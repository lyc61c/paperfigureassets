
<file path=[Content_Types].xml><?xml version="1.0" encoding="utf-8"?>
<Types xmlns="http://schemas.openxmlformats.org/package/2006/content-types">
  <Default Extension="xml" ContentType="application/vnd.openxmlformats-package.core-properties+xml"/>
  <Default Extension="png" ContentType="image/png"/>
  <Default Extension="rels" ContentType="application/vnd.openxmlformats-package.relationship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Masters/slideMaster1.xml" ContentType="application/vnd.openxmlformats-officedocument.presentationml.slideMaster+xml"/>
  <Override PartName="/ppt/slideMasters/theme/theme2.xml" ContentType="application/vnd.openxmlformats-officedocument.theme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notesMasters/notesMaster1.xml" ContentType="application/vnd.openxmlformats-officedocument.presentationml.notesMaster+xml"/>
  <Override PartName="/ppt/notesMasters/theme/theme3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notesSlides/notesSlide1.xml" ContentType="application/vnd.openxmlformats-officedocument.presentationml.notesSlide+xml"/>
  <Override PartName="/ppt/slides/slide2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3.xml" ContentType="application/vnd.openxmlformats-officedocument.presentationml.slide+xml"/>
  <Override PartName="/ppt/notesSlides/notesSlide3.xml" ContentType="application/vnd.openxmlformats-officedocument.presentationml.notesSlide+xml"/>
  <Override PartName="/ppt/slides/slide4.xml" ContentType="application/vnd.openxmlformats-officedocument.presentationml.slide+xml"/>
  <Override PartName="/ppt/notesSlides/notesSlide4.xml" ContentType="application/vnd.openxmlformats-officedocument.presentationml.notesSlide+xml"/>
  <Override PartName="/ppt/slides/slide5.xml" ContentType="application/vnd.openxmlformats-officedocument.presentationml.slide+xml"/>
  <Override PartName="/ppt/notesSlides/notesSlide5.xml" ContentType="application/vnd.openxmlformats-officedocument.presentationml.notesSlide+xml"/>
  <Override PartName="/ppt/slides/slide6.xml" ContentType="application/vnd.openxmlformats-officedocument.presentationml.slide+xml"/>
  <Override PartName="/ppt/notesSlides/notesSlide6.xml" ContentType="application/vnd.openxmlformats-officedocument.presentationml.notesSlide+xml"/>
  <Override PartName="/ppt/slides/slide7.xml" ContentType="application/vnd.openxmlformats-officedocument.presentationml.slide+xml"/>
  <Override PartName="/ppt/notesSlides/notesSlide7.xml" ContentType="application/vnd.openxmlformats-officedocument.presentationml.notesSlide+xml"/>
  <Override PartName="/ppt/slides/slide8.xml" ContentType="application/vnd.openxmlformats-officedocument.presentationml.slide+xml"/>
  <Override PartName="/ppt/notesSlides/notesSlide8.xml" ContentType="application/vnd.openxmlformats-officedocument.presentationml.notesSlide+xml"/>
  <Override PartName="/ppt/slides/slide9.xml" ContentType="application/vnd.openxmlformats-officedocument.presentationml.slide+xml"/>
  <Override PartName="/ppt/notesSlides/notesSlide9.xml" ContentType="application/vnd.openxmlformats-officedocument.presentationml.notesSlide+xml"/>
  <Override PartName="/ppt/slides/slide10.xml" ContentType="application/vnd.openxmlformats-officedocument.presentationml.slide+xml"/>
  <Override PartName="/ppt/notesSlides/notesSlide10.xml" ContentType="application/vnd.openxmlformats-officedocument.presentationml.notesSlide+xml"/>
  <Override PartName="/ppt/slides/slide11.xml" ContentType="application/vnd.openxmlformats-officedocument.presentationml.slide+xml"/>
  <Override PartName="/ppt/notesSlides/notesSlide11.xml" ContentType="application/vnd.openxmlformats-officedocument.presentationml.notesSlide+xml"/>
  <Override PartName="/ppt/slides/slide12.xml" ContentType="application/vnd.openxmlformats-officedocument.presentationml.slide+xml"/>
  <Override PartName="/ppt/notesSlides/notesSlide12.xml" ContentType="application/vnd.openxmlformats-officedocument.presentationml.notesSlide+xml"/>
  <Override PartName="/ppt/slides/slide13.xml" ContentType="application/vnd.openxmlformats-officedocument.presentationml.slide+xml"/>
  <Override PartName="/ppt/notesSlides/notesSlide13.xml" ContentType="application/vnd.openxmlformats-officedocument.presentationml.notesSlide+xml"/>
  <Override PartName="/ppt/slides/slide14.xml" ContentType="application/vnd.openxmlformats-officedocument.presentationml.slide+xml"/>
  <Override PartName="/ppt/notesSlides/notesSlide14.xml" ContentType="application/vnd.openxmlformats-officedocument.presentationml.notesSlide+xml"/>
  <Override PartName="/ppt/slides/slide15.xml" ContentType="application/vnd.openxmlformats-officedocument.presentationml.slide+xml"/>
  <Override PartName="/ppt/notesSlides/notesSlide15.xml" ContentType="application/vnd.openxmlformats-officedocument.presentationml.notesSlide+xml"/>
  <Override PartName="/ppt/slides/slide16.xml" ContentType="application/vnd.openxmlformats-officedocument.presentationml.slide+xml"/>
  <Override PartName="/ppt/notesSlides/notesSlide16.xml" ContentType="application/vnd.openxmlformats-officedocument.presentationml.notesSlide+xml"/>
  <Override PartName="/ppt/slides/slide17.xml" ContentType="application/vnd.openxmlformats-officedocument.presentationml.slide+xml"/>
  <Override PartName="/ppt/notesSlides/notesSlide17.xml" ContentType="application/vnd.openxmlformats-officedocument.presentationml.notesSlide+xml"/>
  <Override PartName="/ppt/slides/slide18.xml" ContentType="application/vnd.openxmlformats-officedocument.presentationml.slide+xml"/>
  <Override PartName="/ppt/notesSlides/notesSlide18.xml" ContentType="application/vnd.openxmlformats-officedocument.presentationml.notesSlide+xml"/>
  <Override PartName="/ppt/slides/slide19.xml" ContentType="application/vnd.openxmlformats-officedocument.presentationml.slide+xml"/>
  <Override PartName="/ppt/notesSlides/notesSlide19.xml" ContentType="application/vnd.openxmlformats-officedocument.presentationml.notesSlide+xml"/>
  <Override PartName="/ppt/slides/slide20.xml" ContentType="application/vnd.openxmlformats-officedocument.presentationml.slide+xml"/>
  <Override PartName="/ppt/notesSlides/notesSlide20.xml" ContentType="application/vnd.openxmlformats-officedocument.presentationml.notesSlide+xml"/>
  <Override PartName="/ppt/slides/slide21.xml" ContentType="application/vnd.openxmlformats-officedocument.presentationml.slide+xml"/>
  <Override PartName="/ppt/notesSlides/notesSlide21.xml" ContentType="application/vnd.openxmlformats-officedocument.presentationml.notesSlide+xml"/>
  <Override PartName="/ppt/slides/slide22.xml" ContentType="application/vnd.openxmlformats-officedocument.presentationml.slide+xml"/>
  <Override PartName="/ppt/notesSlides/notesSlide22.xml" ContentType="application/vnd.openxmlformats-officedocument.presentationml.notesSlide+xml"/>
  <Override PartName="/ppt/slides/slide23.xml" ContentType="application/vnd.openxmlformats-officedocument.presentationml.slide+xml"/>
  <Override PartName="/ppt/notesSlides/notesSlide23.xml" ContentType="application/vnd.openxmlformats-officedocument.presentationml.notesSlide+xml"/>
  <Override PartName="/ppt/slides/slide24.xml" ContentType="application/vnd.openxmlformats-officedocument.presentationml.slide+xml"/>
  <Override PartName="/ppt/notesSlides/notesSlide24.xml" ContentType="application/vnd.openxmlformats-officedocument.presentationml.notesSlide+xml"/>
  <Override PartName="/ppt/slides/slide25.xml" ContentType="application/vnd.openxmlformats-officedocument.presentationml.slide+xml"/>
  <Override PartName="/ppt/notesSlides/notesSlide25.xml" ContentType="application/vnd.openxmlformats-officedocument.presentationml.notesSlide+xml"/>
  <Override PartName="/ppt/slides/slide26.xml" ContentType="application/vnd.openxmlformats-officedocument.presentationml.slide+xml"/>
  <Override PartName="/ppt/notesSlides/notesSlide26.xml" ContentType="application/vnd.openxmlformats-officedocument.presentationml.notesSlide+xml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/docProps/core.xml" Id="R4d05f5daeb7942b3" /><Relationship Type="http://schemas.openxmlformats.org/officeDocument/2006/relationships/extended-properties" Target="/docProps/app.xml" Id="Rd7260ca4c9804dcc" /><Relationship Type="http://schemas.openxmlformats.org/officeDocument/2006/relationships/officeDocument" Target="/ppt/presentation.xml" Id="Rb9e2f921347f48c8" /></Relationships>
</file>

<file path=ppt/presentation.xml><?xml version="1.0" encoding="utf-8"?>
<p:presentation xmlns:p="http://schemas.openxmlformats.org/presentationml/2006/main">
  <p:sldMasterIdLst>
    <p:sldMasterId xmlns:r="http://schemas.openxmlformats.org/officeDocument/2006/relationships" id="2147483648" r:id="Reae304c17ecf434c"/>
  </p:sldMasterIdLst>
  <p:notesMasterIdLst>
    <p:notesMasterId xmlns:r="http://schemas.openxmlformats.org/officeDocument/2006/relationships" r:id="Rff9aaebcdaec476d"/>
  </p:notesMasterIdLst>
  <p:sldIdLst>
    <p:sldId xmlns:r="http://schemas.openxmlformats.org/officeDocument/2006/relationships" id="256" r:id="Rf5d5c95c417e4e72"/>
    <p:sldId xmlns:r="http://schemas.openxmlformats.org/officeDocument/2006/relationships" id="257" r:id="R0797de36cc7843d4"/>
    <p:sldId xmlns:r="http://schemas.openxmlformats.org/officeDocument/2006/relationships" id="258" r:id="Re128c87a6da346d3"/>
    <p:sldId xmlns:r="http://schemas.openxmlformats.org/officeDocument/2006/relationships" id="259" r:id="R94db9c90ecc34394"/>
    <p:sldId xmlns:r="http://schemas.openxmlformats.org/officeDocument/2006/relationships" id="260" r:id="Rcc485de4eff74c43"/>
    <p:sldId xmlns:r="http://schemas.openxmlformats.org/officeDocument/2006/relationships" id="261" r:id="R3a2afcfb84fa47d8"/>
    <p:sldId xmlns:r="http://schemas.openxmlformats.org/officeDocument/2006/relationships" id="262" r:id="Rd849d53a458d413f"/>
    <p:sldId xmlns:r="http://schemas.openxmlformats.org/officeDocument/2006/relationships" id="263" r:id="R35ced4b598304887"/>
    <p:sldId xmlns:r="http://schemas.openxmlformats.org/officeDocument/2006/relationships" id="264" r:id="Rb180c69c6fbd4aad"/>
    <p:sldId xmlns:r="http://schemas.openxmlformats.org/officeDocument/2006/relationships" id="265" r:id="Re72901c408a14425"/>
    <p:sldId xmlns:r="http://schemas.openxmlformats.org/officeDocument/2006/relationships" id="266" r:id="R7394d7c0ea9c4384"/>
    <p:sldId xmlns:r="http://schemas.openxmlformats.org/officeDocument/2006/relationships" id="267" r:id="R67765cd6e09346e4"/>
    <p:sldId xmlns:r="http://schemas.openxmlformats.org/officeDocument/2006/relationships" id="268" r:id="R43778e1c904b467e"/>
    <p:sldId xmlns:r="http://schemas.openxmlformats.org/officeDocument/2006/relationships" id="269" r:id="R13d6669927264cea"/>
    <p:sldId xmlns:r="http://schemas.openxmlformats.org/officeDocument/2006/relationships" id="270" r:id="Refc74c1a109242c6"/>
    <p:sldId xmlns:r="http://schemas.openxmlformats.org/officeDocument/2006/relationships" id="271" r:id="R213cfb619d694e3a"/>
    <p:sldId xmlns:r="http://schemas.openxmlformats.org/officeDocument/2006/relationships" id="272" r:id="R363ed7cc275c4682"/>
    <p:sldId xmlns:r="http://schemas.openxmlformats.org/officeDocument/2006/relationships" id="273" r:id="R1c9df5db5a984f3f"/>
    <p:sldId xmlns:r="http://schemas.openxmlformats.org/officeDocument/2006/relationships" id="274" r:id="R4d194ecc1a694d7e"/>
    <p:sldId xmlns:r="http://schemas.openxmlformats.org/officeDocument/2006/relationships" id="275" r:id="Redbe7438c474466a"/>
    <p:sldId xmlns:r="http://schemas.openxmlformats.org/officeDocument/2006/relationships" id="276" r:id="R687da8df2f094cf9"/>
    <p:sldId xmlns:r="http://schemas.openxmlformats.org/officeDocument/2006/relationships" id="277" r:id="Rc685059efd9444b6"/>
    <p:sldId xmlns:r="http://schemas.openxmlformats.org/officeDocument/2006/relationships" id="278" r:id="R5aa751b89bda435a"/>
    <p:sldId xmlns:r="http://schemas.openxmlformats.org/officeDocument/2006/relationships" id="279" r:id="Re5247c7951ed4860"/>
    <p:sldId xmlns:r="http://schemas.openxmlformats.org/officeDocument/2006/relationships" id="280" r:id="Rd18400eed1f34b03"/>
    <p:sldId xmlns:r="http://schemas.openxmlformats.org/officeDocument/2006/relationships" id="281" r:id="Rd70ca3e847fc471e"/>
  </p:sldIdLst>
  <p:sldSz cx="18288000" cy="10287000"/>
  <p:notesSz cx="6858000" cy="9144000"/>
</p:presentation>
</file>

<file path=ppt/presProps.xml><?xml version="1.0" encoding="utf-8"?>
<p:presentationPr xmlns:p="http://schemas.openxmlformats.org/presentationml/2006/main">
  <p:extLst>
    <p:ext xmlns:p14="http://schemas.microsoft.com/office/powerpoint/2010/main" uri="{E76CE94A-603C-4142-B9EB-6D1370010A27}">
      <p14:discardImageEditData val="0"/>
    </p:ext>
    <p:ext xmlns:p14="http://schemas.microsoft.com/office/powerpoint/2010/main" uri="{D31A062A-798A-4329-ABDD-BBA856620510}">
      <p14:defaultImageDpi val="32767"/>
    </p:ext>
    <p:ext xmlns:p15="http://schemas.microsoft.com/office/powerpoint/2012/main" uri="{FD5EFAAD-0ECE-453E-9831-46B23BE46B34}">
      <p15:chartTrackingRefBased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_rels/presentation.xml.rels>&#65279;<?xml version="1.0" encoding="utf-8"?><Relationships xmlns="http://schemas.openxmlformats.org/package/2006/relationships"><Relationship Type="http://schemas.openxmlformats.org/officeDocument/2006/relationships/theme" Target="/ppt/theme/theme1.xml" Id="Rc80e6edfecca4a9a" /><Relationship Type="http://schemas.openxmlformats.org/officeDocument/2006/relationships/slideMaster" Target="/ppt/slideMasters/slideMaster1.xml" Id="Reae304c17ecf434c" /><Relationship Type="http://schemas.openxmlformats.org/officeDocument/2006/relationships/notesMaster" Target="/ppt/notesMasters/notesMaster1.xml" Id="Rff9aaebcdaec476d" /><Relationship Type="http://schemas.openxmlformats.org/officeDocument/2006/relationships/presProps" Target="/ppt/presProps.xml" Id="R4b4c013e3d534aae" /><Relationship Type="http://schemas.openxmlformats.org/officeDocument/2006/relationships/tableStyles" Target="/ppt/tableStyles.xml" Id="R96080d7132274906" /><Relationship Type="http://schemas.openxmlformats.org/officeDocument/2006/relationships/slide" Target="/ppt/slides/slide1.xml" Id="Rf5d5c95c417e4e72" /><Relationship Type="http://schemas.openxmlformats.org/officeDocument/2006/relationships/slide" Target="/ppt/slides/slide2.xml" Id="R0797de36cc7843d4" /><Relationship Type="http://schemas.openxmlformats.org/officeDocument/2006/relationships/slide" Target="/ppt/slides/slide3.xml" Id="Re128c87a6da346d3" /><Relationship Type="http://schemas.openxmlformats.org/officeDocument/2006/relationships/slide" Target="/ppt/slides/slide4.xml" Id="R94db9c90ecc34394" /><Relationship Type="http://schemas.openxmlformats.org/officeDocument/2006/relationships/slide" Target="/ppt/slides/slide5.xml" Id="Rcc485de4eff74c43" /><Relationship Type="http://schemas.openxmlformats.org/officeDocument/2006/relationships/slide" Target="/ppt/slides/slide6.xml" Id="R3a2afcfb84fa47d8" /><Relationship Type="http://schemas.openxmlformats.org/officeDocument/2006/relationships/slide" Target="/ppt/slides/slide7.xml" Id="Rd849d53a458d413f" /><Relationship Type="http://schemas.openxmlformats.org/officeDocument/2006/relationships/slide" Target="/ppt/slides/slide8.xml" Id="R35ced4b598304887" /><Relationship Type="http://schemas.openxmlformats.org/officeDocument/2006/relationships/slide" Target="/ppt/slides/slide9.xml" Id="Rb180c69c6fbd4aad" /><Relationship Type="http://schemas.openxmlformats.org/officeDocument/2006/relationships/slide" Target="/ppt/slides/slide10.xml" Id="Re72901c408a14425" /><Relationship Type="http://schemas.openxmlformats.org/officeDocument/2006/relationships/slide" Target="/ppt/slides/slide11.xml" Id="R7394d7c0ea9c4384" /><Relationship Type="http://schemas.openxmlformats.org/officeDocument/2006/relationships/slide" Target="/ppt/slides/slide12.xml" Id="R67765cd6e09346e4" /><Relationship Type="http://schemas.openxmlformats.org/officeDocument/2006/relationships/slide" Target="/ppt/slides/slide13.xml" Id="R43778e1c904b467e" /><Relationship Type="http://schemas.openxmlformats.org/officeDocument/2006/relationships/slide" Target="/ppt/slides/slide14.xml" Id="R13d6669927264cea" /><Relationship Type="http://schemas.openxmlformats.org/officeDocument/2006/relationships/slide" Target="/ppt/slides/slide15.xml" Id="Refc74c1a109242c6" /><Relationship Type="http://schemas.openxmlformats.org/officeDocument/2006/relationships/slide" Target="/ppt/slides/slide16.xml" Id="R213cfb619d694e3a" /><Relationship Type="http://schemas.openxmlformats.org/officeDocument/2006/relationships/slide" Target="/ppt/slides/slide17.xml" Id="R363ed7cc275c4682" /><Relationship Type="http://schemas.openxmlformats.org/officeDocument/2006/relationships/slide" Target="/ppt/slides/slide18.xml" Id="R1c9df5db5a984f3f" /><Relationship Type="http://schemas.openxmlformats.org/officeDocument/2006/relationships/slide" Target="/ppt/slides/slide19.xml" Id="R4d194ecc1a694d7e" /><Relationship Type="http://schemas.openxmlformats.org/officeDocument/2006/relationships/slide" Target="/ppt/slides/slide20.xml" Id="Redbe7438c474466a" /><Relationship Type="http://schemas.openxmlformats.org/officeDocument/2006/relationships/slide" Target="/ppt/slides/slide21.xml" Id="R687da8df2f094cf9" /><Relationship Type="http://schemas.openxmlformats.org/officeDocument/2006/relationships/slide" Target="/ppt/slides/slide22.xml" Id="Rc685059efd9444b6" /><Relationship Type="http://schemas.openxmlformats.org/officeDocument/2006/relationships/slide" Target="/ppt/slides/slide23.xml" Id="R5aa751b89bda435a" /><Relationship Type="http://schemas.openxmlformats.org/officeDocument/2006/relationships/slide" Target="/ppt/slides/slide24.xml" Id="Re5247c7951ed4860" /><Relationship Type="http://schemas.openxmlformats.org/officeDocument/2006/relationships/slide" Target="/ppt/slides/slide25.xml" Id="Rd18400eed1f34b03" /><Relationship Type="http://schemas.openxmlformats.org/officeDocument/2006/relationships/slide" Target="/ppt/slides/slide26.xml" Id="Rd70ca3e847fc471e" /></Relationships>
</file>

<file path=ppt/notesMasters/_rels/notesMaster1.xml.rels>&#65279;<?xml version="1.0" encoding="utf-8"?><Relationships xmlns="http://schemas.openxmlformats.org/package/2006/relationships"><Relationship Type="http://schemas.openxmlformats.org/officeDocument/2006/relationships/theme" Target="/ppt/notesMasters/theme/theme3.xml" Id="R6b5498cad93041d2" /></Relationships>
</file>

<file path=ppt/notesMasters/notesMaster1.xml><?xml version="1.0" encoding="utf-8"?>
<p:notesMaster xmlns:p="http://schemas.openxmlformats.org/presentationml/2006/main">
  <p:cSld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Header Placeholder"/>
          <p:cNvSpPr/>
          <p:nvPr>
            <p:ph type="hdr" sz="quarter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3" name="Date Placeholder"/>
          <p:cNvSpPr/>
          <p:nvPr>
            <p:ph type="dt" sz="quarter" idx="1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4" name="Slide Image Placeholder"/>
          <p:cNvSpPr/>
          <p:nvPr>
            <p:ph type="sldImg" idx="2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5" name="Notes Placeholder"/>
          <p:cNvSpPr/>
          <p:nvPr>
            <p:ph type="body" sz="quarter" idx="3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6" name="Footer Placeholder"/>
          <p:cNvSpPr/>
          <p:nvPr>
            <p:ph type="ftr" sz="quarter" idx="4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7" name="Slide Number Placeholder"/>
          <p:cNvSpPr/>
          <p:nvPr>
            <p:ph type="sldNum" sz="quarter" idx="5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xmlns:a="http://schemas.openxmlformats.org/drawingml/2006/main" marL="0" algn="l" defTabSz="914400" rtl="0" eaLnBrk="1" latinLnBrk="0" hangingPunct="1">
      <a:defRPr sz="1200" kern="1200"/>
    </a:lvl1pPr>
  </p:notesStyle>
</p:notesMaster>
</file>

<file path=ppt/notesMasters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notesSlides/_rels/notesSlide1.xml.rels>&#65279;<?xml version="1.0" encoding="utf-8"?><Relationships xmlns="http://schemas.openxmlformats.org/package/2006/relationships"><Relationship Type="http://schemas.openxmlformats.org/officeDocument/2006/relationships/slide" Target="/ppt/slides/slide1.xml" Id="Rb6cfb34735de49df" /><Relationship Type="http://schemas.openxmlformats.org/officeDocument/2006/relationships/notesMaster" Target="/ppt/notesMasters/notesMaster1.xml" Id="R9ae16cd36b834c2d" /></Relationships>
</file>

<file path=ppt/notesSlides/_rels/notesSlide2.xml.rels>&#65279;<?xml version="1.0" encoding="utf-8"?><Relationships xmlns="http://schemas.openxmlformats.org/package/2006/relationships"><Relationship Type="http://schemas.openxmlformats.org/officeDocument/2006/relationships/slide" Target="/ppt/slides/slide2.xml" Id="R85a6ad00f2964e30" /><Relationship Type="http://schemas.openxmlformats.org/officeDocument/2006/relationships/notesMaster" Target="/ppt/notesMasters/notesMaster1.xml" Id="R3807889f84dc4af0" /></Relationships>
</file>

<file path=ppt/notesSlides/_rels/notesSlide3.xml.rels>&#65279;<?xml version="1.0" encoding="utf-8"?><Relationships xmlns="http://schemas.openxmlformats.org/package/2006/relationships"><Relationship Type="http://schemas.openxmlformats.org/officeDocument/2006/relationships/slide" Target="/ppt/slides/slide3.xml" Id="Ra5a23b0a1c3d467b" /><Relationship Type="http://schemas.openxmlformats.org/officeDocument/2006/relationships/notesMaster" Target="/ppt/notesMasters/notesMaster1.xml" Id="Re2991514d89d4668" /></Relationships>
</file>

<file path=ppt/notesSlides/_rels/notesSlide4.xml.rels>&#65279;<?xml version="1.0" encoding="utf-8"?><Relationships xmlns="http://schemas.openxmlformats.org/package/2006/relationships"><Relationship Type="http://schemas.openxmlformats.org/officeDocument/2006/relationships/slide" Target="/ppt/slides/slide4.xml" Id="R267d1af2c5e940d9" /><Relationship Type="http://schemas.openxmlformats.org/officeDocument/2006/relationships/notesMaster" Target="/ppt/notesMasters/notesMaster1.xml" Id="Rb02ef814de2a43c4" /></Relationships>
</file>

<file path=ppt/notesSlides/_rels/notesSlide5.xml.rels>&#65279;<?xml version="1.0" encoding="utf-8"?><Relationships xmlns="http://schemas.openxmlformats.org/package/2006/relationships"><Relationship Type="http://schemas.openxmlformats.org/officeDocument/2006/relationships/slide" Target="/ppt/slides/slide5.xml" Id="Rd7b375097e644db0" /><Relationship Type="http://schemas.openxmlformats.org/officeDocument/2006/relationships/notesMaster" Target="/ppt/notesMasters/notesMaster1.xml" Id="Rf532c2b51e4d4128" /></Relationships>
</file>

<file path=ppt/notesSlides/_rels/notesSlide6.xml.rels>&#65279;<?xml version="1.0" encoding="utf-8"?><Relationships xmlns="http://schemas.openxmlformats.org/package/2006/relationships"><Relationship Type="http://schemas.openxmlformats.org/officeDocument/2006/relationships/slide" Target="/ppt/slides/slide6.xml" Id="R01a5935d32be4703" /><Relationship Type="http://schemas.openxmlformats.org/officeDocument/2006/relationships/notesMaster" Target="/ppt/notesMasters/notesMaster1.xml" Id="R88447e8752dc4766" /></Relationships>
</file>

<file path=ppt/notesSlides/_rels/notesSlide7.xml.rels>&#65279;<?xml version="1.0" encoding="utf-8"?><Relationships xmlns="http://schemas.openxmlformats.org/package/2006/relationships"><Relationship Type="http://schemas.openxmlformats.org/officeDocument/2006/relationships/slide" Target="/ppt/slides/slide7.xml" Id="R94744abde961445c" /><Relationship Type="http://schemas.openxmlformats.org/officeDocument/2006/relationships/notesMaster" Target="/ppt/notesMasters/notesMaster1.xml" Id="Rb53097977b744e8c" /></Relationships>
</file>

<file path=ppt/notesSlides/_rels/notesSlide8.xml.rels>&#65279;<?xml version="1.0" encoding="utf-8"?><Relationships xmlns="http://schemas.openxmlformats.org/package/2006/relationships"><Relationship Type="http://schemas.openxmlformats.org/officeDocument/2006/relationships/slide" Target="/ppt/slides/slide8.xml" Id="R81a3addad14a480c" /><Relationship Type="http://schemas.openxmlformats.org/officeDocument/2006/relationships/notesMaster" Target="/ppt/notesMasters/notesMaster1.xml" Id="R485f24c060c74eaf" /></Relationships>
</file>

<file path=ppt/notesSlides/_rels/notesSlide9.xml.rels>&#65279;<?xml version="1.0" encoding="utf-8"?><Relationships xmlns="http://schemas.openxmlformats.org/package/2006/relationships"><Relationship Type="http://schemas.openxmlformats.org/officeDocument/2006/relationships/slide" Target="/ppt/slides/slide9.xml" Id="R774b85594f99467c" /><Relationship Type="http://schemas.openxmlformats.org/officeDocument/2006/relationships/notesMaster" Target="/ppt/notesMasters/notesMaster1.xml" Id="Rd45c9d0057984963" /></Relationships>
</file>

<file path=ppt/notesSlides/_rels/notesSlide10.xml.rels>&#65279;<?xml version="1.0" encoding="utf-8"?><Relationships xmlns="http://schemas.openxmlformats.org/package/2006/relationships"><Relationship Type="http://schemas.openxmlformats.org/officeDocument/2006/relationships/slide" Target="/ppt/slides/slide10.xml" Id="R71e82cb76a7c429b" /><Relationship Type="http://schemas.openxmlformats.org/officeDocument/2006/relationships/notesMaster" Target="/ppt/notesMasters/notesMaster1.xml" Id="R36d44cb759164629" /></Relationships>
</file>

<file path=ppt/notesSlides/_rels/notesSlide11.xml.rels>&#65279;<?xml version="1.0" encoding="utf-8"?><Relationships xmlns="http://schemas.openxmlformats.org/package/2006/relationships"><Relationship Type="http://schemas.openxmlformats.org/officeDocument/2006/relationships/slide" Target="/ppt/slides/slide11.xml" Id="Rf100e8a72cab48c7" /><Relationship Type="http://schemas.openxmlformats.org/officeDocument/2006/relationships/notesMaster" Target="/ppt/notesMasters/notesMaster1.xml" Id="R73acacf1037e42b0" /></Relationships>
</file>

<file path=ppt/notesSlides/_rels/notesSlide12.xml.rels>&#65279;<?xml version="1.0" encoding="utf-8"?><Relationships xmlns="http://schemas.openxmlformats.org/package/2006/relationships"><Relationship Type="http://schemas.openxmlformats.org/officeDocument/2006/relationships/slide" Target="/ppt/slides/slide12.xml" Id="Re7ad3692da144826" /><Relationship Type="http://schemas.openxmlformats.org/officeDocument/2006/relationships/notesMaster" Target="/ppt/notesMasters/notesMaster1.xml" Id="R2de4e1bb5a834292" /></Relationships>
</file>

<file path=ppt/notesSlides/_rels/notesSlide13.xml.rels>&#65279;<?xml version="1.0" encoding="utf-8"?><Relationships xmlns="http://schemas.openxmlformats.org/package/2006/relationships"><Relationship Type="http://schemas.openxmlformats.org/officeDocument/2006/relationships/slide" Target="/ppt/slides/slide13.xml" Id="Rbbe250a8cd494bf7" /><Relationship Type="http://schemas.openxmlformats.org/officeDocument/2006/relationships/notesMaster" Target="/ppt/notesMasters/notesMaster1.xml" Id="Rac6471c9d8384a90" /></Relationships>
</file>

<file path=ppt/notesSlides/_rels/notesSlide14.xml.rels>&#65279;<?xml version="1.0" encoding="utf-8"?><Relationships xmlns="http://schemas.openxmlformats.org/package/2006/relationships"><Relationship Type="http://schemas.openxmlformats.org/officeDocument/2006/relationships/slide" Target="/ppt/slides/slide14.xml" Id="R9296015e4cc84e9b" /><Relationship Type="http://schemas.openxmlformats.org/officeDocument/2006/relationships/notesMaster" Target="/ppt/notesMasters/notesMaster1.xml" Id="Rba61dd41a6394215" /></Relationships>
</file>

<file path=ppt/notesSlides/_rels/notesSlide15.xml.rels>&#65279;<?xml version="1.0" encoding="utf-8"?><Relationships xmlns="http://schemas.openxmlformats.org/package/2006/relationships"><Relationship Type="http://schemas.openxmlformats.org/officeDocument/2006/relationships/slide" Target="/ppt/slides/slide15.xml" Id="R69212d19abe147aa" /><Relationship Type="http://schemas.openxmlformats.org/officeDocument/2006/relationships/notesMaster" Target="/ppt/notesMasters/notesMaster1.xml" Id="R09ad2bf4db6949ef" /></Relationships>
</file>

<file path=ppt/notesSlides/_rels/notesSlide16.xml.rels>&#65279;<?xml version="1.0" encoding="utf-8"?><Relationships xmlns="http://schemas.openxmlformats.org/package/2006/relationships"><Relationship Type="http://schemas.openxmlformats.org/officeDocument/2006/relationships/slide" Target="/ppt/slides/slide16.xml" Id="Raba4eba7cd3648d8" /><Relationship Type="http://schemas.openxmlformats.org/officeDocument/2006/relationships/notesMaster" Target="/ppt/notesMasters/notesMaster1.xml" Id="R44d2b9308e8e4da6" /></Relationships>
</file>

<file path=ppt/notesSlides/_rels/notesSlide17.xml.rels>&#65279;<?xml version="1.0" encoding="utf-8"?><Relationships xmlns="http://schemas.openxmlformats.org/package/2006/relationships"><Relationship Type="http://schemas.openxmlformats.org/officeDocument/2006/relationships/slide" Target="/ppt/slides/slide17.xml" Id="R0c9df4b3f8a84e8d" /><Relationship Type="http://schemas.openxmlformats.org/officeDocument/2006/relationships/notesMaster" Target="/ppt/notesMasters/notesMaster1.xml" Id="R0ca57ef70ed64a62" /></Relationships>
</file>

<file path=ppt/notesSlides/_rels/notesSlide18.xml.rels>&#65279;<?xml version="1.0" encoding="utf-8"?><Relationships xmlns="http://schemas.openxmlformats.org/package/2006/relationships"><Relationship Type="http://schemas.openxmlformats.org/officeDocument/2006/relationships/slide" Target="/ppt/slides/slide18.xml" Id="R3beac0227ef94f08" /><Relationship Type="http://schemas.openxmlformats.org/officeDocument/2006/relationships/notesMaster" Target="/ppt/notesMasters/notesMaster1.xml" Id="Rfdf6615f4abb4b40" /></Relationships>
</file>

<file path=ppt/notesSlides/_rels/notesSlide19.xml.rels>&#65279;<?xml version="1.0" encoding="utf-8"?><Relationships xmlns="http://schemas.openxmlformats.org/package/2006/relationships"><Relationship Type="http://schemas.openxmlformats.org/officeDocument/2006/relationships/slide" Target="/ppt/slides/slide19.xml" Id="R252a8f2d294a4161" /><Relationship Type="http://schemas.openxmlformats.org/officeDocument/2006/relationships/notesMaster" Target="/ppt/notesMasters/notesMaster1.xml" Id="R02a9f33f5f3546b9" /></Relationships>
</file>

<file path=ppt/notesSlides/_rels/notesSlide20.xml.rels>&#65279;<?xml version="1.0" encoding="utf-8"?><Relationships xmlns="http://schemas.openxmlformats.org/package/2006/relationships"><Relationship Type="http://schemas.openxmlformats.org/officeDocument/2006/relationships/slide" Target="/ppt/slides/slide20.xml" Id="R7fcd97570e304574" /><Relationship Type="http://schemas.openxmlformats.org/officeDocument/2006/relationships/notesMaster" Target="/ppt/notesMasters/notesMaster1.xml" Id="R448f74c320cb4e4d" /></Relationships>
</file>

<file path=ppt/notesSlides/_rels/notesSlide21.xml.rels>&#65279;<?xml version="1.0" encoding="utf-8"?><Relationships xmlns="http://schemas.openxmlformats.org/package/2006/relationships"><Relationship Type="http://schemas.openxmlformats.org/officeDocument/2006/relationships/slide" Target="/ppt/slides/slide21.xml" Id="Racd988fd23434f15" /><Relationship Type="http://schemas.openxmlformats.org/officeDocument/2006/relationships/notesMaster" Target="/ppt/notesMasters/notesMaster1.xml" Id="Rfb816b77e425457a" /></Relationships>
</file>

<file path=ppt/notesSlides/_rels/notesSlide22.xml.rels>&#65279;<?xml version="1.0" encoding="utf-8"?><Relationships xmlns="http://schemas.openxmlformats.org/package/2006/relationships"><Relationship Type="http://schemas.openxmlformats.org/officeDocument/2006/relationships/slide" Target="/ppt/slides/slide22.xml" Id="R0ae9aa7e2f564d67" /><Relationship Type="http://schemas.openxmlformats.org/officeDocument/2006/relationships/notesMaster" Target="/ppt/notesMasters/notesMaster1.xml" Id="Rd80df71fb63a43d7" /></Relationships>
</file>

<file path=ppt/notesSlides/_rels/notesSlide23.xml.rels>&#65279;<?xml version="1.0" encoding="utf-8"?><Relationships xmlns="http://schemas.openxmlformats.org/package/2006/relationships"><Relationship Type="http://schemas.openxmlformats.org/officeDocument/2006/relationships/slide" Target="/ppt/slides/slide23.xml" Id="Re8f9ac0cd92146a1" /><Relationship Type="http://schemas.openxmlformats.org/officeDocument/2006/relationships/notesMaster" Target="/ppt/notesMasters/notesMaster1.xml" Id="R98880d79d87241c0" /></Relationships>
</file>

<file path=ppt/notesSlides/_rels/notesSlide24.xml.rels>&#65279;<?xml version="1.0" encoding="utf-8"?><Relationships xmlns="http://schemas.openxmlformats.org/package/2006/relationships"><Relationship Type="http://schemas.openxmlformats.org/officeDocument/2006/relationships/slide" Target="/ppt/slides/slide24.xml" Id="R1a6886b985dc437e" /><Relationship Type="http://schemas.openxmlformats.org/officeDocument/2006/relationships/notesMaster" Target="/ppt/notesMasters/notesMaster1.xml" Id="R1be0261f90544366" /></Relationships>
</file>

<file path=ppt/notesSlides/_rels/notesSlide25.xml.rels>&#65279;<?xml version="1.0" encoding="utf-8"?><Relationships xmlns="http://schemas.openxmlformats.org/package/2006/relationships"><Relationship Type="http://schemas.openxmlformats.org/officeDocument/2006/relationships/slide" Target="/ppt/slides/slide25.xml" Id="Re833cd35edfb4268" /><Relationship Type="http://schemas.openxmlformats.org/officeDocument/2006/relationships/notesMaster" Target="/ppt/notesMasters/notesMaster1.xml" Id="Rf09ae8a599804095" /></Relationships>
</file>

<file path=ppt/notesSlides/_rels/notesSlide26.xml.rels>&#65279;<?xml version="1.0" encoding="utf-8"?><Relationships xmlns="http://schemas.openxmlformats.org/package/2006/relationships"><Relationship Type="http://schemas.openxmlformats.org/officeDocument/2006/relationships/slide" Target="/ppt/slides/slide26.xml" Id="R63d26bbc6346480e" /><Relationship Type="http://schemas.openxmlformats.org/officeDocument/2006/relationships/notesMaster" Target="/ppt/notesMasters/notesMaster1.xml" Id="Re6e810fcfd6040fb" /></Relationships>
</file>

<file path=ppt/notesSlides/notesSlide1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Dataset Biases in AI-generated Image Detection</a:t>
            </a:r>
          </a:p>
          <a:p xmlns:a="http://schemas.openxmlformats.org/drawingml/2006/main">
            <a:r>
              <a:t>Source: https://arxiv.org/abs/2505.14359</a:t>
            </a:r>
          </a:p>
          <a:p xmlns:a="http://schemas.openxmlformats.org/drawingml/2006/main">
            <a:r>
              <a:t>Approved image: image1.png; SHA-256: 676f5d63077d24624b63251b740dcdbe8b993104c23c05c38c9ad20275871388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(5), whose internal pixels are not editable.</a:t>
            </a:r>
          </a:p>
          <a:p xmlns:a="http://schemas.openxmlformats.org/drawingml/2006/main">
            <a:r>
              <a:t>Font substitution: source PDF families mapped to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Decision Boundaries under Dual Data Alignment</a:t>
            </a:r>
          </a:p>
          <a:p xmlns:a="http://schemas.openxmlformats.org/drawingml/2006/main">
            <a:r>
              <a:t>Source: https://arxiv.org/abs/2505.14359</a:t>
            </a:r>
          </a:p>
          <a:p xmlns:a="http://schemas.openxmlformats.org/drawingml/2006/main">
            <a:r>
              <a:t>Approved image: image2.png; SHA-256: 093bccb09cccd82d9399bce06442438098ebbe448f8febbd3c94aec5c393b55f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(0), whose internal pixels are not editable.</a:t>
            </a:r>
          </a:p>
          <a:p xmlns:a="http://schemas.openxmlformats.org/drawingml/2006/main">
            <a:r>
              <a:t>Font substitution: source PDF families mapped to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3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Adaptive Vision Motivation and Impossible Triangle</a:t>
            </a:r>
          </a:p>
          <a:p xmlns:a="http://schemas.openxmlformats.org/drawingml/2006/main">
            <a:r>
              <a:t>Source: https://arxiv.org/abs/2509.15333</a:t>
            </a:r>
          </a:p>
          <a:p xmlns:a="http://schemas.openxmlformats.org/drawingml/2006/main">
            <a:r>
              <a:t>Approved image: image1.png; SHA-256: 6e2a52ea9e538f0db8a4ee168d543c93425c321b06d9db606c7ffdf68ed52e9b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(42), whose internal pixels are not editable.</a:t>
            </a:r>
          </a:p>
          <a:p xmlns:a="http://schemas.openxmlformats.org/drawingml/2006/main">
            <a:r>
              <a:t>Font substitution: source PDF families mapped to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4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AdaptiveNN Sequential Fixation Pipeline</a:t>
            </a:r>
          </a:p>
          <a:p xmlns:a="http://schemas.openxmlformats.org/drawingml/2006/main">
            <a:r>
              <a:t>Source: https://arxiv.org/abs/2509.15333</a:t>
            </a:r>
          </a:p>
          <a:p xmlns:a="http://schemas.openxmlformats.org/drawingml/2006/main">
            <a:r>
              <a:t>Approved image: image2.png; SHA-256: 73712e02899820ee58064abd57753b9f3aaef13365f35adf47fd1413809ffab6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(11), whose internal pixels are not editable.</a:t>
            </a:r>
          </a:p>
          <a:p xmlns:a="http://schemas.openxmlformats.org/drawingml/2006/main">
            <a:r>
              <a:t>Font substitution: source PDF families mapped to Times New Roman,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5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AdaptiveNN Task Generality and Training Objective</a:t>
            </a:r>
          </a:p>
          <a:p xmlns:a="http://schemas.openxmlformats.org/drawingml/2006/main">
            <a:r>
              <a:t>Source: https://arxiv.org/abs/2509.15333</a:t>
            </a:r>
          </a:p>
          <a:p xmlns:a="http://schemas.openxmlformats.org/drawingml/2006/main">
            <a:r>
              <a:t>Approved image: image3.png; SHA-256: abdd7a97831036a99530613ea285542d6b21892323e9a115c2b18117fca5eae5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(15), whose internal pixels are not editable.</a:t>
            </a:r>
          </a:p>
          <a:p xmlns:a="http://schemas.openxmlformats.org/drawingml/2006/main">
            <a:r>
              <a:t>Font substitution: source PDF families mapped to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6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LENS Multi-level Task Taxonomy</a:t>
            </a:r>
          </a:p>
          <a:p xmlns:a="http://schemas.openxmlformats.org/drawingml/2006/main">
            <a:r>
              <a:t>Source: https://arxiv.org/abs/2505.15616</a:t>
            </a:r>
          </a:p>
          <a:p xmlns:a="http://schemas.openxmlformats.org/drawingml/2006/main">
            <a:r>
              <a:t>Approved image: image1.png; SHA-256: 89a2989ca49faa50cf4bd7fb32eac537d693b3f07de4ee435ef691821c7a2e31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(34), whose internal pixels are not editable.</a:t>
            </a:r>
          </a:p>
          <a:p xmlns:a="http://schemas.openxmlformats.org/drawingml/2006/main">
            <a:r>
              <a:t>Font substitution: source PDF families mapped to Comic Sans MS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7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Self-driven Multi-expert Collaborative Reasoning</a:t>
            </a:r>
          </a:p>
          <a:p xmlns:a="http://schemas.openxmlformats.org/drawingml/2006/main">
            <a:r>
              <a:t>Source: https://arxiv.org/abs/2505.15616</a:t>
            </a:r>
          </a:p>
          <a:p xmlns:a="http://schemas.openxmlformats.org/drawingml/2006/main">
            <a:r>
              <a:t>Approved image: image2.png; SHA-256: e8af5812119e3979016587628efe087c9aaed77408324037bd3b1e366d48b01b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(12), whose internal pixels are not editable.</a:t>
            </a:r>
          </a:p>
          <a:p xmlns:a="http://schemas.openxmlformats.org/drawingml/2006/main">
            <a:r>
              <a:t>Font substitution: source PDF families mapped to Comic Sans MS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8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MMDU Data Preparation and Generation Pipeline</a:t>
            </a:r>
          </a:p>
          <a:p xmlns:a="http://schemas.openxmlformats.org/drawingml/2006/main">
            <a:r>
              <a:t>Source: https://arxiv.org/abs/2406.11833</a:t>
            </a:r>
          </a:p>
          <a:p xmlns:a="http://schemas.openxmlformats.org/drawingml/2006/main">
            <a:r>
              <a:t>Approved image: image1.png; SHA-256: 88b7625724d645ed59f6c91199e0c4275b54effa8c7a0d798cc81524e060215a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(57), whose internal pixels are not editable.</a:t>
            </a:r>
          </a:p>
          <a:p xmlns:a="http://schemas.openxmlformats.org/drawingml/2006/main">
            <a:r>
              <a:t>Font substitution: source PDF families mapped to Arial, Comic Sans MS, Times New Roman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9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Benchmark Comparison and MMDU Dialogue Example</a:t>
            </a:r>
          </a:p>
          <a:p xmlns:a="http://schemas.openxmlformats.org/drawingml/2006/main">
            <a:r>
              <a:t>Source: https://arxiv.org/abs/2406.11833</a:t>
            </a:r>
          </a:p>
          <a:p xmlns:a="http://schemas.openxmlformats.org/drawingml/2006/main">
            <a:r>
              <a:t>Approved image: image2.png; SHA-256: d4abdedef699fb4f506058cfcf78a335b84f012d7f34a9b58f4c63ecbd7265c5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(13), whose internal pixels are not editable.</a:t>
            </a:r>
          </a:p>
          <a:p xmlns:a="http://schemas.openxmlformats.org/drawingml/2006/main">
            <a:r>
              <a:t>Font substitution: source PDF families mapped to Comic Sans MS, Arial, Times New Roman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0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Perception Encoder Family Overview</a:t>
            </a:r>
          </a:p>
          <a:p xmlns:a="http://schemas.openxmlformats.org/drawingml/2006/main">
            <a:r>
              <a:t>Source: https://arxiv.org/abs/2504.13181</a:t>
            </a:r>
          </a:p>
          <a:p xmlns:a="http://schemas.openxmlformats.org/drawingml/2006/main">
            <a:r>
              <a:t>Approved image: image1.png; SHA-256: 6cae77cdb66f1cdac579bdee34351e1cc8a81c0bde526f0719acbe9578aa2b12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(6), whose internal pixels are not editable.</a:t>
            </a:r>
          </a:p>
          <a:p xmlns:a="http://schemas.openxmlformats.org/drawingml/2006/main">
            <a:r>
              <a:t>Font substitution: source PDF families mapped to Arial, Times New Roman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1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Video Caption Alignment Pipeline</a:t>
            </a:r>
          </a:p>
          <a:p xmlns:a="http://schemas.openxmlformats.org/drawingml/2006/main">
            <a:r>
              <a:t>Source: https://arxiv.org/abs/2504.13181</a:t>
            </a:r>
          </a:p>
          <a:p xmlns:a="http://schemas.openxmlformats.org/drawingml/2006/main">
            <a:r>
              <a:t>Approved image: image2.png; SHA-256: e7368d1c0d2403ca41f353749699292992b5297aa10472354515ee9490b88f0b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(4), whose internal pixels are not editable.</a:t>
            </a:r>
          </a:p>
          <a:p xmlns:a="http://schemas.openxmlformats.org/drawingml/2006/main">
            <a:r>
              <a:t>Font substitution: source PDF families mapped to Arial, Times New Roman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2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Room-aware Image-goal Navigation Intuition</a:t>
            </a:r>
          </a:p>
          <a:p xmlns:a="http://schemas.openxmlformats.org/drawingml/2006/main">
            <a:r>
              <a:t>Source: https://arxiv.org/abs/2502.10785</a:t>
            </a:r>
          </a:p>
          <a:p xmlns:a="http://schemas.openxmlformats.org/drawingml/2006/main">
            <a:r>
              <a:t>Approved image: image1.png; SHA-256: 993215d302155f45c9a388ac7c620b91e2acb71204c68fc89e313b332f1a5ca1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(4), whose internal pixels are not editable.</a:t>
            </a:r>
          </a:p>
          <a:p xmlns:a="http://schemas.openxmlformats.org/drawingml/2006/main">
            <a:r>
              <a:t>Font substitution: source PDF families mapped to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3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Room Expert Pretraining and Navigation Architecture</a:t>
            </a:r>
          </a:p>
          <a:p xmlns:a="http://schemas.openxmlformats.org/drawingml/2006/main">
            <a:r>
              <a:t>Source: https://arxiv.org/abs/2502.10785</a:t>
            </a:r>
          </a:p>
          <a:p xmlns:a="http://schemas.openxmlformats.org/drawingml/2006/main">
            <a:r>
              <a:t>Approved image: image2.png; SHA-256: 9fd26a5a8cb21b28f14ed687f702b2765fe7b00f8aebf10cb4c7e374481b80f0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(6), whose internal pixels are not editable.</a:t>
            </a:r>
          </a:p>
          <a:p xmlns:a="http://schemas.openxmlformats.org/drawingml/2006/main">
            <a:r>
              <a:t>Font substitution: source PDF families mapped to Arial, Times New Roman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4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STAR-Rec Overall Architecture</a:t>
            </a:r>
          </a:p>
          <a:p xmlns:a="http://schemas.openxmlformats.org/drawingml/2006/main">
            <a:r>
              <a:t>Source: https://arxiv.org/abs/2505.03484v1</a:t>
            </a:r>
          </a:p>
          <a:p xmlns:a="http://schemas.openxmlformats.org/drawingml/2006/main">
            <a:r>
              <a:t>Approved image: image1.png; SHA-256: 2402b582e723145484f65783c256f45ccad9811bc853ecc4c73989666af173e3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(33), whose internal pixels are not editable.</a:t>
            </a:r>
          </a:p>
          <a:p xmlns:a="http://schemas.openxmlformats.org/drawingml/2006/main">
            <a:r>
              <a:t>Font substitution: source PDF families mapped to Times New Roman, Cambria Math, Arial, Comic Sans MS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5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SSM and PMA Fusion Module</a:t>
            </a:r>
          </a:p>
          <a:p xmlns:a="http://schemas.openxmlformats.org/drawingml/2006/main">
            <a:r>
              <a:t>Source: https://arxiv.org/abs/2505.03484v1</a:t>
            </a:r>
          </a:p>
          <a:p xmlns:a="http://schemas.openxmlformats.org/drawingml/2006/main">
            <a:r>
              <a:t>Approved image: image2.png; SHA-256: 771b5f5f195937e7d9598a981eab5c167bcc9917cc8a59630ef532845cf6ca1d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(8), whose internal pixels are not editable.</a:t>
            </a:r>
          </a:p>
          <a:p xmlns:a="http://schemas.openxmlformats.org/drawingml/2006/main">
            <a:r>
              <a:t>Font substitution: source PDF families mapped to Times New Roman, Cambria Math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6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PAT Alignment and Selective Underfitting Mechanisms</a:t>
            </a:r>
          </a:p>
          <a:p xmlns:a="http://schemas.openxmlformats.org/drawingml/2006/main">
            <a:r>
              <a:t>Source: https://arxiv.org/abs/2510.01378</a:t>
            </a:r>
          </a:p>
          <a:p xmlns:a="http://schemas.openxmlformats.org/drawingml/2006/main">
            <a:r>
              <a:t>Approved image: image1.png; SHA-256: 0760197801af480dfd6e928f94434875ab75c8e3db6a1cc5b67c15e75cb3d1bd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(2), whose internal pixels are not editable.</a:t>
            </a:r>
          </a:p>
          <a:p xmlns:a="http://schemas.openxmlformats.org/drawingml/2006/main">
            <a:r>
              <a:t>Font substitution: source PDF families mapped to Times New Roman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7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Good and Bad Samples in Diffusion Space</a:t>
            </a:r>
          </a:p>
          <a:p xmlns:a="http://schemas.openxmlformats.org/drawingml/2006/main">
            <a:r>
              <a:t>Source: https://arxiv.org/abs/2510.01378</a:t>
            </a:r>
          </a:p>
          <a:p xmlns:a="http://schemas.openxmlformats.org/drawingml/2006/main">
            <a:r>
              <a:t>Approved image: image2.png; SHA-256: 6bea55c8acd7dfeb858cc4eff2624ec427c787bfe3e6d32692cfebe8a423d7e0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(10), whose internal pixels are not editable.</a:t>
            </a:r>
          </a:p>
          <a:p xmlns:a="http://schemas.openxmlformats.org/drawingml/2006/main">
            <a:r>
              <a:t>Font substitution: source PDF families mapped to Times New Roman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8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Supervision Region Size and Generalization-Memorization Trade-off</a:t>
            </a:r>
          </a:p>
          <a:p xmlns:a="http://schemas.openxmlformats.org/drawingml/2006/main">
            <a:r>
              <a:t>Source: https://arxiv.org/abs/2510.01378</a:t>
            </a:r>
          </a:p>
          <a:p xmlns:a="http://schemas.openxmlformats.org/drawingml/2006/main">
            <a:r>
              <a:t>Approved image: image3.png; SHA-256: 114bdea390a4e2fbf5eb8add5dff08cc5f37a913066d03a2c8f79c984ead5515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(26), whose internal pixels are not editable.</a:t>
            </a:r>
          </a:p>
          <a:p xmlns:a="http://schemas.openxmlformats.org/drawingml/2006/main">
            <a:r>
              <a:t>Font substitution: source PDF families mapped to Times New Roman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19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Stage I: Coverage-Oriented Data Construction</a:t>
            </a:r>
          </a:p>
          <a:p xmlns:a="http://schemas.openxmlformats.org/drawingml/2006/main">
            <a:r>
              <a:t>Source: https://arxiv.org/abs/2609.20423v1</a:t>
            </a:r>
          </a:p>
          <a:p xmlns:a="http://schemas.openxmlformats.org/drawingml/2006/main">
            <a:r>
              <a:t>Approved image: fig2_stage1_coverage_data_construction.png; SHA-256: 4029672a84275587cf8ac65be99e04043473146998a7767f75337985cf03e1fb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(73), whose internal pixels are not editable.</a:t>
            </a:r>
          </a:p>
          <a:p xmlns:a="http://schemas.openxmlformats.org/drawingml/2006/main">
            <a:r>
              <a:t>Font substitution: source PDF families mapped to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0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Stage II: Capability-Aware Data Refinement</a:t>
            </a:r>
          </a:p>
          <a:p xmlns:a="http://schemas.openxmlformats.org/drawingml/2006/main">
            <a:r>
              <a:t>Source: https://arxiv.org/abs/2609.20423v1</a:t>
            </a:r>
          </a:p>
          <a:p xmlns:a="http://schemas.openxmlformats.org/drawingml/2006/main">
            <a:r>
              <a:t>Approved image: fig5_stage2_capability_refinement.png; SHA-256: a9539bdf066797a1a4674490bfe4e4a4f59918ca9021624d8d264be8b092c586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(0), whose internal pixels are not editable.</a:t>
            </a:r>
          </a:p>
          <a:p xmlns:a="http://schemas.openxmlformats.org/drawingml/2006/main">
            <a:r>
              <a:t>Font substitution: source PDF families mapped to Arial, Times New Roman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1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Language World Model Overview and Agent Improvements</a:t>
            </a:r>
          </a:p>
          <a:p xmlns:a="http://schemas.openxmlformats.org/drawingml/2006/main">
            <a:r>
              <a:t>Source: https://arxiv.org/abs/2606.24597v1</a:t>
            </a:r>
          </a:p>
          <a:p xmlns:a="http://schemas.openxmlformats.org/drawingml/2006/main">
            <a:r>
              <a:t>Approved image: fig1_agentworld_overview.png; SHA-256: 94d39332ee214992afe61e0d7d85136256e36f55cd86e0a4abde7c026d897516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(6), whose internal pixels are not editable.</a:t>
            </a:r>
          </a:p>
          <a:p xmlns:a="http://schemas.openxmlformats.org/drawingml/2006/main">
            <a:r>
              <a:t>Font substitution: source PDF families mapped to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2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Seven Environment Domains and Their Interfaces</a:t>
            </a:r>
          </a:p>
          <a:p xmlns:a="http://schemas.openxmlformats.org/drawingml/2006/main">
            <a:r>
              <a:t>Source: https://arxiv.org/abs/2606.24597v1</a:t>
            </a:r>
          </a:p>
          <a:p xmlns:a="http://schemas.openxmlformats.org/drawingml/2006/main">
            <a:r>
              <a:t>Approved image: fig2_seven_environment_domains.png; SHA-256: 64e7e33f283fde4474931c040511f5679d3e66401a022fc2e0e8036407b30a99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(8), whose internal pixels are not editable.</a:t>
            </a:r>
          </a:p>
          <a:p xmlns:a="http://schemas.openxmlformats.org/drawingml/2006/main">
            <a:r>
              <a:t>Font substitution: source PDF families mapped to Times New Roman,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3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Three-Stage World Model Training Pipeline</a:t>
            </a:r>
          </a:p>
          <a:p xmlns:a="http://schemas.openxmlformats.org/drawingml/2006/main">
            <a:r>
              <a:t>Source: https://arxiv.org/abs/2606.24597v1</a:t>
            </a:r>
          </a:p>
          <a:p xmlns:a="http://schemas.openxmlformats.org/drawingml/2006/main">
            <a:r>
              <a:t>Approved image: fig5_three_stage_training_pipeline.png; SHA-256: be3e210e0f3b7251941cf7d017c91e07d51187aa2ae8eb3443c99a8e81273d36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(0), whose internal pixels are not editable.</a:t>
            </a:r>
          </a:p>
          <a:p xmlns:a="http://schemas.openxmlformats.org/drawingml/2006/main">
            <a:r>
              <a:t>Font substitution: source PDF families mapped to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4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Automated Environment Data Flywheel</a:t>
            </a:r>
          </a:p>
          <a:p xmlns:a="http://schemas.openxmlformats.org/drawingml/2006/main">
            <a:r>
              <a:t>Source: https://arxiv.org/abs/2610.14163v1</a:t>
            </a:r>
          </a:p>
          <a:p xmlns:a="http://schemas.openxmlformats.org/drawingml/2006/main">
            <a:r>
              <a:t>Approved image: fig2_data_flywheel_framework.png; SHA-256: 7920bf71fbf8b24181f7d8f95f92a3eb7bb36cc56f8f779ca727d7744b540c58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(4), whose internal pixels are not editable.</a:t>
            </a:r>
          </a:p>
          <a:p xmlns:a="http://schemas.openxmlformats.org/drawingml/2006/main">
            <a:r>
              <a:t>Font substitution: source PDF families mapped to Arial, Courier New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5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Environment Design and Calibrated Self-Play</a:t>
            </a:r>
          </a:p>
          <a:p xmlns:a="http://schemas.openxmlformats.org/drawingml/2006/main">
            <a:r>
              <a:t>Source: https://arxiv.org/abs/2610.14163v1</a:t>
            </a:r>
          </a:p>
          <a:p xmlns:a="http://schemas.openxmlformats.org/drawingml/2006/main">
            <a:r>
              <a:t>Approved image: fig3_environment_design_and_self_play.png; SHA-256: 2e033df9e34b9acff51d23703d51e4244a626cba5da8445c7543aca34ba9c4b3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(1), whose internal pixels are not editable.</a:t>
            </a:r>
          </a:p>
          <a:p xmlns:a="http://schemas.openxmlformats.org/drawingml/2006/main">
            <a:r>
              <a:t>Font substitution: source PDF families mapped to Arial, Courier New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6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Figarium editable reconstruction — not author-provided PowerPoint.</a:t>
            </a:r>
          </a:p>
          <a:p xmlns:a="http://schemas.openxmlformats.org/drawingml/2006/main">
            <a:r>
              <a:t>Visual-Native Agent Harness and On-Policy Data Evolution</a:t>
            </a:r>
          </a:p>
          <a:p xmlns:a="http://schemas.openxmlformats.org/drawingml/2006/main">
            <a:r>
              <a:t>Source: https://arxiv.org/abs/2605.10832v2</a:t>
            </a:r>
          </a:p>
          <a:p xmlns:a="http://schemas.openxmlformats.org/drawingml/2006/main">
            <a:r>
              <a:t>Approved image: fig1_visual_native_harness_and_ode_framework.png; SHA-256: b924aca7479c9f280def7fa2e424cddc9e936e0e5663a9b537e3796547a83e34</a:t>
            </a:r>
          </a:p>
          <a:p xmlns:a="http://schemas.openxmlformats.org/drawingml/2006/main">
            <a:r>
              <a:t>Readable diagram labels and vector geometry are native editable PowerPoint objects. Some equations, small ticks, and unavailable font symbols are exact or traced native vector outlines rather than typeable text/live equations. Arrow paths are not endpoint-bound connectors; plot paths are not data-bound charts. Photos/screenshots/complex illustrations and local effects remain independent raster objects (117), whose internal pixels are not editable.</a:t>
            </a:r>
          </a:p>
          <a:p xmlns:a="http://schemas.openxmlformats.org/drawingml/2006/main">
            <a:r>
              <a:t>Font substitution: source PDF families mapped to Times New Roman, Arial (installed Windows fonts). Some shadows, gradients, and antialiasing are approximate; this is not pixel-identical author source. Source crop boundaries are preserved.</a:t>
            </a:r>
          </a:p>
          <a:p xmlns:a="http://schemas.openxmlformats.org/drawingml/2006/main">
            <a:r>
              <a:t>Final-file renderer: Artifact Tool PPTX roundtrip; this is not a PowerPoint application compatibility test.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slideLayouts/_rels/slideLayout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a6f8fd7eb08c456b" /></Relationships>
</file>

<file path=ppt/slideLayouts/_rels/slideLayout2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9b9ef735cbe4407e" /></Relationships>
</file>

<file path=ppt/slideLayouts/_rels/slideLayout3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f551f061eff74854" /></Relationships>
</file>

<file path=ppt/slideLayouts/_rels/slideLayout4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ed371b425bdd43b9" /></Relationships>
</file>

<file path=ppt/slideLayouts/_rels/slideLayout5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76585793ba87415c" /></Relationships>
</file>

<file path=ppt/slideLayouts/_rels/slideLayout6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c9a60beb2d1a4ccd" /></Relationships>
</file>

<file path=ppt/slideLayouts/slideLayout1.xml><?xml version="1.0" encoding="utf-8"?>
<p:sldLayout xmlns:p="http://schemas.openxmlformats.org/presentationml/2006/main" type="title">
  <p:cSld name="Title Slide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B752B26B-E622-4697-A854-D4B6EBC87F09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828800" y="3886200"/>
            <a:ext cx="14630400" cy="1485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72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  <p:sp>
        <p:nvSpPr>
          <p:cNvPr id="2" name="Subtitle">
            <a:extLst xmlns:a="http://schemas.openxmlformats.org/drawingml/2006/main">
              <a:ext uri="{FF2B5EF4-FFF2-40B4-BE49-F238E27FC236}">
                <a16:creationId xmlns:a16="http://schemas.microsoft.com/office/drawing/2014/main" id="{5776A8D7-846F-4B6C-8D6D-FCDADADC45D6}"/>
              </a:ext>
            </a:extLst>
          </p:cNvPr>
          <p:cNvSpPr>
            <a:spLocks xmlns:a="http://schemas.openxmlformats.org/drawingml/2006/main" noGrp="1"/>
          </p:cNvSpPr>
          <p:nvPr>
            <p:ph type="subTitle" idx="1"/>
          </p:nvPr>
        </p:nvSpPr>
        <p:spPr>
          <a:xfrm xmlns:a="http://schemas.openxmlformats.org/drawingml/2006/main">
            <a:off x="2743200" y="5657850"/>
            <a:ext cx="12801600" cy="1143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315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</p:spTree>
  </p:cSld>
</p:sldLayout>
</file>

<file path=ppt/slideLayouts/slideLayout2.xml><?xml version="1.0" encoding="utf-8"?>
<p:sldLayout xmlns:p="http://schemas.openxmlformats.org/presentationml/2006/main">
  <p:cSld name="Section Header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ection title">
            <a:extLst xmlns:a="http://schemas.openxmlformats.org/drawingml/2006/main">
              <a:ext uri="{FF2B5EF4-FFF2-40B4-BE49-F238E27FC236}">
                <a16:creationId xmlns:a16="http://schemas.microsoft.com/office/drawing/2014/main" id="{06E82C18-D738-4ED7-B2FA-42A03E11A544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828800" y="4286250"/>
            <a:ext cx="14630400" cy="17145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630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</p:spTree>
  </p:cSld>
</p:sldLayout>
</file>

<file path=ppt/slideLayouts/slideLayout3.xml><?xml version="1.0" encoding="utf-8"?>
<p:sldLayout xmlns:p="http://schemas.openxmlformats.org/presentationml/2006/main">
  <p:cSld name="Title and Body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BA5AAD7A-592E-486A-8C16-14C155B41C86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028700" y="800100"/>
            <a:ext cx="16230600" cy="12573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495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  <p:sp>
        <p:nvSpPr>
          <p:cNvPr id="2" name="Body">
            <a:extLst xmlns:a="http://schemas.openxmlformats.org/drawingml/2006/main">
              <a:ext uri="{FF2B5EF4-FFF2-40B4-BE49-F238E27FC236}">
                <a16:creationId xmlns:a16="http://schemas.microsoft.com/office/drawing/2014/main" id="{4E1CADFE-1EE4-4F4D-85D2-3EF5247EBA24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1028700" y="2857500"/>
            <a:ext cx="16230600" cy="6400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375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3429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1pPr>
            <a:lvl2pPr marL="8001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2pPr>
            <a:lvl3pPr marL="12573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3pPr>
            <a:lvl4pPr marL="17145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4pPr>
            <a:lvl5pPr marL="21717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5pPr>
            <a:lvl6pPr marL="26289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6pPr>
            <a:lvl7pPr marL="30861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7pPr>
            <a:lvl8pPr marL="35433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8pPr>
            <a:lvl9pPr marL="40005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9pPr>
          </a:lstStyle>
          <a:p xmlns:a="http://schemas.openxmlformats.org/drawingml/2006/main"/>
        </p:txBody>
      </p:sp>
    </p:spTree>
  </p:cSld>
</p:sldLayout>
</file>

<file path=ppt/slideLayouts/slideLayout4.xml><?xml version="1.0" encoding="utf-8"?>
<p:sldLayout xmlns:p="http://schemas.openxmlformats.org/presentationml/2006/main">
  <p:cSld name="Title and Two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" name="Title">
            <a:extLst xmlns:a="http://schemas.openxmlformats.org/drawingml/2006/main">
              <a:ext uri="{FF2B5EF4-FFF2-40B4-BE49-F238E27FC236}">
                <a16:creationId xmlns:a16="http://schemas.microsoft.com/office/drawing/2014/main" id="{7571635D-9FA4-48C6-A620-AA718753D5A6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028700" y="800100"/>
            <a:ext cx="16230600" cy="12573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495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A773F05C-061F-4233-9C1F-3CD32F732176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1028700" y="2857500"/>
            <a:ext cx="7543800" cy="6400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15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3429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1pPr>
            <a:lvl2pPr marL="8001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2pPr>
            <a:lvl3pPr marL="12573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3pPr>
            <a:lvl4pPr marL="17145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4pPr>
            <a:lvl5pPr marL="21717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5pPr>
            <a:lvl6pPr marL="26289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6pPr>
            <a:lvl7pPr marL="30861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7pPr>
            <a:lvl8pPr marL="35433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8pPr>
            <a:lvl9pPr marL="40005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9pPr>
          </a:lstStyle>
          <a:p xmlns:a="http://schemas.openxmlformats.org/drawingml/2006/main"/>
        </p:txBody>
      </p:sp>
      <p:sp>
        <p:nvSpPr>
          <p:cNvPr id="3" name="Right column">
            <a:extLst xmlns:a="http://schemas.openxmlformats.org/drawingml/2006/main">
              <a:ext uri="{FF2B5EF4-FFF2-40B4-BE49-F238E27FC236}">
                <a16:creationId xmlns:a16="http://schemas.microsoft.com/office/drawing/2014/main" id="{EA7E19F0-D0AF-417E-9B30-A4871C04D150}"/>
              </a:ext>
            </a:extLst>
          </p:cNvPr>
          <p:cNvSpPr>
            <a:spLocks xmlns:a="http://schemas.openxmlformats.org/drawingml/2006/main" noGrp="1"/>
          </p:cNvSpPr>
          <p:nvPr>
            <p:ph type="body" idx="2"/>
          </p:nvPr>
        </p:nvSpPr>
        <p:spPr>
          <a:xfrm xmlns:a="http://schemas.openxmlformats.org/drawingml/2006/main">
            <a:off x="9715500" y="2857500"/>
            <a:ext cx="7543800" cy="6400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150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3429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1pPr>
            <a:lvl2pPr marL="8001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2pPr>
            <a:lvl3pPr marL="12573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3pPr>
            <a:lvl4pPr marL="17145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4pPr>
            <a:lvl5pPr marL="21717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5pPr>
            <a:lvl6pPr marL="26289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6pPr>
            <a:lvl7pPr marL="30861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7pPr>
            <a:lvl8pPr marL="35433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8pPr>
            <a:lvl9pPr marL="40005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9pPr>
          </a:lstStyle>
          <a:p xmlns:a="http://schemas.openxmlformats.org/drawingml/2006/main"/>
        </p:txBody>
      </p:sp>
    </p:spTree>
  </p:cSld>
</p:sldLayout>
</file>

<file path=ppt/slideLayouts/slideLayout5.xml><?xml version="1.0" encoding="utf-8"?>
<p:sldLayout xmlns:p="http://schemas.openxmlformats.org/presentationml/2006/main">
  <p:cSld name="Title and One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E93966B6-94E5-468F-8E14-B5C6DCC5E6DC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028700" y="800100"/>
            <a:ext cx="16230600" cy="12573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495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1pPr>
            <a:lvl2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2pPr>
            <a:lvl3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3pPr>
            <a:lvl4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4pPr>
            <a:lvl5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5pPr>
            <a:lvl6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6pPr>
            <a:lvl7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7pPr>
            <a:lvl8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8pPr>
            <a:lvl9pPr marL="0" inden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4BCFE682-6DC6-4884-8291-C72108A9A92C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1028700" y="2857500"/>
            <a:ext cx="7543800" cy="6400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375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3429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1pPr>
            <a:lvl2pPr marL="8001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2pPr>
            <a:lvl3pPr marL="12573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3pPr>
            <a:lvl4pPr marL="17145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4pPr>
            <a:lvl5pPr marL="21717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5pPr>
            <a:lvl6pPr marL="26289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6pPr>
            <a:lvl7pPr marL="30861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7pPr>
            <a:lvl8pPr marL="35433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8pPr>
            <a:lvl9pPr marL="4000500" indent="-342900">
              <a:lnSpc>
                <a:spcPct val="110000"/>
              </a:lnSpc>
              <a:spcBef>
                <a:spcPts val="0"/>
              </a:spcBef>
              <a:spcAft>
                <a:spcPts val="1800"/>
              </a:spcAft>
              <a:buChar char="•"/>
            </a:lvl9pPr>
          </a:lstStyle>
          <a:p xmlns:a="http://schemas.openxmlformats.org/drawingml/2006/main"/>
        </p:txBody>
      </p:sp>
    </p:spTree>
  </p:cSld>
</p:sldLayout>
</file>

<file path=ppt/slideLayouts/slideLayout6.xml><?xml version="1.0" encoding="utf-8"?>
<p:sldLayout xmlns:p="http://schemas.openxmlformats.org/presentationml/2006/main" type="blank">
  <p:cSld name="Blank"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</p:sldLayout>
</file>

<file path=ppt/slideMasters/_rels/slideMaster1.xml.rels>&#65279;<?xml version="1.0" encoding="utf-8"?><Relationships xmlns="http://schemas.openxmlformats.org/package/2006/relationships"><Relationship Type="http://schemas.openxmlformats.org/officeDocument/2006/relationships/theme" Target="/ppt/slideMasters/theme/theme2.xml" Id="Rf9e8eaa37e124192" /><Relationship Type="http://schemas.openxmlformats.org/officeDocument/2006/relationships/slideLayout" Target="/ppt/slideLayouts/slideLayout1.xml" Id="Rc032b26531b3442e" /><Relationship Type="http://schemas.openxmlformats.org/officeDocument/2006/relationships/slideLayout" Target="/ppt/slideLayouts/slideLayout2.xml" Id="R05ad44d8b61f481e" /><Relationship Type="http://schemas.openxmlformats.org/officeDocument/2006/relationships/slideLayout" Target="/ppt/slideLayouts/slideLayout3.xml" Id="R15cc73700a7146c9" /><Relationship Type="http://schemas.openxmlformats.org/officeDocument/2006/relationships/slideLayout" Target="/ppt/slideLayouts/slideLayout4.xml" Id="R767c7d9f02f44911" /><Relationship Type="http://schemas.openxmlformats.org/officeDocument/2006/relationships/slideLayout" Target="/ppt/slideLayouts/slideLayout5.xml" Id="R85281faab9dc4942" /><Relationship Type="http://schemas.openxmlformats.org/officeDocument/2006/relationships/slideLayout" Target="/ppt/slideLayouts/slideLayout6.xml" Id="R3500e42750364a32" /></Relationships>
</file>

<file path=ppt/slideMasters/slideMaster1.xml><?xml version="1.0" encoding="utf-8"?>
<p:sldMaster xmlns:p="http://schemas.openxmlformats.org/presentationml/2006/main">
  <p:cSld name="Master"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c032b26531b3442e"/>
    <p:sldLayoutId xmlns:r="http://schemas.openxmlformats.org/officeDocument/2006/relationships" id="2147483650" r:id="R05ad44d8b61f481e"/>
    <p:sldLayoutId xmlns:r="http://schemas.openxmlformats.org/officeDocument/2006/relationships" id="2147483651" r:id="R15cc73700a7146c9"/>
    <p:sldLayoutId xmlns:r="http://schemas.openxmlformats.org/officeDocument/2006/relationships" id="2147483652" r:id="R767c7d9f02f44911"/>
    <p:sldLayoutId xmlns:r="http://schemas.openxmlformats.org/officeDocument/2006/relationships" id="2147483653" r:id="R85281faab9dc4942"/>
    <p:sldLayoutId xmlns:r="http://schemas.openxmlformats.org/officeDocument/2006/relationships" id="2147483654" r:id="R3500e42750364a32"/>
  </p:sldLayoutIdLst>
  <p:txStyles>
    <p:titleStyle>
      <a:lvl1pPr xmlns:a="http://schemas.openxmlformats.org/drawingml/2006/main"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xmlns:a="http://schemas.openxmlformats.org/drawingml/2006/main"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xmlns:a="http://schemas.openxmlformats.org/drawingml/2006/main"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slides/_rels/slide1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cec8f1a9b9dd4352" /><Relationship Type="http://schemas.openxmlformats.org/officeDocument/2006/relationships/image" Target="/ppt/media/image.png" Id="R2a1bce8701c84108" /><Relationship Type="http://schemas.openxmlformats.org/officeDocument/2006/relationships/image" Target="/ppt/media/image2.png" Id="R54f42cc774f2490b" /><Relationship Type="http://schemas.openxmlformats.org/officeDocument/2006/relationships/image" Target="/ppt/media/image3.png" Id="Re8f64390ac76468e" /><Relationship Type="http://schemas.openxmlformats.org/officeDocument/2006/relationships/image" Target="/ppt/media/image4.png" Id="Rcab1ff8cf96f47ab" /><Relationship Type="http://schemas.openxmlformats.org/officeDocument/2006/relationships/image" Target="/ppt/media/image5.png" Id="R98f8a94555024fdc" /><Relationship Type="http://schemas.openxmlformats.org/officeDocument/2006/relationships/notesSlide" Target="/ppt/notesSlides/notesSlide1.xml" Id="R8d3c9058dc9d4132" /></Relationships>
</file>

<file path=ppt/slides/_rels/slide2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5914d1ee204e4a3b" /><Relationship Type="http://schemas.openxmlformats.org/officeDocument/2006/relationships/notesSlide" Target="/ppt/notesSlides/notesSlide2.xml" Id="R91ace685081c40ff" /></Relationships>
</file>

<file path=ppt/slides/_rels/slide3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041925ab3aed4ece" /><Relationship Type="http://schemas.openxmlformats.org/officeDocument/2006/relationships/image" Target="/ppt/media/image6.png" Id="R6b14d8f6495546ff" /><Relationship Type="http://schemas.openxmlformats.org/officeDocument/2006/relationships/image" Target="/ppt/media/image7.png" Id="Rf571d09e067640a8" /><Relationship Type="http://schemas.openxmlformats.org/officeDocument/2006/relationships/image" Target="/ppt/media/image8.png" Id="R1ad93a0a449c4180" /><Relationship Type="http://schemas.openxmlformats.org/officeDocument/2006/relationships/image" Target="/ppt/media/image9.png" Id="Rb6520acd1cdd46ec" /><Relationship Type="http://schemas.openxmlformats.org/officeDocument/2006/relationships/image" Target="/ppt/media/image10.png" Id="Rb1418b6f18d541fa" /><Relationship Type="http://schemas.openxmlformats.org/officeDocument/2006/relationships/image" Target="/ppt/media/image11.png" Id="Rfe86842962fa4495" /><Relationship Type="http://schemas.openxmlformats.org/officeDocument/2006/relationships/image" Target="/ppt/media/image12.png" Id="R662cbae5bda04f3e" /><Relationship Type="http://schemas.openxmlformats.org/officeDocument/2006/relationships/image" Target="/ppt/media/image13.png" Id="Ra8bf29174f8c4b5d" /><Relationship Type="http://schemas.openxmlformats.org/officeDocument/2006/relationships/image" Target="/ppt/media/image14.png" Id="R9fb9b5e08f1a48e9" /><Relationship Type="http://schemas.openxmlformats.org/officeDocument/2006/relationships/image" Target="/ppt/media/image15.png" Id="R5f8732af1ccb4797" /><Relationship Type="http://schemas.openxmlformats.org/officeDocument/2006/relationships/image" Target="/ppt/media/image16.png" Id="Rc2e3cef4e56e4d2f" /><Relationship Type="http://schemas.openxmlformats.org/officeDocument/2006/relationships/image" Target="/ppt/media/image17.png" Id="Ra443d37bd138497c" /><Relationship Type="http://schemas.openxmlformats.org/officeDocument/2006/relationships/image" Target="/ppt/media/image18.png" Id="R3ffd98454a2d48d1" /><Relationship Type="http://schemas.openxmlformats.org/officeDocument/2006/relationships/image" Target="/ppt/media/image19.png" Id="R97d72b14c6e04b52" /><Relationship Type="http://schemas.openxmlformats.org/officeDocument/2006/relationships/image" Target="/ppt/media/image20.png" Id="Rf956b6657a0149dd" /><Relationship Type="http://schemas.openxmlformats.org/officeDocument/2006/relationships/image" Target="/ppt/media/image21.png" Id="R6410c78ceca1464b" /><Relationship Type="http://schemas.openxmlformats.org/officeDocument/2006/relationships/image" Target="/ppt/media/image22.png" Id="R8a6a29fb0fbb442e" /><Relationship Type="http://schemas.openxmlformats.org/officeDocument/2006/relationships/image" Target="/ppt/media/image23.png" Id="Reef0c297566e4560" /><Relationship Type="http://schemas.openxmlformats.org/officeDocument/2006/relationships/image" Target="/ppt/media/image24.png" Id="R905db47f5caf4ca9" /><Relationship Type="http://schemas.openxmlformats.org/officeDocument/2006/relationships/image" Target="/ppt/media/image25.png" Id="R928c5e96afb44618" /><Relationship Type="http://schemas.openxmlformats.org/officeDocument/2006/relationships/image" Target="/ppt/media/image26.png" Id="R82394a9951094961" /><Relationship Type="http://schemas.openxmlformats.org/officeDocument/2006/relationships/image" Target="/ppt/media/image27.png" Id="R4af067daa22049eb" /><Relationship Type="http://schemas.openxmlformats.org/officeDocument/2006/relationships/image" Target="/ppt/media/image28.png" Id="Rfd926e42255d48a3" /><Relationship Type="http://schemas.openxmlformats.org/officeDocument/2006/relationships/image" Target="/ppt/media/image29.png" Id="Rb72d2bc5b9da45d0" /><Relationship Type="http://schemas.openxmlformats.org/officeDocument/2006/relationships/image" Target="/ppt/media/image30.png" Id="R91b4d31641464600" /><Relationship Type="http://schemas.openxmlformats.org/officeDocument/2006/relationships/image" Target="/ppt/media/image31.png" Id="R1f19d9de74984cc4" /><Relationship Type="http://schemas.openxmlformats.org/officeDocument/2006/relationships/image" Target="/ppt/media/image32.png" Id="R455469d89e47404b" /><Relationship Type="http://schemas.openxmlformats.org/officeDocument/2006/relationships/image" Target="/ppt/media/image33.png" Id="Rf03121c5b63049ee" /><Relationship Type="http://schemas.openxmlformats.org/officeDocument/2006/relationships/image" Target="/ppt/media/image34.png" Id="Rbe88903cb4ff4372" /><Relationship Type="http://schemas.openxmlformats.org/officeDocument/2006/relationships/image" Target="/ppt/media/image35.png" Id="R599b1953260b4d3d" /><Relationship Type="http://schemas.openxmlformats.org/officeDocument/2006/relationships/image" Target="/ppt/media/image36.png" Id="Rb600d5e79ea54d08" /><Relationship Type="http://schemas.openxmlformats.org/officeDocument/2006/relationships/image" Target="/ppt/media/image37.png" Id="R9c24de9f3f6342ce" /><Relationship Type="http://schemas.openxmlformats.org/officeDocument/2006/relationships/image" Target="/ppt/media/image38.png" Id="Rb42360f067384d52" /><Relationship Type="http://schemas.openxmlformats.org/officeDocument/2006/relationships/image" Target="/ppt/media/image39.png" Id="Ra5437b1c6f164f9b" /><Relationship Type="http://schemas.openxmlformats.org/officeDocument/2006/relationships/image" Target="/ppt/media/image40.png" Id="Raecd02eb3acd4e63" /><Relationship Type="http://schemas.openxmlformats.org/officeDocument/2006/relationships/image" Target="/ppt/media/image41.png" Id="Rf2fd051d329d4243" /><Relationship Type="http://schemas.openxmlformats.org/officeDocument/2006/relationships/image" Target="/ppt/media/image42.png" Id="Rd7296085aa29442c" /><Relationship Type="http://schemas.openxmlformats.org/officeDocument/2006/relationships/image" Target="/ppt/media/image43.png" Id="R81bf398373ab4c62" /><Relationship Type="http://schemas.openxmlformats.org/officeDocument/2006/relationships/image" Target="/ppt/media/image44.png" Id="R389e9742d01e4901" /><Relationship Type="http://schemas.openxmlformats.org/officeDocument/2006/relationships/image" Target="/ppt/media/image45.png" Id="Rcabfa92dbba540f4" /><Relationship Type="http://schemas.openxmlformats.org/officeDocument/2006/relationships/image" Target="/ppt/media/image46.png" Id="Rc6395fc61e644ee6" /><Relationship Type="http://schemas.openxmlformats.org/officeDocument/2006/relationships/image" Target="/ppt/media/image47.png" Id="R25bee40aa09740bd" /><Relationship Type="http://schemas.openxmlformats.org/officeDocument/2006/relationships/notesSlide" Target="/ppt/notesSlides/notesSlide3.xml" Id="R8c7a9065aca04f8d" /></Relationships>
</file>

<file path=ppt/slides/_rels/slide4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8d0ea091a3824d73" /><Relationship Type="http://schemas.openxmlformats.org/officeDocument/2006/relationships/image" Target="/ppt/media/image48.png" Id="Rf3fb5eecd4d64d0f" /><Relationship Type="http://schemas.openxmlformats.org/officeDocument/2006/relationships/image" Target="/ppt/media/image49.png" Id="R8f38309976e14bf4" /><Relationship Type="http://schemas.openxmlformats.org/officeDocument/2006/relationships/image" Target="/ppt/media/image50.png" Id="R2c2e52bce203474d" /><Relationship Type="http://schemas.openxmlformats.org/officeDocument/2006/relationships/image" Target="/ppt/media/image51.png" Id="Ra4ec4cb772fd4a28" /><Relationship Type="http://schemas.openxmlformats.org/officeDocument/2006/relationships/image" Target="/ppt/media/image52.png" Id="Rb4d53f03a7df4096" /><Relationship Type="http://schemas.openxmlformats.org/officeDocument/2006/relationships/image" Target="/ppt/media/image53.png" Id="Ree46a387f74044ba" /><Relationship Type="http://schemas.openxmlformats.org/officeDocument/2006/relationships/image" Target="/ppt/media/image54.png" Id="Reaca5d42b63d4a69" /><Relationship Type="http://schemas.openxmlformats.org/officeDocument/2006/relationships/image" Target="/ppt/media/image55.png" Id="Re9f544f931934931" /><Relationship Type="http://schemas.openxmlformats.org/officeDocument/2006/relationships/image" Target="/ppt/media/image56.png" Id="Rd4bf49d107ba45d0" /><Relationship Type="http://schemas.openxmlformats.org/officeDocument/2006/relationships/image" Target="/ppt/media/image57.png" Id="R7fa2ea969cda4b02" /><Relationship Type="http://schemas.openxmlformats.org/officeDocument/2006/relationships/image" Target="/ppt/media/image58.png" Id="R1deada07263d4140" /><Relationship Type="http://schemas.openxmlformats.org/officeDocument/2006/relationships/notesSlide" Target="/ppt/notesSlides/notesSlide4.xml" Id="R9113012883244577" /></Relationships>
</file>

<file path=ppt/slides/_rels/slide5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3b1196bdd1234c1d" /><Relationship Type="http://schemas.openxmlformats.org/officeDocument/2006/relationships/image" Target="/ppt/media/image59.png" Id="R887897d787474aed" /><Relationship Type="http://schemas.openxmlformats.org/officeDocument/2006/relationships/image" Target="/ppt/media/image60.png" Id="R6134124b30264485" /><Relationship Type="http://schemas.openxmlformats.org/officeDocument/2006/relationships/image" Target="/ppt/media/image61.png" Id="Rc3a78c77ab1f4d73" /><Relationship Type="http://schemas.openxmlformats.org/officeDocument/2006/relationships/image" Target="/ppt/media/image62.png" Id="R4ed7147a24e84c5f" /><Relationship Type="http://schemas.openxmlformats.org/officeDocument/2006/relationships/image" Target="/ppt/media/image63.png" Id="Rf2a128ae091c4260" /><Relationship Type="http://schemas.openxmlformats.org/officeDocument/2006/relationships/image" Target="/ppt/media/image64.png" Id="R591866e0295f4c9a" /><Relationship Type="http://schemas.openxmlformats.org/officeDocument/2006/relationships/image" Target="/ppt/media/image65.png" Id="Rf807ba8a13054fbe" /><Relationship Type="http://schemas.openxmlformats.org/officeDocument/2006/relationships/image" Target="/ppt/media/image66.png" Id="Ra567ef9e6fcb4d93" /><Relationship Type="http://schemas.openxmlformats.org/officeDocument/2006/relationships/image" Target="/ppt/media/image67.png" Id="R0ce7c1cab0714516" /><Relationship Type="http://schemas.openxmlformats.org/officeDocument/2006/relationships/image" Target="/ppt/media/image68.png" Id="Ra818de0c45ac44ee" /><Relationship Type="http://schemas.openxmlformats.org/officeDocument/2006/relationships/image" Target="/ppt/media/image69.png" Id="Rb004b4989937442c" /><Relationship Type="http://schemas.openxmlformats.org/officeDocument/2006/relationships/image" Target="/ppt/media/image70.png" Id="R042076f3ce924ed1" /><Relationship Type="http://schemas.openxmlformats.org/officeDocument/2006/relationships/image" Target="/ppt/media/image71.png" Id="R0a4d68350cc34361" /><Relationship Type="http://schemas.openxmlformats.org/officeDocument/2006/relationships/image" Target="/ppt/media/image72.png" Id="Reeeaf86df0374799" /><Relationship Type="http://schemas.openxmlformats.org/officeDocument/2006/relationships/image" Target="/ppt/media/image73.png" Id="R0fc67452882b442f" /><Relationship Type="http://schemas.openxmlformats.org/officeDocument/2006/relationships/notesSlide" Target="/ppt/notesSlides/notesSlide5.xml" Id="Rfc19ad8d06ab4924" /></Relationships>
</file>

<file path=ppt/slides/_rels/slide6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fa24541335984093" /><Relationship Type="http://schemas.openxmlformats.org/officeDocument/2006/relationships/image" Target="/ppt/media/image74.png" Id="R83152431f18d429f" /><Relationship Type="http://schemas.openxmlformats.org/officeDocument/2006/relationships/image" Target="/ppt/media/image75.png" Id="R974538227afc4910" /><Relationship Type="http://schemas.openxmlformats.org/officeDocument/2006/relationships/image" Target="/ppt/media/image76.png" Id="R5538b1c6460b4180" /><Relationship Type="http://schemas.openxmlformats.org/officeDocument/2006/relationships/image" Target="/ppt/media/image77.png" Id="R5e20b3ec36904b63" /><Relationship Type="http://schemas.openxmlformats.org/officeDocument/2006/relationships/image" Target="/ppt/media/image78.png" Id="R847e3aaf56ab4764" /><Relationship Type="http://schemas.openxmlformats.org/officeDocument/2006/relationships/image" Target="/ppt/media/image79.png" Id="Rc75ab11d725a43ad" /><Relationship Type="http://schemas.openxmlformats.org/officeDocument/2006/relationships/image" Target="/ppt/media/image80.png" Id="R5e5fc8ffa6804631" /><Relationship Type="http://schemas.openxmlformats.org/officeDocument/2006/relationships/image" Target="/ppt/media/image81.png" Id="R7b374780532d4c12" /><Relationship Type="http://schemas.openxmlformats.org/officeDocument/2006/relationships/image" Target="/ppt/media/image82.png" Id="Ra7e417fd032b4656" /><Relationship Type="http://schemas.openxmlformats.org/officeDocument/2006/relationships/image" Target="/ppt/media/image83.png" Id="R10275f20cc154b6c" /><Relationship Type="http://schemas.openxmlformats.org/officeDocument/2006/relationships/image" Target="/ppt/media/image84.png" Id="R45825c97030b4231" /><Relationship Type="http://schemas.openxmlformats.org/officeDocument/2006/relationships/image" Target="/ppt/media/image85.png" Id="R84f06e2fdc9c497b" /><Relationship Type="http://schemas.openxmlformats.org/officeDocument/2006/relationships/image" Target="/ppt/media/image86.png" Id="Rea04ba80927a4189" /><Relationship Type="http://schemas.openxmlformats.org/officeDocument/2006/relationships/image" Target="/ppt/media/image87.png" Id="R592af0a11f94473c" /><Relationship Type="http://schemas.openxmlformats.org/officeDocument/2006/relationships/image" Target="/ppt/media/image88.png" Id="R0bc694c97a024ad6" /><Relationship Type="http://schemas.openxmlformats.org/officeDocument/2006/relationships/image" Target="/ppt/media/image89.png" Id="Rec3b7663cfc94080" /><Relationship Type="http://schemas.openxmlformats.org/officeDocument/2006/relationships/image" Target="/ppt/media/image90.png" Id="R69772f94930541e2" /><Relationship Type="http://schemas.openxmlformats.org/officeDocument/2006/relationships/image" Target="/ppt/media/image91.png" Id="R3cfc22f4b4cd4391" /><Relationship Type="http://schemas.openxmlformats.org/officeDocument/2006/relationships/image" Target="/ppt/media/image92.png" Id="R0d7fc283528e44d9" /><Relationship Type="http://schemas.openxmlformats.org/officeDocument/2006/relationships/image" Target="/ppt/media/image93.png" Id="Rb7b9924bdba74692" /><Relationship Type="http://schemas.openxmlformats.org/officeDocument/2006/relationships/image" Target="/ppt/media/image94.png" Id="R3b382018fede434a" /><Relationship Type="http://schemas.openxmlformats.org/officeDocument/2006/relationships/image" Target="/ppt/media/image95.png" Id="Rba652696157040d6" /><Relationship Type="http://schemas.openxmlformats.org/officeDocument/2006/relationships/image" Target="/ppt/media/image96.png" Id="Rebd7f808d4504701" /><Relationship Type="http://schemas.openxmlformats.org/officeDocument/2006/relationships/image" Target="/ppt/media/image97.png" Id="R12fae1e0e94b4a5f" /><Relationship Type="http://schemas.openxmlformats.org/officeDocument/2006/relationships/image" Target="/ppt/media/image98.png" Id="R562f7779ef314bcf" /><Relationship Type="http://schemas.openxmlformats.org/officeDocument/2006/relationships/image" Target="/ppt/media/image99.png" Id="Rb0f2b4afe74640ca" /><Relationship Type="http://schemas.openxmlformats.org/officeDocument/2006/relationships/image" Target="/ppt/media/image100.png" Id="Rf976a92f2cd84d5f" /><Relationship Type="http://schemas.openxmlformats.org/officeDocument/2006/relationships/image" Target="/ppt/media/image101.png" Id="Rce5c05135e3946ce" /><Relationship Type="http://schemas.openxmlformats.org/officeDocument/2006/relationships/image" Target="/ppt/media/image102.png" Id="R0a73bfdd1cf5492c" /><Relationship Type="http://schemas.openxmlformats.org/officeDocument/2006/relationships/image" Target="/ppt/media/image103.png" Id="Rf918a10d8f0f4de6" /><Relationship Type="http://schemas.openxmlformats.org/officeDocument/2006/relationships/image" Target="/ppt/media/image104.png" Id="R90358380ad0749a7" /><Relationship Type="http://schemas.openxmlformats.org/officeDocument/2006/relationships/image" Target="/ppt/media/image105.png" Id="R7303c3acd97a41db" /><Relationship Type="http://schemas.openxmlformats.org/officeDocument/2006/relationships/image" Target="/ppt/media/image106.png" Id="R1a7e40c4ffef4933" /><Relationship Type="http://schemas.openxmlformats.org/officeDocument/2006/relationships/image" Target="/ppt/media/image107.png" Id="R594b6109077c4495" /><Relationship Type="http://schemas.openxmlformats.org/officeDocument/2006/relationships/notesSlide" Target="/ppt/notesSlides/notesSlide6.xml" Id="R207c860ac1474f9b" /></Relationships>
</file>

<file path=ppt/slides/_rels/slide7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2a5cd6a5775c44d2" /><Relationship Type="http://schemas.openxmlformats.org/officeDocument/2006/relationships/image" Target="/ppt/media/image108.png" Id="Rb78261208207431d" /><Relationship Type="http://schemas.openxmlformats.org/officeDocument/2006/relationships/image" Target="/ppt/media/image109.png" Id="Rf41f7c80657943b6" /><Relationship Type="http://schemas.openxmlformats.org/officeDocument/2006/relationships/image" Target="/ppt/media/image110.png" Id="Rccff3e9eab62470f" /><Relationship Type="http://schemas.openxmlformats.org/officeDocument/2006/relationships/image" Target="/ppt/media/image111.png" Id="R3ae64ac73658448e" /><Relationship Type="http://schemas.openxmlformats.org/officeDocument/2006/relationships/image" Target="/ppt/media/image112.png" Id="R52947cb1a9014b0c" /><Relationship Type="http://schemas.openxmlformats.org/officeDocument/2006/relationships/image" Target="/ppt/media/image113.png" Id="Ra9ea5eb080e74f7a" /><Relationship Type="http://schemas.openxmlformats.org/officeDocument/2006/relationships/image" Target="/ppt/media/image114.png" Id="Rb3bb27b648dd4d68" /><Relationship Type="http://schemas.openxmlformats.org/officeDocument/2006/relationships/image" Target="/ppt/media/image115.png" Id="R1f90ab8134134138" /><Relationship Type="http://schemas.openxmlformats.org/officeDocument/2006/relationships/image" Target="/ppt/media/image116.png" Id="R7b08b0785cd04c8f" /><Relationship Type="http://schemas.openxmlformats.org/officeDocument/2006/relationships/image" Target="/ppt/media/image117.png" Id="R7821510e93c64fd7" /><Relationship Type="http://schemas.openxmlformats.org/officeDocument/2006/relationships/image" Target="/ppt/media/image118.png" Id="R7490ae7445694dfd" /><Relationship Type="http://schemas.openxmlformats.org/officeDocument/2006/relationships/image" Target="/ppt/media/image119.png" Id="R274fbee3ba664daa" /><Relationship Type="http://schemas.openxmlformats.org/officeDocument/2006/relationships/notesSlide" Target="/ppt/notesSlides/notesSlide7.xml" Id="Rbb81533ae60c4781" /></Relationships>
</file>

<file path=ppt/slides/_rels/slide8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00c76d7ca9cd4520" /><Relationship Type="http://schemas.openxmlformats.org/officeDocument/2006/relationships/image" Target="/ppt/media/image120.png" Id="R0cece2a7f64943a2" /><Relationship Type="http://schemas.openxmlformats.org/officeDocument/2006/relationships/image" Target="/ppt/media/image121.png" Id="Ra73f42f813e04e13" /><Relationship Type="http://schemas.openxmlformats.org/officeDocument/2006/relationships/image" Target="/ppt/media/image122.png" Id="R1e47468ad08747ca" /><Relationship Type="http://schemas.openxmlformats.org/officeDocument/2006/relationships/image" Target="/ppt/media/image123.png" Id="R1f95f3c85adc4468" /><Relationship Type="http://schemas.openxmlformats.org/officeDocument/2006/relationships/image" Target="/ppt/media/image124.png" Id="R879ae4d899794dba" /><Relationship Type="http://schemas.openxmlformats.org/officeDocument/2006/relationships/image" Target="/ppt/media/image125.png" Id="R04c936c33a0f4d73" /><Relationship Type="http://schemas.openxmlformats.org/officeDocument/2006/relationships/image" Target="/ppt/media/image126.png" Id="R6717c2157430429c" /><Relationship Type="http://schemas.openxmlformats.org/officeDocument/2006/relationships/image" Target="/ppt/media/image127.png" Id="R9e720e4567514ac8" /><Relationship Type="http://schemas.openxmlformats.org/officeDocument/2006/relationships/image" Target="/ppt/media/image128.png" Id="R8d13586eb31f4a44" /><Relationship Type="http://schemas.openxmlformats.org/officeDocument/2006/relationships/image" Target="/ppt/media/image129.png" Id="Rb48e339a877b4707" /><Relationship Type="http://schemas.openxmlformats.org/officeDocument/2006/relationships/image" Target="/ppt/media/image130.png" Id="R1b9b6bf3578f49a2" /><Relationship Type="http://schemas.openxmlformats.org/officeDocument/2006/relationships/image" Target="/ppt/media/image131.png" Id="R53ca0a260e134ac8" /><Relationship Type="http://schemas.openxmlformats.org/officeDocument/2006/relationships/image" Target="/ppt/media/image132.png" Id="Rf3d273fde71c4b9e" /><Relationship Type="http://schemas.openxmlformats.org/officeDocument/2006/relationships/image" Target="/ppt/media/image133.png" Id="Re7c2531eef9d4aee" /><Relationship Type="http://schemas.openxmlformats.org/officeDocument/2006/relationships/image" Target="/ppt/media/image134.png" Id="Rf7274b97243a4331" /><Relationship Type="http://schemas.openxmlformats.org/officeDocument/2006/relationships/image" Target="/ppt/media/image135.png" Id="R126ee3d23cfd4247" /><Relationship Type="http://schemas.openxmlformats.org/officeDocument/2006/relationships/image" Target="/ppt/media/image136.png" Id="R376cab4948f54ff0" /><Relationship Type="http://schemas.openxmlformats.org/officeDocument/2006/relationships/image" Target="/ppt/media/image137.png" Id="R4a9babb4baa841f9" /><Relationship Type="http://schemas.openxmlformats.org/officeDocument/2006/relationships/image" Target="/ppt/media/image138.png" Id="Re2cf267f5b014df5" /><Relationship Type="http://schemas.openxmlformats.org/officeDocument/2006/relationships/image" Target="/ppt/media/image139.png" Id="R1cb1155739a24c63" /><Relationship Type="http://schemas.openxmlformats.org/officeDocument/2006/relationships/image" Target="/ppt/media/image140.png" Id="Rd49c7e0dd0b247ba" /><Relationship Type="http://schemas.openxmlformats.org/officeDocument/2006/relationships/image" Target="/ppt/media/image141.png" Id="R2ace38b574fc4558" /><Relationship Type="http://schemas.openxmlformats.org/officeDocument/2006/relationships/image" Target="/ppt/media/image142.png" Id="Re3e57e06432142f5" /><Relationship Type="http://schemas.openxmlformats.org/officeDocument/2006/relationships/image" Target="/ppt/media/image143.png" Id="R74e43f4335c94a2b" /><Relationship Type="http://schemas.openxmlformats.org/officeDocument/2006/relationships/image" Target="/ppt/media/image144.png" Id="R0e2bd1e557b8462b" /><Relationship Type="http://schemas.openxmlformats.org/officeDocument/2006/relationships/image" Target="/ppt/media/image145.png" Id="R969d7deb153c455c" /><Relationship Type="http://schemas.openxmlformats.org/officeDocument/2006/relationships/image" Target="/ppt/media/image146.png" Id="R90c543dca3134c02" /><Relationship Type="http://schemas.openxmlformats.org/officeDocument/2006/relationships/image" Target="/ppt/media/image147.png" Id="Ra80d4166b38844d0" /><Relationship Type="http://schemas.openxmlformats.org/officeDocument/2006/relationships/image" Target="/ppt/media/image148.png" Id="R26ceb8e237224549" /><Relationship Type="http://schemas.openxmlformats.org/officeDocument/2006/relationships/image" Target="/ppt/media/image149.png" Id="R5f263520940944fc" /><Relationship Type="http://schemas.openxmlformats.org/officeDocument/2006/relationships/image" Target="/ppt/media/image150.png" Id="Re060ff7e8c374688" /><Relationship Type="http://schemas.openxmlformats.org/officeDocument/2006/relationships/image" Target="/ppt/media/image151.png" Id="R344bb58c72c2462c" /><Relationship Type="http://schemas.openxmlformats.org/officeDocument/2006/relationships/image" Target="/ppt/media/image152.png" Id="Rfca8e3f10ff84820" /><Relationship Type="http://schemas.openxmlformats.org/officeDocument/2006/relationships/image" Target="/ppt/media/image153.png" Id="Rdfe13678eaa34f7a" /><Relationship Type="http://schemas.openxmlformats.org/officeDocument/2006/relationships/image" Target="/ppt/media/image154.png" Id="R45d067672a724c7a" /><Relationship Type="http://schemas.openxmlformats.org/officeDocument/2006/relationships/image" Target="/ppt/media/image155.png" Id="Ra58eee5d9f934e33" /><Relationship Type="http://schemas.openxmlformats.org/officeDocument/2006/relationships/image" Target="/ppt/media/image156.png" Id="Reb7311b5098e4347" /><Relationship Type="http://schemas.openxmlformats.org/officeDocument/2006/relationships/image" Target="/ppt/media/image157.png" Id="R80a3977b155e41ec" /><Relationship Type="http://schemas.openxmlformats.org/officeDocument/2006/relationships/image" Target="/ppt/media/image158.png" Id="R8e0c7eb5299f4aa0" /><Relationship Type="http://schemas.openxmlformats.org/officeDocument/2006/relationships/image" Target="/ppt/media/image159.png" Id="Rd6c1049f654f4926" /><Relationship Type="http://schemas.openxmlformats.org/officeDocument/2006/relationships/image" Target="/ppt/media/image160.png" Id="R4cbe6a3afadb47b5" /><Relationship Type="http://schemas.openxmlformats.org/officeDocument/2006/relationships/image" Target="/ppt/media/image161.png" Id="R516c3bbfd3584167" /><Relationship Type="http://schemas.openxmlformats.org/officeDocument/2006/relationships/image" Target="/ppt/media/image162.png" Id="R3a6f3e13c878477c" /><Relationship Type="http://schemas.openxmlformats.org/officeDocument/2006/relationships/image" Target="/ppt/media/image163.png" Id="R32404fd084554dca" /><Relationship Type="http://schemas.openxmlformats.org/officeDocument/2006/relationships/image" Target="/ppt/media/image164.png" Id="Radd46e653283488a" /><Relationship Type="http://schemas.openxmlformats.org/officeDocument/2006/relationships/image" Target="/ppt/media/image165.png" Id="R3645ff1fa0504648" /><Relationship Type="http://schemas.openxmlformats.org/officeDocument/2006/relationships/image" Target="/ppt/media/image166.png" Id="Re2d8be85a8934ed0" /><Relationship Type="http://schemas.openxmlformats.org/officeDocument/2006/relationships/image" Target="/ppt/media/image167.png" Id="R142de6ba19fa43d2" /><Relationship Type="http://schemas.openxmlformats.org/officeDocument/2006/relationships/image" Target="/ppt/media/image168.png" Id="R182435dc243743c9" /><Relationship Type="http://schemas.openxmlformats.org/officeDocument/2006/relationships/image" Target="/ppt/media/image169.png" Id="R720158a09397422b" /><Relationship Type="http://schemas.openxmlformats.org/officeDocument/2006/relationships/image" Target="/ppt/media/image170.png" Id="Rfb5d27b5bdc94837" /><Relationship Type="http://schemas.openxmlformats.org/officeDocument/2006/relationships/image" Target="/ppt/media/image171.png" Id="Ref4cffdc5bfc4b39" /><Relationship Type="http://schemas.openxmlformats.org/officeDocument/2006/relationships/image" Target="/ppt/media/image172.png" Id="R2fc4190eac1f4121" /><Relationship Type="http://schemas.openxmlformats.org/officeDocument/2006/relationships/image" Target="/ppt/media/image173.png" Id="R391f4f6872304aa7" /><Relationship Type="http://schemas.openxmlformats.org/officeDocument/2006/relationships/image" Target="/ppt/media/image174.png" Id="R2a9a3d0ac9b9456f" /><Relationship Type="http://schemas.openxmlformats.org/officeDocument/2006/relationships/image" Target="/ppt/media/image175.png" Id="R9ff4b75264ed408c" /><Relationship Type="http://schemas.openxmlformats.org/officeDocument/2006/relationships/image" Target="/ppt/media/image176.png" Id="Refe06cdccac34e3f" /><Relationship Type="http://schemas.openxmlformats.org/officeDocument/2006/relationships/notesSlide" Target="/ppt/notesSlides/notesSlide8.xml" Id="R60a9026c948a4bc0" /></Relationships>
</file>

<file path=ppt/slides/_rels/slide9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b80c651f445a4a22" /><Relationship Type="http://schemas.openxmlformats.org/officeDocument/2006/relationships/image" Target="/ppt/media/image177.png" Id="Rd67bee144bc845d6" /><Relationship Type="http://schemas.openxmlformats.org/officeDocument/2006/relationships/image" Target="/ppt/media/image178.png" Id="Re5df2a0e9cd142ee" /><Relationship Type="http://schemas.openxmlformats.org/officeDocument/2006/relationships/image" Target="/ppt/media/image179.png" Id="R7212f54897e141d8" /><Relationship Type="http://schemas.openxmlformats.org/officeDocument/2006/relationships/image" Target="/ppt/media/image180.png" Id="R67fc4bdb443e40b5" /><Relationship Type="http://schemas.openxmlformats.org/officeDocument/2006/relationships/image" Target="/ppt/media/image181.png" Id="Rd229ea9fa35f490d" /><Relationship Type="http://schemas.openxmlformats.org/officeDocument/2006/relationships/image" Target="/ppt/media/image182.png" Id="R2d5a8250f4a047f4" /><Relationship Type="http://schemas.openxmlformats.org/officeDocument/2006/relationships/image" Target="/ppt/media/image183.png" Id="R5fb6193e739442b6" /><Relationship Type="http://schemas.openxmlformats.org/officeDocument/2006/relationships/image" Target="/ppt/media/image184.png" Id="R9014e63469224c29" /><Relationship Type="http://schemas.openxmlformats.org/officeDocument/2006/relationships/image" Target="/ppt/media/image185.png" Id="R5ed1b6acc4a041dc" /><Relationship Type="http://schemas.openxmlformats.org/officeDocument/2006/relationships/image" Target="/ppt/media/image186.png" Id="Rf6506b7b46f94e16" /><Relationship Type="http://schemas.openxmlformats.org/officeDocument/2006/relationships/image" Target="/ppt/media/image187.png" Id="R495417e01606485e" /><Relationship Type="http://schemas.openxmlformats.org/officeDocument/2006/relationships/image" Target="/ppt/media/image188.png" Id="R441cd2b3e2994de2" /><Relationship Type="http://schemas.openxmlformats.org/officeDocument/2006/relationships/image" Target="/ppt/media/image189.png" Id="R242aaf1755f440c8" /><Relationship Type="http://schemas.openxmlformats.org/officeDocument/2006/relationships/notesSlide" Target="/ppt/notesSlides/notesSlide9.xml" Id="R32b3db7eb7ff4226" /></Relationships>
</file>

<file path=ppt/slides/_rels/slide10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6e49df2a41ca40c6" /><Relationship Type="http://schemas.openxmlformats.org/officeDocument/2006/relationships/image" Target="/ppt/media/image190.png" Id="R75289c6bd15247d7" /><Relationship Type="http://schemas.openxmlformats.org/officeDocument/2006/relationships/image" Target="/ppt/media/image191.png" Id="R3d3bf40b49414b00" /><Relationship Type="http://schemas.openxmlformats.org/officeDocument/2006/relationships/image" Target="/ppt/media/image192.png" Id="R687f20bf10af4240" /><Relationship Type="http://schemas.openxmlformats.org/officeDocument/2006/relationships/image" Target="/ppt/media/image193.png" Id="R6f7894e803024ef7" /><Relationship Type="http://schemas.openxmlformats.org/officeDocument/2006/relationships/image" Target="/ppt/media/image194.png" Id="Rbf9630bcee0e45d6" /><Relationship Type="http://schemas.openxmlformats.org/officeDocument/2006/relationships/image" Target="/ppt/media/image195.png" Id="Rb94c8cd650ca457d" /><Relationship Type="http://schemas.openxmlformats.org/officeDocument/2006/relationships/notesSlide" Target="/ppt/notesSlides/notesSlide10.xml" Id="R780f19b436ca4522" /></Relationships>
</file>

<file path=ppt/slides/_rels/slide11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fb89e50596e44cfb" /><Relationship Type="http://schemas.openxmlformats.org/officeDocument/2006/relationships/image" Target="/ppt/media/image196.png" Id="R51da19e60ad143da" /><Relationship Type="http://schemas.openxmlformats.org/officeDocument/2006/relationships/image" Target="/ppt/media/image197.png" Id="Rd7b44b20c63e4c57" /><Relationship Type="http://schemas.openxmlformats.org/officeDocument/2006/relationships/image" Target="/ppt/media/image198.png" Id="R25909ad62bf34f64" /><Relationship Type="http://schemas.openxmlformats.org/officeDocument/2006/relationships/image" Target="/ppt/media/image199.png" Id="R4087085f022340fb" /><Relationship Type="http://schemas.openxmlformats.org/officeDocument/2006/relationships/notesSlide" Target="/ppt/notesSlides/notesSlide11.xml" Id="R739cce36f9094c20" /></Relationships>
</file>

<file path=ppt/slides/_rels/slide12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2aa87c2a79664224" /><Relationship Type="http://schemas.openxmlformats.org/officeDocument/2006/relationships/image" Target="/ppt/media/image200.png" Id="Rbb942da5b74b4c06" /><Relationship Type="http://schemas.openxmlformats.org/officeDocument/2006/relationships/image" Target="/ppt/media/image201.png" Id="Rfe952dc06be64cfa" /><Relationship Type="http://schemas.openxmlformats.org/officeDocument/2006/relationships/image" Target="/ppt/media/image202.png" Id="Ree0aeaccbeb349e0" /><Relationship Type="http://schemas.openxmlformats.org/officeDocument/2006/relationships/image" Target="/ppt/media/image203.png" Id="Rc9602feeff364235" /><Relationship Type="http://schemas.openxmlformats.org/officeDocument/2006/relationships/notesSlide" Target="/ppt/notesSlides/notesSlide12.xml" Id="Rc39993ac2a774fb3" /></Relationships>
</file>

<file path=ppt/slides/_rels/slide13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dcc54c18376f46f1" /><Relationship Type="http://schemas.openxmlformats.org/officeDocument/2006/relationships/image" Target="/ppt/media/image204.png" Id="Rae169b9014bd4dca" /><Relationship Type="http://schemas.openxmlformats.org/officeDocument/2006/relationships/image" Target="/ppt/media/image205.png" Id="R48f6fd8488f64ed4" /><Relationship Type="http://schemas.openxmlformats.org/officeDocument/2006/relationships/image" Target="/ppt/media/image206.png" Id="Rd4badc190eea4e97" /><Relationship Type="http://schemas.openxmlformats.org/officeDocument/2006/relationships/image" Target="/ppt/media/image207.png" Id="Rbcfc1c683896433d" /><Relationship Type="http://schemas.openxmlformats.org/officeDocument/2006/relationships/image" Target="/ppt/media/image208.png" Id="Rfa3f701dbd294ade" /><Relationship Type="http://schemas.openxmlformats.org/officeDocument/2006/relationships/image" Target="/ppt/media/image209.png" Id="Rd2c631a91dd446e4" /><Relationship Type="http://schemas.openxmlformats.org/officeDocument/2006/relationships/notesSlide" Target="/ppt/notesSlides/notesSlide13.xml" Id="Rf1e8b598f32a455d" /></Relationships>
</file>

<file path=ppt/slides/_rels/slide14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62f18e55b0d44d95" /><Relationship Type="http://schemas.openxmlformats.org/officeDocument/2006/relationships/image" Target="/ppt/media/image210.png" Id="R19484c56dae64d22" /><Relationship Type="http://schemas.openxmlformats.org/officeDocument/2006/relationships/image" Target="/ppt/media/image211.png" Id="Rbbd2099fde454b33" /><Relationship Type="http://schemas.openxmlformats.org/officeDocument/2006/relationships/image" Target="/ppt/media/image212.png" Id="R234425e28327436c" /><Relationship Type="http://schemas.openxmlformats.org/officeDocument/2006/relationships/image" Target="/ppt/media/image213.png" Id="R8d22a3ab7f70467f" /><Relationship Type="http://schemas.openxmlformats.org/officeDocument/2006/relationships/image" Target="/ppt/media/image214.png" Id="R67a3584f308745eb" /><Relationship Type="http://schemas.openxmlformats.org/officeDocument/2006/relationships/image" Target="/ppt/media/image215.png" Id="R81f3f34d2cd3498a" /><Relationship Type="http://schemas.openxmlformats.org/officeDocument/2006/relationships/image" Target="/ppt/media/image216.png" Id="Rd8c9d61513ab43c0" /><Relationship Type="http://schemas.openxmlformats.org/officeDocument/2006/relationships/image" Target="/ppt/media/image217.png" Id="R4a2d5964a07d4d06" /><Relationship Type="http://schemas.openxmlformats.org/officeDocument/2006/relationships/image" Target="/ppt/media/image218.png" Id="R3139f08f408b4e8b" /><Relationship Type="http://schemas.openxmlformats.org/officeDocument/2006/relationships/image" Target="/ppt/media/image219.png" Id="Rbbb79f3e57b7456c" /><Relationship Type="http://schemas.openxmlformats.org/officeDocument/2006/relationships/image" Target="/ppt/media/image220.png" Id="R3e4fd2e8dc004eb1" /><Relationship Type="http://schemas.openxmlformats.org/officeDocument/2006/relationships/image" Target="/ppt/media/image221.png" Id="R37999b8291744a1c" /><Relationship Type="http://schemas.openxmlformats.org/officeDocument/2006/relationships/image" Target="/ppt/media/image222.png" Id="Raef09b2a475d4379" /><Relationship Type="http://schemas.openxmlformats.org/officeDocument/2006/relationships/image" Target="/ppt/media/image223.png" Id="Ra69a2bf841594870" /><Relationship Type="http://schemas.openxmlformats.org/officeDocument/2006/relationships/image" Target="/ppt/media/image224.png" Id="R60c8e06469054e18" /><Relationship Type="http://schemas.openxmlformats.org/officeDocument/2006/relationships/image" Target="/ppt/media/image225.png" Id="Re28897ad2d1640ca" /><Relationship Type="http://schemas.openxmlformats.org/officeDocument/2006/relationships/image" Target="/ppt/media/image226.png" Id="R283cd01de71340f0" /><Relationship Type="http://schemas.openxmlformats.org/officeDocument/2006/relationships/image" Target="/ppt/media/image227.png" Id="R2c9af069726a4d14" /><Relationship Type="http://schemas.openxmlformats.org/officeDocument/2006/relationships/image" Target="/ppt/media/image228.png" Id="Rbfad38bb0d35424a" /><Relationship Type="http://schemas.openxmlformats.org/officeDocument/2006/relationships/image" Target="/ppt/media/image229.png" Id="Rfea149854e674a43" /><Relationship Type="http://schemas.openxmlformats.org/officeDocument/2006/relationships/image" Target="/ppt/media/image230.png" Id="R0ce6aabe9d404ebf" /><Relationship Type="http://schemas.openxmlformats.org/officeDocument/2006/relationships/image" Target="/ppt/media/image231.png" Id="Rec4334d77a9c4fc3" /><Relationship Type="http://schemas.openxmlformats.org/officeDocument/2006/relationships/image" Target="/ppt/media/image232.png" Id="Rd4c940aae3fa410e" /><Relationship Type="http://schemas.openxmlformats.org/officeDocument/2006/relationships/image" Target="/ppt/media/image233.png" Id="R4e94a780cd614ca0" /><Relationship Type="http://schemas.openxmlformats.org/officeDocument/2006/relationships/image" Target="/ppt/media/image234.png" Id="R4f0f52a6efcf478f" /><Relationship Type="http://schemas.openxmlformats.org/officeDocument/2006/relationships/image" Target="/ppt/media/image235.png" Id="Rffdb489b90d3450d" /><Relationship Type="http://schemas.openxmlformats.org/officeDocument/2006/relationships/image" Target="/ppt/media/image236.png" Id="R0251899c74634241" /><Relationship Type="http://schemas.openxmlformats.org/officeDocument/2006/relationships/image" Target="/ppt/media/image237.png" Id="R3c1447b58d7a46f9" /><Relationship Type="http://schemas.openxmlformats.org/officeDocument/2006/relationships/image" Target="/ppt/media/image238.png" Id="Re289685412a148c4" /><Relationship Type="http://schemas.openxmlformats.org/officeDocument/2006/relationships/image" Target="/ppt/media/image239.png" Id="Rf4fa4dff7e454635" /><Relationship Type="http://schemas.openxmlformats.org/officeDocument/2006/relationships/image" Target="/ppt/media/image240.png" Id="R94caa66e88b348d7" /><Relationship Type="http://schemas.openxmlformats.org/officeDocument/2006/relationships/image" Target="/ppt/media/image241.png" Id="Rd558d01f4d934287" /><Relationship Type="http://schemas.openxmlformats.org/officeDocument/2006/relationships/image" Target="/ppt/media/image242.png" Id="R8b2a39d56c914836" /><Relationship Type="http://schemas.openxmlformats.org/officeDocument/2006/relationships/notesSlide" Target="/ppt/notesSlides/notesSlide14.xml" Id="R40daf15e74bf43c9" /></Relationships>
</file>

<file path=ppt/slides/_rels/slide15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20f813440c654f66" /><Relationship Type="http://schemas.openxmlformats.org/officeDocument/2006/relationships/image" Target="/ppt/media/image243.png" Id="R1728e3921dd74669" /><Relationship Type="http://schemas.openxmlformats.org/officeDocument/2006/relationships/image" Target="/ppt/media/image244.png" Id="Re6a5a8974be243cf" /><Relationship Type="http://schemas.openxmlformats.org/officeDocument/2006/relationships/image" Target="/ppt/media/image245.png" Id="R0172bdcfe1e24fc6" /><Relationship Type="http://schemas.openxmlformats.org/officeDocument/2006/relationships/image" Target="/ppt/media/image246.png" Id="Rcd55b98a392f4a09" /><Relationship Type="http://schemas.openxmlformats.org/officeDocument/2006/relationships/image" Target="/ppt/media/image247.png" Id="R63ce31084dcc431c" /><Relationship Type="http://schemas.openxmlformats.org/officeDocument/2006/relationships/image" Target="/ppt/media/image248.png" Id="Rae1410fa83d144b2" /><Relationship Type="http://schemas.openxmlformats.org/officeDocument/2006/relationships/image" Target="/ppt/media/image249.png" Id="R6206568ebf0e4186" /><Relationship Type="http://schemas.openxmlformats.org/officeDocument/2006/relationships/image" Target="/ppt/media/image250.png" Id="R4dcb438b1e0c4f2e" /><Relationship Type="http://schemas.openxmlformats.org/officeDocument/2006/relationships/notesSlide" Target="/ppt/notesSlides/notesSlide15.xml" Id="R6fce9623ec664ae1" /></Relationships>
</file>

<file path=ppt/slides/_rels/slide16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fb1309e745694780" /><Relationship Type="http://schemas.openxmlformats.org/officeDocument/2006/relationships/image" Target="/ppt/media/image251.png" Id="R278a379afdde452f" /><Relationship Type="http://schemas.openxmlformats.org/officeDocument/2006/relationships/image" Target="/ppt/media/image252.png" Id="Re1559b2c6ae4483d" /><Relationship Type="http://schemas.openxmlformats.org/officeDocument/2006/relationships/notesSlide" Target="/ppt/notesSlides/notesSlide16.xml" Id="Rcab09f5f0fc146f8" /></Relationships>
</file>

<file path=ppt/slides/_rels/slide17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9be92681648c4618" /><Relationship Type="http://schemas.openxmlformats.org/officeDocument/2006/relationships/image" Target="/ppt/media/image253.png" Id="Rb5ad38278c4647c8" /><Relationship Type="http://schemas.openxmlformats.org/officeDocument/2006/relationships/image" Target="/ppt/media/image254.png" Id="R42589fdd6ce54e30" /><Relationship Type="http://schemas.openxmlformats.org/officeDocument/2006/relationships/image" Target="/ppt/media/image255.png" Id="Rc3cf037c861c4ab9" /><Relationship Type="http://schemas.openxmlformats.org/officeDocument/2006/relationships/image" Target="/ppt/media/image256.png" Id="R8b0091ed86624729" /><Relationship Type="http://schemas.openxmlformats.org/officeDocument/2006/relationships/image" Target="/ppt/media/image257.png" Id="R21806c01d9994252" /><Relationship Type="http://schemas.openxmlformats.org/officeDocument/2006/relationships/image" Target="/ppt/media/image258.png" Id="R96e0c10be16643ff" /><Relationship Type="http://schemas.openxmlformats.org/officeDocument/2006/relationships/image" Target="/ppt/media/image259.png" Id="Re3ec069efd6d40e0" /><Relationship Type="http://schemas.openxmlformats.org/officeDocument/2006/relationships/image" Target="/ppt/media/image260.png" Id="R3db9b899ef824005" /><Relationship Type="http://schemas.openxmlformats.org/officeDocument/2006/relationships/image" Target="/ppt/media/image261.png" Id="R8fcf3542ed0640f3" /><Relationship Type="http://schemas.openxmlformats.org/officeDocument/2006/relationships/image" Target="/ppt/media/image262.png" Id="R27a1a33acebf4d5e" /><Relationship Type="http://schemas.openxmlformats.org/officeDocument/2006/relationships/notesSlide" Target="/ppt/notesSlides/notesSlide17.xml" Id="R1909deedb2f04189" /></Relationships>
</file>

<file path=ppt/slides/_rels/slide18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4b6ca7de1ace4d67" /><Relationship Type="http://schemas.openxmlformats.org/officeDocument/2006/relationships/image" Target="/ppt/media/image263.png" Id="R2d16dc1df4d44904" /><Relationship Type="http://schemas.openxmlformats.org/officeDocument/2006/relationships/image" Target="/ppt/media/image264.png" Id="R5ede0d36a7504558" /><Relationship Type="http://schemas.openxmlformats.org/officeDocument/2006/relationships/image" Target="/ppt/media/image265.png" Id="Rccd96f8e4dce4277" /><Relationship Type="http://schemas.openxmlformats.org/officeDocument/2006/relationships/image" Target="/ppt/media/image266.png" Id="R7c3e3f2be6c14018" /><Relationship Type="http://schemas.openxmlformats.org/officeDocument/2006/relationships/image" Target="/ppt/media/image267.png" Id="Ref9e4a7dee194d37" /><Relationship Type="http://schemas.openxmlformats.org/officeDocument/2006/relationships/image" Target="/ppt/media/image268.png" Id="Rb482a537486a45e4" /><Relationship Type="http://schemas.openxmlformats.org/officeDocument/2006/relationships/image" Target="/ppt/media/image269.png" Id="R572eafc22d1547ce" /><Relationship Type="http://schemas.openxmlformats.org/officeDocument/2006/relationships/image" Target="/ppt/media/image270.png" Id="R622f32584376475a" /><Relationship Type="http://schemas.openxmlformats.org/officeDocument/2006/relationships/image" Target="/ppt/media/image271.png" Id="R91476cceb2394344" /><Relationship Type="http://schemas.openxmlformats.org/officeDocument/2006/relationships/image" Target="/ppt/media/image272.png" Id="R2af9d1a0e8ca48b2" /><Relationship Type="http://schemas.openxmlformats.org/officeDocument/2006/relationships/image" Target="/ppt/media/image273.png" Id="Rc20a38ca2e684899" /><Relationship Type="http://schemas.openxmlformats.org/officeDocument/2006/relationships/image" Target="/ppt/media/image274.png" Id="Ra8ba7f797cb54447" /><Relationship Type="http://schemas.openxmlformats.org/officeDocument/2006/relationships/image" Target="/ppt/media/image275.png" Id="Re69e1c1582cb4b1b" /><Relationship Type="http://schemas.openxmlformats.org/officeDocument/2006/relationships/image" Target="/ppt/media/image276.png" Id="R325c6de3eac149cf" /><Relationship Type="http://schemas.openxmlformats.org/officeDocument/2006/relationships/image" Target="/ppt/media/image277.png" Id="R838e2daf27394f4a" /><Relationship Type="http://schemas.openxmlformats.org/officeDocument/2006/relationships/image" Target="/ppt/media/image278.png" Id="R720e1647b10947fb" /><Relationship Type="http://schemas.openxmlformats.org/officeDocument/2006/relationships/image" Target="/ppt/media/image279.png" Id="R31a6ebf746a74dde" /><Relationship Type="http://schemas.openxmlformats.org/officeDocument/2006/relationships/image" Target="/ppt/media/image280.png" Id="R4ce95bdbf10049db" /><Relationship Type="http://schemas.openxmlformats.org/officeDocument/2006/relationships/image" Target="/ppt/media/image281.png" Id="Rc56d7bf67e3d44da" /><Relationship Type="http://schemas.openxmlformats.org/officeDocument/2006/relationships/image" Target="/ppt/media/image282.png" Id="R67cb897a0f4a448e" /><Relationship Type="http://schemas.openxmlformats.org/officeDocument/2006/relationships/image" Target="/ppt/media/image283.png" Id="R9afc66d8aabf4ad2" /><Relationship Type="http://schemas.openxmlformats.org/officeDocument/2006/relationships/image" Target="/ppt/media/image284.png" Id="R9247bee573ad4e1a" /><Relationship Type="http://schemas.openxmlformats.org/officeDocument/2006/relationships/image" Target="/ppt/media/image285.png" Id="Rd590e29e03d1461a" /><Relationship Type="http://schemas.openxmlformats.org/officeDocument/2006/relationships/image" Target="/ppt/media/image286.png" Id="R2208213920c84f06" /><Relationship Type="http://schemas.openxmlformats.org/officeDocument/2006/relationships/image" Target="/ppt/media/image287.png" Id="R2290d9f3bf1b4327" /><Relationship Type="http://schemas.openxmlformats.org/officeDocument/2006/relationships/image" Target="/ppt/media/image288.png" Id="Rba3dd020b8ad447e" /><Relationship Type="http://schemas.openxmlformats.org/officeDocument/2006/relationships/notesSlide" Target="/ppt/notesSlides/notesSlide18.xml" Id="R0173dbb760fc416d" /></Relationships>
</file>

<file path=ppt/slides/_rels/slide19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c5214aa2ce464a5f" /><Relationship Type="http://schemas.openxmlformats.org/officeDocument/2006/relationships/image" Target="/ppt/media/image289.png" Id="R0a91388b9b414ead" /><Relationship Type="http://schemas.openxmlformats.org/officeDocument/2006/relationships/image" Target="/ppt/media/image290.png" Id="R81eb12a539d04839" /><Relationship Type="http://schemas.openxmlformats.org/officeDocument/2006/relationships/image" Target="/ppt/media/image291.png" Id="Re8319aede99c406b" /><Relationship Type="http://schemas.openxmlformats.org/officeDocument/2006/relationships/image" Target="/ppt/media/image292.png" Id="Rb5e83d8bf8674dc7" /><Relationship Type="http://schemas.openxmlformats.org/officeDocument/2006/relationships/image" Target="/ppt/media/image293.png" Id="R39f903641ea74a04" /><Relationship Type="http://schemas.openxmlformats.org/officeDocument/2006/relationships/image" Target="/ppt/media/image294.png" Id="R69e238a568164a11" /><Relationship Type="http://schemas.openxmlformats.org/officeDocument/2006/relationships/image" Target="/ppt/media/image295.png" Id="R6c9556fec02c4829" /><Relationship Type="http://schemas.openxmlformats.org/officeDocument/2006/relationships/image" Target="/ppt/media/image296.png" Id="Rfe599aa690394ad0" /><Relationship Type="http://schemas.openxmlformats.org/officeDocument/2006/relationships/image" Target="/ppt/media/image297.png" Id="Rbcd53c09883e4ee6" /><Relationship Type="http://schemas.openxmlformats.org/officeDocument/2006/relationships/image" Target="/ppt/media/image298.png" Id="R762c376e04b8463f" /><Relationship Type="http://schemas.openxmlformats.org/officeDocument/2006/relationships/image" Target="/ppt/media/image299.png" Id="R65b84781abed43b6" /><Relationship Type="http://schemas.openxmlformats.org/officeDocument/2006/relationships/image" Target="/ppt/media/image300.png" Id="R3ff97554ddb6454a" /><Relationship Type="http://schemas.openxmlformats.org/officeDocument/2006/relationships/image" Target="/ppt/media/image301.png" Id="R8043f3cf60ef43fe" /><Relationship Type="http://schemas.openxmlformats.org/officeDocument/2006/relationships/image" Target="/ppt/media/image302.png" Id="R589d33c8f48643d9" /><Relationship Type="http://schemas.openxmlformats.org/officeDocument/2006/relationships/image" Target="/ppt/media/image303.png" Id="R94254665e43f429e" /><Relationship Type="http://schemas.openxmlformats.org/officeDocument/2006/relationships/image" Target="/ppt/media/image304.png" Id="R3ecc8cc71f72408a" /><Relationship Type="http://schemas.openxmlformats.org/officeDocument/2006/relationships/image" Target="/ppt/media/image305.png" Id="R923124441d4046f0" /><Relationship Type="http://schemas.openxmlformats.org/officeDocument/2006/relationships/image" Target="/ppt/media/image306.png" Id="Re9a47512596c4af2" /><Relationship Type="http://schemas.openxmlformats.org/officeDocument/2006/relationships/image" Target="/ppt/media/image307.png" Id="Rbf0b0311d71e4259" /><Relationship Type="http://schemas.openxmlformats.org/officeDocument/2006/relationships/image" Target="/ppt/media/image308.png" Id="Rc486ce753f134a1c" /><Relationship Type="http://schemas.openxmlformats.org/officeDocument/2006/relationships/image" Target="/ppt/media/image309.png" Id="R9dd9cf8d03624a6d" /><Relationship Type="http://schemas.openxmlformats.org/officeDocument/2006/relationships/image" Target="/ppt/media/image310.png" Id="Rc955f19d288942af" /><Relationship Type="http://schemas.openxmlformats.org/officeDocument/2006/relationships/image" Target="/ppt/media/image311.png" Id="R021853b9cda04145" /><Relationship Type="http://schemas.openxmlformats.org/officeDocument/2006/relationships/image" Target="/ppt/media/image312.png" Id="R7a78168cf7014f71" /><Relationship Type="http://schemas.openxmlformats.org/officeDocument/2006/relationships/image" Target="/ppt/media/image313.png" Id="R3c4cb41bf9234d16" /><Relationship Type="http://schemas.openxmlformats.org/officeDocument/2006/relationships/image" Target="/ppt/media/image314.png" Id="R47d0ff854db74730" /><Relationship Type="http://schemas.openxmlformats.org/officeDocument/2006/relationships/image" Target="/ppt/media/image315.png" Id="Rbdb0e91268f24308" /><Relationship Type="http://schemas.openxmlformats.org/officeDocument/2006/relationships/image" Target="/ppt/media/image316.png" Id="R28afa38db3214e9b" /><Relationship Type="http://schemas.openxmlformats.org/officeDocument/2006/relationships/image" Target="/ppt/media/image317.png" Id="R4f1cf41947124af4" /><Relationship Type="http://schemas.openxmlformats.org/officeDocument/2006/relationships/image" Target="/ppt/media/image318.png" Id="Rdb58b969d8bc484c" /><Relationship Type="http://schemas.openxmlformats.org/officeDocument/2006/relationships/image" Target="/ppt/media/image319.png" Id="Rd63950cd2af9401a" /><Relationship Type="http://schemas.openxmlformats.org/officeDocument/2006/relationships/image" Target="/ppt/media/image320.png" Id="R840d6f33e8414155" /><Relationship Type="http://schemas.openxmlformats.org/officeDocument/2006/relationships/image" Target="/ppt/media/image321.png" Id="Re7ef218236654eb4" /><Relationship Type="http://schemas.openxmlformats.org/officeDocument/2006/relationships/image" Target="/ppt/media/image322.png" Id="R7bd325171c004343" /><Relationship Type="http://schemas.openxmlformats.org/officeDocument/2006/relationships/image" Target="/ppt/media/image323.png" Id="R2bc6b20364394540" /><Relationship Type="http://schemas.openxmlformats.org/officeDocument/2006/relationships/image" Target="/ppt/media/image324.png" Id="Re21507cd8ef84e3e" /><Relationship Type="http://schemas.openxmlformats.org/officeDocument/2006/relationships/image" Target="/ppt/media/image325.png" Id="Rb53e7227e6174295" /><Relationship Type="http://schemas.openxmlformats.org/officeDocument/2006/relationships/image" Target="/ppt/media/image326.png" Id="R2a9c317c97f8438e" /><Relationship Type="http://schemas.openxmlformats.org/officeDocument/2006/relationships/image" Target="/ppt/media/image327.png" Id="Rb39f187b29314474" /><Relationship Type="http://schemas.openxmlformats.org/officeDocument/2006/relationships/image" Target="/ppt/media/image328.png" Id="Re9e79f29140446af" /><Relationship Type="http://schemas.openxmlformats.org/officeDocument/2006/relationships/image" Target="/ppt/media/image329.png" Id="R2fc6879073c040b4" /><Relationship Type="http://schemas.openxmlformats.org/officeDocument/2006/relationships/image" Target="/ppt/media/image330.png" Id="R456f26dc2f65422c" /><Relationship Type="http://schemas.openxmlformats.org/officeDocument/2006/relationships/image" Target="/ppt/media/image331.png" Id="R92fed7383296442f" /><Relationship Type="http://schemas.openxmlformats.org/officeDocument/2006/relationships/image" Target="/ppt/media/image332.png" Id="R83b006b7aaa74859" /><Relationship Type="http://schemas.openxmlformats.org/officeDocument/2006/relationships/image" Target="/ppt/media/image333.png" Id="Rfe506495423640a0" /><Relationship Type="http://schemas.openxmlformats.org/officeDocument/2006/relationships/image" Target="/ppt/media/image334.png" Id="Ra32409bc9f634e16" /><Relationship Type="http://schemas.openxmlformats.org/officeDocument/2006/relationships/image" Target="/ppt/media/image335.png" Id="R4047d63f15ea4f34" /><Relationship Type="http://schemas.openxmlformats.org/officeDocument/2006/relationships/image" Target="/ppt/media/image336.png" Id="R60495421a1f94d86" /><Relationship Type="http://schemas.openxmlformats.org/officeDocument/2006/relationships/image" Target="/ppt/media/image337.png" Id="R5279eb7f7fd04b5f" /><Relationship Type="http://schemas.openxmlformats.org/officeDocument/2006/relationships/image" Target="/ppt/media/image338.png" Id="R579e0acfa37a47b3" /><Relationship Type="http://schemas.openxmlformats.org/officeDocument/2006/relationships/image" Target="/ppt/media/image339.png" Id="R036932b7fa3e4566" /><Relationship Type="http://schemas.openxmlformats.org/officeDocument/2006/relationships/image" Target="/ppt/media/image340.png" Id="R52827401a0aa444c" /><Relationship Type="http://schemas.openxmlformats.org/officeDocument/2006/relationships/image" Target="/ppt/media/image341.png" Id="Ref9f7169167c4830" /><Relationship Type="http://schemas.openxmlformats.org/officeDocument/2006/relationships/image" Target="/ppt/media/image342.png" Id="R3f4ac94d9e384aa2" /><Relationship Type="http://schemas.openxmlformats.org/officeDocument/2006/relationships/image" Target="/ppt/media/image343.png" Id="R7e743dbcd28f4d7c" /><Relationship Type="http://schemas.openxmlformats.org/officeDocument/2006/relationships/image" Target="/ppt/media/image344.png" Id="R5ec9973b899f441e" /><Relationship Type="http://schemas.openxmlformats.org/officeDocument/2006/relationships/image" Target="/ppt/media/image345.png" Id="Re82aae887b23437b" /><Relationship Type="http://schemas.openxmlformats.org/officeDocument/2006/relationships/image" Target="/ppt/media/image346.png" Id="R1a17a9ccb097470a" /><Relationship Type="http://schemas.openxmlformats.org/officeDocument/2006/relationships/image" Target="/ppt/media/image347.png" Id="R000be20ba1834f5f" /><Relationship Type="http://schemas.openxmlformats.org/officeDocument/2006/relationships/image" Target="/ppt/media/image348.png" Id="R13f48548f1cf4db5" /><Relationship Type="http://schemas.openxmlformats.org/officeDocument/2006/relationships/image" Target="/ppt/media/image349.png" Id="Rd0e22ac7f1c34173" /><Relationship Type="http://schemas.openxmlformats.org/officeDocument/2006/relationships/image" Target="/ppt/media/image350.png" Id="R21db9fa99fc74bb8" /><Relationship Type="http://schemas.openxmlformats.org/officeDocument/2006/relationships/image" Target="/ppt/media/image351.png" Id="R65f8680d38fc4109" /><Relationship Type="http://schemas.openxmlformats.org/officeDocument/2006/relationships/image" Target="/ppt/media/image352.png" Id="R1e08431f8c7a478c" /><Relationship Type="http://schemas.openxmlformats.org/officeDocument/2006/relationships/image" Target="/ppt/media/image353.png" Id="R380b30482a034778" /><Relationship Type="http://schemas.openxmlformats.org/officeDocument/2006/relationships/image" Target="/ppt/media/image354.png" Id="R01ecc8d0845a4c4f" /><Relationship Type="http://schemas.openxmlformats.org/officeDocument/2006/relationships/image" Target="/ppt/media/image355.png" Id="R0836cf2d1b2a4097" /><Relationship Type="http://schemas.openxmlformats.org/officeDocument/2006/relationships/image" Target="/ppt/media/image356.png" Id="Rf19bbf3e280943a3" /><Relationship Type="http://schemas.openxmlformats.org/officeDocument/2006/relationships/image" Target="/ppt/media/image357.png" Id="Rbfa64a87fed941a7" /><Relationship Type="http://schemas.openxmlformats.org/officeDocument/2006/relationships/image" Target="/ppt/media/image358.png" Id="Ra830c4d3431e4bab" /><Relationship Type="http://schemas.openxmlformats.org/officeDocument/2006/relationships/image" Target="/ppt/media/image359.png" Id="Ra4b231c5d65b4a3a" /><Relationship Type="http://schemas.openxmlformats.org/officeDocument/2006/relationships/image" Target="/ppt/media/image360.png" Id="R329ba553c7c048f1" /><Relationship Type="http://schemas.openxmlformats.org/officeDocument/2006/relationships/image" Target="/ppt/media/image361.png" Id="Rf88658d7329543af" /><Relationship Type="http://schemas.openxmlformats.org/officeDocument/2006/relationships/notesSlide" Target="/ppt/notesSlides/notesSlide19.xml" Id="Rf0ed99ecc02e4524" /></Relationships>
</file>

<file path=ppt/slides/_rels/slide20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4aa5952d0d214249" /><Relationship Type="http://schemas.openxmlformats.org/officeDocument/2006/relationships/notesSlide" Target="/ppt/notesSlides/notesSlide20.xml" Id="Rca37305027b64588" /></Relationships>
</file>

<file path=ppt/slides/_rels/slide21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5d8efbe71c984923" /><Relationship Type="http://schemas.openxmlformats.org/officeDocument/2006/relationships/image" Target="/ppt/media/image362.png" Id="Rdca3657bdcf84ef0" /><Relationship Type="http://schemas.openxmlformats.org/officeDocument/2006/relationships/image" Target="/ppt/media/image363.png" Id="R99af49cef9d94277" /><Relationship Type="http://schemas.openxmlformats.org/officeDocument/2006/relationships/image" Target="/ppt/media/image364.png" Id="Rbf8ac972360c4e02" /><Relationship Type="http://schemas.openxmlformats.org/officeDocument/2006/relationships/image" Target="/ppt/media/image365.png" Id="Rff1299f041464520" /><Relationship Type="http://schemas.openxmlformats.org/officeDocument/2006/relationships/image" Target="/ppt/media/image366.png" Id="R2bd5ee070da1455e" /><Relationship Type="http://schemas.openxmlformats.org/officeDocument/2006/relationships/image" Target="/ppt/media/image367.png" Id="R77db74b68d1046de" /><Relationship Type="http://schemas.openxmlformats.org/officeDocument/2006/relationships/notesSlide" Target="/ppt/notesSlides/notesSlide21.xml" Id="R0fb847eeb7ec48f2" /></Relationships>
</file>

<file path=ppt/slides/_rels/slide22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1a89e5c1e672496e" /><Relationship Type="http://schemas.openxmlformats.org/officeDocument/2006/relationships/image" Target="/ppt/media/image368.png" Id="R5be28d147bab4d8a" /><Relationship Type="http://schemas.openxmlformats.org/officeDocument/2006/relationships/image" Target="/ppt/media/image369.png" Id="R8fa35d69c081457d" /><Relationship Type="http://schemas.openxmlformats.org/officeDocument/2006/relationships/image" Target="/ppt/media/image370.png" Id="Rfeb024eb040d40f5" /><Relationship Type="http://schemas.openxmlformats.org/officeDocument/2006/relationships/image" Target="/ppt/media/image371.png" Id="R38de22f2f5ce493f" /><Relationship Type="http://schemas.openxmlformats.org/officeDocument/2006/relationships/image" Target="/ppt/media/image372.png" Id="R95f20fe537004753" /><Relationship Type="http://schemas.openxmlformats.org/officeDocument/2006/relationships/image" Target="/ppt/media/image373.png" Id="Rdc72131493c94c14" /><Relationship Type="http://schemas.openxmlformats.org/officeDocument/2006/relationships/image" Target="/ppt/media/image374.png" Id="R7c173a94812e494e" /><Relationship Type="http://schemas.openxmlformats.org/officeDocument/2006/relationships/image" Target="/ppt/media/image375.png" Id="R85bb3e48e9624f6f" /><Relationship Type="http://schemas.openxmlformats.org/officeDocument/2006/relationships/notesSlide" Target="/ppt/notesSlides/notesSlide22.xml" Id="R03d022856ff44808" /></Relationships>
</file>

<file path=ppt/slides/_rels/slide23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9952c2711d144ab7" /><Relationship Type="http://schemas.openxmlformats.org/officeDocument/2006/relationships/notesSlide" Target="/ppt/notesSlides/notesSlide23.xml" Id="R0c48a43011884531" /></Relationships>
</file>

<file path=ppt/slides/_rels/slide24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519f231fb2594c7f" /><Relationship Type="http://schemas.openxmlformats.org/officeDocument/2006/relationships/image" Target="/ppt/media/image376.png" Id="R7a4109e0b2794c6f" /><Relationship Type="http://schemas.openxmlformats.org/officeDocument/2006/relationships/image" Target="/ppt/media/image377.png" Id="Rb1a3978409cf4fc2" /><Relationship Type="http://schemas.openxmlformats.org/officeDocument/2006/relationships/image" Target="/ppt/media/image378.png" Id="Ra72af0b81f4c48ac" /><Relationship Type="http://schemas.openxmlformats.org/officeDocument/2006/relationships/image" Target="/ppt/media/image379.png" Id="R2c12fe8680b942f8" /><Relationship Type="http://schemas.openxmlformats.org/officeDocument/2006/relationships/notesSlide" Target="/ppt/notesSlides/notesSlide24.xml" Id="R8c50cc93a76240bc" /></Relationships>
</file>

<file path=ppt/slides/_rels/slide25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4fd113587f884749" /><Relationship Type="http://schemas.openxmlformats.org/officeDocument/2006/relationships/image" Target="/ppt/media/image380.png" Id="R467e16b7f0cd43a2" /><Relationship Type="http://schemas.openxmlformats.org/officeDocument/2006/relationships/notesSlide" Target="/ppt/notesSlides/notesSlide25.xml" Id="R3fb11532c5ce466b" /></Relationships>
</file>

<file path=ppt/slides/_rels/slide26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a152226ed9b344a6" /><Relationship Type="http://schemas.openxmlformats.org/officeDocument/2006/relationships/image" Target="/ppt/media/image381.png" Id="R194b93aff4464539" /><Relationship Type="http://schemas.openxmlformats.org/officeDocument/2006/relationships/image" Target="/ppt/media/image382.png" Id="R1d09e5f0cd744037" /><Relationship Type="http://schemas.openxmlformats.org/officeDocument/2006/relationships/image" Target="/ppt/media/image383.png" Id="R2443429afe35435c" /><Relationship Type="http://schemas.openxmlformats.org/officeDocument/2006/relationships/image" Target="/ppt/media/image384.png" Id="R3bf221100f704db0" /><Relationship Type="http://schemas.openxmlformats.org/officeDocument/2006/relationships/image" Target="/ppt/media/image385.png" Id="R0fdfc0adb77b4fc2" /><Relationship Type="http://schemas.openxmlformats.org/officeDocument/2006/relationships/image" Target="/ppt/media/image386.png" Id="R90c32d417236415e" /><Relationship Type="http://schemas.openxmlformats.org/officeDocument/2006/relationships/image" Target="/ppt/media/image387.png" Id="R50d34f2fd9794932" /><Relationship Type="http://schemas.openxmlformats.org/officeDocument/2006/relationships/image" Target="/ppt/media/image388.png" Id="Rfcee53409a7c4f9d" /><Relationship Type="http://schemas.openxmlformats.org/officeDocument/2006/relationships/image" Target="/ppt/media/image389.png" Id="R5d841d6abba04893" /><Relationship Type="http://schemas.openxmlformats.org/officeDocument/2006/relationships/image" Target="/ppt/media/image390.png" Id="R819c0f5d2b0d4c97" /><Relationship Type="http://schemas.openxmlformats.org/officeDocument/2006/relationships/image" Target="/ppt/media/image391.png" Id="Rbf80738e84954e61" /><Relationship Type="http://schemas.openxmlformats.org/officeDocument/2006/relationships/image" Target="/ppt/media/image392.png" Id="R0d9e48b9330f48f2" /><Relationship Type="http://schemas.openxmlformats.org/officeDocument/2006/relationships/image" Target="/ppt/media/image393.png" Id="R373ed076e0174fd1" /><Relationship Type="http://schemas.openxmlformats.org/officeDocument/2006/relationships/image" Target="/ppt/media/image394.png" Id="Rc69266c0afe24f01" /><Relationship Type="http://schemas.openxmlformats.org/officeDocument/2006/relationships/image" Target="/ppt/media/image395.png" Id="Re3e01e491c544a99" /><Relationship Type="http://schemas.openxmlformats.org/officeDocument/2006/relationships/image" Target="/ppt/media/image396.png" Id="Ra6c8b5708020499e" /><Relationship Type="http://schemas.openxmlformats.org/officeDocument/2006/relationships/image" Target="/ppt/media/image397.png" Id="R00e1cf207a6e4310" /><Relationship Type="http://schemas.openxmlformats.org/officeDocument/2006/relationships/image" Target="/ppt/media/image398.png" Id="R6bfc6c7739e74d19" /><Relationship Type="http://schemas.openxmlformats.org/officeDocument/2006/relationships/image" Target="/ppt/media/image399.png" Id="R9af2bca93d154e41" /><Relationship Type="http://schemas.openxmlformats.org/officeDocument/2006/relationships/image" Target="/ppt/media/image400.png" Id="R11d917c53a184c6e" /><Relationship Type="http://schemas.openxmlformats.org/officeDocument/2006/relationships/image" Target="/ppt/media/image401.png" Id="R8275fac869c940c3" /><Relationship Type="http://schemas.openxmlformats.org/officeDocument/2006/relationships/image" Target="/ppt/media/image402.png" Id="Rb5f3a11d533d42d6" /><Relationship Type="http://schemas.openxmlformats.org/officeDocument/2006/relationships/image" Target="/ppt/media/image403.png" Id="R2f8414cd2a384a91" /><Relationship Type="http://schemas.openxmlformats.org/officeDocument/2006/relationships/image" Target="/ppt/media/image404.png" Id="R0e0cfe6d0a7a485b" /><Relationship Type="http://schemas.openxmlformats.org/officeDocument/2006/relationships/image" Target="/ppt/media/image405.png" Id="Rafaa00ae3d7e4369" /><Relationship Type="http://schemas.openxmlformats.org/officeDocument/2006/relationships/image" Target="/ppt/media/image406.png" Id="R43cbd7939f714847" /><Relationship Type="http://schemas.openxmlformats.org/officeDocument/2006/relationships/image" Target="/ppt/media/image407.png" Id="R6275941a5c6b42e7" /><Relationship Type="http://schemas.openxmlformats.org/officeDocument/2006/relationships/image" Target="/ppt/media/image408.png" Id="R0206310f3fde4c1a" /><Relationship Type="http://schemas.openxmlformats.org/officeDocument/2006/relationships/image" Target="/ppt/media/image409.png" Id="R4501beeb2abc4bdd" /><Relationship Type="http://schemas.openxmlformats.org/officeDocument/2006/relationships/image" Target="/ppt/media/image410.png" Id="R835af93442a84cee" /><Relationship Type="http://schemas.openxmlformats.org/officeDocument/2006/relationships/image" Target="/ppt/media/image411.png" Id="R02bfdf9e19694935" /><Relationship Type="http://schemas.openxmlformats.org/officeDocument/2006/relationships/image" Target="/ppt/media/image412.png" Id="R48d50da107654902" /><Relationship Type="http://schemas.openxmlformats.org/officeDocument/2006/relationships/image" Target="/ppt/media/image413.png" Id="R7374e46d7ad1429f" /><Relationship Type="http://schemas.openxmlformats.org/officeDocument/2006/relationships/image" Target="/ppt/media/image414.png" Id="R0c80514525f14f9f" /><Relationship Type="http://schemas.openxmlformats.org/officeDocument/2006/relationships/image" Target="/ppt/media/image415.png" Id="Rf423553d838f470a" /><Relationship Type="http://schemas.openxmlformats.org/officeDocument/2006/relationships/image" Target="/ppt/media/image416.png" Id="R0f063069cee74e9e" /><Relationship Type="http://schemas.openxmlformats.org/officeDocument/2006/relationships/image" Target="/ppt/media/image417.png" Id="R8379ec9d48b64914" /><Relationship Type="http://schemas.openxmlformats.org/officeDocument/2006/relationships/image" Target="/ppt/media/image418.png" Id="R8b71d60d09ee42ed" /><Relationship Type="http://schemas.openxmlformats.org/officeDocument/2006/relationships/image" Target="/ppt/media/image419.png" Id="R6a9102428a4b422a" /><Relationship Type="http://schemas.openxmlformats.org/officeDocument/2006/relationships/image" Target="/ppt/media/image420.png" Id="R6fccb57345554316" /><Relationship Type="http://schemas.openxmlformats.org/officeDocument/2006/relationships/image" Target="/ppt/media/image421.png" Id="R37c7bc796f684bc2" /><Relationship Type="http://schemas.openxmlformats.org/officeDocument/2006/relationships/image" Target="/ppt/media/image422.png" Id="Rbd69366355ba4deb" /><Relationship Type="http://schemas.openxmlformats.org/officeDocument/2006/relationships/image" Target="/ppt/media/image423.png" Id="Rc52b03144ed540b5" /><Relationship Type="http://schemas.openxmlformats.org/officeDocument/2006/relationships/image" Target="/ppt/media/image424.png" Id="Rdafcf36f50d04d91" /><Relationship Type="http://schemas.openxmlformats.org/officeDocument/2006/relationships/image" Target="/ppt/media/image425.png" Id="Rd040ef93abef4587" /><Relationship Type="http://schemas.openxmlformats.org/officeDocument/2006/relationships/image" Target="/ppt/media/image426.png" Id="R9f4ae9ee1fab4e2a" /><Relationship Type="http://schemas.openxmlformats.org/officeDocument/2006/relationships/image" Target="/ppt/media/image427.png" Id="Rdaccbf8fb5bf4f88" /><Relationship Type="http://schemas.openxmlformats.org/officeDocument/2006/relationships/image" Target="/ppt/media/image428.png" Id="Rbf43046278724ba8" /><Relationship Type="http://schemas.openxmlformats.org/officeDocument/2006/relationships/image" Target="/ppt/media/image429.png" Id="R57d77bafdefe49c1" /><Relationship Type="http://schemas.openxmlformats.org/officeDocument/2006/relationships/image" Target="/ppt/media/image430.png" Id="R515b93ae390c471e" /><Relationship Type="http://schemas.openxmlformats.org/officeDocument/2006/relationships/image" Target="/ppt/media/image431.png" Id="R6a5e56a23b2f4d07" /><Relationship Type="http://schemas.openxmlformats.org/officeDocument/2006/relationships/image" Target="/ppt/media/image432.png" Id="Rcfb7310abca74ba6" /><Relationship Type="http://schemas.openxmlformats.org/officeDocument/2006/relationships/image" Target="/ppt/media/image433.png" Id="R5d67db39c4534f66" /><Relationship Type="http://schemas.openxmlformats.org/officeDocument/2006/relationships/image" Target="/ppt/media/image434.png" Id="R77754dc0c57349fa" /><Relationship Type="http://schemas.openxmlformats.org/officeDocument/2006/relationships/image" Target="/ppt/media/image435.png" Id="Rc3d319d86ac241d8" /><Relationship Type="http://schemas.openxmlformats.org/officeDocument/2006/relationships/image" Target="/ppt/media/image436.png" Id="R90a1b6f98087423f" /><Relationship Type="http://schemas.openxmlformats.org/officeDocument/2006/relationships/image" Target="/ppt/media/image437.png" Id="R53722570538441e6" /><Relationship Type="http://schemas.openxmlformats.org/officeDocument/2006/relationships/image" Target="/ppt/media/image438.png" Id="R944838dc7d514503" /><Relationship Type="http://schemas.openxmlformats.org/officeDocument/2006/relationships/image" Target="/ppt/media/image439.png" Id="Rdd2418d30ad146fc" /><Relationship Type="http://schemas.openxmlformats.org/officeDocument/2006/relationships/image" Target="/ppt/media/image440.png" Id="R2d718821eb954e74" /><Relationship Type="http://schemas.openxmlformats.org/officeDocument/2006/relationships/image" Target="/ppt/media/image441.png" Id="Rabb8b68cfbc04211" /><Relationship Type="http://schemas.openxmlformats.org/officeDocument/2006/relationships/image" Target="/ppt/media/image442.png" Id="R7a812b1796c7422b" /><Relationship Type="http://schemas.openxmlformats.org/officeDocument/2006/relationships/image" Target="/ppt/media/image443.png" Id="Rb747fa3686ed4792" /><Relationship Type="http://schemas.openxmlformats.org/officeDocument/2006/relationships/image" Target="/ppt/media/image444.png" Id="R21b4456152234682" /><Relationship Type="http://schemas.openxmlformats.org/officeDocument/2006/relationships/image" Target="/ppt/media/image445.png" Id="R1f882ecfda8e47b8" /><Relationship Type="http://schemas.openxmlformats.org/officeDocument/2006/relationships/image" Target="/ppt/media/image446.png" Id="R668138d5624941e9" /><Relationship Type="http://schemas.openxmlformats.org/officeDocument/2006/relationships/image" Target="/ppt/media/image447.png" Id="R03b61f0e527048c9" /><Relationship Type="http://schemas.openxmlformats.org/officeDocument/2006/relationships/image" Target="/ppt/media/image448.png" Id="R537c4172ee594ff6" /><Relationship Type="http://schemas.openxmlformats.org/officeDocument/2006/relationships/image" Target="/ppt/media/image449.png" Id="Rc7389f8586c14953" /><Relationship Type="http://schemas.openxmlformats.org/officeDocument/2006/relationships/image" Target="/ppt/media/image450.png" Id="R0d521e861b8640c9" /><Relationship Type="http://schemas.openxmlformats.org/officeDocument/2006/relationships/image" Target="/ppt/media/image451.png" Id="R9719430ba92c470c" /><Relationship Type="http://schemas.openxmlformats.org/officeDocument/2006/relationships/image" Target="/ppt/media/image452.png" Id="R689ad8b8bc9940b9" /><Relationship Type="http://schemas.openxmlformats.org/officeDocument/2006/relationships/image" Target="/ppt/media/image453.png" Id="R4e619c24b0e24caa" /><Relationship Type="http://schemas.openxmlformats.org/officeDocument/2006/relationships/image" Target="/ppt/media/image454.png" Id="Ra9f84ff8c3b04cd9" /><Relationship Type="http://schemas.openxmlformats.org/officeDocument/2006/relationships/image" Target="/ppt/media/image455.png" Id="R4ef2707a0a124031" /><Relationship Type="http://schemas.openxmlformats.org/officeDocument/2006/relationships/image" Target="/ppt/media/image456.png" Id="Re89b84a001724c6f" /><Relationship Type="http://schemas.openxmlformats.org/officeDocument/2006/relationships/image" Target="/ppt/media/image457.png" Id="R90fff28065314dc7" /><Relationship Type="http://schemas.openxmlformats.org/officeDocument/2006/relationships/image" Target="/ppt/media/image458.png" Id="R1099175e8e1840c8" /><Relationship Type="http://schemas.openxmlformats.org/officeDocument/2006/relationships/image" Target="/ppt/media/image459.png" Id="Re02c401efe6b49fd" /><Relationship Type="http://schemas.openxmlformats.org/officeDocument/2006/relationships/image" Target="/ppt/media/image460.png" Id="R5e8e7448ae044155" /><Relationship Type="http://schemas.openxmlformats.org/officeDocument/2006/relationships/image" Target="/ppt/media/image461.png" Id="R7abf3f9cf7004d62" /><Relationship Type="http://schemas.openxmlformats.org/officeDocument/2006/relationships/image" Target="/ppt/media/image462.png" Id="R22ef0b3e5ceb4aff" /><Relationship Type="http://schemas.openxmlformats.org/officeDocument/2006/relationships/image" Target="/ppt/media/image463.png" Id="Rf484a4a2a0684076" /><Relationship Type="http://schemas.openxmlformats.org/officeDocument/2006/relationships/image" Target="/ppt/media/image464.png" Id="R7eb5101cfa2e4420" /><Relationship Type="http://schemas.openxmlformats.org/officeDocument/2006/relationships/image" Target="/ppt/media/image465.png" Id="R9def35e1aa0b4a7d" /><Relationship Type="http://schemas.openxmlformats.org/officeDocument/2006/relationships/image" Target="/ppt/media/image466.png" Id="Rac4388e29a65479d" /><Relationship Type="http://schemas.openxmlformats.org/officeDocument/2006/relationships/image" Target="/ppt/media/image467.png" Id="R2c41709ef27943e0" /><Relationship Type="http://schemas.openxmlformats.org/officeDocument/2006/relationships/image" Target="/ppt/media/image468.png" Id="R14c3e8bc66bb4947" /><Relationship Type="http://schemas.openxmlformats.org/officeDocument/2006/relationships/image" Target="/ppt/media/image469.png" Id="Re5a0deb9790c487c" /><Relationship Type="http://schemas.openxmlformats.org/officeDocument/2006/relationships/image" Target="/ppt/media/image470.png" Id="Re4b21bb58bb84faa" /><Relationship Type="http://schemas.openxmlformats.org/officeDocument/2006/relationships/image" Target="/ppt/media/image471.png" Id="R3f6d59c908414555" /><Relationship Type="http://schemas.openxmlformats.org/officeDocument/2006/relationships/image" Target="/ppt/media/image472.png" Id="Rb42ae9b3f55b499f" /><Relationship Type="http://schemas.openxmlformats.org/officeDocument/2006/relationships/image" Target="/ppt/media/image473.png" Id="Rb40bda98ccfa46bf" /><Relationship Type="http://schemas.openxmlformats.org/officeDocument/2006/relationships/image" Target="/ppt/media/image474.png" Id="Rae731f8a4f414683" /><Relationship Type="http://schemas.openxmlformats.org/officeDocument/2006/relationships/image" Target="/ppt/media/image475.png" Id="Ra3d3662aafea414d" /><Relationship Type="http://schemas.openxmlformats.org/officeDocument/2006/relationships/image" Target="/ppt/media/image476.png" Id="R6e72f655a1a648bf" /><Relationship Type="http://schemas.openxmlformats.org/officeDocument/2006/relationships/image" Target="/ppt/media/image477.png" Id="R2ee6e32f62594fb5" /><Relationship Type="http://schemas.openxmlformats.org/officeDocument/2006/relationships/image" Target="/ppt/media/image478.png" Id="Rd0dd9cb013614260" /><Relationship Type="http://schemas.openxmlformats.org/officeDocument/2006/relationships/image" Target="/ppt/media/image479.png" Id="R68757033927543bc" /><Relationship Type="http://schemas.openxmlformats.org/officeDocument/2006/relationships/image" Target="/ppt/media/image480.png" Id="R004817609d3844c1" /><Relationship Type="http://schemas.openxmlformats.org/officeDocument/2006/relationships/image" Target="/ppt/media/image481.png" Id="Rbb719d8cef8d4e1c" /><Relationship Type="http://schemas.openxmlformats.org/officeDocument/2006/relationships/image" Target="/ppt/media/image482.png" Id="R7dc0ecec17db44a9" /><Relationship Type="http://schemas.openxmlformats.org/officeDocument/2006/relationships/image" Target="/ppt/media/image483.png" Id="R14977d3694db4752" /><Relationship Type="http://schemas.openxmlformats.org/officeDocument/2006/relationships/image" Target="/ppt/media/image484.png" Id="R257b1b49cc5d43ed" /><Relationship Type="http://schemas.openxmlformats.org/officeDocument/2006/relationships/image" Target="/ppt/media/image485.png" Id="Rfa0065a84e70451b" /><Relationship Type="http://schemas.openxmlformats.org/officeDocument/2006/relationships/image" Target="/ppt/media/image486.png" Id="Rea11c718db014dd7" /><Relationship Type="http://schemas.openxmlformats.org/officeDocument/2006/relationships/image" Target="/ppt/media/image487.png" Id="Re3f738c964094c23" /><Relationship Type="http://schemas.openxmlformats.org/officeDocument/2006/relationships/image" Target="/ppt/media/image488.png" Id="R6bda67f2770a4db1" /><Relationship Type="http://schemas.openxmlformats.org/officeDocument/2006/relationships/image" Target="/ppt/media/image489.png" Id="R9b45fa60e7c04453" /><Relationship Type="http://schemas.openxmlformats.org/officeDocument/2006/relationships/image" Target="/ppt/media/image490.png" Id="Rc6724c1aed314c1f" /><Relationship Type="http://schemas.openxmlformats.org/officeDocument/2006/relationships/image" Target="/ppt/media/image491.png" Id="R0c99779432034e7a" /><Relationship Type="http://schemas.openxmlformats.org/officeDocument/2006/relationships/image" Target="/ppt/media/image492.png" Id="Re22b47ad5a844dcb" /><Relationship Type="http://schemas.openxmlformats.org/officeDocument/2006/relationships/image" Target="/ppt/media/image493.png" Id="R6cf660e9102546cf" /><Relationship Type="http://schemas.openxmlformats.org/officeDocument/2006/relationships/image" Target="/ppt/media/image494.png" Id="Rd4edff1df87244a8" /><Relationship Type="http://schemas.openxmlformats.org/officeDocument/2006/relationships/image" Target="/ppt/media/image495.png" Id="Rabe4345e91064e1e" /><Relationship Type="http://schemas.openxmlformats.org/officeDocument/2006/relationships/image" Target="/ppt/media/image496.png" Id="Rd30ea53b24dc42a4" /><Relationship Type="http://schemas.openxmlformats.org/officeDocument/2006/relationships/image" Target="/ppt/media/image497.png" Id="R331675b2187c49f2" /><Relationship Type="http://schemas.openxmlformats.org/officeDocument/2006/relationships/notesSlide" Target="/ppt/notesSlides/notesSlide26.xml" Id="R3036dec6417c4020" /></Relationships>
</file>

<file path=ppt/slides/slide1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5" name="Real image panel">
            <a:extLst xmlns:a="http://schemas.openxmlformats.org/drawingml/2006/main">
              <a:ext uri="{FF2B5EF4-FFF2-40B4-BE49-F238E27FC236}">
                <a16:creationId xmlns:a16="http://schemas.microsoft.com/office/drawing/2014/main" id="{90DA383B-E7BF-45D3-A829-8CB2BD286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1562" y="160279"/>
            <a:ext cx="6178028" cy="4269251"/>
          </a:xfrm>
          <a:custGeom xmlns:a="http://schemas.openxmlformats.org/drawingml/2006/main">
            <a:pathLst>
              <a:path w="4038600" h="2790825">
                <a:moveTo>
                  <a:pt x="133350" y="0"/>
                </a:moveTo>
                <a:lnTo>
                  <a:pt x="3905250" y="0"/>
                </a:lnTo>
                <a:cubicBezTo>
                  <a:pt x="3978897" y="0"/>
                  <a:pt x="4038600" y="59703"/>
                  <a:pt x="4038600" y="133350"/>
                </a:cubicBezTo>
                <a:lnTo>
                  <a:pt x="4038600" y="2657475"/>
                </a:lnTo>
                <a:cubicBezTo>
                  <a:pt x="4038600" y="2731122"/>
                  <a:pt x="3978897" y="2790825"/>
                  <a:pt x="3905250" y="2790825"/>
                </a:cubicBezTo>
                <a:lnTo>
                  <a:pt x="133350" y="2790825"/>
                </a:lnTo>
                <a:cubicBezTo>
                  <a:pt x="59703" y="2790825"/>
                  <a:pt x="0" y="2731122"/>
                  <a:pt x="0" y="2657475"/>
                </a:cubicBezTo>
                <a:lnTo>
                  <a:pt x="0" y="133350"/>
                </a:lnTo>
                <a:cubicBezTo>
                  <a:pt x="0" y="59703"/>
                  <a:pt x="59703" y="0"/>
                  <a:pt x="133350" y="0"/>
                </a:cubicBezTo>
                <a:close/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72854">
            <a:solidFill>
              <a:srgbClr val="ADC6D5"/>
            </a:solidFill>
            <a:prstDash val="dash"/>
          </a:ln>
        </p:spPr>
      </p:sp>
      <p:sp>
        <p:nvSpPr>
          <p:cNvPr id="2" name="Synthetic image panel">
            <a:extLst xmlns:a="http://schemas.openxmlformats.org/drawingml/2006/main">
              <a:ext uri="{FF2B5EF4-FFF2-40B4-BE49-F238E27FC236}">
                <a16:creationId xmlns:a16="http://schemas.microsoft.com/office/drawing/2014/main" id="{C024111E-DAAB-4522-A595-480D69D09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6693" y="160279"/>
            <a:ext cx="6236312" cy="4269251"/>
          </a:xfrm>
          <a:custGeom xmlns:a="http://schemas.openxmlformats.org/drawingml/2006/main">
            <a:pathLst>
              <a:path w="4076700" h="2790825">
                <a:moveTo>
                  <a:pt x="133350" y="0"/>
                </a:moveTo>
                <a:lnTo>
                  <a:pt x="3943350" y="0"/>
                </a:lnTo>
                <a:cubicBezTo>
                  <a:pt x="4016997" y="0"/>
                  <a:pt x="4076700" y="59703"/>
                  <a:pt x="4076700" y="133350"/>
                </a:cubicBezTo>
                <a:lnTo>
                  <a:pt x="4076700" y="2657475"/>
                </a:lnTo>
                <a:cubicBezTo>
                  <a:pt x="4076700" y="2731122"/>
                  <a:pt x="4016997" y="2790825"/>
                  <a:pt x="3943350" y="2790825"/>
                </a:cubicBezTo>
                <a:lnTo>
                  <a:pt x="133350" y="2790825"/>
                </a:lnTo>
                <a:cubicBezTo>
                  <a:pt x="59703" y="2790825"/>
                  <a:pt x="0" y="2731122"/>
                  <a:pt x="0" y="2657475"/>
                </a:cubicBezTo>
                <a:lnTo>
                  <a:pt x="0" y="133350"/>
                </a:lnTo>
                <a:cubicBezTo>
                  <a:pt x="0" y="59703"/>
                  <a:pt x="59703" y="0"/>
                  <a:pt x="133350" y="0"/>
                </a:cubicBezTo>
                <a:close/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72854">
            <a:solidFill>
              <a:srgbClr val="ADC6D5"/>
            </a:solidFill>
            <a:prstDash val="dash"/>
          </a:ln>
        </p:spPr>
      </p:sp>
      <p:sp>
        <p:nvSpPr>
          <p:cNvPr id="3" name="Comparison continuation">
            <a:extLst xmlns:a="http://schemas.openxmlformats.org/drawingml/2006/main">
              <a:ext uri="{FF2B5EF4-FFF2-40B4-BE49-F238E27FC236}">
                <a16:creationId xmlns:a16="http://schemas.microsoft.com/office/drawing/2014/main" id="{9332D356-6A5C-4CD4-9A5A-0891899D0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1562" y="4516955"/>
            <a:ext cx="6178028" cy="1092812"/>
          </a:xfrm>
          <a:custGeom xmlns:a="http://schemas.openxmlformats.org/drawingml/2006/main">
            <a:pathLst>
              <a:path w="4038600" h="714375">
                <a:moveTo>
                  <a:pt x="114300" y="0"/>
                </a:moveTo>
                <a:lnTo>
                  <a:pt x="3924300" y="0"/>
                </a:lnTo>
                <a:cubicBezTo>
                  <a:pt x="3987426" y="0"/>
                  <a:pt x="4038600" y="51174"/>
                  <a:pt x="4038600" y="114300"/>
                </a:cubicBezTo>
                <a:lnTo>
                  <a:pt x="4038600" y="600075"/>
                </a:lnTo>
                <a:cubicBezTo>
                  <a:pt x="4038600" y="663201"/>
                  <a:pt x="3987426" y="714375"/>
                  <a:pt x="3924300" y="714375"/>
                </a:cubicBezTo>
                <a:lnTo>
                  <a:pt x="114300" y="714375"/>
                </a:lnTo>
                <a:cubicBezTo>
                  <a:pt x="51174" y="714375"/>
                  <a:pt x="0" y="663201"/>
                  <a:pt x="0" y="600075"/>
                </a:cubicBezTo>
                <a:lnTo>
                  <a:pt x="0" y="114300"/>
                </a:lnTo>
                <a:cubicBezTo>
                  <a:pt x="0" y="51174"/>
                  <a:pt x="51174" y="0"/>
                  <a:pt x="114300" y="0"/>
                </a:cubicBezTo>
                <a:close/>
              </a:path>
            </a:pathLst>
          </a:custGeom>
          <a:solidFill xmlns:a="http://schemas.openxmlformats.org/drawingml/2006/main">
            <a:srgbClr val="FAFBFC"/>
          </a:solidFill>
          <a:ln xmlns:a="http://schemas.openxmlformats.org/drawingml/2006/main" w="72854">
            <a:solidFill>
              <a:srgbClr val="E1EBF0"/>
            </a:solidFill>
            <a:prstDash val="dash"/>
          </a:ln>
        </p:spPr>
      </p:sp>
      <p:sp>
        <p:nvSpPr>
          <p:cNvPr id="4" name="Synthetic continuation">
            <a:extLst xmlns:a="http://schemas.openxmlformats.org/drawingml/2006/main">
              <a:ext uri="{FF2B5EF4-FFF2-40B4-BE49-F238E27FC236}">
                <a16:creationId xmlns:a16="http://schemas.microsoft.com/office/drawing/2014/main" id="{BA4D022C-8ECD-49FE-BB6B-8208E306A4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6693" y="4516955"/>
            <a:ext cx="6236312" cy="1092812"/>
          </a:xfrm>
          <a:custGeom xmlns:a="http://schemas.openxmlformats.org/drawingml/2006/main">
            <a:pathLst>
              <a:path w="4076700" h="714375">
                <a:moveTo>
                  <a:pt x="114300" y="0"/>
                </a:moveTo>
                <a:lnTo>
                  <a:pt x="3962400" y="0"/>
                </a:lnTo>
                <a:cubicBezTo>
                  <a:pt x="4025526" y="0"/>
                  <a:pt x="4076700" y="51174"/>
                  <a:pt x="4076700" y="114300"/>
                </a:cubicBezTo>
                <a:lnTo>
                  <a:pt x="4076700" y="600075"/>
                </a:lnTo>
                <a:cubicBezTo>
                  <a:pt x="4076700" y="663201"/>
                  <a:pt x="4025526" y="714375"/>
                  <a:pt x="3962400" y="714375"/>
                </a:cubicBezTo>
                <a:lnTo>
                  <a:pt x="114300" y="714375"/>
                </a:lnTo>
                <a:cubicBezTo>
                  <a:pt x="51174" y="714375"/>
                  <a:pt x="0" y="663201"/>
                  <a:pt x="0" y="600075"/>
                </a:cubicBezTo>
                <a:lnTo>
                  <a:pt x="0" y="114300"/>
                </a:lnTo>
                <a:cubicBezTo>
                  <a:pt x="0" y="51174"/>
                  <a:pt x="51174" y="0"/>
                  <a:pt x="114300" y="0"/>
                </a:cubicBezTo>
                <a:close/>
              </a:path>
            </a:pathLst>
          </a:custGeom>
          <a:solidFill xmlns:a="http://schemas.openxmlformats.org/drawingml/2006/main">
            <a:srgbClr val="FAFBFC"/>
          </a:solidFill>
          <a:ln xmlns:a="http://schemas.openxmlformats.org/drawingml/2006/main" w="72854">
            <a:solidFill>
              <a:srgbClr val="E1EBF0"/>
            </a:solidFill>
            <a:prstDash val="dash"/>
          </a:ln>
        </p:spPr>
      </p:sp>
      <p:sp>
        <p:nvSpPr>
          <p:cNvPr id="5" name="Bias examples panel">
            <a:extLst xmlns:a="http://schemas.openxmlformats.org/drawingml/2006/main">
              <a:ext uri="{FF2B5EF4-FFF2-40B4-BE49-F238E27FC236}">
                <a16:creationId xmlns:a16="http://schemas.microsoft.com/office/drawing/2014/main" id="{E3635512-7AEF-4C3F-9619-7B7C4CFB8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6991" y="5566054"/>
            <a:ext cx="13361443" cy="4487813"/>
          </a:xfrm>
          <a:custGeom xmlns:a="http://schemas.openxmlformats.org/drawingml/2006/main">
            <a:pathLst>
              <a:path w="8734425" h="2933700">
                <a:moveTo>
                  <a:pt x="190500" y="0"/>
                </a:moveTo>
                <a:lnTo>
                  <a:pt x="8543925" y="0"/>
                </a:lnTo>
                <a:cubicBezTo>
                  <a:pt x="8649135" y="0"/>
                  <a:pt x="8734425" y="85290"/>
                  <a:pt x="8734425" y="190500"/>
                </a:cubicBezTo>
                <a:lnTo>
                  <a:pt x="8734425" y="2743200"/>
                </a:lnTo>
                <a:cubicBezTo>
                  <a:pt x="8734425" y="2848410"/>
                  <a:pt x="8649135" y="2933700"/>
                  <a:pt x="8543925" y="2933700"/>
                </a:cubicBezTo>
                <a:lnTo>
                  <a:pt x="190500" y="2933700"/>
                </a:lnTo>
                <a:cubicBezTo>
                  <a:pt x="85290" y="2933700"/>
                  <a:pt x="0" y="2848410"/>
                  <a:pt x="0" y="2743200"/>
                </a:cubicBezTo>
                <a:lnTo>
                  <a:pt x="0" y="190500"/>
                </a:lnTo>
                <a:cubicBezTo>
                  <a:pt x="0" y="85290"/>
                  <a:pt x="85290" y="0"/>
                  <a:pt x="190500" y="0"/>
                </a:cubicBezTo>
                <a:close/>
              </a:path>
            </a:pathLst>
          </a:custGeom>
          <a:solidFill xmlns:a="http://schemas.openxmlformats.org/drawingml/2006/main">
            <a:srgbClr val="F8E8E1"/>
          </a:solidFill>
          <a:ln xmlns:a="http://schemas.openxmlformats.org/drawingml/2006/main" w="58283">
            <a:solidFill>
              <a:srgbClr val="BABABA"/>
            </a:solidFill>
            <a:prstDash val="dash"/>
          </a:ln>
        </p:spPr>
      </p:sp>
      <p:sp>
        <p:nvSpPr>
          <p:cNvPr id="6" name="Real Image">
            <a:extLst xmlns:a="http://schemas.openxmlformats.org/drawingml/2006/main">
              <a:ext uri="{FF2B5EF4-FFF2-40B4-BE49-F238E27FC236}">
                <a16:creationId xmlns:a16="http://schemas.microsoft.com/office/drawing/2014/main" id="{EFAA24DF-8665-4F3A-9F9E-837E22EF9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74052" y="451695"/>
            <a:ext cx="2768456" cy="6119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44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44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442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Real Image</a:t>
            </a:r>
          </a:p>
        </p:txBody>
      </p:sp>
      <p:sp>
        <p:nvSpPr>
          <p:cNvPr id="7" name="Synthetic Image">
            <a:extLst xmlns:a="http://schemas.openxmlformats.org/drawingml/2006/main">
              <a:ext uri="{FF2B5EF4-FFF2-40B4-BE49-F238E27FC236}">
                <a16:creationId xmlns:a16="http://schemas.microsoft.com/office/drawing/2014/main" id="{1B2F21E9-EF15-4961-87E8-0500349D5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03775" y="582833"/>
            <a:ext cx="3715559" cy="6119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44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44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442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Synthetic Image</a:t>
            </a:r>
          </a:p>
        </p:txBody>
      </p:sp>
      <p:pic>
        <p:nvPic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71417B40-F555-47F8-95B4-527FC0CDB70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a1bce8701c84108"/>
          <a:stretch xmlns:a="http://schemas.openxmlformats.org/drawingml/2006/main"/>
        </p:blipFill>
        <p:spPr>
          <a:xfrm xmlns:a="http://schemas.openxmlformats.org/drawingml/2006/main">
            <a:off x="3454094" y="1092812"/>
            <a:ext cx="2287619" cy="2972448"/>
          </a:xfrm>
          <a:prstGeom xmlns:a="http://schemas.openxmlformats.org/drawingml/2006/main" prst="rect">
            <a:avLst/>
          </a:prstGeom>
        </p:spPr>
      </p:pic>
      <p:pic>
        <p:nvPic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7DA9EB0F-DDB0-4FE4-B59E-8A9BF39385D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4f42cc774f2490b"/>
          <a:stretch xmlns:a="http://schemas.openxmlformats.org/drawingml/2006/main"/>
        </p:blipFill>
        <p:spPr>
          <a:xfrm xmlns:a="http://schemas.openxmlformats.org/drawingml/2006/main">
            <a:off x="10477230" y="1471653"/>
            <a:ext cx="2506181" cy="2506181"/>
          </a:xfrm>
          <a:prstGeom xmlns:a="http://schemas.openxmlformats.org/drawingml/2006/main" prst="rect">
            <a:avLst/>
          </a:prstGeom>
        </p:spPr>
      </p:pic>
      <p:sp>
        <p:nvSpPr>
          <p:cNvPr id="10" name="Real format">
            <a:extLst xmlns:a="http://schemas.openxmlformats.org/drawingml/2006/main">
              <a:ext uri="{FF2B5EF4-FFF2-40B4-BE49-F238E27FC236}">
                <a16:creationId xmlns:a16="http://schemas.microsoft.com/office/drawing/2014/main" id="{0768C49E-4944-4B04-BA23-A616AF4F7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413" y="1209378"/>
            <a:ext cx="1690215" cy="801395"/>
          </a:xfrm>
          <a:custGeom xmlns:a="http://schemas.openxmlformats.org/drawingml/2006/main">
            <a:pathLst>
              <a:path w="1104900" h="523875">
                <a:moveTo>
                  <a:pt x="0" y="0"/>
                </a:moveTo>
                <a:lnTo>
                  <a:pt x="1104900" y="0"/>
                </a:lnTo>
                <a:lnTo>
                  <a:pt x="1104900" y="523875"/>
                </a:lnTo>
                <a:lnTo>
                  <a:pt x="0" y="523875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11" name="JPEG">
            <a:extLst xmlns:a="http://schemas.openxmlformats.org/drawingml/2006/main">
              <a:ext uri="{FF2B5EF4-FFF2-40B4-BE49-F238E27FC236}">
                <a16:creationId xmlns:a16="http://schemas.microsoft.com/office/drawing/2014/main" id="{14FAE4D2-E974-4832-84D0-1C5017000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20555" y="1384228"/>
            <a:ext cx="1631932" cy="6265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5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JPEG</a:t>
            </a:r>
          </a:p>
        </p:txBody>
      </p:sp>
      <p:sp>
        <p:nvSpPr>
          <p:cNvPr id="12" name="Real semantics">
            <a:extLst xmlns:a="http://schemas.openxmlformats.org/drawingml/2006/main">
              <a:ext uri="{FF2B5EF4-FFF2-40B4-BE49-F238E27FC236}">
                <a16:creationId xmlns:a16="http://schemas.microsoft.com/office/drawing/2014/main" id="{7012E613-B321-4760-93FA-E28798D8AC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413" y="2185623"/>
            <a:ext cx="1690215" cy="815966"/>
          </a:xfrm>
          <a:custGeom xmlns:a="http://schemas.openxmlformats.org/drawingml/2006/main">
            <a:pathLst>
              <a:path w="1104900" h="533400">
                <a:moveTo>
                  <a:pt x="0" y="0"/>
                </a:moveTo>
                <a:lnTo>
                  <a:pt x="1104900" y="0"/>
                </a:lnTo>
                <a:lnTo>
                  <a:pt x="1104900" y="533400"/>
                </a:lnTo>
                <a:lnTo>
                  <a:pt x="0" y="533400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13" name="Dog">
            <a:extLst xmlns:a="http://schemas.openxmlformats.org/drawingml/2006/main">
              <a:ext uri="{FF2B5EF4-FFF2-40B4-BE49-F238E27FC236}">
                <a16:creationId xmlns:a16="http://schemas.microsoft.com/office/drawing/2014/main" id="{E1E8DD20-2EA3-4A85-89F2-098C4DA33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20555" y="2360473"/>
            <a:ext cx="1631932" cy="6411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5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Dog</a:t>
            </a:r>
          </a:p>
        </p:txBody>
      </p:sp>
      <p:sp>
        <p:nvSpPr>
          <p:cNvPr id="14" name="Real resolution">
            <a:extLst xmlns:a="http://schemas.openxmlformats.org/drawingml/2006/main">
              <a:ext uri="{FF2B5EF4-FFF2-40B4-BE49-F238E27FC236}">
                <a16:creationId xmlns:a16="http://schemas.microsoft.com/office/drawing/2014/main" id="{E9B6FE37-D56B-4F40-85AD-4C86CBB7F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413" y="3176439"/>
            <a:ext cx="1704786" cy="801395"/>
          </a:xfrm>
          <a:custGeom xmlns:a="http://schemas.openxmlformats.org/drawingml/2006/main">
            <a:pathLst>
              <a:path w="1114425" h="523875">
                <a:moveTo>
                  <a:pt x="0" y="0"/>
                </a:moveTo>
                <a:lnTo>
                  <a:pt x="1114425" y="0"/>
                </a:lnTo>
                <a:lnTo>
                  <a:pt x="1114425" y="523875"/>
                </a:lnTo>
                <a:lnTo>
                  <a:pt x="0" y="523875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15" name="256 x 512">
            <a:extLst xmlns:a="http://schemas.openxmlformats.org/drawingml/2006/main">
              <a:ext uri="{FF2B5EF4-FFF2-40B4-BE49-F238E27FC236}">
                <a16:creationId xmlns:a16="http://schemas.microsoft.com/office/drawing/2014/main" id="{3572F875-FB61-4643-95F9-73748FFC2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20555" y="3351289"/>
            <a:ext cx="1646503" cy="6265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5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256 x 512</a:t>
            </a:r>
          </a:p>
        </p:txBody>
      </p:sp>
      <p:sp>
        <p:nvSpPr>
          <p:cNvPr id="16" name="Synthetic format">
            <a:extLst xmlns:a="http://schemas.openxmlformats.org/drawingml/2006/main">
              <a:ext uri="{FF2B5EF4-FFF2-40B4-BE49-F238E27FC236}">
                <a16:creationId xmlns:a16="http://schemas.microsoft.com/office/drawing/2014/main" id="{B868B46F-6A3E-4D1F-8499-AB2EB5D14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2253" y="1355086"/>
            <a:ext cx="1704786" cy="801395"/>
          </a:xfrm>
          <a:custGeom xmlns:a="http://schemas.openxmlformats.org/drawingml/2006/main">
            <a:pathLst>
              <a:path w="1114425" h="523875">
                <a:moveTo>
                  <a:pt x="0" y="0"/>
                </a:moveTo>
                <a:lnTo>
                  <a:pt x="1114425" y="0"/>
                </a:lnTo>
                <a:lnTo>
                  <a:pt x="1114425" y="523875"/>
                </a:lnTo>
                <a:lnTo>
                  <a:pt x="0" y="523875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17" name="PNG">
            <a:extLst xmlns:a="http://schemas.openxmlformats.org/drawingml/2006/main">
              <a:ext uri="{FF2B5EF4-FFF2-40B4-BE49-F238E27FC236}">
                <a16:creationId xmlns:a16="http://schemas.microsoft.com/office/drawing/2014/main" id="{8F540330-885A-46E0-8FBE-67C374D66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91394" y="1529936"/>
            <a:ext cx="1646503" cy="6265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5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PNG</a:t>
            </a:r>
          </a:p>
        </p:txBody>
      </p:sp>
      <p:sp>
        <p:nvSpPr>
          <p:cNvPr id="18" name="Synthetic semantics">
            <a:extLst xmlns:a="http://schemas.openxmlformats.org/drawingml/2006/main">
              <a:ext uri="{FF2B5EF4-FFF2-40B4-BE49-F238E27FC236}">
                <a16:creationId xmlns:a16="http://schemas.microsoft.com/office/drawing/2014/main" id="{28442D18-E1AD-4C47-90E6-41ACF0B555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2253" y="2316761"/>
            <a:ext cx="1704786" cy="801395"/>
          </a:xfrm>
          <a:custGeom xmlns:a="http://schemas.openxmlformats.org/drawingml/2006/main">
            <a:pathLst>
              <a:path w="1114425" h="523875">
                <a:moveTo>
                  <a:pt x="0" y="0"/>
                </a:moveTo>
                <a:lnTo>
                  <a:pt x="1114425" y="0"/>
                </a:lnTo>
                <a:lnTo>
                  <a:pt x="1114425" y="523875"/>
                </a:lnTo>
                <a:lnTo>
                  <a:pt x="0" y="523875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19" name="Cat">
            <a:extLst xmlns:a="http://schemas.openxmlformats.org/drawingml/2006/main">
              <a:ext uri="{FF2B5EF4-FFF2-40B4-BE49-F238E27FC236}">
                <a16:creationId xmlns:a16="http://schemas.microsoft.com/office/drawing/2014/main" id="{5D3D97AE-86CF-4358-AAD2-2D82D30E9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91394" y="2491610"/>
            <a:ext cx="1646503" cy="6265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5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Cat</a:t>
            </a:r>
          </a:p>
        </p:txBody>
      </p:sp>
      <p:sp>
        <p:nvSpPr>
          <p:cNvPr id="20" name="Synthetic resolution">
            <a:extLst xmlns:a="http://schemas.openxmlformats.org/drawingml/2006/main">
              <a:ext uri="{FF2B5EF4-FFF2-40B4-BE49-F238E27FC236}">
                <a16:creationId xmlns:a16="http://schemas.microsoft.com/office/drawing/2014/main" id="{5AC531AF-BAEB-4172-88FB-A5E545D3A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2253" y="3307576"/>
            <a:ext cx="1704786" cy="801395"/>
          </a:xfrm>
          <a:custGeom xmlns:a="http://schemas.openxmlformats.org/drawingml/2006/main">
            <a:pathLst>
              <a:path w="1114425" h="523875">
                <a:moveTo>
                  <a:pt x="0" y="0"/>
                </a:moveTo>
                <a:lnTo>
                  <a:pt x="1114425" y="0"/>
                </a:lnTo>
                <a:lnTo>
                  <a:pt x="1114425" y="523875"/>
                </a:lnTo>
                <a:lnTo>
                  <a:pt x="0" y="523875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21" name="512 x 512">
            <a:extLst xmlns:a="http://schemas.openxmlformats.org/drawingml/2006/main">
              <a:ext uri="{FF2B5EF4-FFF2-40B4-BE49-F238E27FC236}">
                <a16:creationId xmlns:a16="http://schemas.microsoft.com/office/drawing/2014/main" id="{EB571334-2167-4868-A1AF-1653E5BAC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91394" y="3482426"/>
            <a:ext cx="1646503" cy="6265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5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512 x 512</a:t>
            </a:r>
          </a:p>
        </p:txBody>
      </p:sp>
      <p:sp>
        <p:nvSpPr>
          <p:cNvPr id="22" name="Bias downward dashed stem">
            <a:extLst xmlns:a="http://schemas.openxmlformats.org/drawingml/2006/main">
              <a:ext uri="{FF2B5EF4-FFF2-40B4-BE49-F238E27FC236}">
                <a16:creationId xmlns:a16="http://schemas.microsoft.com/office/drawing/2014/main" id="{E2125014-AA82-4483-BF01-B7F61F717C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9181" y="4983221"/>
            <a:ext cx="191" cy="874249"/>
          </a:xfrm>
          <a:custGeom xmlns:a="http://schemas.openxmlformats.org/drawingml/2006/main">
            <a:pathLst>
              <a:path w="191" h="571500">
                <a:moveTo>
                  <a:pt x="0" y="0"/>
                </a:moveTo>
                <a:lnTo>
                  <a:pt x="0" y="571500"/>
                </a:lnTo>
              </a:path>
            </a:pathLst>
          </a:custGeom>
          <a:noFill xmlns:a="http://schemas.openxmlformats.org/drawingml/2006/main"/>
          <a:ln xmlns:a="http://schemas.openxmlformats.org/drawingml/2006/main" w="72854">
            <a:solidFill>
              <a:srgbClr val="000000"/>
            </a:solidFill>
            <a:prstDash val="dash"/>
          </a:ln>
        </p:spPr>
      </p:sp>
      <p:sp>
        <p:nvSpPr>
          <p:cNvPr id="23" name="Bias arrowhead">
            <a:extLst xmlns:a="http://schemas.openxmlformats.org/drawingml/2006/main">
              <a:ext uri="{FF2B5EF4-FFF2-40B4-BE49-F238E27FC236}">
                <a16:creationId xmlns:a16="http://schemas.microsoft.com/office/drawing/2014/main" id="{6FAC0613-4847-4535-B54A-B1D42F806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78043" y="5857470"/>
            <a:ext cx="262275" cy="262275"/>
          </a:xfrm>
          <a:custGeom xmlns:a="http://schemas.openxmlformats.org/drawingml/2006/main">
            <a:pathLst>
              <a:path w="171450" h="171450">
                <a:moveTo>
                  <a:pt x="0" y="0"/>
                </a:moveTo>
                <a:lnTo>
                  <a:pt x="171450" y="0"/>
                </a:lnTo>
                <a:lnTo>
                  <a:pt x="85725" y="17145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24" name="Bias downward dashed stem">
            <a:extLst xmlns:a="http://schemas.openxmlformats.org/drawingml/2006/main">
              <a:ext uri="{FF2B5EF4-FFF2-40B4-BE49-F238E27FC236}">
                <a16:creationId xmlns:a16="http://schemas.microsoft.com/office/drawing/2014/main" id="{551B272D-377C-484D-9340-E2DEC9EF3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0427" y="4983221"/>
            <a:ext cx="191" cy="874249"/>
          </a:xfrm>
          <a:custGeom xmlns:a="http://schemas.openxmlformats.org/drawingml/2006/main">
            <a:pathLst>
              <a:path w="191" h="571500">
                <a:moveTo>
                  <a:pt x="0" y="0"/>
                </a:moveTo>
                <a:lnTo>
                  <a:pt x="0" y="571500"/>
                </a:lnTo>
              </a:path>
            </a:pathLst>
          </a:custGeom>
          <a:noFill xmlns:a="http://schemas.openxmlformats.org/drawingml/2006/main"/>
          <a:ln xmlns:a="http://schemas.openxmlformats.org/drawingml/2006/main" w="72854">
            <a:solidFill>
              <a:srgbClr val="000000"/>
            </a:solidFill>
            <a:prstDash val="dash"/>
          </a:ln>
        </p:spPr>
      </p:sp>
      <p:sp>
        <p:nvSpPr>
          <p:cNvPr id="25" name="Bias arrowhead">
            <a:extLst xmlns:a="http://schemas.openxmlformats.org/drawingml/2006/main">
              <a:ext uri="{FF2B5EF4-FFF2-40B4-BE49-F238E27FC236}">
                <a16:creationId xmlns:a16="http://schemas.microsoft.com/office/drawing/2014/main" id="{61541D2F-3307-4648-BA09-AC227D971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9290" y="5857470"/>
            <a:ext cx="262275" cy="262275"/>
          </a:xfrm>
          <a:custGeom xmlns:a="http://schemas.openxmlformats.org/drawingml/2006/main">
            <a:pathLst>
              <a:path w="171450" h="171450">
                <a:moveTo>
                  <a:pt x="0" y="0"/>
                </a:moveTo>
                <a:lnTo>
                  <a:pt x="171450" y="0"/>
                </a:lnTo>
                <a:lnTo>
                  <a:pt x="85725" y="17145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26" name="Bias downward dashed stem">
            <a:extLst xmlns:a="http://schemas.openxmlformats.org/drawingml/2006/main">
              <a:ext uri="{FF2B5EF4-FFF2-40B4-BE49-F238E27FC236}">
                <a16:creationId xmlns:a16="http://schemas.microsoft.com/office/drawing/2014/main" id="{F14A3B32-0328-422B-BA95-3650EAB46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66244" y="4983221"/>
            <a:ext cx="191" cy="874249"/>
          </a:xfrm>
          <a:custGeom xmlns:a="http://schemas.openxmlformats.org/drawingml/2006/main">
            <a:pathLst>
              <a:path w="191" h="571500">
                <a:moveTo>
                  <a:pt x="0" y="0"/>
                </a:moveTo>
                <a:lnTo>
                  <a:pt x="0" y="571500"/>
                </a:lnTo>
              </a:path>
            </a:pathLst>
          </a:custGeom>
          <a:noFill xmlns:a="http://schemas.openxmlformats.org/drawingml/2006/main"/>
          <a:ln xmlns:a="http://schemas.openxmlformats.org/drawingml/2006/main" w="72854">
            <a:solidFill>
              <a:srgbClr val="000000"/>
            </a:solidFill>
            <a:prstDash val="dash"/>
          </a:ln>
        </p:spPr>
      </p:sp>
      <p:sp>
        <p:nvSpPr>
          <p:cNvPr id="27" name="Bias arrowhead">
            <a:extLst xmlns:a="http://schemas.openxmlformats.org/drawingml/2006/main">
              <a:ext uri="{FF2B5EF4-FFF2-40B4-BE49-F238E27FC236}">
                <a16:creationId xmlns:a16="http://schemas.microsoft.com/office/drawing/2014/main" id="{874568BD-22DC-4E3A-8316-796F20AB1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5107" y="5857470"/>
            <a:ext cx="262275" cy="262275"/>
          </a:xfrm>
          <a:custGeom xmlns:a="http://schemas.openxmlformats.org/drawingml/2006/main">
            <a:pathLst>
              <a:path w="171450" h="171450">
                <a:moveTo>
                  <a:pt x="0" y="0"/>
                </a:moveTo>
                <a:lnTo>
                  <a:pt x="171450" y="0"/>
                </a:lnTo>
                <a:lnTo>
                  <a:pt x="85725" y="17145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28" name="Format Bias">
            <a:extLst xmlns:a="http://schemas.openxmlformats.org/drawingml/2006/main">
              <a:ext uri="{FF2B5EF4-FFF2-40B4-BE49-F238E27FC236}">
                <a16:creationId xmlns:a16="http://schemas.microsoft.com/office/drawing/2014/main" id="{7B9D9C6E-4648-474E-A013-7011B6620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28944" y="6148887"/>
            <a:ext cx="2637319" cy="6119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44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44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44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Format Bias</a:t>
            </a:r>
          </a:p>
        </p:txBody>
      </p:sp>
      <p:sp>
        <p:nvSpPr>
          <p:cNvPr id="29" name="Semantic Bias">
            <a:extLst xmlns:a="http://schemas.openxmlformats.org/drawingml/2006/main">
              <a:ext uri="{FF2B5EF4-FFF2-40B4-BE49-F238E27FC236}">
                <a16:creationId xmlns:a16="http://schemas.microsoft.com/office/drawing/2014/main" id="{C52911D5-1975-47E7-BC2A-03A913AEB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96199" y="6148887"/>
            <a:ext cx="2987018" cy="6119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44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44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44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Bias</a:t>
            </a:r>
          </a:p>
        </p:txBody>
      </p:sp>
      <p:sp>
        <p:nvSpPr>
          <p:cNvPr id="30" name="Size Bias">
            <a:extLst xmlns:a="http://schemas.openxmlformats.org/drawingml/2006/main">
              <a:ext uri="{FF2B5EF4-FFF2-40B4-BE49-F238E27FC236}">
                <a16:creationId xmlns:a16="http://schemas.microsoft.com/office/drawing/2014/main" id="{597055C4-D843-4CB9-927B-943C53CC2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77424" y="6148887"/>
            <a:ext cx="2069057" cy="6119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44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44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44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Size Bias</a:t>
            </a:r>
          </a:p>
        </p:txBody>
      </p:sp>
      <p:sp>
        <p:nvSpPr>
          <p:cNvPr id="31" name="Format bias example">
            <a:extLst xmlns:a="http://schemas.openxmlformats.org/drawingml/2006/main">
              <a:ext uri="{FF2B5EF4-FFF2-40B4-BE49-F238E27FC236}">
                <a16:creationId xmlns:a16="http://schemas.microsoft.com/office/drawing/2014/main" id="{AD886EF4-8F78-496B-ABC6-06F545754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12978" y="6760861"/>
            <a:ext cx="3992405" cy="2433327"/>
          </a:xfrm>
          <a:custGeom xmlns:a="http://schemas.openxmlformats.org/drawingml/2006/main">
            <a:pathLst>
              <a:path w="2609850" h="1590675">
                <a:moveTo>
                  <a:pt x="0" y="0"/>
                </a:moveTo>
                <a:lnTo>
                  <a:pt x="2609850" y="0"/>
                </a:lnTo>
                <a:lnTo>
                  <a:pt x="2609850" y="1590675"/>
                </a:lnTo>
                <a:lnTo>
                  <a:pt x="0" y="1590675"/>
                </a:lnTo>
                <a:close/>
              </a:path>
            </a:pathLst>
          </a:custGeom>
          <a:solidFill xmlns:a="http://schemas.openxmlformats.org/drawingml/2006/main">
            <a:srgbClr val="C9D6DF"/>
          </a:solidFill>
          <a:ln xmlns:a="http://schemas.openxmlformats.org/drawingml/2006/main" w="29142">
            <a:solidFill>
              <a:srgbClr val="BD8FC9"/>
            </a:solidFill>
            <a:prstDash val="solid"/>
          </a:ln>
        </p:spPr>
      </p:sp>
      <p:sp>
        <p:nvSpPr>
          <p:cNvPr id="32" name="Semantic bias example">
            <a:extLst xmlns:a="http://schemas.openxmlformats.org/drawingml/2006/main">
              <a:ext uri="{FF2B5EF4-FFF2-40B4-BE49-F238E27FC236}">
                <a16:creationId xmlns:a16="http://schemas.microsoft.com/office/drawing/2014/main" id="{8DE9CB57-B32D-4CA1-B022-C436F5D056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4225" y="6760861"/>
            <a:ext cx="4006976" cy="2433327"/>
          </a:xfrm>
          <a:custGeom xmlns:a="http://schemas.openxmlformats.org/drawingml/2006/main">
            <a:pathLst>
              <a:path w="2619375" h="1590675">
                <a:moveTo>
                  <a:pt x="0" y="0"/>
                </a:moveTo>
                <a:lnTo>
                  <a:pt x="2619375" y="0"/>
                </a:lnTo>
                <a:lnTo>
                  <a:pt x="2619375" y="1590675"/>
                </a:lnTo>
                <a:lnTo>
                  <a:pt x="0" y="1590675"/>
                </a:lnTo>
                <a:close/>
              </a:path>
            </a:pathLst>
          </a:custGeom>
          <a:solidFill xmlns:a="http://schemas.openxmlformats.org/drawingml/2006/main">
            <a:srgbClr val="DEDDE6"/>
          </a:solidFill>
          <a:ln xmlns:a="http://schemas.openxmlformats.org/drawingml/2006/main" w="29142">
            <a:solidFill>
              <a:srgbClr val="CDDAD4"/>
            </a:solidFill>
            <a:prstDash val="solid"/>
          </a:ln>
        </p:spPr>
      </p:sp>
      <p:sp>
        <p:nvSpPr>
          <p:cNvPr id="33" name="Size bias example">
            <a:extLst xmlns:a="http://schemas.openxmlformats.org/drawingml/2006/main">
              <a:ext uri="{FF2B5EF4-FFF2-40B4-BE49-F238E27FC236}">
                <a16:creationId xmlns:a16="http://schemas.microsoft.com/office/drawing/2014/main" id="{DF05504E-09C1-4D6E-914D-E4D721365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0042" y="6746290"/>
            <a:ext cx="4006976" cy="2433327"/>
          </a:xfrm>
          <a:custGeom xmlns:a="http://schemas.openxmlformats.org/drawingml/2006/main">
            <a:pathLst>
              <a:path w="2619375" h="1590675">
                <a:moveTo>
                  <a:pt x="0" y="0"/>
                </a:moveTo>
                <a:lnTo>
                  <a:pt x="2619375" y="0"/>
                </a:lnTo>
                <a:lnTo>
                  <a:pt x="2619375" y="1590675"/>
                </a:lnTo>
                <a:lnTo>
                  <a:pt x="0" y="1590675"/>
                </a:lnTo>
                <a:close/>
              </a:path>
            </a:pathLst>
          </a:custGeom>
          <a:solidFill xmlns:a="http://schemas.openxmlformats.org/drawingml/2006/main">
            <a:srgbClr val="928BB6"/>
          </a:solidFill>
          <a:ln xmlns:a="http://schemas.openxmlformats.org/drawingml/2006/main" w="29142">
            <a:solidFill>
              <a:srgbClr val="BA80CB"/>
            </a:solidFill>
            <a:prstDash val="solid"/>
          </a:ln>
        </p:spPr>
      </p:sp>
      <p:pic>
        <p:nvPicPr>
          <p:cNvPr id="34" name="">
            <a:extLst xmlns:a="http://schemas.openxmlformats.org/drawingml/2006/main">
              <a:ext uri="{FF2B5EF4-FFF2-40B4-BE49-F238E27FC236}">
                <a16:creationId xmlns:a16="http://schemas.microsoft.com/office/drawing/2014/main" id="{8F5A2909-E880-46ED-8C9C-6F818578D05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8f64390ac76468e"/>
          <a:stretch xmlns:a="http://schemas.openxmlformats.org/drawingml/2006/main"/>
        </p:blipFill>
        <p:spPr>
          <a:xfrm xmlns:a="http://schemas.openxmlformats.org/drawingml/2006/main">
            <a:off x="3016970" y="7168844"/>
            <a:ext cx="1573649" cy="1588220"/>
          </a:xfrm>
          <a:prstGeom xmlns:a="http://schemas.openxmlformats.org/drawingml/2006/main" prst="rect">
            <a:avLst/>
          </a:prstGeom>
        </p:spPr>
      </p:pic>
      <p:pic>
        <p:nvPicPr>
          <p:cNvPr id="35" name="">
            <a:extLst xmlns:a="http://schemas.openxmlformats.org/drawingml/2006/main">
              <a:ext uri="{FF2B5EF4-FFF2-40B4-BE49-F238E27FC236}">
                <a16:creationId xmlns:a16="http://schemas.microsoft.com/office/drawing/2014/main" id="{C9EB3D69-381F-4A0E-9018-D7D0ABA7337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ab1ff8cf96f47ab"/>
          <a:stretch xmlns:a="http://schemas.openxmlformats.org/drawingml/2006/main"/>
        </p:blipFill>
        <p:spPr>
          <a:xfrm xmlns:a="http://schemas.openxmlformats.org/drawingml/2006/main">
            <a:off x="7475641" y="7183415"/>
            <a:ext cx="1573649" cy="1588220"/>
          </a:xfrm>
          <a:prstGeom xmlns:a="http://schemas.openxmlformats.org/drawingml/2006/main" prst="rect">
            <a:avLst/>
          </a:prstGeom>
        </p:spPr>
      </p:pic>
      <p:pic>
        <p:nvPicPr>
          <p:cNvPr id="36" name="">
            <a:extLst xmlns:a="http://schemas.openxmlformats.org/drawingml/2006/main">
              <a:ext uri="{FF2B5EF4-FFF2-40B4-BE49-F238E27FC236}">
                <a16:creationId xmlns:a16="http://schemas.microsoft.com/office/drawing/2014/main" id="{D65D5ECD-F0F5-4036-B0AA-D2133F00A8A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8f8a94555024fdc"/>
          <a:stretch xmlns:a="http://schemas.openxmlformats.org/drawingml/2006/main"/>
        </p:blipFill>
        <p:spPr>
          <a:xfrm xmlns:a="http://schemas.openxmlformats.org/drawingml/2006/main">
            <a:off x="11832317" y="7052278"/>
            <a:ext cx="1457082" cy="1923348"/>
          </a:xfrm>
          <a:prstGeom xmlns:a="http://schemas.openxmlformats.org/drawingml/2006/main" prst="rect">
            <a:avLst/>
          </a:prstGeom>
        </p:spPr>
      </p:pic>
      <p:sp>
        <p:nvSpPr>
          <p:cNvPr id="37" name="Format label">
            <a:extLst xmlns:a="http://schemas.openxmlformats.org/drawingml/2006/main">
              <a:ext uri="{FF2B5EF4-FFF2-40B4-BE49-F238E27FC236}">
                <a16:creationId xmlns:a16="http://schemas.microsoft.com/office/drawing/2014/main" id="{B1466001-401E-4538-AC4A-7EE298BFF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2035" y="7562256"/>
            <a:ext cx="1675644" cy="801395"/>
          </a:xfrm>
          <a:custGeom xmlns:a="http://schemas.openxmlformats.org/drawingml/2006/main">
            <a:pathLst>
              <a:path w="1095375" h="523875">
                <a:moveTo>
                  <a:pt x="0" y="0"/>
                </a:moveTo>
                <a:lnTo>
                  <a:pt x="1095375" y="0"/>
                </a:lnTo>
                <a:lnTo>
                  <a:pt x="1095375" y="523875"/>
                </a:lnTo>
                <a:lnTo>
                  <a:pt x="0" y="523875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38" name="JPEG">
            <a:extLst xmlns:a="http://schemas.openxmlformats.org/drawingml/2006/main">
              <a:ext uri="{FF2B5EF4-FFF2-40B4-BE49-F238E27FC236}">
                <a16:creationId xmlns:a16="http://schemas.microsoft.com/office/drawing/2014/main" id="{67AFD7BE-8D8E-4FEA-B2BD-8C807C75C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11176" y="7737106"/>
            <a:ext cx="1617361" cy="6265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5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JPEG</a:t>
            </a:r>
          </a:p>
        </p:txBody>
      </p:sp>
      <p:sp>
        <p:nvSpPr>
          <p:cNvPr id="39" name="Semantic label">
            <a:extLst xmlns:a="http://schemas.openxmlformats.org/drawingml/2006/main">
              <a:ext uri="{FF2B5EF4-FFF2-40B4-BE49-F238E27FC236}">
                <a16:creationId xmlns:a16="http://schemas.microsoft.com/office/drawing/2014/main" id="{C4B81D90-3B88-4054-97D9-8215EDD6A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1564" y="7576827"/>
            <a:ext cx="1675644" cy="786824"/>
          </a:xfrm>
          <a:custGeom xmlns:a="http://schemas.openxmlformats.org/drawingml/2006/main">
            <a:pathLst>
              <a:path w="1095375" h="514350">
                <a:moveTo>
                  <a:pt x="0" y="0"/>
                </a:moveTo>
                <a:lnTo>
                  <a:pt x="1095375" y="0"/>
                </a:lnTo>
                <a:lnTo>
                  <a:pt x="1095375" y="514350"/>
                </a:lnTo>
                <a:lnTo>
                  <a:pt x="0" y="514350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40" name="Dog">
            <a:extLst xmlns:a="http://schemas.openxmlformats.org/drawingml/2006/main">
              <a:ext uri="{FF2B5EF4-FFF2-40B4-BE49-F238E27FC236}">
                <a16:creationId xmlns:a16="http://schemas.microsoft.com/office/drawing/2014/main" id="{293D5930-9BE1-402C-ADE4-55B93E845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40706" y="7751677"/>
            <a:ext cx="1617361" cy="6119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5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Dog</a:t>
            </a:r>
          </a:p>
        </p:txBody>
      </p:sp>
      <p:sp>
        <p:nvSpPr>
          <p:cNvPr id="41" name="Size label">
            <a:extLst xmlns:a="http://schemas.openxmlformats.org/drawingml/2006/main">
              <a:ext uri="{FF2B5EF4-FFF2-40B4-BE49-F238E27FC236}">
                <a16:creationId xmlns:a16="http://schemas.microsoft.com/office/drawing/2014/main" id="{6C6A2280-D97B-464E-B43A-C723BA82E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24528" y="7562256"/>
            <a:ext cx="1690215" cy="801395"/>
          </a:xfrm>
          <a:custGeom xmlns:a="http://schemas.openxmlformats.org/drawingml/2006/main">
            <a:pathLst>
              <a:path w="1104900" h="523875">
                <a:moveTo>
                  <a:pt x="0" y="0"/>
                </a:moveTo>
                <a:lnTo>
                  <a:pt x="1104900" y="0"/>
                </a:lnTo>
                <a:lnTo>
                  <a:pt x="1104900" y="523875"/>
                </a:lnTo>
                <a:lnTo>
                  <a:pt x="0" y="523875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4571">
            <a:noFill/>
            <a:prstDash val="solid"/>
          </a:ln>
        </p:spPr>
      </p:sp>
      <p:sp>
        <p:nvSpPr>
          <p:cNvPr id="42" name="256 x 512">
            <a:extLst xmlns:a="http://schemas.openxmlformats.org/drawingml/2006/main">
              <a:ext uri="{FF2B5EF4-FFF2-40B4-BE49-F238E27FC236}">
                <a16:creationId xmlns:a16="http://schemas.microsoft.com/office/drawing/2014/main" id="{E9017E73-7D6A-48B5-B462-677534AED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53669" y="7737106"/>
            <a:ext cx="1631932" cy="6265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75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5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256 x 512</a:t>
            </a:r>
          </a:p>
        </p:txBody>
      </p:sp>
      <p:sp>
        <p:nvSpPr>
          <p:cNvPr id="43" name="All synthetic images are mistakenly classified as REAL">
            <a:extLst xmlns:a="http://schemas.openxmlformats.org/drawingml/2006/main">
              <a:ext uri="{FF2B5EF4-FFF2-40B4-BE49-F238E27FC236}">
                <a16:creationId xmlns:a16="http://schemas.microsoft.com/office/drawing/2014/main" id="{1F8E5244-389C-446E-9E42-E948E2BFF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1798" y="9369038"/>
            <a:ext cx="10461850" cy="5997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37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37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37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All synthetic images are mistakenly classified as REAL</a:t>
            </a:r>
          </a:p>
        </p:txBody>
      </p:sp>
      <p:sp>
        <p:nvSpPr>
          <p:cNvPr id="44" name="Misclassification red cross">
            <a:extLst xmlns:a="http://schemas.openxmlformats.org/drawingml/2006/main">
              <a:ext uri="{FF2B5EF4-FFF2-40B4-BE49-F238E27FC236}">
                <a16:creationId xmlns:a16="http://schemas.microsoft.com/office/drawing/2014/main" id="{4A09029D-2077-4962-A893-0E0BC5617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78219" y="9412751"/>
            <a:ext cx="349700" cy="349700"/>
          </a:xfrm>
          <a:custGeom xmlns:a="http://schemas.openxmlformats.org/drawingml/2006/main">
            <a:pathLst>
              <a:path w="228600" h="228600">
                <a:moveTo>
                  <a:pt x="0" y="0"/>
                </a:moveTo>
                <a:lnTo>
                  <a:pt x="228600" y="228600"/>
                </a:lnTo>
                <a:moveTo>
                  <a:pt x="228600" y="0"/>
                </a:moveTo>
                <a:lnTo>
                  <a:pt x="0" y="228600"/>
                </a:lnTo>
              </a:path>
            </a:pathLst>
          </a:custGeom>
          <a:noFill xmlns:a="http://schemas.openxmlformats.org/drawingml/2006/main"/>
          <a:ln xmlns:a="http://schemas.openxmlformats.org/drawingml/2006/main" w="87425">
            <a:solidFill>
              <a:srgbClr val="F00000"/>
            </a:solidFill>
            <a:prstDash val="solid"/>
          </a:ln>
        </p:spPr>
      </p:sp>
    </p:spTree>
    <p:extLst>
      <p:ext uri="{BB962C8B-B14F-4D97-AF65-F5344CB8AC3E}">
        <p14:creationId xmlns:p14="http://schemas.microsoft.com/office/powerpoint/2010/main" val="1921146382"/>
      </p:ext>
    </p:extLst>
  </p:cSld>
</p:sld>
</file>

<file path=ppt/slides/slide2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06" name="Dataset descriptor header">
            <a:extLst xmlns:a="http://schemas.openxmlformats.org/drawingml/2006/main">
              <a:ext uri="{FF2B5EF4-FFF2-40B4-BE49-F238E27FC236}">
                <a16:creationId xmlns:a16="http://schemas.microsoft.com/office/drawing/2014/main" id="{68FFE2D8-70C3-476A-9354-58299F62B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11" y="2959776"/>
            <a:ext cx="3549243" cy="641296"/>
          </a:xfrm>
          <a:custGeom xmlns:a="http://schemas.openxmlformats.org/drawingml/2006/main">
            <a:pathLst>
              <a:path w="3057525" h="552450">
                <a:moveTo>
                  <a:pt x="0" y="0"/>
                </a:moveTo>
                <a:lnTo>
                  <a:pt x="3057525" y="0"/>
                </a:lnTo>
                <a:lnTo>
                  <a:pt x="3057525" y="552450"/>
                </a:lnTo>
                <a:lnTo>
                  <a:pt x="0" y="55245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2114">
            <a:solidFill>
              <a:srgbClr val="000000"/>
            </a:solidFill>
            <a:prstDash val="dash"/>
          </a:ln>
        </p:spPr>
      </p:sp>
      <p:sp>
        <p:nvSpPr>
          <p:cNvPr id="2" name="Syn.1">
            <a:extLst xmlns:a="http://schemas.openxmlformats.org/drawingml/2006/main">
              <a:ext uri="{FF2B5EF4-FFF2-40B4-BE49-F238E27FC236}">
                <a16:creationId xmlns:a16="http://schemas.microsoft.com/office/drawing/2014/main" id="{2C841330-769D-4697-AF03-482310970A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796" y="3015060"/>
            <a:ext cx="685524" cy="4975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Syn.1</a:t>
            </a:r>
          </a:p>
        </p:txBody>
      </p:sp>
      <p:sp>
        <p:nvSpPr>
          <p:cNvPr id="3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E105095A-6B93-42FC-82AD-A3954C16B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319" y="3092458"/>
            <a:ext cx="740808" cy="375932"/>
          </a:xfrm>
          <a:custGeom xmlns:a="http://schemas.openxmlformats.org/drawingml/2006/main">
            <a:pathLst>
              <a:path w="638175" h="323850">
                <a:moveTo>
                  <a:pt x="0" y="0"/>
                </a:moveTo>
                <a:lnTo>
                  <a:pt x="638175" y="0"/>
                </a:lnTo>
                <a:lnTo>
                  <a:pt x="638175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4" name="PNG">
            <a:extLst xmlns:a="http://schemas.openxmlformats.org/drawingml/2006/main">
              <a:ext uri="{FF2B5EF4-FFF2-40B4-BE49-F238E27FC236}">
                <a16:creationId xmlns:a16="http://schemas.microsoft.com/office/drawing/2014/main" id="{8E94B4B4-A735-4305-8301-8BBFD61CC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0319" y="3147742"/>
            <a:ext cx="740808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PNG</a:t>
            </a:r>
          </a:p>
        </p:txBody>
      </p:sp>
      <p:sp>
        <p:nvSpPr>
          <p:cNvPr id="5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BF120ECA-155F-4D7C-8B8B-382A8D22A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1695" y="3092458"/>
            <a:ext cx="751865" cy="375932"/>
          </a:xfrm>
          <a:custGeom xmlns:a="http://schemas.openxmlformats.org/drawingml/2006/main">
            <a:pathLst>
              <a:path w="647700" h="323850">
                <a:moveTo>
                  <a:pt x="0" y="0"/>
                </a:moveTo>
                <a:lnTo>
                  <a:pt x="647700" y="0"/>
                </a:lnTo>
                <a:lnTo>
                  <a:pt x="647700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" name="Dog">
            <a:extLst xmlns:a="http://schemas.openxmlformats.org/drawingml/2006/main">
              <a:ext uri="{FF2B5EF4-FFF2-40B4-BE49-F238E27FC236}">
                <a16:creationId xmlns:a16="http://schemas.microsoft.com/office/drawing/2014/main" id="{2EEA9CAB-1E76-4AD4-B5AD-702F00E93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1695" y="3147742"/>
            <a:ext cx="751865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Dog</a:t>
            </a:r>
          </a:p>
        </p:txBody>
      </p:sp>
      <p:sp>
        <p:nvSpPr>
          <p:cNvPr id="7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BE814D12-FC41-4313-A85F-419BB9C6A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76242" y="3092458"/>
            <a:ext cx="1006172" cy="375932"/>
          </a:xfrm>
          <a:custGeom xmlns:a="http://schemas.openxmlformats.org/drawingml/2006/main">
            <a:pathLst>
              <a:path w="866775" h="323850">
                <a:moveTo>
                  <a:pt x="0" y="0"/>
                </a:moveTo>
                <a:lnTo>
                  <a:pt x="866775" y="0"/>
                </a:lnTo>
                <a:lnTo>
                  <a:pt x="866775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" name="512 x 512">
            <a:extLst xmlns:a="http://schemas.openxmlformats.org/drawingml/2006/main">
              <a:ext uri="{FF2B5EF4-FFF2-40B4-BE49-F238E27FC236}">
                <a16:creationId xmlns:a16="http://schemas.microsoft.com/office/drawing/2014/main" id="{B44EC97C-5C12-4D2A-9EA0-4C30140BE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76242" y="3147742"/>
            <a:ext cx="1006172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512 x 512</a:t>
            </a:r>
          </a:p>
        </p:txBody>
      </p:sp>
      <p:sp>
        <p:nvSpPr>
          <p:cNvPr id="9" name="Dataset descriptor header">
            <a:extLst xmlns:a="http://schemas.openxmlformats.org/drawingml/2006/main">
              <a:ext uri="{FF2B5EF4-FFF2-40B4-BE49-F238E27FC236}">
                <a16:creationId xmlns:a16="http://schemas.microsoft.com/office/drawing/2014/main" id="{5A857221-E605-4DE4-992B-BE581CEB5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6152" y="2959776"/>
            <a:ext cx="3505016" cy="641296"/>
          </a:xfrm>
          <a:custGeom xmlns:a="http://schemas.openxmlformats.org/drawingml/2006/main">
            <a:pathLst>
              <a:path w="3019425" h="552450">
                <a:moveTo>
                  <a:pt x="0" y="0"/>
                </a:moveTo>
                <a:lnTo>
                  <a:pt x="3019425" y="0"/>
                </a:lnTo>
                <a:lnTo>
                  <a:pt x="3019425" y="552450"/>
                </a:lnTo>
                <a:lnTo>
                  <a:pt x="0" y="55245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2114">
            <a:solidFill>
              <a:srgbClr val="000000"/>
            </a:solidFill>
            <a:prstDash val="dash"/>
          </a:ln>
        </p:spPr>
      </p:sp>
      <p:sp>
        <p:nvSpPr>
          <p:cNvPr id="10" name="Syn.2">
            <a:extLst xmlns:a="http://schemas.openxmlformats.org/drawingml/2006/main">
              <a:ext uri="{FF2B5EF4-FFF2-40B4-BE49-F238E27FC236}">
                <a16:creationId xmlns:a16="http://schemas.microsoft.com/office/drawing/2014/main" id="{97C254FF-D8B1-4A5E-9AF9-F9723B771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81437" y="3015060"/>
            <a:ext cx="685524" cy="4975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Syn.2</a:t>
            </a:r>
          </a:p>
        </p:txBody>
      </p:sp>
      <p:sp>
        <p:nvSpPr>
          <p:cNvPr id="11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BF05DA5D-2982-4261-B6B5-32586B475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66960" y="3092458"/>
            <a:ext cx="696580" cy="375932"/>
          </a:xfrm>
          <a:custGeom xmlns:a="http://schemas.openxmlformats.org/drawingml/2006/main">
            <a:pathLst>
              <a:path w="600075" h="323850">
                <a:moveTo>
                  <a:pt x="0" y="0"/>
                </a:moveTo>
                <a:lnTo>
                  <a:pt x="600075" y="0"/>
                </a:lnTo>
                <a:lnTo>
                  <a:pt x="600075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" name="JPEG">
            <a:extLst xmlns:a="http://schemas.openxmlformats.org/drawingml/2006/main">
              <a:ext uri="{FF2B5EF4-FFF2-40B4-BE49-F238E27FC236}">
                <a16:creationId xmlns:a16="http://schemas.microsoft.com/office/drawing/2014/main" id="{0377EAE3-63AF-43BB-B96D-6BD74C1B3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66960" y="3147742"/>
            <a:ext cx="696580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JPEG</a:t>
            </a:r>
          </a:p>
        </p:txBody>
      </p:sp>
      <p:sp>
        <p:nvSpPr>
          <p:cNvPr id="13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53277269-3A30-48D4-B1E6-279CD0F12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4109" y="3092458"/>
            <a:ext cx="751865" cy="375932"/>
          </a:xfrm>
          <a:custGeom xmlns:a="http://schemas.openxmlformats.org/drawingml/2006/main">
            <a:pathLst>
              <a:path w="647700" h="323850">
                <a:moveTo>
                  <a:pt x="0" y="0"/>
                </a:moveTo>
                <a:lnTo>
                  <a:pt x="647700" y="0"/>
                </a:lnTo>
                <a:lnTo>
                  <a:pt x="647700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" name="Cat">
            <a:extLst xmlns:a="http://schemas.openxmlformats.org/drawingml/2006/main">
              <a:ext uri="{FF2B5EF4-FFF2-40B4-BE49-F238E27FC236}">
                <a16:creationId xmlns:a16="http://schemas.microsoft.com/office/drawing/2014/main" id="{92E32BE3-0488-42E2-BF71-DF30A6686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74109" y="3147742"/>
            <a:ext cx="751865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Cat</a:t>
            </a:r>
          </a:p>
        </p:txBody>
      </p:sp>
      <p:sp>
        <p:nvSpPr>
          <p:cNvPr id="15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59F0CD0D-F41E-4B4E-A5E1-62F0ED31E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58655" y="3092458"/>
            <a:ext cx="1006172" cy="375932"/>
          </a:xfrm>
          <a:custGeom xmlns:a="http://schemas.openxmlformats.org/drawingml/2006/main">
            <a:pathLst>
              <a:path w="866775" h="323850">
                <a:moveTo>
                  <a:pt x="0" y="0"/>
                </a:moveTo>
                <a:lnTo>
                  <a:pt x="866775" y="0"/>
                </a:lnTo>
                <a:lnTo>
                  <a:pt x="866775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6" name="256 x 512">
            <a:extLst xmlns:a="http://schemas.openxmlformats.org/drawingml/2006/main">
              <a:ext uri="{FF2B5EF4-FFF2-40B4-BE49-F238E27FC236}">
                <a16:creationId xmlns:a16="http://schemas.microsoft.com/office/drawing/2014/main" id="{5BA8A7FA-4EB5-45A8-AED5-D816ECE27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58655" y="3147742"/>
            <a:ext cx="1006172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256 x 512</a:t>
            </a:r>
          </a:p>
        </p:txBody>
      </p:sp>
      <p:sp>
        <p:nvSpPr>
          <p:cNvPr id="17" name="Dataset descriptor header">
            <a:extLst xmlns:a="http://schemas.openxmlformats.org/drawingml/2006/main">
              <a:ext uri="{FF2B5EF4-FFF2-40B4-BE49-F238E27FC236}">
                <a16:creationId xmlns:a16="http://schemas.microsoft.com/office/drawing/2014/main" id="{24F546D6-532A-49E2-A053-8B892E850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0680" y="2959776"/>
            <a:ext cx="3505016" cy="641296"/>
          </a:xfrm>
          <a:custGeom xmlns:a="http://schemas.openxmlformats.org/drawingml/2006/main">
            <a:pathLst>
              <a:path w="3019425" h="552450">
                <a:moveTo>
                  <a:pt x="0" y="0"/>
                </a:moveTo>
                <a:lnTo>
                  <a:pt x="3019425" y="0"/>
                </a:lnTo>
                <a:lnTo>
                  <a:pt x="3019425" y="552450"/>
                </a:lnTo>
                <a:lnTo>
                  <a:pt x="0" y="55245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2114">
            <a:solidFill>
              <a:srgbClr val="000000"/>
            </a:solidFill>
            <a:prstDash val="dash"/>
          </a:ln>
        </p:spPr>
      </p:sp>
      <p:sp>
        <p:nvSpPr>
          <p:cNvPr id="18" name="Syn.3">
            <a:extLst xmlns:a="http://schemas.openxmlformats.org/drawingml/2006/main">
              <a:ext uri="{FF2B5EF4-FFF2-40B4-BE49-F238E27FC236}">
                <a16:creationId xmlns:a16="http://schemas.microsoft.com/office/drawing/2014/main" id="{DEE10F54-3F50-4EFA-B17E-66329DF9E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85964" y="3015060"/>
            <a:ext cx="685524" cy="4975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Syn.3</a:t>
            </a:r>
          </a:p>
        </p:txBody>
      </p:sp>
      <p:sp>
        <p:nvSpPr>
          <p:cNvPr id="19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B57F9619-178A-4D35-BA18-F0C5F41FE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1487" y="3092458"/>
            <a:ext cx="696580" cy="375932"/>
          </a:xfrm>
          <a:custGeom xmlns:a="http://schemas.openxmlformats.org/drawingml/2006/main">
            <a:pathLst>
              <a:path w="600075" h="323850">
                <a:moveTo>
                  <a:pt x="0" y="0"/>
                </a:moveTo>
                <a:lnTo>
                  <a:pt x="600075" y="0"/>
                </a:lnTo>
                <a:lnTo>
                  <a:pt x="600075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20" name="PNG">
            <a:extLst xmlns:a="http://schemas.openxmlformats.org/drawingml/2006/main">
              <a:ext uri="{FF2B5EF4-FFF2-40B4-BE49-F238E27FC236}">
                <a16:creationId xmlns:a16="http://schemas.microsoft.com/office/drawing/2014/main" id="{D55C343A-86F6-45AF-9230-13C4A88A6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71487" y="3147742"/>
            <a:ext cx="696580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PNG</a:t>
            </a:r>
          </a:p>
        </p:txBody>
      </p:sp>
      <p:sp>
        <p:nvSpPr>
          <p:cNvPr id="21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27EAEDB0-50E9-4BEB-911F-96069F24E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8636" y="3092458"/>
            <a:ext cx="751865" cy="375932"/>
          </a:xfrm>
          <a:custGeom xmlns:a="http://schemas.openxmlformats.org/drawingml/2006/main">
            <a:pathLst>
              <a:path w="647700" h="323850">
                <a:moveTo>
                  <a:pt x="0" y="0"/>
                </a:moveTo>
                <a:lnTo>
                  <a:pt x="647700" y="0"/>
                </a:lnTo>
                <a:lnTo>
                  <a:pt x="647700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22" name="Dog">
            <a:extLst xmlns:a="http://schemas.openxmlformats.org/drawingml/2006/main">
              <a:ext uri="{FF2B5EF4-FFF2-40B4-BE49-F238E27FC236}">
                <a16:creationId xmlns:a16="http://schemas.microsoft.com/office/drawing/2014/main" id="{09DED675-F2BD-4A16-B216-143678BAD9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78636" y="3147742"/>
            <a:ext cx="751865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Dog</a:t>
            </a:r>
          </a:p>
        </p:txBody>
      </p:sp>
      <p:sp>
        <p:nvSpPr>
          <p:cNvPr id="23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5A77D417-E115-4643-9841-34908BD30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3183" y="3092458"/>
            <a:ext cx="1006172" cy="375932"/>
          </a:xfrm>
          <a:custGeom xmlns:a="http://schemas.openxmlformats.org/drawingml/2006/main">
            <a:pathLst>
              <a:path w="866775" h="323850">
                <a:moveTo>
                  <a:pt x="0" y="0"/>
                </a:moveTo>
                <a:lnTo>
                  <a:pt x="866775" y="0"/>
                </a:lnTo>
                <a:lnTo>
                  <a:pt x="866775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24" name="512 x 512">
            <a:extLst xmlns:a="http://schemas.openxmlformats.org/drawingml/2006/main">
              <a:ext uri="{FF2B5EF4-FFF2-40B4-BE49-F238E27FC236}">
                <a16:creationId xmlns:a16="http://schemas.microsoft.com/office/drawing/2014/main" id="{D20773F1-37F9-4723-AF1B-78E5B8D36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63183" y="3147742"/>
            <a:ext cx="1006172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512 x 512</a:t>
            </a:r>
          </a:p>
        </p:txBody>
      </p:sp>
      <p:sp>
        <p:nvSpPr>
          <p:cNvPr id="25" name="Dataset descriptor header">
            <a:extLst xmlns:a="http://schemas.openxmlformats.org/drawingml/2006/main">
              <a:ext uri="{FF2B5EF4-FFF2-40B4-BE49-F238E27FC236}">
                <a16:creationId xmlns:a16="http://schemas.microsoft.com/office/drawing/2014/main" id="{A20C9A8E-1D25-4ACA-8A0C-A0D9EABB7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264" y="2959776"/>
            <a:ext cx="3648755" cy="641296"/>
          </a:xfrm>
          <a:custGeom xmlns:a="http://schemas.openxmlformats.org/drawingml/2006/main">
            <a:pathLst>
              <a:path w="3143250" h="552450">
                <a:moveTo>
                  <a:pt x="0" y="0"/>
                </a:moveTo>
                <a:lnTo>
                  <a:pt x="3143250" y="0"/>
                </a:lnTo>
                <a:lnTo>
                  <a:pt x="3143250" y="552450"/>
                </a:lnTo>
                <a:lnTo>
                  <a:pt x="0" y="55245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2114">
            <a:solidFill>
              <a:srgbClr val="000000"/>
            </a:solidFill>
            <a:prstDash val="dash"/>
          </a:ln>
        </p:spPr>
      </p:sp>
      <p:sp>
        <p:nvSpPr>
          <p:cNvPr id="26" name="Aligned&#10;Syn.">
            <a:extLst xmlns:a="http://schemas.openxmlformats.org/drawingml/2006/main">
              <a:ext uri="{FF2B5EF4-FFF2-40B4-BE49-F238E27FC236}">
                <a16:creationId xmlns:a16="http://schemas.microsoft.com/office/drawing/2014/main" id="{181BED1A-CCB9-425D-A9BA-B97EBF3A2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01548" y="3015060"/>
            <a:ext cx="796092" cy="4975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Aligned</a:t>
            </a:r>
          </a:p>
          <a:p xmlns:a="http://schemas.openxmlformats.org/drawingml/2006/main">
            <a:pPr algn="l">
              <a:lnSpc>
                <a:spcPct val="100000"/>
              </a:lnSpc>
              <a:buNone/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</a:t>
            </a:r>
          </a:p>
        </p:txBody>
      </p:sp>
      <p:sp>
        <p:nvSpPr>
          <p:cNvPr id="27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521A589E-58A7-4E4A-8FE2-E6B76E1CB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7640" y="3092458"/>
            <a:ext cx="729751" cy="375932"/>
          </a:xfrm>
          <a:custGeom xmlns:a="http://schemas.openxmlformats.org/drawingml/2006/main">
            <a:pathLst>
              <a:path w="628650" h="323850">
                <a:moveTo>
                  <a:pt x="0" y="0"/>
                </a:moveTo>
                <a:lnTo>
                  <a:pt x="628650" y="0"/>
                </a:lnTo>
                <a:lnTo>
                  <a:pt x="628650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28" name="JPEG">
            <a:extLst xmlns:a="http://schemas.openxmlformats.org/drawingml/2006/main">
              <a:ext uri="{FF2B5EF4-FFF2-40B4-BE49-F238E27FC236}">
                <a16:creationId xmlns:a16="http://schemas.microsoft.com/office/drawing/2014/main" id="{0D9827F9-BF19-48A5-B01F-DB245829A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97640" y="3147742"/>
            <a:ext cx="729751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JPEG</a:t>
            </a:r>
          </a:p>
        </p:txBody>
      </p:sp>
      <p:sp>
        <p:nvSpPr>
          <p:cNvPr id="29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9D3FEAEC-AE23-4EFB-B9F4-29EF1EC25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37959" y="3092458"/>
            <a:ext cx="751865" cy="375932"/>
          </a:xfrm>
          <a:custGeom xmlns:a="http://schemas.openxmlformats.org/drawingml/2006/main">
            <a:pathLst>
              <a:path w="647700" h="323850">
                <a:moveTo>
                  <a:pt x="0" y="0"/>
                </a:moveTo>
                <a:lnTo>
                  <a:pt x="647700" y="0"/>
                </a:lnTo>
                <a:lnTo>
                  <a:pt x="647700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30" name="Dog">
            <a:extLst xmlns:a="http://schemas.openxmlformats.org/drawingml/2006/main">
              <a:ext uri="{FF2B5EF4-FFF2-40B4-BE49-F238E27FC236}">
                <a16:creationId xmlns:a16="http://schemas.microsoft.com/office/drawing/2014/main" id="{73903F1E-550B-41D9-8E69-8A6AE74E8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37959" y="3147742"/>
            <a:ext cx="751865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Dog</a:t>
            </a:r>
          </a:p>
        </p:txBody>
      </p:sp>
      <p:sp>
        <p:nvSpPr>
          <p:cNvPr id="31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5818852E-9546-487A-94FF-CF167FA4A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2505" y="3092458"/>
            <a:ext cx="1006172" cy="375932"/>
          </a:xfrm>
          <a:custGeom xmlns:a="http://schemas.openxmlformats.org/drawingml/2006/main">
            <a:pathLst>
              <a:path w="866775" h="323850">
                <a:moveTo>
                  <a:pt x="0" y="0"/>
                </a:moveTo>
                <a:lnTo>
                  <a:pt x="866775" y="0"/>
                </a:lnTo>
                <a:lnTo>
                  <a:pt x="866775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32" name="256 x 512">
            <a:extLst xmlns:a="http://schemas.openxmlformats.org/drawingml/2006/main">
              <a:ext uri="{FF2B5EF4-FFF2-40B4-BE49-F238E27FC236}">
                <a16:creationId xmlns:a16="http://schemas.microsoft.com/office/drawing/2014/main" id="{9333122B-C907-4E6B-A9E2-3656CF9F7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22505" y="3147742"/>
            <a:ext cx="1006172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256 x 512</a:t>
            </a:r>
          </a:p>
        </p:txBody>
      </p:sp>
      <p:sp>
        <p:nvSpPr>
          <p:cNvPr id="33" name="Dataset descriptor header">
            <a:extLst xmlns:a="http://schemas.openxmlformats.org/drawingml/2006/main">
              <a:ext uri="{FF2B5EF4-FFF2-40B4-BE49-F238E27FC236}">
                <a16:creationId xmlns:a16="http://schemas.microsoft.com/office/drawing/2014/main" id="{08830CE3-389C-46F4-B5BE-82462CB19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83473" y="2959776"/>
            <a:ext cx="3538186" cy="641296"/>
          </a:xfrm>
          <a:custGeom xmlns:a="http://schemas.openxmlformats.org/drawingml/2006/main">
            <a:pathLst>
              <a:path w="3048000" h="552450">
                <a:moveTo>
                  <a:pt x="0" y="0"/>
                </a:moveTo>
                <a:lnTo>
                  <a:pt x="3048000" y="0"/>
                </a:lnTo>
                <a:lnTo>
                  <a:pt x="3048000" y="552450"/>
                </a:lnTo>
                <a:lnTo>
                  <a:pt x="0" y="55245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2114">
            <a:solidFill>
              <a:srgbClr val="000000"/>
            </a:solidFill>
            <a:prstDash val="dash"/>
          </a:ln>
        </p:spPr>
      </p:sp>
      <p:sp>
        <p:nvSpPr>
          <p:cNvPr id="34" name="Real">
            <a:extLst xmlns:a="http://schemas.openxmlformats.org/drawingml/2006/main">
              <a:ext uri="{FF2B5EF4-FFF2-40B4-BE49-F238E27FC236}">
                <a16:creationId xmlns:a16="http://schemas.microsoft.com/office/drawing/2014/main" id="{B020905B-1DEB-4886-8D51-4D3D555F6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38757" y="3015060"/>
            <a:ext cx="685524" cy="4975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Real</a:t>
            </a:r>
          </a:p>
        </p:txBody>
      </p:sp>
      <p:sp>
        <p:nvSpPr>
          <p:cNvPr id="35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7482DC70-170D-4ADA-AAB2-3730903AE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24281" y="3092458"/>
            <a:ext cx="729751" cy="375932"/>
          </a:xfrm>
          <a:custGeom xmlns:a="http://schemas.openxmlformats.org/drawingml/2006/main">
            <a:pathLst>
              <a:path w="628650" h="323850">
                <a:moveTo>
                  <a:pt x="0" y="0"/>
                </a:moveTo>
                <a:lnTo>
                  <a:pt x="628650" y="0"/>
                </a:lnTo>
                <a:lnTo>
                  <a:pt x="628650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36" name="JPEG">
            <a:extLst xmlns:a="http://schemas.openxmlformats.org/drawingml/2006/main">
              <a:ext uri="{FF2B5EF4-FFF2-40B4-BE49-F238E27FC236}">
                <a16:creationId xmlns:a16="http://schemas.microsoft.com/office/drawing/2014/main" id="{250CFFA8-E7C7-473B-85E3-D3BF89CC3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24281" y="3147742"/>
            <a:ext cx="729751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JPEG</a:t>
            </a:r>
          </a:p>
        </p:txBody>
      </p:sp>
      <p:sp>
        <p:nvSpPr>
          <p:cNvPr id="37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E2C50C89-F0B7-4EFA-9D2F-12EF99CAA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4600" y="3092458"/>
            <a:ext cx="751865" cy="375932"/>
          </a:xfrm>
          <a:custGeom xmlns:a="http://schemas.openxmlformats.org/drawingml/2006/main">
            <a:pathLst>
              <a:path w="647700" h="323850">
                <a:moveTo>
                  <a:pt x="0" y="0"/>
                </a:moveTo>
                <a:lnTo>
                  <a:pt x="647700" y="0"/>
                </a:lnTo>
                <a:lnTo>
                  <a:pt x="647700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38" name="Dog">
            <a:extLst xmlns:a="http://schemas.openxmlformats.org/drawingml/2006/main">
              <a:ext uri="{FF2B5EF4-FFF2-40B4-BE49-F238E27FC236}">
                <a16:creationId xmlns:a16="http://schemas.microsoft.com/office/drawing/2014/main" id="{DC3F3653-36AD-475C-9318-FC7601D922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64600" y="3147742"/>
            <a:ext cx="751865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Dog</a:t>
            </a:r>
          </a:p>
        </p:txBody>
      </p:sp>
      <p:sp>
        <p:nvSpPr>
          <p:cNvPr id="39" name="Dataset attribute">
            <a:extLst xmlns:a="http://schemas.openxmlformats.org/drawingml/2006/main">
              <a:ext uri="{FF2B5EF4-FFF2-40B4-BE49-F238E27FC236}">
                <a16:creationId xmlns:a16="http://schemas.microsoft.com/office/drawing/2014/main" id="{E3A7D8FB-C73A-48A7-A241-05A39620F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49146" y="3092458"/>
            <a:ext cx="1006172" cy="375932"/>
          </a:xfrm>
          <a:custGeom xmlns:a="http://schemas.openxmlformats.org/drawingml/2006/main">
            <a:pathLst>
              <a:path w="866775" h="323850">
                <a:moveTo>
                  <a:pt x="0" y="0"/>
                </a:moveTo>
                <a:lnTo>
                  <a:pt x="866775" y="0"/>
                </a:lnTo>
                <a:lnTo>
                  <a:pt x="866775" y="323850"/>
                </a:lnTo>
                <a:lnTo>
                  <a:pt x="0" y="32385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40" name="256 x 512">
            <a:extLst xmlns:a="http://schemas.openxmlformats.org/drawingml/2006/main">
              <a:ext uri="{FF2B5EF4-FFF2-40B4-BE49-F238E27FC236}">
                <a16:creationId xmlns:a16="http://schemas.microsoft.com/office/drawing/2014/main" id="{A659A2B8-7891-422B-9217-4D3703A73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149146" y="3147742"/>
            <a:ext cx="1006172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256 x 512</a:t>
            </a:r>
          </a:p>
        </p:txBody>
      </p:sp>
      <p:sp>
        <p:nvSpPr>
          <p:cNvPr id="41" name="Panel separator">
            <a:extLst xmlns:a="http://schemas.openxmlformats.org/drawingml/2006/main">
              <a:ext uri="{FF2B5EF4-FFF2-40B4-BE49-F238E27FC236}">
                <a16:creationId xmlns:a16="http://schemas.microsoft.com/office/drawing/2014/main" id="{B78732AE-2CA2-4717-A53D-211483A69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66960" y="3800095"/>
            <a:ext cx="191" cy="2996401"/>
          </a:xfrm>
          <a:custGeom xmlns:a="http://schemas.openxmlformats.org/drawingml/2006/main">
            <a:pathLst>
              <a:path w="191" h="2581275">
                <a:moveTo>
                  <a:pt x="0" y="0"/>
                </a:moveTo>
                <a:lnTo>
                  <a:pt x="0" y="2581275"/>
                </a:lnTo>
              </a:path>
            </a:pathLst>
          </a:custGeom>
          <a:noFill xmlns:a="http://schemas.openxmlformats.org/drawingml/2006/main"/>
          <a:ln xmlns:a="http://schemas.openxmlformats.org/drawingml/2006/main" w="22114">
            <a:solidFill>
              <a:srgbClr val="000000"/>
            </a:solidFill>
            <a:prstDash val="dash"/>
          </a:ln>
        </p:spPr>
      </p:sp>
      <p:sp>
        <p:nvSpPr>
          <p:cNvPr id="42" name="Panel separator">
            <a:extLst xmlns:a="http://schemas.openxmlformats.org/drawingml/2006/main">
              <a:ext uri="{FF2B5EF4-FFF2-40B4-BE49-F238E27FC236}">
                <a16:creationId xmlns:a16="http://schemas.microsoft.com/office/drawing/2014/main" id="{80DD5D94-CFFF-4AE1-B4E3-E64CE55F9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4977" y="3800095"/>
            <a:ext cx="191" cy="2996401"/>
          </a:xfrm>
          <a:custGeom xmlns:a="http://schemas.openxmlformats.org/drawingml/2006/main">
            <a:pathLst>
              <a:path w="191" h="2581275">
                <a:moveTo>
                  <a:pt x="0" y="0"/>
                </a:moveTo>
                <a:lnTo>
                  <a:pt x="0" y="2581275"/>
                </a:lnTo>
              </a:path>
            </a:pathLst>
          </a:custGeom>
          <a:noFill xmlns:a="http://schemas.openxmlformats.org/drawingml/2006/main"/>
          <a:ln xmlns:a="http://schemas.openxmlformats.org/drawingml/2006/main" w="22114">
            <a:solidFill>
              <a:srgbClr val="000000"/>
            </a:solidFill>
            <a:prstDash val="dash"/>
          </a:ln>
        </p:spPr>
      </p:sp>
      <p:sp>
        <p:nvSpPr>
          <p:cNvPr id="43" name="Panel separator">
            <a:extLst xmlns:a="http://schemas.openxmlformats.org/drawingml/2006/main">
              <a:ext uri="{FF2B5EF4-FFF2-40B4-BE49-F238E27FC236}">
                <a16:creationId xmlns:a16="http://schemas.microsoft.com/office/drawing/2014/main" id="{94D70319-8241-4A31-849B-E03E942CA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56164" y="3800095"/>
            <a:ext cx="191" cy="2996401"/>
          </a:xfrm>
          <a:custGeom xmlns:a="http://schemas.openxmlformats.org/drawingml/2006/main">
            <a:pathLst>
              <a:path w="191" h="2581275">
                <a:moveTo>
                  <a:pt x="0" y="0"/>
                </a:moveTo>
                <a:lnTo>
                  <a:pt x="0" y="2581275"/>
                </a:lnTo>
              </a:path>
            </a:pathLst>
          </a:custGeom>
          <a:noFill xmlns:a="http://schemas.openxmlformats.org/drawingml/2006/main"/>
          <a:ln xmlns:a="http://schemas.openxmlformats.org/drawingml/2006/main" w="22114">
            <a:solidFill>
              <a:srgbClr val="000000"/>
            </a:solidFill>
            <a:prstDash val="dash"/>
          </a:ln>
        </p:spPr>
      </p:sp>
      <p:sp>
        <p:nvSpPr>
          <p:cNvPr id="44" name="Synthetic sample 0">
            <a:extLst xmlns:a="http://schemas.openxmlformats.org/drawingml/2006/main">
              <a:ext uri="{FF2B5EF4-FFF2-40B4-BE49-F238E27FC236}">
                <a16:creationId xmlns:a16="http://schemas.microsoft.com/office/drawing/2014/main" id="{9346AA53-CA3C-4EC1-A072-BEA9B7DAE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90622" y="6309996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66675"/>
                </a:lnTo>
                <a:lnTo>
                  <a:pt x="9525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45" name="Synthetic sample 1">
            <a:extLst xmlns:a="http://schemas.openxmlformats.org/drawingml/2006/main">
              <a:ext uri="{FF2B5EF4-FFF2-40B4-BE49-F238E27FC236}">
                <a16:creationId xmlns:a16="http://schemas.microsoft.com/office/drawing/2014/main" id="{C3429163-9C19-45B0-ADBF-6977B558F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9923" y="6309996"/>
            <a:ext cx="88455" cy="88455"/>
          </a:xfrm>
          <a:custGeom xmlns:a="http://schemas.openxmlformats.org/drawingml/2006/main">
            <a:pathLst>
              <a:path w="76200" h="76200">
                <a:moveTo>
                  <a:pt x="9525" y="9525"/>
                </a:moveTo>
                <a:lnTo>
                  <a:pt x="0" y="28575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66675" y="9525"/>
                </a:lnTo>
                <a:lnTo>
                  <a:pt x="47625" y="0"/>
                </a:lnTo>
                <a:lnTo>
                  <a:pt x="2857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46" name="Synthetic sample 2">
            <a:extLst xmlns:a="http://schemas.openxmlformats.org/drawingml/2006/main">
              <a:ext uri="{FF2B5EF4-FFF2-40B4-BE49-F238E27FC236}">
                <a16:creationId xmlns:a16="http://schemas.microsoft.com/office/drawing/2014/main" id="{63265F5A-693C-488A-8D8A-F8E733BBB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0849" y="6309996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3810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47" name="Synthetic sample 3">
            <a:extLst xmlns:a="http://schemas.openxmlformats.org/drawingml/2006/main">
              <a:ext uri="{FF2B5EF4-FFF2-40B4-BE49-F238E27FC236}">
                <a16:creationId xmlns:a16="http://schemas.microsoft.com/office/drawing/2014/main" id="{904F04F1-591F-4658-8EAA-815C3A71A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1775" y="6309996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66675"/>
                </a:lnTo>
                <a:lnTo>
                  <a:pt x="9525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48" name="Synthetic sample 4">
            <a:extLst xmlns:a="http://schemas.openxmlformats.org/drawingml/2006/main">
              <a:ext uri="{FF2B5EF4-FFF2-40B4-BE49-F238E27FC236}">
                <a16:creationId xmlns:a16="http://schemas.microsoft.com/office/drawing/2014/main" id="{3BDDF335-43F1-4E22-B539-31CE8D8BB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46883" y="6188371"/>
            <a:ext cx="88455" cy="99511"/>
          </a:xfrm>
          <a:custGeom xmlns:a="http://schemas.openxmlformats.org/drawingml/2006/main">
            <a:pathLst>
              <a:path w="76200" h="85725">
                <a:moveTo>
                  <a:pt x="28575" y="0"/>
                </a:moveTo>
                <a:lnTo>
                  <a:pt x="9525" y="9525"/>
                </a:lnTo>
                <a:lnTo>
                  <a:pt x="0" y="28575"/>
                </a:lnTo>
                <a:lnTo>
                  <a:pt x="0" y="57150"/>
                </a:lnTo>
                <a:lnTo>
                  <a:pt x="9525" y="76200"/>
                </a:lnTo>
                <a:lnTo>
                  <a:pt x="38100" y="85725"/>
                </a:lnTo>
                <a:lnTo>
                  <a:pt x="66675" y="66675"/>
                </a:lnTo>
                <a:lnTo>
                  <a:pt x="76200" y="38100"/>
                </a:lnTo>
                <a:lnTo>
                  <a:pt x="57150" y="952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49" name="Synthetic sample 5">
            <a:extLst xmlns:a="http://schemas.openxmlformats.org/drawingml/2006/main">
              <a:ext uri="{FF2B5EF4-FFF2-40B4-BE49-F238E27FC236}">
                <a16:creationId xmlns:a16="http://schemas.microsoft.com/office/drawing/2014/main" id="{43282149-287F-465E-AD34-7D0FE0CC5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7241" y="6188371"/>
            <a:ext cx="77398" cy="99511"/>
          </a:xfrm>
          <a:custGeom xmlns:a="http://schemas.openxmlformats.org/drawingml/2006/main">
            <a:pathLst>
              <a:path w="66675" h="85725">
                <a:moveTo>
                  <a:pt x="28575" y="0"/>
                </a:moveTo>
                <a:lnTo>
                  <a:pt x="0" y="19050"/>
                </a:lnTo>
                <a:lnTo>
                  <a:pt x="0" y="66675"/>
                </a:lnTo>
                <a:lnTo>
                  <a:pt x="38100" y="85725"/>
                </a:lnTo>
                <a:lnTo>
                  <a:pt x="66675" y="66675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0" name="Synthetic sample 6">
            <a:extLst xmlns:a="http://schemas.openxmlformats.org/drawingml/2006/main">
              <a:ext uri="{FF2B5EF4-FFF2-40B4-BE49-F238E27FC236}">
                <a16:creationId xmlns:a16="http://schemas.microsoft.com/office/drawing/2014/main" id="{E7A1923F-B2F7-4CB2-BF49-146F5D06C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7110" y="6188371"/>
            <a:ext cx="88455" cy="99511"/>
          </a:xfrm>
          <a:custGeom xmlns:a="http://schemas.openxmlformats.org/drawingml/2006/main">
            <a:pathLst>
              <a:path w="76200" h="85725">
                <a:moveTo>
                  <a:pt x="47625" y="0"/>
                </a:moveTo>
                <a:lnTo>
                  <a:pt x="19050" y="9525"/>
                </a:lnTo>
                <a:lnTo>
                  <a:pt x="0" y="28575"/>
                </a:lnTo>
                <a:lnTo>
                  <a:pt x="0" y="57150"/>
                </a:lnTo>
                <a:lnTo>
                  <a:pt x="28575" y="85725"/>
                </a:lnTo>
                <a:lnTo>
                  <a:pt x="47625" y="85725"/>
                </a:lnTo>
                <a:lnTo>
                  <a:pt x="76200" y="57150"/>
                </a:lnTo>
                <a:lnTo>
                  <a:pt x="76200" y="28575"/>
                </a:lnTo>
                <a:lnTo>
                  <a:pt x="66675" y="952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1" name="Synthetic sample 7">
            <a:extLst xmlns:a="http://schemas.openxmlformats.org/drawingml/2006/main">
              <a:ext uri="{FF2B5EF4-FFF2-40B4-BE49-F238E27FC236}">
                <a16:creationId xmlns:a16="http://schemas.microsoft.com/office/drawing/2014/main" id="{A7CE88CC-DEC1-4D3D-BC43-D277DE932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8036" y="6188371"/>
            <a:ext cx="88455" cy="99511"/>
          </a:xfrm>
          <a:custGeom xmlns:a="http://schemas.openxmlformats.org/drawingml/2006/main">
            <a:pathLst>
              <a:path w="76200" h="85725">
                <a:moveTo>
                  <a:pt x="28575" y="0"/>
                </a:moveTo>
                <a:lnTo>
                  <a:pt x="9525" y="9525"/>
                </a:lnTo>
                <a:lnTo>
                  <a:pt x="0" y="28575"/>
                </a:lnTo>
                <a:lnTo>
                  <a:pt x="0" y="57150"/>
                </a:lnTo>
                <a:lnTo>
                  <a:pt x="9525" y="76200"/>
                </a:lnTo>
                <a:lnTo>
                  <a:pt x="38100" y="85725"/>
                </a:lnTo>
                <a:lnTo>
                  <a:pt x="66675" y="66675"/>
                </a:lnTo>
                <a:lnTo>
                  <a:pt x="76200" y="38100"/>
                </a:lnTo>
                <a:lnTo>
                  <a:pt x="57150" y="952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2" name="Synthetic sample 8">
            <a:extLst xmlns:a="http://schemas.openxmlformats.org/drawingml/2006/main">
              <a:ext uri="{FF2B5EF4-FFF2-40B4-BE49-F238E27FC236}">
                <a16:creationId xmlns:a16="http://schemas.microsoft.com/office/drawing/2014/main" id="{CB442753-04A2-4FE8-9216-EF3731826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34849" y="6144143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66675"/>
                </a:lnTo>
                <a:lnTo>
                  <a:pt x="76200" y="47625"/>
                </a:lnTo>
                <a:lnTo>
                  <a:pt x="76200" y="2857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3" name="Synthetic sample 9">
            <a:extLst xmlns:a="http://schemas.openxmlformats.org/drawingml/2006/main">
              <a:ext uri="{FF2B5EF4-FFF2-40B4-BE49-F238E27FC236}">
                <a16:creationId xmlns:a16="http://schemas.microsoft.com/office/drawing/2014/main" id="{C17FC391-71F0-4C3A-810B-48B0DE6B1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207" y="6144143"/>
            <a:ext cx="77398" cy="88455"/>
          </a:xfrm>
          <a:custGeom xmlns:a="http://schemas.openxmlformats.org/drawingml/2006/main">
            <a:pathLst>
              <a:path w="66675" h="76200">
                <a:moveTo>
                  <a:pt x="0" y="9525"/>
                </a:move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9525"/>
                </a:lnTo>
                <a:lnTo>
                  <a:pt x="47625" y="0"/>
                </a:lnTo>
                <a:lnTo>
                  <a:pt x="190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4" name="Synthetic sample 10">
            <a:extLst xmlns:a="http://schemas.openxmlformats.org/drawingml/2006/main">
              <a:ext uri="{FF2B5EF4-FFF2-40B4-BE49-F238E27FC236}">
                <a16:creationId xmlns:a16="http://schemas.microsoft.com/office/drawing/2014/main" id="{3883EA7A-273E-4124-987F-D47317710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5076" y="6144143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5" name="Synthetic sample 11">
            <a:extLst xmlns:a="http://schemas.openxmlformats.org/drawingml/2006/main">
              <a:ext uri="{FF2B5EF4-FFF2-40B4-BE49-F238E27FC236}">
                <a16:creationId xmlns:a16="http://schemas.microsoft.com/office/drawing/2014/main" id="{08C080BE-3DC9-4464-B6BF-DF68B11D3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6002" y="6144143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66675"/>
                </a:lnTo>
                <a:lnTo>
                  <a:pt x="76200" y="47625"/>
                </a:lnTo>
                <a:lnTo>
                  <a:pt x="76200" y="2857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6" name="Synthetic sample 12">
            <a:extLst xmlns:a="http://schemas.openxmlformats.org/drawingml/2006/main">
              <a:ext uri="{FF2B5EF4-FFF2-40B4-BE49-F238E27FC236}">
                <a16:creationId xmlns:a16="http://schemas.microsoft.com/office/drawing/2014/main" id="{2C7BC3D5-C44E-4B25-82BE-174BF7AB1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644" y="6033575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7" name="Synthetic sample 13">
            <a:extLst xmlns:a="http://schemas.openxmlformats.org/drawingml/2006/main">
              <a:ext uri="{FF2B5EF4-FFF2-40B4-BE49-F238E27FC236}">
                <a16:creationId xmlns:a16="http://schemas.microsoft.com/office/drawing/2014/main" id="{DF1D83E8-4A63-4D23-81EE-977F21CD4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02" y="6033575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8" name="Synthetic sample 14">
            <a:extLst xmlns:a="http://schemas.openxmlformats.org/drawingml/2006/main">
              <a:ext uri="{FF2B5EF4-FFF2-40B4-BE49-F238E27FC236}">
                <a16:creationId xmlns:a16="http://schemas.microsoft.com/office/drawing/2014/main" id="{7BAEF997-7324-4369-885A-B5733C7DF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0929" y="6033575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59" name="Synthetic sample 15">
            <a:extLst xmlns:a="http://schemas.openxmlformats.org/drawingml/2006/main">
              <a:ext uri="{FF2B5EF4-FFF2-40B4-BE49-F238E27FC236}">
                <a16:creationId xmlns:a16="http://schemas.microsoft.com/office/drawing/2014/main" id="{B58808B7-F394-4AA6-898D-9D20BB1D5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0798" y="6033575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9525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0" name="Synthetic sample 16">
            <a:extLst xmlns:a="http://schemas.openxmlformats.org/drawingml/2006/main">
              <a:ext uri="{FF2B5EF4-FFF2-40B4-BE49-F238E27FC236}">
                <a16:creationId xmlns:a16="http://schemas.microsoft.com/office/drawing/2014/main" id="{10A8EE94-FD66-4876-A6AF-3FC7B7409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02167" y="6011461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76200" y="38100"/>
                </a:lnTo>
                <a:lnTo>
                  <a:pt x="66675" y="28575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1" name="Synthetic sample 17">
            <a:extLst xmlns:a="http://schemas.openxmlformats.org/drawingml/2006/main">
              <a:ext uri="{FF2B5EF4-FFF2-40B4-BE49-F238E27FC236}">
                <a16:creationId xmlns:a16="http://schemas.microsoft.com/office/drawing/2014/main" id="{49284CC4-A24C-4266-AC98-011BC5792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1468" y="6011461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38100"/>
                </a:lnTo>
                <a:lnTo>
                  <a:pt x="9525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2" name="Synthetic sample 18">
            <a:extLst xmlns:a="http://schemas.openxmlformats.org/drawingml/2006/main">
              <a:ext uri="{FF2B5EF4-FFF2-40B4-BE49-F238E27FC236}">
                <a16:creationId xmlns:a16="http://schemas.microsoft.com/office/drawing/2014/main" id="{1EA5C1D6-4466-4592-85E0-3C4CB226A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2394" y="6011461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66675"/>
                </a:lnTo>
                <a:lnTo>
                  <a:pt x="76200" y="47625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3" name="Synthetic sample 19">
            <a:extLst xmlns:a="http://schemas.openxmlformats.org/drawingml/2006/main">
              <a:ext uri="{FF2B5EF4-FFF2-40B4-BE49-F238E27FC236}">
                <a16:creationId xmlns:a16="http://schemas.microsoft.com/office/drawing/2014/main" id="{B6FB1D6C-3BA2-4716-9DCD-8250EEE83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3320" y="6011461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76200" y="38100"/>
                </a:lnTo>
                <a:lnTo>
                  <a:pt x="66675" y="28575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4" name="Synthetic sample 20">
            <a:extLst xmlns:a="http://schemas.openxmlformats.org/drawingml/2006/main">
              <a:ext uri="{FF2B5EF4-FFF2-40B4-BE49-F238E27FC236}">
                <a16:creationId xmlns:a16="http://schemas.microsoft.com/office/drawing/2014/main" id="{6037F6E5-9835-4157-B9E4-85FB65023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4929" y="5856666"/>
            <a:ext cx="88455" cy="88455"/>
          </a:xfrm>
          <a:custGeom xmlns:a="http://schemas.openxmlformats.org/drawingml/2006/main">
            <a:pathLst>
              <a:path w="76200" h="76200">
                <a:moveTo>
                  <a:pt x="9525" y="9525"/>
                </a:moveTo>
                <a:lnTo>
                  <a:pt x="0" y="28575"/>
                </a:lnTo>
                <a:lnTo>
                  <a:pt x="0" y="47625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28575"/>
                </a:lnTo>
                <a:lnTo>
                  <a:pt x="57150" y="0"/>
                </a:lnTo>
                <a:lnTo>
                  <a:pt x="2857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5" name="Synthetic sample 21">
            <a:extLst xmlns:a="http://schemas.openxmlformats.org/drawingml/2006/main">
              <a:ext uri="{FF2B5EF4-FFF2-40B4-BE49-F238E27FC236}">
                <a16:creationId xmlns:a16="http://schemas.microsoft.com/office/drawing/2014/main" id="{5CBBFEB2-ABA3-409C-8AAC-C838275FF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5287" y="5856666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3810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6" name="Synthetic sample 22">
            <a:extLst xmlns:a="http://schemas.openxmlformats.org/drawingml/2006/main">
              <a:ext uri="{FF2B5EF4-FFF2-40B4-BE49-F238E27FC236}">
                <a16:creationId xmlns:a16="http://schemas.microsoft.com/office/drawing/2014/main" id="{FFC76B6E-F4C3-41EB-A235-81DAE6AF8B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6213" y="5856666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66675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7" name="Synthetic sample 23">
            <a:extLst xmlns:a="http://schemas.openxmlformats.org/drawingml/2006/main">
              <a:ext uri="{FF2B5EF4-FFF2-40B4-BE49-F238E27FC236}">
                <a16:creationId xmlns:a16="http://schemas.microsoft.com/office/drawing/2014/main" id="{D1270C2F-8283-4490-907D-C9B0785FC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6082" y="5856666"/>
            <a:ext cx="88455" cy="88455"/>
          </a:xfrm>
          <a:custGeom xmlns:a="http://schemas.openxmlformats.org/drawingml/2006/main">
            <a:pathLst>
              <a:path w="76200" h="76200">
                <a:moveTo>
                  <a:pt x="9525" y="9525"/>
                </a:moveTo>
                <a:lnTo>
                  <a:pt x="0" y="28575"/>
                </a:lnTo>
                <a:lnTo>
                  <a:pt x="0" y="47625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lnTo>
                  <a:pt x="2857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8" name="Synthetic sample 24">
            <a:extLst xmlns:a="http://schemas.openxmlformats.org/drawingml/2006/main">
              <a:ext uri="{FF2B5EF4-FFF2-40B4-BE49-F238E27FC236}">
                <a16:creationId xmlns:a16="http://schemas.microsoft.com/office/drawing/2014/main" id="{3EDBFF87-046B-4C6F-8E14-5F863352C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34849" y="5779268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47625" y="76200"/>
                </a:lnTo>
                <a:lnTo>
                  <a:pt x="66675" y="66675"/>
                </a:lnTo>
                <a:lnTo>
                  <a:pt x="76200" y="47625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69" name="Synthetic sample 25">
            <a:extLst xmlns:a="http://schemas.openxmlformats.org/drawingml/2006/main">
              <a:ext uri="{FF2B5EF4-FFF2-40B4-BE49-F238E27FC236}">
                <a16:creationId xmlns:a16="http://schemas.microsoft.com/office/drawing/2014/main" id="{9968E1D6-1C91-43EE-977F-0E7F9F2BF9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207" y="5779268"/>
            <a:ext cx="77398" cy="88455"/>
          </a:xfrm>
          <a:custGeom xmlns:a="http://schemas.openxmlformats.org/drawingml/2006/main">
            <a:pathLst>
              <a:path w="66675" h="76200">
                <a:moveTo>
                  <a:pt x="9525" y="0"/>
                </a:moveTo>
                <a:lnTo>
                  <a:pt x="0" y="19050"/>
                </a:lnTo>
                <a:lnTo>
                  <a:pt x="0" y="57150"/>
                </a:lnTo>
                <a:lnTo>
                  <a:pt x="28575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0" name="Synthetic sample 26">
            <a:extLst xmlns:a="http://schemas.openxmlformats.org/drawingml/2006/main">
              <a:ext uri="{FF2B5EF4-FFF2-40B4-BE49-F238E27FC236}">
                <a16:creationId xmlns:a16="http://schemas.microsoft.com/office/drawing/2014/main" id="{F56E2A51-AEE8-482B-8A20-CBFD0C57D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6133" y="5779268"/>
            <a:ext cx="77398" cy="88455"/>
          </a:xfrm>
          <a:custGeom xmlns:a="http://schemas.openxmlformats.org/drawingml/2006/main">
            <a:pathLst>
              <a:path w="66675" h="76200">
                <a:moveTo>
                  <a:pt x="9525" y="0"/>
                </a:moveTo>
                <a:lnTo>
                  <a:pt x="0" y="9525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1" name="Synthetic sample 27">
            <a:extLst xmlns:a="http://schemas.openxmlformats.org/drawingml/2006/main">
              <a:ext uri="{FF2B5EF4-FFF2-40B4-BE49-F238E27FC236}">
                <a16:creationId xmlns:a16="http://schemas.microsoft.com/office/drawing/2014/main" id="{0385E44C-4B5D-45FA-B256-6960C152F8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6002" y="5779268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47625" y="76200"/>
                </a:lnTo>
                <a:lnTo>
                  <a:pt x="66675" y="66675"/>
                </a:lnTo>
                <a:lnTo>
                  <a:pt x="76200" y="47625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2" name="Synthetic sample 28">
            <a:extLst xmlns:a="http://schemas.openxmlformats.org/drawingml/2006/main">
              <a:ext uri="{FF2B5EF4-FFF2-40B4-BE49-F238E27FC236}">
                <a16:creationId xmlns:a16="http://schemas.microsoft.com/office/drawing/2014/main" id="{819DF10B-133D-476F-B79B-709EAC008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69224" y="5768211"/>
            <a:ext cx="77398" cy="88455"/>
          </a:xfrm>
          <a:custGeom xmlns:a="http://schemas.openxmlformats.org/drawingml/2006/main">
            <a:pathLst>
              <a:path w="66675" h="76200">
                <a:moveTo>
                  <a:pt x="9525" y="0"/>
                </a:moveTo>
                <a:lnTo>
                  <a:pt x="0" y="9525"/>
                </a:lnTo>
                <a:lnTo>
                  <a:pt x="0" y="57150"/>
                </a:lnTo>
                <a:lnTo>
                  <a:pt x="28575" y="76200"/>
                </a:lnTo>
                <a:lnTo>
                  <a:pt x="57150" y="66675"/>
                </a:lnTo>
                <a:lnTo>
                  <a:pt x="66675" y="57150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3" name="Synthetic sample 29">
            <a:extLst xmlns:a="http://schemas.openxmlformats.org/drawingml/2006/main">
              <a:ext uri="{FF2B5EF4-FFF2-40B4-BE49-F238E27FC236}">
                <a16:creationId xmlns:a16="http://schemas.microsoft.com/office/drawing/2014/main" id="{88603CAF-9AAA-4E02-BAF8-8979D802D2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57940" y="5757154"/>
            <a:ext cx="88455" cy="99511"/>
          </a:xfrm>
          <a:custGeom xmlns:a="http://schemas.openxmlformats.org/drawingml/2006/main">
            <a:pathLst>
              <a:path w="76200" h="85725">
                <a:moveTo>
                  <a:pt x="38100" y="0"/>
                </a:moveTo>
                <a:lnTo>
                  <a:pt x="19050" y="9525"/>
                </a:lnTo>
                <a:lnTo>
                  <a:pt x="0" y="38100"/>
                </a:lnTo>
                <a:lnTo>
                  <a:pt x="9525" y="66675"/>
                </a:lnTo>
                <a:lnTo>
                  <a:pt x="28575" y="85725"/>
                </a:lnTo>
                <a:lnTo>
                  <a:pt x="47625" y="85725"/>
                </a:lnTo>
                <a:lnTo>
                  <a:pt x="66675" y="76200"/>
                </a:lnTo>
                <a:lnTo>
                  <a:pt x="76200" y="57150"/>
                </a:lnTo>
                <a:lnTo>
                  <a:pt x="76200" y="2857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4" name="Synthetic sample 30">
            <a:extLst xmlns:a="http://schemas.openxmlformats.org/drawingml/2006/main">
              <a:ext uri="{FF2B5EF4-FFF2-40B4-BE49-F238E27FC236}">
                <a16:creationId xmlns:a16="http://schemas.microsoft.com/office/drawing/2014/main" id="{5837F63D-A33F-4475-B96A-93E2F0E38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8297" y="5757154"/>
            <a:ext cx="88455" cy="99511"/>
          </a:xfrm>
          <a:custGeom xmlns:a="http://schemas.openxmlformats.org/drawingml/2006/main">
            <a:pathLst>
              <a:path w="76200" h="85725">
                <a:moveTo>
                  <a:pt x="38100" y="0"/>
                </a:moveTo>
                <a:lnTo>
                  <a:pt x="28575" y="9525"/>
                </a:lnTo>
                <a:lnTo>
                  <a:pt x="9525" y="9525"/>
                </a:lnTo>
                <a:lnTo>
                  <a:pt x="0" y="28575"/>
                </a:lnTo>
                <a:lnTo>
                  <a:pt x="0" y="57150"/>
                </a:lnTo>
                <a:lnTo>
                  <a:pt x="9525" y="76200"/>
                </a:lnTo>
                <a:lnTo>
                  <a:pt x="28575" y="85725"/>
                </a:lnTo>
                <a:lnTo>
                  <a:pt x="47625" y="85725"/>
                </a:lnTo>
                <a:lnTo>
                  <a:pt x="76200" y="47625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5" name="Synthetic sample 31">
            <a:extLst xmlns:a="http://schemas.openxmlformats.org/drawingml/2006/main">
              <a:ext uri="{FF2B5EF4-FFF2-40B4-BE49-F238E27FC236}">
                <a16:creationId xmlns:a16="http://schemas.microsoft.com/office/drawing/2014/main" id="{DF84AE4E-9D8C-42BB-8641-2ADF994813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93" y="5757154"/>
            <a:ext cx="88455" cy="99511"/>
          </a:xfrm>
          <a:custGeom xmlns:a="http://schemas.openxmlformats.org/drawingml/2006/main">
            <a:pathLst>
              <a:path w="76200" h="85725">
                <a:moveTo>
                  <a:pt x="38100" y="0"/>
                </a:moveTo>
                <a:lnTo>
                  <a:pt x="19050" y="9525"/>
                </a:lnTo>
                <a:lnTo>
                  <a:pt x="0" y="38100"/>
                </a:lnTo>
                <a:lnTo>
                  <a:pt x="9525" y="66675"/>
                </a:lnTo>
                <a:lnTo>
                  <a:pt x="28575" y="85725"/>
                </a:lnTo>
                <a:lnTo>
                  <a:pt x="47625" y="85725"/>
                </a:lnTo>
                <a:lnTo>
                  <a:pt x="76200" y="66675"/>
                </a:lnTo>
                <a:lnTo>
                  <a:pt x="76200" y="28575"/>
                </a:lnTo>
                <a:lnTo>
                  <a:pt x="66675" y="9525"/>
                </a:lnTo>
                <a:lnTo>
                  <a:pt x="47625" y="952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6" name="Synthetic sample 32">
            <a:extLst xmlns:a="http://schemas.openxmlformats.org/drawingml/2006/main">
              <a:ext uri="{FF2B5EF4-FFF2-40B4-BE49-F238E27FC236}">
                <a16:creationId xmlns:a16="http://schemas.microsoft.com/office/drawing/2014/main" id="{3E05344F-A277-4322-ADB8-BE6CAAB272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654" y="5403336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9525" y="66675"/>
                </a:lnTo>
                <a:lnTo>
                  <a:pt x="38100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7" name="Synthetic sample 33">
            <a:extLst xmlns:a="http://schemas.openxmlformats.org/drawingml/2006/main">
              <a:ext uri="{FF2B5EF4-FFF2-40B4-BE49-F238E27FC236}">
                <a16:creationId xmlns:a16="http://schemas.microsoft.com/office/drawing/2014/main" id="{6F9B0A56-4A73-4B52-B723-ADE168854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0012" y="5403336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38100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8" name="Synthetic sample 34">
            <a:extLst xmlns:a="http://schemas.openxmlformats.org/drawingml/2006/main">
              <a:ext uri="{FF2B5EF4-FFF2-40B4-BE49-F238E27FC236}">
                <a16:creationId xmlns:a16="http://schemas.microsoft.com/office/drawing/2014/main" id="{76937D56-7AF1-4E77-98DC-FEF963E32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9881" y="5403336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19050" y="66675"/>
                </a:lnTo>
                <a:lnTo>
                  <a:pt x="47625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79" name="Synthetic sample 35">
            <a:extLst xmlns:a="http://schemas.openxmlformats.org/drawingml/2006/main">
              <a:ext uri="{FF2B5EF4-FFF2-40B4-BE49-F238E27FC236}">
                <a16:creationId xmlns:a16="http://schemas.microsoft.com/office/drawing/2014/main" id="{ED7581B0-1D84-420F-AEE7-DE80071A0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808" y="5403336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9525" y="66675"/>
                </a:lnTo>
                <a:lnTo>
                  <a:pt x="38100" y="76200"/>
                </a:lnTo>
                <a:lnTo>
                  <a:pt x="57150" y="66675"/>
                </a:lnTo>
                <a:lnTo>
                  <a:pt x="76200" y="38100"/>
                </a:lnTo>
                <a:lnTo>
                  <a:pt x="66675" y="28575"/>
                </a:lnTo>
                <a:lnTo>
                  <a:pt x="66675" y="9525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0" name="Synthetic sample 36">
            <a:extLst xmlns:a="http://schemas.openxmlformats.org/drawingml/2006/main">
              <a:ext uri="{FF2B5EF4-FFF2-40B4-BE49-F238E27FC236}">
                <a16:creationId xmlns:a16="http://schemas.microsoft.com/office/drawing/2014/main" id="{59C61DB5-64CB-46E8-8DFE-14CEAE2E9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5507" y="5314881"/>
            <a:ext cx="77398" cy="88455"/>
          </a:xfrm>
          <a:custGeom xmlns:a="http://schemas.openxmlformats.org/drawingml/2006/main">
            <a:pathLst>
              <a:path w="66675" h="76200">
                <a:moveTo>
                  <a:pt x="28575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1" name="Synthetic sample 37">
            <a:extLst xmlns:a="http://schemas.openxmlformats.org/drawingml/2006/main">
              <a:ext uri="{FF2B5EF4-FFF2-40B4-BE49-F238E27FC236}">
                <a16:creationId xmlns:a16="http://schemas.microsoft.com/office/drawing/2014/main" id="{A8DE0990-73F8-41F4-B82C-F30173076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808" y="5314881"/>
            <a:ext cx="88455" cy="88455"/>
          </a:xfrm>
          <a:custGeom xmlns:a="http://schemas.openxmlformats.org/drawingml/2006/main">
            <a:pathLst>
              <a:path w="76200" h="76200">
                <a:moveTo>
                  <a:pt x="38100" y="0"/>
                </a:moveTo>
                <a:lnTo>
                  <a:pt x="0" y="28575"/>
                </a:lnTo>
                <a:lnTo>
                  <a:pt x="0" y="47625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2857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2" name="Synthetic sample 38">
            <a:extLst xmlns:a="http://schemas.openxmlformats.org/drawingml/2006/main">
              <a:ext uri="{FF2B5EF4-FFF2-40B4-BE49-F238E27FC236}">
                <a16:creationId xmlns:a16="http://schemas.microsoft.com/office/drawing/2014/main" id="{0C57A200-64E5-4EDC-8487-F4D0A3E3B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95734" y="5314881"/>
            <a:ext cx="88455" cy="88455"/>
          </a:xfrm>
          <a:custGeom xmlns:a="http://schemas.openxmlformats.org/drawingml/2006/main">
            <a:pathLst>
              <a:path w="76200" h="76200">
                <a:moveTo>
                  <a:pt x="38100" y="0"/>
                </a:moveTo>
                <a:lnTo>
                  <a:pt x="28575" y="9525"/>
                </a:lnTo>
                <a:lnTo>
                  <a:pt x="9525" y="9525"/>
                </a:lnTo>
                <a:lnTo>
                  <a:pt x="0" y="28575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66675"/>
                </a:lnTo>
                <a:lnTo>
                  <a:pt x="66675" y="47625"/>
                </a:lnTo>
                <a:lnTo>
                  <a:pt x="76200" y="38100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3" name="Synthetic sample 39">
            <a:extLst xmlns:a="http://schemas.openxmlformats.org/drawingml/2006/main">
              <a:ext uri="{FF2B5EF4-FFF2-40B4-BE49-F238E27FC236}">
                <a16:creationId xmlns:a16="http://schemas.microsoft.com/office/drawing/2014/main" id="{FA4A09D4-A103-4F5B-A3FD-B745ECB9C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660" y="5314881"/>
            <a:ext cx="77398" cy="88455"/>
          </a:xfrm>
          <a:custGeom xmlns:a="http://schemas.openxmlformats.org/drawingml/2006/main">
            <a:pathLst>
              <a:path w="66675" h="76200">
                <a:moveTo>
                  <a:pt x="28575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4" name="Synthetic sample 40">
            <a:extLst xmlns:a="http://schemas.openxmlformats.org/drawingml/2006/main">
              <a:ext uri="{FF2B5EF4-FFF2-40B4-BE49-F238E27FC236}">
                <a16:creationId xmlns:a16="http://schemas.microsoft.com/office/drawing/2014/main" id="{680588C2-660A-4347-915B-B8DBF4AAE3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07052" y="5104801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66675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5" name="Synthetic sample 41">
            <a:extLst xmlns:a="http://schemas.openxmlformats.org/drawingml/2006/main">
              <a:ext uri="{FF2B5EF4-FFF2-40B4-BE49-F238E27FC236}">
                <a16:creationId xmlns:a16="http://schemas.microsoft.com/office/drawing/2014/main" id="{9632895B-B135-4D8E-836E-788BE0AD69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353" y="5104801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6" name="Synthetic sample 42">
            <a:extLst xmlns:a="http://schemas.openxmlformats.org/drawingml/2006/main">
              <a:ext uri="{FF2B5EF4-FFF2-40B4-BE49-F238E27FC236}">
                <a16:creationId xmlns:a16="http://schemas.microsoft.com/office/drawing/2014/main" id="{33C853C4-8425-44BE-8BFD-D6DFBED98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7279" y="5104801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38100"/>
                </a:lnTo>
                <a:lnTo>
                  <a:pt x="66675" y="28575"/>
                </a:lnTo>
                <a:lnTo>
                  <a:pt x="66675" y="9525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7" name="Synthetic sample 43">
            <a:extLst xmlns:a="http://schemas.openxmlformats.org/drawingml/2006/main">
              <a:ext uri="{FF2B5EF4-FFF2-40B4-BE49-F238E27FC236}">
                <a16:creationId xmlns:a16="http://schemas.microsoft.com/office/drawing/2014/main" id="{B3BF81A2-66D6-40CF-9E9A-A66F2BA95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206" y="5104801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8" name="Synthetic sample 44">
            <a:extLst xmlns:a="http://schemas.openxmlformats.org/drawingml/2006/main">
              <a:ext uri="{FF2B5EF4-FFF2-40B4-BE49-F238E27FC236}">
                <a16:creationId xmlns:a16="http://schemas.microsoft.com/office/drawing/2014/main" id="{92FBE3FC-8812-4002-AF82-76C97E226A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3961" y="5060574"/>
            <a:ext cx="88455" cy="99511"/>
          </a:xfrm>
          <a:custGeom xmlns:a="http://schemas.openxmlformats.org/drawingml/2006/main">
            <a:pathLst>
              <a:path w="76200" h="85725">
                <a:moveTo>
                  <a:pt x="47625" y="0"/>
                </a:moveTo>
                <a:lnTo>
                  <a:pt x="28575" y="0"/>
                </a:lnTo>
                <a:lnTo>
                  <a:pt x="9525" y="9525"/>
                </a:lnTo>
                <a:lnTo>
                  <a:pt x="0" y="28575"/>
                </a:lnTo>
                <a:lnTo>
                  <a:pt x="0" y="57150"/>
                </a:lnTo>
                <a:lnTo>
                  <a:pt x="38100" y="85725"/>
                </a:lnTo>
                <a:lnTo>
                  <a:pt x="76200" y="57150"/>
                </a:lnTo>
                <a:lnTo>
                  <a:pt x="76200" y="28575"/>
                </a:lnTo>
                <a:lnTo>
                  <a:pt x="66675" y="952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89" name="Synthetic sample 45">
            <a:extLst xmlns:a="http://schemas.openxmlformats.org/drawingml/2006/main">
              <a:ext uri="{FF2B5EF4-FFF2-40B4-BE49-F238E27FC236}">
                <a16:creationId xmlns:a16="http://schemas.microsoft.com/office/drawing/2014/main" id="{B3223DA6-7C1A-40EE-804F-6AB21836C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4319" y="5060574"/>
            <a:ext cx="77398" cy="99511"/>
          </a:xfrm>
          <a:custGeom xmlns:a="http://schemas.openxmlformats.org/drawingml/2006/main">
            <a:pathLst>
              <a:path w="66675" h="85725">
                <a:moveTo>
                  <a:pt x="47625" y="0"/>
                </a:moveTo>
                <a:lnTo>
                  <a:pt x="28575" y="0"/>
                </a:lnTo>
                <a:lnTo>
                  <a:pt x="0" y="19050"/>
                </a:lnTo>
                <a:lnTo>
                  <a:pt x="0" y="57150"/>
                </a:lnTo>
                <a:lnTo>
                  <a:pt x="9525" y="76200"/>
                </a:lnTo>
                <a:lnTo>
                  <a:pt x="28575" y="76200"/>
                </a:lnTo>
                <a:lnTo>
                  <a:pt x="38100" y="85725"/>
                </a:lnTo>
                <a:lnTo>
                  <a:pt x="66675" y="66675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0" name="Synthetic sample 46">
            <a:extLst xmlns:a="http://schemas.openxmlformats.org/drawingml/2006/main">
              <a:ext uri="{FF2B5EF4-FFF2-40B4-BE49-F238E27FC236}">
                <a16:creationId xmlns:a16="http://schemas.microsoft.com/office/drawing/2014/main" id="{B0FF2468-362B-432A-A92B-1FB2343BC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95245" y="5060574"/>
            <a:ext cx="77398" cy="99511"/>
          </a:xfrm>
          <a:custGeom xmlns:a="http://schemas.openxmlformats.org/drawingml/2006/main">
            <a:pathLst>
              <a:path w="66675" h="85725">
                <a:moveTo>
                  <a:pt x="38100" y="0"/>
                </a:moveTo>
                <a:lnTo>
                  <a:pt x="19050" y="0"/>
                </a:lnTo>
                <a:lnTo>
                  <a:pt x="0" y="19050"/>
                </a:lnTo>
                <a:lnTo>
                  <a:pt x="0" y="66675"/>
                </a:lnTo>
                <a:lnTo>
                  <a:pt x="28575" y="85725"/>
                </a:lnTo>
                <a:lnTo>
                  <a:pt x="38100" y="76200"/>
                </a:lnTo>
                <a:lnTo>
                  <a:pt x="57150" y="76200"/>
                </a:lnTo>
                <a:lnTo>
                  <a:pt x="66675" y="57150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1" name="Synthetic sample 47">
            <a:extLst xmlns:a="http://schemas.openxmlformats.org/drawingml/2006/main">
              <a:ext uri="{FF2B5EF4-FFF2-40B4-BE49-F238E27FC236}">
                <a16:creationId xmlns:a16="http://schemas.microsoft.com/office/drawing/2014/main" id="{AC6C6A48-8FB5-4915-B89C-578F889D8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115" y="5060574"/>
            <a:ext cx="88455" cy="99511"/>
          </a:xfrm>
          <a:custGeom xmlns:a="http://schemas.openxmlformats.org/drawingml/2006/main">
            <a:pathLst>
              <a:path w="76200" h="85725">
                <a:moveTo>
                  <a:pt x="47625" y="0"/>
                </a:moveTo>
                <a:lnTo>
                  <a:pt x="28575" y="0"/>
                </a:lnTo>
                <a:lnTo>
                  <a:pt x="0" y="28575"/>
                </a:lnTo>
                <a:lnTo>
                  <a:pt x="0" y="57150"/>
                </a:lnTo>
                <a:lnTo>
                  <a:pt x="38100" y="85725"/>
                </a:lnTo>
                <a:lnTo>
                  <a:pt x="76200" y="57150"/>
                </a:lnTo>
                <a:lnTo>
                  <a:pt x="76200" y="28575"/>
                </a:lnTo>
                <a:lnTo>
                  <a:pt x="66675" y="952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2" name="Synthetic sample 48">
            <a:extLst xmlns:a="http://schemas.openxmlformats.org/drawingml/2006/main">
              <a:ext uri="{FF2B5EF4-FFF2-40B4-BE49-F238E27FC236}">
                <a16:creationId xmlns:a16="http://schemas.microsoft.com/office/drawing/2014/main" id="{3B76809C-F399-4845-AA7F-E4C337106D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5427" y="4972119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3" name="Synthetic sample 49">
            <a:extLst xmlns:a="http://schemas.openxmlformats.org/drawingml/2006/main">
              <a:ext uri="{FF2B5EF4-FFF2-40B4-BE49-F238E27FC236}">
                <a16:creationId xmlns:a16="http://schemas.microsoft.com/office/drawing/2014/main" id="{D7D8AFE4-4FB7-4A93-BBEF-947563CFF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785" y="4972119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76200" y="38100"/>
                </a:lnTo>
                <a:lnTo>
                  <a:pt x="66675" y="28575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4" name="Synthetic sample 50">
            <a:extLst xmlns:a="http://schemas.openxmlformats.org/drawingml/2006/main">
              <a:ext uri="{FF2B5EF4-FFF2-40B4-BE49-F238E27FC236}">
                <a16:creationId xmlns:a16="http://schemas.microsoft.com/office/drawing/2014/main" id="{80BA66B9-08D2-4FDD-A9EE-7738EEF6C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6711" y="4972119"/>
            <a:ext cx="77398" cy="88455"/>
          </a:xfrm>
          <a:custGeom xmlns:a="http://schemas.openxmlformats.org/drawingml/2006/main">
            <a:pathLst>
              <a:path w="66675" h="76200">
                <a:moveTo>
                  <a:pt x="9525" y="0"/>
                </a:moveTo>
                <a:lnTo>
                  <a:pt x="0" y="9525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5" name="Synthetic sample 51">
            <a:extLst xmlns:a="http://schemas.openxmlformats.org/drawingml/2006/main">
              <a:ext uri="{FF2B5EF4-FFF2-40B4-BE49-F238E27FC236}">
                <a16:creationId xmlns:a16="http://schemas.microsoft.com/office/drawing/2014/main" id="{F50A4644-016B-4F5A-AE55-CC0AB00E9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580" y="4972119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6" name="Synthetic sample 52">
            <a:extLst xmlns:a="http://schemas.openxmlformats.org/drawingml/2006/main">
              <a:ext uri="{FF2B5EF4-FFF2-40B4-BE49-F238E27FC236}">
                <a16:creationId xmlns:a16="http://schemas.microsoft.com/office/drawing/2014/main" id="{3EADBF56-3513-4E38-9F69-847C8BC9D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62336" y="4916835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66675" y="9525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7" name="Synthetic sample 53">
            <a:extLst xmlns:a="http://schemas.openxmlformats.org/drawingml/2006/main">
              <a:ext uri="{FF2B5EF4-FFF2-40B4-BE49-F238E27FC236}">
                <a16:creationId xmlns:a16="http://schemas.microsoft.com/office/drawing/2014/main" id="{F4FAC9DB-CAEC-4D95-8F94-3C85A483A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62694" y="4916835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9525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8" name="Synthetic sample 54">
            <a:extLst xmlns:a="http://schemas.openxmlformats.org/drawingml/2006/main">
              <a:ext uri="{FF2B5EF4-FFF2-40B4-BE49-F238E27FC236}">
                <a16:creationId xmlns:a16="http://schemas.microsoft.com/office/drawing/2014/main" id="{E31CA90A-A0CC-491D-94F3-D39301841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62563" y="4916835"/>
            <a:ext cx="88455" cy="88455"/>
          </a:xfrm>
          <a:custGeom xmlns:a="http://schemas.openxmlformats.org/drawingml/2006/main">
            <a:pathLst>
              <a:path w="76200" h="76200">
                <a:moveTo>
                  <a:pt x="9525" y="9525"/>
                </a:moveTo>
                <a:lnTo>
                  <a:pt x="9525" y="28575"/>
                </a:lnTo>
                <a:lnTo>
                  <a:pt x="0" y="38100"/>
                </a:lnTo>
                <a:lnTo>
                  <a:pt x="9525" y="66675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lnTo>
                  <a:pt x="2857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99" name="Synthetic sample 55">
            <a:extLst xmlns:a="http://schemas.openxmlformats.org/drawingml/2006/main">
              <a:ext uri="{FF2B5EF4-FFF2-40B4-BE49-F238E27FC236}">
                <a16:creationId xmlns:a16="http://schemas.microsoft.com/office/drawing/2014/main" id="{F253339C-AABF-4C86-B3EF-10A0903B08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490" y="4916835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66675" y="9525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0" name="Synthetic sample 56">
            <a:extLst xmlns:a="http://schemas.openxmlformats.org/drawingml/2006/main">
              <a:ext uri="{FF2B5EF4-FFF2-40B4-BE49-F238E27FC236}">
                <a16:creationId xmlns:a16="http://schemas.microsoft.com/office/drawing/2014/main" id="{42564E7F-AB46-4D79-B945-73F9677CA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72416" y="4872608"/>
            <a:ext cx="77398" cy="99511"/>
          </a:xfrm>
          <a:custGeom xmlns:a="http://schemas.openxmlformats.org/drawingml/2006/main">
            <a:pathLst>
              <a:path w="66675" h="85725">
                <a:moveTo>
                  <a:pt x="38100" y="0"/>
                </a:moveTo>
                <a:lnTo>
                  <a:pt x="28575" y="9525"/>
                </a:lnTo>
                <a:lnTo>
                  <a:pt x="9525" y="9525"/>
                </a:lnTo>
                <a:lnTo>
                  <a:pt x="0" y="28575"/>
                </a:lnTo>
                <a:lnTo>
                  <a:pt x="0" y="66675"/>
                </a:lnTo>
                <a:lnTo>
                  <a:pt x="28575" y="85725"/>
                </a:lnTo>
                <a:lnTo>
                  <a:pt x="47625" y="85725"/>
                </a:lnTo>
                <a:lnTo>
                  <a:pt x="66675" y="66675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1" name="Synthetic sample 57">
            <a:extLst xmlns:a="http://schemas.openxmlformats.org/drawingml/2006/main">
              <a:ext uri="{FF2B5EF4-FFF2-40B4-BE49-F238E27FC236}">
                <a16:creationId xmlns:a16="http://schemas.microsoft.com/office/drawing/2014/main" id="{9FC6821D-9F18-4B9B-8C14-8FFDE6E35E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2774" y="4872608"/>
            <a:ext cx="77398" cy="99511"/>
          </a:xfrm>
          <a:custGeom xmlns:a="http://schemas.openxmlformats.org/drawingml/2006/main">
            <a:pathLst>
              <a:path w="66675" h="85725">
                <a:moveTo>
                  <a:pt x="28575" y="0"/>
                </a:moveTo>
                <a:lnTo>
                  <a:pt x="0" y="19050"/>
                </a:lnTo>
                <a:lnTo>
                  <a:pt x="0" y="66675"/>
                </a:lnTo>
                <a:lnTo>
                  <a:pt x="19050" y="85725"/>
                </a:lnTo>
                <a:lnTo>
                  <a:pt x="38100" y="85725"/>
                </a:lnTo>
                <a:lnTo>
                  <a:pt x="66675" y="66675"/>
                </a:lnTo>
                <a:lnTo>
                  <a:pt x="66675" y="28575"/>
                </a:lnTo>
                <a:lnTo>
                  <a:pt x="57150" y="9525"/>
                </a:lnTo>
                <a:lnTo>
                  <a:pt x="38100" y="952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2" name="Synthetic sample 58">
            <a:extLst xmlns:a="http://schemas.openxmlformats.org/drawingml/2006/main">
              <a:ext uri="{FF2B5EF4-FFF2-40B4-BE49-F238E27FC236}">
                <a16:creationId xmlns:a16="http://schemas.microsoft.com/office/drawing/2014/main" id="{DC451AAE-68E9-4B7E-860C-DC1E6FBAAA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2643" y="4872608"/>
            <a:ext cx="88455" cy="99511"/>
          </a:xfrm>
          <a:custGeom xmlns:a="http://schemas.openxmlformats.org/drawingml/2006/main">
            <a:pathLst>
              <a:path w="76200" h="85725">
                <a:moveTo>
                  <a:pt x="38100" y="0"/>
                </a:moveTo>
                <a:lnTo>
                  <a:pt x="0" y="28575"/>
                </a:lnTo>
                <a:lnTo>
                  <a:pt x="0" y="57150"/>
                </a:lnTo>
                <a:lnTo>
                  <a:pt x="9525" y="76200"/>
                </a:lnTo>
                <a:lnTo>
                  <a:pt x="28575" y="85725"/>
                </a:lnTo>
                <a:lnTo>
                  <a:pt x="47625" y="85725"/>
                </a:lnTo>
                <a:lnTo>
                  <a:pt x="66675" y="76200"/>
                </a:lnTo>
                <a:lnTo>
                  <a:pt x="76200" y="57150"/>
                </a:lnTo>
                <a:lnTo>
                  <a:pt x="76200" y="2857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3" name="Synthetic sample 59">
            <a:extLst xmlns:a="http://schemas.openxmlformats.org/drawingml/2006/main">
              <a:ext uri="{FF2B5EF4-FFF2-40B4-BE49-F238E27FC236}">
                <a16:creationId xmlns:a16="http://schemas.microsoft.com/office/drawing/2014/main" id="{B0DA4027-98BF-49FE-9852-97F22347B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570" y="4872608"/>
            <a:ext cx="77398" cy="99511"/>
          </a:xfrm>
          <a:custGeom xmlns:a="http://schemas.openxmlformats.org/drawingml/2006/main">
            <a:pathLst>
              <a:path w="66675" h="85725">
                <a:moveTo>
                  <a:pt x="38100" y="0"/>
                </a:moveTo>
                <a:lnTo>
                  <a:pt x="28575" y="9525"/>
                </a:lnTo>
                <a:lnTo>
                  <a:pt x="9525" y="9525"/>
                </a:lnTo>
                <a:lnTo>
                  <a:pt x="0" y="28575"/>
                </a:lnTo>
                <a:lnTo>
                  <a:pt x="0" y="66675"/>
                </a:lnTo>
                <a:lnTo>
                  <a:pt x="28575" y="85725"/>
                </a:lnTo>
                <a:lnTo>
                  <a:pt x="47625" y="85725"/>
                </a:lnTo>
                <a:lnTo>
                  <a:pt x="66675" y="66675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4" name="Synthetic sample 60">
            <a:extLst xmlns:a="http://schemas.openxmlformats.org/drawingml/2006/main">
              <a:ext uri="{FF2B5EF4-FFF2-40B4-BE49-F238E27FC236}">
                <a16:creationId xmlns:a16="http://schemas.microsoft.com/office/drawing/2014/main" id="{714E7C81-B955-4373-827C-C6BDCC7CB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2895" y="4574073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5" name="Synthetic sample 61">
            <a:extLst xmlns:a="http://schemas.openxmlformats.org/drawingml/2006/main">
              <a:ext uri="{FF2B5EF4-FFF2-40B4-BE49-F238E27FC236}">
                <a16:creationId xmlns:a16="http://schemas.microsoft.com/office/drawing/2014/main" id="{677A6426-2F84-420B-AB8C-9FE22B71E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2196" y="4574073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6" name="Synthetic sample 62">
            <a:extLst xmlns:a="http://schemas.openxmlformats.org/drawingml/2006/main">
              <a:ext uri="{FF2B5EF4-FFF2-40B4-BE49-F238E27FC236}">
                <a16:creationId xmlns:a16="http://schemas.microsoft.com/office/drawing/2014/main" id="{C10FEB7F-5EF8-485A-B7D0-F194E9BFC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3122" y="4574073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7" name="Synthetic sample 63">
            <a:extLst xmlns:a="http://schemas.openxmlformats.org/drawingml/2006/main">
              <a:ext uri="{FF2B5EF4-FFF2-40B4-BE49-F238E27FC236}">
                <a16:creationId xmlns:a16="http://schemas.microsoft.com/office/drawing/2014/main" id="{58234F61-BF16-4B98-93A7-6A287E4B2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44048" y="4574073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8" name="Synthetic sample 64">
            <a:extLst xmlns:a="http://schemas.openxmlformats.org/drawingml/2006/main">
              <a:ext uri="{FF2B5EF4-FFF2-40B4-BE49-F238E27FC236}">
                <a16:creationId xmlns:a16="http://schemas.microsoft.com/office/drawing/2014/main" id="{512B90E2-D36E-4A2E-806B-A9E36BE75B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4929" y="4485619"/>
            <a:ext cx="88455" cy="99511"/>
          </a:xfrm>
          <a:custGeom xmlns:a="http://schemas.openxmlformats.org/drawingml/2006/main">
            <a:pathLst>
              <a:path w="76200" h="85725">
                <a:moveTo>
                  <a:pt x="47625" y="0"/>
                </a:moveTo>
                <a:lnTo>
                  <a:pt x="28575" y="0"/>
                </a:lnTo>
                <a:lnTo>
                  <a:pt x="9525" y="9525"/>
                </a:lnTo>
                <a:lnTo>
                  <a:pt x="0" y="28575"/>
                </a:lnTo>
                <a:lnTo>
                  <a:pt x="0" y="57150"/>
                </a:lnTo>
                <a:lnTo>
                  <a:pt x="28575" y="85725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2857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09" name="Synthetic sample 65">
            <a:extLst xmlns:a="http://schemas.openxmlformats.org/drawingml/2006/main">
              <a:ext uri="{FF2B5EF4-FFF2-40B4-BE49-F238E27FC236}">
                <a16:creationId xmlns:a16="http://schemas.microsoft.com/office/drawing/2014/main" id="{03C9B601-BA88-4058-A0E8-4FB8EA9C8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5287" y="4485619"/>
            <a:ext cx="77398" cy="99511"/>
          </a:xfrm>
          <a:custGeom xmlns:a="http://schemas.openxmlformats.org/drawingml/2006/main">
            <a:pathLst>
              <a:path w="66675" h="85725">
                <a:moveTo>
                  <a:pt x="19050" y="0"/>
                </a:moveTo>
                <a:lnTo>
                  <a:pt x="0" y="19050"/>
                </a:lnTo>
                <a:lnTo>
                  <a:pt x="0" y="66675"/>
                </a:lnTo>
                <a:lnTo>
                  <a:pt x="38100" y="85725"/>
                </a:lnTo>
                <a:lnTo>
                  <a:pt x="66675" y="66675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0" name="Synthetic sample 66">
            <a:extLst xmlns:a="http://schemas.openxmlformats.org/drawingml/2006/main">
              <a:ext uri="{FF2B5EF4-FFF2-40B4-BE49-F238E27FC236}">
                <a16:creationId xmlns:a16="http://schemas.microsoft.com/office/drawing/2014/main" id="{E3F500AA-2F60-4BC2-8F87-3A00379E2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45156" y="4485619"/>
            <a:ext cx="88455" cy="99511"/>
          </a:xfrm>
          <a:custGeom xmlns:a="http://schemas.openxmlformats.org/drawingml/2006/main">
            <a:pathLst>
              <a:path w="76200" h="85725">
                <a:moveTo>
                  <a:pt x="28575" y="0"/>
                </a:moveTo>
                <a:lnTo>
                  <a:pt x="9525" y="19050"/>
                </a:lnTo>
                <a:lnTo>
                  <a:pt x="0" y="47625"/>
                </a:lnTo>
                <a:lnTo>
                  <a:pt x="19050" y="76200"/>
                </a:lnTo>
                <a:lnTo>
                  <a:pt x="47625" y="85725"/>
                </a:lnTo>
                <a:lnTo>
                  <a:pt x="66675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1" name="Synthetic sample 67">
            <a:extLst xmlns:a="http://schemas.openxmlformats.org/drawingml/2006/main">
              <a:ext uri="{FF2B5EF4-FFF2-40B4-BE49-F238E27FC236}">
                <a16:creationId xmlns:a16="http://schemas.microsoft.com/office/drawing/2014/main" id="{B02C8186-1815-4025-B1DE-5D0823F7F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6082" y="4485619"/>
            <a:ext cx="88455" cy="99511"/>
          </a:xfrm>
          <a:custGeom xmlns:a="http://schemas.openxmlformats.org/drawingml/2006/main">
            <a:pathLst>
              <a:path w="76200" h="85725">
                <a:moveTo>
                  <a:pt x="47625" y="0"/>
                </a:moveTo>
                <a:lnTo>
                  <a:pt x="28575" y="0"/>
                </a:lnTo>
                <a:lnTo>
                  <a:pt x="9525" y="9525"/>
                </a:lnTo>
                <a:lnTo>
                  <a:pt x="0" y="28575"/>
                </a:lnTo>
                <a:lnTo>
                  <a:pt x="0" y="57150"/>
                </a:lnTo>
                <a:lnTo>
                  <a:pt x="38100" y="85725"/>
                </a:lnTo>
                <a:lnTo>
                  <a:pt x="76200" y="57150"/>
                </a:lnTo>
                <a:lnTo>
                  <a:pt x="76200" y="2857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2" name="Synthetic sample 68">
            <a:extLst xmlns:a="http://schemas.openxmlformats.org/drawingml/2006/main">
              <a:ext uri="{FF2B5EF4-FFF2-40B4-BE49-F238E27FC236}">
                <a16:creationId xmlns:a16="http://schemas.microsoft.com/office/drawing/2014/main" id="{859D41DB-1686-4FF3-BFA3-72E559E7F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4440" y="4363993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3" name="Synthetic sample 69">
            <a:extLst xmlns:a="http://schemas.openxmlformats.org/drawingml/2006/main">
              <a:ext uri="{FF2B5EF4-FFF2-40B4-BE49-F238E27FC236}">
                <a16:creationId xmlns:a16="http://schemas.microsoft.com/office/drawing/2014/main" id="{048663B0-6DFB-490B-9D2B-7137A79AB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3741" y="4363993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2857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4" name="Synthetic sample 70">
            <a:extLst xmlns:a="http://schemas.openxmlformats.org/drawingml/2006/main">
              <a:ext uri="{FF2B5EF4-FFF2-40B4-BE49-F238E27FC236}">
                <a16:creationId xmlns:a16="http://schemas.microsoft.com/office/drawing/2014/main" id="{E910D301-3C56-46A1-8C87-CFC423204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4667" y="4363993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66675" y="28575"/>
                </a:lnTo>
                <a:lnTo>
                  <a:pt x="66675" y="9525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5" name="Synthetic sample 71">
            <a:extLst xmlns:a="http://schemas.openxmlformats.org/drawingml/2006/main">
              <a:ext uri="{FF2B5EF4-FFF2-40B4-BE49-F238E27FC236}">
                <a16:creationId xmlns:a16="http://schemas.microsoft.com/office/drawing/2014/main" id="{FF610C75-F18D-404D-B362-CB63FF704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55594" y="4363993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6" name="Synthetic sample 72">
            <a:extLst xmlns:a="http://schemas.openxmlformats.org/drawingml/2006/main">
              <a:ext uri="{FF2B5EF4-FFF2-40B4-BE49-F238E27FC236}">
                <a16:creationId xmlns:a16="http://schemas.microsoft.com/office/drawing/2014/main" id="{403E39C2-E8B9-4DDF-9A9F-A522FEF65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21349" y="4319766"/>
            <a:ext cx="88455" cy="99511"/>
          </a:xfrm>
          <a:custGeom xmlns:a="http://schemas.openxmlformats.org/drawingml/2006/main">
            <a:pathLst>
              <a:path w="76200" h="85725">
                <a:moveTo>
                  <a:pt x="47625" y="0"/>
                </a:moveTo>
                <a:lnTo>
                  <a:pt x="28575" y="0"/>
                </a:lnTo>
                <a:lnTo>
                  <a:pt x="0" y="28575"/>
                </a:lnTo>
                <a:lnTo>
                  <a:pt x="0" y="47625"/>
                </a:lnTo>
                <a:lnTo>
                  <a:pt x="9525" y="66675"/>
                </a:lnTo>
                <a:lnTo>
                  <a:pt x="38100" y="85725"/>
                </a:lnTo>
                <a:lnTo>
                  <a:pt x="76200" y="57150"/>
                </a:lnTo>
                <a:lnTo>
                  <a:pt x="76200" y="28575"/>
                </a:lnTo>
                <a:lnTo>
                  <a:pt x="66675" y="952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7" name="Synthetic sample 73">
            <a:extLst xmlns:a="http://schemas.openxmlformats.org/drawingml/2006/main">
              <a:ext uri="{FF2B5EF4-FFF2-40B4-BE49-F238E27FC236}">
                <a16:creationId xmlns:a16="http://schemas.microsoft.com/office/drawing/2014/main" id="{A9EC71F4-2383-4570-B964-91AD3E1E0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1707" y="4319766"/>
            <a:ext cx="88455" cy="99511"/>
          </a:xfrm>
          <a:custGeom xmlns:a="http://schemas.openxmlformats.org/drawingml/2006/main">
            <a:pathLst>
              <a:path w="76200" h="85725">
                <a:moveTo>
                  <a:pt x="47625" y="0"/>
                </a:moveTo>
                <a:lnTo>
                  <a:pt x="28575" y="0"/>
                </a:lnTo>
                <a:lnTo>
                  <a:pt x="0" y="19050"/>
                </a:lnTo>
                <a:lnTo>
                  <a:pt x="0" y="57150"/>
                </a:lnTo>
                <a:lnTo>
                  <a:pt x="9525" y="76200"/>
                </a:lnTo>
                <a:lnTo>
                  <a:pt x="28575" y="76200"/>
                </a:lnTo>
                <a:lnTo>
                  <a:pt x="38100" y="85725"/>
                </a:lnTo>
                <a:lnTo>
                  <a:pt x="57150" y="76200"/>
                </a:lnTo>
                <a:lnTo>
                  <a:pt x="76200" y="47625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8" name="Synthetic sample 74">
            <a:extLst xmlns:a="http://schemas.openxmlformats.org/drawingml/2006/main">
              <a:ext uri="{FF2B5EF4-FFF2-40B4-BE49-F238E27FC236}">
                <a16:creationId xmlns:a16="http://schemas.microsoft.com/office/drawing/2014/main" id="{94EE3C6C-DFE1-4812-BA41-4E5E6881C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2634" y="4319766"/>
            <a:ext cx="77398" cy="99511"/>
          </a:xfrm>
          <a:custGeom xmlns:a="http://schemas.openxmlformats.org/drawingml/2006/main">
            <a:pathLst>
              <a:path w="66675" h="85725">
                <a:moveTo>
                  <a:pt x="28575" y="0"/>
                </a:moveTo>
                <a:lnTo>
                  <a:pt x="0" y="19050"/>
                </a:lnTo>
                <a:lnTo>
                  <a:pt x="0" y="66675"/>
                </a:lnTo>
                <a:lnTo>
                  <a:pt x="38100" y="85725"/>
                </a:lnTo>
                <a:lnTo>
                  <a:pt x="66675" y="66675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19" name="Synthetic sample 75">
            <a:extLst xmlns:a="http://schemas.openxmlformats.org/drawingml/2006/main">
              <a:ext uri="{FF2B5EF4-FFF2-40B4-BE49-F238E27FC236}">
                <a16:creationId xmlns:a16="http://schemas.microsoft.com/office/drawing/2014/main" id="{DFB6BFCD-234E-47E7-AEE2-0E12BCEA8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32503" y="4319766"/>
            <a:ext cx="88455" cy="99511"/>
          </a:xfrm>
          <a:custGeom xmlns:a="http://schemas.openxmlformats.org/drawingml/2006/main">
            <a:pathLst>
              <a:path w="76200" h="85725">
                <a:moveTo>
                  <a:pt x="47625" y="0"/>
                </a:moveTo>
                <a:lnTo>
                  <a:pt x="28575" y="0"/>
                </a:lnTo>
                <a:lnTo>
                  <a:pt x="0" y="38100"/>
                </a:lnTo>
                <a:lnTo>
                  <a:pt x="9525" y="66675"/>
                </a:lnTo>
                <a:lnTo>
                  <a:pt x="38100" y="85725"/>
                </a:lnTo>
                <a:lnTo>
                  <a:pt x="76200" y="57150"/>
                </a:lnTo>
                <a:lnTo>
                  <a:pt x="76200" y="28575"/>
                </a:lnTo>
                <a:lnTo>
                  <a:pt x="66675" y="9525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0" name="Synthetic sample 76">
            <a:extLst xmlns:a="http://schemas.openxmlformats.org/drawingml/2006/main">
              <a:ext uri="{FF2B5EF4-FFF2-40B4-BE49-F238E27FC236}">
                <a16:creationId xmlns:a16="http://schemas.microsoft.com/office/drawing/2014/main" id="{B8D002B7-83B4-4D08-9F4C-3D1060DAA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22815" y="4231311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1" name="Synthetic sample 77">
            <a:extLst xmlns:a="http://schemas.openxmlformats.org/drawingml/2006/main">
              <a:ext uri="{FF2B5EF4-FFF2-40B4-BE49-F238E27FC236}">
                <a16:creationId xmlns:a16="http://schemas.microsoft.com/office/drawing/2014/main" id="{B7887623-00AD-4D39-B897-3FCCD21F4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173" y="4231311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66675"/>
                </a:lnTo>
                <a:lnTo>
                  <a:pt x="66675" y="47625"/>
                </a:lnTo>
                <a:lnTo>
                  <a:pt x="76200" y="38100"/>
                </a:lnTo>
                <a:lnTo>
                  <a:pt x="66675" y="28575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2" name="Synthetic sample 78">
            <a:extLst xmlns:a="http://schemas.openxmlformats.org/drawingml/2006/main">
              <a:ext uri="{FF2B5EF4-FFF2-40B4-BE49-F238E27FC236}">
                <a16:creationId xmlns:a16="http://schemas.microsoft.com/office/drawing/2014/main" id="{F28E7E57-4588-4D59-BC24-E190DE33C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34099" y="4231311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19050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3" name="Synthetic sample 79">
            <a:extLst xmlns:a="http://schemas.openxmlformats.org/drawingml/2006/main">
              <a:ext uri="{FF2B5EF4-FFF2-40B4-BE49-F238E27FC236}">
                <a16:creationId xmlns:a16="http://schemas.microsoft.com/office/drawing/2014/main" id="{96A2C260-C05C-42F9-AEFD-5819526F5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3969" y="4231311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4" name="Synthetic sample 80">
            <a:extLst xmlns:a="http://schemas.openxmlformats.org/drawingml/2006/main">
              <a:ext uri="{FF2B5EF4-FFF2-40B4-BE49-F238E27FC236}">
                <a16:creationId xmlns:a16="http://schemas.microsoft.com/office/drawing/2014/main" id="{E5AB140A-0B23-42F1-823A-DE841D7895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99724" y="4176027"/>
            <a:ext cx="88455" cy="88455"/>
          </a:xfrm>
          <a:custGeom xmlns:a="http://schemas.openxmlformats.org/drawingml/2006/main">
            <a:pathLst>
              <a:path w="76200" h="76200">
                <a:moveTo>
                  <a:pt x="9525" y="9525"/>
                </a:moveTo>
                <a:lnTo>
                  <a:pt x="0" y="28575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66675" y="9525"/>
                </a:lnTo>
                <a:lnTo>
                  <a:pt x="47625" y="0"/>
                </a:lnTo>
                <a:lnTo>
                  <a:pt x="2857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5" name="Synthetic sample 81">
            <a:extLst xmlns:a="http://schemas.openxmlformats.org/drawingml/2006/main">
              <a:ext uri="{FF2B5EF4-FFF2-40B4-BE49-F238E27FC236}">
                <a16:creationId xmlns:a16="http://schemas.microsoft.com/office/drawing/2014/main" id="{8D46E032-0D05-49D0-89FE-B688CFF0D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082" y="4176027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9525" y="76200"/>
                </a:lnTo>
                <a:lnTo>
                  <a:pt x="57150" y="76200"/>
                </a:lnTo>
                <a:lnTo>
                  <a:pt x="66675" y="66675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6" name="Synthetic sample 82">
            <a:extLst xmlns:a="http://schemas.openxmlformats.org/drawingml/2006/main">
              <a:ext uri="{FF2B5EF4-FFF2-40B4-BE49-F238E27FC236}">
                <a16:creationId xmlns:a16="http://schemas.microsoft.com/office/drawing/2014/main" id="{F4435289-4F0A-4692-A323-078507708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9952" y="4176027"/>
            <a:ext cx="88455" cy="88455"/>
          </a:xfrm>
          <a:custGeom xmlns:a="http://schemas.openxmlformats.org/drawingml/2006/main">
            <a:pathLst>
              <a:path w="76200" h="76200">
                <a:moveTo>
                  <a:pt x="28575" y="0"/>
                </a:moveTo>
                <a:lnTo>
                  <a:pt x="9525" y="19050"/>
                </a:lnTo>
                <a:lnTo>
                  <a:pt x="0" y="47625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57150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7" name="Synthetic sample 83">
            <a:extLst xmlns:a="http://schemas.openxmlformats.org/drawingml/2006/main">
              <a:ext uri="{FF2B5EF4-FFF2-40B4-BE49-F238E27FC236}">
                <a16:creationId xmlns:a16="http://schemas.microsoft.com/office/drawing/2014/main" id="{5E6510FE-554C-4553-BCFC-8E92F6A75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10878" y="4176027"/>
            <a:ext cx="88455" cy="88455"/>
          </a:xfrm>
          <a:custGeom xmlns:a="http://schemas.openxmlformats.org/drawingml/2006/main">
            <a:pathLst>
              <a:path w="76200" h="76200">
                <a:moveTo>
                  <a:pt x="9525" y="9525"/>
                </a:moveTo>
                <a:lnTo>
                  <a:pt x="0" y="28575"/>
                </a:lnTo>
                <a:lnTo>
                  <a:pt x="0" y="57150"/>
                </a:lnTo>
                <a:lnTo>
                  <a:pt x="19050" y="76200"/>
                </a:lnTo>
                <a:lnTo>
                  <a:pt x="57150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66675" y="9525"/>
                </a:lnTo>
                <a:lnTo>
                  <a:pt x="47625" y="0"/>
                </a:lnTo>
                <a:lnTo>
                  <a:pt x="28575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8" name="Synthetic sample 84">
            <a:extLst xmlns:a="http://schemas.openxmlformats.org/drawingml/2006/main">
              <a:ext uri="{FF2B5EF4-FFF2-40B4-BE49-F238E27FC236}">
                <a16:creationId xmlns:a16="http://schemas.microsoft.com/office/drawing/2014/main" id="{C7C064FC-85BB-455E-B66F-77B359374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9804" y="4142857"/>
            <a:ext cx="88455" cy="88455"/>
          </a:xfrm>
          <a:custGeom xmlns:a="http://schemas.openxmlformats.org/drawingml/2006/main">
            <a:pathLst>
              <a:path w="76200" h="76200">
                <a:moveTo>
                  <a:pt x="9525" y="0"/>
                </a:moveTo>
                <a:lnTo>
                  <a:pt x="0" y="19050"/>
                </a:lnTo>
                <a:lnTo>
                  <a:pt x="0" y="57150"/>
                </a:lnTo>
                <a:lnTo>
                  <a:pt x="28575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76200" y="2857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29" name="Synthetic sample 85">
            <a:extLst xmlns:a="http://schemas.openxmlformats.org/drawingml/2006/main">
              <a:ext uri="{FF2B5EF4-FFF2-40B4-BE49-F238E27FC236}">
                <a16:creationId xmlns:a16="http://schemas.microsoft.com/office/drawing/2014/main" id="{D68316AC-EE31-48EB-A00D-C3C07D8F3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0162" y="4142857"/>
            <a:ext cx="77398" cy="88455"/>
          </a:xfrm>
          <a:custGeom xmlns:a="http://schemas.openxmlformats.org/drawingml/2006/main">
            <a:pathLst>
              <a:path w="66675" h="76200">
                <a:moveTo>
                  <a:pt x="9525" y="0"/>
                </a:moveTo>
                <a:lnTo>
                  <a:pt x="0" y="9525"/>
                </a:lnTo>
                <a:lnTo>
                  <a:pt x="0" y="57150"/>
                </a:lnTo>
                <a:lnTo>
                  <a:pt x="19050" y="76200"/>
                </a:lnTo>
                <a:lnTo>
                  <a:pt x="38100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0" name="Synthetic sample 86">
            <a:extLst xmlns:a="http://schemas.openxmlformats.org/drawingml/2006/main">
              <a:ext uri="{FF2B5EF4-FFF2-40B4-BE49-F238E27FC236}">
                <a16:creationId xmlns:a16="http://schemas.microsoft.com/office/drawing/2014/main" id="{A9B90538-A9C7-4B34-8B29-90D22E567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0031" y="4142857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28575"/>
                </a:lnTo>
                <a:lnTo>
                  <a:pt x="0" y="47625"/>
                </a:lnTo>
                <a:lnTo>
                  <a:pt x="28575" y="76200"/>
                </a:lnTo>
                <a:lnTo>
                  <a:pt x="47625" y="76200"/>
                </a:lnTo>
                <a:lnTo>
                  <a:pt x="66675" y="66675"/>
                </a:lnTo>
                <a:lnTo>
                  <a:pt x="76200" y="47625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1" name="Synthetic sample 87">
            <a:extLst xmlns:a="http://schemas.openxmlformats.org/drawingml/2006/main">
              <a:ext uri="{FF2B5EF4-FFF2-40B4-BE49-F238E27FC236}">
                <a16:creationId xmlns:a16="http://schemas.microsoft.com/office/drawing/2014/main" id="{6667B4E9-AB8A-4DAA-ACAD-2F4075AFE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0958" y="4142857"/>
            <a:ext cx="88455" cy="88455"/>
          </a:xfrm>
          <a:custGeom xmlns:a="http://schemas.openxmlformats.org/drawingml/2006/main">
            <a:pathLst>
              <a:path w="76200" h="76200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9525" y="66675"/>
                </a:lnTo>
                <a:lnTo>
                  <a:pt x="28575" y="76200"/>
                </a:lnTo>
                <a:lnTo>
                  <a:pt x="47625" y="76200"/>
                </a:lnTo>
                <a:lnTo>
                  <a:pt x="66675" y="57150"/>
                </a:lnTo>
                <a:lnTo>
                  <a:pt x="76200" y="2857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2" name="Real sample 0">
            <a:extLst xmlns:a="http://schemas.openxmlformats.org/drawingml/2006/main">
              <a:ext uri="{FF2B5EF4-FFF2-40B4-BE49-F238E27FC236}">
                <a16:creationId xmlns:a16="http://schemas.microsoft.com/office/drawing/2014/main" id="{B1045761-FF64-4D69-9366-AD264CA92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28498" y="5712927"/>
            <a:ext cx="88455" cy="88455"/>
          </a:xfrm>
          <a:custGeom xmlns:a="http://schemas.openxmlformats.org/drawingml/2006/main">
            <a:pathLst>
              <a:path w="76200" h="76200">
                <a:moveTo>
                  <a:pt x="57150" y="0"/>
                </a:moveTo>
                <a:lnTo>
                  <a:pt x="28575" y="0"/>
                </a:lnTo>
                <a:lnTo>
                  <a:pt x="9525" y="9525"/>
                </a:lnTo>
                <a:lnTo>
                  <a:pt x="0" y="28575"/>
                </a:lnTo>
                <a:lnTo>
                  <a:pt x="9525" y="57150"/>
                </a:lnTo>
                <a:lnTo>
                  <a:pt x="38100" y="76200"/>
                </a:lnTo>
                <a:lnTo>
                  <a:pt x="76200" y="47625"/>
                </a:lnTo>
                <a:lnTo>
                  <a:pt x="76200" y="1905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3" name="Real sample 1">
            <a:extLst xmlns:a="http://schemas.openxmlformats.org/drawingml/2006/main">
              <a:ext uri="{FF2B5EF4-FFF2-40B4-BE49-F238E27FC236}">
                <a16:creationId xmlns:a16="http://schemas.microsoft.com/office/drawing/2014/main" id="{BF36507F-C6EB-4010-86B8-399F3F3C9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8856" y="5712927"/>
            <a:ext cx="77398" cy="77398"/>
          </a:xfrm>
          <a:custGeom xmlns:a="http://schemas.openxmlformats.org/drawingml/2006/main">
            <a:pathLst>
              <a:path w="66675" h="66675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9525" y="66675"/>
                </a:lnTo>
                <a:lnTo>
                  <a:pt x="57150" y="66675"/>
                </a:lnTo>
                <a:lnTo>
                  <a:pt x="66675" y="57150"/>
                </a:lnTo>
                <a:lnTo>
                  <a:pt x="66675" y="9525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4" name="Real sample 2">
            <a:extLst xmlns:a="http://schemas.openxmlformats.org/drawingml/2006/main">
              <a:ext uri="{FF2B5EF4-FFF2-40B4-BE49-F238E27FC236}">
                <a16:creationId xmlns:a16="http://schemas.microsoft.com/office/drawing/2014/main" id="{2E599933-57BC-4A92-9535-2D900AEE3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08387" y="5712927"/>
            <a:ext cx="928774" cy="342762"/>
          </a:xfrm>
          <a:custGeom xmlns:a="http://schemas.openxmlformats.org/drawingml/2006/main">
            <a:pathLst>
              <a:path w="800100" h="295275">
                <a:moveTo>
                  <a:pt x="0" y="0"/>
                </a:moveTo>
                <a:lnTo>
                  <a:pt x="0" y="295275"/>
                </a:lnTo>
                <a:lnTo>
                  <a:pt x="800100" y="295275"/>
                </a:lnTo>
                <a:lnTo>
                  <a:pt x="80010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5" name="Real sample 3">
            <a:extLst xmlns:a="http://schemas.openxmlformats.org/drawingml/2006/main">
              <a:ext uri="{FF2B5EF4-FFF2-40B4-BE49-F238E27FC236}">
                <a16:creationId xmlns:a16="http://schemas.microsoft.com/office/drawing/2014/main" id="{5F1DD140-FDC0-4048-B0B7-56B6183BA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39782" y="5712927"/>
            <a:ext cx="77398" cy="77398"/>
          </a:xfrm>
          <a:custGeom xmlns:a="http://schemas.openxmlformats.org/drawingml/2006/main">
            <a:pathLst>
              <a:path w="66675" h="66675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9525" y="66675"/>
                </a:lnTo>
                <a:lnTo>
                  <a:pt x="57150" y="66675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6" name="Real sample 4">
            <a:extLst xmlns:a="http://schemas.openxmlformats.org/drawingml/2006/main">
              <a:ext uri="{FF2B5EF4-FFF2-40B4-BE49-F238E27FC236}">
                <a16:creationId xmlns:a16="http://schemas.microsoft.com/office/drawing/2014/main" id="{12C3F275-226C-4B6A-9F42-E3B1FD1BD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39652" y="5712927"/>
            <a:ext cx="88455" cy="88455"/>
          </a:xfrm>
          <a:custGeom xmlns:a="http://schemas.openxmlformats.org/drawingml/2006/main">
            <a:pathLst>
              <a:path w="76200" h="76200">
                <a:moveTo>
                  <a:pt x="57150" y="0"/>
                </a:moveTo>
                <a:lnTo>
                  <a:pt x="28575" y="0"/>
                </a:lnTo>
                <a:lnTo>
                  <a:pt x="9525" y="9525"/>
                </a:lnTo>
                <a:lnTo>
                  <a:pt x="9525" y="28575"/>
                </a:lnTo>
                <a:lnTo>
                  <a:pt x="0" y="38100"/>
                </a:lnTo>
                <a:lnTo>
                  <a:pt x="9525" y="57150"/>
                </a:lnTo>
                <a:lnTo>
                  <a:pt x="38100" y="76200"/>
                </a:lnTo>
                <a:lnTo>
                  <a:pt x="76200" y="47625"/>
                </a:lnTo>
                <a:lnTo>
                  <a:pt x="76200" y="1905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7" name="Real sample 5">
            <a:extLst xmlns:a="http://schemas.openxmlformats.org/drawingml/2006/main">
              <a:ext uri="{FF2B5EF4-FFF2-40B4-BE49-F238E27FC236}">
                <a16:creationId xmlns:a16="http://schemas.microsoft.com/office/drawing/2014/main" id="{4CF34FE5-848B-48C9-BF02-CB04C4722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50612" y="5536018"/>
            <a:ext cx="88455" cy="88455"/>
          </a:xfrm>
          <a:custGeom xmlns:a="http://schemas.openxmlformats.org/drawingml/2006/main">
            <a:pathLst>
              <a:path w="76200" h="76200">
                <a:moveTo>
                  <a:pt x="57150" y="0"/>
                </a:moveTo>
                <a:lnTo>
                  <a:pt x="28575" y="0"/>
                </a:lnTo>
                <a:lnTo>
                  <a:pt x="9525" y="9525"/>
                </a:lnTo>
                <a:lnTo>
                  <a:pt x="0" y="28575"/>
                </a:lnTo>
                <a:lnTo>
                  <a:pt x="9525" y="57150"/>
                </a:lnTo>
                <a:lnTo>
                  <a:pt x="38100" y="76200"/>
                </a:lnTo>
                <a:lnTo>
                  <a:pt x="76200" y="47625"/>
                </a:lnTo>
                <a:lnTo>
                  <a:pt x="76200" y="28575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8" name="Real sample 6">
            <a:extLst xmlns:a="http://schemas.openxmlformats.org/drawingml/2006/main">
              <a:ext uri="{FF2B5EF4-FFF2-40B4-BE49-F238E27FC236}">
                <a16:creationId xmlns:a16="http://schemas.microsoft.com/office/drawing/2014/main" id="{1E5B3B4A-C12C-40F4-ACED-5A96A9F50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0970" y="5536018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9525" y="66675"/>
                </a:lnTo>
                <a:lnTo>
                  <a:pt x="28575" y="66675"/>
                </a:lnTo>
                <a:lnTo>
                  <a:pt x="38100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39" name="Real sample 7">
            <a:extLst xmlns:a="http://schemas.openxmlformats.org/drawingml/2006/main">
              <a:ext uri="{FF2B5EF4-FFF2-40B4-BE49-F238E27FC236}">
                <a16:creationId xmlns:a16="http://schemas.microsoft.com/office/drawing/2014/main" id="{2C3AD3A3-F0E4-423C-BBD9-C70972D03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61896" y="5536018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38100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0" name="Real sample 8">
            <a:extLst xmlns:a="http://schemas.openxmlformats.org/drawingml/2006/main">
              <a:ext uri="{FF2B5EF4-FFF2-40B4-BE49-F238E27FC236}">
                <a16:creationId xmlns:a16="http://schemas.microsoft.com/office/drawing/2014/main" id="{E729957B-A1AF-4767-B24C-BB45A7D87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61765" y="5536018"/>
            <a:ext cx="88455" cy="88455"/>
          </a:xfrm>
          <a:custGeom xmlns:a="http://schemas.openxmlformats.org/drawingml/2006/main">
            <a:pathLst>
              <a:path w="76200" h="76200">
                <a:moveTo>
                  <a:pt x="57150" y="0"/>
                </a:moveTo>
                <a:lnTo>
                  <a:pt x="28575" y="0"/>
                </a:lnTo>
                <a:lnTo>
                  <a:pt x="0" y="38100"/>
                </a:lnTo>
                <a:lnTo>
                  <a:pt x="9525" y="57150"/>
                </a:lnTo>
                <a:lnTo>
                  <a:pt x="38100" y="76200"/>
                </a:lnTo>
                <a:lnTo>
                  <a:pt x="76200" y="47625"/>
                </a:lnTo>
                <a:lnTo>
                  <a:pt x="76200" y="1905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1" name="Real sample 9">
            <a:extLst xmlns:a="http://schemas.openxmlformats.org/drawingml/2006/main">
              <a:ext uri="{FF2B5EF4-FFF2-40B4-BE49-F238E27FC236}">
                <a16:creationId xmlns:a16="http://schemas.microsoft.com/office/drawing/2014/main" id="{8E5ECE8E-6F34-46A0-9DAE-07ED60F4A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6385" y="5359108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38100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2" name="Real sample 10">
            <a:extLst xmlns:a="http://schemas.openxmlformats.org/drawingml/2006/main">
              <a:ext uri="{FF2B5EF4-FFF2-40B4-BE49-F238E27FC236}">
                <a16:creationId xmlns:a16="http://schemas.microsoft.com/office/drawing/2014/main" id="{D959FE83-594B-4970-AD9A-CD40F606B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06742" y="5359108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38100" y="76200"/>
                </a:lnTo>
                <a:lnTo>
                  <a:pt x="57150" y="66675"/>
                </a:lnTo>
                <a:lnTo>
                  <a:pt x="66675" y="47625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3" name="Real sample 11">
            <a:extLst xmlns:a="http://schemas.openxmlformats.org/drawingml/2006/main">
              <a:ext uri="{FF2B5EF4-FFF2-40B4-BE49-F238E27FC236}">
                <a16:creationId xmlns:a16="http://schemas.microsoft.com/office/drawing/2014/main" id="{5D738919-DC52-4210-9C7D-58ABA5226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06612" y="5359108"/>
            <a:ext cx="88455" cy="88455"/>
          </a:xfrm>
          <a:custGeom xmlns:a="http://schemas.openxmlformats.org/drawingml/2006/main">
            <a:pathLst>
              <a:path w="76200" h="76200">
                <a:moveTo>
                  <a:pt x="47625" y="0"/>
                </a:moveTo>
                <a:lnTo>
                  <a:pt x="28575" y="0"/>
                </a:lnTo>
                <a:lnTo>
                  <a:pt x="9525" y="9525"/>
                </a:lnTo>
                <a:lnTo>
                  <a:pt x="0" y="28575"/>
                </a:lnTo>
                <a:lnTo>
                  <a:pt x="0" y="47625"/>
                </a:lnTo>
                <a:lnTo>
                  <a:pt x="28575" y="76200"/>
                </a:lnTo>
                <a:lnTo>
                  <a:pt x="57150" y="66675"/>
                </a:lnTo>
                <a:lnTo>
                  <a:pt x="76200" y="47625"/>
                </a:lnTo>
                <a:lnTo>
                  <a:pt x="76200" y="28575"/>
                </a:lnTo>
                <a:lnTo>
                  <a:pt x="66675" y="9525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4" name="Real sample 12">
            <a:extLst xmlns:a="http://schemas.openxmlformats.org/drawingml/2006/main">
              <a:ext uri="{FF2B5EF4-FFF2-40B4-BE49-F238E27FC236}">
                <a16:creationId xmlns:a16="http://schemas.microsoft.com/office/drawing/2014/main" id="{A6234A97-E55C-4F97-9F66-F8DF83BB6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17538" y="5359108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9525" y="66675"/>
                </a:lnTo>
                <a:lnTo>
                  <a:pt x="38100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5" name="Real sample 13">
            <a:extLst xmlns:a="http://schemas.openxmlformats.org/drawingml/2006/main">
              <a:ext uri="{FF2B5EF4-FFF2-40B4-BE49-F238E27FC236}">
                <a16:creationId xmlns:a16="http://schemas.microsoft.com/office/drawing/2014/main" id="{01D1017A-FD5D-426F-A868-C81E7761F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72726" y="5160085"/>
            <a:ext cx="88455" cy="77398"/>
          </a:xfrm>
          <a:custGeom xmlns:a="http://schemas.openxmlformats.org/drawingml/2006/main">
            <a:pathLst>
              <a:path w="76200" h="66675">
                <a:moveTo>
                  <a:pt x="19050" y="0"/>
                </a:moveTo>
                <a:lnTo>
                  <a:pt x="0" y="28575"/>
                </a:lnTo>
                <a:lnTo>
                  <a:pt x="9525" y="57150"/>
                </a:lnTo>
                <a:lnTo>
                  <a:pt x="19050" y="66675"/>
                </a:lnTo>
                <a:lnTo>
                  <a:pt x="57150" y="66675"/>
                </a:lnTo>
                <a:lnTo>
                  <a:pt x="76200" y="38100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6" name="Real sample 14">
            <a:extLst xmlns:a="http://schemas.openxmlformats.org/drawingml/2006/main">
              <a:ext uri="{FF2B5EF4-FFF2-40B4-BE49-F238E27FC236}">
                <a16:creationId xmlns:a16="http://schemas.microsoft.com/office/drawing/2014/main" id="{381627C0-969B-4A7C-9B0C-7744AED7E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3083" y="5160085"/>
            <a:ext cx="77398" cy="77398"/>
          </a:xfrm>
          <a:custGeom xmlns:a="http://schemas.openxmlformats.org/drawingml/2006/main">
            <a:pathLst>
              <a:path w="66675" h="66675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19050" y="66675"/>
                </a:lnTo>
                <a:lnTo>
                  <a:pt x="57150" y="66675"/>
                </a:lnTo>
                <a:lnTo>
                  <a:pt x="66675" y="57150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7" name="Real sample 15">
            <a:extLst xmlns:a="http://schemas.openxmlformats.org/drawingml/2006/main">
              <a:ext uri="{FF2B5EF4-FFF2-40B4-BE49-F238E27FC236}">
                <a16:creationId xmlns:a16="http://schemas.microsoft.com/office/drawing/2014/main" id="{B333D26B-DB69-40D6-865D-B19CE9EF2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84010" y="5160085"/>
            <a:ext cx="77398" cy="77398"/>
          </a:xfrm>
          <a:custGeom xmlns:a="http://schemas.openxmlformats.org/drawingml/2006/main">
            <a:pathLst>
              <a:path w="66675" h="66675">
                <a:moveTo>
                  <a:pt x="9525" y="0"/>
                </a:moveTo>
                <a:lnTo>
                  <a:pt x="0" y="9525"/>
                </a:lnTo>
                <a:lnTo>
                  <a:pt x="0" y="57150"/>
                </a:lnTo>
                <a:lnTo>
                  <a:pt x="9525" y="66675"/>
                </a:lnTo>
                <a:lnTo>
                  <a:pt x="47625" y="66675"/>
                </a:lnTo>
                <a:lnTo>
                  <a:pt x="66675" y="47625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8" name="Real sample 16">
            <a:extLst xmlns:a="http://schemas.openxmlformats.org/drawingml/2006/main">
              <a:ext uri="{FF2B5EF4-FFF2-40B4-BE49-F238E27FC236}">
                <a16:creationId xmlns:a16="http://schemas.microsoft.com/office/drawing/2014/main" id="{04C05DAE-719E-4084-9AE5-1516D9E44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3879" y="5160085"/>
            <a:ext cx="88455" cy="77398"/>
          </a:xfrm>
          <a:custGeom xmlns:a="http://schemas.openxmlformats.org/drawingml/2006/main">
            <a:pathLst>
              <a:path w="76200" h="66675">
                <a:moveTo>
                  <a:pt x="19050" y="0"/>
                </a:moveTo>
                <a:lnTo>
                  <a:pt x="0" y="28575"/>
                </a:lnTo>
                <a:lnTo>
                  <a:pt x="9525" y="57150"/>
                </a:lnTo>
                <a:lnTo>
                  <a:pt x="19050" y="66675"/>
                </a:lnTo>
                <a:lnTo>
                  <a:pt x="57150" y="66675"/>
                </a:lnTo>
                <a:lnTo>
                  <a:pt x="76200" y="47625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49" name="Real sample 17">
            <a:extLst xmlns:a="http://schemas.openxmlformats.org/drawingml/2006/main">
              <a:ext uri="{FF2B5EF4-FFF2-40B4-BE49-F238E27FC236}">
                <a16:creationId xmlns:a16="http://schemas.microsoft.com/office/drawing/2014/main" id="{A3DB1BA7-4BED-4F4B-987D-C7EB293B0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94351" y="5027403"/>
            <a:ext cx="77398" cy="77398"/>
          </a:xfrm>
          <a:custGeom xmlns:a="http://schemas.openxmlformats.org/drawingml/2006/main">
            <a:pathLst>
              <a:path w="66675" h="66675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19050" y="66675"/>
                </a:lnTo>
                <a:lnTo>
                  <a:pt x="57150" y="66675"/>
                </a:lnTo>
                <a:lnTo>
                  <a:pt x="66675" y="57150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0" name="Real sample 18">
            <a:extLst xmlns:a="http://schemas.openxmlformats.org/drawingml/2006/main">
              <a:ext uri="{FF2B5EF4-FFF2-40B4-BE49-F238E27FC236}">
                <a16:creationId xmlns:a16="http://schemas.microsoft.com/office/drawing/2014/main" id="{F1654CA9-6A4D-442E-AEAA-9258D63E5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3652" y="5027403"/>
            <a:ext cx="88455" cy="77398"/>
          </a:xfrm>
          <a:custGeom xmlns:a="http://schemas.openxmlformats.org/drawingml/2006/main">
            <a:pathLst>
              <a:path w="76200" h="66675">
                <a:moveTo>
                  <a:pt x="19050" y="0"/>
                </a:moveTo>
                <a:lnTo>
                  <a:pt x="0" y="28575"/>
                </a:lnTo>
                <a:lnTo>
                  <a:pt x="9525" y="57150"/>
                </a:lnTo>
                <a:lnTo>
                  <a:pt x="19050" y="66675"/>
                </a:lnTo>
                <a:lnTo>
                  <a:pt x="57150" y="66675"/>
                </a:lnTo>
                <a:lnTo>
                  <a:pt x="76200" y="47625"/>
                </a:lnTo>
                <a:lnTo>
                  <a:pt x="76200" y="19050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1" name="Real sample 19">
            <a:extLst xmlns:a="http://schemas.openxmlformats.org/drawingml/2006/main">
              <a:ext uri="{FF2B5EF4-FFF2-40B4-BE49-F238E27FC236}">
                <a16:creationId xmlns:a16="http://schemas.microsoft.com/office/drawing/2014/main" id="{E34AAADE-865C-4368-9BEC-32206CE46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4578" y="5027403"/>
            <a:ext cx="88455" cy="77398"/>
          </a:xfrm>
          <a:custGeom xmlns:a="http://schemas.openxmlformats.org/drawingml/2006/main">
            <a:pathLst>
              <a:path w="76200" h="66675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19050" y="66675"/>
                </a:lnTo>
                <a:lnTo>
                  <a:pt x="57150" y="66675"/>
                </a:lnTo>
                <a:lnTo>
                  <a:pt x="76200" y="38100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2" name="Real sample 20">
            <a:extLst xmlns:a="http://schemas.openxmlformats.org/drawingml/2006/main">
              <a:ext uri="{FF2B5EF4-FFF2-40B4-BE49-F238E27FC236}">
                <a16:creationId xmlns:a16="http://schemas.microsoft.com/office/drawing/2014/main" id="{C446DE1F-0D27-4503-9847-EBBDAF8D3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5504" y="5027403"/>
            <a:ext cx="77398" cy="77398"/>
          </a:xfrm>
          <a:custGeom xmlns:a="http://schemas.openxmlformats.org/drawingml/2006/main">
            <a:pathLst>
              <a:path w="66675" h="66675">
                <a:moveTo>
                  <a:pt x="19050" y="0"/>
                </a:moveTo>
                <a:lnTo>
                  <a:pt x="0" y="19050"/>
                </a:lnTo>
                <a:lnTo>
                  <a:pt x="0" y="47625"/>
                </a:lnTo>
                <a:lnTo>
                  <a:pt x="19050" y="66675"/>
                </a:lnTo>
                <a:lnTo>
                  <a:pt x="57150" y="66675"/>
                </a:lnTo>
                <a:lnTo>
                  <a:pt x="66675" y="57150"/>
                </a:lnTo>
                <a:lnTo>
                  <a:pt x="66675" y="95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3" name="Real sample 21">
            <a:extLst xmlns:a="http://schemas.openxmlformats.org/drawingml/2006/main">
              <a:ext uri="{FF2B5EF4-FFF2-40B4-BE49-F238E27FC236}">
                <a16:creationId xmlns:a16="http://schemas.microsoft.com/office/drawing/2014/main" id="{4F39A2FE-57F6-4978-8791-49A25DAE7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1260" y="4883664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38100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3810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4" name="Real sample 22">
            <a:extLst xmlns:a="http://schemas.openxmlformats.org/drawingml/2006/main">
              <a:ext uri="{FF2B5EF4-FFF2-40B4-BE49-F238E27FC236}">
                <a16:creationId xmlns:a16="http://schemas.microsoft.com/office/drawing/2014/main" id="{A5857281-3752-4B15-A2D5-48B0B54703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60561" y="4883664"/>
            <a:ext cx="88455" cy="88455"/>
          </a:xfrm>
          <a:custGeom xmlns:a="http://schemas.openxmlformats.org/drawingml/2006/main">
            <a:pathLst>
              <a:path w="76200" h="76200">
                <a:moveTo>
                  <a:pt x="28575" y="0"/>
                </a:moveTo>
                <a:lnTo>
                  <a:pt x="9525" y="9525"/>
                </a:lnTo>
                <a:lnTo>
                  <a:pt x="0" y="28575"/>
                </a:lnTo>
                <a:lnTo>
                  <a:pt x="0" y="47625"/>
                </a:lnTo>
                <a:lnTo>
                  <a:pt x="28575" y="76200"/>
                </a:lnTo>
                <a:lnTo>
                  <a:pt x="47625" y="76200"/>
                </a:lnTo>
                <a:lnTo>
                  <a:pt x="76200" y="47625"/>
                </a:lnTo>
                <a:lnTo>
                  <a:pt x="76200" y="28575"/>
                </a:lnTo>
                <a:lnTo>
                  <a:pt x="66675" y="9525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5" name="Real sample 23">
            <a:extLst xmlns:a="http://schemas.openxmlformats.org/drawingml/2006/main">
              <a:ext uri="{FF2B5EF4-FFF2-40B4-BE49-F238E27FC236}">
                <a16:creationId xmlns:a16="http://schemas.microsoft.com/office/drawing/2014/main" id="{50F526FA-F0DA-4C18-924E-A59C31A48F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1487" y="4883664"/>
            <a:ext cx="77398" cy="88455"/>
          </a:xfrm>
          <a:custGeom xmlns:a="http://schemas.openxmlformats.org/drawingml/2006/main">
            <a:pathLst>
              <a:path w="66675" h="76200">
                <a:moveTo>
                  <a:pt x="47625" y="0"/>
                </a:moveTo>
                <a:lnTo>
                  <a:pt x="28575" y="0"/>
                </a:lnTo>
                <a:lnTo>
                  <a:pt x="0" y="19050"/>
                </a:lnTo>
                <a:lnTo>
                  <a:pt x="0" y="57150"/>
                </a:lnTo>
                <a:lnTo>
                  <a:pt x="28575" y="76200"/>
                </a:lnTo>
                <a:lnTo>
                  <a:pt x="66675" y="57150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6" name="Real sample 24">
            <a:extLst xmlns:a="http://schemas.openxmlformats.org/drawingml/2006/main">
              <a:ext uri="{FF2B5EF4-FFF2-40B4-BE49-F238E27FC236}">
                <a16:creationId xmlns:a16="http://schemas.microsoft.com/office/drawing/2014/main" id="{03B5F140-8764-448E-A9B7-28BBB115F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82414" y="4883664"/>
            <a:ext cx="77398" cy="88455"/>
          </a:xfrm>
          <a:custGeom xmlns:a="http://schemas.openxmlformats.org/drawingml/2006/main">
            <a:pathLst>
              <a:path w="66675" h="76200">
                <a:moveTo>
                  <a:pt x="19050" y="0"/>
                </a:moveTo>
                <a:lnTo>
                  <a:pt x="0" y="19050"/>
                </a:lnTo>
                <a:lnTo>
                  <a:pt x="0" y="57150"/>
                </a:lnTo>
                <a:lnTo>
                  <a:pt x="38100" y="76200"/>
                </a:lnTo>
                <a:lnTo>
                  <a:pt x="6667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7" name="Real sample 25">
            <a:extLst xmlns:a="http://schemas.openxmlformats.org/drawingml/2006/main">
              <a:ext uri="{FF2B5EF4-FFF2-40B4-BE49-F238E27FC236}">
                <a16:creationId xmlns:a16="http://schemas.microsoft.com/office/drawing/2014/main" id="{AA3BF332-C600-42DB-88DD-D8A48BD4C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1378" y="4286596"/>
            <a:ext cx="928774" cy="331705"/>
          </a:xfrm>
          <a:custGeom xmlns:a="http://schemas.openxmlformats.org/drawingml/2006/main">
            <a:pathLst>
              <a:path w="800100" h="285750">
                <a:moveTo>
                  <a:pt x="0" y="0"/>
                </a:moveTo>
                <a:lnTo>
                  <a:pt x="0" y="285750"/>
                </a:lnTo>
                <a:lnTo>
                  <a:pt x="800100" y="285750"/>
                </a:lnTo>
                <a:lnTo>
                  <a:pt x="800100" y="0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8" name="Aligned sample and boundary 0">
            <a:extLst xmlns:a="http://schemas.openxmlformats.org/drawingml/2006/main">
              <a:ext uri="{FF2B5EF4-FFF2-40B4-BE49-F238E27FC236}">
                <a16:creationId xmlns:a16="http://schemas.microsoft.com/office/drawing/2014/main" id="{F940F1E9-B593-446B-8004-5F59CA471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52077" y="5801381"/>
            <a:ext cx="143739" cy="143739"/>
          </a:xfrm>
          <a:custGeom xmlns:a="http://schemas.openxmlformats.org/drawingml/2006/main">
            <a:pathLst>
              <a:path w="123825" h="123825">
                <a:moveTo>
                  <a:pt x="47625" y="0"/>
                </a:moveTo>
                <a:lnTo>
                  <a:pt x="28575" y="38100"/>
                </a:lnTo>
                <a:lnTo>
                  <a:pt x="28575" y="57150"/>
                </a:lnTo>
                <a:lnTo>
                  <a:pt x="9525" y="85725"/>
                </a:lnTo>
                <a:lnTo>
                  <a:pt x="9525" y="104775"/>
                </a:lnTo>
                <a:lnTo>
                  <a:pt x="0" y="123825"/>
                </a:lnTo>
                <a:lnTo>
                  <a:pt x="123825" y="123825"/>
                </a:lnTo>
                <a:lnTo>
                  <a:pt x="95250" y="66675"/>
                </a:lnTo>
                <a:lnTo>
                  <a:pt x="76200" y="47625"/>
                </a:lnTo>
                <a:lnTo>
                  <a:pt x="66675" y="19050"/>
                </a:lnTo>
                <a:close/>
              </a:path>
            </a:pathLst>
          </a:custGeom>
          <a:solidFill xmlns:a="http://schemas.openxmlformats.org/drawingml/2006/main">
            <a:srgbClr val="FFBE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59" name="Aligned sample and boundary 1">
            <a:extLst xmlns:a="http://schemas.openxmlformats.org/drawingml/2006/main">
              <a:ext uri="{FF2B5EF4-FFF2-40B4-BE49-F238E27FC236}">
                <a16:creationId xmlns:a16="http://schemas.microsoft.com/office/drawing/2014/main" id="{76F404B5-F99F-4C71-A134-669C8C394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0452" y="5524961"/>
            <a:ext cx="143739" cy="143739"/>
          </a:xfrm>
          <a:custGeom xmlns:a="http://schemas.openxmlformats.org/drawingml/2006/main">
            <a:pathLst>
              <a:path w="123825" h="123825">
                <a:moveTo>
                  <a:pt x="66675" y="0"/>
                </a:moveTo>
                <a:lnTo>
                  <a:pt x="0" y="123825"/>
                </a:lnTo>
                <a:lnTo>
                  <a:pt x="123825" y="123825"/>
                </a:lnTo>
                <a:close/>
              </a:path>
            </a:pathLst>
          </a:custGeom>
          <a:solidFill xmlns:a="http://schemas.openxmlformats.org/drawingml/2006/main">
            <a:srgbClr val="FFBE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60" name="Aligned sample and boundary 2">
            <a:extLst xmlns:a="http://schemas.openxmlformats.org/drawingml/2006/main">
              <a:ext uri="{FF2B5EF4-FFF2-40B4-BE49-F238E27FC236}">
                <a16:creationId xmlns:a16="http://schemas.microsoft.com/office/drawing/2014/main" id="{50812A2A-3227-499C-85D3-B93329248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2566" y="5226426"/>
            <a:ext cx="143739" cy="143739"/>
          </a:xfrm>
          <a:custGeom xmlns:a="http://schemas.openxmlformats.org/drawingml/2006/main">
            <a:pathLst>
              <a:path w="123825" h="123825">
                <a:moveTo>
                  <a:pt x="57150" y="0"/>
                </a:moveTo>
                <a:lnTo>
                  <a:pt x="0" y="123825"/>
                </a:lnTo>
                <a:lnTo>
                  <a:pt x="123825" y="123825"/>
                </a:lnTo>
                <a:close/>
              </a:path>
            </a:pathLst>
          </a:custGeom>
          <a:solidFill xmlns:a="http://schemas.openxmlformats.org/drawingml/2006/main">
            <a:srgbClr val="FFBE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61" name="Aligned sample and boundary 3">
            <a:extLst xmlns:a="http://schemas.openxmlformats.org/drawingml/2006/main">
              <a:ext uri="{FF2B5EF4-FFF2-40B4-BE49-F238E27FC236}">
                <a16:creationId xmlns:a16="http://schemas.microsoft.com/office/drawing/2014/main" id="{77926AF0-88C3-4F6A-998C-08070246D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6793" y="4950005"/>
            <a:ext cx="154796" cy="143739"/>
          </a:xfrm>
          <a:custGeom xmlns:a="http://schemas.openxmlformats.org/drawingml/2006/main">
            <a:pathLst>
              <a:path w="133350" h="123825">
                <a:moveTo>
                  <a:pt x="66675" y="0"/>
                </a:moveTo>
                <a:lnTo>
                  <a:pt x="0" y="123825"/>
                </a:lnTo>
                <a:lnTo>
                  <a:pt x="133350" y="123825"/>
                </a:lnTo>
                <a:close/>
              </a:path>
            </a:pathLst>
          </a:custGeom>
          <a:solidFill xmlns:a="http://schemas.openxmlformats.org/drawingml/2006/main">
            <a:srgbClr val="FFBE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62" name="Aligned sample and boundary 4">
            <a:extLst xmlns:a="http://schemas.openxmlformats.org/drawingml/2006/main">
              <a:ext uri="{FF2B5EF4-FFF2-40B4-BE49-F238E27FC236}">
                <a16:creationId xmlns:a16="http://schemas.microsoft.com/office/drawing/2014/main" id="{25BF9032-05ED-40BC-A491-D61946408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29475" y="4706755"/>
            <a:ext cx="143739" cy="143739"/>
          </a:xfrm>
          <a:custGeom xmlns:a="http://schemas.openxmlformats.org/drawingml/2006/main">
            <a:pathLst>
              <a:path w="123825" h="123825">
                <a:moveTo>
                  <a:pt x="57150" y="0"/>
                </a:moveTo>
                <a:lnTo>
                  <a:pt x="0" y="123825"/>
                </a:lnTo>
                <a:lnTo>
                  <a:pt x="123825" y="123825"/>
                </a:lnTo>
                <a:lnTo>
                  <a:pt x="66675" y="0"/>
                </a:lnTo>
                <a:close/>
              </a:path>
            </a:pathLst>
          </a:custGeom>
          <a:solidFill xmlns:a="http://schemas.openxmlformats.org/drawingml/2006/main">
            <a:srgbClr val="FFBE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63" name="Aligned sample and boundary 5">
            <a:extLst xmlns:a="http://schemas.openxmlformats.org/drawingml/2006/main">
              <a:ext uri="{FF2B5EF4-FFF2-40B4-BE49-F238E27FC236}">
                <a16:creationId xmlns:a16="http://schemas.microsoft.com/office/drawing/2014/main" id="{7176A3C4-7F0C-467B-B70B-81FFD52CB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62157" y="4496675"/>
            <a:ext cx="143739" cy="154796"/>
          </a:xfrm>
          <a:custGeom xmlns:a="http://schemas.openxmlformats.org/drawingml/2006/main">
            <a:pathLst>
              <a:path w="123825" h="133350">
                <a:moveTo>
                  <a:pt x="66675" y="0"/>
                </a:moveTo>
                <a:lnTo>
                  <a:pt x="0" y="133350"/>
                </a:lnTo>
                <a:lnTo>
                  <a:pt x="123825" y="133350"/>
                </a:lnTo>
                <a:lnTo>
                  <a:pt x="123825" y="114300"/>
                </a:lnTo>
                <a:close/>
              </a:path>
            </a:pathLst>
          </a:custGeom>
          <a:solidFill xmlns:a="http://schemas.openxmlformats.org/drawingml/2006/main">
            <a:srgbClr val="FFBE00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64" name="Format decision boundary">
            <a:extLst xmlns:a="http://schemas.openxmlformats.org/drawingml/2006/main">
              <a:ext uri="{FF2B5EF4-FFF2-40B4-BE49-F238E27FC236}">
                <a16:creationId xmlns:a16="http://schemas.microsoft.com/office/drawing/2014/main" id="{DB55AE9B-D32A-4977-9E63-645B12B235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1296" y="3877493"/>
            <a:ext cx="2841606" cy="2764208"/>
          </a:xfrm>
          <a:custGeom xmlns:a="http://schemas.openxmlformats.org/drawingml/2006/main">
            <a:pathLst>
              <a:path w="2447925" h="2381250">
                <a:moveTo>
                  <a:pt x="95250" y="2381250"/>
                </a:moveTo>
                <a:cubicBezTo>
                  <a:pt x="0" y="1371600"/>
                  <a:pt x="228600" y="1323975"/>
                  <a:pt x="1143000" y="1104900"/>
                </a:cubicBezTo>
                <a:cubicBezTo>
                  <a:pt x="1733550" y="971550"/>
                  <a:pt x="2447925" y="904875"/>
                  <a:pt x="2324100" y="533400"/>
                </a:cubicBezTo>
                <a:cubicBezTo>
                  <a:pt x="2266950" y="333375"/>
                  <a:pt x="2114550" y="133350"/>
                  <a:pt x="2076450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27642">
            <a:solidFill>
              <a:srgbClr val="93BFD9"/>
            </a:solidFill>
            <a:prstDash val="solid"/>
          </a:ln>
        </p:spPr>
      </p:sp>
      <p:sp>
        <p:nvSpPr>
          <p:cNvPr id="165" name="Content decision boundary">
            <a:extLst xmlns:a="http://schemas.openxmlformats.org/drawingml/2006/main">
              <a:ext uri="{FF2B5EF4-FFF2-40B4-BE49-F238E27FC236}">
                <a16:creationId xmlns:a16="http://schemas.microsoft.com/office/drawing/2014/main" id="{4DBFE8A4-93C1-47E8-840D-F7E385BBD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0859" y="3877493"/>
            <a:ext cx="2697867" cy="1404218"/>
          </a:xfrm>
          <a:custGeom xmlns:a="http://schemas.openxmlformats.org/drawingml/2006/main">
            <a:pathLst>
              <a:path w="2324100" h="1209675">
                <a:moveTo>
                  <a:pt x="0" y="171450"/>
                </a:moveTo>
                <a:cubicBezTo>
                  <a:pt x="238125" y="333375"/>
                  <a:pt x="1028700" y="857250"/>
                  <a:pt x="1552575" y="1028700"/>
                </a:cubicBezTo>
                <a:cubicBezTo>
                  <a:pt x="1971675" y="1209675"/>
                  <a:pt x="2095500" y="752475"/>
                  <a:pt x="2324100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27642">
            <a:solidFill>
              <a:srgbClr val="C0CBD4"/>
            </a:solidFill>
            <a:prstDash val="solid"/>
          </a:ln>
        </p:spPr>
      </p:sp>
      <p:sp>
        <p:nvSpPr>
          <p:cNvPr id="166" name="Resolution decision boundary">
            <a:extLst xmlns:a="http://schemas.openxmlformats.org/drawingml/2006/main">
              <a:ext uri="{FF2B5EF4-FFF2-40B4-BE49-F238E27FC236}">
                <a16:creationId xmlns:a16="http://schemas.microsoft.com/office/drawing/2014/main" id="{DA248B81-86DC-416B-8169-42C5A7AC1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76682" y="4176027"/>
            <a:ext cx="3814607" cy="2509901"/>
          </a:xfrm>
          <a:custGeom xmlns:a="http://schemas.openxmlformats.org/drawingml/2006/main">
            <a:pathLst>
              <a:path w="3286125" h="2162175">
                <a:moveTo>
                  <a:pt x="0" y="161925"/>
                </a:moveTo>
                <a:cubicBezTo>
                  <a:pt x="676275" y="85725"/>
                  <a:pt x="1238250" y="0"/>
                  <a:pt x="1514475" y="304800"/>
                </a:cubicBezTo>
                <a:cubicBezTo>
                  <a:pt x="1762125" y="561975"/>
                  <a:pt x="1666875" y="1419225"/>
                  <a:pt x="2009775" y="1771650"/>
                </a:cubicBezTo>
                <a:cubicBezTo>
                  <a:pt x="2228850" y="2009775"/>
                  <a:pt x="2819400" y="2105025"/>
                  <a:pt x="3286125" y="216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7642">
            <a:solidFill>
              <a:srgbClr val="293493"/>
            </a:solidFill>
            <a:prstDash val="solid"/>
          </a:ln>
        </p:spPr>
      </p:sp>
      <p:sp>
        <p:nvSpPr>
          <p:cNvPr id="167" name="Aligned decision boundary">
            <a:extLst xmlns:a="http://schemas.openxmlformats.org/drawingml/2006/main">
              <a:ext uri="{FF2B5EF4-FFF2-40B4-BE49-F238E27FC236}">
                <a16:creationId xmlns:a16="http://schemas.microsoft.com/office/drawing/2014/main" id="{1813B1E1-2C74-40E2-AAD1-962E038A2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74191" y="4430334"/>
            <a:ext cx="1326820" cy="1846491"/>
          </a:xfrm>
          <a:custGeom xmlns:a="http://schemas.openxmlformats.org/drawingml/2006/main">
            <a:pathLst>
              <a:path w="1143000" h="1590675">
                <a:moveTo>
                  <a:pt x="933450" y="0"/>
                </a:moveTo>
                <a:cubicBezTo>
                  <a:pt x="228600" y="247650"/>
                  <a:pt x="0" y="514350"/>
                  <a:pt x="85725" y="1057275"/>
                </a:cubicBezTo>
                <a:cubicBezTo>
                  <a:pt x="142875" y="1485900"/>
                  <a:pt x="942975" y="1590675"/>
                  <a:pt x="1143000" y="145732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7642">
            <a:solidFill>
              <a:srgbClr val="FFBE00"/>
            </a:solidFill>
            <a:prstDash val="solid"/>
          </a:ln>
        </p:spPr>
      </p:sp>
      <p:sp>
        <p:nvSpPr>
          <p:cNvPr id="168" name="In-panel attribute PNG">
            <a:extLst xmlns:a="http://schemas.openxmlformats.org/drawingml/2006/main">
              <a:ext uri="{FF2B5EF4-FFF2-40B4-BE49-F238E27FC236}">
                <a16:creationId xmlns:a16="http://schemas.microsoft.com/office/drawing/2014/main" id="{8761D296-1126-4E16-895B-B5AD44F94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717" y="3866436"/>
            <a:ext cx="751865" cy="353819"/>
          </a:xfrm>
          <a:custGeom xmlns:a="http://schemas.openxmlformats.org/drawingml/2006/main">
            <a:pathLst>
              <a:path w="647700" h="304800">
                <a:moveTo>
                  <a:pt x="0" y="0"/>
                </a:moveTo>
                <a:lnTo>
                  <a:pt x="647700" y="0"/>
                </a:lnTo>
                <a:lnTo>
                  <a:pt x="647700" y="304800"/>
                </a:lnTo>
                <a:lnTo>
                  <a:pt x="0" y="304800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69" name="PNG">
            <a:extLst xmlns:a="http://schemas.openxmlformats.org/drawingml/2006/main">
              <a:ext uri="{FF2B5EF4-FFF2-40B4-BE49-F238E27FC236}">
                <a16:creationId xmlns:a16="http://schemas.microsoft.com/office/drawing/2014/main" id="{22FC95BA-CD4B-41FF-85F9-54DA3E766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7717" y="3921720"/>
            <a:ext cx="751865" cy="2985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PNG</a:t>
            </a:r>
          </a:p>
        </p:txBody>
      </p:sp>
      <p:sp>
        <p:nvSpPr>
          <p:cNvPr id="170" name="In-panel attribute JPEG">
            <a:extLst xmlns:a="http://schemas.openxmlformats.org/drawingml/2006/main">
              <a:ext uri="{FF2B5EF4-FFF2-40B4-BE49-F238E27FC236}">
                <a16:creationId xmlns:a16="http://schemas.microsoft.com/office/drawing/2014/main" id="{DB3A1C03-A6FF-4329-A4DD-E868AD2F7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2423" y="5314881"/>
            <a:ext cx="751865" cy="364875"/>
          </a:xfrm>
          <a:custGeom xmlns:a="http://schemas.openxmlformats.org/drawingml/2006/main">
            <a:pathLst>
              <a:path w="647700" h="314325">
                <a:moveTo>
                  <a:pt x="0" y="0"/>
                </a:moveTo>
                <a:lnTo>
                  <a:pt x="647700" y="0"/>
                </a:lnTo>
                <a:lnTo>
                  <a:pt x="647700" y="314325"/>
                </a:lnTo>
                <a:lnTo>
                  <a:pt x="0" y="314325"/>
                </a:lnTo>
                <a:close/>
              </a:path>
            </a:pathLst>
          </a:custGeom>
          <a:solidFill xmlns:a="http://schemas.openxmlformats.org/drawingml/2006/main">
            <a:srgbClr val="93BFD9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71" name="JPEG">
            <a:extLst xmlns:a="http://schemas.openxmlformats.org/drawingml/2006/main">
              <a:ext uri="{FF2B5EF4-FFF2-40B4-BE49-F238E27FC236}">
                <a16:creationId xmlns:a16="http://schemas.microsoft.com/office/drawing/2014/main" id="{B880CE0C-5D09-4EC6-99DA-6B4345355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22423" y="5370165"/>
            <a:ext cx="751865" cy="3095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JPEG</a:t>
            </a:r>
          </a:p>
        </p:txBody>
      </p:sp>
      <p:sp>
        <p:nvSpPr>
          <p:cNvPr id="172" name="In-panel attribute Cat">
            <a:extLst xmlns:a="http://schemas.openxmlformats.org/drawingml/2006/main">
              <a:ext uri="{FF2B5EF4-FFF2-40B4-BE49-F238E27FC236}">
                <a16:creationId xmlns:a16="http://schemas.microsoft.com/office/drawing/2014/main" id="{70CB2F80-D292-42F4-BF8F-77BF4BB8D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06302" y="3766924"/>
            <a:ext cx="762921" cy="353819"/>
          </a:xfrm>
          <a:custGeom xmlns:a="http://schemas.openxmlformats.org/drawingml/2006/main">
            <a:pathLst>
              <a:path w="657225" h="304800">
                <a:moveTo>
                  <a:pt x="0" y="0"/>
                </a:moveTo>
                <a:lnTo>
                  <a:pt x="657225" y="0"/>
                </a:lnTo>
                <a:lnTo>
                  <a:pt x="657225" y="304800"/>
                </a:lnTo>
                <a:lnTo>
                  <a:pt x="0" y="304800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73" name="Cat">
            <a:extLst xmlns:a="http://schemas.openxmlformats.org/drawingml/2006/main">
              <a:ext uri="{FF2B5EF4-FFF2-40B4-BE49-F238E27FC236}">
                <a16:creationId xmlns:a16="http://schemas.microsoft.com/office/drawing/2014/main" id="{407AE9F1-A9E9-4D42-9D58-2C0452630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06302" y="3822209"/>
            <a:ext cx="762921" cy="2985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Cat</a:t>
            </a:r>
          </a:p>
        </p:txBody>
      </p:sp>
      <p:sp>
        <p:nvSpPr>
          <p:cNvPr id="174" name="In-panel attribute Dog">
            <a:extLst xmlns:a="http://schemas.openxmlformats.org/drawingml/2006/main">
              <a:ext uri="{FF2B5EF4-FFF2-40B4-BE49-F238E27FC236}">
                <a16:creationId xmlns:a16="http://schemas.microsoft.com/office/drawing/2014/main" id="{34813A1F-E1EE-4FC2-B803-AC82D7447E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11497" y="5292767"/>
            <a:ext cx="762921" cy="364875"/>
          </a:xfrm>
          <a:custGeom xmlns:a="http://schemas.openxmlformats.org/drawingml/2006/main">
            <a:pathLst>
              <a:path w="657225" h="314325">
                <a:moveTo>
                  <a:pt x="0" y="0"/>
                </a:moveTo>
                <a:lnTo>
                  <a:pt x="657225" y="0"/>
                </a:lnTo>
                <a:lnTo>
                  <a:pt x="657225" y="314325"/>
                </a:lnTo>
                <a:lnTo>
                  <a:pt x="0" y="314325"/>
                </a:lnTo>
                <a:close/>
              </a:path>
            </a:pathLst>
          </a:custGeom>
          <a:solidFill xmlns:a="http://schemas.openxmlformats.org/drawingml/2006/main">
            <a:srgbClr val="C8D6EB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75" name="Dog">
            <a:extLst xmlns:a="http://schemas.openxmlformats.org/drawingml/2006/main">
              <a:ext uri="{FF2B5EF4-FFF2-40B4-BE49-F238E27FC236}">
                <a16:creationId xmlns:a16="http://schemas.microsoft.com/office/drawing/2014/main" id="{D97E6BFB-4AAB-4757-9806-C15BDD7BD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11497" y="5348051"/>
            <a:ext cx="762921" cy="3095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Dog</a:t>
            </a:r>
          </a:p>
        </p:txBody>
      </p:sp>
      <p:sp>
        <p:nvSpPr>
          <p:cNvPr id="176" name="In-panel attribute 512 x 512">
            <a:extLst xmlns:a="http://schemas.openxmlformats.org/drawingml/2006/main">
              <a:ext uri="{FF2B5EF4-FFF2-40B4-BE49-F238E27FC236}">
                <a16:creationId xmlns:a16="http://schemas.microsoft.com/office/drawing/2014/main" id="{FB68E43C-E093-4979-9472-450A4154A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97330" y="5712927"/>
            <a:ext cx="961944" cy="364875"/>
          </a:xfrm>
          <a:custGeom xmlns:a="http://schemas.openxmlformats.org/drawingml/2006/main">
            <a:pathLst>
              <a:path w="828675" h="314325">
                <a:moveTo>
                  <a:pt x="0" y="0"/>
                </a:moveTo>
                <a:lnTo>
                  <a:pt x="828675" y="0"/>
                </a:lnTo>
                <a:lnTo>
                  <a:pt x="828675" y="314325"/>
                </a:lnTo>
                <a:lnTo>
                  <a:pt x="0" y="314325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77" name="512 x 512">
            <a:extLst xmlns:a="http://schemas.openxmlformats.org/drawingml/2006/main">
              <a:ext uri="{FF2B5EF4-FFF2-40B4-BE49-F238E27FC236}">
                <a16:creationId xmlns:a16="http://schemas.microsoft.com/office/drawing/2014/main" id="{BCBF571A-97B7-4D8C-9B12-114C74047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97330" y="5768211"/>
            <a:ext cx="961944" cy="3095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512 x 512</a:t>
            </a:r>
          </a:p>
        </p:txBody>
      </p:sp>
      <p:sp>
        <p:nvSpPr>
          <p:cNvPr id="178" name="In-panel attribute 256 x 512">
            <a:extLst xmlns:a="http://schemas.openxmlformats.org/drawingml/2006/main">
              <a:ext uri="{FF2B5EF4-FFF2-40B4-BE49-F238E27FC236}">
                <a16:creationId xmlns:a16="http://schemas.microsoft.com/office/drawing/2014/main" id="{3AA450F9-63A2-4848-A674-19DB102ED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322" y="4275539"/>
            <a:ext cx="973001" cy="364875"/>
          </a:xfrm>
          <a:custGeom xmlns:a="http://schemas.openxmlformats.org/drawingml/2006/main">
            <a:pathLst>
              <a:path w="838200" h="314325">
                <a:moveTo>
                  <a:pt x="0" y="0"/>
                </a:moveTo>
                <a:lnTo>
                  <a:pt x="838200" y="0"/>
                </a:lnTo>
                <a:lnTo>
                  <a:pt x="838200" y="314325"/>
                </a:lnTo>
                <a:lnTo>
                  <a:pt x="0" y="314325"/>
                </a:lnTo>
                <a:close/>
              </a:path>
            </a:pathLst>
          </a:custGeom>
          <a:solidFill xmlns:a="http://schemas.openxmlformats.org/drawingml/2006/main">
            <a:srgbClr val="293493"/>
          </a:solidFill>
          <a:ln xmlns:a="http://schemas.openxmlformats.org/drawingml/2006/main" w="11057">
            <a:noFill/>
            <a:prstDash val="solid"/>
          </a:ln>
        </p:spPr>
      </p:sp>
      <p:sp>
        <p:nvSpPr>
          <p:cNvPr id="179" name="256 x 512">
            <a:extLst xmlns:a="http://schemas.openxmlformats.org/drawingml/2006/main">
              <a:ext uri="{FF2B5EF4-FFF2-40B4-BE49-F238E27FC236}">
                <a16:creationId xmlns:a16="http://schemas.microsoft.com/office/drawing/2014/main" id="{0A015F60-1297-44BA-9C47-C252BAE5F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30322" y="4330823"/>
            <a:ext cx="973001" cy="3095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256 x 512</a:t>
            </a:r>
          </a:p>
        </p:txBody>
      </p:sp>
      <p:sp>
        <p:nvSpPr>
          <p:cNvPr id="180" name="Syn. 1">
            <a:extLst xmlns:a="http://schemas.openxmlformats.org/drawingml/2006/main">
              <a:ext uri="{FF2B5EF4-FFF2-40B4-BE49-F238E27FC236}">
                <a16:creationId xmlns:a16="http://schemas.microsoft.com/office/drawing/2014/main" id="{A7BE0B90-9F04-4ACD-8CAF-D41430C9C6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6501" y="4485619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1</a:t>
            </a:r>
          </a:p>
        </p:txBody>
      </p:sp>
      <p:sp>
        <p:nvSpPr>
          <p:cNvPr id="181" name="Syn. 2">
            <a:extLst xmlns:a="http://schemas.openxmlformats.org/drawingml/2006/main">
              <a:ext uri="{FF2B5EF4-FFF2-40B4-BE49-F238E27FC236}">
                <a16:creationId xmlns:a16="http://schemas.microsoft.com/office/drawing/2014/main" id="{DD329642-640B-4E95-92B6-33D00BFBF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01287" y="3766924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2</a:t>
            </a:r>
          </a:p>
        </p:txBody>
      </p:sp>
      <p:sp>
        <p:nvSpPr>
          <p:cNvPr id="182" name="Syn. 3">
            <a:extLst xmlns:a="http://schemas.openxmlformats.org/drawingml/2006/main">
              <a:ext uri="{FF2B5EF4-FFF2-40B4-BE49-F238E27FC236}">
                <a16:creationId xmlns:a16="http://schemas.microsoft.com/office/drawing/2014/main" id="{8769DF48-4169-4F19-B909-7100AEE35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5923" y="6442678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3</a:t>
            </a:r>
          </a:p>
        </p:txBody>
      </p:sp>
      <p:sp>
        <p:nvSpPr>
          <p:cNvPr id="183" name="Real">
            <a:extLst xmlns:a="http://schemas.openxmlformats.org/drawingml/2006/main">
              <a:ext uri="{FF2B5EF4-FFF2-40B4-BE49-F238E27FC236}">
                <a16:creationId xmlns:a16="http://schemas.microsoft.com/office/drawing/2014/main" id="{D5230CD7-2827-4021-B884-4055E90CF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82902" y="5237483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Real</a:t>
            </a:r>
          </a:p>
        </p:txBody>
      </p:sp>
      <p:sp>
        <p:nvSpPr>
          <p:cNvPr id="184" name="Syn. 1">
            <a:extLst xmlns:a="http://schemas.openxmlformats.org/drawingml/2006/main">
              <a:ext uri="{FF2B5EF4-FFF2-40B4-BE49-F238E27FC236}">
                <a16:creationId xmlns:a16="http://schemas.microsoft.com/office/drawing/2014/main" id="{411D75DA-58B0-4D85-BDBF-C0A07E8EF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75574" y="4485619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1</a:t>
            </a:r>
          </a:p>
        </p:txBody>
      </p:sp>
      <p:sp>
        <p:nvSpPr>
          <p:cNvPr id="185" name="Syn. 2">
            <a:extLst xmlns:a="http://schemas.openxmlformats.org/drawingml/2006/main">
              <a:ext uri="{FF2B5EF4-FFF2-40B4-BE49-F238E27FC236}">
                <a16:creationId xmlns:a16="http://schemas.microsoft.com/office/drawing/2014/main" id="{8BC65467-DDCA-4DCB-A6BA-DC50D58B9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90360" y="3766924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2</a:t>
            </a:r>
          </a:p>
        </p:txBody>
      </p:sp>
      <p:sp>
        <p:nvSpPr>
          <p:cNvPr id="186" name="Syn. 3">
            <a:extLst xmlns:a="http://schemas.openxmlformats.org/drawingml/2006/main">
              <a:ext uri="{FF2B5EF4-FFF2-40B4-BE49-F238E27FC236}">
                <a16:creationId xmlns:a16="http://schemas.microsoft.com/office/drawing/2014/main" id="{C7D2B064-7282-4840-B8D1-787243243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13940" y="6442678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3</a:t>
            </a:r>
          </a:p>
        </p:txBody>
      </p:sp>
      <p:sp>
        <p:nvSpPr>
          <p:cNvPr id="187" name="Real">
            <a:extLst xmlns:a="http://schemas.openxmlformats.org/drawingml/2006/main">
              <a:ext uri="{FF2B5EF4-FFF2-40B4-BE49-F238E27FC236}">
                <a16:creationId xmlns:a16="http://schemas.microsoft.com/office/drawing/2014/main" id="{CD00E5C1-A823-4701-B7EB-E36595698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83033" y="5248540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Real</a:t>
            </a:r>
          </a:p>
        </p:txBody>
      </p:sp>
      <p:sp>
        <p:nvSpPr>
          <p:cNvPr id="188" name="Syn. 1">
            <a:extLst xmlns:a="http://schemas.openxmlformats.org/drawingml/2006/main">
              <a:ext uri="{FF2B5EF4-FFF2-40B4-BE49-F238E27FC236}">
                <a16:creationId xmlns:a16="http://schemas.microsoft.com/office/drawing/2014/main" id="{A7D1085B-1F88-4D13-8514-B5E1CD02EA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86762" y="4474562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1</a:t>
            </a:r>
          </a:p>
        </p:txBody>
      </p:sp>
      <p:sp>
        <p:nvSpPr>
          <p:cNvPr id="189" name="Syn. 2">
            <a:extLst xmlns:a="http://schemas.openxmlformats.org/drawingml/2006/main">
              <a:ext uri="{FF2B5EF4-FFF2-40B4-BE49-F238E27FC236}">
                <a16:creationId xmlns:a16="http://schemas.microsoft.com/office/drawing/2014/main" id="{7538B919-ACF2-4CBE-8D72-34BFF63E1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68377" y="3766924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2</a:t>
            </a:r>
          </a:p>
        </p:txBody>
      </p:sp>
      <p:sp>
        <p:nvSpPr>
          <p:cNvPr id="190" name="Syn. 3">
            <a:extLst xmlns:a="http://schemas.openxmlformats.org/drawingml/2006/main">
              <a:ext uri="{FF2B5EF4-FFF2-40B4-BE49-F238E27FC236}">
                <a16:creationId xmlns:a16="http://schemas.microsoft.com/office/drawing/2014/main" id="{EC2F3EDD-42BF-4B03-A6BA-F13F8436E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36184" y="6442678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3</a:t>
            </a:r>
          </a:p>
        </p:txBody>
      </p:sp>
      <p:sp>
        <p:nvSpPr>
          <p:cNvPr id="191" name="Real">
            <a:extLst xmlns:a="http://schemas.openxmlformats.org/drawingml/2006/main">
              <a:ext uri="{FF2B5EF4-FFF2-40B4-BE49-F238E27FC236}">
                <a16:creationId xmlns:a16="http://schemas.microsoft.com/office/drawing/2014/main" id="{3F4E7C1B-D0EE-49D5-9620-75C311B64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61050" y="5248540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Real</a:t>
            </a:r>
          </a:p>
        </p:txBody>
      </p:sp>
      <p:sp>
        <p:nvSpPr>
          <p:cNvPr id="192" name="Syn. 1">
            <a:extLst xmlns:a="http://schemas.openxmlformats.org/drawingml/2006/main">
              <a:ext uri="{FF2B5EF4-FFF2-40B4-BE49-F238E27FC236}">
                <a16:creationId xmlns:a16="http://schemas.microsoft.com/office/drawing/2014/main" id="{AA88EF60-DF48-42C2-981A-1D1EC3703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75347" y="4474562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1</a:t>
            </a:r>
          </a:p>
        </p:txBody>
      </p:sp>
      <p:sp>
        <p:nvSpPr>
          <p:cNvPr id="193" name="Syn. 2">
            <a:extLst xmlns:a="http://schemas.openxmlformats.org/drawingml/2006/main">
              <a:ext uri="{FF2B5EF4-FFF2-40B4-BE49-F238E27FC236}">
                <a16:creationId xmlns:a16="http://schemas.microsoft.com/office/drawing/2014/main" id="{3CDCFCD5-5FE0-4538-8876-81231A73A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590133" y="3766924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2</a:t>
            </a:r>
          </a:p>
        </p:txBody>
      </p:sp>
      <p:sp>
        <p:nvSpPr>
          <p:cNvPr id="194" name="Syn. 3">
            <a:extLst xmlns:a="http://schemas.openxmlformats.org/drawingml/2006/main">
              <a:ext uri="{FF2B5EF4-FFF2-40B4-BE49-F238E27FC236}">
                <a16:creationId xmlns:a16="http://schemas.microsoft.com/office/drawing/2014/main" id="{1A765DEB-C594-437B-B630-A4B789322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24769" y="6442678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 3</a:t>
            </a:r>
          </a:p>
        </p:txBody>
      </p:sp>
      <p:sp>
        <p:nvSpPr>
          <p:cNvPr id="195" name="Real">
            <a:extLst xmlns:a="http://schemas.openxmlformats.org/drawingml/2006/main">
              <a:ext uri="{FF2B5EF4-FFF2-40B4-BE49-F238E27FC236}">
                <a16:creationId xmlns:a16="http://schemas.microsoft.com/office/drawing/2014/main" id="{20F73540-E85E-4B31-ACBD-1DE81D71F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060692" y="5248540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Real</a:t>
            </a:r>
          </a:p>
        </p:txBody>
      </p:sp>
      <p:sp>
        <p:nvSpPr>
          <p:cNvPr id="196" name="Aligned">
            <a:extLst xmlns:a="http://schemas.openxmlformats.org/drawingml/2006/main">
              <a:ext uri="{FF2B5EF4-FFF2-40B4-BE49-F238E27FC236}">
                <a16:creationId xmlns:a16="http://schemas.microsoft.com/office/drawing/2014/main" id="{48C4DF1C-5151-4F7C-872B-BB3B81133A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67531" y="4938949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Aligned</a:t>
            </a:r>
          </a:p>
        </p:txBody>
      </p:sp>
      <p:sp>
        <p:nvSpPr>
          <p:cNvPr id="197" name="Syn.">
            <a:extLst xmlns:a="http://schemas.openxmlformats.org/drawingml/2006/main">
              <a:ext uri="{FF2B5EF4-FFF2-40B4-BE49-F238E27FC236}">
                <a16:creationId xmlns:a16="http://schemas.microsoft.com/office/drawing/2014/main" id="{4B6B554E-1651-4688-8D58-C6C11AC59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55497" y="5193256"/>
            <a:ext cx="1050399" cy="34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Syn.</a:t>
            </a:r>
          </a:p>
        </p:txBody>
      </p:sp>
      <p:sp>
        <p:nvSpPr>
          <p:cNvPr id="198" name="Decision Boundary Trained on Syn. 1">
            <a:extLst xmlns:a="http://schemas.openxmlformats.org/drawingml/2006/main">
              <a:ext uri="{FF2B5EF4-FFF2-40B4-BE49-F238E27FC236}">
                <a16:creationId xmlns:a16="http://schemas.microsoft.com/office/drawing/2014/main" id="{F1E442AD-E696-4D3C-AF3B-13A17D791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6501" y="6829667"/>
            <a:ext cx="3383391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Decision Boundary Trained on Syn. 1</a:t>
            </a:r>
          </a:p>
        </p:txBody>
      </p:sp>
      <p:sp>
        <p:nvSpPr>
          <p:cNvPr id="199" name="Format Bias">
            <a:extLst xmlns:a="http://schemas.openxmlformats.org/drawingml/2006/main">
              <a:ext uri="{FF2B5EF4-FFF2-40B4-BE49-F238E27FC236}">
                <a16:creationId xmlns:a16="http://schemas.microsoft.com/office/drawing/2014/main" id="{FDCB3B86-8061-41F0-98CC-E34CC7E0F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6501" y="7072917"/>
            <a:ext cx="3383391" cy="3648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7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Format Bias</a:t>
            </a:r>
          </a:p>
        </p:txBody>
      </p:sp>
      <p:sp>
        <p:nvSpPr>
          <p:cNvPr id="200" name="Decision Boundary Trained on Syn.2">
            <a:extLst xmlns:a="http://schemas.openxmlformats.org/drawingml/2006/main">
              <a:ext uri="{FF2B5EF4-FFF2-40B4-BE49-F238E27FC236}">
                <a16:creationId xmlns:a16="http://schemas.microsoft.com/office/drawing/2014/main" id="{8FC86FBA-45D0-4D23-9D0F-DA9390DAB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08745" y="6829667"/>
            <a:ext cx="3383391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Decision Boundary Trained on Syn.2</a:t>
            </a:r>
          </a:p>
        </p:txBody>
      </p:sp>
      <p:sp>
        <p:nvSpPr>
          <p:cNvPr id="201" name="Content Bias">
            <a:extLst xmlns:a="http://schemas.openxmlformats.org/drawingml/2006/main">
              <a:ext uri="{FF2B5EF4-FFF2-40B4-BE49-F238E27FC236}">
                <a16:creationId xmlns:a16="http://schemas.microsoft.com/office/drawing/2014/main" id="{A0823C42-0F76-4149-819F-E6AE5A729B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08745" y="7072917"/>
            <a:ext cx="3383391" cy="3648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7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Content Bias</a:t>
            </a:r>
          </a:p>
        </p:txBody>
      </p:sp>
      <p:sp>
        <p:nvSpPr>
          <p:cNvPr id="202" name="Decision Boundary Trained on Syn. 3">
            <a:extLst xmlns:a="http://schemas.openxmlformats.org/drawingml/2006/main">
              <a:ext uri="{FF2B5EF4-FFF2-40B4-BE49-F238E27FC236}">
                <a16:creationId xmlns:a16="http://schemas.microsoft.com/office/drawing/2014/main" id="{C87E4395-DCA1-44CC-8920-B3EC5C7570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64648" y="6829667"/>
            <a:ext cx="3659811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Decision Boundary Trained on Syn. 3</a:t>
            </a:r>
          </a:p>
        </p:txBody>
      </p:sp>
      <p:sp>
        <p:nvSpPr>
          <p:cNvPr id="203" name="Resolution Bias">
            <a:extLst xmlns:a="http://schemas.openxmlformats.org/drawingml/2006/main">
              <a:ext uri="{FF2B5EF4-FFF2-40B4-BE49-F238E27FC236}">
                <a16:creationId xmlns:a16="http://schemas.microsoft.com/office/drawing/2014/main" id="{E37D50FC-6284-4764-A290-56C8C00DA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64648" y="7072917"/>
            <a:ext cx="3659811" cy="3648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7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Bias</a:t>
            </a:r>
          </a:p>
        </p:txBody>
      </p:sp>
      <p:sp>
        <p:nvSpPr>
          <p:cNvPr id="204" name="Decision Boundary Trained on Aligned Syn.">
            <a:extLst xmlns:a="http://schemas.openxmlformats.org/drawingml/2006/main">
              <a:ext uri="{FF2B5EF4-FFF2-40B4-BE49-F238E27FC236}">
                <a16:creationId xmlns:a16="http://schemas.microsoft.com/office/drawing/2014/main" id="{B821E647-C868-4E05-B5CE-4992431E9C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87869" y="6829667"/>
            <a:ext cx="4212653" cy="320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Decision Boundary Trained on Aligned Syn.</a:t>
            </a:r>
          </a:p>
        </p:txBody>
      </p:sp>
      <p:sp>
        <p:nvSpPr>
          <p:cNvPr id="205" name="No Bias">
            <a:extLst xmlns:a="http://schemas.openxmlformats.org/drawingml/2006/main">
              <a:ext uri="{FF2B5EF4-FFF2-40B4-BE49-F238E27FC236}">
                <a16:creationId xmlns:a16="http://schemas.microsoft.com/office/drawing/2014/main" id="{CC64F98D-0E55-4D0E-83B2-BCB69C0C3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87869" y="7072917"/>
            <a:ext cx="4212653" cy="3648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56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56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7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No Bias</a:t>
            </a:r>
          </a:p>
        </p:txBody>
      </p:sp>
    </p:spTree>
    <p:extLst>
      <p:ext uri="{BB962C8B-B14F-4D97-AF65-F5344CB8AC3E}">
        <p14:creationId xmlns:p14="http://schemas.microsoft.com/office/powerpoint/2010/main" val="2082766464"/>
      </p:ext>
    </p:extLst>
  </p:cSld>
</p:sld>
</file>

<file path=ppt/slides/slide3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186" name="path-1">
            <a:extLst xmlns:a="http://schemas.openxmlformats.org/drawingml/2006/main">
              <a:ext uri="{FF2B5EF4-FFF2-40B4-BE49-F238E27FC236}">
                <a16:creationId xmlns:a16="http://schemas.microsoft.com/office/drawing/2014/main" id="{649C3962-7E13-475D-8745-1E8731A85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7229" y="120424"/>
            <a:ext cx="13172110" cy="10092657"/>
          </a:xfrm>
          <a:custGeom xmlns:a="http://schemas.openxmlformats.org/drawingml/2006/main">
            <a:pathLst>
              <a:path w="12062238" h="9242258">
                <a:moveTo>
                  <a:pt x="0" y="0"/>
                </a:moveTo>
                <a:lnTo>
                  <a:pt x="12062238" y="0"/>
                </a:lnTo>
                <a:lnTo>
                  <a:pt x="12062238" y="9242258"/>
                </a:lnTo>
                <a:lnTo>
                  <a:pt x="0" y="924225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407AFF8F-5C4D-41D2-B5E2-773E318C0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7229" y="120424"/>
            <a:ext cx="13172110" cy="10092657"/>
          </a:xfrm>
          <a:custGeom xmlns:a="http://schemas.openxmlformats.org/drawingml/2006/main">
            <a:pathLst>
              <a:path w="12062238" h="9242258">
                <a:moveTo>
                  <a:pt x="0" y="0"/>
                </a:moveTo>
                <a:lnTo>
                  <a:pt x="12062238" y="0"/>
                </a:lnTo>
                <a:lnTo>
                  <a:pt x="12062238" y="9242258"/>
                </a:lnTo>
                <a:lnTo>
                  <a:pt x="0" y="924225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E341905F-C19D-43D6-A6BA-0E4D600D3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1616" y="8158828"/>
            <a:ext cx="350005" cy="278154"/>
          </a:xfrm>
          <a:custGeom xmlns:a="http://schemas.openxmlformats.org/drawingml/2006/main">
            <a:pathLst>
              <a:path w="320513" h="254717">
                <a:moveTo>
                  <a:pt x="159274" y="254717"/>
                </a:moveTo>
                <a:cubicBezTo>
                  <a:pt x="126335" y="254717"/>
                  <a:pt x="97016" y="242209"/>
                  <a:pt x="72128" y="217530"/>
                </a:cubicBezTo>
                <a:cubicBezTo>
                  <a:pt x="22578" y="168380"/>
                  <a:pt x="0" y="77295"/>
                  <a:pt x="0" y="13436"/>
                </a:cubicBezTo>
                <a:cubicBezTo>
                  <a:pt x="0" y="6012"/>
                  <a:pt x="6013" y="0"/>
                  <a:pt x="13436" y="0"/>
                </a:cubicBezTo>
                <a:cubicBezTo>
                  <a:pt x="20850" y="0"/>
                  <a:pt x="26863" y="6012"/>
                  <a:pt x="26863" y="13436"/>
                </a:cubicBezTo>
                <a:cubicBezTo>
                  <a:pt x="26863" y="73756"/>
                  <a:pt x="48904" y="156672"/>
                  <a:pt x="91049" y="198472"/>
                </a:cubicBezTo>
                <a:cubicBezTo>
                  <a:pt x="110707" y="217966"/>
                  <a:pt x="133676" y="227855"/>
                  <a:pt x="159302" y="227855"/>
                </a:cubicBezTo>
                <a:lnTo>
                  <a:pt x="160157" y="227855"/>
                </a:lnTo>
                <a:cubicBezTo>
                  <a:pt x="260021" y="227017"/>
                  <a:pt x="293651" y="80260"/>
                  <a:pt x="293651" y="13436"/>
                </a:cubicBezTo>
                <a:cubicBezTo>
                  <a:pt x="293651" y="6012"/>
                  <a:pt x="299664" y="0"/>
                  <a:pt x="307078" y="0"/>
                </a:cubicBezTo>
                <a:cubicBezTo>
                  <a:pt x="314501" y="0"/>
                  <a:pt x="320513" y="6012"/>
                  <a:pt x="320513" y="13436"/>
                </a:cubicBezTo>
                <a:cubicBezTo>
                  <a:pt x="320513" y="91722"/>
                  <a:pt x="281370" y="253698"/>
                  <a:pt x="160375" y="254707"/>
                </a:cubicBezTo>
                <a:lnTo>
                  <a:pt x="159283" y="254707"/>
                </a:lnTo>
                <a:lnTo>
                  <a:pt x="159274" y="25471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96F94D2D-B812-4BEC-A809-F83F78A9E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91276" y="8372075"/>
            <a:ext cx="269869" cy="399276"/>
          </a:xfrm>
          <a:custGeom xmlns:a="http://schemas.openxmlformats.org/drawingml/2006/main">
            <a:pathLst>
              <a:path w="247130" h="365633">
                <a:moveTo>
                  <a:pt x="13436" y="365633"/>
                </a:moveTo>
                <a:cubicBezTo>
                  <a:pt x="6013" y="365633"/>
                  <a:pt x="0" y="359621"/>
                  <a:pt x="0" y="352197"/>
                </a:cubicBezTo>
                <a:cubicBezTo>
                  <a:pt x="0" y="266334"/>
                  <a:pt x="22378" y="187665"/>
                  <a:pt x="61385" y="136360"/>
                </a:cubicBezTo>
                <a:cubicBezTo>
                  <a:pt x="83280" y="107951"/>
                  <a:pt x="115465" y="103357"/>
                  <a:pt x="143874" y="99300"/>
                </a:cubicBezTo>
                <a:cubicBezTo>
                  <a:pt x="147603" y="98763"/>
                  <a:pt x="151333" y="98235"/>
                  <a:pt x="155054" y="97653"/>
                </a:cubicBezTo>
                <a:cubicBezTo>
                  <a:pt x="162176" y="96479"/>
                  <a:pt x="169253" y="101492"/>
                  <a:pt x="170400" y="108833"/>
                </a:cubicBezTo>
                <a:cubicBezTo>
                  <a:pt x="171555" y="116156"/>
                  <a:pt x="166561" y="123015"/>
                  <a:pt x="159220" y="124180"/>
                </a:cubicBezTo>
                <a:cubicBezTo>
                  <a:pt x="155381" y="124780"/>
                  <a:pt x="151524" y="125335"/>
                  <a:pt x="147667" y="125889"/>
                </a:cubicBezTo>
                <a:cubicBezTo>
                  <a:pt x="120959" y="129710"/>
                  <a:pt x="97890" y="132994"/>
                  <a:pt x="82717" y="152688"/>
                </a:cubicBezTo>
                <a:cubicBezTo>
                  <a:pt x="47239" y="199336"/>
                  <a:pt x="26872" y="272092"/>
                  <a:pt x="26872" y="352197"/>
                </a:cubicBezTo>
                <a:cubicBezTo>
                  <a:pt x="26872" y="359621"/>
                  <a:pt x="20859" y="365633"/>
                  <a:pt x="13436" y="365633"/>
                </a:cubicBezTo>
                <a:moveTo>
                  <a:pt x="216211" y="100628"/>
                </a:moveTo>
                <a:cubicBezTo>
                  <a:pt x="212645" y="100628"/>
                  <a:pt x="209088" y="99209"/>
                  <a:pt x="206450" y="96416"/>
                </a:cubicBezTo>
                <a:cubicBezTo>
                  <a:pt x="201365" y="91021"/>
                  <a:pt x="201592" y="82525"/>
                  <a:pt x="206987" y="77431"/>
                </a:cubicBezTo>
                <a:cubicBezTo>
                  <a:pt x="218521" y="66542"/>
                  <a:pt x="217857" y="43601"/>
                  <a:pt x="215792" y="14728"/>
                </a:cubicBezTo>
                <a:cubicBezTo>
                  <a:pt x="215274" y="7323"/>
                  <a:pt x="220841" y="910"/>
                  <a:pt x="228246" y="373"/>
                </a:cubicBezTo>
                <a:cubicBezTo>
                  <a:pt x="235523" y="0"/>
                  <a:pt x="242063" y="5394"/>
                  <a:pt x="242600" y="12818"/>
                </a:cubicBezTo>
                <a:cubicBezTo>
                  <a:pt x="244729" y="42645"/>
                  <a:pt x="247130" y="76467"/>
                  <a:pt x="225435" y="96962"/>
                </a:cubicBezTo>
                <a:cubicBezTo>
                  <a:pt x="222842" y="99409"/>
                  <a:pt x="219522" y="100628"/>
                  <a:pt x="216211" y="10062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AA75106D-2258-420C-93E7-D8A9718F5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91276" y="8742017"/>
            <a:ext cx="670685" cy="29334"/>
          </a:xfrm>
          <a:custGeom xmlns:a="http://schemas.openxmlformats.org/drawingml/2006/main">
            <a:pathLst>
              <a:path w="614174" h="26863">
                <a:moveTo>
                  <a:pt x="600738" y="26863"/>
                </a:moveTo>
                <a:lnTo>
                  <a:pt x="13436" y="26863"/>
                </a:lnTo>
                <a:cubicBezTo>
                  <a:pt x="6013" y="26863"/>
                  <a:pt x="0" y="20850"/>
                  <a:pt x="0" y="13427"/>
                </a:cubicBezTo>
                <a:cubicBezTo>
                  <a:pt x="0" y="6013"/>
                  <a:pt x="6013" y="0"/>
                  <a:pt x="13436" y="0"/>
                </a:cubicBezTo>
                <a:lnTo>
                  <a:pt x="600738" y="0"/>
                </a:lnTo>
                <a:cubicBezTo>
                  <a:pt x="608152" y="0"/>
                  <a:pt x="614174" y="6013"/>
                  <a:pt x="614174" y="13427"/>
                </a:cubicBezTo>
                <a:cubicBezTo>
                  <a:pt x="614174" y="20850"/>
                  <a:pt x="608161" y="26863"/>
                  <a:pt x="600738" y="2686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6">
            <a:extLst xmlns:a="http://schemas.openxmlformats.org/drawingml/2006/main">
              <a:ext uri="{FF2B5EF4-FFF2-40B4-BE49-F238E27FC236}">
                <a16:creationId xmlns:a16="http://schemas.microsoft.com/office/drawing/2014/main" id="{380C4911-9BED-42A0-8922-A00B1D8869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9590" y="8113063"/>
            <a:ext cx="354047" cy="77126"/>
          </a:xfrm>
          <a:custGeom xmlns:a="http://schemas.openxmlformats.org/drawingml/2006/main">
            <a:pathLst>
              <a:path w="324216" h="70627">
                <a:moveTo>
                  <a:pt x="308933" y="68771"/>
                </a:moveTo>
                <a:cubicBezTo>
                  <a:pt x="307096" y="68771"/>
                  <a:pt x="305249" y="68407"/>
                  <a:pt x="303475" y="67607"/>
                </a:cubicBezTo>
                <a:cubicBezTo>
                  <a:pt x="213627" y="27645"/>
                  <a:pt x="110598" y="27645"/>
                  <a:pt x="20750" y="67607"/>
                </a:cubicBezTo>
                <a:cubicBezTo>
                  <a:pt x="13991" y="70627"/>
                  <a:pt x="6049" y="67588"/>
                  <a:pt x="3011" y="60803"/>
                </a:cubicBezTo>
                <a:cubicBezTo>
                  <a:pt x="0" y="54025"/>
                  <a:pt x="3056" y="46084"/>
                  <a:pt x="9824" y="43073"/>
                </a:cubicBezTo>
                <a:cubicBezTo>
                  <a:pt x="106604" y="9"/>
                  <a:pt x="217584" y="0"/>
                  <a:pt x="314391" y="43073"/>
                </a:cubicBezTo>
                <a:cubicBezTo>
                  <a:pt x="321159" y="46084"/>
                  <a:pt x="324216" y="54025"/>
                  <a:pt x="321214" y="60803"/>
                </a:cubicBezTo>
                <a:cubicBezTo>
                  <a:pt x="318976" y="65805"/>
                  <a:pt x="314073" y="68771"/>
                  <a:pt x="308933" y="6877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2A7244F8-D079-499A-8C44-6C0B6EADE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9600" y="7902886"/>
            <a:ext cx="354038" cy="76599"/>
          </a:xfrm>
          <a:custGeom xmlns:a="http://schemas.openxmlformats.org/drawingml/2006/main">
            <a:pathLst>
              <a:path w="324207" h="70145">
                <a:moveTo>
                  <a:pt x="308924" y="68307"/>
                </a:moveTo>
                <a:cubicBezTo>
                  <a:pt x="307105" y="68307"/>
                  <a:pt x="305267" y="67943"/>
                  <a:pt x="303512" y="67170"/>
                </a:cubicBezTo>
                <a:cubicBezTo>
                  <a:pt x="213618" y="27609"/>
                  <a:pt x="110552" y="27609"/>
                  <a:pt x="20695" y="67170"/>
                </a:cubicBezTo>
                <a:cubicBezTo>
                  <a:pt x="13973" y="70145"/>
                  <a:pt x="5995" y="67107"/>
                  <a:pt x="2993" y="60293"/>
                </a:cubicBezTo>
                <a:cubicBezTo>
                  <a:pt x="0" y="53497"/>
                  <a:pt x="3084" y="45575"/>
                  <a:pt x="9870" y="42590"/>
                </a:cubicBezTo>
                <a:cubicBezTo>
                  <a:pt x="106604" y="0"/>
                  <a:pt x="217566" y="0"/>
                  <a:pt x="314337" y="42590"/>
                </a:cubicBezTo>
                <a:cubicBezTo>
                  <a:pt x="321123" y="45575"/>
                  <a:pt x="324207" y="53497"/>
                  <a:pt x="321214" y="60293"/>
                </a:cubicBezTo>
                <a:cubicBezTo>
                  <a:pt x="318994" y="65324"/>
                  <a:pt x="314073" y="68307"/>
                  <a:pt x="308924" y="6830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8">
            <a:extLst xmlns:a="http://schemas.openxmlformats.org/drawingml/2006/main">
              <a:ext uri="{FF2B5EF4-FFF2-40B4-BE49-F238E27FC236}">
                <a16:creationId xmlns:a16="http://schemas.microsoft.com/office/drawing/2014/main" id="{32A6F847-007B-4C7D-997B-5FEB7DA3FE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1616" y="7948144"/>
            <a:ext cx="29344" cy="240019"/>
          </a:xfrm>
          <a:custGeom xmlns:a="http://schemas.openxmlformats.org/drawingml/2006/main">
            <a:pathLst>
              <a:path w="26872" h="219795">
                <a:moveTo>
                  <a:pt x="13436" y="219795"/>
                </a:moveTo>
                <a:cubicBezTo>
                  <a:pt x="6022" y="219795"/>
                  <a:pt x="0" y="213782"/>
                  <a:pt x="0" y="206368"/>
                </a:cubicBezTo>
                <a:lnTo>
                  <a:pt x="0" y="13427"/>
                </a:lnTo>
                <a:cubicBezTo>
                  <a:pt x="0" y="6013"/>
                  <a:pt x="6022" y="0"/>
                  <a:pt x="13436" y="0"/>
                </a:cubicBezTo>
                <a:cubicBezTo>
                  <a:pt x="20850" y="0"/>
                  <a:pt x="26872" y="6013"/>
                  <a:pt x="26872" y="13427"/>
                </a:cubicBezTo>
                <a:lnTo>
                  <a:pt x="26872" y="206359"/>
                </a:lnTo>
                <a:cubicBezTo>
                  <a:pt x="26872" y="213782"/>
                  <a:pt x="20850" y="219795"/>
                  <a:pt x="13436" y="21979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FD799F2D-1235-44B9-A23D-1E90F1EC49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72277" y="7948144"/>
            <a:ext cx="29334" cy="240019"/>
          </a:xfrm>
          <a:custGeom xmlns:a="http://schemas.openxmlformats.org/drawingml/2006/main">
            <a:pathLst>
              <a:path w="26862" h="219795">
                <a:moveTo>
                  <a:pt x="13436" y="219795"/>
                </a:moveTo>
                <a:cubicBezTo>
                  <a:pt x="6013" y="219795"/>
                  <a:pt x="0" y="213782"/>
                  <a:pt x="0" y="206368"/>
                </a:cubicBezTo>
                <a:lnTo>
                  <a:pt x="0" y="13427"/>
                </a:lnTo>
                <a:cubicBezTo>
                  <a:pt x="0" y="6013"/>
                  <a:pt x="6013" y="0"/>
                  <a:pt x="13436" y="0"/>
                </a:cubicBezTo>
                <a:cubicBezTo>
                  <a:pt x="20850" y="0"/>
                  <a:pt x="26862" y="6013"/>
                  <a:pt x="26862" y="13427"/>
                </a:cubicBezTo>
                <a:lnTo>
                  <a:pt x="26862" y="206359"/>
                </a:lnTo>
                <a:cubicBezTo>
                  <a:pt x="26862" y="213782"/>
                  <a:pt x="20850" y="219795"/>
                  <a:pt x="13436" y="21979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path-10">
            <a:extLst xmlns:a="http://schemas.openxmlformats.org/drawingml/2006/main">
              <a:ext uri="{FF2B5EF4-FFF2-40B4-BE49-F238E27FC236}">
                <a16:creationId xmlns:a16="http://schemas.microsoft.com/office/drawing/2014/main" id="{B9C5DECF-7F4A-47EF-96A0-C9983531C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11957" y="8001925"/>
            <a:ext cx="29334" cy="72357"/>
          </a:xfrm>
          <a:custGeom xmlns:a="http://schemas.openxmlformats.org/drawingml/2006/main">
            <a:pathLst>
              <a:path w="26862" h="66261">
                <a:moveTo>
                  <a:pt x="13436" y="66261"/>
                </a:moveTo>
                <a:cubicBezTo>
                  <a:pt x="6013" y="66261"/>
                  <a:pt x="0" y="60238"/>
                  <a:pt x="0" y="52825"/>
                </a:cubicBezTo>
                <a:lnTo>
                  <a:pt x="0" y="13427"/>
                </a:lnTo>
                <a:cubicBezTo>
                  <a:pt x="0" y="6012"/>
                  <a:pt x="6013" y="0"/>
                  <a:pt x="13436" y="0"/>
                </a:cubicBezTo>
                <a:cubicBezTo>
                  <a:pt x="20850" y="0"/>
                  <a:pt x="26862" y="6012"/>
                  <a:pt x="26862" y="13427"/>
                </a:cubicBezTo>
                <a:lnTo>
                  <a:pt x="26862" y="52825"/>
                </a:lnTo>
                <a:cubicBezTo>
                  <a:pt x="26862" y="60238"/>
                  <a:pt x="20850" y="66261"/>
                  <a:pt x="13436" y="6626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path-11">
            <a:extLst xmlns:a="http://schemas.openxmlformats.org/drawingml/2006/main">
              <a:ext uri="{FF2B5EF4-FFF2-40B4-BE49-F238E27FC236}">
                <a16:creationId xmlns:a16="http://schemas.microsoft.com/office/drawing/2014/main" id="{01E441D4-5C1A-42AB-89BC-FDC6F03AA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0430" y="8023432"/>
            <a:ext cx="72367" cy="29334"/>
          </a:xfrm>
          <a:custGeom xmlns:a="http://schemas.openxmlformats.org/drawingml/2006/main">
            <a:pathLst>
              <a:path w="66269" h="26863">
                <a:moveTo>
                  <a:pt x="52843" y="26863"/>
                </a:moveTo>
                <a:lnTo>
                  <a:pt x="13435" y="26863"/>
                </a:lnTo>
                <a:cubicBezTo>
                  <a:pt x="6022" y="26863"/>
                  <a:pt x="0" y="20850"/>
                  <a:pt x="0" y="13427"/>
                </a:cubicBezTo>
                <a:cubicBezTo>
                  <a:pt x="0" y="6012"/>
                  <a:pt x="6022" y="0"/>
                  <a:pt x="13435" y="0"/>
                </a:cubicBezTo>
                <a:lnTo>
                  <a:pt x="52843" y="0"/>
                </a:lnTo>
                <a:cubicBezTo>
                  <a:pt x="60257" y="0"/>
                  <a:pt x="66269" y="6012"/>
                  <a:pt x="66269" y="13427"/>
                </a:cubicBezTo>
                <a:cubicBezTo>
                  <a:pt x="66269" y="20850"/>
                  <a:pt x="60257" y="26863"/>
                  <a:pt x="52843" y="2686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path-12">
            <a:extLst xmlns:a="http://schemas.openxmlformats.org/drawingml/2006/main">
              <a:ext uri="{FF2B5EF4-FFF2-40B4-BE49-F238E27FC236}">
                <a16:creationId xmlns:a16="http://schemas.microsoft.com/office/drawing/2014/main" id="{0F26434E-8DE5-40BB-AA83-C15DB3B037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8451" y="8564561"/>
            <a:ext cx="82132" cy="82619"/>
          </a:xfrm>
          <a:custGeom xmlns:a="http://schemas.openxmlformats.org/drawingml/2006/main">
            <a:pathLst>
              <a:path w="75212" h="75657">
                <a:moveTo>
                  <a:pt x="37615" y="75657"/>
                </a:moveTo>
                <a:cubicBezTo>
                  <a:pt x="16874" y="75657"/>
                  <a:pt x="0" y="58792"/>
                  <a:pt x="0" y="38042"/>
                </a:cubicBezTo>
                <a:cubicBezTo>
                  <a:pt x="0" y="17074"/>
                  <a:pt x="16874" y="0"/>
                  <a:pt x="37615" y="0"/>
                </a:cubicBezTo>
                <a:cubicBezTo>
                  <a:pt x="58346" y="0"/>
                  <a:pt x="75212" y="17074"/>
                  <a:pt x="75212" y="38042"/>
                </a:cubicBezTo>
                <a:cubicBezTo>
                  <a:pt x="75212" y="58792"/>
                  <a:pt x="58346" y="75657"/>
                  <a:pt x="37615" y="75657"/>
                </a:cubicBezTo>
                <a:moveTo>
                  <a:pt x="37615" y="26862"/>
                </a:moveTo>
                <a:cubicBezTo>
                  <a:pt x="31693" y="26862"/>
                  <a:pt x="26863" y="31875"/>
                  <a:pt x="26863" y="38042"/>
                </a:cubicBezTo>
                <a:cubicBezTo>
                  <a:pt x="26863" y="44073"/>
                  <a:pt x="31584" y="48795"/>
                  <a:pt x="37615" y="48795"/>
                </a:cubicBezTo>
                <a:cubicBezTo>
                  <a:pt x="43628" y="48795"/>
                  <a:pt x="48349" y="44073"/>
                  <a:pt x="48349" y="38042"/>
                </a:cubicBezTo>
                <a:cubicBezTo>
                  <a:pt x="48349" y="31875"/>
                  <a:pt x="43537" y="26862"/>
                  <a:pt x="37615" y="2686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3">
            <a:extLst xmlns:a="http://schemas.openxmlformats.org/drawingml/2006/main">
              <a:ext uri="{FF2B5EF4-FFF2-40B4-BE49-F238E27FC236}">
                <a16:creationId xmlns:a16="http://schemas.microsoft.com/office/drawing/2014/main" id="{77454372-5078-43BB-965D-473B92F80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2388" y="8413399"/>
            <a:ext cx="116016" cy="186366"/>
          </a:xfrm>
          <a:custGeom xmlns:a="http://schemas.openxmlformats.org/drawingml/2006/main">
            <a:pathLst>
              <a:path w="106240" h="170663">
                <a:moveTo>
                  <a:pt x="37551" y="170663"/>
                </a:moveTo>
                <a:cubicBezTo>
                  <a:pt x="32402" y="170663"/>
                  <a:pt x="27499" y="167689"/>
                  <a:pt x="25280" y="162667"/>
                </a:cubicBezTo>
                <a:cubicBezTo>
                  <a:pt x="3329" y="113109"/>
                  <a:pt x="0" y="75185"/>
                  <a:pt x="15119" y="46757"/>
                </a:cubicBezTo>
                <a:cubicBezTo>
                  <a:pt x="27672" y="23106"/>
                  <a:pt x="52652" y="7787"/>
                  <a:pt x="89357" y="1219"/>
                </a:cubicBezTo>
                <a:cubicBezTo>
                  <a:pt x="96561" y="0"/>
                  <a:pt x="103639" y="4766"/>
                  <a:pt x="104931" y="12081"/>
                </a:cubicBezTo>
                <a:cubicBezTo>
                  <a:pt x="106240" y="19367"/>
                  <a:pt x="101383" y="26345"/>
                  <a:pt x="94069" y="27654"/>
                </a:cubicBezTo>
                <a:cubicBezTo>
                  <a:pt x="65915" y="32694"/>
                  <a:pt x="47330" y="43365"/>
                  <a:pt x="38834" y="59357"/>
                </a:cubicBezTo>
                <a:cubicBezTo>
                  <a:pt x="27990" y="79751"/>
                  <a:pt x="31693" y="110835"/>
                  <a:pt x="49832" y="151788"/>
                </a:cubicBezTo>
                <a:cubicBezTo>
                  <a:pt x="52834" y="158574"/>
                  <a:pt x="49768" y="166507"/>
                  <a:pt x="42991" y="169499"/>
                </a:cubicBezTo>
                <a:cubicBezTo>
                  <a:pt x="41226" y="170291"/>
                  <a:pt x="39380" y="170654"/>
                  <a:pt x="37551" y="170654"/>
                </a:cubicBezTo>
                <a:lnTo>
                  <a:pt x="37551" y="17066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14">
            <a:extLst xmlns:a="http://schemas.openxmlformats.org/drawingml/2006/main">
              <a:ext uri="{FF2B5EF4-FFF2-40B4-BE49-F238E27FC236}">
                <a16:creationId xmlns:a16="http://schemas.microsoft.com/office/drawing/2014/main" id="{5BEBF2AF-B774-4EB6-A890-79BA5C572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2367" y="8523117"/>
            <a:ext cx="172360" cy="180755"/>
          </a:xfrm>
          <a:custGeom xmlns:a="http://schemas.openxmlformats.org/drawingml/2006/main">
            <a:pathLst>
              <a:path w="157837" h="165524">
                <a:moveTo>
                  <a:pt x="120841" y="165524"/>
                </a:moveTo>
                <a:cubicBezTo>
                  <a:pt x="119667" y="165524"/>
                  <a:pt x="118467" y="165378"/>
                  <a:pt x="117266" y="165033"/>
                </a:cubicBezTo>
                <a:cubicBezTo>
                  <a:pt x="110107" y="163059"/>
                  <a:pt x="105913" y="155654"/>
                  <a:pt x="107905" y="148513"/>
                </a:cubicBezTo>
                <a:cubicBezTo>
                  <a:pt x="115674" y="120386"/>
                  <a:pt x="121532" y="95852"/>
                  <a:pt x="123297" y="86119"/>
                </a:cubicBezTo>
                <a:cubicBezTo>
                  <a:pt x="128464" y="62358"/>
                  <a:pt x="113381" y="39189"/>
                  <a:pt x="89785" y="34058"/>
                </a:cubicBezTo>
                <a:cubicBezTo>
                  <a:pt x="66406" y="29319"/>
                  <a:pt x="43410" y="44310"/>
                  <a:pt x="38652" y="67507"/>
                </a:cubicBezTo>
                <a:cubicBezTo>
                  <a:pt x="36551" y="76740"/>
                  <a:pt x="31629" y="101592"/>
                  <a:pt x="27609" y="131503"/>
                </a:cubicBezTo>
                <a:cubicBezTo>
                  <a:pt x="26617" y="138862"/>
                  <a:pt x="19713" y="143964"/>
                  <a:pt x="12508" y="143027"/>
                </a:cubicBezTo>
                <a:cubicBezTo>
                  <a:pt x="5149" y="142036"/>
                  <a:pt x="0" y="135268"/>
                  <a:pt x="991" y="127927"/>
                </a:cubicBezTo>
                <a:cubicBezTo>
                  <a:pt x="5140" y="97125"/>
                  <a:pt x="10116" y="71882"/>
                  <a:pt x="12399" y="61830"/>
                </a:cubicBezTo>
                <a:cubicBezTo>
                  <a:pt x="20086" y="24443"/>
                  <a:pt x="57373" y="0"/>
                  <a:pt x="95306" y="7778"/>
                </a:cubicBezTo>
                <a:cubicBezTo>
                  <a:pt x="133549" y="16083"/>
                  <a:pt x="157837" y="53571"/>
                  <a:pt x="149632" y="91377"/>
                </a:cubicBezTo>
                <a:cubicBezTo>
                  <a:pt x="147913" y="100919"/>
                  <a:pt x="142154" y="125444"/>
                  <a:pt x="133785" y="155672"/>
                </a:cubicBezTo>
                <a:cubicBezTo>
                  <a:pt x="132148" y="161630"/>
                  <a:pt x="126735" y="165524"/>
                  <a:pt x="120841" y="16552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path-15">
            <a:extLst xmlns:a="http://schemas.openxmlformats.org/drawingml/2006/main">
              <a:ext uri="{FF2B5EF4-FFF2-40B4-BE49-F238E27FC236}">
                <a16:creationId xmlns:a16="http://schemas.microsoft.com/office/drawing/2014/main" id="{D6CFD51E-9A05-45D9-8B48-848A08950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2069" y="8648968"/>
            <a:ext cx="49917" cy="33913"/>
          </a:xfrm>
          <a:custGeom xmlns:a="http://schemas.openxmlformats.org/drawingml/2006/main">
            <a:pathLst>
              <a:path w="45711" h="31056">
                <a:moveTo>
                  <a:pt x="31147" y="31056"/>
                </a:moveTo>
                <a:cubicBezTo>
                  <a:pt x="30320" y="31056"/>
                  <a:pt x="29483" y="30983"/>
                  <a:pt x="28637" y="30829"/>
                </a:cubicBezTo>
                <a:lnTo>
                  <a:pt x="12072" y="27690"/>
                </a:lnTo>
                <a:cubicBezTo>
                  <a:pt x="4794" y="26307"/>
                  <a:pt x="0" y="19285"/>
                  <a:pt x="1374" y="11989"/>
                </a:cubicBezTo>
                <a:cubicBezTo>
                  <a:pt x="2747" y="4703"/>
                  <a:pt x="9779" y="0"/>
                  <a:pt x="17075" y="1291"/>
                </a:cubicBezTo>
                <a:lnTo>
                  <a:pt x="33640" y="4420"/>
                </a:lnTo>
                <a:cubicBezTo>
                  <a:pt x="40917" y="5812"/>
                  <a:pt x="45711" y="12826"/>
                  <a:pt x="44337" y="20122"/>
                </a:cubicBezTo>
                <a:cubicBezTo>
                  <a:pt x="43119" y="26571"/>
                  <a:pt x="37479" y="31056"/>
                  <a:pt x="31147" y="3105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path-16">
            <a:extLst xmlns:a="http://schemas.openxmlformats.org/drawingml/2006/main">
              <a:ext uri="{FF2B5EF4-FFF2-40B4-BE49-F238E27FC236}">
                <a16:creationId xmlns:a16="http://schemas.microsoft.com/office/drawing/2014/main" id="{074EE0F5-69C9-4C6F-AF0E-11BB47AE0D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80194" y="8669163"/>
            <a:ext cx="50185" cy="34709"/>
          </a:xfrm>
          <a:custGeom xmlns:a="http://schemas.openxmlformats.org/drawingml/2006/main">
            <a:pathLst>
              <a:path w="45957" h="31784">
                <a:moveTo>
                  <a:pt x="31274" y="31784"/>
                </a:moveTo>
                <a:cubicBezTo>
                  <a:pt x="30338" y="31784"/>
                  <a:pt x="29382" y="31693"/>
                  <a:pt x="28427" y="31475"/>
                </a:cubicBezTo>
                <a:lnTo>
                  <a:pt x="11862" y="27900"/>
                </a:lnTo>
                <a:cubicBezTo>
                  <a:pt x="4612" y="26344"/>
                  <a:pt x="0" y="19185"/>
                  <a:pt x="1574" y="11944"/>
                </a:cubicBezTo>
                <a:cubicBezTo>
                  <a:pt x="3138" y="4694"/>
                  <a:pt x="10307" y="0"/>
                  <a:pt x="17538" y="1656"/>
                </a:cubicBezTo>
                <a:lnTo>
                  <a:pt x="34103" y="5231"/>
                </a:lnTo>
                <a:cubicBezTo>
                  <a:pt x="41354" y="6786"/>
                  <a:pt x="45957" y="13946"/>
                  <a:pt x="44383" y="21196"/>
                </a:cubicBezTo>
                <a:cubicBezTo>
                  <a:pt x="43027" y="27491"/>
                  <a:pt x="37460" y="31784"/>
                  <a:pt x="31274" y="3178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path-17">
            <a:extLst xmlns:a="http://schemas.openxmlformats.org/drawingml/2006/main">
              <a:ext uri="{FF2B5EF4-FFF2-40B4-BE49-F238E27FC236}">
                <a16:creationId xmlns:a16="http://schemas.microsoft.com/office/drawing/2014/main" id="{3CBB43B4-21FF-43D8-BD43-86443C1BF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2539" y="8372006"/>
            <a:ext cx="269422" cy="399345"/>
          </a:xfrm>
          <a:custGeom xmlns:a="http://schemas.openxmlformats.org/drawingml/2006/main">
            <a:pathLst>
              <a:path w="246721" h="365697">
                <a:moveTo>
                  <a:pt x="233285" y="365697"/>
                </a:moveTo>
                <a:cubicBezTo>
                  <a:pt x="225871" y="365697"/>
                  <a:pt x="219849" y="359684"/>
                  <a:pt x="219849" y="352261"/>
                </a:cubicBezTo>
                <a:cubicBezTo>
                  <a:pt x="219849" y="272010"/>
                  <a:pt x="199345" y="199300"/>
                  <a:pt x="163568" y="152734"/>
                </a:cubicBezTo>
                <a:cubicBezTo>
                  <a:pt x="148385" y="133057"/>
                  <a:pt x="125316" y="129774"/>
                  <a:pt x="98608" y="125953"/>
                </a:cubicBezTo>
                <a:cubicBezTo>
                  <a:pt x="94751" y="125398"/>
                  <a:pt x="90894" y="124834"/>
                  <a:pt x="87056" y="124234"/>
                </a:cubicBezTo>
                <a:cubicBezTo>
                  <a:pt x="79714" y="123078"/>
                  <a:pt x="74720" y="116219"/>
                  <a:pt x="75876" y="108887"/>
                </a:cubicBezTo>
                <a:cubicBezTo>
                  <a:pt x="77022" y="101547"/>
                  <a:pt x="84081" y="96598"/>
                  <a:pt x="91222" y="97708"/>
                </a:cubicBezTo>
                <a:cubicBezTo>
                  <a:pt x="94942" y="98299"/>
                  <a:pt x="98672" y="98827"/>
                  <a:pt x="102402" y="99364"/>
                </a:cubicBezTo>
                <a:cubicBezTo>
                  <a:pt x="130811" y="103420"/>
                  <a:pt x="162995" y="108014"/>
                  <a:pt x="184854" y="136342"/>
                </a:cubicBezTo>
                <a:cubicBezTo>
                  <a:pt x="224179" y="187529"/>
                  <a:pt x="246721" y="266206"/>
                  <a:pt x="246721" y="352261"/>
                </a:cubicBezTo>
                <a:cubicBezTo>
                  <a:pt x="246721" y="359684"/>
                  <a:pt x="240708" y="365697"/>
                  <a:pt x="233285" y="365697"/>
                </a:cubicBezTo>
                <a:moveTo>
                  <a:pt x="30056" y="100691"/>
                </a:moveTo>
                <a:cubicBezTo>
                  <a:pt x="26744" y="100691"/>
                  <a:pt x="23424" y="99473"/>
                  <a:pt x="20831" y="97016"/>
                </a:cubicBezTo>
                <a:cubicBezTo>
                  <a:pt x="0" y="77340"/>
                  <a:pt x="1774" y="46111"/>
                  <a:pt x="3666" y="13063"/>
                </a:cubicBezTo>
                <a:cubicBezTo>
                  <a:pt x="4084" y="5658"/>
                  <a:pt x="10470" y="0"/>
                  <a:pt x="17838" y="437"/>
                </a:cubicBezTo>
                <a:cubicBezTo>
                  <a:pt x="25243" y="846"/>
                  <a:pt x="30901" y="7186"/>
                  <a:pt x="30474" y="14610"/>
                </a:cubicBezTo>
                <a:cubicBezTo>
                  <a:pt x="28964" y="41235"/>
                  <a:pt x="27527" y="66397"/>
                  <a:pt x="39279" y="77495"/>
                </a:cubicBezTo>
                <a:cubicBezTo>
                  <a:pt x="44674" y="82580"/>
                  <a:pt x="44910" y="91085"/>
                  <a:pt x="39816" y="96479"/>
                </a:cubicBezTo>
                <a:cubicBezTo>
                  <a:pt x="37178" y="99273"/>
                  <a:pt x="33621" y="100691"/>
                  <a:pt x="30056" y="10069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" name="path-18">
            <a:extLst xmlns:a="http://schemas.openxmlformats.org/drawingml/2006/main">
              <a:ext uri="{FF2B5EF4-FFF2-40B4-BE49-F238E27FC236}">
                <a16:creationId xmlns:a16="http://schemas.microsoft.com/office/drawing/2014/main" id="{7B47CB84-1A3F-45A7-AE49-86517F034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4814" y="8413201"/>
            <a:ext cx="113016" cy="147953"/>
          </a:xfrm>
          <a:custGeom xmlns:a="http://schemas.openxmlformats.org/drawingml/2006/main">
            <a:pathLst>
              <a:path w="103493" h="135487">
                <a:moveTo>
                  <a:pt x="81243" y="135477"/>
                </a:moveTo>
                <a:cubicBezTo>
                  <a:pt x="80069" y="135477"/>
                  <a:pt x="78887" y="135332"/>
                  <a:pt x="77695" y="135004"/>
                </a:cubicBezTo>
                <a:cubicBezTo>
                  <a:pt x="70536" y="133048"/>
                  <a:pt x="66333" y="125662"/>
                  <a:pt x="68289" y="118503"/>
                </a:cubicBezTo>
                <a:cubicBezTo>
                  <a:pt x="75521" y="92095"/>
                  <a:pt x="74566" y="71336"/>
                  <a:pt x="65423" y="56782"/>
                </a:cubicBezTo>
                <a:cubicBezTo>
                  <a:pt x="56400" y="42409"/>
                  <a:pt x="38461" y="32667"/>
                  <a:pt x="12126" y="27827"/>
                </a:cubicBezTo>
                <a:cubicBezTo>
                  <a:pt x="4830" y="26498"/>
                  <a:pt x="0" y="19494"/>
                  <a:pt x="1346" y="12198"/>
                </a:cubicBezTo>
                <a:cubicBezTo>
                  <a:pt x="2683" y="4904"/>
                  <a:pt x="9652" y="0"/>
                  <a:pt x="16965" y="1419"/>
                </a:cubicBezTo>
                <a:cubicBezTo>
                  <a:pt x="51014" y="7669"/>
                  <a:pt x="74966" y="21486"/>
                  <a:pt x="88165" y="42509"/>
                </a:cubicBezTo>
                <a:cubicBezTo>
                  <a:pt x="101474" y="63695"/>
                  <a:pt x="103493" y="91658"/>
                  <a:pt x="94196" y="125598"/>
                </a:cubicBezTo>
                <a:cubicBezTo>
                  <a:pt x="92559" y="131566"/>
                  <a:pt x="87146" y="135487"/>
                  <a:pt x="81243" y="135487"/>
                </a:cubicBezTo>
                <a:lnTo>
                  <a:pt x="81243" y="1354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" name="path-19">
            <a:extLst xmlns:a="http://schemas.openxmlformats.org/drawingml/2006/main">
              <a:ext uri="{FF2B5EF4-FFF2-40B4-BE49-F238E27FC236}">
                <a16:creationId xmlns:a16="http://schemas.microsoft.com/office/drawing/2014/main" id="{CED45A12-6854-415D-9E75-5EA68CA38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0663" y="8450561"/>
            <a:ext cx="132695" cy="190261"/>
          </a:xfrm>
          <a:custGeom xmlns:a="http://schemas.openxmlformats.org/drawingml/2006/main">
            <a:pathLst>
              <a:path w="121514" h="174229">
                <a:moveTo>
                  <a:pt x="106213" y="174229"/>
                </a:moveTo>
                <a:cubicBezTo>
                  <a:pt x="101719" y="174229"/>
                  <a:pt x="97362" y="172001"/>
                  <a:pt x="94797" y="167907"/>
                </a:cubicBezTo>
                <a:lnTo>
                  <a:pt x="3921" y="22423"/>
                </a:lnTo>
                <a:cubicBezTo>
                  <a:pt x="0" y="16129"/>
                  <a:pt x="1910" y="7851"/>
                  <a:pt x="8205" y="3921"/>
                </a:cubicBezTo>
                <a:cubicBezTo>
                  <a:pt x="14482" y="0"/>
                  <a:pt x="22769" y="1910"/>
                  <a:pt x="26708" y="8205"/>
                </a:cubicBezTo>
                <a:lnTo>
                  <a:pt x="117593" y="153689"/>
                </a:lnTo>
                <a:cubicBezTo>
                  <a:pt x="121514" y="159984"/>
                  <a:pt x="119595" y="168271"/>
                  <a:pt x="113309" y="172201"/>
                </a:cubicBezTo>
                <a:cubicBezTo>
                  <a:pt x="111098" y="173565"/>
                  <a:pt x="108633" y="174229"/>
                  <a:pt x="106213" y="17422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path-20">
            <a:extLst xmlns:a="http://schemas.openxmlformats.org/drawingml/2006/main">
              <a:ext uri="{FF2B5EF4-FFF2-40B4-BE49-F238E27FC236}">
                <a16:creationId xmlns:a16="http://schemas.microsoft.com/office/drawing/2014/main" id="{0B35A513-446A-4C5A-92B9-8FC17F970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9910" y="8450532"/>
            <a:ext cx="132178" cy="190290"/>
          </a:xfrm>
          <a:custGeom xmlns:a="http://schemas.openxmlformats.org/drawingml/2006/main">
            <a:pathLst>
              <a:path w="121041" h="174257">
                <a:moveTo>
                  <a:pt x="15292" y="174257"/>
                </a:moveTo>
                <a:cubicBezTo>
                  <a:pt x="12872" y="174257"/>
                  <a:pt x="10416" y="173611"/>
                  <a:pt x="8214" y="172237"/>
                </a:cubicBezTo>
                <a:cubicBezTo>
                  <a:pt x="1929" y="168325"/>
                  <a:pt x="0" y="160038"/>
                  <a:pt x="3893" y="153734"/>
                </a:cubicBezTo>
                <a:lnTo>
                  <a:pt x="94315" y="8251"/>
                </a:lnTo>
                <a:cubicBezTo>
                  <a:pt x="98235" y="1947"/>
                  <a:pt x="106513" y="0"/>
                  <a:pt x="112817" y="3930"/>
                </a:cubicBezTo>
                <a:cubicBezTo>
                  <a:pt x="119112" y="7851"/>
                  <a:pt x="121041" y="16129"/>
                  <a:pt x="117138" y="22433"/>
                </a:cubicBezTo>
                <a:lnTo>
                  <a:pt x="26717" y="167925"/>
                </a:lnTo>
                <a:cubicBezTo>
                  <a:pt x="24179" y="172010"/>
                  <a:pt x="19785" y="174257"/>
                  <a:pt x="15292" y="17425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path-21">
            <a:extLst xmlns:a="http://schemas.openxmlformats.org/drawingml/2006/main">
              <a:ext uri="{FF2B5EF4-FFF2-40B4-BE49-F238E27FC236}">
                <a16:creationId xmlns:a16="http://schemas.microsoft.com/office/drawing/2014/main" id="{1B72D6D1-EB25-4AA4-92BD-572D884A2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11957" y="8611498"/>
            <a:ext cx="29334" cy="159853"/>
          </a:xfrm>
          <a:custGeom xmlns:a="http://schemas.openxmlformats.org/drawingml/2006/main">
            <a:pathLst>
              <a:path w="26862" h="146384">
                <a:moveTo>
                  <a:pt x="13436" y="146384"/>
                </a:moveTo>
                <a:cubicBezTo>
                  <a:pt x="6013" y="146384"/>
                  <a:pt x="0" y="140372"/>
                  <a:pt x="0" y="132948"/>
                </a:cubicBezTo>
                <a:lnTo>
                  <a:pt x="0" y="13436"/>
                </a:lnTo>
                <a:cubicBezTo>
                  <a:pt x="0" y="6013"/>
                  <a:pt x="6013" y="0"/>
                  <a:pt x="13436" y="0"/>
                </a:cubicBezTo>
                <a:cubicBezTo>
                  <a:pt x="20850" y="0"/>
                  <a:pt x="26862" y="6013"/>
                  <a:pt x="26862" y="13436"/>
                </a:cubicBezTo>
                <a:lnTo>
                  <a:pt x="26862" y="132948"/>
                </a:lnTo>
                <a:cubicBezTo>
                  <a:pt x="26862" y="140372"/>
                  <a:pt x="20850" y="146384"/>
                  <a:pt x="13436" y="14638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path-22">
            <a:extLst xmlns:a="http://schemas.openxmlformats.org/drawingml/2006/main">
              <a:ext uri="{FF2B5EF4-FFF2-40B4-BE49-F238E27FC236}">
                <a16:creationId xmlns:a16="http://schemas.microsoft.com/office/drawing/2014/main" id="{91AE9A18-C899-40B1-A65D-978BCCE28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6590" y="8692636"/>
            <a:ext cx="29344" cy="78715"/>
          </a:xfrm>
          <a:custGeom xmlns:a="http://schemas.openxmlformats.org/drawingml/2006/main">
            <a:pathLst>
              <a:path w="26872" h="72082">
                <a:moveTo>
                  <a:pt x="13436" y="72082"/>
                </a:moveTo>
                <a:cubicBezTo>
                  <a:pt x="6022" y="72082"/>
                  <a:pt x="0" y="66070"/>
                  <a:pt x="0" y="58646"/>
                </a:cubicBezTo>
                <a:lnTo>
                  <a:pt x="0" y="13436"/>
                </a:lnTo>
                <a:cubicBezTo>
                  <a:pt x="0" y="6013"/>
                  <a:pt x="6022" y="0"/>
                  <a:pt x="13436" y="0"/>
                </a:cubicBezTo>
                <a:cubicBezTo>
                  <a:pt x="20850" y="0"/>
                  <a:pt x="26872" y="6013"/>
                  <a:pt x="26872" y="13436"/>
                </a:cubicBezTo>
                <a:lnTo>
                  <a:pt x="26872" y="58646"/>
                </a:lnTo>
                <a:cubicBezTo>
                  <a:pt x="26872" y="66070"/>
                  <a:pt x="20850" y="72082"/>
                  <a:pt x="13436" y="7208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path-23">
            <a:extLst xmlns:a="http://schemas.openxmlformats.org/drawingml/2006/main">
              <a:ext uri="{FF2B5EF4-FFF2-40B4-BE49-F238E27FC236}">
                <a16:creationId xmlns:a16="http://schemas.microsoft.com/office/drawing/2014/main" id="{1D20713A-970D-4A60-9AC6-320C0F151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37303" y="8692636"/>
            <a:ext cx="29334" cy="78715"/>
          </a:xfrm>
          <a:custGeom xmlns:a="http://schemas.openxmlformats.org/drawingml/2006/main">
            <a:pathLst>
              <a:path w="26863" h="72082">
                <a:moveTo>
                  <a:pt x="13436" y="72082"/>
                </a:moveTo>
                <a:cubicBezTo>
                  <a:pt x="6013" y="72082"/>
                  <a:pt x="0" y="66070"/>
                  <a:pt x="0" y="58646"/>
                </a:cubicBezTo>
                <a:lnTo>
                  <a:pt x="0" y="13436"/>
                </a:lnTo>
                <a:cubicBezTo>
                  <a:pt x="0" y="6013"/>
                  <a:pt x="6013" y="0"/>
                  <a:pt x="13436" y="0"/>
                </a:cubicBezTo>
                <a:cubicBezTo>
                  <a:pt x="20850" y="0"/>
                  <a:pt x="26863" y="6013"/>
                  <a:pt x="26863" y="13436"/>
                </a:cubicBezTo>
                <a:lnTo>
                  <a:pt x="26863" y="58646"/>
                </a:lnTo>
                <a:cubicBezTo>
                  <a:pt x="26863" y="66070"/>
                  <a:pt x="20850" y="72082"/>
                  <a:pt x="13436" y="7208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path-24">
            <a:extLst xmlns:a="http://schemas.openxmlformats.org/drawingml/2006/main">
              <a:ext uri="{FF2B5EF4-FFF2-40B4-BE49-F238E27FC236}">
                <a16:creationId xmlns:a16="http://schemas.microsoft.com/office/drawing/2014/main" id="{5ADE7774-6288-4733-A283-6FC53C625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37427" y="7795582"/>
            <a:ext cx="558971" cy="94608"/>
          </a:xfrm>
          <a:custGeom xmlns:a="http://schemas.openxmlformats.org/drawingml/2006/main">
            <a:pathLst>
              <a:path w="511873" h="86637">
                <a:moveTo>
                  <a:pt x="445809" y="85545"/>
                </a:moveTo>
                <a:cubicBezTo>
                  <a:pt x="439577" y="85545"/>
                  <a:pt x="434021" y="81106"/>
                  <a:pt x="432833" y="74757"/>
                </a:cubicBezTo>
                <a:cubicBezTo>
                  <a:pt x="431490" y="67588"/>
                  <a:pt x="436228" y="60684"/>
                  <a:pt x="443403" y="59347"/>
                </a:cubicBezTo>
                <a:cubicBezTo>
                  <a:pt x="463029" y="55672"/>
                  <a:pt x="473996" y="52042"/>
                  <a:pt x="479968" y="49431"/>
                </a:cubicBezTo>
                <a:cubicBezTo>
                  <a:pt x="457240" y="39780"/>
                  <a:pt x="382829" y="26426"/>
                  <a:pt x="255947" y="26426"/>
                </a:cubicBezTo>
                <a:cubicBezTo>
                  <a:pt x="128783" y="26426"/>
                  <a:pt x="54327" y="39816"/>
                  <a:pt x="31769" y="49467"/>
                </a:cubicBezTo>
                <a:cubicBezTo>
                  <a:pt x="37664" y="52061"/>
                  <a:pt x="48524" y="55699"/>
                  <a:pt x="68025" y="59347"/>
                </a:cubicBezTo>
                <a:cubicBezTo>
                  <a:pt x="75200" y="60684"/>
                  <a:pt x="79935" y="67588"/>
                  <a:pt x="78595" y="74757"/>
                </a:cubicBezTo>
                <a:cubicBezTo>
                  <a:pt x="77251" y="81925"/>
                  <a:pt x="70354" y="86637"/>
                  <a:pt x="63180" y="85317"/>
                </a:cubicBezTo>
                <a:cubicBezTo>
                  <a:pt x="18883" y="77049"/>
                  <a:pt x="0" y="66333"/>
                  <a:pt x="0" y="49485"/>
                </a:cubicBezTo>
                <a:cubicBezTo>
                  <a:pt x="0" y="3575"/>
                  <a:pt x="195898" y="0"/>
                  <a:pt x="255943" y="0"/>
                </a:cubicBezTo>
                <a:cubicBezTo>
                  <a:pt x="315976" y="0"/>
                  <a:pt x="511873" y="3575"/>
                  <a:pt x="511873" y="49485"/>
                </a:cubicBezTo>
                <a:cubicBezTo>
                  <a:pt x="511873" y="66278"/>
                  <a:pt x="492849" y="76994"/>
                  <a:pt x="448246" y="85317"/>
                </a:cubicBezTo>
                <a:cubicBezTo>
                  <a:pt x="447428" y="85463"/>
                  <a:pt x="446611" y="85545"/>
                  <a:pt x="445809" y="8554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" name="path-25">
            <a:extLst xmlns:a="http://schemas.openxmlformats.org/drawingml/2006/main">
              <a:ext uri="{FF2B5EF4-FFF2-40B4-BE49-F238E27FC236}">
                <a16:creationId xmlns:a16="http://schemas.microsoft.com/office/drawing/2014/main" id="{8F13A713-244E-4075-82E8-8B95892B1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33754" y="7799516"/>
            <a:ext cx="366279" cy="376080"/>
          </a:xfrm>
          <a:custGeom xmlns:a="http://schemas.openxmlformats.org/drawingml/2006/main">
            <a:pathLst>
              <a:path w="335417" h="344392">
                <a:moveTo>
                  <a:pt x="166742" y="344392"/>
                </a:moveTo>
                <a:cubicBezTo>
                  <a:pt x="132273" y="344392"/>
                  <a:pt x="101618" y="331311"/>
                  <a:pt x="75632" y="305522"/>
                </a:cubicBezTo>
                <a:cubicBezTo>
                  <a:pt x="23668" y="253970"/>
                  <a:pt x="0" y="158010"/>
                  <a:pt x="0" y="90675"/>
                </a:cubicBezTo>
                <a:cubicBezTo>
                  <a:pt x="0" y="58746"/>
                  <a:pt x="8515" y="30692"/>
                  <a:pt x="25303" y="7295"/>
                </a:cubicBezTo>
                <a:cubicBezTo>
                  <a:pt x="29577" y="1355"/>
                  <a:pt x="37831" y="9"/>
                  <a:pt x="43740" y="4257"/>
                </a:cubicBezTo>
                <a:cubicBezTo>
                  <a:pt x="49665" y="8514"/>
                  <a:pt x="51022" y="16765"/>
                  <a:pt x="46779" y="22687"/>
                </a:cubicBezTo>
                <a:cubicBezTo>
                  <a:pt x="33262" y="41517"/>
                  <a:pt x="26412" y="64386"/>
                  <a:pt x="26412" y="90675"/>
                </a:cubicBezTo>
                <a:cubicBezTo>
                  <a:pt x="26412" y="152716"/>
                  <a:pt x="47642" y="240544"/>
                  <a:pt x="94237" y="286765"/>
                </a:cubicBezTo>
                <a:cubicBezTo>
                  <a:pt x="115097" y="307469"/>
                  <a:pt x="139504" y="317957"/>
                  <a:pt x="166751" y="317957"/>
                </a:cubicBezTo>
                <a:lnTo>
                  <a:pt x="167600" y="317957"/>
                </a:lnTo>
                <a:cubicBezTo>
                  <a:pt x="273394" y="317111"/>
                  <a:pt x="309004" y="161521"/>
                  <a:pt x="309004" y="90675"/>
                </a:cubicBezTo>
                <a:cubicBezTo>
                  <a:pt x="309004" y="64823"/>
                  <a:pt x="302001" y="41944"/>
                  <a:pt x="288190" y="22678"/>
                </a:cubicBezTo>
                <a:cubicBezTo>
                  <a:pt x="283948" y="16747"/>
                  <a:pt x="285304" y="8496"/>
                  <a:pt x="291230" y="4248"/>
                </a:cubicBezTo>
                <a:cubicBezTo>
                  <a:pt x="297186" y="0"/>
                  <a:pt x="305438" y="1382"/>
                  <a:pt x="309665" y="7286"/>
                </a:cubicBezTo>
                <a:cubicBezTo>
                  <a:pt x="326513" y="30792"/>
                  <a:pt x="335417" y="59629"/>
                  <a:pt x="335417" y="90666"/>
                </a:cubicBezTo>
                <a:cubicBezTo>
                  <a:pt x="335417" y="173010"/>
                  <a:pt x="294453" y="343364"/>
                  <a:pt x="167818" y="344365"/>
                </a:cubicBezTo>
                <a:cubicBezTo>
                  <a:pt x="167450" y="344365"/>
                  <a:pt x="167095" y="344383"/>
                  <a:pt x="166743" y="344383"/>
                </a:cubicBezTo>
                <a:lnTo>
                  <a:pt x="166742" y="34439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path-26">
            <a:extLst xmlns:a="http://schemas.openxmlformats.org/drawingml/2006/main">
              <a:ext uri="{FF2B5EF4-FFF2-40B4-BE49-F238E27FC236}">
                <a16:creationId xmlns:a16="http://schemas.microsoft.com/office/drawing/2014/main" id="{8CDABC35-F97E-4AB6-A679-4E07ADD0B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3776" y="7665987"/>
            <a:ext cx="405739" cy="170144"/>
          </a:xfrm>
          <a:custGeom xmlns:a="http://schemas.openxmlformats.org/drawingml/2006/main">
            <a:pathLst>
              <a:path w="371552" h="155808">
                <a:moveTo>
                  <a:pt x="357513" y="154962"/>
                </a:moveTo>
                <a:cubicBezTo>
                  <a:pt x="350957" y="154962"/>
                  <a:pt x="345278" y="150086"/>
                  <a:pt x="344431" y="143427"/>
                </a:cubicBezTo>
                <a:cubicBezTo>
                  <a:pt x="335881" y="76721"/>
                  <a:pt x="267778" y="26426"/>
                  <a:pt x="186005" y="26426"/>
                </a:cubicBezTo>
                <a:cubicBezTo>
                  <a:pt x="103972" y="26426"/>
                  <a:pt x="35668" y="76730"/>
                  <a:pt x="27123" y="143427"/>
                </a:cubicBezTo>
                <a:cubicBezTo>
                  <a:pt x="26198" y="150659"/>
                  <a:pt x="19639" y="155808"/>
                  <a:pt x="12342" y="154853"/>
                </a:cubicBezTo>
                <a:cubicBezTo>
                  <a:pt x="5106" y="153916"/>
                  <a:pt x="0" y="147302"/>
                  <a:pt x="925" y="140061"/>
                </a:cubicBezTo>
                <a:cubicBezTo>
                  <a:pt x="11154" y="60219"/>
                  <a:pt x="90720" y="0"/>
                  <a:pt x="186008" y="0"/>
                </a:cubicBezTo>
                <a:cubicBezTo>
                  <a:pt x="281034" y="0"/>
                  <a:pt x="360401" y="60210"/>
                  <a:pt x="370627" y="140052"/>
                </a:cubicBezTo>
                <a:cubicBezTo>
                  <a:pt x="371552" y="147302"/>
                  <a:pt x="366446" y="153907"/>
                  <a:pt x="359210" y="154844"/>
                </a:cubicBezTo>
                <a:cubicBezTo>
                  <a:pt x="358638" y="154917"/>
                  <a:pt x="358068" y="154953"/>
                  <a:pt x="357511" y="154953"/>
                </a:cubicBezTo>
                <a:lnTo>
                  <a:pt x="357513" y="15496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27">
            <a:extLst xmlns:a="http://schemas.openxmlformats.org/drawingml/2006/main">
              <a:ext uri="{FF2B5EF4-FFF2-40B4-BE49-F238E27FC236}">
                <a16:creationId xmlns:a16="http://schemas.microsoft.com/office/drawing/2014/main" id="{0594A9EF-3BE2-4F4D-94DF-2CE1A0BB9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4178" y="8114166"/>
            <a:ext cx="274817" cy="408654"/>
          </a:xfrm>
          <a:custGeom xmlns:a="http://schemas.openxmlformats.org/drawingml/2006/main">
            <a:pathLst>
              <a:path w="251661" h="374221">
                <a:moveTo>
                  <a:pt x="238451" y="374221"/>
                </a:moveTo>
                <a:cubicBezTo>
                  <a:pt x="231155" y="374221"/>
                  <a:pt x="225244" y="368308"/>
                  <a:pt x="225244" y="361012"/>
                </a:cubicBezTo>
                <a:cubicBezTo>
                  <a:pt x="225244" y="278714"/>
                  <a:pt x="204200" y="204276"/>
                  <a:pt x="167525" y="156800"/>
                </a:cubicBezTo>
                <a:cubicBezTo>
                  <a:pt x="151866" y="136042"/>
                  <a:pt x="127982" y="132794"/>
                  <a:pt x="100348" y="129028"/>
                </a:cubicBezTo>
                <a:cubicBezTo>
                  <a:pt x="74164" y="125444"/>
                  <a:pt x="44496" y="121405"/>
                  <a:pt x="21909" y="99545"/>
                </a:cubicBezTo>
                <a:cubicBezTo>
                  <a:pt x="0" y="78268"/>
                  <a:pt x="2378" y="43601"/>
                  <a:pt x="4475" y="13036"/>
                </a:cubicBezTo>
                <a:cubicBezTo>
                  <a:pt x="4968" y="5740"/>
                  <a:pt x="11665" y="0"/>
                  <a:pt x="18546" y="755"/>
                </a:cubicBezTo>
                <a:cubicBezTo>
                  <a:pt x="25828" y="1247"/>
                  <a:pt x="31337" y="7560"/>
                  <a:pt x="30826" y="14828"/>
                </a:cubicBezTo>
                <a:cubicBezTo>
                  <a:pt x="28711" y="45884"/>
                  <a:pt x="28142" y="68762"/>
                  <a:pt x="40299" y="80588"/>
                </a:cubicBezTo>
                <a:cubicBezTo>
                  <a:pt x="56654" y="96398"/>
                  <a:pt x="79611" y="99536"/>
                  <a:pt x="103911" y="102848"/>
                </a:cubicBezTo>
                <a:cubicBezTo>
                  <a:pt x="133163" y="106832"/>
                  <a:pt x="166335" y="111353"/>
                  <a:pt x="188540" y="140772"/>
                </a:cubicBezTo>
                <a:cubicBezTo>
                  <a:pt x="228623" y="192660"/>
                  <a:pt x="251659" y="272983"/>
                  <a:pt x="251659" y="361012"/>
                </a:cubicBezTo>
                <a:cubicBezTo>
                  <a:pt x="251661" y="368317"/>
                  <a:pt x="245754" y="374221"/>
                  <a:pt x="238454" y="374221"/>
                </a:cubicBezTo>
                <a:lnTo>
                  <a:pt x="238451" y="37422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path-28">
            <a:extLst xmlns:a="http://schemas.openxmlformats.org/drawingml/2006/main">
              <a:ext uri="{FF2B5EF4-FFF2-40B4-BE49-F238E27FC236}">
                <a16:creationId xmlns:a16="http://schemas.microsoft.com/office/drawing/2014/main" id="{57E9FD4C-CD16-44E3-8F16-26FF5E8B8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31547" y="8493972"/>
            <a:ext cx="627445" cy="28847"/>
          </a:xfrm>
          <a:custGeom xmlns:a="http://schemas.openxmlformats.org/drawingml/2006/main">
            <a:pathLst>
              <a:path w="574577" h="26417">
                <a:moveTo>
                  <a:pt x="561369" y="26417"/>
                </a:moveTo>
                <a:lnTo>
                  <a:pt x="13208" y="26417"/>
                </a:lnTo>
                <a:cubicBezTo>
                  <a:pt x="5910" y="26417"/>
                  <a:pt x="0" y="20503"/>
                  <a:pt x="0" y="13208"/>
                </a:cubicBezTo>
                <a:cubicBezTo>
                  <a:pt x="0" y="5912"/>
                  <a:pt x="5910" y="0"/>
                  <a:pt x="13208" y="0"/>
                </a:cubicBezTo>
                <a:lnTo>
                  <a:pt x="561369" y="0"/>
                </a:lnTo>
                <a:cubicBezTo>
                  <a:pt x="568666" y="0"/>
                  <a:pt x="574577" y="5912"/>
                  <a:pt x="574577" y="13208"/>
                </a:cubicBezTo>
                <a:cubicBezTo>
                  <a:pt x="574577" y="20503"/>
                  <a:pt x="568669" y="26417"/>
                  <a:pt x="561369" y="2641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" name="path-29">
            <a:extLst xmlns:a="http://schemas.openxmlformats.org/drawingml/2006/main">
              <a:ext uri="{FF2B5EF4-FFF2-40B4-BE49-F238E27FC236}">
                <a16:creationId xmlns:a16="http://schemas.microsoft.com/office/drawing/2014/main" id="{645E70E0-0508-4EBC-B036-DB8608852D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5533" y="8260669"/>
            <a:ext cx="122184" cy="90466"/>
          </a:xfrm>
          <a:custGeom xmlns:a="http://schemas.openxmlformats.org/drawingml/2006/main">
            <a:pathLst>
              <a:path w="111889" h="82844">
                <a:moveTo>
                  <a:pt x="56191" y="82844"/>
                </a:moveTo>
                <a:cubicBezTo>
                  <a:pt x="52827" y="82844"/>
                  <a:pt x="49479" y="81579"/>
                  <a:pt x="46904" y="79032"/>
                </a:cubicBezTo>
                <a:lnTo>
                  <a:pt x="5246" y="37833"/>
                </a:lnTo>
                <a:cubicBezTo>
                  <a:pt x="92" y="32748"/>
                  <a:pt x="0" y="24443"/>
                  <a:pt x="5062" y="19248"/>
                </a:cubicBezTo>
                <a:lnTo>
                  <a:pt x="19843" y="4020"/>
                </a:lnTo>
                <a:cubicBezTo>
                  <a:pt x="22328" y="1437"/>
                  <a:pt x="25737" y="0"/>
                  <a:pt x="29316" y="0"/>
                </a:cubicBezTo>
                <a:lnTo>
                  <a:pt x="82606" y="0"/>
                </a:lnTo>
                <a:cubicBezTo>
                  <a:pt x="86184" y="0"/>
                  <a:pt x="89594" y="1437"/>
                  <a:pt x="92079" y="4020"/>
                </a:cubicBezTo>
                <a:lnTo>
                  <a:pt x="106860" y="19248"/>
                </a:lnTo>
                <a:cubicBezTo>
                  <a:pt x="111889" y="24415"/>
                  <a:pt x="111828" y="32684"/>
                  <a:pt x="106722" y="37779"/>
                </a:cubicBezTo>
                <a:lnTo>
                  <a:pt x="65528" y="78969"/>
                </a:lnTo>
                <a:cubicBezTo>
                  <a:pt x="62948" y="81560"/>
                  <a:pt x="59570" y="82844"/>
                  <a:pt x="56190" y="82844"/>
                </a:cubicBezTo>
                <a:lnTo>
                  <a:pt x="56191" y="82844"/>
                </a:lnTo>
                <a:moveTo>
                  <a:pt x="33125" y="28254"/>
                </a:moveTo>
                <a:lnTo>
                  <a:pt x="56146" y="50996"/>
                </a:lnTo>
                <a:lnTo>
                  <a:pt x="78842" y="28299"/>
                </a:lnTo>
                <a:lnTo>
                  <a:pt x="77021" y="26417"/>
                </a:lnTo>
                <a:lnTo>
                  <a:pt x="34899" y="26417"/>
                </a:lnTo>
                <a:lnTo>
                  <a:pt x="33125" y="2825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path-30">
            <a:extLst xmlns:a="http://schemas.openxmlformats.org/drawingml/2006/main">
              <a:ext uri="{FF2B5EF4-FFF2-40B4-BE49-F238E27FC236}">
                <a16:creationId xmlns:a16="http://schemas.microsoft.com/office/drawing/2014/main" id="{B0740BCE-4FDF-4950-B2B5-D4C088C7E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5418" y="8320817"/>
            <a:ext cx="77470" cy="202002"/>
          </a:xfrm>
          <a:custGeom xmlns:a="http://schemas.openxmlformats.org/drawingml/2006/main">
            <a:pathLst>
              <a:path w="70943" h="184982">
                <a:moveTo>
                  <a:pt x="14659" y="184982"/>
                </a:moveTo>
                <a:cubicBezTo>
                  <a:pt x="13532" y="184982"/>
                  <a:pt x="12391" y="184827"/>
                  <a:pt x="11265" y="184536"/>
                </a:cubicBezTo>
                <a:cubicBezTo>
                  <a:pt x="4212" y="182671"/>
                  <a:pt x="0" y="175430"/>
                  <a:pt x="1868" y="168380"/>
                </a:cubicBezTo>
                <a:lnTo>
                  <a:pt x="43526" y="11180"/>
                </a:lnTo>
                <a:cubicBezTo>
                  <a:pt x="45408" y="4112"/>
                  <a:pt x="52737" y="0"/>
                  <a:pt x="59678" y="1783"/>
                </a:cubicBezTo>
                <a:cubicBezTo>
                  <a:pt x="66730" y="3648"/>
                  <a:pt x="70943" y="10889"/>
                  <a:pt x="69075" y="17939"/>
                </a:cubicBezTo>
                <a:lnTo>
                  <a:pt x="27417" y="175139"/>
                </a:lnTo>
                <a:cubicBezTo>
                  <a:pt x="25843" y="181060"/>
                  <a:pt x="20505" y="184982"/>
                  <a:pt x="14659" y="18498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31">
            <a:extLst xmlns:a="http://schemas.openxmlformats.org/drawingml/2006/main">
              <a:ext uri="{FF2B5EF4-FFF2-40B4-BE49-F238E27FC236}">
                <a16:creationId xmlns:a16="http://schemas.microsoft.com/office/drawing/2014/main" id="{6E658FF2-EC51-41DB-9646-F30D16E12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00923" y="8320738"/>
            <a:ext cx="76928" cy="202082"/>
          </a:xfrm>
          <a:custGeom xmlns:a="http://schemas.openxmlformats.org/drawingml/2006/main">
            <a:pathLst>
              <a:path w="70446" h="185054">
                <a:moveTo>
                  <a:pt x="55807" y="185054"/>
                </a:moveTo>
                <a:cubicBezTo>
                  <a:pt x="49945" y="185054"/>
                  <a:pt x="44591" y="181124"/>
                  <a:pt x="43046" y="175184"/>
                </a:cubicBezTo>
                <a:lnTo>
                  <a:pt x="1852" y="17975"/>
                </a:lnTo>
                <a:cubicBezTo>
                  <a:pt x="0" y="10925"/>
                  <a:pt x="4212" y="3702"/>
                  <a:pt x="11279" y="1856"/>
                </a:cubicBezTo>
                <a:cubicBezTo>
                  <a:pt x="18347" y="0"/>
                  <a:pt x="25567" y="4212"/>
                  <a:pt x="27401" y="11279"/>
                </a:cubicBezTo>
                <a:lnTo>
                  <a:pt x="68595" y="168489"/>
                </a:lnTo>
                <a:cubicBezTo>
                  <a:pt x="70446" y="175539"/>
                  <a:pt x="66234" y="182762"/>
                  <a:pt x="59167" y="184608"/>
                </a:cubicBezTo>
                <a:cubicBezTo>
                  <a:pt x="58043" y="184900"/>
                  <a:pt x="56916" y="185054"/>
                  <a:pt x="55806" y="185054"/>
                </a:cubicBezTo>
                <a:lnTo>
                  <a:pt x="55807" y="18505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32">
            <a:extLst xmlns:a="http://schemas.openxmlformats.org/drawingml/2006/main">
              <a:ext uri="{FF2B5EF4-FFF2-40B4-BE49-F238E27FC236}">
                <a16:creationId xmlns:a16="http://schemas.microsoft.com/office/drawing/2014/main" id="{5A197E5E-DB05-4C02-946C-3E7F53078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8200" y="8247705"/>
            <a:ext cx="45488" cy="41821"/>
          </a:xfrm>
          <a:custGeom xmlns:a="http://schemas.openxmlformats.org/drawingml/2006/main">
            <a:pathLst>
              <a:path w="41656" h="38297">
                <a:moveTo>
                  <a:pt x="26874" y="38297"/>
                </a:moveTo>
                <a:cubicBezTo>
                  <a:pt x="23835" y="38297"/>
                  <a:pt x="20796" y="37261"/>
                  <a:pt x="18311" y="35150"/>
                </a:cubicBezTo>
                <a:lnTo>
                  <a:pt x="6217" y="24843"/>
                </a:lnTo>
                <a:cubicBezTo>
                  <a:pt x="661" y="20104"/>
                  <a:pt x="0" y="11781"/>
                  <a:pt x="4720" y="6223"/>
                </a:cubicBezTo>
                <a:cubicBezTo>
                  <a:pt x="9471" y="655"/>
                  <a:pt x="17802" y="0"/>
                  <a:pt x="23342" y="4722"/>
                </a:cubicBezTo>
                <a:lnTo>
                  <a:pt x="35438" y="15028"/>
                </a:lnTo>
                <a:cubicBezTo>
                  <a:pt x="40993" y="19767"/>
                  <a:pt x="41656" y="28100"/>
                  <a:pt x="36935" y="33649"/>
                </a:cubicBezTo>
                <a:cubicBezTo>
                  <a:pt x="34312" y="36724"/>
                  <a:pt x="30608" y="38297"/>
                  <a:pt x="26874" y="3829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path-33">
            <a:extLst xmlns:a="http://schemas.openxmlformats.org/drawingml/2006/main">
              <a:ext uri="{FF2B5EF4-FFF2-40B4-BE49-F238E27FC236}">
                <a16:creationId xmlns:a16="http://schemas.microsoft.com/office/drawing/2014/main" id="{EBA31CD5-D63A-453A-91E3-59222D2E0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18283" y="8258136"/>
            <a:ext cx="69565" cy="48010"/>
          </a:xfrm>
          <a:custGeom xmlns:a="http://schemas.openxmlformats.org/drawingml/2006/main">
            <a:pathLst>
              <a:path w="63703" h="43964">
                <a:moveTo>
                  <a:pt x="48631" y="43964"/>
                </a:moveTo>
                <a:cubicBezTo>
                  <a:pt x="46764" y="43964"/>
                  <a:pt x="44867" y="43583"/>
                  <a:pt x="43060" y="42737"/>
                </a:cubicBezTo>
                <a:lnTo>
                  <a:pt x="9473" y="27054"/>
                </a:lnTo>
                <a:cubicBezTo>
                  <a:pt x="2855" y="23970"/>
                  <a:pt x="0" y="16101"/>
                  <a:pt x="3086" y="9497"/>
                </a:cubicBezTo>
                <a:cubicBezTo>
                  <a:pt x="6156" y="2883"/>
                  <a:pt x="14025" y="0"/>
                  <a:pt x="20643" y="3111"/>
                </a:cubicBezTo>
                <a:lnTo>
                  <a:pt x="54230" y="18785"/>
                </a:lnTo>
                <a:cubicBezTo>
                  <a:pt x="60848" y="21868"/>
                  <a:pt x="63703" y="29746"/>
                  <a:pt x="60618" y="36342"/>
                </a:cubicBezTo>
                <a:cubicBezTo>
                  <a:pt x="58381" y="41163"/>
                  <a:pt x="53614" y="43964"/>
                  <a:pt x="48632" y="43964"/>
                </a:cubicBezTo>
                <a:lnTo>
                  <a:pt x="48631" y="4396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path-34">
            <a:extLst xmlns:a="http://schemas.openxmlformats.org/drawingml/2006/main">
              <a:ext uri="{FF2B5EF4-FFF2-40B4-BE49-F238E27FC236}">
                <a16:creationId xmlns:a16="http://schemas.microsoft.com/office/drawing/2014/main" id="{9798B039-D23E-41F4-8AB0-F19CB78A4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29617" y="8196387"/>
            <a:ext cx="104633" cy="93139"/>
          </a:xfrm>
          <a:custGeom xmlns:a="http://schemas.openxmlformats.org/drawingml/2006/main">
            <a:pathLst>
              <a:path w="95817" h="85291">
                <a:moveTo>
                  <a:pt x="14766" y="85291"/>
                </a:moveTo>
                <a:cubicBezTo>
                  <a:pt x="11062" y="85291"/>
                  <a:pt x="7392" y="83744"/>
                  <a:pt x="4769" y="80724"/>
                </a:cubicBezTo>
                <a:cubicBezTo>
                  <a:pt x="0" y="75221"/>
                  <a:pt x="603" y="66870"/>
                  <a:pt x="6128" y="62085"/>
                </a:cubicBezTo>
                <a:lnTo>
                  <a:pt x="72410" y="4749"/>
                </a:lnTo>
                <a:cubicBezTo>
                  <a:pt x="77935" y="0"/>
                  <a:pt x="86264" y="582"/>
                  <a:pt x="91048" y="6113"/>
                </a:cubicBezTo>
                <a:cubicBezTo>
                  <a:pt x="95817" y="11617"/>
                  <a:pt x="95213" y="19967"/>
                  <a:pt x="89689" y="24752"/>
                </a:cubicBezTo>
                <a:lnTo>
                  <a:pt x="23407" y="82080"/>
                </a:lnTo>
                <a:cubicBezTo>
                  <a:pt x="20906" y="84245"/>
                  <a:pt x="17836" y="85291"/>
                  <a:pt x="14766" y="8529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" name="path-35">
            <a:extLst xmlns:a="http://schemas.openxmlformats.org/drawingml/2006/main">
              <a:ext uri="{FF2B5EF4-FFF2-40B4-BE49-F238E27FC236}">
                <a16:creationId xmlns:a16="http://schemas.microsoft.com/office/drawing/2014/main" id="{6905FCC5-2612-45C0-B195-8C9A0AA12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5438" y="8221451"/>
            <a:ext cx="148317" cy="84695"/>
          </a:xfrm>
          <a:custGeom xmlns:a="http://schemas.openxmlformats.org/drawingml/2006/main">
            <a:pathLst>
              <a:path w="135820" h="77558">
                <a:moveTo>
                  <a:pt x="15074" y="77558"/>
                </a:moveTo>
                <a:cubicBezTo>
                  <a:pt x="10091" y="77558"/>
                  <a:pt x="5323" y="74738"/>
                  <a:pt x="3086" y="69936"/>
                </a:cubicBezTo>
                <a:cubicBezTo>
                  <a:pt x="0" y="63322"/>
                  <a:pt x="2868" y="55472"/>
                  <a:pt x="9473" y="52379"/>
                </a:cubicBezTo>
                <a:lnTo>
                  <a:pt x="115177" y="3120"/>
                </a:lnTo>
                <a:cubicBezTo>
                  <a:pt x="121780" y="0"/>
                  <a:pt x="129649" y="2902"/>
                  <a:pt x="132735" y="9506"/>
                </a:cubicBezTo>
                <a:cubicBezTo>
                  <a:pt x="135820" y="16119"/>
                  <a:pt x="132952" y="23978"/>
                  <a:pt x="126347" y="27063"/>
                </a:cubicBezTo>
                <a:lnTo>
                  <a:pt x="20643" y="76331"/>
                </a:lnTo>
                <a:cubicBezTo>
                  <a:pt x="18837" y="77177"/>
                  <a:pt x="16939" y="77558"/>
                  <a:pt x="15075" y="77558"/>
                </a:cubicBezTo>
                <a:lnTo>
                  <a:pt x="15074" y="7755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path-36">
            <a:extLst xmlns:a="http://schemas.openxmlformats.org/drawingml/2006/main">
              <a:ext uri="{FF2B5EF4-FFF2-40B4-BE49-F238E27FC236}">
                <a16:creationId xmlns:a16="http://schemas.microsoft.com/office/drawing/2014/main" id="{A9310CE2-2863-4CE9-8686-A6C2F7720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8333" y="8461201"/>
            <a:ext cx="28846" cy="61619"/>
          </a:xfrm>
          <a:custGeom xmlns:a="http://schemas.openxmlformats.org/drawingml/2006/main">
            <a:pathLst>
              <a:path w="26415" h="56427">
                <a:moveTo>
                  <a:pt x="13208" y="56427"/>
                </a:moveTo>
                <a:cubicBezTo>
                  <a:pt x="5911" y="56427"/>
                  <a:pt x="0" y="50514"/>
                  <a:pt x="0" y="43218"/>
                </a:cubicBezTo>
                <a:lnTo>
                  <a:pt x="0" y="13209"/>
                </a:lnTo>
                <a:cubicBezTo>
                  <a:pt x="0" y="5912"/>
                  <a:pt x="5911" y="0"/>
                  <a:pt x="13208" y="0"/>
                </a:cubicBezTo>
                <a:cubicBezTo>
                  <a:pt x="20505" y="0"/>
                  <a:pt x="26415" y="5912"/>
                  <a:pt x="26415" y="13209"/>
                </a:cubicBezTo>
                <a:lnTo>
                  <a:pt x="26415" y="43218"/>
                </a:lnTo>
                <a:cubicBezTo>
                  <a:pt x="26415" y="50514"/>
                  <a:pt x="20505" y="56427"/>
                  <a:pt x="13208" y="5642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path-37">
            <a:extLst xmlns:a="http://schemas.openxmlformats.org/drawingml/2006/main">
              <a:ext uri="{FF2B5EF4-FFF2-40B4-BE49-F238E27FC236}">
                <a16:creationId xmlns:a16="http://schemas.microsoft.com/office/drawing/2014/main" id="{36E2857E-1698-48EA-B5A5-A77E67C48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360" y="8176669"/>
            <a:ext cx="254979" cy="180436"/>
          </a:xfrm>
          <a:custGeom xmlns:a="http://schemas.openxmlformats.org/drawingml/2006/main">
            <a:pathLst>
              <a:path w="233494" h="165233">
                <a:moveTo>
                  <a:pt x="142436" y="165233"/>
                </a:moveTo>
                <a:cubicBezTo>
                  <a:pt x="110281" y="165233"/>
                  <a:pt x="84038" y="158055"/>
                  <a:pt x="63024" y="143673"/>
                </a:cubicBezTo>
                <a:cubicBezTo>
                  <a:pt x="21136" y="114992"/>
                  <a:pt x="8114" y="63276"/>
                  <a:pt x="894" y="16465"/>
                </a:cubicBezTo>
                <a:cubicBezTo>
                  <a:pt x="0" y="10652"/>
                  <a:pt x="3039" y="4958"/>
                  <a:pt x="8363" y="2474"/>
                </a:cubicBezTo>
                <a:cubicBezTo>
                  <a:pt x="13701" y="0"/>
                  <a:pt x="20042" y="1329"/>
                  <a:pt x="23883" y="5740"/>
                </a:cubicBezTo>
                <a:cubicBezTo>
                  <a:pt x="50036" y="35632"/>
                  <a:pt x="75015" y="37161"/>
                  <a:pt x="106656" y="39098"/>
                </a:cubicBezTo>
                <a:cubicBezTo>
                  <a:pt x="141000" y="41217"/>
                  <a:pt x="179928" y="43609"/>
                  <a:pt x="226877" y="81161"/>
                </a:cubicBezTo>
                <a:cubicBezTo>
                  <a:pt x="232569" y="85727"/>
                  <a:pt x="233494" y="94042"/>
                  <a:pt x="228942" y="99736"/>
                </a:cubicBezTo>
                <a:cubicBezTo>
                  <a:pt x="224407" y="105412"/>
                  <a:pt x="216091" y="106368"/>
                  <a:pt x="210366" y="101801"/>
                </a:cubicBezTo>
                <a:cubicBezTo>
                  <a:pt x="169945" y="69462"/>
                  <a:pt x="136944" y="67443"/>
                  <a:pt x="105023" y="65478"/>
                </a:cubicBezTo>
                <a:cubicBezTo>
                  <a:pt x="81756" y="64050"/>
                  <a:pt x="57918" y="62577"/>
                  <a:pt x="34255" y="48722"/>
                </a:cubicBezTo>
                <a:cubicBezTo>
                  <a:pt x="43621" y="85109"/>
                  <a:pt x="57382" y="107787"/>
                  <a:pt x="77948" y="121878"/>
                </a:cubicBezTo>
                <a:cubicBezTo>
                  <a:pt x="105441" y="140662"/>
                  <a:pt x="146127" y="143828"/>
                  <a:pt x="202346" y="131420"/>
                </a:cubicBezTo>
                <a:cubicBezTo>
                  <a:pt x="209429" y="129773"/>
                  <a:pt x="216509" y="134359"/>
                  <a:pt x="218082" y="141482"/>
                </a:cubicBezTo>
                <a:cubicBezTo>
                  <a:pt x="219656" y="148595"/>
                  <a:pt x="215150" y="155645"/>
                  <a:pt x="208024" y="157218"/>
                </a:cubicBezTo>
                <a:cubicBezTo>
                  <a:pt x="183876" y="162549"/>
                  <a:pt x="162046" y="165215"/>
                  <a:pt x="142435" y="165233"/>
                </a:cubicBezTo>
                <a:lnTo>
                  <a:pt x="142436" y="16523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path-38">
            <a:extLst xmlns:a="http://schemas.openxmlformats.org/drawingml/2006/main">
              <a:ext uri="{FF2B5EF4-FFF2-40B4-BE49-F238E27FC236}">
                <a16:creationId xmlns:a16="http://schemas.microsoft.com/office/drawing/2014/main" id="{18E78B49-5A10-4627-AA88-56F721C51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5091" y="8121865"/>
            <a:ext cx="255468" cy="121192"/>
          </a:xfrm>
          <a:custGeom xmlns:a="http://schemas.openxmlformats.org/drawingml/2006/main">
            <a:pathLst>
              <a:path w="233943" h="110980">
                <a:moveTo>
                  <a:pt x="39511" y="110980"/>
                </a:moveTo>
                <a:cubicBezTo>
                  <a:pt x="34975" y="110980"/>
                  <a:pt x="30577" y="108669"/>
                  <a:pt x="28109" y="104466"/>
                </a:cubicBezTo>
                <a:cubicBezTo>
                  <a:pt x="15474" y="83007"/>
                  <a:pt x="7095" y="55881"/>
                  <a:pt x="910" y="16528"/>
                </a:cubicBezTo>
                <a:cubicBezTo>
                  <a:pt x="0" y="10725"/>
                  <a:pt x="3024" y="5013"/>
                  <a:pt x="8347" y="2511"/>
                </a:cubicBezTo>
                <a:cubicBezTo>
                  <a:pt x="13670" y="0"/>
                  <a:pt x="19996" y="1329"/>
                  <a:pt x="23869" y="5740"/>
                </a:cubicBezTo>
                <a:cubicBezTo>
                  <a:pt x="50235" y="35641"/>
                  <a:pt x="75307" y="37179"/>
                  <a:pt x="107046" y="39125"/>
                </a:cubicBezTo>
                <a:cubicBezTo>
                  <a:pt x="141420" y="41245"/>
                  <a:pt x="180378" y="43628"/>
                  <a:pt x="227325" y="81188"/>
                </a:cubicBezTo>
                <a:cubicBezTo>
                  <a:pt x="233019" y="85755"/>
                  <a:pt x="233943" y="94069"/>
                  <a:pt x="229392" y="99764"/>
                </a:cubicBezTo>
                <a:cubicBezTo>
                  <a:pt x="224855" y="105422"/>
                  <a:pt x="216539" y="106395"/>
                  <a:pt x="210815" y="101829"/>
                </a:cubicBezTo>
                <a:cubicBezTo>
                  <a:pt x="170409" y="69490"/>
                  <a:pt x="137373" y="67470"/>
                  <a:pt x="105425" y="65505"/>
                </a:cubicBezTo>
                <a:cubicBezTo>
                  <a:pt x="82067" y="64069"/>
                  <a:pt x="58153" y="62595"/>
                  <a:pt x="34344" y="48695"/>
                </a:cubicBezTo>
                <a:cubicBezTo>
                  <a:pt x="38834" y="65988"/>
                  <a:pt x="44264" y="79815"/>
                  <a:pt x="50882" y="91068"/>
                </a:cubicBezTo>
                <a:cubicBezTo>
                  <a:pt x="54586" y="97353"/>
                  <a:pt x="52486" y="105450"/>
                  <a:pt x="46192" y="109152"/>
                </a:cubicBezTo>
                <a:cubicBezTo>
                  <a:pt x="44093" y="110389"/>
                  <a:pt x="41778" y="110980"/>
                  <a:pt x="39511" y="11098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path-39">
            <a:extLst xmlns:a="http://schemas.openxmlformats.org/drawingml/2006/main">
              <a:ext uri="{FF2B5EF4-FFF2-40B4-BE49-F238E27FC236}">
                <a16:creationId xmlns:a16="http://schemas.microsoft.com/office/drawing/2014/main" id="{9DFC85B6-1E18-472A-86BC-BDE629E9D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5659" y="8249086"/>
            <a:ext cx="280915" cy="273525"/>
          </a:xfrm>
          <a:custGeom xmlns:a="http://schemas.openxmlformats.org/drawingml/2006/main">
            <a:pathLst>
              <a:path w="257245" h="250478">
                <a:moveTo>
                  <a:pt x="57024" y="250469"/>
                </a:moveTo>
                <a:cubicBezTo>
                  <a:pt x="35469" y="250469"/>
                  <a:pt x="16571" y="244838"/>
                  <a:pt x="3609" y="223734"/>
                </a:cubicBezTo>
                <a:cubicBezTo>
                  <a:pt x="0" y="217857"/>
                  <a:pt x="1527" y="210189"/>
                  <a:pt x="7111" y="206131"/>
                </a:cubicBezTo>
                <a:cubicBezTo>
                  <a:pt x="54093" y="172018"/>
                  <a:pt x="77512" y="137906"/>
                  <a:pt x="93512" y="80287"/>
                </a:cubicBezTo>
                <a:cubicBezTo>
                  <a:pt x="95456" y="73264"/>
                  <a:pt x="102631" y="69162"/>
                  <a:pt x="109775" y="71091"/>
                </a:cubicBezTo>
                <a:cubicBezTo>
                  <a:pt x="116812" y="73028"/>
                  <a:pt x="120929" y="80315"/>
                  <a:pt x="118969" y="87346"/>
                </a:cubicBezTo>
                <a:cubicBezTo>
                  <a:pt x="102753" y="145765"/>
                  <a:pt x="78501" y="183735"/>
                  <a:pt x="34176" y="218794"/>
                </a:cubicBezTo>
                <a:cubicBezTo>
                  <a:pt x="44143" y="225762"/>
                  <a:pt x="58691" y="225052"/>
                  <a:pt x="82869" y="221905"/>
                </a:cubicBezTo>
                <a:cubicBezTo>
                  <a:pt x="90723" y="195598"/>
                  <a:pt x="99856" y="183708"/>
                  <a:pt x="112045" y="167816"/>
                </a:cubicBezTo>
                <a:cubicBezTo>
                  <a:pt x="116349" y="162194"/>
                  <a:pt x="121210" y="155872"/>
                  <a:pt x="126765" y="147912"/>
                </a:cubicBezTo>
                <a:cubicBezTo>
                  <a:pt x="128724" y="145101"/>
                  <a:pt x="131702" y="143173"/>
                  <a:pt x="135066" y="142527"/>
                </a:cubicBezTo>
                <a:cubicBezTo>
                  <a:pt x="220434" y="125880"/>
                  <a:pt x="224011" y="83007"/>
                  <a:pt x="228177" y="33376"/>
                </a:cubicBezTo>
                <a:cubicBezTo>
                  <a:pt x="228764" y="26353"/>
                  <a:pt x="229349" y="19349"/>
                  <a:pt x="230166" y="12417"/>
                </a:cubicBezTo>
                <a:cubicBezTo>
                  <a:pt x="231014" y="5203"/>
                  <a:pt x="237524" y="0"/>
                  <a:pt x="244824" y="846"/>
                </a:cubicBezTo>
                <a:cubicBezTo>
                  <a:pt x="252060" y="1701"/>
                  <a:pt x="257245" y="8260"/>
                  <a:pt x="256394" y="15510"/>
                </a:cubicBezTo>
                <a:cubicBezTo>
                  <a:pt x="255623" y="22141"/>
                  <a:pt x="255066" y="28855"/>
                  <a:pt x="254497" y="35568"/>
                </a:cubicBezTo>
                <a:cubicBezTo>
                  <a:pt x="250162" y="87374"/>
                  <a:pt x="245256" y="145975"/>
                  <a:pt x="145354" y="167388"/>
                </a:cubicBezTo>
                <a:cubicBezTo>
                  <a:pt x="140787" y="173747"/>
                  <a:pt x="136713" y="179087"/>
                  <a:pt x="133012" y="183917"/>
                </a:cubicBezTo>
                <a:cubicBezTo>
                  <a:pt x="120175" y="200628"/>
                  <a:pt x="113110" y="209833"/>
                  <a:pt x="106042" y="237160"/>
                </a:cubicBezTo>
                <a:cubicBezTo>
                  <a:pt x="104699" y="242364"/>
                  <a:pt x="100349" y="246230"/>
                  <a:pt x="95026" y="246939"/>
                </a:cubicBezTo>
                <a:cubicBezTo>
                  <a:pt x="81913" y="248722"/>
                  <a:pt x="69060" y="250478"/>
                  <a:pt x="57026" y="250478"/>
                </a:cubicBezTo>
                <a:lnTo>
                  <a:pt x="57024" y="25046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" name="path-40">
            <a:extLst xmlns:a="http://schemas.openxmlformats.org/drawingml/2006/main">
              <a:ext uri="{FF2B5EF4-FFF2-40B4-BE49-F238E27FC236}">
                <a16:creationId xmlns:a16="http://schemas.microsoft.com/office/drawing/2014/main" id="{D0335E7C-B322-4D71-BB8E-5684060A0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43956" y="8117116"/>
            <a:ext cx="182323" cy="161642"/>
          </a:xfrm>
          <a:custGeom xmlns:a="http://schemas.openxmlformats.org/drawingml/2006/main">
            <a:pathLst>
              <a:path w="166960" h="148022">
                <a:moveTo>
                  <a:pt x="89148" y="148022"/>
                </a:moveTo>
                <a:cubicBezTo>
                  <a:pt x="82901" y="148022"/>
                  <a:pt x="77345" y="143574"/>
                  <a:pt x="76173" y="137224"/>
                </a:cubicBezTo>
                <a:cubicBezTo>
                  <a:pt x="74845" y="130047"/>
                  <a:pt x="79583" y="123151"/>
                  <a:pt x="86757" y="121823"/>
                </a:cubicBezTo>
                <a:cubicBezTo>
                  <a:pt x="121180" y="115456"/>
                  <a:pt x="140696" y="97853"/>
                  <a:pt x="140296" y="73538"/>
                </a:cubicBezTo>
                <a:cubicBezTo>
                  <a:pt x="139971" y="53507"/>
                  <a:pt x="125824" y="33840"/>
                  <a:pt x="110024" y="31447"/>
                </a:cubicBezTo>
                <a:cubicBezTo>
                  <a:pt x="88824" y="28236"/>
                  <a:pt x="69415" y="57628"/>
                  <a:pt x="50483" y="85891"/>
                </a:cubicBezTo>
                <a:cubicBezTo>
                  <a:pt x="42353" y="98035"/>
                  <a:pt x="33945" y="110580"/>
                  <a:pt x="24980" y="121332"/>
                </a:cubicBezTo>
                <a:cubicBezTo>
                  <a:pt x="20275" y="126945"/>
                  <a:pt x="11959" y="127672"/>
                  <a:pt x="6372" y="123024"/>
                </a:cubicBezTo>
                <a:cubicBezTo>
                  <a:pt x="756" y="118348"/>
                  <a:pt x="0" y="110025"/>
                  <a:pt x="4677" y="104422"/>
                </a:cubicBezTo>
                <a:cubicBezTo>
                  <a:pt x="12760" y="94734"/>
                  <a:pt x="20768" y="82762"/>
                  <a:pt x="28530" y="71191"/>
                </a:cubicBezTo>
                <a:cubicBezTo>
                  <a:pt x="52012" y="36124"/>
                  <a:pt x="76421" y="0"/>
                  <a:pt x="113885" y="5294"/>
                </a:cubicBezTo>
                <a:cubicBezTo>
                  <a:pt x="142520" y="9643"/>
                  <a:pt x="166190" y="40053"/>
                  <a:pt x="166728" y="73102"/>
                </a:cubicBezTo>
                <a:cubicBezTo>
                  <a:pt x="166960" y="87319"/>
                  <a:pt x="162223" y="134722"/>
                  <a:pt x="91573" y="147804"/>
                </a:cubicBezTo>
                <a:cubicBezTo>
                  <a:pt x="90753" y="147958"/>
                  <a:pt x="89951" y="148013"/>
                  <a:pt x="89149" y="148013"/>
                </a:cubicBezTo>
                <a:lnTo>
                  <a:pt x="89148" y="14802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" name="path-41">
            <a:extLst xmlns:a="http://schemas.openxmlformats.org/drawingml/2006/main">
              <a:ext uri="{FF2B5EF4-FFF2-40B4-BE49-F238E27FC236}">
                <a16:creationId xmlns:a16="http://schemas.microsoft.com/office/drawing/2014/main" id="{6355B8D7-73EE-44F7-834D-EFD2102ED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36817" y="8362290"/>
            <a:ext cx="83480" cy="95483"/>
          </a:xfrm>
          <a:custGeom xmlns:a="http://schemas.openxmlformats.org/drawingml/2006/main">
            <a:pathLst>
              <a:path w="76446" h="87437">
                <a:moveTo>
                  <a:pt x="62130" y="87437"/>
                </a:moveTo>
                <a:cubicBezTo>
                  <a:pt x="61312" y="87437"/>
                  <a:pt x="60495" y="87374"/>
                  <a:pt x="59663" y="87201"/>
                </a:cubicBezTo>
                <a:lnTo>
                  <a:pt x="43091" y="84072"/>
                </a:lnTo>
                <a:cubicBezTo>
                  <a:pt x="39188" y="83344"/>
                  <a:pt x="35839" y="80897"/>
                  <a:pt x="33942" y="77405"/>
                </a:cubicBezTo>
                <a:lnTo>
                  <a:pt x="3486" y="21432"/>
                </a:lnTo>
                <a:cubicBezTo>
                  <a:pt x="0" y="15028"/>
                  <a:pt x="2360" y="7005"/>
                  <a:pt x="8778" y="3520"/>
                </a:cubicBezTo>
                <a:cubicBezTo>
                  <a:pt x="15197" y="0"/>
                  <a:pt x="23204" y="2393"/>
                  <a:pt x="26691" y="8815"/>
                </a:cubicBezTo>
                <a:lnTo>
                  <a:pt x="54154" y="59283"/>
                </a:lnTo>
                <a:lnTo>
                  <a:pt x="64567" y="61258"/>
                </a:lnTo>
                <a:cubicBezTo>
                  <a:pt x="71741" y="62595"/>
                  <a:pt x="76446" y="69508"/>
                  <a:pt x="75090" y="76685"/>
                </a:cubicBezTo>
                <a:cubicBezTo>
                  <a:pt x="73903" y="83026"/>
                  <a:pt x="68347" y="87437"/>
                  <a:pt x="62130" y="87437"/>
                </a:cubicBezTo>
                <a:lnTo>
                  <a:pt x="62130" y="8743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" name="path-42">
            <a:extLst xmlns:a="http://schemas.openxmlformats.org/drawingml/2006/main">
              <a:ext uri="{FF2B5EF4-FFF2-40B4-BE49-F238E27FC236}">
                <a16:creationId xmlns:a16="http://schemas.microsoft.com/office/drawing/2014/main" id="{62E0E9D7-4112-4E56-A39E-AC6F715A5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65340" y="8424187"/>
            <a:ext cx="37049" cy="53652"/>
          </a:xfrm>
          <a:custGeom xmlns:a="http://schemas.openxmlformats.org/drawingml/2006/main">
            <a:pathLst>
              <a:path w="33927" h="49132">
                <a:moveTo>
                  <a:pt x="14517" y="49132"/>
                </a:moveTo>
                <a:cubicBezTo>
                  <a:pt x="13530" y="49132"/>
                  <a:pt x="12544" y="49022"/>
                  <a:pt x="11555" y="48804"/>
                </a:cubicBezTo>
                <a:cubicBezTo>
                  <a:pt x="4441" y="47167"/>
                  <a:pt x="0" y="40089"/>
                  <a:pt x="1619" y="32976"/>
                </a:cubicBezTo>
                <a:lnTo>
                  <a:pt x="6541" y="11480"/>
                </a:lnTo>
                <a:cubicBezTo>
                  <a:pt x="8176" y="4348"/>
                  <a:pt x="15396" y="0"/>
                  <a:pt x="22372" y="1547"/>
                </a:cubicBezTo>
                <a:cubicBezTo>
                  <a:pt x="29485" y="3175"/>
                  <a:pt x="33927" y="10262"/>
                  <a:pt x="32307" y="17375"/>
                </a:cubicBezTo>
                <a:lnTo>
                  <a:pt x="27386" y="38871"/>
                </a:lnTo>
                <a:cubicBezTo>
                  <a:pt x="25981" y="44992"/>
                  <a:pt x="20535" y="49132"/>
                  <a:pt x="14517" y="4913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path-43">
            <a:extLst xmlns:a="http://schemas.openxmlformats.org/drawingml/2006/main">
              <a:ext uri="{FF2B5EF4-FFF2-40B4-BE49-F238E27FC236}">
                <a16:creationId xmlns:a16="http://schemas.microsoft.com/office/drawing/2014/main" id="{6680936D-DCDB-4C5E-B211-094072B02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73726" y="8193526"/>
            <a:ext cx="96101" cy="48079"/>
          </a:xfrm>
          <a:custGeom xmlns:a="http://schemas.openxmlformats.org/drawingml/2006/main">
            <a:pathLst>
              <a:path w="88003" h="44028">
                <a:moveTo>
                  <a:pt x="73329" y="44028"/>
                </a:moveTo>
                <a:cubicBezTo>
                  <a:pt x="72172" y="44028"/>
                  <a:pt x="71001" y="43874"/>
                  <a:pt x="69828" y="43555"/>
                </a:cubicBezTo>
                <a:lnTo>
                  <a:pt x="11169" y="27427"/>
                </a:lnTo>
                <a:cubicBezTo>
                  <a:pt x="4132" y="25489"/>
                  <a:pt x="0" y="18221"/>
                  <a:pt x="1928" y="11180"/>
                </a:cubicBezTo>
                <a:cubicBezTo>
                  <a:pt x="3872" y="4148"/>
                  <a:pt x="11108" y="0"/>
                  <a:pt x="18175" y="1937"/>
                </a:cubicBezTo>
                <a:lnTo>
                  <a:pt x="76834" y="18066"/>
                </a:lnTo>
                <a:cubicBezTo>
                  <a:pt x="83871" y="20004"/>
                  <a:pt x="88003" y="27272"/>
                  <a:pt x="86075" y="34313"/>
                </a:cubicBezTo>
                <a:cubicBezTo>
                  <a:pt x="84453" y="40171"/>
                  <a:pt x="79130" y="44028"/>
                  <a:pt x="73330" y="44028"/>
                </a:cubicBezTo>
                <a:lnTo>
                  <a:pt x="73329" y="4402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path-44">
            <a:extLst xmlns:a="http://schemas.openxmlformats.org/drawingml/2006/main">
              <a:ext uri="{FF2B5EF4-FFF2-40B4-BE49-F238E27FC236}">
                <a16:creationId xmlns:a16="http://schemas.microsoft.com/office/drawing/2014/main" id="{5B2F75C1-4BA0-469A-A6DA-9EAD2CA7C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41576" y="8169228"/>
            <a:ext cx="29334" cy="28848"/>
          </a:xfrm>
          <a:custGeom xmlns:a="http://schemas.openxmlformats.org/drawingml/2006/main">
            <a:pathLst>
              <a:path w="26862" h="26417">
                <a:moveTo>
                  <a:pt x="13655" y="26417"/>
                </a:moveTo>
                <a:cubicBezTo>
                  <a:pt x="6358" y="26417"/>
                  <a:pt x="0" y="20504"/>
                  <a:pt x="0" y="13209"/>
                </a:cubicBezTo>
                <a:cubicBezTo>
                  <a:pt x="0" y="5913"/>
                  <a:pt x="5461" y="0"/>
                  <a:pt x="12761" y="0"/>
                </a:cubicBezTo>
                <a:lnTo>
                  <a:pt x="13655" y="0"/>
                </a:lnTo>
                <a:cubicBezTo>
                  <a:pt x="20952" y="0"/>
                  <a:pt x="26862" y="5913"/>
                  <a:pt x="26862" y="13209"/>
                </a:cubicBezTo>
                <a:cubicBezTo>
                  <a:pt x="26860" y="20504"/>
                  <a:pt x="20952" y="26417"/>
                  <a:pt x="13655" y="2641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path-45">
            <a:extLst xmlns:a="http://schemas.openxmlformats.org/drawingml/2006/main">
              <a:ext uri="{FF2B5EF4-FFF2-40B4-BE49-F238E27FC236}">
                <a16:creationId xmlns:a16="http://schemas.microsoft.com/office/drawing/2014/main" id="{472A45F1-50D0-427E-B70E-61DCC21F4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5877" y="7804949"/>
            <a:ext cx="263690" cy="247698"/>
          </a:xfrm>
          <a:custGeom xmlns:a="http://schemas.openxmlformats.org/drawingml/2006/main">
            <a:pathLst>
              <a:path w="241471" h="226827">
                <a:moveTo>
                  <a:pt x="121064" y="226827"/>
                </a:moveTo>
                <a:cubicBezTo>
                  <a:pt x="84854" y="226827"/>
                  <a:pt x="49525" y="208233"/>
                  <a:pt x="29745" y="174821"/>
                </a:cubicBezTo>
                <a:cubicBezTo>
                  <a:pt x="0" y="124889"/>
                  <a:pt x="16491" y="59720"/>
                  <a:pt x="66543" y="29592"/>
                </a:cubicBezTo>
                <a:cubicBezTo>
                  <a:pt x="66589" y="29564"/>
                  <a:pt x="66635" y="29537"/>
                  <a:pt x="66681" y="29510"/>
                </a:cubicBezTo>
                <a:cubicBezTo>
                  <a:pt x="117103" y="0"/>
                  <a:pt x="182239" y="16738"/>
                  <a:pt x="211924" y="66879"/>
                </a:cubicBezTo>
                <a:cubicBezTo>
                  <a:pt x="241471" y="117339"/>
                  <a:pt x="224715" y="182480"/>
                  <a:pt x="174588" y="212162"/>
                </a:cubicBezTo>
                <a:cubicBezTo>
                  <a:pt x="157786" y="222096"/>
                  <a:pt x="139317" y="226827"/>
                  <a:pt x="121065" y="226827"/>
                </a:cubicBezTo>
                <a:lnTo>
                  <a:pt x="121064" y="226827"/>
                </a:lnTo>
                <a:moveTo>
                  <a:pt x="80103" y="52270"/>
                </a:moveTo>
                <a:cubicBezTo>
                  <a:pt x="42533" y="74947"/>
                  <a:pt x="30131" y="123852"/>
                  <a:pt x="52470" y="161330"/>
                </a:cubicBezTo>
                <a:cubicBezTo>
                  <a:pt x="74826" y="199099"/>
                  <a:pt x="123577" y="211663"/>
                  <a:pt x="161136" y="189421"/>
                </a:cubicBezTo>
                <a:cubicBezTo>
                  <a:pt x="198781" y="167134"/>
                  <a:pt x="211356" y="118185"/>
                  <a:pt x="189155" y="80287"/>
                </a:cubicBezTo>
                <a:cubicBezTo>
                  <a:pt x="166921" y="42718"/>
                  <a:pt x="118014" y="30128"/>
                  <a:pt x="80103" y="5227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" name="path-46">
            <a:extLst xmlns:a="http://schemas.openxmlformats.org/drawingml/2006/main">
              <a:ext uri="{FF2B5EF4-FFF2-40B4-BE49-F238E27FC236}">
                <a16:creationId xmlns:a16="http://schemas.microsoft.com/office/drawing/2014/main" id="{8DB4CAC1-69EC-4E0B-9B16-CDE159765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2705" y="8007746"/>
            <a:ext cx="60823" cy="77840"/>
          </a:xfrm>
          <a:custGeom xmlns:a="http://schemas.openxmlformats.org/drawingml/2006/main">
            <a:pathLst>
              <a:path w="55698" h="71282">
                <a:moveTo>
                  <a:pt x="40624" y="71282"/>
                </a:moveTo>
                <a:cubicBezTo>
                  <a:pt x="36103" y="71282"/>
                  <a:pt x="31723" y="68971"/>
                  <a:pt x="29252" y="64823"/>
                </a:cubicBezTo>
                <a:lnTo>
                  <a:pt x="3734" y="21823"/>
                </a:lnTo>
                <a:cubicBezTo>
                  <a:pt x="0" y="15555"/>
                  <a:pt x="2069" y="7441"/>
                  <a:pt x="8347" y="3711"/>
                </a:cubicBezTo>
                <a:cubicBezTo>
                  <a:pt x="14658" y="0"/>
                  <a:pt x="22727" y="2074"/>
                  <a:pt x="26446" y="8332"/>
                </a:cubicBezTo>
                <a:lnTo>
                  <a:pt x="51964" y="51324"/>
                </a:lnTo>
                <a:cubicBezTo>
                  <a:pt x="55698" y="57600"/>
                  <a:pt x="53630" y="65696"/>
                  <a:pt x="47352" y="69435"/>
                </a:cubicBezTo>
                <a:cubicBezTo>
                  <a:pt x="45237" y="70681"/>
                  <a:pt x="42907" y="71282"/>
                  <a:pt x="40624" y="7128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" name="path-47">
            <a:extLst xmlns:a="http://schemas.openxmlformats.org/drawingml/2006/main">
              <a:ext uri="{FF2B5EF4-FFF2-40B4-BE49-F238E27FC236}">
                <a16:creationId xmlns:a16="http://schemas.microsoft.com/office/drawing/2014/main" id="{13AA0649-0361-4045-83BE-14BC8A6FD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7676" y="8042067"/>
            <a:ext cx="132628" cy="120308"/>
          </a:xfrm>
          <a:custGeom xmlns:a="http://schemas.openxmlformats.org/drawingml/2006/main">
            <a:pathLst>
              <a:path w="121453" h="110171">
                <a:moveTo>
                  <a:pt x="106382" y="110171"/>
                </a:moveTo>
                <a:cubicBezTo>
                  <a:pt x="101829" y="110171"/>
                  <a:pt x="97386" y="107823"/>
                  <a:pt x="94933" y="103593"/>
                </a:cubicBezTo>
                <a:lnTo>
                  <a:pt x="53244" y="31765"/>
                </a:lnTo>
                <a:lnTo>
                  <a:pt x="31815" y="44319"/>
                </a:lnTo>
                <a:lnTo>
                  <a:pt x="57720" y="87983"/>
                </a:lnTo>
                <a:cubicBezTo>
                  <a:pt x="61454" y="94260"/>
                  <a:pt x="59384" y="102365"/>
                  <a:pt x="53107" y="106077"/>
                </a:cubicBezTo>
                <a:cubicBezTo>
                  <a:pt x="46811" y="109843"/>
                  <a:pt x="38727" y="107732"/>
                  <a:pt x="35008" y="101465"/>
                </a:cubicBezTo>
                <a:lnTo>
                  <a:pt x="2314" y="46384"/>
                </a:lnTo>
                <a:cubicBezTo>
                  <a:pt x="508" y="43364"/>
                  <a:pt x="0" y="39752"/>
                  <a:pt x="879" y="36341"/>
                </a:cubicBezTo>
                <a:cubicBezTo>
                  <a:pt x="1757" y="32939"/>
                  <a:pt x="3949" y="30028"/>
                  <a:pt x="6988" y="28245"/>
                </a:cubicBezTo>
                <a:lnTo>
                  <a:pt x="51331" y="2265"/>
                </a:lnTo>
                <a:cubicBezTo>
                  <a:pt x="54370" y="491"/>
                  <a:pt x="57964" y="0"/>
                  <a:pt x="61374" y="891"/>
                </a:cubicBezTo>
                <a:cubicBezTo>
                  <a:pt x="64768" y="1783"/>
                  <a:pt x="67669" y="3993"/>
                  <a:pt x="69443" y="7032"/>
                </a:cubicBezTo>
                <a:lnTo>
                  <a:pt x="117795" y="90330"/>
                </a:lnTo>
                <a:cubicBezTo>
                  <a:pt x="121453" y="96634"/>
                  <a:pt x="119307" y="104722"/>
                  <a:pt x="112996" y="108397"/>
                </a:cubicBezTo>
                <a:cubicBezTo>
                  <a:pt x="110917" y="109597"/>
                  <a:pt x="108633" y="110161"/>
                  <a:pt x="106381" y="110161"/>
                </a:cubicBezTo>
                <a:lnTo>
                  <a:pt x="106382" y="11017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" name="path-48">
            <a:extLst xmlns:a="http://schemas.openxmlformats.org/drawingml/2006/main">
              <a:ext uri="{FF2B5EF4-FFF2-40B4-BE49-F238E27FC236}">
                <a16:creationId xmlns:a16="http://schemas.microsoft.com/office/drawing/2014/main" id="{B2B3B29F-CA47-421C-AF8A-A88FA936B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2003" y="7854757"/>
            <a:ext cx="111701" cy="67500"/>
          </a:xfrm>
          <a:custGeom xmlns:a="http://schemas.openxmlformats.org/drawingml/2006/main">
            <a:pathLst>
              <a:path w="102289" h="61812">
                <a:moveTo>
                  <a:pt x="87220" y="61812"/>
                </a:moveTo>
                <a:cubicBezTo>
                  <a:pt x="82699" y="61812"/>
                  <a:pt x="78286" y="59483"/>
                  <a:pt x="75818" y="55308"/>
                </a:cubicBezTo>
                <a:cubicBezTo>
                  <a:pt x="64725" y="36486"/>
                  <a:pt x="40440" y="30147"/>
                  <a:pt x="21803" y="41172"/>
                </a:cubicBezTo>
                <a:cubicBezTo>
                  <a:pt x="15445" y="44865"/>
                  <a:pt x="7392" y="42755"/>
                  <a:pt x="3704" y="36486"/>
                </a:cubicBezTo>
                <a:cubicBezTo>
                  <a:pt x="0" y="30201"/>
                  <a:pt x="2100" y="22095"/>
                  <a:pt x="8378" y="18393"/>
                </a:cubicBezTo>
                <a:cubicBezTo>
                  <a:pt x="39621" y="0"/>
                  <a:pt x="80075" y="10516"/>
                  <a:pt x="98586" y="41890"/>
                </a:cubicBezTo>
                <a:cubicBezTo>
                  <a:pt x="102289" y="48176"/>
                  <a:pt x="100189" y="56272"/>
                  <a:pt x="93912" y="59974"/>
                </a:cubicBezTo>
                <a:cubicBezTo>
                  <a:pt x="91798" y="61221"/>
                  <a:pt x="89500" y="61812"/>
                  <a:pt x="87217" y="61812"/>
                </a:cubicBezTo>
                <a:lnTo>
                  <a:pt x="87220" y="6181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" name="path-49">
            <a:extLst xmlns:a="http://schemas.openxmlformats.org/drawingml/2006/main">
              <a:ext uri="{FF2B5EF4-FFF2-40B4-BE49-F238E27FC236}">
                <a16:creationId xmlns:a16="http://schemas.microsoft.com/office/drawing/2014/main" id="{A8A22708-67AC-49B1-A9A8-0936CCCBB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7987" y="8791735"/>
            <a:ext cx="350157" cy="285128"/>
          </a:xfrm>
          <a:custGeom xmlns:a="http://schemas.openxmlformats.org/drawingml/2006/main">
            <a:pathLst>
              <a:path w="320653" h="261103">
                <a:moveTo>
                  <a:pt x="159144" y="261103"/>
                </a:moveTo>
                <a:cubicBezTo>
                  <a:pt x="126898" y="261103"/>
                  <a:pt x="98107" y="248777"/>
                  <a:pt x="73592" y="224443"/>
                </a:cubicBezTo>
                <a:cubicBezTo>
                  <a:pt x="23018" y="174302"/>
                  <a:pt x="0" y="79806"/>
                  <a:pt x="0" y="13218"/>
                </a:cubicBezTo>
                <a:cubicBezTo>
                  <a:pt x="0" y="5922"/>
                  <a:pt x="5910" y="0"/>
                  <a:pt x="13208" y="0"/>
                </a:cubicBezTo>
                <a:cubicBezTo>
                  <a:pt x="20505" y="0"/>
                  <a:pt x="26415" y="5922"/>
                  <a:pt x="26415" y="13218"/>
                </a:cubicBezTo>
                <a:cubicBezTo>
                  <a:pt x="26415" y="76449"/>
                  <a:pt x="49016" y="162867"/>
                  <a:pt x="92187" y="205686"/>
                </a:cubicBezTo>
                <a:cubicBezTo>
                  <a:pt x="111813" y="225144"/>
                  <a:pt x="134477" y="234549"/>
                  <a:pt x="159993" y="234677"/>
                </a:cubicBezTo>
                <a:cubicBezTo>
                  <a:pt x="260432" y="233840"/>
                  <a:pt x="294238" y="82243"/>
                  <a:pt x="294238" y="13218"/>
                </a:cubicBezTo>
                <a:cubicBezTo>
                  <a:pt x="294238" y="5913"/>
                  <a:pt x="300148" y="0"/>
                  <a:pt x="307445" y="0"/>
                </a:cubicBezTo>
                <a:cubicBezTo>
                  <a:pt x="314743" y="0"/>
                  <a:pt x="320653" y="5913"/>
                  <a:pt x="320653" y="13218"/>
                </a:cubicBezTo>
                <a:cubicBezTo>
                  <a:pt x="320653" y="93650"/>
                  <a:pt x="281434" y="260084"/>
                  <a:pt x="160207" y="261085"/>
                </a:cubicBezTo>
                <a:cubicBezTo>
                  <a:pt x="159849" y="261085"/>
                  <a:pt x="159494" y="261103"/>
                  <a:pt x="159140" y="261103"/>
                </a:cubicBezTo>
                <a:lnTo>
                  <a:pt x="159144" y="26110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" name="path-50">
            <a:extLst xmlns:a="http://schemas.openxmlformats.org/drawingml/2006/main">
              <a:ext uri="{FF2B5EF4-FFF2-40B4-BE49-F238E27FC236}">
                <a16:creationId xmlns:a16="http://schemas.microsoft.com/office/drawing/2014/main" id="{85662592-DD68-4497-82C6-54FA75A77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7083" y="9011031"/>
            <a:ext cx="269923" cy="409640"/>
          </a:xfrm>
          <a:custGeom xmlns:a="http://schemas.openxmlformats.org/drawingml/2006/main">
            <a:pathLst>
              <a:path w="247179" h="375124">
                <a:moveTo>
                  <a:pt x="13207" y="375121"/>
                </a:moveTo>
                <a:cubicBezTo>
                  <a:pt x="5910" y="375121"/>
                  <a:pt x="0" y="369210"/>
                  <a:pt x="0" y="361914"/>
                </a:cubicBezTo>
                <a:cubicBezTo>
                  <a:pt x="0" y="273433"/>
                  <a:pt x="22510" y="192681"/>
                  <a:pt x="61759" y="140354"/>
                </a:cubicBezTo>
                <a:cubicBezTo>
                  <a:pt x="83683" y="110935"/>
                  <a:pt x="116298" y="106414"/>
                  <a:pt x="145087" y="102402"/>
                </a:cubicBezTo>
                <a:cubicBezTo>
                  <a:pt x="168849" y="99100"/>
                  <a:pt x="191297" y="95989"/>
                  <a:pt x="207250" y="80215"/>
                </a:cubicBezTo>
                <a:cubicBezTo>
                  <a:pt x="219038" y="68417"/>
                  <a:pt x="218405" y="44665"/>
                  <a:pt x="216338" y="14846"/>
                </a:cubicBezTo>
                <a:cubicBezTo>
                  <a:pt x="215829" y="7560"/>
                  <a:pt x="221321" y="1256"/>
                  <a:pt x="228603" y="755"/>
                </a:cubicBezTo>
                <a:cubicBezTo>
                  <a:pt x="235839" y="0"/>
                  <a:pt x="242196" y="5740"/>
                  <a:pt x="242689" y="13027"/>
                </a:cubicBezTo>
                <a:cubicBezTo>
                  <a:pt x="244789" y="43310"/>
                  <a:pt x="247179" y="77641"/>
                  <a:pt x="225889" y="98946"/>
                </a:cubicBezTo>
                <a:cubicBezTo>
                  <a:pt x="203639" y="120950"/>
                  <a:pt x="174465" y="125008"/>
                  <a:pt x="148712" y="128592"/>
                </a:cubicBezTo>
                <a:cubicBezTo>
                  <a:pt x="121651" y="132339"/>
                  <a:pt x="98260" y="135587"/>
                  <a:pt x="82927" y="156191"/>
                </a:cubicBezTo>
                <a:cubicBezTo>
                  <a:pt x="47011" y="204066"/>
                  <a:pt x="26411" y="279033"/>
                  <a:pt x="26411" y="361916"/>
                </a:cubicBezTo>
                <a:cubicBezTo>
                  <a:pt x="26411" y="369213"/>
                  <a:pt x="20503" y="375124"/>
                  <a:pt x="13207" y="375124"/>
                </a:cubicBezTo>
                <a:lnTo>
                  <a:pt x="13207" y="37512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" name="path-51">
            <a:extLst xmlns:a="http://schemas.openxmlformats.org/drawingml/2006/main">
              <a:ext uri="{FF2B5EF4-FFF2-40B4-BE49-F238E27FC236}">
                <a16:creationId xmlns:a16="http://schemas.microsoft.com/office/drawing/2014/main" id="{2322460A-A26B-4767-A220-D4B3ACEAB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99520" y="9010347"/>
            <a:ext cx="269527" cy="410322"/>
          </a:xfrm>
          <a:custGeom xmlns:a="http://schemas.openxmlformats.org/drawingml/2006/main">
            <a:pathLst>
              <a:path w="246817" h="375748">
                <a:moveTo>
                  <a:pt x="233600" y="375748"/>
                </a:moveTo>
                <a:cubicBezTo>
                  <a:pt x="226304" y="375748"/>
                  <a:pt x="220391" y="369838"/>
                  <a:pt x="220391" y="362541"/>
                </a:cubicBezTo>
                <a:cubicBezTo>
                  <a:pt x="220391" y="279658"/>
                  <a:pt x="199796" y="204691"/>
                  <a:pt x="163910" y="156845"/>
                </a:cubicBezTo>
                <a:cubicBezTo>
                  <a:pt x="148527" y="136223"/>
                  <a:pt x="125105" y="132967"/>
                  <a:pt x="97986" y="129201"/>
                </a:cubicBezTo>
                <a:cubicBezTo>
                  <a:pt x="72204" y="125635"/>
                  <a:pt x="42966" y="121577"/>
                  <a:pt x="20581" y="99682"/>
                </a:cubicBezTo>
                <a:cubicBezTo>
                  <a:pt x="0" y="79105"/>
                  <a:pt x="1775" y="46966"/>
                  <a:pt x="3655" y="12944"/>
                </a:cubicBezTo>
                <a:cubicBezTo>
                  <a:pt x="4055" y="5658"/>
                  <a:pt x="10273" y="0"/>
                  <a:pt x="17572" y="473"/>
                </a:cubicBezTo>
                <a:cubicBezTo>
                  <a:pt x="24854" y="873"/>
                  <a:pt x="30440" y="7105"/>
                  <a:pt x="30039" y="14391"/>
                </a:cubicBezTo>
                <a:cubicBezTo>
                  <a:pt x="28434" y="43564"/>
                  <a:pt x="27030" y="68762"/>
                  <a:pt x="39157" y="80906"/>
                </a:cubicBezTo>
                <a:cubicBezTo>
                  <a:pt x="55217" y="96598"/>
                  <a:pt x="77760" y="99727"/>
                  <a:pt x="101611" y="103030"/>
                </a:cubicBezTo>
                <a:cubicBezTo>
                  <a:pt x="130448" y="107023"/>
                  <a:pt x="163109" y="111562"/>
                  <a:pt x="185087" y="141017"/>
                </a:cubicBezTo>
                <a:cubicBezTo>
                  <a:pt x="224303" y="193303"/>
                  <a:pt x="246817" y="274056"/>
                  <a:pt x="246817" y="362537"/>
                </a:cubicBezTo>
                <a:cubicBezTo>
                  <a:pt x="246817" y="369833"/>
                  <a:pt x="240904" y="375744"/>
                  <a:pt x="233609" y="375744"/>
                </a:cubicBezTo>
                <a:lnTo>
                  <a:pt x="233600" y="37574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" name="path-52">
            <a:extLst xmlns:a="http://schemas.openxmlformats.org/drawingml/2006/main">
              <a:ext uri="{FF2B5EF4-FFF2-40B4-BE49-F238E27FC236}">
                <a16:creationId xmlns:a16="http://schemas.microsoft.com/office/drawing/2014/main" id="{02F16850-2D89-4804-A634-F8FAE8100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7082" y="9391823"/>
            <a:ext cx="671955" cy="28846"/>
          </a:xfrm>
          <a:custGeom xmlns:a="http://schemas.openxmlformats.org/drawingml/2006/main">
            <a:pathLst>
              <a:path w="615337" h="26415">
                <a:moveTo>
                  <a:pt x="602129" y="26415"/>
                </a:moveTo>
                <a:lnTo>
                  <a:pt x="13208" y="26415"/>
                </a:lnTo>
                <a:cubicBezTo>
                  <a:pt x="5910" y="26415"/>
                  <a:pt x="0" y="20504"/>
                  <a:pt x="0" y="13208"/>
                </a:cubicBezTo>
                <a:cubicBezTo>
                  <a:pt x="0" y="5910"/>
                  <a:pt x="5910" y="0"/>
                  <a:pt x="13208" y="0"/>
                </a:cubicBezTo>
                <a:lnTo>
                  <a:pt x="602129" y="0"/>
                </a:lnTo>
                <a:cubicBezTo>
                  <a:pt x="609424" y="0"/>
                  <a:pt x="615337" y="5910"/>
                  <a:pt x="615337" y="13208"/>
                </a:cubicBezTo>
                <a:cubicBezTo>
                  <a:pt x="615337" y="20504"/>
                  <a:pt x="609424" y="26415"/>
                  <a:pt x="602129" y="2641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" name="path-53">
            <a:extLst xmlns:a="http://schemas.openxmlformats.org/drawingml/2006/main">
              <a:ext uri="{FF2B5EF4-FFF2-40B4-BE49-F238E27FC236}">
                <a16:creationId xmlns:a16="http://schemas.microsoft.com/office/drawing/2014/main" id="{47D0DB85-9E5E-4FA2-B2E0-1C0403103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6450" y="8762043"/>
            <a:ext cx="353203" cy="57606"/>
          </a:xfrm>
          <a:custGeom xmlns:a="http://schemas.openxmlformats.org/drawingml/2006/main">
            <a:pathLst>
              <a:path w="323443" h="52752">
                <a:moveTo>
                  <a:pt x="14597" y="51369"/>
                </a:moveTo>
                <a:cubicBezTo>
                  <a:pt x="8702" y="51369"/>
                  <a:pt x="3332" y="47394"/>
                  <a:pt x="1806" y="41417"/>
                </a:cubicBezTo>
                <a:cubicBezTo>
                  <a:pt x="0" y="34349"/>
                  <a:pt x="4273" y="27154"/>
                  <a:pt x="11355" y="25352"/>
                </a:cubicBezTo>
                <a:cubicBezTo>
                  <a:pt x="110886" y="9"/>
                  <a:pt x="212065" y="0"/>
                  <a:pt x="312087" y="25352"/>
                </a:cubicBezTo>
                <a:cubicBezTo>
                  <a:pt x="319170" y="27144"/>
                  <a:pt x="323443" y="34331"/>
                  <a:pt x="321652" y="41408"/>
                </a:cubicBezTo>
                <a:cubicBezTo>
                  <a:pt x="319862" y="48485"/>
                  <a:pt x="312549" y="52752"/>
                  <a:pt x="305608" y="50960"/>
                </a:cubicBezTo>
                <a:cubicBezTo>
                  <a:pt x="209901" y="26707"/>
                  <a:pt x="113103" y="26707"/>
                  <a:pt x="17861" y="50960"/>
                </a:cubicBezTo>
                <a:cubicBezTo>
                  <a:pt x="16768" y="51242"/>
                  <a:pt x="15673" y="51369"/>
                  <a:pt x="14592" y="51369"/>
                </a:cubicBezTo>
                <a:lnTo>
                  <a:pt x="14597" y="5136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path-54">
            <a:extLst xmlns:a="http://schemas.openxmlformats.org/drawingml/2006/main">
              <a:ext uri="{FF2B5EF4-FFF2-40B4-BE49-F238E27FC236}">
                <a16:creationId xmlns:a16="http://schemas.microsoft.com/office/drawing/2014/main" id="{C9F6DAD8-3A50-4A1C-847C-BC2025A982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6564" y="8725607"/>
            <a:ext cx="372997" cy="52440"/>
          </a:xfrm>
          <a:custGeom xmlns:a="http://schemas.openxmlformats.org/drawingml/2006/main">
            <a:pathLst>
              <a:path w="341569" h="48021">
                <a:moveTo>
                  <a:pt x="14718" y="48021"/>
                </a:moveTo>
                <a:cubicBezTo>
                  <a:pt x="8978" y="48021"/>
                  <a:pt x="3702" y="44264"/>
                  <a:pt x="2036" y="38478"/>
                </a:cubicBezTo>
                <a:cubicBezTo>
                  <a:pt x="0" y="31483"/>
                  <a:pt x="4026" y="24151"/>
                  <a:pt x="11031" y="22114"/>
                </a:cubicBezTo>
                <a:cubicBezTo>
                  <a:pt x="52180" y="10170"/>
                  <a:pt x="95962" y="2920"/>
                  <a:pt x="141204" y="554"/>
                </a:cubicBezTo>
                <a:cubicBezTo>
                  <a:pt x="148901" y="45"/>
                  <a:pt x="154702" y="5785"/>
                  <a:pt x="155090" y="13062"/>
                </a:cubicBezTo>
                <a:cubicBezTo>
                  <a:pt x="155476" y="20349"/>
                  <a:pt x="149875" y="26562"/>
                  <a:pt x="142593" y="26944"/>
                </a:cubicBezTo>
                <a:cubicBezTo>
                  <a:pt x="99376" y="29200"/>
                  <a:pt x="57597" y="36114"/>
                  <a:pt x="18405" y="47493"/>
                </a:cubicBezTo>
                <a:cubicBezTo>
                  <a:pt x="17168" y="47848"/>
                  <a:pt x="15935" y="48021"/>
                  <a:pt x="14716" y="48021"/>
                </a:cubicBezTo>
                <a:lnTo>
                  <a:pt x="14718" y="48021"/>
                </a:lnTo>
                <a:moveTo>
                  <a:pt x="326853" y="48021"/>
                </a:moveTo>
                <a:cubicBezTo>
                  <a:pt x="325650" y="48021"/>
                  <a:pt x="324431" y="47848"/>
                  <a:pt x="323211" y="47502"/>
                </a:cubicBezTo>
                <a:cubicBezTo>
                  <a:pt x="283575" y="36123"/>
                  <a:pt x="241779" y="29200"/>
                  <a:pt x="198977" y="26944"/>
                </a:cubicBezTo>
                <a:cubicBezTo>
                  <a:pt x="191694" y="26562"/>
                  <a:pt x="186093" y="20340"/>
                  <a:pt x="186479" y="13053"/>
                </a:cubicBezTo>
                <a:cubicBezTo>
                  <a:pt x="186865" y="5776"/>
                  <a:pt x="193283" y="0"/>
                  <a:pt x="200366" y="564"/>
                </a:cubicBezTo>
                <a:cubicBezTo>
                  <a:pt x="245171" y="2920"/>
                  <a:pt x="288939" y="10170"/>
                  <a:pt x="330492" y="22105"/>
                </a:cubicBezTo>
                <a:cubicBezTo>
                  <a:pt x="337510" y="24115"/>
                  <a:pt x="341569" y="31438"/>
                  <a:pt x="339549" y="38451"/>
                </a:cubicBezTo>
                <a:cubicBezTo>
                  <a:pt x="337884" y="44246"/>
                  <a:pt x="332607" y="48021"/>
                  <a:pt x="326852" y="48021"/>
                </a:cubicBezTo>
                <a:lnTo>
                  <a:pt x="326853" y="4802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5">
            <a:extLst xmlns:a="http://schemas.openxmlformats.org/drawingml/2006/main">
              <a:ext uri="{FF2B5EF4-FFF2-40B4-BE49-F238E27FC236}">
                <a16:creationId xmlns:a16="http://schemas.microsoft.com/office/drawing/2014/main" id="{F52C912F-BF33-44BD-B704-F01990700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5472" y="8787265"/>
            <a:ext cx="355175" cy="67331"/>
          </a:xfrm>
          <a:custGeom xmlns:a="http://schemas.openxmlformats.org/drawingml/2006/main">
            <a:pathLst>
              <a:path w="325248" h="61658">
                <a:moveTo>
                  <a:pt x="162617" y="61658"/>
                </a:moveTo>
                <a:cubicBezTo>
                  <a:pt x="111118" y="61658"/>
                  <a:pt x="59614" y="50123"/>
                  <a:pt x="9535" y="27063"/>
                </a:cubicBezTo>
                <a:cubicBezTo>
                  <a:pt x="2902" y="24006"/>
                  <a:pt x="0" y="16165"/>
                  <a:pt x="3055" y="9543"/>
                </a:cubicBezTo>
                <a:cubicBezTo>
                  <a:pt x="6110" y="2921"/>
                  <a:pt x="13902" y="0"/>
                  <a:pt x="20582" y="3057"/>
                </a:cubicBezTo>
                <a:cubicBezTo>
                  <a:pt x="113541" y="45866"/>
                  <a:pt x="211746" y="45848"/>
                  <a:pt x="304666" y="3057"/>
                </a:cubicBezTo>
                <a:cubicBezTo>
                  <a:pt x="311363" y="27"/>
                  <a:pt x="319138" y="2939"/>
                  <a:pt x="322193" y="9543"/>
                </a:cubicBezTo>
                <a:cubicBezTo>
                  <a:pt x="325248" y="16165"/>
                  <a:pt x="322346" y="24006"/>
                  <a:pt x="315713" y="27063"/>
                </a:cubicBezTo>
                <a:cubicBezTo>
                  <a:pt x="265634" y="50123"/>
                  <a:pt x="214136" y="61658"/>
                  <a:pt x="162617" y="6165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path-56">
            <a:extLst xmlns:a="http://schemas.openxmlformats.org/drawingml/2006/main">
              <a:ext uri="{FF2B5EF4-FFF2-40B4-BE49-F238E27FC236}">
                <a16:creationId xmlns:a16="http://schemas.microsoft.com/office/drawing/2014/main" id="{F0AB5DD8-C844-473C-A504-3CF7EB98A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7091" y="8692934"/>
            <a:ext cx="91941" cy="93417"/>
          </a:xfrm>
          <a:custGeom xmlns:a="http://schemas.openxmlformats.org/drawingml/2006/main">
            <a:pathLst>
              <a:path w="84194" h="85546">
                <a:moveTo>
                  <a:pt x="41873" y="85546"/>
                </a:moveTo>
                <a:cubicBezTo>
                  <a:pt x="18777" y="85546"/>
                  <a:pt x="0" y="66361"/>
                  <a:pt x="0" y="42773"/>
                </a:cubicBezTo>
                <a:cubicBezTo>
                  <a:pt x="0" y="19185"/>
                  <a:pt x="18777" y="0"/>
                  <a:pt x="41873" y="0"/>
                </a:cubicBezTo>
                <a:cubicBezTo>
                  <a:pt x="65215" y="0"/>
                  <a:pt x="84194" y="19185"/>
                  <a:pt x="84194" y="42773"/>
                </a:cubicBezTo>
                <a:cubicBezTo>
                  <a:pt x="84194" y="66361"/>
                  <a:pt x="65216" y="85546"/>
                  <a:pt x="41873" y="85546"/>
                </a:cubicBezTo>
                <a:moveTo>
                  <a:pt x="41873" y="26435"/>
                </a:moveTo>
                <a:cubicBezTo>
                  <a:pt x="33358" y="26435"/>
                  <a:pt x="26412" y="33767"/>
                  <a:pt x="26412" y="42773"/>
                </a:cubicBezTo>
                <a:cubicBezTo>
                  <a:pt x="26412" y="51797"/>
                  <a:pt x="33355" y="59120"/>
                  <a:pt x="41873" y="59120"/>
                </a:cubicBezTo>
                <a:cubicBezTo>
                  <a:pt x="50790" y="59120"/>
                  <a:pt x="57780" y="51942"/>
                  <a:pt x="57780" y="42773"/>
                </a:cubicBezTo>
                <a:cubicBezTo>
                  <a:pt x="57780" y="33604"/>
                  <a:pt x="50790" y="26435"/>
                  <a:pt x="41873" y="2643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path-57">
            <a:extLst xmlns:a="http://schemas.openxmlformats.org/drawingml/2006/main">
              <a:ext uri="{FF2B5EF4-FFF2-40B4-BE49-F238E27FC236}">
                <a16:creationId xmlns:a16="http://schemas.microsoft.com/office/drawing/2014/main" id="{07B0B5CF-2CCF-4B5E-A31F-BCADC6D9F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11574" y="9359053"/>
            <a:ext cx="28846" cy="61616"/>
          </a:xfrm>
          <a:custGeom xmlns:a="http://schemas.openxmlformats.org/drawingml/2006/main">
            <a:pathLst>
              <a:path w="26415" h="56424">
                <a:moveTo>
                  <a:pt x="13208" y="56424"/>
                </a:moveTo>
                <a:cubicBezTo>
                  <a:pt x="5911" y="56424"/>
                  <a:pt x="0" y="50513"/>
                  <a:pt x="0" y="43217"/>
                </a:cubicBezTo>
                <a:lnTo>
                  <a:pt x="0" y="13207"/>
                </a:lnTo>
                <a:cubicBezTo>
                  <a:pt x="0" y="5910"/>
                  <a:pt x="5911" y="0"/>
                  <a:pt x="13208" y="0"/>
                </a:cubicBezTo>
                <a:cubicBezTo>
                  <a:pt x="20505" y="0"/>
                  <a:pt x="26415" y="5910"/>
                  <a:pt x="26415" y="13207"/>
                </a:cubicBezTo>
                <a:lnTo>
                  <a:pt x="26415" y="43217"/>
                </a:lnTo>
                <a:cubicBezTo>
                  <a:pt x="26415" y="50513"/>
                  <a:pt x="20505" y="56424"/>
                  <a:pt x="13208" y="5642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" name="path-58">
            <a:extLst xmlns:a="http://schemas.openxmlformats.org/drawingml/2006/main">
              <a:ext uri="{FF2B5EF4-FFF2-40B4-BE49-F238E27FC236}">
                <a16:creationId xmlns:a16="http://schemas.microsoft.com/office/drawing/2014/main" id="{083F6388-570D-44D9-AC8C-9B6860798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25700" y="9359053"/>
            <a:ext cx="28846" cy="61616"/>
          </a:xfrm>
          <a:custGeom xmlns:a="http://schemas.openxmlformats.org/drawingml/2006/main">
            <a:pathLst>
              <a:path w="26415" h="56424">
                <a:moveTo>
                  <a:pt x="13208" y="56424"/>
                </a:moveTo>
                <a:cubicBezTo>
                  <a:pt x="5910" y="56424"/>
                  <a:pt x="0" y="50513"/>
                  <a:pt x="0" y="43217"/>
                </a:cubicBezTo>
                <a:lnTo>
                  <a:pt x="0" y="13207"/>
                </a:lnTo>
                <a:cubicBezTo>
                  <a:pt x="0" y="5910"/>
                  <a:pt x="5910" y="0"/>
                  <a:pt x="13208" y="0"/>
                </a:cubicBezTo>
                <a:cubicBezTo>
                  <a:pt x="20504" y="0"/>
                  <a:pt x="26415" y="5910"/>
                  <a:pt x="26415" y="13207"/>
                </a:cubicBezTo>
                <a:lnTo>
                  <a:pt x="26415" y="43217"/>
                </a:lnTo>
                <a:cubicBezTo>
                  <a:pt x="26412" y="50513"/>
                  <a:pt x="20504" y="56424"/>
                  <a:pt x="13208" y="5642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" name="path-59">
            <a:extLst xmlns:a="http://schemas.openxmlformats.org/drawingml/2006/main">
              <a:ext uri="{FF2B5EF4-FFF2-40B4-BE49-F238E27FC236}">
                <a16:creationId xmlns:a16="http://schemas.microsoft.com/office/drawing/2014/main" id="{48A673F9-EF1D-46D0-AE3F-D2348E740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99927" y="8563836"/>
            <a:ext cx="247317" cy="214210"/>
          </a:xfrm>
          <a:custGeom xmlns:a="http://schemas.openxmlformats.org/drawingml/2006/main">
            <a:pathLst>
              <a:path w="226478" h="196161">
                <a:moveTo>
                  <a:pt x="57425" y="196161"/>
                </a:moveTo>
                <a:cubicBezTo>
                  <a:pt x="53832" y="196161"/>
                  <a:pt x="50235" y="194687"/>
                  <a:pt x="47628" y="191804"/>
                </a:cubicBezTo>
                <a:cubicBezTo>
                  <a:pt x="11448" y="151851"/>
                  <a:pt x="0" y="110707"/>
                  <a:pt x="15412" y="75984"/>
                </a:cubicBezTo>
                <a:cubicBezTo>
                  <a:pt x="37135" y="26981"/>
                  <a:pt x="107410" y="0"/>
                  <a:pt x="213271" y="0"/>
                </a:cubicBezTo>
                <a:cubicBezTo>
                  <a:pt x="220568" y="0"/>
                  <a:pt x="226478" y="5912"/>
                  <a:pt x="226478" y="13208"/>
                </a:cubicBezTo>
                <a:cubicBezTo>
                  <a:pt x="226478" y="20513"/>
                  <a:pt x="220568" y="26426"/>
                  <a:pt x="213271" y="26426"/>
                </a:cubicBezTo>
                <a:cubicBezTo>
                  <a:pt x="119866" y="26426"/>
                  <a:pt x="56546" y="48394"/>
                  <a:pt x="39559" y="86700"/>
                </a:cubicBezTo>
                <a:cubicBezTo>
                  <a:pt x="28650" y="111298"/>
                  <a:pt x="38478" y="142327"/>
                  <a:pt x="67223" y="174083"/>
                </a:cubicBezTo>
                <a:cubicBezTo>
                  <a:pt x="72114" y="179487"/>
                  <a:pt x="71699" y="187847"/>
                  <a:pt x="66299" y="192741"/>
                </a:cubicBezTo>
                <a:cubicBezTo>
                  <a:pt x="63765" y="195024"/>
                  <a:pt x="60588" y="196161"/>
                  <a:pt x="57426" y="196161"/>
                </a:cubicBezTo>
                <a:lnTo>
                  <a:pt x="57425" y="19616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path-60">
            <a:extLst xmlns:a="http://schemas.openxmlformats.org/drawingml/2006/main">
              <a:ext uri="{FF2B5EF4-FFF2-40B4-BE49-F238E27FC236}">
                <a16:creationId xmlns:a16="http://schemas.microsoft.com/office/drawing/2014/main" id="{3BD66990-DDF9-4749-9B7D-0BE4D6803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8398" y="8563836"/>
            <a:ext cx="247786" cy="214210"/>
          </a:xfrm>
          <a:custGeom xmlns:a="http://schemas.openxmlformats.org/drawingml/2006/main">
            <a:pathLst>
              <a:path w="226907" h="196161">
                <a:moveTo>
                  <a:pt x="169497" y="196161"/>
                </a:moveTo>
                <a:cubicBezTo>
                  <a:pt x="166335" y="196161"/>
                  <a:pt x="163155" y="195024"/>
                  <a:pt x="160627" y="192741"/>
                </a:cubicBezTo>
                <a:cubicBezTo>
                  <a:pt x="155227" y="187838"/>
                  <a:pt x="154811" y="179487"/>
                  <a:pt x="159702" y="174083"/>
                </a:cubicBezTo>
                <a:cubicBezTo>
                  <a:pt x="188432" y="142345"/>
                  <a:pt x="198257" y="111335"/>
                  <a:pt x="187351" y="86755"/>
                </a:cubicBezTo>
                <a:cubicBezTo>
                  <a:pt x="170345" y="48412"/>
                  <a:pt x="106873" y="26435"/>
                  <a:pt x="13208" y="26435"/>
                </a:cubicBezTo>
                <a:cubicBezTo>
                  <a:pt x="5910" y="26435"/>
                  <a:pt x="0" y="20513"/>
                  <a:pt x="0" y="13217"/>
                </a:cubicBezTo>
                <a:cubicBezTo>
                  <a:pt x="0" y="5922"/>
                  <a:pt x="5910" y="0"/>
                  <a:pt x="13208" y="0"/>
                </a:cubicBezTo>
                <a:cubicBezTo>
                  <a:pt x="119322" y="0"/>
                  <a:pt x="189757" y="27008"/>
                  <a:pt x="211511" y="76039"/>
                </a:cubicBezTo>
                <a:cubicBezTo>
                  <a:pt x="226907" y="110743"/>
                  <a:pt x="215460" y="151860"/>
                  <a:pt x="179295" y="191804"/>
                </a:cubicBezTo>
                <a:cubicBezTo>
                  <a:pt x="176687" y="194687"/>
                  <a:pt x="173091" y="196152"/>
                  <a:pt x="169498" y="196152"/>
                </a:cubicBezTo>
                <a:lnTo>
                  <a:pt x="169497" y="19616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path-61">
            <a:extLst xmlns:a="http://schemas.openxmlformats.org/drawingml/2006/main">
              <a:ext uri="{FF2B5EF4-FFF2-40B4-BE49-F238E27FC236}">
                <a16:creationId xmlns:a16="http://schemas.microsoft.com/office/drawing/2014/main" id="{BAD81577-B5EB-47DA-89A0-7B84DED6A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6726" y="8747689"/>
            <a:ext cx="41587" cy="70450"/>
          </a:xfrm>
          <a:custGeom xmlns:a="http://schemas.openxmlformats.org/drawingml/2006/main">
            <a:pathLst>
              <a:path w="38083" h="64514">
                <a:moveTo>
                  <a:pt x="23501" y="64514"/>
                </a:moveTo>
                <a:cubicBezTo>
                  <a:pt x="17560" y="64514"/>
                  <a:pt x="12146" y="60466"/>
                  <a:pt x="10679" y="54426"/>
                </a:cubicBezTo>
                <a:lnTo>
                  <a:pt x="1729" y="17702"/>
                </a:lnTo>
                <a:cubicBezTo>
                  <a:pt x="0" y="10625"/>
                  <a:pt x="4353" y="3475"/>
                  <a:pt x="11436" y="1747"/>
                </a:cubicBezTo>
                <a:cubicBezTo>
                  <a:pt x="18504" y="0"/>
                  <a:pt x="25674" y="4367"/>
                  <a:pt x="27404" y="11453"/>
                </a:cubicBezTo>
                <a:lnTo>
                  <a:pt x="36354" y="48176"/>
                </a:lnTo>
                <a:cubicBezTo>
                  <a:pt x="38083" y="55263"/>
                  <a:pt x="33732" y="62413"/>
                  <a:pt x="26649" y="64141"/>
                </a:cubicBezTo>
                <a:cubicBezTo>
                  <a:pt x="25601" y="64396"/>
                  <a:pt x="24536" y="64514"/>
                  <a:pt x="23501" y="645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" name="path-62">
            <a:extLst xmlns:a="http://schemas.openxmlformats.org/drawingml/2006/main">
              <a:ext uri="{FF2B5EF4-FFF2-40B4-BE49-F238E27FC236}">
                <a16:creationId xmlns:a16="http://schemas.microsoft.com/office/drawing/2014/main" id="{34F5823F-3251-40FA-B254-FE823235E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77810" y="8747689"/>
            <a:ext cx="41581" cy="70450"/>
          </a:xfrm>
          <a:custGeom xmlns:a="http://schemas.openxmlformats.org/drawingml/2006/main">
            <a:pathLst>
              <a:path w="38077" h="64514">
                <a:moveTo>
                  <a:pt x="14578" y="64514"/>
                </a:moveTo>
                <a:cubicBezTo>
                  <a:pt x="13544" y="64514"/>
                  <a:pt x="12479" y="64396"/>
                  <a:pt x="11432" y="64141"/>
                </a:cubicBezTo>
                <a:cubicBezTo>
                  <a:pt x="4349" y="62413"/>
                  <a:pt x="0" y="55263"/>
                  <a:pt x="1726" y="48176"/>
                </a:cubicBezTo>
                <a:lnTo>
                  <a:pt x="10676" y="11462"/>
                </a:lnTo>
                <a:cubicBezTo>
                  <a:pt x="12405" y="4367"/>
                  <a:pt x="19546" y="0"/>
                  <a:pt x="26644" y="1747"/>
                </a:cubicBezTo>
                <a:cubicBezTo>
                  <a:pt x="33727" y="3475"/>
                  <a:pt x="38077" y="10625"/>
                  <a:pt x="36350" y="17702"/>
                </a:cubicBezTo>
                <a:lnTo>
                  <a:pt x="27400" y="54426"/>
                </a:lnTo>
                <a:cubicBezTo>
                  <a:pt x="25935" y="60466"/>
                  <a:pt x="20520" y="64514"/>
                  <a:pt x="14579" y="64514"/>
                </a:cubicBezTo>
                <a:lnTo>
                  <a:pt x="14578" y="6451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" name="path-63">
            <a:extLst xmlns:a="http://schemas.openxmlformats.org/drawingml/2006/main">
              <a:ext uri="{FF2B5EF4-FFF2-40B4-BE49-F238E27FC236}">
                <a16:creationId xmlns:a16="http://schemas.microsoft.com/office/drawing/2014/main" id="{F8F92246-99A5-4D78-86C7-25AEC75147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6143" y="9103157"/>
            <a:ext cx="191597" cy="135574"/>
          </a:xfrm>
          <a:custGeom xmlns:a="http://schemas.openxmlformats.org/drawingml/2006/main">
            <a:pathLst>
              <a:path w="175453" h="124150">
                <a:moveTo>
                  <a:pt x="116102" y="124147"/>
                </a:moveTo>
                <a:cubicBezTo>
                  <a:pt x="113216" y="124147"/>
                  <a:pt x="110332" y="123222"/>
                  <a:pt x="107924" y="121325"/>
                </a:cubicBezTo>
                <a:lnTo>
                  <a:pt x="6712" y="41609"/>
                </a:lnTo>
                <a:cubicBezTo>
                  <a:pt x="988" y="37088"/>
                  <a:pt x="0" y="28782"/>
                  <a:pt x="4506" y="23042"/>
                </a:cubicBezTo>
                <a:cubicBezTo>
                  <a:pt x="9011" y="17339"/>
                  <a:pt x="17327" y="16329"/>
                  <a:pt x="23066" y="20841"/>
                </a:cubicBezTo>
                <a:lnTo>
                  <a:pt x="115143" y="93369"/>
                </a:lnTo>
                <a:lnTo>
                  <a:pt x="139692" y="69318"/>
                </a:lnTo>
                <a:lnTo>
                  <a:pt x="60155" y="26754"/>
                </a:lnTo>
                <a:cubicBezTo>
                  <a:pt x="53722" y="23306"/>
                  <a:pt x="51301" y="15301"/>
                  <a:pt x="54741" y="8869"/>
                </a:cubicBezTo>
                <a:cubicBezTo>
                  <a:pt x="58166" y="2447"/>
                  <a:pt x="66158" y="0"/>
                  <a:pt x="72623" y="3457"/>
                </a:cubicBezTo>
                <a:lnTo>
                  <a:pt x="168015" y="54508"/>
                </a:lnTo>
                <a:cubicBezTo>
                  <a:pt x="171718" y="56491"/>
                  <a:pt x="174263" y="60120"/>
                  <a:pt x="174866" y="64287"/>
                </a:cubicBezTo>
                <a:cubicBezTo>
                  <a:pt x="175453" y="68453"/>
                  <a:pt x="174033" y="72646"/>
                  <a:pt x="171024" y="75585"/>
                </a:cubicBezTo>
                <a:lnTo>
                  <a:pt x="125341" y="120372"/>
                </a:lnTo>
                <a:cubicBezTo>
                  <a:pt x="122792" y="122883"/>
                  <a:pt x="119443" y="124150"/>
                  <a:pt x="116097" y="124150"/>
                </a:cubicBezTo>
                <a:lnTo>
                  <a:pt x="116102" y="12414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path-64">
            <a:extLst xmlns:a="http://schemas.openxmlformats.org/drawingml/2006/main">
              <a:ext uri="{FF2B5EF4-FFF2-40B4-BE49-F238E27FC236}">
                <a16:creationId xmlns:a16="http://schemas.microsoft.com/office/drawing/2014/main" id="{57746E27-4E80-44B1-B105-09555CD67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63200" y="9198809"/>
            <a:ext cx="84932" cy="221860"/>
          </a:xfrm>
          <a:custGeom xmlns:a="http://schemas.openxmlformats.org/drawingml/2006/main">
            <a:pathLst>
              <a:path w="77776" h="203167">
                <a:moveTo>
                  <a:pt x="14934" y="203166"/>
                </a:moveTo>
                <a:cubicBezTo>
                  <a:pt x="13391" y="203166"/>
                  <a:pt x="11833" y="202888"/>
                  <a:pt x="10321" y="202317"/>
                </a:cubicBezTo>
                <a:cubicBezTo>
                  <a:pt x="3470" y="199771"/>
                  <a:pt x="0" y="192165"/>
                  <a:pt x="2562" y="185330"/>
                </a:cubicBezTo>
                <a:lnTo>
                  <a:pt x="48707" y="61718"/>
                </a:lnTo>
                <a:lnTo>
                  <a:pt x="16847" y="23254"/>
                </a:lnTo>
                <a:cubicBezTo>
                  <a:pt x="12203" y="17639"/>
                  <a:pt x="12990" y="9306"/>
                  <a:pt x="18606" y="4648"/>
                </a:cubicBezTo>
                <a:cubicBezTo>
                  <a:pt x="24208" y="0"/>
                  <a:pt x="32524" y="755"/>
                  <a:pt x="37214" y="6404"/>
                </a:cubicBezTo>
                <a:lnTo>
                  <a:pt x="73934" y="50749"/>
                </a:lnTo>
                <a:cubicBezTo>
                  <a:pt x="76943" y="54392"/>
                  <a:pt x="77776" y="59360"/>
                  <a:pt x="76127" y="63786"/>
                </a:cubicBezTo>
                <a:lnTo>
                  <a:pt x="27311" y="194559"/>
                </a:lnTo>
                <a:cubicBezTo>
                  <a:pt x="25334" y="199879"/>
                  <a:pt x="20287" y="203151"/>
                  <a:pt x="14934" y="203167"/>
                </a:cubicBezTo>
                <a:lnTo>
                  <a:pt x="14934" y="20316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" name="path-65">
            <a:extLst xmlns:a="http://schemas.openxmlformats.org/drawingml/2006/main">
              <a:ext uri="{FF2B5EF4-FFF2-40B4-BE49-F238E27FC236}">
                <a16:creationId xmlns:a16="http://schemas.microsoft.com/office/drawing/2014/main" id="{7513E4C7-9882-4C28-8DE8-4798EEF53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7482" y="9198809"/>
            <a:ext cx="85438" cy="221860"/>
          </a:xfrm>
          <a:custGeom xmlns:a="http://schemas.openxmlformats.org/drawingml/2006/main">
            <a:pathLst>
              <a:path w="78239" h="203167">
                <a:moveTo>
                  <a:pt x="63305" y="203166"/>
                </a:moveTo>
                <a:cubicBezTo>
                  <a:pt x="57967" y="203166"/>
                  <a:pt x="52938" y="199894"/>
                  <a:pt x="50945" y="194602"/>
                </a:cubicBezTo>
                <a:lnTo>
                  <a:pt x="1681" y="63828"/>
                </a:lnTo>
                <a:cubicBezTo>
                  <a:pt x="0" y="59384"/>
                  <a:pt x="832" y="54401"/>
                  <a:pt x="3857" y="50746"/>
                </a:cubicBezTo>
                <a:lnTo>
                  <a:pt x="40578" y="6404"/>
                </a:lnTo>
                <a:cubicBezTo>
                  <a:pt x="45252" y="755"/>
                  <a:pt x="53568" y="0"/>
                  <a:pt x="59185" y="4639"/>
                </a:cubicBezTo>
                <a:cubicBezTo>
                  <a:pt x="64801" y="9306"/>
                  <a:pt x="65588" y="17630"/>
                  <a:pt x="60944" y="23251"/>
                </a:cubicBezTo>
                <a:lnTo>
                  <a:pt x="29115" y="61683"/>
                </a:lnTo>
                <a:lnTo>
                  <a:pt x="75662" y="185282"/>
                </a:lnTo>
                <a:cubicBezTo>
                  <a:pt x="78239" y="192118"/>
                  <a:pt x="74783" y="199739"/>
                  <a:pt x="67964" y="202301"/>
                </a:cubicBezTo>
                <a:cubicBezTo>
                  <a:pt x="66424" y="202889"/>
                  <a:pt x="64848" y="203167"/>
                  <a:pt x="63305" y="203167"/>
                </a:cubicBezTo>
                <a:lnTo>
                  <a:pt x="63305" y="20316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" name="path-66">
            <a:extLst xmlns:a="http://schemas.openxmlformats.org/drawingml/2006/main">
              <a:ext uri="{FF2B5EF4-FFF2-40B4-BE49-F238E27FC236}">
                <a16:creationId xmlns:a16="http://schemas.microsoft.com/office/drawing/2014/main" id="{C9DBA101-E4CC-4BE9-B72A-C221D95B3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7892" y="9103127"/>
            <a:ext cx="192103" cy="135602"/>
          </a:xfrm>
          <a:custGeom xmlns:a="http://schemas.openxmlformats.org/drawingml/2006/main">
            <a:pathLst>
              <a:path w="175917" h="124176">
                <a:moveTo>
                  <a:pt x="59353" y="124174"/>
                </a:moveTo>
                <a:cubicBezTo>
                  <a:pt x="56005" y="124174"/>
                  <a:pt x="52656" y="122910"/>
                  <a:pt x="50112" y="120394"/>
                </a:cubicBezTo>
                <a:lnTo>
                  <a:pt x="4429" y="75603"/>
                </a:lnTo>
                <a:cubicBezTo>
                  <a:pt x="1420" y="72674"/>
                  <a:pt x="0" y="68472"/>
                  <a:pt x="588" y="64314"/>
                </a:cubicBezTo>
                <a:cubicBezTo>
                  <a:pt x="1190" y="60147"/>
                  <a:pt x="3734" y="56518"/>
                  <a:pt x="7438" y="54526"/>
                </a:cubicBezTo>
                <a:lnTo>
                  <a:pt x="102830" y="3475"/>
                </a:lnTo>
                <a:cubicBezTo>
                  <a:pt x="109295" y="0"/>
                  <a:pt x="117271" y="2474"/>
                  <a:pt x="120712" y="8888"/>
                </a:cubicBezTo>
                <a:cubicBezTo>
                  <a:pt x="124153" y="15320"/>
                  <a:pt x="121731" y="23333"/>
                  <a:pt x="115297" y="26772"/>
                </a:cubicBezTo>
                <a:lnTo>
                  <a:pt x="35761" y="69336"/>
                </a:lnTo>
                <a:lnTo>
                  <a:pt x="60324" y="93405"/>
                </a:lnTo>
                <a:lnTo>
                  <a:pt x="152866" y="20850"/>
                </a:lnTo>
                <a:cubicBezTo>
                  <a:pt x="158605" y="16329"/>
                  <a:pt x="166906" y="17348"/>
                  <a:pt x="171411" y="23097"/>
                </a:cubicBezTo>
                <a:cubicBezTo>
                  <a:pt x="175917" y="28836"/>
                  <a:pt x="174913" y="37142"/>
                  <a:pt x="169159" y="41645"/>
                </a:cubicBezTo>
                <a:lnTo>
                  <a:pt x="67496" y="121366"/>
                </a:lnTo>
                <a:cubicBezTo>
                  <a:pt x="65105" y="123249"/>
                  <a:pt x="62219" y="124176"/>
                  <a:pt x="59350" y="124176"/>
                </a:cubicBezTo>
                <a:lnTo>
                  <a:pt x="59353" y="12417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" name="path-67">
            <a:extLst xmlns:a="http://schemas.openxmlformats.org/drawingml/2006/main">
              <a:ext uri="{FF2B5EF4-FFF2-40B4-BE49-F238E27FC236}">
                <a16:creationId xmlns:a16="http://schemas.microsoft.com/office/drawing/2014/main" id="{200978D9-4995-4FA3-927E-EFBE414865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4860" y="8921320"/>
            <a:ext cx="399074" cy="178996"/>
          </a:xfrm>
          <a:custGeom xmlns:a="http://schemas.openxmlformats.org/drawingml/2006/main">
            <a:pathLst>
              <a:path w="365449" h="163914">
                <a:moveTo>
                  <a:pt x="326260" y="163914"/>
                </a:moveTo>
                <a:lnTo>
                  <a:pt x="279230" y="163914"/>
                </a:lnTo>
                <a:cubicBezTo>
                  <a:pt x="271934" y="163914"/>
                  <a:pt x="266021" y="158001"/>
                  <a:pt x="266021" y="150705"/>
                </a:cubicBezTo>
                <a:cubicBezTo>
                  <a:pt x="266021" y="143410"/>
                  <a:pt x="271934" y="137497"/>
                  <a:pt x="279230" y="137497"/>
                </a:cubicBezTo>
                <a:lnTo>
                  <a:pt x="326260" y="137497"/>
                </a:lnTo>
                <a:cubicBezTo>
                  <a:pt x="333292" y="137497"/>
                  <a:pt x="339032" y="131775"/>
                  <a:pt x="339032" y="124734"/>
                </a:cubicBezTo>
                <a:lnTo>
                  <a:pt x="339032" y="72774"/>
                </a:lnTo>
                <a:cubicBezTo>
                  <a:pt x="339032" y="48386"/>
                  <a:pt x="232509" y="26426"/>
                  <a:pt x="208476" y="26426"/>
                </a:cubicBezTo>
                <a:lnTo>
                  <a:pt x="60683" y="26435"/>
                </a:lnTo>
                <a:cubicBezTo>
                  <a:pt x="53387" y="26435"/>
                  <a:pt x="47477" y="20513"/>
                  <a:pt x="47477" y="13218"/>
                </a:cubicBezTo>
                <a:cubicBezTo>
                  <a:pt x="47477" y="5922"/>
                  <a:pt x="53387" y="0"/>
                  <a:pt x="60683" y="0"/>
                </a:cubicBezTo>
                <a:lnTo>
                  <a:pt x="208476" y="0"/>
                </a:lnTo>
                <a:cubicBezTo>
                  <a:pt x="210049" y="0"/>
                  <a:pt x="365449" y="13463"/>
                  <a:pt x="365449" y="72774"/>
                </a:cubicBezTo>
                <a:lnTo>
                  <a:pt x="365449" y="124734"/>
                </a:lnTo>
                <a:cubicBezTo>
                  <a:pt x="365449" y="146339"/>
                  <a:pt x="347874" y="163914"/>
                  <a:pt x="326260" y="163914"/>
                </a:cubicBezTo>
                <a:moveTo>
                  <a:pt x="159208" y="163914"/>
                </a:moveTo>
                <a:lnTo>
                  <a:pt x="13208" y="163914"/>
                </a:lnTo>
                <a:cubicBezTo>
                  <a:pt x="5910" y="163914"/>
                  <a:pt x="0" y="158001"/>
                  <a:pt x="0" y="150705"/>
                </a:cubicBezTo>
                <a:cubicBezTo>
                  <a:pt x="0" y="143410"/>
                  <a:pt x="5910" y="137497"/>
                  <a:pt x="13208" y="137497"/>
                </a:cubicBezTo>
                <a:lnTo>
                  <a:pt x="159208" y="137497"/>
                </a:lnTo>
                <a:cubicBezTo>
                  <a:pt x="166503" y="137497"/>
                  <a:pt x="172416" y="143410"/>
                  <a:pt x="172416" y="150705"/>
                </a:cubicBezTo>
                <a:cubicBezTo>
                  <a:pt x="172416" y="158001"/>
                  <a:pt x="166512" y="163914"/>
                  <a:pt x="159208" y="1639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" name="path-68">
            <a:extLst xmlns:a="http://schemas.openxmlformats.org/drawingml/2006/main">
              <a:ext uri="{FF2B5EF4-FFF2-40B4-BE49-F238E27FC236}">
                <a16:creationId xmlns:a16="http://schemas.microsoft.com/office/drawing/2014/main" id="{A532937E-7487-483B-958B-2C1F9770C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19886" y="8818139"/>
            <a:ext cx="179062" cy="132048"/>
          </a:xfrm>
          <a:custGeom xmlns:a="http://schemas.openxmlformats.org/drawingml/2006/main">
            <a:pathLst>
              <a:path w="163975" h="120922">
                <a:moveTo>
                  <a:pt x="148920" y="120922"/>
                </a:moveTo>
                <a:cubicBezTo>
                  <a:pt x="144462" y="120922"/>
                  <a:pt x="140105" y="118667"/>
                  <a:pt x="137603" y="114573"/>
                </a:cubicBezTo>
                <a:lnTo>
                  <a:pt x="104919" y="60830"/>
                </a:lnTo>
                <a:cubicBezTo>
                  <a:pt x="91165" y="38679"/>
                  <a:pt x="69396" y="26435"/>
                  <a:pt x="43661" y="26435"/>
                </a:cubicBezTo>
                <a:lnTo>
                  <a:pt x="13207" y="26435"/>
                </a:lnTo>
                <a:cubicBezTo>
                  <a:pt x="5910" y="26435"/>
                  <a:pt x="0" y="20513"/>
                  <a:pt x="0" y="13218"/>
                </a:cubicBezTo>
                <a:cubicBezTo>
                  <a:pt x="0" y="5922"/>
                  <a:pt x="5910" y="0"/>
                  <a:pt x="13207" y="0"/>
                </a:cubicBezTo>
                <a:lnTo>
                  <a:pt x="43661" y="0"/>
                </a:lnTo>
                <a:cubicBezTo>
                  <a:pt x="78366" y="0"/>
                  <a:pt x="108894" y="17138"/>
                  <a:pt x="127433" y="46993"/>
                </a:cubicBezTo>
                <a:lnTo>
                  <a:pt x="160191" y="100846"/>
                </a:lnTo>
                <a:cubicBezTo>
                  <a:pt x="163975" y="107077"/>
                  <a:pt x="162001" y="115210"/>
                  <a:pt x="155760" y="118994"/>
                </a:cubicBezTo>
                <a:cubicBezTo>
                  <a:pt x="153623" y="120295"/>
                  <a:pt x="151239" y="120922"/>
                  <a:pt x="148911" y="120922"/>
                </a:cubicBezTo>
                <a:lnTo>
                  <a:pt x="148920" y="12092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" name="path-69">
            <a:extLst xmlns:a="http://schemas.openxmlformats.org/drawingml/2006/main">
              <a:ext uri="{FF2B5EF4-FFF2-40B4-BE49-F238E27FC236}">
                <a16:creationId xmlns:a16="http://schemas.microsoft.com/office/drawing/2014/main" id="{8F638C68-E5BD-4058-8C51-EFF4FAD5A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95230" y="8875894"/>
            <a:ext cx="76211" cy="74294"/>
          </a:xfrm>
          <a:custGeom xmlns:a="http://schemas.openxmlformats.org/drawingml/2006/main">
            <a:pathLst>
              <a:path w="69790" h="68034">
                <a:moveTo>
                  <a:pt x="14518" y="68034"/>
                </a:moveTo>
                <a:cubicBezTo>
                  <a:pt x="11107" y="68034"/>
                  <a:pt x="7714" y="66724"/>
                  <a:pt x="5121" y="64104"/>
                </a:cubicBezTo>
                <a:cubicBezTo>
                  <a:pt x="0" y="58919"/>
                  <a:pt x="45" y="50550"/>
                  <a:pt x="5230" y="45429"/>
                </a:cubicBezTo>
                <a:lnTo>
                  <a:pt x="45984" y="5121"/>
                </a:lnTo>
                <a:cubicBezTo>
                  <a:pt x="51187" y="0"/>
                  <a:pt x="59538" y="36"/>
                  <a:pt x="64669" y="5222"/>
                </a:cubicBezTo>
                <a:cubicBezTo>
                  <a:pt x="69790" y="10406"/>
                  <a:pt x="69744" y="18776"/>
                  <a:pt x="64568" y="23906"/>
                </a:cubicBezTo>
                <a:lnTo>
                  <a:pt x="23806" y="64213"/>
                </a:lnTo>
                <a:cubicBezTo>
                  <a:pt x="21232" y="66761"/>
                  <a:pt x="17875" y="68034"/>
                  <a:pt x="14518" y="6803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path-70">
            <a:extLst xmlns:a="http://schemas.openxmlformats.org/drawingml/2006/main">
              <a:ext uri="{FF2B5EF4-FFF2-40B4-BE49-F238E27FC236}">
                <a16:creationId xmlns:a16="http://schemas.microsoft.com/office/drawing/2014/main" id="{2AAFFF41-C248-4496-A28C-5DD41AE9B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4263" y="9006433"/>
            <a:ext cx="159913" cy="159416"/>
          </a:xfrm>
          <a:custGeom xmlns:a="http://schemas.openxmlformats.org/drawingml/2006/main">
            <a:pathLst>
              <a:path w="146439" h="145984">
                <a:moveTo>
                  <a:pt x="73229" y="145984"/>
                </a:moveTo>
                <a:cubicBezTo>
                  <a:pt x="32857" y="145984"/>
                  <a:pt x="0" y="113145"/>
                  <a:pt x="0" y="72765"/>
                </a:cubicBezTo>
                <a:cubicBezTo>
                  <a:pt x="0" y="32630"/>
                  <a:pt x="32848" y="0"/>
                  <a:pt x="73229" y="0"/>
                </a:cubicBezTo>
                <a:cubicBezTo>
                  <a:pt x="113609" y="0"/>
                  <a:pt x="146439" y="32630"/>
                  <a:pt x="146439" y="72765"/>
                </a:cubicBezTo>
                <a:cubicBezTo>
                  <a:pt x="146439" y="113136"/>
                  <a:pt x="113609" y="145984"/>
                  <a:pt x="73229" y="145984"/>
                </a:cubicBezTo>
                <a:moveTo>
                  <a:pt x="73229" y="26417"/>
                </a:moveTo>
                <a:cubicBezTo>
                  <a:pt x="47412" y="26417"/>
                  <a:pt x="26417" y="47212"/>
                  <a:pt x="26417" y="72765"/>
                </a:cubicBezTo>
                <a:cubicBezTo>
                  <a:pt x="26417" y="98572"/>
                  <a:pt x="47412" y="119576"/>
                  <a:pt x="73229" y="119576"/>
                </a:cubicBezTo>
                <a:cubicBezTo>
                  <a:pt x="99027" y="119576"/>
                  <a:pt x="120022" y="98572"/>
                  <a:pt x="120022" y="72765"/>
                </a:cubicBezTo>
                <a:cubicBezTo>
                  <a:pt x="120022" y="47212"/>
                  <a:pt x="99027" y="26417"/>
                  <a:pt x="73229" y="2641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71">
            <a:extLst xmlns:a="http://schemas.openxmlformats.org/drawingml/2006/main">
              <a:ext uri="{FF2B5EF4-FFF2-40B4-BE49-F238E27FC236}">
                <a16:creationId xmlns:a16="http://schemas.microsoft.com/office/drawing/2014/main" id="{7A1DA4D8-DB22-4DC3-AAF5-95DA38F89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5835" y="9047509"/>
            <a:ext cx="76778" cy="77254"/>
          </a:xfrm>
          <a:custGeom xmlns:a="http://schemas.openxmlformats.org/drawingml/2006/main">
            <a:pathLst>
              <a:path w="70309" h="70745">
                <a:moveTo>
                  <a:pt x="35159" y="70745"/>
                </a:moveTo>
                <a:cubicBezTo>
                  <a:pt x="15765" y="70745"/>
                  <a:pt x="0" y="54771"/>
                  <a:pt x="0" y="35150"/>
                </a:cubicBezTo>
                <a:cubicBezTo>
                  <a:pt x="0" y="15764"/>
                  <a:pt x="15765" y="0"/>
                  <a:pt x="35159" y="0"/>
                </a:cubicBezTo>
                <a:cubicBezTo>
                  <a:pt x="54535" y="0"/>
                  <a:pt x="70309" y="15764"/>
                  <a:pt x="70309" y="35150"/>
                </a:cubicBezTo>
                <a:cubicBezTo>
                  <a:pt x="70309" y="54771"/>
                  <a:pt x="54535" y="70745"/>
                  <a:pt x="35159" y="70745"/>
                </a:cubicBezTo>
                <a:moveTo>
                  <a:pt x="35159" y="26417"/>
                </a:moveTo>
                <a:cubicBezTo>
                  <a:pt x="30347" y="26417"/>
                  <a:pt x="26408" y="30338"/>
                  <a:pt x="26408" y="35150"/>
                </a:cubicBezTo>
                <a:cubicBezTo>
                  <a:pt x="26408" y="40289"/>
                  <a:pt x="30256" y="44328"/>
                  <a:pt x="35159" y="44328"/>
                </a:cubicBezTo>
                <a:cubicBezTo>
                  <a:pt x="40053" y="44328"/>
                  <a:pt x="43892" y="40289"/>
                  <a:pt x="43892" y="35150"/>
                </a:cubicBezTo>
                <a:cubicBezTo>
                  <a:pt x="43892" y="30338"/>
                  <a:pt x="39971" y="26417"/>
                  <a:pt x="35159" y="2641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path-72">
            <a:extLst xmlns:a="http://schemas.openxmlformats.org/drawingml/2006/main">
              <a:ext uri="{FF2B5EF4-FFF2-40B4-BE49-F238E27FC236}">
                <a16:creationId xmlns:a16="http://schemas.microsoft.com/office/drawing/2014/main" id="{7340FCC4-8C96-436D-A34F-416347335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1004" y="8940403"/>
            <a:ext cx="90476" cy="89980"/>
          </a:xfrm>
          <a:custGeom xmlns:a="http://schemas.openxmlformats.org/drawingml/2006/main">
            <a:pathLst>
              <a:path w="82853" h="82398">
                <a:moveTo>
                  <a:pt x="69644" y="82398"/>
                </a:moveTo>
                <a:lnTo>
                  <a:pt x="45456" y="82398"/>
                </a:lnTo>
                <a:cubicBezTo>
                  <a:pt x="20386" y="82398"/>
                  <a:pt x="0" y="62013"/>
                  <a:pt x="0" y="36942"/>
                </a:cubicBezTo>
                <a:lnTo>
                  <a:pt x="0" y="13218"/>
                </a:lnTo>
                <a:cubicBezTo>
                  <a:pt x="0" y="5913"/>
                  <a:pt x="5913" y="0"/>
                  <a:pt x="13208" y="0"/>
                </a:cubicBezTo>
                <a:cubicBezTo>
                  <a:pt x="20504" y="0"/>
                  <a:pt x="26417" y="5913"/>
                  <a:pt x="26417" y="13218"/>
                </a:cubicBezTo>
                <a:lnTo>
                  <a:pt x="26417" y="36942"/>
                </a:lnTo>
                <a:cubicBezTo>
                  <a:pt x="26417" y="47267"/>
                  <a:pt x="35131" y="55982"/>
                  <a:pt x="45456" y="55982"/>
                </a:cubicBezTo>
                <a:lnTo>
                  <a:pt x="69644" y="55982"/>
                </a:lnTo>
                <a:cubicBezTo>
                  <a:pt x="76940" y="55982"/>
                  <a:pt x="82853" y="61894"/>
                  <a:pt x="82853" y="69190"/>
                </a:cubicBezTo>
                <a:cubicBezTo>
                  <a:pt x="82853" y="76486"/>
                  <a:pt x="76940" y="82398"/>
                  <a:pt x="69644" y="8239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" name="path-73">
            <a:extLst xmlns:a="http://schemas.openxmlformats.org/drawingml/2006/main">
              <a:ext uri="{FF2B5EF4-FFF2-40B4-BE49-F238E27FC236}">
                <a16:creationId xmlns:a16="http://schemas.microsoft.com/office/drawing/2014/main" id="{362E844F-C096-484E-A447-50D40775C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03741" y="8968774"/>
            <a:ext cx="51337" cy="28857"/>
          </a:xfrm>
          <a:custGeom xmlns:a="http://schemas.openxmlformats.org/drawingml/2006/main">
            <a:pathLst>
              <a:path w="47012" h="26426">
                <a:moveTo>
                  <a:pt x="33804" y="26426"/>
                </a:moveTo>
                <a:lnTo>
                  <a:pt x="13208" y="26426"/>
                </a:lnTo>
                <a:cubicBezTo>
                  <a:pt x="5910" y="26426"/>
                  <a:pt x="0" y="20512"/>
                  <a:pt x="0" y="13217"/>
                </a:cubicBezTo>
                <a:cubicBezTo>
                  <a:pt x="0" y="5922"/>
                  <a:pt x="5911" y="0"/>
                  <a:pt x="13208" y="0"/>
                </a:cubicBezTo>
                <a:lnTo>
                  <a:pt x="33804" y="0"/>
                </a:lnTo>
                <a:cubicBezTo>
                  <a:pt x="41102" y="0"/>
                  <a:pt x="47012" y="5922"/>
                  <a:pt x="47012" y="13217"/>
                </a:cubicBezTo>
                <a:cubicBezTo>
                  <a:pt x="47012" y="20512"/>
                  <a:pt x="41104" y="26426"/>
                  <a:pt x="33804" y="2642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" name="path-74">
            <a:extLst xmlns:a="http://schemas.openxmlformats.org/drawingml/2006/main">
              <a:ext uri="{FF2B5EF4-FFF2-40B4-BE49-F238E27FC236}">
                <a16:creationId xmlns:a16="http://schemas.microsoft.com/office/drawing/2014/main" id="{75582256-D220-4842-982E-9876E12B1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47019" y="9034794"/>
            <a:ext cx="166271" cy="28847"/>
          </a:xfrm>
          <a:custGeom xmlns:a="http://schemas.openxmlformats.org/drawingml/2006/main">
            <a:pathLst>
              <a:path w="152261" h="26417">
                <a:moveTo>
                  <a:pt x="139061" y="26417"/>
                </a:moveTo>
                <a:lnTo>
                  <a:pt x="13208" y="26417"/>
                </a:lnTo>
                <a:cubicBezTo>
                  <a:pt x="5911" y="26417"/>
                  <a:pt x="0" y="20504"/>
                  <a:pt x="0" y="13209"/>
                </a:cubicBezTo>
                <a:cubicBezTo>
                  <a:pt x="0" y="5912"/>
                  <a:pt x="5908" y="0"/>
                  <a:pt x="13208" y="0"/>
                </a:cubicBezTo>
                <a:lnTo>
                  <a:pt x="139061" y="0"/>
                </a:lnTo>
                <a:cubicBezTo>
                  <a:pt x="146357" y="0"/>
                  <a:pt x="152261" y="5912"/>
                  <a:pt x="152261" y="13209"/>
                </a:cubicBezTo>
                <a:cubicBezTo>
                  <a:pt x="152261" y="20504"/>
                  <a:pt x="146357" y="26417"/>
                  <a:pt x="139061" y="2641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" name="path-75">
            <a:extLst xmlns:a="http://schemas.openxmlformats.org/drawingml/2006/main">
              <a:ext uri="{FF2B5EF4-FFF2-40B4-BE49-F238E27FC236}">
                <a16:creationId xmlns:a16="http://schemas.microsoft.com/office/drawing/2014/main" id="{B48F2CC1-E995-43A1-968B-4A121E2C4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1266" y="9034794"/>
            <a:ext cx="82638" cy="28847"/>
          </a:xfrm>
          <a:custGeom xmlns:a="http://schemas.openxmlformats.org/drawingml/2006/main">
            <a:pathLst>
              <a:path w="75675" h="26417">
                <a:moveTo>
                  <a:pt x="62467" y="26417"/>
                </a:moveTo>
                <a:lnTo>
                  <a:pt x="13208" y="26417"/>
                </a:lnTo>
                <a:cubicBezTo>
                  <a:pt x="5913" y="26417"/>
                  <a:pt x="0" y="20504"/>
                  <a:pt x="0" y="13209"/>
                </a:cubicBezTo>
                <a:cubicBezTo>
                  <a:pt x="0" y="5912"/>
                  <a:pt x="5913" y="0"/>
                  <a:pt x="13208" y="0"/>
                </a:cubicBezTo>
                <a:lnTo>
                  <a:pt x="62467" y="0"/>
                </a:lnTo>
                <a:cubicBezTo>
                  <a:pt x="69772" y="0"/>
                  <a:pt x="75675" y="5912"/>
                  <a:pt x="75675" y="13209"/>
                </a:cubicBezTo>
                <a:cubicBezTo>
                  <a:pt x="75675" y="20504"/>
                  <a:pt x="69772" y="26417"/>
                  <a:pt x="62467" y="2641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" name="text-76 Examples">
            <a:extLst xmlns:a="http://schemas.openxmlformats.org/drawingml/2006/main">
              <a:ext uri="{FF2B5EF4-FFF2-40B4-BE49-F238E27FC236}">
                <a16:creationId xmlns:a16="http://schemas.microsoft.com/office/drawing/2014/main" id="{095AB1F2-ACF7-41EA-A92E-ED4B3447F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22484" y="9552749"/>
            <a:ext cx="770810" cy="2227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Examples</a:t>
            </a:r>
          </a:p>
        </p:txBody>
      </p:sp>
      <p:sp>
        <p:nvSpPr>
          <p:cNvPr id="77" name="text-76 of">
            <a:extLst xmlns:a="http://schemas.openxmlformats.org/drawingml/2006/main">
              <a:ext uri="{FF2B5EF4-FFF2-40B4-BE49-F238E27FC236}">
                <a16:creationId xmlns:a16="http://schemas.microsoft.com/office/drawing/2014/main" id="{19DF96EC-300E-449C-AD69-74B48D20E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08820" y="9552799"/>
            <a:ext cx="178634" cy="2226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2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78" name="text-76 Human">
            <a:extLst xmlns:a="http://schemas.openxmlformats.org/drawingml/2006/main">
              <a:ext uri="{FF2B5EF4-FFF2-40B4-BE49-F238E27FC236}">
                <a16:creationId xmlns:a16="http://schemas.microsoft.com/office/drawing/2014/main" id="{8FD1047D-F0CD-49CF-99A3-7413E3D8D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2981" y="9552735"/>
            <a:ext cx="567320" cy="2227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Human</a:t>
            </a:r>
          </a:p>
        </p:txBody>
      </p:sp>
      <p:sp>
        <p:nvSpPr>
          <p:cNvPr id="79" name="text-77 Visual">
            <a:extLst xmlns:a="http://schemas.openxmlformats.org/drawingml/2006/main">
              <a:ext uri="{FF2B5EF4-FFF2-40B4-BE49-F238E27FC236}">
                <a16:creationId xmlns:a16="http://schemas.microsoft.com/office/drawing/2014/main" id="{CEE2AF93-3F5A-494D-9DF9-B98509352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16626" y="9726883"/>
            <a:ext cx="493967" cy="222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80" name="text-77 Perception">
            <a:extLst xmlns:a="http://schemas.openxmlformats.org/drawingml/2006/main">
              <a:ext uri="{FF2B5EF4-FFF2-40B4-BE49-F238E27FC236}">
                <a16:creationId xmlns:a16="http://schemas.microsoft.com/office/drawing/2014/main" id="{C41FF7CE-C9C6-4723-A507-276E383D8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26106" y="9726884"/>
            <a:ext cx="850040" cy="2227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Perception</a:t>
            </a:r>
          </a:p>
        </p:txBody>
      </p:sp>
      <p:sp>
        <p:nvSpPr>
          <p:cNvPr id="81" name="path-78">
            <a:extLst xmlns:a="http://schemas.openxmlformats.org/drawingml/2006/main">
              <a:ext uri="{FF2B5EF4-FFF2-40B4-BE49-F238E27FC236}">
                <a16:creationId xmlns:a16="http://schemas.microsoft.com/office/drawing/2014/main" id="{43C13787-C016-43C4-9A5D-6A663218C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06268" y="7296075"/>
            <a:ext cx="11327111" cy="2913442"/>
          </a:xfrm>
          <a:custGeom xmlns:a="http://schemas.openxmlformats.org/drawingml/2006/main">
            <a:pathLst>
              <a:path w="10372697" h="2667957">
                <a:moveTo>
                  <a:pt x="136451" y="0"/>
                </a:moveTo>
                <a:lnTo>
                  <a:pt x="10236246" y="0"/>
                </a:lnTo>
                <a:cubicBezTo>
                  <a:pt x="10311658" y="0"/>
                  <a:pt x="10372697" y="61093"/>
                  <a:pt x="10372697" y="136451"/>
                </a:cubicBezTo>
                <a:lnTo>
                  <a:pt x="10372697" y="2531507"/>
                </a:lnTo>
                <a:cubicBezTo>
                  <a:pt x="10372697" y="2606866"/>
                  <a:pt x="10311658" y="2667957"/>
                  <a:pt x="10236246" y="2667957"/>
                </a:cubicBezTo>
                <a:lnTo>
                  <a:pt x="136451" y="2667957"/>
                </a:lnTo>
                <a:cubicBezTo>
                  <a:pt x="61084" y="2667957"/>
                  <a:pt x="0" y="2606866"/>
                  <a:pt x="0" y="2531507"/>
                </a:cubicBezTo>
                <a:lnTo>
                  <a:pt x="0" y="136451"/>
                </a:lnTo>
                <a:cubicBezTo>
                  <a:pt x="0" y="61093"/>
                  <a:pt x="61084" y="0"/>
                  <a:pt x="136451" y="0"/>
                </a:cubicBezTo>
              </a:path>
            </a:pathLst>
          </a:custGeom>
          <a:solidFill xmlns:a="http://schemas.openxmlformats.org/drawingml/2006/main">
            <a:srgbClr val="EEEF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path-79">
            <a:extLst xmlns:a="http://schemas.openxmlformats.org/drawingml/2006/main">
              <a:ext uri="{FF2B5EF4-FFF2-40B4-BE49-F238E27FC236}">
                <a16:creationId xmlns:a16="http://schemas.microsoft.com/office/drawing/2014/main" id="{FF64C6DE-31AC-4F6C-B8AC-066046219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7430" y="9351712"/>
            <a:ext cx="3228876" cy="303861"/>
          </a:xfrm>
          <a:custGeom xmlns:a="http://schemas.openxmlformats.org/drawingml/2006/main">
            <a:pathLst>
              <a:path w="2956813" h="278258">
                <a:moveTo>
                  <a:pt x="0" y="0"/>
                </a:moveTo>
                <a:lnTo>
                  <a:pt x="2956813" y="0"/>
                </a:lnTo>
                <a:lnTo>
                  <a:pt x="2956813" y="278258"/>
                </a:lnTo>
                <a:lnTo>
                  <a:pt x="0" y="278258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" name="text-80 “Slow">
            <a:extLst xmlns:a="http://schemas.openxmlformats.org/drawingml/2006/main">
              <a:ext uri="{FF2B5EF4-FFF2-40B4-BE49-F238E27FC236}">
                <a16:creationId xmlns:a16="http://schemas.microsoft.com/office/drawing/2014/main" id="{BD1BC0FF-5F9E-4A1D-9532-3B00A36945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81499" y="9381449"/>
            <a:ext cx="479319" cy="2504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“Slow</a:t>
            </a:r>
          </a:p>
        </p:txBody>
      </p:sp>
      <p:sp>
        <p:nvSpPr>
          <p:cNvPr id="84" name="text-80 down">
            <a:extLst xmlns:a="http://schemas.openxmlformats.org/drawingml/2006/main">
              <a:ext uri="{FF2B5EF4-FFF2-40B4-BE49-F238E27FC236}">
                <a16:creationId xmlns:a16="http://schemas.microsoft.com/office/drawing/2014/main" id="{41F257C2-8C03-4C42-8F00-560F70C47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78297" y="9381451"/>
            <a:ext cx="459683" cy="2504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down</a:t>
            </a:r>
          </a:p>
        </p:txBody>
      </p:sp>
      <p:sp>
        <p:nvSpPr>
          <p:cNvPr id="85" name="text-81 ,">
            <a:extLst xmlns:a="http://schemas.openxmlformats.org/drawingml/2006/main">
              <a:ext uri="{FF2B5EF4-FFF2-40B4-BE49-F238E27FC236}">
                <a16:creationId xmlns:a16="http://schemas.microsoft.com/office/drawing/2014/main" id="{3B20CDDB-716F-4DB3-B46F-2EDCD2824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05743" y="9381339"/>
            <a:ext cx="81898" cy="2505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86" name="text-82 go">
            <a:extLst xmlns:a="http://schemas.openxmlformats.org/drawingml/2006/main">
              <a:ext uri="{FF2B5EF4-FFF2-40B4-BE49-F238E27FC236}">
                <a16:creationId xmlns:a16="http://schemas.microsoft.com/office/drawing/2014/main" id="{4A7D7DDB-D2C1-4EE2-8460-377521C5DA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05099" y="9381432"/>
            <a:ext cx="231099" cy="2504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go</a:t>
            </a:r>
          </a:p>
        </p:txBody>
      </p:sp>
      <p:sp>
        <p:nvSpPr>
          <p:cNvPr id="87" name="text-82 straight">
            <a:extLst xmlns:a="http://schemas.openxmlformats.org/drawingml/2006/main">
              <a:ext uri="{FF2B5EF4-FFF2-40B4-BE49-F238E27FC236}">
                <a16:creationId xmlns:a16="http://schemas.microsoft.com/office/drawing/2014/main" id="{0139F4FD-BFF7-4824-83FD-5289B01CA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53677" y="9381465"/>
            <a:ext cx="618582" cy="2504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straight</a:t>
            </a:r>
          </a:p>
        </p:txBody>
      </p:sp>
      <p:sp>
        <p:nvSpPr>
          <p:cNvPr id="88" name="text-83 ,">
            <a:extLst xmlns:a="http://schemas.openxmlformats.org/drawingml/2006/main">
              <a:ext uri="{FF2B5EF4-FFF2-40B4-BE49-F238E27FC236}">
                <a16:creationId xmlns:a16="http://schemas.microsoft.com/office/drawing/2014/main" id="{047C4A0B-750A-4752-A204-06974133D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40028" y="9381339"/>
            <a:ext cx="81898" cy="2505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89" name="text-85 and">
            <a:extLst xmlns:a="http://schemas.openxmlformats.org/drawingml/2006/main">
              <a:ext uri="{FF2B5EF4-FFF2-40B4-BE49-F238E27FC236}">
                <a16:creationId xmlns:a16="http://schemas.microsoft.com/office/drawing/2014/main" id="{4705C014-B088-43E6-93C7-8C26FA7BD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39385" y="9381458"/>
            <a:ext cx="330547" cy="2504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and</a:t>
            </a:r>
          </a:p>
        </p:txBody>
      </p:sp>
      <p:sp>
        <p:nvSpPr>
          <p:cNvPr id="90" name="text-86 turn">
            <a:extLst xmlns:a="http://schemas.openxmlformats.org/drawingml/2006/main">
              <a:ext uri="{FF2B5EF4-FFF2-40B4-BE49-F238E27FC236}">
                <a16:creationId xmlns:a16="http://schemas.microsoft.com/office/drawing/2014/main" id="{6AD36EB4-F6EA-4943-BDC7-1867E0746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87387" y="9381488"/>
            <a:ext cx="340305" cy="2503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turn</a:t>
            </a:r>
          </a:p>
        </p:txBody>
      </p:sp>
      <p:sp>
        <p:nvSpPr>
          <p:cNvPr id="91" name="text-86 right.”">
            <a:extLst xmlns:a="http://schemas.openxmlformats.org/drawingml/2006/main">
              <a:ext uri="{FF2B5EF4-FFF2-40B4-BE49-F238E27FC236}">
                <a16:creationId xmlns:a16="http://schemas.microsoft.com/office/drawing/2014/main" id="{5DAD996D-8EDB-4DFF-B708-89076A796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45180" y="9381471"/>
            <a:ext cx="489264" cy="2504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right.”</a:t>
            </a:r>
          </a:p>
        </p:txBody>
      </p:sp>
      <p:pic>
        <p:nvPicPr>
          <p:cNvPr id="92" name="">
            <a:extLst xmlns:a="http://schemas.openxmlformats.org/drawingml/2006/main">
              <a:ext uri="{FF2B5EF4-FFF2-40B4-BE49-F238E27FC236}">
                <a16:creationId xmlns:a16="http://schemas.microsoft.com/office/drawing/2014/main" id="{54A65C6E-6AAA-42B0-907B-E9D8C98848F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b14d8f6495546ff"/>
          <a:stretch xmlns:a="http://schemas.openxmlformats.org/drawingml/2006/main"/>
        </p:blipFill>
        <p:spPr>
          <a:xfrm xmlns:a="http://schemas.openxmlformats.org/drawingml/2006/main">
            <a:off x="4632336" y="7393864"/>
            <a:ext cx="3016411" cy="1705832"/>
          </a:xfrm>
          <a:prstGeom xmlns:a="http://schemas.openxmlformats.org/drawingml/2006/main" prst="rect">
            <a:avLst/>
          </a:prstGeom>
        </p:spPr>
      </p:pic>
      <p:sp>
        <p:nvSpPr>
          <p:cNvPr id="93" name="path-88">
            <a:extLst xmlns:a="http://schemas.openxmlformats.org/drawingml/2006/main">
              <a:ext uri="{FF2B5EF4-FFF2-40B4-BE49-F238E27FC236}">
                <a16:creationId xmlns:a16="http://schemas.microsoft.com/office/drawing/2014/main" id="{7BF046FC-2444-41D0-802D-C84549C05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38827" y="7403035"/>
            <a:ext cx="3006082" cy="1688731"/>
          </a:xfrm>
          <a:custGeom xmlns:a="http://schemas.openxmlformats.org/drawingml/2006/main">
            <a:pathLst>
              <a:path w="2752792" h="1546440">
                <a:moveTo>
                  <a:pt x="0" y="0"/>
                </a:moveTo>
                <a:lnTo>
                  <a:pt x="0" y="1546440"/>
                </a:lnTo>
                <a:lnTo>
                  <a:pt x="2752792" y="1546440"/>
                </a:lnTo>
                <a:lnTo>
                  <a:pt x="275279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pic>
        <p:nvPicPr>
          <p:cNvPr id="94" name="">
            <a:extLst xmlns:a="http://schemas.openxmlformats.org/drawingml/2006/main">
              <a:ext uri="{FF2B5EF4-FFF2-40B4-BE49-F238E27FC236}">
                <a16:creationId xmlns:a16="http://schemas.microsoft.com/office/drawing/2014/main" id="{519031B0-AA8F-49CE-825F-68093638163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571d09e067640a8"/>
          <a:stretch xmlns:a="http://schemas.openxmlformats.org/drawingml/2006/main"/>
        </p:blipFill>
        <p:spPr>
          <a:xfrm xmlns:a="http://schemas.openxmlformats.org/drawingml/2006/main">
            <a:off x="5079596" y="7477075"/>
            <a:ext cx="582479" cy="582479"/>
          </a:xfrm>
          <a:prstGeom xmlns:a="http://schemas.openxmlformats.org/drawingml/2006/main" prst="rect">
            <a:avLst/>
          </a:prstGeom>
        </p:spPr>
      </p:pic>
      <p:sp>
        <p:nvSpPr>
          <p:cNvPr id="95" name="path-90">
            <a:extLst xmlns:a="http://schemas.openxmlformats.org/drawingml/2006/main">
              <a:ext uri="{FF2B5EF4-FFF2-40B4-BE49-F238E27FC236}">
                <a16:creationId xmlns:a16="http://schemas.microsoft.com/office/drawing/2014/main" id="{876BA1E9-FF2A-4491-B5D5-689A17D71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4765" y="7492039"/>
            <a:ext cx="545500" cy="545460"/>
          </a:xfrm>
          <a:custGeom xmlns:a="http://schemas.openxmlformats.org/drawingml/2006/main">
            <a:pathLst>
              <a:path w="499537" h="499500">
                <a:moveTo>
                  <a:pt x="410671" y="88785"/>
                </a:moveTo>
                <a:cubicBezTo>
                  <a:pt x="499537" y="177660"/>
                  <a:pt x="499537" y="321749"/>
                  <a:pt x="410671" y="410625"/>
                </a:cubicBezTo>
                <a:cubicBezTo>
                  <a:pt x="321805" y="499500"/>
                  <a:pt x="177731" y="499500"/>
                  <a:pt x="88866" y="410625"/>
                </a:cubicBezTo>
                <a:cubicBezTo>
                  <a:pt x="0" y="321749"/>
                  <a:pt x="0" y="177660"/>
                  <a:pt x="88866" y="88785"/>
                </a:cubicBezTo>
                <a:cubicBezTo>
                  <a:pt x="177731" y="0"/>
                  <a:pt x="321805" y="0"/>
                  <a:pt x="410671" y="88785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pic>
        <p:nvPicPr>
          <p:cNvPr id="96" name="">
            <a:extLst xmlns:a="http://schemas.openxmlformats.org/drawingml/2006/main">
              <a:ext uri="{FF2B5EF4-FFF2-40B4-BE49-F238E27FC236}">
                <a16:creationId xmlns:a16="http://schemas.microsoft.com/office/drawing/2014/main" id="{992EAB3B-EB68-4693-A85D-2850FCE607E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ad93a0a449c4180"/>
          <a:stretch xmlns:a="http://schemas.openxmlformats.org/drawingml/2006/main"/>
        </p:blipFill>
        <p:spPr>
          <a:xfrm xmlns:a="http://schemas.openxmlformats.org/drawingml/2006/main">
            <a:off x="5474850" y="8413203"/>
            <a:ext cx="582479" cy="582479"/>
          </a:xfrm>
          <a:prstGeom xmlns:a="http://schemas.openxmlformats.org/drawingml/2006/main" prst="rect">
            <a:avLst/>
          </a:prstGeom>
        </p:spPr>
      </p:pic>
      <p:sp>
        <p:nvSpPr>
          <p:cNvPr id="97" name="path-92">
            <a:extLst xmlns:a="http://schemas.openxmlformats.org/drawingml/2006/main">
              <a:ext uri="{FF2B5EF4-FFF2-40B4-BE49-F238E27FC236}">
                <a16:creationId xmlns:a16="http://schemas.microsoft.com/office/drawing/2014/main" id="{99B4518A-677D-49EA-A24B-1D0A02AF8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95282" y="8431767"/>
            <a:ext cx="545500" cy="545464"/>
          </a:xfrm>
          <a:custGeom xmlns:a="http://schemas.openxmlformats.org/drawingml/2006/main">
            <a:pathLst>
              <a:path w="499537" h="499503">
                <a:moveTo>
                  <a:pt x="410671" y="88785"/>
                </a:moveTo>
                <a:cubicBezTo>
                  <a:pt x="499537" y="177660"/>
                  <a:pt x="499537" y="321752"/>
                  <a:pt x="410671" y="410628"/>
                </a:cubicBezTo>
                <a:cubicBezTo>
                  <a:pt x="321805" y="499503"/>
                  <a:pt x="177732" y="499503"/>
                  <a:pt x="88866" y="410628"/>
                </a:cubicBezTo>
                <a:cubicBezTo>
                  <a:pt x="0" y="321752"/>
                  <a:pt x="0" y="177660"/>
                  <a:pt x="88866" y="88785"/>
                </a:cubicBezTo>
                <a:cubicBezTo>
                  <a:pt x="177732" y="0"/>
                  <a:pt x="321805" y="0"/>
                  <a:pt x="410671" y="88785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pic>
        <p:nvPicPr>
          <p:cNvPr id="98" name="">
            <a:extLst xmlns:a="http://schemas.openxmlformats.org/drawingml/2006/main">
              <a:ext uri="{FF2B5EF4-FFF2-40B4-BE49-F238E27FC236}">
                <a16:creationId xmlns:a16="http://schemas.microsoft.com/office/drawing/2014/main" id="{CA7CCAA9-3725-419B-8379-CA42C929001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6520acd1cdd46ec"/>
          <a:stretch xmlns:a="http://schemas.openxmlformats.org/drawingml/2006/main"/>
        </p:blipFill>
        <p:spPr>
          <a:xfrm xmlns:a="http://schemas.openxmlformats.org/drawingml/2006/main">
            <a:off x="5994921" y="8028350"/>
            <a:ext cx="592881" cy="592881"/>
          </a:xfrm>
          <a:prstGeom xmlns:a="http://schemas.openxmlformats.org/drawingml/2006/main" prst="rect">
            <a:avLst/>
          </a:prstGeom>
        </p:spPr>
      </p:pic>
      <p:sp>
        <p:nvSpPr>
          <p:cNvPr id="99" name="path-94">
            <a:extLst xmlns:a="http://schemas.openxmlformats.org/drawingml/2006/main">
              <a:ext uri="{FF2B5EF4-FFF2-40B4-BE49-F238E27FC236}">
                <a16:creationId xmlns:a16="http://schemas.microsoft.com/office/drawing/2014/main" id="{D3F786E1-7718-4230-BFDF-2978A1B069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6315" y="8057764"/>
            <a:ext cx="545510" cy="545460"/>
          </a:xfrm>
          <a:custGeom xmlns:a="http://schemas.openxmlformats.org/drawingml/2006/main">
            <a:pathLst>
              <a:path w="499546" h="499500">
                <a:moveTo>
                  <a:pt x="410680" y="88876"/>
                </a:moveTo>
                <a:cubicBezTo>
                  <a:pt x="499546" y="177660"/>
                  <a:pt x="499546" y="321749"/>
                  <a:pt x="410680" y="410625"/>
                </a:cubicBezTo>
                <a:cubicBezTo>
                  <a:pt x="321814" y="499500"/>
                  <a:pt x="177732" y="499500"/>
                  <a:pt x="88866" y="410625"/>
                </a:cubicBezTo>
                <a:cubicBezTo>
                  <a:pt x="0" y="321749"/>
                  <a:pt x="0" y="177660"/>
                  <a:pt x="88866" y="88876"/>
                </a:cubicBezTo>
                <a:cubicBezTo>
                  <a:pt x="177732" y="0"/>
                  <a:pt x="321814" y="0"/>
                  <a:pt x="410680" y="8887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pic>
        <p:nvPicPr>
          <p:cNvPr id="100" name="">
            <a:extLst xmlns:a="http://schemas.openxmlformats.org/drawingml/2006/main">
              <a:ext uri="{FF2B5EF4-FFF2-40B4-BE49-F238E27FC236}">
                <a16:creationId xmlns:a16="http://schemas.microsoft.com/office/drawing/2014/main" id="{DB6AC9A6-5AE8-4103-BEFE-9311BA9DCB2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1418b6f18d541fa"/>
          <a:stretch xmlns:a="http://schemas.openxmlformats.org/drawingml/2006/main"/>
        </p:blipFill>
        <p:spPr>
          <a:xfrm xmlns:a="http://schemas.openxmlformats.org/drawingml/2006/main">
            <a:off x="6431781" y="8527618"/>
            <a:ext cx="592881" cy="592881"/>
          </a:xfrm>
          <a:prstGeom xmlns:a="http://schemas.openxmlformats.org/drawingml/2006/main" prst="rect">
            <a:avLst/>
          </a:prstGeom>
        </p:spPr>
      </p:pic>
      <p:sp>
        <p:nvSpPr>
          <p:cNvPr id="101" name="path-96">
            <a:extLst xmlns:a="http://schemas.openxmlformats.org/drawingml/2006/main">
              <a:ext uri="{FF2B5EF4-FFF2-40B4-BE49-F238E27FC236}">
                <a16:creationId xmlns:a16="http://schemas.microsoft.com/office/drawing/2014/main" id="{87DB0EF0-A840-48D0-B16E-433DDE047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8207" y="8552959"/>
            <a:ext cx="545510" cy="545460"/>
          </a:xfrm>
          <a:custGeom xmlns:a="http://schemas.openxmlformats.org/drawingml/2006/main">
            <a:pathLst>
              <a:path w="499546" h="499500">
                <a:moveTo>
                  <a:pt x="410680" y="88785"/>
                </a:moveTo>
                <a:cubicBezTo>
                  <a:pt x="499546" y="177660"/>
                  <a:pt x="499546" y="321752"/>
                  <a:pt x="410680" y="410628"/>
                </a:cubicBezTo>
                <a:cubicBezTo>
                  <a:pt x="321814" y="499500"/>
                  <a:pt x="177731" y="499500"/>
                  <a:pt x="88866" y="410628"/>
                </a:cubicBezTo>
                <a:cubicBezTo>
                  <a:pt x="0" y="321752"/>
                  <a:pt x="0" y="177660"/>
                  <a:pt x="88866" y="88785"/>
                </a:cubicBezTo>
                <a:cubicBezTo>
                  <a:pt x="177731" y="0"/>
                  <a:pt x="321814" y="0"/>
                  <a:pt x="410680" y="88785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2" name="path-97">
            <a:extLst xmlns:a="http://schemas.openxmlformats.org/drawingml/2006/main">
              <a:ext uri="{FF2B5EF4-FFF2-40B4-BE49-F238E27FC236}">
                <a16:creationId xmlns:a16="http://schemas.microsoft.com/office/drawing/2014/main" id="{4D0FFF10-3BE7-4E07-9BE1-0C0C30CC0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4964" y="7993394"/>
            <a:ext cx="188472" cy="442250"/>
          </a:xfrm>
          <a:custGeom xmlns:a="http://schemas.openxmlformats.org/drawingml/2006/main">
            <a:pathLst>
              <a:path w="172592" h="404986">
                <a:moveTo>
                  <a:pt x="0" y="0"/>
                </a:moveTo>
                <a:lnTo>
                  <a:pt x="172592" y="404986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03" name="path-98">
            <a:extLst xmlns:a="http://schemas.openxmlformats.org/drawingml/2006/main">
              <a:ext uri="{FF2B5EF4-FFF2-40B4-BE49-F238E27FC236}">
                <a16:creationId xmlns:a16="http://schemas.microsoft.com/office/drawing/2014/main" id="{29550B6B-82CF-46B8-B2F1-C05041C0D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3897" y="8416052"/>
            <a:ext cx="29284" cy="42397"/>
          </a:xfrm>
          <a:custGeom xmlns:a="http://schemas.openxmlformats.org/drawingml/2006/main">
            <a:pathLst>
              <a:path w="26817" h="38825">
                <a:moveTo>
                  <a:pt x="26817" y="38825"/>
                </a:moveTo>
                <a:lnTo>
                  <a:pt x="25097" y="0"/>
                </a:lnTo>
                <a:lnTo>
                  <a:pt x="17902" y="17902"/>
                </a:lnTo>
                <a:lnTo>
                  <a:pt x="0" y="10698"/>
                </a:lnTo>
                <a:lnTo>
                  <a:pt x="26817" y="3882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" name="path-99">
            <a:extLst xmlns:a="http://schemas.openxmlformats.org/drawingml/2006/main">
              <a:ext uri="{FF2B5EF4-FFF2-40B4-BE49-F238E27FC236}">
                <a16:creationId xmlns:a16="http://schemas.microsoft.com/office/drawing/2014/main" id="{5E980524-56D0-4BE6-AC25-72620E993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3887" y="8416075"/>
            <a:ext cx="29295" cy="42418"/>
          </a:xfrm>
          <a:custGeom xmlns:a="http://schemas.openxmlformats.org/drawingml/2006/main">
            <a:pathLst>
              <a:path w="26826" h="38844">
                <a:moveTo>
                  <a:pt x="26826" y="38844"/>
                </a:moveTo>
                <a:lnTo>
                  <a:pt x="25107" y="0"/>
                </a:lnTo>
                <a:lnTo>
                  <a:pt x="17902" y="17921"/>
                </a:lnTo>
                <a:lnTo>
                  <a:pt x="0" y="10640"/>
                </a:lnTo>
                <a:lnTo>
                  <a:pt x="26826" y="38844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5" name="path-100">
            <a:extLst xmlns:a="http://schemas.openxmlformats.org/drawingml/2006/main">
              <a:ext uri="{FF2B5EF4-FFF2-40B4-BE49-F238E27FC236}">
                <a16:creationId xmlns:a16="http://schemas.microsoft.com/office/drawing/2014/main" id="{05B96A6A-91D0-41CE-8A14-C78E4A5A5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4587" y="8735542"/>
            <a:ext cx="426454" cy="53640"/>
          </a:xfrm>
          <a:custGeom xmlns:a="http://schemas.openxmlformats.org/drawingml/2006/main">
            <a:pathLst>
              <a:path w="390522" h="49120">
                <a:moveTo>
                  <a:pt x="0" y="0"/>
                </a:moveTo>
                <a:lnTo>
                  <a:pt x="390522" y="4912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06" name="path-101">
            <a:extLst xmlns:a="http://schemas.openxmlformats.org/drawingml/2006/main">
              <a:ext uri="{FF2B5EF4-FFF2-40B4-BE49-F238E27FC236}">
                <a16:creationId xmlns:a16="http://schemas.microsoft.com/office/drawing/2014/main" id="{5E32FFEE-0CE1-4C0D-ABBE-0CCDB24D1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4393" y="8772524"/>
            <a:ext cx="41284" cy="29563"/>
          </a:xfrm>
          <a:custGeom xmlns:a="http://schemas.openxmlformats.org/drawingml/2006/main">
            <a:pathLst>
              <a:path w="37806" h="27072">
                <a:moveTo>
                  <a:pt x="37806" y="18084"/>
                </a:moveTo>
                <a:lnTo>
                  <a:pt x="3411" y="0"/>
                </a:lnTo>
                <a:lnTo>
                  <a:pt x="15246" y="15236"/>
                </a:lnTo>
                <a:lnTo>
                  <a:pt x="0" y="27072"/>
                </a:lnTo>
                <a:lnTo>
                  <a:pt x="37806" y="1808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" name="path-102">
            <a:extLst xmlns:a="http://schemas.openxmlformats.org/drawingml/2006/main">
              <a:ext uri="{FF2B5EF4-FFF2-40B4-BE49-F238E27FC236}">
                <a16:creationId xmlns:a16="http://schemas.microsoft.com/office/drawing/2014/main" id="{A6B78660-DDFC-4AF6-B283-CA94750EA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4393" y="8772494"/>
            <a:ext cx="41285" cy="29604"/>
          </a:xfrm>
          <a:custGeom xmlns:a="http://schemas.openxmlformats.org/drawingml/2006/main">
            <a:pathLst>
              <a:path w="37806" h="27110">
                <a:moveTo>
                  <a:pt x="37806" y="18102"/>
                </a:moveTo>
                <a:lnTo>
                  <a:pt x="3411" y="0"/>
                </a:lnTo>
                <a:lnTo>
                  <a:pt x="15246" y="15282"/>
                </a:lnTo>
                <a:lnTo>
                  <a:pt x="0" y="27110"/>
                </a:lnTo>
                <a:lnTo>
                  <a:pt x="37806" y="18102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8" name="path-103">
            <a:extLst xmlns:a="http://schemas.openxmlformats.org/drawingml/2006/main">
              <a:ext uri="{FF2B5EF4-FFF2-40B4-BE49-F238E27FC236}">
                <a16:creationId xmlns:a16="http://schemas.microsoft.com/office/drawing/2014/main" id="{6AB5B87A-1CE5-41E7-8159-D178244A2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83627" y="8548489"/>
            <a:ext cx="81884" cy="91786"/>
          </a:xfrm>
          <a:custGeom xmlns:a="http://schemas.openxmlformats.org/drawingml/2006/main">
            <a:pathLst>
              <a:path w="74984" h="84052">
                <a:moveTo>
                  <a:pt x="74984" y="84052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09" name="path-104">
            <a:extLst xmlns:a="http://schemas.openxmlformats.org/drawingml/2006/main">
              <a:ext uri="{FF2B5EF4-FFF2-40B4-BE49-F238E27FC236}">
                <a16:creationId xmlns:a16="http://schemas.microsoft.com/office/drawing/2014/main" id="{D7314A74-5F5B-4081-B88B-76D2BECEB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7088" y="8529962"/>
            <a:ext cx="37579" cy="39566"/>
          </a:xfrm>
          <a:custGeom xmlns:a="http://schemas.openxmlformats.org/drawingml/2006/main">
            <a:pathLst>
              <a:path w="34413" h="36232">
                <a:moveTo>
                  <a:pt x="0" y="0"/>
                </a:moveTo>
                <a:lnTo>
                  <a:pt x="14045" y="36232"/>
                </a:lnTo>
                <a:lnTo>
                  <a:pt x="15146" y="16965"/>
                </a:lnTo>
                <a:lnTo>
                  <a:pt x="34413" y="18066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" name="path-105">
            <a:extLst xmlns:a="http://schemas.openxmlformats.org/drawingml/2006/main">
              <a:ext uri="{FF2B5EF4-FFF2-40B4-BE49-F238E27FC236}">
                <a16:creationId xmlns:a16="http://schemas.microsoft.com/office/drawing/2014/main" id="{4702EA96-96EC-4186-A573-726812F3A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7088" y="8530015"/>
            <a:ext cx="37579" cy="39536"/>
          </a:xfrm>
          <a:custGeom xmlns:a="http://schemas.openxmlformats.org/drawingml/2006/main">
            <a:pathLst>
              <a:path w="34413" h="36205">
                <a:moveTo>
                  <a:pt x="0" y="0"/>
                </a:moveTo>
                <a:lnTo>
                  <a:pt x="14045" y="36205"/>
                </a:lnTo>
                <a:lnTo>
                  <a:pt x="15146" y="16918"/>
                </a:lnTo>
                <a:lnTo>
                  <a:pt x="34413" y="18011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11" name="path-106">
            <a:extLst xmlns:a="http://schemas.openxmlformats.org/drawingml/2006/main">
              <a:ext uri="{FF2B5EF4-FFF2-40B4-BE49-F238E27FC236}">
                <a16:creationId xmlns:a16="http://schemas.microsoft.com/office/drawing/2014/main" id="{39C1E378-D501-4C3E-9F04-FA4FCF1F0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35094" y="8247003"/>
            <a:ext cx="340846" cy="48475"/>
          </a:xfrm>
          <a:custGeom xmlns:a="http://schemas.openxmlformats.org/drawingml/2006/main">
            <a:pathLst>
              <a:path w="312126" h="44391">
                <a:moveTo>
                  <a:pt x="0" y="44391"/>
                </a:moveTo>
                <a:lnTo>
                  <a:pt x="312126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12" name="path-107">
            <a:extLst xmlns:a="http://schemas.openxmlformats.org/drawingml/2006/main">
              <a:ext uri="{FF2B5EF4-FFF2-40B4-BE49-F238E27FC236}">
                <a16:creationId xmlns:a16="http://schemas.microsoft.com/office/drawing/2014/main" id="{7C44B8C5-DE87-4F08-8943-74ADB4231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082" y="8234305"/>
            <a:ext cx="41443" cy="29503"/>
          </a:xfrm>
          <a:custGeom xmlns:a="http://schemas.openxmlformats.org/drawingml/2006/main">
            <a:pathLst>
              <a:path w="37951" h="27017">
                <a:moveTo>
                  <a:pt x="37951" y="8387"/>
                </a:moveTo>
                <a:lnTo>
                  <a:pt x="0" y="0"/>
                </a:lnTo>
                <a:lnTo>
                  <a:pt x="15437" y="11589"/>
                </a:lnTo>
                <a:lnTo>
                  <a:pt x="3848" y="27017"/>
                </a:lnTo>
                <a:lnTo>
                  <a:pt x="37951" y="838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" name="path-108">
            <a:extLst xmlns:a="http://schemas.openxmlformats.org/drawingml/2006/main">
              <a:ext uri="{FF2B5EF4-FFF2-40B4-BE49-F238E27FC236}">
                <a16:creationId xmlns:a16="http://schemas.microsoft.com/office/drawing/2014/main" id="{DDA2B903-E069-4E9B-AE60-005101116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082" y="8234286"/>
            <a:ext cx="41444" cy="29505"/>
          </a:xfrm>
          <a:custGeom xmlns:a="http://schemas.openxmlformats.org/drawingml/2006/main">
            <a:pathLst>
              <a:path w="37952" h="27019">
                <a:moveTo>
                  <a:pt x="37952" y="8368"/>
                </a:moveTo>
                <a:lnTo>
                  <a:pt x="0" y="0"/>
                </a:lnTo>
                <a:lnTo>
                  <a:pt x="15437" y="11646"/>
                </a:lnTo>
                <a:lnTo>
                  <a:pt x="3848" y="27019"/>
                </a:lnTo>
                <a:lnTo>
                  <a:pt x="37952" y="8368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14" name="text-109 1">
            <a:extLst xmlns:a="http://schemas.openxmlformats.org/drawingml/2006/main">
              <a:ext uri="{FF2B5EF4-FFF2-40B4-BE49-F238E27FC236}">
                <a16:creationId xmlns:a16="http://schemas.microsoft.com/office/drawing/2014/main" id="{92627F53-6587-4935-86F2-C89C02B92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92020" y="7657657"/>
            <a:ext cx="117036" cy="22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15" name="text-110 2">
            <a:extLst xmlns:a="http://schemas.openxmlformats.org/drawingml/2006/main">
              <a:ext uri="{FF2B5EF4-FFF2-40B4-BE49-F238E27FC236}">
                <a16:creationId xmlns:a16="http://schemas.microsoft.com/office/drawing/2014/main" id="{4E1EDBEE-7B19-44A2-9557-0CB81E3B48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93789" y="8597389"/>
            <a:ext cx="117036" cy="22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16" name="text-111 3">
            <a:extLst xmlns:a="http://schemas.openxmlformats.org/drawingml/2006/main">
              <a:ext uri="{FF2B5EF4-FFF2-40B4-BE49-F238E27FC236}">
                <a16:creationId xmlns:a16="http://schemas.microsoft.com/office/drawing/2014/main" id="{0A9A74BC-4BE8-4D4E-960E-6C9684183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11197" y="8718577"/>
            <a:ext cx="117036" cy="22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17" name="text-112 4">
            <a:extLst xmlns:a="http://schemas.openxmlformats.org/drawingml/2006/main">
              <a:ext uri="{FF2B5EF4-FFF2-40B4-BE49-F238E27FC236}">
                <a16:creationId xmlns:a16="http://schemas.microsoft.com/office/drawing/2014/main" id="{EEE37A4A-E450-45F2-A7BC-B67D5DB50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44870" y="7881861"/>
            <a:ext cx="117036" cy="22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18" name="text-113 5">
            <a:extLst xmlns:a="http://schemas.openxmlformats.org/drawingml/2006/main">
              <a:ext uri="{FF2B5EF4-FFF2-40B4-BE49-F238E27FC236}">
                <a16:creationId xmlns:a16="http://schemas.microsoft.com/office/drawing/2014/main" id="{F3D28CB1-D03E-4D93-800A-3B24096CB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21035" y="7760470"/>
            <a:ext cx="117036" cy="2227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pic>
        <p:nvPicPr>
          <p:cNvPr id="119" name="">
            <a:extLst xmlns:a="http://schemas.openxmlformats.org/drawingml/2006/main">
              <a:ext uri="{FF2B5EF4-FFF2-40B4-BE49-F238E27FC236}">
                <a16:creationId xmlns:a16="http://schemas.microsoft.com/office/drawing/2014/main" id="{0C44B8FC-3763-402E-8EEC-12A7DF48088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e86842962fa4495"/>
          <a:stretch xmlns:a="http://schemas.openxmlformats.org/drawingml/2006/main"/>
        </p:blipFill>
        <p:spPr>
          <a:xfrm xmlns:a="http://schemas.openxmlformats.org/drawingml/2006/main">
            <a:off x="6868640" y="7913935"/>
            <a:ext cx="592881" cy="582479"/>
          </a:xfrm>
          <a:prstGeom xmlns:a="http://schemas.openxmlformats.org/drawingml/2006/main" prst="rect">
            <a:avLst/>
          </a:prstGeom>
        </p:spPr>
      </p:pic>
      <p:sp>
        <p:nvSpPr>
          <p:cNvPr id="120" name="path-115">
            <a:extLst xmlns:a="http://schemas.openxmlformats.org/drawingml/2006/main">
              <a:ext uri="{FF2B5EF4-FFF2-40B4-BE49-F238E27FC236}">
                <a16:creationId xmlns:a16="http://schemas.microsoft.com/office/drawing/2014/main" id="{8D494140-0813-41EA-8302-DBE163CA3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2480" y="7933095"/>
            <a:ext cx="545510" cy="545460"/>
          </a:xfrm>
          <a:custGeom xmlns:a="http://schemas.openxmlformats.org/drawingml/2006/main">
            <a:pathLst>
              <a:path w="499546" h="499500">
                <a:moveTo>
                  <a:pt x="410680" y="88785"/>
                </a:moveTo>
                <a:cubicBezTo>
                  <a:pt x="499546" y="177660"/>
                  <a:pt x="499546" y="321752"/>
                  <a:pt x="410680" y="410628"/>
                </a:cubicBezTo>
                <a:cubicBezTo>
                  <a:pt x="321814" y="499500"/>
                  <a:pt x="177731" y="499500"/>
                  <a:pt x="88865" y="410628"/>
                </a:cubicBezTo>
                <a:cubicBezTo>
                  <a:pt x="0" y="321752"/>
                  <a:pt x="0" y="177660"/>
                  <a:pt x="88865" y="88785"/>
                </a:cubicBezTo>
                <a:cubicBezTo>
                  <a:pt x="177731" y="0"/>
                  <a:pt x="321814" y="0"/>
                  <a:pt x="410680" y="88785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21" name="path-116">
            <a:extLst xmlns:a="http://schemas.openxmlformats.org/drawingml/2006/main">
              <a:ext uri="{FF2B5EF4-FFF2-40B4-BE49-F238E27FC236}">
                <a16:creationId xmlns:a16="http://schemas.microsoft.com/office/drawing/2014/main" id="{7B0BB263-6D53-4065-903D-4793358EA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6901" y="9140440"/>
            <a:ext cx="191" cy="102416"/>
          </a:xfrm>
          <a:custGeom xmlns:a="http://schemas.openxmlformats.org/drawingml/2006/main">
            <a:pathLst>
              <a:path w="191" h="93787">
                <a:moveTo>
                  <a:pt x="0" y="0"/>
                </a:moveTo>
                <a:lnTo>
                  <a:pt x="0" y="93787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22" name="path-117">
            <a:extLst xmlns:a="http://schemas.openxmlformats.org/drawingml/2006/main">
              <a:ext uri="{FF2B5EF4-FFF2-40B4-BE49-F238E27FC236}">
                <a16:creationId xmlns:a16="http://schemas.microsoft.com/office/drawing/2014/main" id="{16F66AC2-31C2-4FE0-A959-01192860B9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4120" y="9210044"/>
            <a:ext cx="65562" cy="87420"/>
          </a:xfrm>
          <a:custGeom xmlns:a="http://schemas.openxmlformats.org/drawingml/2006/main">
            <a:pathLst>
              <a:path w="60038" h="80054">
                <a:moveTo>
                  <a:pt x="30019" y="80054"/>
                </a:moveTo>
                <a:lnTo>
                  <a:pt x="60038" y="0"/>
                </a:lnTo>
                <a:lnTo>
                  <a:pt x="30019" y="30023"/>
                </a:lnTo>
                <a:lnTo>
                  <a:pt x="0" y="0"/>
                </a:lnTo>
                <a:lnTo>
                  <a:pt x="30019" y="8005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" name="path-118">
            <a:extLst xmlns:a="http://schemas.openxmlformats.org/drawingml/2006/main">
              <a:ext uri="{FF2B5EF4-FFF2-40B4-BE49-F238E27FC236}">
                <a16:creationId xmlns:a16="http://schemas.microsoft.com/office/drawing/2014/main" id="{1FDE8E78-9A12-4DBC-A53F-55C0AB10C8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4120" y="9210076"/>
            <a:ext cx="65562" cy="87416"/>
          </a:xfrm>
          <a:custGeom xmlns:a="http://schemas.openxmlformats.org/drawingml/2006/main">
            <a:pathLst>
              <a:path w="60038" h="80050">
                <a:moveTo>
                  <a:pt x="30019" y="80050"/>
                </a:moveTo>
                <a:lnTo>
                  <a:pt x="60038" y="0"/>
                </a:lnTo>
                <a:lnTo>
                  <a:pt x="30019" y="30018"/>
                </a:lnTo>
                <a:lnTo>
                  <a:pt x="0" y="0"/>
                </a:lnTo>
                <a:lnTo>
                  <a:pt x="30019" y="8005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pic>
        <p:nvPicPr>
          <p:cNvPr id="124" name="">
            <a:extLst xmlns:a="http://schemas.openxmlformats.org/drawingml/2006/main">
              <a:ext uri="{FF2B5EF4-FFF2-40B4-BE49-F238E27FC236}">
                <a16:creationId xmlns:a16="http://schemas.microsoft.com/office/drawing/2014/main" id="{85BD5A2A-6926-4AE4-817C-9B68F8E91CD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62cbae5bda04f3e"/>
          <a:stretch xmlns:a="http://schemas.openxmlformats.org/drawingml/2006/main"/>
        </p:blipFill>
        <p:spPr>
          <a:xfrm xmlns:a="http://schemas.openxmlformats.org/drawingml/2006/main">
            <a:off x="9833043" y="7393864"/>
            <a:ext cx="1757839" cy="1851452"/>
          </a:xfrm>
          <a:prstGeom xmlns:a="http://schemas.openxmlformats.org/drawingml/2006/main" prst="rect">
            <a:avLst/>
          </a:prstGeom>
        </p:spPr>
      </p:pic>
      <p:sp>
        <p:nvSpPr>
          <p:cNvPr id="125" name="path-120">
            <a:extLst xmlns:a="http://schemas.openxmlformats.org/drawingml/2006/main">
              <a:ext uri="{FF2B5EF4-FFF2-40B4-BE49-F238E27FC236}">
                <a16:creationId xmlns:a16="http://schemas.microsoft.com/office/drawing/2014/main" id="{963D0528-1F61-4845-A24C-2C36BAFC6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9561" y="7403035"/>
            <a:ext cx="1688737" cy="1688731"/>
          </a:xfrm>
          <a:custGeom xmlns:a="http://schemas.openxmlformats.org/drawingml/2006/main">
            <a:pathLst>
              <a:path w="1546445" h="1546440">
                <a:moveTo>
                  <a:pt x="0" y="0"/>
                </a:moveTo>
                <a:lnTo>
                  <a:pt x="0" y="1546440"/>
                </a:lnTo>
                <a:lnTo>
                  <a:pt x="1546445" y="1546440"/>
                </a:lnTo>
                <a:lnTo>
                  <a:pt x="154644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pic>
        <p:nvPicPr>
          <p:cNvPr id="126" name="">
            <a:extLst xmlns:a="http://schemas.openxmlformats.org/drawingml/2006/main">
              <a:ext uri="{FF2B5EF4-FFF2-40B4-BE49-F238E27FC236}">
                <a16:creationId xmlns:a16="http://schemas.microsoft.com/office/drawing/2014/main" id="{771CEA9A-1BF1-4893-BA8E-47A8A968B47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8bf29174f8c4b5d"/>
          <a:stretch xmlns:a="http://schemas.openxmlformats.org/drawingml/2006/main"/>
        </p:blipFill>
        <p:spPr>
          <a:xfrm xmlns:a="http://schemas.openxmlformats.org/drawingml/2006/main">
            <a:off x="10415523" y="7622695"/>
            <a:ext cx="592881" cy="592881"/>
          </a:xfrm>
          <a:prstGeom xmlns:a="http://schemas.openxmlformats.org/drawingml/2006/main" prst="rect">
            <a:avLst/>
          </a:prstGeom>
        </p:spPr>
      </p:pic>
      <p:sp>
        <p:nvSpPr>
          <p:cNvPr id="127" name="path-122">
            <a:extLst xmlns:a="http://schemas.openxmlformats.org/drawingml/2006/main">
              <a:ext uri="{FF2B5EF4-FFF2-40B4-BE49-F238E27FC236}">
                <a16:creationId xmlns:a16="http://schemas.microsoft.com/office/drawing/2014/main" id="{7D82A527-E7F0-4B23-8654-26D3C0355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085" y="7646312"/>
            <a:ext cx="545510" cy="545556"/>
          </a:xfrm>
          <a:custGeom xmlns:a="http://schemas.openxmlformats.org/drawingml/2006/main">
            <a:pathLst>
              <a:path w="499546" h="499588">
                <a:moveTo>
                  <a:pt x="410680" y="88873"/>
                </a:moveTo>
                <a:cubicBezTo>
                  <a:pt x="499546" y="177745"/>
                  <a:pt x="499546" y="321840"/>
                  <a:pt x="410680" y="410716"/>
                </a:cubicBezTo>
                <a:cubicBezTo>
                  <a:pt x="321815" y="499588"/>
                  <a:pt x="177732" y="499588"/>
                  <a:pt x="88866" y="410716"/>
                </a:cubicBezTo>
                <a:cubicBezTo>
                  <a:pt x="0" y="321840"/>
                  <a:pt x="0" y="177745"/>
                  <a:pt x="88866" y="88873"/>
                </a:cubicBezTo>
                <a:cubicBezTo>
                  <a:pt x="177732" y="0"/>
                  <a:pt x="321815" y="0"/>
                  <a:pt x="410680" y="88873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28" name="text-123 1">
            <a:extLst xmlns:a="http://schemas.openxmlformats.org/drawingml/2006/main">
              <a:ext uri="{FF2B5EF4-FFF2-40B4-BE49-F238E27FC236}">
                <a16:creationId xmlns:a16="http://schemas.microsoft.com/office/drawing/2014/main" id="{8A8B48B5-9423-4CA6-B8F8-8BC9B139E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45768" y="7812027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pic>
        <p:nvPicPr>
          <p:cNvPr id="129" name="">
            <a:extLst xmlns:a="http://schemas.openxmlformats.org/drawingml/2006/main">
              <a:ext uri="{FF2B5EF4-FFF2-40B4-BE49-F238E27FC236}">
                <a16:creationId xmlns:a16="http://schemas.microsoft.com/office/drawing/2014/main" id="{4DFD04C8-B0A9-4DC9-9399-D8A504A75A5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fb9b5e08f1a48e9"/>
          <a:stretch xmlns:a="http://schemas.openxmlformats.org/drawingml/2006/main"/>
        </p:blipFill>
        <p:spPr>
          <a:xfrm xmlns:a="http://schemas.openxmlformats.org/drawingml/2006/main">
            <a:off x="9791438" y="8694041"/>
            <a:ext cx="592881" cy="592881"/>
          </a:xfrm>
          <a:prstGeom xmlns:a="http://schemas.openxmlformats.org/drawingml/2006/main" prst="rect">
            <a:avLst/>
          </a:prstGeom>
        </p:spPr>
      </p:pic>
      <p:sp>
        <p:nvSpPr>
          <p:cNvPr id="130" name="path-125">
            <a:extLst xmlns:a="http://schemas.openxmlformats.org/drawingml/2006/main">
              <a:ext uri="{FF2B5EF4-FFF2-40B4-BE49-F238E27FC236}">
                <a16:creationId xmlns:a16="http://schemas.microsoft.com/office/drawing/2014/main" id="{F30BEBC0-98D8-449D-9BB8-68806235A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0780" y="8717759"/>
            <a:ext cx="451295" cy="372415"/>
          </a:xfrm>
          <a:custGeom xmlns:a="http://schemas.openxmlformats.org/drawingml/2006/main">
            <a:pathLst>
              <a:path w="413270" h="341036">
                <a:moveTo>
                  <a:pt x="0" y="96971"/>
                </a:moveTo>
                <a:cubicBezTo>
                  <a:pt x="85710" y="5005"/>
                  <a:pt x="229701" y="0"/>
                  <a:pt x="321614" y="85691"/>
                </a:cubicBezTo>
                <a:cubicBezTo>
                  <a:pt x="391574" y="151008"/>
                  <a:pt x="413270" y="252981"/>
                  <a:pt x="375892" y="34103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31" name="text-126 3">
            <a:extLst xmlns:a="http://schemas.openxmlformats.org/drawingml/2006/main">
              <a:ext uri="{FF2B5EF4-FFF2-40B4-BE49-F238E27FC236}">
                <a16:creationId xmlns:a16="http://schemas.microsoft.com/office/drawing/2014/main" id="{1FC3CE58-549A-46FB-96C4-639D50F47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38318" y="8544739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pic>
        <p:nvPicPr>
          <p:cNvPr id="132" name="">
            <a:extLst xmlns:a="http://schemas.openxmlformats.org/drawingml/2006/main">
              <a:ext uri="{FF2B5EF4-FFF2-40B4-BE49-F238E27FC236}">
                <a16:creationId xmlns:a16="http://schemas.microsoft.com/office/drawing/2014/main" id="{865BF4C2-361A-446F-BBA5-2944B3103EE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f8732af1ccb4797"/>
          <a:stretch xmlns:a="http://schemas.openxmlformats.org/drawingml/2006/main"/>
        </p:blipFill>
        <p:spPr>
          <a:xfrm xmlns:a="http://schemas.openxmlformats.org/drawingml/2006/main">
            <a:off x="10290706" y="8454808"/>
            <a:ext cx="582479" cy="582479"/>
          </a:xfrm>
          <a:prstGeom xmlns:a="http://schemas.openxmlformats.org/drawingml/2006/main" prst="rect">
            <a:avLst/>
          </a:prstGeom>
        </p:spPr>
      </p:pic>
      <p:sp>
        <p:nvSpPr>
          <p:cNvPr id="133" name="path-128">
            <a:extLst xmlns:a="http://schemas.openxmlformats.org/drawingml/2006/main">
              <a:ext uri="{FF2B5EF4-FFF2-40B4-BE49-F238E27FC236}">
                <a16:creationId xmlns:a16="http://schemas.microsoft.com/office/drawing/2014/main" id="{12122AAD-9400-4FFB-994D-6F19274EB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2242" y="8471005"/>
            <a:ext cx="545510" cy="545464"/>
          </a:xfrm>
          <a:custGeom xmlns:a="http://schemas.openxmlformats.org/drawingml/2006/main">
            <a:pathLst>
              <a:path w="499546" h="499503">
                <a:moveTo>
                  <a:pt x="410680" y="88876"/>
                </a:moveTo>
                <a:cubicBezTo>
                  <a:pt x="499546" y="177751"/>
                  <a:pt x="499546" y="321752"/>
                  <a:pt x="410680" y="410628"/>
                </a:cubicBezTo>
                <a:cubicBezTo>
                  <a:pt x="321814" y="499503"/>
                  <a:pt x="177732" y="499503"/>
                  <a:pt x="88866" y="410628"/>
                </a:cubicBezTo>
                <a:cubicBezTo>
                  <a:pt x="0" y="321752"/>
                  <a:pt x="0" y="177751"/>
                  <a:pt x="88866" y="88876"/>
                </a:cubicBezTo>
                <a:cubicBezTo>
                  <a:pt x="177732" y="0"/>
                  <a:pt x="321814" y="0"/>
                  <a:pt x="410680" y="8887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34" name="text-129 2">
            <a:extLst xmlns:a="http://schemas.openxmlformats.org/drawingml/2006/main">
              <a:ext uri="{FF2B5EF4-FFF2-40B4-BE49-F238E27FC236}">
                <a16:creationId xmlns:a16="http://schemas.microsoft.com/office/drawing/2014/main" id="{0C341D69-C516-45A1-BA49-72E6AB92E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68411" y="8636624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pic>
        <p:nvPicPr>
          <p:cNvPr id="135" name="">
            <a:extLst xmlns:a="http://schemas.openxmlformats.org/drawingml/2006/main">
              <a:ext uri="{FF2B5EF4-FFF2-40B4-BE49-F238E27FC236}">
                <a16:creationId xmlns:a16="http://schemas.microsoft.com/office/drawing/2014/main" id="{9E178922-51C4-4DE9-88A5-28AF0346522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2e3cef4e56e4d2f"/>
          <a:stretch xmlns:a="http://schemas.openxmlformats.org/drawingml/2006/main"/>
        </p:blipFill>
        <p:spPr>
          <a:xfrm xmlns:a="http://schemas.openxmlformats.org/drawingml/2006/main">
            <a:off x="10873185" y="8090759"/>
            <a:ext cx="592881" cy="592881"/>
          </a:xfrm>
          <a:prstGeom xmlns:a="http://schemas.openxmlformats.org/drawingml/2006/main" prst="rect">
            <a:avLst/>
          </a:prstGeom>
        </p:spPr>
      </p:pic>
      <p:sp>
        <p:nvSpPr>
          <p:cNvPr id="136" name="path-131">
            <a:extLst xmlns:a="http://schemas.openxmlformats.org/drawingml/2006/main">
              <a:ext uri="{FF2B5EF4-FFF2-40B4-BE49-F238E27FC236}">
                <a16:creationId xmlns:a16="http://schemas.microsoft.com/office/drawing/2014/main" id="{B7A61F36-D499-4B63-B3EC-1A7DA5F26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3711" y="8108227"/>
            <a:ext cx="545511" cy="545560"/>
          </a:xfrm>
          <a:custGeom xmlns:a="http://schemas.openxmlformats.org/drawingml/2006/main">
            <a:pathLst>
              <a:path w="499547" h="499591">
                <a:moveTo>
                  <a:pt x="410681" y="88873"/>
                </a:moveTo>
                <a:cubicBezTo>
                  <a:pt x="499547" y="177748"/>
                  <a:pt x="499547" y="321843"/>
                  <a:pt x="410681" y="410716"/>
                </a:cubicBezTo>
                <a:cubicBezTo>
                  <a:pt x="321815" y="499591"/>
                  <a:pt x="177732" y="499591"/>
                  <a:pt x="88867" y="410716"/>
                </a:cubicBezTo>
                <a:cubicBezTo>
                  <a:pt x="0" y="321843"/>
                  <a:pt x="0" y="177748"/>
                  <a:pt x="88867" y="88873"/>
                </a:cubicBezTo>
                <a:cubicBezTo>
                  <a:pt x="177732" y="0"/>
                  <a:pt x="321815" y="0"/>
                  <a:pt x="410681" y="88873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37" name="text-132 4">
            <a:extLst xmlns:a="http://schemas.openxmlformats.org/drawingml/2006/main">
              <a:ext uri="{FF2B5EF4-FFF2-40B4-BE49-F238E27FC236}">
                <a16:creationId xmlns:a16="http://schemas.microsoft.com/office/drawing/2014/main" id="{BE060481-631C-4035-8C22-81F845154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22267" y="7934608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38" name="path-133">
            <a:extLst xmlns:a="http://schemas.openxmlformats.org/drawingml/2006/main">
              <a:ext uri="{FF2B5EF4-FFF2-40B4-BE49-F238E27FC236}">
                <a16:creationId xmlns:a16="http://schemas.microsoft.com/office/drawing/2014/main" id="{727562B9-D997-4577-B458-CA3830204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471" y="8164451"/>
            <a:ext cx="46848" cy="290763"/>
          </a:xfrm>
          <a:custGeom xmlns:a="http://schemas.openxmlformats.org/drawingml/2006/main">
            <a:pathLst>
              <a:path w="42900" h="266263">
                <a:moveTo>
                  <a:pt x="42900" y="0"/>
                </a:moveTo>
                <a:lnTo>
                  <a:pt x="0" y="266263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39" name="path-134">
            <a:extLst xmlns:a="http://schemas.openxmlformats.org/drawingml/2006/main">
              <a:ext uri="{FF2B5EF4-FFF2-40B4-BE49-F238E27FC236}">
                <a16:creationId xmlns:a16="http://schemas.microsoft.com/office/drawing/2014/main" id="{CC7C4C2C-1F12-4C98-81B0-C1C2FA267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9133" y="8438154"/>
            <a:ext cx="29425" cy="41603"/>
          </a:xfrm>
          <a:custGeom xmlns:a="http://schemas.openxmlformats.org/drawingml/2006/main">
            <a:pathLst>
              <a:path w="26945" h="38097">
                <a:moveTo>
                  <a:pt x="7678" y="38097"/>
                </a:moveTo>
                <a:lnTo>
                  <a:pt x="26945" y="4340"/>
                </a:lnTo>
                <a:lnTo>
                  <a:pt x="11298" y="15638"/>
                </a:lnTo>
                <a:lnTo>
                  <a:pt x="0" y="0"/>
                </a:lnTo>
                <a:lnTo>
                  <a:pt x="7678" y="3809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" name="path-135">
            <a:extLst xmlns:a="http://schemas.openxmlformats.org/drawingml/2006/main">
              <a:ext uri="{FF2B5EF4-FFF2-40B4-BE49-F238E27FC236}">
                <a16:creationId xmlns:a16="http://schemas.microsoft.com/office/drawing/2014/main" id="{6D2909BA-49AB-48B1-8E3D-1A927B286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9134" y="8438126"/>
            <a:ext cx="29423" cy="41624"/>
          </a:xfrm>
          <a:custGeom xmlns:a="http://schemas.openxmlformats.org/drawingml/2006/main">
            <a:pathLst>
              <a:path w="26944" h="38116">
                <a:moveTo>
                  <a:pt x="7677" y="38116"/>
                </a:moveTo>
                <a:lnTo>
                  <a:pt x="26944" y="4366"/>
                </a:lnTo>
                <a:lnTo>
                  <a:pt x="11298" y="15648"/>
                </a:lnTo>
                <a:lnTo>
                  <a:pt x="0" y="0"/>
                </a:lnTo>
                <a:lnTo>
                  <a:pt x="7677" y="38116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41" name="path-136">
            <a:extLst xmlns:a="http://schemas.openxmlformats.org/drawingml/2006/main">
              <a:ext uri="{FF2B5EF4-FFF2-40B4-BE49-F238E27FC236}">
                <a16:creationId xmlns:a16="http://schemas.microsoft.com/office/drawing/2014/main" id="{02ACA480-D634-4412-A443-1A05D5104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118" y="8664711"/>
            <a:ext cx="160759" cy="58910"/>
          </a:xfrm>
          <a:custGeom xmlns:a="http://schemas.openxmlformats.org/drawingml/2006/main">
            <a:pathLst>
              <a:path w="147214" h="53946">
                <a:moveTo>
                  <a:pt x="147214" y="1275"/>
                </a:moveTo>
                <a:cubicBezTo>
                  <a:pt x="112582" y="0"/>
                  <a:pt x="77811" y="5005"/>
                  <a:pt x="46329" y="20650"/>
                </a:cubicBezTo>
                <a:cubicBezTo>
                  <a:pt x="28855" y="29385"/>
                  <a:pt x="13497" y="40755"/>
                  <a:pt x="0" y="5394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42" name="path-137">
            <a:extLst xmlns:a="http://schemas.openxmlformats.org/drawingml/2006/main">
              <a:ext uri="{FF2B5EF4-FFF2-40B4-BE49-F238E27FC236}">
                <a16:creationId xmlns:a16="http://schemas.microsoft.com/office/drawing/2014/main" id="{F140C5F8-C30D-4EF1-A360-4D6C24027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2016" y="8702590"/>
            <a:ext cx="37113" cy="39904"/>
          </a:xfrm>
          <a:custGeom xmlns:a="http://schemas.openxmlformats.org/drawingml/2006/main">
            <a:pathLst>
              <a:path w="33986" h="36542">
                <a:moveTo>
                  <a:pt x="0" y="36542"/>
                </a:moveTo>
                <a:lnTo>
                  <a:pt x="33986" y="17693"/>
                </a:lnTo>
                <a:lnTo>
                  <a:pt x="14746" y="19231"/>
                </a:lnTo>
                <a:lnTo>
                  <a:pt x="13209" y="0"/>
                </a:lnTo>
                <a:lnTo>
                  <a:pt x="0" y="3654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" name="path-138">
            <a:extLst xmlns:a="http://schemas.openxmlformats.org/drawingml/2006/main">
              <a:ext uri="{FF2B5EF4-FFF2-40B4-BE49-F238E27FC236}">
                <a16:creationId xmlns:a16="http://schemas.microsoft.com/office/drawing/2014/main" id="{A247831C-D49B-4275-9ECF-A9EC2E8C61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2016" y="8702560"/>
            <a:ext cx="37109" cy="39936"/>
          </a:xfrm>
          <a:custGeom xmlns:a="http://schemas.openxmlformats.org/drawingml/2006/main">
            <a:pathLst>
              <a:path w="33982" h="36571">
                <a:moveTo>
                  <a:pt x="0" y="36571"/>
                </a:moveTo>
                <a:lnTo>
                  <a:pt x="33982" y="17739"/>
                </a:lnTo>
                <a:lnTo>
                  <a:pt x="14746" y="19287"/>
                </a:lnTo>
                <a:lnTo>
                  <a:pt x="13207" y="0"/>
                </a:lnTo>
                <a:lnTo>
                  <a:pt x="0" y="36571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44" name="path-139">
            <a:extLst xmlns:a="http://schemas.openxmlformats.org/drawingml/2006/main">
              <a:ext uri="{FF2B5EF4-FFF2-40B4-BE49-F238E27FC236}">
                <a16:creationId xmlns:a16="http://schemas.microsoft.com/office/drawing/2014/main" id="{F7B95E55-C8FD-4C9B-A929-0320837EE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063" y="8671371"/>
            <a:ext cx="814665" cy="388306"/>
          </a:xfrm>
          <a:custGeom xmlns:a="http://schemas.openxmlformats.org/drawingml/2006/main">
            <a:pathLst>
              <a:path w="746022" h="355587">
                <a:moveTo>
                  <a:pt x="0" y="335119"/>
                </a:moveTo>
                <a:cubicBezTo>
                  <a:pt x="163868" y="353861"/>
                  <a:pt x="384090" y="355587"/>
                  <a:pt x="541118" y="266988"/>
                </a:cubicBezTo>
                <a:cubicBezTo>
                  <a:pt x="657874" y="201034"/>
                  <a:pt x="716903" y="97971"/>
                  <a:pt x="746022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45" name="path-140">
            <a:extLst xmlns:a="http://schemas.openxmlformats.org/drawingml/2006/main">
              <a:ext uri="{FF2B5EF4-FFF2-40B4-BE49-F238E27FC236}">
                <a16:creationId xmlns:a16="http://schemas.microsoft.com/office/drawing/2014/main" id="{6A20AE4B-B478-4770-A158-483AF45FC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538" y="8647388"/>
            <a:ext cx="28837" cy="42208"/>
          </a:xfrm>
          <a:custGeom xmlns:a="http://schemas.openxmlformats.org/drawingml/2006/main">
            <a:pathLst>
              <a:path w="26407" h="38652">
                <a:moveTo>
                  <a:pt x="22387" y="0"/>
                </a:moveTo>
                <a:lnTo>
                  <a:pt x="0" y="31765"/>
                </a:lnTo>
                <a:lnTo>
                  <a:pt x="16647" y="22005"/>
                </a:lnTo>
                <a:lnTo>
                  <a:pt x="26407" y="38652"/>
                </a:lnTo>
                <a:lnTo>
                  <a:pt x="22387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" name="path-141">
            <a:extLst xmlns:a="http://schemas.openxmlformats.org/drawingml/2006/main">
              <a:ext uri="{FF2B5EF4-FFF2-40B4-BE49-F238E27FC236}">
                <a16:creationId xmlns:a16="http://schemas.microsoft.com/office/drawing/2014/main" id="{0C4A3753-E5AE-422E-B5F7-AD5A4A5FF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538" y="8647428"/>
            <a:ext cx="28837" cy="42219"/>
          </a:xfrm>
          <a:custGeom xmlns:a="http://schemas.openxmlformats.org/drawingml/2006/main">
            <a:pathLst>
              <a:path w="26407" h="38662">
                <a:moveTo>
                  <a:pt x="22387" y="0"/>
                </a:moveTo>
                <a:lnTo>
                  <a:pt x="0" y="31748"/>
                </a:lnTo>
                <a:lnTo>
                  <a:pt x="16647" y="22017"/>
                </a:lnTo>
                <a:lnTo>
                  <a:pt x="26407" y="38662"/>
                </a:lnTo>
                <a:lnTo>
                  <a:pt x="22387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pic>
        <p:nvPicPr>
          <p:cNvPr id="147" name="">
            <a:extLst xmlns:a="http://schemas.openxmlformats.org/drawingml/2006/main">
              <a:ext uri="{FF2B5EF4-FFF2-40B4-BE49-F238E27FC236}">
                <a16:creationId xmlns:a16="http://schemas.microsoft.com/office/drawing/2014/main" id="{70487FA0-17A3-47E7-8F25-AF6BB13C778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443d37bd138497c"/>
          <a:stretch xmlns:a="http://schemas.openxmlformats.org/drawingml/2006/main"/>
        </p:blipFill>
        <p:spPr>
          <a:xfrm xmlns:a="http://schemas.openxmlformats.org/drawingml/2006/main">
            <a:off x="7950387" y="7393864"/>
            <a:ext cx="1633022" cy="1705832"/>
          </a:xfrm>
          <a:prstGeom xmlns:a="http://schemas.openxmlformats.org/drawingml/2006/main" prst="rect">
            <a:avLst/>
          </a:prstGeom>
        </p:spPr>
      </p:pic>
      <p:sp>
        <p:nvSpPr>
          <p:cNvPr id="148" name="path-143">
            <a:extLst xmlns:a="http://schemas.openxmlformats.org/drawingml/2006/main">
              <a:ext uri="{FF2B5EF4-FFF2-40B4-BE49-F238E27FC236}">
                <a16:creationId xmlns:a16="http://schemas.microsoft.com/office/drawing/2014/main" id="{6392BA9C-8A6E-457B-B2C2-4B5D40952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5159" y="7403035"/>
            <a:ext cx="1625667" cy="1688731"/>
          </a:xfrm>
          <a:custGeom xmlns:a="http://schemas.openxmlformats.org/drawingml/2006/main">
            <a:pathLst>
              <a:path w="1488689" h="1546440">
                <a:moveTo>
                  <a:pt x="0" y="0"/>
                </a:moveTo>
                <a:lnTo>
                  <a:pt x="0" y="1546440"/>
                </a:lnTo>
                <a:lnTo>
                  <a:pt x="1488689" y="1546440"/>
                </a:lnTo>
                <a:lnTo>
                  <a:pt x="14886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pic>
        <p:nvPicPr>
          <p:cNvPr id="149" name="">
            <a:extLst xmlns:a="http://schemas.openxmlformats.org/drawingml/2006/main">
              <a:ext uri="{FF2B5EF4-FFF2-40B4-BE49-F238E27FC236}">
                <a16:creationId xmlns:a16="http://schemas.microsoft.com/office/drawing/2014/main" id="{7AC5B381-1A84-454A-B224-48BDA33FFB7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ffd98454a2d48d1"/>
          <a:stretch xmlns:a="http://schemas.openxmlformats.org/drawingml/2006/main"/>
        </p:blipFill>
        <p:spPr>
          <a:xfrm xmlns:a="http://schemas.openxmlformats.org/drawingml/2006/main">
            <a:off x="8688888" y="7705906"/>
            <a:ext cx="592881" cy="582479"/>
          </a:xfrm>
          <a:prstGeom xmlns:a="http://schemas.openxmlformats.org/drawingml/2006/main" prst="rect">
            <a:avLst/>
          </a:prstGeom>
        </p:spPr>
      </p:pic>
      <p:sp>
        <p:nvSpPr>
          <p:cNvPr id="150" name="path-145">
            <a:extLst xmlns:a="http://schemas.openxmlformats.org/drawingml/2006/main">
              <a:ext uri="{FF2B5EF4-FFF2-40B4-BE49-F238E27FC236}">
                <a16:creationId xmlns:a16="http://schemas.microsoft.com/office/drawing/2014/main" id="{473BD2C5-B642-4634-BC93-9950E304B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12705" y="7720613"/>
            <a:ext cx="545506" cy="545560"/>
          </a:xfrm>
          <a:custGeom xmlns:a="http://schemas.openxmlformats.org/drawingml/2006/main">
            <a:pathLst>
              <a:path w="499542" h="499591">
                <a:moveTo>
                  <a:pt x="410675" y="88876"/>
                </a:moveTo>
                <a:cubicBezTo>
                  <a:pt x="499542" y="177748"/>
                  <a:pt x="499542" y="321843"/>
                  <a:pt x="410675" y="410716"/>
                </a:cubicBezTo>
                <a:cubicBezTo>
                  <a:pt x="321810" y="499591"/>
                  <a:pt x="177731" y="499591"/>
                  <a:pt x="88866" y="410716"/>
                </a:cubicBezTo>
                <a:cubicBezTo>
                  <a:pt x="0" y="321843"/>
                  <a:pt x="0" y="177748"/>
                  <a:pt x="88866" y="88876"/>
                </a:cubicBezTo>
                <a:cubicBezTo>
                  <a:pt x="177731" y="0"/>
                  <a:pt x="321810" y="0"/>
                  <a:pt x="410675" y="8887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51" name="text-146 1">
            <a:extLst xmlns:a="http://schemas.openxmlformats.org/drawingml/2006/main">
              <a:ext uri="{FF2B5EF4-FFF2-40B4-BE49-F238E27FC236}">
                <a16:creationId xmlns:a16="http://schemas.microsoft.com/office/drawing/2014/main" id="{143E7E84-3E5E-4871-AF0C-8733C4EDF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08976" y="7886331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pic>
        <p:nvPicPr>
          <p:cNvPr id="152" name="">
            <a:extLst xmlns:a="http://schemas.openxmlformats.org/drawingml/2006/main">
              <a:ext uri="{FF2B5EF4-FFF2-40B4-BE49-F238E27FC236}">
                <a16:creationId xmlns:a16="http://schemas.microsoft.com/office/drawing/2014/main" id="{947C45A1-F929-4DA4-9EB8-A332856D7D1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7d72b14c6e04b52"/>
          <a:stretch xmlns:a="http://schemas.openxmlformats.org/drawingml/2006/main"/>
        </p:blipFill>
        <p:spPr>
          <a:xfrm xmlns:a="http://schemas.openxmlformats.org/drawingml/2006/main">
            <a:off x="9021733" y="8298787"/>
            <a:ext cx="582479" cy="592881"/>
          </a:xfrm>
          <a:prstGeom xmlns:a="http://schemas.openxmlformats.org/drawingml/2006/main" prst="rect">
            <a:avLst/>
          </a:prstGeom>
        </p:spPr>
      </p:pic>
      <p:sp>
        <p:nvSpPr>
          <p:cNvPr id="153" name="path-148">
            <a:extLst xmlns:a="http://schemas.openxmlformats.org/drawingml/2006/main">
              <a:ext uri="{FF2B5EF4-FFF2-40B4-BE49-F238E27FC236}">
                <a16:creationId xmlns:a16="http://schemas.microsoft.com/office/drawing/2014/main" id="{458FEC02-6FD9-4DBE-91B4-02C5DFB18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8874" y="8325079"/>
            <a:ext cx="545506" cy="545464"/>
          </a:xfrm>
          <a:custGeom xmlns:a="http://schemas.openxmlformats.org/drawingml/2006/main">
            <a:pathLst>
              <a:path w="499542" h="499503">
                <a:moveTo>
                  <a:pt x="410676" y="88876"/>
                </a:moveTo>
                <a:cubicBezTo>
                  <a:pt x="499542" y="177660"/>
                  <a:pt x="499542" y="321752"/>
                  <a:pt x="410676" y="410628"/>
                </a:cubicBezTo>
                <a:cubicBezTo>
                  <a:pt x="321810" y="499503"/>
                  <a:pt x="177732" y="499503"/>
                  <a:pt x="88866" y="410628"/>
                </a:cubicBezTo>
                <a:cubicBezTo>
                  <a:pt x="0" y="321752"/>
                  <a:pt x="0" y="177660"/>
                  <a:pt x="88866" y="88876"/>
                </a:cubicBezTo>
                <a:cubicBezTo>
                  <a:pt x="177732" y="0"/>
                  <a:pt x="321810" y="0"/>
                  <a:pt x="410676" y="8887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54" name="text-149 2">
            <a:extLst xmlns:a="http://schemas.openxmlformats.org/drawingml/2006/main">
              <a:ext uri="{FF2B5EF4-FFF2-40B4-BE49-F238E27FC236}">
                <a16:creationId xmlns:a16="http://schemas.microsoft.com/office/drawing/2014/main" id="{3BE878DC-A60F-4D17-AB82-7159ECC51B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37384" y="8490698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55" name="path-150">
            <a:extLst xmlns:a="http://schemas.openxmlformats.org/drawingml/2006/main">
              <a:ext uri="{FF2B5EF4-FFF2-40B4-BE49-F238E27FC236}">
                <a16:creationId xmlns:a16="http://schemas.microsoft.com/office/drawing/2014/main" id="{60AE441B-E71D-4399-A952-92DFA2233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3499" y="8212136"/>
            <a:ext cx="69329" cy="128441"/>
          </a:xfrm>
          <a:custGeom xmlns:a="http://schemas.openxmlformats.org/drawingml/2006/main">
            <a:pathLst>
              <a:path w="63488" h="117618">
                <a:moveTo>
                  <a:pt x="0" y="0"/>
                </a:moveTo>
                <a:lnTo>
                  <a:pt x="63488" y="117618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56" name="path-151">
            <a:extLst xmlns:a="http://schemas.openxmlformats.org/drawingml/2006/main">
              <a:ext uri="{FF2B5EF4-FFF2-40B4-BE49-F238E27FC236}">
                <a16:creationId xmlns:a16="http://schemas.microsoft.com/office/drawing/2014/main" id="{96A9AA27-8B5D-4ED1-A69E-F1D10D80F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2638" y="8320400"/>
            <a:ext cx="31987" cy="42050"/>
          </a:xfrm>
          <a:custGeom xmlns:a="http://schemas.openxmlformats.org/drawingml/2006/main">
            <a:pathLst>
              <a:path w="29292" h="38506">
                <a:moveTo>
                  <a:pt x="29292" y="38506"/>
                </a:moveTo>
                <a:lnTo>
                  <a:pt x="24016" y="0"/>
                </a:lnTo>
                <a:lnTo>
                  <a:pt x="18494" y="18485"/>
                </a:lnTo>
                <a:lnTo>
                  <a:pt x="0" y="12963"/>
                </a:lnTo>
                <a:lnTo>
                  <a:pt x="29292" y="3850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" name="path-152">
            <a:extLst xmlns:a="http://schemas.openxmlformats.org/drawingml/2006/main">
              <a:ext uri="{FF2B5EF4-FFF2-40B4-BE49-F238E27FC236}">
                <a16:creationId xmlns:a16="http://schemas.microsoft.com/office/drawing/2014/main" id="{40C36C5B-AE22-4B86-8DEA-D8C8528D7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2639" y="8320411"/>
            <a:ext cx="31984" cy="42021"/>
          </a:xfrm>
          <a:custGeom xmlns:a="http://schemas.openxmlformats.org/drawingml/2006/main">
            <a:pathLst>
              <a:path w="29289" h="38480">
                <a:moveTo>
                  <a:pt x="29289" y="38480"/>
                </a:moveTo>
                <a:lnTo>
                  <a:pt x="24016" y="0"/>
                </a:lnTo>
                <a:lnTo>
                  <a:pt x="18488" y="18466"/>
                </a:lnTo>
                <a:lnTo>
                  <a:pt x="0" y="12916"/>
                </a:lnTo>
                <a:lnTo>
                  <a:pt x="29289" y="3848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pic>
        <p:nvPicPr>
          <p:cNvPr id="158" name="">
            <a:extLst xmlns:a="http://schemas.openxmlformats.org/drawingml/2006/main">
              <a:ext uri="{FF2B5EF4-FFF2-40B4-BE49-F238E27FC236}">
                <a16:creationId xmlns:a16="http://schemas.microsoft.com/office/drawing/2014/main" id="{507D0B6A-DDB4-41CD-B98C-6C0986629E6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956b6657a0149dd"/>
          <a:stretch xmlns:a="http://schemas.openxmlformats.org/drawingml/2006/main"/>
        </p:blipFill>
        <p:spPr>
          <a:xfrm xmlns:a="http://schemas.openxmlformats.org/drawingml/2006/main">
            <a:off x="11798911" y="7393864"/>
            <a:ext cx="1789043" cy="1705832"/>
          </a:xfrm>
          <a:prstGeom xmlns:a="http://schemas.openxmlformats.org/drawingml/2006/main" prst="rect">
            <a:avLst/>
          </a:prstGeom>
        </p:spPr>
      </p:pic>
      <p:sp>
        <p:nvSpPr>
          <p:cNvPr id="159" name="path-154">
            <a:extLst xmlns:a="http://schemas.openxmlformats.org/drawingml/2006/main">
              <a:ext uri="{FF2B5EF4-FFF2-40B4-BE49-F238E27FC236}">
                <a16:creationId xmlns:a16="http://schemas.microsoft.com/office/drawing/2014/main" id="{2ABB65F7-7657-49D1-9ADF-3466F310D5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5974" y="7403035"/>
            <a:ext cx="1772822" cy="1688731"/>
          </a:xfrm>
          <a:custGeom xmlns:a="http://schemas.openxmlformats.org/drawingml/2006/main">
            <a:pathLst>
              <a:path w="1623445" h="1546440">
                <a:moveTo>
                  <a:pt x="0" y="0"/>
                </a:moveTo>
                <a:lnTo>
                  <a:pt x="0" y="1546440"/>
                </a:lnTo>
                <a:lnTo>
                  <a:pt x="1623445" y="1546440"/>
                </a:lnTo>
                <a:lnTo>
                  <a:pt x="162344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pic>
        <p:nvPicPr>
          <p:cNvPr id="160" name="">
            <a:extLst xmlns:a="http://schemas.openxmlformats.org/drawingml/2006/main">
              <a:ext uri="{FF2B5EF4-FFF2-40B4-BE49-F238E27FC236}">
                <a16:creationId xmlns:a16="http://schemas.microsoft.com/office/drawing/2014/main" id="{AD610538-F001-47E5-A786-60EA300D868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410c78ceca1464b"/>
          <a:stretch xmlns:a="http://schemas.openxmlformats.org/drawingml/2006/main"/>
        </p:blipFill>
        <p:spPr>
          <a:xfrm xmlns:a="http://schemas.openxmlformats.org/drawingml/2006/main">
            <a:off x="12963869" y="8184372"/>
            <a:ext cx="582479" cy="582479"/>
          </a:xfrm>
          <a:prstGeom xmlns:a="http://schemas.openxmlformats.org/drawingml/2006/main" prst="rect">
            <a:avLst/>
          </a:prstGeom>
        </p:spPr>
      </p:pic>
      <p:sp>
        <p:nvSpPr>
          <p:cNvPr id="161" name="path-156">
            <a:extLst xmlns:a="http://schemas.openxmlformats.org/drawingml/2006/main">
              <a:ext uri="{FF2B5EF4-FFF2-40B4-BE49-F238E27FC236}">
                <a16:creationId xmlns:a16="http://schemas.microsoft.com/office/drawing/2014/main" id="{1B9A1133-C8EB-4283-A626-95B8C83DD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80160" y="8198723"/>
            <a:ext cx="545510" cy="545560"/>
          </a:xfrm>
          <a:custGeom xmlns:a="http://schemas.openxmlformats.org/drawingml/2006/main">
            <a:pathLst>
              <a:path w="499546" h="499591">
                <a:moveTo>
                  <a:pt x="410679" y="88876"/>
                </a:moveTo>
                <a:cubicBezTo>
                  <a:pt x="499546" y="177751"/>
                  <a:pt x="499546" y="321843"/>
                  <a:pt x="410679" y="410719"/>
                </a:cubicBezTo>
                <a:cubicBezTo>
                  <a:pt x="321814" y="499591"/>
                  <a:pt x="177732" y="499591"/>
                  <a:pt x="88865" y="410719"/>
                </a:cubicBezTo>
                <a:cubicBezTo>
                  <a:pt x="0" y="321843"/>
                  <a:pt x="0" y="177751"/>
                  <a:pt x="88865" y="88876"/>
                </a:cubicBezTo>
                <a:cubicBezTo>
                  <a:pt x="177732" y="0"/>
                  <a:pt x="321814" y="0"/>
                  <a:pt x="410679" y="8887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62" name="text-157 1">
            <a:extLst xmlns:a="http://schemas.openxmlformats.org/drawingml/2006/main">
              <a:ext uri="{FF2B5EF4-FFF2-40B4-BE49-F238E27FC236}">
                <a16:creationId xmlns:a16="http://schemas.microsoft.com/office/drawing/2014/main" id="{E2C84B40-939B-43F7-8EEA-86295FDFC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08724" y="8709738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pic>
        <p:nvPicPr>
          <p:cNvPr id="163" name="">
            <a:extLst xmlns:a="http://schemas.openxmlformats.org/drawingml/2006/main">
              <a:ext uri="{FF2B5EF4-FFF2-40B4-BE49-F238E27FC236}">
                <a16:creationId xmlns:a16="http://schemas.microsoft.com/office/drawing/2014/main" id="{AD525262-353A-41AB-A62B-E58FC79DEDD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a6a29fb0fbb442e"/>
          <a:stretch xmlns:a="http://schemas.openxmlformats.org/drawingml/2006/main"/>
        </p:blipFill>
        <p:spPr>
          <a:xfrm xmlns:a="http://schemas.openxmlformats.org/drawingml/2006/main">
            <a:off x="11944531" y="8017949"/>
            <a:ext cx="582479" cy="592881"/>
          </a:xfrm>
          <a:prstGeom xmlns:a="http://schemas.openxmlformats.org/drawingml/2006/main" prst="rect">
            <a:avLst/>
          </a:prstGeom>
        </p:spPr>
      </p:pic>
      <p:sp>
        <p:nvSpPr>
          <p:cNvPr id="164" name="path-159">
            <a:extLst xmlns:a="http://schemas.openxmlformats.org/drawingml/2006/main">
              <a:ext uri="{FF2B5EF4-FFF2-40B4-BE49-F238E27FC236}">
                <a16:creationId xmlns:a16="http://schemas.microsoft.com/office/drawing/2014/main" id="{680CAF47-4725-4FEA-95EE-FEE435482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268" y="8044053"/>
            <a:ext cx="545510" cy="545563"/>
          </a:xfrm>
          <a:custGeom xmlns:a="http://schemas.openxmlformats.org/drawingml/2006/main">
            <a:pathLst>
              <a:path w="499546" h="499594">
                <a:moveTo>
                  <a:pt x="410680" y="88876"/>
                </a:moveTo>
                <a:cubicBezTo>
                  <a:pt x="499546" y="177751"/>
                  <a:pt x="499546" y="321843"/>
                  <a:pt x="410680" y="410719"/>
                </a:cubicBezTo>
                <a:cubicBezTo>
                  <a:pt x="321814" y="499594"/>
                  <a:pt x="177731" y="499594"/>
                  <a:pt x="88875" y="410719"/>
                </a:cubicBezTo>
                <a:cubicBezTo>
                  <a:pt x="0" y="321843"/>
                  <a:pt x="0" y="177751"/>
                  <a:pt x="88875" y="88876"/>
                </a:cubicBezTo>
                <a:cubicBezTo>
                  <a:pt x="177731" y="0"/>
                  <a:pt x="321814" y="0"/>
                  <a:pt x="410680" y="8887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65" name="text-160 2">
            <a:extLst xmlns:a="http://schemas.openxmlformats.org/drawingml/2006/main">
              <a:ext uri="{FF2B5EF4-FFF2-40B4-BE49-F238E27FC236}">
                <a16:creationId xmlns:a16="http://schemas.microsoft.com/office/drawing/2014/main" id="{9F9D384D-8DFF-4790-8B9D-C5065CA70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89833" y="8554872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pic>
        <p:nvPicPr>
          <p:cNvPr id="166" name="">
            <a:extLst xmlns:a="http://schemas.openxmlformats.org/drawingml/2006/main">
              <a:ext uri="{FF2B5EF4-FFF2-40B4-BE49-F238E27FC236}">
                <a16:creationId xmlns:a16="http://schemas.microsoft.com/office/drawing/2014/main" id="{643C33FB-4FD5-478B-8EF7-9392D54FFC5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ef0c297566e4560"/>
          <a:stretch xmlns:a="http://schemas.openxmlformats.org/drawingml/2006/main"/>
        </p:blipFill>
        <p:spPr>
          <a:xfrm xmlns:a="http://schemas.openxmlformats.org/drawingml/2006/main">
            <a:off x="12776644" y="7674702"/>
            <a:ext cx="582479" cy="582479"/>
          </a:xfrm>
          <a:prstGeom xmlns:a="http://schemas.openxmlformats.org/drawingml/2006/main" prst="rect">
            <a:avLst/>
          </a:prstGeom>
        </p:spPr>
      </p:pic>
      <p:sp>
        <p:nvSpPr>
          <p:cNvPr id="167" name="path-162">
            <a:extLst xmlns:a="http://schemas.openxmlformats.org/drawingml/2006/main">
              <a:ext uri="{FF2B5EF4-FFF2-40B4-BE49-F238E27FC236}">
                <a16:creationId xmlns:a16="http://schemas.microsoft.com/office/drawing/2014/main" id="{12199D38-D26A-4825-ACDC-FE90A9A7D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95949" y="7692303"/>
            <a:ext cx="545500" cy="545560"/>
          </a:xfrm>
          <a:custGeom xmlns:a="http://schemas.openxmlformats.org/drawingml/2006/main">
            <a:pathLst>
              <a:path w="499537" h="499591">
                <a:moveTo>
                  <a:pt x="410671" y="88876"/>
                </a:moveTo>
                <a:cubicBezTo>
                  <a:pt x="499537" y="177751"/>
                  <a:pt x="499537" y="321843"/>
                  <a:pt x="410671" y="410716"/>
                </a:cubicBezTo>
                <a:cubicBezTo>
                  <a:pt x="321805" y="499591"/>
                  <a:pt x="177732" y="499591"/>
                  <a:pt x="88865" y="410716"/>
                </a:cubicBezTo>
                <a:cubicBezTo>
                  <a:pt x="0" y="321843"/>
                  <a:pt x="0" y="177751"/>
                  <a:pt x="88865" y="88876"/>
                </a:cubicBezTo>
                <a:cubicBezTo>
                  <a:pt x="177732" y="0"/>
                  <a:pt x="321805" y="0"/>
                  <a:pt x="410671" y="8887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68" name="text-163 3">
            <a:extLst xmlns:a="http://schemas.openxmlformats.org/drawingml/2006/main">
              <a:ext uri="{FF2B5EF4-FFF2-40B4-BE49-F238E27FC236}">
                <a16:creationId xmlns:a16="http://schemas.microsoft.com/office/drawing/2014/main" id="{59DD157D-8561-4ED4-A22C-74EFE05E53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49863" y="7858021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69" name="path-164">
            <a:extLst xmlns:a="http://schemas.openxmlformats.org/drawingml/2006/main">
              <a:ext uri="{FF2B5EF4-FFF2-40B4-BE49-F238E27FC236}">
                <a16:creationId xmlns:a16="http://schemas.microsoft.com/office/drawing/2014/main" id="{A4DBB653-43AE-4D4D-BA6D-E8802E69A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2931" y="8360642"/>
            <a:ext cx="484298" cy="73610"/>
          </a:xfrm>
          <a:custGeom xmlns:a="http://schemas.openxmlformats.org/drawingml/2006/main">
            <a:pathLst>
              <a:path w="443491" h="67407">
                <a:moveTo>
                  <a:pt x="443491" y="67407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70" name="path-165">
            <a:extLst xmlns:a="http://schemas.openxmlformats.org/drawingml/2006/main">
              <a:ext uri="{FF2B5EF4-FFF2-40B4-BE49-F238E27FC236}">
                <a16:creationId xmlns:a16="http://schemas.microsoft.com/office/drawing/2014/main" id="{7E6B4BFD-DB26-4480-8DBF-CB62073F0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98375" y="8348185"/>
            <a:ext cx="41512" cy="29463"/>
          </a:xfrm>
          <a:custGeom xmlns:a="http://schemas.openxmlformats.org/drawingml/2006/main">
            <a:pathLst>
              <a:path w="38014" h="26981">
                <a:moveTo>
                  <a:pt x="0" y="8032"/>
                </a:moveTo>
                <a:lnTo>
                  <a:pt x="33921" y="26981"/>
                </a:lnTo>
                <a:lnTo>
                  <a:pt x="22460" y="11444"/>
                </a:lnTo>
                <a:lnTo>
                  <a:pt x="38014" y="0"/>
                </a:lnTo>
                <a:lnTo>
                  <a:pt x="0" y="803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" name="path-166">
            <a:extLst xmlns:a="http://schemas.openxmlformats.org/drawingml/2006/main">
              <a:ext uri="{FF2B5EF4-FFF2-40B4-BE49-F238E27FC236}">
                <a16:creationId xmlns:a16="http://schemas.microsoft.com/office/drawing/2014/main" id="{8CC7479F-C94E-482B-AB23-D3D7062B3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98374" y="8348225"/>
            <a:ext cx="41523" cy="29405"/>
          </a:xfrm>
          <a:custGeom xmlns:a="http://schemas.openxmlformats.org/drawingml/2006/main">
            <a:pathLst>
              <a:path w="38024" h="26928">
                <a:moveTo>
                  <a:pt x="0" y="8004"/>
                </a:moveTo>
                <a:lnTo>
                  <a:pt x="33931" y="26928"/>
                </a:lnTo>
                <a:lnTo>
                  <a:pt x="22488" y="11370"/>
                </a:lnTo>
                <a:lnTo>
                  <a:pt x="38024" y="0"/>
                </a:lnTo>
                <a:lnTo>
                  <a:pt x="0" y="8004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72" name="path-167">
            <a:extLst xmlns:a="http://schemas.openxmlformats.org/drawingml/2006/main">
              <a:ext uri="{FF2B5EF4-FFF2-40B4-BE49-F238E27FC236}">
                <a16:creationId xmlns:a16="http://schemas.microsoft.com/office/drawing/2014/main" id="{7A3241F1-D01A-47F1-8A0C-DFD8A28BE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63080" y="8078623"/>
            <a:ext cx="336286" cy="141654"/>
          </a:xfrm>
          <a:custGeom xmlns:a="http://schemas.openxmlformats.org/drawingml/2006/main">
            <a:pathLst>
              <a:path w="307951" h="129719">
                <a:moveTo>
                  <a:pt x="0" y="129719"/>
                </a:moveTo>
                <a:lnTo>
                  <a:pt x="3079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73" name="path-168">
            <a:extLst xmlns:a="http://schemas.openxmlformats.org/drawingml/2006/main">
              <a:ext uri="{FF2B5EF4-FFF2-40B4-BE49-F238E27FC236}">
                <a16:creationId xmlns:a16="http://schemas.microsoft.com/office/drawing/2014/main" id="{AB2E5D09-B903-4D35-B44A-F2ABE8E6F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9886" y="8068938"/>
            <a:ext cx="42417" cy="29166"/>
          </a:xfrm>
          <a:custGeom xmlns:a="http://schemas.openxmlformats.org/drawingml/2006/main">
            <a:pathLst>
              <a:path w="38843" h="26708">
                <a:moveTo>
                  <a:pt x="38843" y="0"/>
                </a:moveTo>
                <a:lnTo>
                  <a:pt x="0" y="1556"/>
                </a:lnTo>
                <a:lnTo>
                  <a:pt x="17830" y="8833"/>
                </a:lnTo>
                <a:lnTo>
                  <a:pt x="10552" y="26708"/>
                </a:lnTo>
                <a:lnTo>
                  <a:pt x="38843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" name="path-169">
            <a:extLst xmlns:a="http://schemas.openxmlformats.org/drawingml/2006/main">
              <a:ext uri="{FF2B5EF4-FFF2-40B4-BE49-F238E27FC236}">
                <a16:creationId xmlns:a16="http://schemas.microsoft.com/office/drawing/2014/main" id="{71B2AB5B-B4F1-4F94-B230-4541A5859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9846" y="8068989"/>
            <a:ext cx="42407" cy="29108"/>
          </a:xfrm>
          <a:custGeom xmlns:a="http://schemas.openxmlformats.org/drawingml/2006/main">
            <a:pathLst>
              <a:path w="38834" h="26655">
                <a:moveTo>
                  <a:pt x="38834" y="0"/>
                </a:moveTo>
                <a:lnTo>
                  <a:pt x="0" y="1548"/>
                </a:lnTo>
                <a:lnTo>
                  <a:pt x="17875" y="8822"/>
                </a:lnTo>
                <a:lnTo>
                  <a:pt x="10598" y="26655"/>
                </a:lnTo>
                <a:lnTo>
                  <a:pt x="3883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75" name="path-170">
            <a:extLst xmlns:a="http://schemas.openxmlformats.org/drawingml/2006/main">
              <a:ext uri="{FF2B5EF4-FFF2-40B4-BE49-F238E27FC236}">
                <a16:creationId xmlns:a16="http://schemas.microsoft.com/office/drawing/2014/main" id="{0810348A-694A-47ED-9FD4-12DA93FE3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3025" y="9140440"/>
            <a:ext cx="191" cy="102416"/>
          </a:xfrm>
          <a:custGeom xmlns:a="http://schemas.openxmlformats.org/drawingml/2006/main">
            <a:pathLst>
              <a:path w="191" h="93787">
                <a:moveTo>
                  <a:pt x="0" y="0"/>
                </a:moveTo>
                <a:lnTo>
                  <a:pt x="0" y="93787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76" name="path-171">
            <a:extLst xmlns:a="http://schemas.openxmlformats.org/drawingml/2006/main">
              <a:ext uri="{FF2B5EF4-FFF2-40B4-BE49-F238E27FC236}">
                <a16:creationId xmlns:a16="http://schemas.microsoft.com/office/drawing/2014/main" id="{D7E6AAEC-3FC7-46C4-888F-876866EAD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0247" y="9210044"/>
            <a:ext cx="65562" cy="87420"/>
          </a:xfrm>
          <a:custGeom xmlns:a="http://schemas.openxmlformats.org/drawingml/2006/main">
            <a:pathLst>
              <a:path w="60038" h="80054">
                <a:moveTo>
                  <a:pt x="30019" y="80054"/>
                </a:moveTo>
                <a:lnTo>
                  <a:pt x="60038" y="0"/>
                </a:lnTo>
                <a:lnTo>
                  <a:pt x="30019" y="30023"/>
                </a:lnTo>
                <a:lnTo>
                  <a:pt x="0" y="0"/>
                </a:lnTo>
                <a:lnTo>
                  <a:pt x="30019" y="8005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" name="path-172">
            <a:extLst xmlns:a="http://schemas.openxmlformats.org/drawingml/2006/main">
              <a:ext uri="{FF2B5EF4-FFF2-40B4-BE49-F238E27FC236}">
                <a16:creationId xmlns:a16="http://schemas.microsoft.com/office/drawing/2014/main" id="{2406C494-A64E-43F4-AAFB-FF07BD448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0243" y="9210076"/>
            <a:ext cx="65563" cy="87416"/>
          </a:xfrm>
          <a:custGeom xmlns:a="http://schemas.openxmlformats.org/drawingml/2006/main">
            <a:pathLst>
              <a:path w="60038" h="80050">
                <a:moveTo>
                  <a:pt x="30020" y="80050"/>
                </a:moveTo>
                <a:lnTo>
                  <a:pt x="60038" y="0"/>
                </a:lnTo>
                <a:lnTo>
                  <a:pt x="30020" y="30018"/>
                </a:lnTo>
                <a:lnTo>
                  <a:pt x="0" y="0"/>
                </a:lnTo>
                <a:lnTo>
                  <a:pt x="30020" y="8005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78" name="path-173">
            <a:extLst xmlns:a="http://schemas.openxmlformats.org/drawingml/2006/main">
              <a:ext uri="{FF2B5EF4-FFF2-40B4-BE49-F238E27FC236}">
                <a16:creationId xmlns:a16="http://schemas.microsoft.com/office/drawing/2014/main" id="{78992B28-4F4B-47CE-9507-277154DF91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216" y="9140440"/>
            <a:ext cx="191" cy="102416"/>
          </a:xfrm>
          <a:custGeom xmlns:a="http://schemas.openxmlformats.org/drawingml/2006/main">
            <a:pathLst>
              <a:path w="191" h="93787">
                <a:moveTo>
                  <a:pt x="0" y="0"/>
                </a:moveTo>
                <a:lnTo>
                  <a:pt x="0" y="93787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79" name="path-174">
            <a:extLst xmlns:a="http://schemas.openxmlformats.org/drawingml/2006/main">
              <a:ext uri="{FF2B5EF4-FFF2-40B4-BE49-F238E27FC236}">
                <a16:creationId xmlns:a16="http://schemas.microsoft.com/office/drawing/2014/main" id="{4CD3B9BA-2A13-4411-8159-D913EFEBC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2434" y="9210044"/>
            <a:ext cx="65563" cy="87420"/>
          </a:xfrm>
          <a:custGeom xmlns:a="http://schemas.openxmlformats.org/drawingml/2006/main">
            <a:pathLst>
              <a:path w="60038" h="80054">
                <a:moveTo>
                  <a:pt x="30020" y="80054"/>
                </a:moveTo>
                <a:lnTo>
                  <a:pt x="60038" y="0"/>
                </a:lnTo>
                <a:lnTo>
                  <a:pt x="30020" y="30023"/>
                </a:lnTo>
                <a:lnTo>
                  <a:pt x="0" y="0"/>
                </a:lnTo>
                <a:lnTo>
                  <a:pt x="30020" y="8005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" name="path-175">
            <a:extLst xmlns:a="http://schemas.openxmlformats.org/drawingml/2006/main">
              <a:ext uri="{FF2B5EF4-FFF2-40B4-BE49-F238E27FC236}">
                <a16:creationId xmlns:a16="http://schemas.microsoft.com/office/drawing/2014/main" id="{2BCF62EF-04FC-49D4-AAE2-67C1255F6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2434" y="9210076"/>
            <a:ext cx="65563" cy="87416"/>
          </a:xfrm>
          <a:custGeom xmlns:a="http://schemas.openxmlformats.org/drawingml/2006/main">
            <a:pathLst>
              <a:path w="60038" h="80050">
                <a:moveTo>
                  <a:pt x="30020" y="80050"/>
                </a:moveTo>
                <a:lnTo>
                  <a:pt x="60038" y="0"/>
                </a:lnTo>
                <a:lnTo>
                  <a:pt x="30020" y="30018"/>
                </a:lnTo>
                <a:lnTo>
                  <a:pt x="0" y="0"/>
                </a:lnTo>
                <a:lnTo>
                  <a:pt x="30020" y="8005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81" name="path-176">
            <a:extLst xmlns:a="http://schemas.openxmlformats.org/drawingml/2006/main">
              <a:ext uri="{FF2B5EF4-FFF2-40B4-BE49-F238E27FC236}">
                <a16:creationId xmlns:a16="http://schemas.microsoft.com/office/drawing/2014/main" id="{257E2B1F-3445-4A95-B7D3-4F4263330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87413" y="9140440"/>
            <a:ext cx="191" cy="102416"/>
          </a:xfrm>
          <a:custGeom xmlns:a="http://schemas.openxmlformats.org/drawingml/2006/main">
            <a:pathLst>
              <a:path w="191" h="93787">
                <a:moveTo>
                  <a:pt x="0" y="0"/>
                </a:moveTo>
                <a:lnTo>
                  <a:pt x="0" y="93787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82" name="path-177">
            <a:extLst xmlns:a="http://schemas.openxmlformats.org/drawingml/2006/main">
              <a:ext uri="{FF2B5EF4-FFF2-40B4-BE49-F238E27FC236}">
                <a16:creationId xmlns:a16="http://schemas.microsoft.com/office/drawing/2014/main" id="{70D96537-6750-4099-965D-B8AE7BDA5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4621" y="9210044"/>
            <a:ext cx="65563" cy="87420"/>
          </a:xfrm>
          <a:custGeom xmlns:a="http://schemas.openxmlformats.org/drawingml/2006/main">
            <a:pathLst>
              <a:path w="60039" h="80054">
                <a:moveTo>
                  <a:pt x="30020" y="80054"/>
                </a:moveTo>
                <a:lnTo>
                  <a:pt x="60039" y="0"/>
                </a:lnTo>
                <a:lnTo>
                  <a:pt x="30020" y="30023"/>
                </a:lnTo>
                <a:lnTo>
                  <a:pt x="0" y="0"/>
                </a:lnTo>
                <a:lnTo>
                  <a:pt x="30020" y="8005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" name="path-178">
            <a:extLst xmlns:a="http://schemas.openxmlformats.org/drawingml/2006/main">
              <a:ext uri="{FF2B5EF4-FFF2-40B4-BE49-F238E27FC236}">
                <a16:creationId xmlns:a16="http://schemas.microsoft.com/office/drawing/2014/main" id="{F153B1EF-A1F8-4CEE-B6F2-EC80A967C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4632" y="9210076"/>
            <a:ext cx="65563" cy="87416"/>
          </a:xfrm>
          <a:custGeom xmlns:a="http://schemas.openxmlformats.org/drawingml/2006/main">
            <a:pathLst>
              <a:path w="60038" h="80050">
                <a:moveTo>
                  <a:pt x="30019" y="80050"/>
                </a:moveTo>
                <a:lnTo>
                  <a:pt x="60038" y="0"/>
                </a:lnTo>
                <a:lnTo>
                  <a:pt x="30019" y="30018"/>
                </a:lnTo>
                <a:lnTo>
                  <a:pt x="0" y="0"/>
                </a:lnTo>
                <a:lnTo>
                  <a:pt x="30019" y="8005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84" name="path-179">
            <a:extLst xmlns:a="http://schemas.openxmlformats.org/drawingml/2006/main">
              <a:ext uri="{FF2B5EF4-FFF2-40B4-BE49-F238E27FC236}">
                <a16:creationId xmlns:a16="http://schemas.microsoft.com/office/drawing/2014/main" id="{A2EC26E0-0FEF-470A-A757-1F7C690E1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7478" y="9351712"/>
            <a:ext cx="1901026" cy="303861"/>
          </a:xfrm>
          <a:custGeom xmlns:a="http://schemas.openxmlformats.org/drawingml/2006/main">
            <a:pathLst>
              <a:path w="1740847" h="278258">
                <a:moveTo>
                  <a:pt x="0" y="0"/>
                </a:moveTo>
                <a:lnTo>
                  <a:pt x="1740847" y="0"/>
                </a:lnTo>
                <a:lnTo>
                  <a:pt x="1740847" y="278258"/>
                </a:lnTo>
                <a:lnTo>
                  <a:pt x="0" y="278258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" name="text-180 “Downy">
            <a:extLst xmlns:a="http://schemas.openxmlformats.org/drawingml/2006/main">
              <a:ext uri="{FF2B5EF4-FFF2-40B4-BE49-F238E27FC236}">
                <a16:creationId xmlns:a16="http://schemas.microsoft.com/office/drawing/2014/main" id="{173D131D-A7B8-4C72-A8D4-CA37DBD41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06742" y="9381462"/>
            <a:ext cx="638317" cy="250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“Downy</a:t>
            </a:r>
          </a:p>
        </p:txBody>
      </p:sp>
      <p:sp>
        <p:nvSpPr>
          <p:cNvPr id="186" name="text-180 woodpecker.”">
            <a:extLst xmlns:a="http://schemas.openxmlformats.org/drawingml/2006/main">
              <a:ext uri="{FF2B5EF4-FFF2-40B4-BE49-F238E27FC236}">
                <a16:creationId xmlns:a16="http://schemas.microsoft.com/office/drawing/2014/main" id="{C3F98BC5-8CCB-4B00-9F54-09289ED8B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62534" y="9381454"/>
            <a:ext cx="1098980" cy="2504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woodpecker.”</a:t>
            </a:r>
          </a:p>
        </p:txBody>
      </p:sp>
      <p:sp>
        <p:nvSpPr>
          <p:cNvPr id="187" name="path-181">
            <a:extLst xmlns:a="http://schemas.openxmlformats.org/drawingml/2006/main">
              <a:ext uri="{FF2B5EF4-FFF2-40B4-BE49-F238E27FC236}">
                <a16:creationId xmlns:a16="http://schemas.microsoft.com/office/drawing/2014/main" id="{8D98FE0E-C71E-4FB3-9137-B29254B3E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9675" y="9351712"/>
            <a:ext cx="1901025" cy="303861"/>
          </a:xfrm>
          <a:custGeom xmlns:a="http://schemas.openxmlformats.org/drawingml/2006/main">
            <a:pathLst>
              <a:path w="1740846" h="278258">
                <a:moveTo>
                  <a:pt x="0" y="0"/>
                </a:moveTo>
                <a:lnTo>
                  <a:pt x="1740846" y="0"/>
                </a:lnTo>
                <a:lnTo>
                  <a:pt x="1740846" y="278258"/>
                </a:lnTo>
                <a:lnTo>
                  <a:pt x="0" y="278258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" name="text-182 “A">
            <a:extLst xmlns:a="http://schemas.openxmlformats.org/drawingml/2006/main">
              <a:ext uri="{FF2B5EF4-FFF2-40B4-BE49-F238E27FC236}">
                <a16:creationId xmlns:a16="http://schemas.microsoft.com/office/drawing/2014/main" id="{12B30AB7-373E-49D1-8342-82883F5C5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93776" y="9381510"/>
            <a:ext cx="210994" cy="2503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“A</a:t>
            </a:r>
          </a:p>
        </p:txBody>
      </p:sp>
      <p:sp>
        <p:nvSpPr>
          <p:cNvPr id="189" name="text-182 man">
            <a:extLst xmlns:a="http://schemas.openxmlformats.org/drawingml/2006/main">
              <a:ext uri="{FF2B5EF4-FFF2-40B4-BE49-F238E27FC236}">
                <a16:creationId xmlns:a16="http://schemas.microsoft.com/office/drawing/2014/main" id="{CA6D0D22-1FAC-4ADE-82C4-846F6B64D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15621" y="9381488"/>
            <a:ext cx="380035" cy="2503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man</a:t>
            </a:r>
          </a:p>
        </p:txBody>
      </p:sp>
      <p:sp>
        <p:nvSpPr>
          <p:cNvPr id="190" name="text-182 plays">
            <a:extLst xmlns:a="http://schemas.openxmlformats.org/drawingml/2006/main">
              <a:ext uri="{FF2B5EF4-FFF2-40B4-BE49-F238E27FC236}">
                <a16:creationId xmlns:a16="http://schemas.microsoft.com/office/drawing/2014/main" id="{DAD6DFFC-E58E-4CAE-97E8-0E23FB1F1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13145" y="9381466"/>
            <a:ext cx="449639" cy="2504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plays</a:t>
            </a:r>
          </a:p>
        </p:txBody>
      </p:sp>
      <p:sp>
        <p:nvSpPr>
          <p:cNvPr id="191" name="text-182 tennis.”">
            <a:extLst xmlns:a="http://schemas.openxmlformats.org/drawingml/2006/main">
              <a:ext uri="{FF2B5EF4-FFF2-40B4-BE49-F238E27FC236}">
                <a16:creationId xmlns:a16="http://schemas.microsoft.com/office/drawing/2014/main" id="{16547C50-90A0-4084-9024-0FB40B558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80260" y="9381466"/>
            <a:ext cx="618577" cy="2504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tennis.”</a:t>
            </a:r>
          </a:p>
        </p:txBody>
      </p:sp>
      <p:sp>
        <p:nvSpPr>
          <p:cNvPr id="192" name="path-183">
            <a:extLst xmlns:a="http://schemas.openxmlformats.org/drawingml/2006/main">
              <a:ext uri="{FF2B5EF4-FFF2-40B4-BE49-F238E27FC236}">
                <a16:creationId xmlns:a16="http://schemas.microsoft.com/office/drawing/2014/main" id="{7A132F25-E1D5-4046-910F-43D12843B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1872" y="9351712"/>
            <a:ext cx="1901026" cy="303861"/>
          </a:xfrm>
          <a:custGeom xmlns:a="http://schemas.openxmlformats.org/drawingml/2006/main">
            <a:pathLst>
              <a:path w="1740847" h="278258">
                <a:moveTo>
                  <a:pt x="0" y="0"/>
                </a:moveTo>
                <a:lnTo>
                  <a:pt x="1740847" y="0"/>
                </a:lnTo>
                <a:lnTo>
                  <a:pt x="1740847" y="278258"/>
                </a:lnTo>
                <a:lnTo>
                  <a:pt x="0" y="278258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" name="text-184 “Pulmonary">
            <a:extLst xmlns:a="http://schemas.openxmlformats.org/drawingml/2006/main">
              <a:ext uri="{FF2B5EF4-FFF2-40B4-BE49-F238E27FC236}">
                <a16:creationId xmlns:a16="http://schemas.microsoft.com/office/drawing/2014/main" id="{9451EFFD-8C96-4E22-9E02-AB51805654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72649" y="9381450"/>
            <a:ext cx="946440" cy="2504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“Pulmonary</a:t>
            </a:r>
          </a:p>
        </p:txBody>
      </p:sp>
      <p:sp>
        <p:nvSpPr>
          <p:cNvPr id="194" name="text-184 fibrosis.”">
            <a:extLst xmlns:a="http://schemas.openxmlformats.org/drawingml/2006/main">
              <a:ext uri="{FF2B5EF4-FFF2-40B4-BE49-F238E27FC236}">
                <a16:creationId xmlns:a16="http://schemas.microsoft.com/office/drawing/2014/main" id="{CF71D21A-7ADC-4965-AC79-4FEC1F6A0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36562" y="9381456"/>
            <a:ext cx="707803" cy="2504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fibrosis.”</a:t>
            </a:r>
          </a:p>
        </p:txBody>
      </p:sp>
      <p:pic>
        <p:nvPicPr>
          <p:cNvPr id="195" name="">
            <a:extLst xmlns:a="http://schemas.openxmlformats.org/drawingml/2006/main">
              <a:ext uri="{FF2B5EF4-FFF2-40B4-BE49-F238E27FC236}">
                <a16:creationId xmlns:a16="http://schemas.microsoft.com/office/drawing/2014/main" id="{3D61220E-11C8-4291-BA62-3B098795528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05db47f5caf4ca9"/>
          <a:stretch xmlns:a="http://schemas.openxmlformats.org/drawingml/2006/main"/>
        </p:blipFill>
        <p:spPr>
          <a:xfrm xmlns:a="http://schemas.openxmlformats.org/drawingml/2006/main">
            <a:off x="13806384" y="7393864"/>
            <a:ext cx="1705832" cy="1705832"/>
          </a:xfrm>
          <a:prstGeom xmlns:a="http://schemas.openxmlformats.org/drawingml/2006/main" prst="rect">
            <a:avLst/>
          </a:prstGeom>
        </p:spPr>
      </p:pic>
      <p:sp>
        <p:nvSpPr>
          <p:cNvPr id="196" name="path-186">
            <a:extLst xmlns:a="http://schemas.openxmlformats.org/drawingml/2006/main">
              <a:ext uri="{FF2B5EF4-FFF2-40B4-BE49-F238E27FC236}">
                <a16:creationId xmlns:a16="http://schemas.microsoft.com/office/drawing/2014/main" id="{8BF09E5D-CEEE-4D47-9541-935EEA7DF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06705" y="7403035"/>
            <a:ext cx="1695745" cy="1688731"/>
          </a:xfrm>
          <a:custGeom xmlns:a="http://schemas.openxmlformats.org/drawingml/2006/main">
            <a:pathLst>
              <a:path w="1552862" h="1546440">
                <a:moveTo>
                  <a:pt x="0" y="0"/>
                </a:moveTo>
                <a:lnTo>
                  <a:pt x="0" y="1546440"/>
                </a:lnTo>
                <a:lnTo>
                  <a:pt x="1552862" y="1546440"/>
                </a:lnTo>
                <a:lnTo>
                  <a:pt x="155286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pic>
        <p:nvPicPr>
          <p:cNvPr id="197" name="">
            <a:extLst xmlns:a="http://schemas.openxmlformats.org/drawingml/2006/main">
              <a:ext uri="{FF2B5EF4-FFF2-40B4-BE49-F238E27FC236}">
                <a16:creationId xmlns:a16="http://schemas.microsoft.com/office/drawing/2014/main" id="{55EA116B-F450-4785-B11D-6766E11AC34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28c5e96afb44618"/>
          <a:stretch xmlns:a="http://schemas.openxmlformats.org/drawingml/2006/main"/>
        </p:blipFill>
        <p:spPr>
          <a:xfrm xmlns:a="http://schemas.openxmlformats.org/drawingml/2006/main">
            <a:off x="13993610" y="7570688"/>
            <a:ext cx="592881" cy="582479"/>
          </a:xfrm>
          <a:prstGeom xmlns:a="http://schemas.openxmlformats.org/drawingml/2006/main" prst="rect">
            <a:avLst/>
          </a:prstGeom>
        </p:spPr>
      </p:pic>
      <p:sp>
        <p:nvSpPr>
          <p:cNvPr id="198" name="path-188">
            <a:extLst xmlns:a="http://schemas.openxmlformats.org/drawingml/2006/main">
              <a:ext uri="{FF2B5EF4-FFF2-40B4-BE49-F238E27FC236}">
                <a16:creationId xmlns:a16="http://schemas.microsoft.com/office/drawing/2014/main" id="{EA6DC487-6331-4675-A775-D7FA5665EC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13733" y="7589291"/>
            <a:ext cx="545511" cy="545460"/>
          </a:xfrm>
          <a:custGeom xmlns:a="http://schemas.openxmlformats.org/drawingml/2006/main">
            <a:pathLst>
              <a:path w="499547" h="499500">
                <a:moveTo>
                  <a:pt x="410680" y="88873"/>
                </a:moveTo>
                <a:cubicBezTo>
                  <a:pt x="499547" y="177748"/>
                  <a:pt x="499547" y="321840"/>
                  <a:pt x="410680" y="410716"/>
                </a:cubicBezTo>
                <a:cubicBezTo>
                  <a:pt x="321815" y="499500"/>
                  <a:pt x="177732" y="499500"/>
                  <a:pt x="88866" y="410716"/>
                </a:cubicBezTo>
                <a:cubicBezTo>
                  <a:pt x="0" y="321840"/>
                  <a:pt x="0" y="177748"/>
                  <a:pt x="88866" y="88873"/>
                </a:cubicBezTo>
                <a:cubicBezTo>
                  <a:pt x="177732" y="0"/>
                  <a:pt x="321815" y="0"/>
                  <a:pt x="410680" y="88873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99" name="text-189 1">
            <a:extLst xmlns:a="http://schemas.openxmlformats.org/drawingml/2006/main">
              <a:ext uri="{FF2B5EF4-FFF2-40B4-BE49-F238E27FC236}">
                <a16:creationId xmlns:a16="http://schemas.microsoft.com/office/drawing/2014/main" id="{823BEDE7-B350-45A3-BD87-BCBDFC2933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12965" y="7755009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pic>
        <p:nvPicPr>
          <p:cNvPr id="200" name="">
            <a:extLst xmlns:a="http://schemas.openxmlformats.org/drawingml/2006/main">
              <a:ext uri="{FF2B5EF4-FFF2-40B4-BE49-F238E27FC236}">
                <a16:creationId xmlns:a16="http://schemas.microsoft.com/office/drawing/2014/main" id="{20986470-6593-49DE-8CD2-6F34D97A7E7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2394a9951094961"/>
          <a:stretch xmlns:a="http://schemas.openxmlformats.org/drawingml/2006/main"/>
        </p:blipFill>
        <p:spPr>
          <a:xfrm xmlns:a="http://schemas.openxmlformats.org/drawingml/2006/main">
            <a:off x="14243244" y="8049153"/>
            <a:ext cx="582479" cy="592881"/>
          </a:xfrm>
          <a:prstGeom xmlns:a="http://schemas.openxmlformats.org/drawingml/2006/main" prst="rect">
            <a:avLst/>
          </a:prstGeom>
        </p:spPr>
      </p:pic>
      <p:sp>
        <p:nvSpPr>
          <p:cNvPr id="201" name="path-191">
            <a:extLst xmlns:a="http://schemas.openxmlformats.org/drawingml/2006/main">
              <a:ext uri="{FF2B5EF4-FFF2-40B4-BE49-F238E27FC236}">
                <a16:creationId xmlns:a16="http://schemas.microsoft.com/office/drawing/2014/main" id="{5478E1CF-65EA-45A2-8991-08E148D34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64142" y="8068096"/>
            <a:ext cx="545511" cy="545460"/>
          </a:xfrm>
          <a:custGeom xmlns:a="http://schemas.openxmlformats.org/drawingml/2006/main">
            <a:pathLst>
              <a:path w="499547" h="499500">
                <a:moveTo>
                  <a:pt x="410681" y="88876"/>
                </a:moveTo>
                <a:cubicBezTo>
                  <a:pt x="499547" y="177751"/>
                  <a:pt x="499547" y="321840"/>
                  <a:pt x="410681" y="410625"/>
                </a:cubicBezTo>
                <a:cubicBezTo>
                  <a:pt x="321814" y="499500"/>
                  <a:pt x="177732" y="499500"/>
                  <a:pt x="88867" y="410625"/>
                </a:cubicBezTo>
                <a:cubicBezTo>
                  <a:pt x="0" y="321840"/>
                  <a:pt x="0" y="177751"/>
                  <a:pt x="88867" y="88876"/>
                </a:cubicBezTo>
                <a:cubicBezTo>
                  <a:pt x="177732" y="0"/>
                  <a:pt x="321814" y="0"/>
                  <a:pt x="410681" y="8887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202" name="text-192 2">
            <a:extLst xmlns:a="http://schemas.openxmlformats.org/drawingml/2006/main">
              <a:ext uri="{FF2B5EF4-FFF2-40B4-BE49-F238E27FC236}">
                <a16:creationId xmlns:a16="http://schemas.microsoft.com/office/drawing/2014/main" id="{21A41DA5-9435-4D9B-ABD7-8542E02644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62660" y="8233715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203" name="path-193">
            <a:extLst xmlns:a="http://schemas.openxmlformats.org/drawingml/2006/main">
              <a:ext uri="{FF2B5EF4-FFF2-40B4-BE49-F238E27FC236}">
                <a16:creationId xmlns:a16="http://schemas.microsoft.com/office/drawing/2014/main" id="{F6539B78-7950-447B-8719-0B7E70217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7983" y="7920777"/>
            <a:ext cx="97936" cy="144338"/>
          </a:xfrm>
          <a:custGeom xmlns:a="http://schemas.openxmlformats.org/drawingml/2006/main">
            <a:pathLst>
              <a:path w="89684" h="132176">
                <a:moveTo>
                  <a:pt x="0" y="0"/>
                </a:moveTo>
                <a:cubicBezTo>
                  <a:pt x="30164" y="17466"/>
                  <a:pt x="56254" y="40661"/>
                  <a:pt x="72328" y="71410"/>
                </a:cubicBezTo>
                <a:cubicBezTo>
                  <a:pt x="82288" y="90421"/>
                  <a:pt x="87683" y="110980"/>
                  <a:pt x="89684" y="13217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204" name="path-194">
            <a:extLst xmlns:a="http://schemas.openxmlformats.org/drawingml/2006/main">
              <a:ext uri="{FF2B5EF4-FFF2-40B4-BE49-F238E27FC236}">
                <a16:creationId xmlns:a16="http://schemas.microsoft.com/office/drawing/2014/main" id="{B5F18D86-4D26-4D16-AA7F-A38E5D2FAF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10968" y="8050163"/>
            <a:ext cx="29802" cy="39765"/>
          </a:xfrm>
          <a:custGeom xmlns:a="http://schemas.openxmlformats.org/drawingml/2006/main">
            <a:pathLst>
              <a:path w="27291" h="36414">
                <a:moveTo>
                  <a:pt x="13737" y="36414"/>
                </a:moveTo>
                <a:lnTo>
                  <a:pt x="27291" y="0"/>
                </a:lnTo>
                <a:lnTo>
                  <a:pt x="13737" y="13672"/>
                </a:lnTo>
                <a:lnTo>
                  <a:pt x="0" y="45"/>
                </a:lnTo>
                <a:lnTo>
                  <a:pt x="13737" y="3641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" name="path-195">
            <a:extLst xmlns:a="http://schemas.openxmlformats.org/drawingml/2006/main">
              <a:ext uri="{FF2B5EF4-FFF2-40B4-BE49-F238E27FC236}">
                <a16:creationId xmlns:a16="http://schemas.microsoft.com/office/drawing/2014/main" id="{1543D9E3-53F1-4E60-A788-402B29F9C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10998" y="8050214"/>
            <a:ext cx="29802" cy="39734"/>
          </a:xfrm>
          <a:custGeom xmlns:a="http://schemas.openxmlformats.org/drawingml/2006/main">
            <a:pathLst>
              <a:path w="27291" h="36386">
                <a:moveTo>
                  <a:pt x="13709" y="36386"/>
                </a:moveTo>
                <a:lnTo>
                  <a:pt x="27291" y="0"/>
                </a:lnTo>
                <a:lnTo>
                  <a:pt x="13663" y="13646"/>
                </a:lnTo>
                <a:lnTo>
                  <a:pt x="0" y="0"/>
                </a:lnTo>
                <a:lnTo>
                  <a:pt x="13709" y="36386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206" name="path-196">
            <a:extLst xmlns:a="http://schemas.openxmlformats.org/drawingml/2006/main">
              <a:ext uri="{FF2B5EF4-FFF2-40B4-BE49-F238E27FC236}">
                <a16:creationId xmlns:a16="http://schemas.microsoft.com/office/drawing/2014/main" id="{F9680312-68D2-4836-ABD5-2E42516DB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04020" y="9351712"/>
            <a:ext cx="1901025" cy="303861"/>
          </a:xfrm>
          <a:custGeom xmlns:a="http://schemas.openxmlformats.org/drawingml/2006/main">
            <a:pathLst>
              <a:path w="1740846" h="278258">
                <a:moveTo>
                  <a:pt x="0" y="0"/>
                </a:moveTo>
                <a:lnTo>
                  <a:pt x="1740846" y="0"/>
                </a:lnTo>
                <a:lnTo>
                  <a:pt x="1740846" y="278258"/>
                </a:lnTo>
                <a:lnTo>
                  <a:pt x="0" y="278258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" name="text-197 “Diabetic">
            <a:extLst xmlns:a="http://schemas.openxmlformats.org/drawingml/2006/main">
              <a:ext uri="{FF2B5EF4-FFF2-40B4-BE49-F238E27FC236}">
                <a16:creationId xmlns:a16="http://schemas.microsoft.com/office/drawing/2014/main" id="{57E7D3F6-5D2E-411D-87E5-2760D04DB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86649" y="9381469"/>
            <a:ext cx="737768" cy="2504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“Diabetic</a:t>
            </a:r>
          </a:p>
        </p:txBody>
      </p:sp>
      <p:sp>
        <p:nvSpPr>
          <p:cNvPr id="208" name="text-197 retinopathy.”">
            <a:extLst xmlns:a="http://schemas.openxmlformats.org/drawingml/2006/main">
              <a:ext uri="{FF2B5EF4-FFF2-40B4-BE49-F238E27FC236}">
                <a16:creationId xmlns:a16="http://schemas.microsoft.com/office/drawing/2014/main" id="{12376F72-C200-4DD6-BFC4-84741E706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41893" y="9381463"/>
            <a:ext cx="1012884" cy="250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retinopathy.”</a:t>
            </a:r>
          </a:p>
        </p:txBody>
      </p:sp>
      <p:sp>
        <p:nvSpPr>
          <p:cNvPr id="209" name="path-198">
            <a:extLst xmlns:a="http://schemas.openxmlformats.org/drawingml/2006/main">
              <a:ext uri="{FF2B5EF4-FFF2-40B4-BE49-F238E27FC236}">
                <a16:creationId xmlns:a16="http://schemas.microsoft.com/office/drawing/2014/main" id="{F82F28CE-1E6D-4CE6-9680-360ED563B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49611" y="9140440"/>
            <a:ext cx="191" cy="102416"/>
          </a:xfrm>
          <a:custGeom xmlns:a="http://schemas.openxmlformats.org/drawingml/2006/main">
            <a:pathLst>
              <a:path w="191" h="93787">
                <a:moveTo>
                  <a:pt x="0" y="0"/>
                </a:moveTo>
                <a:lnTo>
                  <a:pt x="0" y="93787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10" name="path-199">
            <a:extLst xmlns:a="http://schemas.openxmlformats.org/drawingml/2006/main">
              <a:ext uri="{FF2B5EF4-FFF2-40B4-BE49-F238E27FC236}">
                <a16:creationId xmlns:a16="http://schemas.microsoft.com/office/drawing/2014/main" id="{82F016D8-16F7-4B8A-AF7A-CF4444084C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16829" y="9210044"/>
            <a:ext cx="65563" cy="87420"/>
          </a:xfrm>
          <a:custGeom xmlns:a="http://schemas.openxmlformats.org/drawingml/2006/main">
            <a:pathLst>
              <a:path w="60038" h="80054">
                <a:moveTo>
                  <a:pt x="30020" y="80054"/>
                </a:moveTo>
                <a:lnTo>
                  <a:pt x="60038" y="0"/>
                </a:lnTo>
                <a:lnTo>
                  <a:pt x="30020" y="30023"/>
                </a:lnTo>
                <a:lnTo>
                  <a:pt x="0" y="0"/>
                </a:lnTo>
                <a:lnTo>
                  <a:pt x="30020" y="8005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" name="path-200">
            <a:extLst xmlns:a="http://schemas.openxmlformats.org/drawingml/2006/main">
              <a:ext uri="{FF2B5EF4-FFF2-40B4-BE49-F238E27FC236}">
                <a16:creationId xmlns:a16="http://schemas.microsoft.com/office/drawing/2014/main" id="{22A796BF-AC7E-499E-8B0E-A6F71C2102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16829" y="9210076"/>
            <a:ext cx="65562" cy="87416"/>
          </a:xfrm>
          <a:custGeom xmlns:a="http://schemas.openxmlformats.org/drawingml/2006/main">
            <a:pathLst>
              <a:path w="60038" h="80050">
                <a:moveTo>
                  <a:pt x="30020" y="80050"/>
                </a:moveTo>
                <a:lnTo>
                  <a:pt x="60038" y="0"/>
                </a:lnTo>
                <a:lnTo>
                  <a:pt x="30020" y="30018"/>
                </a:lnTo>
                <a:lnTo>
                  <a:pt x="0" y="0"/>
                </a:lnTo>
                <a:lnTo>
                  <a:pt x="30020" y="8005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12" name="text-201 Visual">
            <a:extLst xmlns:a="http://schemas.openxmlformats.org/drawingml/2006/main">
              <a:ext uri="{FF2B5EF4-FFF2-40B4-BE49-F238E27FC236}">
                <a16:creationId xmlns:a16="http://schemas.microsoft.com/office/drawing/2014/main" id="{E5FF4C02-7A95-411B-A1C5-6C0C3F36B6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66008" y="9774575"/>
            <a:ext cx="458671" cy="2227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213" name="text-202 Environments">
            <a:extLst xmlns:a="http://schemas.openxmlformats.org/drawingml/2006/main">
              <a:ext uri="{FF2B5EF4-FFF2-40B4-BE49-F238E27FC236}">
                <a16:creationId xmlns:a16="http://schemas.microsoft.com/office/drawing/2014/main" id="{160EBBF7-D3BD-4EB0-9D92-F968307F7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95155" y="9948602"/>
            <a:ext cx="1000391" cy="222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Environments</a:t>
            </a:r>
          </a:p>
        </p:txBody>
      </p:sp>
      <p:sp>
        <p:nvSpPr>
          <p:cNvPr id="214" name="path-203">
            <a:extLst xmlns:a="http://schemas.openxmlformats.org/drawingml/2006/main">
              <a:ext uri="{FF2B5EF4-FFF2-40B4-BE49-F238E27FC236}">
                <a16:creationId xmlns:a16="http://schemas.microsoft.com/office/drawing/2014/main" id="{D65539A7-277A-4D7B-8A62-D37CE0FF1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1841" y="9963648"/>
            <a:ext cx="167979" cy="4073"/>
          </a:xfrm>
          <a:custGeom xmlns:a="http://schemas.openxmlformats.org/drawingml/2006/main">
            <a:pathLst>
              <a:path w="153826" h="3730">
                <a:moveTo>
                  <a:pt x="0" y="0"/>
                </a:moveTo>
                <a:lnTo>
                  <a:pt x="153826" y="373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15" name="path-204">
            <a:extLst xmlns:a="http://schemas.openxmlformats.org/drawingml/2006/main">
              <a:ext uri="{FF2B5EF4-FFF2-40B4-BE49-F238E27FC236}">
                <a16:creationId xmlns:a16="http://schemas.microsoft.com/office/drawing/2014/main" id="{167235CF-1084-4627-A867-1B5031024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75410" y="9936680"/>
            <a:ext cx="88976" cy="65477"/>
          </a:xfrm>
          <a:custGeom xmlns:a="http://schemas.openxmlformats.org/drawingml/2006/main">
            <a:pathLst>
              <a:path w="81479" h="59960">
                <a:moveTo>
                  <a:pt x="81479" y="25893"/>
                </a:moveTo>
                <a:lnTo>
                  <a:pt x="0" y="0"/>
                </a:lnTo>
                <a:lnTo>
                  <a:pt x="31511" y="28447"/>
                </a:lnTo>
                <a:lnTo>
                  <a:pt x="3066" y="59960"/>
                </a:lnTo>
                <a:lnTo>
                  <a:pt x="81479" y="2589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" name="path-205">
            <a:extLst xmlns:a="http://schemas.openxmlformats.org/drawingml/2006/main">
              <a:ext uri="{FF2B5EF4-FFF2-40B4-BE49-F238E27FC236}">
                <a16:creationId xmlns:a16="http://schemas.microsoft.com/office/drawing/2014/main" id="{15DFEEEE-C976-457C-9D0C-08AF2DA4F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75410" y="9936727"/>
            <a:ext cx="88976" cy="65464"/>
          </a:xfrm>
          <a:custGeom xmlns:a="http://schemas.openxmlformats.org/drawingml/2006/main">
            <a:pathLst>
              <a:path w="81479" h="59948">
                <a:moveTo>
                  <a:pt x="81479" y="25834"/>
                </a:moveTo>
                <a:lnTo>
                  <a:pt x="0" y="0"/>
                </a:lnTo>
                <a:lnTo>
                  <a:pt x="31511" y="28382"/>
                </a:lnTo>
                <a:lnTo>
                  <a:pt x="3065" y="59948"/>
                </a:lnTo>
                <a:lnTo>
                  <a:pt x="81479" y="25834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17" name="text-206 Sequentially">
            <a:extLst xmlns:a="http://schemas.openxmlformats.org/drawingml/2006/main">
              <a:ext uri="{FF2B5EF4-FFF2-40B4-BE49-F238E27FC236}">
                <a16:creationId xmlns:a16="http://schemas.microsoft.com/office/drawing/2014/main" id="{2CD9B1A2-E8BC-4CBB-A90B-F51F186B5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94945" y="9774556"/>
            <a:ext cx="894634" cy="2227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Sequentially</a:t>
            </a:r>
          </a:p>
        </p:txBody>
      </p:sp>
      <p:sp>
        <p:nvSpPr>
          <p:cNvPr id="218" name="text-206 Fixating">
            <a:extLst xmlns:a="http://schemas.openxmlformats.org/drawingml/2006/main">
              <a:ext uri="{FF2B5EF4-FFF2-40B4-BE49-F238E27FC236}">
                <a16:creationId xmlns:a16="http://schemas.microsoft.com/office/drawing/2014/main" id="{6A75795F-0251-4AB9-A3A8-0CC057241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05096" y="9774577"/>
            <a:ext cx="585168" cy="2227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Fixating</a:t>
            </a:r>
          </a:p>
        </p:txBody>
      </p:sp>
      <p:sp>
        <p:nvSpPr>
          <p:cNvPr id="219" name="text-206 on">
            <a:extLst xmlns:a="http://schemas.openxmlformats.org/drawingml/2006/main">
              <a:ext uri="{FF2B5EF4-FFF2-40B4-BE49-F238E27FC236}">
                <a16:creationId xmlns:a16="http://schemas.microsoft.com/office/drawing/2014/main" id="{3B2C723D-620F-49C2-8636-37F4B1D45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05792" y="9774527"/>
            <a:ext cx="205439" cy="2227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</a:t>
            </a:r>
          </a:p>
        </p:txBody>
      </p:sp>
      <p:sp>
        <p:nvSpPr>
          <p:cNvPr id="220" name="text-206 Regions">
            <a:extLst xmlns:a="http://schemas.openxmlformats.org/drawingml/2006/main">
              <a:ext uri="{FF2B5EF4-FFF2-40B4-BE49-F238E27FC236}">
                <a16:creationId xmlns:a16="http://schemas.microsoft.com/office/drawing/2014/main" id="{59147853-62B6-4316-8E63-C67CAAEDD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26750" y="9774564"/>
            <a:ext cx="611816" cy="2227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Regions</a:t>
            </a:r>
          </a:p>
        </p:txBody>
      </p:sp>
      <p:sp>
        <p:nvSpPr>
          <p:cNvPr id="221" name="text-206 of">
            <a:extLst xmlns:a="http://schemas.openxmlformats.org/drawingml/2006/main">
              <a:ext uri="{FF2B5EF4-FFF2-40B4-BE49-F238E27FC236}">
                <a16:creationId xmlns:a16="http://schemas.microsoft.com/office/drawing/2014/main" id="{1F78D480-2750-4242-ADFC-2064174F5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54084" y="9774515"/>
            <a:ext cx="161205" cy="2227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222" name="text-206 Interest">
            <a:extLst xmlns:a="http://schemas.openxmlformats.org/drawingml/2006/main">
              <a:ext uri="{FF2B5EF4-FFF2-40B4-BE49-F238E27FC236}">
                <a16:creationId xmlns:a16="http://schemas.microsoft.com/office/drawing/2014/main" id="{C9E6D7EB-527E-4FD9-B5EC-7334A2CEC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30793" y="9774567"/>
            <a:ext cx="558704" cy="2227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Interest</a:t>
            </a:r>
          </a:p>
        </p:txBody>
      </p:sp>
      <p:sp>
        <p:nvSpPr>
          <p:cNvPr id="223" name="text-207 through">
            <a:extLst xmlns:a="http://schemas.openxmlformats.org/drawingml/2006/main">
              <a:ext uri="{FF2B5EF4-FFF2-40B4-BE49-F238E27FC236}">
                <a16:creationId xmlns:a16="http://schemas.microsoft.com/office/drawing/2014/main" id="{6DD90A62-83C7-4E0B-90F4-D0E1D8DA34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06220" y="9948586"/>
            <a:ext cx="567720" cy="2227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through</a:t>
            </a:r>
          </a:p>
        </p:txBody>
      </p:sp>
      <p:sp>
        <p:nvSpPr>
          <p:cNvPr id="224" name="text-207 Eye">
            <a:extLst xmlns:a="http://schemas.openxmlformats.org/drawingml/2006/main">
              <a:ext uri="{FF2B5EF4-FFF2-40B4-BE49-F238E27FC236}">
                <a16:creationId xmlns:a16="http://schemas.microsoft.com/office/drawing/2014/main" id="{1147965E-E925-4AAD-9F58-B13508F98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89465" y="9948615"/>
            <a:ext cx="302509" cy="2226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Eye</a:t>
            </a:r>
          </a:p>
        </p:txBody>
      </p:sp>
      <p:sp>
        <p:nvSpPr>
          <p:cNvPr id="225" name="text-207 Movement">
            <a:extLst xmlns:a="http://schemas.openxmlformats.org/drawingml/2006/main">
              <a:ext uri="{FF2B5EF4-FFF2-40B4-BE49-F238E27FC236}">
                <a16:creationId xmlns:a16="http://schemas.microsoft.com/office/drawing/2014/main" id="{F85710FE-14FF-4533-AADC-BB0718DF6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07503" y="9948595"/>
            <a:ext cx="770666" cy="222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Movement</a:t>
            </a:r>
          </a:p>
        </p:txBody>
      </p:sp>
      <p:sp>
        <p:nvSpPr>
          <p:cNvPr id="226" name="path-208">
            <a:extLst xmlns:a="http://schemas.openxmlformats.org/drawingml/2006/main">
              <a:ext uri="{FF2B5EF4-FFF2-40B4-BE49-F238E27FC236}">
                <a16:creationId xmlns:a16="http://schemas.microsoft.com/office/drawing/2014/main" id="{96ACA0FB-EB90-48C3-963F-2E4A4220B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5520" y="9963648"/>
            <a:ext cx="167979" cy="4073"/>
          </a:xfrm>
          <a:custGeom xmlns:a="http://schemas.openxmlformats.org/drawingml/2006/main">
            <a:pathLst>
              <a:path w="153825" h="3730">
                <a:moveTo>
                  <a:pt x="0" y="0"/>
                </a:moveTo>
                <a:lnTo>
                  <a:pt x="153825" y="373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27" name="path-209">
            <a:extLst xmlns:a="http://schemas.openxmlformats.org/drawingml/2006/main">
              <a:ext uri="{FF2B5EF4-FFF2-40B4-BE49-F238E27FC236}">
                <a16:creationId xmlns:a16="http://schemas.microsoft.com/office/drawing/2014/main" id="{8CBD64EB-2EF0-484F-A9FC-EC21CD0B0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088" y="9936680"/>
            <a:ext cx="88976" cy="65477"/>
          </a:xfrm>
          <a:custGeom xmlns:a="http://schemas.openxmlformats.org/drawingml/2006/main">
            <a:pathLst>
              <a:path w="81479" h="59960">
                <a:moveTo>
                  <a:pt x="81479" y="25893"/>
                </a:moveTo>
                <a:lnTo>
                  <a:pt x="0" y="0"/>
                </a:lnTo>
                <a:lnTo>
                  <a:pt x="31511" y="28447"/>
                </a:lnTo>
                <a:lnTo>
                  <a:pt x="3065" y="59960"/>
                </a:lnTo>
                <a:lnTo>
                  <a:pt x="81479" y="2589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" name="path-210">
            <a:extLst xmlns:a="http://schemas.openxmlformats.org/drawingml/2006/main">
              <a:ext uri="{FF2B5EF4-FFF2-40B4-BE49-F238E27FC236}">
                <a16:creationId xmlns:a16="http://schemas.microsoft.com/office/drawing/2014/main" id="{99FFA854-B027-4275-B030-08E67614E1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088" y="9936727"/>
            <a:ext cx="88976" cy="65464"/>
          </a:xfrm>
          <a:custGeom xmlns:a="http://schemas.openxmlformats.org/drawingml/2006/main">
            <a:pathLst>
              <a:path w="81479" h="59948">
                <a:moveTo>
                  <a:pt x="81479" y="25834"/>
                </a:moveTo>
                <a:lnTo>
                  <a:pt x="0" y="0"/>
                </a:lnTo>
                <a:lnTo>
                  <a:pt x="31511" y="28382"/>
                </a:lnTo>
                <a:lnTo>
                  <a:pt x="3065" y="59948"/>
                </a:lnTo>
                <a:lnTo>
                  <a:pt x="81479" y="25834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29" name="text-211 Conclusion">
            <a:extLst xmlns:a="http://schemas.openxmlformats.org/drawingml/2006/main">
              <a:ext uri="{FF2B5EF4-FFF2-40B4-BE49-F238E27FC236}">
                <a16:creationId xmlns:a16="http://schemas.microsoft.com/office/drawing/2014/main" id="{2D5115EC-5448-4604-A27C-F8A3063FD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11401" y="9774561"/>
            <a:ext cx="814998" cy="222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Conclusion</a:t>
            </a:r>
          </a:p>
        </p:txBody>
      </p:sp>
      <p:sp>
        <p:nvSpPr>
          <p:cNvPr id="230" name="text-212 or">
            <a:extLst xmlns:a="http://schemas.openxmlformats.org/drawingml/2006/main">
              <a:ext uri="{FF2B5EF4-FFF2-40B4-BE49-F238E27FC236}">
                <a16:creationId xmlns:a16="http://schemas.microsoft.com/office/drawing/2014/main" id="{0E7C9BC2-BA51-45EF-9706-DCA0591A7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07061" y="9948554"/>
            <a:ext cx="169973" cy="222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or</a:t>
            </a:r>
          </a:p>
        </p:txBody>
      </p:sp>
      <p:sp>
        <p:nvSpPr>
          <p:cNvPr id="231" name="text-212 Decision">
            <a:extLst xmlns:a="http://schemas.openxmlformats.org/drawingml/2006/main">
              <a:ext uri="{FF2B5EF4-FFF2-40B4-BE49-F238E27FC236}">
                <a16:creationId xmlns:a16="http://schemas.microsoft.com/office/drawing/2014/main" id="{D4A986DC-14F2-4C40-AC5F-66619C8C9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92543" y="9948607"/>
            <a:ext cx="638191" cy="2227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Decision</a:t>
            </a:r>
          </a:p>
        </p:txBody>
      </p:sp>
      <p:pic>
        <p:nvPicPr>
          <p:cNvPr id="232" name="">
            <a:extLst xmlns:a="http://schemas.openxmlformats.org/drawingml/2006/main">
              <a:ext uri="{FF2B5EF4-FFF2-40B4-BE49-F238E27FC236}">
                <a16:creationId xmlns:a16="http://schemas.microsoft.com/office/drawing/2014/main" id="{A18367FB-F3E6-4D94-800C-B690765A33B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af067daa22049eb"/>
          <a:stretch xmlns:a="http://schemas.openxmlformats.org/drawingml/2006/main"/>
        </p:blipFill>
        <p:spPr>
          <a:xfrm xmlns:a="http://schemas.openxmlformats.org/drawingml/2006/main">
            <a:off x="12683031" y="9744584"/>
            <a:ext cx="468064" cy="468064"/>
          </a:xfrm>
          <a:prstGeom xmlns:a="http://schemas.openxmlformats.org/drawingml/2006/main" prst="rect">
            <a:avLst/>
          </a:prstGeom>
        </p:spPr>
      </p:pic>
      <p:sp>
        <p:nvSpPr>
          <p:cNvPr id="233" name="path-214">
            <a:extLst xmlns:a="http://schemas.openxmlformats.org/drawingml/2006/main">
              <a:ext uri="{FF2B5EF4-FFF2-40B4-BE49-F238E27FC236}">
                <a16:creationId xmlns:a16="http://schemas.microsoft.com/office/drawing/2014/main" id="{8D37379D-6132-4DCC-B89F-E74A0E1FB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11791" y="9756529"/>
            <a:ext cx="424110" cy="424169"/>
          </a:xfrm>
          <a:custGeom xmlns:a="http://schemas.openxmlformats.org/drawingml/2006/main">
            <a:pathLst>
              <a:path w="388375" h="388429">
                <a:moveTo>
                  <a:pt x="319286" y="69134"/>
                </a:moveTo>
                <a:cubicBezTo>
                  <a:pt x="388375" y="138178"/>
                  <a:pt x="388375" y="250252"/>
                  <a:pt x="319286" y="319295"/>
                </a:cubicBezTo>
                <a:cubicBezTo>
                  <a:pt x="250196" y="388429"/>
                  <a:pt x="138179" y="388429"/>
                  <a:pt x="69090" y="319295"/>
                </a:cubicBezTo>
                <a:cubicBezTo>
                  <a:pt x="0" y="250252"/>
                  <a:pt x="0" y="138178"/>
                  <a:pt x="69090" y="69134"/>
                </a:cubicBezTo>
                <a:cubicBezTo>
                  <a:pt x="138179" y="0"/>
                  <a:pt x="250196" y="0"/>
                  <a:pt x="319286" y="691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234" name="text-215 Visual">
            <a:extLst xmlns:a="http://schemas.openxmlformats.org/drawingml/2006/main">
              <a:ext uri="{FF2B5EF4-FFF2-40B4-BE49-F238E27FC236}">
                <a16:creationId xmlns:a16="http://schemas.microsoft.com/office/drawing/2014/main" id="{DB92566D-7C3D-40B9-A1D5-C7954C8CC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08201" y="9774576"/>
            <a:ext cx="458670" cy="2227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235" name="text-216 Fixations">
            <a:extLst xmlns:a="http://schemas.openxmlformats.org/drawingml/2006/main">
              <a:ext uri="{FF2B5EF4-FFF2-40B4-BE49-F238E27FC236}">
                <a16:creationId xmlns:a16="http://schemas.microsoft.com/office/drawing/2014/main" id="{FFB46028-9ABB-40F1-A4EC-2DFAD1F79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05218" y="9948595"/>
            <a:ext cx="664649" cy="222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Fixations</a:t>
            </a:r>
          </a:p>
        </p:txBody>
      </p:sp>
      <p:sp>
        <p:nvSpPr>
          <p:cNvPr id="236" name="text-217 b">
            <a:extLst xmlns:a="http://schemas.openxmlformats.org/drawingml/2006/main">
              <a:ext uri="{FF2B5EF4-FFF2-40B4-BE49-F238E27FC236}">
                <a16:creationId xmlns:a16="http://schemas.microsoft.com/office/drawing/2014/main" id="{F3168F12-3BFB-4BAE-936C-E4C54B562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16898" y="7262651"/>
            <a:ext cx="219988" cy="38956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9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9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9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237" name="path-218">
            <a:extLst xmlns:a="http://schemas.openxmlformats.org/drawingml/2006/main">
              <a:ext uri="{FF2B5EF4-FFF2-40B4-BE49-F238E27FC236}">
                <a16:creationId xmlns:a16="http://schemas.microsoft.com/office/drawing/2014/main" id="{CCB1A508-E93B-491F-AE7C-CE3807FA61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06268" y="120424"/>
            <a:ext cx="11327111" cy="2137855"/>
          </a:xfrm>
          <a:custGeom xmlns:a="http://schemas.openxmlformats.org/drawingml/2006/main">
            <a:pathLst>
              <a:path w="10372697" h="1957721">
                <a:moveTo>
                  <a:pt x="136451" y="0"/>
                </a:moveTo>
                <a:lnTo>
                  <a:pt x="10236246" y="0"/>
                </a:lnTo>
                <a:cubicBezTo>
                  <a:pt x="10311658" y="0"/>
                  <a:pt x="10372697" y="61130"/>
                  <a:pt x="10372697" y="136451"/>
                </a:cubicBezTo>
                <a:lnTo>
                  <a:pt x="10372697" y="1821270"/>
                </a:lnTo>
                <a:cubicBezTo>
                  <a:pt x="10372697" y="1896627"/>
                  <a:pt x="10311658" y="1957721"/>
                  <a:pt x="10236246" y="1957721"/>
                </a:cubicBezTo>
                <a:lnTo>
                  <a:pt x="136451" y="1957721"/>
                </a:lnTo>
                <a:cubicBezTo>
                  <a:pt x="61084" y="1957721"/>
                  <a:pt x="0" y="1896627"/>
                  <a:pt x="0" y="1821270"/>
                </a:cubicBezTo>
                <a:lnTo>
                  <a:pt x="0" y="136451"/>
                </a:lnTo>
                <a:cubicBezTo>
                  <a:pt x="0" y="61130"/>
                  <a:pt x="61084" y="0"/>
                  <a:pt x="136451" y="0"/>
                </a:cubicBezTo>
              </a:path>
            </a:pathLst>
          </a:custGeom>
          <a:solidFill xmlns:a="http://schemas.openxmlformats.org/drawingml/2006/main">
            <a:srgbClr val="EEEFF3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38" name="">
            <a:extLst xmlns:a="http://schemas.openxmlformats.org/drawingml/2006/main">
              <a:ext uri="{FF2B5EF4-FFF2-40B4-BE49-F238E27FC236}">
                <a16:creationId xmlns:a16="http://schemas.microsoft.com/office/drawing/2014/main" id="{B68A9C68-292F-4C8A-AE5C-54FC1E95DC5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d926e42255d48a3"/>
          <a:stretch xmlns:a="http://schemas.openxmlformats.org/drawingml/2006/main"/>
        </p:blipFill>
        <p:spPr>
          <a:xfrm xmlns:a="http://schemas.openxmlformats.org/drawingml/2006/main">
            <a:off x="4777955" y="279296"/>
            <a:ext cx="3006009" cy="1695431"/>
          </a:xfrm>
          <a:prstGeom xmlns:a="http://schemas.openxmlformats.org/drawingml/2006/main" prst="rect">
            <a:avLst/>
          </a:prstGeom>
        </p:spPr>
      </p:pic>
      <p:sp>
        <p:nvSpPr>
          <p:cNvPr id="239" name="path-220">
            <a:extLst xmlns:a="http://schemas.openxmlformats.org/drawingml/2006/main">
              <a:ext uri="{FF2B5EF4-FFF2-40B4-BE49-F238E27FC236}">
                <a16:creationId xmlns:a16="http://schemas.microsoft.com/office/drawing/2014/main" id="{817D8EBB-2568-4113-9111-8D07E53A3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813" y="279763"/>
            <a:ext cx="3002198" cy="1688731"/>
          </a:xfrm>
          <a:custGeom xmlns:a="http://schemas.openxmlformats.org/drawingml/2006/main">
            <a:pathLst>
              <a:path w="2749235" h="1546440">
                <a:moveTo>
                  <a:pt x="0" y="0"/>
                </a:moveTo>
                <a:lnTo>
                  <a:pt x="0" y="1546440"/>
                </a:lnTo>
                <a:lnTo>
                  <a:pt x="2749235" y="1546440"/>
                </a:lnTo>
                <a:lnTo>
                  <a:pt x="274923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40" name="path-221">
            <a:extLst xmlns:a="http://schemas.openxmlformats.org/drawingml/2006/main">
              <a:ext uri="{FF2B5EF4-FFF2-40B4-BE49-F238E27FC236}">
                <a16:creationId xmlns:a16="http://schemas.microsoft.com/office/drawing/2014/main" id="{05C7703D-DDD4-43B5-962D-DDF50E9B7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13622" y="413489"/>
            <a:ext cx="252482" cy="1578020"/>
          </a:xfrm>
          <a:custGeom xmlns:a="http://schemas.openxmlformats.org/drawingml/2006/main">
            <a:pathLst>
              <a:path w="231208" h="1445057">
                <a:moveTo>
                  <a:pt x="0" y="0"/>
                </a:moveTo>
                <a:lnTo>
                  <a:pt x="231208" y="0"/>
                </a:lnTo>
                <a:lnTo>
                  <a:pt x="231208" y="1445057"/>
                </a:lnTo>
                <a:lnTo>
                  <a:pt x="0" y="1445057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" name="path-222">
            <a:extLst xmlns:a="http://schemas.openxmlformats.org/drawingml/2006/main">
              <a:ext uri="{FF2B5EF4-FFF2-40B4-BE49-F238E27FC236}">
                <a16:creationId xmlns:a16="http://schemas.microsoft.com/office/drawing/2014/main" id="{61BCFE3E-5D21-4D3B-9777-7119AE3A8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13626" y="413470"/>
            <a:ext cx="252482" cy="1578070"/>
          </a:xfrm>
          <a:custGeom xmlns:a="http://schemas.openxmlformats.org/drawingml/2006/main">
            <a:pathLst>
              <a:path w="231209" h="1445103">
                <a:moveTo>
                  <a:pt x="0" y="0"/>
                </a:moveTo>
                <a:lnTo>
                  <a:pt x="0" y="1445103"/>
                </a:lnTo>
                <a:lnTo>
                  <a:pt x="231209" y="1445103"/>
                </a:lnTo>
                <a:lnTo>
                  <a:pt x="23120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4834">
            <a:solidFill>
              <a:srgbClr val="531B93"/>
            </a:solidFill>
            <a:prstDash val="solid"/>
          </a:ln>
        </p:spPr>
      </p:sp>
      <p:sp>
        <p:nvSpPr>
          <p:cNvPr id="242" name="path-223">
            <a:extLst xmlns:a="http://schemas.openxmlformats.org/drawingml/2006/main">
              <a:ext uri="{FF2B5EF4-FFF2-40B4-BE49-F238E27FC236}">
                <a16:creationId xmlns:a16="http://schemas.microsoft.com/office/drawing/2014/main" id="{389310B1-3DCE-4E1C-AE39-E65C99917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47594" y="571286"/>
            <a:ext cx="252482" cy="1262417"/>
          </a:xfrm>
          <a:custGeom xmlns:a="http://schemas.openxmlformats.org/drawingml/2006/main">
            <a:pathLst>
              <a:path w="231209" h="1156046">
                <a:moveTo>
                  <a:pt x="0" y="0"/>
                </a:moveTo>
                <a:lnTo>
                  <a:pt x="231209" y="0"/>
                </a:lnTo>
                <a:lnTo>
                  <a:pt x="231209" y="1156046"/>
                </a:lnTo>
                <a:lnTo>
                  <a:pt x="0" y="1156046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" name="path-224">
            <a:extLst xmlns:a="http://schemas.openxmlformats.org/drawingml/2006/main">
              <a:ext uri="{FF2B5EF4-FFF2-40B4-BE49-F238E27FC236}">
                <a16:creationId xmlns:a16="http://schemas.microsoft.com/office/drawing/2014/main" id="{267B0535-333F-45F5-8FC9-D8B7B652E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47590" y="571316"/>
            <a:ext cx="252483" cy="1262378"/>
          </a:xfrm>
          <a:custGeom xmlns:a="http://schemas.openxmlformats.org/drawingml/2006/main">
            <a:pathLst>
              <a:path w="231209" h="1156011">
                <a:moveTo>
                  <a:pt x="0" y="0"/>
                </a:moveTo>
                <a:lnTo>
                  <a:pt x="0" y="1156011"/>
                </a:lnTo>
                <a:lnTo>
                  <a:pt x="231209" y="1156011"/>
                </a:lnTo>
                <a:lnTo>
                  <a:pt x="23120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4834">
            <a:solidFill>
              <a:srgbClr val="531B93"/>
            </a:solidFill>
            <a:prstDash val="solid"/>
          </a:ln>
        </p:spPr>
      </p:sp>
      <p:sp>
        <p:nvSpPr>
          <p:cNvPr id="244" name="path-225">
            <a:extLst xmlns:a="http://schemas.openxmlformats.org/drawingml/2006/main">
              <a:ext uri="{FF2B5EF4-FFF2-40B4-BE49-F238E27FC236}">
                <a16:creationId xmlns:a16="http://schemas.microsoft.com/office/drawing/2014/main" id="{ECBC32F3-3FE3-42A7-AA37-9D16A27CF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1556" y="729095"/>
            <a:ext cx="252482" cy="946811"/>
          </a:xfrm>
          <a:custGeom xmlns:a="http://schemas.openxmlformats.org/drawingml/2006/main">
            <a:pathLst>
              <a:path w="231208" h="867033">
                <a:moveTo>
                  <a:pt x="0" y="0"/>
                </a:moveTo>
                <a:lnTo>
                  <a:pt x="231208" y="0"/>
                </a:lnTo>
                <a:lnTo>
                  <a:pt x="231208" y="867033"/>
                </a:lnTo>
                <a:lnTo>
                  <a:pt x="0" y="867033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" name="path-226">
            <a:extLst xmlns:a="http://schemas.openxmlformats.org/drawingml/2006/main">
              <a:ext uri="{FF2B5EF4-FFF2-40B4-BE49-F238E27FC236}">
                <a16:creationId xmlns:a16="http://schemas.microsoft.com/office/drawing/2014/main" id="{C8CEA335-CB61-48CA-9AD6-EA7FD5B939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1556" y="729065"/>
            <a:ext cx="252483" cy="946883"/>
          </a:xfrm>
          <a:custGeom xmlns:a="http://schemas.openxmlformats.org/drawingml/2006/main">
            <a:pathLst>
              <a:path w="231209" h="867099">
                <a:moveTo>
                  <a:pt x="0" y="0"/>
                </a:moveTo>
                <a:lnTo>
                  <a:pt x="0" y="867099"/>
                </a:lnTo>
                <a:lnTo>
                  <a:pt x="231209" y="867099"/>
                </a:lnTo>
                <a:lnTo>
                  <a:pt x="23120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4834">
            <a:solidFill>
              <a:srgbClr val="531B93"/>
            </a:solidFill>
            <a:prstDash val="solid"/>
          </a:ln>
        </p:spPr>
      </p:sp>
      <p:sp>
        <p:nvSpPr>
          <p:cNvPr id="246" name="path-227">
            <a:extLst xmlns:a="http://schemas.openxmlformats.org/drawingml/2006/main">
              <a:ext uri="{FF2B5EF4-FFF2-40B4-BE49-F238E27FC236}">
                <a16:creationId xmlns:a16="http://schemas.microsoft.com/office/drawing/2014/main" id="{B4BFFB2A-0F5F-46EC-B688-70BB069FE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15518" y="886890"/>
            <a:ext cx="252482" cy="631208"/>
          </a:xfrm>
          <a:custGeom xmlns:a="http://schemas.openxmlformats.org/drawingml/2006/main">
            <a:pathLst>
              <a:path w="231208" h="578023">
                <a:moveTo>
                  <a:pt x="0" y="0"/>
                </a:moveTo>
                <a:lnTo>
                  <a:pt x="231208" y="0"/>
                </a:lnTo>
                <a:lnTo>
                  <a:pt x="231208" y="578023"/>
                </a:lnTo>
                <a:lnTo>
                  <a:pt x="0" y="578023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" name="path-228">
            <a:extLst xmlns:a="http://schemas.openxmlformats.org/drawingml/2006/main">
              <a:ext uri="{FF2B5EF4-FFF2-40B4-BE49-F238E27FC236}">
                <a16:creationId xmlns:a16="http://schemas.microsoft.com/office/drawing/2014/main" id="{8C4F24B1-005C-4570-A5BB-B5DB780EA8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15521" y="886911"/>
            <a:ext cx="252482" cy="631187"/>
          </a:xfrm>
          <a:custGeom xmlns:a="http://schemas.openxmlformats.org/drawingml/2006/main">
            <a:pathLst>
              <a:path w="231209" h="578004">
                <a:moveTo>
                  <a:pt x="0" y="0"/>
                </a:moveTo>
                <a:lnTo>
                  <a:pt x="0" y="578004"/>
                </a:lnTo>
                <a:lnTo>
                  <a:pt x="231209" y="578004"/>
                </a:lnTo>
                <a:lnTo>
                  <a:pt x="23120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4834">
            <a:solidFill>
              <a:srgbClr val="531B93"/>
            </a:solidFill>
            <a:prstDash val="solid"/>
          </a:ln>
        </p:spPr>
      </p:sp>
      <p:sp>
        <p:nvSpPr>
          <p:cNvPr id="248" name="path-229">
            <a:extLst xmlns:a="http://schemas.openxmlformats.org/drawingml/2006/main">
              <a:ext uri="{FF2B5EF4-FFF2-40B4-BE49-F238E27FC236}">
                <a16:creationId xmlns:a16="http://schemas.microsoft.com/office/drawing/2014/main" id="{F7852881-AD04-48F5-BA5D-70C356CBC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39235" y="256716"/>
            <a:ext cx="336062" cy="209800"/>
          </a:xfrm>
          <a:custGeom xmlns:a="http://schemas.openxmlformats.org/drawingml/2006/main">
            <a:pathLst>
              <a:path w="307746" h="192123">
                <a:moveTo>
                  <a:pt x="578" y="132174"/>
                </a:moveTo>
                <a:lnTo>
                  <a:pt x="578" y="53398"/>
                </a:lnTo>
                <a:lnTo>
                  <a:pt x="0" y="53398"/>
                </a:lnTo>
                <a:lnTo>
                  <a:pt x="0" y="0"/>
                </a:lnTo>
                <a:lnTo>
                  <a:pt x="307746" y="0"/>
                </a:lnTo>
                <a:lnTo>
                  <a:pt x="306404" y="148913"/>
                </a:lnTo>
                <a:lnTo>
                  <a:pt x="306404" y="192123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531B93"/>
            </a:solidFill>
            <a:prstDash val="solid"/>
          </a:ln>
        </p:spPr>
      </p:sp>
      <p:sp>
        <p:nvSpPr>
          <p:cNvPr id="249" name="path-230">
            <a:extLst xmlns:a="http://schemas.openxmlformats.org/drawingml/2006/main">
              <a:ext uri="{FF2B5EF4-FFF2-40B4-BE49-F238E27FC236}">
                <a16:creationId xmlns:a16="http://schemas.microsoft.com/office/drawing/2014/main" id="{FC7FE9B0-1B3C-4B78-88E9-34E9AEFB2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8071" y="430733"/>
            <a:ext cx="71522" cy="95364"/>
          </a:xfrm>
          <a:custGeom xmlns:a="http://schemas.openxmlformats.org/drawingml/2006/main">
            <a:pathLst>
              <a:path w="65496" h="87329">
                <a:moveTo>
                  <a:pt x="32748" y="87329"/>
                </a:moveTo>
                <a:lnTo>
                  <a:pt x="65496" y="0"/>
                </a:lnTo>
                <a:lnTo>
                  <a:pt x="32748" y="32749"/>
                </a:lnTo>
                <a:lnTo>
                  <a:pt x="0" y="0"/>
                </a:lnTo>
                <a:lnTo>
                  <a:pt x="32748" y="87329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" name="path-231">
            <a:extLst xmlns:a="http://schemas.openxmlformats.org/drawingml/2006/main">
              <a:ext uri="{FF2B5EF4-FFF2-40B4-BE49-F238E27FC236}">
                <a16:creationId xmlns:a16="http://schemas.microsoft.com/office/drawing/2014/main" id="{841F7E27-8EBA-43C6-8A6E-21FE2CA31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8071" y="430755"/>
            <a:ext cx="71523" cy="95364"/>
          </a:xfrm>
          <a:custGeom xmlns:a="http://schemas.openxmlformats.org/drawingml/2006/main">
            <a:pathLst>
              <a:path w="65496" h="87329">
                <a:moveTo>
                  <a:pt x="32748" y="87329"/>
                </a:moveTo>
                <a:lnTo>
                  <a:pt x="65496" y="0"/>
                </a:lnTo>
                <a:lnTo>
                  <a:pt x="32748" y="32748"/>
                </a:lnTo>
                <a:lnTo>
                  <a:pt x="0" y="0"/>
                </a:lnTo>
                <a:lnTo>
                  <a:pt x="32748" y="87329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531B93"/>
            </a:solidFill>
            <a:prstDash val="solid"/>
          </a:ln>
        </p:spPr>
      </p:sp>
      <p:sp>
        <p:nvSpPr>
          <p:cNvPr id="251" name="path-232">
            <a:extLst xmlns:a="http://schemas.openxmlformats.org/drawingml/2006/main">
              <a:ext uri="{FF2B5EF4-FFF2-40B4-BE49-F238E27FC236}">
                <a16:creationId xmlns:a16="http://schemas.microsoft.com/office/drawing/2014/main" id="{391D6C7D-186B-4666-AF2E-4D028C8B8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4249" y="373040"/>
            <a:ext cx="337092" cy="251224"/>
          </a:xfrm>
          <a:custGeom xmlns:a="http://schemas.openxmlformats.org/drawingml/2006/main">
            <a:pathLst>
              <a:path w="308689" h="230056">
                <a:moveTo>
                  <a:pt x="0" y="0"/>
                </a:moveTo>
                <a:lnTo>
                  <a:pt x="100064" y="0"/>
                </a:lnTo>
                <a:lnTo>
                  <a:pt x="308689" y="638"/>
                </a:lnTo>
                <a:lnTo>
                  <a:pt x="305444" y="186846"/>
                </a:lnTo>
                <a:lnTo>
                  <a:pt x="305444" y="230056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531B93"/>
            </a:solidFill>
            <a:prstDash val="solid"/>
          </a:ln>
        </p:spPr>
      </p:sp>
      <p:sp>
        <p:nvSpPr>
          <p:cNvPr id="252" name="path-233">
            <a:extLst xmlns:a="http://schemas.openxmlformats.org/drawingml/2006/main">
              <a:ext uri="{FF2B5EF4-FFF2-40B4-BE49-F238E27FC236}">
                <a16:creationId xmlns:a16="http://schemas.microsoft.com/office/drawing/2014/main" id="{090E52F7-8732-4140-AD7C-A46E57C7E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72032" y="588530"/>
            <a:ext cx="71523" cy="95364"/>
          </a:xfrm>
          <a:custGeom xmlns:a="http://schemas.openxmlformats.org/drawingml/2006/main">
            <a:pathLst>
              <a:path w="65496" h="87329">
                <a:moveTo>
                  <a:pt x="32749" y="87329"/>
                </a:moveTo>
                <a:lnTo>
                  <a:pt x="65496" y="0"/>
                </a:lnTo>
                <a:lnTo>
                  <a:pt x="32749" y="32749"/>
                </a:lnTo>
                <a:lnTo>
                  <a:pt x="0" y="0"/>
                </a:lnTo>
                <a:lnTo>
                  <a:pt x="32749" y="87329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" name="path-234">
            <a:extLst xmlns:a="http://schemas.openxmlformats.org/drawingml/2006/main">
              <a:ext uri="{FF2B5EF4-FFF2-40B4-BE49-F238E27FC236}">
                <a16:creationId xmlns:a16="http://schemas.microsoft.com/office/drawing/2014/main" id="{9F62A21C-AAAC-42D3-B299-7682B8701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72036" y="588504"/>
            <a:ext cx="71523" cy="95361"/>
          </a:xfrm>
          <a:custGeom xmlns:a="http://schemas.openxmlformats.org/drawingml/2006/main">
            <a:pathLst>
              <a:path w="65496" h="87326">
                <a:moveTo>
                  <a:pt x="32749" y="87326"/>
                </a:moveTo>
                <a:lnTo>
                  <a:pt x="65496" y="0"/>
                </a:lnTo>
                <a:lnTo>
                  <a:pt x="32749" y="32746"/>
                </a:lnTo>
                <a:lnTo>
                  <a:pt x="0" y="0"/>
                </a:lnTo>
                <a:lnTo>
                  <a:pt x="32749" y="87326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531B93"/>
            </a:solidFill>
            <a:prstDash val="solid"/>
          </a:ln>
        </p:spPr>
      </p:sp>
      <p:sp>
        <p:nvSpPr>
          <p:cNvPr id="254" name="path-235">
            <a:extLst xmlns:a="http://schemas.openxmlformats.org/drawingml/2006/main">
              <a:ext uri="{FF2B5EF4-FFF2-40B4-BE49-F238E27FC236}">
                <a16:creationId xmlns:a16="http://schemas.microsoft.com/office/drawing/2014/main" id="{541B1746-E510-4C83-B57C-D5C80C2E2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08723" y="523635"/>
            <a:ext cx="333040" cy="258476"/>
          </a:xfrm>
          <a:custGeom xmlns:a="http://schemas.openxmlformats.org/drawingml/2006/main">
            <a:pathLst>
              <a:path w="304978" h="236697">
                <a:moveTo>
                  <a:pt x="0" y="362"/>
                </a:moveTo>
                <a:lnTo>
                  <a:pt x="100064" y="362"/>
                </a:lnTo>
                <a:lnTo>
                  <a:pt x="192418" y="0"/>
                </a:lnTo>
                <a:lnTo>
                  <a:pt x="304978" y="0"/>
                </a:lnTo>
                <a:lnTo>
                  <a:pt x="304978" y="236697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531B93"/>
            </a:solidFill>
            <a:prstDash val="solid"/>
          </a:ln>
        </p:spPr>
      </p:sp>
      <p:sp>
        <p:nvSpPr>
          <p:cNvPr id="255" name="path-236">
            <a:extLst xmlns:a="http://schemas.openxmlformats.org/drawingml/2006/main">
              <a:ext uri="{FF2B5EF4-FFF2-40B4-BE49-F238E27FC236}">
                <a16:creationId xmlns:a16="http://schemas.microsoft.com/office/drawing/2014/main" id="{CE619203-1EB2-4BAB-9805-39A863E99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06003" y="746337"/>
            <a:ext cx="71523" cy="95364"/>
          </a:xfrm>
          <a:custGeom xmlns:a="http://schemas.openxmlformats.org/drawingml/2006/main">
            <a:pathLst>
              <a:path w="65496" h="87328">
                <a:moveTo>
                  <a:pt x="32749" y="87328"/>
                </a:moveTo>
                <a:lnTo>
                  <a:pt x="65496" y="0"/>
                </a:lnTo>
                <a:lnTo>
                  <a:pt x="32749" y="32749"/>
                </a:lnTo>
                <a:lnTo>
                  <a:pt x="0" y="0"/>
                </a:lnTo>
                <a:lnTo>
                  <a:pt x="32749" y="87328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" name="path-237">
            <a:extLst xmlns:a="http://schemas.openxmlformats.org/drawingml/2006/main">
              <a:ext uri="{FF2B5EF4-FFF2-40B4-BE49-F238E27FC236}">
                <a16:creationId xmlns:a16="http://schemas.microsoft.com/office/drawing/2014/main" id="{2D9F3B04-049F-463F-BA9A-04D2FFE9B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06001" y="746350"/>
            <a:ext cx="71523" cy="95364"/>
          </a:xfrm>
          <a:custGeom xmlns:a="http://schemas.openxmlformats.org/drawingml/2006/main">
            <a:pathLst>
              <a:path w="65496" h="87329">
                <a:moveTo>
                  <a:pt x="32749" y="87329"/>
                </a:moveTo>
                <a:lnTo>
                  <a:pt x="65496" y="0"/>
                </a:lnTo>
                <a:lnTo>
                  <a:pt x="32749" y="32748"/>
                </a:lnTo>
                <a:lnTo>
                  <a:pt x="0" y="0"/>
                </a:lnTo>
                <a:lnTo>
                  <a:pt x="32749" y="87329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531B93"/>
            </a:solidFill>
            <a:prstDash val="solid"/>
          </a:ln>
        </p:spPr>
      </p:sp>
      <p:sp>
        <p:nvSpPr>
          <p:cNvPr id="257" name="path-238">
            <a:extLst xmlns:a="http://schemas.openxmlformats.org/drawingml/2006/main">
              <a:ext uri="{FF2B5EF4-FFF2-40B4-BE49-F238E27FC236}">
                <a16:creationId xmlns:a16="http://schemas.microsoft.com/office/drawing/2014/main" id="{680F64FF-B07B-427A-831C-F8F70C1FB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8704" y="869936"/>
            <a:ext cx="904231" cy="508385"/>
          </a:xfrm>
          <a:custGeom xmlns:a="http://schemas.openxmlformats.org/drawingml/2006/main">
            <a:pathLst>
              <a:path w="828041" h="465549">
                <a:moveTo>
                  <a:pt x="0" y="0"/>
                </a:moveTo>
                <a:lnTo>
                  <a:pt x="828041" y="0"/>
                </a:lnTo>
                <a:lnTo>
                  <a:pt x="828041" y="465549"/>
                </a:lnTo>
                <a:lnTo>
                  <a:pt x="0" y="465549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" name="text-239 Neural">
            <a:extLst xmlns:a="http://schemas.openxmlformats.org/drawingml/2006/main">
              <a:ext uri="{FF2B5EF4-FFF2-40B4-BE49-F238E27FC236}">
                <a16:creationId xmlns:a16="http://schemas.microsoft.com/office/drawing/2014/main" id="{035C6253-068A-4C6C-BEAA-BDE081A25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62564" y="899616"/>
            <a:ext cx="588800" cy="2504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Neural</a:t>
            </a:r>
          </a:p>
        </p:txBody>
      </p:sp>
      <p:sp>
        <p:nvSpPr>
          <p:cNvPr id="259" name="text-240 Networks">
            <a:extLst xmlns:a="http://schemas.openxmlformats.org/drawingml/2006/main">
              <a:ext uri="{FF2B5EF4-FFF2-40B4-BE49-F238E27FC236}">
                <a16:creationId xmlns:a16="http://schemas.microsoft.com/office/drawing/2014/main" id="{14FE0431-C715-4CFC-B56B-CB328E1C2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38368" y="1104189"/>
            <a:ext cx="837107" cy="2504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Networks</a:t>
            </a:r>
          </a:p>
        </p:txBody>
      </p:sp>
      <p:sp>
        <p:nvSpPr>
          <p:cNvPr id="260" name="path-241">
            <a:extLst xmlns:a="http://schemas.openxmlformats.org/drawingml/2006/main">
              <a:ext uri="{FF2B5EF4-FFF2-40B4-BE49-F238E27FC236}">
                <a16:creationId xmlns:a16="http://schemas.microsoft.com/office/drawing/2014/main" id="{EB7AC016-0D23-4BD0-BCE6-A28103C61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1473" y="1119162"/>
            <a:ext cx="311223" cy="191"/>
          </a:xfrm>
          <a:custGeom xmlns:a="http://schemas.openxmlformats.org/drawingml/2006/main">
            <a:pathLst>
              <a:path w="285000" h="191">
                <a:moveTo>
                  <a:pt x="0" y="0"/>
                </a:moveTo>
                <a:lnTo>
                  <a:pt x="2850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61" name="path-242">
            <a:extLst xmlns:a="http://schemas.openxmlformats.org/drawingml/2006/main">
              <a:ext uri="{FF2B5EF4-FFF2-40B4-BE49-F238E27FC236}">
                <a16:creationId xmlns:a16="http://schemas.microsoft.com/office/drawing/2014/main" id="{D0A38452-FF20-4AAA-98AB-71800C6B8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29916" y="1086379"/>
            <a:ext cx="87417" cy="65563"/>
          </a:xfrm>
          <a:custGeom xmlns:a="http://schemas.openxmlformats.org/drawingml/2006/main">
            <a:pathLst>
              <a:path w="80051" h="60038">
                <a:moveTo>
                  <a:pt x="80051" y="30019"/>
                </a:moveTo>
                <a:lnTo>
                  <a:pt x="0" y="0"/>
                </a:lnTo>
                <a:lnTo>
                  <a:pt x="30019" y="30019"/>
                </a:lnTo>
                <a:lnTo>
                  <a:pt x="0" y="60038"/>
                </a:lnTo>
                <a:lnTo>
                  <a:pt x="80051" y="3001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" name="path-243">
            <a:extLst xmlns:a="http://schemas.openxmlformats.org/drawingml/2006/main">
              <a:ext uri="{FF2B5EF4-FFF2-40B4-BE49-F238E27FC236}">
                <a16:creationId xmlns:a16="http://schemas.microsoft.com/office/drawing/2014/main" id="{C3B4AA10-E3B1-4B47-B763-FFFC8DF061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29916" y="1086379"/>
            <a:ext cx="87420" cy="65563"/>
          </a:xfrm>
          <a:custGeom xmlns:a="http://schemas.openxmlformats.org/drawingml/2006/main">
            <a:pathLst>
              <a:path w="80054" h="60039">
                <a:moveTo>
                  <a:pt x="80054" y="30021"/>
                </a:moveTo>
                <a:lnTo>
                  <a:pt x="0" y="0"/>
                </a:lnTo>
                <a:lnTo>
                  <a:pt x="30019" y="30021"/>
                </a:lnTo>
                <a:lnTo>
                  <a:pt x="0" y="60039"/>
                </a:lnTo>
                <a:lnTo>
                  <a:pt x="80054" y="30021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63" name="path-244">
            <a:extLst xmlns:a="http://schemas.openxmlformats.org/drawingml/2006/main">
              <a:ext uri="{FF2B5EF4-FFF2-40B4-BE49-F238E27FC236}">
                <a16:creationId xmlns:a16="http://schemas.microsoft.com/office/drawing/2014/main" id="{86A96974-67AC-40EF-B4AB-939353AE0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8466" y="1119162"/>
            <a:ext cx="311231" cy="191"/>
          </a:xfrm>
          <a:custGeom xmlns:a="http://schemas.openxmlformats.org/drawingml/2006/main">
            <a:pathLst>
              <a:path w="285007" h="191">
                <a:moveTo>
                  <a:pt x="0" y="0"/>
                </a:moveTo>
                <a:lnTo>
                  <a:pt x="28500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64" name="path-245">
            <a:extLst xmlns:a="http://schemas.openxmlformats.org/drawingml/2006/main">
              <a:ext uri="{FF2B5EF4-FFF2-40B4-BE49-F238E27FC236}">
                <a16:creationId xmlns:a16="http://schemas.microsoft.com/office/drawing/2014/main" id="{0B2CD272-4CEA-4976-99AA-918D213AB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6917" y="1086379"/>
            <a:ext cx="87417" cy="65563"/>
          </a:xfrm>
          <a:custGeom xmlns:a="http://schemas.openxmlformats.org/drawingml/2006/main">
            <a:pathLst>
              <a:path w="80051" h="60038">
                <a:moveTo>
                  <a:pt x="80051" y="30019"/>
                </a:moveTo>
                <a:lnTo>
                  <a:pt x="0" y="0"/>
                </a:lnTo>
                <a:lnTo>
                  <a:pt x="30020" y="30019"/>
                </a:lnTo>
                <a:lnTo>
                  <a:pt x="0" y="60038"/>
                </a:lnTo>
                <a:lnTo>
                  <a:pt x="80051" y="3001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" name="path-246">
            <a:extLst xmlns:a="http://schemas.openxmlformats.org/drawingml/2006/main">
              <a:ext uri="{FF2B5EF4-FFF2-40B4-BE49-F238E27FC236}">
                <a16:creationId xmlns:a16="http://schemas.microsoft.com/office/drawing/2014/main" id="{1587D448-4712-4D95-98A2-6E98BF593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6915" y="1086379"/>
            <a:ext cx="87419" cy="65563"/>
          </a:xfrm>
          <a:custGeom xmlns:a="http://schemas.openxmlformats.org/drawingml/2006/main">
            <a:pathLst>
              <a:path w="80053" h="60039">
                <a:moveTo>
                  <a:pt x="80053" y="30021"/>
                </a:moveTo>
                <a:lnTo>
                  <a:pt x="0" y="0"/>
                </a:lnTo>
                <a:lnTo>
                  <a:pt x="30020" y="30021"/>
                </a:lnTo>
                <a:lnTo>
                  <a:pt x="0" y="60039"/>
                </a:lnTo>
                <a:lnTo>
                  <a:pt x="80053" y="30021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66" name="text-247 Visual">
            <a:extLst xmlns:a="http://schemas.openxmlformats.org/drawingml/2006/main">
              <a:ext uri="{FF2B5EF4-FFF2-40B4-BE49-F238E27FC236}">
                <a16:creationId xmlns:a16="http://schemas.microsoft.com/office/drawing/2014/main" id="{74F522B9-0BA7-4BB9-A8F8-983082B89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46905" y="1990181"/>
            <a:ext cx="555696" cy="2504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267" name="text-247 Environment">
            <a:extLst xmlns:a="http://schemas.openxmlformats.org/drawingml/2006/main">
              <a:ext uri="{FF2B5EF4-FFF2-40B4-BE49-F238E27FC236}">
                <a16:creationId xmlns:a16="http://schemas.microsoft.com/office/drawing/2014/main" id="{6200C856-A33D-449B-844E-0040B04CB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20071" y="1990181"/>
            <a:ext cx="1125031" cy="2504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Environment</a:t>
            </a:r>
          </a:p>
        </p:txBody>
      </p:sp>
      <p:sp>
        <p:nvSpPr>
          <p:cNvPr id="268" name="path-248">
            <a:extLst xmlns:a="http://schemas.openxmlformats.org/drawingml/2006/main">
              <a:ext uri="{FF2B5EF4-FFF2-40B4-BE49-F238E27FC236}">
                <a16:creationId xmlns:a16="http://schemas.microsoft.com/office/drawing/2014/main" id="{18E05FB5-3926-4737-91DB-A811937637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98935" y="1119162"/>
            <a:ext cx="311233" cy="191"/>
          </a:xfrm>
          <a:custGeom xmlns:a="http://schemas.openxmlformats.org/drawingml/2006/main">
            <a:pathLst>
              <a:path w="285009" h="191">
                <a:moveTo>
                  <a:pt x="0" y="0"/>
                </a:moveTo>
                <a:lnTo>
                  <a:pt x="28500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269" name="path-249">
            <a:extLst xmlns:a="http://schemas.openxmlformats.org/drawingml/2006/main">
              <a:ext uri="{FF2B5EF4-FFF2-40B4-BE49-F238E27FC236}">
                <a16:creationId xmlns:a16="http://schemas.microsoft.com/office/drawing/2014/main" id="{3D280391-980E-411B-B79D-8CBB9C041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7437" y="1086379"/>
            <a:ext cx="87417" cy="65563"/>
          </a:xfrm>
          <a:custGeom xmlns:a="http://schemas.openxmlformats.org/drawingml/2006/main">
            <a:pathLst>
              <a:path w="80051" h="60038">
                <a:moveTo>
                  <a:pt x="80051" y="30019"/>
                </a:moveTo>
                <a:lnTo>
                  <a:pt x="0" y="0"/>
                </a:lnTo>
                <a:lnTo>
                  <a:pt x="30019" y="30019"/>
                </a:lnTo>
                <a:lnTo>
                  <a:pt x="0" y="60038"/>
                </a:lnTo>
                <a:lnTo>
                  <a:pt x="80051" y="3001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" name="path-250">
            <a:extLst xmlns:a="http://schemas.openxmlformats.org/drawingml/2006/main">
              <a:ext uri="{FF2B5EF4-FFF2-40B4-BE49-F238E27FC236}">
                <a16:creationId xmlns:a16="http://schemas.microsoft.com/office/drawing/2014/main" id="{FBA1AC64-D679-4C25-9619-D69F62487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7387" y="1086379"/>
            <a:ext cx="87417" cy="65563"/>
          </a:xfrm>
          <a:custGeom xmlns:a="http://schemas.openxmlformats.org/drawingml/2006/main">
            <a:pathLst>
              <a:path w="80051" h="60039">
                <a:moveTo>
                  <a:pt x="80051" y="30021"/>
                </a:moveTo>
                <a:lnTo>
                  <a:pt x="0" y="0"/>
                </a:lnTo>
                <a:lnTo>
                  <a:pt x="30019" y="30021"/>
                </a:lnTo>
                <a:lnTo>
                  <a:pt x="0" y="60039"/>
                </a:lnTo>
                <a:lnTo>
                  <a:pt x="80051" y="30021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pic>
        <p:nvPicPr>
          <p:cNvPr id="271" name="">
            <a:extLst xmlns:a="http://schemas.openxmlformats.org/drawingml/2006/main">
              <a:ext uri="{FF2B5EF4-FFF2-40B4-BE49-F238E27FC236}">
                <a16:creationId xmlns:a16="http://schemas.microsoft.com/office/drawing/2014/main" id="{470C2CB4-9360-40C0-A5B4-69C097C80FF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72d2bc5b9da45d0"/>
          <a:stretch xmlns:a="http://schemas.openxmlformats.org/drawingml/2006/main"/>
        </p:blipFill>
        <p:spPr>
          <a:xfrm xmlns:a="http://schemas.openxmlformats.org/drawingml/2006/main">
            <a:off x="12859855" y="445718"/>
            <a:ext cx="2454734" cy="1352184"/>
          </a:xfrm>
          <a:prstGeom xmlns:a="http://schemas.openxmlformats.org/drawingml/2006/main" prst="rect">
            <a:avLst/>
          </a:prstGeom>
        </p:spPr>
      </p:pic>
      <p:sp>
        <p:nvSpPr>
          <p:cNvPr id="272" name="text-252 Specific">
            <a:extLst xmlns:a="http://schemas.openxmlformats.org/drawingml/2006/main">
              <a:ext uri="{FF2B5EF4-FFF2-40B4-BE49-F238E27FC236}">
                <a16:creationId xmlns:a16="http://schemas.microsoft.com/office/drawing/2014/main" id="{A343CC94-4CA5-4F3A-9981-AB9203AD3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83503" y="1825494"/>
            <a:ext cx="717910" cy="2504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Specific</a:t>
            </a:r>
          </a:p>
        </p:txBody>
      </p:sp>
      <p:sp>
        <p:nvSpPr>
          <p:cNvPr id="273" name="text-252 Applications">
            <a:extLst xmlns:a="http://schemas.openxmlformats.org/drawingml/2006/main">
              <a:ext uri="{FF2B5EF4-FFF2-40B4-BE49-F238E27FC236}">
                <a16:creationId xmlns:a16="http://schemas.microsoft.com/office/drawing/2014/main" id="{7DA82FDC-AEA7-4C4F-8FA6-94E947B3C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12266" y="1825482"/>
            <a:ext cx="1105102" cy="2504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Applications</a:t>
            </a:r>
          </a:p>
        </p:txBody>
      </p:sp>
      <p:sp>
        <p:nvSpPr>
          <p:cNvPr id="274" name="path-253">
            <a:extLst xmlns:a="http://schemas.openxmlformats.org/drawingml/2006/main">
              <a:ext uri="{FF2B5EF4-FFF2-40B4-BE49-F238E27FC236}">
                <a16:creationId xmlns:a16="http://schemas.microsoft.com/office/drawing/2014/main" id="{3DBC21B8-5C5C-4A75-BABA-1FA60B8AD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" name="path-254">
            <a:extLst xmlns:a="http://schemas.openxmlformats.org/drawingml/2006/main">
              <a:ext uri="{FF2B5EF4-FFF2-40B4-BE49-F238E27FC236}">
                <a16:creationId xmlns:a16="http://schemas.microsoft.com/office/drawing/2014/main" id="{8CA1A510-4AEF-454F-86A1-97843AA5A5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458371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76" name="path-255">
            <a:extLst xmlns:a="http://schemas.openxmlformats.org/drawingml/2006/main">
              <a:ext uri="{FF2B5EF4-FFF2-40B4-BE49-F238E27FC236}">
                <a16:creationId xmlns:a16="http://schemas.microsoft.com/office/drawing/2014/main" id="{C2AF7AC7-B9FC-4248-9485-6D44934D3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" name="path-256">
            <a:extLst xmlns:a="http://schemas.openxmlformats.org/drawingml/2006/main">
              <a:ext uri="{FF2B5EF4-FFF2-40B4-BE49-F238E27FC236}">
                <a16:creationId xmlns:a16="http://schemas.microsoft.com/office/drawing/2014/main" id="{CE34D0E1-23E6-4C87-8564-D9C743E12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458371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78" name="path-257">
            <a:extLst xmlns:a="http://schemas.openxmlformats.org/drawingml/2006/main">
              <a:ext uri="{FF2B5EF4-FFF2-40B4-BE49-F238E27FC236}">
                <a16:creationId xmlns:a16="http://schemas.microsoft.com/office/drawing/2014/main" id="{5E2376EC-359F-4F6F-B7A4-97C673C49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" name="path-258">
            <a:extLst xmlns:a="http://schemas.openxmlformats.org/drawingml/2006/main">
              <a:ext uri="{FF2B5EF4-FFF2-40B4-BE49-F238E27FC236}">
                <a16:creationId xmlns:a16="http://schemas.microsoft.com/office/drawing/2014/main" id="{9F54018D-7FA0-4D40-80EF-9314AF162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458371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80" name="path-259">
            <a:extLst xmlns:a="http://schemas.openxmlformats.org/drawingml/2006/main">
              <a:ext uri="{FF2B5EF4-FFF2-40B4-BE49-F238E27FC236}">
                <a16:creationId xmlns:a16="http://schemas.microsoft.com/office/drawing/2014/main" id="{F59266A1-025A-4FDB-B26C-322978B19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" name="path-260">
            <a:extLst xmlns:a="http://schemas.openxmlformats.org/drawingml/2006/main">
              <a:ext uri="{FF2B5EF4-FFF2-40B4-BE49-F238E27FC236}">
                <a16:creationId xmlns:a16="http://schemas.microsoft.com/office/drawing/2014/main" id="{47DF3165-6377-4540-B83D-824FE6A50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595655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82" name="path-261">
            <a:extLst xmlns:a="http://schemas.openxmlformats.org/drawingml/2006/main">
              <a:ext uri="{FF2B5EF4-FFF2-40B4-BE49-F238E27FC236}">
                <a16:creationId xmlns:a16="http://schemas.microsoft.com/office/drawing/2014/main" id="{1483EBDB-DEA4-4CDC-9105-C21B0348A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" name="path-262">
            <a:extLst xmlns:a="http://schemas.openxmlformats.org/drawingml/2006/main">
              <a:ext uri="{FF2B5EF4-FFF2-40B4-BE49-F238E27FC236}">
                <a16:creationId xmlns:a16="http://schemas.microsoft.com/office/drawing/2014/main" id="{C2ECAAFA-7906-4507-9F05-769C35DA3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595655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84" name="path-263">
            <a:extLst xmlns:a="http://schemas.openxmlformats.org/drawingml/2006/main">
              <a:ext uri="{FF2B5EF4-FFF2-40B4-BE49-F238E27FC236}">
                <a16:creationId xmlns:a16="http://schemas.microsoft.com/office/drawing/2014/main" id="{93AC312C-3B7B-4CB7-AB40-E8D1D0FAC2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" name="path-264">
            <a:extLst xmlns:a="http://schemas.openxmlformats.org/drawingml/2006/main">
              <a:ext uri="{FF2B5EF4-FFF2-40B4-BE49-F238E27FC236}">
                <a16:creationId xmlns:a16="http://schemas.microsoft.com/office/drawing/2014/main" id="{700008C5-F454-4877-8D8D-789681FE9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595655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86" name="path-265">
            <a:extLst xmlns:a="http://schemas.openxmlformats.org/drawingml/2006/main">
              <a:ext uri="{FF2B5EF4-FFF2-40B4-BE49-F238E27FC236}">
                <a16:creationId xmlns:a16="http://schemas.microsoft.com/office/drawing/2014/main" id="{027DE536-0728-4A16-8060-A097F32C3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" name="path-266">
            <a:extLst xmlns:a="http://schemas.openxmlformats.org/drawingml/2006/main">
              <a:ext uri="{FF2B5EF4-FFF2-40B4-BE49-F238E27FC236}">
                <a16:creationId xmlns:a16="http://schemas.microsoft.com/office/drawing/2014/main" id="{EF10DCE7-06B4-4095-AA84-4E3543C739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733037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88" name="path-267">
            <a:extLst xmlns:a="http://schemas.openxmlformats.org/drawingml/2006/main">
              <a:ext uri="{FF2B5EF4-FFF2-40B4-BE49-F238E27FC236}">
                <a16:creationId xmlns:a16="http://schemas.microsoft.com/office/drawing/2014/main" id="{8461615B-2D09-47CF-B704-06AA73E93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" name="path-268">
            <a:extLst xmlns:a="http://schemas.openxmlformats.org/drawingml/2006/main">
              <a:ext uri="{FF2B5EF4-FFF2-40B4-BE49-F238E27FC236}">
                <a16:creationId xmlns:a16="http://schemas.microsoft.com/office/drawing/2014/main" id="{400B0341-9E82-48FB-B4DA-A7D5ACF64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733037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90" name="path-269">
            <a:extLst xmlns:a="http://schemas.openxmlformats.org/drawingml/2006/main">
              <a:ext uri="{FF2B5EF4-FFF2-40B4-BE49-F238E27FC236}">
                <a16:creationId xmlns:a16="http://schemas.microsoft.com/office/drawing/2014/main" id="{98CEB194-4046-4B70-A29D-153FC4BF2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" name="path-270">
            <a:extLst xmlns:a="http://schemas.openxmlformats.org/drawingml/2006/main">
              <a:ext uri="{FF2B5EF4-FFF2-40B4-BE49-F238E27FC236}">
                <a16:creationId xmlns:a16="http://schemas.microsoft.com/office/drawing/2014/main" id="{FFE72D4F-96A8-4FB2-B7B1-91E040A79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733037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92" name="path-271">
            <a:extLst xmlns:a="http://schemas.openxmlformats.org/drawingml/2006/main">
              <a:ext uri="{FF2B5EF4-FFF2-40B4-BE49-F238E27FC236}">
                <a16:creationId xmlns:a16="http://schemas.microsoft.com/office/drawing/2014/main" id="{97166305-5171-48A7-94A5-9F6264EAB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" name="path-272">
            <a:extLst xmlns:a="http://schemas.openxmlformats.org/drawingml/2006/main">
              <a:ext uri="{FF2B5EF4-FFF2-40B4-BE49-F238E27FC236}">
                <a16:creationId xmlns:a16="http://schemas.microsoft.com/office/drawing/2014/main" id="{70834905-32B6-459C-83CC-A26A45CEB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458371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94" name="path-273">
            <a:extLst xmlns:a="http://schemas.openxmlformats.org/drawingml/2006/main">
              <a:ext uri="{FF2B5EF4-FFF2-40B4-BE49-F238E27FC236}">
                <a16:creationId xmlns:a16="http://schemas.microsoft.com/office/drawing/2014/main" id="{DC940C36-FFCC-4E39-BD0D-2E42F5D168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" name="path-274">
            <a:extLst xmlns:a="http://schemas.openxmlformats.org/drawingml/2006/main">
              <a:ext uri="{FF2B5EF4-FFF2-40B4-BE49-F238E27FC236}">
                <a16:creationId xmlns:a16="http://schemas.microsoft.com/office/drawing/2014/main" id="{819BEA06-0479-4ED5-AD31-7B85B550FA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595655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96" name="path-275">
            <a:extLst xmlns:a="http://schemas.openxmlformats.org/drawingml/2006/main">
              <a:ext uri="{FF2B5EF4-FFF2-40B4-BE49-F238E27FC236}">
                <a16:creationId xmlns:a16="http://schemas.microsoft.com/office/drawing/2014/main" id="{1EE6B90C-599A-47B2-B400-BD6FC17C9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" name="path-276">
            <a:extLst xmlns:a="http://schemas.openxmlformats.org/drawingml/2006/main">
              <a:ext uri="{FF2B5EF4-FFF2-40B4-BE49-F238E27FC236}">
                <a16:creationId xmlns:a16="http://schemas.microsoft.com/office/drawing/2014/main" id="{DED22B38-BBDE-4F42-84D2-015F2A49E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733037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298" name="path-277">
            <a:extLst xmlns:a="http://schemas.openxmlformats.org/drawingml/2006/main">
              <a:ext uri="{FF2B5EF4-FFF2-40B4-BE49-F238E27FC236}">
                <a16:creationId xmlns:a16="http://schemas.microsoft.com/office/drawing/2014/main" id="{13E58336-BDDA-467F-9456-9EBEA80CD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" name="path-278">
            <a:extLst xmlns:a="http://schemas.openxmlformats.org/drawingml/2006/main">
              <a:ext uri="{FF2B5EF4-FFF2-40B4-BE49-F238E27FC236}">
                <a16:creationId xmlns:a16="http://schemas.microsoft.com/office/drawing/2014/main" id="{886DE34E-1A9B-4951-9110-56AE1B377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870422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00" name="path-279">
            <a:extLst xmlns:a="http://schemas.openxmlformats.org/drawingml/2006/main">
              <a:ext uri="{FF2B5EF4-FFF2-40B4-BE49-F238E27FC236}">
                <a16:creationId xmlns:a16="http://schemas.microsoft.com/office/drawing/2014/main" id="{12B3635B-9EB5-4F61-B7F6-ABF69550E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" name="path-280">
            <a:extLst xmlns:a="http://schemas.openxmlformats.org/drawingml/2006/main">
              <a:ext uri="{FF2B5EF4-FFF2-40B4-BE49-F238E27FC236}">
                <a16:creationId xmlns:a16="http://schemas.microsoft.com/office/drawing/2014/main" id="{9F02E106-DED9-4BF2-815F-32D6593F7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870422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02" name="path-281">
            <a:extLst xmlns:a="http://schemas.openxmlformats.org/drawingml/2006/main">
              <a:ext uri="{FF2B5EF4-FFF2-40B4-BE49-F238E27FC236}">
                <a16:creationId xmlns:a16="http://schemas.microsoft.com/office/drawing/2014/main" id="{32B8614D-7744-4D55-9FE4-4B0CDA7E7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" name="path-282">
            <a:extLst xmlns:a="http://schemas.openxmlformats.org/drawingml/2006/main">
              <a:ext uri="{FF2B5EF4-FFF2-40B4-BE49-F238E27FC236}">
                <a16:creationId xmlns:a16="http://schemas.microsoft.com/office/drawing/2014/main" id="{94130913-B826-49C1-B5C3-DF2E9A583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870422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04" name="path-283">
            <a:extLst xmlns:a="http://schemas.openxmlformats.org/drawingml/2006/main">
              <a:ext uri="{FF2B5EF4-FFF2-40B4-BE49-F238E27FC236}">
                <a16:creationId xmlns:a16="http://schemas.microsoft.com/office/drawing/2014/main" id="{E4EC2109-912A-48FD-9B92-E30E420D0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" name="path-284">
            <a:extLst xmlns:a="http://schemas.openxmlformats.org/drawingml/2006/main">
              <a:ext uri="{FF2B5EF4-FFF2-40B4-BE49-F238E27FC236}">
                <a16:creationId xmlns:a16="http://schemas.microsoft.com/office/drawing/2014/main" id="{EA0825B4-BDC3-4F52-A6A2-223D7A5C7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870422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06" name="path-285">
            <a:extLst xmlns:a="http://schemas.openxmlformats.org/drawingml/2006/main">
              <a:ext uri="{FF2B5EF4-FFF2-40B4-BE49-F238E27FC236}">
                <a16:creationId xmlns:a16="http://schemas.microsoft.com/office/drawing/2014/main" id="{799362C0-5E8D-4B8D-A694-B3145D6F4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" name="path-286">
            <a:extLst xmlns:a="http://schemas.openxmlformats.org/drawingml/2006/main">
              <a:ext uri="{FF2B5EF4-FFF2-40B4-BE49-F238E27FC236}">
                <a16:creationId xmlns:a16="http://schemas.microsoft.com/office/drawing/2014/main" id="{CE1ABA7F-3705-4D9A-9B30-50B809ED4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458371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08" name="path-287">
            <a:extLst xmlns:a="http://schemas.openxmlformats.org/drawingml/2006/main">
              <a:ext uri="{FF2B5EF4-FFF2-40B4-BE49-F238E27FC236}">
                <a16:creationId xmlns:a16="http://schemas.microsoft.com/office/drawing/2014/main" id="{D2E1E9A0-21BC-4508-83AF-9D71FD783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" name="path-288">
            <a:extLst xmlns:a="http://schemas.openxmlformats.org/drawingml/2006/main">
              <a:ext uri="{FF2B5EF4-FFF2-40B4-BE49-F238E27FC236}">
                <a16:creationId xmlns:a16="http://schemas.microsoft.com/office/drawing/2014/main" id="{40455E6E-1429-4A7D-B77D-E6675E507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595655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10" name="path-289">
            <a:extLst xmlns:a="http://schemas.openxmlformats.org/drawingml/2006/main">
              <a:ext uri="{FF2B5EF4-FFF2-40B4-BE49-F238E27FC236}">
                <a16:creationId xmlns:a16="http://schemas.microsoft.com/office/drawing/2014/main" id="{5AE1FBDF-78F7-467A-87DD-D73F92EF9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" name="path-290">
            <a:extLst xmlns:a="http://schemas.openxmlformats.org/drawingml/2006/main">
              <a:ext uri="{FF2B5EF4-FFF2-40B4-BE49-F238E27FC236}">
                <a16:creationId xmlns:a16="http://schemas.microsoft.com/office/drawing/2014/main" id="{224D8D63-EC1A-4496-8324-9509D3CA2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733037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12" name="path-291">
            <a:extLst xmlns:a="http://schemas.openxmlformats.org/drawingml/2006/main">
              <a:ext uri="{FF2B5EF4-FFF2-40B4-BE49-F238E27FC236}">
                <a16:creationId xmlns:a16="http://schemas.microsoft.com/office/drawing/2014/main" id="{1D38945B-357C-4D34-BFEB-774AF3AA4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" name="path-292">
            <a:extLst xmlns:a="http://schemas.openxmlformats.org/drawingml/2006/main">
              <a:ext uri="{FF2B5EF4-FFF2-40B4-BE49-F238E27FC236}">
                <a16:creationId xmlns:a16="http://schemas.microsoft.com/office/drawing/2014/main" id="{EC36FC4C-0B04-4647-994B-46D20C9CA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870422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14" name="path-293">
            <a:extLst xmlns:a="http://schemas.openxmlformats.org/drawingml/2006/main">
              <a:ext uri="{FF2B5EF4-FFF2-40B4-BE49-F238E27FC236}">
                <a16:creationId xmlns:a16="http://schemas.microsoft.com/office/drawing/2014/main" id="{0BE9A20A-F62B-4520-BF00-390B18E06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" name="path-294">
            <a:extLst xmlns:a="http://schemas.openxmlformats.org/drawingml/2006/main">
              <a:ext uri="{FF2B5EF4-FFF2-40B4-BE49-F238E27FC236}">
                <a16:creationId xmlns:a16="http://schemas.microsoft.com/office/drawing/2014/main" id="{495A3530-C2A4-440D-ACD9-88A46B75B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1007806"/>
            <a:ext cx="137353" cy="137281"/>
          </a:xfrm>
          <a:custGeom xmlns:a="http://schemas.openxmlformats.org/drawingml/2006/main">
            <a:pathLst>
              <a:path w="125780" h="125714">
                <a:moveTo>
                  <a:pt x="0" y="0"/>
                </a:moveTo>
                <a:lnTo>
                  <a:pt x="0" y="125714"/>
                </a:lnTo>
                <a:lnTo>
                  <a:pt x="125780" y="12571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16" name="path-295">
            <a:extLst xmlns:a="http://schemas.openxmlformats.org/drawingml/2006/main">
              <a:ext uri="{FF2B5EF4-FFF2-40B4-BE49-F238E27FC236}">
                <a16:creationId xmlns:a16="http://schemas.microsoft.com/office/drawing/2014/main" id="{CC6AB9D0-55F7-48D9-8964-359E4AA23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" name="path-296">
            <a:extLst xmlns:a="http://schemas.openxmlformats.org/drawingml/2006/main">
              <a:ext uri="{FF2B5EF4-FFF2-40B4-BE49-F238E27FC236}">
                <a16:creationId xmlns:a16="http://schemas.microsoft.com/office/drawing/2014/main" id="{F291DF45-EBF5-4A5E-A974-D441D17B2E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1007806"/>
            <a:ext cx="137353" cy="137281"/>
          </a:xfrm>
          <a:custGeom xmlns:a="http://schemas.openxmlformats.org/drawingml/2006/main">
            <a:pathLst>
              <a:path w="125780" h="125714">
                <a:moveTo>
                  <a:pt x="0" y="0"/>
                </a:moveTo>
                <a:lnTo>
                  <a:pt x="0" y="125714"/>
                </a:lnTo>
                <a:lnTo>
                  <a:pt x="125780" y="12571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18" name="path-297">
            <a:extLst xmlns:a="http://schemas.openxmlformats.org/drawingml/2006/main">
              <a:ext uri="{FF2B5EF4-FFF2-40B4-BE49-F238E27FC236}">
                <a16:creationId xmlns:a16="http://schemas.microsoft.com/office/drawing/2014/main" id="{2C36B8D7-0C41-4ABA-A82E-9FCFCA2FE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" name="path-298">
            <a:extLst xmlns:a="http://schemas.openxmlformats.org/drawingml/2006/main">
              <a:ext uri="{FF2B5EF4-FFF2-40B4-BE49-F238E27FC236}">
                <a16:creationId xmlns:a16="http://schemas.microsoft.com/office/drawing/2014/main" id="{DE288EA8-6EF4-4C13-ACAC-EB20A2964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1007806"/>
            <a:ext cx="137353" cy="137281"/>
          </a:xfrm>
          <a:custGeom xmlns:a="http://schemas.openxmlformats.org/drawingml/2006/main">
            <a:pathLst>
              <a:path w="125780" h="125714">
                <a:moveTo>
                  <a:pt x="0" y="0"/>
                </a:moveTo>
                <a:lnTo>
                  <a:pt x="0" y="125714"/>
                </a:lnTo>
                <a:lnTo>
                  <a:pt x="125780" y="12571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20" name="path-299">
            <a:extLst xmlns:a="http://schemas.openxmlformats.org/drawingml/2006/main">
              <a:ext uri="{FF2B5EF4-FFF2-40B4-BE49-F238E27FC236}">
                <a16:creationId xmlns:a16="http://schemas.microsoft.com/office/drawing/2014/main" id="{FD965B64-1FE9-4A73-AAFF-386EEDE5A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" name="path-300">
            <a:extLst xmlns:a="http://schemas.openxmlformats.org/drawingml/2006/main">
              <a:ext uri="{FF2B5EF4-FFF2-40B4-BE49-F238E27FC236}">
                <a16:creationId xmlns:a16="http://schemas.microsoft.com/office/drawing/2014/main" id="{993DC794-0788-47E3-921E-BD7225D13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1007806"/>
            <a:ext cx="137353" cy="137281"/>
          </a:xfrm>
          <a:custGeom xmlns:a="http://schemas.openxmlformats.org/drawingml/2006/main">
            <a:pathLst>
              <a:path w="125780" h="125714">
                <a:moveTo>
                  <a:pt x="0" y="0"/>
                </a:moveTo>
                <a:lnTo>
                  <a:pt x="0" y="125714"/>
                </a:lnTo>
                <a:lnTo>
                  <a:pt x="125780" y="12571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22" name="path-301">
            <a:extLst xmlns:a="http://schemas.openxmlformats.org/drawingml/2006/main">
              <a:ext uri="{FF2B5EF4-FFF2-40B4-BE49-F238E27FC236}">
                <a16:creationId xmlns:a16="http://schemas.microsoft.com/office/drawing/2014/main" id="{0AC8CF2F-5AD2-4D9A-B4EB-05DD3D6C1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" name="path-302">
            <a:extLst xmlns:a="http://schemas.openxmlformats.org/drawingml/2006/main">
              <a:ext uri="{FF2B5EF4-FFF2-40B4-BE49-F238E27FC236}">
                <a16:creationId xmlns:a16="http://schemas.microsoft.com/office/drawing/2014/main" id="{65A6DDFB-0EDB-41BB-865D-C8DF91385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1007806"/>
            <a:ext cx="137353" cy="137281"/>
          </a:xfrm>
          <a:custGeom xmlns:a="http://schemas.openxmlformats.org/drawingml/2006/main">
            <a:pathLst>
              <a:path w="125780" h="125714">
                <a:moveTo>
                  <a:pt x="0" y="0"/>
                </a:moveTo>
                <a:lnTo>
                  <a:pt x="0" y="125714"/>
                </a:lnTo>
                <a:lnTo>
                  <a:pt x="125780" y="12571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24" name="path-303">
            <a:extLst xmlns:a="http://schemas.openxmlformats.org/drawingml/2006/main">
              <a:ext uri="{FF2B5EF4-FFF2-40B4-BE49-F238E27FC236}">
                <a16:creationId xmlns:a16="http://schemas.microsoft.com/office/drawing/2014/main" id="{98937CA5-8E8E-446F-BB0F-231596C3B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" name="path-304">
            <a:extLst xmlns:a="http://schemas.openxmlformats.org/drawingml/2006/main">
              <a:ext uri="{FF2B5EF4-FFF2-40B4-BE49-F238E27FC236}">
                <a16:creationId xmlns:a16="http://schemas.microsoft.com/office/drawing/2014/main" id="{F9DAB5DF-6919-40EE-A38B-036150CDE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458371"/>
            <a:ext cx="137363" cy="137284"/>
          </a:xfrm>
          <a:custGeom xmlns:a="http://schemas.openxmlformats.org/drawingml/2006/main">
            <a:pathLst>
              <a:path w="125789" h="125717">
                <a:moveTo>
                  <a:pt x="0" y="0"/>
                </a:moveTo>
                <a:lnTo>
                  <a:pt x="0" y="125717"/>
                </a:lnTo>
                <a:lnTo>
                  <a:pt x="125789" y="125717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26" name="path-305">
            <a:extLst xmlns:a="http://schemas.openxmlformats.org/drawingml/2006/main">
              <a:ext uri="{FF2B5EF4-FFF2-40B4-BE49-F238E27FC236}">
                <a16:creationId xmlns:a16="http://schemas.microsoft.com/office/drawing/2014/main" id="{D5C0894A-4FD2-4AC5-A676-671EB9999A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" name="path-306">
            <a:extLst xmlns:a="http://schemas.openxmlformats.org/drawingml/2006/main">
              <a:ext uri="{FF2B5EF4-FFF2-40B4-BE49-F238E27FC236}">
                <a16:creationId xmlns:a16="http://schemas.microsoft.com/office/drawing/2014/main" id="{A91E3429-D20C-4F62-A11B-E4BEEEF26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458371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28" name="path-307">
            <a:extLst xmlns:a="http://schemas.openxmlformats.org/drawingml/2006/main">
              <a:ext uri="{FF2B5EF4-FFF2-40B4-BE49-F238E27FC236}">
                <a16:creationId xmlns:a16="http://schemas.microsoft.com/office/drawing/2014/main" id="{D6280A23-C631-45C2-9303-C8258F407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" name="path-308">
            <a:extLst xmlns:a="http://schemas.openxmlformats.org/drawingml/2006/main">
              <a:ext uri="{FF2B5EF4-FFF2-40B4-BE49-F238E27FC236}">
                <a16:creationId xmlns:a16="http://schemas.microsoft.com/office/drawing/2014/main" id="{91AEEA18-1D42-4D6C-BC69-2B7EC4EACE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458371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30" name="path-309">
            <a:extLst xmlns:a="http://schemas.openxmlformats.org/drawingml/2006/main">
              <a:ext uri="{FF2B5EF4-FFF2-40B4-BE49-F238E27FC236}">
                <a16:creationId xmlns:a16="http://schemas.microsoft.com/office/drawing/2014/main" id="{8617B325-FBFC-4DE2-97D2-F83DF7F1F1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" name="path-310">
            <a:extLst xmlns:a="http://schemas.openxmlformats.org/drawingml/2006/main">
              <a:ext uri="{FF2B5EF4-FFF2-40B4-BE49-F238E27FC236}">
                <a16:creationId xmlns:a16="http://schemas.microsoft.com/office/drawing/2014/main" id="{EC0B214C-7E75-4B42-9782-DA4424E12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595655"/>
            <a:ext cx="137363" cy="137382"/>
          </a:xfrm>
          <a:custGeom xmlns:a="http://schemas.openxmlformats.org/drawingml/2006/main">
            <a:pathLst>
              <a:path w="125789" h="125806">
                <a:moveTo>
                  <a:pt x="0" y="0"/>
                </a:moveTo>
                <a:lnTo>
                  <a:pt x="0" y="125806"/>
                </a:lnTo>
                <a:lnTo>
                  <a:pt x="125789" y="125806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32" name="path-311">
            <a:extLst xmlns:a="http://schemas.openxmlformats.org/drawingml/2006/main">
              <a:ext uri="{FF2B5EF4-FFF2-40B4-BE49-F238E27FC236}">
                <a16:creationId xmlns:a16="http://schemas.microsoft.com/office/drawing/2014/main" id="{0DAD9D56-6EF2-4206-9FF9-E7D1C0EDE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" name="path-312">
            <a:extLst xmlns:a="http://schemas.openxmlformats.org/drawingml/2006/main">
              <a:ext uri="{FF2B5EF4-FFF2-40B4-BE49-F238E27FC236}">
                <a16:creationId xmlns:a16="http://schemas.microsoft.com/office/drawing/2014/main" id="{75A3ED86-D7A5-4281-AAC7-88AA339D2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595655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34" name="path-313">
            <a:extLst xmlns:a="http://schemas.openxmlformats.org/drawingml/2006/main">
              <a:ext uri="{FF2B5EF4-FFF2-40B4-BE49-F238E27FC236}">
                <a16:creationId xmlns:a16="http://schemas.microsoft.com/office/drawing/2014/main" id="{492A5D86-CDB7-4DDA-BDC0-B9C30DAA41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" name="path-314">
            <a:extLst xmlns:a="http://schemas.openxmlformats.org/drawingml/2006/main">
              <a:ext uri="{FF2B5EF4-FFF2-40B4-BE49-F238E27FC236}">
                <a16:creationId xmlns:a16="http://schemas.microsoft.com/office/drawing/2014/main" id="{0CDB40A4-D144-4A83-9C41-968494CC4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595655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36" name="path-315">
            <a:extLst xmlns:a="http://schemas.openxmlformats.org/drawingml/2006/main">
              <a:ext uri="{FF2B5EF4-FFF2-40B4-BE49-F238E27FC236}">
                <a16:creationId xmlns:a16="http://schemas.microsoft.com/office/drawing/2014/main" id="{375919F7-76DB-4F9D-ADA8-995E19808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" name="path-316">
            <a:extLst xmlns:a="http://schemas.openxmlformats.org/drawingml/2006/main">
              <a:ext uri="{FF2B5EF4-FFF2-40B4-BE49-F238E27FC236}">
                <a16:creationId xmlns:a16="http://schemas.microsoft.com/office/drawing/2014/main" id="{2A6656B7-FCAB-4403-8147-14C8F94A3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733037"/>
            <a:ext cx="137363" cy="137385"/>
          </a:xfrm>
          <a:custGeom xmlns:a="http://schemas.openxmlformats.org/drawingml/2006/main">
            <a:pathLst>
              <a:path w="125789" h="125809">
                <a:moveTo>
                  <a:pt x="0" y="0"/>
                </a:moveTo>
                <a:lnTo>
                  <a:pt x="0" y="125809"/>
                </a:lnTo>
                <a:lnTo>
                  <a:pt x="125789" y="125809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38" name="path-317">
            <a:extLst xmlns:a="http://schemas.openxmlformats.org/drawingml/2006/main">
              <a:ext uri="{FF2B5EF4-FFF2-40B4-BE49-F238E27FC236}">
                <a16:creationId xmlns:a16="http://schemas.microsoft.com/office/drawing/2014/main" id="{D6236CF1-F7B7-41A0-BA87-8DD0E278F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" name="path-318">
            <a:extLst xmlns:a="http://schemas.openxmlformats.org/drawingml/2006/main">
              <a:ext uri="{FF2B5EF4-FFF2-40B4-BE49-F238E27FC236}">
                <a16:creationId xmlns:a16="http://schemas.microsoft.com/office/drawing/2014/main" id="{4B1063EB-5622-43A6-A530-145A1D7D5E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733037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40" name="path-319">
            <a:extLst xmlns:a="http://schemas.openxmlformats.org/drawingml/2006/main">
              <a:ext uri="{FF2B5EF4-FFF2-40B4-BE49-F238E27FC236}">
                <a16:creationId xmlns:a16="http://schemas.microsoft.com/office/drawing/2014/main" id="{CAAB8F1D-D789-4906-9060-4C7B90F7A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" name="path-320">
            <a:extLst xmlns:a="http://schemas.openxmlformats.org/drawingml/2006/main">
              <a:ext uri="{FF2B5EF4-FFF2-40B4-BE49-F238E27FC236}">
                <a16:creationId xmlns:a16="http://schemas.microsoft.com/office/drawing/2014/main" id="{538325F5-6DE5-48C0-A443-F114FAADAF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733037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42" name="path-321">
            <a:extLst xmlns:a="http://schemas.openxmlformats.org/drawingml/2006/main">
              <a:ext uri="{FF2B5EF4-FFF2-40B4-BE49-F238E27FC236}">
                <a16:creationId xmlns:a16="http://schemas.microsoft.com/office/drawing/2014/main" id="{D08D6220-D7F4-4598-8CC6-DF8A8CCFB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" name="path-322">
            <a:extLst xmlns:a="http://schemas.openxmlformats.org/drawingml/2006/main">
              <a:ext uri="{FF2B5EF4-FFF2-40B4-BE49-F238E27FC236}">
                <a16:creationId xmlns:a16="http://schemas.microsoft.com/office/drawing/2014/main" id="{B9E3AA96-F542-4D69-AA12-5884F4E4D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458371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44" name="path-323">
            <a:extLst xmlns:a="http://schemas.openxmlformats.org/drawingml/2006/main">
              <a:ext uri="{FF2B5EF4-FFF2-40B4-BE49-F238E27FC236}">
                <a16:creationId xmlns:a16="http://schemas.microsoft.com/office/drawing/2014/main" id="{72021E4C-B6DD-4F67-A185-1EE13E1E3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" name="path-324">
            <a:extLst xmlns:a="http://schemas.openxmlformats.org/drawingml/2006/main">
              <a:ext uri="{FF2B5EF4-FFF2-40B4-BE49-F238E27FC236}">
                <a16:creationId xmlns:a16="http://schemas.microsoft.com/office/drawing/2014/main" id="{90FA9B10-41DA-46EC-B539-3BBDD7038E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595655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46" name="path-325">
            <a:extLst xmlns:a="http://schemas.openxmlformats.org/drawingml/2006/main">
              <a:ext uri="{FF2B5EF4-FFF2-40B4-BE49-F238E27FC236}">
                <a16:creationId xmlns:a16="http://schemas.microsoft.com/office/drawing/2014/main" id="{67F21597-3505-4D13-8AF5-9A8C8C6AD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" name="path-326">
            <a:extLst xmlns:a="http://schemas.openxmlformats.org/drawingml/2006/main">
              <a:ext uri="{FF2B5EF4-FFF2-40B4-BE49-F238E27FC236}">
                <a16:creationId xmlns:a16="http://schemas.microsoft.com/office/drawing/2014/main" id="{A1A41D38-3D22-419D-B05C-4C314F887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733037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48" name="path-327">
            <a:extLst xmlns:a="http://schemas.openxmlformats.org/drawingml/2006/main">
              <a:ext uri="{FF2B5EF4-FFF2-40B4-BE49-F238E27FC236}">
                <a16:creationId xmlns:a16="http://schemas.microsoft.com/office/drawing/2014/main" id="{4D74CAAA-DD11-4B35-AC1D-31C8E314F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" name="path-328">
            <a:extLst xmlns:a="http://schemas.openxmlformats.org/drawingml/2006/main">
              <a:ext uri="{FF2B5EF4-FFF2-40B4-BE49-F238E27FC236}">
                <a16:creationId xmlns:a16="http://schemas.microsoft.com/office/drawing/2014/main" id="{C41DFE02-BA58-4785-89C8-7FA9A62BF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870422"/>
            <a:ext cx="137363" cy="137385"/>
          </a:xfrm>
          <a:custGeom xmlns:a="http://schemas.openxmlformats.org/drawingml/2006/main">
            <a:pathLst>
              <a:path w="125789" h="125809">
                <a:moveTo>
                  <a:pt x="0" y="0"/>
                </a:moveTo>
                <a:lnTo>
                  <a:pt x="0" y="125809"/>
                </a:lnTo>
                <a:lnTo>
                  <a:pt x="125789" y="125809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50" name="path-329">
            <a:extLst xmlns:a="http://schemas.openxmlformats.org/drawingml/2006/main">
              <a:ext uri="{FF2B5EF4-FFF2-40B4-BE49-F238E27FC236}">
                <a16:creationId xmlns:a16="http://schemas.microsoft.com/office/drawing/2014/main" id="{2CEEDE60-71C5-406D-9DFD-BE5135E4C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" name="path-330">
            <a:extLst xmlns:a="http://schemas.openxmlformats.org/drawingml/2006/main">
              <a:ext uri="{FF2B5EF4-FFF2-40B4-BE49-F238E27FC236}">
                <a16:creationId xmlns:a16="http://schemas.microsoft.com/office/drawing/2014/main" id="{FEB13517-4F70-4C98-A724-ABF53F570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870422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52" name="path-331">
            <a:extLst xmlns:a="http://schemas.openxmlformats.org/drawingml/2006/main">
              <a:ext uri="{FF2B5EF4-FFF2-40B4-BE49-F238E27FC236}">
                <a16:creationId xmlns:a16="http://schemas.microsoft.com/office/drawing/2014/main" id="{AAC7CC02-C84B-4120-B537-0384767CC0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" name="path-332">
            <a:extLst xmlns:a="http://schemas.openxmlformats.org/drawingml/2006/main">
              <a:ext uri="{FF2B5EF4-FFF2-40B4-BE49-F238E27FC236}">
                <a16:creationId xmlns:a16="http://schemas.microsoft.com/office/drawing/2014/main" id="{E507EADE-0D69-4B88-A2BE-1ECE82532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870422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54" name="path-333">
            <a:extLst xmlns:a="http://schemas.openxmlformats.org/drawingml/2006/main">
              <a:ext uri="{FF2B5EF4-FFF2-40B4-BE49-F238E27FC236}">
                <a16:creationId xmlns:a16="http://schemas.microsoft.com/office/drawing/2014/main" id="{FE8D9D86-3DD6-48E8-B880-A54CE742C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" name="path-334">
            <a:extLst xmlns:a="http://schemas.openxmlformats.org/drawingml/2006/main">
              <a:ext uri="{FF2B5EF4-FFF2-40B4-BE49-F238E27FC236}">
                <a16:creationId xmlns:a16="http://schemas.microsoft.com/office/drawing/2014/main" id="{FE375D53-CE67-497A-9036-5B5AF3A4E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870422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56" name="path-335">
            <a:extLst xmlns:a="http://schemas.openxmlformats.org/drawingml/2006/main">
              <a:ext uri="{FF2B5EF4-FFF2-40B4-BE49-F238E27FC236}">
                <a16:creationId xmlns:a16="http://schemas.microsoft.com/office/drawing/2014/main" id="{0A19551E-E624-4918-B7BC-ABB27F322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45833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" name="path-336">
            <a:extLst xmlns:a="http://schemas.openxmlformats.org/drawingml/2006/main">
              <a:ext uri="{FF2B5EF4-FFF2-40B4-BE49-F238E27FC236}">
                <a16:creationId xmlns:a16="http://schemas.microsoft.com/office/drawing/2014/main" id="{0075EEFC-5A71-4AE8-969C-E9D5E1B9D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458371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58" name="path-337">
            <a:extLst xmlns:a="http://schemas.openxmlformats.org/drawingml/2006/main">
              <a:ext uri="{FF2B5EF4-FFF2-40B4-BE49-F238E27FC236}">
                <a16:creationId xmlns:a16="http://schemas.microsoft.com/office/drawing/2014/main" id="{AD262149-A294-4210-8892-0CCD1E023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59569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" name="path-338">
            <a:extLst xmlns:a="http://schemas.openxmlformats.org/drawingml/2006/main">
              <a:ext uri="{FF2B5EF4-FFF2-40B4-BE49-F238E27FC236}">
                <a16:creationId xmlns:a16="http://schemas.microsoft.com/office/drawing/2014/main" id="{2111F1C3-8784-4C8C-A276-017E10CB9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595655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60" name="path-339">
            <a:extLst xmlns:a="http://schemas.openxmlformats.org/drawingml/2006/main">
              <a:ext uri="{FF2B5EF4-FFF2-40B4-BE49-F238E27FC236}">
                <a16:creationId xmlns:a16="http://schemas.microsoft.com/office/drawing/2014/main" id="{6036C9E8-95AD-41A5-926C-FBF1FDF46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73304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" name="path-340">
            <a:extLst xmlns:a="http://schemas.openxmlformats.org/drawingml/2006/main">
              <a:ext uri="{FF2B5EF4-FFF2-40B4-BE49-F238E27FC236}">
                <a16:creationId xmlns:a16="http://schemas.microsoft.com/office/drawing/2014/main" id="{9BC3D1F8-D45F-408A-99C2-B4C20541C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733037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62" name="path-341">
            <a:extLst xmlns:a="http://schemas.openxmlformats.org/drawingml/2006/main">
              <a:ext uri="{FF2B5EF4-FFF2-40B4-BE49-F238E27FC236}">
                <a16:creationId xmlns:a16="http://schemas.microsoft.com/office/drawing/2014/main" id="{FE01503D-4B71-402C-BA15-951FFAA07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87040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" name="path-342">
            <a:extLst xmlns:a="http://schemas.openxmlformats.org/drawingml/2006/main">
              <a:ext uri="{FF2B5EF4-FFF2-40B4-BE49-F238E27FC236}">
                <a16:creationId xmlns:a16="http://schemas.microsoft.com/office/drawing/2014/main" id="{117BFE99-6AE1-4836-9108-E4F81DB77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870422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64" name="path-343">
            <a:extLst xmlns:a="http://schemas.openxmlformats.org/drawingml/2006/main">
              <a:ext uri="{FF2B5EF4-FFF2-40B4-BE49-F238E27FC236}">
                <a16:creationId xmlns:a16="http://schemas.microsoft.com/office/drawing/2014/main" id="{614D4860-B8CD-4CC1-9745-62139F220F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" name="path-344">
            <a:extLst xmlns:a="http://schemas.openxmlformats.org/drawingml/2006/main">
              <a:ext uri="{FF2B5EF4-FFF2-40B4-BE49-F238E27FC236}">
                <a16:creationId xmlns:a16="http://schemas.microsoft.com/office/drawing/2014/main" id="{5D442C0A-B8AF-4720-83DF-FC6017AAA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1007806"/>
            <a:ext cx="137363" cy="137281"/>
          </a:xfrm>
          <a:custGeom xmlns:a="http://schemas.openxmlformats.org/drawingml/2006/main">
            <a:pathLst>
              <a:path w="125789" h="125714">
                <a:moveTo>
                  <a:pt x="0" y="0"/>
                </a:moveTo>
                <a:lnTo>
                  <a:pt x="0" y="125714"/>
                </a:lnTo>
                <a:lnTo>
                  <a:pt x="125789" y="125714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66" name="path-345">
            <a:extLst xmlns:a="http://schemas.openxmlformats.org/drawingml/2006/main">
              <a:ext uri="{FF2B5EF4-FFF2-40B4-BE49-F238E27FC236}">
                <a16:creationId xmlns:a16="http://schemas.microsoft.com/office/drawing/2014/main" id="{8A7ED22A-A682-45AD-BD01-A90B0351C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" name="path-346">
            <a:extLst xmlns:a="http://schemas.openxmlformats.org/drawingml/2006/main">
              <a:ext uri="{FF2B5EF4-FFF2-40B4-BE49-F238E27FC236}">
                <a16:creationId xmlns:a16="http://schemas.microsoft.com/office/drawing/2014/main" id="{D2C7FF4A-93E0-484D-B662-305D57495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1007806"/>
            <a:ext cx="137353" cy="137281"/>
          </a:xfrm>
          <a:custGeom xmlns:a="http://schemas.openxmlformats.org/drawingml/2006/main">
            <a:pathLst>
              <a:path w="125780" h="125714">
                <a:moveTo>
                  <a:pt x="0" y="0"/>
                </a:moveTo>
                <a:lnTo>
                  <a:pt x="0" y="125714"/>
                </a:lnTo>
                <a:lnTo>
                  <a:pt x="125780" y="12571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68" name="path-347">
            <a:extLst xmlns:a="http://schemas.openxmlformats.org/drawingml/2006/main">
              <a:ext uri="{FF2B5EF4-FFF2-40B4-BE49-F238E27FC236}">
                <a16:creationId xmlns:a16="http://schemas.microsoft.com/office/drawing/2014/main" id="{827A54F1-7A33-47A3-9756-19D513369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" name="path-348">
            <a:extLst xmlns:a="http://schemas.openxmlformats.org/drawingml/2006/main">
              <a:ext uri="{FF2B5EF4-FFF2-40B4-BE49-F238E27FC236}">
                <a16:creationId xmlns:a16="http://schemas.microsoft.com/office/drawing/2014/main" id="{8CD53B56-E6C3-4141-85A5-5849AAAA4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1007806"/>
            <a:ext cx="137353" cy="137281"/>
          </a:xfrm>
          <a:custGeom xmlns:a="http://schemas.openxmlformats.org/drawingml/2006/main">
            <a:pathLst>
              <a:path w="125780" h="125714">
                <a:moveTo>
                  <a:pt x="0" y="0"/>
                </a:moveTo>
                <a:lnTo>
                  <a:pt x="0" y="125714"/>
                </a:lnTo>
                <a:lnTo>
                  <a:pt x="125780" y="12571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70" name="path-349">
            <a:extLst xmlns:a="http://schemas.openxmlformats.org/drawingml/2006/main">
              <a:ext uri="{FF2B5EF4-FFF2-40B4-BE49-F238E27FC236}">
                <a16:creationId xmlns:a16="http://schemas.microsoft.com/office/drawing/2014/main" id="{A04936BC-E0BF-481E-B371-3CC400E7D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" name="path-350">
            <a:extLst xmlns:a="http://schemas.openxmlformats.org/drawingml/2006/main">
              <a:ext uri="{FF2B5EF4-FFF2-40B4-BE49-F238E27FC236}">
                <a16:creationId xmlns:a16="http://schemas.microsoft.com/office/drawing/2014/main" id="{DE04C72E-2C08-4C93-BC27-F41F65009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1007806"/>
            <a:ext cx="137353" cy="137281"/>
          </a:xfrm>
          <a:custGeom xmlns:a="http://schemas.openxmlformats.org/drawingml/2006/main">
            <a:pathLst>
              <a:path w="125780" h="125714">
                <a:moveTo>
                  <a:pt x="0" y="0"/>
                </a:moveTo>
                <a:lnTo>
                  <a:pt x="0" y="125714"/>
                </a:lnTo>
                <a:lnTo>
                  <a:pt x="125780" y="12571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72" name="path-351">
            <a:extLst xmlns:a="http://schemas.openxmlformats.org/drawingml/2006/main">
              <a:ext uri="{FF2B5EF4-FFF2-40B4-BE49-F238E27FC236}">
                <a16:creationId xmlns:a16="http://schemas.microsoft.com/office/drawing/2014/main" id="{6D213CEB-016A-4E6F-9454-DD8CD89C8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100776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" name="path-352">
            <a:extLst xmlns:a="http://schemas.openxmlformats.org/drawingml/2006/main">
              <a:ext uri="{FF2B5EF4-FFF2-40B4-BE49-F238E27FC236}">
                <a16:creationId xmlns:a16="http://schemas.microsoft.com/office/drawing/2014/main" id="{53E9D91E-BE7F-4F50-BDC1-FDBEC5DCA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1007806"/>
            <a:ext cx="137353" cy="137281"/>
          </a:xfrm>
          <a:custGeom xmlns:a="http://schemas.openxmlformats.org/drawingml/2006/main">
            <a:pathLst>
              <a:path w="125780" h="125714">
                <a:moveTo>
                  <a:pt x="0" y="0"/>
                </a:moveTo>
                <a:lnTo>
                  <a:pt x="0" y="125714"/>
                </a:lnTo>
                <a:lnTo>
                  <a:pt x="125780" y="12571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74" name="path-353">
            <a:extLst xmlns:a="http://schemas.openxmlformats.org/drawingml/2006/main">
              <a:ext uri="{FF2B5EF4-FFF2-40B4-BE49-F238E27FC236}">
                <a16:creationId xmlns:a16="http://schemas.microsoft.com/office/drawing/2014/main" id="{C131ADD5-9BBC-4036-A645-0F85EF9D1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" name="path-354">
            <a:extLst xmlns:a="http://schemas.openxmlformats.org/drawingml/2006/main">
              <a:ext uri="{FF2B5EF4-FFF2-40B4-BE49-F238E27FC236}">
                <a16:creationId xmlns:a16="http://schemas.microsoft.com/office/drawing/2014/main" id="{C5BA6CF6-DCA7-45B3-BB76-8D496FD58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1145087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76" name="path-355">
            <a:extLst xmlns:a="http://schemas.openxmlformats.org/drawingml/2006/main">
              <a:ext uri="{FF2B5EF4-FFF2-40B4-BE49-F238E27FC236}">
                <a16:creationId xmlns:a16="http://schemas.microsoft.com/office/drawing/2014/main" id="{7D7D0435-F5D6-41EF-A036-4EB3B9651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" name="path-356">
            <a:extLst xmlns:a="http://schemas.openxmlformats.org/drawingml/2006/main">
              <a:ext uri="{FF2B5EF4-FFF2-40B4-BE49-F238E27FC236}">
                <a16:creationId xmlns:a16="http://schemas.microsoft.com/office/drawing/2014/main" id="{86823473-BF87-4B75-8EFD-B1D849E33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1145087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78" name="path-357">
            <a:extLst xmlns:a="http://schemas.openxmlformats.org/drawingml/2006/main">
              <a:ext uri="{FF2B5EF4-FFF2-40B4-BE49-F238E27FC236}">
                <a16:creationId xmlns:a16="http://schemas.microsoft.com/office/drawing/2014/main" id="{421AEBCA-5754-4832-B3A0-7B8F02139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" name="path-358">
            <a:extLst xmlns:a="http://schemas.openxmlformats.org/drawingml/2006/main">
              <a:ext uri="{FF2B5EF4-FFF2-40B4-BE49-F238E27FC236}">
                <a16:creationId xmlns:a16="http://schemas.microsoft.com/office/drawing/2014/main" id="{2A5B6349-7716-4A2A-BC7F-943B17759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1145087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80" name="path-359">
            <a:extLst xmlns:a="http://schemas.openxmlformats.org/drawingml/2006/main">
              <a:ext uri="{FF2B5EF4-FFF2-40B4-BE49-F238E27FC236}">
                <a16:creationId xmlns:a16="http://schemas.microsoft.com/office/drawing/2014/main" id="{061436EF-F008-456C-80BC-8FABA0267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" name="path-360">
            <a:extLst xmlns:a="http://schemas.openxmlformats.org/drawingml/2006/main">
              <a:ext uri="{FF2B5EF4-FFF2-40B4-BE49-F238E27FC236}">
                <a16:creationId xmlns:a16="http://schemas.microsoft.com/office/drawing/2014/main" id="{1D6A22F2-72E3-45C9-950C-F980ACFD1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1282470"/>
            <a:ext cx="137353" cy="137387"/>
          </a:xfrm>
          <a:custGeom xmlns:a="http://schemas.openxmlformats.org/drawingml/2006/main">
            <a:pathLst>
              <a:path w="125780" h="125810">
                <a:moveTo>
                  <a:pt x="0" y="0"/>
                </a:moveTo>
                <a:lnTo>
                  <a:pt x="0" y="125810"/>
                </a:lnTo>
                <a:lnTo>
                  <a:pt x="125780" y="12581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82" name="path-361">
            <a:extLst xmlns:a="http://schemas.openxmlformats.org/drawingml/2006/main">
              <a:ext uri="{FF2B5EF4-FFF2-40B4-BE49-F238E27FC236}">
                <a16:creationId xmlns:a16="http://schemas.microsoft.com/office/drawing/2014/main" id="{1AD12AB1-FCC0-4957-B5EA-2A315971A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" name="path-362">
            <a:extLst xmlns:a="http://schemas.openxmlformats.org/drawingml/2006/main">
              <a:ext uri="{FF2B5EF4-FFF2-40B4-BE49-F238E27FC236}">
                <a16:creationId xmlns:a16="http://schemas.microsoft.com/office/drawing/2014/main" id="{EC2C1EB2-E77D-401C-9BB9-17A4832CA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978" y="1282470"/>
            <a:ext cx="137353" cy="137387"/>
          </a:xfrm>
          <a:custGeom xmlns:a="http://schemas.openxmlformats.org/drawingml/2006/main">
            <a:pathLst>
              <a:path w="125780" h="125810">
                <a:moveTo>
                  <a:pt x="0" y="0"/>
                </a:moveTo>
                <a:lnTo>
                  <a:pt x="0" y="125810"/>
                </a:lnTo>
                <a:lnTo>
                  <a:pt x="125780" y="12581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84" name="path-363">
            <a:extLst xmlns:a="http://schemas.openxmlformats.org/drawingml/2006/main">
              <a:ext uri="{FF2B5EF4-FFF2-40B4-BE49-F238E27FC236}">
                <a16:creationId xmlns:a16="http://schemas.microsoft.com/office/drawing/2014/main" id="{AB1774E3-79D1-4DC8-BB61-43FEB8D65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" name="path-364">
            <a:extLst xmlns:a="http://schemas.openxmlformats.org/drawingml/2006/main">
              <a:ext uri="{FF2B5EF4-FFF2-40B4-BE49-F238E27FC236}">
                <a16:creationId xmlns:a16="http://schemas.microsoft.com/office/drawing/2014/main" id="{3B0BF8DB-78FE-48A8-8D9C-4BCBCF012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332" y="1282470"/>
            <a:ext cx="137353" cy="137387"/>
          </a:xfrm>
          <a:custGeom xmlns:a="http://schemas.openxmlformats.org/drawingml/2006/main">
            <a:pathLst>
              <a:path w="125780" h="125810">
                <a:moveTo>
                  <a:pt x="0" y="0"/>
                </a:moveTo>
                <a:lnTo>
                  <a:pt x="0" y="125810"/>
                </a:lnTo>
                <a:lnTo>
                  <a:pt x="125780" y="12581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86" name="path-365">
            <a:extLst xmlns:a="http://schemas.openxmlformats.org/drawingml/2006/main">
              <a:ext uri="{FF2B5EF4-FFF2-40B4-BE49-F238E27FC236}">
                <a16:creationId xmlns:a16="http://schemas.microsoft.com/office/drawing/2014/main" id="{D27810EE-B1A3-4B4A-B4F7-5C9FBD6FA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" name="path-366">
            <a:extLst xmlns:a="http://schemas.openxmlformats.org/drawingml/2006/main">
              <a:ext uri="{FF2B5EF4-FFF2-40B4-BE49-F238E27FC236}">
                <a16:creationId xmlns:a16="http://schemas.microsoft.com/office/drawing/2014/main" id="{B83E6232-492E-4F52-8815-11F03809C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1145087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88" name="path-367">
            <a:extLst xmlns:a="http://schemas.openxmlformats.org/drawingml/2006/main">
              <a:ext uri="{FF2B5EF4-FFF2-40B4-BE49-F238E27FC236}">
                <a16:creationId xmlns:a16="http://schemas.microsoft.com/office/drawing/2014/main" id="{6F50E145-C82A-47C0-AD13-42A630730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" name="path-368">
            <a:extLst xmlns:a="http://schemas.openxmlformats.org/drawingml/2006/main">
              <a:ext uri="{FF2B5EF4-FFF2-40B4-BE49-F238E27FC236}">
                <a16:creationId xmlns:a16="http://schemas.microsoft.com/office/drawing/2014/main" id="{7E20B206-9A93-448F-AAAC-C44B41D1A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685" y="1282470"/>
            <a:ext cx="137353" cy="137387"/>
          </a:xfrm>
          <a:custGeom xmlns:a="http://schemas.openxmlformats.org/drawingml/2006/main">
            <a:pathLst>
              <a:path w="125780" h="125810">
                <a:moveTo>
                  <a:pt x="0" y="0"/>
                </a:moveTo>
                <a:lnTo>
                  <a:pt x="0" y="125810"/>
                </a:lnTo>
                <a:lnTo>
                  <a:pt x="125780" y="12581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90" name="path-369">
            <a:extLst xmlns:a="http://schemas.openxmlformats.org/drawingml/2006/main">
              <a:ext uri="{FF2B5EF4-FFF2-40B4-BE49-F238E27FC236}">
                <a16:creationId xmlns:a16="http://schemas.microsoft.com/office/drawing/2014/main" id="{6BB7173E-D9ED-49EE-A794-F4181777B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" name="path-370">
            <a:extLst xmlns:a="http://schemas.openxmlformats.org/drawingml/2006/main">
              <a:ext uri="{FF2B5EF4-FFF2-40B4-BE49-F238E27FC236}">
                <a16:creationId xmlns:a16="http://schemas.microsoft.com/office/drawing/2014/main" id="{C5995C0F-A3D7-40D8-B36A-693750F8D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1145087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92" name="path-371">
            <a:extLst xmlns:a="http://schemas.openxmlformats.org/drawingml/2006/main">
              <a:ext uri="{FF2B5EF4-FFF2-40B4-BE49-F238E27FC236}">
                <a16:creationId xmlns:a16="http://schemas.microsoft.com/office/drawing/2014/main" id="{F1CFF2B1-1178-48C7-860A-3129EDCB9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" name="path-372">
            <a:extLst xmlns:a="http://schemas.openxmlformats.org/drawingml/2006/main">
              <a:ext uri="{FF2B5EF4-FFF2-40B4-BE49-F238E27FC236}">
                <a16:creationId xmlns:a16="http://schemas.microsoft.com/office/drawing/2014/main" id="{A27C5666-915A-44A1-912A-5C9FBEC93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039" y="1282470"/>
            <a:ext cx="137353" cy="137387"/>
          </a:xfrm>
          <a:custGeom xmlns:a="http://schemas.openxmlformats.org/drawingml/2006/main">
            <a:pathLst>
              <a:path w="125780" h="125810">
                <a:moveTo>
                  <a:pt x="0" y="0"/>
                </a:moveTo>
                <a:lnTo>
                  <a:pt x="0" y="125810"/>
                </a:lnTo>
                <a:lnTo>
                  <a:pt x="125780" y="12581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94" name="path-373">
            <a:extLst xmlns:a="http://schemas.openxmlformats.org/drawingml/2006/main">
              <a:ext uri="{FF2B5EF4-FFF2-40B4-BE49-F238E27FC236}">
                <a16:creationId xmlns:a16="http://schemas.microsoft.com/office/drawing/2014/main" id="{802D304F-9A89-445F-9722-1584688D2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" name="path-374">
            <a:extLst xmlns:a="http://schemas.openxmlformats.org/drawingml/2006/main">
              <a:ext uri="{FF2B5EF4-FFF2-40B4-BE49-F238E27FC236}">
                <a16:creationId xmlns:a16="http://schemas.microsoft.com/office/drawing/2014/main" id="{4BA2F546-7F18-4388-A62B-076D60C69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1145087"/>
            <a:ext cx="137363" cy="137383"/>
          </a:xfrm>
          <a:custGeom xmlns:a="http://schemas.openxmlformats.org/drawingml/2006/main">
            <a:pathLst>
              <a:path w="125789" h="125807">
                <a:moveTo>
                  <a:pt x="0" y="0"/>
                </a:moveTo>
                <a:lnTo>
                  <a:pt x="0" y="125807"/>
                </a:lnTo>
                <a:lnTo>
                  <a:pt x="125789" y="125807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96" name="path-375">
            <a:extLst xmlns:a="http://schemas.openxmlformats.org/drawingml/2006/main">
              <a:ext uri="{FF2B5EF4-FFF2-40B4-BE49-F238E27FC236}">
                <a16:creationId xmlns:a16="http://schemas.microsoft.com/office/drawing/2014/main" id="{C491156D-D72D-4B31-B2B7-4509EE0AD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" name="path-376">
            <a:extLst xmlns:a="http://schemas.openxmlformats.org/drawingml/2006/main">
              <a:ext uri="{FF2B5EF4-FFF2-40B4-BE49-F238E27FC236}">
                <a16:creationId xmlns:a16="http://schemas.microsoft.com/office/drawing/2014/main" id="{EC64523C-67EA-4F44-AEB3-53C2167A1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1145087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398" name="path-377">
            <a:extLst xmlns:a="http://schemas.openxmlformats.org/drawingml/2006/main">
              <a:ext uri="{FF2B5EF4-FFF2-40B4-BE49-F238E27FC236}">
                <a16:creationId xmlns:a16="http://schemas.microsoft.com/office/drawing/2014/main" id="{A345D218-527A-4FD2-B30D-85A5FA786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" name="path-378">
            <a:extLst xmlns:a="http://schemas.openxmlformats.org/drawingml/2006/main">
              <a:ext uri="{FF2B5EF4-FFF2-40B4-BE49-F238E27FC236}">
                <a16:creationId xmlns:a16="http://schemas.microsoft.com/office/drawing/2014/main" id="{9D0A95D0-E892-4BF0-ABA5-4F1BD8B74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1145087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00" name="path-379">
            <a:extLst xmlns:a="http://schemas.openxmlformats.org/drawingml/2006/main">
              <a:ext uri="{FF2B5EF4-FFF2-40B4-BE49-F238E27FC236}">
                <a16:creationId xmlns:a16="http://schemas.microsoft.com/office/drawing/2014/main" id="{35BEA77A-4B76-436B-BE09-D34A24CE7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" name="path-380">
            <a:extLst xmlns:a="http://schemas.openxmlformats.org/drawingml/2006/main">
              <a:ext uri="{FF2B5EF4-FFF2-40B4-BE49-F238E27FC236}">
                <a16:creationId xmlns:a16="http://schemas.microsoft.com/office/drawing/2014/main" id="{452CA24E-874F-4BF3-A9E6-79A16D53E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92" y="1282470"/>
            <a:ext cx="137363" cy="137387"/>
          </a:xfrm>
          <a:custGeom xmlns:a="http://schemas.openxmlformats.org/drawingml/2006/main">
            <a:pathLst>
              <a:path w="125789" h="125810">
                <a:moveTo>
                  <a:pt x="0" y="0"/>
                </a:moveTo>
                <a:lnTo>
                  <a:pt x="0" y="125810"/>
                </a:lnTo>
                <a:lnTo>
                  <a:pt x="125789" y="125810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02" name="path-381">
            <a:extLst xmlns:a="http://schemas.openxmlformats.org/drawingml/2006/main">
              <a:ext uri="{FF2B5EF4-FFF2-40B4-BE49-F238E27FC236}">
                <a16:creationId xmlns:a16="http://schemas.microsoft.com/office/drawing/2014/main" id="{51D6B641-DF8D-4102-A8C5-67A8D614A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" name="path-382">
            <a:extLst xmlns:a="http://schemas.openxmlformats.org/drawingml/2006/main">
              <a:ext uri="{FF2B5EF4-FFF2-40B4-BE49-F238E27FC236}">
                <a16:creationId xmlns:a16="http://schemas.microsoft.com/office/drawing/2014/main" id="{4C00D79E-4933-413D-906E-316B763FC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755" y="1282470"/>
            <a:ext cx="137353" cy="137387"/>
          </a:xfrm>
          <a:custGeom xmlns:a="http://schemas.openxmlformats.org/drawingml/2006/main">
            <a:pathLst>
              <a:path w="125780" h="125810">
                <a:moveTo>
                  <a:pt x="0" y="0"/>
                </a:moveTo>
                <a:lnTo>
                  <a:pt x="0" y="125810"/>
                </a:lnTo>
                <a:lnTo>
                  <a:pt x="125780" y="12581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04" name="path-383">
            <a:extLst xmlns:a="http://schemas.openxmlformats.org/drawingml/2006/main">
              <a:ext uri="{FF2B5EF4-FFF2-40B4-BE49-F238E27FC236}">
                <a16:creationId xmlns:a16="http://schemas.microsoft.com/office/drawing/2014/main" id="{E036D635-6415-4E4A-83BA-88FB8BCCA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" name="path-384">
            <a:extLst xmlns:a="http://schemas.openxmlformats.org/drawingml/2006/main">
              <a:ext uri="{FF2B5EF4-FFF2-40B4-BE49-F238E27FC236}">
                <a16:creationId xmlns:a16="http://schemas.microsoft.com/office/drawing/2014/main" id="{C4C0D2DC-5CC0-458F-9599-108DCA29D9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109" y="1282470"/>
            <a:ext cx="137353" cy="137387"/>
          </a:xfrm>
          <a:custGeom xmlns:a="http://schemas.openxmlformats.org/drawingml/2006/main">
            <a:pathLst>
              <a:path w="125780" h="125810">
                <a:moveTo>
                  <a:pt x="0" y="0"/>
                </a:moveTo>
                <a:lnTo>
                  <a:pt x="0" y="125810"/>
                </a:lnTo>
                <a:lnTo>
                  <a:pt x="125780" y="12581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06" name="path-385">
            <a:extLst xmlns:a="http://schemas.openxmlformats.org/drawingml/2006/main">
              <a:ext uri="{FF2B5EF4-FFF2-40B4-BE49-F238E27FC236}">
                <a16:creationId xmlns:a16="http://schemas.microsoft.com/office/drawing/2014/main" id="{130927A9-E20D-4FE1-AF23-BCDFC20C0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" name="path-386">
            <a:extLst xmlns:a="http://schemas.openxmlformats.org/drawingml/2006/main">
              <a:ext uri="{FF2B5EF4-FFF2-40B4-BE49-F238E27FC236}">
                <a16:creationId xmlns:a16="http://schemas.microsoft.com/office/drawing/2014/main" id="{7BFED483-5E89-4D75-B341-86C00937D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1145087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08" name="path-387">
            <a:extLst xmlns:a="http://schemas.openxmlformats.org/drawingml/2006/main">
              <a:ext uri="{FF2B5EF4-FFF2-40B4-BE49-F238E27FC236}">
                <a16:creationId xmlns:a16="http://schemas.microsoft.com/office/drawing/2014/main" id="{14C9490E-4887-470D-B9B1-EE5A36BB60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" name="path-388">
            <a:extLst xmlns:a="http://schemas.openxmlformats.org/drawingml/2006/main">
              <a:ext uri="{FF2B5EF4-FFF2-40B4-BE49-F238E27FC236}">
                <a16:creationId xmlns:a16="http://schemas.microsoft.com/office/drawing/2014/main" id="{D2246C47-2DD6-40B0-9ABB-67E4E7B71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462" y="1282470"/>
            <a:ext cx="137353" cy="137387"/>
          </a:xfrm>
          <a:custGeom xmlns:a="http://schemas.openxmlformats.org/drawingml/2006/main">
            <a:pathLst>
              <a:path w="125780" h="125810">
                <a:moveTo>
                  <a:pt x="0" y="0"/>
                </a:moveTo>
                <a:lnTo>
                  <a:pt x="0" y="125810"/>
                </a:lnTo>
                <a:lnTo>
                  <a:pt x="125780" y="12581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10" name="path-389">
            <a:extLst xmlns:a="http://schemas.openxmlformats.org/drawingml/2006/main">
              <a:ext uri="{FF2B5EF4-FFF2-40B4-BE49-F238E27FC236}">
                <a16:creationId xmlns:a16="http://schemas.microsoft.com/office/drawing/2014/main" id="{5EB91D92-087A-46ED-B339-74F39E868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114511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" name="path-390">
            <a:extLst xmlns:a="http://schemas.openxmlformats.org/drawingml/2006/main">
              <a:ext uri="{FF2B5EF4-FFF2-40B4-BE49-F238E27FC236}">
                <a16:creationId xmlns:a16="http://schemas.microsoft.com/office/drawing/2014/main" id="{998C8D39-E6E6-4E83-8276-F1EB53C79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1145087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12" name="path-391">
            <a:extLst xmlns:a="http://schemas.openxmlformats.org/drawingml/2006/main">
              <a:ext uri="{FF2B5EF4-FFF2-40B4-BE49-F238E27FC236}">
                <a16:creationId xmlns:a16="http://schemas.microsoft.com/office/drawing/2014/main" id="{8FBAAAE9-D84B-46C0-9583-906B329BE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128247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" name="path-392">
            <a:extLst xmlns:a="http://schemas.openxmlformats.org/drawingml/2006/main">
              <a:ext uri="{FF2B5EF4-FFF2-40B4-BE49-F238E27FC236}">
                <a16:creationId xmlns:a16="http://schemas.microsoft.com/office/drawing/2014/main" id="{5605F4F8-7189-4C3C-9FB5-DA7AFE3A6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16" y="1282470"/>
            <a:ext cx="137353" cy="137387"/>
          </a:xfrm>
          <a:custGeom xmlns:a="http://schemas.openxmlformats.org/drawingml/2006/main">
            <a:pathLst>
              <a:path w="125780" h="125810">
                <a:moveTo>
                  <a:pt x="0" y="0"/>
                </a:moveTo>
                <a:lnTo>
                  <a:pt x="0" y="125810"/>
                </a:lnTo>
                <a:lnTo>
                  <a:pt x="125780" y="12581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14" name="path-393">
            <a:extLst xmlns:a="http://schemas.openxmlformats.org/drawingml/2006/main">
              <a:ext uri="{FF2B5EF4-FFF2-40B4-BE49-F238E27FC236}">
                <a16:creationId xmlns:a16="http://schemas.microsoft.com/office/drawing/2014/main" id="{ED4261F5-B326-446A-AF38-8D1E3BECA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458371"/>
            <a:ext cx="191" cy="961453"/>
          </a:xfrm>
          <a:custGeom xmlns:a="http://schemas.openxmlformats.org/drawingml/2006/main">
            <a:pathLst>
              <a:path w="191" h="880442">
                <a:moveTo>
                  <a:pt x="0" y="0"/>
                </a:moveTo>
                <a:lnTo>
                  <a:pt x="0" y="880442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415" name="path-394">
            <a:extLst xmlns:a="http://schemas.openxmlformats.org/drawingml/2006/main">
              <a:ext uri="{FF2B5EF4-FFF2-40B4-BE49-F238E27FC236}">
                <a16:creationId xmlns:a16="http://schemas.microsoft.com/office/drawing/2014/main" id="{534AFB1A-F541-4664-9DFB-507C9272C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25" y="1419824"/>
            <a:ext cx="1373545" cy="191"/>
          </a:xfrm>
          <a:custGeom xmlns:a="http://schemas.openxmlformats.org/drawingml/2006/main">
            <a:pathLst>
              <a:path w="1257811" h="191">
                <a:moveTo>
                  <a:pt x="0" y="0"/>
                </a:moveTo>
                <a:lnTo>
                  <a:pt x="0" y="30"/>
                </a:lnTo>
                <a:lnTo>
                  <a:pt x="1257811" y="30"/>
                </a:lnTo>
                <a:lnTo>
                  <a:pt x="1257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416" name="path-395">
            <a:extLst xmlns:a="http://schemas.openxmlformats.org/drawingml/2006/main">
              <a:ext uri="{FF2B5EF4-FFF2-40B4-BE49-F238E27FC236}">
                <a16:creationId xmlns:a16="http://schemas.microsoft.com/office/drawing/2014/main" id="{DDD3FC51-255A-4F2F-83B8-F00092496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169" y="458371"/>
            <a:ext cx="191" cy="961453"/>
          </a:xfrm>
          <a:custGeom xmlns:a="http://schemas.openxmlformats.org/drawingml/2006/main">
            <a:pathLst>
              <a:path w="191" h="880442">
                <a:moveTo>
                  <a:pt x="0" y="880442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417" name="path-396">
            <a:extLst xmlns:a="http://schemas.openxmlformats.org/drawingml/2006/main">
              <a:ext uri="{FF2B5EF4-FFF2-40B4-BE49-F238E27FC236}">
                <a16:creationId xmlns:a16="http://schemas.microsoft.com/office/drawing/2014/main" id="{67D46557-4C65-4A58-B104-A4F75883E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53383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" name="path-397">
            <a:extLst xmlns:a="http://schemas.openxmlformats.org/drawingml/2006/main">
              <a:ext uri="{FF2B5EF4-FFF2-40B4-BE49-F238E27FC236}">
                <a16:creationId xmlns:a16="http://schemas.microsoft.com/office/drawing/2014/main" id="{19BF36B4-AF38-4A94-9D1B-DDAED6B80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533868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19" name="path-398">
            <a:extLst xmlns:a="http://schemas.openxmlformats.org/drawingml/2006/main">
              <a:ext uri="{FF2B5EF4-FFF2-40B4-BE49-F238E27FC236}">
                <a16:creationId xmlns:a16="http://schemas.microsoft.com/office/drawing/2014/main" id="{17BC8E15-FF1D-44E3-B7BF-6906EAE20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4" y="533834"/>
            <a:ext cx="137355" cy="137354"/>
          </a:xfrm>
          <a:custGeom xmlns:a="http://schemas.openxmlformats.org/drawingml/2006/main">
            <a:pathLst>
              <a:path w="125782" h="125781">
                <a:moveTo>
                  <a:pt x="0" y="0"/>
                </a:moveTo>
                <a:lnTo>
                  <a:pt x="125782" y="0"/>
                </a:lnTo>
                <a:lnTo>
                  <a:pt x="125782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" name="path-399">
            <a:extLst xmlns:a="http://schemas.openxmlformats.org/drawingml/2006/main">
              <a:ext uri="{FF2B5EF4-FFF2-40B4-BE49-F238E27FC236}">
                <a16:creationId xmlns:a16="http://schemas.microsoft.com/office/drawing/2014/main" id="{AE322D0F-5B5C-4CD0-97F4-DD7B00A16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5" y="533868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21" name="path-400">
            <a:extLst xmlns:a="http://schemas.openxmlformats.org/drawingml/2006/main">
              <a:ext uri="{FF2B5EF4-FFF2-40B4-BE49-F238E27FC236}">
                <a16:creationId xmlns:a16="http://schemas.microsoft.com/office/drawing/2014/main" id="{8BDE3458-D0ED-4EC9-93F4-33D3A7AC0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53383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" name="path-401">
            <a:extLst xmlns:a="http://schemas.openxmlformats.org/drawingml/2006/main">
              <a:ext uri="{FF2B5EF4-FFF2-40B4-BE49-F238E27FC236}">
                <a16:creationId xmlns:a16="http://schemas.microsoft.com/office/drawing/2014/main" id="{1F3E5401-9C0F-4B6C-B05F-23FF6A316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533868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23" name="path-402">
            <a:extLst xmlns:a="http://schemas.openxmlformats.org/drawingml/2006/main">
              <a:ext uri="{FF2B5EF4-FFF2-40B4-BE49-F238E27FC236}">
                <a16:creationId xmlns:a16="http://schemas.microsoft.com/office/drawing/2014/main" id="{440D5314-B5C1-43D7-B0B2-77D62008DB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67118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" name="path-403">
            <a:extLst xmlns:a="http://schemas.openxmlformats.org/drawingml/2006/main">
              <a:ext uri="{FF2B5EF4-FFF2-40B4-BE49-F238E27FC236}">
                <a16:creationId xmlns:a16="http://schemas.microsoft.com/office/drawing/2014/main" id="{438B0A0B-031D-4F93-90BE-0A48D3AA2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67115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25" name="path-404">
            <a:extLst xmlns:a="http://schemas.openxmlformats.org/drawingml/2006/main">
              <a:ext uri="{FF2B5EF4-FFF2-40B4-BE49-F238E27FC236}">
                <a16:creationId xmlns:a16="http://schemas.microsoft.com/office/drawing/2014/main" id="{9CE9AA20-C44C-4221-99EF-B144CD588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4" y="671188"/>
            <a:ext cx="137355" cy="137354"/>
          </a:xfrm>
          <a:custGeom xmlns:a="http://schemas.openxmlformats.org/drawingml/2006/main">
            <a:pathLst>
              <a:path w="125782" h="125781">
                <a:moveTo>
                  <a:pt x="0" y="0"/>
                </a:moveTo>
                <a:lnTo>
                  <a:pt x="125782" y="0"/>
                </a:lnTo>
                <a:lnTo>
                  <a:pt x="125782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" name="path-405">
            <a:extLst xmlns:a="http://schemas.openxmlformats.org/drawingml/2006/main">
              <a:ext uri="{FF2B5EF4-FFF2-40B4-BE49-F238E27FC236}">
                <a16:creationId xmlns:a16="http://schemas.microsoft.com/office/drawing/2014/main" id="{C017B749-24D7-44E1-9380-85E2B887F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5" y="67115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27" name="path-406">
            <a:extLst xmlns:a="http://schemas.openxmlformats.org/drawingml/2006/main">
              <a:ext uri="{FF2B5EF4-FFF2-40B4-BE49-F238E27FC236}">
                <a16:creationId xmlns:a16="http://schemas.microsoft.com/office/drawing/2014/main" id="{EFACA902-89F6-4653-8F16-ECED5CC17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67118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" name="path-407">
            <a:extLst xmlns:a="http://schemas.openxmlformats.org/drawingml/2006/main">
              <a:ext uri="{FF2B5EF4-FFF2-40B4-BE49-F238E27FC236}">
                <a16:creationId xmlns:a16="http://schemas.microsoft.com/office/drawing/2014/main" id="{C992F59F-5F3E-40A3-BE27-296CAB37E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67115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29" name="path-408">
            <a:extLst xmlns:a="http://schemas.openxmlformats.org/drawingml/2006/main">
              <a:ext uri="{FF2B5EF4-FFF2-40B4-BE49-F238E27FC236}">
                <a16:creationId xmlns:a16="http://schemas.microsoft.com/office/drawing/2014/main" id="{EA1C3505-AEB7-4CB5-BC49-237E219C1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80854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" name="path-409">
            <a:extLst xmlns:a="http://schemas.openxmlformats.org/drawingml/2006/main">
              <a:ext uri="{FF2B5EF4-FFF2-40B4-BE49-F238E27FC236}">
                <a16:creationId xmlns:a16="http://schemas.microsoft.com/office/drawing/2014/main" id="{4FCFD629-BAB4-4606-82EB-B498A53B9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808534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31" name="path-410">
            <a:extLst xmlns:a="http://schemas.openxmlformats.org/drawingml/2006/main">
              <a:ext uri="{FF2B5EF4-FFF2-40B4-BE49-F238E27FC236}">
                <a16:creationId xmlns:a16="http://schemas.microsoft.com/office/drawing/2014/main" id="{8B814A57-BBCC-4C56-BBDB-C0BA6187A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4" y="808542"/>
            <a:ext cx="137355" cy="137354"/>
          </a:xfrm>
          <a:custGeom xmlns:a="http://schemas.openxmlformats.org/drawingml/2006/main">
            <a:pathLst>
              <a:path w="125782" h="125781">
                <a:moveTo>
                  <a:pt x="0" y="0"/>
                </a:moveTo>
                <a:lnTo>
                  <a:pt x="125782" y="0"/>
                </a:lnTo>
                <a:lnTo>
                  <a:pt x="125782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" name="path-411">
            <a:extLst xmlns:a="http://schemas.openxmlformats.org/drawingml/2006/main">
              <a:ext uri="{FF2B5EF4-FFF2-40B4-BE49-F238E27FC236}">
                <a16:creationId xmlns:a16="http://schemas.microsoft.com/office/drawing/2014/main" id="{C19E72D7-7A07-45D8-8E80-73EB2F69C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5" y="808534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33" name="path-412">
            <a:extLst xmlns:a="http://schemas.openxmlformats.org/drawingml/2006/main">
              <a:ext uri="{FF2B5EF4-FFF2-40B4-BE49-F238E27FC236}">
                <a16:creationId xmlns:a16="http://schemas.microsoft.com/office/drawing/2014/main" id="{E3C3B26E-E87E-4F59-B93F-4222455C20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80854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" name="path-413">
            <a:extLst xmlns:a="http://schemas.openxmlformats.org/drawingml/2006/main">
              <a:ext uri="{FF2B5EF4-FFF2-40B4-BE49-F238E27FC236}">
                <a16:creationId xmlns:a16="http://schemas.microsoft.com/office/drawing/2014/main" id="{E0346CD3-3B56-4093-B7B4-2A415FBBE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808534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35" name="path-414">
            <a:extLst xmlns:a="http://schemas.openxmlformats.org/drawingml/2006/main">
              <a:ext uri="{FF2B5EF4-FFF2-40B4-BE49-F238E27FC236}">
                <a16:creationId xmlns:a16="http://schemas.microsoft.com/office/drawing/2014/main" id="{A73B2211-7DE9-4685-9B5D-929347D0F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53383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" name="path-415">
            <a:extLst xmlns:a="http://schemas.openxmlformats.org/drawingml/2006/main">
              <a:ext uri="{FF2B5EF4-FFF2-40B4-BE49-F238E27FC236}">
                <a16:creationId xmlns:a16="http://schemas.microsoft.com/office/drawing/2014/main" id="{32F68947-69D0-4FCE-B72A-E90B80D65C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533868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37" name="path-416">
            <a:extLst xmlns:a="http://schemas.openxmlformats.org/drawingml/2006/main">
              <a:ext uri="{FF2B5EF4-FFF2-40B4-BE49-F238E27FC236}">
                <a16:creationId xmlns:a16="http://schemas.microsoft.com/office/drawing/2014/main" id="{B403BE5F-3A4C-411F-8893-366F73FB7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67118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" name="path-417">
            <a:extLst xmlns:a="http://schemas.openxmlformats.org/drawingml/2006/main">
              <a:ext uri="{FF2B5EF4-FFF2-40B4-BE49-F238E27FC236}">
                <a16:creationId xmlns:a16="http://schemas.microsoft.com/office/drawing/2014/main" id="{4E0567F0-4EDE-41DC-8DCA-32CA2FDC2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67115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39" name="path-418">
            <a:extLst xmlns:a="http://schemas.openxmlformats.org/drawingml/2006/main">
              <a:ext uri="{FF2B5EF4-FFF2-40B4-BE49-F238E27FC236}">
                <a16:creationId xmlns:a16="http://schemas.microsoft.com/office/drawing/2014/main" id="{F6083908-A9DE-46D0-B81C-2839748B9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80854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" name="path-419">
            <a:extLst xmlns:a="http://schemas.openxmlformats.org/drawingml/2006/main">
              <a:ext uri="{FF2B5EF4-FFF2-40B4-BE49-F238E27FC236}">
                <a16:creationId xmlns:a16="http://schemas.microsoft.com/office/drawing/2014/main" id="{04BC555F-E0DA-4354-B3C1-0E2090E45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808534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41" name="path-420">
            <a:extLst xmlns:a="http://schemas.openxmlformats.org/drawingml/2006/main">
              <a:ext uri="{FF2B5EF4-FFF2-40B4-BE49-F238E27FC236}">
                <a16:creationId xmlns:a16="http://schemas.microsoft.com/office/drawing/2014/main" id="{76FCE032-8708-4B9F-918F-4429B90AF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94590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" name="path-421">
            <a:extLst xmlns:a="http://schemas.openxmlformats.org/drawingml/2006/main">
              <a:ext uri="{FF2B5EF4-FFF2-40B4-BE49-F238E27FC236}">
                <a16:creationId xmlns:a16="http://schemas.microsoft.com/office/drawing/2014/main" id="{43E459C8-68F1-4077-AA4B-25BAC872C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94591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43" name="path-422">
            <a:extLst xmlns:a="http://schemas.openxmlformats.org/drawingml/2006/main">
              <a:ext uri="{FF2B5EF4-FFF2-40B4-BE49-F238E27FC236}">
                <a16:creationId xmlns:a16="http://schemas.microsoft.com/office/drawing/2014/main" id="{5E8F1DC8-B98A-4C24-902B-BDFA1F776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4" y="945905"/>
            <a:ext cx="137355" cy="137354"/>
          </a:xfrm>
          <a:custGeom xmlns:a="http://schemas.openxmlformats.org/drawingml/2006/main">
            <a:pathLst>
              <a:path w="125782" h="125781">
                <a:moveTo>
                  <a:pt x="0" y="0"/>
                </a:moveTo>
                <a:lnTo>
                  <a:pt x="125782" y="0"/>
                </a:lnTo>
                <a:lnTo>
                  <a:pt x="125782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" name="path-423">
            <a:extLst xmlns:a="http://schemas.openxmlformats.org/drawingml/2006/main">
              <a:ext uri="{FF2B5EF4-FFF2-40B4-BE49-F238E27FC236}">
                <a16:creationId xmlns:a16="http://schemas.microsoft.com/office/drawing/2014/main" id="{232FB124-D123-4FD3-BC2A-5DC68D7C63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5" y="94591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45" name="path-424">
            <a:extLst xmlns:a="http://schemas.openxmlformats.org/drawingml/2006/main">
              <a:ext uri="{FF2B5EF4-FFF2-40B4-BE49-F238E27FC236}">
                <a16:creationId xmlns:a16="http://schemas.microsoft.com/office/drawing/2014/main" id="{D12023DA-E8E0-469C-A2A1-72E2B96E6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94590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" name="path-425">
            <a:extLst xmlns:a="http://schemas.openxmlformats.org/drawingml/2006/main">
              <a:ext uri="{FF2B5EF4-FFF2-40B4-BE49-F238E27FC236}">
                <a16:creationId xmlns:a16="http://schemas.microsoft.com/office/drawing/2014/main" id="{1118D557-2EE5-4030-BC4C-8FA7F1606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94591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47" name="path-426">
            <a:extLst xmlns:a="http://schemas.openxmlformats.org/drawingml/2006/main">
              <a:ext uri="{FF2B5EF4-FFF2-40B4-BE49-F238E27FC236}">
                <a16:creationId xmlns:a16="http://schemas.microsoft.com/office/drawing/2014/main" id="{C95AC105-9FB4-47A9-8E56-5EB501406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94590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" name="path-427">
            <a:extLst xmlns:a="http://schemas.openxmlformats.org/drawingml/2006/main">
              <a:ext uri="{FF2B5EF4-FFF2-40B4-BE49-F238E27FC236}">
                <a16:creationId xmlns:a16="http://schemas.microsoft.com/office/drawing/2014/main" id="{7FEB96E0-8E71-4D5B-AC58-267424C85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94591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49" name="path-428">
            <a:extLst xmlns:a="http://schemas.openxmlformats.org/drawingml/2006/main">
              <a:ext uri="{FF2B5EF4-FFF2-40B4-BE49-F238E27FC236}">
                <a16:creationId xmlns:a16="http://schemas.microsoft.com/office/drawing/2014/main" id="{650B9531-7181-4223-BF84-91EB3F910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53383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" name="path-429">
            <a:extLst xmlns:a="http://schemas.openxmlformats.org/drawingml/2006/main">
              <a:ext uri="{FF2B5EF4-FFF2-40B4-BE49-F238E27FC236}">
                <a16:creationId xmlns:a16="http://schemas.microsoft.com/office/drawing/2014/main" id="{3A8BDC93-9C6B-4C9D-BA71-587F2F7E1E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533868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51" name="path-430">
            <a:extLst xmlns:a="http://schemas.openxmlformats.org/drawingml/2006/main">
              <a:ext uri="{FF2B5EF4-FFF2-40B4-BE49-F238E27FC236}">
                <a16:creationId xmlns:a16="http://schemas.microsoft.com/office/drawing/2014/main" id="{17419DC6-21D9-47C9-A591-075B1DAFD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67118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" name="path-431">
            <a:extLst xmlns:a="http://schemas.openxmlformats.org/drawingml/2006/main">
              <a:ext uri="{FF2B5EF4-FFF2-40B4-BE49-F238E27FC236}">
                <a16:creationId xmlns:a16="http://schemas.microsoft.com/office/drawing/2014/main" id="{51A400F0-2E96-47C9-9CB2-5F8B8749B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67115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53" name="path-432">
            <a:extLst xmlns:a="http://schemas.openxmlformats.org/drawingml/2006/main">
              <a:ext uri="{FF2B5EF4-FFF2-40B4-BE49-F238E27FC236}">
                <a16:creationId xmlns:a16="http://schemas.microsoft.com/office/drawing/2014/main" id="{7F2DAAC2-B2EB-4FBE-9FC3-0DFDBCDFD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80854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" name="path-433">
            <a:extLst xmlns:a="http://schemas.openxmlformats.org/drawingml/2006/main">
              <a:ext uri="{FF2B5EF4-FFF2-40B4-BE49-F238E27FC236}">
                <a16:creationId xmlns:a16="http://schemas.microsoft.com/office/drawing/2014/main" id="{3BBEDADD-73D6-4DD3-9A79-0F497460B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808534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55" name="path-434">
            <a:extLst xmlns:a="http://schemas.openxmlformats.org/drawingml/2006/main">
              <a:ext uri="{FF2B5EF4-FFF2-40B4-BE49-F238E27FC236}">
                <a16:creationId xmlns:a16="http://schemas.microsoft.com/office/drawing/2014/main" id="{A1940EA8-57BE-4EFE-9139-38DA40826A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94590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" name="path-435">
            <a:extLst xmlns:a="http://schemas.openxmlformats.org/drawingml/2006/main">
              <a:ext uri="{FF2B5EF4-FFF2-40B4-BE49-F238E27FC236}">
                <a16:creationId xmlns:a16="http://schemas.microsoft.com/office/drawing/2014/main" id="{173A41DA-D17A-4F94-B501-35EF013DD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94591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57" name="path-436">
            <a:extLst xmlns:a="http://schemas.openxmlformats.org/drawingml/2006/main">
              <a:ext uri="{FF2B5EF4-FFF2-40B4-BE49-F238E27FC236}">
                <a16:creationId xmlns:a16="http://schemas.microsoft.com/office/drawing/2014/main" id="{81CD7170-A7EF-4DDA-A4CD-803478199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108325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" name="path-437">
            <a:extLst xmlns:a="http://schemas.openxmlformats.org/drawingml/2006/main">
              <a:ext uri="{FF2B5EF4-FFF2-40B4-BE49-F238E27FC236}">
                <a16:creationId xmlns:a16="http://schemas.microsoft.com/office/drawing/2014/main" id="{4E0F8C0C-7DB6-4E8C-BD2C-DF1F3CB1DF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1083299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59" name="path-438">
            <a:extLst xmlns:a="http://schemas.openxmlformats.org/drawingml/2006/main">
              <a:ext uri="{FF2B5EF4-FFF2-40B4-BE49-F238E27FC236}">
                <a16:creationId xmlns:a16="http://schemas.microsoft.com/office/drawing/2014/main" id="{4709CCB2-5410-4B99-AAFE-EE47554AC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4" y="1083258"/>
            <a:ext cx="137355" cy="137354"/>
          </a:xfrm>
          <a:custGeom xmlns:a="http://schemas.openxmlformats.org/drawingml/2006/main">
            <a:pathLst>
              <a:path w="125782" h="125781">
                <a:moveTo>
                  <a:pt x="0" y="0"/>
                </a:moveTo>
                <a:lnTo>
                  <a:pt x="125782" y="0"/>
                </a:lnTo>
                <a:lnTo>
                  <a:pt x="125782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" name="path-439">
            <a:extLst xmlns:a="http://schemas.openxmlformats.org/drawingml/2006/main">
              <a:ext uri="{FF2B5EF4-FFF2-40B4-BE49-F238E27FC236}">
                <a16:creationId xmlns:a16="http://schemas.microsoft.com/office/drawing/2014/main" id="{5CDA41C4-FFDE-4D8E-B71B-56246D985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5" y="1083299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61" name="path-440">
            <a:extLst xmlns:a="http://schemas.openxmlformats.org/drawingml/2006/main">
              <a:ext uri="{FF2B5EF4-FFF2-40B4-BE49-F238E27FC236}">
                <a16:creationId xmlns:a16="http://schemas.microsoft.com/office/drawing/2014/main" id="{FC05621E-8AFE-4E53-BA32-3A386F841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108325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" name="path-441">
            <a:extLst xmlns:a="http://schemas.openxmlformats.org/drawingml/2006/main">
              <a:ext uri="{FF2B5EF4-FFF2-40B4-BE49-F238E27FC236}">
                <a16:creationId xmlns:a16="http://schemas.microsoft.com/office/drawing/2014/main" id="{85A87116-7C7B-4D55-9DAA-47E6A282D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1083299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63" name="path-442">
            <a:extLst xmlns:a="http://schemas.openxmlformats.org/drawingml/2006/main">
              <a:ext uri="{FF2B5EF4-FFF2-40B4-BE49-F238E27FC236}">
                <a16:creationId xmlns:a16="http://schemas.microsoft.com/office/drawing/2014/main" id="{3CB3DF01-F080-4204-BE60-0065FF143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108325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" name="path-443">
            <a:extLst xmlns:a="http://schemas.openxmlformats.org/drawingml/2006/main">
              <a:ext uri="{FF2B5EF4-FFF2-40B4-BE49-F238E27FC236}">
                <a16:creationId xmlns:a16="http://schemas.microsoft.com/office/drawing/2014/main" id="{DC1E5C54-A85C-4C71-A5BF-A946F74D1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1083299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65" name="path-444">
            <a:extLst xmlns:a="http://schemas.openxmlformats.org/drawingml/2006/main">
              <a:ext uri="{FF2B5EF4-FFF2-40B4-BE49-F238E27FC236}">
                <a16:creationId xmlns:a16="http://schemas.microsoft.com/office/drawing/2014/main" id="{1BBAC23B-400B-4F81-9D8D-18A0773C4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108325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" name="path-445">
            <a:extLst xmlns:a="http://schemas.openxmlformats.org/drawingml/2006/main">
              <a:ext uri="{FF2B5EF4-FFF2-40B4-BE49-F238E27FC236}">
                <a16:creationId xmlns:a16="http://schemas.microsoft.com/office/drawing/2014/main" id="{7D15FDBF-4B51-4013-A722-C95E72287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1083299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67" name="path-446">
            <a:extLst xmlns:a="http://schemas.openxmlformats.org/drawingml/2006/main">
              <a:ext uri="{FF2B5EF4-FFF2-40B4-BE49-F238E27FC236}">
                <a16:creationId xmlns:a16="http://schemas.microsoft.com/office/drawing/2014/main" id="{87CB61E6-3CF5-4729-8697-E834EE1CB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53383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" name="path-447">
            <a:extLst xmlns:a="http://schemas.openxmlformats.org/drawingml/2006/main">
              <a:ext uri="{FF2B5EF4-FFF2-40B4-BE49-F238E27FC236}">
                <a16:creationId xmlns:a16="http://schemas.microsoft.com/office/drawing/2014/main" id="{9DFAC6E6-58D5-4865-A2A4-4B9A65C83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533868"/>
            <a:ext cx="137363" cy="137282"/>
          </a:xfrm>
          <a:custGeom xmlns:a="http://schemas.openxmlformats.org/drawingml/2006/main">
            <a:pathLst>
              <a:path w="125789" h="125715">
                <a:moveTo>
                  <a:pt x="0" y="0"/>
                </a:moveTo>
                <a:lnTo>
                  <a:pt x="0" y="125715"/>
                </a:lnTo>
                <a:lnTo>
                  <a:pt x="125789" y="125715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69" name="path-448">
            <a:extLst xmlns:a="http://schemas.openxmlformats.org/drawingml/2006/main">
              <a:ext uri="{FF2B5EF4-FFF2-40B4-BE49-F238E27FC236}">
                <a16:creationId xmlns:a16="http://schemas.microsoft.com/office/drawing/2014/main" id="{73059ECE-5BB2-4987-83C5-A50DF495B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53383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" name="path-449">
            <a:extLst xmlns:a="http://schemas.openxmlformats.org/drawingml/2006/main">
              <a:ext uri="{FF2B5EF4-FFF2-40B4-BE49-F238E27FC236}">
                <a16:creationId xmlns:a16="http://schemas.microsoft.com/office/drawing/2014/main" id="{5EC2A86A-6FA1-402A-93A0-37A00F5940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533868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71" name="path-450">
            <a:extLst xmlns:a="http://schemas.openxmlformats.org/drawingml/2006/main">
              <a:ext uri="{FF2B5EF4-FFF2-40B4-BE49-F238E27FC236}">
                <a16:creationId xmlns:a16="http://schemas.microsoft.com/office/drawing/2014/main" id="{2DDA1EBB-6BFE-4A7D-884B-8677AD57B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53383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" name="path-451">
            <a:extLst xmlns:a="http://schemas.openxmlformats.org/drawingml/2006/main">
              <a:ext uri="{FF2B5EF4-FFF2-40B4-BE49-F238E27FC236}">
                <a16:creationId xmlns:a16="http://schemas.microsoft.com/office/drawing/2014/main" id="{61CD8F3F-086A-4D48-A2CF-1DE302DE8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533868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73" name="path-452">
            <a:extLst xmlns:a="http://schemas.openxmlformats.org/drawingml/2006/main">
              <a:ext uri="{FF2B5EF4-FFF2-40B4-BE49-F238E27FC236}">
                <a16:creationId xmlns:a16="http://schemas.microsoft.com/office/drawing/2014/main" id="{50578CFC-94BF-4AF5-961B-945F0A965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67118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" name="path-453">
            <a:extLst xmlns:a="http://schemas.openxmlformats.org/drawingml/2006/main">
              <a:ext uri="{FF2B5EF4-FFF2-40B4-BE49-F238E27FC236}">
                <a16:creationId xmlns:a16="http://schemas.microsoft.com/office/drawing/2014/main" id="{5F33905D-39D5-4DE3-A77F-A77CD0EFF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671150"/>
            <a:ext cx="137363" cy="137383"/>
          </a:xfrm>
          <a:custGeom xmlns:a="http://schemas.openxmlformats.org/drawingml/2006/main">
            <a:pathLst>
              <a:path w="125789" h="125807">
                <a:moveTo>
                  <a:pt x="0" y="0"/>
                </a:moveTo>
                <a:lnTo>
                  <a:pt x="0" y="125807"/>
                </a:lnTo>
                <a:lnTo>
                  <a:pt x="125789" y="125807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75" name="path-454">
            <a:extLst xmlns:a="http://schemas.openxmlformats.org/drawingml/2006/main">
              <a:ext uri="{FF2B5EF4-FFF2-40B4-BE49-F238E27FC236}">
                <a16:creationId xmlns:a16="http://schemas.microsoft.com/office/drawing/2014/main" id="{8AD8C8DD-3A3C-4F67-A480-659359EDD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67118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" name="path-455">
            <a:extLst xmlns:a="http://schemas.openxmlformats.org/drawingml/2006/main">
              <a:ext uri="{FF2B5EF4-FFF2-40B4-BE49-F238E27FC236}">
                <a16:creationId xmlns:a16="http://schemas.microsoft.com/office/drawing/2014/main" id="{4060D286-6EA1-47B0-BFCA-B26D448204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67115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77" name="path-456">
            <a:extLst xmlns:a="http://schemas.openxmlformats.org/drawingml/2006/main">
              <a:ext uri="{FF2B5EF4-FFF2-40B4-BE49-F238E27FC236}">
                <a16:creationId xmlns:a16="http://schemas.microsoft.com/office/drawing/2014/main" id="{1176D5D6-6CE6-434E-9F1C-15EFD92C6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67118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" name="path-457">
            <a:extLst xmlns:a="http://schemas.openxmlformats.org/drawingml/2006/main">
              <a:ext uri="{FF2B5EF4-FFF2-40B4-BE49-F238E27FC236}">
                <a16:creationId xmlns:a16="http://schemas.microsoft.com/office/drawing/2014/main" id="{E968FCFB-D3A7-4785-9AC3-02A40606A8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67115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79" name="path-458">
            <a:extLst xmlns:a="http://schemas.openxmlformats.org/drawingml/2006/main">
              <a:ext uri="{FF2B5EF4-FFF2-40B4-BE49-F238E27FC236}">
                <a16:creationId xmlns:a16="http://schemas.microsoft.com/office/drawing/2014/main" id="{269A2D1D-04C7-4584-95D3-6CE1D58B2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80854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" name="path-459">
            <a:extLst xmlns:a="http://schemas.openxmlformats.org/drawingml/2006/main">
              <a:ext uri="{FF2B5EF4-FFF2-40B4-BE49-F238E27FC236}">
                <a16:creationId xmlns:a16="http://schemas.microsoft.com/office/drawing/2014/main" id="{FF957EF5-5E25-476D-87B8-78C464E8C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808534"/>
            <a:ext cx="137363" cy="137385"/>
          </a:xfrm>
          <a:custGeom xmlns:a="http://schemas.openxmlformats.org/drawingml/2006/main">
            <a:pathLst>
              <a:path w="125789" h="125809">
                <a:moveTo>
                  <a:pt x="0" y="0"/>
                </a:moveTo>
                <a:lnTo>
                  <a:pt x="0" y="125809"/>
                </a:lnTo>
                <a:lnTo>
                  <a:pt x="125789" y="125809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81" name="path-460">
            <a:extLst xmlns:a="http://schemas.openxmlformats.org/drawingml/2006/main">
              <a:ext uri="{FF2B5EF4-FFF2-40B4-BE49-F238E27FC236}">
                <a16:creationId xmlns:a16="http://schemas.microsoft.com/office/drawing/2014/main" id="{F13FDEC5-026A-48C5-A989-63878BE4E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80854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" name="path-461">
            <a:extLst xmlns:a="http://schemas.openxmlformats.org/drawingml/2006/main">
              <a:ext uri="{FF2B5EF4-FFF2-40B4-BE49-F238E27FC236}">
                <a16:creationId xmlns:a16="http://schemas.microsoft.com/office/drawing/2014/main" id="{38D43A80-88B1-4FB3-BCF9-280917510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808534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83" name="path-462">
            <a:extLst xmlns:a="http://schemas.openxmlformats.org/drawingml/2006/main">
              <a:ext uri="{FF2B5EF4-FFF2-40B4-BE49-F238E27FC236}">
                <a16:creationId xmlns:a16="http://schemas.microsoft.com/office/drawing/2014/main" id="{4D61EBD0-93A3-48DD-9AD9-CDD2230BF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80854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" name="path-463">
            <a:extLst xmlns:a="http://schemas.openxmlformats.org/drawingml/2006/main">
              <a:ext uri="{FF2B5EF4-FFF2-40B4-BE49-F238E27FC236}">
                <a16:creationId xmlns:a16="http://schemas.microsoft.com/office/drawing/2014/main" id="{725E7BFF-765F-41EC-A898-B15A74828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808534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85" name="path-464">
            <a:extLst xmlns:a="http://schemas.openxmlformats.org/drawingml/2006/main">
              <a:ext uri="{FF2B5EF4-FFF2-40B4-BE49-F238E27FC236}">
                <a16:creationId xmlns:a16="http://schemas.microsoft.com/office/drawing/2014/main" id="{0689CBAB-D148-42B3-9E05-018305FD8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53383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" name="path-465">
            <a:extLst xmlns:a="http://schemas.openxmlformats.org/drawingml/2006/main">
              <a:ext uri="{FF2B5EF4-FFF2-40B4-BE49-F238E27FC236}">
                <a16:creationId xmlns:a16="http://schemas.microsoft.com/office/drawing/2014/main" id="{6F45DDF0-A2EC-432C-BC5B-B2E41E6AD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533868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87" name="path-466">
            <a:extLst xmlns:a="http://schemas.openxmlformats.org/drawingml/2006/main">
              <a:ext uri="{FF2B5EF4-FFF2-40B4-BE49-F238E27FC236}">
                <a16:creationId xmlns:a16="http://schemas.microsoft.com/office/drawing/2014/main" id="{1CC7A982-3B0E-466F-9501-D209B8B05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67118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" name="path-467">
            <a:extLst xmlns:a="http://schemas.openxmlformats.org/drawingml/2006/main">
              <a:ext uri="{FF2B5EF4-FFF2-40B4-BE49-F238E27FC236}">
                <a16:creationId xmlns:a16="http://schemas.microsoft.com/office/drawing/2014/main" id="{CD8C7BDD-0303-443C-9862-375B8CFF1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67115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89" name="path-468">
            <a:extLst xmlns:a="http://schemas.openxmlformats.org/drawingml/2006/main">
              <a:ext uri="{FF2B5EF4-FFF2-40B4-BE49-F238E27FC236}">
                <a16:creationId xmlns:a16="http://schemas.microsoft.com/office/drawing/2014/main" id="{5CFE6C82-59A4-452E-B2A8-57F92CB2F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80854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" name="path-469">
            <a:extLst xmlns:a="http://schemas.openxmlformats.org/drawingml/2006/main">
              <a:ext uri="{FF2B5EF4-FFF2-40B4-BE49-F238E27FC236}">
                <a16:creationId xmlns:a16="http://schemas.microsoft.com/office/drawing/2014/main" id="{D0F6C88B-42A4-480A-BBE9-A021DEEA0C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808534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91" name="path-470">
            <a:extLst xmlns:a="http://schemas.openxmlformats.org/drawingml/2006/main">
              <a:ext uri="{FF2B5EF4-FFF2-40B4-BE49-F238E27FC236}">
                <a16:creationId xmlns:a16="http://schemas.microsoft.com/office/drawing/2014/main" id="{D917276D-CE1C-4FAB-B698-F3F973E95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94590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" name="path-471">
            <a:extLst xmlns:a="http://schemas.openxmlformats.org/drawingml/2006/main">
              <a:ext uri="{FF2B5EF4-FFF2-40B4-BE49-F238E27FC236}">
                <a16:creationId xmlns:a16="http://schemas.microsoft.com/office/drawing/2014/main" id="{01093C95-A4BA-4511-87E9-9B56C37CE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945919"/>
            <a:ext cx="137363" cy="137380"/>
          </a:xfrm>
          <a:custGeom xmlns:a="http://schemas.openxmlformats.org/drawingml/2006/main">
            <a:pathLst>
              <a:path w="125789" h="125804">
                <a:moveTo>
                  <a:pt x="0" y="0"/>
                </a:moveTo>
                <a:lnTo>
                  <a:pt x="0" y="125804"/>
                </a:lnTo>
                <a:lnTo>
                  <a:pt x="125789" y="125804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93" name="path-472">
            <a:extLst xmlns:a="http://schemas.openxmlformats.org/drawingml/2006/main">
              <a:ext uri="{FF2B5EF4-FFF2-40B4-BE49-F238E27FC236}">
                <a16:creationId xmlns:a16="http://schemas.microsoft.com/office/drawing/2014/main" id="{5C7770C9-0E2C-46AA-A045-92755FA9D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94590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" name="path-473">
            <a:extLst xmlns:a="http://schemas.openxmlformats.org/drawingml/2006/main">
              <a:ext uri="{FF2B5EF4-FFF2-40B4-BE49-F238E27FC236}">
                <a16:creationId xmlns:a16="http://schemas.microsoft.com/office/drawing/2014/main" id="{3EB314CD-2F73-49D6-90EC-CD218C760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94591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95" name="path-474">
            <a:extLst xmlns:a="http://schemas.openxmlformats.org/drawingml/2006/main">
              <a:ext uri="{FF2B5EF4-FFF2-40B4-BE49-F238E27FC236}">
                <a16:creationId xmlns:a16="http://schemas.microsoft.com/office/drawing/2014/main" id="{825084CB-CB01-4B08-B1EF-D784EA48D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94590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" name="path-475">
            <a:extLst xmlns:a="http://schemas.openxmlformats.org/drawingml/2006/main">
              <a:ext uri="{FF2B5EF4-FFF2-40B4-BE49-F238E27FC236}">
                <a16:creationId xmlns:a16="http://schemas.microsoft.com/office/drawing/2014/main" id="{F63B10F5-4DA1-4BCB-8653-CD4635275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94591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97" name="path-476">
            <a:extLst xmlns:a="http://schemas.openxmlformats.org/drawingml/2006/main">
              <a:ext uri="{FF2B5EF4-FFF2-40B4-BE49-F238E27FC236}">
                <a16:creationId xmlns:a16="http://schemas.microsoft.com/office/drawing/2014/main" id="{657FD8B0-27C6-4FD3-8461-297BCD1785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94590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" name="path-477">
            <a:extLst xmlns:a="http://schemas.openxmlformats.org/drawingml/2006/main">
              <a:ext uri="{FF2B5EF4-FFF2-40B4-BE49-F238E27FC236}">
                <a16:creationId xmlns:a16="http://schemas.microsoft.com/office/drawing/2014/main" id="{0CCEC19D-7619-491B-9BB3-EC14AE13E1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94591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499" name="path-478">
            <a:extLst xmlns:a="http://schemas.openxmlformats.org/drawingml/2006/main">
              <a:ext uri="{FF2B5EF4-FFF2-40B4-BE49-F238E27FC236}">
                <a16:creationId xmlns:a16="http://schemas.microsoft.com/office/drawing/2014/main" id="{57359455-2FD6-4B56-8458-A92FC65B82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53383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" name="path-479">
            <a:extLst xmlns:a="http://schemas.openxmlformats.org/drawingml/2006/main">
              <a:ext uri="{FF2B5EF4-FFF2-40B4-BE49-F238E27FC236}">
                <a16:creationId xmlns:a16="http://schemas.microsoft.com/office/drawing/2014/main" id="{B4CD6100-EA87-4B21-9627-CDF27903B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533868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01" name="path-480">
            <a:extLst xmlns:a="http://schemas.openxmlformats.org/drawingml/2006/main">
              <a:ext uri="{FF2B5EF4-FFF2-40B4-BE49-F238E27FC236}">
                <a16:creationId xmlns:a16="http://schemas.microsoft.com/office/drawing/2014/main" id="{418FA37E-CB44-4C31-90F6-6B09AB831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67118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" name="path-481">
            <a:extLst xmlns:a="http://schemas.openxmlformats.org/drawingml/2006/main">
              <a:ext uri="{FF2B5EF4-FFF2-40B4-BE49-F238E27FC236}">
                <a16:creationId xmlns:a16="http://schemas.microsoft.com/office/drawing/2014/main" id="{48B01C8A-E448-48B0-9541-337BAB157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67115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03" name="path-482">
            <a:extLst xmlns:a="http://schemas.openxmlformats.org/drawingml/2006/main">
              <a:ext uri="{FF2B5EF4-FFF2-40B4-BE49-F238E27FC236}">
                <a16:creationId xmlns:a16="http://schemas.microsoft.com/office/drawing/2014/main" id="{58FCAB16-85FB-4AC0-AC41-B77F98FBE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80854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" name="path-483">
            <a:extLst xmlns:a="http://schemas.openxmlformats.org/drawingml/2006/main">
              <a:ext uri="{FF2B5EF4-FFF2-40B4-BE49-F238E27FC236}">
                <a16:creationId xmlns:a16="http://schemas.microsoft.com/office/drawing/2014/main" id="{C5C047C8-20B7-4ACA-8A51-33AE4CA22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808534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05" name="path-484">
            <a:extLst xmlns:a="http://schemas.openxmlformats.org/drawingml/2006/main">
              <a:ext uri="{FF2B5EF4-FFF2-40B4-BE49-F238E27FC236}">
                <a16:creationId xmlns:a16="http://schemas.microsoft.com/office/drawing/2014/main" id="{46594D55-F6D8-479D-8281-D2F74D8D0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94590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" name="path-485">
            <a:extLst xmlns:a="http://schemas.openxmlformats.org/drawingml/2006/main">
              <a:ext uri="{FF2B5EF4-FFF2-40B4-BE49-F238E27FC236}">
                <a16:creationId xmlns:a16="http://schemas.microsoft.com/office/drawing/2014/main" id="{0FF60806-8131-485F-BBB9-78960ED43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94591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07" name="path-486">
            <a:extLst xmlns:a="http://schemas.openxmlformats.org/drawingml/2006/main">
              <a:ext uri="{FF2B5EF4-FFF2-40B4-BE49-F238E27FC236}">
                <a16:creationId xmlns:a16="http://schemas.microsoft.com/office/drawing/2014/main" id="{E47D2795-7FE1-4504-B445-C8A2B09AE8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108325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" name="path-487">
            <a:extLst xmlns:a="http://schemas.openxmlformats.org/drawingml/2006/main">
              <a:ext uri="{FF2B5EF4-FFF2-40B4-BE49-F238E27FC236}">
                <a16:creationId xmlns:a16="http://schemas.microsoft.com/office/drawing/2014/main" id="{3FAC9FF5-DD90-4DCE-BF35-D21B117ED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1083299"/>
            <a:ext cx="137363" cy="137287"/>
          </a:xfrm>
          <a:custGeom xmlns:a="http://schemas.openxmlformats.org/drawingml/2006/main">
            <a:pathLst>
              <a:path w="125789" h="125720">
                <a:moveTo>
                  <a:pt x="0" y="0"/>
                </a:moveTo>
                <a:lnTo>
                  <a:pt x="0" y="125720"/>
                </a:lnTo>
                <a:lnTo>
                  <a:pt x="125789" y="125720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09" name="path-488">
            <a:extLst xmlns:a="http://schemas.openxmlformats.org/drawingml/2006/main">
              <a:ext uri="{FF2B5EF4-FFF2-40B4-BE49-F238E27FC236}">
                <a16:creationId xmlns:a16="http://schemas.microsoft.com/office/drawing/2014/main" id="{F491AA41-261B-4449-8A99-1B9FA5896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108325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" name="path-489">
            <a:extLst xmlns:a="http://schemas.openxmlformats.org/drawingml/2006/main">
              <a:ext uri="{FF2B5EF4-FFF2-40B4-BE49-F238E27FC236}">
                <a16:creationId xmlns:a16="http://schemas.microsoft.com/office/drawing/2014/main" id="{1787671F-81C2-4653-B13A-D6A62A3A9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1083299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11" name="path-490">
            <a:extLst xmlns:a="http://schemas.openxmlformats.org/drawingml/2006/main">
              <a:ext uri="{FF2B5EF4-FFF2-40B4-BE49-F238E27FC236}">
                <a16:creationId xmlns:a16="http://schemas.microsoft.com/office/drawing/2014/main" id="{AC1E7A60-279B-409C-A195-AD12FBFEB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108325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" name="path-491">
            <a:extLst xmlns:a="http://schemas.openxmlformats.org/drawingml/2006/main">
              <a:ext uri="{FF2B5EF4-FFF2-40B4-BE49-F238E27FC236}">
                <a16:creationId xmlns:a16="http://schemas.microsoft.com/office/drawing/2014/main" id="{C59C2789-759C-4BF6-A88E-D24D683BD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1083299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13" name="path-492">
            <a:extLst xmlns:a="http://schemas.openxmlformats.org/drawingml/2006/main">
              <a:ext uri="{FF2B5EF4-FFF2-40B4-BE49-F238E27FC236}">
                <a16:creationId xmlns:a16="http://schemas.microsoft.com/office/drawing/2014/main" id="{2CD46DB2-0144-4377-ADAA-02DA5142B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108325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" name="path-493">
            <a:extLst xmlns:a="http://schemas.openxmlformats.org/drawingml/2006/main">
              <a:ext uri="{FF2B5EF4-FFF2-40B4-BE49-F238E27FC236}">
                <a16:creationId xmlns:a16="http://schemas.microsoft.com/office/drawing/2014/main" id="{00AA5DF4-1109-40A6-8154-1F4B04BBED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1083299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15" name="path-494">
            <a:extLst xmlns:a="http://schemas.openxmlformats.org/drawingml/2006/main">
              <a:ext uri="{FF2B5EF4-FFF2-40B4-BE49-F238E27FC236}">
                <a16:creationId xmlns:a16="http://schemas.microsoft.com/office/drawing/2014/main" id="{A1407CD1-87CD-48F3-ADA2-FE9C50027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1083258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" name="path-495">
            <a:extLst xmlns:a="http://schemas.openxmlformats.org/drawingml/2006/main">
              <a:ext uri="{FF2B5EF4-FFF2-40B4-BE49-F238E27FC236}">
                <a16:creationId xmlns:a16="http://schemas.microsoft.com/office/drawing/2014/main" id="{24258C41-5B07-4201-9FF5-62916BD2DB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1083299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17" name="path-496">
            <a:extLst xmlns:a="http://schemas.openxmlformats.org/drawingml/2006/main">
              <a:ext uri="{FF2B5EF4-FFF2-40B4-BE49-F238E27FC236}">
                <a16:creationId xmlns:a16="http://schemas.microsoft.com/office/drawing/2014/main" id="{52832118-AAD0-461E-9796-05017DB15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1220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" name="path-497">
            <a:extLst xmlns:a="http://schemas.openxmlformats.org/drawingml/2006/main">
              <a:ext uri="{FF2B5EF4-FFF2-40B4-BE49-F238E27FC236}">
                <a16:creationId xmlns:a16="http://schemas.microsoft.com/office/drawing/2014/main" id="{35B813F5-A3AA-4E83-8DDD-2E6446AFB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1220586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19" name="path-498">
            <a:extLst xmlns:a="http://schemas.openxmlformats.org/drawingml/2006/main">
              <a:ext uri="{FF2B5EF4-FFF2-40B4-BE49-F238E27FC236}">
                <a16:creationId xmlns:a16="http://schemas.microsoft.com/office/drawing/2014/main" id="{7AEE836D-83D7-44A0-82C3-268A99626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4" y="1220612"/>
            <a:ext cx="137355" cy="137354"/>
          </a:xfrm>
          <a:custGeom xmlns:a="http://schemas.openxmlformats.org/drawingml/2006/main">
            <a:pathLst>
              <a:path w="125782" h="125781">
                <a:moveTo>
                  <a:pt x="0" y="0"/>
                </a:moveTo>
                <a:lnTo>
                  <a:pt x="125782" y="0"/>
                </a:lnTo>
                <a:lnTo>
                  <a:pt x="125782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" name="path-499">
            <a:extLst xmlns:a="http://schemas.openxmlformats.org/drawingml/2006/main">
              <a:ext uri="{FF2B5EF4-FFF2-40B4-BE49-F238E27FC236}">
                <a16:creationId xmlns:a16="http://schemas.microsoft.com/office/drawing/2014/main" id="{B0E26212-0BF3-43E7-9FE3-12C24F300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5" y="1220586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21" name="path-500">
            <a:extLst xmlns:a="http://schemas.openxmlformats.org/drawingml/2006/main">
              <a:ext uri="{FF2B5EF4-FFF2-40B4-BE49-F238E27FC236}">
                <a16:creationId xmlns:a16="http://schemas.microsoft.com/office/drawing/2014/main" id="{DA24F1AF-49D7-491C-AA04-AF13875ED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1220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" name="path-501">
            <a:extLst xmlns:a="http://schemas.openxmlformats.org/drawingml/2006/main">
              <a:ext uri="{FF2B5EF4-FFF2-40B4-BE49-F238E27FC236}">
                <a16:creationId xmlns:a16="http://schemas.microsoft.com/office/drawing/2014/main" id="{BDA0C00D-9B77-47FB-BF1A-DA11DE266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1220586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23" name="path-502">
            <a:extLst xmlns:a="http://schemas.openxmlformats.org/drawingml/2006/main">
              <a:ext uri="{FF2B5EF4-FFF2-40B4-BE49-F238E27FC236}">
                <a16:creationId xmlns:a16="http://schemas.microsoft.com/office/drawing/2014/main" id="{49190DEE-00FD-40ED-92E4-C11AD138D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135796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" name="path-503">
            <a:extLst xmlns:a="http://schemas.openxmlformats.org/drawingml/2006/main">
              <a:ext uri="{FF2B5EF4-FFF2-40B4-BE49-F238E27FC236}">
                <a16:creationId xmlns:a16="http://schemas.microsoft.com/office/drawing/2014/main" id="{CD973BB8-F306-479C-92E2-EB83DB97D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135796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25" name="path-504">
            <a:extLst xmlns:a="http://schemas.openxmlformats.org/drawingml/2006/main">
              <a:ext uri="{FF2B5EF4-FFF2-40B4-BE49-F238E27FC236}">
                <a16:creationId xmlns:a16="http://schemas.microsoft.com/office/drawing/2014/main" id="{8939C064-15C0-4A53-91E0-1B13ACC97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4" y="1357965"/>
            <a:ext cx="137355" cy="137354"/>
          </a:xfrm>
          <a:custGeom xmlns:a="http://schemas.openxmlformats.org/drawingml/2006/main">
            <a:pathLst>
              <a:path w="125782" h="125781">
                <a:moveTo>
                  <a:pt x="0" y="0"/>
                </a:moveTo>
                <a:lnTo>
                  <a:pt x="125782" y="0"/>
                </a:lnTo>
                <a:lnTo>
                  <a:pt x="125782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" name="path-505">
            <a:extLst xmlns:a="http://schemas.openxmlformats.org/drawingml/2006/main">
              <a:ext uri="{FF2B5EF4-FFF2-40B4-BE49-F238E27FC236}">
                <a16:creationId xmlns:a16="http://schemas.microsoft.com/office/drawing/2014/main" id="{4FE8930B-B6F7-453A-9263-94D92FE9B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435" y="135796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27" name="path-506">
            <a:extLst xmlns:a="http://schemas.openxmlformats.org/drawingml/2006/main">
              <a:ext uri="{FF2B5EF4-FFF2-40B4-BE49-F238E27FC236}">
                <a16:creationId xmlns:a16="http://schemas.microsoft.com/office/drawing/2014/main" id="{72C60C37-F821-47A3-8D47-BCDE43C03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135796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" name="path-507">
            <a:extLst xmlns:a="http://schemas.openxmlformats.org/drawingml/2006/main">
              <a:ext uri="{FF2B5EF4-FFF2-40B4-BE49-F238E27FC236}">
                <a16:creationId xmlns:a16="http://schemas.microsoft.com/office/drawing/2014/main" id="{AADE0283-9976-4A0D-8408-8A13B6D7C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788" y="135796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29" name="path-508">
            <a:extLst xmlns:a="http://schemas.openxmlformats.org/drawingml/2006/main">
              <a:ext uri="{FF2B5EF4-FFF2-40B4-BE49-F238E27FC236}">
                <a16:creationId xmlns:a16="http://schemas.microsoft.com/office/drawing/2014/main" id="{0A65F8F3-FC37-44D0-AFD6-4D4AEE0F1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1220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" name="path-509">
            <a:extLst xmlns:a="http://schemas.openxmlformats.org/drawingml/2006/main">
              <a:ext uri="{FF2B5EF4-FFF2-40B4-BE49-F238E27FC236}">
                <a16:creationId xmlns:a16="http://schemas.microsoft.com/office/drawing/2014/main" id="{906EC5EC-DD74-4F54-AD29-52C5E06CE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1220586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31" name="path-510">
            <a:extLst xmlns:a="http://schemas.openxmlformats.org/drawingml/2006/main">
              <a:ext uri="{FF2B5EF4-FFF2-40B4-BE49-F238E27FC236}">
                <a16:creationId xmlns:a16="http://schemas.microsoft.com/office/drawing/2014/main" id="{D14DE515-1958-48DD-9D51-39BFECAB6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135796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" name="path-511">
            <a:extLst xmlns:a="http://schemas.openxmlformats.org/drawingml/2006/main">
              <a:ext uri="{FF2B5EF4-FFF2-40B4-BE49-F238E27FC236}">
                <a16:creationId xmlns:a16="http://schemas.microsoft.com/office/drawing/2014/main" id="{25F345AF-48E9-4088-B129-8887DE053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4142" y="135796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33" name="path-512">
            <a:extLst xmlns:a="http://schemas.openxmlformats.org/drawingml/2006/main">
              <a:ext uri="{FF2B5EF4-FFF2-40B4-BE49-F238E27FC236}">
                <a16:creationId xmlns:a16="http://schemas.microsoft.com/office/drawing/2014/main" id="{8BF64B4F-2ECA-499C-B24F-8866AAFD7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1220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" name="path-513">
            <a:extLst xmlns:a="http://schemas.openxmlformats.org/drawingml/2006/main">
              <a:ext uri="{FF2B5EF4-FFF2-40B4-BE49-F238E27FC236}">
                <a16:creationId xmlns:a16="http://schemas.microsoft.com/office/drawing/2014/main" id="{D252AA4A-B254-4858-91D1-694C8880A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1220586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35" name="path-514">
            <a:extLst xmlns:a="http://schemas.openxmlformats.org/drawingml/2006/main">
              <a:ext uri="{FF2B5EF4-FFF2-40B4-BE49-F238E27FC236}">
                <a16:creationId xmlns:a16="http://schemas.microsoft.com/office/drawing/2014/main" id="{D60E7344-E753-4ACB-AC1B-CD297A9F6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135796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" name="path-515">
            <a:extLst xmlns:a="http://schemas.openxmlformats.org/drawingml/2006/main">
              <a:ext uri="{FF2B5EF4-FFF2-40B4-BE49-F238E27FC236}">
                <a16:creationId xmlns:a16="http://schemas.microsoft.com/office/drawing/2014/main" id="{A2413F54-76C4-4C62-ABD0-37A790EE3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1495" y="135796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37" name="path-516">
            <a:extLst xmlns:a="http://schemas.openxmlformats.org/drawingml/2006/main">
              <a:ext uri="{FF2B5EF4-FFF2-40B4-BE49-F238E27FC236}">
                <a16:creationId xmlns:a16="http://schemas.microsoft.com/office/drawing/2014/main" id="{6E7F8D0B-6E93-49C1-95C7-EFBA5EB49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1220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" name="path-517">
            <a:extLst xmlns:a="http://schemas.openxmlformats.org/drawingml/2006/main">
              <a:ext uri="{FF2B5EF4-FFF2-40B4-BE49-F238E27FC236}">
                <a16:creationId xmlns:a16="http://schemas.microsoft.com/office/drawing/2014/main" id="{FC998EE0-8490-4ACB-8ACA-68EC8C93D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1220586"/>
            <a:ext cx="137363" cy="137383"/>
          </a:xfrm>
          <a:custGeom xmlns:a="http://schemas.openxmlformats.org/drawingml/2006/main">
            <a:pathLst>
              <a:path w="125789" h="125807">
                <a:moveTo>
                  <a:pt x="0" y="0"/>
                </a:moveTo>
                <a:lnTo>
                  <a:pt x="0" y="125807"/>
                </a:lnTo>
                <a:lnTo>
                  <a:pt x="125789" y="125807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39" name="path-518">
            <a:extLst xmlns:a="http://schemas.openxmlformats.org/drawingml/2006/main">
              <a:ext uri="{FF2B5EF4-FFF2-40B4-BE49-F238E27FC236}">
                <a16:creationId xmlns:a16="http://schemas.microsoft.com/office/drawing/2014/main" id="{C69BDE3E-415C-4D0D-8EC5-B6915A865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1220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" name="path-519">
            <a:extLst xmlns:a="http://schemas.openxmlformats.org/drawingml/2006/main">
              <a:ext uri="{FF2B5EF4-FFF2-40B4-BE49-F238E27FC236}">
                <a16:creationId xmlns:a16="http://schemas.microsoft.com/office/drawing/2014/main" id="{7512EB33-145F-45F0-8373-C6718098B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1220586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41" name="path-520">
            <a:extLst xmlns:a="http://schemas.openxmlformats.org/drawingml/2006/main">
              <a:ext uri="{FF2B5EF4-FFF2-40B4-BE49-F238E27FC236}">
                <a16:creationId xmlns:a16="http://schemas.microsoft.com/office/drawing/2014/main" id="{F7466186-38F5-41F5-BAF1-53B75854A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1220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" name="path-521">
            <a:extLst xmlns:a="http://schemas.openxmlformats.org/drawingml/2006/main">
              <a:ext uri="{FF2B5EF4-FFF2-40B4-BE49-F238E27FC236}">
                <a16:creationId xmlns:a16="http://schemas.microsoft.com/office/drawing/2014/main" id="{39A32FA3-AF6C-4937-AAF9-BB291C72B9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1220586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43" name="path-522">
            <a:extLst xmlns:a="http://schemas.openxmlformats.org/drawingml/2006/main">
              <a:ext uri="{FF2B5EF4-FFF2-40B4-BE49-F238E27FC236}">
                <a16:creationId xmlns:a16="http://schemas.microsoft.com/office/drawing/2014/main" id="{14290BF8-3862-459F-B206-7763E1308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135796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" name="path-523">
            <a:extLst xmlns:a="http://schemas.openxmlformats.org/drawingml/2006/main">
              <a:ext uri="{FF2B5EF4-FFF2-40B4-BE49-F238E27FC236}">
                <a16:creationId xmlns:a16="http://schemas.microsoft.com/office/drawing/2014/main" id="{8A0752D0-B458-4F65-B6BA-910952DD5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8848" y="1357969"/>
            <a:ext cx="137363" cy="137380"/>
          </a:xfrm>
          <a:custGeom xmlns:a="http://schemas.openxmlformats.org/drawingml/2006/main">
            <a:pathLst>
              <a:path w="125789" h="125804">
                <a:moveTo>
                  <a:pt x="0" y="0"/>
                </a:moveTo>
                <a:lnTo>
                  <a:pt x="0" y="125804"/>
                </a:lnTo>
                <a:lnTo>
                  <a:pt x="125789" y="125804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45" name="path-524">
            <a:extLst xmlns:a="http://schemas.openxmlformats.org/drawingml/2006/main">
              <a:ext uri="{FF2B5EF4-FFF2-40B4-BE49-F238E27FC236}">
                <a16:creationId xmlns:a16="http://schemas.microsoft.com/office/drawing/2014/main" id="{018B8463-361D-48AB-873B-0548453CB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135796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" name="path-525">
            <a:extLst xmlns:a="http://schemas.openxmlformats.org/drawingml/2006/main">
              <a:ext uri="{FF2B5EF4-FFF2-40B4-BE49-F238E27FC236}">
                <a16:creationId xmlns:a16="http://schemas.microsoft.com/office/drawing/2014/main" id="{535889DF-C82E-4C81-9309-3357152A2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12" y="135796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47" name="path-526">
            <a:extLst xmlns:a="http://schemas.openxmlformats.org/drawingml/2006/main">
              <a:ext uri="{FF2B5EF4-FFF2-40B4-BE49-F238E27FC236}">
                <a16:creationId xmlns:a16="http://schemas.microsoft.com/office/drawing/2014/main" id="{5572B728-CA8C-470A-AA13-BCEDCDE44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135796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" name="path-527">
            <a:extLst xmlns:a="http://schemas.openxmlformats.org/drawingml/2006/main">
              <a:ext uri="{FF2B5EF4-FFF2-40B4-BE49-F238E27FC236}">
                <a16:creationId xmlns:a16="http://schemas.microsoft.com/office/drawing/2014/main" id="{44A49F0F-E4C7-429D-B158-E3DE968F8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3565" y="135796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49" name="path-528">
            <a:extLst xmlns:a="http://schemas.openxmlformats.org/drawingml/2006/main">
              <a:ext uri="{FF2B5EF4-FFF2-40B4-BE49-F238E27FC236}">
                <a16:creationId xmlns:a16="http://schemas.microsoft.com/office/drawing/2014/main" id="{FD2E999E-63E4-4847-AEDA-0399A2AC6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1220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" name="path-529">
            <a:extLst xmlns:a="http://schemas.openxmlformats.org/drawingml/2006/main">
              <a:ext uri="{FF2B5EF4-FFF2-40B4-BE49-F238E27FC236}">
                <a16:creationId xmlns:a16="http://schemas.microsoft.com/office/drawing/2014/main" id="{44EF9DA2-764A-4C87-BDDA-A077C4018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1220586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51" name="path-530">
            <a:extLst xmlns:a="http://schemas.openxmlformats.org/drawingml/2006/main">
              <a:ext uri="{FF2B5EF4-FFF2-40B4-BE49-F238E27FC236}">
                <a16:creationId xmlns:a16="http://schemas.microsoft.com/office/drawing/2014/main" id="{1B750828-4161-4ED6-B998-9A6B9B931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135796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" name="path-531">
            <a:extLst xmlns:a="http://schemas.openxmlformats.org/drawingml/2006/main">
              <a:ext uri="{FF2B5EF4-FFF2-40B4-BE49-F238E27FC236}">
                <a16:creationId xmlns:a16="http://schemas.microsoft.com/office/drawing/2014/main" id="{F2EFAEC7-9629-4CA2-B0C0-D233A5A68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0919" y="135796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53" name="path-532">
            <a:extLst xmlns:a="http://schemas.openxmlformats.org/drawingml/2006/main">
              <a:ext uri="{FF2B5EF4-FFF2-40B4-BE49-F238E27FC236}">
                <a16:creationId xmlns:a16="http://schemas.microsoft.com/office/drawing/2014/main" id="{39E90596-B6E5-4B64-B416-40E2B4E2B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1220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" name="path-533">
            <a:extLst xmlns:a="http://schemas.openxmlformats.org/drawingml/2006/main">
              <a:ext uri="{FF2B5EF4-FFF2-40B4-BE49-F238E27FC236}">
                <a16:creationId xmlns:a16="http://schemas.microsoft.com/office/drawing/2014/main" id="{9FFACCB9-CFA2-4D58-870B-84FB54CED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1220586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55" name="path-534">
            <a:extLst xmlns:a="http://schemas.openxmlformats.org/drawingml/2006/main">
              <a:ext uri="{FF2B5EF4-FFF2-40B4-BE49-F238E27FC236}">
                <a16:creationId xmlns:a16="http://schemas.microsoft.com/office/drawing/2014/main" id="{96291F28-13FB-4CB0-8132-C0401EE5D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1357965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" name="path-535">
            <a:extLst xmlns:a="http://schemas.openxmlformats.org/drawingml/2006/main">
              <a:ext uri="{FF2B5EF4-FFF2-40B4-BE49-F238E27FC236}">
                <a16:creationId xmlns:a16="http://schemas.microsoft.com/office/drawing/2014/main" id="{078AFC74-93A3-45A5-A3EF-4E3CF38B1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272" y="1357969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57" name="path-536">
            <a:extLst xmlns:a="http://schemas.openxmlformats.org/drawingml/2006/main">
              <a:ext uri="{FF2B5EF4-FFF2-40B4-BE49-F238E27FC236}">
                <a16:creationId xmlns:a16="http://schemas.microsoft.com/office/drawing/2014/main" id="{7C396F87-3E93-4283-8D28-F767F3FFF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533868"/>
            <a:ext cx="191" cy="961451"/>
          </a:xfrm>
          <a:custGeom xmlns:a="http://schemas.openxmlformats.org/drawingml/2006/main">
            <a:pathLst>
              <a:path w="191" h="880440">
                <a:moveTo>
                  <a:pt x="0" y="0"/>
                </a:moveTo>
                <a:lnTo>
                  <a:pt x="0" y="88044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558" name="path-537">
            <a:extLst xmlns:a="http://schemas.openxmlformats.org/drawingml/2006/main">
              <a:ext uri="{FF2B5EF4-FFF2-40B4-BE49-F238E27FC236}">
                <a16:creationId xmlns:a16="http://schemas.microsoft.com/office/drawing/2014/main" id="{60042FD0-85D6-4AF1-8E0C-F4829CD75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081" y="1495319"/>
            <a:ext cx="1373545" cy="191"/>
          </a:xfrm>
          <a:custGeom xmlns:a="http://schemas.openxmlformats.org/drawingml/2006/main">
            <a:pathLst>
              <a:path w="1257811" h="191">
                <a:moveTo>
                  <a:pt x="0" y="0"/>
                </a:moveTo>
                <a:lnTo>
                  <a:pt x="0" y="27"/>
                </a:lnTo>
                <a:lnTo>
                  <a:pt x="1257811" y="27"/>
                </a:lnTo>
                <a:lnTo>
                  <a:pt x="1257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559" name="path-538">
            <a:extLst xmlns:a="http://schemas.openxmlformats.org/drawingml/2006/main">
              <a:ext uri="{FF2B5EF4-FFF2-40B4-BE49-F238E27FC236}">
                <a16:creationId xmlns:a16="http://schemas.microsoft.com/office/drawing/2014/main" id="{EFD5E674-801C-4830-829A-4C9E08ED24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5626" y="533868"/>
            <a:ext cx="191" cy="961451"/>
          </a:xfrm>
          <a:custGeom xmlns:a="http://schemas.openxmlformats.org/drawingml/2006/main">
            <a:pathLst>
              <a:path w="191" h="880440">
                <a:moveTo>
                  <a:pt x="0" y="88044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560" name="path-539">
            <a:extLst xmlns:a="http://schemas.openxmlformats.org/drawingml/2006/main">
              <a:ext uri="{FF2B5EF4-FFF2-40B4-BE49-F238E27FC236}">
                <a16:creationId xmlns:a16="http://schemas.microsoft.com/office/drawing/2014/main" id="{EDB464AA-1B74-43FF-95B9-13F592796C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" name="path-540">
            <a:extLst xmlns:a="http://schemas.openxmlformats.org/drawingml/2006/main">
              <a:ext uri="{FF2B5EF4-FFF2-40B4-BE49-F238E27FC236}">
                <a16:creationId xmlns:a16="http://schemas.microsoft.com/office/drawing/2014/main" id="{775AFBC2-4D42-4D35-8B47-82E3E3ED37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607575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62" name="path-541">
            <a:extLst xmlns:a="http://schemas.openxmlformats.org/drawingml/2006/main">
              <a:ext uri="{FF2B5EF4-FFF2-40B4-BE49-F238E27FC236}">
                <a16:creationId xmlns:a16="http://schemas.microsoft.com/office/drawing/2014/main" id="{EF80D06D-8EAD-4BEC-98D7-2933C616C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" name="path-542">
            <a:extLst xmlns:a="http://schemas.openxmlformats.org/drawingml/2006/main">
              <a:ext uri="{FF2B5EF4-FFF2-40B4-BE49-F238E27FC236}">
                <a16:creationId xmlns:a16="http://schemas.microsoft.com/office/drawing/2014/main" id="{18D1D707-9097-416C-A5F0-5391E5B76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607575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64" name="path-543">
            <a:extLst xmlns:a="http://schemas.openxmlformats.org/drawingml/2006/main">
              <a:ext uri="{FF2B5EF4-FFF2-40B4-BE49-F238E27FC236}">
                <a16:creationId xmlns:a16="http://schemas.microsoft.com/office/drawing/2014/main" id="{0720A6A7-898C-4131-AC7C-B070EFA11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" name="path-544">
            <a:extLst xmlns:a="http://schemas.openxmlformats.org/drawingml/2006/main">
              <a:ext uri="{FF2B5EF4-FFF2-40B4-BE49-F238E27FC236}">
                <a16:creationId xmlns:a16="http://schemas.microsoft.com/office/drawing/2014/main" id="{8469CB6E-4AA2-46AE-A8B5-4EA451C11D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607575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66" name="path-545">
            <a:extLst xmlns:a="http://schemas.openxmlformats.org/drawingml/2006/main">
              <a:ext uri="{FF2B5EF4-FFF2-40B4-BE49-F238E27FC236}">
                <a16:creationId xmlns:a16="http://schemas.microsoft.com/office/drawing/2014/main" id="{6990A839-1E95-4A27-A442-9A8B92756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" name="path-546">
            <a:extLst xmlns:a="http://schemas.openxmlformats.org/drawingml/2006/main">
              <a:ext uri="{FF2B5EF4-FFF2-40B4-BE49-F238E27FC236}">
                <a16:creationId xmlns:a16="http://schemas.microsoft.com/office/drawing/2014/main" id="{288F7C9A-B3CB-4ECD-9AEF-EB5755ADD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744959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68" name="path-547">
            <a:extLst xmlns:a="http://schemas.openxmlformats.org/drawingml/2006/main">
              <a:ext uri="{FF2B5EF4-FFF2-40B4-BE49-F238E27FC236}">
                <a16:creationId xmlns:a16="http://schemas.microsoft.com/office/drawing/2014/main" id="{5F6E88EE-94E0-45E4-ABC5-46AE4DBED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" name="path-548">
            <a:extLst xmlns:a="http://schemas.openxmlformats.org/drawingml/2006/main">
              <a:ext uri="{FF2B5EF4-FFF2-40B4-BE49-F238E27FC236}">
                <a16:creationId xmlns:a16="http://schemas.microsoft.com/office/drawing/2014/main" id="{DAB45142-3D21-420D-9184-FABA08549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744959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70" name="path-549">
            <a:extLst xmlns:a="http://schemas.openxmlformats.org/drawingml/2006/main">
              <a:ext uri="{FF2B5EF4-FFF2-40B4-BE49-F238E27FC236}">
                <a16:creationId xmlns:a16="http://schemas.microsoft.com/office/drawing/2014/main" id="{A0DE93C0-810C-4E56-9045-603E10D9D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" name="path-550">
            <a:extLst xmlns:a="http://schemas.openxmlformats.org/drawingml/2006/main">
              <a:ext uri="{FF2B5EF4-FFF2-40B4-BE49-F238E27FC236}">
                <a16:creationId xmlns:a16="http://schemas.microsoft.com/office/drawing/2014/main" id="{3C3F92F1-4D4B-4EA9-A6A1-1124D137A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744959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72" name="path-551">
            <a:extLst xmlns:a="http://schemas.openxmlformats.org/drawingml/2006/main">
              <a:ext uri="{FF2B5EF4-FFF2-40B4-BE49-F238E27FC236}">
                <a16:creationId xmlns:a16="http://schemas.microsoft.com/office/drawing/2014/main" id="{0CD9DFFC-DAB6-4C91-81B2-CE07EB469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" name="path-552">
            <a:extLst xmlns:a="http://schemas.openxmlformats.org/drawingml/2006/main">
              <a:ext uri="{FF2B5EF4-FFF2-40B4-BE49-F238E27FC236}">
                <a16:creationId xmlns:a16="http://schemas.microsoft.com/office/drawing/2014/main" id="{7CFA69B9-1EB2-403B-BB63-5851F18D7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8823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74" name="path-553">
            <a:extLst xmlns:a="http://schemas.openxmlformats.org/drawingml/2006/main">
              <a:ext uri="{FF2B5EF4-FFF2-40B4-BE49-F238E27FC236}">
                <a16:creationId xmlns:a16="http://schemas.microsoft.com/office/drawing/2014/main" id="{76FAFA3C-A011-433C-816D-17559A021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" name="path-554">
            <a:extLst xmlns:a="http://schemas.openxmlformats.org/drawingml/2006/main">
              <a:ext uri="{FF2B5EF4-FFF2-40B4-BE49-F238E27FC236}">
                <a16:creationId xmlns:a16="http://schemas.microsoft.com/office/drawing/2014/main" id="{654BBD09-F0B0-45AD-BCA6-59A3B054BB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8823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76" name="path-555">
            <a:extLst xmlns:a="http://schemas.openxmlformats.org/drawingml/2006/main">
              <a:ext uri="{FF2B5EF4-FFF2-40B4-BE49-F238E27FC236}">
                <a16:creationId xmlns:a16="http://schemas.microsoft.com/office/drawing/2014/main" id="{FC889309-2170-4764-B4CE-202244591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" name="path-556">
            <a:extLst xmlns:a="http://schemas.openxmlformats.org/drawingml/2006/main">
              <a:ext uri="{FF2B5EF4-FFF2-40B4-BE49-F238E27FC236}">
                <a16:creationId xmlns:a16="http://schemas.microsoft.com/office/drawing/2014/main" id="{51FE1648-C8C7-4A98-89CE-8D1A2A9172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8823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78" name="path-557">
            <a:extLst xmlns:a="http://schemas.openxmlformats.org/drawingml/2006/main">
              <a:ext uri="{FF2B5EF4-FFF2-40B4-BE49-F238E27FC236}">
                <a16:creationId xmlns:a16="http://schemas.microsoft.com/office/drawing/2014/main" id="{496D368B-647B-4191-BB62-871F06886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" name="path-558">
            <a:extLst xmlns:a="http://schemas.openxmlformats.org/drawingml/2006/main">
              <a:ext uri="{FF2B5EF4-FFF2-40B4-BE49-F238E27FC236}">
                <a16:creationId xmlns:a16="http://schemas.microsoft.com/office/drawing/2014/main" id="{AFF52D21-354B-4026-A94C-2029D6EDF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607575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80" name="path-559">
            <a:extLst xmlns:a="http://schemas.openxmlformats.org/drawingml/2006/main">
              <a:ext uri="{FF2B5EF4-FFF2-40B4-BE49-F238E27FC236}">
                <a16:creationId xmlns:a16="http://schemas.microsoft.com/office/drawing/2014/main" id="{85D20AC4-7533-46B9-8744-617194300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" name="path-560">
            <a:extLst xmlns:a="http://schemas.openxmlformats.org/drawingml/2006/main">
              <a:ext uri="{FF2B5EF4-FFF2-40B4-BE49-F238E27FC236}">
                <a16:creationId xmlns:a16="http://schemas.microsoft.com/office/drawing/2014/main" id="{243661EC-6F33-42FF-8859-9D2904532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744959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82" name="path-561">
            <a:extLst xmlns:a="http://schemas.openxmlformats.org/drawingml/2006/main">
              <a:ext uri="{FF2B5EF4-FFF2-40B4-BE49-F238E27FC236}">
                <a16:creationId xmlns:a16="http://schemas.microsoft.com/office/drawing/2014/main" id="{DC104A12-CE46-41EA-8545-2A40314D8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" name="path-562">
            <a:extLst xmlns:a="http://schemas.openxmlformats.org/drawingml/2006/main">
              <a:ext uri="{FF2B5EF4-FFF2-40B4-BE49-F238E27FC236}">
                <a16:creationId xmlns:a16="http://schemas.microsoft.com/office/drawing/2014/main" id="{03383CFF-3CCD-4A84-A913-A05AB19C5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8823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84" name="path-563">
            <a:extLst xmlns:a="http://schemas.openxmlformats.org/drawingml/2006/main">
              <a:ext uri="{FF2B5EF4-FFF2-40B4-BE49-F238E27FC236}">
                <a16:creationId xmlns:a16="http://schemas.microsoft.com/office/drawing/2014/main" id="{716731B1-1A56-4F59-99B9-D5C72B6B71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" name="path-564">
            <a:extLst xmlns:a="http://schemas.openxmlformats.org/drawingml/2006/main">
              <a:ext uri="{FF2B5EF4-FFF2-40B4-BE49-F238E27FC236}">
                <a16:creationId xmlns:a16="http://schemas.microsoft.com/office/drawing/2014/main" id="{1BAB9BC9-8F3D-4684-AAC5-7FCA7AA7A9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101972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86" name="path-565">
            <a:extLst xmlns:a="http://schemas.openxmlformats.org/drawingml/2006/main">
              <a:ext uri="{FF2B5EF4-FFF2-40B4-BE49-F238E27FC236}">
                <a16:creationId xmlns:a16="http://schemas.microsoft.com/office/drawing/2014/main" id="{F1536153-16CC-4C47-91D4-FB7745604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" name="path-566">
            <a:extLst xmlns:a="http://schemas.openxmlformats.org/drawingml/2006/main">
              <a:ext uri="{FF2B5EF4-FFF2-40B4-BE49-F238E27FC236}">
                <a16:creationId xmlns:a16="http://schemas.microsoft.com/office/drawing/2014/main" id="{5552B3AB-5B0F-4169-860D-B5DB9B1F9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101972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88" name="path-567">
            <a:extLst xmlns:a="http://schemas.openxmlformats.org/drawingml/2006/main">
              <a:ext uri="{FF2B5EF4-FFF2-40B4-BE49-F238E27FC236}">
                <a16:creationId xmlns:a16="http://schemas.microsoft.com/office/drawing/2014/main" id="{751D90DD-ADE6-4927-8232-9E578F27F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" name="path-568">
            <a:extLst xmlns:a="http://schemas.openxmlformats.org/drawingml/2006/main">
              <a:ext uri="{FF2B5EF4-FFF2-40B4-BE49-F238E27FC236}">
                <a16:creationId xmlns:a16="http://schemas.microsoft.com/office/drawing/2014/main" id="{68474EEE-B4EB-488F-A80D-1AA8D6972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101972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90" name="path-569">
            <a:extLst xmlns:a="http://schemas.openxmlformats.org/drawingml/2006/main">
              <a:ext uri="{FF2B5EF4-FFF2-40B4-BE49-F238E27FC236}">
                <a16:creationId xmlns:a16="http://schemas.microsoft.com/office/drawing/2014/main" id="{F99C5B9D-9609-4D89-9288-97FD4032D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" name="path-570">
            <a:extLst xmlns:a="http://schemas.openxmlformats.org/drawingml/2006/main">
              <a:ext uri="{FF2B5EF4-FFF2-40B4-BE49-F238E27FC236}">
                <a16:creationId xmlns:a16="http://schemas.microsoft.com/office/drawing/2014/main" id="{B4804B85-4A14-4896-88E2-C1B2992D9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101972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92" name="path-571">
            <a:extLst xmlns:a="http://schemas.openxmlformats.org/drawingml/2006/main">
              <a:ext uri="{FF2B5EF4-FFF2-40B4-BE49-F238E27FC236}">
                <a16:creationId xmlns:a16="http://schemas.microsoft.com/office/drawing/2014/main" id="{CE79EF1F-D101-49D5-B836-635D55EAB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" name="path-572">
            <a:extLst xmlns:a="http://schemas.openxmlformats.org/drawingml/2006/main">
              <a:ext uri="{FF2B5EF4-FFF2-40B4-BE49-F238E27FC236}">
                <a16:creationId xmlns:a16="http://schemas.microsoft.com/office/drawing/2014/main" id="{AC4A188C-3287-4036-B8D2-2D37DFA2A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607575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94" name="path-573">
            <a:extLst xmlns:a="http://schemas.openxmlformats.org/drawingml/2006/main">
              <a:ext uri="{FF2B5EF4-FFF2-40B4-BE49-F238E27FC236}">
                <a16:creationId xmlns:a16="http://schemas.microsoft.com/office/drawing/2014/main" id="{99AAAECD-8954-47BF-810D-B67339A1A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" name="path-574">
            <a:extLst xmlns:a="http://schemas.openxmlformats.org/drawingml/2006/main">
              <a:ext uri="{FF2B5EF4-FFF2-40B4-BE49-F238E27FC236}">
                <a16:creationId xmlns:a16="http://schemas.microsoft.com/office/drawing/2014/main" id="{56EBB915-E924-492B-82F1-D92C2EFBF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744959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96" name="path-575">
            <a:extLst xmlns:a="http://schemas.openxmlformats.org/drawingml/2006/main">
              <a:ext uri="{FF2B5EF4-FFF2-40B4-BE49-F238E27FC236}">
                <a16:creationId xmlns:a16="http://schemas.microsoft.com/office/drawing/2014/main" id="{BD2D862C-4978-4593-B6EF-08965AA2F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" name="path-576">
            <a:extLst xmlns:a="http://schemas.openxmlformats.org/drawingml/2006/main">
              <a:ext uri="{FF2B5EF4-FFF2-40B4-BE49-F238E27FC236}">
                <a16:creationId xmlns:a16="http://schemas.microsoft.com/office/drawing/2014/main" id="{7D06ED92-D675-4D6C-ABFE-66FBA2A07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8823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598" name="path-577">
            <a:extLst xmlns:a="http://schemas.openxmlformats.org/drawingml/2006/main">
              <a:ext uri="{FF2B5EF4-FFF2-40B4-BE49-F238E27FC236}">
                <a16:creationId xmlns:a16="http://schemas.microsoft.com/office/drawing/2014/main" id="{6468CFE0-7B9B-4DA5-9A2C-50FB185A1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" name="path-578">
            <a:extLst xmlns:a="http://schemas.openxmlformats.org/drawingml/2006/main">
              <a:ext uri="{FF2B5EF4-FFF2-40B4-BE49-F238E27FC236}">
                <a16:creationId xmlns:a16="http://schemas.microsoft.com/office/drawing/2014/main" id="{933AD3B7-D8CC-4AF5-A86E-FA83DBD64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101972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00" name="path-579">
            <a:extLst xmlns:a="http://schemas.openxmlformats.org/drawingml/2006/main">
              <a:ext uri="{FF2B5EF4-FFF2-40B4-BE49-F238E27FC236}">
                <a16:creationId xmlns:a16="http://schemas.microsoft.com/office/drawing/2014/main" id="{04EDF139-DAF0-42FB-B84F-523F4E6CA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" name="path-580">
            <a:extLst xmlns:a="http://schemas.openxmlformats.org/drawingml/2006/main">
              <a:ext uri="{FF2B5EF4-FFF2-40B4-BE49-F238E27FC236}">
                <a16:creationId xmlns:a16="http://schemas.microsoft.com/office/drawing/2014/main" id="{73E8F81F-EC44-4E85-A265-5882CC972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1157011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02" name="path-581">
            <a:extLst xmlns:a="http://schemas.openxmlformats.org/drawingml/2006/main">
              <a:ext uri="{FF2B5EF4-FFF2-40B4-BE49-F238E27FC236}">
                <a16:creationId xmlns:a16="http://schemas.microsoft.com/office/drawing/2014/main" id="{0B50D062-FE09-4CE2-9853-8639D7CFA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" name="path-582">
            <a:extLst xmlns:a="http://schemas.openxmlformats.org/drawingml/2006/main">
              <a:ext uri="{FF2B5EF4-FFF2-40B4-BE49-F238E27FC236}">
                <a16:creationId xmlns:a16="http://schemas.microsoft.com/office/drawing/2014/main" id="{1755E9D8-3FE9-4AB4-9398-1D5052BBE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1157011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04" name="path-583">
            <a:extLst xmlns:a="http://schemas.openxmlformats.org/drawingml/2006/main">
              <a:ext uri="{FF2B5EF4-FFF2-40B4-BE49-F238E27FC236}">
                <a16:creationId xmlns:a16="http://schemas.microsoft.com/office/drawing/2014/main" id="{CAB8BBFC-EE62-4811-9DA1-D4A5C01FE2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" name="path-584">
            <a:extLst xmlns:a="http://schemas.openxmlformats.org/drawingml/2006/main">
              <a:ext uri="{FF2B5EF4-FFF2-40B4-BE49-F238E27FC236}">
                <a16:creationId xmlns:a16="http://schemas.microsoft.com/office/drawing/2014/main" id="{A08F12FB-ABD6-4492-B163-940D4EE5C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1157011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06" name="path-585">
            <a:extLst xmlns:a="http://schemas.openxmlformats.org/drawingml/2006/main">
              <a:ext uri="{FF2B5EF4-FFF2-40B4-BE49-F238E27FC236}">
                <a16:creationId xmlns:a16="http://schemas.microsoft.com/office/drawing/2014/main" id="{D0D91E79-342E-42B6-9816-6B08D5967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" name="path-586">
            <a:extLst xmlns:a="http://schemas.openxmlformats.org/drawingml/2006/main">
              <a:ext uri="{FF2B5EF4-FFF2-40B4-BE49-F238E27FC236}">
                <a16:creationId xmlns:a16="http://schemas.microsoft.com/office/drawing/2014/main" id="{E76F95C5-1461-4C30-9A5E-85FE21B59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1157011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08" name="path-587">
            <a:extLst xmlns:a="http://schemas.openxmlformats.org/drawingml/2006/main">
              <a:ext uri="{FF2B5EF4-FFF2-40B4-BE49-F238E27FC236}">
                <a16:creationId xmlns:a16="http://schemas.microsoft.com/office/drawing/2014/main" id="{B1BDA10F-9FF6-4999-A3F9-60D79802F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" name="path-588">
            <a:extLst xmlns:a="http://schemas.openxmlformats.org/drawingml/2006/main">
              <a:ext uri="{FF2B5EF4-FFF2-40B4-BE49-F238E27FC236}">
                <a16:creationId xmlns:a16="http://schemas.microsoft.com/office/drawing/2014/main" id="{9C9FEA0D-43A4-4B3B-8623-D5CFEE472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1157011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10" name="path-589">
            <a:extLst xmlns:a="http://schemas.openxmlformats.org/drawingml/2006/main">
              <a:ext uri="{FF2B5EF4-FFF2-40B4-BE49-F238E27FC236}">
                <a16:creationId xmlns:a16="http://schemas.microsoft.com/office/drawing/2014/main" id="{E80488B4-EDB5-4B0E-8777-DA0151EB9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" name="path-590">
            <a:extLst xmlns:a="http://schemas.openxmlformats.org/drawingml/2006/main">
              <a:ext uri="{FF2B5EF4-FFF2-40B4-BE49-F238E27FC236}">
                <a16:creationId xmlns:a16="http://schemas.microsoft.com/office/drawing/2014/main" id="{091B5C30-5C19-45D0-B15B-4601CFBC93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607575"/>
            <a:ext cx="137363" cy="137383"/>
          </a:xfrm>
          <a:custGeom xmlns:a="http://schemas.openxmlformats.org/drawingml/2006/main">
            <a:pathLst>
              <a:path w="125789" h="125807">
                <a:moveTo>
                  <a:pt x="0" y="0"/>
                </a:moveTo>
                <a:lnTo>
                  <a:pt x="0" y="125807"/>
                </a:lnTo>
                <a:lnTo>
                  <a:pt x="125789" y="125807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12" name="path-591">
            <a:extLst xmlns:a="http://schemas.openxmlformats.org/drawingml/2006/main">
              <a:ext uri="{FF2B5EF4-FFF2-40B4-BE49-F238E27FC236}">
                <a16:creationId xmlns:a16="http://schemas.microsoft.com/office/drawing/2014/main" id="{A8780FE3-5B3C-4FE4-87FA-BC6201219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" name="path-592">
            <a:extLst xmlns:a="http://schemas.openxmlformats.org/drawingml/2006/main">
              <a:ext uri="{FF2B5EF4-FFF2-40B4-BE49-F238E27FC236}">
                <a16:creationId xmlns:a16="http://schemas.microsoft.com/office/drawing/2014/main" id="{111E0541-1255-4F10-95D4-DDDEE2DFD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607575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14" name="path-593">
            <a:extLst xmlns:a="http://schemas.openxmlformats.org/drawingml/2006/main">
              <a:ext uri="{FF2B5EF4-FFF2-40B4-BE49-F238E27FC236}">
                <a16:creationId xmlns:a16="http://schemas.microsoft.com/office/drawing/2014/main" id="{ED612E13-9D6B-40EC-88C6-EA94207FF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" name="path-594">
            <a:extLst xmlns:a="http://schemas.openxmlformats.org/drawingml/2006/main">
              <a:ext uri="{FF2B5EF4-FFF2-40B4-BE49-F238E27FC236}">
                <a16:creationId xmlns:a16="http://schemas.microsoft.com/office/drawing/2014/main" id="{FE4F2949-9F40-4BC9-92A2-A28284EE5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607575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16" name="path-595">
            <a:extLst xmlns:a="http://schemas.openxmlformats.org/drawingml/2006/main">
              <a:ext uri="{FF2B5EF4-FFF2-40B4-BE49-F238E27FC236}">
                <a16:creationId xmlns:a16="http://schemas.microsoft.com/office/drawing/2014/main" id="{D7933AC3-1B75-40BF-AF01-B709A337C9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" name="path-596">
            <a:extLst xmlns:a="http://schemas.openxmlformats.org/drawingml/2006/main">
              <a:ext uri="{FF2B5EF4-FFF2-40B4-BE49-F238E27FC236}">
                <a16:creationId xmlns:a16="http://schemas.microsoft.com/office/drawing/2014/main" id="{D6DD726E-9B9C-4F6B-8C69-362A655EA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744959"/>
            <a:ext cx="137363" cy="137382"/>
          </a:xfrm>
          <a:custGeom xmlns:a="http://schemas.openxmlformats.org/drawingml/2006/main">
            <a:pathLst>
              <a:path w="125789" h="125806">
                <a:moveTo>
                  <a:pt x="0" y="0"/>
                </a:moveTo>
                <a:lnTo>
                  <a:pt x="0" y="125806"/>
                </a:lnTo>
                <a:lnTo>
                  <a:pt x="125789" y="125806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18" name="path-597">
            <a:extLst xmlns:a="http://schemas.openxmlformats.org/drawingml/2006/main">
              <a:ext uri="{FF2B5EF4-FFF2-40B4-BE49-F238E27FC236}">
                <a16:creationId xmlns:a16="http://schemas.microsoft.com/office/drawing/2014/main" id="{04F3EE47-FF23-4EC4-AB35-BA6665968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" name="path-598">
            <a:extLst xmlns:a="http://schemas.openxmlformats.org/drawingml/2006/main">
              <a:ext uri="{FF2B5EF4-FFF2-40B4-BE49-F238E27FC236}">
                <a16:creationId xmlns:a16="http://schemas.microsoft.com/office/drawing/2014/main" id="{1A7848CE-D0B6-4C53-99B7-28CF94508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744959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20" name="path-599">
            <a:extLst xmlns:a="http://schemas.openxmlformats.org/drawingml/2006/main">
              <a:ext uri="{FF2B5EF4-FFF2-40B4-BE49-F238E27FC236}">
                <a16:creationId xmlns:a16="http://schemas.microsoft.com/office/drawing/2014/main" id="{2C2C7919-707D-407F-91FC-29DF7807B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" name="path-600">
            <a:extLst xmlns:a="http://schemas.openxmlformats.org/drawingml/2006/main">
              <a:ext uri="{FF2B5EF4-FFF2-40B4-BE49-F238E27FC236}">
                <a16:creationId xmlns:a16="http://schemas.microsoft.com/office/drawing/2014/main" id="{704692CC-17BC-4758-A611-14AA09C31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744959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22" name="path-601">
            <a:extLst xmlns:a="http://schemas.openxmlformats.org/drawingml/2006/main">
              <a:ext uri="{FF2B5EF4-FFF2-40B4-BE49-F238E27FC236}">
                <a16:creationId xmlns:a16="http://schemas.microsoft.com/office/drawing/2014/main" id="{6A44CE36-0079-4D1F-A72A-0D69AF94E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" name="path-602">
            <a:extLst xmlns:a="http://schemas.openxmlformats.org/drawingml/2006/main">
              <a:ext uri="{FF2B5EF4-FFF2-40B4-BE49-F238E27FC236}">
                <a16:creationId xmlns:a16="http://schemas.microsoft.com/office/drawing/2014/main" id="{7773B770-0FE2-4208-A285-F611F84C2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882340"/>
            <a:ext cx="137363" cy="137383"/>
          </a:xfrm>
          <a:custGeom xmlns:a="http://schemas.openxmlformats.org/drawingml/2006/main">
            <a:pathLst>
              <a:path w="125789" h="125807">
                <a:moveTo>
                  <a:pt x="0" y="0"/>
                </a:moveTo>
                <a:lnTo>
                  <a:pt x="0" y="125807"/>
                </a:lnTo>
                <a:lnTo>
                  <a:pt x="125789" y="125807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24" name="path-603">
            <a:extLst xmlns:a="http://schemas.openxmlformats.org/drawingml/2006/main">
              <a:ext uri="{FF2B5EF4-FFF2-40B4-BE49-F238E27FC236}">
                <a16:creationId xmlns:a16="http://schemas.microsoft.com/office/drawing/2014/main" id="{EA417C16-BFCF-4130-87BD-92A985C21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" name="path-604">
            <a:extLst xmlns:a="http://schemas.openxmlformats.org/drawingml/2006/main">
              <a:ext uri="{FF2B5EF4-FFF2-40B4-BE49-F238E27FC236}">
                <a16:creationId xmlns:a16="http://schemas.microsoft.com/office/drawing/2014/main" id="{7B80A217-D9F3-45A1-8DFF-9B8670412B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8823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26" name="path-605">
            <a:extLst xmlns:a="http://schemas.openxmlformats.org/drawingml/2006/main">
              <a:ext uri="{FF2B5EF4-FFF2-40B4-BE49-F238E27FC236}">
                <a16:creationId xmlns:a16="http://schemas.microsoft.com/office/drawing/2014/main" id="{963DAD87-768B-4777-86F2-5CEBEA50A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" name="path-606">
            <a:extLst xmlns:a="http://schemas.openxmlformats.org/drawingml/2006/main">
              <a:ext uri="{FF2B5EF4-FFF2-40B4-BE49-F238E27FC236}">
                <a16:creationId xmlns:a16="http://schemas.microsoft.com/office/drawing/2014/main" id="{212C912D-0859-463B-857E-705F4A6FF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8823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28" name="path-607">
            <a:extLst xmlns:a="http://schemas.openxmlformats.org/drawingml/2006/main">
              <a:ext uri="{FF2B5EF4-FFF2-40B4-BE49-F238E27FC236}">
                <a16:creationId xmlns:a16="http://schemas.microsoft.com/office/drawing/2014/main" id="{BA652975-C57E-4D6A-A3F1-7BADCFBED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" name="path-608">
            <a:extLst xmlns:a="http://schemas.openxmlformats.org/drawingml/2006/main">
              <a:ext uri="{FF2B5EF4-FFF2-40B4-BE49-F238E27FC236}">
                <a16:creationId xmlns:a16="http://schemas.microsoft.com/office/drawing/2014/main" id="{FAB375DB-9BEA-49E2-BC5B-3F92C8708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607575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30" name="path-609">
            <a:extLst xmlns:a="http://schemas.openxmlformats.org/drawingml/2006/main">
              <a:ext uri="{FF2B5EF4-FFF2-40B4-BE49-F238E27FC236}">
                <a16:creationId xmlns:a16="http://schemas.microsoft.com/office/drawing/2014/main" id="{7492B28D-D683-4345-9CC1-44D07D3B3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" name="path-610">
            <a:extLst xmlns:a="http://schemas.openxmlformats.org/drawingml/2006/main">
              <a:ext uri="{FF2B5EF4-FFF2-40B4-BE49-F238E27FC236}">
                <a16:creationId xmlns:a16="http://schemas.microsoft.com/office/drawing/2014/main" id="{96E65E5C-AF3B-4119-9C50-B4E392067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744959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32" name="path-611">
            <a:extLst xmlns:a="http://schemas.openxmlformats.org/drawingml/2006/main">
              <a:ext uri="{FF2B5EF4-FFF2-40B4-BE49-F238E27FC236}">
                <a16:creationId xmlns:a16="http://schemas.microsoft.com/office/drawing/2014/main" id="{27B01322-E899-4F2C-B78B-D00236C65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" name="path-612">
            <a:extLst xmlns:a="http://schemas.openxmlformats.org/drawingml/2006/main">
              <a:ext uri="{FF2B5EF4-FFF2-40B4-BE49-F238E27FC236}">
                <a16:creationId xmlns:a16="http://schemas.microsoft.com/office/drawing/2014/main" id="{2FA9C84D-1501-4A23-AAA2-5CF68E858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8823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34" name="path-613">
            <a:extLst xmlns:a="http://schemas.openxmlformats.org/drawingml/2006/main">
              <a:ext uri="{FF2B5EF4-FFF2-40B4-BE49-F238E27FC236}">
                <a16:creationId xmlns:a16="http://schemas.microsoft.com/office/drawing/2014/main" id="{9E039094-D20F-4E6B-9730-2C8679915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" name="path-614">
            <a:extLst xmlns:a="http://schemas.openxmlformats.org/drawingml/2006/main">
              <a:ext uri="{FF2B5EF4-FFF2-40B4-BE49-F238E27FC236}">
                <a16:creationId xmlns:a16="http://schemas.microsoft.com/office/drawing/2014/main" id="{49AA0172-ED29-48BA-9AFB-CEEC755C6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1019724"/>
            <a:ext cx="137363" cy="137287"/>
          </a:xfrm>
          <a:custGeom xmlns:a="http://schemas.openxmlformats.org/drawingml/2006/main">
            <a:pathLst>
              <a:path w="125789" h="125720">
                <a:moveTo>
                  <a:pt x="0" y="0"/>
                </a:moveTo>
                <a:lnTo>
                  <a:pt x="0" y="125720"/>
                </a:lnTo>
                <a:lnTo>
                  <a:pt x="125789" y="125720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36" name="path-615">
            <a:extLst xmlns:a="http://schemas.openxmlformats.org/drawingml/2006/main">
              <a:ext uri="{FF2B5EF4-FFF2-40B4-BE49-F238E27FC236}">
                <a16:creationId xmlns:a16="http://schemas.microsoft.com/office/drawing/2014/main" id="{987713AB-0D89-4685-937E-BF533CFCD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" name="path-616">
            <a:extLst xmlns:a="http://schemas.openxmlformats.org/drawingml/2006/main">
              <a:ext uri="{FF2B5EF4-FFF2-40B4-BE49-F238E27FC236}">
                <a16:creationId xmlns:a16="http://schemas.microsoft.com/office/drawing/2014/main" id="{4727805E-8E3F-4C17-A8D2-1EB7502E5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101972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38" name="path-617">
            <a:extLst xmlns:a="http://schemas.openxmlformats.org/drawingml/2006/main">
              <a:ext uri="{FF2B5EF4-FFF2-40B4-BE49-F238E27FC236}">
                <a16:creationId xmlns:a16="http://schemas.microsoft.com/office/drawing/2014/main" id="{BF7765A8-0E97-4439-BB4E-A50CC472F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" name="path-618">
            <a:extLst xmlns:a="http://schemas.openxmlformats.org/drawingml/2006/main">
              <a:ext uri="{FF2B5EF4-FFF2-40B4-BE49-F238E27FC236}">
                <a16:creationId xmlns:a16="http://schemas.microsoft.com/office/drawing/2014/main" id="{691708FE-A135-4EE4-B738-F8FF05A79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101972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40" name="path-619">
            <a:extLst xmlns:a="http://schemas.openxmlformats.org/drawingml/2006/main">
              <a:ext uri="{FF2B5EF4-FFF2-40B4-BE49-F238E27FC236}">
                <a16:creationId xmlns:a16="http://schemas.microsoft.com/office/drawing/2014/main" id="{5D976757-531D-4721-9145-128C01386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" name="path-620">
            <a:extLst xmlns:a="http://schemas.openxmlformats.org/drawingml/2006/main">
              <a:ext uri="{FF2B5EF4-FFF2-40B4-BE49-F238E27FC236}">
                <a16:creationId xmlns:a16="http://schemas.microsoft.com/office/drawing/2014/main" id="{A9366719-2675-473C-848A-E17E3FDF0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101972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42" name="path-621">
            <a:extLst xmlns:a="http://schemas.openxmlformats.org/drawingml/2006/main">
              <a:ext uri="{FF2B5EF4-FFF2-40B4-BE49-F238E27FC236}">
                <a16:creationId xmlns:a16="http://schemas.microsoft.com/office/drawing/2014/main" id="{4E885B84-F8B0-474F-883C-CC394D35A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607612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" name="path-622">
            <a:extLst xmlns:a="http://schemas.openxmlformats.org/drawingml/2006/main">
              <a:ext uri="{FF2B5EF4-FFF2-40B4-BE49-F238E27FC236}">
                <a16:creationId xmlns:a16="http://schemas.microsoft.com/office/drawing/2014/main" id="{D934A035-6EE1-4DB6-B0F0-0D681D80D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607575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44" name="path-623">
            <a:extLst xmlns:a="http://schemas.openxmlformats.org/drawingml/2006/main">
              <a:ext uri="{FF2B5EF4-FFF2-40B4-BE49-F238E27FC236}">
                <a16:creationId xmlns:a16="http://schemas.microsoft.com/office/drawing/2014/main" id="{0F3D2E23-3653-4182-826D-4C9F9838F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74496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" name="path-624">
            <a:extLst xmlns:a="http://schemas.openxmlformats.org/drawingml/2006/main">
              <a:ext uri="{FF2B5EF4-FFF2-40B4-BE49-F238E27FC236}">
                <a16:creationId xmlns:a16="http://schemas.microsoft.com/office/drawing/2014/main" id="{51A0C977-8342-441D-9C40-511AAABBB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744959"/>
            <a:ext cx="137353" cy="137382"/>
          </a:xfrm>
          <a:custGeom xmlns:a="http://schemas.openxmlformats.org/drawingml/2006/main">
            <a:pathLst>
              <a:path w="125780" h="125806">
                <a:moveTo>
                  <a:pt x="0" y="0"/>
                </a:moveTo>
                <a:lnTo>
                  <a:pt x="0" y="125806"/>
                </a:lnTo>
                <a:lnTo>
                  <a:pt x="125780" y="125806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46" name="path-625">
            <a:extLst xmlns:a="http://schemas.openxmlformats.org/drawingml/2006/main">
              <a:ext uri="{FF2B5EF4-FFF2-40B4-BE49-F238E27FC236}">
                <a16:creationId xmlns:a16="http://schemas.microsoft.com/office/drawing/2014/main" id="{F7ECF3B4-0FAF-443A-8FB6-519CE2105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882329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" name="path-626">
            <a:extLst xmlns:a="http://schemas.openxmlformats.org/drawingml/2006/main">
              <a:ext uri="{FF2B5EF4-FFF2-40B4-BE49-F238E27FC236}">
                <a16:creationId xmlns:a16="http://schemas.microsoft.com/office/drawing/2014/main" id="{BD3E38D1-B594-4BDE-AD1B-33E72458BD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8823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48" name="path-627">
            <a:extLst xmlns:a="http://schemas.openxmlformats.org/drawingml/2006/main">
              <a:ext uri="{FF2B5EF4-FFF2-40B4-BE49-F238E27FC236}">
                <a16:creationId xmlns:a16="http://schemas.microsoft.com/office/drawing/2014/main" id="{6295A504-B362-4666-AB4B-847DEB9CD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101968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" name="path-628">
            <a:extLst xmlns:a="http://schemas.openxmlformats.org/drawingml/2006/main">
              <a:ext uri="{FF2B5EF4-FFF2-40B4-BE49-F238E27FC236}">
                <a16:creationId xmlns:a16="http://schemas.microsoft.com/office/drawing/2014/main" id="{21589CFD-46C2-4844-B575-B3921B080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101972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50" name="path-629">
            <a:extLst xmlns:a="http://schemas.openxmlformats.org/drawingml/2006/main">
              <a:ext uri="{FF2B5EF4-FFF2-40B4-BE49-F238E27FC236}">
                <a16:creationId xmlns:a16="http://schemas.microsoft.com/office/drawing/2014/main" id="{2A959F15-58BD-4463-94C6-61F168015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" name="path-630">
            <a:extLst xmlns:a="http://schemas.openxmlformats.org/drawingml/2006/main">
              <a:ext uri="{FF2B5EF4-FFF2-40B4-BE49-F238E27FC236}">
                <a16:creationId xmlns:a16="http://schemas.microsoft.com/office/drawing/2014/main" id="{5AF62E3E-75E0-4C27-93F4-EA91D0AF0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1157011"/>
            <a:ext cx="137363" cy="137380"/>
          </a:xfrm>
          <a:custGeom xmlns:a="http://schemas.openxmlformats.org/drawingml/2006/main">
            <a:pathLst>
              <a:path w="125789" h="125804">
                <a:moveTo>
                  <a:pt x="0" y="0"/>
                </a:moveTo>
                <a:lnTo>
                  <a:pt x="0" y="125804"/>
                </a:lnTo>
                <a:lnTo>
                  <a:pt x="125789" y="125804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52" name="path-631">
            <a:extLst xmlns:a="http://schemas.openxmlformats.org/drawingml/2006/main">
              <a:ext uri="{FF2B5EF4-FFF2-40B4-BE49-F238E27FC236}">
                <a16:creationId xmlns:a16="http://schemas.microsoft.com/office/drawing/2014/main" id="{E2242170-C4A5-4944-B64E-F013D07C3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" name="path-632">
            <a:extLst xmlns:a="http://schemas.openxmlformats.org/drawingml/2006/main">
              <a:ext uri="{FF2B5EF4-FFF2-40B4-BE49-F238E27FC236}">
                <a16:creationId xmlns:a16="http://schemas.microsoft.com/office/drawing/2014/main" id="{DFEDBB1E-151B-4BDD-A380-815C1C494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1157011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54" name="path-633">
            <a:extLst xmlns:a="http://schemas.openxmlformats.org/drawingml/2006/main">
              <a:ext uri="{FF2B5EF4-FFF2-40B4-BE49-F238E27FC236}">
                <a16:creationId xmlns:a16="http://schemas.microsoft.com/office/drawing/2014/main" id="{4A4CA15D-D9E8-4783-9EFC-597CECB1F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" name="path-634">
            <a:extLst xmlns:a="http://schemas.openxmlformats.org/drawingml/2006/main">
              <a:ext uri="{FF2B5EF4-FFF2-40B4-BE49-F238E27FC236}">
                <a16:creationId xmlns:a16="http://schemas.microsoft.com/office/drawing/2014/main" id="{4DE93B76-F6E7-4A70-B827-C58F59CAE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1157011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56" name="path-635">
            <a:extLst xmlns:a="http://schemas.openxmlformats.org/drawingml/2006/main">
              <a:ext uri="{FF2B5EF4-FFF2-40B4-BE49-F238E27FC236}">
                <a16:creationId xmlns:a16="http://schemas.microsoft.com/office/drawing/2014/main" id="{D9076D9B-4CF9-453D-B9E9-CA1CA02C1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" name="path-636">
            <a:extLst xmlns:a="http://schemas.openxmlformats.org/drawingml/2006/main">
              <a:ext uri="{FF2B5EF4-FFF2-40B4-BE49-F238E27FC236}">
                <a16:creationId xmlns:a16="http://schemas.microsoft.com/office/drawing/2014/main" id="{A30FB4AA-866A-4FE4-8D0D-3BE78D152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1157011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58" name="path-637">
            <a:extLst xmlns:a="http://schemas.openxmlformats.org/drawingml/2006/main">
              <a:ext uri="{FF2B5EF4-FFF2-40B4-BE49-F238E27FC236}">
                <a16:creationId xmlns:a16="http://schemas.microsoft.com/office/drawing/2014/main" id="{8DDF6A41-3AA0-4F0E-8B0A-3EE5ADD8A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1157036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" name="path-638">
            <a:extLst xmlns:a="http://schemas.openxmlformats.org/drawingml/2006/main">
              <a:ext uri="{FF2B5EF4-FFF2-40B4-BE49-F238E27FC236}">
                <a16:creationId xmlns:a16="http://schemas.microsoft.com/office/drawing/2014/main" id="{8C86FF0A-ED9B-465D-AB04-76AC96CE4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1157011"/>
            <a:ext cx="137353" cy="137380"/>
          </a:xfrm>
          <a:custGeom xmlns:a="http://schemas.openxmlformats.org/drawingml/2006/main">
            <a:pathLst>
              <a:path w="125780" h="125804">
                <a:moveTo>
                  <a:pt x="0" y="0"/>
                </a:moveTo>
                <a:lnTo>
                  <a:pt x="0" y="125804"/>
                </a:lnTo>
                <a:lnTo>
                  <a:pt x="125780" y="125804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60" name="path-639">
            <a:extLst xmlns:a="http://schemas.openxmlformats.org/drawingml/2006/main">
              <a:ext uri="{FF2B5EF4-FFF2-40B4-BE49-F238E27FC236}">
                <a16:creationId xmlns:a16="http://schemas.microsoft.com/office/drawing/2014/main" id="{60D81C23-00DC-4447-A020-240877406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" name="path-640">
            <a:extLst xmlns:a="http://schemas.openxmlformats.org/drawingml/2006/main">
              <a:ext uri="{FF2B5EF4-FFF2-40B4-BE49-F238E27FC236}">
                <a16:creationId xmlns:a16="http://schemas.microsoft.com/office/drawing/2014/main" id="{E94B0995-7A72-4443-8C5B-4491845039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12943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62" name="path-641">
            <a:extLst xmlns:a="http://schemas.openxmlformats.org/drawingml/2006/main">
              <a:ext uri="{FF2B5EF4-FFF2-40B4-BE49-F238E27FC236}">
                <a16:creationId xmlns:a16="http://schemas.microsoft.com/office/drawing/2014/main" id="{0922981C-35BC-45AF-8417-B6BD48559B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" name="path-642">
            <a:extLst xmlns:a="http://schemas.openxmlformats.org/drawingml/2006/main">
              <a:ext uri="{FF2B5EF4-FFF2-40B4-BE49-F238E27FC236}">
                <a16:creationId xmlns:a16="http://schemas.microsoft.com/office/drawing/2014/main" id="{974C6056-451F-40CE-B672-A70BCC08A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12943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64" name="path-643">
            <a:extLst xmlns:a="http://schemas.openxmlformats.org/drawingml/2006/main">
              <a:ext uri="{FF2B5EF4-FFF2-40B4-BE49-F238E27FC236}">
                <a16:creationId xmlns:a16="http://schemas.microsoft.com/office/drawing/2014/main" id="{A17B00DE-1328-45A9-B6F2-83DA9E0617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" name="path-644">
            <a:extLst xmlns:a="http://schemas.openxmlformats.org/drawingml/2006/main">
              <a:ext uri="{FF2B5EF4-FFF2-40B4-BE49-F238E27FC236}">
                <a16:creationId xmlns:a16="http://schemas.microsoft.com/office/drawing/2014/main" id="{DEFA87F0-C4A6-43AD-BEAE-9CB623C60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12943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66" name="path-645">
            <a:extLst xmlns:a="http://schemas.openxmlformats.org/drawingml/2006/main">
              <a:ext uri="{FF2B5EF4-FFF2-40B4-BE49-F238E27FC236}">
                <a16:creationId xmlns:a16="http://schemas.microsoft.com/office/drawing/2014/main" id="{2A969B44-9470-421C-85F6-2145A28AC3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" name="path-646">
            <a:extLst xmlns:a="http://schemas.openxmlformats.org/drawingml/2006/main">
              <a:ext uri="{FF2B5EF4-FFF2-40B4-BE49-F238E27FC236}">
                <a16:creationId xmlns:a16="http://schemas.microsoft.com/office/drawing/2014/main" id="{548338AD-3360-4F4E-B839-5967FC992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143177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68" name="path-647">
            <a:extLst xmlns:a="http://schemas.openxmlformats.org/drawingml/2006/main">
              <a:ext uri="{FF2B5EF4-FFF2-40B4-BE49-F238E27FC236}">
                <a16:creationId xmlns:a16="http://schemas.microsoft.com/office/drawing/2014/main" id="{33B19D94-5C74-4C83-8716-9C377B97D2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" name="path-648">
            <a:extLst xmlns:a="http://schemas.openxmlformats.org/drawingml/2006/main">
              <a:ext uri="{FF2B5EF4-FFF2-40B4-BE49-F238E27FC236}">
                <a16:creationId xmlns:a16="http://schemas.microsoft.com/office/drawing/2014/main" id="{EF5AF57B-DF5C-4997-8FAD-31DD21D6B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8838" y="143177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70" name="path-649">
            <a:extLst xmlns:a="http://schemas.openxmlformats.org/drawingml/2006/main">
              <a:ext uri="{FF2B5EF4-FFF2-40B4-BE49-F238E27FC236}">
                <a16:creationId xmlns:a16="http://schemas.microsoft.com/office/drawing/2014/main" id="{ACEA0CB0-25D5-4510-B2A6-29E4ABB77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" name="path-650">
            <a:extLst xmlns:a="http://schemas.openxmlformats.org/drawingml/2006/main">
              <a:ext uri="{FF2B5EF4-FFF2-40B4-BE49-F238E27FC236}">
                <a16:creationId xmlns:a16="http://schemas.microsoft.com/office/drawing/2014/main" id="{A6EA4F5D-5A04-44B7-A65F-DFBA0B623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191" y="143177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72" name="path-651">
            <a:extLst xmlns:a="http://schemas.openxmlformats.org/drawingml/2006/main">
              <a:ext uri="{FF2B5EF4-FFF2-40B4-BE49-F238E27FC236}">
                <a16:creationId xmlns:a16="http://schemas.microsoft.com/office/drawing/2014/main" id="{612DD525-CC59-40A1-B53B-F64FF5DB1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" name="path-652">
            <a:extLst xmlns:a="http://schemas.openxmlformats.org/drawingml/2006/main">
              <a:ext uri="{FF2B5EF4-FFF2-40B4-BE49-F238E27FC236}">
                <a16:creationId xmlns:a16="http://schemas.microsoft.com/office/drawing/2014/main" id="{F48141F5-B73C-4D0C-8DDB-95C8BAAD9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12943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74" name="path-653">
            <a:extLst xmlns:a="http://schemas.openxmlformats.org/drawingml/2006/main">
              <a:ext uri="{FF2B5EF4-FFF2-40B4-BE49-F238E27FC236}">
                <a16:creationId xmlns:a16="http://schemas.microsoft.com/office/drawing/2014/main" id="{FD8D76B1-F18D-4C0F-BB8F-DADF7DFA4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" name="path-654">
            <a:extLst xmlns:a="http://schemas.openxmlformats.org/drawingml/2006/main">
              <a:ext uri="{FF2B5EF4-FFF2-40B4-BE49-F238E27FC236}">
                <a16:creationId xmlns:a16="http://schemas.microsoft.com/office/drawing/2014/main" id="{F985B026-747A-4676-84AD-C5BA47689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3545" y="143177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76" name="path-655">
            <a:extLst xmlns:a="http://schemas.openxmlformats.org/drawingml/2006/main">
              <a:ext uri="{FF2B5EF4-FFF2-40B4-BE49-F238E27FC236}">
                <a16:creationId xmlns:a16="http://schemas.microsoft.com/office/drawing/2014/main" id="{7A35B029-B75C-4BF1-93F1-4D3B0A009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" name="path-656">
            <a:extLst xmlns:a="http://schemas.openxmlformats.org/drawingml/2006/main">
              <a:ext uri="{FF2B5EF4-FFF2-40B4-BE49-F238E27FC236}">
                <a16:creationId xmlns:a16="http://schemas.microsoft.com/office/drawing/2014/main" id="{8042490E-2BDE-414C-BF03-D3C6A1693D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12943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78" name="path-657">
            <a:extLst xmlns:a="http://schemas.openxmlformats.org/drawingml/2006/main">
              <a:ext uri="{FF2B5EF4-FFF2-40B4-BE49-F238E27FC236}">
                <a16:creationId xmlns:a16="http://schemas.microsoft.com/office/drawing/2014/main" id="{F63FBFE6-CB5F-4DFD-8A23-83D7C3A13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" name="path-658">
            <a:extLst xmlns:a="http://schemas.openxmlformats.org/drawingml/2006/main">
              <a:ext uri="{FF2B5EF4-FFF2-40B4-BE49-F238E27FC236}">
                <a16:creationId xmlns:a16="http://schemas.microsoft.com/office/drawing/2014/main" id="{54A6FC32-26BA-4F9A-BAA1-E74D6A6BF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898" y="143177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80" name="path-659">
            <a:extLst xmlns:a="http://schemas.openxmlformats.org/drawingml/2006/main">
              <a:ext uri="{FF2B5EF4-FFF2-40B4-BE49-F238E27FC236}">
                <a16:creationId xmlns:a16="http://schemas.microsoft.com/office/drawing/2014/main" id="{ED8ABDEA-EE3A-4CB0-BB73-D5E5FCE6E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" name="path-660">
            <a:extLst xmlns:a="http://schemas.openxmlformats.org/drawingml/2006/main">
              <a:ext uri="{FF2B5EF4-FFF2-40B4-BE49-F238E27FC236}">
                <a16:creationId xmlns:a16="http://schemas.microsoft.com/office/drawing/2014/main" id="{FD8C508E-8E70-4640-9F18-018D7FB86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1294391"/>
            <a:ext cx="137363" cy="137383"/>
          </a:xfrm>
          <a:custGeom xmlns:a="http://schemas.openxmlformats.org/drawingml/2006/main">
            <a:pathLst>
              <a:path w="125789" h="125807">
                <a:moveTo>
                  <a:pt x="0" y="0"/>
                </a:moveTo>
                <a:lnTo>
                  <a:pt x="0" y="125807"/>
                </a:lnTo>
                <a:lnTo>
                  <a:pt x="125789" y="125807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82" name="path-661">
            <a:extLst xmlns:a="http://schemas.openxmlformats.org/drawingml/2006/main">
              <a:ext uri="{FF2B5EF4-FFF2-40B4-BE49-F238E27FC236}">
                <a16:creationId xmlns:a16="http://schemas.microsoft.com/office/drawing/2014/main" id="{757AA6E0-862C-4E43-8299-414435AE7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" name="path-662">
            <a:extLst xmlns:a="http://schemas.openxmlformats.org/drawingml/2006/main">
              <a:ext uri="{FF2B5EF4-FFF2-40B4-BE49-F238E27FC236}">
                <a16:creationId xmlns:a16="http://schemas.microsoft.com/office/drawing/2014/main" id="{CF21343F-9D5D-46AE-BBE0-EE01A8C9A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12943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84" name="path-663">
            <a:extLst xmlns:a="http://schemas.openxmlformats.org/drawingml/2006/main">
              <a:ext uri="{FF2B5EF4-FFF2-40B4-BE49-F238E27FC236}">
                <a16:creationId xmlns:a16="http://schemas.microsoft.com/office/drawing/2014/main" id="{1870ADD0-91C1-4B8F-BCC7-CF9871F06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" name="path-664">
            <a:extLst xmlns:a="http://schemas.openxmlformats.org/drawingml/2006/main">
              <a:ext uri="{FF2B5EF4-FFF2-40B4-BE49-F238E27FC236}">
                <a16:creationId xmlns:a16="http://schemas.microsoft.com/office/drawing/2014/main" id="{16470D22-D695-4BFF-967E-039FDFE3F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12943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86" name="path-665">
            <a:extLst xmlns:a="http://schemas.openxmlformats.org/drawingml/2006/main">
              <a:ext uri="{FF2B5EF4-FFF2-40B4-BE49-F238E27FC236}">
                <a16:creationId xmlns:a16="http://schemas.microsoft.com/office/drawing/2014/main" id="{E3707312-D7E5-41BB-BD02-4BE0B1880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" name="path-666">
            <a:extLst xmlns:a="http://schemas.openxmlformats.org/drawingml/2006/main">
              <a:ext uri="{FF2B5EF4-FFF2-40B4-BE49-F238E27FC236}">
                <a16:creationId xmlns:a16="http://schemas.microsoft.com/office/drawing/2014/main" id="{925EAEB9-FC6F-44F7-8774-D4DBC44CC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52" y="1431774"/>
            <a:ext cx="137363" cy="137287"/>
          </a:xfrm>
          <a:custGeom xmlns:a="http://schemas.openxmlformats.org/drawingml/2006/main">
            <a:pathLst>
              <a:path w="125789" h="125720">
                <a:moveTo>
                  <a:pt x="0" y="0"/>
                </a:moveTo>
                <a:lnTo>
                  <a:pt x="0" y="125720"/>
                </a:lnTo>
                <a:lnTo>
                  <a:pt x="125789" y="125720"/>
                </a:lnTo>
                <a:lnTo>
                  <a:pt x="12578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88" name="path-667">
            <a:extLst xmlns:a="http://schemas.openxmlformats.org/drawingml/2006/main">
              <a:ext uri="{FF2B5EF4-FFF2-40B4-BE49-F238E27FC236}">
                <a16:creationId xmlns:a16="http://schemas.microsoft.com/office/drawing/2014/main" id="{BFE2E6CD-CBDE-462D-BAF7-CFAAB48CB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" name="path-668">
            <a:extLst xmlns:a="http://schemas.openxmlformats.org/drawingml/2006/main">
              <a:ext uri="{FF2B5EF4-FFF2-40B4-BE49-F238E27FC236}">
                <a16:creationId xmlns:a16="http://schemas.microsoft.com/office/drawing/2014/main" id="{F20FFE64-F9AF-4DAE-83BC-914234244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615" y="143177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90" name="path-669">
            <a:extLst xmlns:a="http://schemas.openxmlformats.org/drawingml/2006/main">
              <a:ext uri="{FF2B5EF4-FFF2-40B4-BE49-F238E27FC236}">
                <a16:creationId xmlns:a16="http://schemas.microsoft.com/office/drawing/2014/main" id="{ED5B5DDE-ED43-45C0-93A3-2C63ECEFEF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" name="path-670">
            <a:extLst xmlns:a="http://schemas.openxmlformats.org/drawingml/2006/main">
              <a:ext uri="{FF2B5EF4-FFF2-40B4-BE49-F238E27FC236}">
                <a16:creationId xmlns:a16="http://schemas.microsoft.com/office/drawing/2014/main" id="{ABD6242C-851F-474B-AF2D-43EBC73C8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2969" y="143177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92" name="path-671">
            <a:extLst xmlns:a="http://schemas.openxmlformats.org/drawingml/2006/main">
              <a:ext uri="{FF2B5EF4-FFF2-40B4-BE49-F238E27FC236}">
                <a16:creationId xmlns:a16="http://schemas.microsoft.com/office/drawing/2014/main" id="{EACD6827-C4D8-4E6C-83CB-1EAA7E07B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" name="path-672">
            <a:extLst xmlns:a="http://schemas.openxmlformats.org/drawingml/2006/main">
              <a:ext uri="{FF2B5EF4-FFF2-40B4-BE49-F238E27FC236}">
                <a16:creationId xmlns:a16="http://schemas.microsoft.com/office/drawing/2014/main" id="{5FF552D3-14FE-4266-8D6A-87F7CE70E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12943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94" name="path-673">
            <a:extLst xmlns:a="http://schemas.openxmlformats.org/drawingml/2006/main">
              <a:ext uri="{FF2B5EF4-FFF2-40B4-BE49-F238E27FC236}">
                <a16:creationId xmlns:a16="http://schemas.microsoft.com/office/drawing/2014/main" id="{AB380F48-1B4F-466B-BF1E-66E562D18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" name="path-674">
            <a:extLst xmlns:a="http://schemas.openxmlformats.org/drawingml/2006/main">
              <a:ext uri="{FF2B5EF4-FFF2-40B4-BE49-F238E27FC236}">
                <a16:creationId xmlns:a16="http://schemas.microsoft.com/office/drawing/2014/main" id="{FCAD1278-CA3B-49EC-AF31-3FCF3850BC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322" y="143177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96" name="path-675">
            <a:extLst xmlns:a="http://schemas.openxmlformats.org/drawingml/2006/main">
              <a:ext uri="{FF2B5EF4-FFF2-40B4-BE49-F238E27FC236}">
                <a16:creationId xmlns:a16="http://schemas.microsoft.com/office/drawing/2014/main" id="{E024F2BA-459F-43A3-80AD-BDF058FD5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129439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" name="path-676">
            <a:extLst xmlns:a="http://schemas.openxmlformats.org/drawingml/2006/main">
              <a:ext uri="{FF2B5EF4-FFF2-40B4-BE49-F238E27FC236}">
                <a16:creationId xmlns:a16="http://schemas.microsoft.com/office/drawing/2014/main" id="{79877B9A-60B5-4C5D-965D-AF923BC43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12943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698" name="path-677">
            <a:extLst xmlns:a="http://schemas.openxmlformats.org/drawingml/2006/main">
              <a:ext uri="{FF2B5EF4-FFF2-40B4-BE49-F238E27FC236}">
                <a16:creationId xmlns:a16="http://schemas.microsoft.com/office/drawing/2014/main" id="{0A0F454B-3364-4A2C-A042-B0DB7CDBFB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143174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" name="path-678">
            <a:extLst xmlns:a="http://schemas.openxmlformats.org/drawingml/2006/main">
              <a:ext uri="{FF2B5EF4-FFF2-40B4-BE49-F238E27FC236}">
                <a16:creationId xmlns:a16="http://schemas.microsoft.com/office/drawing/2014/main" id="{7335A955-D87C-46B9-80DC-E91282F5B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676" y="1431774"/>
            <a:ext cx="137353" cy="137287"/>
          </a:xfrm>
          <a:custGeom xmlns:a="http://schemas.openxmlformats.org/drawingml/2006/main">
            <a:pathLst>
              <a:path w="125780" h="125720">
                <a:moveTo>
                  <a:pt x="0" y="0"/>
                </a:moveTo>
                <a:lnTo>
                  <a:pt x="0" y="125720"/>
                </a:lnTo>
                <a:lnTo>
                  <a:pt x="125780" y="125720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00" name="path-679">
            <a:extLst xmlns:a="http://schemas.openxmlformats.org/drawingml/2006/main">
              <a:ext uri="{FF2B5EF4-FFF2-40B4-BE49-F238E27FC236}">
                <a16:creationId xmlns:a16="http://schemas.microsoft.com/office/drawing/2014/main" id="{B47A74BD-6FF1-4DA6-ACCD-3B0AF4850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607575"/>
            <a:ext cx="191" cy="191"/>
          </a:xfrm>
          <a:custGeom xmlns:a="http://schemas.openxmlformats.org/drawingml/2006/main">
            <a:pathLst>
              <a:path w="191" h="191">
                <a:moveTo>
                  <a:pt x="0" y="0"/>
                </a:moveTo>
                <a:lnTo>
                  <a:pt x="0" y="35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701" name="path-680">
            <a:extLst xmlns:a="http://schemas.openxmlformats.org/drawingml/2006/main">
              <a:ext uri="{FF2B5EF4-FFF2-40B4-BE49-F238E27FC236}">
                <a16:creationId xmlns:a16="http://schemas.microsoft.com/office/drawing/2014/main" id="{1676D185-60CD-4220-99C5-9174B4836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607613"/>
            <a:ext cx="191" cy="961448"/>
          </a:xfrm>
          <a:custGeom xmlns:a="http://schemas.openxmlformats.org/drawingml/2006/main">
            <a:pathLst>
              <a:path w="191" h="880437">
                <a:moveTo>
                  <a:pt x="0" y="0"/>
                </a:moveTo>
                <a:lnTo>
                  <a:pt x="0" y="880437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702" name="path-681">
            <a:extLst xmlns:a="http://schemas.openxmlformats.org/drawingml/2006/main">
              <a:ext uri="{FF2B5EF4-FFF2-40B4-BE49-F238E27FC236}">
                <a16:creationId xmlns:a16="http://schemas.microsoft.com/office/drawing/2014/main" id="{D45C889A-0B8F-4763-A29C-EC40A705A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5029" y="607613"/>
            <a:ext cx="191" cy="961448"/>
          </a:xfrm>
          <a:custGeom xmlns:a="http://schemas.openxmlformats.org/drawingml/2006/main">
            <a:pathLst>
              <a:path w="191" h="880437">
                <a:moveTo>
                  <a:pt x="0" y="880437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703" name="path-682">
            <a:extLst xmlns:a="http://schemas.openxmlformats.org/drawingml/2006/main">
              <a:ext uri="{FF2B5EF4-FFF2-40B4-BE49-F238E27FC236}">
                <a16:creationId xmlns:a16="http://schemas.microsoft.com/office/drawing/2014/main" id="{010A909D-60A3-4C71-80CE-A07849DBA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1484" y="607575"/>
            <a:ext cx="1373545" cy="191"/>
          </a:xfrm>
          <a:custGeom xmlns:a="http://schemas.openxmlformats.org/drawingml/2006/main">
            <a:pathLst>
              <a:path w="1257811" h="191">
                <a:moveTo>
                  <a:pt x="1257811" y="35"/>
                </a:moveTo>
                <a:lnTo>
                  <a:pt x="1257811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704" name="path-683">
            <a:extLst xmlns:a="http://schemas.openxmlformats.org/drawingml/2006/main">
              <a:ext uri="{FF2B5EF4-FFF2-40B4-BE49-F238E27FC236}">
                <a16:creationId xmlns:a16="http://schemas.microsoft.com/office/drawing/2014/main" id="{11E8DC0B-9228-4951-AE66-B78C151D7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" name="path-684">
            <a:extLst xmlns:a="http://schemas.openxmlformats.org/drawingml/2006/main">
              <a:ext uri="{FF2B5EF4-FFF2-40B4-BE49-F238E27FC236}">
                <a16:creationId xmlns:a16="http://schemas.microsoft.com/office/drawing/2014/main" id="{DEF7881C-3CF7-4ED7-B69D-F050C488C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06" name="path-685">
            <a:extLst xmlns:a="http://schemas.openxmlformats.org/drawingml/2006/main">
              <a:ext uri="{FF2B5EF4-FFF2-40B4-BE49-F238E27FC236}">
                <a16:creationId xmlns:a16="http://schemas.microsoft.com/office/drawing/2014/main" id="{DB075B33-9002-47D1-8933-40A538E4A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" name="path-686">
            <a:extLst xmlns:a="http://schemas.openxmlformats.org/drawingml/2006/main">
              <a:ext uri="{FF2B5EF4-FFF2-40B4-BE49-F238E27FC236}">
                <a16:creationId xmlns:a16="http://schemas.microsoft.com/office/drawing/2014/main" id="{0FDC3189-5589-47EB-9043-39FD8030D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08" name="path-687">
            <a:extLst xmlns:a="http://schemas.openxmlformats.org/drawingml/2006/main">
              <a:ext uri="{FF2B5EF4-FFF2-40B4-BE49-F238E27FC236}">
                <a16:creationId xmlns:a16="http://schemas.microsoft.com/office/drawing/2014/main" id="{A9F0E364-A129-4EB0-81E2-190C84AD4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" name="path-688">
            <a:extLst xmlns:a="http://schemas.openxmlformats.org/drawingml/2006/main">
              <a:ext uri="{FF2B5EF4-FFF2-40B4-BE49-F238E27FC236}">
                <a16:creationId xmlns:a16="http://schemas.microsoft.com/office/drawing/2014/main" id="{9D412844-06B0-48E5-A5B2-D783169B1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10" name="path-689">
            <a:extLst xmlns:a="http://schemas.openxmlformats.org/drawingml/2006/main">
              <a:ext uri="{FF2B5EF4-FFF2-40B4-BE49-F238E27FC236}">
                <a16:creationId xmlns:a16="http://schemas.microsoft.com/office/drawing/2014/main" id="{27AEDFEF-E0AB-4055-8001-922955F4F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" name="path-690">
            <a:extLst xmlns:a="http://schemas.openxmlformats.org/drawingml/2006/main">
              <a:ext uri="{FF2B5EF4-FFF2-40B4-BE49-F238E27FC236}">
                <a16:creationId xmlns:a16="http://schemas.microsoft.com/office/drawing/2014/main" id="{1ECC58E3-AD83-4B63-8DF0-0CA90FB0F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12" name="path-691">
            <a:extLst xmlns:a="http://schemas.openxmlformats.org/drawingml/2006/main">
              <a:ext uri="{FF2B5EF4-FFF2-40B4-BE49-F238E27FC236}">
                <a16:creationId xmlns:a16="http://schemas.microsoft.com/office/drawing/2014/main" id="{01AF3DB1-E760-4C45-B106-26D9D6C45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" name="path-692">
            <a:extLst xmlns:a="http://schemas.openxmlformats.org/drawingml/2006/main">
              <a:ext uri="{FF2B5EF4-FFF2-40B4-BE49-F238E27FC236}">
                <a16:creationId xmlns:a16="http://schemas.microsoft.com/office/drawing/2014/main" id="{3D55C9C6-06EA-4277-A268-34214320F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14" name="path-693">
            <a:extLst xmlns:a="http://schemas.openxmlformats.org/drawingml/2006/main">
              <a:ext uri="{FF2B5EF4-FFF2-40B4-BE49-F238E27FC236}">
                <a16:creationId xmlns:a16="http://schemas.microsoft.com/office/drawing/2014/main" id="{3C25C130-0F92-4282-BF65-A373811D1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" name="path-694">
            <a:extLst xmlns:a="http://schemas.openxmlformats.org/drawingml/2006/main">
              <a:ext uri="{FF2B5EF4-FFF2-40B4-BE49-F238E27FC236}">
                <a16:creationId xmlns:a16="http://schemas.microsoft.com/office/drawing/2014/main" id="{A0B318FF-5F90-4FC2-AA36-B76AC2A21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16" name="path-695">
            <a:extLst xmlns:a="http://schemas.openxmlformats.org/drawingml/2006/main">
              <a:ext uri="{FF2B5EF4-FFF2-40B4-BE49-F238E27FC236}">
                <a16:creationId xmlns:a16="http://schemas.microsoft.com/office/drawing/2014/main" id="{C9926FB8-6FA7-4C3F-A04D-4917AFA450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" name="path-696">
            <a:extLst xmlns:a="http://schemas.openxmlformats.org/drawingml/2006/main">
              <a:ext uri="{FF2B5EF4-FFF2-40B4-BE49-F238E27FC236}">
                <a16:creationId xmlns:a16="http://schemas.microsoft.com/office/drawing/2014/main" id="{54209E3F-46F2-4E0C-BF75-E13577D12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18" name="path-697">
            <a:extLst xmlns:a="http://schemas.openxmlformats.org/drawingml/2006/main">
              <a:ext uri="{FF2B5EF4-FFF2-40B4-BE49-F238E27FC236}">
                <a16:creationId xmlns:a16="http://schemas.microsoft.com/office/drawing/2014/main" id="{71084A60-FAC2-49E9-AFA9-2D92C3E32B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" name="path-698">
            <a:extLst xmlns:a="http://schemas.openxmlformats.org/drawingml/2006/main">
              <a:ext uri="{FF2B5EF4-FFF2-40B4-BE49-F238E27FC236}">
                <a16:creationId xmlns:a16="http://schemas.microsoft.com/office/drawing/2014/main" id="{F3128177-AF57-4C7D-B49D-B52482475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20" name="path-699">
            <a:extLst xmlns:a="http://schemas.openxmlformats.org/drawingml/2006/main">
              <a:ext uri="{FF2B5EF4-FFF2-40B4-BE49-F238E27FC236}">
                <a16:creationId xmlns:a16="http://schemas.microsoft.com/office/drawing/2014/main" id="{D6FB701F-9963-4D07-B179-24E926B05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" name="path-700">
            <a:extLst xmlns:a="http://schemas.openxmlformats.org/drawingml/2006/main">
              <a:ext uri="{FF2B5EF4-FFF2-40B4-BE49-F238E27FC236}">
                <a16:creationId xmlns:a16="http://schemas.microsoft.com/office/drawing/2014/main" id="{A9C4DD16-814E-4669-BD36-753E36674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22" name="path-701">
            <a:extLst xmlns:a="http://schemas.openxmlformats.org/drawingml/2006/main">
              <a:ext uri="{FF2B5EF4-FFF2-40B4-BE49-F238E27FC236}">
                <a16:creationId xmlns:a16="http://schemas.microsoft.com/office/drawing/2014/main" id="{C1371C57-1031-4361-8FB8-F4C3754F0D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" name="path-702">
            <a:extLst xmlns:a="http://schemas.openxmlformats.org/drawingml/2006/main">
              <a:ext uri="{FF2B5EF4-FFF2-40B4-BE49-F238E27FC236}">
                <a16:creationId xmlns:a16="http://schemas.microsoft.com/office/drawing/2014/main" id="{1A44DB93-AE22-41D6-B2C3-5997F8A47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24" name="path-703">
            <a:extLst xmlns:a="http://schemas.openxmlformats.org/drawingml/2006/main">
              <a:ext uri="{FF2B5EF4-FFF2-40B4-BE49-F238E27FC236}">
                <a16:creationId xmlns:a16="http://schemas.microsoft.com/office/drawing/2014/main" id="{F1E61288-6FE4-44EC-B529-B1FA1165D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" name="path-704">
            <a:extLst xmlns:a="http://schemas.openxmlformats.org/drawingml/2006/main">
              <a:ext uri="{FF2B5EF4-FFF2-40B4-BE49-F238E27FC236}">
                <a16:creationId xmlns:a16="http://schemas.microsoft.com/office/drawing/2014/main" id="{682F8261-6AA8-4794-B73A-EB604D84CD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26" name="path-705">
            <a:extLst xmlns:a="http://schemas.openxmlformats.org/drawingml/2006/main">
              <a:ext uri="{FF2B5EF4-FFF2-40B4-BE49-F238E27FC236}">
                <a16:creationId xmlns:a16="http://schemas.microsoft.com/office/drawing/2014/main" id="{35D7B55F-362B-4306-89C5-72F4FC01A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" name="path-706">
            <a:extLst xmlns:a="http://schemas.openxmlformats.org/drawingml/2006/main">
              <a:ext uri="{FF2B5EF4-FFF2-40B4-BE49-F238E27FC236}">
                <a16:creationId xmlns:a16="http://schemas.microsoft.com/office/drawing/2014/main" id="{C6AB61E0-8A33-4BE9-BF70-90D948247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28" name="path-707">
            <a:extLst xmlns:a="http://schemas.openxmlformats.org/drawingml/2006/main">
              <a:ext uri="{FF2B5EF4-FFF2-40B4-BE49-F238E27FC236}">
                <a16:creationId xmlns:a16="http://schemas.microsoft.com/office/drawing/2014/main" id="{EA35C634-FB2E-4E53-AE9F-F3BF46A6E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" name="path-708">
            <a:extLst xmlns:a="http://schemas.openxmlformats.org/drawingml/2006/main">
              <a:ext uri="{FF2B5EF4-FFF2-40B4-BE49-F238E27FC236}">
                <a16:creationId xmlns:a16="http://schemas.microsoft.com/office/drawing/2014/main" id="{121F8835-D6A2-4190-B3F1-17C04F15F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30" name="path-709">
            <a:extLst xmlns:a="http://schemas.openxmlformats.org/drawingml/2006/main">
              <a:ext uri="{FF2B5EF4-FFF2-40B4-BE49-F238E27FC236}">
                <a16:creationId xmlns:a16="http://schemas.microsoft.com/office/drawing/2014/main" id="{B4AB5F98-17D1-418D-8F52-FBD091EC5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" name="path-710">
            <a:extLst xmlns:a="http://schemas.openxmlformats.org/drawingml/2006/main">
              <a:ext uri="{FF2B5EF4-FFF2-40B4-BE49-F238E27FC236}">
                <a16:creationId xmlns:a16="http://schemas.microsoft.com/office/drawing/2014/main" id="{DF6C61A7-0CBE-4D74-8108-E072E8669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32" name="path-711">
            <a:extLst xmlns:a="http://schemas.openxmlformats.org/drawingml/2006/main">
              <a:ext uri="{FF2B5EF4-FFF2-40B4-BE49-F238E27FC236}">
                <a16:creationId xmlns:a16="http://schemas.microsoft.com/office/drawing/2014/main" id="{5EE18FD9-78F4-4A8F-B908-657E959F91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" name="path-712">
            <a:extLst xmlns:a="http://schemas.openxmlformats.org/drawingml/2006/main">
              <a:ext uri="{FF2B5EF4-FFF2-40B4-BE49-F238E27FC236}">
                <a16:creationId xmlns:a16="http://schemas.microsoft.com/office/drawing/2014/main" id="{8BE1D841-6EBB-402D-80BB-09A08313A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34" name="path-713">
            <a:extLst xmlns:a="http://schemas.openxmlformats.org/drawingml/2006/main">
              <a:ext uri="{FF2B5EF4-FFF2-40B4-BE49-F238E27FC236}">
                <a16:creationId xmlns:a16="http://schemas.microsoft.com/office/drawing/2014/main" id="{C333ADA4-C5AF-408F-A0C3-5BD1A4923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" name="path-714">
            <a:extLst xmlns:a="http://schemas.openxmlformats.org/drawingml/2006/main">
              <a:ext uri="{FF2B5EF4-FFF2-40B4-BE49-F238E27FC236}">
                <a16:creationId xmlns:a16="http://schemas.microsoft.com/office/drawing/2014/main" id="{01BC2426-3A8C-45E5-95BB-45AC13756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36" name="path-715">
            <a:extLst xmlns:a="http://schemas.openxmlformats.org/drawingml/2006/main">
              <a:ext uri="{FF2B5EF4-FFF2-40B4-BE49-F238E27FC236}">
                <a16:creationId xmlns:a16="http://schemas.microsoft.com/office/drawing/2014/main" id="{802884C9-FD2C-4245-9B28-DD6A804AB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" name="path-716">
            <a:extLst xmlns:a="http://schemas.openxmlformats.org/drawingml/2006/main">
              <a:ext uri="{FF2B5EF4-FFF2-40B4-BE49-F238E27FC236}">
                <a16:creationId xmlns:a16="http://schemas.microsoft.com/office/drawing/2014/main" id="{12B87CCC-512C-4241-A2A2-3AC58712B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38" name="path-717">
            <a:extLst xmlns:a="http://schemas.openxmlformats.org/drawingml/2006/main">
              <a:ext uri="{FF2B5EF4-FFF2-40B4-BE49-F238E27FC236}">
                <a16:creationId xmlns:a16="http://schemas.microsoft.com/office/drawing/2014/main" id="{8F58A2BB-30E3-411A-8A23-503696137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" name="path-718">
            <a:extLst xmlns:a="http://schemas.openxmlformats.org/drawingml/2006/main">
              <a:ext uri="{FF2B5EF4-FFF2-40B4-BE49-F238E27FC236}">
                <a16:creationId xmlns:a16="http://schemas.microsoft.com/office/drawing/2014/main" id="{296126C1-EABA-4B17-BE00-199F0A31F1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40" name="path-719">
            <a:extLst xmlns:a="http://schemas.openxmlformats.org/drawingml/2006/main">
              <a:ext uri="{FF2B5EF4-FFF2-40B4-BE49-F238E27FC236}">
                <a16:creationId xmlns:a16="http://schemas.microsoft.com/office/drawing/2014/main" id="{B5683C97-664E-42FD-8FA0-C880863AF9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" name="path-720">
            <a:extLst xmlns:a="http://schemas.openxmlformats.org/drawingml/2006/main">
              <a:ext uri="{FF2B5EF4-FFF2-40B4-BE49-F238E27FC236}">
                <a16:creationId xmlns:a16="http://schemas.microsoft.com/office/drawing/2014/main" id="{A965F398-C203-4B3A-8582-0CC950B05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42" name="path-721">
            <a:extLst xmlns:a="http://schemas.openxmlformats.org/drawingml/2006/main">
              <a:ext uri="{FF2B5EF4-FFF2-40B4-BE49-F238E27FC236}">
                <a16:creationId xmlns:a16="http://schemas.microsoft.com/office/drawing/2014/main" id="{F41E2004-9803-4B98-91E5-0D102DCEA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" name="path-722">
            <a:extLst xmlns:a="http://schemas.openxmlformats.org/drawingml/2006/main">
              <a:ext uri="{FF2B5EF4-FFF2-40B4-BE49-F238E27FC236}">
                <a16:creationId xmlns:a16="http://schemas.microsoft.com/office/drawing/2014/main" id="{E856FE71-5B7A-4833-BCF5-6BCD5EB31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44" name="path-723">
            <a:extLst xmlns:a="http://schemas.openxmlformats.org/drawingml/2006/main">
              <a:ext uri="{FF2B5EF4-FFF2-40B4-BE49-F238E27FC236}">
                <a16:creationId xmlns:a16="http://schemas.microsoft.com/office/drawing/2014/main" id="{0E3CBA07-8F3A-42F4-93AC-A62B08636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" name="path-724">
            <a:extLst xmlns:a="http://schemas.openxmlformats.org/drawingml/2006/main">
              <a:ext uri="{FF2B5EF4-FFF2-40B4-BE49-F238E27FC236}">
                <a16:creationId xmlns:a16="http://schemas.microsoft.com/office/drawing/2014/main" id="{91AE96A1-314D-4A68-8274-0F15397E13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46" name="path-725">
            <a:extLst xmlns:a="http://schemas.openxmlformats.org/drawingml/2006/main">
              <a:ext uri="{FF2B5EF4-FFF2-40B4-BE49-F238E27FC236}">
                <a16:creationId xmlns:a16="http://schemas.microsoft.com/office/drawing/2014/main" id="{701E32A4-EDD2-44AC-908E-52EE7F393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" name="path-726">
            <a:extLst xmlns:a="http://schemas.openxmlformats.org/drawingml/2006/main">
              <a:ext uri="{FF2B5EF4-FFF2-40B4-BE49-F238E27FC236}">
                <a16:creationId xmlns:a16="http://schemas.microsoft.com/office/drawing/2014/main" id="{07FD7446-D3A1-434F-9977-A35D79E30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48" name="path-727">
            <a:extLst xmlns:a="http://schemas.openxmlformats.org/drawingml/2006/main">
              <a:ext uri="{FF2B5EF4-FFF2-40B4-BE49-F238E27FC236}">
                <a16:creationId xmlns:a16="http://schemas.microsoft.com/office/drawing/2014/main" id="{6CCDD6E1-29D6-4815-B786-61574CC1C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" name="path-728">
            <a:extLst xmlns:a="http://schemas.openxmlformats.org/drawingml/2006/main">
              <a:ext uri="{FF2B5EF4-FFF2-40B4-BE49-F238E27FC236}">
                <a16:creationId xmlns:a16="http://schemas.microsoft.com/office/drawing/2014/main" id="{6F463CB8-CD22-47F7-B0C8-0546F7A8C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50" name="path-729">
            <a:extLst xmlns:a="http://schemas.openxmlformats.org/drawingml/2006/main">
              <a:ext uri="{FF2B5EF4-FFF2-40B4-BE49-F238E27FC236}">
                <a16:creationId xmlns:a16="http://schemas.microsoft.com/office/drawing/2014/main" id="{5354F5F5-179C-4C99-A8B8-1D593F6F0B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" name="path-730">
            <a:extLst xmlns:a="http://schemas.openxmlformats.org/drawingml/2006/main">
              <a:ext uri="{FF2B5EF4-FFF2-40B4-BE49-F238E27FC236}">
                <a16:creationId xmlns:a16="http://schemas.microsoft.com/office/drawing/2014/main" id="{A7EF65D1-3D29-4790-BC38-E5494CB24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52" name="path-731">
            <a:extLst xmlns:a="http://schemas.openxmlformats.org/drawingml/2006/main">
              <a:ext uri="{FF2B5EF4-FFF2-40B4-BE49-F238E27FC236}">
                <a16:creationId xmlns:a16="http://schemas.microsoft.com/office/drawing/2014/main" id="{D6AE8161-3B04-492C-B4C7-320815246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" name="path-732">
            <a:extLst xmlns:a="http://schemas.openxmlformats.org/drawingml/2006/main">
              <a:ext uri="{FF2B5EF4-FFF2-40B4-BE49-F238E27FC236}">
                <a16:creationId xmlns:a16="http://schemas.microsoft.com/office/drawing/2014/main" id="{73A18FE1-62C7-46DF-9C45-C5F6AFC10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54" name="path-733">
            <a:extLst xmlns:a="http://schemas.openxmlformats.org/drawingml/2006/main">
              <a:ext uri="{FF2B5EF4-FFF2-40B4-BE49-F238E27FC236}">
                <a16:creationId xmlns:a16="http://schemas.microsoft.com/office/drawing/2014/main" id="{48B29E10-09A6-4FAE-9BCC-BA63C8108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" name="path-734">
            <a:extLst xmlns:a="http://schemas.openxmlformats.org/drawingml/2006/main">
              <a:ext uri="{FF2B5EF4-FFF2-40B4-BE49-F238E27FC236}">
                <a16:creationId xmlns:a16="http://schemas.microsoft.com/office/drawing/2014/main" id="{15CE0293-05D4-4548-A761-32F465B9C0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56" name="path-735">
            <a:extLst xmlns:a="http://schemas.openxmlformats.org/drawingml/2006/main">
              <a:ext uri="{FF2B5EF4-FFF2-40B4-BE49-F238E27FC236}">
                <a16:creationId xmlns:a16="http://schemas.microsoft.com/office/drawing/2014/main" id="{2D38D7CF-9DC8-46A4-8052-9D11C093BE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" name="path-736">
            <a:extLst xmlns:a="http://schemas.openxmlformats.org/drawingml/2006/main">
              <a:ext uri="{FF2B5EF4-FFF2-40B4-BE49-F238E27FC236}">
                <a16:creationId xmlns:a16="http://schemas.microsoft.com/office/drawing/2014/main" id="{662829E0-EB92-4246-BDEC-EA324A3F3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58" name="path-737">
            <a:extLst xmlns:a="http://schemas.openxmlformats.org/drawingml/2006/main">
              <a:ext uri="{FF2B5EF4-FFF2-40B4-BE49-F238E27FC236}">
                <a16:creationId xmlns:a16="http://schemas.microsoft.com/office/drawing/2014/main" id="{4E1A9AF8-184B-4961-AF41-8F25BEC98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" name="path-738">
            <a:extLst xmlns:a="http://schemas.openxmlformats.org/drawingml/2006/main">
              <a:ext uri="{FF2B5EF4-FFF2-40B4-BE49-F238E27FC236}">
                <a16:creationId xmlns:a16="http://schemas.microsoft.com/office/drawing/2014/main" id="{9FED8BD2-56EA-405D-9B8C-A1E6CC27E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60" name="path-739">
            <a:extLst xmlns:a="http://schemas.openxmlformats.org/drawingml/2006/main">
              <a:ext uri="{FF2B5EF4-FFF2-40B4-BE49-F238E27FC236}">
                <a16:creationId xmlns:a16="http://schemas.microsoft.com/office/drawing/2014/main" id="{E9826F1E-8F15-42A8-B5D4-F8D0D64006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" name="path-740">
            <a:extLst xmlns:a="http://schemas.openxmlformats.org/drawingml/2006/main">
              <a:ext uri="{FF2B5EF4-FFF2-40B4-BE49-F238E27FC236}">
                <a16:creationId xmlns:a16="http://schemas.microsoft.com/office/drawing/2014/main" id="{3F48CFCC-9854-40B0-8A73-1510BD5DC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62" name="path-741">
            <a:extLst xmlns:a="http://schemas.openxmlformats.org/drawingml/2006/main">
              <a:ext uri="{FF2B5EF4-FFF2-40B4-BE49-F238E27FC236}">
                <a16:creationId xmlns:a16="http://schemas.microsoft.com/office/drawing/2014/main" id="{6A884A8F-7A65-49E8-B840-B6BD4C1E0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" name="path-742">
            <a:extLst xmlns:a="http://schemas.openxmlformats.org/drawingml/2006/main">
              <a:ext uri="{FF2B5EF4-FFF2-40B4-BE49-F238E27FC236}">
                <a16:creationId xmlns:a16="http://schemas.microsoft.com/office/drawing/2014/main" id="{759B363F-4EB5-4536-81FC-83A4D12FC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64" name="path-743">
            <a:extLst xmlns:a="http://schemas.openxmlformats.org/drawingml/2006/main">
              <a:ext uri="{FF2B5EF4-FFF2-40B4-BE49-F238E27FC236}">
                <a16:creationId xmlns:a16="http://schemas.microsoft.com/office/drawing/2014/main" id="{B47D9140-3928-48C1-9A27-9EB82FF653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" name="path-744">
            <a:extLst xmlns:a="http://schemas.openxmlformats.org/drawingml/2006/main">
              <a:ext uri="{FF2B5EF4-FFF2-40B4-BE49-F238E27FC236}">
                <a16:creationId xmlns:a16="http://schemas.microsoft.com/office/drawing/2014/main" id="{FB68FB21-7E31-4527-A05B-F96781445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66" name="path-745">
            <a:extLst xmlns:a="http://schemas.openxmlformats.org/drawingml/2006/main">
              <a:ext uri="{FF2B5EF4-FFF2-40B4-BE49-F238E27FC236}">
                <a16:creationId xmlns:a16="http://schemas.microsoft.com/office/drawing/2014/main" id="{02EE9110-6D61-4F38-AC50-F7672075D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" name="path-746">
            <a:extLst xmlns:a="http://schemas.openxmlformats.org/drawingml/2006/main">
              <a:ext uri="{FF2B5EF4-FFF2-40B4-BE49-F238E27FC236}">
                <a16:creationId xmlns:a16="http://schemas.microsoft.com/office/drawing/2014/main" id="{3B727138-9ABB-40C7-9228-2F5C096D8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68" name="path-747">
            <a:extLst xmlns:a="http://schemas.openxmlformats.org/drawingml/2006/main">
              <a:ext uri="{FF2B5EF4-FFF2-40B4-BE49-F238E27FC236}">
                <a16:creationId xmlns:a16="http://schemas.microsoft.com/office/drawing/2014/main" id="{A3128118-8F0A-4517-8262-054C16B64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" name="path-748">
            <a:extLst xmlns:a="http://schemas.openxmlformats.org/drawingml/2006/main">
              <a:ext uri="{FF2B5EF4-FFF2-40B4-BE49-F238E27FC236}">
                <a16:creationId xmlns:a16="http://schemas.microsoft.com/office/drawing/2014/main" id="{EBC36601-0A3B-4946-9B07-6A35F6492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70" name="path-749">
            <a:extLst xmlns:a="http://schemas.openxmlformats.org/drawingml/2006/main">
              <a:ext uri="{FF2B5EF4-FFF2-40B4-BE49-F238E27FC236}">
                <a16:creationId xmlns:a16="http://schemas.microsoft.com/office/drawing/2014/main" id="{CA3AFBA7-B10F-430D-8B6C-D912A6779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" name="path-750">
            <a:extLst xmlns:a="http://schemas.openxmlformats.org/drawingml/2006/main">
              <a:ext uri="{FF2B5EF4-FFF2-40B4-BE49-F238E27FC236}">
                <a16:creationId xmlns:a16="http://schemas.microsoft.com/office/drawing/2014/main" id="{07BE4782-6288-4957-8BB8-CE3497213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72" name="path-751">
            <a:extLst xmlns:a="http://schemas.openxmlformats.org/drawingml/2006/main">
              <a:ext uri="{FF2B5EF4-FFF2-40B4-BE49-F238E27FC236}">
                <a16:creationId xmlns:a16="http://schemas.microsoft.com/office/drawing/2014/main" id="{BBA2F66F-0838-487A-B4CB-D273E5AECB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" name="path-752">
            <a:extLst xmlns:a="http://schemas.openxmlformats.org/drawingml/2006/main">
              <a:ext uri="{FF2B5EF4-FFF2-40B4-BE49-F238E27FC236}">
                <a16:creationId xmlns:a16="http://schemas.microsoft.com/office/drawing/2014/main" id="{4B45711D-3C77-44C5-B99B-7D2EA39CB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74" name="path-753">
            <a:extLst xmlns:a="http://schemas.openxmlformats.org/drawingml/2006/main">
              <a:ext uri="{FF2B5EF4-FFF2-40B4-BE49-F238E27FC236}">
                <a16:creationId xmlns:a16="http://schemas.microsoft.com/office/drawing/2014/main" id="{4E935036-02F5-4962-9137-931CB2DB63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" name="path-754">
            <a:extLst xmlns:a="http://schemas.openxmlformats.org/drawingml/2006/main">
              <a:ext uri="{FF2B5EF4-FFF2-40B4-BE49-F238E27FC236}">
                <a16:creationId xmlns:a16="http://schemas.microsoft.com/office/drawing/2014/main" id="{183F65C0-E275-4FC2-AFE7-1F6463634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76" name="path-755">
            <a:extLst xmlns:a="http://schemas.openxmlformats.org/drawingml/2006/main">
              <a:ext uri="{FF2B5EF4-FFF2-40B4-BE49-F238E27FC236}">
                <a16:creationId xmlns:a16="http://schemas.microsoft.com/office/drawing/2014/main" id="{C6DC1643-71FB-451D-93A9-1F9B38D07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" name="path-756">
            <a:extLst xmlns:a="http://schemas.openxmlformats.org/drawingml/2006/main">
              <a:ext uri="{FF2B5EF4-FFF2-40B4-BE49-F238E27FC236}">
                <a16:creationId xmlns:a16="http://schemas.microsoft.com/office/drawing/2014/main" id="{562A877F-F988-45B5-B7EA-C5ACFD6E2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78" name="path-757">
            <a:extLst xmlns:a="http://schemas.openxmlformats.org/drawingml/2006/main">
              <a:ext uri="{FF2B5EF4-FFF2-40B4-BE49-F238E27FC236}">
                <a16:creationId xmlns:a16="http://schemas.microsoft.com/office/drawing/2014/main" id="{154100A2-C870-4D78-9C67-D5CAC6C54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" name="path-758">
            <a:extLst xmlns:a="http://schemas.openxmlformats.org/drawingml/2006/main">
              <a:ext uri="{FF2B5EF4-FFF2-40B4-BE49-F238E27FC236}">
                <a16:creationId xmlns:a16="http://schemas.microsoft.com/office/drawing/2014/main" id="{58763DB8-EEEF-4CF0-AFD5-0CBB5D06C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80" name="path-759">
            <a:extLst xmlns:a="http://schemas.openxmlformats.org/drawingml/2006/main">
              <a:ext uri="{FF2B5EF4-FFF2-40B4-BE49-F238E27FC236}">
                <a16:creationId xmlns:a16="http://schemas.microsoft.com/office/drawing/2014/main" id="{26E88341-AB83-42F1-B65E-12EF54CBB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" name="path-760">
            <a:extLst xmlns:a="http://schemas.openxmlformats.org/drawingml/2006/main">
              <a:ext uri="{FF2B5EF4-FFF2-40B4-BE49-F238E27FC236}">
                <a16:creationId xmlns:a16="http://schemas.microsoft.com/office/drawing/2014/main" id="{2F5380B6-803B-4BCA-95EE-6A22C47D5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82" name="path-761">
            <a:extLst xmlns:a="http://schemas.openxmlformats.org/drawingml/2006/main">
              <a:ext uri="{FF2B5EF4-FFF2-40B4-BE49-F238E27FC236}">
                <a16:creationId xmlns:a16="http://schemas.microsoft.com/office/drawing/2014/main" id="{B76EABD1-91D7-4458-8234-3F70DDD70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" name="path-762">
            <a:extLst xmlns:a="http://schemas.openxmlformats.org/drawingml/2006/main">
              <a:ext uri="{FF2B5EF4-FFF2-40B4-BE49-F238E27FC236}">
                <a16:creationId xmlns:a16="http://schemas.microsoft.com/office/drawing/2014/main" id="{607BCF2B-1D03-4632-9AC1-B7D3556CC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84" name="path-763">
            <a:extLst xmlns:a="http://schemas.openxmlformats.org/drawingml/2006/main">
              <a:ext uri="{FF2B5EF4-FFF2-40B4-BE49-F238E27FC236}">
                <a16:creationId xmlns:a16="http://schemas.microsoft.com/office/drawing/2014/main" id="{4A0A57EC-CF4B-45D7-B462-DB6F19D5E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" name="path-764">
            <a:extLst xmlns:a="http://schemas.openxmlformats.org/drawingml/2006/main">
              <a:ext uri="{FF2B5EF4-FFF2-40B4-BE49-F238E27FC236}">
                <a16:creationId xmlns:a16="http://schemas.microsoft.com/office/drawing/2014/main" id="{65951E32-08B8-4B12-843B-89E47A596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86" name="path-765">
            <a:extLst xmlns:a="http://schemas.openxmlformats.org/drawingml/2006/main">
              <a:ext uri="{FF2B5EF4-FFF2-40B4-BE49-F238E27FC236}">
                <a16:creationId xmlns:a16="http://schemas.microsoft.com/office/drawing/2014/main" id="{FB9A90EA-3BA2-4692-AE07-0BBFC1326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667940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" name="path-766">
            <a:extLst xmlns:a="http://schemas.openxmlformats.org/drawingml/2006/main">
              <a:ext uri="{FF2B5EF4-FFF2-40B4-BE49-F238E27FC236}">
                <a16:creationId xmlns:a16="http://schemas.microsoft.com/office/drawing/2014/main" id="{E705457E-5E76-46D6-967A-42348318A2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667973"/>
            <a:ext cx="137353" cy="137282"/>
          </a:xfrm>
          <a:custGeom xmlns:a="http://schemas.openxmlformats.org/drawingml/2006/main">
            <a:pathLst>
              <a:path w="125780" h="125715">
                <a:moveTo>
                  <a:pt x="0" y="0"/>
                </a:moveTo>
                <a:lnTo>
                  <a:pt x="0" y="125715"/>
                </a:lnTo>
                <a:lnTo>
                  <a:pt x="125780" y="125715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88" name="path-767">
            <a:extLst xmlns:a="http://schemas.openxmlformats.org/drawingml/2006/main">
              <a:ext uri="{FF2B5EF4-FFF2-40B4-BE49-F238E27FC236}">
                <a16:creationId xmlns:a16="http://schemas.microsoft.com/office/drawing/2014/main" id="{2AB7C3B3-0EFE-4DCA-BC8C-C9B1D999E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805293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" name="path-768">
            <a:extLst xmlns:a="http://schemas.openxmlformats.org/drawingml/2006/main">
              <a:ext uri="{FF2B5EF4-FFF2-40B4-BE49-F238E27FC236}">
                <a16:creationId xmlns:a16="http://schemas.microsoft.com/office/drawing/2014/main" id="{F00D0E9D-B28B-47D5-9050-EDF53A9A3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805255"/>
            <a:ext cx="137353" cy="137385"/>
          </a:xfrm>
          <a:custGeom xmlns:a="http://schemas.openxmlformats.org/drawingml/2006/main">
            <a:pathLst>
              <a:path w="125780" h="125809">
                <a:moveTo>
                  <a:pt x="0" y="0"/>
                </a:moveTo>
                <a:lnTo>
                  <a:pt x="0" y="125809"/>
                </a:lnTo>
                <a:lnTo>
                  <a:pt x="125780" y="125809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90" name="path-769">
            <a:extLst xmlns:a="http://schemas.openxmlformats.org/drawingml/2006/main">
              <a:ext uri="{FF2B5EF4-FFF2-40B4-BE49-F238E27FC236}">
                <a16:creationId xmlns:a16="http://schemas.microsoft.com/office/drawing/2014/main" id="{24C27E8B-95F1-491E-9421-56636AAB8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94264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" name="path-770">
            <a:extLst xmlns:a="http://schemas.openxmlformats.org/drawingml/2006/main">
              <a:ext uri="{FF2B5EF4-FFF2-40B4-BE49-F238E27FC236}">
                <a16:creationId xmlns:a16="http://schemas.microsoft.com/office/drawing/2014/main" id="{C501BDA6-616B-4461-8C5E-56EE40CE4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942640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92" name="path-771">
            <a:extLst xmlns:a="http://schemas.openxmlformats.org/drawingml/2006/main">
              <a:ext uri="{FF2B5EF4-FFF2-40B4-BE49-F238E27FC236}">
                <a16:creationId xmlns:a16="http://schemas.microsoft.com/office/drawing/2014/main" id="{7F858D44-79D5-44FA-83FA-888479D3D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108001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" name="path-772">
            <a:extLst xmlns:a="http://schemas.openxmlformats.org/drawingml/2006/main">
              <a:ext uri="{FF2B5EF4-FFF2-40B4-BE49-F238E27FC236}">
                <a16:creationId xmlns:a16="http://schemas.microsoft.com/office/drawing/2014/main" id="{8E80CA1D-1AC9-4194-89E6-637A9DC90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1080023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94" name="path-773">
            <a:extLst xmlns:a="http://schemas.openxmlformats.org/drawingml/2006/main">
              <a:ext uri="{FF2B5EF4-FFF2-40B4-BE49-F238E27FC236}">
                <a16:creationId xmlns:a16="http://schemas.microsoft.com/office/drawing/2014/main" id="{7CA4819C-F8FC-42E4-BEDE-A21DBCB0F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" name="path-774">
            <a:extLst xmlns:a="http://schemas.openxmlformats.org/drawingml/2006/main">
              <a:ext uri="{FF2B5EF4-FFF2-40B4-BE49-F238E27FC236}">
                <a16:creationId xmlns:a16="http://schemas.microsoft.com/office/drawing/2014/main" id="{F9624274-8B8E-462E-B8C6-1BB72D8EA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96" name="path-775">
            <a:extLst xmlns:a="http://schemas.openxmlformats.org/drawingml/2006/main">
              <a:ext uri="{FF2B5EF4-FFF2-40B4-BE49-F238E27FC236}">
                <a16:creationId xmlns:a16="http://schemas.microsoft.com/office/drawing/2014/main" id="{1455AE2E-8650-4338-ADF5-B34F0EF804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" name="path-776">
            <a:extLst xmlns:a="http://schemas.openxmlformats.org/drawingml/2006/main">
              <a:ext uri="{FF2B5EF4-FFF2-40B4-BE49-F238E27FC236}">
                <a16:creationId xmlns:a16="http://schemas.microsoft.com/office/drawing/2014/main" id="{7C630D1E-4E30-4BD3-9106-70982E851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798" name="path-777">
            <a:extLst xmlns:a="http://schemas.openxmlformats.org/drawingml/2006/main">
              <a:ext uri="{FF2B5EF4-FFF2-40B4-BE49-F238E27FC236}">
                <a16:creationId xmlns:a16="http://schemas.microsoft.com/office/drawing/2014/main" id="{54CCE5FB-C878-47AD-89B6-719BE6532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" name="path-778">
            <a:extLst xmlns:a="http://schemas.openxmlformats.org/drawingml/2006/main">
              <a:ext uri="{FF2B5EF4-FFF2-40B4-BE49-F238E27FC236}">
                <a16:creationId xmlns:a16="http://schemas.microsoft.com/office/drawing/2014/main" id="{65257BBF-8ACC-4283-AB4B-635F9D95B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00" name="path-779">
            <a:extLst xmlns:a="http://schemas.openxmlformats.org/drawingml/2006/main">
              <a:ext uri="{FF2B5EF4-FFF2-40B4-BE49-F238E27FC236}">
                <a16:creationId xmlns:a16="http://schemas.microsoft.com/office/drawing/2014/main" id="{49CF9EAC-CA2D-41A8-9384-3A3F046EF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" name="path-780">
            <a:extLst xmlns:a="http://schemas.openxmlformats.org/drawingml/2006/main">
              <a:ext uri="{FF2B5EF4-FFF2-40B4-BE49-F238E27FC236}">
                <a16:creationId xmlns:a16="http://schemas.microsoft.com/office/drawing/2014/main" id="{9396399E-C54A-42FF-B16E-55490D36B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02" name="path-781">
            <a:extLst xmlns:a="http://schemas.openxmlformats.org/drawingml/2006/main">
              <a:ext uri="{FF2B5EF4-FFF2-40B4-BE49-F238E27FC236}">
                <a16:creationId xmlns:a16="http://schemas.microsoft.com/office/drawing/2014/main" id="{A7A9F0F2-5C01-448C-8956-D3C24B6B7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1217364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" name="path-782">
            <a:extLst xmlns:a="http://schemas.openxmlformats.org/drawingml/2006/main">
              <a:ext uri="{FF2B5EF4-FFF2-40B4-BE49-F238E27FC236}">
                <a16:creationId xmlns:a16="http://schemas.microsoft.com/office/drawing/2014/main" id="{C6E451D5-F30F-4AB4-9C4D-4AE1A4D6FB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1217407"/>
            <a:ext cx="137353" cy="137284"/>
          </a:xfrm>
          <a:custGeom xmlns:a="http://schemas.openxmlformats.org/drawingml/2006/main">
            <a:pathLst>
              <a:path w="125780" h="125717">
                <a:moveTo>
                  <a:pt x="0" y="0"/>
                </a:moveTo>
                <a:lnTo>
                  <a:pt x="0" y="125717"/>
                </a:lnTo>
                <a:lnTo>
                  <a:pt x="125780" y="12571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04" name="path-783">
            <a:extLst xmlns:a="http://schemas.openxmlformats.org/drawingml/2006/main">
              <a:ext uri="{FF2B5EF4-FFF2-40B4-BE49-F238E27FC236}">
                <a16:creationId xmlns:a16="http://schemas.microsoft.com/office/drawing/2014/main" id="{31C4A763-1A93-47B7-8A5C-A1E042A3B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" name="path-784">
            <a:extLst xmlns:a="http://schemas.openxmlformats.org/drawingml/2006/main">
              <a:ext uri="{FF2B5EF4-FFF2-40B4-BE49-F238E27FC236}">
                <a16:creationId xmlns:a16="http://schemas.microsoft.com/office/drawing/2014/main" id="{FCFADCA1-53A6-4588-869C-115C5ED21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06" name="path-785">
            <a:extLst xmlns:a="http://schemas.openxmlformats.org/drawingml/2006/main">
              <a:ext uri="{FF2B5EF4-FFF2-40B4-BE49-F238E27FC236}">
                <a16:creationId xmlns:a16="http://schemas.microsoft.com/office/drawing/2014/main" id="{850BDD0A-89BA-4CBE-B474-9700C29EE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" name="path-786">
            <a:extLst xmlns:a="http://schemas.openxmlformats.org/drawingml/2006/main">
              <a:ext uri="{FF2B5EF4-FFF2-40B4-BE49-F238E27FC236}">
                <a16:creationId xmlns:a16="http://schemas.microsoft.com/office/drawing/2014/main" id="{E0172217-129B-4D94-B53C-17851FA66F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08" name="path-787">
            <a:extLst xmlns:a="http://schemas.openxmlformats.org/drawingml/2006/main">
              <a:ext uri="{FF2B5EF4-FFF2-40B4-BE49-F238E27FC236}">
                <a16:creationId xmlns:a16="http://schemas.microsoft.com/office/drawing/2014/main" id="{24193F1E-9D1F-4333-84AA-D5513A894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" name="path-788">
            <a:extLst xmlns:a="http://schemas.openxmlformats.org/drawingml/2006/main">
              <a:ext uri="{FF2B5EF4-FFF2-40B4-BE49-F238E27FC236}">
                <a16:creationId xmlns:a16="http://schemas.microsoft.com/office/drawing/2014/main" id="{3B56C75F-4F6C-4C5E-89D5-247B36C2F3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10" name="path-789">
            <a:extLst xmlns:a="http://schemas.openxmlformats.org/drawingml/2006/main">
              <a:ext uri="{FF2B5EF4-FFF2-40B4-BE49-F238E27FC236}">
                <a16:creationId xmlns:a16="http://schemas.microsoft.com/office/drawing/2014/main" id="{D113FB12-F9BA-472E-BC52-276C76C8F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" name="path-790">
            <a:extLst xmlns:a="http://schemas.openxmlformats.org/drawingml/2006/main">
              <a:ext uri="{FF2B5EF4-FFF2-40B4-BE49-F238E27FC236}">
                <a16:creationId xmlns:a16="http://schemas.microsoft.com/office/drawing/2014/main" id="{77788F90-A30B-44D0-B3E5-030CEA440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12" name="path-791">
            <a:extLst xmlns:a="http://schemas.openxmlformats.org/drawingml/2006/main">
              <a:ext uri="{FF2B5EF4-FFF2-40B4-BE49-F238E27FC236}">
                <a16:creationId xmlns:a16="http://schemas.microsoft.com/office/drawing/2014/main" id="{D5115D67-6DFA-40C3-9883-21E1B7643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" name="path-792">
            <a:extLst xmlns:a="http://schemas.openxmlformats.org/drawingml/2006/main">
              <a:ext uri="{FF2B5EF4-FFF2-40B4-BE49-F238E27FC236}">
                <a16:creationId xmlns:a16="http://schemas.microsoft.com/office/drawing/2014/main" id="{3028B548-EE35-48B4-8CF7-D8A550D0D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281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14" name="path-793">
            <a:extLst xmlns:a="http://schemas.openxmlformats.org/drawingml/2006/main">
              <a:ext uri="{FF2B5EF4-FFF2-40B4-BE49-F238E27FC236}">
                <a16:creationId xmlns:a16="http://schemas.microsoft.com/office/drawing/2014/main" id="{7CB883FB-AC77-43EF-8C65-85F4DC782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" name="path-794">
            <a:extLst xmlns:a="http://schemas.openxmlformats.org/drawingml/2006/main">
              <a:ext uri="{FF2B5EF4-FFF2-40B4-BE49-F238E27FC236}">
                <a16:creationId xmlns:a16="http://schemas.microsoft.com/office/drawing/2014/main" id="{4E9A5071-0589-4A45-A80E-0F7BC736D0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9635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16" name="path-795">
            <a:extLst xmlns:a="http://schemas.openxmlformats.org/drawingml/2006/main">
              <a:ext uri="{FF2B5EF4-FFF2-40B4-BE49-F238E27FC236}">
                <a16:creationId xmlns:a16="http://schemas.microsoft.com/office/drawing/2014/main" id="{60A05E93-B3FE-486F-B09F-BEFE9AFE6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" name="path-796">
            <a:extLst xmlns:a="http://schemas.openxmlformats.org/drawingml/2006/main">
              <a:ext uri="{FF2B5EF4-FFF2-40B4-BE49-F238E27FC236}">
                <a16:creationId xmlns:a16="http://schemas.microsoft.com/office/drawing/2014/main" id="{E6738210-AC54-42AB-8FCB-BCFB87AE0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18" name="path-797">
            <a:extLst xmlns:a="http://schemas.openxmlformats.org/drawingml/2006/main">
              <a:ext uri="{FF2B5EF4-FFF2-40B4-BE49-F238E27FC236}">
                <a16:creationId xmlns:a16="http://schemas.microsoft.com/office/drawing/2014/main" id="{D8CFE6A0-1F07-4B1D-9F0D-DE3079F082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" name="path-798">
            <a:extLst xmlns:a="http://schemas.openxmlformats.org/drawingml/2006/main">
              <a:ext uri="{FF2B5EF4-FFF2-40B4-BE49-F238E27FC236}">
                <a16:creationId xmlns:a16="http://schemas.microsoft.com/office/drawing/2014/main" id="{383FBEEB-F767-40C7-B514-0B382CF0BF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988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20" name="path-799">
            <a:extLst xmlns:a="http://schemas.openxmlformats.org/drawingml/2006/main">
              <a:ext uri="{FF2B5EF4-FFF2-40B4-BE49-F238E27FC236}">
                <a16:creationId xmlns:a16="http://schemas.microsoft.com/office/drawing/2014/main" id="{1FDD4D60-A51D-44C1-93F0-A6D098FA5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" name="path-800">
            <a:extLst xmlns:a="http://schemas.openxmlformats.org/drawingml/2006/main">
              <a:ext uri="{FF2B5EF4-FFF2-40B4-BE49-F238E27FC236}">
                <a16:creationId xmlns:a16="http://schemas.microsoft.com/office/drawing/2014/main" id="{9EF3D7D7-ACD3-4E4A-9C7E-C960F44FE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22" name="path-801">
            <a:extLst xmlns:a="http://schemas.openxmlformats.org/drawingml/2006/main">
              <a:ext uri="{FF2B5EF4-FFF2-40B4-BE49-F238E27FC236}">
                <a16:creationId xmlns:a16="http://schemas.microsoft.com/office/drawing/2014/main" id="{663AB35E-E176-4DB1-B15D-8EED95EB3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3" name="path-802">
            <a:extLst xmlns:a="http://schemas.openxmlformats.org/drawingml/2006/main">
              <a:ext uri="{FF2B5EF4-FFF2-40B4-BE49-F238E27FC236}">
                <a16:creationId xmlns:a16="http://schemas.microsoft.com/office/drawing/2014/main" id="{95D77643-5149-4B75-BCFE-68D7E779F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4342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24" name="path-803">
            <a:extLst xmlns:a="http://schemas.openxmlformats.org/drawingml/2006/main">
              <a:ext uri="{FF2B5EF4-FFF2-40B4-BE49-F238E27FC236}">
                <a16:creationId xmlns:a16="http://schemas.microsoft.com/office/drawing/2014/main" id="{0013A73F-12AC-49AA-8B13-C4F90EE94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5" name="path-804">
            <a:extLst xmlns:a="http://schemas.openxmlformats.org/drawingml/2006/main">
              <a:ext uri="{FF2B5EF4-FFF2-40B4-BE49-F238E27FC236}">
                <a16:creationId xmlns:a16="http://schemas.microsoft.com/office/drawing/2014/main" id="{160139E4-D850-4D82-91B2-78A9938FD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26" name="path-805">
            <a:extLst xmlns:a="http://schemas.openxmlformats.org/drawingml/2006/main">
              <a:ext uri="{FF2B5EF4-FFF2-40B4-BE49-F238E27FC236}">
                <a16:creationId xmlns:a16="http://schemas.microsoft.com/office/drawing/2014/main" id="{B3850DB9-58E8-4EDC-8DC2-B5F1FE6D3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7" name="path-806">
            <a:extLst xmlns:a="http://schemas.openxmlformats.org/drawingml/2006/main">
              <a:ext uri="{FF2B5EF4-FFF2-40B4-BE49-F238E27FC236}">
                <a16:creationId xmlns:a16="http://schemas.microsoft.com/office/drawing/2014/main" id="{CB6CDDAF-EE00-497D-9897-FA885DDC8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28" name="path-807">
            <a:extLst xmlns:a="http://schemas.openxmlformats.org/drawingml/2006/main">
              <a:ext uri="{FF2B5EF4-FFF2-40B4-BE49-F238E27FC236}">
                <a16:creationId xmlns:a16="http://schemas.microsoft.com/office/drawing/2014/main" id="{D88C7E74-00E8-476F-A7EB-12522D8A9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9" name="path-808">
            <a:extLst xmlns:a="http://schemas.openxmlformats.org/drawingml/2006/main">
              <a:ext uri="{FF2B5EF4-FFF2-40B4-BE49-F238E27FC236}">
                <a16:creationId xmlns:a16="http://schemas.microsoft.com/office/drawing/2014/main" id="{69D0AC51-5873-42AD-A0C4-03A46BF3E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30" name="path-809">
            <a:extLst xmlns:a="http://schemas.openxmlformats.org/drawingml/2006/main">
              <a:ext uri="{FF2B5EF4-FFF2-40B4-BE49-F238E27FC236}">
                <a16:creationId xmlns:a16="http://schemas.microsoft.com/office/drawing/2014/main" id="{06C8ADF4-7408-45FE-819A-712E25BE5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1" name="path-810">
            <a:extLst xmlns:a="http://schemas.openxmlformats.org/drawingml/2006/main">
              <a:ext uri="{FF2B5EF4-FFF2-40B4-BE49-F238E27FC236}">
                <a16:creationId xmlns:a16="http://schemas.microsoft.com/office/drawing/2014/main" id="{1541F88D-B4AB-4CF9-B6F2-143AFE001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05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32" name="path-811">
            <a:extLst xmlns:a="http://schemas.openxmlformats.org/drawingml/2006/main">
              <a:ext uri="{FF2B5EF4-FFF2-40B4-BE49-F238E27FC236}">
                <a16:creationId xmlns:a16="http://schemas.microsoft.com/office/drawing/2014/main" id="{81BE7E1E-8D64-4F64-9935-24471B6C9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3" name="path-812">
            <a:extLst xmlns:a="http://schemas.openxmlformats.org/drawingml/2006/main">
              <a:ext uri="{FF2B5EF4-FFF2-40B4-BE49-F238E27FC236}">
                <a16:creationId xmlns:a16="http://schemas.microsoft.com/office/drawing/2014/main" id="{A1F01E5D-4FEA-4740-871D-2AF9BB4DB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58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34" name="path-813">
            <a:extLst xmlns:a="http://schemas.openxmlformats.org/drawingml/2006/main">
              <a:ext uri="{FF2B5EF4-FFF2-40B4-BE49-F238E27FC236}">
                <a16:creationId xmlns:a16="http://schemas.microsoft.com/office/drawing/2014/main" id="{E447B4CC-D717-4D15-AED7-5992CF43D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5" name="path-814">
            <a:extLst xmlns:a="http://schemas.openxmlformats.org/drawingml/2006/main">
              <a:ext uri="{FF2B5EF4-FFF2-40B4-BE49-F238E27FC236}">
                <a16:creationId xmlns:a16="http://schemas.microsoft.com/office/drawing/2014/main" id="{DE643D81-EA88-4E41-BDEA-021B2E281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412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36" name="path-815">
            <a:extLst xmlns:a="http://schemas.openxmlformats.org/drawingml/2006/main">
              <a:ext uri="{FF2B5EF4-FFF2-40B4-BE49-F238E27FC236}">
                <a16:creationId xmlns:a16="http://schemas.microsoft.com/office/drawing/2014/main" id="{94457190-DDF6-4DA8-8E0D-CBD3BA54D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7" name="path-816">
            <a:extLst xmlns:a="http://schemas.openxmlformats.org/drawingml/2006/main">
              <a:ext uri="{FF2B5EF4-FFF2-40B4-BE49-F238E27FC236}">
                <a16:creationId xmlns:a16="http://schemas.microsoft.com/office/drawing/2014/main" id="{9A185E99-5A0D-4D38-A07B-20C6359CB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38" name="path-817">
            <a:extLst xmlns:a="http://schemas.openxmlformats.org/drawingml/2006/main">
              <a:ext uri="{FF2B5EF4-FFF2-40B4-BE49-F238E27FC236}">
                <a16:creationId xmlns:a16="http://schemas.microsoft.com/office/drawing/2014/main" id="{E00EA3F7-E81A-4092-9032-D93FCC104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9" name="path-818">
            <a:extLst xmlns:a="http://schemas.openxmlformats.org/drawingml/2006/main">
              <a:ext uri="{FF2B5EF4-FFF2-40B4-BE49-F238E27FC236}">
                <a16:creationId xmlns:a16="http://schemas.microsoft.com/office/drawing/2014/main" id="{BEDF5D8E-A24C-40E5-942C-B671F500B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65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40" name="path-819">
            <a:extLst xmlns:a="http://schemas.openxmlformats.org/drawingml/2006/main">
              <a:ext uri="{FF2B5EF4-FFF2-40B4-BE49-F238E27FC236}">
                <a16:creationId xmlns:a16="http://schemas.microsoft.com/office/drawing/2014/main" id="{9C2AB948-FC92-448B-91B5-9753A178B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1354717"/>
            <a:ext cx="137354" cy="137355"/>
          </a:xfrm>
          <a:custGeom xmlns:a="http://schemas.openxmlformats.org/drawingml/2006/main">
            <a:pathLst>
              <a:path w="125781" h="125782">
                <a:moveTo>
                  <a:pt x="0" y="0"/>
                </a:moveTo>
                <a:lnTo>
                  <a:pt x="125781" y="0"/>
                </a:lnTo>
                <a:lnTo>
                  <a:pt x="125781" y="125782"/>
                </a:lnTo>
                <a:lnTo>
                  <a:pt x="0" y="125782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1" name="path-820">
            <a:extLst xmlns:a="http://schemas.openxmlformats.org/drawingml/2006/main">
              <a:ext uri="{FF2B5EF4-FFF2-40B4-BE49-F238E27FC236}">
                <a16:creationId xmlns:a16="http://schemas.microsoft.com/office/drawing/2014/main" id="{CB552AD1-DC64-440C-94DF-E223EAB70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1354691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42" name="path-821">
            <a:extLst xmlns:a="http://schemas.openxmlformats.org/drawingml/2006/main">
              <a:ext uri="{FF2B5EF4-FFF2-40B4-BE49-F238E27FC236}">
                <a16:creationId xmlns:a16="http://schemas.microsoft.com/office/drawing/2014/main" id="{B6153722-5D35-4FE1-927A-1753A7986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1492071"/>
            <a:ext cx="137354" cy="137354"/>
          </a:xfrm>
          <a:custGeom xmlns:a="http://schemas.openxmlformats.org/drawingml/2006/main">
            <a:pathLst>
              <a:path w="125781" h="125781">
                <a:moveTo>
                  <a:pt x="0" y="0"/>
                </a:moveTo>
                <a:lnTo>
                  <a:pt x="125781" y="0"/>
                </a:lnTo>
                <a:lnTo>
                  <a:pt x="125781" y="125781"/>
                </a:lnTo>
                <a:lnTo>
                  <a:pt x="0" y="12578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3" name="path-822">
            <a:extLst xmlns:a="http://schemas.openxmlformats.org/drawingml/2006/main">
              <a:ext uri="{FF2B5EF4-FFF2-40B4-BE49-F238E27FC236}">
                <a16:creationId xmlns:a16="http://schemas.microsoft.com/office/drawing/2014/main" id="{B01CF2DB-8E6C-4508-BBC6-05EE0EED0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1119" y="1492074"/>
            <a:ext cx="137353" cy="137383"/>
          </a:xfrm>
          <a:custGeom xmlns:a="http://schemas.openxmlformats.org/drawingml/2006/main">
            <a:pathLst>
              <a:path w="125780" h="125807">
                <a:moveTo>
                  <a:pt x="0" y="0"/>
                </a:moveTo>
                <a:lnTo>
                  <a:pt x="0" y="125807"/>
                </a:lnTo>
                <a:lnTo>
                  <a:pt x="125780" y="125807"/>
                </a:lnTo>
                <a:lnTo>
                  <a:pt x="12578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444">
            <a:solidFill>
              <a:srgbClr val="000000"/>
            </a:solidFill>
            <a:prstDash val="solid"/>
          </a:ln>
        </p:spPr>
      </p:sp>
      <p:sp>
        <p:nvSpPr>
          <p:cNvPr id="844" name="path-823">
            <a:extLst xmlns:a="http://schemas.openxmlformats.org/drawingml/2006/main">
              <a:ext uri="{FF2B5EF4-FFF2-40B4-BE49-F238E27FC236}">
                <a16:creationId xmlns:a16="http://schemas.microsoft.com/office/drawing/2014/main" id="{2F98C26A-E951-45B2-B591-F289F813B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667973"/>
            <a:ext cx="191" cy="961452"/>
          </a:xfrm>
          <a:custGeom xmlns:a="http://schemas.openxmlformats.org/drawingml/2006/main">
            <a:pathLst>
              <a:path w="191" h="880441">
                <a:moveTo>
                  <a:pt x="0" y="0"/>
                </a:moveTo>
                <a:lnTo>
                  <a:pt x="0" y="880441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845" name="path-824">
            <a:extLst xmlns:a="http://schemas.openxmlformats.org/drawingml/2006/main">
              <a:ext uri="{FF2B5EF4-FFF2-40B4-BE49-F238E27FC236}">
                <a16:creationId xmlns:a16="http://schemas.microsoft.com/office/drawing/2014/main" id="{5C0012E9-F0DF-4506-9C30-523D9E3DD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4928" y="1629425"/>
            <a:ext cx="1373545" cy="191"/>
          </a:xfrm>
          <a:custGeom xmlns:a="http://schemas.openxmlformats.org/drawingml/2006/main">
            <a:pathLst>
              <a:path w="1257811" h="191">
                <a:moveTo>
                  <a:pt x="0" y="0"/>
                </a:moveTo>
                <a:lnTo>
                  <a:pt x="0" y="30"/>
                </a:lnTo>
                <a:lnTo>
                  <a:pt x="1257811" y="30"/>
                </a:lnTo>
                <a:lnTo>
                  <a:pt x="1257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846" name="text-825 Extracting">
            <a:extLst xmlns:a="http://schemas.openxmlformats.org/drawingml/2006/main">
              <a:ext uri="{FF2B5EF4-FFF2-40B4-BE49-F238E27FC236}">
                <a16:creationId xmlns:a16="http://schemas.microsoft.com/office/drawing/2014/main" id="{3DFFF3EA-765D-41DA-A997-80855267D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89419" y="1723271"/>
            <a:ext cx="906606" cy="2504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Extracting</a:t>
            </a:r>
          </a:p>
        </p:txBody>
      </p:sp>
      <p:sp>
        <p:nvSpPr>
          <p:cNvPr id="847" name="text-825 Features">
            <a:extLst xmlns:a="http://schemas.openxmlformats.org/drawingml/2006/main">
              <a:ext uri="{FF2B5EF4-FFF2-40B4-BE49-F238E27FC236}">
                <a16:creationId xmlns:a16="http://schemas.microsoft.com/office/drawing/2014/main" id="{7B80986D-63A5-48C3-9CAE-E5866A6D7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13493" y="1723256"/>
            <a:ext cx="777565" cy="2504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Features</a:t>
            </a:r>
          </a:p>
        </p:txBody>
      </p:sp>
      <p:sp>
        <p:nvSpPr>
          <p:cNvPr id="848" name="text-826 from">
            <a:extLst xmlns:a="http://schemas.openxmlformats.org/drawingml/2006/main">
              <a:ext uri="{FF2B5EF4-FFF2-40B4-BE49-F238E27FC236}">
                <a16:creationId xmlns:a16="http://schemas.microsoft.com/office/drawing/2014/main" id="{8A341F3C-FE85-4F06-AE28-93F1923B9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12171" y="1927700"/>
            <a:ext cx="429534" cy="2504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from</a:t>
            </a:r>
          </a:p>
        </p:txBody>
      </p:sp>
      <p:sp>
        <p:nvSpPr>
          <p:cNvPr id="849" name="text-826 All">
            <a:extLst xmlns:a="http://schemas.openxmlformats.org/drawingml/2006/main">
              <a:ext uri="{FF2B5EF4-FFF2-40B4-BE49-F238E27FC236}">
                <a16:creationId xmlns:a16="http://schemas.microsoft.com/office/drawing/2014/main" id="{B821651D-22A5-4932-8133-E1C70852E1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52554" y="1927706"/>
            <a:ext cx="260681" cy="2504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All</a:t>
            </a:r>
          </a:p>
        </p:txBody>
      </p:sp>
      <p:sp>
        <p:nvSpPr>
          <p:cNvPr id="850" name="text-826 Regions">
            <a:extLst xmlns:a="http://schemas.openxmlformats.org/drawingml/2006/main">
              <a:ext uri="{FF2B5EF4-FFF2-40B4-BE49-F238E27FC236}">
                <a16:creationId xmlns:a16="http://schemas.microsoft.com/office/drawing/2014/main" id="{E500CC0D-7AB6-456B-804B-AF264CDE9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30706" y="1927711"/>
            <a:ext cx="737544" cy="2504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Regions</a:t>
            </a:r>
          </a:p>
        </p:txBody>
      </p:sp>
      <p:pic>
        <p:nvPicPr>
          <p:cNvPr id="851" name="">
            <a:extLst xmlns:a="http://schemas.openxmlformats.org/drawingml/2006/main">
              <a:ext uri="{FF2B5EF4-FFF2-40B4-BE49-F238E27FC236}">
                <a16:creationId xmlns:a16="http://schemas.microsoft.com/office/drawing/2014/main" id="{BE97EBDC-1F3A-47ED-8E82-233DF70494E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1b4d31641464600"/>
          <a:stretch xmlns:a="http://schemas.openxmlformats.org/drawingml/2006/main"/>
        </p:blipFill>
        <p:spPr>
          <a:xfrm xmlns:a="http://schemas.openxmlformats.org/drawingml/2006/main">
            <a:off x="2812088" y="154479"/>
            <a:ext cx="1331381" cy="1705832"/>
          </a:xfrm>
          <a:prstGeom xmlns:a="http://schemas.openxmlformats.org/drawingml/2006/main" prst="rect">
            <a:avLst/>
          </a:prstGeom>
        </p:spPr>
      </p:pic>
      <p:sp>
        <p:nvSpPr>
          <p:cNvPr id="852" name="text-828 Current">
            <a:extLst xmlns:a="http://schemas.openxmlformats.org/drawingml/2006/main">
              <a:ext uri="{FF2B5EF4-FFF2-40B4-BE49-F238E27FC236}">
                <a16:creationId xmlns:a16="http://schemas.microsoft.com/office/drawing/2014/main" id="{B88F00D1-DF29-4602-B04F-C82507906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97721" y="1882630"/>
            <a:ext cx="602629" cy="2227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Current</a:t>
            </a:r>
          </a:p>
        </p:txBody>
      </p:sp>
      <p:sp>
        <p:nvSpPr>
          <p:cNvPr id="853" name="text-828 Computer">
            <a:extLst xmlns:a="http://schemas.openxmlformats.org/drawingml/2006/main">
              <a:ext uri="{FF2B5EF4-FFF2-40B4-BE49-F238E27FC236}">
                <a16:creationId xmlns:a16="http://schemas.microsoft.com/office/drawing/2014/main" id="{D464213A-8781-4C5D-8635-172182069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15869" y="1882632"/>
            <a:ext cx="779171" cy="2227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Computer</a:t>
            </a:r>
          </a:p>
        </p:txBody>
      </p:sp>
      <p:sp>
        <p:nvSpPr>
          <p:cNvPr id="854" name="text-829 Vision">
            <a:extLst xmlns:a="http://schemas.openxmlformats.org/drawingml/2006/main">
              <a:ext uri="{FF2B5EF4-FFF2-40B4-BE49-F238E27FC236}">
                <a16:creationId xmlns:a16="http://schemas.microsoft.com/office/drawing/2014/main" id="{BA174A6E-5344-4047-9EEE-1CD615269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60821" y="2056660"/>
            <a:ext cx="502647" cy="2227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855" name="text-829 Paradigm">
            <a:extLst xmlns:a="http://schemas.openxmlformats.org/drawingml/2006/main">
              <a:ext uri="{FF2B5EF4-FFF2-40B4-BE49-F238E27FC236}">
                <a16:creationId xmlns:a16="http://schemas.microsoft.com/office/drawing/2014/main" id="{884C709E-747F-476D-93C3-7A8A89388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78980" y="2056672"/>
            <a:ext cx="752946" cy="2227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Paradigm</a:t>
            </a:r>
          </a:p>
        </p:txBody>
      </p:sp>
      <p:sp>
        <p:nvSpPr>
          <p:cNvPr id="856" name="text-830 a">
            <a:extLst xmlns:a="http://schemas.openxmlformats.org/drawingml/2006/main">
              <a:ext uri="{FF2B5EF4-FFF2-40B4-BE49-F238E27FC236}">
                <a16:creationId xmlns:a16="http://schemas.microsoft.com/office/drawing/2014/main" id="{CACB51C6-0577-41E6-8901-111E57E5D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16898" y="140113"/>
            <a:ext cx="204789" cy="3896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9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9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92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pic>
        <p:nvPicPr>
          <p:cNvPr id="857" name="">
            <a:extLst xmlns:a="http://schemas.openxmlformats.org/drawingml/2006/main">
              <a:ext uri="{FF2B5EF4-FFF2-40B4-BE49-F238E27FC236}">
                <a16:creationId xmlns:a16="http://schemas.microsoft.com/office/drawing/2014/main" id="{2B27E49D-770C-40CB-A055-C1F9BD8B6D0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f19d9de74984cc4"/>
          <a:stretch xmlns:a="http://schemas.openxmlformats.org/drawingml/2006/main"/>
        </p:blipFill>
        <p:spPr>
          <a:xfrm xmlns:a="http://schemas.openxmlformats.org/drawingml/2006/main">
            <a:off x="8470458" y="4335848"/>
            <a:ext cx="1882656" cy="1882656"/>
          </a:xfrm>
          <a:prstGeom xmlns:a="http://schemas.openxmlformats.org/drawingml/2006/main" prst="rect">
            <a:avLst/>
          </a:prstGeom>
        </p:spPr>
      </p:pic>
      <p:sp>
        <p:nvSpPr>
          <p:cNvPr id="858" name="path-832">
            <a:extLst xmlns:a="http://schemas.openxmlformats.org/drawingml/2006/main">
              <a:ext uri="{FF2B5EF4-FFF2-40B4-BE49-F238E27FC236}">
                <a16:creationId xmlns:a16="http://schemas.microsoft.com/office/drawing/2014/main" id="{79F18A96-9E26-49B9-A970-37DDFA6AD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6492" y="5420064"/>
            <a:ext cx="220985" cy="191"/>
          </a:xfrm>
          <a:custGeom xmlns:a="http://schemas.openxmlformats.org/drawingml/2006/main">
            <a:pathLst>
              <a:path w="202365" h="191">
                <a:moveTo>
                  <a:pt x="0" y="0"/>
                </a:moveTo>
                <a:lnTo>
                  <a:pt x="2023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859" name="text-833 #1">
            <a:extLst xmlns:a="http://schemas.openxmlformats.org/drawingml/2006/main">
              <a:ext uri="{FF2B5EF4-FFF2-40B4-BE49-F238E27FC236}">
                <a16:creationId xmlns:a16="http://schemas.microsoft.com/office/drawing/2014/main" id="{3815840D-7E03-4F16-9155-1F3068AC3D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26492" y="5188123"/>
            <a:ext cx="256790" cy="2784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#1</a:t>
            </a:r>
          </a:p>
        </p:txBody>
      </p:sp>
      <p:sp>
        <p:nvSpPr>
          <p:cNvPr id="860" name="text-835 High-dimensional">
            <a:extLst xmlns:a="http://schemas.openxmlformats.org/drawingml/2006/main">
              <a:ext uri="{FF2B5EF4-FFF2-40B4-BE49-F238E27FC236}">
                <a16:creationId xmlns:a16="http://schemas.microsoft.com/office/drawing/2014/main" id="{C80C0509-AFB1-4A38-BECB-75C6FCB9A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03635" y="5413272"/>
            <a:ext cx="1702472" cy="2783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5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5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5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High-dimensional</a:t>
            </a:r>
          </a:p>
        </p:txBody>
      </p:sp>
      <p:sp>
        <p:nvSpPr>
          <p:cNvPr id="861" name="text-836 Inputs">
            <a:extLst xmlns:a="http://schemas.openxmlformats.org/drawingml/2006/main">
              <a:ext uri="{FF2B5EF4-FFF2-40B4-BE49-F238E27FC236}">
                <a16:creationId xmlns:a16="http://schemas.microsoft.com/office/drawing/2014/main" id="{BE1D246B-FD5C-46E6-8AB3-B5D979F6F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39023" y="5638276"/>
            <a:ext cx="631680" cy="2783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5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5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5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Inputs</a:t>
            </a:r>
          </a:p>
        </p:txBody>
      </p:sp>
      <p:sp>
        <p:nvSpPr>
          <p:cNvPr id="862" name="path-837">
            <a:extLst xmlns:a="http://schemas.openxmlformats.org/drawingml/2006/main">
              <a:ext uri="{FF2B5EF4-FFF2-40B4-BE49-F238E27FC236}">
                <a16:creationId xmlns:a16="http://schemas.microsoft.com/office/drawing/2014/main" id="{6D4B61B1-66BB-467A-A358-FAD855864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1153" y="4506162"/>
            <a:ext cx="211051" cy="191"/>
          </a:xfrm>
          <a:custGeom xmlns:a="http://schemas.openxmlformats.org/drawingml/2006/main">
            <a:pathLst>
              <a:path w="193268" h="191">
                <a:moveTo>
                  <a:pt x="0" y="0"/>
                </a:moveTo>
                <a:lnTo>
                  <a:pt x="193268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863" name="text-838 #2">
            <a:extLst xmlns:a="http://schemas.openxmlformats.org/drawingml/2006/main">
              <a:ext uri="{FF2B5EF4-FFF2-40B4-BE49-F238E27FC236}">
                <a16:creationId xmlns:a16="http://schemas.microsoft.com/office/drawing/2014/main" id="{C98D79BF-4880-454B-9384-BF1225242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81153" y="4276408"/>
            <a:ext cx="256790" cy="2784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#2</a:t>
            </a:r>
          </a:p>
        </p:txBody>
      </p:sp>
      <p:sp>
        <p:nvSpPr>
          <p:cNvPr id="864" name="text-840 Large-scale">
            <a:extLst xmlns:a="http://schemas.openxmlformats.org/drawingml/2006/main">
              <a:ext uri="{FF2B5EF4-FFF2-40B4-BE49-F238E27FC236}">
                <a16:creationId xmlns:a16="http://schemas.microsoft.com/office/drawing/2014/main" id="{70B366E0-28D1-44B9-95CF-F2C259ADB8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57340" y="4276447"/>
            <a:ext cx="1140169" cy="2783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Large-scale</a:t>
            </a:r>
          </a:p>
        </p:txBody>
      </p:sp>
      <p:sp>
        <p:nvSpPr>
          <p:cNvPr id="865" name="text-840 Neural">
            <a:extLst xmlns:a="http://schemas.openxmlformats.org/drawingml/2006/main">
              <a:ext uri="{FF2B5EF4-FFF2-40B4-BE49-F238E27FC236}">
                <a16:creationId xmlns:a16="http://schemas.microsoft.com/office/drawing/2014/main" id="{5E76858E-3EE4-42D8-801B-4E525258B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16923" y="4276441"/>
            <a:ext cx="654149" cy="2783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Neural</a:t>
            </a:r>
          </a:p>
        </p:txBody>
      </p:sp>
      <p:sp>
        <p:nvSpPr>
          <p:cNvPr id="866" name="text-840 Networks">
            <a:extLst xmlns:a="http://schemas.openxmlformats.org/drawingml/2006/main">
              <a:ext uri="{FF2B5EF4-FFF2-40B4-BE49-F238E27FC236}">
                <a16:creationId xmlns:a16="http://schemas.microsoft.com/office/drawing/2014/main" id="{DEC0D1FE-08BE-4E67-8D0B-808F2EB827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90469" y="4276457"/>
            <a:ext cx="930129" cy="2783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5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5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5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Networks</a:t>
            </a:r>
          </a:p>
        </p:txBody>
      </p:sp>
      <p:sp>
        <p:nvSpPr>
          <p:cNvPr id="867" name="path-841">
            <a:extLst xmlns:a="http://schemas.openxmlformats.org/drawingml/2006/main">
              <a:ext uri="{FF2B5EF4-FFF2-40B4-BE49-F238E27FC236}">
                <a16:creationId xmlns:a16="http://schemas.microsoft.com/office/drawing/2014/main" id="{7CA5AD66-83A4-4763-9B99-6C8541528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2722" y="2471964"/>
            <a:ext cx="3571887" cy="3456933"/>
          </a:xfrm>
          <a:custGeom xmlns:a="http://schemas.openxmlformats.org/drawingml/2006/main">
            <a:pathLst>
              <a:path w="3270922" h="3165654">
                <a:moveTo>
                  <a:pt x="0" y="0"/>
                </a:moveTo>
                <a:lnTo>
                  <a:pt x="3270922" y="0"/>
                </a:lnTo>
                <a:lnTo>
                  <a:pt x="3270922" y="3165654"/>
                </a:lnTo>
                <a:lnTo>
                  <a:pt x="0" y="3165654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8" name="path-842">
            <a:extLst xmlns:a="http://schemas.openxmlformats.org/drawingml/2006/main">
              <a:ext uri="{FF2B5EF4-FFF2-40B4-BE49-F238E27FC236}">
                <a16:creationId xmlns:a16="http://schemas.microsoft.com/office/drawing/2014/main" id="{775320E4-52DC-4714-B3EF-F04E9B995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2722" y="2471933"/>
            <a:ext cx="3571887" cy="3456934"/>
          </a:xfrm>
          <a:custGeom xmlns:a="http://schemas.openxmlformats.org/drawingml/2006/main">
            <a:pathLst>
              <a:path w="3270922" h="3165655">
                <a:moveTo>
                  <a:pt x="0" y="0"/>
                </a:moveTo>
                <a:lnTo>
                  <a:pt x="0" y="3165655"/>
                </a:lnTo>
                <a:lnTo>
                  <a:pt x="3270922" y="3165655"/>
                </a:lnTo>
                <a:lnTo>
                  <a:pt x="327092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sp>
        <p:nvSpPr>
          <p:cNvPr id="869" name="text-843 High-resolution">
            <a:extLst xmlns:a="http://schemas.openxmlformats.org/drawingml/2006/main">
              <a:ext uri="{FF2B5EF4-FFF2-40B4-BE49-F238E27FC236}">
                <a16:creationId xmlns:a16="http://schemas.microsoft.com/office/drawing/2014/main" id="{76049E65-788E-4780-ADDB-7EFDC0F3E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58756" y="2563948"/>
            <a:ext cx="1234845" cy="2504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High-resolution</a:t>
            </a:r>
          </a:p>
        </p:txBody>
      </p:sp>
      <p:sp>
        <p:nvSpPr>
          <p:cNvPr id="870" name="text-843 Visual">
            <a:extLst xmlns:a="http://schemas.openxmlformats.org/drawingml/2006/main">
              <a:ext uri="{FF2B5EF4-FFF2-40B4-BE49-F238E27FC236}">
                <a16:creationId xmlns:a16="http://schemas.microsoft.com/office/drawing/2014/main" id="{536E3023-D4A0-48E9-BEF8-159410966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11084" y="2563945"/>
            <a:ext cx="515992" cy="2504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871" name="text-843 Signals">
            <a:extLst xmlns:a="http://schemas.openxmlformats.org/drawingml/2006/main">
              <a:ext uri="{FF2B5EF4-FFF2-40B4-BE49-F238E27FC236}">
                <a16:creationId xmlns:a16="http://schemas.microsoft.com/office/drawing/2014/main" id="{DF057C63-E90C-4844-A007-D50B84F04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44554" y="2563954"/>
            <a:ext cx="618684" cy="250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Signals</a:t>
            </a:r>
          </a:p>
        </p:txBody>
      </p:sp>
      <p:sp>
        <p:nvSpPr>
          <p:cNvPr id="872" name="text-843 with">
            <a:extLst xmlns:a="http://schemas.openxmlformats.org/drawingml/2006/main">
              <a:ext uri="{FF2B5EF4-FFF2-40B4-BE49-F238E27FC236}">
                <a16:creationId xmlns:a16="http://schemas.microsoft.com/office/drawing/2014/main" id="{C4EB0898-5301-48FD-8FC4-C1ACDE196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80714" y="2563947"/>
            <a:ext cx="350181" cy="2504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with</a:t>
            </a:r>
          </a:p>
        </p:txBody>
      </p:sp>
      <p:sp>
        <p:nvSpPr>
          <p:cNvPr id="873" name="text-844 High">
            <a:extLst xmlns:a="http://schemas.openxmlformats.org/drawingml/2006/main">
              <a:ext uri="{FF2B5EF4-FFF2-40B4-BE49-F238E27FC236}">
                <a16:creationId xmlns:a16="http://schemas.microsoft.com/office/drawing/2014/main" id="{28BB007F-CA7A-4CAF-B047-D535B6401E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46295" y="2768464"/>
            <a:ext cx="399963" cy="2504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High</a:t>
            </a:r>
          </a:p>
        </p:txBody>
      </p:sp>
      <p:sp>
        <p:nvSpPr>
          <p:cNvPr id="874" name="text-844 Frame">
            <a:extLst xmlns:a="http://schemas.openxmlformats.org/drawingml/2006/main">
              <a:ext uri="{FF2B5EF4-FFF2-40B4-BE49-F238E27FC236}">
                <a16:creationId xmlns:a16="http://schemas.microsoft.com/office/drawing/2014/main" id="{F6671C64-AF1D-456E-B5B0-48808ECF0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63737" y="2768503"/>
            <a:ext cx="548795" cy="2504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Frame</a:t>
            </a:r>
          </a:p>
        </p:txBody>
      </p:sp>
      <p:sp>
        <p:nvSpPr>
          <p:cNvPr id="875" name="text-844 Rates:">
            <a:extLst xmlns:a="http://schemas.openxmlformats.org/drawingml/2006/main">
              <a:ext uri="{FF2B5EF4-FFF2-40B4-BE49-F238E27FC236}">
                <a16:creationId xmlns:a16="http://schemas.microsoft.com/office/drawing/2014/main" id="{3CDBDEEC-80CE-4F22-A819-AE2890F32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30018" y="2768502"/>
            <a:ext cx="548989" cy="2504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Rates:</a:t>
            </a:r>
          </a:p>
        </p:txBody>
      </p:sp>
      <p:sp>
        <p:nvSpPr>
          <p:cNvPr id="876" name="text-845 Sufficient">
            <a:extLst xmlns:a="http://schemas.openxmlformats.org/drawingml/2006/main">
              <a:ext uri="{FF2B5EF4-FFF2-40B4-BE49-F238E27FC236}">
                <a16:creationId xmlns:a16="http://schemas.microsoft.com/office/drawing/2014/main" id="{1B6E557A-C614-4265-A8C8-C2FACE22F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96452" y="2768495"/>
            <a:ext cx="846770" cy="2504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Sufficient</a:t>
            </a:r>
          </a:p>
        </p:txBody>
      </p:sp>
      <p:sp>
        <p:nvSpPr>
          <p:cNvPr id="877" name="text-846 Information">
            <a:extLst xmlns:a="http://schemas.openxmlformats.org/drawingml/2006/main">
              <a:ext uri="{FF2B5EF4-FFF2-40B4-BE49-F238E27FC236}">
                <a16:creationId xmlns:a16="http://schemas.microsoft.com/office/drawing/2014/main" id="{6BE2A1CC-158E-4677-8A08-CE3DE2BBC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27763" y="2973027"/>
            <a:ext cx="1015535" cy="2504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Information</a:t>
            </a:r>
          </a:p>
        </p:txBody>
      </p:sp>
      <p:sp>
        <p:nvSpPr>
          <p:cNvPr id="878" name="text-847 for">
            <a:extLst xmlns:a="http://schemas.openxmlformats.org/drawingml/2006/main">
              <a:ext uri="{FF2B5EF4-FFF2-40B4-BE49-F238E27FC236}">
                <a16:creationId xmlns:a16="http://schemas.microsoft.com/office/drawing/2014/main" id="{4FFAF401-5073-4E7B-A1D9-5A0E2E393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60790" y="2973030"/>
            <a:ext cx="240865" cy="2504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for</a:t>
            </a:r>
          </a:p>
        </p:txBody>
      </p:sp>
      <p:sp>
        <p:nvSpPr>
          <p:cNvPr id="879" name="text-847 Complex">
            <a:extLst xmlns:a="http://schemas.openxmlformats.org/drawingml/2006/main">
              <a:ext uri="{FF2B5EF4-FFF2-40B4-BE49-F238E27FC236}">
                <a16:creationId xmlns:a16="http://schemas.microsoft.com/office/drawing/2014/main" id="{19839FF1-74C5-497C-A6FB-03E92B7DD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19130" y="2973029"/>
            <a:ext cx="737768" cy="2504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Complex</a:t>
            </a:r>
          </a:p>
        </p:txBody>
      </p:sp>
      <p:sp>
        <p:nvSpPr>
          <p:cNvPr id="880" name="text-847 Problems">
            <a:extLst xmlns:a="http://schemas.openxmlformats.org/drawingml/2006/main">
              <a:ext uri="{FF2B5EF4-FFF2-40B4-BE49-F238E27FC236}">
                <a16:creationId xmlns:a16="http://schemas.microsoft.com/office/drawing/2014/main" id="{DCDFCFFC-F093-49CD-8B00-6FE8B2337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74375" y="2973022"/>
            <a:ext cx="787442" cy="2504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Problems</a:t>
            </a:r>
          </a:p>
        </p:txBody>
      </p:sp>
      <p:sp>
        <p:nvSpPr>
          <p:cNvPr id="881" name="text-849 Resource">
            <a:extLst xmlns:a="http://schemas.openxmlformats.org/drawingml/2006/main">
              <a:ext uri="{FF2B5EF4-FFF2-40B4-BE49-F238E27FC236}">
                <a16:creationId xmlns:a16="http://schemas.microsoft.com/office/drawing/2014/main" id="{F9F10356-0686-4D6E-ABB6-CFFEFE836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3346191" y="4825125"/>
            <a:ext cx="661286" cy="1955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0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Resource</a:t>
            </a:r>
          </a:p>
        </p:txBody>
      </p:sp>
      <p:sp>
        <p:nvSpPr>
          <p:cNvPr id="882" name="text-849 Demands">
            <a:extLst xmlns:a="http://schemas.openxmlformats.org/drawingml/2006/main">
              <a:ext uri="{FF2B5EF4-FFF2-40B4-BE49-F238E27FC236}">
                <a16:creationId xmlns:a16="http://schemas.microsoft.com/office/drawing/2014/main" id="{560E6C30-A540-45A3-BF10-AD7C744A4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3350756" y="4061035"/>
            <a:ext cx="652308" cy="1952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9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Demands</a:t>
            </a:r>
          </a:p>
        </p:txBody>
      </p:sp>
      <p:sp>
        <p:nvSpPr>
          <p:cNvPr id="883" name="text-850 Spatial-temporal">
            <a:extLst xmlns:a="http://schemas.openxmlformats.org/drawingml/2006/main">
              <a:ext uri="{FF2B5EF4-FFF2-40B4-BE49-F238E27FC236}">
                <a16:creationId xmlns:a16="http://schemas.microsoft.com/office/drawing/2014/main" id="{CF14B627-18AA-434F-805B-AACB9DEBB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62219" y="5624356"/>
            <a:ext cx="1273931" cy="2227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Spatial-temporal</a:t>
            </a:r>
          </a:p>
        </p:txBody>
      </p:sp>
      <p:sp>
        <p:nvSpPr>
          <p:cNvPr id="884" name="text-850 Input">
            <a:extLst xmlns:a="http://schemas.openxmlformats.org/drawingml/2006/main">
              <a:ext uri="{FF2B5EF4-FFF2-40B4-BE49-F238E27FC236}">
                <a16:creationId xmlns:a16="http://schemas.microsoft.com/office/drawing/2014/main" id="{6D4EE35E-41C2-4FB1-9C2C-02BB8B4AD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51663" y="5624389"/>
            <a:ext cx="416951" cy="2226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2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Input</a:t>
            </a:r>
          </a:p>
        </p:txBody>
      </p:sp>
      <p:sp>
        <p:nvSpPr>
          <p:cNvPr id="885" name="text-850 Resolution">
            <a:extLst xmlns:a="http://schemas.openxmlformats.org/drawingml/2006/main">
              <a:ext uri="{FF2B5EF4-FFF2-40B4-BE49-F238E27FC236}">
                <a16:creationId xmlns:a16="http://schemas.microsoft.com/office/drawing/2014/main" id="{92A065B9-2430-44C8-9D8A-4A9A925A6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84137" y="5624372"/>
            <a:ext cx="849784" cy="2226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</a:t>
            </a:r>
          </a:p>
        </p:txBody>
      </p:sp>
      <p:sp>
        <p:nvSpPr>
          <p:cNvPr id="886" name="path-851">
            <a:extLst xmlns:a="http://schemas.openxmlformats.org/drawingml/2006/main">
              <a:ext uri="{FF2B5EF4-FFF2-40B4-BE49-F238E27FC236}">
                <a16:creationId xmlns:a16="http://schemas.microsoft.com/office/drawing/2014/main" id="{A1B7F932-1308-4F63-B3F4-CC8FD8885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3527" y="3495008"/>
            <a:ext cx="2602694" cy="2120751"/>
          </a:xfrm>
          <a:custGeom xmlns:a="http://schemas.openxmlformats.org/drawingml/2006/main">
            <a:pathLst>
              <a:path w="2383393" h="1942058">
                <a:moveTo>
                  <a:pt x="0" y="1922774"/>
                </a:moveTo>
                <a:cubicBezTo>
                  <a:pt x="0" y="1922774"/>
                  <a:pt x="1039609" y="1942058"/>
                  <a:pt x="1711501" y="1397346"/>
                </a:cubicBezTo>
                <a:cubicBezTo>
                  <a:pt x="2383393" y="852634"/>
                  <a:pt x="2371622" y="0"/>
                  <a:pt x="2371622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000000"/>
            </a:solidFill>
            <a:prstDash val="solid"/>
          </a:ln>
        </p:spPr>
      </p:sp>
      <p:sp>
        <p:nvSpPr>
          <p:cNvPr id="887" name="path-852">
            <a:extLst xmlns:a="http://schemas.openxmlformats.org/drawingml/2006/main">
              <a:ext uri="{FF2B5EF4-FFF2-40B4-BE49-F238E27FC236}">
                <a16:creationId xmlns:a16="http://schemas.microsoft.com/office/drawing/2014/main" id="{AB648981-CFA3-413C-B0EE-7639A38AF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3527" y="5594701"/>
            <a:ext cx="2641366" cy="191"/>
          </a:xfrm>
          <a:custGeom xmlns:a="http://schemas.openxmlformats.org/drawingml/2006/main">
            <a:pathLst>
              <a:path w="2418806" h="191">
                <a:moveTo>
                  <a:pt x="0" y="0"/>
                </a:moveTo>
                <a:lnTo>
                  <a:pt x="241880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000000"/>
            </a:solidFill>
            <a:prstDash val="solid"/>
          </a:ln>
        </p:spPr>
      </p:sp>
      <p:sp>
        <p:nvSpPr>
          <p:cNvPr id="888" name="path-853">
            <a:extLst xmlns:a="http://schemas.openxmlformats.org/drawingml/2006/main">
              <a:ext uri="{FF2B5EF4-FFF2-40B4-BE49-F238E27FC236}">
                <a16:creationId xmlns:a16="http://schemas.microsoft.com/office/drawing/2014/main" id="{DBE3FB80-0F1F-4DAC-A7CA-F9C1A12D9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9131" y="5558897"/>
            <a:ext cx="95364" cy="71522"/>
          </a:xfrm>
          <a:custGeom xmlns:a="http://schemas.openxmlformats.org/drawingml/2006/main">
            <a:pathLst>
              <a:path w="87328" h="65496">
                <a:moveTo>
                  <a:pt x="87328" y="32748"/>
                </a:moveTo>
                <a:lnTo>
                  <a:pt x="0" y="0"/>
                </a:lnTo>
                <a:lnTo>
                  <a:pt x="32748" y="32748"/>
                </a:lnTo>
                <a:lnTo>
                  <a:pt x="0" y="65496"/>
                </a:lnTo>
                <a:lnTo>
                  <a:pt x="87328" y="3274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9" name="path-854">
            <a:extLst xmlns:a="http://schemas.openxmlformats.org/drawingml/2006/main">
              <a:ext uri="{FF2B5EF4-FFF2-40B4-BE49-F238E27FC236}">
                <a16:creationId xmlns:a16="http://schemas.microsoft.com/office/drawing/2014/main" id="{9E998E91-6F09-4CC0-B3B3-5A8390A1E0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9131" y="5558936"/>
            <a:ext cx="95364" cy="71522"/>
          </a:xfrm>
          <a:custGeom xmlns:a="http://schemas.openxmlformats.org/drawingml/2006/main">
            <a:pathLst>
              <a:path w="87328" h="65496">
                <a:moveTo>
                  <a:pt x="87328" y="32751"/>
                </a:moveTo>
                <a:lnTo>
                  <a:pt x="0" y="0"/>
                </a:lnTo>
                <a:lnTo>
                  <a:pt x="32748" y="32751"/>
                </a:lnTo>
                <a:lnTo>
                  <a:pt x="0" y="65496"/>
                </a:lnTo>
                <a:lnTo>
                  <a:pt x="87328" y="32751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000000"/>
            </a:solidFill>
            <a:prstDash val="solid"/>
          </a:ln>
        </p:spPr>
      </p:sp>
      <p:sp>
        <p:nvSpPr>
          <p:cNvPr id="890" name="path-855">
            <a:extLst xmlns:a="http://schemas.openxmlformats.org/drawingml/2006/main">
              <a:ext uri="{FF2B5EF4-FFF2-40B4-BE49-F238E27FC236}">
                <a16:creationId xmlns:a16="http://schemas.microsoft.com/office/drawing/2014/main" id="{F9689D23-353E-404F-ABB2-676B2ED4D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3527" y="3520837"/>
            <a:ext cx="191" cy="2073864"/>
          </a:xfrm>
          <a:custGeom xmlns:a="http://schemas.openxmlformats.org/drawingml/2006/main">
            <a:pathLst>
              <a:path w="191" h="1899122">
                <a:moveTo>
                  <a:pt x="0" y="1899122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000000"/>
            </a:solidFill>
            <a:prstDash val="solid"/>
          </a:ln>
        </p:spPr>
      </p:sp>
      <p:sp>
        <p:nvSpPr>
          <p:cNvPr id="891" name="path-856">
            <a:extLst xmlns:a="http://schemas.openxmlformats.org/drawingml/2006/main">
              <a:ext uri="{FF2B5EF4-FFF2-40B4-BE49-F238E27FC236}">
                <a16:creationId xmlns:a16="http://schemas.microsoft.com/office/drawing/2014/main" id="{53520358-536A-4B6F-B91D-9B36596EB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7765" y="3461212"/>
            <a:ext cx="71523" cy="95364"/>
          </a:xfrm>
          <a:custGeom xmlns:a="http://schemas.openxmlformats.org/drawingml/2006/main">
            <a:pathLst>
              <a:path w="65496" h="87329">
                <a:moveTo>
                  <a:pt x="32748" y="0"/>
                </a:moveTo>
                <a:lnTo>
                  <a:pt x="0" y="87329"/>
                </a:lnTo>
                <a:lnTo>
                  <a:pt x="32748" y="54580"/>
                </a:lnTo>
                <a:lnTo>
                  <a:pt x="65496" y="87329"/>
                </a:lnTo>
                <a:lnTo>
                  <a:pt x="32748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2" name="path-857">
            <a:extLst xmlns:a="http://schemas.openxmlformats.org/drawingml/2006/main">
              <a:ext uri="{FF2B5EF4-FFF2-40B4-BE49-F238E27FC236}">
                <a16:creationId xmlns:a16="http://schemas.microsoft.com/office/drawing/2014/main" id="{FDA12072-C87C-4EAB-8175-D5AE17F186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7766" y="3461235"/>
            <a:ext cx="71522" cy="95363"/>
          </a:xfrm>
          <a:custGeom xmlns:a="http://schemas.openxmlformats.org/drawingml/2006/main">
            <a:pathLst>
              <a:path w="65496" h="87327">
                <a:moveTo>
                  <a:pt x="32748" y="0"/>
                </a:moveTo>
                <a:lnTo>
                  <a:pt x="0" y="87327"/>
                </a:lnTo>
                <a:lnTo>
                  <a:pt x="32748" y="54580"/>
                </a:lnTo>
                <a:lnTo>
                  <a:pt x="65496" y="87327"/>
                </a:lnTo>
                <a:lnTo>
                  <a:pt x="3274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000000"/>
            </a:solidFill>
            <a:prstDash val="solid"/>
          </a:ln>
        </p:spPr>
      </p:sp>
      <p:pic>
        <p:nvPicPr>
          <p:cNvPr id="893" name="">
            <a:extLst xmlns:a="http://schemas.openxmlformats.org/drawingml/2006/main">
              <a:ext uri="{FF2B5EF4-FFF2-40B4-BE49-F238E27FC236}">
                <a16:creationId xmlns:a16="http://schemas.microsoft.com/office/drawing/2014/main" id="{10B168E6-0324-4003-8BED-94FB835F01E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55469d89e47404b"/>
          <a:stretch xmlns:a="http://schemas.openxmlformats.org/drawingml/2006/main"/>
        </p:blipFill>
        <p:spPr>
          <a:xfrm xmlns:a="http://schemas.openxmlformats.org/drawingml/2006/main">
            <a:off x="4278687" y="5199165"/>
            <a:ext cx="208028" cy="218430"/>
          </a:xfrm>
          <a:prstGeom xmlns:a="http://schemas.openxmlformats.org/drawingml/2006/main" prst="rect">
            <a:avLst/>
          </a:prstGeom>
        </p:spPr>
      </p:pic>
      <p:sp>
        <p:nvSpPr>
          <p:cNvPr id="894" name="path-859">
            <a:extLst xmlns:a="http://schemas.openxmlformats.org/drawingml/2006/main">
              <a:ext uri="{FF2B5EF4-FFF2-40B4-BE49-F238E27FC236}">
                <a16:creationId xmlns:a16="http://schemas.microsoft.com/office/drawing/2014/main" id="{7AAE691A-8152-4FBC-B5C1-654DDDA9B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7988" y="5208575"/>
            <a:ext cx="198674" cy="198676"/>
          </a:xfrm>
          <a:custGeom xmlns:a="http://schemas.openxmlformats.org/drawingml/2006/main">
            <a:pathLst>
              <a:path w="181934" h="181935">
                <a:moveTo>
                  <a:pt x="0" y="0"/>
                </a:moveTo>
                <a:lnTo>
                  <a:pt x="0" y="181935"/>
                </a:lnTo>
                <a:lnTo>
                  <a:pt x="181934" y="181935"/>
                </a:lnTo>
                <a:lnTo>
                  <a:pt x="181934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5170C3"/>
            </a:solidFill>
            <a:prstDash val="solid"/>
          </a:ln>
        </p:spPr>
      </p:sp>
      <p:sp>
        <p:nvSpPr>
          <p:cNvPr id="895" name="text-860 28">
            <a:extLst xmlns:a="http://schemas.openxmlformats.org/drawingml/2006/main">
              <a:ext uri="{FF2B5EF4-FFF2-40B4-BE49-F238E27FC236}">
                <a16:creationId xmlns:a16="http://schemas.microsoft.com/office/drawing/2014/main" id="{EA6405E0-57FE-4293-BB1A-3284FEA92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09225" y="4851662"/>
            <a:ext cx="179747" cy="1948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896" name="text-861 ×">
            <a:extLst xmlns:a="http://schemas.openxmlformats.org/drawingml/2006/main">
              <a:ext uri="{FF2B5EF4-FFF2-40B4-BE49-F238E27FC236}">
                <a16:creationId xmlns:a16="http://schemas.microsoft.com/office/drawing/2014/main" id="{E2CAAB11-F1D0-492D-A482-868C3539E1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63923" y="4851650"/>
            <a:ext cx="106268" cy="1948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×</a:t>
            </a:r>
          </a:p>
        </p:txBody>
      </p:sp>
      <p:sp>
        <p:nvSpPr>
          <p:cNvPr id="897" name="text-862 28">
            <a:extLst xmlns:a="http://schemas.openxmlformats.org/drawingml/2006/main">
              <a:ext uri="{FF2B5EF4-FFF2-40B4-BE49-F238E27FC236}">
                <a16:creationId xmlns:a16="http://schemas.microsoft.com/office/drawing/2014/main" id="{A0B763EC-4324-438F-A6C5-260B73305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45141" y="4851662"/>
            <a:ext cx="179747" cy="1948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28</a:t>
            </a:r>
          </a:p>
        </p:txBody>
      </p:sp>
      <p:sp>
        <p:nvSpPr>
          <p:cNvPr id="898" name="text-864 images">
            <a:extLst xmlns:a="http://schemas.openxmlformats.org/drawingml/2006/main">
              <a:ext uri="{FF2B5EF4-FFF2-40B4-BE49-F238E27FC236}">
                <a16:creationId xmlns:a16="http://schemas.microsoft.com/office/drawing/2014/main" id="{0D3F734D-B318-4AA8-A682-B7BCE3C75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38461" y="4851725"/>
            <a:ext cx="504163" cy="1947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5" b="1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images</a:t>
            </a:r>
          </a:p>
        </p:txBody>
      </p:sp>
      <p:sp>
        <p:nvSpPr>
          <p:cNvPr id="899" name="text-865 for">
            <a:extLst xmlns:a="http://schemas.openxmlformats.org/drawingml/2006/main">
              <a:ext uri="{FF2B5EF4-FFF2-40B4-BE49-F238E27FC236}">
                <a16:creationId xmlns:a16="http://schemas.microsoft.com/office/drawing/2014/main" id="{596A7A3E-5762-45E4-B441-7D0E0AACA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56377" y="4851682"/>
            <a:ext cx="187345" cy="1948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for</a:t>
            </a:r>
          </a:p>
        </p:txBody>
      </p:sp>
      <p:sp>
        <p:nvSpPr>
          <p:cNvPr id="900" name="text-865 digit">
            <a:extLst xmlns:a="http://schemas.openxmlformats.org/drawingml/2006/main">
              <a:ext uri="{FF2B5EF4-FFF2-40B4-BE49-F238E27FC236}">
                <a16:creationId xmlns:a16="http://schemas.microsoft.com/office/drawing/2014/main" id="{8AFCBBF0-7261-4B79-B47C-CC1D08E2F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57308" y="4851669"/>
            <a:ext cx="280195" cy="1948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digit</a:t>
            </a:r>
          </a:p>
        </p:txBody>
      </p:sp>
      <p:sp>
        <p:nvSpPr>
          <p:cNvPr id="901" name="text-866 classification">
            <a:extLst xmlns:a="http://schemas.openxmlformats.org/drawingml/2006/main">
              <a:ext uri="{FF2B5EF4-FFF2-40B4-BE49-F238E27FC236}">
                <a16:creationId xmlns:a16="http://schemas.microsoft.com/office/drawing/2014/main" id="{3E2D0702-190A-4FC6-A994-67CB1A87C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76186" y="5015191"/>
            <a:ext cx="813467" cy="1948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classification</a:t>
            </a:r>
          </a:p>
        </p:txBody>
      </p:sp>
      <p:sp>
        <p:nvSpPr>
          <p:cNvPr id="902" name="text-868 (MNIST,">
            <a:extLst xmlns:a="http://schemas.openxmlformats.org/drawingml/2006/main">
              <a:ext uri="{FF2B5EF4-FFF2-40B4-BE49-F238E27FC236}">
                <a16:creationId xmlns:a16="http://schemas.microsoft.com/office/drawing/2014/main" id="{5EB03B96-3D25-4828-B315-CBA85958D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03217" y="5054931"/>
            <a:ext cx="378470" cy="1391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83" b="0" i="1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83" b="0" i="1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783" b="0" i="1">
                <a:solidFill>
                  <a:srgbClr val="666666"/>
                </a:solidFill>
                <a:latin typeface="Arial"/>
                <a:ea typeface="Arial"/>
                <a:cs typeface="Arial"/>
              </a:rPr>
              <a:t>(MNIST,</a:t>
            </a:r>
          </a:p>
        </p:txBody>
      </p:sp>
      <p:sp>
        <p:nvSpPr>
          <p:cNvPr id="903" name="text-868 1998)">
            <a:extLst xmlns:a="http://schemas.openxmlformats.org/drawingml/2006/main">
              <a:ext uri="{FF2B5EF4-FFF2-40B4-BE49-F238E27FC236}">
                <a16:creationId xmlns:a16="http://schemas.microsoft.com/office/drawing/2014/main" id="{1BAF77DD-3FD7-4BF0-AA05-569C9B108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91386" y="5054941"/>
            <a:ext cx="271977" cy="1391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83" b="0" i="1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83" b="0" i="1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783" b="0" i="1">
                <a:solidFill>
                  <a:srgbClr val="666666"/>
                </a:solidFill>
                <a:latin typeface="Arial"/>
                <a:ea typeface="Arial"/>
                <a:cs typeface="Arial"/>
              </a:rPr>
              <a:t>1998)</a:t>
            </a:r>
          </a:p>
        </p:txBody>
      </p:sp>
      <p:sp>
        <p:nvSpPr>
          <p:cNvPr id="904" name="text-869 900">
            <a:extLst xmlns:a="http://schemas.openxmlformats.org/drawingml/2006/main">
              <a:ext uri="{FF2B5EF4-FFF2-40B4-BE49-F238E27FC236}">
                <a16:creationId xmlns:a16="http://schemas.microsoft.com/office/drawing/2014/main" id="{C8AB0F98-0EF9-4C87-801D-30C5D87D6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04794" y="4325400"/>
            <a:ext cx="257095" cy="1947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900</a:t>
            </a:r>
          </a:p>
        </p:txBody>
      </p:sp>
      <p:sp>
        <p:nvSpPr>
          <p:cNvPr id="905" name="text-870 ×">
            <a:extLst xmlns:a="http://schemas.openxmlformats.org/drawingml/2006/main">
              <a:ext uri="{FF2B5EF4-FFF2-40B4-BE49-F238E27FC236}">
                <a16:creationId xmlns:a16="http://schemas.microsoft.com/office/drawing/2014/main" id="{D5033EED-CA96-4774-A0A4-FD30E1DC9B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36856" y="4325362"/>
            <a:ext cx="106268" cy="1948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×</a:t>
            </a:r>
          </a:p>
        </p:txBody>
      </p:sp>
      <p:sp>
        <p:nvSpPr>
          <p:cNvPr id="906" name="text-871 1600">
            <a:extLst xmlns:a="http://schemas.openxmlformats.org/drawingml/2006/main">
              <a:ext uri="{FF2B5EF4-FFF2-40B4-BE49-F238E27FC236}">
                <a16:creationId xmlns:a16="http://schemas.microsoft.com/office/drawing/2014/main" id="{E370230B-D80C-4488-BD72-0DCC758075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18074" y="4325414"/>
            <a:ext cx="334444" cy="1947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5" b="1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1600</a:t>
            </a:r>
          </a:p>
        </p:txBody>
      </p:sp>
      <p:sp>
        <p:nvSpPr>
          <p:cNvPr id="907" name="text-871 high-frame-rate">
            <a:extLst xmlns:a="http://schemas.openxmlformats.org/drawingml/2006/main">
              <a:ext uri="{FF2B5EF4-FFF2-40B4-BE49-F238E27FC236}">
                <a16:creationId xmlns:a16="http://schemas.microsoft.com/office/drawing/2014/main" id="{9BF68E25-FB53-4F0B-8309-E3FF262C5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66116" y="4325405"/>
            <a:ext cx="1045075" cy="1947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high-frame-rate</a:t>
            </a:r>
          </a:p>
        </p:txBody>
      </p:sp>
      <p:sp>
        <p:nvSpPr>
          <p:cNvPr id="908" name="text-871 videos">
            <a:extLst xmlns:a="http://schemas.openxmlformats.org/drawingml/2006/main">
              <a:ext uri="{FF2B5EF4-FFF2-40B4-BE49-F238E27FC236}">
                <a16:creationId xmlns:a16="http://schemas.microsoft.com/office/drawing/2014/main" id="{3D145320-4D63-4BAC-83E3-B33C94404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24788" y="4325396"/>
            <a:ext cx="465620" cy="1948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videos</a:t>
            </a:r>
          </a:p>
        </p:txBody>
      </p:sp>
      <p:sp>
        <p:nvSpPr>
          <p:cNvPr id="909" name="text-873 for">
            <a:extLst xmlns:a="http://schemas.openxmlformats.org/drawingml/2006/main">
              <a:ext uri="{FF2B5EF4-FFF2-40B4-BE49-F238E27FC236}">
                <a16:creationId xmlns:a16="http://schemas.microsoft.com/office/drawing/2014/main" id="{856715F8-B1CA-490A-B863-337BD0DD2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81250" y="4488902"/>
            <a:ext cx="187344" cy="1948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for</a:t>
            </a:r>
          </a:p>
        </p:txBody>
      </p:sp>
      <p:sp>
        <p:nvSpPr>
          <p:cNvPr id="910" name="text-873 driver">
            <a:extLst xmlns:a="http://schemas.openxmlformats.org/drawingml/2006/main">
              <a:ext uri="{FF2B5EF4-FFF2-40B4-BE49-F238E27FC236}">
                <a16:creationId xmlns:a16="http://schemas.microsoft.com/office/drawing/2014/main" id="{AF60C058-0ADB-46B1-ABF3-3432DC7C6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82181" y="4488897"/>
            <a:ext cx="372812" cy="1948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driver</a:t>
            </a:r>
          </a:p>
        </p:txBody>
      </p:sp>
      <p:sp>
        <p:nvSpPr>
          <p:cNvPr id="911" name="text-873 assistance">
            <a:extLst xmlns:a="http://schemas.openxmlformats.org/drawingml/2006/main">
              <a:ext uri="{FF2B5EF4-FFF2-40B4-BE49-F238E27FC236}">
                <a16:creationId xmlns:a16="http://schemas.microsoft.com/office/drawing/2014/main" id="{FCDF0AD1-D72F-46CD-A9FA-6CB808510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68579" y="4488906"/>
            <a:ext cx="682127" cy="1947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assistance</a:t>
            </a:r>
          </a:p>
        </p:txBody>
      </p:sp>
      <p:sp>
        <p:nvSpPr>
          <p:cNvPr id="912" name="text-873 tasks">
            <a:extLst xmlns:a="http://schemas.openxmlformats.org/drawingml/2006/main">
              <a:ext uri="{FF2B5EF4-FFF2-40B4-BE49-F238E27FC236}">
                <a16:creationId xmlns:a16="http://schemas.microsoft.com/office/drawing/2014/main" id="{74353363-91F6-4318-80EF-0C649F40F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64301" y="4488902"/>
            <a:ext cx="349641" cy="1948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tasks</a:t>
            </a:r>
          </a:p>
        </p:txBody>
      </p:sp>
      <p:sp>
        <p:nvSpPr>
          <p:cNvPr id="913" name="path-874">
            <a:extLst xmlns:a="http://schemas.openxmlformats.org/drawingml/2006/main">
              <a:ext uri="{FF2B5EF4-FFF2-40B4-BE49-F238E27FC236}">
                <a16:creationId xmlns:a16="http://schemas.microsoft.com/office/drawing/2014/main" id="{89A66545-5027-45CC-86F2-F2CF4A2E0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01764" y="5419506"/>
            <a:ext cx="130847" cy="130847"/>
          </a:xfrm>
          <a:custGeom xmlns:a="http://schemas.openxmlformats.org/drawingml/2006/main">
            <a:pathLst>
              <a:path w="119822" h="119822">
                <a:moveTo>
                  <a:pt x="98499" y="21323"/>
                </a:moveTo>
                <a:cubicBezTo>
                  <a:pt x="119822" y="42637"/>
                  <a:pt x="119822" y="77195"/>
                  <a:pt x="98499" y="98509"/>
                </a:cubicBezTo>
                <a:cubicBezTo>
                  <a:pt x="77186" y="119822"/>
                  <a:pt x="42627" y="119822"/>
                  <a:pt x="21314" y="98509"/>
                </a:cubicBezTo>
                <a:cubicBezTo>
                  <a:pt x="0" y="77195"/>
                  <a:pt x="0" y="42637"/>
                  <a:pt x="21314" y="21323"/>
                </a:cubicBezTo>
                <a:cubicBezTo>
                  <a:pt x="42627" y="0"/>
                  <a:pt x="77186" y="0"/>
                  <a:pt x="98499" y="21323"/>
                </a:cubicBezTo>
              </a:path>
            </a:pathLst>
          </a:custGeom>
          <a:solidFill xmlns:a="http://schemas.openxmlformats.org/drawingml/2006/main">
            <a:srgbClr val="5170C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4" name="path-875">
            <a:extLst xmlns:a="http://schemas.openxmlformats.org/drawingml/2006/main">
              <a:ext uri="{FF2B5EF4-FFF2-40B4-BE49-F238E27FC236}">
                <a16:creationId xmlns:a16="http://schemas.microsoft.com/office/drawing/2014/main" id="{D6CCA257-B85A-43CE-88B2-93A692145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12082" y="3547318"/>
            <a:ext cx="130837" cy="130837"/>
          </a:xfrm>
          <a:custGeom xmlns:a="http://schemas.openxmlformats.org/drawingml/2006/main">
            <a:pathLst>
              <a:path w="119812" h="119812">
                <a:moveTo>
                  <a:pt x="98499" y="21313"/>
                </a:moveTo>
                <a:cubicBezTo>
                  <a:pt x="119812" y="42627"/>
                  <a:pt x="119812" y="77186"/>
                  <a:pt x="98499" y="98499"/>
                </a:cubicBezTo>
                <a:cubicBezTo>
                  <a:pt x="77185" y="119812"/>
                  <a:pt x="42627" y="119812"/>
                  <a:pt x="21313" y="98499"/>
                </a:cubicBezTo>
                <a:cubicBezTo>
                  <a:pt x="0" y="77186"/>
                  <a:pt x="0" y="42627"/>
                  <a:pt x="21313" y="21313"/>
                </a:cubicBezTo>
                <a:cubicBezTo>
                  <a:pt x="42627" y="0"/>
                  <a:pt x="77185" y="0"/>
                  <a:pt x="98499" y="21313"/>
                </a:cubicBezTo>
              </a:path>
            </a:pathLst>
          </a:custGeom>
          <a:solidFill xmlns:a="http://schemas.openxmlformats.org/drawingml/2006/main">
            <a:srgbClr val="CB591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5" name="path-876">
            <a:extLst xmlns:a="http://schemas.openxmlformats.org/drawingml/2006/main">
              <a:ext uri="{FF2B5EF4-FFF2-40B4-BE49-F238E27FC236}">
                <a16:creationId xmlns:a16="http://schemas.microsoft.com/office/drawing/2014/main" id="{9C28A673-FA0C-4AE2-ADF9-CA3639640B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07364" y="5415098"/>
            <a:ext cx="105188" cy="45991"/>
          </a:xfrm>
          <a:custGeom xmlns:a="http://schemas.openxmlformats.org/drawingml/2006/main">
            <a:pathLst>
              <a:path w="96325" h="42116">
                <a:moveTo>
                  <a:pt x="0" y="0"/>
                </a:moveTo>
                <a:lnTo>
                  <a:pt x="96325" y="42116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5170C3"/>
            </a:solidFill>
            <a:prstDash val="solid"/>
          </a:ln>
        </p:spPr>
      </p:sp>
      <p:sp>
        <p:nvSpPr>
          <p:cNvPr id="916" name="path-877">
            <a:extLst xmlns:a="http://schemas.openxmlformats.org/drawingml/2006/main">
              <a:ext uri="{FF2B5EF4-FFF2-40B4-BE49-F238E27FC236}">
                <a16:creationId xmlns:a16="http://schemas.microsoft.com/office/drawing/2014/main" id="{8E3DC11D-A8E9-4B61-ABB9-53AE2A986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6525" y="3628222"/>
            <a:ext cx="423405" cy="113940"/>
          </a:xfrm>
          <a:custGeom xmlns:a="http://schemas.openxmlformats.org/drawingml/2006/main">
            <a:pathLst>
              <a:path w="387729" h="104339">
                <a:moveTo>
                  <a:pt x="0" y="104339"/>
                </a:moveTo>
                <a:lnTo>
                  <a:pt x="38772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CB5919"/>
            </a:solidFill>
            <a:prstDash val="solid"/>
          </a:ln>
        </p:spPr>
      </p:sp>
      <p:pic>
        <p:nvPicPr>
          <p:cNvPr id="917" name="">
            <a:extLst xmlns:a="http://schemas.openxmlformats.org/drawingml/2006/main">
              <a:ext uri="{FF2B5EF4-FFF2-40B4-BE49-F238E27FC236}">
                <a16:creationId xmlns:a16="http://schemas.microsoft.com/office/drawing/2014/main" id="{AF4F8EAF-9288-4D5C-BD82-F1A85C7B754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03121c5b63049ee"/>
          <a:stretch xmlns:a="http://schemas.openxmlformats.org/drawingml/2006/main"/>
        </p:blipFill>
        <p:spPr>
          <a:xfrm xmlns:a="http://schemas.openxmlformats.org/drawingml/2006/main">
            <a:off x="4153871" y="3347713"/>
            <a:ext cx="1539410" cy="873719"/>
          </a:xfrm>
          <a:prstGeom xmlns:a="http://schemas.openxmlformats.org/drawingml/2006/main" prst="rect">
            <a:avLst/>
          </a:prstGeom>
        </p:spPr>
      </p:pic>
      <p:sp>
        <p:nvSpPr>
          <p:cNvPr id="918" name="path-879">
            <a:extLst xmlns:a="http://schemas.openxmlformats.org/drawingml/2006/main">
              <a:ext uri="{FF2B5EF4-FFF2-40B4-BE49-F238E27FC236}">
                <a16:creationId xmlns:a16="http://schemas.microsoft.com/office/drawing/2014/main" id="{18F735CC-B6C5-4644-8536-4481D9078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57141" y="3356036"/>
            <a:ext cx="1533438" cy="862645"/>
          </a:xfrm>
          <a:custGeom xmlns:a="http://schemas.openxmlformats.org/drawingml/2006/main">
            <a:pathLst>
              <a:path w="1404232" h="789959">
                <a:moveTo>
                  <a:pt x="0" y="0"/>
                </a:moveTo>
                <a:lnTo>
                  <a:pt x="0" y="789959"/>
                </a:lnTo>
                <a:lnTo>
                  <a:pt x="1404232" y="789959"/>
                </a:lnTo>
                <a:lnTo>
                  <a:pt x="140423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CB5919"/>
            </a:solidFill>
            <a:prstDash val="solid"/>
          </a:ln>
        </p:spPr>
      </p:sp>
      <p:pic>
        <p:nvPicPr>
          <p:cNvPr id="919" name="">
            <a:extLst xmlns:a="http://schemas.openxmlformats.org/drawingml/2006/main">
              <a:ext uri="{FF2B5EF4-FFF2-40B4-BE49-F238E27FC236}">
                <a16:creationId xmlns:a16="http://schemas.microsoft.com/office/drawing/2014/main" id="{88A85059-D247-4043-AEE8-CFCBC5EADF5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e88903cb4ff4372"/>
          <a:stretch xmlns:a="http://schemas.openxmlformats.org/drawingml/2006/main"/>
        </p:blipFill>
        <p:spPr>
          <a:xfrm xmlns:a="http://schemas.openxmlformats.org/drawingml/2006/main">
            <a:off x="4216279" y="3389319"/>
            <a:ext cx="1539410" cy="873719"/>
          </a:xfrm>
          <a:prstGeom xmlns:a="http://schemas.openxmlformats.org/drawingml/2006/main" prst="rect">
            <a:avLst/>
          </a:prstGeom>
        </p:spPr>
      </p:pic>
      <p:sp>
        <p:nvSpPr>
          <p:cNvPr id="920" name="path-881">
            <a:extLst xmlns:a="http://schemas.openxmlformats.org/drawingml/2006/main">
              <a:ext uri="{FF2B5EF4-FFF2-40B4-BE49-F238E27FC236}">
                <a16:creationId xmlns:a16="http://schemas.microsoft.com/office/drawing/2014/main" id="{E9E8B05E-50B0-4F51-8BD8-75117FAC3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8333" y="3397657"/>
            <a:ext cx="1533438" cy="862545"/>
          </a:xfrm>
          <a:custGeom xmlns:a="http://schemas.openxmlformats.org/drawingml/2006/main">
            <a:pathLst>
              <a:path w="1404232" h="789868">
                <a:moveTo>
                  <a:pt x="0" y="0"/>
                </a:moveTo>
                <a:lnTo>
                  <a:pt x="0" y="789868"/>
                </a:lnTo>
                <a:lnTo>
                  <a:pt x="1404232" y="789868"/>
                </a:lnTo>
                <a:lnTo>
                  <a:pt x="140423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CB5919"/>
            </a:solidFill>
            <a:prstDash val="solid"/>
          </a:ln>
        </p:spPr>
      </p:sp>
      <p:pic>
        <p:nvPicPr>
          <p:cNvPr id="921" name="">
            <a:extLst xmlns:a="http://schemas.openxmlformats.org/drawingml/2006/main">
              <a:ext uri="{FF2B5EF4-FFF2-40B4-BE49-F238E27FC236}">
                <a16:creationId xmlns:a16="http://schemas.microsoft.com/office/drawing/2014/main" id="{D544D736-E881-4933-A394-3EC879DAE9E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99b1953260b4d3d"/>
          <a:stretch xmlns:a="http://schemas.openxmlformats.org/drawingml/2006/main"/>
        </p:blipFill>
        <p:spPr>
          <a:xfrm xmlns:a="http://schemas.openxmlformats.org/drawingml/2006/main">
            <a:off x="4278687" y="3430925"/>
            <a:ext cx="1539410" cy="873719"/>
          </a:xfrm>
          <a:prstGeom xmlns:a="http://schemas.openxmlformats.org/drawingml/2006/main" prst="rect">
            <a:avLst/>
          </a:prstGeom>
        </p:spPr>
      </p:pic>
      <p:sp>
        <p:nvSpPr>
          <p:cNvPr id="922" name="path-883">
            <a:extLst xmlns:a="http://schemas.openxmlformats.org/drawingml/2006/main">
              <a:ext uri="{FF2B5EF4-FFF2-40B4-BE49-F238E27FC236}">
                <a16:creationId xmlns:a16="http://schemas.microsoft.com/office/drawing/2014/main" id="{E3A05419-E9CF-4CE4-903E-7A97DC82B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9525" y="3439181"/>
            <a:ext cx="1533438" cy="862545"/>
          </a:xfrm>
          <a:custGeom xmlns:a="http://schemas.openxmlformats.org/drawingml/2006/main">
            <a:pathLst>
              <a:path w="1404232" h="789868">
                <a:moveTo>
                  <a:pt x="0" y="0"/>
                </a:moveTo>
                <a:lnTo>
                  <a:pt x="0" y="789868"/>
                </a:lnTo>
                <a:lnTo>
                  <a:pt x="1404232" y="789868"/>
                </a:lnTo>
                <a:lnTo>
                  <a:pt x="140423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CB5919"/>
            </a:solidFill>
            <a:prstDash val="solid"/>
          </a:ln>
        </p:spPr>
      </p:sp>
      <p:sp>
        <p:nvSpPr>
          <p:cNvPr id="923" name="path-884">
            <a:extLst xmlns:a="http://schemas.openxmlformats.org/drawingml/2006/main">
              <a:ext uri="{FF2B5EF4-FFF2-40B4-BE49-F238E27FC236}">
                <a16:creationId xmlns:a16="http://schemas.microsoft.com/office/drawing/2014/main" id="{D2ED72EE-7C99-4C17-B5DE-8614EE5FD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6790" y="5484933"/>
            <a:ext cx="1773864" cy="191"/>
          </a:xfrm>
          <a:custGeom xmlns:a="http://schemas.openxmlformats.org/drawingml/2006/main">
            <a:pathLst>
              <a:path w="1624400" h="191">
                <a:moveTo>
                  <a:pt x="1624400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924" name="path-885">
            <a:extLst xmlns:a="http://schemas.openxmlformats.org/drawingml/2006/main">
              <a:ext uri="{FF2B5EF4-FFF2-40B4-BE49-F238E27FC236}">
                <a16:creationId xmlns:a16="http://schemas.microsoft.com/office/drawing/2014/main" id="{6A456C28-F549-49F0-B395-6BA45D86A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7496" y="3672327"/>
            <a:ext cx="191" cy="1745752"/>
          </a:xfrm>
          <a:custGeom xmlns:a="http://schemas.openxmlformats.org/drawingml/2006/main">
            <a:pathLst>
              <a:path w="191" h="1598656">
                <a:moveTo>
                  <a:pt x="0" y="0"/>
                </a:moveTo>
                <a:lnTo>
                  <a:pt x="0" y="1598656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925" name="path-886">
            <a:extLst xmlns:a="http://schemas.openxmlformats.org/drawingml/2006/main">
              <a:ext uri="{FF2B5EF4-FFF2-40B4-BE49-F238E27FC236}">
                <a16:creationId xmlns:a16="http://schemas.microsoft.com/office/drawing/2014/main" id="{AD9797AC-21BD-44C1-8744-BC78A322F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7694" y="5388285"/>
            <a:ext cx="59603" cy="79469"/>
          </a:xfrm>
          <a:custGeom xmlns:a="http://schemas.openxmlformats.org/drawingml/2006/main">
            <a:pathLst>
              <a:path w="54580" h="72773">
                <a:moveTo>
                  <a:pt x="27290" y="72773"/>
                </a:moveTo>
                <a:lnTo>
                  <a:pt x="54580" y="0"/>
                </a:lnTo>
                <a:lnTo>
                  <a:pt x="27290" y="27290"/>
                </a:lnTo>
                <a:lnTo>
                  <a:pt x="0" y="0"/>
                </a:lnTo>
                <a:lnTo>
                  <a:pt x="27290" y="7277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6" name="path-887">
            <a:extLst xmlns:a="http://schemas.openxmlformats.org/drawingml/2006/main">
              <a:ext uri="{FF2B5EF4-FFF2-40B4-BE49-F238E27FC236}">
                <a16:creationId xmlns:a16="http://schemas.microsoft.com/office/drawing/2014/main" id="{3B4318A9-B9E7-4DB7-B847-97CE79846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7694" y="5388277"/>
            <a:ext cx="59603" cy="79469"/>
          </a:xfrm>
          <a:custGeom xmlns:a="http://schemas.openxmlformats.org/drawingml/2006/main">
            <a:pathLst>
              <a:path w="54580" h="72773">
                <a:moveTo>
                  <a:pt x="27290" y="72773"/>
                </a:moveTo>
                <a:lnTo>
                  <a:pt x="54580" y="0"/>
                </a:lnTo>
                <a:lnTo>
                  <a:pt x="27290" y="27291"/>
                </a:lnTo>
                <a:lnTo>
                  <a:pt x="0" y="0"/>
                </a:lnTo>
                <a:lnTo>
                  <a:pt x="27290" y="72773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27" name="path-888">
            <a:extLst xmlns:a="http://schemas.openxmlformats.org/drawingml/2006/main">
              <a:ext uri="{FF2B5EF4-FFF2-40B4-BE49-F238E27FC236}">
                <a16:creationId xmlns:a16="http://schemas.microsoft.com/office/drawing/2014/main" id="{5C611462-5574-4124-837E-DD3BBC18D2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9211" y="5221389"/>
            <a:ext cx="116016" cy="191"/>
          </a:xfrm>
          <a:custGeom xmlns:a="http://schemas.openxmlformats.org/drawingml/2006/main">
            <a:pathLst>
              <a:path w="106240" h="191">
                <a:moveTo>
                  <a:pt x="0" y="0"/>
                </a:moveTo>
                <a:lnTo>
                  <a:pt x="10624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928" name="text-889 &gt;">
            <a:extLst xmlns:a="http://schemas.openxmlformats.org/drawingml/2006/main">
              <a:ext uri="{FF2B5EF4-FFF2-40B4-BE49-F238E27FC236}">
                <a16:creationId xmlns:a16="http://schemas.microsoft.com/office/drawing/2014/main" id="{1ACD73A6-D0BB-4048-AEF7-B30F37FA7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59211" y="4996116"/>
            <a:ext cx="151816" cy="2783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&gt;</a:t>
            </a:r>
          </a:p>
        </p:txBody>
      </p:sp>
      <p:sp>
        <p:nvSpPr>
          <p:cNvPr id="929" name="path-890">
            <a:extLst xmlns:a="http://schemas.openxmlformats.org/drawingml/2006/main">
              <a:ext uri="{FF2B5EF4-FFF2-40B4-BE49-F238E27FC236}">
                <a16:creationId xmlns:a16="http://schemas.microsoft.com/office/drawing/2014/main" id="{2D6B0462-5CFC-4211-9662-005CAD685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5227" y="5221389"/>
            <a:ext cx="441981" cy="191"/>
          </a:xfrm>
          <a:custGeom xmlns:a="http://schemas.openxmlformats.org/drawingml/2006/main">
            <a:pathLst>
              <a:path w="404740" h="191">
                <a:moveTo>
                  <a:pt x="0" y="0"/>
                </a:moveTo>
                <a:lnTo>
                  <a:pt x="40474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930" name="text-891 1800">
            <a:extLst xmlns:a="http://schemas.openxmlformats.org/drawingml/2006/main">
              <a:ext uri="{FF2B5EF4-FFF2-40B4-BE49-F238E27FC236}">
                <a16:creationId xmlns:a16="http://schemas.microsoft.com/office/drawing/2014/main" id="{1BADF27A-941C-4DFB-9D17-8E217AC7A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75227" y="4996146"/>
            <a:ext cx="477789" cy="2783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1800</a:t>
            </a:r>
          </a:p>
        </p:txBody>
      </p:sp>
      <p:sp>
        <p:nvSpPr>
          <p:cNvPr id="931" name="text-892 times">
            <a:extLst xmlns:a="http://schemas.openxmlformats.org/drawingml/2006/main">
              <a:ext uri="{FF2B5EF4-FFF2-40B4-BE49-F238E27FC236}">
                <a16:creationId xmlns:a16="http://schemas.microsoft.com/office/drawing/2014/main" id="{31F72AE6-D211-4834-99E9-F4BBA2B57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48336" y="5244486"/>
            <a:ext cx="408374" cy="222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times</a:t>
            </a:r>
          </a:p>
        </p:txBody>
      </p:sp>
      <p:sp>
        <p:nvSpPr>
          <p:cNvPr id="932" name="path-893">
            <a:extLst xmlns:a="http://schemas.openxmlformats.org/drawingml/2006/main">
              <a:ext uri="{FF2B5EF4-FFF2-40B4-BE49-F238E27FC236}">
                <a16:creationId xmlns:a16="http://schemas.microsoft.com/office/drawing/2014/main" id="{267A429D-65E6-4755-B025-414FB4431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5701" y="2471933"/>
            <a:ext cx="4501544" cy="1762244"/>
          </a:xfrm>
          <a:custGeom xmlns:a="http://schemas.openxmlformats.org/drawingml/2006/main">
            <a:pathLst>
              <a:path w="4122247" h="1613759">
                <a:moveTo>
                  <a:pt x="0" y="0"/>
                </a:moveTo>
                <a:lnTo>
                  <a:pt x="0" y="1613759"/>
                </a:lnTo>
                <a:lnTo>
                  <a:pt x="4122247" y="1613759"/>
                </a:lnTo>
                <a:lnTo>
                  <a:pt x="412224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sp>
        <p:nvSpPr>
          <p:cNvPr id="933" name="text-894 Continuously">
            <a:extLst xmlns:a="http://schemas.openxmlformats.org/drawingml/2006/main">
              <a:ext uri="{FF2B5EF4-FFF2-40B4-BE49-F238E27FC236}">
                <a16:creationId xmlns:a16="http://schemas.microsoft.com/office/drawing/2014/main" id="{D44797F3-39E6-4EBC-8E88-3EA95097A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85753" y="2821826"/>
            <a:ext cx="1065989" cy="2504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Continuously</a:t>
            </a:r>
          </a:p>
        </p:txBody>
      </p:sp>
      <p:sp>
        <p:nvSpPr>
          <p:cNvPr id="934" name="text-895 Scaling">
            <a:extLst xmlns:a="http://schemas.openxmlformats.org/drawingml/2006/main">
              <a:ext uri="{FF2B5EF4-FFF2-40B4-BE49-F238E27FC236}">
                <a16:creationId xmlns:a16="http://schemas.microsoft.com/office/drawing/2014/main" id="{E5FC71E0-3E05-4EED-96CA-AB8EEE0818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85110" y="3026372"/>
            <a:ext cx="618675" cy="2504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Scaling</a:t>
            </a:r>
          </a:p>
        </p:txBody>
      </p:sp>
      <p:sp>
        <p:nvSpPr>
          <p:cNvPr id="935" name="text-895 up">
            <a:extLst xmlns:a="http://schemas.openxmlformats.org/drawingml/2006/main">
              <a:ext uri="{FF2B5EF4-FFF2-40B4-BE49-F238E27FC236}">
                <a16:creationId xmlns:a16="http://schemas.microsoft.com/office/drawing/2014/main" id="{389B18FB-C553-43FF-ABA9-6D535A8B3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21269" y="3026339"/>
            <a:ext cx="231099" cy="2504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up</a:t>
            </a:r>
          </a:p>
        </p:txBody>
      </p:sp>
      <p:sp>
        <p:nvSpPr>
          <p:cNvPr id="936" name="text-896 Model">
            <a:extLst xmlns:a="http://schemas.openxmlformats.org/drawingml/2006/main">
              <a:ext uri="{FF2B5EF4-FFF2-40B4-BE49-F238E27FC236}">
                <a16:creationId xmlns:a16="http://schemas.microsoft.com/office/drawing/2014/main" id="{AC1FCBD3-AAC6-4D05-B0E5-8A4BD7B94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60365" y="3230893"/>
            <a:ext cx="519228" cy="2504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Model</a:t>
            </a:r>
          </a:p>
        </p:txBody>
      </p:sp>
      <p:sp>
        <p:nvSpPr>
          <p:cNvPr id="937" name="text-896 Size">
            <a:extLst xmlns:a="http://schemas.openxmlformats.org/drawingml/2006/main">
              <a:ext uri="{FF2B5EF4-FFF2-40B4-BE49-F238E27FC236}">
                <a16:creationId xmlns:a16="http://schemas.microsoft.com/office/drawing/2014/main" id="{6C006907-AA99-4AB6-991E-161F6D7104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97071" y="3230925"/>
            <a:ext cx="380036" cy="2503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Size</a:t>
            </a:r>
          </a:p>
        </p:txBody>
      </p:sp>
      <p:sp>
        <p:nvSpPr>
          <p:cNvPr id="938" name="text-897 Under">
            <a:extLst xmlns:a="http://schemas.openxmlformats.org/drawingml/2006/main">
              <a:ext uri="{FF2B5EF4-FFF2-40B4-BE49-F238E27FC236}">
                <a16:creationId xmlns:a16="http://schemas.microsoft.com/office/drawing/2014/main" id="{A2142356-4E1D-48E2-8A3F-2C014E6B4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09994" y="3435429"/>
            <a:ext cx="519235" cy="2504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Under</a:t>
            </a:r>
          </a:p>
        </p:txBody>
      </p:sp>
      <p:sp>
        <p:nvSpPr>
          <p:cNvPr id="939" name="text-897 the">
            <a:extLst xmlns:a="http://schemas.openxmlformats.org/drawingml/2006/main">
              <a:ext uri="{FF2B5EF4-FFF2-40B4-BE49-F238E27FC236}">
                <a16:creationId xmlns:a16="http://schemas.microsoft.com/office/drawing/2014/main" id="{E897DAE4-19FD-41B8-918C-2EB994900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46700" y="3435462"/>
            <a:ext cx="280762" cy="2503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940" name="text-898 Scaling">
            <a:extLst xmlns:a="http://schemas.openxmlformats.org/drawingml/2006/main">
              <a:ext uri="{FF2B5EF4-FFF2-40B4-BE49-F238E27FC236}">
                <a16:creationId xmlns:a16="http://schemas.microsoft.com/office/drawing/2014/main" id="{7B8729E9-8CFB-4B1D-9AE1-1A4634F33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36203" y="3639970"/>
            <a:ext cx="668150" cy="2504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Scaling</a:t>
            </a:r>
          </a:p>
        </p:txBody>
      </p:sp>
      <p:sp>
        <p:nvSpPr>
          <p:cNvPr id="941" name="text-898 Laws">
            <a:extLst xmlns:a="http://schemas.openxmlformats.org/drawingml/2006/main">
              <a:ext uri="{FF2B5EF4-FFF2-40B4-BE49-F238E27FC236}">
                <a16:creationId xmlns:a16="http://schemas.microsoft.com/office/drawing/2014/main" id="{59FE5570-66BA-4594-881A-7932349FB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21820" y="3639970"/>
            <a:ext cx="479385" cy="2504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Laws</a:t>
            </a:r>
          </a:p>
        </p:txBody>
      </p:sp>
      <p:sp>
        <p:nvSpPr>
          <p:cNvPr id="942" name="path-899">
            <a:extLst xmlns:a="http://schemas.openxmlformats.org/drawingml/2006/main">
              <a:ext uri="{FF2B5EF4-FFF2-40B4-BE49-F238E27FC236}">
                <a16:creationId xmlns:a16="http://schemas.microsoft.com/office/drawing/2014/main" id="{2855761D-8332-4B6E-98A7-52BC93B05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431" y="3484279"/>
            <a:ext cx="191" cy="693374"/>
          </a:xfrm>
          <a:custGeom xmlns:a="http://schemas.openxmlformats.org/drawingml/2006/main">
            <a:pathLst>
              <a:path w="191" h="634951">
                <a:moveTo>
                  <a:pt x="0" y="0"/>
                </a:moveTo>
                <a:lnTo>
                  <a:pt x="0" y="634951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000000"/>
            </a:solidFill>
            <a:prstDash val="solid"/>
          </a:ln>
        </p:spPr>
      </p:sp>
      <p:sp>
        <p:nvSpPr>
          <p:cNvPr id="943" name="path-900">
            <a:extLst xmlns:a="http://schemas.openxmlformats.org/drawingml/2006/main">
              <a:ext uri="{FF2B5EF4-FFF2-40B4-BE49-F238E27FC236}">
                <a16:creationId xmlns:a16="http://schemas.microsoft.com/office/drawing/2014/main" id="{DC404D0B-7F32-457C-B88A-B567A83A2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435" y="3540366"/>
            <a:ext cx="95363" cy="253338"/>
          </a:xfrm>
          <a:custGeom xmlns:a="http://schemas.openxmlformats.org/drawingml/2006/main">
            <a:pathLst>
              <a:path w="87327" h="231992">
                <a:moveTo>
                  <a:pt x="0" y="0"/>
                </a:moveTo>
                <a:lnTo>
                  <a:pt x="87327" y="0"/>
                </a:lnTo>
                <a:lnTo>
                  <a:pt x="87327" y="231992"/>
                </a:lnTo>
                <a:lnTo>
                  <a:pt x="0" y="231992"/>
                </a:lnTo>
                <a:close/>
              </a:path>
            </a:pathLst>
          </a:custGeom>
          <a:solidFill xmlns:a="http://schemas.openxmlformats.org/drawingml/2006/main">
            <a:srgbClr val="5170C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4" name="path-901">
            <a:extLst xmlns:a="http://schemas.openxmlformats.org/drawingml/2006/main">
              <a:ext uri="{FF2B5EF4-FFF2-40B4-BE49-F238E27FC236}">
                <a16:creationId xmlns:a16="http://schemas.microsoft.com/office/drawing/2014/main" id="{7BB07806-1AC5-443D-B8A6-09227834C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431" y="3540406"/>
            <a:ext cx="95363" cy="253308"/>
          </a:xfrm>
          <a:custGeom xmlns:a="http://schemas.openxmlformats.org/drawingml/2006/main">
            <a:pathLst>
              <a:path w="87327" h="231964">
                <a:moveTo>
                  <a:pt x="0" y="0"/>
                </a:moveTo>
                <a:lnTo>
                  <a:pt x="0" y="231964"/>
                </a:lnTo>
                <a:lnTo>
                  <a:pt x="87327" y="231964"/>
                </a:lnTo>
                <a:lnTo>
                  <a:pt x="8732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945" name="text-902 ViT-22B">
            <a:extLst xmlns:a="http://schemas.openxmlformats.org/drawingml/2006/main">
              <a:ext uri="{FF2B5EF4-FFF2-40B4-BE49-F238E27FC236}">
                <a16:creationId xmlns:a16="http://schemas.microsoft.com/office/drawing/2014/main" id="{35E88DF9-91BB-428E-BA6F-9AF5A4CDD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95478" y="3853855"/>
            <a:ext cx="532653" cy="194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CB5919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CB5919"/>
                </a:solidFill>
                <a:latin typeface="Arial"/>
                <a:ea typeface="Arial"/>
                <a:cs typeface="Arial"/>
              </a:rPr>
              <a:t>ViT-22B</a:t>
            </a:r>
          </a:p>
        </p:txBody>
      </p:sp>
      <p:sp>
        <p:nvSpPr>
          <p:cNvPr id="946" name="text-903 (2023)">
            <a:extLst xmlns:a="http://schemas.openxmlformats.org/drawingml/2006/main">
              <a:ext uri="{FF2B5EF4-FFF2-40B4-BE49-F238E27FC236}">
                <a16:creationId xmlns:a16="http://schemas.microsoft.com/office/drawing/2014/main" id="{A853C4C2-619B-4EFE-85E1-DD5DC79B6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05704" y="4017263"/>
            <a:ext cx="305057" cy="1391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83" b="0" i="1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83" b="0" i="1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783" b="0" i="1">
                <a:solidFill>
                  <a:srgbClr val="666666"/>
                </a:solidFill>
                <a:latin typeface="Arial"/>
                <a:ea typeface="Arial"/>
                <a:cs typeface="Arial"/>
              </a:rPr>
              <a:t>(2023)</a:t>
            </a:r>
          </a:p>
        </p:txBody>
      </p:sp>
      <p:sp>
        <p:nvSpPr>
          <p:cNvPr id="947" name="text-904 LeNet-5">
            <a:extLst xmlns:a="http://schemas.openxmlformats.org/drawingml/2006/main">
              <a:ext uri="{FF2B5EF4-FFF2-40B4-BE49-F238E27FC236}">
                <a16:creationId xmlns:a16="http://schemas.microsoft.com/office/drawing/2014/main" id="{D9EA802C-0114-4A22-A33D-D630925944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94255" y="3519073"/>
            <a:ext cx="535100" cy="1948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LeNet-5</a:t>
            </a:r>
          </a:p>
        </p:txBody>
      </p:sp>
      <p:sp>
        <p:nvSpPr>
          <p:cNvPr id="948" name="text-905 (1998)">
            <a:extLst xmlns:a="http://schemas.openxmlformats.org/drawingml/2006/main">
              <a:ext uri="{FF2B5EF4-FFF2-40B4-BE49-F238E27FC236}">
                <a16:creationId xmlns:a16="http://schemas.microsoft.com/office/drawing/2014/main" id="{85BF7B29-FDFD-4670-AD4C-2F8D6545F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05704" y="3682498"/>
            <a:ext cx="305057" cy="1391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83" b="0" i="1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83" b="0" i="1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783" b="0" i="1">
                <a:solidFill>
                  <a:srgbClr val="666666"/>
                </a:solidFill>
                <a:latin typeface="Arial"/>
                <a:ea typeface="Arial"/>
                <a:cs typeface="Arial"/>
              </a:rPr>
              <a:t>(1998)</a:t>
            </a:r>
          </a:p>
        </p:txBody>
      </p:sp>
      <p:sp>
        <p:nvSpPr>
          <p:cNvPr id="949" name="text-906 ~60K">
            <a:extLst xmlns:a="http://schemas.openxmlformats.org/drawingml/2006/main">
              <a:ext uri="{FF2B5EF4-FFF2-40B4-BE49-F238E27FC236}">
                <a16:creationId xmlns:a16="http://schemas.microsoft.com/office/drawing/2014/main" id="{9AFA8857-8035-44F8-A8FA-BB092C194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25061" y="3552755"/>
            <a:ext cx="353727" cy="1947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~60K</a:t>
            </a:r>
          </a:p>
        </p:txBody>
      </p:sp>
      <p:sp>
        <p:nvSpPr>
          <p:cNvPr id="950" name="text-906 parameters">
            <a:extLst xmlns:a="http://schemas.openxmlformats.org/drawingml/2006/main">
              <a:ext uri="{FF2B5EF4-FFF2-40B4-BE49-F238E27FC236}">
                <a16:creationId xmlns:a16="http://schemas.microsoft.com/office/drawing/2014/main" id="{945AC8DF-0D40-4F9A-9694-31E1D345C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92378" y="3552754"/>
            <a:ext cx="728445" cy="19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4F6DBD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4F6DBD"/>
                </a:solidFill>
                <a:latin typeface="Arial"/>
                <a:ea typeface="Arial"/>
                <a:cs typeface="Arial"/>
              </a:rPr>
              <a:t>parameters</a:t>
            </a:r>
          </a:p>
        </p:txBody>
      </p:sp>
      <p:sp>
        <p:nvSpPr>
          <p:cNvPr id="951" name="path-907">
            <a:extLst xmlns:a="http://schemas.openxmlformats.org/drawingml/2006/main">
              <a:ext uri="{FF2B5EF4-FFF2-40B4-BE49-F238E27FC236}">
                <a16:creationId xmlns:a16="http://schemas.microsoft.com/office/drawing/2014/main" id="{882CE652-C472-4CAF-9008-3D8569CF2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6172" y="3542788"/>
            <a:ext cx="191" cy="405397"/>
          </a:xfrm>
          <a:custGeom xmlns:a="http://schemas.openxmlformats.org/drawingml/2006/main">
            <a:pathLst>
              <a:path w="191" h="371239">
                <a:moveTo>
                  <a:pt x="0" y="371239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952" name="path-908">
            <a:extLst xmlns:a="http://schemas.openxmlformats.org/drawingml/2006/main">
              <a:ext uri="{FF2B5EF4-FFF2-40B4-BE49-F238E27FC236}">
                <a16:creationId xmlns:a16="http://schemas.microsoft.com/office/drawing/2014/main" id="{1B422FB5-0F2A-476B-9EA0-B0A3C6992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4338" y="3767988"/>
            <a:ext cx="2331904" cy="191"/>
          </a:xfrm>
          <a:custGeom xmlns:a="http://schemas.openxmlformats.org/drawingml/2006/main">
            <a:pathLst>
              <a:path w="2135419" h="191">
                <a:moveTo>
                  <a:pt x="2135419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953" name="path-909">
            <a:extLst xmlns:a="http://schemas.openxmlformats.org/drawingml/2006/main">
              <a:ext uri="{FF2B5EF4-FFF2-40B4-BE49-F238E27FC236}">
                <a16:creationId xmlns:a16="http://schemas.microsoft.com/office/drawing/2014/main" id="{F677F65F-3B00-4502-B49D-62E3738C2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4672" y="3738165"/>
            <a:ext cx="79470" cy="59603"/>
          </a:xfrm>
          <a:custGeom xmlns:a="http://schemas.openxmlformats.org/drawingml/2006/main">
            <a:pathLst>
              <a:path w="72774" h="54580">
                <a:moveTo>
                  <a:pt x="0" y="27290"/>
                </a:moveTo>
                <a:lnTo>
                  <a:pt x="72774" y="54580"/>
                </a:lnTo>
                <a:lnTo>
                  <a:pt x="45484" y="27290"/>
                </a:lnTo>
                <a:lnTo>
                  <a:pt x="72774" y="0"/>
                </a:lnTo>
                <a:lnTo>
                  <a:pt x="0" y="2729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4" name="path-910">
            <a:extLst xmlns:a="http://schemas.openxmlformats.org/drawingml/2006/main">
              <a:ext uri="{FF2B5EF4-FFF2-40B4-BE49-F238E27FC236}">
                <a16:creationId xmlns:a16="http://schemas.microsoft.com/office/drawing/2014/main" id="{E95B1BE2-F0CB-4114-9750-A6479935D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4670" y="3738185"/>
            <a:ext cx="79470" cy="59602"/>
          </a:xfrm>
          <a:custGeom xmlns:a="http://schemas.openxmlformats.org/drawingml/2006/main">
            <a:pathLst>
              <a:path w="72774" h="54580">
                <a:moveTo>
                  <a:pt x="0" y="27291"/>
                </a:moveTo>
                <a:lnTo>
                  <a:pt x="72774" y="54580"/>
                </a:lnTo>
                <a:lnTo>
                  <a:pt x="45483" y="27291"/>
                </a:lnTo>
                <a:lnTo>
                  <a:pt x="72774" y="0"/>
                </a:lnTo>
                <a:lnTo>
                  <a:pt x="0" y="27291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55" name="path-911">
            <a:extLst xmlns:a="http://schemas.openxmlformats.org/drawingml/2006/main">
              <a:ext uri="{FF2B5EF4-FFF2-40B4-BE49-F238E27FC236}">
                <a16:creationId xmlns:a16="http://schemas.microsoft.com/office/drawing/2014/main" id="{5E518A13-D6BD-4090-A4DE-010A17458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7403" y="3721398"/>
            <a:ext cx="116026" cy="191"/>
          </a:xfrm>
          <a:custGeom xmlns:a="http://schemas.openxmlformats.org/drawingml/2006/main">
            <a:pathLst>
              <a:path w="106249" h="191">
                <a:moveTo>
                  <a:pt x="0" y="0"/>
                </a:moveTo>
                <a:lnTo>
                  <a:pt x="106249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956" name="text-912 &gt;">
            <a:extLst xmlns:a="http://schemas.openxmlformats.org/drawingml/2006/main">
              <a:ext uri="{FF2B5EF4-FFF2-40B4-BE49-F238E27FC236}">
                <a16:creationId xmlns:a16="http://schemas.microsoft.com/office/drawing/2014/main" id="{C80F782C-1535-4622-AD7F-33D02661C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27403" y="3494335"/>
            <a:ext cx="151817" cy="278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&gt;</a:t>
            </a:r>
          </a:p>
        </p:txBody>
      </p:sp>
      <p:sp>
        <p:nvSpPr>
          <p:cNvPr id="957" name="path-913">
            <a:extLst xmlns:a="http://schemas.openxmlformats.org/drawingml/2006/main">
              <a:ext uri="{FF2B5EF4-FFF2-40B4-BE49-F238E27FC236}">
                <a16:creationId xmlns:a16="http://schemas.microsoft.com/office/drawing/2014/main" id="{E6EFE8E2-C102-41D6-B939-5209A2D2B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428" y="3721398"/>
            <a:ext cx="220986" cy="191"/>
          </a:xfrm>
          <a:custGeom xmlns:a="http://schemas.openxmlformats.org/drawingml/2006/main">
            <a:pathLst>
              <a:path w="202366" h="191">
                <a:moveTo>
                  <a:pt x="0" y="0"/>
                </a:moveTo>
                <a:lnTo>
                  <a:pt x="202366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958" name="text-914 10">
            <a:extLst xmlns:a="http://schemas.openxmlformats.org/drawingml/2006/main">
              <a:ext uri="{FF2B5EF4-FFF2-40B4-BE49-F238E27FC236}">
                <a16:creationId xmlns:a16="http://schemas.microsoft.com/office/drawing/2014/main" id="{0038530C-8D0E-4AB6-A857-635622C5F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43428" y="3494327"/>
            <a:ext cx="256791" cy="2784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10</a:t>
            </a:r>
          </a:p>
        </p:txBody>
      </p:sp>
      <p:sp>
        <p:nvSpPr>
          <p:cNvPr id="959" name="path-915">
            <a:extLst xmlns:a="http://schemas.openxmlformats.org/drawingml/2006/main">
              <a:ext uri="{FF2B5EF4-FFF2-40B4-BE49-F238E27FC236}">
                <a16:creationId xmlns:a16="http://schemas.microsoft.com/office/drawing/2014/main" id="{43A7623F-4505-4FC6-9AFE-D733D74516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415" y="3721398"/>
            <a:ext cx="74582" cy="191"/>
          </a:xfrm>
          <a:custGeom xmlns:a="http://schemas.openxmlformats.org/drawingml/2006/main">
            <a:pathLst>
              <a:path w="68298" h="191">
                <a:moveTo>
                  <a:pt x="0" y="0"/>
                </a:moveTo>
                <a:lnTo>
                  <a:pt x="682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960" name="text-916 ^">
            <a:extLst xmlns:a="http://schemas.openxmlformats.org/drawingml/2006/main">
              <a:ext uri="{FF2B5EF4-FFF2-40B4-BE49-F238E27FC236}">
                <a16:creationId xmlns:a16="http://schemas.microsoft.com/office/drawing/2014/main" id="{14162306-45C6-43B0-A65D-7D862C4FE8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64415" y="3534045"/>
            <a:ext cx="103226" cy="222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^</a:t>
            </a:r>
          </a:p>
        </p:txBody>
      </p:sp>
      <p:sp>
        <p:nvSpPr>
          <p:cNvPr id="961" name="path-917">
            <a:extLst xmlns:a="http://schemas.openxmlformats.org/drawingml/2006/main">
              <a:ext uri="{FF2B5EF4-FFF2-40B4-BE49-F238E27FC236}">
                <a16:creationId xmlns:a16="http://schemas.microsoft.com/office/drawing/2014/main" id="{A673D560-D9CF-4AC8-9CB3-9F3C5FC1C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8997" y="3721398"/>
            <a:ext cx="78457" cy="191"/>
          </a:xfrm>
          <a:custGeom xmlns:a="http://schemas.openxmlformats.org/drawingml/2006/main">
            <a:pathLst>
              <a:path w="71846" h="191">
                <a:moveTo>
                  <a:pt x="0" y="0"/>
                </a:moveTo>
                <a:lnTo>
                  <a:pt x="71846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962" name="text-918 5">
            <a:extLst xmlns:a="http://schemas.openxmlformats.org/drawingml/2006/main">
              <a:ext uri="{FF2B5EF4-FFF2-40B4-BE49-F238E27FC236}">
                <a16:creationId xmlns:a16="http://schemas.microsoft.com/office/drawing/2014/main" id="{FD1843FE-832E-4853-9F0C-F67BE780B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38997" y="3534072"/>
            <a:ext cx="117035" cy="22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  <p:sp>
        <p:nvSpPr>
          <p:cNvPr id="963" name="text-920 times">
            <a:extLst xmlns:a="http://schemas.openxmlformats.org/drawingml/2006/main">
              <a:ext uri="{FF2B5EF4-FFF2-40B4-BE49-F238E27FC236}">
                <a16:creationId xmlns:a16="http://schemas.microsoft.com/office/drawing/2014/main" id="{25BA6292-9A13-4E36-9CEA-1D9509642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82588" y="3534098"/>
            <a:ext cx="408375" cy="222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5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times</a:t>
            </a:r>
          </a:p>
        </p:txBody>
      </p:sp>
      <p:sp>
        <p:nvSpPr>
          <p:cNvPr id="964" name="path-921">
            <a:extLst xmlns:a="http://schemas.openxmlformats.org/drawingml/2006/main">
              <a:ext uri="{FF2B5EF4-FFF2-40B4-BE49-F238E27FC236}">
                <a16:creationId xmlns:a16="http://schemas.microsoft.com/office/drawing/2014/main" id="{6F1E2F86-FFAA-4B81-BF61-1EBAA6408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435" y="3875133"/>
            <a:ext cx="2495737" cy="253338"/>
          </a:xfrm>
          <a:custGeom xmlns:a="http://schemas.openxmlformats.org/drawingml/2006/main">
            <a:pathLst>
              <a:path w="2285448" h="231992">
                <a:moveTo>
                  <a:pt x="0" y="0"/>
                </a:moveTo>
                <a:lnTo>
                  <a:pt x="2285448" y="0"/>
                </a:lnTo>
                <a:lnTo>
                  <a:pt x="2285448" y="231992"/>
                </a:lnTo>
                <a:lnTo>
                  <a:pt x="0" y="231992"/>
                </a:lnTo>
                <a:close/>
              </a:path>
            </a:pathLst>
          </a:custGeom>
          <a:solidFill xmlns:a="http://schemas.openxmlformats.org/drawingml/2006/main">
            <a:srgbClr val="CB591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5" name="path-922">
            <a:extLst xmlns:a="http://schemas.openxmlformats.org/drawingml/2006/main">
              <a:ext uri="{FF2B5EF4-FFF2-40B4-BE49-F238E27FC236}">
                <a16:creationId xmlns:a16="http://schemas.microsoft.com/office/drawing/2014/main" id="{FD987BBF-03BD-4C83-9263-26E968AD64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0431" y="3875172"/>
            <a:ext cx="2495740" cy="253311"/>
          </a:xfrm>
          <a:custGeom xmlns:a="http://schemas.openxmlformats.org/drawingml/2006/main">
            <a:pathLst>
              <a:path w="2285451" h="231967">
                <a:moveTo>
                  <a:pt x="0" y="0"/>
                </a:moveTo>
                <a:lnTo>
                  <a:pt x="0" y="231967"/>
                </a:lnTo>
                <a:lnTo>
                  <a:pt x="2285451" y="231967"/>
                </a:lnTo>
                <a:lnTo>
                  <a:pt x="22854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966" name="text-923 ~22,000,000K">
            <a:extLst xmlns:a="http://schemas.openxmlformats.org/drawingml/2006/main">
              <a:ext uri="{FF2B5EF4-FFF2-40B4-BE49-F238E27FC236}">
                <a16:creationId xmlns:a16="http://schemas.microsoft.com/office/drawing/2014/main" id="{98B106A1-977F-4623-AFF0-1B01E39C00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04476" y="3905301"/>
            <a:ext cx="895107" cy="1947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~22,000,000K</a:t>
            </a:r>
          </a:p>
        </p:txBody>
      </p:sp>
      <p:sp>
        <p:nvSpPr>
          <p:cNvPr id="967" name="text-923 parameters">
            <a:extLst xmlns:a="http://schemas.openxmlformats.org/drawingml/2006/main">
              <a:ext uri="{FF2B5EF4-FFF2-40B4-BE49-F238E27FC236}">
                <a16:creationId xmlns:a16="http://schemas.microsoft.com/office/drawing/2014/main" id="{8C1C57D8-2245-4AE4-9EA1-EF5B51B35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13173" y="3905299"/>
            <a:ext cx="728445" cy="19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parameters</a:t>
            </a:r>
          </a:p>
        </p:txBody>
      </p:sp>
      <p:sp>
        <p:nvSpPr>
          <p:cNvPr id="968" name="path-924">
            <a:extLst xmlns:a="http://schemas.openxmlformats.org/drawingml/2006/main">
              <a:ext uri="{FF2B5EF4-FFF2-40B4-BE49-F238E27FC236}">
                <a16:creationId xmlns:a16="http://schemas.microsoft.com/office/drawing/2014/main" id="{018AB9E8-1DFF-4ECB-B3F7-DFECBC87E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828" y="2715538"/>
            <a:ext cx="130838" cy="130838"/>
          </a:xfrm>
          <a:custGeom xmlns:a="http://schemas.openxmlformats.org/drawingml/2006/main">
            <a:pathLst>
              <a:path w="119813" h="119813">
                <a:moveTo>
                  <a:pt x="98499" y="21314"/>
                </a:moveTo>
                <a:cubicBezTo>
                  <a:pt x="119813" y="42628"/>
                  <a:pt x="119813" y="77186"/>
                  <a:pt x="98499" y="98499"/>
                </a:cubicBezTo>
                <a:cubicBezTo>
                  <a:pt x="77186" y="119813"/>
                  <a:pt x="42628" y="119813"/>
                  <a:pt x="21314" y="98499"/>
                </a:cubicBezTo>
                <a:cubicBezTo>
                  <a:pt x="0" y="77186"/>
                  <a:pt x="0" y="42628"/>
                  <a:pt x="21314" y="21314"/>
                </a:cubicBezTo>
                <a:cubicBezTo>
                  <a:pt x="42628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9" name="path-925">
            <a:extLst xmlns:a="http://schemas.openxmlformats.org/drawingml/2006/main">
              <a:ext uri="{FF2B5EF4-FFF2-40B4-BE49-F238E27FC236}">
                <a16:creationId xmlns:a16="http://schemas.microsoft.com/office/drawing/2014/main" id="{26342918-33E3-4DF2-A34B-24189D8E0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828" y="2933206"/>
            <a:ext cx="130838" cy="130837"/>
          </a:xfrm>
          <a:custGeom xmlns:a="http://schemas.openxmlformats.org/drawingml/2006/main">
            <a:pathLst>
              <a:path w="119813" h="119812">
                <a:moveTo>
                  <a:pt x="98499" y="21313"/>
                </a:moveTo>
                <a:cubicBezTo>
                  <a:pt x="119813" y="42627"/>
                  <a:pt x="119813" y="77186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6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0" name="path-926">
            <a:extLst xmlns:a="http://schemas.openxmlformats.org/drawingml/2006/main">
              <a:ext uri="{FF2B5EF4-FFF2-40B4-BE49-F238E27FC236}">
                <a16:creationId xmlns:a16="http://schemas.microsoft.com/office/drawing/2014/main" id="{8CC5C02E-0486-4691-ADEE-947ED0766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828" y="3150874"/>
            <a:ext cx="130838" cy="130836"/>
          </a:xfrm>
          <a:custGeom xmlns:a="http://schemas.openxmlformats.org/drawingml/2006/main">
            <a:pathLst>
              <a:path w="119813" h="119812">
                <a:moveTo>
                  <a:pt x="98499" y="21313"/>
                </a:moveTo>
                <a:cubicBezTo>
                  <a:pt x="119813" y="42627"/>
                  <a:pt x="119813" y="77185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5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1" name="path-927">
            <a:extLst xmlns:a="http://schemas.openxmlformats.org/drawingml/2006/main">
              <a:ext uri="{FF2B5EF4-FFF2-40B4-BE49-F238E27FC236}">
                <a16:creationId xmlns:a16="http://schemas.microsoft.com/office/drawing/2014/main" id="{A7E475BE-A34D-42DB-8B83-2E4ADBEB4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9734" y="2824371"/>
            <a:ext cx="130836" cy="130838"/>
          </a:xfrm>
          <a:custGeom xmlns:a="http://schemas.openxmlformats.org/drawingml/2006/main">
            <a:pathLst>
              <a:path w="119812" h="119813">
                <a:moveTo>
                  <a:pt x="98499" y="21314"/>
                </a:moveTo>
                <a:cubicBezTo>
                  <a:pt x="119812" y="42628"/>
                  <a:pt x="119812" y="77186"/>
                  <a:pt x="98499" y="98499"/>
                </a:cubicBezTo>
                <a:cubicBezTo>
                  <a:pt x="77185" y="119813"/>
                  <a:pt x="42627" y="119813"/>
                  <a:pt x="21313" y="98499"/>
                </a:cubicBezTo>
                <a:cubicBezTo>
                  <a:pt x="0" y="77186"/>
                  <a:pt x="0" y="42628"/>
                  <a:pt x="21313" y="21314"/>
                </a:cubicBezTo>
                <a:cubicBezTo>
                  <a:pt x="42627" y="0"/>
                  <a:pt x="77185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2" name="path-928">
            <a:extLst xmlns:a="http://schemas.openxmlformats.org/drawingml/2006/main">
              <a:ext uri="{FF2B5EF4-FFF2-40B4-BE49-F238E27FC236}">
                <a16:creationId xmlns:a16="http://schemas.microsoft.com/office/drawing/2014/main" id="{C052FE5B-EDBC-4029-875A-82D00024C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9734" y="3042040"/>
            <a:ext cx="130836" cy="130837"/>
          </a:xfrm>
          <a:custGeom xmlns:a="http://schemas.openxmlformats.org/drawingml/2006/main">
            <a:pathLst>
              <a:path w="119812" h="119812">
                <a:moveTo>
                  <a:pt x="98499" y="21313"/>
                </a:moveTo>
                <a:cubicBezTo>
                  <a:pt x="119812" y="42627"/>
                  <a:pt x="119812" y="77185"/>
                  <a:pt x="98499" y="98499"/>
                </a:cubicBezTo>
                <a:cubicBezTo>
                  <a:pt x="77185" y="119812"/>
                  <a:pt x="42627" y="119812"/>
                  <a:pt x="21313" y="98499"/>
                </a:cubicBezTo>
                <a:cubicBezTo>
                  <a:pt x="0" y="77185"/>
                  <a:pt x="0" y="42627"/>
                  <a:pt x="21313" y="21313"/>
                </a:cubicBezTo>
                <a:cubicBezTo>
                  <a:pt x="42627" y="0"/>
                  <a:pt x="77185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3" name="path-929">
            <a:extLst xmlns:a="http://schemas.openxmlformats.org/drawingml/2006/main">
              <a:ext uri="{FF2B5EF4-FFF2-40B4-BE49-F238E27FC236}">
                <a16:creationId xmlns:a16="http://schemas.microsoft.com/office/drawing/2014/main" id="{2880747A-9FCF-4470-ADD8-DD6794D2C5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7572" y="2800442"/>
            <a:ext cx="201252" cy="69835"/>
          </a:xfrm>
          <a:custGeom xmlns:a="http://schemas.openxmlformats.org/drawingml/2006/main">
            <a:pathLst>
              <a:path w="184295" h="63950">
                <a:moveTo>
                  <a:pt x="184295" y="6395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74" name="path-930">
            <a:extLst xmlns:a="http://schemas.openxmlformats.org/drawingml/2006/main">
              <a:ext uri="{FF2B5EF4-FFF2-40B4-BE49-F238E27FC236}">
                <a16:creationId xmlns:a16="http://schemas.microsoft.com/office/drawing/2014/main" id="{3680572B-E0D3-468B-9458-9BC9F0B79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7572" y="2909317"/>
            <a:ext cx="201252" cy="69835"/>
          </a:xfrm>
          <a:custGeom xmlns:a="http://schemas.openxmlformats.org/drawingml/2006/main">
            <a:pathLst>
              <a:path w="184295" h="63950">
                <a:moveTo>
                  <a:pt x="0" y="63950"/>
                </a:moveTo>
                <a:lnTo>
                  <a:pt x="1842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75" name="path-931">
            <a:extLst xmlns:a="http://schemas.openxmlformats.org/drawingml/2006/main">
              <a:ext uri="{FF2B5EF4-FFF2-40B4-BE49-F238E27FC236}">
                <a16:creationId xmlns:a16="http://schemas.microsoft.com/office/drawing/2014/main" id="{08A63480-6B76-4EDD-AF99-7AF766F9F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2554" y="2932760"/>
            <a:ext cx="231289" cy="240597"/>
          </a:xfrm>
          <a:custGeom xmlns:a="http://schemas.openxmlformats.org/drawingml/2006/main">
            <a:pathLst>
              <a:path w="211800" h="220324">
                <a:moveTo>
                  <a:pt x="0" y="220324"/>
                </a:moveTo>
                <a:lnTo>
                  <a:pt x="2118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76" name="path-932">
            <a:extLst xmlns:a="http://schemas.openxmlformats.org/drawingml/2006/main">
              <a:ext uri="{FF2B5EF4-FFF2-40B4-BE49-F238E27FC236}">
                <a16:creationId xmlns:a16="http://schemas.microsoft.com/office/drawing/2014/main" id="{EB221196-BCA3-4E9E-8974-3D90C156A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2554" y="2823886"/>
            <a:ext cx="231289" cy="240597"/>
          </a:xfrm>
          <a:custGeom xmlns:a="http://schemas.openxmlformats.org/drawingml/2006/main">
            <a:pathLst>
              <a:path w="211800" h="220324">
                <a:moveTo>
                  <a:pt x="0" y="0"/>
                </a:moveTo>
                <a:lnTo>
                  <a:pt x="211800" y="220324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77" name="path-933">
            <a:extLst xmlns:a="http://schemas.openxmlformats.org/drawingml/2006/main">
              <a:ext uri="{FF2B5EF4-FFF2-40B4-BE49-F238E27FC236}">
                <a16:creationId xmlns:a16="http://schemas.microsoft.com/office/drawing/2014/main" id="{536A8D66-4830-423A-9C0A-D6B900866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7572" y="3018191"/>
            <a:ext cx="201252" cy="69732"/>
          </a:xfrm>
          <a:custGeom xmlns:a="http://schemas.openxmlformats.org/drawingml/2006/main">
            <a:pathLst>
              <a:path w="184295" h="63857">
                <a:moveTo>
                  <a:pt x="0" y="0"/>
                </a:moveTo>
                <a:lnTo>
                  <a:pt x="184295" y="63857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78" name="path-934">
            <a:extLst xmlns:a="http://schemas.openxmlformats.org/drawingml/2006/main">
              <a:ext uri="{FF2B5EF4-FFF2-40B4-BE49-F238E27FC236}">
                <a16:creationId xmlns:a16="http://schemas.microsoft.com/office/drawing/2014/main" id="{723C2387-AD4D-48AC-A5A7-1EB217E6B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7572" y="3126963"/>
            <a:ext cx="201252" cy="69835"/>
          </a:xfrm>
          <a:custGeom xmlns:a="http://schemas.openxmlformats.org/drawingml/2006/main">
            <a:pathLst>
              <a:path w="184295" h="63950">
                <a:moveTo>
                  <a:pt x="0" y="63950"/>
                </a:moveTo>
                <a:lnTo>
                  <a:pt x="1842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79" name="path-935">
            <a:extLst xmlns:a="http://schemas.openxmlformats.org/drawingml/2006/main">
              <a:ext uri="{FF2B5EF4-FFF2-40B4-BE49-F238E27FC236}">
                <a16:creationId xmlns:a16="http://schemas.microsoft.com/office/drawing/2014/main" id="{3C1A6FC7-B7EB-433E-837B-08C6DD6F5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2512" y="2606705"/>
            <a:ext cx="130838" cy="130837"/>
          </a:xfrm>
          <a:custGeom xmlns:a="http://schemas.openxmlformats.org/drawingml/2006/main">
            <a:pathLst>
              <a:path w="119813" h="119812">
                <a:moveTo>
                  <a:pt x="98499" y="21313"/>
                </a:moveTo>
                <a:cubicBezTo>
                  <a:pt x="119813" y="42627"/>
                  <a:pt x="119813" y="77185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5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0" name="path-936">
            <a:extLst xmlns:a="http://schemas.openxmlformats.org/drawingml/2006/main">
              <a:ext uri="{FF2B5EF4-FFF2-40B4-BE49-F238E27FC236}">
                <a16:creationId xmlns:a16="http://schemas.microsoft.com/office/drawing/2014/main" id="{07D5D73F-4EA3-4318-8016-5D6919281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2512" y="2824371"/>
            <a:ext cx="130838" cy="130838"/>
          </a:xfrm>
          <a:custGeom xmlns:a="http://schemas.openxmlformats.org/drawingml/2006/main">
            <a:pathLst>
              <a:path w="119813" h="119813">
                <a:moveTo>
                  <a:pt x="98499" y="21314"/>
                </a:moveTo>
                <a:cubicBezTo>
                  <a:pt x="119813" y="42628"/>
                  <a:pt x="119813" y="77186"/>
                  <a:pt x="98499" y="98499"/>
                </a:cubicBezTo>
                <a:cubicBezTo>
                  <a:pt x="77186" y="119813"/>
                  <a:pt x="42628" y="119813"/>
                  <a:pt x="21314" y="98499"/>
                </a:cubicBezTo>
                <a:cubicBezTo>
                  <a:pt x="0" y="77186"/>
                  <a:pt x="0" y="42628"/>
                  <a:pt x="21314" y="21314"/>
                </a:cubicBezTo>
                <a:cubicBezTo>
                  <a:pt x="42628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1" name="path-937">
            <a:extLst xmlns:a="http://schemas.openxmlformats.org/drawingml/2006/main">
              <a:ext uri="{FF2B5EF4-FFF2-40B4-BE49-F238E27FC236}">
                <a16:creationId xmlns:a16="http://schemas.microsoft.com/office/drawing/2014/main" id="{9BB713EC-6691-4286-9B43-02B07AC24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2512" y="3042040"/>
            <a:ext cx="130838" cy="130837"/>
          </a:xfrm>
          <a:custGeom xmlns:a="http://schemas.openxmlformats.org/drawingml/2006/main">
            <a:pathLst>
              <a:path w="119813" h="119812">
                <a:moveTo>
                  <a:pt x="98499" y="21313"/>
                </a:moveTo>
                <a:cubicBezTo>
                  <a:pt x="119813" y="42627"/>
                  <a:pt x="119813" y="77185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5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2" name="path-938">
            <a:extLst xmlns:a="http://schemas.openxmlformats.org/drawingml/2006/main">
              <a:ext uri="{FF2B5EF4-FFF2-40B4-BE49-F238E27FC236}">
                <a16:creationId xmlns:a16="http://schemas.microsoft.com/office/drawing/2014/main" id="{049490B2-7E2A-4641-8B4D-6E6BE1970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6417" y="2715538"/>
            <a:ext cx="130838" cy="130838"/>
          </a:xfrm>
          <a:custGeom xmlns:a="http://schemas.openxmlformats.org/drawingml/2006/main">
            <a:pathLst>
              <a:path w="119813" h="119813">
                <a:moveTo>
                  <a:pt x="98499" y="21314"/>
                </a:moveTo>
                <a:cubicBezTo>
                  <a:pt x="119813" y="42628"/>
                  <a:pt x="119813" y="77186"/>
                  <a:pt x="98499" y="98499"/>
                </a:cubicBezTo>
                <a:cubicBezTo>
                  <a:pt x="77186" y="119813"/>
                  <a:pt x="42628" y="119813"/>
                  <a:pt x="21314" y="98499"/>
                </a:cubicBezTo>
                <a:cubicBezTo>
                  <a:pt x="0" y="77186"/>
                  <a:pt x="0" y="42628"/>
                  <a:pt x="21314" y="21314"/>
                </a:cubicBezTo>
                <a:cubicBezTo>
                  <a:pt x="42628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3" name="path-939">
            <a:extLst xmlns:a="http://schemas.openxmlformats.org/drawingml/2006/main">
              <a:ext uri="{FF2B5EF4-FFF2-40B4-BE49-F238E27FC236}">
                <a16:creationId xmlns:a16="http://schemas.microsoft.com/office/drawing/2014/main" id="{5A719136-DBE2-46B4-A92E-3CF7DF50A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6417" y="2933206"/>
            <a:ext cx="130838" cy="130837"/>
          </a:xfrm>
          <a:custGeom xmlns:a="http://schemas.openxmlformats.org/drawingml/2006/main">
            <a:pathLst>
              <a:path w="119813" h="119812">
                <a:moveTo>
                  <a:pt x="98499" y="21313"/>
                </a:moveTo>
                <a:cubicBezTo>
                  <a:pt x="119813" y="42627"/>
                  <a:pt x="119813" y="77186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6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4" name="path-940">
            <a:extLst xmlns:a="http://schemas.openxmlformats.org/drawingml/2006/main">
              <a:ext uri="{FF2B5EF4-FFF2-40B4-BE49-F238E27FC236}">
                <a16:creationId xmlns:a16="http://schemas.microsoft.com/office/drawing/2014/main" id="{B01231BB-2E04-447C-92F9-9A23DC148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4258" y="2691671"/>
            <a:ext cx="201253" cy="69735"/>
          </a:xfrm>
          <a:custGeom xmlns:a="http://schemas.openxmlformats.org/drawingml/2006/main">
            <a:pathLst>
              <a:path w="184295" h="63860">
                <a:moveTo>
                  <a:pt x="184295" y="6386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85" name="path-941">
            <a:extLst xmlns:a="http://schemas.openxmlformats.org/drawingml/2006/main">
              <a:ext uri="{FF2B5EF4-FFF2-40B4-BE49-F238E27FC236}">
                <a16:creationId xmlns:a16="http://schemas.microsoft.com/office/drawing/2014/main" id="{2094C383-5DE3-4231-8892-3E344787BE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4258" y="2800442"/>
            <a:ext cx="201253" cy="69835"/>
          </a:xfrm>
          <a:custGeom xmlns:a="http://schemas.openxmlformats.org/drawingml/2006/main">
            <a:pathLst>
              <a:path w="184295" h="63950">
                <a:moveTo>
                  <a:pt x="0" y="63950"/>
                </a:moveTo>
                <a:lnTo>
                  <a:pt x="1842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86" name="path-942">
            <a:extLst xmlns:a="http://schemas.openxmlformats.org/drawingml/2006/main">
              <a:ext uri="{FF2B5EF4-FFF2-40B4-BE49-F238E27FC236}">
                <a16:creationId xmlns:a16="http://schemas.microsoft.com/office/drawing/2014/main" id="{1B4ABE43-2BAB-4BCC-83C5-45BEB7BB1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29240" y="2823886"/>
            <a:ext cx="231289" cy="240597"/>
          </a:xfrm>
          <a:custGeom xmlns:a="http://schemas.openxmlformats.org/drawingml/2006/main">
            <a:pathLst>
              <a:path w="211800" h="220324">
                <a:moveTo>
                  <a:pt x="0" y="220324"/>
                </a:moveTo>
                <a:lnTo>
                  <a:pt x="2118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87" name="path-943">
            <a:extLst xmlns:a="http://schemas.openxmlformats.org/drawingml/2006/main">
              <a:ext uri="{FF2B5EF4-FFF2-40B4-BE49-F238E27FC236}">
                <a16:creationId xmlns:a16="http://schemas.microsoft.com/office/drawing/2014/main" id="{A43DBBB5-1559-4030-993B-40F11CB67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29240" y="2715111"/>
            <a:ext cx="231289" cy="240597"/>
          </a:xfrm>
          <a:custGeom xmlns:a="http://schemas.openxmlformats.org/drawingml/2006/main">
            <a:pathLst>
              <a:path w="211800" h="220324">
                <a:moveTo>
                  <a:pt x="0" y="0"/>
                </a:moveTo>
                <a:lnTo>
                  <a:pt x="211800" y="220324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88" name="path-944">
            <a:extLst xmlns:a="http://schemas.openxmlformats.org/drawingml/2006/main">
              <a:ext uri="{FF2B5EF4-FFF2-40B4-BE49-F238E27FC236}">
                <a16:creationId xmlns:a16="http://schemas.microsoft.com/office/drawing/2014/main" id="{F258FEF9-DC8E-4CE3-BEBF-4B9690C1A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4258" y="2909317"/>
            <a:ext cx="201253" cy="69835"/>
          </a:xfrm>
          <a:custGeom xmlns:a="http://schemas.openxmlformats.org/drawingml/2006/main">
            <a:pathLst>
              <a:path w="184295" h="63950">
                <a:moveTo>
                  <a:pt x="0" y="0"/>
                </a:moveTo>
                <a:lnTo>
                  <a:pt x="184295" y="6395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89" name="path-945">
            <a:extLst xmlns:a="http://schemas.openxmlformats.org/drawingml/2006/main">
              <a:ext uri="{FF2B5EF4-FFF2-40B4-BE49-F238E27FC236}">
                <a16:creationId xmlns:a16="http://schemas.microsoft.com/office/drawing/2014/main" id="{1CCE9DF1-6B33-4DE0-B12F-B0AE838EF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4258" y="3018191"/>
            <a:ext cx="201253" cy="69732"/>
          </a:xfrm>
          <a:custGeom xmlns:a="http://schemas.openxmlformats.org/drawingml/2006/main">
            <a:pathLst>
              <a:path w="184295" h="63857">
                <a:moveTo>
                  <a:pt x="0" y="63857"/>
                </a:moveTo>
                <a:lnTo>
                  <a:pt x="1842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90" name="path-946">
            <a:extLst xmlns:a="http://schemas.openxmlformats.org/drawingml/2006/main">
              <a:ext uri="{FF2B5EF4-FFF2-40B4-BE49-F238E27FC236}">
                <a16:creationId xmlns:a16="http://schemas.microsoft.com/office/drawing/2014/main" id="{4C78E7F4-4BC8-472C-A941-D2B330E58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2512" y="3259707"/>
            <a:ext cx="130838" cy="130837"/>
          </a:xfrm>
          <a:custGeom xmlns:a="http://schemas.openxmlformats.org/drawingml/2006/main">
            <a:pathLst>
              <a:path w="119813" h="119813">
                <a:moveTo>
                  <a:pt x="98499" y="21314"/>
                </a:moveTo>
                <a:cubicBezTo>
                  <a:pt x="119813" y="42627"/>
                  <a:pt x="119813" y="77186"/>
                  <a:pt x="98499" y="98499"/>
                </a:cubicBezTo>
                <a:cubicBezTo>
                  <a:pt x="77186" y="119813"/>
                  <a:pt x="42628" y="119813"/>
                  <a:pt x="21314" y="98499"/>
                </a:cubicBezTo>
                <a:cubicBezTo>
                  <a:pt x="0" y="77186"/>
                  <a:pt x="0" y="42627"/>
                  <a:pt x="21314" y="21314"/>
                </a:cubicBezTo>
                <a:cubicBezTo>
                  <a:pt x="42628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1" name="path-947">
            <a:extLst xmlns:a="http://schemas.openxmlformats.org/drawingml/2006/main">
              <a:ext uri="{FF2B5EF4-FFF2-40B4-BE49-F238E27FC236}">
                <a16:creationId xmlns:a16="http://schemas.microsoft.com/office/drawing/2014/main" id="{25F1A68B-F730-4D71-9EF5-F78E0FB1F7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6417" y="3150874"/>
            <a:ext cx="130838" cy="130836"/>
          </a:xfrm>
          <a:custGeom xmlns:a="http://schemas.openxmlformats.org/drawingml/2006/main">
            <a:pathLst>
              <a:path w="119813" h="119812">
                <a:moveTo>
                  <a:pt x="98499" y="21313"/>
                </a:moveTo>
                <a:cubicBezTo>
                  <a:pt x="119813" y="42627"/>
                  <a:pt x="119813" y="77185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5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2" name="path-948">
            <a:extLst xmlns:a="http://schemas.openxmlformats.org/drawingml/2006/main">
              <a:ext uri="{FF2B5EF4-FFF2-40B4-BE49-F238E27FC236}">
                <a16:creationId xmlns:a16="http://schemas.microsoft.com/office/drawing/2014/main" id="{128510EC-F236-4B4F-A2A5-853584C5B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4258" y="3126963"/>
            <a:ext cx="201253" cy="69835"/>
          </a:xfrm>
          <a:custGeom xmlns:a="http://schemas.openxmlformats.org/drawingml/2006/main">
            <a:pathLst>
              <a:path w="184295" h="63950">
                <a:moveTo>
                  <a:pt x="184295" y="6395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93" name="path-949">
            <a:extLst xmlns:a="http://schemas.openxmlformats.org/drawingml/2006/main">
              <a:ext uri="{FF2B5EF4-FFF2-40B4-BE49-F238E27FC236}">
                <a16:creationId xmlns:a16="http://schemas.microsoft.com/office/drawing/2014/main" id="{7F210735-0E66-424E-BEB8-B8AD21C1A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4258" y="3235841"/>
            <a:ext cx="201253" cy="69732"/>
          </a:xfrm>
          <a:custGeom xmlns:a="http://schemas.openxmlformats.org/drawingml/2006/main">
            <a:pathLst>
              <a:path w="184295" h="63857">
                <a:moveTo>
                  <a:pt x="0" y="63857"/>
                </a:moveTo>
                <a:lnTo>
                  <a:pt x="1842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94" name="path-950">
            <a:extLst xmlns:a="http://schemas.openxmlformats.org/drawingml/2006/main">
              <a:ext uri="{FF2B5EF4-FFF2-40B4-BE49-F238E27FC236}">
                <a16:creationId xmlns:a16="http://schemas.microsoft.com/office/drawing/2014/main" id="{D75B913D-E56E-4985-AAAE-195DB1720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0324" y="2824371"/>
            <a:ext cx="130837" cy="130838"/>
          </a:xfrm>
          <a:custGeom xmlns:a="http://schemas.openxmlformats.org/drawingml/2006/main">
            <a:pathLst>
              <a:path w="119812" h="119813">
                <a:moveTo>
                  <a:pt x="98499" y="21314"/>
                </a:moveTo>
                <a:cubicBezTo>
                  <a:pt x="119812" y="42628"/>
                  <a:pt x="119812" y="77186"/>
                  <a:pt x="98499" y="98499"/>
                </a:cubicBezTo>
                <a:cubicBezTo>
                  <a:pt x="77186" y="119813"/>
                  <a:pt x="42627" y="119813"/>
                  <a:pt x="21314" y="98499"/>
                </a:cubicBezTo>
                <a:cubicBezTo>
                  <a:pt x="0" y="77186"/>
                  <a:pt x="0" y="42628"/>
                  <a:pt x="21314" y="21314"/>
                </a:cubicBezTo>
                <a:cubicBezTo>
                  <a:pt x="42627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5" name="path-951">
            <a:extLst xmlns:a="http://schemas.openxmlformats.org/drawingml/2006/main">
              <a:ext uri="{FF2B5EF4-FFF2-40B4-BE49-F238E27FC236}">
                <a16:creationId xmlns:a16="http://schemas.microsoft.com/office/drawing/2014/main" id="{FA059480-166A-455D-8D1A-DFEF64ABB9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8163" y="2800442"/>
            <a:ext cx="201253" cy="69835"/>
          </a:xfrm>
          <a:custGeom xmlns:a="http://schemas.openxmlformats.org/drawingml/2006/main">
            <a:pathLst>
              <a:path w="184295" h="63950">
                <a:moveTo>
                  <a:pt x="0" y="0"/>
                </a:moveTo>
                <a:lnTo>
                  <a:pt x="184295" y="6395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96" name="path-952">
            <a:extLst xmlns:a="http://schemas.openxmlformats.org/drawingml/2006/main">
              <a:ext uri="{FF2B5EF4-FFF2-40B4-BE49-F238E27FC236}">
                <a16:creationId xmlns:a16="http://schemas.microsoft.com/office/drawing/2014/main" id="{46FACC16-D55C-4EDA-AB96-F760E0A6D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8163" y="2909317"/>
            <a:ext cx="201253" cy="69835"/>
          </a:xfrm>
          <a:custGeom xmlns:a="http://schemas.openxmlformats.org/drawingml/2006/main">
            <a:pathLst>
              <a:path w="184295" h="63950">
                <a:moveTo>
                  <a:pt x="0" y="63950"/>
                </a:moveTo>
                <a:lnTo>
                  <a:pt x="1842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97" name="path-953">
            <a:extLst xmlns:a="http://schemas.openxmlformats.org/drawingml/2006/main">
              <a:ext uri="{FF2B5EF4-FFF2-40B4-BE49-F238E27FC236}">
                <a16:creationId xmlns:a16="http://schemas.microsoft.com/office/drawing/2014/main" id="{49F4613B-6F2F-49CC-8471-0C5652F82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0324" y="3042040"/>
            <a:ext cx="130837" cy="130837"/>
          </a:xfrm>
          <a:custGeom xmlns:a="http://schemas.openxmlformats.org/drawingml/2006/main">
            <a:pathLst>
              <a:path w="119812" h="119812">
                <a:moveTo>
                  <a:pt x="98499" y="21313"/>
                </a:moveTo>
                <a:cubicBezTo>
                  <a:pt x="119812" y="42627"/>
                  <a:pt x="119812" y="77185"/>
                  <a:pt x="98499" y="98499"/>
                </a:cubicBezTo>
                <a:cubicBezTo>
                  <a:pt x="77186" y="119812"/>
                  <a:pt x="42627" y="119812"/>
                  <a:pt x="21314" y="98499"/>
                </a:cubicBezTo>
                <a:cubicBezTo>
                  <a:pt x="0" y="77185"/>
                  <a:pt x="0" y="42627"/>
                  <a:pt x="21314" y="21313"/>
                </a:cubicBezTo>
                <a:cubicBezTo>
                  <a:pt x="42627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8" name="path-954">
            <a:extLst xmlns:a="http://schemas.openxmlformats.org/drawingml/2006/main">
              <a:ext uri="{FF2B5EF4-FFF2-40B4-BE49-F238E27FC236}">
                <a16:creationId xmlns:a16="http://schemas.microsoft.com/office/drawing/2014/main" id="{6F577EFC-69BC-4204-BDED-E1C9A4E51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3146" y="2823886"/>
            <a:ext cx="231288" cy="240597"/>
          </a:xfrm>
          <a:custGeom xmlns:a="http://schemas.openxmlformats.org/drawingml/2006/main">
            <a:pathLst>
              <a:path w="211800" h="220324">
                <a:moveTo>
                  <a:pt x="211800" y="220324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999" name="path-955">
            <a:extLst xmlns:a="http://schemas.openxmlformats.org/drawingml/2006/main">
              <a:ext uri="{FF2B5EF4-FFF2-40B4-BE49-F238E27FC236}">
                <a16:creationId xmlns:a16="http://schemas.microsoft.com/office/drawing/2014/main" id="{11577A61-EAC8-4FF3-B625-EB315B4F4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8163" y="3018191"/>
            <a:ext cx="201253" cy="69732"/>
          </a:xfrm>
          <a:custGeom xmlns:a="http://schemas.openxmlformats.org/drawingml/2006/main">
            <a:pathLst>
              <a:path w="184295" h="63857">
                <a:moveTo>
                  <a:pt x="0" y="0"/>
                </a:moveTo>
                <a:lnTo>
                  <a:pt x="184295" y="63857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00" name="path-956">
            <a:extLst xmlns:a="http://schemas.openxmlformats.org/drawingml/2006/main">
              <a:ext uri="{FF2B5EF4-FFF2-40B4-BE49-F238E27FC236}">
                <a16:creationId xmlns:a16="http://schemas.microsoft.com/office/drawing/2014/main" id="{9C656AD0-B067-4C20-9122-9F2B45232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8163" y="3126963"/>
            <a:ext cx="201253" cy="69835"/>
          </a:xfrm>
          <a:custGeom xmlns:a="http://schemas.openxmlformats.org/drawingml/2006/main">
            <a:pathLst>
              <a:path w="184295" h="63950">
                <a:moveTo>
                  <a:pt x="0" y="63950"/>
                </a:moveTo>
                <a:lnTo>
                  <a:pt x="1842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01" name="path-957">
            <a:extLst xmlns:a="http://schemas.openxmlformats.org/drawingml/2006/main">
              <a:ext uri="{FF2B5EF4-FFF2-40B4-BE49-F238E27FC236}">
                <a16:creationId xmlns:a16="http://schemas.microsoft.com/office/drawing/2014/main" id="{DAAA0364-BB09-468E-B09C-F7492523D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3146" y="2932760"/>
            <a:ext cx="231288" cy="240597"/>
          </a:xfrm>
          <a:custGeom xmlns:a="http://schemas.openxmlformats.org/drawingml/2006/main">
            <a:pathLst>
              <a:path w="211800" h="220324">
                <a:moveTo>
                  <a:pt x="0" y="220324"/>
                </a:moveTo>
                <a:lnTo>
                  <a:pt x="2118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02" name="path-958">
            <a:extLst xmlns:a="http://schemas.openxmlformats.org/drawingml/2006/main">
              <a:ext uri="{FF2B5EF4-FFF2-40B4-BE49-F238E27FC236}">
                <a16:creationId xmlns:a16="http://schemas.microsoft.com/office/drawing/2014/main" id="{58851FFB-0F8E-441D-BEA8-4CFF432FB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7721" y="2832630"/>
            <a:ext cx="254327" cy="440857"/>
          </a:xfrm>
          <a:custGeom xmlns:a="http://schemas.openxmlformats.org/drawingml/2006/main">
            <a:pathLst>
              <a:path w="232898" h="403711">
                <a:moveTo>
                  <a:pt x="0" y="403711"/>
                </a:moveTo>
                <a:lnTo>
                  <a:pt x="2328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03" name="path-959">
            <a:extLst xmlns:a="http://schemas.openxmlformats.org/drawingml/2006/main">
              <a:ext uri="{FF2B5EF4-FFF2-40B4-BE49-F238E27FC236}">
                <a16:creationId xmlns:a16="http://schemas.microsoft.com/office/drawing/2014/main" id="{2C79A72A-8444-49EE-B35B-B118905A7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29240" y="3041635"/>
            <a:ext cx="231289" cy="240494"/>
          </a:xfrm>
          <a:custGeom xmlns:a="http://schemas.openxmlformats.org/drawingml/2006/main">
            <a:pathLst>
              <a:path w="211800" h="220230">
                <a:moveTo>
                  <a:pt x="0" y="220230"/>
                </a:moveTo>
                <a:lnTo>
                  <a:pt x="2118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04" name="path-960">
            <a:extLst xmlns:a="http://schemas.openxmlformats.org/drawingml/2006/main">
              <a:ext uri="{FF2B5EF4-FFF2-40B4-BE49-F238E27FC236}">
                <a16:creationId xmlns:a16="http://schemas.microsoft.com/office/drawing/2014/main" id="{7F435353-6612-4657-A446-616D3ECB6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29240" y="2932760"/>
            <a:ext cx="231289" cy="240597"/>
          </a:xfrm>
          <a:custGeom xmlns:a="http://schemas.openxmlformats.org/drawingml/2006/main">
            <a:pathLst>
              <a:path w="211800" h="220324">
                <a:moveTo>
                  <a:pt x="211800" y="220324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05" name="path-961">
            <a:extLst xmlns:a="http://schemas.openxmlformats.org/drawingml/2006/main">
              <a:ext uri="{FF2B5EF4-FFF2-40B4-BE49-F238E27FC236}">
                <a16:creationId xmlns:a16="http://schemas.microsoft.com/office/drawing/2014/main" id="{0A9E441D-54BB-47FC-AF04-DC19A0FBA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7721" y="2723756"/>
            <a:ext cx="254327" cy="440857"/>
          </a:xfrm>
          <a:custGeom xmlns:a="http://schemas.openxmlformats.org/drawingml/2006/main">
            <a:pathLst>
              <a:path w="232898" h="403711">
                <a:moveTo>
                  <a:pt x="232898" y="40371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06" name="path-962">
            <a:extLst xmlns:a="http://schemas.openxmlformats.org/drawingml/2006/main">
              <a:ext uri="{FF2B5EF4-FFF2-40B4-BE49-F238E27FC236}">
                <a16:creationId xmlns:a16="http://schemas.microsoft.com/office/drawing/2014/main" id="{73C0A955-1FB8-459B-9239-25038E7D1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102" y="2497871"/>
            <a:ext cx="130847" cy="130837"/>
          </a:xfrm>
          <a:custGeom xmlns:a="http://schemas.openxmlformats.org/drawingml/2006/main">
            <a:pathLst>
              <a:path w="119822" h="119812">
                <a:moveTo>
                  <a:pt x="98499" y="21314"/>
                </a:moveTo>
                <a:cubicBezTo>
                  <a:pt x="119822" y="42628"/>
                  <a:pt x="119822" y="77185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5"/>
                  <a:pt x="0" y="42628"/>
                  <a:pt x="21314" y="21314"/>
                </a:cubicBezTo>
                <a:cubicBezTo>
                  <a:pt x="42628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7" name="path-963">
            <a:extLst xmlns:a="http://schemas.openxmlformats.org/drawingml/2006/main">
              <a:ext uri="{FF2B5EF4-FFF2-40B4-BE49-F238E27FC236}">
                <a16:creationId xmlns:a16="http://schemas.microsoft.com/office/drawing/2014/main" id="{76022990-8E49-4CEC-8E92-F79898CCE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102" y="2715538"/>
            <a:ext cx="130847" cy="130838"/>
          </a:xfrm>
          <a:custGeom xmlns:a="http://schemas.openxmlformats.org/drawingml/2006/main">
            <a:pathLst>
              <a:path w="119822" h="119813">
                <a:moveTo>
                  <a:pt x="98499" y="21314"/>
                </a:moveTo>
                <a:cubicBezTo>
                  <a:pt x="119822" y="42628"/>
                  <a:pt x="119822" y="77186"/>
                  <a:pt x="98499" y="98499"/>
                </a:cubicBezTo>
                <a:cubicBezTo>
                  <a:pt x="77186" y="119813"/>
                  <a:pt x="42628" y="119813"/>
                  <a:pt x="21314" y="98499"/>
                </a:cubicBezTo>
                <a:cubicBezTo>
                  <a:pt x="0" y="77186"/>
                  <a:pt x="0" y="42628"/>
                  <a:pt x="21314" y="21314"/>
                </a:cubicBezTo>
                <a:cubicBezTo>
                  <a:pt x="42628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8" name="path-964">
            <a:extLst xmlns:a="http://schemas.openxmlformats.org/drawingml/2006/main">
              <a:ext uri="{FF2B5EF4-FFF2-40B4-BE49-F238E27FC236}">
                <a16:creationId xmlns:a16="http://schemas.microsoft.com/office/drawing/2014/main" id="{FDC46D72-4EAF-4627-AAE6-77B5760C0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102" y="2933206"/>
            <a:ext cx="130847" cy="130837"/>
          </a:xfrm>
          <a:custGeom xmlns:a="http://schemas.openxmlformats.org/drawingml/2006/main">
            <a:pathLst>
              <a:path w="119822" h="119812">
                <a:moveTo>
                  <a:pt x="98499" y="21313"/>
                </a:moveTo>
                <a:cubicBezTo>
                  <a:pt x="119822" y="42627"/>
                  <a:pt x="119822" y="77186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6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9" name="path-965">
            <a:extLst xmlns:a="http://schemas.openxmlformats.org/drawingml/2006/main">
              <a:ext uri="{FF2B5EF4-FFF2-40B4-BE49-F238E27FC236}">
                <a16:creationId xmlns:a16="http://schemas.microsoft.com/office/drawing/2014/main" id="{D09ECECC-2911-4C24-BF2E-2D025D642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7008" y="2606705"/>
            <a:ext cx="130847" cy="130837"/>
          </a:xfrm>
          <a:custGeom xmlns:a="http://schemas.openxmlformats.org/drawingml/2006/main">
            <a:pathLst>
              <a:path w="119822" h="119812">
                <a:moveTo>
                  <a:pt x="98499" y="21313"/>
                </a:moveTo>
                <a:cubicBezTo>
                  <a:pt x="119822" y="42627"/>
                  <a:pt x="119822" y="77185"/>
                  <a:pt x="98499" y="98499"/>
                </a:cubicBezTo>
                <a:cubicBezTo>
                  <a:pt x="77186" y="119812"/>
                  <a:pt x="42627" y="119812"/>
                  <a:pt x="21313" y="98499"/>
                </a:cubicBezTo>
                <a:cubicBezTo>
                  <a:pt x="0" y="77185"/>
                  <a:pt x="0" y="42627"/>
                  <a:pt x="21313" y="21313"/>
                </a:cubicBezTo>
                <a:cubicBezTo>
                  <a:pt x="42627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0" name="path-966">
            <a:extLst xmlns:a="http://schemas.openxmlformats.org/drawingml/2006/main">
              <a:ext uri="{FF2B5EF4-FFF2-40B4-BE49-F238E27FC236}">
                <a16:creationId xmlns:a16="http://schemas.microsoft.com/office/drawing/2014/main" id="{991FC704-3A67-4006-9DEB-3F08A9420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7008" y="2824371"/>
            <a:ext cx="130847" cy="130838"/>
          </a:xfrm>
          <a:custGeom xmlns:a="http://schemas.openxmlformats.org/drawingml/2006/main">
            <a:pathLst>
              <a:path w="119822" h="119813">
                <a:moveTo>
                  <a:pt x="98499" y="21314"/>
                </a:moveTo>
                <a:cubicBezTo>
                  <a:pt x="119822" y="42628"/>
                  <a:pt x="119822" y="77186"/>
                  <a:pt x="98499" y="98499"/>
                </a:cubicBezTo>
                <a:cubicBezTo>
                  <a:pt x="77186" y="119813"/>
                  <a:pt x="42627" y="119813"/>
                  <a:pt x="21313" y="98499"/>
                </a:cubicBezTo>
                <a:cubicBezTo>
                  <a:pt x="0" y="77186"/>
                  <a:pt x="0" y="42628"/>
                  <a:pt x="21313" y="21314"/>
                </a:cubicBezTo>
                <a:cubicBezTo>
                  <a:pt x="42627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1" name="path-967">
            <a:extLst xmlns:a="http://schemas.openxmlformats.org/drawingml/2006/main">
              <a:ext uri="{FF2B5EF4-FFF2-40B4-BE49-F238E27FC236}">
                <a16:creationId xmlns:a16="http://schemas.microsoft.com/office/drawing/2014/main" id="{3FB586AC-2E06-4518-819A-33926824C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4850" y="2582793"/>
            <a:ext cx="201257" cy="69835"/>
          </a:xfrm>
          <a:custGeom xmlns:a="http://schemas.openxmlformats.org/drawingml/2006/main">
            <a:pathLst>
              <a:path w="184299" h="63950">
                <a:moveTo>
                  <a:pt x="184299" y="6395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12" name="path-968">
            <a:extLst xmlns:a="http://schemas.openxmlformats.org/drawingml/2006/main">
              <a:ext uri="{FF2B5EF4-FFF2-40B4-BE49-F238E27FC236}">
                <a16:creationId xmlns:a16="http://schemas.microsoft.com/office/drawing/2014/main" id="{F8EB29E7-2699-4153-AE01-C3F7371C7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4850" y="2691671"/>
            <a:ext cx="201257" cy="69735"/>
          </a:xfrm>
          <a:custGeom xmlns:a="http://schemas.openxmlformats.org/drawingml/2006/main">
            <a:pathLst>
              <a:path w="184299" h="63860">
                <a:moveTo>
                  <a:pt x="0" y="63860"/>
                </a:moveTo>
                <a:lnTo>
                  <a:pt x="1842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13" name="path-969">
            <a:extLst xmlns:a="http://schemas.openxmlformats.org/drawingml/2006/main">
              <a:ext uri="{FF2B5EF4-FFF2-40B4-BE49-F238E27FC236}">
                <a16:creationId xmlns:a16="http://schemas.microsoft.com/office/drawing/2014/main" id="{B4F9D26B-4112-4581-B82D-30E88D912C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9830" y="2715111"/>
            <a:ext cx="231287" cy="240597"/>
          </a:xfrm>
          <a:custGeom xmlns:a="http://schemas.openxmlformats.org/drawingml/2006/main">
            <a:pathLst>
              <a:path w="211799" h="220324">
                <a:moveTo>
                  <a:pt x="0" y="220324"/>
                </a:moveTo>
                <a:lnTo>
                  <a:pt x="2117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14" name="path-970">
            <a:extLst xmlns:a="http://schemas.openxmlformats.org/drawingml/2006/main">
              <a:ext uri="{FF2B5EF4-FFF2-40B4-BE49-F238E27FC236}">
                <a16:creationId xmlns:a16="http://schemas.microsoft.com/office/drawing/2014/main" id="{CD37667F-BCEC-4E73-9A94-6B94111F3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9830" y="2606240"/>
            <a:ext cx="231287" cy="240594"/>
          </a:xfrm>
          <a:custGeom xmlns:a="http://schemas.openxmlformats.org/drawingml/2006/main">
            <a:pathLst>
              <a:path w="211799" h="220321">
                <a:moveTo>
                  <a:pt x="0" y="0"/>
                </a:moveTo>
                <a:lnTo>
                  <a:pt x="211799" y="220321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15" name="path-971">
            <a:extLst xmlns:a="http://schemas.openxmlformats.org/drawingml/2006/main">
              <a:ext uri="{FF2B5EF4-FFF2-40B4-BE49-F238E27FC236}">
                <a16:creationId xmlns:a16="http://schemas.microsoft.com/office/drawing/2014/main" id="{C9D99AAD-B1CB-4E90-B76D-0B48B2859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4850" y="2800442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0"/>
                </a:moveTo>
                <a:lnTo>
                  <a:pt x="184299" y="6395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16" name="path-972">
            <a:extLst xmlns:a="http://schemas.openxmlformats.org/drawingml/2006/main">
              <a:ext uri="{FF2B5EF4-FFF2-40B4-BE49-F238E27FC236}">
                <a16:creationId xmlns:a16="http://schemas.microsoft.com/office/drawing/2014/main" id="{1372655D-DE5E-4029-89E6-A75E2D8B9B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4850" y="2909317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63950"/>
                </a:moveTo>
                <a:lnTo>
                  <a:pt x="1842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17" name="path-973">
            <a:extLst xmlns:a="http://schemas.openxmlformats.org/drawingml/2006/main">
              <a:ext uri="{FF2B5EF4-FFF2-40B4-BE49-F238E27FC236}">
                <a16:creationId xmlns:a16="http://schemas.microsoft.com/office/drawing/2014/main" id="{33D2B774-CAAE-466B-9946-1CBF8AAFE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102" y="3150874"/>
            <a:ext cx="130847" cy="130836"/>
          </a:xfrm>
          <a:custGeom xmlns:a="http://schemas.openxmlformats.org/drawingml/2006/main">
            <a:pathLst>
              <a:path w="119822" h="119812">
                <a:moveTo>
                  <a:pt x="98499" y="21313"/>
                </a:moveTo>
                <a:cubicBezTo>
                  <a:pt x="119822" y="42627"/>
                  <a:pt x="119822" y="77185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5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8" name="path-974">
            <a:extLst xmlns:a="http://schemas.openxmlformats.org/drawingml/2006/main">
              <a:ext uri="{FF2B5EF4-FFF2-40B4-BE49-F238E27FC236}">
                <a16:creationId xmlns:a16="http://schemas.microsoft.com/office/drawing/2014/main" id="{462BD63C-02D3-4E9D-A39E-A1C0FDD9B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102" y="3368541"/>
            <a:ext cx="130847" cy="130837"/>
          </a:xfrm>
          <a:custGeom xmlns:a="http://schemas.openxmlformats.org/drawingml/2006/main">
            <a:pathLst>
              <a:path w="119822" h="119813">
                <a:moveTo>
                  <a:pt x="98499" y="21314"/>
                </a:moveTo>
                <a:cubicBezTo>
                  <a:pt x="119822" y="42627"/>
                  <a:pt x="119822" y="77185"/>
                  <a:pt x="98499" y="98499"/>
                </a:cubicBezTo>
                <a:cubicBezTo>
                  <a:pt x="77186" y="119813"/>
                  <a:pt x="42628" y="119813"/>
                  <a:pt x="21314" y="98499"/>
                </a:cubicBezTo>
                <a:cubicBezTo>
                  <a:pt x="0" y="77185"/>
                  <a:pt x="0" y="42627"/>
                  <a:pt x="21314" y="21314"/>
                </a:cubicBezTo>
                <a:cubicBezTo>
                  <a:pt x="42628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9" name="path-975">
            <a:extLst xmlns:a="http://schemas.openxmlformats.org/drawingml/2006/main">
              <a:ext uri="{FF2B5EF4-FFF2-40B4-BE49-F238E27FC236}">
                <a16:creationId xmlns:a16="http://schemas.microsoft.com/office/drawing/2014/main" id="{85036191-BD84-467F-86DC-D043351A6A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7008" y="3042040"/>
            <a:ext cx="130847" cy="130837"/>
          </a:xfrm>
          <a:custGeom xmlns:a="http://schemas.openxmlformats.org/drawingml/2006/main">
            <a:pathLst>
              <a:path w="119822" h="119812">
                <a:moveTo>
                  <a:pt x="98499" y="21313"/>
                </a:moveTo>
                <a:cubicBezTo>
                  <a:pt x="119822" y="42627"/>
                  <a:pt x="119822" y="77185"/>
                  <a:pt x="98499" y="98499"/>
                </a:cubicBezTo>
                <a:cubicBezTo>
                  <a:pt x="77186" y="119812"/>
                  <a:pt x="42627" y="119812"/>
                  <a:pt x="21313" y="98499"/>
                </a:cubicBezTo>
                <a:cubicBezTo>
                  <a:pt x="0" y="77185"/>
                  <a:pt x="0" y="42627"/>
                  <a:pt x="21313" y="21313"/>
                </a:cubicBezTo>
                <a:cubicBezTo>
                  <a:pt x="42627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0" name="path-976">
            <a:extLst xmlns:a="http://schemas.openxmlformats.org/drawingml/2006/main">
              <a:ext uri="{FF2B5EF4-FFF2-40B4-BE49-F238E27FC236}">
                <a16:creationId xmlns:a16="http://schemas.microsoft.com/office/drawing/2014/main" id="{D745796B-324F-472A-B806-2612CFB74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7008" y="3259707"/>
            <a:ext cx="130847" cy="130837"/>
          </a:xfrm>
          <a:custGeom xmlns:a="http://schemas.openxmlformats.org/drawingml/2006/main">
            <a:pathLst>
              <a:path w="119822" h="119813">
                <a:moveTo>
                  <a:pt x="98499" y="21314"/>
                </a:moveTo>
                <a:cubicBezTo>
                  <a:pt x="119822" y="42627"/>
                  <a:pt x="119822" y="77186"/>
                  <a:pt x="98499" y="98499"/>
                </a:cubicBezTo>
                <a:cubicBezTo>
                  <a:pt x="77186" y="119813"/>
                  <a:pt x="42627" y="119813"/>
                  <a:pt x="21313" y="98499"/>
                </a:cubicBezTo>
                <a:cubicBezTo>
                  <a:pt x="0" y="77186"/>
                  <a:pt x="0" y="42627"/>
                  <a:pt x="21313" y="21314"/>
                </a:cubicBezTo>
                <a:cubicBezTo>
                  <a:pt x="42627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1" name="path-977">
            <a:extLst xmlns:a="http://schemas.openxmlformats.org/drawingml/2006/main">
              <a:ext uri="{FF2B5EF4-FFF2-40B4-BE49-F238E27FC236}">
                <a16:creationId xmlns:a16="http://schemas.microsoft.com/office/drawing/2014/main" id="{D84557A4-6C32-4668-A5E4-66F7A725F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4850" y="3018191"/>
            <a:ext cx="201257" cy="69732"/>
          </a:xfrm>
          <a:custGeom xmlns:a="http://schemas.openxmlformats.org/drawingml/2006/main">
            <a:pathLst>
              <a:path w="184299" h="63857">
                <a:moveTo>
                  <a:pt x="184299" y="63857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22" name="path-978">
            <a:extLst xmlns:a="http://schemas.openxmlformats.org/drawingml/2006/main">
              <a:ext uri="{FF2B5EF4-FFF2-40B4-BE49-F238E27FC236}">
                <a16:creationId xmlns:a16="http://schemas.microsoft.com/office/drawing/2014/main" id="{621B6DEA-05F6-448F-A302-9593F029D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4850" y="3126963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63950"/>
                </a:moveTo>
                <a:lnTo>
                  <a:pt x="1842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23" name="path-979">
            <a:extLst xmlns:a="http://schemas.openxmlformats.org/drawingml/2006/main">
              <a:ext uri="{FF2B5EF4-FFF2-40B4-BE49-F238E27FC236}">
                <a16:creationId xmlns:a16="http://schemas.microsoft.com/office/drawing/2014/main" id="{225A4BEC-2581-43D9-A1C0-CC9121959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9830" y="3150407"/>
            <a:ext cx="231287" cy="240597"/>
          </a:xfrm>
          <a:custGeom xmlns:a="http://schemas.openxmlformats.org/drawingml/2006/main">
            <a:pathLst>
              <a:path w="211799" h="220324">
                <a:moveTo>
                  <a:pt x="0" y="220324"/>
                </a:moveTo>
                <a:lnTo>
                  <a:pt x="2117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24" name="path-980">
            <a:extLst xmlns:a="http://schemas.openxmlformats.org/drawingml/2006/main">
              <a:ext uri="{FF2B5EF4-FFF2-40B4-BE49-F238E27FC236}">
                <a16:creationId xmlns:a16="http://schemas.microsoft.com/office/drawing/2014/main" id="{501A43F5-EE5E-42A1-818A-B49410119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9830" y="3041635"/>
            <a:ext cx="231287" cy="240494"/>
          </a:xfrm>
          <a:custGeom xmlns:a="http://schemas.openxmlformats.org/drawingml/2006/main">
            <a:pathLst>
              <a:path w="211799" h="220230">
                <a:moveTo>
                  <a:pt x="0" y="0"/>
                </a:moveTo>
                <a:lnTo>
                  <a:pt x="211799" y="22023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25" name="path-981">
            <a:extLst xmlns:a="http://schemas.openxmlformats.org/drawingml/2006/main">
              <a:ext uri="{FF2B5EF4-FFF2-40B4-BE49-F238E27FC236}">
                <a16:creationId xmlns:a16="http://schemas.microsoft.com/office/drawing/2014/main" id="{35DC32DA-26C3-4432-9F89-58965E234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4850" y="3235841"/>
            <a:ext cx="201257" cy="69732"/>
          </a:xfrm>
          <a:custGeom xmlns:a="http://schemas.openxmlformats.org/drawingml/2006/main">
            <a:pathLst>
              <a:path w="184299" h="63857">
                <a:moveTo>
                  <a:pt x="0" y="0"/>
                </a:moveTo>
                <a:lnTo>
                  <a:pt x="184299" y="63857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26" name="path-982">
            <a:extLst xmlns:a="http://schemas.openxmlformats.org/drawingml/2006/main">
              <a:ext uri="{FF2B5EF4-FFF2-40B4-BE49-F238E27FC236}">
                <a16:creationId xmlns:a16="http://schemas.microsoft.com/office/drawing/2014/main" id="{622DC58B-A192-4BCC-A9AC-170CB89DD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4850" y="3344612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63950"/>
                </a:moveTo>
                <a:lnTo>
                  <a:pt x="1842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27" name="path-983">
            <a:extLst xmlns:a="http://schemas.openxmlformats.org/drawingml/2006/main">
              <a:ext uri="{FF2B5EF4-FFF2-40B4-BE49-F238E27FC236}">
                <a16:creationId xmlns:a16="http://schemas.microsoft.com/office/drawing/2014/main" id="{393A3189-487F-459F-ACF8-1032F3209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0913" y="2715538"/>
            <a:ext cx="130847" cy="130838"/>
          </a:xfrm>
          <a:custGeom xmlns:a="http://schemas.openxmlformats.org/drawingml/2006/main">
            <a:pathLst>
              <a:path w="119822" h="119813">
                <a:moveTo>
                  <a:pt x="98499" y="21314"/>
                </a:moveTo>
                <a:cubicBezTo>
                  <a:pt x="119822" y="42628"/>
                  <a:pt x="119822" y="77186"/>
                  <a:pt x="98499" y="98499"/>
                </a:cubicBezTo>
                <a:cubicBezTo>
                  <a:pt x="77186" y="119813"/>
                  <a:pt x="42628" y="119813"/>
                  <a:pt x="21314" y="98499"/>
                </a:cubicBezTo>
                <a:cubicBezTo>
                  <a:pt x="0" y="77186"/>
                  <a:pt x="0" y="42628"/>
                  <a:pt x="21314" y="21314"/>
                </a:cubicBezTo>
                <a:cubicBezTo>
                  <a:pt x="42628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8" name="path-984">
            <a:extLst xmlns:a="http://schemas.openxmlformats.org/drawingml/2006/main">
              <a:ext uri="{FF2B5EF4-FFF2-40B4-BE49-F238E27FC236}">
                <a16:creationId xmlns:a16="http://schemas.microsoft.com/office/drawing/2014/main" id="{0B5787CF-9E00-4808-B199-161AEE498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8755" y="2691671"/>
            <a:ext cx="201257" cy="69735"/>
          </a:xfrm>
          <a:custGeom xmlns:a="http://schemas.openxmlformats.org/drawingml/2006/main">
            <a:pathLst>
              <a:path w="184299" h="63860">
                <a:moveTo>
                  <a:pt x="0" y="0"/>
                </a:moveTo>
                <a:lnTo>
                  <a:pt x="184299" y="6386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29" name="path-985">
            <a:extLst xmlns:a="http://schemas.openxmlformats.org/drawingml/2006/main">
              <a:ext uri="{FF2B5EF4-FFF2-40B4-BE49-F238E27FC236}">
                <a16:creationId xmlns:a16="http://schemas.microsoft.com/office/drawing/2014/main" id="{57EAE8F5-DA0E-4A5B-A2CB-8AE56B103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8755" y="2800442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63950"/>
                </a:moveTo>
                <a:lnTo>
                  <a:pt x="1842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30" name="path-986">
            <a:extLst xmlns:a="http://schemas.openxmlformats.org/drawingml/2006/main">
              <a:ext uri="{FF2B5EF4-FFF2-40B4-BE49-F238E27FC236}">
                <a16:creationId xmlns:a16="http://schemas.microsoft.com/office/drawing/2014/main" id="{FBAC3522-90D1-4204-998D-7BE7CFC77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0913" y="2933206"/>
            <a:ext cx="130847" cy="130837"/>
          </a:xfrm>
          <a:custGeom xmlns:a="http://schemas.openxmlformats.org/drawingml/2006/main">
            <a:pathLst>
              <a:path w="119822" h="119812">
                <a:moveTo>
                  <a:pt x="98499" y="21313"/>
                </a:moveTo>
                <a:cubicBezTo>
                  <a:pt x="119822" y="42627"/>
                  <a:pt x="119822" y="77186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6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1" name="path-987">
            <a:extLst xmlns:a="http://schemas.openxmlformats.org/drawingml/2006/main">
              <a:ext uri="{FF2B5EF4-FFF2-40B4-BE49-F238E27FC236}">
                <a16:creationId xmlns:a16="http://schemas.microsoft.com/office/drawing/2014/main" id="{EDF45329-3B10-45D5-9466-1AC52BAFA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0913" y="3150874"/>
            <a:ext cx="130847" cy="130836"/>
          </a:xfrm>
          <a:custGeom xmlns:a="http://schemas.openxmlformats.org/drawingml/2006/main">
            <a:pathLst>
              <a:path w="119822" h="119812">
                <a:moveTo>
                  <a:pt x="98499" y="21313"/>
                </a:moveTo>
                <a:cubicBezTo>
                  <a:pt x="119822" y="42627"/>
                  <a:pt x="119822" y="77185"/>
                  <a:pt x="98499" y="98499"/>
                </a:cubicBezTo>
                <a:cubicBezTo>
                  <a:pt x="77186" y="119812"/>
                  <a:pt x="42628" y="119812"/>
                  <a:pt x="21314" y="98499"/>
                </a:cubicBezTo>
                <a:cubicBezTo>
                  <a:pt x="0" y="77185"/>
                  <a:pt x="0" y="42627"/>
                  <a:pt x="21314" y="21313"/>
                </a:cubicBezTo>
                <a:cubicBezTo>
                  <a:pt x="42628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2" name="path-988">
            <a:extLst xmlns:a="http://schemas.openxmlformats.org/drawingml/2006/main">
              <a:ext uri="{FF2B5EF4-FFF2-40B4-BE49-F238E27FC236}">
                <a16:creationId xmlns:a16="http://schemas.microsoft.com/office/drawing/2014/main" id="{F65CF37C-5BCC-442A-A13D-C0C6F8808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36" y="2715111"/>
            <a:ext cx="231287" cy="240597"/>
          </a:xfrm>
          <a:custGeom xmlns:a="http://schemas.openxmlformats.org/drawingml/2006/main">
            <a:pathLst>
              <a:path w="211799" h="220324">
                <a:moveTo>
                  <a:pt x="211799" y="220324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33" name="path-989">
            <a:extLst xmlns:a="http://schemas.openxmlformats.org/drawingml/2006/main">
              <a:ext uri="{FF2B5EF4-FFF2-40B4-BE49-F238E27FC236}">
                <a16:creationId xmlns:a16="http://schemas.microsoft.com/office/drawing/2014/main" id="{9AB029FB-17B0-4009-9EE4-0AB10DBDD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8755" y="2909317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0"/>
                </a:moveTo>
                <a:lnTo>
                  <a:pt x="184299" y="6395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34" name="path-990">
            <a:extLst xmlns:a="http://schemas.openxmlformats.org/drawingml/2006/main">
              <a:ext uri="{FF2B5EF4-FFF2-40B4-BE49-F238E27FC236}">
                <a16:creationId xmlns:a16="http://schemas.microsoft.com/office/drawing/2014/main" id="{8977C840-4805-44E5-9E90-F778E9416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8755" y="3018191"/>
            <a:ext cx="201257" cy="69732"/>
          </a:xfrm>
          <a:custGeom xmlns:a="http://schemas.openxmlformats.org/drawingml/2006/main">
            <a:pathLst>
              <a:path w="184299" h="63857">
                <a:moveTo>
                  <a:pt x="0" y="63857"/>
                </a:moveTo>
                <a:lnTo>
                  <a:pt x="1842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35" name="path-991">
            <a:extLst xmlns:a="http://schemas.openxmlformats.org/drawingml/2006/main">
              <a:ext uri="{FF2B5EF4-FFF2-40B4-BE49-F238E27FC236}">
                <a16:creationId xmlns:a16="http://schemas.microsoft.com/office/drawing/2014/main" id="{959072EC-55A4-435A-B5BE-B5B4272CC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36" y="2932760"/>
            <a:ext cx="231287" cy="240597"/>
          </a:xfrm>
          <a:custGeom xmlns:a="http://schemas.openxmlformats.org/drawingml/2006/main">
            <a:pathLst>
              <a:path w="211799" h="220324">
                <a:moveTo>
                  <a:pt x="0" y="0"/>
                </a:moveTo>
                <a:lnTo>
                  <a:pt x="211799" y="220324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36" name="path-992">
            <a:extLst xmlns:a="http://schemas.openxmlformats.org/drawingml/2006/main">
              <a:ext uri="{FF2B5EF4-FFF2-40B4-BE49-F238E27FC236}">
                <a16:creationId xmlns:a16="http://schemas.microsoft.com/office/drawing/2014/main" id="{3AB8675D-B549-4D12-9016-F370FDB03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8755" y="3126963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0"/>
                </a:moveTo>
                <a:lnTo>
                  <a:pt x="184299" y="6395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37" name="path-993">
            <a:extLst xmlns:a="http://schemas.openxmlformats.org/drawingml/2006/main">
              <a:ext uri="{FF2B5EF4-FFF2-40B4-BE49-F238E27FC236}">
                <a16:creationId xmlns:a16="http://schemas.microsoft.com/office/drawing/2014/main" id="{E2BEFABB-8E0F-4ED2-AF9B-93D907A21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8755" y="3235841"/>
            <a:ext cx="201257" cy="69732"/>
          </a:xfrm>
          <a:custGeom xmlns:a="http://schemas.openxmlformats.org/drawingml/2006/main">
            <a:pathLst>
              <a:path w="184299" h="63857">
                <a:moveTo>
                  <a:pt x="0" y="63857"/>
                </a:moveTo>
                <a:lnTo>
                  <a:pt x="1842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38" name="path-994">
            <a:extLst xmlns:a="http://schemas.openxmlformats.org/drawingml/2006/main">
              <a:ext uri="{FF2B5EF4-FFF2-40B4-BE49-F238E27FC236}">
                <a16:creationId xmlns:a16="http://schemas.microsoft.com/office/drawing/2014/main" id="{856A8988-78A7-4290-BCF7-5F0694575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36" y="3041635"/>
            <a:ext cx="231287" cy="240494"/>
          </a:xfrm>
          <a:custGeom xmlns:a="http://schemas.openxmlformats.org/drawingml/2006/main">
            <a:pathLst>
              <a:path w="211799" h="220230">
                <a:moveTo>
                  <a:pt x="0" y="220230"/>
                </a:moveTo>
                <a:lnTo>
                  <a:pt x="2117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39" name="path-995">
            <a:extLst xmlns:a="http://schemas.openxmlformats.org/drawingml/2006/main">
              <a:ext uri="{FF2B5EF4-FFF2-40B4-BE49-F238E27FC236}">
                <a16:creationId xmlns:a16="http://schemas.microsoft.com/office/drawing/2014/main" id="{E3031314-55FB-47C8-A493-D848F10C2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2222" y="2723756"/>
            <a:ext cx="254323" cy="440857"/>
          </a:xfrm>
          <a:custGeom xmlns:a="http://schemas.openxmlformats.org/drawingml/2006/main">
            <a:pathLst>
              <a:path w="232894" h="403711">
                <a:moveTo>
                  <a:pt x="0" y="0"/>
                </a:moveTo>
                <a:lnTo>
                  <a:pt x="232894" y="403711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0" name="path-996">
            <a:extLst xmlns:a="http://schemas.openxmlformats.org/drawingml/2006/main">
              <a:ext uri="{FF2B5EF4-FFF2-40B4-BE49-F238E27FC236}">
                <a16:creationId xmlns:a16="http://schemas.microsoft.com/office/drawing/2014/main" id="{4F5AE6CC-B870-4355-87EC-6437CA2AE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36" y="2823886"/>
            <a:ext cx="231287" cy="240597"/>
          </a:xfrm>
          <a:custGeom xmlns:a="http://schemas.openxmlformats.org/drawingml/2006/main">
            <a:pathLst>
              <a:path w="211799" h="220324">
                <a:moveTo>
                  <a:pt x="0" y="220324"/>
                </a:moveTo>
                <a:lnTo>
                  <a:pt x="2117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1" name="path-997">
            <a:extLst xmlns:a="http://schemas.openxmlformats.org/drawingml/2006/main">
              <a:ext uri="{FF2B5EF4-FFF2-40B4-BE49-F238E27FC236}">
                <a16:creationId xmlns:a16="http://schemas.microsoft.com/office/drawing/2014/main" id="{563D8ED1-5EDF-440E-A9C6-6F671BA58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2222" y="2832630"/>
            <a:ext cx="254323" cy="440857"/>
          </a:xfrm>
          <a:custGeom xmlns:a="http://schemas.openxmlformats.org/drawingml/2006/main">
            <a:pathLst>
              <a:path w="232894" h="403711">
                <a:moveTo>
                  <a:pt x="0" y="403711"/>
                </a:moveTo>
                <a:lnTo>
                  <a:pt x="2328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2" name="path-998">
            <a:extLst xmlns:a="http://schemas.openxmlformats.org/drawingml/2006/main">
              <a:ext uri="{FF2B5EF4-FFF2-40B4-BE49-F238E27FC236}">
                <a16:creationId xmlns:a16="http://schemas.microsoft.com/office/drawing/2014/main" id="{73A97AB4-AC80-4A38-8B71-DF2577F20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317" y="2723756"/>
            <a:ext cx="254323" cy="440857"/>
          </a:xfrm>
          <a:custGeom xmlns:a="http://schemas.openxmlformats.org/drawingml/2006/main">
            <a:pathLst>
              <a:path w="232894" h="403711">
                <a:moveTo>
                  <a:pt x="0" y="403711"/>
                </a:moveTo>
                <a:lnTo>
                  <a:pt x="2328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3" name="path-999">
            <a:extLst xmlns:a="http://schemas.openxmlformats.org/drawingml/2006/main">
              <a:ext uri="{FF2B5EF4-FFF2-40B4-BE49-F238E27FC236}">
                <a16:creationId xmlns:a16="http://schemas.microsoft.com/office/drawing/2014/main" id="{1FEAD881-5944-4939-957F-2F6A6A07E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1234" y="2727230"/>
            <a:ext cx="268478" cy="651655"/>
          </a:xfrm>
          <a:custGeom xmlns:a="http://schemas.openxmlformats.org/drawingml/2006/main">
            <a:pathLst>
              <a:path w="245856" h="596747">
                <a:moveTo>
                  <a:pt x="0" y="596747"/>
                </a:moveTo>
                <a:lnTo>
                  <a:pt x="245856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4" name="path-1000">
            <a:extLst xmlns:a="http://schemas.openxmlformats.org/drawingml/2006/main">
              <a:ext uri="{FF2B5EF4-FFF2-40B4-BE49-F238E27FC236}">
                <a16:creationId xmlns:a16="http://schemas.microsoft.com/office/drawing/2014/main" id="{8452C0D3-8696-417A-8CD8-EC090C49E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9830" y="2932760"/>
            <a:ext cx="231287" cy="240597"/>
          </a:xfrm>
          <a:custGeom xmlns:a="http://schemas.openxmlformats.org/drawingml/2006/main">
            <a:pathLst>
              <a:path w="211799" h="220324">
                <a:moveTo>
                  <a:pt x="0" y="220324"/>
                </a:moveTo>
                <a:lnTo>
                  <a:pt x="2117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5" name="path-1001">
            <a:extLst xmlns:a="http://schemas.openxmlformats.org/drawingml/2006/main">
              <a:ext uri="{FF2B5EF4-FFF2-40B4-BE49-F238E27FC236}">
                <a16:creationId xmlns:a16="http://schemas.microsoft.com/office/drawing/2014/main" id="{A1352F54-A02C-47B4-BC59-86FA75B91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317" y="2941402"/>
            <a:ext cx="254323" cy="440960"/>
          </a:xfrm>
          <a:custGeom xmlns:a="http://schemas.openxmlformats.org/drawingml/2006/main">
            <a:pathLst>
              <a:path w="232894" h="403805">
                <a:moveTo>
                  <a:pt x="0" y="403805"/>
                </a:moveTo>
                <a:lnTo>
                  <a:pt x="2328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6" name="path-1002">
            <a:extLst xmlns:a="http://schemas.openxmlformats.org/drawingml/2006/main">
              <a:ext uri="{FF2B5EF4-FFF2-40B4-BE49-F238E27FC236}">
                <a16:creationId xmlns:a16="http://schemas.microsoft.com/office/drawing/2014/main" id="{A2D2A0A1-1075-4C65-A84F-34A2C2BC8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9830" y="2823886"/>
            <a:ext cx="231287" cy="240597"/>
          </a:xfrm>
          <a:custGeom xmlns:a="http://schemas.openxmlformats.org/drawingml/2006/main">
            <a:pathLst>
              <a:path w="211799" h="220324">
                <a:moveTo>
                  <a:pt x="211799" y="220324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7" name="path-1003">
            <a:extLst xmlns:a="http://schemas.openxmlformats.org/drawingml/2006/main">
              <a:ext uri="{FF2B5EF4-FFF2-40B4-BE49-F238E27FC236}">
                <a16:creationId xmlns:a16="http://schemas.microsoft.com/office/drawing/2014/main" id="{8F7EDFF2-CC3E-49AD-ABD4-50217F4C0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317" y="2614981"/>
            <a:ext cx="254323" cy="440857"/>
          </a:xfrm>
          <a:custGeom xmlns:a="http://schemas.openxmlformats.org/drawingml/2006/main">
            <a:pathLst>
              <a:path w="232894" h="403711">
                <a:moveTo>
                  <a:pt x="232894" y="40371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8" name="path-1004">
            <a:extLst xmlns:a="http://schemas.openxmlformats.org/drawingml/2006/main">
              <a:ext uri="{FF2B5EF4-FFF2-40B4-BE49-F238E27FC236}">
                <a16:creationId xmlns:a16="http://schemas.microsoft.com/office/drawing/2014/main" id="{42F392AF-E58A-48A5-ABB7-A49FCC61C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1234" y="2618458"/>
            <a:ext cx="268478" cy="651552"/>
          </a:xfrm>
          <a:custGeom xmlns:a="http://schemas.openxmlformats.org/drawingml/2006/main">
            <a:pathLst>
              <a:path w="245856" h="596653">
                <a:moveTo>
                  <a:pt x="245856" y="5966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49" name="path-1005">
            <a:extLst xmlns:a="http://schemas.openxmlformats.org/drawingml/2006/main">
              <a:ext uri="{FF2B5EF4-FFF2-40B4-BE49-F238E27FC236}">
                <a16:creationId xmlns:a16="http://schemas.microsoft.com/office/drawing/2014/main" id="{BEED6697-45BF-41D7-ADDC-A91D71FBCE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317" y="2832630"/>
            <a:ext cx="254323" cy="440857"/>
          </a:xfrm>
          <a:custGeom xmlns:a="http://schemas.openxmlformats.org/drawingml/2006/main">
            <a:pathLst>
              <a:path w="232894" h="403711">
                <a:moveTo>
                  <a:pt x="232894" y="40371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50" name="path-1006">
            <a:extLst xmlns:a="http://schemas.openxmlformats.org/drawingml/2006/main">
              <a:ext uri="{FF2B5EF4-FFF2-40B4-BE49-F238E27FC236}">
                <a16:creationId xmlns:a16="http://schemas.microsoft.com/office/drawing/2014/main" id="{A0C7DFAA-1235-4A8E-A67E-7A21382F4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819" y="2824371"/>
            <a:ext cx="130847" cy="130838"/>
          </a:xfrm>
          <a:custGeom xmlns:a="http://schemas.openxmlformats.org/drawingml/2006/main">
            <a:pathLst>
              <a:path w="119822" h="119813">
                <a:moveTo>
                  <a:pt x="98499" y="21314"/>
                </a:moveTo>
                <a:cubicBezTo>
                  <a:pt x="119822" y="42628"/>
                  <a:pt x="119822" y="77186"/>
                  <a:pt x="98499" y="98499"/>
                </a:cubicBezTo>
                <a:cubicBezTo>
                  <a:pt x="77186" y="119813"/>
                  <a:pt x="42627" y="119813"/>
                  <a:pt x="21314" y="98499"/>
                </a:cubicBezTo>
                <a:cubicBezTo>
                  <a:pt x="0" y="77186"/>
                  <a:pt x="0" y="42628"/>
                  <a:pt x="21314" y="21314"/>
                </a:cubicBezTo>
                <a:cubicBezTo>
                  <a:pt x="42627" y="0"/>
                  <a:pt x="77186" y="0"/>
                  <a:pt x="98499" y="213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1" name="path-1007">
            <a:extLst xmlns:a="http://schemas.openxmlformats.org/drawingml/2006/main">
              <a:ext uri="{FF2B5EF4-FFF2-40B4-BE49-F238E27FC236}">
                <a16:creationId xmlns:a16="http://schemas.microsoft.com/office/drawing/2014/main" id="{BEB2DF70-22CF-4E63-B797-8D640B70F6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819" y="3042040"/>
            <a:ext cx="130847" cy="130837"/>
          </a:xfrm>
          <a:custGeom xmlns:a="http://schemas.openxmlformats.org/drawingml/2006/main">
            <a:pathLst>
              <a:path w="119822" h="119812">
                <a:moveTo>
                  <a:pt x="98499" y="21313"/>
                </a:moveTo>
                <a:cubicBezTo>
                  <a:pt x="119822" y="42627"/>
                  <a:pt x="119822" y="77185"/>
                  <a:pt x="98499" y="98499"/>
                </a:cubicBezTo>
                <a:cubicBezTo>
                  <a:pt x="77186" y="119812"/>
                  <a:pt x="42627" y="119812"/>
                  <a:pt x="21314" y="98499"/>
                </a:cubicBezTo>
                <a:cubicBezTo>
                  <a:pt x="0" y="77185"/>
                  <a:pt x="0" y="42627"/>
                  <a:pt x="21314" y="21313"/>
                </a:cubicBezTo>
                <a:cubicBezTo>
                  <a:pt x="42627" y="0"/>
                  <a:pt x="77186" y="0"/>
                  <a:pt x="98499" y="213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2" name="path-1008">
            <a:extLst xmlns:a="http://schemas.openxmlformats.org/drawingml/2006/main">
              <a:ext uri="{FF2B5EF4-FFF2-40B4-BE49-F238E27FC236}">
                <a16:creationId xmlns:a16="http://schemas.microsoft.com/office/drawing/2014/main" id="{4EA57365-9D3C-4631-B8D9-FA6DA4C9C5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2661" y="2800442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0"/>
                </a:moveTo>
                <a:lnTo>
                  <a:pt x="184299" y="6395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53" name="path-1009">
            <a:extLst xmlns:a="http://schemas.openxmlformats.org/drawingml/2006/main">
              <a:ext uri="{FF2B5EF4-FFF2-40B4-BE49-F238E27FC236}">
                <a16:creationId xmlns:a16="http://schemas.microsoft.com/office/drawing/2014/main" id="{61710F46-4885-4B76-B71B-3C35EFF7D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2661" y="2909317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63950"/>
                </a:moveTo>
                <a:lnTo>
                  <a:pt x="1842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54" name="path-1010">
            <a:extLst xmlns:a="http://schemas.openxmlformats.org/drawingml/2006/main">
              <a:ext uri="{FF2B5EF4-FFF2-40B4-BE49-F238E27FC236}">
                <a16:creationId xmlns:a16="http://schemas.microsoft.com/office/drawing/2014/main" id="{78A232F3-6D3C-47AC-BDF0-69F840FA2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67641" y="2932760"/>
            <a:ext cx="231287" cy="240597"/>
          </a:xfrm>
          <a:custGeom xmlns:a="http://schemas.openxmlformats.org/drawingml/2006/main">
            <a:pathLst>
              <a:path w="211799" h="220324">
                <a:moveTo>
                  <a:pt x="0" y="220324"/>
                </a:moveTo>
                <a:lnTo>
                  <a:pt x="2117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55" name="path-1011">
            <a:extLst xmlns:a="http://schemas.openxmlformats.org/drawingml/2006/main">
              <a:ext uri="{FF2B5EF4-FFF2-40B4-BE49-F238E27FC236}">
                <a16:creationId xmlns:a16="http://schemas.microsoft.com/office/drawing/2014/main" id="{9B8124A8-D240-4C3E-AF7C-170348E72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67641" y="2823886"/>
            <a:ext cx="231287" cy="240597"/>
          </a:xfrm>
          <a:custGeom xmlns:a="http://schemas.openxmlformats.org/drawingml/2006/main">
            <a:pathLst>
              <a:path w="211799" h="220324">
                <a:moveTo>
                  <a:pt x="0" y="0"/>
                </a:moveTo>
                <a:lnTo>
                  <a:pt x="211799" y="220324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56" name="path-1012">
            <a:extLst xmlns:a="http://schemas.openxmlformats.org/drawingml/2006/main">
              <a:ext uri="{FF2B5EF4-FFF2-40B4-BE49-F238E27FC236}">
                <a16:creationId xmlns:a16="http://schemas.microsoft.com/office/drawing/2014/main" id="{F87DC57F-D762-4992-A421-72F53FDEF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2661" y="3018191"/>
            <a:ext cx="201257" cy="69732"/>
          </a:xfrm>
          <a:custGeom xmlns:a="http://schemas.openxmlformats.org/drawingml/2006/main">
            <a:pathLst>
              <a:path w="184299" h="63857">
                <a:moveTo>
                  <a:pt x="0" y="0"/>
                </a:moveTo>
                <a:lnTo>
                  <a:pt x="184299" y="63857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57" name="path-1013">
            <a:extLst xmlns:a="http://schemas.openxmlformats.org/drawingml/2006/main">
              <a:ext uri="{FF2B5EF4-FFF2-40B4-BE49-F238E27FC236}">
                <a16:creationId xmlns:a16="http://schemas.microsoft.com/office/drawing/2014/main" id="{7AE82771-4702-446D-8D70-1C6D97A6F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2661" y="3126963"/>
            <a:ext cx="201257" cy="69835"/>
          </a:xfrm>
          <a:custGeom xmlns:a="http://schemas.openxmlformats.org/drawingml/2006/main">
            <a:pathLst>
              <a:path w="184299" h="63950">
                <a:moveTo>
                  <a:pt x="0" y="63950"/>
                </a:moveTo>
                <a:lnTo>
                  <a:pt x="1842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058" name="path-1014">
            <a:extLst xmlns:a="http://schemas.openxmlformats.org/drawingml/2006/main">
              <a:ext uri="{FF2B5EF4-FFF2-40B4-BE49-F238E27FC236}">
                <a16:creationId xmlns:a16="http://schemas.microsoft.com/office/drawing/2014/main" id="{23D69469-636C-40EA-AFC0-41069CE89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2369" y="2993652"/>
            <a:ext cx="167880" cy="191"/>
          </a:xfrm>
          <a:custGeom xmlns:a="http://schemas.openxmlformats.org/drawingml/2006/main">
            <a:pathLst>
              <a:path w="153734" h="191">
                <a:moveTo>
                  <a:pt x="0" y="0"/>
                </a:moveTo>
                <a:lnTo>
                  <a:pt x="15373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059" name="path-1015">
            <a:extLst xmlns:a="http://schemas.openxmlformats.org/drawingml/2006/main">
              <a:ext uri="{FF2B5EF4-FFF2-40B4-BE49-F238E27FC236}">
                <a16:creationId xmlns:a16="http://schemas.microsoft.com/office/drawing/2014/main" id="{F0A28ACB-68BF-4C55-A9DC-B770CA02C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7473" y="2960871"/>
            <a:ext cx="87417" cy="65562"/>
          </a:xfrm>
          <a:custGeom xmlns:a="http://schemas.openxmlformats.org/drawingml/2006/main">
            <a:pathLst>
              <a:path w="80052" h="60038">
                <a:moveTo>
                  <a:pt x="80052" y="30019"/>
                </a:moveTo>
                <a:lnTo>
                  <a:pt x="0" y="0"/>
                </a:lnTo>
                <a:lnTo>
                  <a:pt x="30020" y="30019"/>
                </a:lnTo>
                <a:lnTo>
                  <a:pt x="0" y="60038"/>
                </a:lnTo>
                <a:lnTo>
                  <a:pt x="80052" y="3001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0" name="path-1016">
            <a:extLst xmlns:a="http://schemas.openxmlformats.org/drawingml/2006/main">
              <a:ext uri="{FF2B5EF4-FFF2-40B4-BE49-F238E27FC236}">
                <a16:creationId xmlns:a16="http://schemas.microsoft.com/office/drawing/2014/main" id="{3225AF9D-5EE2-4D7E-A4D0-E3FD1AE2C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7467" y="2960872"/>
            <a:ext cx="87417" cy="65563"/>
          </a:xfrm>
          <a:custGeom xmlns:a="http://schemas.openxmlformats.org/drawingml/2006/main">
            <a:pathLst>
              <a:path w="80051" h="60039">
                <a:moveTo>
                  <a:pt x="80051" y="30018"/>
                </a:moveTo>
                <a:lnTo>
                  <a:pt x="0" y="0"/>
                </a:lnTo>
                <a:lnTo>
                  <a:pt x="30020" y="30018"/>
                </a:lnTo>
                <a:lnTo>
                  <a:pt x="0" y="60039"/>
                </a:lnTo>
                <a:lnTo>
                  <a:pt x="80051" y="30018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061" name="path-1017">
            <a:extLst xmlns:a="http://schemas.openxmlformats.org/drawingml/2006/main">
              <a:ext uri="{FF2B5EF4-FFF2-40B4-BE49-F238E27FC236}">
                <a16:creationId xmlns:a16="http://schemas.microsoft.com/office/drawing/2014/main" id="{DBE38A60-5C68-4350-A5C1-B38A0A877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2961" y="2993652"/>
            <a:ext cx="167880" cy="191"/>
          </a:xfrm>
          <a:custGeom xmlns:a="http://schemas.openxmlformats.org/drawingml/2006/main">
            <a:pathLst>
              <a:path w="153734" h="191">
                <a:moveTo>
                  <a:pt x="0" y="0"/>
                </a:moveTo>
                <a:lnTo>
                  <a:pt x="15373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062" name="path-1018">
            <a:extLst xmlns:a="http://schemas.openxmlformats.org/drawingml/2006/main">
              <a:ext uri="{FF2B5EF4-FFF2-40B4-BE49-F238E27FC236}">
                <a16:creationId xmlns:a16="http://schemas.microsoft.com/office/drawing/2014/main" id="{58614DEA-5231-451D-A27E-989ECD586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8064" y="2960871"/>
            <a:ext cx="87417" cy="65562"/>
          </a:xfrm>
          <a:custGeom xmlns:a="http://schemas.openxmlformats.org/drawingml/2006/main">
            <a:pathLst>
              <a:path w="80051" h="60038">
                <a:moveTo>
                  <a:pt x="80051" y="30019"/>
                </a:moveTo>
                <a:lnTo>
                  <a:pt x="0" y="0"/>
                </a:lnTo>
                <a:lnTo>
                  <a:pt x="30019" y="30019"/>
                </a:lnTo>
                <a:lnTo>
                  <a:pt x="0" y="60038"/>
                </a:lnTo>
                <a:lnTo>
                  <a:pt x="80051" y="3001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3" name="path-1019">
            <a:extLst xmlns:a="http://schemas.openxmlformats.org/drawingml/2006/main">
              <a:ext uri="{FF2B5EF4-FFF2-40B4-BE49-F238E27FC236}">
                <a16:creationId xmlns:a16="http://schemas.microsoft.com/office/drawing/2014/main" id="{8B0CECA7-E780-4E4B-A9D5-F0116BFD1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8059" y="2960872"/>
            <a:ext cx="87417" cy="65563"/>
          </a:xfrm>
          <a:custGeom xmlns:a="http://schemas.openxmlformats.org/drawingml/2006/main">
            <a:pathLst>
              <a:path w="80051" h="60039">
                <a:moveTo>
                  <a:pt x="80051" y="30018"/>
                </a:moveTo>
                <a:lnTo>
                  <a:pt x="0" y="0"/>
                </a:lnTo>
                <a:lnTo>
                  <a:pt x="30019" y="30018"/>
                </a:lnTo>
                <a:lnTo>
                  <a:pt x="0" y="60039"/>
                </a:lnTo>
                <a:lnTo>
                  <a:pt x="80051" y="30018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064" name="path-1020">
            <a:extLst xmlns:a="http://schemas.openxmlformats.org/drawingml/2006/main">
              <a:ext uri="{FF2B5EF4-FFF2-40B4-BE49-F238E27FC236}">
                <a16:creationId xmlns:a16="http://schemas.microsoft.com/office/drawing/2014/main" id="{2256AAC4-003F-47F3-B916-129756D17C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23252" y="2295411"/>
            <a:ext cx="104900" cy="166590"/>
          </a:xfrm>
          <a:custGeom xmlns:a="http://schemas.openxmlformats.org/drawingml/2006/main">
            <a:pathLst>
              <a:path w="96061" h="152553">
                <a:moveTo>
                  <a:pt x="0" y="152553"/>
                </a:moveTo>
                <a:lnTo>
                  <a:pt x="9606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sp>
        <p:nvSpPr>
          <p:cNvPr id="1065" name="path-1021">
            <a:extLst xmlns:a="http://schemas.openxmlformats.org/drawingml/2006/main">
              <a:ext uri="{FF2B5EF4-FFF2-40B4-BE49-F238E27FC236}">
                <a16:creationId xmlns:a16="http://schemas.microsoft.com/office/drawing/2014/main" id="{B6C51AE4-9519-4963-91FB-9C92E53CA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8912" y="1999785"/>
            <a:ext cx="84560" cy="462217"/>
          </a:xfrm>
          <a:custGeom xmlns:a="http://schemas.openxmlformats.org/drawingml/2006/main">
            <a:pathLst>
              <a:path w="77435" h="423271">
                <a:moveTo>
                  <a:pt x="77435" y="42327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sp>
        <p:nvSpPr>
          <p:cNvPr id="1066" name="path-1022">
            <a:extLst xmlns:a="http://schemas.openxmlformats.org/drawingml/2006/main">
              <a:ext uri="{FF2B5EF4-FFF2-40B4-BE49-F238E27FC236}">
                <a16:creationId xmlns:a16="http://schemas.microsoft.com/office/drawing/2014/main" id="{927B19B5-3DC2-41B4-92EB-1462DC761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00109" y="2198866"/>
            <a:ext cx="109032" cy="109032"/>
          </a:xfrm>
          <a:custGeom xmlns:a="http://schemas.openxmlformats.org/drawingml/2006/main">
            <a:pathLst>
              <a:path w="99845" h="99845">
                <a:moveTo>
                  <a:pt x="82089" y="17766"/>
                </a:moveTo>
                <a:cubicBezTo>
                  <a:pt x="99845" y="35522"/>
                  <a:pt x="99845" y="64323"/>
                  <a:pt x="82089" y="82088"/>
                </a:cubicBezTo>
                <a:cubicBezTo>
                  <a:pt x="64323" y="99845"/>
                  <a:pt x="35523" y="99845"/>
                  <a:pt x="17766" y="82088"/>
                </a:cubicBezTo>
                <a:cubicBezTo>
                  <a:pt x="0" y="64323"/>
                  <a:pt x="0" y="35522"/>
                  <a:pt x="17766" y="17766"/>
                </a:cubicBezTo>
                <a:cubicBezTo>
                  <a:pt x="35523" y="0"/>
                  <a:pt x="64323" y="0"/>
                  <a:pt x="82089" y="17766"/>
                </a:cubicBezTo>
              </a:path>
            </a:pathLst>
          </a:custGeom>
          <a:solidFill xmlns:a="http://schemas.openxmlformats.org/drawingml/2006/main">
            <a:srgbClr val="66666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7" name="path-1023">
            <a:extLst xmlns:a="http://schemas.openxmlformats.org/drawingml/2006/main">
              <a:ext uri="{FF2B5EF4-FFF2-40B4-BE49-F238E27FC236}">
                <a16:creationId xmlns:a16="http://schemas.microsoft.com/office/drawing/2014/main" id="{7986D8F0-7DD4-4E9B-A728-E3A5699F3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5457" y="1896404"/>
            <a:ext cx="109032" cy="109032"/>
          </a:xfrm>
          <a:custGeom xmlns:a="http://schemas.openxmlformats.org/drawingml/2006/main">
            <a:pathLst>
              <a:path w="99845" h="99845">
                <a:moveTo>
                  <a:pt x="82088" y="17756"/>
                </a:moveTo>
                <a:cubicBezTo>
                  <a:pt x="99845" y="35522"/>
                  <a:pt x="99845" y="64322"/>
                  <a:pt x="82088" y="82079"/>
                </a:cubicBezTo>
                <a:cubicBezTo>
                  <a:pt x="64322" y="99845"/>
                  <a:pt x="35523" y="99845"/>
                  <a:pt x="17766" y="82079"/>
                </a:cubicBezTo>
                <a:cubicBezTo>
                  <a:pt x="0" y="64322"/>
                  <a:pt x="0" y="35522"/>
                  <a:pt x="17766" y="17756"/>
                </a:cubicBezTo>
                <a:cubicBezTo>
                  <a:pt x="35523" y="0"/>
                  <a:pt x="64322" y="0"/>
                  <a:pt x="82088" y="17756"/>
                </a:cubicBezTo>
              </a:path>
            </a:pathLst>
          </a:custGeom>
          <a:solidFill xmlns:a="http://schemas.openxmlformats.org/drawingml/2006/main">
            <a:srgbClr val="66666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8" name="path-1024">
            <a:extLst xmlns:a="http://schemas.openxmlformats.org/drawingml/2006/main">
              <a:ext uri="{FF2B5EF4-FFF2-40B4-BE49-F238E27FC236}">
                <a16:creationId xmlns:a16="http://schemas.microsoft.com/office/drawing/2014/main" id="{3240FB10-A6D2-4E9A-A1EE-4A69EF6ED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8336" y="2471933"/>
            <a:ext cx="3724846" cy="3456934"/>
          </a:xfrm>
          <a:custGeom xmlns:a="http://schemas.openxmlformats.org/drawingml/2006/main">
            <a:pathLst>
              <a:path w="3410993" h="3165655">
                <a:moveTo>
                  <a:pt x="0" y="0"/>
                </a:moveTo>
                <a:lnTo>
                  <a:pt x="0" y="3165655"/>
                </a:lnTo>
                <a:lnTo>
                  <a:pt x="3410993" y="3165655"/>
                </a:lnTo>
                <a:lnTo>
                  <a:pt x="3410993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sp>
        <p:nvSpPr>
          <p:cNvPr id="1069" name="text-1025 Resource-constrained">
            <a:extLst xmlns:a="http://schemas.openxmlformats.org/drawingml/2006/main">
              <a:ext uri="{FF2B5EF4-FFF2-40B4-BE49-F238E27FC236}">
                <a16:creationId xmlns:a16="http://schemas.microsoft.com/office/drawing/2014/main" id="{36B3E183-768A-419C-AAB0-437F2A4EA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92270" y="5600392"/>
            <a:ext cx="1920190" cy="2504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Resource-constrained</a:t>
            </a:r>
          </a:p>
        </p:txBody>
      </p:sp>
      <p:sp>
        <p:nvSpPr>
          <p:cNvPr id="1070" name="text-1026 Hardware">
            <a:extLst xmlns:a="http://schemas.openxmlformats.org/drawingml/2006/main">
              <a:ext uri="{FF2B5EF4-FFF2-40B4-BE49-F238E27FC236}">
                <a16:creationId xmlns:a16="http://schemas.microsoft.com/office/drawing/2014/main" id="{8F6B9C58-C1E6-47A8-8292-4B42D8CAD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29901" y="5600390"/>
            <a:ext cx="807354" cy="250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Hardware</a:t>
            </a:r>
          </a:p>
        </p:txBody>
      </p:sp>
      <p:pic>
        <p:nvPicPr>
          <p:cNvPr id="1071" name="">
            <a:extLst xmlns:a="http://schemas.openxmlformats.org/drawingml/2006/main">
              <a:ext uri="{FF2B5EF4-FFF2-40B4-BE49-F238E27FC236}">
                <a16:creationId xmlns:a16="http://schemas.microsoft.com/office/drawing/2014/main" id="{883D30BC-432F-4B79-8E4D-FC45548CE2A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600d5e79ea54d08"/>
          <a:stretch xmlns:a="http://schemas.openxmlformats.org/drawingml/2006/main"/>
        </p:blipFill>
        <p:spPr>
          <a:xfrm xmlns:a="http://schemas.openxmlformats.org/drawingml/2006/main">
            <a:off x="11923728" y="4679095"/>
            <a:ext cx="956930" cy="873719"/>
          </a:xfrm>
          <a:prstGeom xmlns:a="http://schemas.openxmlformats.org/drawingml/2006/main" prst="rect">
            <a:avLst/>
          </a:prstGeom>
        </p:spPr>
      </p:pic>
      <p:sp>
        <p:nvSpPr>
          <p:cNvPr id="1072" name="path-1028">
            <a:extLst xmlns:a="http://schemas.openxmlformats.org/drawingml/2006/main">
              <a:ext uri="{FF2B5EF4-FFF2-40B4-BE49-F238E27FC236}">
                <a16:creationId xmlns:a16="http://schemas.microsoft.com/office/drawing/2014/main" id="{697E01B2-AD0B-4410-956C-4966CC830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71769" y="5250415"/>
            <a:ext cx="24904" cy="45874"/>
          </a:xfrm>
          <a:custGeom xmlns:a="http://schemas.openxmlformats.org/drawingml/2006/main">
            <a:pathLst>
              <a:path w="22805" h="42009">
                <a:moveTo>
                  <a:pt x="0" y="0"/>
                </a:moveTo>
                <a:lnTo>
                  <a:pt x="22805" y="0"/>
                </a:lnTo>
                <a:lnTo>
                  <a:pt x="22805" y="42009"/>
                </a:lnTo>
                <a:lnTo>
                  <a:pt x="0" y="4200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3" name="path-1029">
            <a:extLst xmlns:a="http://schemas.openxmlformats.org/drawingml/2006/main">
              <a:ext uri="{FF2B5EF4-FFF2-40B4-BE49-F238E27FC236}">
                <a16:creationId xmlns:a16="http://schemas.microsoft.com/office/drawing/2014/main" id="{84E0F49A-9677-4DB6-BF4C-FEFC04361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05183" y="4758914"/>
            <a:ext cx="787745" cy="589805"/>
          </a:xfrm>
          <a:custGeom xmlns:a="http://schemas.openxmlformats.org/drawingml/2006/main">
            <a:pathLst>
              <a:path w="721370" h="540108">
                <a:moveTo>
                  <a:pt x="710544" y="80415"/>
                </a:moveTo>
                <a:lnTo>
                  <a:pt x="639771" y="9597"/>
                </a:lnTo>
                <a:cubicBezTo>
                  <a:pt x="633768" y="3603"/>
                  <a:pt x="625308" y="0"/>
                  <a:pt x="615756" y="0"/>
                </a:cubicBezTo>
                <a:lnTo>
                  <a:pt x="16829" y="0"/>
                </a:lnTo>
                <a:cubicBezTo>
                  <a:pt x="7187" y="0"/>
                  <a:pt x="0" y="7205"/>
                  <a:pt x="0" y="16802"/>
                </a:cubicBezTo>
                <a:lnTo>
                  <a:pt x="0" y="523306"/>
                </a:lnTo>
                <a:cubicBezTo>
                  <a:pt x="0" y="532904"/>
                  <a:pt x="7187" y="540108"/>
                  <a:pt x="16829" y="540108"/>
                </a:cubicBezTo>
                <a:cubicBezTo>
                  <a:pt x="26381" y="540108"/>
                  <a:pt x="33657" y="532904"/>
                  <a:pt x="33657" y="523306"/>
                </a:cubicBezTo>
                <a:lnTo>
                  <a:pt x="33657" y="450087"/>
                </a:lnTo>
                <a:lnTo>
                  <a:pt x="90058" y="450087"/>
                </a:lnTo>
                <a:lnTo>
                  <a:pt x="90058" y="508897"/>
                </a:lnTo>
                <a:lnTo>
                  <a:pt x="214864" y="508897"/>
                </a:lnTo>
                <a:lnTo>
                  <a:pt x="214864" y="450087"/>
                </a:lnTo>
                <a:lnTo>
                  <a:pt x="237697" y="450087"/>
                </a:lnTo>
                <a:lnTo>
                  <a:pt x="237697" y="508897"/>
                </a:lnTo>
                <a:lnTo>
                  <a:pt x="553353" y="508897"/>
                </a:lnTo>
                <a:lnTo>
                  <a:pt x="553353" y="450087"/>
                </a:lnTo>
                <a:lnTo>
                  <a:pt x="616938" y="450087"/>
                </a:lnTo>
                <a:cubicBezTo>
                  <a:pt x="625308" y="450087"/>
                  <a:pt x="634951" y="446485"/>
                  <a:pt x="640954" y="440490"/>
                </a:cubicBezTo>
                <a:lnTo>
                  <a:pt x="711726" y="369672"/>
                </a:lnTo>
                <a:cubicBezTo>
                  <a:pt x="717730" y="363668"/>
                  <a:pt x="721370" y="355272"/>
                  <a:pt x="721370" y="345666"/>
                </a:cubicBezTo>
                <a:lnTo>
                  <a:pt x="721370" y="104421"/>
                </a:lnTo>
                <a:cubicBezTo>
                  <a:pt x="720187" y="96016"/>
                  <a:pt x="716548" y="87619"/>
                  <a:pt x="710544" y="80415"/>
                </a:cubicBezTo>
                <a:moveTo>
                  <a:pt x="198036" y="492096"/>
                </a:moveTo>
                <a:lnTo>
                  <a:pt x="106795" y="492096"/>
                </a:lnTo>
                <a:lnTo>
                  <a:pt x="106795" y="450087"/>
                </a:lnTo>
                <a:lnTo>
                  <a:pt x="198036" y="450087"/>
                </a:lnTo>
                <a:lnTo>
                  <a:pt x="198036" y="492096"/>
                </a:lnTo>
                <a:moveTo>
                  <a:pt x="254435" y="450087"/>
                </a:moveTo>
                <a:lnTo>
                  <a:pt x="535341" y="450087"/>
                </a:lnTo>
                <a:lnTo>
                  <a:pt x="535341" y="492096"/>
                </a:lnTo>
                <a:lnTo>
                  <a:pt x="254435" y="492096"/>
                </a:lnTo>
                <a:close/>
                <a:moveTo>
                  <a:pt x="686529" y="345666"/>
                </a:moveTo>
                <a:lnTo>
                  <a:pt x="615756" y="416484"/>
                </a:lnTo>
                <a:lnTo>
                  <a:pt x="33657" y="416484"/>
                </a:lnTo>
                <a:lnTo>
                  <a:pt x="33657" y="33603"/>
                </a:lnTo>
                <a:lnTo>
                  <a:pt x="615756" y="33603"/>
                </a:lnTo>
                <a:lnTo>
                  <a:pt x="686529" y="104421"/>
                </a:lnTo>
                <a:lnTo>
                  <a:pt x="686529" y="345666"/>
                </a:lnTo>
                <a:moveTo>
                  <a:pt x="337306" y="218439"/>
                </a:moveTo>
                <a:cubicBezTo>
                  <a:pt x="334849" y="170436"/>
                  <a:pt x="307288" y="127227"/>
                  <a:pt x="264078" y="104421"/>
                </a:cubicBezTo>
                <a:cubicBezTo>
                  <a:pt x="259257" y="102020"/>
                  <a:pt x="254435" y="99619"/>
                  <a:pt x="249705" y="98418"/>
                </a:cubicBezTo>
                <a:cubicBezTo>
                  <a:pt x="234058" y="92414"/>
                  <a:pt x="218412" y="90022"/>
                  <a:pt x="201674" y="90022"/>
                </a:cubicBezTo>
                <a:lnTo>
                  <a:pt x="195670" y="90022"/>
                </a:lnTo>
                <a:cubicBezTo>
                  <a:pt x="147639" y="92414"/>
                  <a:pt x="104430" y="120022"/>
                  <a:pt x="81598" y="163232"/>
                </a:cubicBezTo>
                <a:cubicBezTo>
                  <a:pt x="79232" y="168035"/>
                  <a:pt x="76867" y="172838"/>
                  <a:pt x="75594" y="177632"/>
                </a:cubicBezTo>
                <a:cubicBezTo>
                  <a:pt x="69590" y="193242"/>
                  <a:pt x="67225" y="208842"/>
                  <a:pt x="67225" y="225644"/>
                </a:cubicBezTo>
                <a:lnTo>
                  <a:pt x="67225" y="231648"/>
                </a:lnTo>
                <a:cubicBezTo>
                  <a:pt x="69590" y="279651"/>
                  <a:pt x="97244" y="322860"/>
                  <a:pt x="140453" y="345666"/>
                </a:cubicBezTo>
                <a:cubicBezTo>
                  <a:pt x="145274" y="348067"/>
                  <a:pt x="150005" y="350469"/>
                  <a:pt x="154826" y="351670"/>
                </a:cubicBezTo>
                <a:cubicBezTo>
                  <a:pt x="170473" y="357674"/>
                  <a:pt x="186028" y="360075"/>
                  <a:pt x="202858" y="360075"/>
                </a:cubicBezTo>
                <a:lnTo>
                  <a:pt x="208860" y="360075"/>
                </a:lnTo>
                <a:cubicBezTo>
                  <a:pt x="256891" y="357674"/>
                  <a:pt x="300100" y="330065"/>
                  <a:pt x="322842" y="286856"/>
                </a:cubicBezTo>
                <a:cubicBezTo>
                  <a:pt x="325298" y="282053"/>
                  <a:pt x="327664" y="277259"/>
                  <a:pt x="328846" y="272456"/>
                </a:cubicBezTo>
                <a:cubicBezTo>
                  <a:pt x="334849" y="256855"/>
                  <a:pt x="337306" y="241245"/>
                  <a:pt x="337306" y="224443"/>
                </a:cubicBezTo>
                <a:lnTo>
                  <a:pt x="337306" y="218439"/>
                </a:lnTo>
                <a:moveTo>
                  <a:pt x="327664" y="214846"/>
                </a:moveTo>
                <a:cubicBezTo>
                  <a:pt x="307288" y="240044"/>
                  <a:pt x="274812" y="250851"/>
                  <a:pt x="243701" y="242446"/>
                </a:cubicBezTo>
                <a:cubicBezTo>
                  <a:pt x="244884" y="238844"/>
                  <a:pt x="246067" y="234049"/>
                  <a:pt x="247248" y="230447"/>
                </a:cubicBezTo>
                <a:cubicBezTo>
                  <a:pt x="279633" y="223242"/>
                  <a:pt x="304831" y="198035"/>
                  <a:pt x="314473" y="166834"/>
                </a:cubicBezTo>
                <a:cubicBezTo>
                  <a:pt x="321660" y="181234"/>
                  <a:pt x="326481" y="198035"/>
                  <a:pt x="327664" y="214846"/>
                </a:cubicBezTo>
                <a:moveTo>
                  <a:pt x="290458" y="136824"/>
                </a:moveTo>
                <a:cubicBezTo>
                  <a:pt x="296462" y="142828"/>
                  <a:pt x="301283" y="147631"/>
                  <a:pt x="304831" y="154826"/>
                </a:cubicBezTo>
                <a:cubicBezTo>
                  <a:pt x="304831" y="157228"/>
                  <a:pt x="303648" y="160830"/>
                  <a:pt x="303648" y="163232"/>
                </a:cubicBezTo>
                <a:cubicBezTo>
                  <a:pt x="296462" y="190840"/>
                  <a:pt x="273629" y="213645"/>
                  <a:pt x="246067" y="220841"/>
                </a:cubicBezTo>
                <a:cubicBezTo>
                  <a:pt x="246067" y="216047"/>
                  <a:pt x="244884" y="212445"/>
                  <a:pt x="242427" y="208842"/>
                </a:cubicBezTo>
                <a:cubicBezTo>
                  <a:pt x="266443" y="186037"/>
                  <a:pt x="276085" y="152434"/>
                  <a:pt x="267626" y="120022"/>
                </a:cubicBezTo>
                <a:cubicBezTo>
                  <a:pt x="277268" y="123625"/>
                  <a:pt x="284454" y="129628"/>
                  <a:pt x="290458" y="136824"/>
                </a:cubicBezTo>
                <a:moveTo>
                  <a:pt x="256891" y="111626"/>
                </a:moveTo>
                <a:cubicBezTo>
                  <a:pt x="258073" y="114019"/>
                  <a:pt x="259257" y="116420"/>
                  <a:pt x="259257" y="120022"/>
                </a:cubicBezTo>
                <a:cubicBezTo>
                  <a:pt x="266443" y="147631"/>
                  <a:pt x="259257" y="177632"/>
                  <a:pt x="238880" y="199236"/>
                </a:cubicBezTo>
                <a:cubicBezTo>
                  <a:pt x="236423" y="195643"/>
                  <a:pt x="232876" y="193242"/>
                  <a:pt x="229237" y="189639"/>
                </a:cubicBezTo>
                <a:cubicBezTo>
                  <a:pt x="238880" y="158428"/>
                  <a:pt x="230419" y="123625"/>
                  <a:pt x="207678" y="99619"/>
                </a:cubicBezTo>
                <a:cubicBezTo>
                  <a:pt x="224416" y="100819"/>
                  <a:pt x="241245" y="104421"/>
                  <a:pt x="256891" y="111626"/>
                </a:cubicBezTo>
                <a:moveTo>
                  <a:pt x="235241" y="225644"/>
                </a:moveTo>
                <a:cubicBezTo>
                  <a:pt x="235241" y="228046"/>
                  <a:pt x="235241" y="230447"/>
                  <a:pt x="234058" y="232849"/>
                </a:cubicBezTo>
                <a:cubicBezTo>
                  <a:pt x="234058" y="235250"/>
                  <a:pt x="232876" y="237652"/>
                  <a:pt x="231602" y="240044"/>
                </a:cubicBezTo>
                <a:cubicBezTo>
                  <a:pt x="229237" y="244847"/>
                  <a:pt x="225689" y="249650"/>
                  <a:pt x="220868" y="253252"/>
                </a:cubicBezTo>
                <a:cubicBezTo>
                  <a:pt x="218412" y="255654"/>
                  <a:pt x="214864" y="256855"/>
                  <a:pt x="211225" y="258056"/>
                </a:cubicBezTo>
                <a:cubicBezTo>
                  <a:pt x="208860" y="259247"/>
                  <a:pt x="206495" y="259247"/>
                  <a:pt x="204038" y="259247"/>
                </a:cubicBezTo>
                <a:lnTo>
                  <a:pt x="201674" y="259247"/>
                </a:lnTo>
                <a:cubicBezTo>
                  <a:pt x="199218" y="259247"/>
                  <a:pt x="196853" y="259247"/>
                  <a:pt x="194488" y="258056"/>
                </a:cubicBezTo>
                <a:cubicBezTo>
                  <a:pt x="192032" y="258056"/>
                  <a:pt x="189666" y="256855"/>
                  <a:pt x="187210" y="255654"/>
                </a:cubicBezTo>
                <a:cubicBezTo>
                  <a:pt x="178842" y="252052"/>
                  <a:pt x="172838" y="244847"/>
                  <a:pt x="169199" y="235250"/>
                </a:cubicBezTo>
                <a:cubicBezTo>
                  <a:pt x="168016" y="232849"/>
                  <a:pt x="168016" y="230447"/>
                  <a:pt x="168016" y="228046"/>
                </a:cubicBezTo>
                <a:lnTo>
                  <a:pt x="168016" y="225644"/>
                </a:lnTo>
                <a:cubicBezTo>
                  <a:pt x="168016" y="223242"/>
                  <a:pt x="168016" y="220841"/>
                  <a:pt x="169199" y="218439"/>
                </a:cubicBezTo>
                <a:cubicBezTo>
                  <a:pt x="169199" y="216047"/>
                  <a:pt x="170473" y="213645"/>
                  <a:pt x="171655" y="211244"/>
                </a:cubicBezTo>
                <a:cubicBezTo>
                  <a:pt x="175203" y="202839"/>
                  <a:pt x="182479" y="196835"/>
                  <a:pt x="192032" y="193242"/>
                </a:cubicBezTo>
                <a:cubicBezTo>
                  <a:pt x="194488" y="192041"/>
                  <a:pt x="196853" y="192041"/>
                  <a:pt x="199218" y="192041"/>
                </a:cubicBezTo>
                <a:lnTo>
                  <a:pt x="201674" y="192041"/>
                </a:lnTo>
                <a:cubicBezTo>
                  <a:pt x="204038" y="192041"/>
                  <a:pt x="206495" y="192041"/>
                  <a:pt x="208860" y="193242"/>
                </a:cubicBezTo>
                <a:cubicBezTo>
                  <a:pt x="211225" y="193242"/>
                  <a:pt x="213682" y="194442"/>
                  <a:pt x="216047" y="195643"/>
                </a:cubicBezTo>
                <a:cubicBezTo>
                  <a:pt x="224416" y="199236"/>
                  <a:pt x="230419" y="206441"/>
                  <a:pt x="234058" y="216047"/>
                </a:cubicBezTo>
                <a:cubicBezTo>
                  <a:pt x="235241" y="218439"/>
                  <a:pt x="235241" y="220841"/>
                  <a:pt x="235241" y="223242"/>
                </a:cubicBezTo>
                <a:lnTo>
                  <a:pt x="235241" y="225644"/>
                </a:lnTo>
                <a:moveTo>
                  <a:pt x="193214" y="100819"/>
                </a:moveTo>
                <a:cubicBezTo>
                  <a:pt x="218412" y="121223"/>
                  <a:pt x="229237" y="153635"/>
                  <a:pt x="220868" y="184836"/>
                </a:cubicBezTo>
                <a:cubicBezTo>
                  <a:pt x="217230" y="183635"/>
                  <a:pt x="212408" y="182435"/>
                  <a:pt x="208860" y="181234"/>
                </a:cubicBezTo>
                <a:cubicBezTo>
                  <a:pt x="201674" y="148832"/>
                  <a:pt x="176477" y="123625"/>
                  <a:pt x="145274" y="114019"/>
                </a:cubicBezTo>
                <a:cubicBezTo>
                  <a:pt x="159647" y="106823"/>
                  <a:pt x="175203" y="102020"/>
                  <a:pt x="193214" y="100819"/>
                </a:cubicBezTo>
                <a:moveTo>
                  <a:pt x="114074" y="136824"/>
                </a:moveTo>
                <a:cubicBezTo>
                  <a:pt x="120076" y="130829"/>
                  <a:pt x="124807" y="126026"/>
                  <a:pt x="131993" y="122424"/>
                </a:cubicBezTo>
                <a:cubicBezTo>
                  <a:pt x="134450" y="122424"/>
                  <a:pt x="137997" y="123625"/>
                  <a:pt x="140453" y="123625"/>
                </a:cubicBezTo>
                <a:cubicBezTo>
                  <a:pt x="168016" y="130829"/>
                  <a:pt x="190849" y="153635"/>
                  <a:pt x="198036" y="181234"/>
                </a:cubicBezTo>
                <a:cubicBezTo>
                  <a:pt x="193214" y="181234"/>
                  <a:pt x="189666" y="182435"/>
                  <a:pt x="186028" y="184836"/>
                </a:cubicBezTo>
                <a:cubicBezTo>
                  <a:pt x="163285" y="160830"/>
                  <a:pt x="129628" y="151233"/>
                  <a:pt x="97244" y="159629"/>
                </a:cubicBezTo>
                <a:cubicBezTo>
                  <a:pt x="102065" y="150032"/>
                  <a:pt x="106795" y="142828"/>
                  <a:pt x="114074" y="136824"/>
                </a:cubicBezTo>
                <a:moveTo>
                  <a:pt x="97244" y="168035"/>
                </a:moveTo>
                <a:cubicBezTo>
                  <a:pt x="124807" y="160830"/>
                  <a:pt x="154826" y="168035"/>
                  <a:pt x="176477" y="188439"/>
                </a:cubicBezTo>
                <a:cubicBezTo>
                  <a:pt x="172838" y="190840"/>
                  <a:pt x="170473" y="194442"/>
                  <a:pt x="166833" y="198035"/>
                </a:cubicBezTo>
                <a:cubicBezTo>
                  <a:pt x="135633" y="188439"/>
                  <a:pt x="100791" y="196835"/>
                  <a:pt x="76867" y="219640"/>
                </a:cubicBezTo>
                <a:cubicBezTo>
                  <a:pt x="76867" y="202839"/>
                  <a:pt x="81598" y="186037"/>
                  <a:pt x="88784" y="170436"/>
                </a:cubicBezTo>
                <a:cubicBezTo>
                  <a:pt x="92423" y="170436"/>
                  <a:pt x="94788" y="169235"/>
                  <a:pt x="97244" y="168035"/>
                </a:cubicBezTo>
                <a:moveTo>
                  <a:pt x="78049" y="235250"/>
                </a:moveTo>
                <a:cubicBezTo>
                  <a:pt x="98426" y="210043"/>
                  <a:pt x="130811" y="199236"/>
                  <a:pt x="162012" y="207642"/>
                </a:cubicBezTo>
                <a:cubicBezTo>
                  <a:pt x="160829" y="211244"/>
                  <a:pt x="159647" y="216047"/>
                  <a:pt x="158465" y="219640"/>
                </a:cubicBezTo>
                <a:cubicBezTo>
                  <a:pt x="125989" y="226845"/>
                  <a:pt x="100791" y="252052"/>
                  <a:pt x="91240" y="283253"/>
                </a:cubicBezTo>
                <a:cubicBezTo>
                  <a:pt x="84054" y="268854"/>
                  <a:pt x="79232" y="252052"/>
                  <a:pt x="78049" y="235250"/>
                </a:cubicBezTo>
                <a:moveTo>
                  <a:pt x="114074" y="313264"/>
                </a:moveTo>
                <a:cubicBezTo>
                  <a:pt x="108069" y="307260"/>
                  <a:pt x="103248" y="302457"/>
                  <a:pt x="99608" y="295261"/>
                </a:cubicBezTo>
                <a:cubicBezTo>
                  <a:pt x="99608" y="292860"/>
                  <a:pt x="100791" y="289258"/>
                  <a:pt x="100791" y="286856"/>
                </a:cubicBezTo>
                <a:cubicBezTo>
                  <a:pt x="108069" y="259247"/>
                  <a:pt x="130811" y="236451"/>
                  <a:pt x="158465" y="229246"/>
                </a:cubicBezTo>
                <a:cubicBezTo>
                  <a:pt x="158465" y="234049"/>
                  <a:pt x="159647" y="237652"/>
                  <a:pt x="162012" y="241245"/>
                </a:cubicBezTo>
                <a:cubicBezTo>
                  <a:pt x="137997" y="264051"/>
                  <a:pt x="128446" y="297663"/>
                  <a:pt x="136815" y="330065"/>
                </a:cubicBezTo>
                <a:cubicBezTo>
                  <a:pt x="128446" y="326463"/>
                  <a:pt x="121259" y="320468"/>
                  <a:pt x="114074" y="313264"/>
                </a:cubicBezTo>
                <a:moveTo>
                  <a:pt x="148822" y="338471"/>
                </a:moveTo>
                <a:cubicBezTo>
                  <a:pt x="147639" y="336069"/>
                  <a:pt x="146457" y="333668"/>
                  <a:pt x="146457" y="330065"/>
                </a:cubicBezTo>
                <a:cubicBezTo>
                  <a:pt x="139270" y="302457"/>
                  <a:pt x="146457" y="272456"/>
                  <a:pt x="166833" y="250851"/>
                </a:cubicBezTo>
                <a:cubicBezTo>
                  <a:pt x="169199" y="254453"/>
                  <a:pt x="172838" y="256855"/>
                  <a:pt x="176477" y="260448"/>
                </a:cubicBezTo>
                <a:cubicBezTo>
                  <a:pt x="166833" y="291659"/>
                  <a:pt x="175203" y="326463"/>
                  <a:pt x="198036" y="350469"/>
                </a:cubicBezTo>
                <a:cubicBezTo>
                  <a:pt x="181207" y="349268"/>
                  <a:pt x="164468" y="345666"/>
                  <a:pt x="148822" y="338471"/>
                </a:cubicBezTo>
                <a:moveTo>
                  <a:pt x="212408" y="349268"/>
                </a:moveTo>
                <a:cubicBezTo>
                  <a:pt x="210043" y="348067"/>
                  <a:pt x="208860" y="345666"/>
                  <a:pt x="206495" y="343264"/>
                </a:cubicBezTo>
                <a:cubicBezTo>
                  <a:pt x="186028" y="322860"/>
                  <a:pt x="177659" y="292860"/>
                  <a:pt x="184845" y="264051"/>
                </a:cubicBezTo>
                <a:cubicBezTo>
                  <a:pt x="188392" y="265252"/>
                  <a:pt x="193214" y="266452"/>
                  <a:pt x="196853" y="267653"/>
                </a:cubicBezTo>
                <a:cubicBezTo>
                  <a:pt x="204038" y="300064"/>
                  <a:pt x="229237" y="325262"/>
                  <a:pt x="260439" y="334868"/>
                </a:cubicBezTo>
                <a:cubicBezTo>
                  <a:pt x="246067" y="343264"/>
                  <a:pt x="229237" y="348067"/>
                  <a:pt x="212408" y="349268"/>
                </a:cubicBezTo>
                <a:moveTo>
                  <a:pt x="291640" y="313264"/>
                </a:moveTo>
                <a:cubicBezTo>
                  <a:pt x="285637" y="319268"/>
                  <a:pt x="280907" y="324061"/>
                  <a:pt x="273629" y="327664"/>
                </a:cubicBezTo>
                <a:cubicBezTo>
                  <a:pt x="271263" y="327664"/>
                  <a:pt x="267626" y="326463"/>
                  <a:pt x="265261" y="326463"/>
                </a:cubicBezTo>
                <a:cubicBezTo>
                  <a:pt x="237697" y="319268"/>
                  <a:pt x="214864" y="296462"/>
                  <a:pt x="207678" y="268854"/>
                </a:cubicBezTo>
                <a:cubicBezTo>
                  <a:pt x="212408" y="268854"/>
                  <a:pt x="216047" y="267653"/>
                  <a:pt x="219686" y="265252"/>
                </a:cubicBezTo>
                <a:cubicBezTo>
                  <a:pt x="242427" y="289258"/>
                  <a:pt x="276085" y="298863"/>
                  <a:pt x="308470" y="290458"/>
                </a:cubicBezTo>
                <a:cubicBezTo>
                  <a:pt x="303648" y="300064"/>
                  <a:pt x="297644" y="307260"/>
                  <a:pt x="291640" y="313264"/>
                </a:cubicBezTo>
                <a:moveTo>
                  <a:pt x="307288" y="282053"/>
                </a:moveTo>
                <a:cubicBezTo>
                  <a:pt x="279633" y="289258"/>
                  <a:pt x="249705" y="282053"/>
                  <a:pt x="228054" y="261648"/>
                </a:cubicBezTo>
                <a:cubicBezTo>
                  <a:pt x="231602" y="259247"/>
                  <a:pt x="234058" y="255654"/>
                  <a:pt x="237697" y="252052"/>
                </a:cubicBezTo>
                <a:cubicBezTo>
                  <a:pt x="268898" y="261648"/>
                  <a:pt x="303648" y="253252"/>
                  <a:pt x="327664" y="230447"/>
                </a:cubicBezTo>
                <a:cubicBezTo>
                  <a:pt x="327664" y="247249"/>
                  <a:pt x="322842" y="264051"/>
                  <a:pt x="315656" y="279651"/>
                </a:cubicBezTo>
                <a:cubicBezTo>
                  <a:pt x="313290" y="279651"/>
                  <a:pt x="310835" y="280852"/>
                  <a:pt x="307288" y="282053"/>
                </a:cubicBezTo>
                <a:moveTo>
                  <a:pt x="652962" y="218439"/>
                </a:moveTo>
                <a:cubicBezTo>
                  <a:pt x="650506" y="170436"/>
                  <a:pt x="622942" y="127227"/>
                  <a:pt x="579733" y="104421"/>
                </a:cubicBezTo>
                <a:cubicBezTo>
                  <a:pt x="574912" y="102020"/>
                  <a:pt x="570091" y="99619"/>
                  <a:pt x="565361" y="98418"/>
                </a:cubicBezTo>
                <a:cubicBezTo>
                  <a:pt x="549713" y="92414"/>
                  <a:pt x="534158" y="90022"/>
                  <a:pt x="517330" y="90022"/>
                </a:cubicBezTo>
                <a:lnTo>
                  <a:pt x="511326" y="90022"/>
                </a:lnTo>
                <a:cubicBezTo>
                  <a:pt x="463295" y="92414"/>
                  <a:pt x="420086" y="120022"/>
                  <a:pt x="397254" y="163232"/>
                </a:cubicBezTo>
                <a:cubicBezTo>
                  <a:pt x="394888" y="168035"/>
                  <a:pt x="392523" y="172838"/>
                  <a:pt x="391250" y="177632"/>
                </a:cubicBezTo>
                <a:cubicBezTo>
                  <a:pt x="385246" y="193242"/>
                  <a:pt x="382880" y="208842"/>
                  <a:pt x="382880" y="225644"/>
                </a:cubicBezTo>
                <a:lnTo>
                  <a:pt x="382880" y="231648"/>
                </a:lnTo>
                <a:cubicBezTo>
                  <a:pt x="385246" y="279651"/>
                  <a:pt x="412900" y="322860"/>
                  <a:pt x="456109" y="345666"/>
                </a:cubicBezTo>
                <a:cubicBezTo>
                  <a:pt x="460931" y="348067"/>
                  <a:pt x="465660" y="350469"/>
                  <a:pt x="470482" y="351670"/>
                </a:cubicBezTo>
                <a:cubicBezTo>
                  <a:pt x="486128" y="357674"/>
                  <a:pt x="501684" y="360075"/>
                  <a:pt x="518512" y="360075"/>
                </a:cubicBezTo>
                <a:lnTo>
                  <a:pt x="524516" y="360075"/>
                </a:lnTo>
                <a:cubicBezTo>
                  <a:pt x="572547" y="357674"/>
                  <a:pt x="615756" y="330065"/>
                  <a:pt x="638497" y="286856"/>
                </a:cubicBezTo>
                <a:cubicBezTo>
                  <a:pt x="640954" y="282053"/>
                  <a:pt x="643319" y="277259"/>
                  <a:pt x="644502" y="272456"/>
                </a:cubicBezTo>
                <a:cubicBezTo>
                  <a:pt x="650506" y="256855"/>
                  <a:pt x="652962" y="241245"/>
                  <a:pt x="652962" y="224443"/>
                </a:cubicBezTo>
                <a:lnTo>
                  <a:pt x="652962" y="218439"/>
                </a:lnTo>
                <a:moveTo>
                  <a:pt x="642137" y="214846"/>
                </a:moveTo>
                <a:cubicBezTo>
                  <a:pt x="621760" y="240044"/>
                  <a:pt x="589285" y="250851"/>
                  <a:pt x="558083" y="242446"/>
                </a:cubicBezTo>
                <a:cubicBezTo>
                  <a:pt x="559357" y="238844"/>
                  <a:pt x="560539" y="234049"/>
                  <a:pt x="561722" y="230447"/>
                </a:cubicBezTo>
                <a:cubicBezTo>
                  <a:pt x="594106" y="223242"/>
                  <a:pt x="619304" y="198035"/>
                  <a:pt x="628946" y="166834"/>
                </a:cubicBezTo>
                <a:cubicBezTo>
                  <a:pt x="636132" y="181234"/>
                  <a:pt x="640954" y="198035"/>
                  <a:pt x="642137" y="214846"/>
                </a:cubicBezTo>
                <a:moveTo>
                  <a:pt x="606114" y="136824"/>
                </a:moveTo>
                <a:cubicBezTo>
                  <a:pt x="612118" y="142828"/>
                  <a:pt x="616938" y="147631"/>
                  <a:pt x="620578" y="154826"/>
                </a:cubicBezTo>
                <a:cubicBezTo>
                  <a:pt x="620578" y="157228"/>
                  <a:pt x="619304" y="160830"/>
                  <a:pt x="619304" y="163232"/>
                </a:cubicBezTo>
                <a:cubicBezTo>
                  <a:pt x="612118" y="190840"/>
                  <a:pt x="589285" y="213645"/>
                  <a:pt x="561722" y="220841"/>
                </a:cubicBezTo>
                <a:cubicBezTo>
                  <a:pt x="561722" y="216047"/>
                  <a:pt x="560539" y="212445"/>
                  <a:pt x="558083" y="208842"/>
                </a:cubicBezTo>
                <a:cubicBezTo>
                  <a:pt x="582098" y="186037"/>
                  <a:pt x="591741" y="152434"/>
                  <a:pt x="583281" y="120022"/>
                </a:cubicBezTo>
                <a:cubicBezTo>
                  <a:pt x="591741" y="123625"/>
                  <a:pt x="598927" y="129628"/>
                  <a:pt x="606114" y="136824"/>
                </a:cubicBezTo>
                <a:moveTo>
                  <a:pt x="571364" y="111626"/>
                </a:moveTo>
                <a:cubicBezTo>
                  <a:pt x="572547" y="114019"/>
                  <a:pt x="573729" y="116420"/>
                  <a:pt x="573729" y="120022"/>
                </a:cubicBezTo>
                <a:cubicBezTo>
                  <a:pt x="580916" y="147631"/>
                  <a:pt x="573729" y="177632"/>
                  <a:pt x="553353" y="199236"/>
                </a:cubicBezTo>
                <a:cubicBezTo>
                  <a:pt x="550897" y="195643"/>
                  <a:pt x="547350" y="193242"/>
                  <a:pt x="543711" y="189639"/>
                </a:cubicBezTo>
                <a:cubicBezTo>
                  <a:pt x="553353" y="158428"/>
                  <a:pt x="544893" y="123625"/>
                  <a:pt x="522152" y="99619"/>
                </a:cubicBezTo>
                <a:cubicBezTo>
                  <a:pt x="538889" y="100819"/>
                  <a:pt x="555718" y="104421"/>
                  <a:pt x="571364" y="111626"/>
                </a:cubicBezTo>
                <a:moveTo>
                  <a:pt x="550897" y="225644"/>
                </a:moveTo>
                <a:cubicBezTo>
                  <a:pt x="550897" y="228046"/>
                  <a:pt x="550897" y="230447"/>
                  <a:pt x="549713" y="232849"/>
                </a:cubicBezTo>
                <a:cubicBezTo>
                  <a:pt x="549713" y="235250"/>
                  <a:pt x="548532" y="237652"/>
                  <a:pt x="547350" y="240044"/>
                </a:cubicBezTo>
                <a:cubicBezTo>
                  <a:pt x="544893" y="244847"/>
                  <a:pt x="541345" y="249650"/>
                  <a:pt x="536524" y="253252"/>
                </a:cubicBezTo>
                <a:cubicBezTo>
                  <a:pt x="534158" y="255654"/>
                  <a:pt x="530520" y="256855"/>
                  <a:pt x="526882" y="258056"/>
                </a:cubicBezTo>
                <a:cubicBezTo>
                  <a:pt x="524516" y="259247"/>
                  <a:pt x="522152" y="259247"/>
                  <a:pt x="519695" y="259247"/>
                </a:cubicBezTo>
                <a:lnTo>
                  <a:pt x="517330" y="259247"/>
                </a:lnTo>
                <a:cubicBezTo>
                  <a:pt x="514874" y="259247"/>
                  <a:pt x="512508" y="259247"/>
                  <a:pt x="510144" y="258056"/>
                </a:cubicBezTo>
                <a:cubicBezTo>
                  <a:pt x="507687" y="258056"/>
                  <a:pt x="505323" y="256855"/>
                  <a:pt x="502866" y="255654"/>
                </a:cubicBezTo>
                <a:cubicBezTo>
                  <a:pt x="494497" y="252052"/>
                  <a:pt x="488493" y="244847"/>
                  <a:pt x="484945" y="235250"/>
                </a:cubicBezTo>
                <a:cubicBezTo>
                  <a:pt x="483672" y="232849"/>
                  <a:pt x="483672" y="230447"/>
                  <a:pt x="483672" y="228046"/>
                </a:cubicBezTo>
                <a:lnTo>
                  <a:pt x="483672" y="225644"/>
                </a:lnTo>
                <a:cubicBezTo>
                  <a:pt x="483672" y="223242"/>
                  <a:pt x="483672" y="220841"/>
                  <a:pt x="484945" y="218439"/>
                </a:cubicBezTo>
                <a:cubicBezTo>
                  <a:pt x="484945" y="216047"/>
                  <a:pt x="486128" y="213645"/>
                  <a:pt x="487310" y="211244"/>
                </a:cubicBezTo>
                <a:cubicBezTo>
                  <a:pt x="490949" y="202839"/>
                  <a:pt x="498136" y="196835"/>
                  <a:pt x="507687" y="193242"/>
                </a:cubicBezTo>
                <a:cubicBezTo>
                  <a:pt x="510144" y="192041"/>
                  <a:pt x="512508" y="192041"/>
                  <a:pt x="514874" y="192041"/>
                </a:cubicBezTo>
                <a:lnTo>
                  <a:pt x="517330" y="192041"/>
                </a:lnTo>
                <a:cubicBezTo>
                  <a:pt x="519695" y="192041"/>
                  <a:pt x="522152" y="192041"/>
                  <a:pt x="524516" y="193242"/>
                </a:cubicBezTo>
                <a:cubicBezTo>
                  <a:pt x="526882" y="193242"/>
                  <a:pt x="529337" y="194442"/>
                  <a:pt x="531702" y="195643"/>
                </a:cubicBezTo>
                <a:cubicBezTo>
                  <a:pt x="540163" y="199236"/>
                  <a:pt x="546076" y="206441"/>
                  <a:pt x="549713" y="216047"/>
                </a:cubicBezTo>
                <a:cubicBezTo>
                  <a:pt x="550897" y="218439"/>
                  <a:pt x="550897" y="220841"/>
                  <a:pt x="550897" y="223242"/>
                </a:cubicBezTo>
                <a:lnTo>
                  <a:pt x="550897" y="225644"/>
                </a:lnTo>
                <a:moveTo>
                  <a:pt x="507687" y="100819"/>
                </a:moveTo>
                <a:cubicBezTo>
                  <a:pt x="532885" y="121223"/>
                  <a:pt x="543711" y="153635"/>
                  <a:pt x="535341" y="184836"/>
                </a:cubicBezTo>
                <a:cubicBezTo>
                  <a:pt x="531702" y="183635"/>
                  <a:pt x="526882" y="182435"/>
                  <a:pt x="523334" y="181234"/>
                </a:cubicBezTo>
                <a:cubicBezTo>
                  <a:pt x="516148" y="148832"/>
                  <a:pt x="490949" y="123625"/>
                  <a:pt x="459657" y="114019"/>
                </a:cubicBezTo>
                <a:cubicBezTo>
                  <a:pt x="474121" y="106823"/>
                  <a:pt x="490949" y="102020"/>
                  <a:pt x="507687" y="100819"/>
                </a:cubicBezTo>
                <a:moveTo>
                  <a:pt x="429728" y="136824"/>
                </a:moveTo>
                <a:cubicBezTo>
                  <a:pt x="435732" y="130829"/>
                  <a:pt x="440463" y="126026"/>
                  <a:pt x="447740" y="122424"/>
                </a:cubicBezTo>
                <a:cubicBezTo>
                  <a:pt x="450105" y="122424"/>
                  <a:pt x="453744" y="123625"/>
                  <a:pt x="456109" y="123625"/>
                </a:cubicBezTo>
                <a:cubicBezTo>
                  <a:pt x="483672" y="130829"/>
                  <a:pt x="506504" y="153635"/>
                  <a:pt x="513691" y="181234"/>
                </a:cubicBezTo>
                <a:cubicBezTo>
                  <a:pt x="508870" y="181234"/>
                  <a:pt x="505323" y="182435"/>
                  <a:pt x="501684" y="184836"/>
                </a:cubicBezTo>
                <a:cubicBezTo>
                  <a:pt x="478942" y="160830"/>
                  <a:pt x="445283" y="151233"/>
                  <a:pt x="412900" y="159629"/>
                </a:cubicBezTo>
                <a:cubicBezTo>
                  <a:pt x="416539" y="150032"/>
                  <a:pt x="422451" y="142828"/>
                  <a:pt x="429728" y="136824"/>
                </a:cubicBezTo>
                <a:moveTo>
                  <a:pt x="412900" y="168035"/>
                </a:moveTo>
                <a:cubicBezTo>
                  <a:pt x="440463" y="160830"/>
                  <a:pt x="470482" y="168035"/>
                  <a:pt x="492132" y="188439"/>
                </a:cubicBezTo>
                <a:cubicBezTo>
                  <a:pt x="488493" y="190840"/>
                  <a:pt x="486128" y="194442"/>
                  <a:pt x="482490" y="198035"/>
                </a:cubicBezTo>
                <a:cubicBezTo>
                  <a:pt x="451287" y="188439"/>
                  <a:pt x="416539" y="196835"/>
                  <a:pt x="392523" y="219640"/>
                </a:cubicBezTo>
                <a:cubicBezTo>
                  <a:pt x="392523" y="202839"/>
                  <a:pt x="397254" y="186037"/>
                  <a:pt x="404530" y="170436"/>
                </a:cubicBezTo>
                <a:cubicBezTo>
                  <a:pt x="406896" y="170436"/>
                  <a:pt x="409261" y="169235"/>
                  <a:pt x="412900" y="168035"/>
                </a:cubicBezTo>
                <a:moveTo>
                  <a:pt x="392523" y="235250"/>
                </a:moveTo>
                <a:cubicBezTo>
                  <a:pt x="412900" y="210043"/>
                  <a:pt x="445283" y="199236"/>
                  <a:pt x="476486" y="207642"/>
                </a:cubicBezTo>
                <a:cubicBezTo>
                  <a:pt x="475303" y="211244"/>
                  <a:pt x="474121" y="216047"/>
                  <a:pt x="472938" y="219640"/>
                </a:cubicBezTo>
                <a:cubicBezTo>
                  <a:pt x="440463" y="226845"/>
                  <a:pt x="415265" y="252052"/>
                  <a:pt x="405713" y="283253"/>
                </a:cubicBezTo>
                <a:cubicBezTo>
                  <a:pt x="398526" y="268854"/>
                  <a:pt x="393706" y="252052"/>
                  <a:pt x="392523" y="235250"/>
                </a:cubicBezTo>
                <a:moveTo>
                  <a:pt x="429728" y="313264"/>
                </a:moveTo>
                <a:cubicBezTo>
                  <a:pt x="423724" y="307260"/>
                  <a:pt x="418904" y="302457"/>
                  <a:pt x="415265" y="295261"/>
                </a:cubicBezTo>
                <a:cubicBezTo>
                  <a:pt x="415265" y="292860"/>
                  <a:pt x="416539" y="289258"/>
                  <a:pt x="416539" y="286856"/>
                </a:cubicBezTo>
                <a:cubicBezTo>
                  <a:pt x="423724" y="259247"/>
                  <a:pt x="446467" y="236451"/>
                  <a:pt x="474121" y="229246"/>
                </a:cubicBezTo>
                <a:cubicBezTo>
                  <a:pt x="474121" y="234049"/>
                  <a:pt x="475303" y="237652"/>
                  <a:pt x="477668" y="241245"/>
                </a:cubicBezTo>
                <a:cubicBezTo>
                  <a:pt x="453744" y="264051"/>
                  <a:pt x="444101" y="297663"/>
                  <a:pt x="452471" y="330065"/>
                </a:cubicBezTo>
                <a:cubicBezTo>
                  <a:pt x="442918" y="326463"/>
                  <a:pt x="435732" y="320468"/>
                  <a:pt x="429728" y="313264"/>
                </a:cubicBezTo>
                <a:moveTo>
                  <a:pt x="463295" y="338471"/>
                </a:moveTo>
                <a:cubicBezTo>
                  <a:pt x="462113" y="336069"/>
                  <a:pt x="460931" y="333668"/>
                  <a:pt x="460931" y="330065"/>
                </a:cubicBezTo>
                <a:cubicBezTo>
                  <a:pt x="453744" y="302457"/>
                  <a:pt x="460931" y="272456"/>
                  <a:pt x="481307" y="250851"/>
                </a:cubicBezTo>
                <a:cubicBezTo>
                  <a:pt x="483672" y="254453"/>
                  <a:pt x="487310" y="256855"/>
                  <a:pt x="490949" y="260448"/>
                </a:cubicBezTo>
                <a:cubicBezTo>
                  <a:pt x="481307" y="291659"/>
                  <a:pt x="489676" y="326463"/>
                  <a:pt x="512508" y="350469"/>
                </a:cubicBezTo>
                <a:cubicBezTo>
                  <a:pt x="495680" y="349268"/>
                  <a:pt x="478942" y="345666"/>
                  <a:pt x="463295" y="338471"/>
                </a:cubicBezTo>
                <a:moveTo>
                  <a:pt x="526882" y="349268"/>
                </a:moveTo>
                <a:cubicBezTo>
                  <a:pt x="524516" y="348067"/>
                  <a:pt x="523334" y="345666"/>
                  <a:pt x="520878" y="343264"/>
                </a:cubicBezTo>
                <a:cubicBezTo>
                  <a:pt x="500502" y="322860"/>
                  <a:pt x="492132" y="292860"/>
                  <a:pt x="499319" y="264051"/>
                </a:cubicBezTo>
                <a:cubicBezTo>
                  <a:pt x="502866" y="265252"/>
                  <a:pt x="507687" y="266452"/>
                  <a:pt x="511326" y="267653"/>
                </a:cubicBezTo>
                <a:cubicBezTo>
                  <a:pt x="518512" y="300064"/>
                  <a:pt x="543711" y="325262"/>
                  <a:pt x="574912" y="334868"/>
                </a:cubicBezTo>
                <a:cubicBezTo>
                  <a:pt x="560539" y="343264"/>
                  <a:pt x="544893" y="348067"/>
                  <a:pt x="526882" y="349268"/>
                </a:cubicBezTo>
                <a:moveTo>
                  <a:pt x="606114" y="313264"/>
                </a:moveTo>
                <a:cubicBezTo>
                  <a:pt x="600110" y="319268"/>
                  <a:pt x="595288" y="324061"/>
                  <a:pt x="588103" y="327664"/>
                </a:cubicBezTo>
                <a:cubicBezTo>
                  <a:pt x="585737" y="327664"/>
                  <a:pt x="582098" y="326463"/>
                  <a:pt x="579733" y="326463"/>
                </a:cubicBezTo>
                <a:cubicBezTo>
                  <a:pt x="552079" y="319268"/>
                  <a:pt x="529337" y="296462"/>
                  <a:pt x="522152" y="268854"/>
                </a:cubicBezTo>
                <a:cubicBezTo>
                  <a:pt x="526882" y="268854"/>
                  <a:pt x="530520" y="267653"/>
                  <a:pt x="534158" y="265252"/>
                </a:cubicBezTo>
                <a:cubicBezTo>
                  <a:pt x="556901" y="289258"/>
                  <a:pt x="590559" y="298863"/>
                  <a:pt x="622942" y="290458"/>
                </a:cubicBezTo>
                <a:cubicBezTo>
                  <a:pt x="618121" y="300064"/>
                  <a:pt x="613300" y="307260"/>
                  <a:pt x="606114" y="313264"/>
                </a:cubicBezTo>
                <a:moveTo>
                  <a:pt x="622942" y="282053"/>
                </a:moveTo>
                <a:cubicBezTo>
                  <a:pt x="595288" y="289258"/>
                  <a:pt x="565361" y="282053"/>
                  <a:pt x="543711" y="261648"/>
                </a:cubicBezTo>
                <a:cubicBezTo>
                  <a:pt x="547350" y="259247"/>
                  <a:pt x="549713" y="255654"/>
                  <a:pt x="553353" y="252052"/>
                </a:cubicBezTo>
                <a:cubicBezTo>
                  <a:pt x="584555" y="261648"/>
                  <a:pt x="619304" y="253252"/>
                  <a:pt x="643319" y="230447"/>
                </a:cubicBezTo>
                <a:cubicBezTo>
                  <a:pt x="643319" y="247249"/>
                  <a:pt x="638497" y="264051"/>
                  <a:pt x="631312" y="279651"/>
                </a:cubicBezTo>
                <a:cubicBezTo>
                  <a:pt x="627764" y="279651"/>
                  <a:pt x="625308" y="280852"/>
                  <a:pt x="622942" y="28205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074" name="">
            <a:extLst xmlns:a="http://schemas.openxmlformats.org/drawingml/2006/main">
              <a:ext uri="{FF2B5EF4-FFF2-40B4-BE49-F238E27FC236}">
                <a16:creationId xmlns:a16="http://schemas.microsoft.com/office/drawing/2014/main" id="{F5CFCFDD-62A4-4F3B-BB61-1BCF6396FF1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c24de9f3f6342ce"/>
          <a:stretch xmlns:a="http://schemas.openxmlformats.org/drawingml/2006/main"/>
        </p:blipFill>
        <p:spPr>
          <a:xfrm xmlns:a="http://schemas.openxmlformats.org/drawingml/2006/main">
            <a:off x="13712771" y="5147158"/>
            <a:ext cx="124817" cy="197627"/>
          </a:xfrm>
          <a:prstGeom xmlns:a="http://schemas.openxmlformats.org/drawingml/2006/main" prst="rect">
            <a:avLst/>
          </a:prstGeom>
        </p:spPr>
      </p:pic>
      <p:sp>
        <p:nvSpPr>
          <p:cNvPr id="1075" name="path-1031">
            <a:extLst xmlns:a="http://schemas.openxmlformats.org/drawingml/2006/main">
              <a:ext uri="{FF2B5EF4-FFF2-40B4-BE49-F238E27FC236}">
                <a16:creationId xmlns:a16="http://schemas.microsoft.com/office/drawing/2014/main" id="{F7D4E3E2-C4A3-4D3A-9C4B-AB7061106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00709" y="5054790"/>
            <a:ext cx="348674" cy="312902"/>
          </a:xfrm>
          <a:custGeom xmlns:a="http://schemas.openxmlformats.org/drawingml/2006/main">
            <a:pathLst>
              <a:path w="319295" h="286537">
                <a:moveTo>
                  <a:pt x="317567" y="269317"/>
                </a:moveTo>
                <a:cubicBezTo>
                  <a:pt x="319295" y="272947"/>
                  <a:pt x="319295" y="277140"/>
                  <a:pt x="317567" y="280779"/>
                </a:cubicBezTo>
                <a:cubicBezTo>
                  <a:pt x="315383" y="284236"/>
                  <a:pt x="311562" y="286373"/>
                  <a:pt x="307469" y="286510"/>
                </a:cubicBezTo>
                <a:lnTo>
                  <a:pt x="12190" y="286510"/>
                </a:lnTo>
                <a:cubicBezTo>
                  <a:pt x="8005" y="286537"/>
                  <a:pt x="4094" y="284354"/>
                  <a:pt x="1911" y="280779"/>
                </a:cubicBezTo>
                <a:cubicBezTo>
                  <a:pt x="0" y="277213"/>
                  <a:pt x="0" y="272883"/>
                  <a:pt x="1911" y="269317"/>
                </a:cubicBezTo>
                <a:lnTo>
                  <a:pt x="149641" y="5740"/>
                </a:lnTo>
                <a:cubicBezTo>
                  <a:pt x="151916" y="2283"/>
                  <a:pt x="155645" y="145"/>
                  <a:pt x="159829" y="9"/>
                </a:cubicBezTo>
                <a:cubicBezTo>
                  <a:pt x="163922" y="0"/>
                  <a:pt x="167834" y="2174"/>
                  <a:pt x="169926" y="5740"/>
                </a:cubicBezTo>
                <a:lnTo>
                  <a:pt x="317567" y="269317"/>
                </a:lnTo>
                <a:moveTo>
                  <a:pt x="141181" y="92823"/>
                </a:moveTo>
                <a:lnTo>
                  <a:pt x="177841" y="92823"/>
                </a:lnTo>
                <a:lnTo>
                  <a:pt x="177841" y="193678"/>
                </a:lnTo>
                <a:lnTo>
                  <a:pt x="141181" y="193678"/>
                </a:lnTo>
                <a:close/>
                <a:moveTo>
                  <a:pt x="141181" y="218876"/>
                </a:moveTo>
                <a:lnTo>
                  <a:pt x="177841" y="218876"/>
                </a:lnTo>
                <a:lnTo>
                  <a:pt x="177841" y="252688"/>
                </a:lnTo>
                <a:lnTo>
                  <a:pt x="141181" y="252688"/>
                </a:lnTo>
                <a:close/>
              </a:path>
            </a:pathLst>
          </a:custGeom>
          <a:solidFill xmlns:a="http://schemas.openxmlformats.org/drawingml/2006/main">
            <a:srgbClr val="F1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6" name="path-1032">
            <a:extLst xmlns:a="http://schemas.openxmlformats.org/drawingml/2006/main">
              <a:ext uri="{FF2B5EF4-FFF2-40B4-BE49-F238E27FC236}">
                <a16:creationId xmlns:a16="http://schemas.microsoft.com/office/drawing/2014/main" id="{12103617-DC41-4996-A3E8-1F7D0D186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62131" y="4663123"/>
            <a:ext cx="347680" cy="685595"/>
          </a:xfrm>
          <a:custGeom xmlns:a="http://schemas.openxmlformats.org/drawingml/2006/main">
            <a:pathLst>
              <a:path w="318385" h="627827">
                <a:moveTo>
                  <a:pt x="318385" y="576940"/>
                </a:moveTo>
                <a:cubicBezTo>
                  <a:pt x="318385" y="590695"/>
                  <a:pt x="313472" y="602611"/>
                  <a:pt x="303648" y="612699"/>
                </a:cubicBezTo>
                <a:cubicBezTo>
                  <a:pt x="293823" y="622788"/>
                  <a:pt x="280178" y="627827"/>
                  <a:pt x="262713" y="627827"/>
                </a:cubicBezTo>
                <a:lnTo>
                  <a:pt x="60583" y="627827"/>
                </a:lnTo>
                <a:cubicBezTo>
                  <a:pt x="40844" y="627827"/>
                  <a:pt x="25834" y="622324"/>
                  <a:pt x="15464" y="611325"/>
                </a:cubicBezTo>
                <a:cubicBezTo>
                  <a:pt x="5185" y="600319"/>
                  <a:pt x="0" y="586565"/>
                  <a:pt x="0" y="570063"/>
                </a:cubicBezTo>
                <a:lnTo>
                  <a:pt x="0" y="133403"/>
                </a:lnTo>
                <a:cubicBezTo>
                  <a:pt x="0" y="121022"/>
                  <a:pt x="4184" y="110707"/>
                  <a:pt x="12372" y="102456"/>
                </a:cubicBezTo>
                <a:cubicBezTo>
                  <a:pt x="20650" y="94205"/>
                  <a:pt x="32566" y="90075"/>
                  <a:pt x="48212" y="90075"/>
                </a:cubicBezTo>
                <a:lnTo>
                  <a:pt x="271627" y="90075"/>
                </a:lnTo>
                <a:cubicBezTo>
                  <a:pt x="288183" y="90075"/>
                  <a:pt x="300100" y="94205"/>
                  <a:pt x="307377" y="102456"/>
                </a:cubicBezTo>
                <a:cubicBezTo>
                  <a:pt x="314746" y="110707"/>
                  <a:pt x="318385" y="121486"/>
                  <a:pt x="318385" y="134776"/>
                </a:cubicBezTo>
                <a:lnTo>
                  <a:pt x="318385" y="576940"/>
                </a:lnTo>
                <a:moveTo>
                  <a:pt x="102520" y="510234"/>
                </a:moveTo>
                <a:lnTo>
                  <a:pt x="102520" y="544619"/>
                </a:lnTo>
                <a:lnTo>
                  <a:pt x="215956" y="544619"/>
                </a:lnTo>
                <a:lnTo>
                  <a:pt x="215956" y="510234"/>
                </a:lnTo>
                <a:lnTo>
                  <a:pt x="102520" y="510234"/>
                </a:lnTo>
                <a:moveTo>
                  <a:pt x="142364" y="147157"/>
                </a:moveTo>
                <a:lnTo>
                  <a:pt x="142364" y="186355"/>
                </a:lnTo>
                <a:lnTo>
                  <a:pt x="102520" y="186355"/>
                </a:lnTo>
                <a:lnTo>
                  <a:pt x="102520" y="220731"/>
                </a:lnTo>
                <a:lnTo>
                  <a:pt x="142364" y="220731"/>
                </a:lnTo>
                <a:lnTo>
                  <a:pt x="142364" y="260620"/>
                </a:lnTo>
                <a:lnTo>
                  <a:pt x="176112" y="260620"/>
                </a:lnTo>
                <a:lnTo>
                  <a:pt x="176112" y="220731"/>
                </a:lnTo>
                <a:lnTo>
                  <a:pt x="215956" y="220731"/>
                </a:lnTo>
                <a:lnTo>
                  <a:pt x="215956" y="186355"/>
                </a:lnTo>
                <a:lnTo>
                  <a:pt x="176112" y="186355"/>
                </a:lnTo>
                <a:lnTo>
                  <a:pt x="176112" y="147157"/>
                </a:lnTo>
                <a:lnTo>
                  <a:pt x="142364" y="147157"/>
                </a:lnTo>
                <a:moveTo>
                  <a:pt x="159556" y="0"/>
                </a:moveTo>
                <a:cubicBezTo>
                  <a:pt x="164195" y="454"/>
                  <a:pt x="168743" y="682"/>
                  <a:pt x="173292" y="682"/>
                </a:cubicBezTo>
                <a:cubicBezTo>
                  <a:pt x="177022" y="682"/>
                  <a:pt x="181114" y="800"/>
                  <a:pt x="185663" y="1027"/>
                </a:cubicBezTo>
                <a:cubicBezTo>
                  <a:pt x="190303" y="1255"/>
                  <a:pt x="194670" y="1374"/>
                  <a:pt x="198763" y="1374"/>
                </a:cubicBezTo>
                <a:cubicBezTo>
                  <a:pt x="207042" y="1828"/>
                  <a:pt x="212408" y="4348"/>
                  <a:pt x="214955" y="8933"/>
                </a:cubicBezTo>
                <a:cubicBezTo>
                  <a:pt x="217411" y="13517"/>
                  <a:pt x="218684" y="19939"/>
                  <a:pt x="218684" y="28191"/>
                </a:cubicBezTo>
                <a:lnTo>
                  <a:pt x="218684" y="50887"/>
                </a:lnTo>
                <a:lnTo>
                  <a:pt x="218684" y="60511"/>
                </a:lnTo>
                <a:lnTo>
                  <a:pt x="99063" y="60511"/>
                </a:lnTo>
                <a:lnTo>
                  <a:pt x="99063" y="34376"/>
                </a:lnTo>
                <a:cubicBezTo>
                  <a:pt x="99063" y="30710"/>
                  <a:pt x="99244" y="26016"/>
                  <a:pt x="99699" y="20285"/>
                </a:cubicBezTo>
                <a:cubicBezTo>
                  <a:pt x="100246" y="14555"/>
                  <a:pt x="102247" y="10079"/>
                  <a:pt x="105977" y="6877"/>
                </a:cubicBezTo>
                <a:cubicBezTo>
                  <a:pt x="110070" y="3202"/>
                  <a:pt x="116893" y="1255"/>
                  <a:pt x="126535" y="1027"/>
                </a:cubicBezTo>
                <a:cubicBezTo>
                  <a:pt x="136177" y="800"/>
                  <a:pt x="147184" y="454"/>
                  <a:pt x="159556" y="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077" name="">
            <a:extLst xmlns:a="http://schemas.openxmlformats.org/drawingml/2006/main">
              <a:ext uri="{FF2B5EF4-FFF2-40B4-BE49-F238E27FC236}">
                <a16:creationId xmlns:a16="http://schemas.microsoft.com/office/drawing/2014/main" id="{C71795D6-B94B-4520-8C66-9E254818456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42360f067384d52"/>
          <a:stretch xmlns:a="http://schemas.openxmlformats.org/drawingml/2006/main"/>
        </p:blipFill>
        <p:spPr>
          <a:xfrm xmlns:a="http://schemas.openxmlformats.org/drawingml/2006/main">
            <a:off x="14378462" y="5147158"/>
            <a:ext cx="114416" cy="197627"/>
          </a:xfrm>
          <a:prstGeom xmlns:a="http://schemas.openxmlformats.org/drawingml/2006/main" prst="rect">
            <a:avLst/>
          </a:prstGeom>
        </p:spPr>
      </p:pic>
      <p:sp>
        <p:nvSpPr>
          <p:cNvPr id="1078" name="path-1034">
            <a:extLst xmlns:a="http://schemas.openxmlformats.org/drawingml/2006/main">
              <a:ext uri="{FF2B5EF4-FFF2-40B4-BE49-F238E27FC236}">
                <a16:creationId xmlns:a16="http://schemas.microsoft.com/office/drawing/2014/main" id="{15569B39-CB15-4F0F-8B6E-83CB08092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60408" y="5054790"/>
            <a:ext cx="348673" cy="312902"/>
          </a:xfrm>
          <a:custGeom xmlns:a="http://schemas.openxmlformats.org/drawingml/2006/main">
            <a:pathLst>
              <a:path w="319294" h="286537">
                <a:moveTo>
                  <a:pt x="317567" y="269317"/>
                </a:moveTo>
                <a:cubicBezTo>
                  <a:pt x="319294" y="272947"/>
                  <a:pt x="319294" y="277140"/>
                  <a:pt x="317567" y="280779"/>
                </a:cubicBezTo>
                <a:cubicBezTo>
                  <a:pt x="315383" y="284236"/>
                  <a:pt x="311562" y="286373"/>
                  <a:pt x="307469" y="286510"/>
                </a:cubicBezTo>
                <a:lnTo>
                  <a:pt x="12189" y="286510"/>
                </a:lnTo>
                <a:cubicBezTo>
                  <a:pt x="8005" y="286537"/>
                  <a:pt x="4093" y="284354"/>
                  <a:pt x="2000" y="280779"/>
                </a:cubicBezTo>
                <a:cubicBezTo>
                  <a:pt x="0" y="277213"/>
                  <a:pt x="0" y="272883"/>
                  <a:pt x="2000" y="269317"/>
                </a:cubicBezTo>
                <a:lnTo>
                  <a:pt x="149640" y="5740"/>
                </a:lnTo>
                <a:cubicBezTo>
                  <a:pt x="151914" y="2283"/>
                  <a:pt x="155735" y="145"/>
                  <a:pt x="159828" y="9"/>
                </a:cubicBezTo>
                <a:cubicBezTo>
                  <a:pt x="163922" y="0"/>
                  <a:pt x="167834" y="2174"/>
                  <a:pt x="169926" y="5740"/>
                </a:cubicBezTo>
                <a:lnTo>
                  <a:pt x="317567" y="269317"/>
                </a:lnTo>
                <a:moveTo>
                  <a:pt x="141181" y="92823"/>
                </a:moveTo>
                <a:lnTo>
                  <a:pt x="177841" y="92823"/>
                </a:lnTo>
                <a:lnTo>
                  <a:pt x="177841" y="193678"/>
                </a:lnTo>
                <a:lnTo>
                  <a:pt x="141181" y="193678"/>
                </a:lnTo>
                <a:close/>
                <a:moveTo>
                  <a:pt x="141181" y="218876"/>
                </a:moveTo>
                <a:lnTo>
                  <a:pt x="177841" y="218876"/>
                </a:lnTo>
                <a:lnTo>
                  <a:pt x="177841" y="252688"/>
                </a:lnTo>
                <a:lnTo>
                  <a:pt x="141181" y="252688"/>
                </a:lnTo>
                <a:close/>
              </a:path>
            </a:pathLst>
          </a:custGeom>
          <a:solidFill xmlns:a="http://schemas.openxmlformats.org/drawingml/2006/main">
            <a:srgbClr val="F1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9" name="path-1035">
            <a:extLst xmlns:a="http://schemas.openxmlformats.org/drawingml/2006/main">
              <a:ext uri="{FF2B5EF4-FFF2-40B4-BE49-F238E27FC236}">
                <a16:creationId xmlns:a16="http://schemas.microsoft.com/office/drawing/2014/main" id="{C7718DF6-0D85-45B3-879A-586F000B4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00472" y="4796125"/>
            <a:ext cx="474435" cy="515371"/>
          </a:xfrm>
          <a:custGeom xmlns:a="http://schemas.openxmlformats.org/drawingml/2006/main">
            <a:pathLst>
              <a:path w="434459" h="471947">
                <a:moveTo>
                  <a:pt x="369235" y="26554"/>
                </a:moveTo>
                <a:cubicBezTo>
                  <a:pt x="331209" y="8852"/>
                  <a:pt x="276902" y="0"/>
                  <a:pt x="217230" y="0"/>
                </a:cubicBezTo>
                <a:cubicBezTo>
                  <a:pt x="157463" y="0"/>
                  <a:pt x="103156" y="8852"/>
                  <a:pt x="65131" y="26554"/>
                </a:cubicBezTo>
                <a:cubicBezTo>
                  <a:pt x="21650" y="47203"/>
                  <a:pt x="0" y="70800"/>
                  <a:pt x="0" y="100291"/>
                </a:cubicBezTo>
                <a:lnTo>
                  <a:pt x="0" y="374612"/>
                </a:lnTo>
                <a:cubicBezTo>
                  <a:pt x="0" y="401156"/>
                  <a:pt x="21650" y="427709"/>
                  <a:pt x="65131" y="445403"/>
                </a:cubicBezTo>
                <a:cubicBezTo>
                  <a:pt x="103156" y="463104"/>
                  <a:pt x="157463" y="471947"/>
                  <a:pt x="217230" y="471947"/>
                </a:cubicBezTo>
                <a:cubicBezTo>
                  <a:pt x="276902" y="471947"/>
                  <a:pt x="331209" y="463104"/>
                  <a:pt x="369235" y="445403"/>
                </a:cubicBezTo>
                <a:cubicBezTo>
                  <a:pt x="409988" y="427709"/>
                  <a:pt x="434459" y="401156"/>
                  <a:pt x="434459" y="374612"/>
                </a:cubicBezTo>
                <a:lnTo>
                  <a:pt x="434459" y="100291"/>
                </a:lnTo>
                <a:cubicBezTo>
                  <a:pt x="434459" y="70800"/>
                  <a:pt x="412717" y="47203"/>
                  <a:pt x="369235" y="26554"/>
                </a:cubicBezTo>
                <a:moveTo>
                  <a:pt x="344855" y="147485"/>
                </a:moveTo>
                <a:cubicBezTo>
                  <a:pt x="309559" y="162240"/>
                  <a:pt x="260619" y="168134"/>
                  <a:pt x="217230" y="168134"/>
                </a:cubicBezTo>
                <a:cubicBezTo>
                  <a:pt x="171017" y="168134"/>
                  <a:pt x="124898" y="162240"/>
                  <a:pt x="89602" y="147485"/>
                </a:cubicBezTo>
                <a:cubicBezTo>
                  <a:pt x="48849" y="135687"/>
                  <a:pt x="29836" y="117994"/>
                  <a:pt x="29836" y="100291"/>
                </a:cubicBezTo>
                <a:cubicBezTo>
                  <a:pt x="29836" y="82599"/>
                  <a:pt x="51577" y="64896"/>
                  <a:pt x="89602" y="50150"/>
                </a:cubicBezTo>
                <a:cubicBezTo>
                  <a:pt x="124898" y="35404"/>
                  <a:pt x="171017" y="29501"/>
                  <a:pt x="217230" y="29501"/>
                </a:cubicBezTo>
                <a:cubicBezTo>
                  <a:pt x="260619" y="29501"/>
                  <a:pt x="309559" y="38352"/>
                  <a:pt x="344855" y="50150"/>
                </a:cubicBezTo>
                <a:cubicBezTo>
                  <a:pt x="382880" y="64896"/>
                  <a:pt x="404530" y="82599"/>
                  <a:pt x="404530" y="100291"/>
                </a:cubicBezTo>
                <a:cubicBezTo>
                  <a:pt x="404530" y="117994"/>
                  <a:pt x="385518" y="135687"/>
                  <a:pt x="344855" y="147485"/>
                </a:cubicBezTo>
                <a:moveTo>
                  <a:pt x="347494" y="233030"/>
                </a:moveTo>
                <a:cubicBezTo>
                  <a:pt x="312198" y="244829"/>
                  <a:pt x="263349" y="253671"/>
                  <a:pt x="217230" y="253671"/>
                </a:cubicBezTo>
                <a:cubicBezTo>
                  <a:pt x="171017" y="253671"/>
                  <a:pt x="124898" y="244829"/>
                  <a:pt x="86873" y="233030"/>
                </a:cubicBezTo>
                <a:cubicBezTo>
                  <a:pt x="48849" y="218276"/>
                  <a:pt x="27108" y="200583"/>
                  <a:pt x="27108" y="182881"/>
                </a:cubicBezTo>
                <a:lnTo>
                  <a:pt x="27108" y="150442"/>
                </a:lnTo>
                <a:cubicBezTo>
                  <a:pt x="54307" y="162240"/>
                  <a:pt x="73319" y="176986"/>
                  <a:pt x="103156" y="182881"/>
                </a:cubicBezTo>
                <a:cubicBezTo>
                  <a:pt x="138452" y="191732"/>
                  <a:pt x="176475" y="197635"/>
                  <a:pt x="217230" y="197635"/>
                </a:cubicBezTo>
                <a:cubicBezTo>
                  <a:pt x="257891" y="197635"/>
                  <a:pt x="295915" y="191732"/>
                  <a:pt x="331209" y="182881"/>
                </a:cubicBezTo>
                <a:cubicBezTo>
                  <a:pt x="361138" y="176986"/>
                  <a:pt x="380151" y="162240"/>
                  <a:pt x="407259" y="150442"/>
                </a:cubicBezTo>
                <a:lnTo>
                  <a:pt x="407259" y="185837"/>
                </a:lnTo>
                <a:cubicBezTo>
                  <a:pt x="407259" y="200583"/>
                  <a:pt x="385518" y="218276"/>
                  <a:pt x="347494" y="233030"/>
                </a:cubicBezTo>
                <a:moveTo>
                  <a:pt x="347494" y="327418"/>
                </a:moveTo>
                <a:cubicBezTo>
                  <a:pt x="312198" y="339217"/>
                  <a:pt x="263349" y="348067"/>
                  <a:pt x="217230" y="348067"/>
                </a:cubicBezTo>
                <a:cubicBezTo>
                  <a:pt x="171017" y="348067"/>
                  <a:pt x="124898" y="339217"/>
                  <a:pt x="86873" y="327418"/>
                </a:cubicBezTo>
                <a:cubicBezTo>
                  <a:pt x="48849" y="315620"/>
                  <a:pt x="27108" y="297918"/>
                  <a:pt x="27108" y="277277"/>
                </a:cubicBezTo>
                <a:lnTo>
                  <a:pt x="27108" y="233030"/>
                </a:lnTo>
                <a:cubicBezTo>
                  <a:pt x="54307" y="247776"/>
                  <a:pt x="73319" y="259575"/>
                  <a:pt x="103156" y="268426"/>
                </a:cubicBezTo>
                <a:cubicBezTo>
                  <a:pt x="138452" y="277277"/>
                  <a:pt x="176475" y="283171"/>
                  <a:pt x="217230" y="283171"/>
                </a:cubicBezTo>
                <a:cubicBezTo>
                  <a:pt x="257891" y="283171"/>
                  <a:pt x="295915" y="277277"/>
                  <a:pt x="331209" y="268426"/>
                </a:cubicBezTo>
                <a:cubicBezTo>
                  <a:pt x="361138" y="259575"/>
                  <a:pt x="380151" y="247776"/>
                  <a:pt x="407259" y="233030"/>
                </a:cubicBezTo>
                <a:lnTo>
                  <a:pt x="407259" y="277277"/>
                </a:lnTo>
                <a:cubicBezTo>
                  <a:pt x="407259" y="297918"/>
                  <a:pt x="385518" y="315620"/>
                  <a:pt x="347494" y="327418"/>
                </a:cubicBezTo>
                <a:moveTo>
                  <a:pt x="217230" y="442455"/>
                </a:moveTo>
                <a:cubicBezTo>
                  <a:pt x="171017" y="442455"/>
                  <a:pt x="124898" y="433604"/>
                  <a:pt x="86873" y="421805"/>
                </a:cubicBezTo>
                <a:cubicBezTo>
                  <a:pt x="48849" y="410007"/>
                  <a:pt x="27108" y="392314"/>
                  <a:pt x="27108" y="371664"/>
                </a:cubicBezTo>
                <a:lnTo>
                  <a:pt x="27108" y="327418"/>
                </a:lnTo>
                <a:cubicBezTo>
                  <a:pt x="54307" y="342164"/>
                  <a:pt x="73319" y="353962"/>
                  <a:pt x="103156" y="362813"/>
                </a:cubicBezTo>
                <a:cubicBezTo>
                  <a:pt x="135722" y="371664"/>
                  <a:pt x="176475" y="377559"/>
                  <a:pt x="214500" y="377559"/>
                </a:cubicBezTo>
                <a:cubicBezTo>
                  <a:pt x="255252" y="377559"/>
                  <a:pt x="293187" y="371664"/>
                  <a:pt x="328573" y="362813"/>
                </a:cubicBezTo>
                <a:cubicBezTo>
                  <a:pt x="361138" y="353962"/>
                  <a:pt x="380151" y="342164"/>
                  <a:pt x="407259" y="327418"/>
                </a:cubicBezTo>
                <a:lnTo>
                  <a:pt x="407259" y="371664"/>
                </a:lnTo>
                <a:cubicBezTo>
                  <a:pt x="407259" y="389357"/>
                  <a:pt x="385518" y="407059"/>
                  <a:pt x="347494" y="421805"/>
                </a:cubicBezTo>
                <a:cubicBezTo>
                  <a:pt x="312198" y="436552"/>
                  <a:pt x="260619" y="442455"/>
                  <a:pt x="217230" y="442455"/>
                </a:cubicBezTo>
              </a:path>
            </a:pathLst>
          </a:custGeom>
          <a:solidFill xmlns:a="http://schemas.openxmlformats.org/drawingml/2006/main">
            <a:srgbClr val="272636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080" name="">
            <a:extLst xmlns:a="http://schemas.openxmlformats.org/drawingml/2006/main">
              <a:ext uri="{FF2B5EF4-FFF2-40B4-BE49-F238E27FC236}">
                <a16:creationId xmlns:a16="http://schemas.microsoft.com/office/drawing/2014/main" id="{09FB0D51-7409-4676-9ADC-B0F3F74960C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5437b1c6f164f9b"/>
          <a:stretch xmlns:a="http://schemas.openxmlformats.org/drawingml/2006/main"/>
        </p:blipFill>
        <p:spPr>
          <a:xfrm xmlns:a="http://schemas.openxmlformats.org/drawingml/2006/main">
            <a:off x="15137765" y="5147158"/>
            <a:ext cx="114416" cy="197627"/>
          </a:xfrm>
          <a:prstGeom xmlns:a="http://schemas.openxmlformats.org/drawingml/2006/main" prst="rect">
            <a:avLst/>
          </a:prstGeom>
        </p:spPr>
      </p:pic>
      <p:sp>
        <p:nvSpPr>
          <p:cNvPr id="1081" name="path-1037">
            <a:extLst xmlns:a="http://schemas.openxmlformats.org/drawingml/2006/main">
              <a:ext uri="{FF2B5EF4-FFF2-40B4-BE49-F238E27FC236}">
                <a16:creationId xmlns:a16="http://schemas.microsoft.com/office/drawing/2014/main" id="{CA189B18-DC5B-4AAF-AC91-C51126089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19244" y="5054790"/>
            <a:ext cx="348674" cy="312902"/>
          </a:xfrm>
          <a:custGeom xmlns:a="http://schemas.openxmlformats.org/drawingml/2006/main">
            <a:pathLst>
              <a:path w="319295" h="286537">
                <a:moveTo>
                  <a:pt x="317657" y="269317"/>
                </a:moveTo>
                <a:cubicBezTo>
                  <a:pt x="319295" y="272947"/>
                  <a:pt x="319295" y="277140"/>
                  <a:pt x="317657" y="280779"/>
                </a:cubicBezTo>
                <a:cubicBezTo>
                  <a:pt x="315384" y="284236"/>
                  <a:pt x="311562" y="286373"/>
                  <a:pt x="307469" y="286510"/>
                </a:cubicBezTo>
                <a:lnTo>
                  <a:pt x="12190" y="286510"/>
                </a:lnTo>
                <a:cubicBezTo>
                  <a:pt x="8004" y="286537"/>
                  <a:pt x="4093" y="284354"/>
                  <a:pt x="2001" y="280779"/>
                </a:cubicBezTo>
                <a:cubicBezTo>
                  <a:pt x="0" y="277213"/>
                  <a:pt x="0" y="272883"/>
                  <a:pt x="2001" y="269317"/>
                </a:cubicBezTo>
                <a:lnTo>
                  <a:pt x="149731" y="5740"/>
                </a:lnTo>
                <a:cubicBezTo>
                  <a:pt x="151914" y="2283"/>
                  <a:pt x="155736" y="145"/>
                  <a:pt x="159829" y="9"/>
                </a:cubicBezTo>
                <a:cubicBezTo>
                  <a:pt x="164013" y="0"/>
                  <a:pt x="167834" y="2174"/>
                  <a:pt x="170017" y="5740"/>
                </a:cubicBezTo>
                <a:lnTo>
                  <a:pt x="317657" y="269317"/>
                </a:lnTo>
                <a:moveTo>
                  <a:pt x="141272" y="92823"/>
                </a:moveTo>
                <a:lnTo>
                  <a:pt x="177841" y="92823"/>
                </a:lnTo>
                <a:lnTo>
                  <a:pt x="177841" y="193678"/>
                </a:lnTo>
                <a:lnTo>
                  <a:pt x="141272" y="193678"/>
                </a:lnTo>
                <a:close/>
                <a:moveTo>
                  <a:pt x="141272" y="218876"/>
                </a:moveTo>
                <a:lnTo>
                  <a:pt x="177841" y="218876"/>
                </a:lnTo>
                <a:lnTo>
                  <a:pt x="177841" y="252688"/>
                </a:lnTo>
                <a:lnTo>
                  <a:pt x="141272" y="252688"/>
                </a:lnTo>
                <a:close/>
              </a:path>
            </a:pathLst>
          </a:custGeom>
          <a:solidFill xmlns:a="http://schemas.openxmlformats.org/drawingml/2006/main">
            <a:srgbClr val="F1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2" name="text-1038 Computation">
            <a:extLst xmlns:a="http://schemas.openxmlformats.org/drawingml/2006/main">
              <a:ext uri="{FF2B5EF4-FFF2-40B4-BE49-F238E27FC236}">
                <a16:creationId xmlns:a16="http://schemas.microsoft.com/office/drawing/2014/main" id="{94D59488-1DC2-4888-91D8-44A21A8C3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33434" y="5404104"/>
            <a:ext cx="813604" cy="1947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666666"/>
                </a:solidFill>
                <a:latin typeface="Arial"/>
                <a:ea typeface="Arial"/>
                <a:cs typeface="Arial"/>
              </a:rPr>
              <a:t>Computation</a:t>
            </a:r>
          </a:p>
        </p:txBody>
      </p:sp>
      <p:sp>
        <p:nvSpPr>
          <p:cNvPr id="1083" name="text-1039 Power">
            <a:extLst xmlns:a="http://schemas.openxmlformats.org/drawingml/2006/main">
              <a:ext uri="{FF2B5EF4-FFF2-40B4-BE49-F238E27FC236}">
                <a16:creationId xmlns:a16="http://schemas.microsoft.com/office/drawing/2014/main" id="{56CA144B-FECE-439F-B926-36C510ED0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80359" y="5404110"/>
            <a:ext cx="419260" cy="1947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666666"/>
                </a:solidFill>
                <a:latin typeface="Arial"/>
                <a:ea typeface="Arial"/>
                <a:cs typeface="Arial"/>
              </a:rPr>
              <a:t>Power</a:t>
            </a:r>
          </a:p>
        </p:txBody>
      </p:sp>
      <p:sp>
        <p:nvSpPr>
          <p:cNvPr id="1084" name="text-1040 Memory">
            <a:extLst xmlns:a="http://schemas.openxmlformats.org/drawingml/2006/main">
              <a:ext uri="{FF2B5EF4-FFF2-40B4-BE49-F238E27FC236}">
                <a16:creationId xmlns:a16="http://schemas.microsoft.com/office/drawing/2014/main" id="{026597B5-A1D6-4AEA-9FAE-E316B597AF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39928" y="5404092"/>
            <a:ext cx="527291" cy="1948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1096" b="0" i="0">
                <a:solidFill>
                  <a:srgbClr val="666666"/>
                </a:solidFill>
                <a:latin typeface="Arial"/>
                <a:ea typeface="Arial"/>
                <a:cs typeface="Arial"/>
              </a:rPr>
              <a:t>Memory</a:t>
            </a:r>
          </a:p>
        </p:txBody>
      </p:sp>
      <p:sp>
        <p:nvSpPr>
          <p:cNvPr id="1085" name="path-1041">
            <a:extLst xmlns:a="http://schemas.openxmlformats.org/drawingml/2006/main">
              <a:ext uri="{FF2B5EF4-FFF2-40B4-BE49-F238E27FC236}">
                <a16:creationId xmlns:a16="http://schemas.microsoft.com/office/drawing/2014/main" id="{23A5F9B2-CEB5-4198-A597-1F6259876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120" y="4442686"/>
            <a:ext cx="225376" cy="188740"/>
          </a:xfrm>
          <a:custGeom xmlns:a="http://schemas.openxmlformats.org/drawingml/2006/main">
            <a:pathLst>
              <a:path w="206386" h="172837">
                <a:moveTo>
                  <a:pt x="144502" y="172837"/>
                </a:moveTo>
                <a:lnTo>
                  <a:pt x="61886" y="172837"/>
                </a:lnTo>
                <a:lnTo>
                  <a:pt x="61886" y="93241"/>
                </a:lnTo>
                <a:lnTo>
                  <a:pt x="0" y="93241"/>
                </a:lnTo>
                <a:lnTo>
                  <a:pt x="103194" y="0"/>
                </a:lnTo>
                <a:lnTo>
                  <a:pt x="206386" y="93241"/>
                </a:lnTo>
                <a:lnTo>
                  <a:pt x="144502" y="93241"/>
                </a:lnTo>
                <a:lnTo>
                  <a:pt x="144502" y="172837"/>
                </a:lnTo>
              </a:path>
            </a:pathLst>
          </a:custGeom>
          <a:noFill xmlns:a="http://schemas.openxmlformats.org/drawingml/2006/main"/>
          <a:ln xmlns:a="http://schemas.openxmlformats.org/drawingml/2006/main" w="14901">
            <a:solidFill>
              <a:srgbClr val="000000"/>
            </a:solidFill>
            <a:prstDash val="solid"/>
          </a:ln>
        </p:spPr>
      </p:sp>
      <p:sp>
        <p:nvSpPr>
          <p:cNvPr id="1086" name="text-1042 Low-latency">
            <a:extLst xmlns:a="http://schemas.openxmlformats.org/drawingml/2006/main">
              <a:ext uri="{FF2B5EF4-FFF2-40B4-BE49-F238E27FC236}">
                <a16:creationId xmlns:a16="http://schemas.microsoft.com/office/drawing/2014/main" id="{F2695782-DF57-49C9-A97E-A3F198741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85507" y="2822130"/>
            <a:ext cx="1065477" cy="2504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Low-latency</a:t>
            </a:r>
          </a:p>
        </p:txBody>
      </p:sp>
      <p:sp>
        <p:nvSpPr>
          <p:cNvPr id="1087" name="text-1043 Interaction">
            <a:extLst xmlns:a="http://schemas.openxmlformats.org/drawingml/2006/main">
              <a:ext uri="{FF2B5EF4-FFF2-40B4-BE49-F238E27FC236}">
                <a16:creationId xmlns:a16="http://schemas.microsoft.com/office/drawing/2014/main" id="{D55EBC51-01B0-468D-8C2F-F3E8E7490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45138" y="3026676"/>
            <a:ext cx="946228" cy="2504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Interaction</a:t>
            </a:r>
          </a:p>
        </p:txBody>
      </p:sp>
      <p:sp>
        <p:nvSpPr>
          <p:cNvPr id="1088" name="text-1044 with">
            <a:extLst xmlns:a="http://schemas.openxmlformats.org/drawingml/2006/main">
              <a:ext uri="{FF2B5EF4-FFF2-40B4-BE49-F238E27FC236}">
                <a16:creationId xmlns:a16="http://schemas.microsoft.com/office/drawing/2014/main" id="{EC2DB6D3-438B-4115-8325-B50F0FC2B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85418" y="3231192"/>
            <a:ext cx="350180" cy="2504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with</a:t>
            </a:r>
          </a:p>
        </p:txBody>
      </p:sp>
      <p:sp>
        <p:nvSpPr>
          <p:cNvPr id="1089" name="text-1044 Physical">
            <a:extLst xmlns:a="http://schemas.openxmlformats.org/drawingml/2006/main">
              <a:ext uri="{FF2B5EF4-FFF2-40B4-BE49-F238E27FC236}">
                <a16:creationId xmlns:a16="http://schemas.microsoft.com/office/drawing/2014/main" id="{CA668C91-23AB-464E-84EE-7267BE0D6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53080" y="3231205"/>
            <a:ext cx="698032" cy="2504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Physical</a:t>
            </a:r>
          </a:p>
        </p:txBody>
      </p:sp>
      <p:sp>
        <p:nvSpPr>
          <p:cNvPr id="1090" name="text-1045 Environments">
            <a:extLst xmlns:a="http://schemas.openxmlformats.org/drawingml/2006/main">
              <a:ext uri="{FF2B5EF4-FFF2-40B4-BE49-F238E27FC236}">
                <a16:creationId xmlns:a16="http://schemas.microsoft.com/office/drawing/2014/main" id="{C394A24F-A8CA-4827-975B-EDEFA52D1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55556" y="3435736"/>
            <a:ext cx="1125423" cy="250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Environments</a:t>
            </a:r>
          </a:p>
        </p:txBody>
      </p:sp>
      <p:sp>
        <p:nvSpPr>
          <p:cNvPr id="1091" name="text-1046 or">
            <a:extLst xmlns:a="http://schemas.openxmlformats.org/drawingml/2006/main">
              <a:ext uri="{FF2B5EF4-FFF2-40B4-BE49-F238E27FC236}">
                <a16:creationId xmlns:a16="http://schemas.microsoft.com/office/drawing/2014/main" id="{E8541BDF-026F-47F5-B349-80FFC3EB4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22660" y="3640312"/>
            <a:ext cx="191187" cy="2503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or</a:t>
            </a:r>
          </a:p>
        </p:txBody>
      </p:sp>
      <p:sp>
        <p:nvSpPr>
          <p:cNvPr id="1092" name="text-1047 Human">
            <a:extLst xmlns:a="http://schemas.openxmlformats.org/drawingml/2006/main">
              <a:ext uri="{FF2B5EF4-FFF2-40B4-BE49-F238E27FC236}">
                <a16:creationId xmlns:a16="http://schemas.microsoft.com/office/drawing/2014/main" id="{F078A78A-458B-4F68-BB44-C24733AAAE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55646" y="3844694"/>
            <a:ext cx="608629" cy="2504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Human</a:t>
            </a:r>
          </a:p>
        </p:txBody>
      </p:sp>
      <p:sp>
        <p:nvSpPr>
          <p:cNvPr id="1093" name="text-1047 Users">
            <a:extLst xmlns:a="http://schemas.openxmlformats.org/drawingml/2006/main">
              <a:ext uri="{FF2B5EF4-FFF2-40B4-BE49-F238E27FC236}">
                <a16:creationId xmlns:a16="http://schemas.microsoft.com/office/drawing/2014/main" id="{7D104C05-CCB4-4AC2-A0E8-4A2D2D6EB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81755" y="3844694"/>
            <a:ext cx="499137" cy="2504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Users</a:t>
            </a:r>
          </a:p>
        </p:txBody>
      </p:sp>
      <p:sp>
        <p:nvSpPr>
          <p:cNvPr id="1094" name="path-1048">
            <a:extLst xmlns:a="http://schemas.openxmlformats.org/drawingml/2006/main">
              <a:ext uri="{FF2B5EF4-FFF2-40B4-BE49-F238E27FC236}">
                <a16:creationId xmlns:a16="http://schemas.microsoft.com/office/drawing/2014/main" id="{7CA1DE28-B947-4579-8CF0-032A52EA4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53007" y="2567299"/>
            <a:ext cx="2298663" cy="1043633"/>
          </a:xfrm>
          <a:custGeom xmlns:a="http://schemas.openxmlformats.org/drawingml/2006/main">
            <a:pathLst>
              <a:path w="2104979" h="955697">
                <a:moveTo>
                  <a:pt x="0" y="0"/>
                </a:moveTo>
                <a:lnTo>
                  <a:pt x="0" y="955697"/>
                </a:lnTo>
                <a:lnTo>
                  <a:pt x="2104979" y="955697"/>
                </a:lnTo>
                <a:lnTo>
                  <a:pt x="210497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pic>
        <p:nvPicPr>
          <p:cNvPr id="1095" name="">
            <a:extLst xmlns:a="http://schemas.openxmlformats.org/drawingml/2006/main">
              <a:ext uri="{FF2B5EF4-FFF2-40B4-BE49-F238E27FC236}">
                <a16:creationId xmlns:a16="http://schemas.microsoft.com/office/drawing/2014/main" id="{F183F0D6-0E36-466F-9C6C-BF1801228D2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ecd02eb3acd4e63"/>
          <a:stretch xmlns:a="http://schemas.openxmlformats.org/drawingml/2006/main"/>
        </p:blipFill>
        <p:spPr>
          <a:xfrm xmlns:a="http://schemas.openxmlformats.org/drawingml/2006/main">
            <a:off x="13255109" y="3690960"/>
            <a:ext cx="520071" cy="655289"/>
          </a:xfrm>
          <a:prstGeom xmlns:a="http://schemas.openxmlformats.org/drawingml/2006/main" prst="rect">
            <a:avLst/>
          </a:prstGeom>
        </p:spPr>
      </p:pic>
      <p:sp>
        <p:nvSpPr>
          <p:cNvPr id="1096" name="path-1050">
            <a:extLst xmlns:a="http://schemas.openxmlformats.org/drawingml/2006/main">
              <a:ext uri="{FF2B5EF4-FFF2-40B4-BE49-F238E27FC236}">
                <a16:creationId xmlns:a16="http://schemas.microsoft.com/office/drawing/2014/main" id="{6BB96E97-32E2-4A21-8343-9CA53EFFA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03457" y="3885800"/>
            <a:ext cx="283011" cy="286478"/>
          </a:xfrm>
          <a:custGeom xmlns:a="http://schemas.openxmlformats.org/drawingml/2006/main">
            <a:pathLst>
              <a:path w="259165" h="262340">
                <a:moveTo>
                  <a:pt x="18558" y="112672"/>
                </a:moveTo>
                <a:lnTo>
                  <a:pt x="92604" y="112672"/>
                </a:lnTo>
                <a:cubicBezTo>
                  <a:pt x="99154" y="112672"/>
                  <a:pt x="105339" y="109142"/>
                  <a:pt x="108615" y="103421"/>
                </a:cubicBezTo>
                <a:cubicBezTo>
                  <a:pt x="111890" y="97690"/>
                  <a:pt x="111890" y="90640"/>
                  <a:pt x="108615" y="84918"/>
                </a:cubicBezTo>
                <a:cubicBezTo>
                  <a:pt x="105339" y="79187"/>
                  <a:pt x="99154" y="75666"/>
                  <a:pt x="92604" y="75666"/>
                </a:cubicBezTo>
                <a:lnTo>
                  <a:pt x="55672" y="75666"/>
                </a:lnTo>
                <a:cubicBezTo>
                  <a:pt x="70044" y="56545"/>
                  <a:pt x="91240" y="43728"/>
                  <a:pt x="114800" y="39880"/>
                </a:cubicBezTo>
                <a:cubicBezTo>
                  <a:pt x="138360" y="36032"/>
                  <a:pt x="162558" y="41463"/>
                  <a:pt x="182207" y="55035"/>
                </a:cubicBezTo>
                <a:cubicBezTo>
                  <a:pt x="201856" y="68607"/>
                  <a:pt x="215501" y="89257"/>
                  <a:pt x="220230" y="112663"/>
                </a:cubicBezTo>
                <a:lnTo>
                  <a:pt x="257709" y="112663"/>
                </a:lnTo>
                <a:cubicBezTo>
                  <a:pt x="253161" y="80615"/>
                  <a:pt x="236696" y="51442"/>
                  <a:pt x="211681" y="30920"/>
                </a:cubicBezTo>
                <a:cubicBezTo>
                  <a:pt x="186574" y="10389"/>
                  <a:pt x="154826" y="0"/>
                  <a:pt x="122441" y="1792"/>
                </a:cubicBezTo>
                <a:cubicBezTo>
                  <a:pt x="90149" y="3593"/>
                  <a:pt x="59675" y="17448"/>
                  <a:pt x="37023" y="40617"/>
                </a:cubicBezTo>
                <a:lnTo>
                  <a:pt x="37023" y="20158"/>
                </a:lnTo>
                <a:cubicBezTo>
                  <a:pt x="37023" y="13545"/>
                  <a:pt x="33476" y="7432"/>
                  <a:pt x="27745" y="4130"/>
                </a:cubicBezTo>
                <a:cubicBezTo>
                  <a:pt x="22014" y="828"/>
                  <a:pt x="15010" y="828"/>
                  <a:pt x="9278" y="4130"/>
                </a:cubicBezTo>
                <a:cubicBezTo>
                  <a:pt x="3548" y="7432"/>
                  <a:pt x="0" y="13545"/>
                  <a:pt x="0" y="20158"/>
                </a:cubicBezTo>
                <a:lnTo>
                  <a:pt x="0" y="94160"/>
                </a:lnTo>
                <a:cubicBezTo>
                  <a:pt x="0" y="99082"/>
                  <a:pt x="2001" y="103803"/>
                  <a:pt x="5458" y="107278"/>
                </a:cubicBezTo>
                <a:cubicBezTo>
                  <a:pt x="8914" y="110752"/>
                  <a:pt x="13645" y="112690"/>
                  <a:pt x="18558" y="112663"/>
                </a:cubicBezTo>
                <a:lnTo>
                  <a:pt x="18558" y="112672"/>
                </a:lnTo>
                <a:moveTo>
                  <a:pt x="240517" y="149678"/>
                </a:moveTo>
                <a:lnTo>
                  <a:pt x="166561" y="149678"/>
                </a:lnTo>
                <a:cubicBezTo>
                  <a:pt x="160010" y="149678"/>
                  <a:pt x="153917" y="153198"/>
                  <a:pt x="150551" y="158929"/>
                </a:cubicBezTo>
                <a:cubicBezTo>
                  <a:pt x="147276" y="164651"/>
                  <a:pt x="147276" y="171700"/>
                  <a:pt x="150551" y="177431"/>
                </a:cubicBezTo>
                <a:cubicBezTo>
                  <a:pt x="153917" y="183154"/>
                  <a:pt x="160010" y="186683"/>
                  <a:pt x="166561" y="186683"/>
                </a:cubicBezTo>
                <a:lnTo>
                  <a:pt x="203493" y="186683"/>
                </a:lnTo>
                <a:cubicBezTo>
                  <a:pt x="189121" y="205795"/>
                  <a:pt x="168015" y="218621"/>
                  <a:pt x="144364" y="222469"/>
                </a:cubicBezTo>
                <a:cubicBezTo>
                  <a:pt x="120805" y="226308"/>
                  <a:pt x="96698" y="220877"/>
                  <a:pt x="77049" y="207305"/>
                </a:cubicBezTo>
                <a:cubicBezTo>
                  <a:pt x="57309" y="193742"/>
                  <a:pt x="43665" y="173083"/>
                  <a:pt x="38934" y="149678"/>
                </a:cubicBezTo>
                <a:lnTo>
                  <a:pt x="1456" y="149678"/>
                </a:lnTo>
                <a:cubicBezTo>
                  <a:pt x="6004" y="181734"/>
                  <a:pt x="22468" y="210898"/>
                  <a:pt x="47484" y="231430"/>
                </a:cubicBezTo>
                <a:cubicBezTo>
                  <a:pt x="72591" y="251952"/>
                  <a:pt x="104430" y="262340"/>
                  <a:pt x="136723" y="260548"/>
                </a:cubicBezTo>
                <a:cubicBezTo>
                  <a:pt x="169108" y="258756"/>
                  <a:pt x="199582" y="244902"/>
                  <a:pt x="222142" y="221723"/>
                </a:cubicBezTo>
                <a:lnTo>
                  <a:pt x="222142" y="242245"/>
                </a:lnTo>
                <a:cubicBezTo>
                  <a:pt x="222142" y="248859"/>
                  <a:pt x="225690" y="254963"/>
                  <a:pt x="231421" y="258274"/>
                </a:cubicBezTo>
                <a:cubicBezTo>
                  <a:pt x="237150" y="261576"/>
                  <a:pt x="244155" y="261576"/>
                  <a:pt x="249886" y="258274"/>
                </a:cubicBezTo>
                <a:cubicBezTo>
                  <a:pt x="255617" y="254963"/>
                  <a:pt x="259165" y="248859"/>
                  <a:pt x="259165" y="242245"/>
                </a:cubicBezTo>
                <a:lnTo>
                  <a:pt x="259165" y="168180"/>
                </a:lnTo>
                <a:cubicBezTo>
                  <a:pt x="259165" y="163259"/>
                  <a:pt x="257255" y="158547"/>
                  <a:pt x="253707" y="155072"/>
                </a:cubicBezTo>
                <a:cubicBezTo>
                  <a:pt x="250250" y="151606"/>
                  <a:pt x="245520" y="149659"/>
                  <a:pt x="240607" y="149678"/>
                </a:cubicBezTo>
                <a:lnTo>
                  <a:pt x="240517" y="14967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7" name="path-1051">
            <a:extLst xmlns:a="http://schemas.openxmlformats.org/drawingml/2006/main">
              <a:ext uri="{FF2B5EF4-FFF2-40B4-BE49-F238E27FC236}">
                <a16:creationId xmlns:a16="http://schemas.microsoft.com/office/drawing/2014/main" id="{5750321B-FA9F-4A54-8556-864652675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75871" y="3772218"/>
            <a:ext cx="513672" cy="513643"/>
          </a:xfrm>
          <a:custGeom xmlns:a="http://schemas.openxmlformats.org/drawingml/2006/main">
            <a:pathLst>
              <a:path w="470390" h="470363">
                <a:moveTo>
                  <a:pt x="470390" y="235186"/>
                </a:moveTo>
                <a:cubicBezTo>
                  <a:pt x="470390" y="365060"/>
                  <a:pt x="365051" y="470363"/>
                  <a:pt x="235150" y="470363"/>
                </a:cubicBezTo>
                <a:cubicBezTo>
                  <a:pt x="105250" y="470363"/>
                  <a:pt x="0" y="365060"/>
                  <a:pt x="0" y="235186"/>
                </a:cubicBezTo>
                <a:cubicBezTo>
                  <a:pt x="0" y="105294"/>
                  <a:pt x="105250" y="0"/>
                  <a:pt x="235150" y="0"/>
                </a:cubicBezTo>
                <a:cubicBezTo>
                  <a:pt x="365051" y="0"/>
                  <a:pt x="470390" y="105294"/>
                  <a:pt x="470390" y="235186"/>
                </a:cubicBezTo>
              </a:path>
            </a:pathLst>
          </a:custGeom>
          <a:solidFill xmlns:a="http://schemas.openxmlformats.org/drawingml/2006/main">
            <a:srgbClr val="5D9CE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8" name="path-1052">
            <a:extLst xmlns:a="http://schemas.openxmlformats.org/drawingml/2006/main">
              <a:ext uri="{FF2B5EF4-FFF2-40B4-BE49-F238E27FC236}">
                <a16:creationId xmlns:a16="http://schemas.microsoft.com/office/drawing/2014/main" id="{495CB2E6-79A8-4A92-8C52-E73F1C268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75851" y="3772259"/>
            <a:ext cx="513643" cy="513574"/>
          </a:xfrm>
          <a:custGeom xmlns:a="http://schemas.openxmlformats.org/drawingml/2006/main">
            <a:pathLst>
              <a:path w="470364" h="470300">
                <a:moveTo>
                  <a:pt x="470364" y="235149"/>
                </a:moveTo>
                <a:cubicBezTo>
                  <a:pt x="470364" y="365052"/>
                  <a:pt x="365070" y="470300"/>
                  <a:pt x="235186" y="470300"/>
                </a:cubicBezTo>
                <a:cubicBezTo>
                  <a:pt x="105295" y="470300"/>
                  <a:pt x="0" y="365052"/>
                  <a:pt x="0" y="235149"/>
                </a:cubicBezTo>
                <a:cubicBezTo>
                  <a:pt x="0" y="105248"/>
                  <a:pt x="105295" y="0"/>
                  <a:pt x="235186" y="0"/>
                </a:cubicBezTo>
                <a:cubicBezTo>
                  <a:pt x="365070" y="0"/>
                  <a:pt x="470364" y="105248"/>
                  <a:pt x="470364" y="235149"/>
                </a:cubicBezTo>
              </a:path>
            </a:pathLst>
          </a:custGeom>
          <a:noFill xmlns:a="http://schemas.openxmlformats.org/drawingml/2006/main"/>
          <a:ln xmlns:a="http://schemas.openxmlformats.org/drawingml/2006/main" w="4967">
            <a:solidFill>
              <a:srgbClr val="A5A5A5"/>
            </a:solidFill>
            <a:prstDash val="solid"/>
          </a:ln>
        </p:spPr>
      </p:sp>
      <p:sp>
        <p:nvSpPr>
          <p:cNvPr id="1099" name="path-1053">
            <a:extLst xmlns:a="http://schemas.openxmlformats.org/drawingml/2006/main">
              <a:ext uri="{FF2B5EF4-FFF2-40B4-BE49-F238E27FC236}">
                <a16:creationId xmlns:a16="http://schemas.microsoft.com/office/drawing/2014/main" id="{F1DCB6DD-2360-4195-B30C-75A90AFBD4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75871" y="3783403"/>
            <a:ext cx="505030" cy="455242"/>
          </a:xfrm>
          <a:custGeom xmlns:a="http://schemas.openxmlformats.org/drawingml/2006/main">
            <a:pathLst>
              <a:path w="462477" h="416884">
                <a:moveTo>
                  <a:pt x="458839" y="151997"/>
                </a:moveTo>
                <a:cubicBezTo>
                  <a:pt x="447740" y="118148"/>
                  <a:pt x="428819" y="86691"/>
                  <a:pt x="403803" y="61029"/>
                </a:cubicBezTo>
                <a:cubicBezTo>
                  <a:pt x="378878" y="35404"/>
                  <a:pt x="348041" y="15519"/>
                  <a:pt x="314564" y="3511"/>
                </a:cubicBezTo>
                <a:lnTo>
                  <a:pt x="304831" y="0"/>
                </a:lnTo>
                <a:lnTo>
                  <a:pt x="301920" y="9979"/>
                </a:lnTo>
                <a:cubicBezTo>
                  <a:pt x="300556" y="14527"/>
                  <a:pt x="299555" y="17811"/>
                  <a:pt x="298827" y="19794"/>
                </a:cubicBezTo>
                <a:cubicBezTo>
                  <a:pt x="290094" y="23888"/>
                  <a:pt x="280725" y="27572"/>
                  <a:pt x="271719" y="31166"/>
                </a:cubicBezTo>
                <a:cubicBezTo>
                  <a:pt x="242883" y="42572"/>
                  <a:pt x="213136" y="54380"/>
                  <a:pt x="192578" y="81451"/>
                </a:cubicBezTo>
                <a:cubicBezTo>
                  <a:pt x="183664" y="93223"/>
                  <a:pt x="182662" y="105521"/>
                  <a:pt x="189940" y="113527"/>
                </a:cubicBezTo>
                <a:cubicBezTo>
                  <a:pt x="193669" y="117730"/>
                  <a:pt x="199218" y="119858"/>
                  <a:pt x="206405" y="119858"/>
                </a:cubicBezTo>
                <a:cubicBezTo>
                  <a:pt x="211044" y="119858"/>
                  <a:pt x="215865" y="118985"/>
                  <a:pt x="220141" y="118220"/>
                </a:cubicBezTo>
                <a:cubicBezTo>
                  <a:pt x="223234" y="117675"/>
                  <a:pt x="226326" y="117111"/>
                  <a:pt x="228146" y="117111"/>
                </a:cubicBezTo>
                <a:cubicBezTo>
                  <a:pt x="228236" y="117111"/>
                  <a:pt x="228418" y="117120"/>
                  <a:pt x="228510" y="117129"/>
                </a:cubicBezTo>
                <a:cubicBezTo>
                  <a:pt x="239062" y="117884"/>
                  <a:pt x="258620" y="121605"/>
                  <a:pt x="276267" y="126180"/>
                </a:cubicBezTo>
                <a:cubicBezTo>
                  <a:pt x="295552" y="131211"/>
                  <a:pt x="305740" y="135459"/>
                  <a:pt x="310107" y="137933"/>
                </a:cubicBezTo>
                <a:cubicBezTo>
                  <a:pt x="307197" y="141418"/>
                  <a:pt x="299373" y="146811"/>
                  <a:pt x="288821" y="146811"/>
                </a:cubicBezTo>
                <a:cubicBezTo>
                  <a:pt x="283727" y="146811"/>
                  <a:pt x="278724" y="145483"/>
                  <a:pt x="273993" y="142873"/>
                </a:cubicBezTo>
                <a:cubicBezTo>
                  <a:pt x="266716" y="138870"/>
                  <a:pt x="248613" y="135077"/>
                  <a:pt x="223597" y="130610"/>
                </a:cubicBezTo>
                <a:lnTo>
                  <a:pt x="221142" y="130174"/>
                </a:lnTo>
                <a:cubicBezTo>
                  <a:pt x="220141" y="129992"/>
                  <a:pt x="218868" y="129892"/>
                  <a:pt x="217503" y="129892"/>
                </a:cubicBezTo>
                <a:cubicBezTo>
                  <a:pt x="206951" y="129892"/>
                  <a:pt x="182207" y="134986"/>
                  <a:pt x="163650" y="154252"/>
                </a:cubicBezTo>
                <a:cubicBezTo>
                  <a:pt x="147458" y="171100"/>
                  <a:pt x="139726" y="194315"/>
                  <a:pt x="140817" y="223251"/>
                </a:cubicBezTo>
                <a:cubicBezTo>
                  <a:pt x="141454" y="241044"/>
                  <a:pt x="147548" y="256145"/>
                  <a:pt x="158283" y="266915"/>
                </a:cubicBezTo>
                <a:cubicBezTo>
                  <a:pt x="169199" y="277850"/>
                  <a:pt x="184391" y="283726"/>
                  <a:pt x="202311" y="283936"/>
                </a:cubicBezTo>
                <a:cubicBezTo>
                  <a:pt x="204403" y="283953"/>
                  <a:pt x="206496" y="283953"/>
                  <a:pt x="208679" y="283953"/>
                </a:cubicBezTo>
                <a:lnTo>
                  <a:pt x="210043" y="283953"/>
                </a:lnTo>
                <a:cubicBezTo>
                  <a:pt x="220413" y="283953"/>
                  <a:pt x="231057" y="283953"/>
                  <a:pt x="238880" y="286919"/>
                </a:cubicBezTo>
                <a:cubicBezTo>
                  <a:pt x="243975" y="288821"/>
                  <a:pt x="250160" y="292550"/>
                  <a:pt x="253525" y="304667"/>
                </a:cubicBezTo>
                <a:cubicBezTo>
                  <a:pt x="256982" y="317266"/>
                  <a:pt x="257983" y="330156"/>
                  <a:pt x="259074" y="343810"/>
                </a:cubicBezTo>
                <a:cubicBezTo>
                  <a:pt x="259984" y="356654"/>
                  <a:pt x="261077" y="369945"/>
                  <a:pt x="264351" y="383153"/>
                </a:cubicBezTo>
                <a:cubicBezTo>
                  <a:pt x="270809" y="409306"/>
                  <a:pt x="284182" y="415838"/>
                  <a:pt x="294279" y="416711"/>
                </a:cubicBezTo>
                <a:cubicBezTo>
                  <a:pt x="295643" y="416829"/>
                  <a:pt x="297099" y="416884"/>
                  <a:pt x="298555" y="416884"/>
                </a:cubicBezTo>
                <a:cubicBezTo>
                  <a:pt x="320932" y="416884"/>
                  <a:pt x="335760" y="401820"/>
                  <a:pt x="347950" y="387674"/>
                </a:cubicBezTo>
                <a:cubicBezTo>
                  <a:pt x="350861" y="384299"/>
                  <a:pt x="354045" y="381043"/>
                  <a:pt x="357411" y="377595"/>
                </a:cubicBezTo>
                <a:cubicBezTo>
                  <a:pt x="364778" y="370008"/>
                  <a:pt x="372420" y="362158"/>
                  <a:pt x="377878" y="352179"/>
                </a:cubicBezTo>
                <a:cubicBezTo>
                  <a:pt x="384245" y="340689"/>
                  <a:pt x="386428" y="328637"/>
                  <a:pt x="388703" y="316993"/>
                </a:cubicBezTo>
                <a:cubicBezTo>
                  <a:pt x="390704" y="305940"/>
                  <a:pt x="392706" y="295506"/>
                  <a:pt x="397981" y="286374"/>
                </a:cubicBezTo>
                <a:cubicBezTo>
                  <a:pt x="398709" y="285146"/>
                  <a:pt x="399528" y="283735"/>
                  <a:pt x="400437" y="282143"/>
                </a:cubicBezTo>
                <a:cubicBezTo>
                  <a:pt x="427092" y="236387"/>
                  <a:pt x="433549" y="219449"/>
                  <a:pt x="427910" y="209624"/>
                </a:cubicBezTo>
                <a:cubicBezTo>
                  <a:pt x="425363" y="205221"/>
                  <a:pt x="420723" y="202838"/>
                  <a:pt x="415265" y="203248"/>
                </a:cubicBezTo>
                <a:cubicBezTo>
                  <a:pt x="412718" y="203448"/>
                  <a:pt x="410170" y="203548"/>
                  <a:pt x="407715" y="203548"/>
                </a:cubicBezTo>
                <a:cubicBezTo>
                  <a:pt x="391614" y="203548"/>
                  <a:pt x="378332" y="199127"/>
                  <a:pt x="371237" y="191422"/>
                </a:cubicBezTo>
                <a:cubicBezTo>
                  <a:pt x="369235" y="189238"/>
                  <a:pt x="368235" y="187356"/>
                  <a:pt x="367872" y="186109"/>
                </a:cubicBezTo>
                <a:cubicBezTo>
                  <a:pt x="368053" y="186091"/>
                  <a:pt x="368326" y="186091"/>
                  <a:pt x="368690" y="186091"/>
                </a:cubicBezTo>
                <a:cubicBezTo>
                  <a:pt x="373329" y="186091"/>
                  <a:pt x="380607" y="188020"/>
                  <a:pt x="387611" y="189894"/>
                </a:cubicBezTo>
                <a:cubicBezTo>
                  <a:pt x="396072" y="192159"/>
                  <a:pt x="404804" y="194506"/>
                  <a:pt x="412536" y="194506"/>
                </a:cubicBezTo>
                <a:cubicBezTo>
                  <a:pt x="424998" y="194506"/>
                  <a:pt x="433185" y="187993"/>
                  <a:pt x="435005" y="176594"/>
                </a:cubicBezTo>
                <a:cubicBezTo>
                  <a:pt x="436734" y="173365"/>
                  <a:pt x="445102" y="165487"/>
                  <a:pt x="450743" y="164751"/>
                </a:cubicBezTo>
                <a:lnTo>
                  <a:pt x="462477" y="163222"/>
                </a:lnTo>
                <a:lnTo>
                  <a:pt x="458839" y="151997"/>
                </a:lnTo>
                <a:moveTo>
                  <a:pt x="75413" y="270764"/>
                </a:moveTo>
                <a:cubicBezTo>
                  <a:pt x="68134" y="260057"/>
                  <a:pt x="59675" y="249686"/>
                  <a:pt x="52124" y="239143"/>
                </a:cubicBezTo>
                <a:cubicBezTo>
                  <a:pt x="45029" y="229310"/>
                  <a:pt x="17466" y="184599"/>
                  <a:pt x="4731" y="177722"/>
                </a:cubicBezTo>
                <a:cubicBezTo>
                  <a:pt x="1547" y="193259"/>
                  <a:pt x="0" y="209079"/>
                  <a:pt x="0" y="224943"/>
                </a:cubicBezTo>
                <a:cubicBezTo>
                  <a:pt x="0" y="282189"/>
                  <a:pt x="20468" y="334640"/>
                  <a:pt x="54399" y="375430"/>
                </a:cubicBezTo>
                <a:cubicBezTo>
                  <a:pt x="54490" y="375457"/>
                  <a:pt x="54490" y="375476"/>
                  <a:pt x="54580" y="375476"/>
                </a:cubicBezTo>
                <a:cubicBezTo>
                  <a:pt x="56672" y="375476"/>
                  <a:pt x="75775" y="361239"/>
                  <a:pt x="77505" y="359756"/>
                </a:cubicBezTo>
                <a:cubicBezTo>
                  <a:pt x="85054" y="353352"/>
                  <a:pt x="91423" y="345529"/>
                  <a:pt x="94242" y="335905"/>
                </a:cubicBezTo>
                <a:cubicBezTo>
                  <a:pt x="100791" y="313482"/>
                  <a:pt x="87875" y="288793"/>
                  <a:pt x="75413" y="270764"/>
                </a:cubicBezTo>
              </a:path>
            </a:pathLst>
          </a:custGeom>
          <a:solidFill xmlns:a="http://schemas.openxmlformats.org/drawingml/2006/main">
            <a:srgbClr val="A0D46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0" name="path-1054">
            <a:extLst xmlns:a="http://schemas.openxmlformats.org/drawingml/2006/main">
              <a:ext uri="{FF2B5EF4-FFF2-40B4-BE49-F238E27FC236}">
                <a16:creationId xmlns:a16="http://schemas.microsoft.com/office/drawing/2014/main" id="{429D67AE-E011-49D9-BA87-8C55B71ED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75841" y="3783385"/>
            <a:ext cx="505061" cy="455262"/>
          </a:xfrm>
          <a:custGeom xmlns:a="http://schemas.openxmlformats.org/drawingml/2006/main">
            <a:pathLst>
              <a:path w="462505" h="416902">
                <a:moveTo>
                  <a:pt x="458838" y="152005"/>
                </a:moveTo>
                <a:cubicBezTo>
                  <a:pt x="447804" y="118167"/>
                  <a:pt x="428801" y="86691"/>
                  <a:pt x="403849" y="61039"/>
                </a:cubicBezTo>
                <a:cubicBezTo>
                  <a:pt x="378933" y="35384"/>
                  <a:pt x="348068" y="15554"/>
                  <a:pt x="314610" y="3545"/>
                </a:cubicBezTo>
                <a:lnTo>
                  <a:pt x="304831" y="0"/>
                </a:lnTo>
                <a:lnTo>
                  <a:pt x="301902" y="10007"/>
                </a:lnTo>
                <a:cubicBezTo>
                  <a:pt x="300555" y="14555"/>
                  <a:pt x="299537" y="17830"/>
                  <a:pt x="298837" y="19829"/>
                </a:cubicBezTo>
                <a:cubicBezTo>
                  <a:pt x="290104" y="23925"/>
                  <a:pt x="280780" y="27561"/>
                  <a:pt x="271746" y="31200"/>
                </a:cubicBezTo>
                <a:cubicBezTo>
                  <a:pt x="242937" y="42570"/>
                  <a:pt x="213164" y="54398"/>
                  <a:pt x="192623" y="81504"/>
                </a:cubicBezTo>
                <a:cubicBezTo>
                  <a:pt x="183681" y="93241"/>
                  <a:pt x="182644" y="105521"/>
                  <a:pt x="189931" y="113525"/>
                </a:cubicBezTo>
                <a:cubicBezTo>
                  <a:pt x="193742" y="117709"/>
                  <a:pt x="199291" y="119894"/>
                  <a:pt x="206423" y="119894"/>
                </a:cubicBezTo>
                <a:cubicBezTo>
                  <a:pt x="211072" y="119894"/>
                  <a:pt x="215920" y="118985"/>
                  <a:pt x="220205" y="118257"/>
                </a:cubicBezTo>
                <a:cubicBezTo>
                  <a:pt x="223215" y="117709"/>
                  <a:pt x="226326" y="117167"/>
                  <a:pt x="228164" y="117167"/>
                </a:cubicBezTo>
                <a:cubicBezTo>
                  <a:pt x="228291" y="117167"/>
                  <a:pt x="228418" y="117167"/>
                  <a:pt x="228536" y="117167"/>
                </a:cubicBezTo>
                <a:cubicBezTo>
                  <a:pt x="239071" y="117891"/>
                  <a:pt x="258683" y="121623"/>
                  <a:pt x="276249" y="126171"/>
                </a:cubicBezTo>
                <a:cubicBezTo>
                  <a:pt x="295562" y="131264"/>
                  <a:pt x="305795" y="135448"/>
                  <a:pt x="310162" y="137996"/>
                </a:cubicBezTo>
                <a:cubicBezTo>
                  <a:pt x="307232" y="141453"/>
                  <a:pt x="299382" y="146818"/>
                  <a:pt x="288866" y="146818"/>
                </a:cubicBezTo>
                <a:cubicBezTo>
                  <a:pt x="283736" y="146818"/>
                  <a:pt x="278732" y="145546"/>
                  <a:pt x="274003" y="142907"/>
                </a:cubicBezTo>
                <a:cubicBezTo>
                  <a:pt x="266753" y="138905"/>
                  <a:pt x="248604" y="135087"/>
                  <a:pt x="223598" y="130628"/>
                </a:cubicBezTo>
                <a:lnTo>
                  <a:pt x="221178" y="130173"/>
                </a:lnTo>
                <a:cubicBezTo>
                  <a:pt x="220123" y="129991"/>
                  <a:pt x="218931" y="129901"/>
                  <a:pt x="217520" y="129901"/>
                </a:cubicBezTo>
                <a:cubicBezTo>
                  <a:pt x="207014" y="129901"/>
                  <a:pt x="182235" y="134996"/>
                  <a:pt x="163678" y="154280"/>
                </a:cubicBezTo>
                <a:cubicBezTo>
                  <a:pt x="147448" y="171110"/>
                  <a:pt x="139771" y="194305"/>
                  <a:pt x="140854" y="223233"/>
                </a:cubicBezTo>
                <a:cubicBezTo>
                  <a:pt x="141527" y="241063"/>
                  <a:pt x="147558" y="256162"/>
                  <a:pt x="158319" y="266897"/>
                </a:cubicBezTo>
                <a:cubicBezTo>
                  <a:pt x="169236" y="277903"/>
                  <a:pt x="184445" y="283726"/>
                  <a:pt x="202293" y="283999"/>
                </a:cubicBezTo>
                <a:cubicBezTo>
                  <a:pt x="204413" y="283999"/>
                  <a:pt x="206550" y="283999"/>
                  <a:pt x="208670" y="283999"/>
                </a:cubicBezTo>
                <a:lnTo>
                  <a:pt x="210089" y="283999"/>
                </a:lnTo>
                <a:cubicBezTo>
                  <a:pt x="220405" y="283999"/>
                  <a:pt x="231057" y="283999"/>
                  <a:pt x="238934" y="286911"/>
                </a:cubicBezTo>
                <a:cubicBezTo>
                  <a:pt x="243983" y="288819"/>
                  <a:pt x="250197" y="292549"/>
                  <a:pt x="253562" y="304646"/>
                </a:cubicBezTo>
                <a:cubicBezTo>
                  <a:pt x="257027" y="317292"/>
                  <a:pt x="258038" y="330211"/>
                  <a:pt x="259074" y="343857"/>
                </a:cubicBezTo>
                <a:cubicBezTo>
                  <a:pt x="260048" y="356681"/>
                  <a:pt x="261085" y="369960"/>
                  <a:pt x="264350" y="383155"/>
                </a:cubicBezTo>
                <a:cubicBezTo>
                  <a:pt x="270837" y="409352"/>
                  <a:pt x="284208" y="415899"/>
                  <a:pt x="294270" y="416720"/>
                </a:cubicBezTo>
                <a:cubicBezTo>
                  <a:pt x="295698" y="416811"/>
                  <a:pt x="297135" y="416902"/>
                  <a:pt x="298545" y="416902"/>
                </a:cubicBezTo>
                <a:cubicBezTo>
                  <a:pt x="320942" y="416902"/>
                  <a:pt x="335805" y="401799"/>
                  <a:pt x="347968" y="387702"/>
                </a:cubicBezTo>
                <a:cubicBezTo>
                  <a:pt x="350870" y="384336"/>
                  <a:pt x="354035" y="381058"/>
                  <a:pt x="357401" y="377604"/>
                </a:cubicBezTo>
                <a:cubicBezTo>
                  <a:pt x="364806" y="370054"/>
                  <a:pt x="372474" y="362141"/>
                  <a:pt x="377923" y="352225"/>
                </a:cubicBezTo>
                <a:cubicBezTo>
                  <a:pt x="384227" y="340669"/>
                  <a:pt x="386483" y="328666"/>
                  <a:pt x="388694" y="317020"/>
                </a:cubicBezTo>
                <a:cubicBezTo>
                  <a:pt x="390759" y="305922"/>
                  <a:pt x="392742" y="295551"/>
                  <a:pt x="397990" y="286362"/>
                </a:cubicBezTo>
                <a:cubicBezTo>
                  <a:pt x="398709" y="285181"/>
                  <a:pt x="399546" y="283726"/>
                  <a:pt x="400465" y="282178"/>
                </a:cubicBezTo>
                <a:cubicBezTo>
                  <a:pt x="427145" y="236421"/>
                  <a:pt x="433568" y="219503"/>
                  <a:pt x="427927" y="209678"/>
                </a:cubicBezTo>
                <a:cubicBezTo>
                  <a:pt x="425381" y="205221"/>
                  <a:pt x="420732" y="202855"/>
                  <a:pt x="415301" y="203313"/>
                </a:cubicBezTo>
                <a:cubicBezTo>
                  <a:pt x="412718" y="203495"/>
                  <a:pt x="410162" y="203585"/>
                  <a:pt x="407724" y="203585"/>
                </a:cubicBezTo>
                <a:cubicBezTo>
                  <a:pt x="391650" y="203585"/>
                  <a:pt x="378360" y="199126"/>
                  <a:pt x="371255" y="191485"/>
                </a:cubicBezTo>
                <a:cubicBezTo>
                  <a:pt x="369245" y="189303"/>
                  <a:pt x="368280" y="187392"/>
                  <a:pt x="367853" y="186116"/>
                </a:cubicBezTo>
                <a:cubicBezTo>
                  <a:pt x="368099" y="186116"/>
                  <a:pt x="368362" y="186116"/>
                  <a:pt x="368681" y="186116"/>
                </a:cubicBezTo>
                <a:cubicBezTo>
                  <a:pt x="373393" y="186116"/>
                  <a:pt x="380625" y="188028"/>
                  <a:pt x="387620" y="189940"/>
                </a:cubicBezTo>
                <a:cubicBezTo>
                  <a:pt x="396071" y="192215"/>
                  <a:pt x="404823" y="194487"/>
                  <a:pt x="412518" y="194487"/>
                </a:cubicBezTo>
                <a:cubicBezTo>
                  <a:pt x="425053" y="194487"/>
                  <a:pt x="433204" y="188028"/>
                  <a:pt x="434996" y="176658"/>
                </a:cubicBezTo>
                <a:cubicBezTo>
                  <a:pt x="436779" y="173383"/>
                  <a:pt x="445130" y="165469"/>
                  <a:pt x="450788" y="164742"/>
                </a:cubicBezTo>
                <a:lnTo>
                  <a:pt x="462505" y="163285"/>
                </a:lnTo>
                <a:lnTo>
                  <a:pt x="458838" y="152005"/>
                </a:lnTo>
                <a:moveTo>
                  <a:pt x="75475" y="270808"/>
                </a:moveTo>
                <a:cubicBezTo>
                  <a:pt x="68116" y="260074"/>
                  <a:pt x="59684" y="249703"/>
                  <a:pt x="52106" y="239151"/>
                </a:cubicBezTo>
                <a:cubicBezTo>
                  <a:pt x="45056" y="229326"/>
                  <a:pt x="17521" y="184662"/>
                  <a:pt x="4758" y="177748"/>
                </a:cubicBezTo>
                <a:cubicBezTo>
                  <a:pt x="1592" y="193306"/>
                  <a:pt x="0" y="209133"/>
                  <a:pt x="9" y="224960"/>
                </a:cubicBezTo>
                <a:cubicBezTo>
                  <a:pt x="9" y="282178"/>
                  <a:pt x="20468" y="334668"/>
                  <a:pt x="54453" y="375420"/>
                </a:cubicBezTo>
                <a:cubicBezTo>
                  <a:pt x="54490" y="375511"/>
                  <a:pt x="54535" y="375511"/>
                  <a:pt x="54608" y="375511"/>
                </a:cubicBezTo>
                <a:cubicBezTo>
                  <a:pt x="56664" y="375511"/>
                  <a:pt x="75821" y="361229"/>
                  <a:pt x="77559" y="359774"/>
                </a:cubicBezTo>
                <a:cubicBezTo>
                  <a:pt x="85101" y="353406"/>
                  <a:pt x="91422" y="345583"/>
                  <a:pt x="94252" y="335940"/>
                </a:cubicBezTo>
                <a:cubicBezTo>
                  <a:pt x="100846" y="313472"/>
                  <a:pt x="87883" y="288819"/>
                  <a:pt x="75475" y="270808"/>
                </a:cubicBezTo>
              </a:path>
            </a:pathLst>
          </a:custGeom>
          <a:noFill xmlns:a="http://schemas.openxmlformats.org/drawingml/2006/main"/>
          <a:ln xmlns:a="http://schemas.openxmlformats.org/drawingml/2006/main" w="4967">
            <a:solidFill>
              <a:srgbClr val="A5A5A5"/>
            </a:solidFill>
            <a:prstDash val="solid"/>
          </a:ln>
        </p:spPr>
      </p:sp>
      <p:sp>
        <p:nvSpPr>
          <p:cNvPr id="1101" name="path-1055">
            <a:extLst xmlns:a="http://schemas.openxmlformats.org/drawingml/2006/main">
              <a:ext uri="{FF2B5EF4-FFF2-40B4-BE49-F238E27FC236}">
                <a16:creationId xmlns:a16="http://schemas.microsoft.com/office/drawing/2014/main" id="{6A3285B9-16C9-4168-AB5C-3709D5693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69246" y="3787088"/>
            <a:ext cx="389798" cy="483901"/>
          </a:xfrm>
          <a:custGeom xmlns:a="http://schemas.openxmlformats.org/drawingml/2006/main">
            <a:pathLst>
              <a:path w="356954" h="443128">
                <a:moveTo>
                  <a:pt x="8914" y="443128"/>
                </a:moveTo>
                <a:cubicBezTo>
                  <a:pt x="3002" y="443128"/>
                  <a:pt x="0" y="437188"/>
                  <a:pt x="0" y="434214"/>
                </a:cubicBezTo>
                <a:lnTo>
                  <a:pt x="0" y="395543"/>
                </a:lnTo>
                <a:cubicBezTo>
                  <a:pt x="0" y="318221"/>
                  <a:pt x="44664" y="246849"/>
                  <a:pt x="113071" y="217102"/>
                </a:cubicBezTo>
                <a:lnTo>
                  <a:pt x="127898" y="208188"/>
                </a:lnTo>
                <a:lnTo>
                  <a:pt x="115982" y="196289"/>
                </a:lnTo>
                <a:cubicBezTo>
                  <a:pt x="89238" y="175467"/>
                  <a:pt x="74410" y="145729"/>
                  <a:pt x="74410" y="110044"/>
                </a:cubicBezTo>
                <a:cubicBezTo>
                  <a:pt x="74410" y="50560"/>
                  <a:pt x="121986" y="0"/>
                  <a:pt x="178477" y="0"/>
                </a:cubicBezTo>
                <a:cubicBezTo>
                  <a:pt x="234967" y="0"/>
                  <a:pt x="282543" y="50560"/>
                  <a:pt x="282543" y="110044"/>
                </a:cubicBezTo>
                <a:cubicBezTo>
                  <a:pt x="282543" y="142755"/>
                  <a:pt x="267715" y="175467"/>
                  <a:pt x="243882" y="196289"/>
                </a:cubicBezTo>
                <a:lnTo>
                  <a:pt x="229054" y="208188"/>
                </a:lnTo>
                <a:lnTo>
                  <a:pt x="243882" y="214128"/>
                </a:lnTo>
                <a:cubicBezTo>
                  <a:pt x="312289" y="243874"/>
                  <a:pt x="356954" y="312272"/>
                  <a:pt x="356954" y="392578"/>
                </a:cubicBezTo>
                <a:lnTo>
                  <a:pt x="356954" y="431239"/>
                </a:lnTo>
                <a:cubicBezTo>
                  <a:pt x="356954" y="437188"/>
                  <a:pt x="353951" y="440154"/>
                  <a:pt x="347948" y="440154"/>
                </a:cubicBezTo>
                <a:lnTo>
                  <a:pt x="8914" y="440154"/>
                </a:lnTo>
                <a:lnTo>
                  <a:pt x="8914" y="443128"/>
                </a:lnTo>
                <a:moveTo>
                  <a:pt x="178477" y="220077"/>
                </a:moveTo>
                <a:cubicBezTo>
                  <a:pt x="89238" y="220077"/>
                  <a:pt x="17829" y="297408"/>
                  <a:pt x="17829" y="389604"/>
                </a:cubicBezTo>
                <a:lnTo>
                  <a:pt x="17829" y="419341"/>
                </a:lnTo>
                <a:lnTo>
                  <a:pt x="336122" y="419341"/>
                </a:lnTo>
                <a:lnTo>
                  <a:pt x="336122" y="389604"/>
                </a:lnTo>
                <a:cubicBezTo>
                  <a:pt x="339033" y="297408"/>
                  <a:pt x="267715" y="220077"/>
                  <a:pt x="178477" y="220077"/>
                </a:cubicBezTo>
                <a:moveTo>
                  <a:pt x="178477" y="20823"/>
                </a:moveTo>
                <a:cubicBezTo>
                  <a:pt x="130902" y="20823"/>
                  <a:pt x="95241" y="62458"/>
                  <a:pt x="95241" y="110044"/>
                </a:cubicBezTo>
                <a:cubicBezTo>
                  <a:pt x="95241" y="160603"/>
                  <a:pt x="133903" y="199264"/>
                  <a:pt x="178477" y="199264"/>
                </a:cubicBezTo>
                <a:cubicBezTo>
                  <a:pt x="226052" y="199264"/>
                  <a:pt x="261711" y="157628"/>
                  <a:pt x="261711" y="110044"/>
                </a:cubicBezTo>
                <a:cubicBezTo>
                  <a:pt x="261711" y="62458"/>
                  <a:pt x="226052" y="20823"/>
                  <a:pt x="178477" y="2082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2" name="path-1056">
            <a:extLst xmlns:a="http://schemas.openxmlformats.org/drawingml/2006/main">
              <a:ext uri="{FF2B5EF4-FFF2-40B4-BE49-F238E27FC236}">
                <a16:creationId xmlns:a16="http://schemas.microsoft.com/office/drawing/2014/main" id="{666D0447-A32F-4BC3-8E6D-4D0CB25CD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69275" y="3787061"/>
            <a:ext cx="389719" cy="483970"/>
          </a:xfrm>
          <a:custGeom xmlns:a="http://schemas.openxmlformats.org/drawingml/2006/main">
            <a:pathLst>
              <a:path w="356881" h="443191">
                <a:moveTo>
                  <a:pt x="8915" y="443191"/>
                </a:moveTo>
                <a:cubicBezTo>
                  <a:pt x="2974" y="443191"/>
                  <a:pt x="0" y="437186"/>
                  <a:pt x="0" y="434277"/>
                </a:cubicBezTo>
                <a:lnTo>
                  <a:pt x="0" y="395616"/>
                </a:lnTo>
                <a:cubicBezTo>
                  <a:pt x="0" y="318295"/>
                  <a:pt x="44611" y="246883"/>
                  <a:pt x="113007" y="217137"/>
                </a:cubicBezTo>
                <a:lnTo>
                  <a:pt x="127881" y="208224"/>
                </a:lnTo>
                <a:lnTo>
                  <a:pt x="115982" y="196305"/>
                </a:lnTo>
                <a:cubicBezTo>
                  <a:pt x="89221" y="175473"/>
                  <a:pt x="74347" y="145728"/>
                  <a:pt x="74347" y="110068"/>
                </a:cubicBezTo>
                <a:cubicBezTo>
                  <a:pt x="74347" y="50577"/>
                  <a:pt x="121932" y="0"/>
                  <a:pt x="178441" y="0"/>
                </a:cubicBezTo>
                <a:cubicBezTo>
                  <a:pt x="234940" y="0"/>
                  <a:pt x="282525" y="50577"/>
                  <a:pt x="282525" y="110068"/>
                </a:cubicBezTo>
                <a:cubicBezTo>
                  <a:pt x="282525" y="142819"/>
                  <a:pt x="267660" y="175473"/>
                  <a:pt x="243865" y="196305"/>
                </a:cubicBezTo>
                <a:lnTo>
                  <a:pt x="229000" y="208224"/>
                </a:lnTo>
                <a:lnTo>
                  <a:pt x="243865" y="214135"/>
                </a:lnTo>
                <a:cubicBezTo>
                  <a:pt x="312272" y="243880"/>
                  <a:pt x="356881" y="312287"/>
                  <a:pt x="356881" y="392613"/>
                </a:cubicBezTo>
                <a:lnTo>
                  <a:pt x="356881" y="431275"/>
                </a:lnTo>
                <a:cubicBezTo>
                  <a:pt x="356881" y="437186"/>
                  <a:pt x="353908" y="440188"/>
                  <a:pt x="347959" y="440188"/>
                </a:cubicBezTo>
                <a:lnTo>
                  <a:pt x="8915" y="440188"/>
                </a:lnTo>
                <a:lnTo>
                  <a:pt x="8915" y="443191"/>
                </a:lnTo>
                <a:moveTo>
                  <a:pt x="178441" y="220140"/>
                </a:moveTo>
                <a:cubicBezTo>
                  <a:pt x="89221" y="220140"/>
                  <a:pt x="17839" y="297463"/>
                  <a:pt x="17839" y="389611"/>
                </a:cubicBezTo>
                <a:lnTo>
                  <a:pt x="17839" y="419356"/>
                </a:lnTo>
                <a:lnTo>
                  <a:pt x="336060" y="419356"/>
                </a:lnTo>
                <a:lnTo>
                  <a:pt x="336060" y="389611"/>
                </a:lnTo>
                <a:cubicBezTo>
                  <a:pt x="339033" y="297463"/>
                  <a:pt x="267660" y="220140"/>
                  <a:pt x="178441" y="220140"/>
                </a:cubicBezTo>
                <a:moveTo>
                  <a:pt x="178441" y="20829"/>
                </a:moveTo>
                <a:cubicBezTo>
                  <a:pt x="130855" y="20829"/>
                  <a:pt x="95170" y="62493"/>
                  <a:pt x="95170" y="110068"/>
                </a:cubicBezTo>
                <a:cubicBezTo>
                  <a:pt x="95170" y="160646"/>
                  <a:pt x="133830" y="199307"/>
                  <a:pt x="178441" y="199307"/>
                </a:cubicBezTo>
                <a:cubicBezTo>
                  <a:pt x="226026" y="199307"/>
                  <a:pt x="261711" y="157643"/>
                  <a:pt x="261711" y="110068"/>
                </a:cubicBezTo>
                <a:cubicBezTo>
                  <a:pt x="261711" y="62493"/>
                  <a:pt x="226026" y="20829"/>
                  <a:pt x="178441" y="20829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103" name="path-1057">
            <a:extLst xmlns:a="http://schemas.openxmlformats.org/drawingml/2006/main">
              <a:ext uri="{FF2B5EF4-FFF2-40B4-BE49-F238E27FC236}">
                <a16:creationId xmlns:a16="http://schemas.microsoft.com/office/drawing/2014/main" id="{AA12B259-F899-44D3-B45E-73FEC883C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8086" y="3829307"/>
            <a:ext cx="552115" cy="373488"/>
          </a:xfrm>
          <a:custGeom xmlns:a="http://schemas.openxmlformats.org/drawingml/2006/main">
            <a:pathLst>
              <a:path w="505595" h="342018">
                <a:moveTo>
                  <a:pt x="8915" y="342018"/>
                </a:moveTo>
                <a:cubicBezTo>
                  <a:pt x="3002" y="342018"/>
                  <a:pt x="0" y="336069"/>
                  <a:pt x="0" y="333094"/>
                </a:cubicBezTo>
                <a:lnTo>
                  <a:pt x="0" y="303357"/>
                </a:lnTo>
                <a:cubicBezTo>
                  <a:pt x="0" y="246848"/>
                  <a:pt x="29747" y="193314"/>
                  <a:pt x="74321" y="169526"/>
                </a:cubicBezTo>
                <a:lnTo>
                  <a:pt x="86237" y="163577"/>
                </a:lnTo>
                <a:lnTo>
                  <a:pt x="77323" y="151678"/>
                </a:lnTo>
                <a:cubicBezTo>
                  <a:pt x="62495" y="133831"/>
                  <a:pt x="56491" y="113017"/>
                  <a:pt x="56491" y="92195"/>
                </a:cubicBezTo>
                <a:cubicBezTo>
                  <a:pt x="56491" y="50560"/>
                  <a:pt x="83235" y="14873"/>
                  <a:pt x="121896" y="2975"/>
                </a:cubicBezTo>
                <a:lnTo>
                  <a:pt x="124898" y="2975"/>
                </a:lnTo>
                <a:cubicBezTo>
                  <a:pt x="127901" y="2975"/>
                  <a:pt x="133813" y="5950"/>
                  <a:pt x="133813" y="11899"/>
                </a:cubicBezTo>
                <a:cubicBezTo>
                  <a:pt x="133813" y="17848"/>
                  <a:pt x="130811" y="23797"/>
                  <a:pt x="127901" y="23797"/>
                </a:cubicBezTo>
                <a:cubicBezTo>
                  <a:pt x="98154" y="32721"/>
                  <a:pt x="77323" y="59483"/>
                  <a:pt x="77323" y="92195"/>
                </a:cubicBezTo>
                <a:cubicBezTo>
                  <a:pt x="77323" y="118966"/>
                  <a:pt x="92150" y="145729"/>
                  <a:pt x="115984" y="157628"/>
                </a:cubicBezTo>
                <a:cubicBezTo>
                  <a:pt x="115984" y="157628"/>
                  <a:pt x="118985" y="157628"/>
                  <a:pt x="118985" y="160603"/>
                </a:cubicBezTo>
                <a:lnTo>
                  <a:pt x="118985" y="169526"/>
                </a:lnTo>
                <a:cubicBezTo>
                  <a:pt x="118985" y="172501"/>
                  <a:pt x="115984" y="175466"/>
                  <a:pt x="112982" y="175466"/>
                </a:cubicBezTo>
                <a:cubicBezTo>
                  <a:pt x="59493" y="190340"/>
                  <a:pt x="20832" y="240899"/>
                  <a:pt x="20832" y="303357"/>
                </a:cubicBezTo>
                <a:lnTo>
                  <a:pt x="20832" y="333094"/>
                </a:lnTo>
                <a:cubicBezTo>
                  <a:pt x="17830" y="339043"/>
                  <a:pt x="14828" y="342018"/>
                  <a:pt x="8915" y="342018"/>
                </a:cubicBezTo>
                <a:moveTo>
                  <a:pt x="496680" y="342018"/>
                </a:moveTo>
                <a:cubicBezTo>
                  <a:pt x="490676" y="342018"/>
                  <a:pt x="487765" y="336069"/>
                  <a:pt x="487765" y="333094"/>
                </a:cubicBezTo>
                <a:lnTo>
                  <a:pt x="487765" y="303357"/>
                </a:lnTo>
                <a:cubicBezTo>
                  <a:pt x="487765" y="243874"/>
                  <a:pt x="449105" y="190340"/>
                  <a:pt x="395525" y="175466"/>
                </a:cubicBezTo>
                <a:cubicBezTo>
                  <a:pt x="389612" y="175466"/>
                  <a:pt x="386610" y="172501"/>
                  <a:pt x="386610" y="169526"/>
                </a:cubicBezTo>
                <a:lnTo>
                  <a:pt x="386610" y="166552"/>
                </a:lnTo>
                <a:lnTo>
                  <a:pt x="386610" y="163577"/>
                </a:lnTo>
                <a:lnTo>
                  <a:pt x="386610" y="160603"/>
                </a:lnTo>
                <a:cubicBezTo>
                  <a:pt x="386610" y="157628"/>
                  <a:pt x="389612" y="157628"/>
                  <a:pt x="389612" y="157628"/>
                </a:cubicBezTo>
                <a:lnTo>
                  <a:pt x="392615" y="154653"/>
                </a:lnTo>
                <a:cubicBezTo>
                  <a:pt x="416357" y="142755"/>
                  <a:pt x="431275" y="118966"/>
                  <a:pt x="431275" y="89221"/>
                </a:cubicBezTo>
                <a:cubicBezTo>
                  <a:pt x="431275" y="56509"/>
                  <a:pt x="410443" y="29746"/>
                  <a:pt x="383609" y="20822"/>
                </a:cubicBezTo>
                <a:cubicBezTo>
                  <a:pt x="380697" y="20822"/>
                  <a:pt x="380697" y="17848"/>
                  <a:pt x="377695" y="14873"/>
                </a:cubicBezTo>
                <a:cubicBezTo>
                  <a:pt x="377695" y="11899"/>
                  <a:pt x="374694" y="8924"/>
                  <a:pt x="377695" y="5950"/>
                </a:cubicBezTo>
                <a:cubicBezTo>
                  <a:pt x="377695" y="2975"/>
                  <a:pt x="383609" y="0"/>
                  <a:pt x="386610" y="0"/>
                </a:cubicBezTo>
                <a:lnTo>
                  <a:pt x="389612" y="0"/>
                </a:lnTo>
                <a:cubicBezTo>
                  <a:pt x="425272" y="11899"/>
                  <a:pt x="452016" y="47585"/>
                  <a:pt x="452016" y="86246"/>
                </a:cubicBezTo>
                <a:cubicBezTo>
                  <a:pt x="452016" y="110043"/>
                  <a:pt x="443100" y="130856"/>
                  <a:pt x="431275" y="145729"/>
                </a:cubicBezTo>
                <a:lnTo>
                  <a:pt x="422269" y="154653"/>
                </a:lnTo>
                <a:lnTo>
                  <a:pt x="431275" y="169526"/>
                </a:lnTo>
                <a:cubicBezTo>
                  <a:pt x="475849" y="193314"/>
                  <a:pt x="505595" y="246848"/>
                  <a:pt x="505595" y="303357"/>
                </a:cubicBezTo>
                <a:lnTo>
                  <a:pt x="505595" y="333094"/>
                </a:lnTo>
                <a:cubicBezTo>
                  <a:pt x="505595" y="339043"/>
                  <a:pt x="502594" y="342018"/>
                  <a:pt x="496680" y="34201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4" name="path-1058">
            <a:extLst xmlns:a="http://schemas.openxmlformats.org/drawingml/2006/main">
              <a:ext uri="{FF2B5EF4-FFF2-40B4-BE49-F238E27FC236}">
                <a16:creationId xmlns:a16="http://schemas.microsoft.com/office/drawing/2014/main" id="{448529DD-3FAF-479D-AEEA-4556E4D9B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8077" y="3829280"/>
            <a:ext cx="552106" cy="373507"/>
          </a:xfrm>
          <a:custGeom xmlns:a="http://schemas.openxmlformats.org/drawingml/2006/main">
            <a:pathLst>
              <a:path w="505586" h="342036">
                <a:moveTo>
                  <a:pt x="8923" y="342036"/>
                </a:moveTo>
                <a:cubicBezTo>
                  <a:pt x="2974" y="342036"/>
                  <a:pt x="0" y="336122"/>
                  <a:pt x="0" y="333119"/>
                </a:cubicBezTo>
                <a:lnTo>
                  <a:pt x="0" y="303374"/>
                </a:lnTo>
                <a:cubicBezTo>
                  <a:pt x="0" y="246883"/>
                  <a:pt x="29746" y="193306"/>
                  <a:pt x="74357" y="169562"/>
                </a:cubicBezTo>
                <a:lnTo>
                  <a:pt x="86245" y="163648"/>
                </a:lnTo>
                <a:lnTo>
                  <a:pt x="77330" y="151732"/>
                </a:lnTo>
                <a:cubicBezTo>
                  <a:pt x="62458" y="133903"/>
                  <a:pt x="56509" y="113071"/>
                  <a:pt x="56509" y="92239"/>
                </a:cubicBezTo>
                <a:cubicBezTo>
                  <a:pt x="56509" y="50574"/>
                  <a:pt x="83272" y="14918"/>
                  <a:pt x="121941" y="2999"/>
                </a:cubicBezTo>
                <a:lnTo>
                  <a:pt x="124916" y="2999"/>
                </a:lnTo>
                <a:cubicBezTo>
                  <a:pt x="127881" y="2999"/>
                  <a:pt x="133831" y="6002"/>
                  <a:pt x="133831" y="11916"/>
                </a:cubicBezTo>
                <a:cubicBezTo>
                  <a:pt x="133831" y="17921"/>
                  <a:pt x="130856" y="23831"/>
                  <a:pt x="127881" y="23831"/>
                </a:cubicBezTo>
                <a:cubicBezTo>
                  <a:pt x="98144" y="32745"/>
                  <a:pt x="77330" y="59491"/>
                  <a:pt x="77330" y="92239"/>
                </a:cubicBezTo>
                <a:cubicBezTo>
                  <a:pt x="77330" y="118982"/>
                  <a:pt x="92195" y="145728"/>
                  <a:pt x="115992" y="157643"/>
                </a:cubicBezTo>
                <a:cubicBezTo>
                  <a:pt x="115992" y="157643"/>
                  <a:pt x="118967" y="157643"/>
                  <a:pt x="118967" y="160646"/>
                </a:cubicBezTo>
                <a:lnTo>
                  <a:pt x="118967" y="169562"/>
                </a:lnTo>
                <a:cubicBezTo>
                  <a:pt x="118967" y="172565"/>
                  <a:pt x="115992" y="175473"/>
                  <a:pt x="113017" y="175473"/>
                </a:cubicBezTo>
                <a:cubicBezTo>
                  <a:pt x="59483" y="190394"/>
                  <a:pt x="20822" y="240972"/>
                  <a:pt x="20822" y="303374"/>
                </a:cubicBezTo>
                <a:lnTo>
                  <a:pt x="20822" y="333119"/>
                </a:lnTo>
                <a:cubicBezTo>
                  <a:pt x="17847" y="339030"/>
                  <a:pt x="14873" y="342036"/>
                  <a:pt x="8923" y="342036"/>
                </a:cubicBezTo>
                <a:moveTo>
                  <a:pt x="496661" y="342036"/>
                </a:moveTo>
                <a:cubicBezTo>
                  <a:pt x="490712" y="342036"/>
                  <a:pt x="487747" y="336122"/>
                  <a:pt x="487747" y="333119"/>
                </a:cubicBezTo>
                <a:lnTo>
                  <a:pt x="487747" y="303374"/>
                </a:lnTo>
                <a:cubicBezTo>
                  <a:pt x="487747" y="243880"/>
                  <a:pt x="449077" y="190394"/>
                  <a:pt x="395551" y="175473"/>
                </a:cubicBezTo>
                <a:cubicBezTo>
                  <a:pt x="389602" y="175473"/>
                  <a:pt x="386629" y="172565"/>
                  <a:pt x="386629" y="169562"/>
                </a:cubicBezTo>
                <a:lnTo>
                  <a:pt x="386629" y="166560"/>
                </a:lnTo>
                <a:lnTo>
                  <a:pt x="386629" y="163648"/>
                </a:lnTo>
                <a:lnTo>
                  <a:pt x="386629" y="160646"/>
                </a:lnTo>
                <a:cubicBezTo>
                  <a:pt x="386629" y="157643"/>
                  <a:pt x="389602" y="157643"/>
                  <a:pt x="389602" y="157643"/>
                </a:cubicBezTo>
                <a:lnTo>
                  <a:pt x="392578" y="154644"/>
                </a:lnTo>
                <a:cubicBezTo>
                  <a:pt x="416365" y="142816"/>
                  <a:pt x="431238" y="118982"/>
                  <a:pt x="431238" y="89236"/>
                </a:cubicBezTo>
                <a:cubicBezTo>
                  <a:pt x="431238" y="56579"/>
                  <a:pt x="410416" y="29742"/>
                  <a:pt x="383654" y="20829"/>
                </a:cubicBezTo>
                <a:cubicBezTo>
                  <a:pt x="380679" y="20829"/>
                  <a:pt x="380679" y="17921"/>
                  <a:pt x="377703" y="14918"/>
                </a:cubicBezTo>
                <a:cubicBezTo>
                  <a:pt x="377703" y="11916"/>
                  <a:pt x="374730" y="8913"/>
                  <a:pt x="377703" y="6002"/>
                </a:cubicBezTo>
                <a:cubicBezTo>
                  <a:pt x="377703" y="2999"/>
                  <a:pt x="383654" y="0"/>
                  <a:pt x="386629" y="0"/>
                </a:cubicBezTo>
                <a:lnTo>
                  <a:pt x="389602" y="0"/>
                </a:lnTo>
                <a:cubicBezTo>
                  <a:pt x="425289" y="11916"/>
                  <a:pt x="452052" y="47575"/>
                  <a:pt x="452052" y="86237"/>
                </a:cubicBezTo>
                <a:cubicBezTo>
                  <a:pt x="452052" y="110068"/>
                  <a:pt x="443137" y="130900"/>
                  <a:pt x="431238" y="145728"/>
                </a:cubicBezTo>
                <a:lnTo>
                  <a:pt x="422315" y="154644"/>
                </a:lnTo>
                <a:lnTo>
                  <a:pt x="431238" y="169562"/>
                </a:lnTo>
                <a:cubicBezTo>
                  <a:pt x="475848" y="193306"/>
                  <a:pt x="505586" y="246883"/>
                  <a:pt x="505586" y="303374"/>
                </a:cubicBezTo>
                <a:lnTo>
                  <a:pt x="505586" y="333119"/>
                </a:lnTo>
                <a:cubicBezTo>
                  <a:pt x="505586" y="339030"/>
                  <a:pt x="502611" y="342036"/>
                  <a:pt x="496661" y="34203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solid"/>
          </a:ln>
        </p:spPr>
      </p:sp>
      <p:sp>
        <p:nvSpPr>
          <p:cNvPr id="1105" name="path-1059">
            <a:extLst xmlns:a="http://schemas.openxmlformats.org/drawingml/2006/main">
              <a:ext uri="{FF2B5EF4-FFF2-40B4-BE49-F238E27FC236}">
                <a16:creationId xmlns:a16="http://schemas.microsoft.com/office/drawing/2014/main" id="{456F0C6C-6312-4703-BEA7-BD60BF09E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84252" y="3610933"/>
            <a:ext cx="154936" cy="174537"/>
          </a:xfrm>
          <a:custGeom xmlns:a="http://schemas.openxmlformats.org/drawingml/2006/main">
            <a:pathLst>
              <a:path w="141881" h="159831">
                <a:moveTo>
                  <a:pt x="141881" y="0"/>
                </a:moveTo>
                <a:lnTo>
                  <a:pt x="0" y="159831"/>
                </a:lnTo>
              </a:path>
            </a:pathLst>
          </a:custGeom>
          <a:noFill xmlns:a="http://schemas.openxmlformats.org/drawingml/2006/main"/>
          <a:ln xmlns:a="http://schemas.openxmlformats.org/drawingml/2006/main" w="9934">
            <a:solidFill>
              <a:srgbClr val="000000"/>
            </a:solidFill>
            <a:prstDash val="dash"/>
          </a:ln>
        </p:spPr>
      </p:sp>
      <p:sp>
        <p:nvSpPr>
          <p:cNvPr id="1106" name="path-1060">
            <a:extLst xmlns:a="http://schemas.openxmlformats.org/drawingml/2006/main">
              <a:ext uri="{FF2B5EF4-FFF2-40B4-BE49-F238E27FC236}">
                <a16:creationId xmlns:a16="http://schemas.microsoft.com/office/drawing/2014/main" id="{8F19BCD1-770B-4A6D-897B-D4B784F45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40543" y="3776767"/>
            <a:ext cx="54536" cy="54517"/>
          </a:xfrm>
          <a:custGeom xmlns:a="http://schemas.openxmlformats.org/drawingml/2006/main">
            <a:pathLst>
              <a:path w="49941" h="49923">
                <a:moveTo>
                  <a:pt x="41026" y="8878"/>
                </a:moveTo>
                <a:cubicBezTo>
                  <a:pt x="49941" y="17766"/>
                  <a:pt x="49941" y="32166"/>
                  <a:pt x="41026" y="41045"/>
                </a:cubicBezTo>
                <a:cubicBezTo>
                  <a:pt x="32112" y="49923"/>
                  <a:pt x="17740" y="49923"/>
                  <a:pt x="8824" y="41045"/>
                </a:cubicBezTo>
                <a:cubicBezTo>
                  <a:pt x="0" y="32166"/>
                  <a:pt x="0" y="17766"/>
                  <a:pt x="8824" y="8878"/>
                </a:cubicBezTo>
                <a:cubicBezTo>
                  <a:pt x="17740" y="0"/>
                  <a:pt x="32112" y="0"/>
                  <a:pt x="41026" y="887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107" name="">
            <a:extLst xmlns:a="http://schemas.openxmlformats.org/drawingml/2006/main">
              <a:ext uri="{FF2B5EF4-FFF2-40B4-BE49-F238E27FC236}">
                <a16:creationId xmlns:a16="http://schemas.microsoft.com/office/drawing/2014/main" id="{53A05920-89B8-49C1-B004-5D068158176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2fd051d329d4243"/>
          <a:stretch xmlns:a="http://schemas.openxmlformats.org/drawingml/2006/main"/>
        </p:blipFill>
        <p:spPr>
          <a:xfrm xmlns:a="http://schemas.openxmlformats.org/drawingml/2006/main">
            <a:off x="13223905" y="2609213"/>
            <a:ext cx="748902" cy="416057"/>
          </a:xfrm>
          <a:prstGeom xmlns:a="http://schemas.openxmlformats.org/drawingml/2006/main" prst="rect">
            <a:avLst/>
          </a:prstGeom>
        </p:spPr>
      </p:pic>
      <p:pic>
        <p:nvPicPr>
          <p:cNvPr id="1108" name="">
            <a:extLst xmlns:a="http://schemas.openxmlformats.org/drawingml/2006/main">
              <a:ext uri="{FF2B5EF4-FFF2-40B4-BE49-F238E27FC236}">
                <a16:creationId xmlns:a16="http://schemas.microsoft.com/office/drawing/2014/main" id="{5937B94E-65BB-4715-8B38-07BDF9FA7DA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7296085aa29442c"/>
          <a:stretch xmlns:a="http://schemas.openxmlformats.org/drawingml/2006/main"/>
        </p:blipFill>
        <p:spPr>
          <a:xfrm xmlns:a="http://schemas.openxmlformats.org/drawingml/2006/main">
            <a:off x="14648899" y="2609213"/>
            <a:ext cx="728099" cy="416057"/>
          </a:xfrm>
          <a:prstGeom xmlns:a="http://schemas.openxmlformats.org/drawingml/2006/main" prst="rect">
            <a:avLst/>
          </a:prstGeom>
        </p:spPr>
      </p:pic>
      <p:pic>
        <p:nvPicPr>
          <p:cNvPr id="1109" name="">
            <a:extLst xmlns:a="http://schemas.openxmlformats.org/drawingml/2006/main">
              <a:ext uri="{FF2B5EF4-FFF2-40B4-BE49-F238E27FC236}">
                <a16:creationId xmlns:a16="http://schemas.microsoft.com/office/drawing/2014/main" id="{E0A610F9-0A50-455C-A936-43308F71035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1bf398373ab4c62"/>
          <a:stretch xmlns:a="http://schemas.openxmlformats.org/drawingml/2006/main"/>
        </p:blipFill>
        <p:spPr>
          <a:xfrm xmlns:a="http://schemas.openxmlformats.org/drawingml/2006/main">
            <a:off x="14721709" y="3066875"/>
            <a:ext cx="582479" cy="426458"/>
          </a:xfrm>
          <a:prstGeom xmlns:a="http://schemas.openxmlformats.org/drawingml/2006/main" prst="rect">
            <a:avLst/>
          </a:prstGeom>
        </p:spPr>
      </p:pic>
      <p:pic>
        <p:nvPicPr>
          <p:cNvPr id="1110" name="">
            <a:extLst xmlns:a="http://schemas.openxmlformats.org/drawingml/2006/main">
              <a:ext uri="{FF2B5EF4-FFF2-40B4-BE49-F238E27FC236}">
                <a16:creationId xmlns:a16="http://schemas.microsoft.com/office/drawing/2014/main" id="{43268B57-364A-4D00-9ECB-4F2CFABE682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89e9742d01e4901"/>
          <a:stretch xmlns:a="http://schemas.openxmlformats.org/drawingml/2006/main"/>
        </p:blipFill>
        <p:spPr>
          <a:xfrm xmlns:a="http://schemas.openxmlformats.org/drawingml/2006/main">
            <a:off x="13993610" y="2609213"/>
            <a:ext cx="634486" cy="416057"/>
          </a:xfrm>
          <a:prstGeom xmlns:a="http://schemas.openxmlformats.org/drawingml/2006/main" prst="rect">
            <a:avLst/>
          </a:prstGeom>
        </p:spPr>
      </p:pic>
      <p:pic>
        <p:nvPicPr>
          <p:cNvPr id="1111" name="">
            <a:extLst xmlns:a="http://schemas.openxmlformats.org/drawingml/2006/main">
              <a:ext uri="{FF2B5EF4-FFF2-40B4-BE49-F238E27FC236}">
                <a16:creationId xmlns:a16="http://schemas.microsoft.com/office/drawing/2014/main" id="{53642743-61C1-46C0-A331-C6B80486124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abfa92dbba540f4"/>
          <a:stretch xmlns:a="http://schemas.openxmlformats.org/drawingml/2006/main"/>
        </p:blipFill>
        <p:spPr>
          <a:xfrm xmlns:a="http://schemas.openxmlformats.org/drawingml/2006/main">
            <a:off x="13223905" y="3066875"/>
            <a:ext cx="624085" cy="426458"/>
          </a:xfrm>
          <a:prstGeom xmlns:a="http://schemas.openxmlformats.org/drawingml/2006/main" prst="rect">
            <a:avLst/>
          </a:prstGeom>
        </p:spPr>
      </p:pic>
      <p:pic>
        <p:nvPicPr>
          <p:cNvPr id="1112" name="">
            <a:extLst xmlns:a="http://schemas.openxmlformats.org/drawingml/2006/main">
              <a:ext uri="{FF2B5EF4-FFF2-40B4-BE49-F238E27FC236}">
                <a16:creationId xmlns:a16="http://schemas.microsoft.com/office/drawing/2014/main" id="{17408753-4F94-49E8-BF68-6424993FFEA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6395fc61e644ee6"/>
          <a:stretch xmlns:a="http://schemas.openxmlformats.org/drawingml/2006/main"/>
        </p:blipFill>
        <p:spPr>
          <a:xfrm xmlns:a="http://schemas.openxmlformats.org/drawingml/2006/main">
            <a:off x="13868793" y="3066875"/>
            <a:ext cx="780106" cy="426458"/>
          </a:xfrm>
          <a:prstGeom xmlns:a="http://schemas.openxmlformats.org/drawingml/2006/main" prst="rect">
            <a:avLst/>
          </a:prstGeom>
        </p:spPr>
      </p:pic>
      <p:sp>
        <p:nvSpPr>
          <p:cNvPr id="1113" name="text-1067 …">
            <a:extLst xmlns:a="http://schemas.openxmlformats.org/drawingml/2006/main">
              <a:ext uri="{FF2B5EF4-FFF2-40B4-BE49-F238E27FC236}">
                <a16:creationId xmlns:a16="http://schemas.microsoft.com/office/drawing/2014/main" id="{C57DE862-15CE-4AD2-860E-E6A496A05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32801" y="3430435"/>
            <a:ext cx="164124" cy="1948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14" name="text-1068 …">
            <a:extLst xmlns:a="http://schemas.openxmlformats.org/drawingml/2006/main">
              <a:ext uri="{FF2B5EF4-FFF2-40B4-BE49-F238E27FC236}">
                <a16:creationId xmlns:a16="http://schemas.microsoft.com/office/drawing/2014/main" id="{5FF6C5A0-2975-4725-A7DC-5C64EAC95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09950" y="3430435"/>
            <a:ext cx="164124" cy="1948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15" name="text-1069 …">
            <a:extLst xmlns:a="http://schemas.openxmlformats.org/drawingml/2006/main">
              <a:ext uri="{FF2B5EF4-FFF2-40B4-BE49-F238E27FC236}">
                <a16:creationId xmlns:a16="http://schemas.microsoft.com/office/drawing/2014/main" id="{5DCC02FE-6E5D-4188-85BC-427057432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55653" y="3430435"/>
            <a:ext cx="164124" cy="1948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09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16" name="path-1070">
            <a:extLst xmlns:a="http://schemas.openxmlformats.org/drawingml/2006/main">
              <a:ext uri="{FF2B5EF4-FFF2-40B4-BE49-F238E27FC236}">
                <a16:creationId xmlns:a16="http://schemas.microsoft.com/office/drawing/2014/main" id="{85D84390-AA59-46C6-8F99-15B91D78D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6261" y="5638607"/>
            <a:ext cx="211052" cy="191"/>
          </a:xfrm>
          <a:custGeom xmlns:a="http://schemas.openxmlformats.org/drawingml/2006/main">
            <a:pathLst>
              <a:path w="193269" h="191">
                <a:moveTo>
                  <a:pt x="0" y="0"/>
                </a:moveTo>
                <a:lnTo>
                  <a:pt x="193269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1117" name="text-1071 #3">
            <a:extLst xmlns:a="http://schemas.openxmlformats.org/drawingml/2006/main">
              <a:ext uri="{FF2B5EF4-FFF2-40B4-BE49-F238E27FC236}">
                <a16:creationId xmlns:a16="http://schemas.microsoft.com/office/drawing/2014/main" id="{437DD860-DC00-495F-A2E5-2B8FFCC87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66261" y="5413223"/>
            <a:ext cx="256791" cy="2784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#3</a:t>
            </a:r>
          </a:p>
        </p:txBody>
      </p:sp>
      <p:sp>
        <p:nvSpPr>
          <p:cNvPr id="1118" name="text-1073 Efficiency">
            <a:extLst xmlns:a="http://schemas.openxmlformats.org/drawingml/2006/main">
              <a:ext uri="{FF2B5EF4-FFF2-40B4-BE49-F238E27FC236}">
                <a16:creationId xmlns:a16="http://schemas.microsoft.com/office/drawing/2014/main" id="{25350C8E-FDE6-47F4-BCEB-E4DBBE1CB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42448" y="5413267"/>
            <a:ext cx="970759" cy="2783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5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5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5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Efficiency</a:t>
            </a:r>
          </a:p>
        </p:txBody>
      </p:sp>
      <p:sp>
        <p:nvSpPr>
          <p:cNvPr id="1119" name="path-1074">
            <a:extLst xmlns:a="http://schemas.openxmlformats.org/drawingml/2006/main">
              <a:ext uri="{FF2B5EF4-FFF2-40B4-BE49-F238E27FC236}">
                <a16:creationId xmlns:a16="http://schemas.microsoft.com/office/drawing/2014/main" id="{F8F53254-0E32-4B90-BEBD-7EE6CF5FB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27969" y="2179784"/>
            <a:ext cx="59631" cy="282217"/>
          </a:xfrm>
          <a:custGeom xmlns:a="http://schemas.openxmlformats.org/drawingml/2006/main">
            <a:pathLst>
              <a:path w="54607" h="258438">
                <a:moveTo>
                  <a:pt x="0" y="258438"/>
                </a:moveTo>
                <a:lnTo>
                  <a:pt x="5460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sp>
        <p:nvSpPr>
          <p:cNvPr id="1120" name="path-1075">
            <a:extLst xmlns:a="http://schemas.openxmlformats.org/drawingml/2006/main">
              <a:ext uri="{FF2B5EF4-FFF2-40B4-BE49-F238E27FC236}">
                <a16:creationId xmlns:a16="http://schemas.microsoft.com/office/drawing/2014/main" id="{5A3F7EE7-C460-4198-BFB2-1DC99997A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3356" y="2076611"/>
            <a:ext cx="109072" cy="109033"/>
          </a:xfrm>
          <a:custGeom xmlns:a="http://schemas.openxmlformats.org/drawingml/2006/main">
            <a:pathLst>
              <a:path w="99882" h="99846">
                <a:moveTo>
                  <a:pt x="82052" y="17766"/>
                </a:moveTo>
                <a:cubicBezTo>
                  <a:pt x="99882" y="35523"/>
                  <a:pt x="99882" y="64323"/>
                  <a:pt x="82052" y="82089"/>
                </a:cubicBezTo>
                <a:cubicBezTo>
                  <a:pt x="64313" y="99846"/>
                  <a:pt x="35477" y="99846"/>
                  <a:pt x="17738" y="82089"/>
                </a:cubicBezTo>
                <a:cubicBezTo>
                  <a:pt x="0" y="64323"/>
                  <a:pt x="0" y="35523"/>
                  <a:pt x="17738" y="17766"/>
                </a:cubicBezTo>
                <a:cubicBezTo>
                  <a:pt x="35477" y="0"/>
                  <a:pt x="64313" y="0"/>
                  <a:pt x="82052" y="17766"/>
                </a:cubicBezTo>
              </a:path>
            </a:pathLst>
          </a:custGeom>
          <a:solidFill xmlns:a="http://schemas.openxmlformats.org/drawingml/2006/main">
            <a:srgbClr val="66666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1" name="path-1076">
            <a:extLst xmlns:a="http://schemas.openxmlformats.org/drawingml/2006/main">
              <a:ext uri="{FF2B5EF4-FFF2-40B4-BE49-F238E27FC236}">
                <a16:creationId xmlns:a16="http://schemas.microsoft.com/office/drawing/2014/main" id="{823FDB4B-C859-429F-9FCC-043A16D80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2722" y="6052959"/>
            <a:ext cx="12280460" cy="1095123"/>
          </a:xfrm>
          <a:custGeom xmlns:a="http://schemas.openxmlformats.org/drawingml/2006/main">
            <a:pathLst>
              <a:path w="11245717" h="1002849">
                <a:moveTo>
                  <a:pt x="0" y="0"/>
                </a:moveTo>
                <a:lnTo>
                  <a:pt x="11245717" y="0"/>
                </a:lnTo>
                <a:lnTo>
                  <a:pt x="11245717" y="1002849"/>
                </a:lnTo>
                <a:lnTo>
                  <a:pt x="0" y="1002849"/>
                </a:lnTo>
                <a:close/>
              </a:path>
            </a:pathLst>
          </a:custGeom>
          <a:solidFill xmlns:a="http://schemas.openxmlformats.org/drawingml/2006/main">
            <a:srgbClr val="EEEF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2" name="path-1077">
            <a:extLst xmlns:a="http://schemas.openxmlformats.org/drawingml/2006/main">
              <a:ext uri="{FF2B5EF4-FFF2-40B4-BE49-F238E27FC236}">
                <a16:creationId xmlns:a16="http://schemas.microsoft.com/office/drawing/2014/main" id="{3C632B62-A459-40CB-99C2-EDE7EEFE2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9260" y="6582309"/>
            <a:ext cx="314869" cy="191"/>
          </a:xfrm>
          <a:custGeom xmlns:a="http://schemas.openxmlformats.org/drawingml/2006/main">
            <a:pathLst>
              <a:path w="288339" h="191">
                <a:moveTo>
                  <a:pt x="0" y="0"/>
                </a:moveTo>
                <a:lnTo>
                  <a:pt x="288339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1123" name="path-1078">
            <a:extLst xmlns:a="http://schemas.openxmlformats.org/drawingml/2006/main">
              <a:ext uri="{FF2B5EF4-FFF2-40B4-BE49-F238E27FC236}">
                <a16:creationId xmlns:a16="http://schemas.microsoft.com/office/drawing/2014/main" id="{F6A00CAF-271D-4E63-9C16-ADCD97A4E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00989" y="6582309"/>
            <a:ext cx="1248668" cy="191"/>
          </a:xfrm>
          <a:custGeom xmlns:a="http://schemas.openxmlformats.org/drawingml/2006/main">
            <a:pathLst>
              <a:path w="1143457" h="191">
                <a:moveTo>
                  <a:pt x="0" y="0"/>
                </a:moveTo>
                <a:lnTo>
                  <a:pt x="1143457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1124" name="path-1079">
            <a:extLst xmlns:a="http://schemas.openxmlformats.org/drawingml/2006/main">
              <a:ext uri="{FF2B5EF4-FFF2-40B4-BE49-F238E27FC236}">
                <a16:creationId xmlns:a16="http://schemas.microsoft.com/office/drawing/2014/main" id="{BCEBF6A6-D4B1-4118-88D7-DEEE4918F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2190" y="6582309"/>
            <a:ext cx="250548" cy="191"/>
          </a:xfrm>
          <a:custGeom xmlns:a="http://schemas.openxmlformats.org/drawingml/2006/main">
            <a:pathLst>
              <a:path w="229437" h="191">
                <a:moveTo>
                  <a:pt x="0" y="0"/>
                </a:moveTo>
                <a:lnTo>
                  <a:pt x="229437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01">
            <a:solidFill>
              <a:srgbClr val="000000"/>
            </a:solidFill>
            <a:prstDash val="solid"/>
          </a:ln>
        </p:spPr>
      </p:sp>
      <p:sp>
        <p:nvSpPr>
          <p:cNvPr id="1125" name="text-1080 “Impossible">
            <a:extLst xmlns:a="http://schemas.openxmlformats.org/drawingml/2006/main">
              <a:ext uri="{FF2B5EF4-FFF2-40B4-BE49-F238E27FC236}">
                <a16:creationId xmlns:a16="http://schemas.microsoft.com/office/drawing/2014/main" id="{24CB84E5-BB0A-4641-B6DA-B4FC67593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99260" y="6355483"/>
            <a:ext cx="1172909" cy="2783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5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5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5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“Impossible</a:t>
            </a:r>
          </a:p>
        </p:txBody>
      </p:sp>
      <p:sp>
        <p:nvSpPr>
          <p:cNvPr id="1126" name="text-1080 Triangle”">
            <a:extLst xmlns:a="http://schemas.openxmlformats.org/drawingml/2006/main">
              <a:ext uri="{FF2B5EF4-FFF2-40B4-BE49-F238E27FC236}">
                <a16:creationId xmlns:a16="http://schemas.microsoft.com/office/drawing/2014/main" id="{03FEBACA-31B2-40D1-8754-21F1423E4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91584" y="6355490"/>
            <a:ext cx="896940" cy="2783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5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5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5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Triangle”</a:t>
            </a:r>
          </a:p>
        </p:txBody>
      </p:sp>
      <p:sp>
        <p:nvSpPr>
          <p:cNvPr id="1127" name="text-1082 of">
            <a:extLst xmlns:a="http://schemas.openxmlformats.org/drawingml/2006/main">
              <a:ext uri="{FF2B5EF4-FFF2-40B4-BE49-F238E27FC236}">
                <a16:creationId xmlns:a16="http://schemas.microsoft.com/office/drawing/2014/main" id="{2ECC8AEE-7055-4EB4-8521-CECB9A616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05774" y="6580435"/>
            <a:ext cx="201496" cy="2784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1128" name="text-1082 the">
            <a:extLst xmlns:a="http://schemas.openxmlformats.org/drawingml/2006/main">
              <a:ext uri="{FF2B5EF4-FFF2-40B4-BE49-F238E27FC236}">
                <a16:creationId xmlns:a16="http://schemas.microsoft.com/office/drawing/2014/main" id="{F840AD12-0DC6-4420-9CEB-0F65A7854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26660" y="6580512"/>
            <a:ext cx="311969" cy="2782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1129" name="text-1082 Current">
            <a:extLst xmlns:a="http://schemas.openxmlformats.org/drawingml/2006/main">
              <a:ext uri="{FF2B5EF4-FFF2-40B4-BE49-F238E27FC236}">
                <a16:creationId xmlns:a16="http://schemas.microsoft.com/office/drawing/2014/main" id="{568A5D0A-B194-43A1-8E9A-5767370AD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58049" y="6580467"/>
            <a:ext cx="698295" cy="2783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Current</a:t>
            </a:r>
          </a:p>
        </p:txBody>
      </p:sp>
      <p:sp>
        <p:nvSpPr>
          <p:cNvPr id="1130" name="text-1082 Computer">
            <a:extLst xmlns:a="http://schemas.openxmlformats.org/drawingml/2006/main">
              <a:ext uri="{FF2B5EF4-FFF2-40B4-BE49-F238E27FC236}">
                <a16:creationId xmlns:a16="http://schemas.microsoft.com/office/drawing/2014/main" id="{05EBE45A-4EA4-4373-90F6-B99654EF0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75740" y="6580483"/>
            <a:ext cx="908127" cy="2783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Computer</a:t>
            </a:r>
          </a:p>
        </p:txBody>
      </p:sp>
      <p:sp>
        <p:nvSpPr>
          <p:cNvPr id="1131" name="text-1082 Vision">
            <a:extLst xmlns:a="http://schemas.openxmlformats.org/drawingml/2006/main">
              <a:ext uri="{FF2B5EF4-FFF2-40B4-BE49-F238E27FC236}">
                <a16:creationId xmlns:a16="http://schemas.microsoft.com/office/drawing/2014/main" id="{9E9F9816-6DB2-4C9F-A30C-B39B1E403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03271" y="6580464"/>
            <a:ext cx="573334" cy="2783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1132" name="text-1082 Paradigm">
            <a:extLst xmlns:a="http://schemas.openxmlformats.org/drawingml/2006/main">
              <a:ext uri="{FF2B5EF4-FFF2-40B4-BE49-F238E27FC236}">
                <a16:creationId xmlns:a16="http://schemas.microsoft.com/office/drawing/2014/main" id="{BF2BF52C-5594-4242-83AE-C2A7E41C9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96016" y="6580482"/>
            <a:ext cx="886114" cy="2783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6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Paradigm</a:t>
            </a:r>
          </a:p>
        </p:txBody>
      </p:sp>
      <p:sp>
        <p:nvSpPr>
          <p:cNvPr id="1133" name="path-1083">
            <a:extLst xmlns:a="http://schemas.openxmlformats.org/drawingml/2006/main">
              <a:ext uri="{FF2B5EF4-FFF2-40B4-BE49-F238E27FC236}">
                <a16:creationId xmlns:a16="http://schemas.microsoft.com/office/drawing/2014/main" id="{7AD54997-E92C-4858-A0A0-1A4BAEAD4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4551" y="6309130"/>
            <a:ext cx="188949" cy="191"/>
          </a:xfrm>
          <a:custGeom xmlns:a="http://schemas.openxmlformats.org/drawingml/2006/main">
            <a:pathLst>
              <a:path w="173028" h="191">
                <a:moveTo>
                  <a:pt x="0" y="0"/>
                </a:moveTo>
                <a:lnTo>
                  <a:pt x="17302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000000"/>
            </a:solidFill>
            <a:prstDash val="solid"/>
          </a:ln>
        </p:spPr>
      </p:sp>
      <p:sp>
        <p:nvSpPr>
          <p:cNvPr id="1134" name="text-1084 #1">
            <a:extLst xmlns:a="http://schemas.openxmlformats.org/drawingml/2006/main">
              <a:ext uri="{FF2B5EF4-FFF2-40B4-BE49-F238E27FC236}">
                <a16:creationId xmlns:a16="http://schemas.microsoft.com/office/drawing/2014/main" id="{EC86871B-A529-4122-A251-0FD78F3DA0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54551" y="6103704"/>
            <a:ext cx="231099" cy="2504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#1</a:t>
            </a:r>
          </a:p>
        </p:txBody>
      </p:sp>
      <p:sp>
        <p:nvSpPr>
          <p:cNvPr id="1135" name="text-1085 +">
            <a:extLst xmlns:a="http://schemas.openxmlformats.org/drawingml/2006/main">
              <a:ext uri="{FF2B5EF4-FFF2-40B4-BE49-F238E27FC236}">
                <a16:creationId xmlns:a16="http://schemas.microsoft.com/office/drawing/2014/main" id="{01C46550-CC54-4DE3-A0FD-F67DD64A3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03107" y="6103757"/>
            <a:ext cx="136614" cy="250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1136" name="path-1086">
            <a:extLst xmlns:a="http://schemas.openxmlformats.org/drawingml/2006/main">
              <a:ext uri="{FF2B5EF4-FFF2-40B4-BE49-F238E27FC236}">
                <a16:creationId xmlns:a16="http://schemas.microsoft.com/office/drawing/2014/main" id="{46EB7233-54D6-4D02-A50C-FDF9F3B5D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57214" y="6309130"/>
            <a:ext cx="188950" cy="191"/>
          </a:xfrm>
          <a:custGeom xmlns:a="http://schemas.openxmlformats.org/drawingml/2006/main">
            <a:pathLst>
              <a:path w="173029" h="191">
                <a:moveTo>
                  <a:pt x="0" y="0"/>
                </a:moveTo>
                <a:lnTo>
                  <a:pt x="17302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000000"/>
            </a:solidFill>
            <a:prstDash val="solid"/>
          </a:ln>
        </p:spPr>
      </p:sp>
      <p:sp>
        <p:nvSpPr>
          <p:cNvPr id="1137" name="text-1087 #2">
            <a:extLst xmlns:a="http://schemas.openxmlformats.org/drawingml/2006/main">
              <a:ext uri="{FF2B5EF4-FFF2-40B4-BE49-F238E27FC236}">
                <a16:creationId xmlns:a16="http://schemas.microsoft.com/office/drawing/2014/main" id="{F4AA1E1F-E440-46DD-AB86-D177767E3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57214" y="6103704"/>
            <a:ext cx="231099" cy="2504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#2</a:t>
            </a:r>
          </a:p>
        </p:txBody>
      </p:sp>
      <p:sp>
        <p:nvSpPr>
          <p:cNvPr id="1138" name="text-1088 =">
            <a:extLst xmlns:a="http://schemas.openxmlformats.org/drawingml/2006/main">
              <a:ext uri="{FF2B5EF4-FFF2-40B4-BE49-F238E27FC236}">
                <a16:creationId xmlns:a16="http://schemas.microsoft.com/office/drawing/2014/main" id="{C9492527-6821-440C-B71F-9901F6E76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05769" y="6103757"/>
            <a:ext cx="136614" cy="250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=</a:t>
            </a:r>
          </a:p>
        </p:txBody>
      </p:sp>
      <p:sp>
        <p:nvSpPr>
          <p:cNvPr id="1139" name="text-1089 Strong">
            <a:extLst xmlns:a="http://schemas.openxmlformats.org/drawingml/2006/main">
              <a:ext uri="{FF2B5EF4-FFF2-40B4-BE49-F238E27FC236}">
                <a16:creationId xmlns:a16="http://schemas.microsoft.com/office/drawing/2014/main" id="{BAE86E97-D355-4574-AC38-5AE895791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09556" y="6103750"/>
            <a:ext cx="608247" cy="2504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Strong</a:t>
            </a:r>
          </a:p>
        </p:txBody>
      </p:sp>
      <p:sp>
        <p:nvSpPr>
          <p:cNvPr id="1140" name="text-1090 ,">
            <a:extLst xmlns:a="http://schemas.openxmlformats.org/drawingml/2006/main">
              <a:ext uri="{FF2B5EF4-FFF2-40B4-BE49-F238E27FC236}">
                <a16:creationId xmlns:a16="http://schemas.microsoft.com/office/drawing/2014/main" id="{9CFC7EB0-FB2A-405D-862A-98594090D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85613" y="6103613"/>
            <a:ext cx="81897" cy="2505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1141" name="text-1091 generalizable">
            <a:extLst xmlns:a="http://schemas.openxmlformats.org/drawingml/2006/main">
              <a:ext uri="{FF2B5EF4-FFF2-40B4-BE49-F238E27FC236}">
                <a16:creationId xmlns:a16="http://schemas.microsoft.com/office/drawing/2014/main" id="{2EB27AAD-9AA2-4314-A1E9-CC467E51A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84970" y="6103741"/>
            <a:ext cx="1165108" cy="2504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generalizable</a:t>
            </a:r>
          </a:p>
        </p:txBody>
      </p:sp>
      <p:sp>
        <p:nvSpPr>
          <p:cNvPr id="1142" name="text-1091 performance">
            <a:extLst xmlns:a="http://schemas.openxmlformats.org/drawingml/2006/main">
              <a:ext uri="{FF2B5EF4-FFF2-40B4-BE49-F238E27FC236}">
                <a16:creationId xmlns:a16="http://schemas.microsoft.com/office/drawing/2014/main" id="{DA50F0B6-2735-420E-9C07-69627D4A8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67563" y="6103742"/>
            <a:ext cx="1115364" cy="2504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performance</a:t>
            </a:r>
          </a:p>
        </p:txBody>
      </p:sp>
      <p:sp>
        <p:nvSpPr>
          <p:cNvPr id="1143" name="text-1092 for">
            <a:extLst xmlns:a="http://schemas.openxmlformats.org/drawingml/2006/main">
              <a:ext uri="{FF2B5EF4-FFF2-40B4-BE49-F238E27FC236}">
                <a16:creationId xmlns:a16="http://schemas.microsoft.com/office/drawing/2014/main" id="{2039F193-19E8-4F4B-8824-400AAF4CB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00374" y="6103710"/>
            <a:ext cx="270545" cy="2504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for</a:t>
            </a:r>
          </a:p>
        </p:txBody>
      </p:sp>
      <p:sp>
        <p:nvSpPr>
          <p:cNvPr id="1144" name="path-1093">
            <a:extLst xmlns:a="http://schemas.openxmlformats.org/drawingml/2006/main">
              <a:ext uri="{FF2B5EF4-FFF2-40B4-BE49-F238E27FC236}">
                <a16:creationId xmlns:a16="http://schemas.microsoft.com/office/drawing/2014/main" id="{8C176C74-C729-49D0-8C61-01A039A75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51969" y="6805817"/>
            <a:ext cx="188959" cy="191"/>
          </a:xfrm>
          <a:custGeom xmlns:a="http://schemas.openxmlformats.org/drawingml/2006/main">
            <a:pathLst>
              <a:path w="173038" h="191">
                <a:moveTo>
                  <a:pt x="0" y="0"/>
                </a:moveTo>
                <a:lnTo>
                  <a:pt x="17303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000000"/>
            </a:solidFill>
            <a:prstDash val="solid"/>
          </a:ln>
        </p:spPr>
      </p:sp>
      <p:sp>
        <p:nvSpPr>
          <p:cNvPr id="1145" name="text-1094 #3">
            <a:extLst xmlns:a="http://schemas.openxmlformats.org/drawingml/2006/main">
              <a:ext uri="{FF2B5EF4-FFF2-40B4-BE49-F238E27FC236}">
                <a16:creationId xmlns:a16="http://schemas.microsoft.com/office/drawing/2014/main" id="{ACCDC547-1D41-4ECC-B1FF-E1BC7A8C8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51931" y="6600456"/>
            <a:ext cx="231016" cy="2503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#3</a:t>
            </a:r>
          </a:p>
        </p:txBody>
      </p:sp>
      <p:sp>
        <p:nvSpPr>
          <p:cNvPr id="1146" name="text-1095 =">
            <a:extLst xmlns:a="http://schemas.openxmlformats.org/drawingml/2006/main">
              <a:ext uri="{FF2B5EF4-FFF2-40B4-BE49-F238E27FC236}">
                <a16:creationId xmlns:a16="http://schemas.microsoft.com/office/drawing/2014/main" id="{E6271949-4B36-419A-9F5C-D3BF3D040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00535" y="6600445"/>
            <a:ext cx="136614" cy="250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=</a:t>
            </a:r>
          </a:p>
        </p:txBody>
      </p:sp>
      <p:sp>
        <p:nvSpPr>
          <p:cNvPr id="1147" name="text-1096 Safe">
            <a:extLst xmlns:a="http://schemas.openxmlformats.org/drawingml/2006/main">
              <a:ext uri="{FF2B5EF4-FFF2-40B4-BE49-F238E27FC236}">
                <a16:creationId xmlns:a16="http://schemas.microsoft.com/office/drawing/2014/main" id="{8F977AEB-8725-471B-A385-478EA4D82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04311" y="6600427"/>
            <a:ext cx="409900" cy="2504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Safe</a:t>
            </a:r>
          </a:p>
        </p:txBody>
      </p:sp>
      <p:sp>
        <p:nvSpPr>
          <p:cNvPr id="1148" name="text-1097 ,">
            <a:extLst xmlns:a="http://schemas.openxmlformats.org/drawingml/2006/main">
              <a:ext uri="{FF2B5EF4-FFF2-40B4-BE49-F238E27FC236}">
                <a16:creationId xmlns:a16="http://schemas.microsoft.com/office/drawing/2014/main" id="{0755E617-0871-4CCB-8F6C-4F58076E13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82011" y="6600300"/>
            <a:ext cx="81897" cy="2505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1149" name="text-1098 flexible">
            <a:extLst xmlns:a="http://schemas.openxmlformats.org/drawingml/2006/main">
              <a:ext uri="{FF2B5EF4-FFF2-40B4-BE49-F238E27FC236}">
                <a16:creationId xmlns:a16="http://schemas.microsoft.com/office/drawing/2014/main" id="{3A904A39-12A2-4142-B4CF-45C2954CC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81368" y="6600421"/>
            <a:ext cx="648322" cy="250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flexible</a:t>
            </a:r>
          </a:p>
        </p:txBody>
      </p:sp>
      <p:sp>
        <p:nvSpPr>
          <p:cNvPr id="1150" name="text-1099 ,">
            <a:extLst xmlns:a="http://schemas.openxmlformats.org/drawingml/2006/main">
              <a:ext uri="{FF2B5EF4-FFF2-40B4-BE49-F238E27FC236}">
                <a16:creationId xmlns:a16="http://schemas.microsoft.com/office/drawing/2014/main" id="{00CFD449-922E-49FD-BD29-098BB9ED9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97500" y="6600300"/>
            <a:ext cx="81897" cy="2505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1151" name="text-1100 user-">
            <a:extLst xmlns:a="http://schemas.openxmlformats.org/drawingml/2006/main">
              <a:ext uri="{FF2B5EF4-FFF2-40B4-BE49-F238E27FC236}">
                <a16:creationId xmlns:a16="http://schemas.microsoft.com/office/drawing/2014/main" id="{DDCA93CF-C74F-46C9-A0FD-6D75A0A306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96857" y="6600427"/>
            <a:ext cx="469452" cy="2504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user-</a:t>
            </a:r>
          </a:p>
        </p:txBody>
      </p:sp>
      <p:sp>
        <p:nvSpPr>
          <p:cNvPr id="1152" name="text-1100 and">
            <a:extLst xmlns:a="http://schemas.openxmlformats.org/drawingml/2006/main">
              <a:ext uri="{FF2B5EF4-FFF2-40B4-BE49-F238E27FC236}">
                <a16:creationId xmlns:a16="http://schemas.microsoft.com/office/drawing/2014/main" id="{E56E0AF0-20B7-42EE-B934-EE7094F77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83784" y="6600413"/>
            <a:ext cx="350090" cy="2504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and</a:t>
            </a:r>
          </a:p>
        </p:txBody>
      </p:sp>
      <p:sp>
        <p:nvSpPr>
          <p:cNvPr id="1153" name="text-1100 environmentally">
            <a:extLst xmlns:a="http://schemas.openxmlformats.org/drawingml/2006/main">
              <a:ext uri="{FF2B5EF4-FFF2-40B4-BE49-F238E27FC236}">
                <a16:creationId xmlns:a16="http://schemas.microsoft.com/office/drawing/2014/main" id="{D5BFC569-3066-4DAC-9CEB-6411DA418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51340" y="6600422"/>
            <a:ext cx="1403459" cy="2504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environmentally</a:t>
            </a:r>
          </a:p>
        </p:txBody>
      </p:sp>
      <p:sp>
        <p:nvSpPr>
          <p:cNvPr id="1154" name="text-1101 challenging">
            <a:extLst xmlns:a="http://schemas.openxmlformats.org/drawingml/2006/main">
              <a:ext uri="{FF2B5EF4-FFF2-40B4-BE49-F238E27FC236}">
                <a16:creationId xmlns:a16="http://schemas.microsoft.com/office/drawing/2014/main" id="{D6C35921-4C7C-438D-9EE5-678BD127E6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05054" y="6310353"/>
            <a:ext cx="1025656" cy="250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challenging</a:t>
            </a:r>
          </a:p>
        </p:txBody>
      </p:sp>
      <p:sp>
        <p:nvSpPr>
          <p:cNvPr id="1155" name="text-1101 vision">
            <a:extLst xmlns:a="http://schemas.openxmlformats.org/drawingml/2006/main">
              <a:ext uri="{FF2B5EF4-FFF2-40B4-BE49-F238E27FC236}">
                <a16:creationId xmlns:a16="http://schemas.microsoft.com/office/drawing/2014/main" id="{4251C339-F22C-45C4-8107-58D45683B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48177" y="6310371"/>
            <a:ext cx="548882" cy="2504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1156" name="text-1101 tasks,">
            <a:extLst xmlns:a="http://schemas.openxmlformats.org/drawingml/2006/main">
              <a:ext uri="{FF2B5EF4-FFF2-40B4-BE49-F238E27FC236}">
                <a16:creationId xmlns:a16="http://schemas.microsoft.com/office/drawing/2014/main" id="{BE5A24C2-2D88-4D26-8325-FF4CD8547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14531" y="6310349"/>
            <a:ext cx="539229" cy="2504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tasks,</a:t>
            </a:r>
          </a:p>
        </p:txBody>
      </p:sp>
      <p:sp>
        <p:nvSpPr>
          <p:cNvPr id="1157" name="text-1101 but">
            <a:extLst xmlns:a="http://schemas.openxmlformats.org/drawingml/2006/main">
              <a:ext uri="{FF2B5EF4-FFF2-40B4-BE49-F238E27FC236}">
                <a16:creationId xmlns:a16="http://schemas.microsoft.com/office/drawing/2014/main" id="{29FA488C-B738-40FC-96C9-6679F1E24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71228" y="6310338"/>
            <a:ext cx="310174" cy="2504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but</a:t>
            </a:r>
          </a:p>
        </p:txBody>
      </p:sp>
      <p:sp>
        <p:nvSpPr>
          <p:cNvPr id="1158" name="text-1102 inefficient">
            <a:extLst xmlns:a="http://schemas.openxmlformats.org/drawingml/2006/main">
              <a:ext uri="{FF2B5EF4-FFF2-40B4-BE49-F238E27FC236}">
                <a16:creationId xmlns:a16="http://schemas.microsoft.com/office/drawing/2014/main" id="{BF6F4CB2-1FB9-4B77-9F3A-83B03C9980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99015" y="6310352"/>
            <a:ext cx="876633" cy="2504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inefficient</a:t>
            </a:r>
          </a:p>
        </p:txBody>
      </p:sp>
      <p:sp>
        <p:nvSpPr>
          <p:cNvPr id="1159" name="text-1103 .">
            <a:extLst xmlns:a="http://schemas.openxmlformats.org/drawingml/2006/main">
              <a:ext uri="{FF2B5EF4-FFF2-40B4-BE49-F238E27FC236}">
                <a16:creationId xmlns:a16="http://schemas.microsoft.com/office/drawing/2014/main" id="{7005B11F-F761-4D06-8AF8-BBC94DEE0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43461" y="6310232"/>
            <a:ext cx="81897" cy="2505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</a:t>
            </a:r>
          </a:p>
        </p:txBody>
      </p:sp>
      <p:sp>
        <p:nvSpPr>
          <p:cNvPr id="1160" name="text-1104 friendly">
            <a:extLst xmlns:a="http://schemas.openxmlformats.org/drawingml/2006/main">
              <a:ext uri="{FF2B5EF4-FFF2-40B4-BE49-F238E27FC236}">
                <a16:creationId xmlns:a16="http://schemas.microsoft.com/office/drawing/2014/main" id="{BDC02427-5CAF-414F-8093-16DD1C839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26937" y="6811027"/>
            <a:ext cx="678001" cy="2504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friendly</a:t>
            </a:r>
          </a:p>
        </p:txBody>
      </p:sp>
      <p:sp>
        <p:nvSpPr>
          <p:cNvPr id="1161" name="text-1105 ,">
            <a:extLst xmlns:a="http://schemas.openxmlformats.org/drawingml/2006/main">
              <a:ext uri="{FF2B5EF4-FFF2-40B4-BE49-F238E27FC236}">
                <a16:creationId xmlns:a16="http://schemas.microsoft.com/office/drawing/2014/main" id="{2B7940B8-C209-49DE-A0DF-F193922901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59586" y="6810892"/>
            <a:ext cx="81897" cy="2505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1162" name="text-1106 but">
            <a:extLst xmlns:a="http://schemas.openxmlformats.org/drawingml/2006/main">
              <a:ext uri="{FF2B5EF4-FFF2-40B4-BE49-F238E27FC236}">
                <a16:creationId xmlns:a16="http://schemas.microsoft.com/office/drawing/2014/main" id="{E45185CD-34A2-451F-9FB0-1BCCD6308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58943" y="6810999"/>
            <a:ext cx="310174" cy="2504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but</a:t>
            </a:r>
          </a:p>
        </p:txBody>
      </p:sp>
      <p:sp>
        <p:nvSpPr>
          <p:cNvPr id="1163" name="text-1106 with">
            <a:extLst xmlns:a="http://schemas.openxmlformats.org/drawingml/2006/main">
              <a:ext uri="{FF2B5EF4-FFF2-40B4-BE49-F238E27FC236}">
                <a16:creationId xmlns:a16="http://schemas.microsoft.com/office/drawing/2014/main" id="{DB9C1BAA-53B6-46F9-8330-C64E6463BA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86588" y="6811014"/>
            <a:ext cx="389712" cy="250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with</a:t>
            </a:r>
          </a:p>
        </p:txBody>
      </p:sp>
      <p:sp>
        <p:nvSpPr>
          <p:cNvPr id="1164" name="text-1107 limited">
            <a:extLst xmlns:a="http://schemas.openxmlformats.org/drawingml/2006/main">
              <a:ext uri="{FF2B5EF4-FFF2-40B4-BE49-F238E27FC236}">
                <a16:creationId xmlns:a16="http://schemas.microsoft.com/office/drawing/2014/main" id="{D14CACDF-55B4-4E20-93C8-9150BFF0F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93815" y="6811033"/>
            <a:ext cx="608425" cy="2503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limited</a:t>
            </a:r>
          </a:p>
        </p:txBody>
      </p:sp>
      <p:sp>
        <p:nvSpPr>
          <p:cNvPr id="1165" name="text-1107 performance">
            <a:extLst xmlns:a="http://schemas.openxmlformats.org/drawingml/2006/main">
              <a:ext uri="{FF2B5EF4-FFF2-40B4-BE49-F238E27FC236}">
                <a16:creationId xmlns:a16="http://schemas.microsoft.com/office/drawing/2014/main" id="{E204D780-6CE8-499D-BC9E-B0CA2672C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19711" y="6811022"/>
            <a:ext cx="1115364" cy="2504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performance</a:t>
            </a:r>
          </a:p>
        </p:txBody>
      </p:sp>
      <p:sp>
        <p:nvSpPr>
          <p:cNvPr id="1166" name="text-1108 .">
            <a:extLst xmlns:a="http://schemas.openxmlformats.org/drawingml/2006/main">
              <a:ext uri="{FF2B5EF4-FFF2-40B4-BE49-F238E27FC236}">
                <a16:creationId xmlns:a16="http://schemas.microsoft.com/office/drawing/2014/main" id="{6F241A33-A589-4651-A4A8-69E08BFFE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02869" y="6810892"/>
            <a:ext cx="81897" cy="2505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</a:t>
            </a:r>
          </a:p>
        </p:txBody>
      </p:sp>
      <p:sp>
        <p:nvSpPr>
          <p:cNvPr id="1167" name="path-1109">
            <a:extLst xmlns:a="http://schemas.openxmlformats.org/drawingml/2006/main">
              <a:ext uri="{FF2B5EF4-FFF2-40B4-BE49-F238E27FC236}">
                <a16:creationId xmlns:a16="http://schemas.microsoft.com/office/drawing/2014/main" id="{72900592-90CD-43A4-B546-3C9B77AF27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64060" y="6363369"/>
            <a:ext cx="855412" cy="237120"/>
          </a:xfrm>
          <a:custGeom xmlns:a="http://schemas.openxmlformats.org/drawingml/2006/main">
            <a:pathLst>
              <a:path w="783336" h="217140">
                <a:moveTo>
                  <a:pt x="0" y="217140"/>
                </a:moveTo>
                <a:lnTo>
                  <a:pt x="604194" y="217140"/>
                </a:lnTo>
                <a:lnTo>
                  <a:pt x="604194" y="0"/>
                </a:lnTo>
                <a:lnTo>
                  <a:pt x="78333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sp>
        <p:nvSpPr>
          <p:cNvPr id="1168" name="path-1110">
            <a:extLst xmlns:a="http://schemas.openxmlformats.org/drawingml/2006/main">
              <a:ext uri="{FF2B5EF4-FFF2-40B4-BE49-F238E27FC236}">
                <a16:creationId xmlns:a16="http://schemas.microsoft.com/office/drawing/2014/main" id="{2A2898BD-B122-4820-8265-8DE4AFED3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64060" y="6600488"/>
            <a:ext cx="855412" cy="237216"/>
          </a:xfrm>
          <a:custGeom xmlns:a="http://schemas.openxmlformats.org/drawingml/2006/main">
            <a:pathLst>
              <a:path w="783336" h="217228">
                <a:moveTo>
                  <a:pt x="0" y="0"/>
                </a:moveTo>
                <a:lnTo>
                  <a:pt x="604594" y="0"/>
                </a:lnTo>
                <a:lnTo>
                  <a:pt x="604594" y="217228"/>
                </a:lnTo>
                <a:lnTo>
                  <a:pt x="783336" y="217228"/>
                </a:lnTo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pic>
        <p:nvPicPr>
          <p:cNvPr id="1169" name="">
            <a:extLst xmlns:a="http://schemas.openxmlformats.org/drawingml/2006/main">
              <a:ext uri="{FF2B5EF4-FFF2-40B4-BE49-F238E27FC236}">
                <a16:creationId xmlns:a16="http://schemas.microsoft.com/office/drawing/2014/main" id="{FF207155-F642-4774-8537-A1323491FD3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5bee40aa09740bd"/>
          <a:stretch xmlns:a="http://schemas.openxmlformats.org/drawingml/2006/main"/>
        </p:blipFill>
        <p:spPr>
          <a:xfrm xmlns:a="http://schemas.openxmlformats.org/drawingml/2006/main">
            <a:off x="11549277" y="5979271"/>
            <a:ext cx="1248170" cy="1248170"/>
          </a:xfrm>
          <a:prstGeom xmlns:a="http://schemas.openxmlformats.org/drawingml/2006/main" prst="rect">
            <a:avLst/>
          </a:prstGeom>
        </p:spPr>
      </p:pic>
      <p:sp>
        <p:nvSpPr>
          <p:cNvPr id="1170" name="path-1112">
            <a:extLst xmlns:a="http://schemas.openxmlformats.org/drawingml/2006/main">
              <a:ext uri="{FF2B5EF4-FFF2-40B4-BE49-F238E27FC236}">
                <a16:creationId xmlns:a16="http://schemas.microsoft.com/office/drawing/2014/main" id="{A8AFEA47-B2E2-4B21-8DA4-71CEBB825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9386" y="6150591"/>
            <a:ext cx="1773167" cy="425528"/>
          </a:xfrm>
          <a:custGeom xmlns:a="http://schemas.openxmlformats.org/drawingml/2006/main">
            <a:pathLst>
              <a:path w="1623762" h="389673">
                <a:moveTo>
                  <a:pt x="0" y="0"/>
                </a:moveTo>
                <a:lnTo>
                  <a:pt x="1623762" y="0"/>
                </a:lnTo>
                <a:lnTo>
                  <a:pt x="1623762" y="389673"/>
                </a:lnTo>
                <a:lnTo>
                  <a:pt x="0" y="389673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1" name="path-1113">
            <a:extLst xmlns:a="http://schemas.openxmlformats.org/drawingml/2006/main">
              <a:ext uri="{FF2B5EF4-FFF2-40B4-BE49-F238E27FC236}">
                <a16:creationId xmlns:a16="http://schemas.microsoft.com/office/drawing/2014/main" id="{8E42E98C-8016-4AF5-91B3-D3CD49469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9405" y="6150589"/>
            <a:ext cx="1773167" cy="425559"/>
          </a:xfrm>
          <a:custGeom xmlns:a="http://schemas.openxmlformats.org/drawingml/2006/main">
            <a:pathLst>
              <a:path w="1623762" h="389702">
                <a:moveTo>
                  <a:pt x="0" y="0"/>
                </a:moveTo>
                <a:lnTo>
                  <a:pt x="0" y="389702"/>
                </a:lnTo>
                <a:lnTo>
                  <a:pt x="1623762" y="389702"/>
                </a:lnTo>
                <a:lnTo>
                  <a:pt x="162376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sp>
        <p:nvSpPr>
          <p:cNvPr id="1172" name="text-1114 Real-world">
            <a:extLst xmlns:a="http://schemas.openxmlformats.org/drawingml/2006/main">
              <a:ext uri="{FF2B5EF4-FFF2-40B4-BE49-F238E27FC236}">
                <a16:creationId xmlns:a16="http://schemas.microsoft.com/office/drawing/2014/main" id="{96FA90A9-F922-4679-8943-68AF6B38D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58969" y="6138910"/>
            <a:ext cx="946228" cy="2504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666666"/>
                </a:solidFill>
                <a:latin typeface="Arial"/>
                <a:ea typeface="Arial"/>
                <a:cs typeface="Arial"/>
              </a:rPr>
              <a:t>Real-world</a:t>
            </a:r>
          </a:p>
        </p:txBody>
      </p:sp>
      <p:sp>
        <p:nvSpPr>
          <p:cNvPr id="1173" name="text-1115 Applications">
            <a:extLst xmlns:a="http://schemas.openxmlformats.org/drawingml/2006/main">
              <a:ext uri="{FF2B5EF4-FFF2-40B4-BE49-F238E27FC236}">
                <a16:creationId xmlns:a16="http://schemas.microsoft.com/office/drawing/2014/main" id="{F1EE2279-D425-46B0-90E4-D8F4D4F96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79519" y="6343438"/>
            <a:ext cx="1105102" cy="2504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666666"/>
                </a:solidFill>
                <a:latin typeface="Arial"/>
                <a:ea typeface="Arial"/>
                <a:cs typeface="Arial"/>
              </a:rPr>
              <a:t>Applications</a:t>
            </a:r>
          </a:p>
        </p:txBody>
      </p:sp>
      <p:sp>
        <p:nvSpPr>
          <p:cNvPr id="1174" name="path-1116">
            <a:extLst xmlns:a="http://schemas.openxmlformats.org/drawingml/2006/main">
              <a:ext uri="{FF2B5EF4-FFF2-40B4-BE49-F238E27FC236}">
                <a16:creationId xmlns:a16="http://schemas.microsoft.com/office/drawing/2014/main" id="{AE469928-5D32-48EA-A021-7D9441179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9386" y="6624936"/>
            <a:ext cx="1773167" cy="425528"/>
          </a:xfrm>
          <a:custGeom xmlns:a="http://schemas.openxmlformats.org/drawingml/2006/main">
            <a:pathLst>
              <a:path w="1623762" h="389673">
                <a:moveTo>
                  <a:pt x="0" y="0"/>
                </a:moveTo>
                <a:lnTo>
                  <a:pt x="1623762" y="0"/>
                </a:lnTo>
                <a:lnTo>
                  <a:pt x="1623762" y="389673"/>
                </a:lnTo>
                <a:lnTo>
                  <a:pt x="0" y="389673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5" name="path-1117">
            <a:extLst xmlns:a="http://schemas.openxmlformats.org/drawingml/2006/main">
              <a:ext uri="{FF2B5EF4-FFF2-40B4-BE49-F238E27FC236}">
                <a16:creationId xmlns:a16="http://schemas.microsoft.com/office/drawing/2014/main" id="{D4EFE532-04F4-40F0-8954-F54F913B9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9405" y="6624925"/>
            <a:ext cx="1773167" cy="425559"/>
          </a:xfrm>
          <a:custGeom xmlns:a="http://schemas.openxmlformats.org/drawingml/2006/main">
            <a:pathLst>
              <a:path w="1623762" h="389702">
                <a:moveTo>
                  <a:pt x="0" y="0"/>
                </a:moveTo>
                <a:lnTo>
                  <a:pt x="0" y="389702"/>
                </a:lnTo>
                <a:lnTo>
                  <a:pt x="1623762" y="389702"/>
                </a:lnTo>
                <a:lnTo>
                  <a:pt x="162376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9867">
            <a:solidFill>
              <a:srgbClr val="666666"/>
            </a:solidFill>
            <a:prstDash val="solid"/>
          </a:ln>
        </p:spPr>
      </p:sp>
      <p:sp>
        <p:nvSpPr>
          <p:cNvPr id="1176" name="text-1118 Future">
            <a:extLst xmlns:a="http://schemas.openxmlformats.org/drawingml/2006/main">
              <a:ext uri="{FF2B5EF4-FFF2-40B4-BE49-F238E27FC236}">
                <a16:creationId xmlns:a16="http://schemas.microsoft.com/office/drawing/2014/main" id="{834D7F6A-BC6F-4F95-AF15-8D397DD20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37865" y="6613254"/>
            <a:ext cx="588418" cy="2503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1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1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1408" b="1" i="0">
                <a:solidFill>
                  <a:srgbClr val="666666"/>
                </a:solidFill>
                <a:latin typeface="Arial"/>
                <a:ea typeface="Arial"/>
                <a:cs typeface="Arial"/>
              </a:rPr>
              <a:t>Future</a:t>
            </a:r>
          </a:p>
        </p:txBody>
      </p:sp>
      <p:sp>
        <p:nvSpPr>
          <p:cNvPr id="1177" name="text-1119 Advancements">
            <a:extLst xmlns:a="http://schemas.openxmlformats.org/drawingml/2006/main">
              <a:ext uri="{FF2B5EF4-FFF2-40B4-BE49-F238E27FC236}">
                <a16:creationId xmlns:a16="http://schemas.microsoft.com/office/drawing/2014/main" id="{8C367B6E-E164-490F-9E07-7FE3B79D3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79993" y="6817764"/>
            <a:ext cx="1304221" cy="2504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1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1" i="0">
                <a:solidFill>
                  <a:srgbClr val="666666"/>
                </a:solidFill>
                <a:latin typeface="Arial"/>
                <a:ea typeface="Arial"/>
                <a:cs typeface="Arial"/>
              </a:defRPr>
            </a:pPr>
            <a:r>
              <a:rPr sz="1409" b="1" i="0">
                <a:solidFill>
                  <a:srgbClr val="666666"/>
                </a:solidFill>
                <a:latin typeface="Arial"/>
                <a:ea typeface="Arial"/>
                <a:cs typeface="Arial"/>
              </a:rPr>
              <a:t>Advancements</a:t>
            </a:r>
          </a:p>
        </p:txBody>
      </p:sp>
      <p:sp>
        <p:nvSpPr>
          <p:cNvPr id="1178" name="path-1120">
            <a:extLst xmlns:a="http://schemas.openxmlformats.org/drawingml/2006/main">
              <a:ext uri="{FF2B5EF4-FFF2-40B4-BE49-F238E27FC236}">
                <a16:creationId xmlns:a16="http://schemas.microsoft.com/office/drawing/2014/main" id="{EC73AD08-0CCA-4DE8-8680-77CD5F35E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1740" y="6366984"/>
            <a:ext cx="467084" cy="467073"/>
          </a:xfrm>
          <a:custGeom xmlns:a="http://schemas.openxmlformats.org/drawingml/2006/main">
            <a:pathLst>
              <a:path w="427728" h="427718">
                <a:moveTo>
                  <a:pt x="351588" y="76094"/>
                </a:moveTo>
                <a:cubicBezTo>
                  <a:pt x="427728" y="152179"/>
                  <a:pt x="427728" y="275540"/>
                  <a:pt x="351588" y="351633"/>
                </a:cubicBezTo>
                <a:cubicBezTo>
                  <a:pt x="275540" y="427718"/>
                  <a:pt x="152188" y="427718"/>
                  <a:pt x="76049" y="351633"/>
                </a:cubicBezTo>
                <a:cubicBezTo>
                  <a:pt x="0" y="275540"/>
                  <a:pt x="0" y="152179"/>
                  <a:pt x="76049" y="76094"/>
                </a:cubicBezTo>
                <a:cubicBezTo>
                  <a:pt x="152188" y="0"/>
                  <a:pt x="275540" y="0"/>
                  <a:pt x="351588" y="76094"/>
                </a:cubicBezTo>
              </a:path>
            </a:pathLst>
          </a:custGeom>
          <a:solidFill xmlns:a="http://schemas.openxmlformats.org/drawingml/2006/main">
            <a:srgbClr val="F1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9" name="path-1121">
            <a:extLst xmlns:a="http://schemas.openxmlformats.org/drawingml/2006/main">
              <a:ext uri="{FF2B5EF4-FFF2-40B4-BE49-F238E27FC236}">
                <a16:creationId xmlns:a16="http://schemas.microsoft.com/office/drawing/2014/main" id="{614559BA-D78F-4367-B6BB-CBF63CBCBF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94024" y="6453319"/>
            <a:ext cx="222416" cy="268229"/>
          </a:xfrm>
          <a:custGeom xmlns:a="http://schemas.openxmlformats.org/drawingml/2006/main">
            <a:pathLst>
              <a:path w="203676" h="245628">
                <a:moveTo>
                  <a:pt x="187302" y="94250"/>
                </a:moveTo>
                <a:lnTo>
                  <a:pt x="168199" y="94250"/>
                </a:lnTo>
                <a:lnTo>
                  <a:pt x="168199" y="60674"/>
                </a:lnTo>
                <a:cubicBezTo>
                  <a:pt x="168381" y="24315"/>
                  <a:pt x="138543" y="0"/>
                  <a:pt x="101884" y="0"/>
                </a:cubicBezTo>
                <a:cubicBezTo>
                  <a:pt x="65224" y="0"/>
                  <a:pt x="35295" y="24624"/>
                  <a:pt x="35295" y="60993"/>
                </a:cubicBezTo>
                <a:lnTo>
                  <a:pt x="35295" y="94250"/>
                </a:lnTo>
                <a:lnTo>
                  <a:pt x="16284" y="94250"/>
                </a:lnTo>
                <a:cubicBezTo>
                  <a:pt x="7278" y="94323"/>
                  <a:pt x="91" y="101591"/>
                  <a:pt x="0" y="110561"/>
                </a:cubicBezTo>
                <a:lnTo>
                  <a:pt x="0" y="229300"/>
                </a:lnTo>
                <a:cubicBezTo>
                  <a:pt x="91" y="233649"/>
                  <a:pt x="1820" y="237806"/>
                  <a:pt x="4913" y="240863"/>
                </a:cubicBezTo>
                <a:cubicBezTo>
                  <a:pt x="8005" y="243919"/>
                  <a:pt x="12099" y="245628"/>
                  <a:pt x="16466" y="245610"/>
                </a:cubicBezTo>
                <a:lnTo>
                  <a:pt x="187302" y="245610"/>
                </a:lnTo>
                <a:cubicBezTo>
                  <a:pt x="191577" y="245628"/>
                  <a:pt x="195761" y="243919"/>
                  <a:pt x="198855" y="240863"/>
                </a:cubicBezTo>
                <a:cubicBezTo>
                  <a:pt x="201948" y="237806"/>
                  <a:pt x="203676" y="233649"/>
                  <a:pt x="203676" y="229300"/>
                </a:cubicBezTo>
                <a:lnTo>
                  <a:pt x="203676" y="110561"/>
                </a:lnTo>
                <a:cubicBezTo>
                  <a:pt x="203676" y="106221"/>
                  <a:pt x="201948" y="102056"/>
                  <a:pt x="198855" y="98999"/>
                </a:cubicBezTo>
                <a:cubicBezTo>
                  <a:pt x="195761" y="95942"/>
                  <a:pt x="191577" y="94232"/>
                  <a:pt x="187302" y="94250"/>
                </a:cubicBezTo>
                <a:moveTo>
                  <a:pt x="111072" y="173010"/>
                </a:moveTo>
                <a:lnTo>
                  <a:pt x="111072" y="198971"/>
                </a:lnTo>
                <a:cubicBezTo>
                  <a:pt x="111072" y="199536"/>
                  <a:pt x="110889" y="200091"/>
                  <a:pt x="110434" y="200491"/>
                </a:cubicBezTo>
                <a:cubicBezTo>
                  <a:pt x="110071" y="200900"/>
                  <a:pt x="109524" y="201128"/>
                  <a:pt x="108980" y="201128"/>
                </a:cubicBezTo>
                <a:lnTo>
                  <a:pt x="94788" y="201128"/>
                </a:lnTo>
                <a:cubicBezTo>
                  <a:pt x="93606" y="201128"/>
                  <a:pt x="92605" y="200163"/>
                  <a:pt x="92605" y="198971"/>
                </a:cubicBezTo>
                <a:lnTo>
                  <a:pt x="92605" y="173010"/>
                </a:lnTo>
                <a:cubicBezTo>
                  <a:pt x="85782" y="169617"/>
                  <a:pt x="81507" y="162676"/>
                  <a:pt x="81417" y="155053"/>
                </a:cubicBezTo>
                <a:cubicBezTo>
                  <a:pt x="82053" y="144192"/>
                  <a:pt x="90967" y="135686"/>
                  <a:pt x="101884" y="135686"/>
                </a:cubicBezTo>
                <a:cubicBezTo>
                  <a:pt x="112709" y="135686"/>
                  <a:pt x="121714" y="144192"/>
                  <a:pt x="122351" y="155053"/>
                </a:cubicBezTo>
                <a:cubicBezTo>
                  <a:pt x="122351" y="162685"/>
                  <a:pt x="117985" y="169635"/>
                  <a:pt x="111072" y="173010"/>
                </a:cubicBezTo>
                <a:moveTo>
                  <a:pt x="142819" y="94696"/>
                </a:moveTo>
                <a:lnTo>
                  <a:pt x="60949" y="94696"/>
                </a:lnTo>
                <a:lnTo>
                  <a:pt x="60949" y="58455"/>
                </a:lnTo>
                <a:cubicBezTo>
                  <a:pt x="60949" y="39415"/>
                  <a:pt x="79324" y="23742"/>
                  <a:pt x="101884" y="23742"/>
                </a:cubicBezTo>
                <a:cubicBezTo>
                  <a:pt x="124534" y="23742"/>
                  <a:pt x="142910" y="39352"/>
                  <a:pt x="142910" y="58455"/>
                </a:cubicBezTo>
                <a:lnTo>
                  <a:pt x="142819" y="9469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0" name="Warning 1 white stem">
            <a:extLst xmlns:a="http://schemas.openxmlformats.org/drawingml/2006/main">
              <a:ext uri="{FF2B5EF4-FFF2-40B4-BE49-F238E27FC236}">
                <a16:creationId xmlns:a16="http://schemas.microsoft.com/office/drawing/2014/main" id="{1C9927BC-8820-4C82-BBA5-FE278C8E0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67429" y="5159102"/>
            <a:ext cx="31204" cy="104014"/>
          </a:xfrm>
          <a:custGeom xmlns:a="http://schemas.openxmlformats.org/drawingml/2006/main">
            <a:pathLst>
              <a:path w="28575" h="95250">
                <a:moveTo>
                  <a:pt x="0" y="0"/>
                </a:moveTo>
                <a:lnTo>
                  <a:pt x="28575" y="0"/>
                </a:lnTo>
                <a:lnTo>
                  <a:pt x="28575" y="95250"/>
                </a:lnTo>
                <a:lnTo>
                  <a:pt x="0" y="9525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1" name="Warning 1 white dot">
            <a:extLst xmlns:a="http://schemas.openxmlformats.org/drawingml/2006/main">
              <a:ext uri="{FF2B5EF4-FFF2-40B4-BE49-F238E27FC236}">
                <a16:creationId xmlns:a16="http://schemas.microsoft.com/office/drawing/2014/main" id="{976F138E-BF3A-4EFD-9A36-52B804F90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67429" y="5294321"/>
            <a:ext cx="31204" cy="31204"/>
          </a:xfrm>
          <a:custGeom xmlns:a="http://schemas.openxmlformats.org/drawingml/2006/main">
            <a:pathLst>
              <a:path w="28575" h="28575">
                <a:moveTo>
                  <a:pt x="0" y="0"/>
                </a:moveTo>
                <a:lnTo>
                  <a:pt x="28575" y="0"/>
                </a:lnTo>
                <a:lnTo>
                  <a:pt x="28575" y="28575"/>
                </a:lnTo>
                <a:lnTo>
                  <a:pt x="0" y="285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2" name="Warning 2 white stem">
            <a:extLst xmlns:a="http://schemas.openxmlformats.org/drawingml/2006/main">
              <a:ext uri="{FF2B5EF4-FFF2-40B4-BE49-F238E27FC236}">
                <a16:creationId xmlns:a16="http://schemas.microsoft.com/office/drawing/2014/main" id="{F9B648C8-8F73-4AA6-BAE2-F4E82057C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2718" y="5159102"/>
            <a:ext cx="31204" cy="104014"/>
          </a:xfrm>
          <a:custGeom xmlns:a="http://schemas.openxmlformats.org/drawingml/2006/main">
            <a:pathLst>
              <a:path w="28575" h="95250">
                <a:moveTo>
                  <a:pt x="0" y="0"/>
                </a:moveTo>
                <a:lnTo>
                  <a:pt x="28575" y="0"/>
                </a:lnTo>
                <a:lnTo>
                  <a:pt x="28575" y="95250"/>
                </a:lnTo>
                <a:lnTo>
                  <a:pt x="0" y="9525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3" name="Warning 2 white dot">
            <a:extLst xmlns:a="http://schemas.openxmlformats.org/drawingml/2006/main">
              <a:ext uri="{FF2B5EF4-FFF2-40B4-BE49-F238E27FC236}">
                <a16:creationId xmlns:a16="http://schemas.microsoft.com/office/drawing/2014/main" id="{CF9E7A17-5B5F-4C4D-9FD4-E21A4F42E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2718" y="5294321"/>
            <a:ext cx="31204" cy="31204"/>
          </a:xfrm>
          <a:custGeom xmlns:a="http://schemas.openxmlformats.org/drawingml/2006/main">
            <a:pathLst>
              <a:path w="28575" h="28575">
                <a:moveTo>
                  <a:pt x="0" y="0"/>
                </a:moveTo>
                <a:lnTo>
                  <a:pt x="28575" y="0"/>
                </a:lnTo>
                <a:lnTo>
                  <a:pt x="28575" y="28575"/>
                </a:lnTo>
                <a:lnTo>
                  <a:pt x="0" y="285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4" name="Warning 3 white stem">
            <a:extLst xmlns:a="http://schemas.openxmlformats.org/drawingml/2006/main">
              <a:ext uri="{FF2B5EF4-FFF2-40B4-BE49-F238E27FC236}">
                <a16:creationId xmlns:a16="http://schemas.microsoft.com/office/drawing/2014/main" id="{0CC58C79-5B60-456A-925F-E6F89F0D07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71620" y="5159102"/>
            <a:ext cx="31204" cy="104014"/>
          </a:xfrm>
          <a:custGeom xmlns:a="http://schemas.openxmlformats.org/drawingml/2006/main">
            <a:pathLst>
              <a:path w="28575" h="95250">
                <a:moveTo>
                  <a:pt x="0" y="0"/>
                </a:moveTo>
                <a:lnTo>
                  <a:pt x="28575" y="0"/>
                </a:lnTo>
                <a:lnTo>
                  <a:pt x="28575" y="95250"/>
                </a:lnTo>
                <a:lnTo>
                  <a:pt x="0" y="9525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5" name="Warning 3 white dot">
            <a:extLst xmlns:a="http://schemas.openxmlformats.org/drawingml/2006/main">
              <a:ext uri="{FF2B5EF4-FFF2-40B4-BE49-F238E27FC236}">
                <a16:creationId xmlns:a16="http://schemas.microsoft.com/office/drawing/2014/main" id="{B77F16DE-6D48-4AC2-9F3F-1E6F41BCB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71620" y="5294321"/>
            <a:ext cx="31204" cy="31204"/>
          </a:xfrm>
          <a:custGeom xmlns:a="http://schemas.openxmlformats.org/drawingml/2006/main">
            <a:pathLst>
              <a:path w="28575" h="28575">
                <a:moveTo>
                  <a:pt x="0" y="0"/>
                </a:moveTo>
                <a:lnTo>
                  <a:pt x="28575" y="0"/>
                </a:lnTo>
                <a:lnTo>
                  <a:pt x="28575" y="28575"/>
                </a:lnTo>
                <a:lnTo>
                  <a:pt x="0" y="285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</p:spTree>
    <p:extLst>
      <p:ext uri="{BB962C8B-B14F-4D97-AF65-F5344CB8AC3E}">
        <p14:creationId xmlns:p14="http://schemas.microsoft.com/office/powerpoint/2010/main" val="1362793406"/>
      </p:ext>
    </p:extLst>
  </p:cSld>
</p:sld>
</file>

<file path=ppt/slides/slide4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200" name="path-1">
            <a:extLst xmlns:a="http://schemas.openxmlformats.org/drawingml/2006/main">
              <a:ext uri="{FF2B5EF4-FFF2-40B4-BE49-F238E27FC236}">
                <a16:creationId xmlns:a16="http://schemas.microsoft.com/office/drawing/2014/main" id="{0EED5730-75C9-4B03-8435-8AC57D254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351" y="426043"/>
            <a:ext cx="203783" cy="220341"/>
          </a:xfrm>
          <a:custGeom xmlns:a="http://schemas.openxmlformats.org/drawingml/2006/main">
            <a:pathLst>
              <a:path w="139063" h="150362">
                <a:moveTo>
                  <a:pt x="139063" y="104070"/>
                </a:moveTo>
                <a:lnTo>
                  <a:pt x="132833" y="104070"/>
                </a:lnTo>
                <a:cubicBezTo>
                  <a:pt x="126159" y="118537"/>
                  <a:pt x="121708" y="124770"/>
                  <a:pt x="114143" y="131224"/>
                </a:cubicBezTo>
                <a:cubicBezTo>
                  <a:pt x="103686" y="139681"/>
                  <a:pt x="91447" y="143467"/>
                  <a:pt x="74095" y="143467"/>
                </a:cubicBezTo>
                <a:cubicBezTo>
                  <a:pt x="59632" y="143467"/>
                  <a:pt x="55625" y="140574"/>
                  <a:pt x="55625" y="131003"/>
                </a:cubicBezTo>
                <a:lnTo>
                  <a:pt x="55625" y="77137"/>
                </a:lnTo>
                <a:cubicBezTo>
                  <a:pt x="79880" y="77137"/>
                  <a:pt x="89003" y="85818"/>
                  <a:pt x="91671" y="111638"/>
                </a:cubicBezTo>
                <a:lnTo>
                  <a:pt x="97456" y="111638"/>
                </a:lnTo>
                <a:lnTo>
                  <a:pt x="97456" y="36521"/>
                </a:lnTo>
                <a:lnTo>
                  <a:pt x="91671" y="36521"/>
                </a:lnTo>
                <a:cubicBezTo>
                  <a:pt x="88334" y="61821"/>
                  <a:pt x="79656" y="69797"/>
                  <a:pt x="55625" y="69572"/>
                </a:cubicBezTo>
                <a:lnTo>
                  <a:pt x="55625" y="18035"/>
                </a:lnTo>
                <a:cubicBezTo>
                  <a:pt x="55625" y="9571"/>
                  <a:pt x="58518" y="7568"/>
                  <a:pt x="70088" y="7568"/>
                </a:cubicBezTo>
                <a:cubicBezTo>
                  <a:pt x="106355" y="7568"/>
                  <a:pt x="117260" y="15139"/>
                  <a:pt x="122821" y="44761"/>
                </a:cubicBezTo>
                <a:lnTo>
                  <a:pt x="128382" y="44761"/>
                </a:lnTo>
                <a:lnTo>
                  <a:pt x="128382" y="0"/>
                </a:lnTo>
                <a:lnTo>
                  <a:pt x="0" y="0"/>
                </a:lnTo>
                <a:lnTo>
                  <a:pt x="0" y="5565"/>
                </a:lnTo>
                <a:cubicBezTo>
                  <a:pt x="15353" y="6454"/>
                  <a:pt x="19580" y="10019"/>
                  <a:pt x="19580" y="21379"/>
                </a:cubicBezTo>
                <a:lnTo>
                  <a:pt x="19580" y="129000"/>
                </a:lnTo>
                <a:cubicBezTo>
                  <a:pt x="19580" y="140574"/>
                  <a:pt x="16466" y="143022"/>
                  <a:pt x="0" y="144801"/>
                </a:cubicBezTo>
                <a:lnTo>
                  <a:pt x="0" y="150362"/>
                </a:lnTo>
                <a:lnTo>
                  <a:pt x="130165" y="150362"/>
                </a:lnTo>
                <a:lnTo>
                  <a:pt x="139063" y="10407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37D561D4-B4DD-4062-B170-EC56C94A0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4829" y="492273"/>
            <a:ext cx="260192" cy="154111"/>
          </a:xfrm>
          <a:custGeom xmlns:a="http://schemas.openxmlformats.org/drawingml/2006/main">
            <a:pathLst>
              <a:path w="177557" h="105167">
                <a:moveTo>
                  <a:pt x="177557" y="105167"/>
                </a:moveTo>
                <a:lnTo>
                  <a:pt x="177557" y="99830"/>
                </a:lnTo>
                <a:cubicBezTo>
                  <a:pt x="168879" y="99385"/>
                  <a:pt x="166431" y="96716"/>
                  <a:pt x="166431" y="87156"/>
                </a:cubicBezTo>
                <a:lnTo>
                  <a:pt x="166431" y="31361"/>
                </a:lnTo>
                <a:cubicBezTo>
                  <a:pt x="166431" y="12239"/>
                  <a:pt x="154640" y="0"/>
                  <a:pt x="136395" y="0"/>
                </a:cubicBezTo>
                <a:cubicBezTo>
                  <a:pt x="123711" y="0"/>
                  <a:pt x="115257" y="5120"/>
                  <a:pt x="103686" y="19355"/>
                </a:cubicBezTo>
                <a:cubicBezTo>
                  <a:pt x="97012" y="5340"/>
                  <a:pt x="89223" y="0"/>
                  <a:pt x="75205" y="0"/>
                </a:cubicBezTo>
                <a:cubicBezTo>
                  <a:pt x="61190" y="0"/>
                  <a:pt x="50954" y="6009"/>
                  <a:pt x="42496" y="19355"/>
                </a:cubicBezTo>
                <a:lnTo>
                  <a:pt x="42496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791" y="9282"/>
                  <a:pt x="12239" y="11954"/>
                  <a:pt x="12239" y="21073"/>
                </a:cubicBezTo>
                <a:lnTo>
                  <a:pt x="12239" y="86480"/>
                </a:lnTo>
                <a:cubicBezTo>
                  <a:pt x="12239" y="95603"/>
                  <a:pt x="9791" y="98047"/>
                  <a:pt x="0" y="99830"/>
                </a:cubicBezTo>
                <a:lnTo>
                  <a:pt x="0" y="105167"/>
                </a:lnTo>
                <a:lnTo>
                  <a:pt x="53402" y="105167"/>
                </a:lnTo>
                <a:lnTo>
                  <a:pt x="53402" y="99830"/>
                </a:lnTo>
                <a:cubicBezTo>
                  <a:pt x="45613" y="98716"/>
                  <a:pt x="43165" y="95603"/>
                  <a:pt x="43165" y="87149"/>
                </a:cubicBezTo>
                <a:lnTo>
                  <a:pt x="43165" y="27748"/>
                </a:lnTo>
                <a:cubicBezTo>
                  <a:pt x="43165" y="26414"/>
                  <a:pt x="46727" y="22187"/>
                  <a:pt x="49619" y="19963"/>
                </a:cubicBezTo>
                <a:cubicBezTo>
                  <a:pt x="54291" y="16466"/>
                  <a:pt x="58073" y="14908"/>
                  <a:pt x="61855" y="14908"/>
                </a:cubicBezTo>
                <a:cubicBezTo>
                  <a:pt x="70533" y="14908"/>
                  <a:pt x="73871" y="20024"/>
                  <a:pt x="73871" y="33360"/>
                </a:cubicBezTo>
                <a:lnTo>
                  <a:pt x="73871" y="87156"/>
                </a:lnTo>
                <a:cubicBezTo>
                  <a:pt x="73871" y="96272"/>
                  <a:pt x="71423" y="99161"/>
                  <a:pt x="63190" y="99830"/>
                </a:cubicBezTo>
                <a:lnTo>
                  <a:pt x="63190" y="105167"/>
                </a:lnTo>
                <a:lnTo>
                  <a:pt x="115257" y="105167"/>
                </a:lnTo>
                <a:lnTo>
                  <a:pt x="115257" y="99830"/>
                </a:lnTo>
                <a:cubicBezTo>
                  <a:pt x="107469" y="98940"/>
                  <a:pt x="104800" y="95606"/>
                  <a:pt x="104800" y="87156"/>
                </a:cubicBezTo>
                <a:lnTo>
                  <a:pt x="104800" y="27802"/>
                </a:lnTo>
                <a:cubicBezTo>
                  <a:pt x="104800" y="26692"/>
                  <a:pt x="108358" y="22469"/>
                  <a:pt x="111251" y="20245"/>
                </a:cubicBezTo>
                <a:cubicBezTo>
                  <a:pt x="116146" y="16466"/>
                  <a:pt x="119929" y="14908"/>
                  <a:pt x="123711" y="14908"/>
                </a:cubicBezTo>
                <a:cubicBezTo>
                  <a:pt x="132168" y="14908"/>
                  <a:pt x="135505" y="20245"/>
                  <a:pt x="135505" y="33360"/>
                </a:cubicBezTo>
                <a:lnTo>
                  <a:pt x="135505" y="87156"/>
                </a:lnTo>
                <a:cubicBezTo>
                  <a:pt x="135505" y="96492"/>
                  <a:pt x="133057" y="99161"/>
                  <a:pt x="124600" y="99830"/>
                </a:cubicBezTo>
                <a:lnTo>
                  <a:pt x="124600" y="105167"/>
                </a:lnTo>
                <a:lnTo>
                  <a:pt x="177557" y="1051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754EC1EE-D842-4B45-9DC0-3AA315ACF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6432" y="496094"/>
            <a:ext cx="169873" cy="154748"/>
          </a:xfrm>
          <a:custGeom xmlns:a="http://schemas.openxmlformats.org/drawingml/2006/main">
            <a:pathLst>
              <a:path w="115922" h="105601">
                <a:moveTo>
                  <a:pt x="115922" y="97996"/>
                </a:moveTo>
                <a:lnTo>
                  <a:pt x="115922" y="92880"/>
                </a:lnTo>
                <a:cubicBezTo>
                  <a:pt x="106134" y="92435"/>
                  <a:pt x="103462" y="89549"/>
                  <a:pt x="103462" y="79995"/>
                </a:cubicBezTo>
                <a:lnTo>
                  <a:pt x="103462" y="0"/>
                </a:lnTo>
                <a:lnTo>
                  <a:pt x="58742" y="0"/>
                </a:lnTo>
                <a:lnTo>
                  <a:pt x="58742" y="5340"/>
                </a:lnTo>
                <a:cubicBezTo>
                  <a:pt x="69864" y="6230"/>
                  <a:pt x="72536" y="8895"/>
                  <a:pt x="72536" y="18449"/>
                </a:cubicBezTo>
                <a:lnTo>
                  <a:pt x="72536" y="81326"/>
                </a:lnTo>
                <a:cubicBezTo>
                  <a:pt x="65193" y="88694"/>
                  <a:pt x="60742" y="91142"/>
                  <a:pt x="54291" y="91142"/>
                </a:cubicBezTo>
                <a:cubicBezTo>
                  <a:pt x="45168" y="91142"/>
                  <a:pt x="41831" y="86694"/>
                  <a:pt x="41831" y="75358"/>
                </a:cubicBezTo>
                <a:lnTo>
                  <a:pt x="41831" y="0"/>
                </a:lnTo>
                <a:lnTo>
                  <a:pt x="0" y="0"/>
                </a:lnTo>
                <a:lnTo>
                  <a:pt x="0" y="5340"/>
                </a:lnTo>
                <a:cubicBezTo>
                  <a:pt x="9123" y="7120"/>
                  <a:pt x="10902" y="9119"/>
                  <a:pt x="10902" y="18456"/>
                </a:cubicBezTo>
                <a:lnTo>
                  <a:pt x="10902" y="74468"/>
                </a:lnTo>
                <a:cubicBezTo>
                  <a:pt x="10902" y="94034"/>
                  <a:pt x="22027" y="105601"/>
                  <a:pt x="40497" y="105601"/>
                </a:cubicBezTo>
                <a:cubicBezTo>
                  <a:pt x="52067" y="105601"/>
                  <a:pt x="59852" y="102043"/>
                  <a:pt x="72757" y="90917"/>
                </a:cubicBezTo>
                <a:lnTo>
                  <a:pt x="72757" y="105381"/>
                </a:lnTo>
                <a:cubicBezTo>
                  <a:pt x="82324" y="102043"/>
                  <a:pt x="87665" y="101154"/>
                  <a:pt x="102128" y="99595"/>
                </a:cubicBezTo>
                <a:lnTo>
                  <a:pt x="115922" y="9799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BD6540B1-524D-4957-AD7E-719FB42AB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37718" y="426043"/>
            <a:ext cx="77926" cy="220341"/>
          </a:xfrm>
          <a:custGeom xmlns:a="http://schemas.openxmlformats.org/drawingml/2006/main">
            <a:pathLst>
              <a:path w="53177" h="150362">
                <a:moveTo>
                  <a:pt x="53177" y="150362"/>
                </a:moveTo>
                <a:lnTo>
                  <a:pt x="53177" y="145025"/>
                </a:lnTo>
                <a:cubicBezTo>
                  <a:pt x="45837" y="144801"/>
                  <a:pt x="42276" y="140574"/>
                  <a:pt x="42276" y="131679"/>
                </a:cubicBezTo>
                <a:lnTo>
                  <a:pt x="42276" y="0"/>
                </a:lnTo>
                <a:lnTo>
                  <a:pt x="0" y="0"/>
                </a:lnTo>
                <a:lnTo>
                  <a:pt x="0" y="5340"/>
                </a:lnTo>
                <a:cubicBezTo>
                  <a:pt x="7788" y="6009"/>
                  <a:pt x="11346" y="10012"/>
                  <a:pt x="11346" y="18242"/>
                </a:cubicBezTo>
                <a:lnTo>
                  <a:pt x="11346" y="131679"/>
                </a:lnTo>
                <a:cubicBezTo>
                  <a:pt x="11346" y="139909"/>
                  <a:pt x="7564" y="144356"/>
                  <a:pt x="0" y="145025"/>
                </a:cubicBezTo>
                <a:lnTo>
                  <a:pt x="0" y="150362"/>
                </a:lnTo>
                <a:lnTo>
                  <a:pt x="53177" y="1503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845FE581-B7C6-490B-B6B2-CA128CF36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1296" y="492273"/>
            <a:ext cx="150962" cy="158569"/>
          </a:xfrm>
          <a:custGeom xmlns:a="http://schemas.openxmlformats.org/drawingml/2006/main">
            <a:pathLst>
              <a:path w="103018" h="108209">
                <a:moveTo>
                  <a:pt x="103018" y="95528"/>
                </a:moveTo>
                <a:lnTo>
                  <a:pt x="99680" y="90860"/>
                </a:lnTo>
                <a:lnTo>
                  <a:pt x="97456" y="93080"/>
                </a:lnTo>
                <a:cubicBezTo>
                  <a:pt x="96788" y="93749"/>
                  <a:pt x="96122" y="93970"/>
                  <a:pt x="95009" y="93970"/>
                </a:cubicBezTo>
                <a:cubicBezTo>
                  <a:pt x="91892" y="93970"/>
                  <a:pt x="90337" y="92191"/>
                  <a:pt x="90337" y="88415"/>
                </a:cubicBezTo>
                <a:lnTo>
                  <a:pt x="90337" y="30417"/>
                </a:lnTo>
                <a:cubicBezTo>
                  <a:pt x="90337" y="11560"/>
                  <a:pt x="73426" y="0"/>
                  <a:pt x="46279" y="0"/>
                </a:cubicBezTo>
                <a:cubicBezTo>
                  <a:pt x="21138" y="0"/>
                  <a:pt x="4227" y="11336"/>
                  <a:pt x="4227" y="27976"/>
                </a:cubicBezTo>
                <a:cubicBezTo>
                  <a:pt x="4227" y="37295"/>
                  <a:pt x="9567" y="42619"/>
                  <a:pt x="18690" y="42619"/>
                </a:cubicBezTo>
                <a:cubicBezTo>
                  <a:pt x="27589" y="42619"/>
                  <a:pt x="33819" y="37295"/>
                  <a:pt x="33819" y="29751"/>
                </a:cubicBezTo>
                <a:cubicBezTo>
                  <a:pt x="33819" y="26645"/>
                  <a:pt x="32708" y="23762"/>
                  <a:pt x="29816" y="20211"/>
                </a:cubicBezTo>
                <a:cubicBezTo>
                  <a:pt x="27813" y="17994"/>
                  <a:pt x="27144" y="16663"/>
                  <a:pt x="27144" y="15332"/>
                </a:cubicBezTo>
                <a:cubicBezTo>
                  <a:pt x="27144" y="10671"/>
                  <a:pt x="33153" y="7123"/>
                  <a:pt x="41162" y="7123"/>
                </a:cubicBezTo>
                <a:cubicBezTo>
                  <a:pt x="54291" y="7123"/>
                  <a:pt x="59852" y="13112"/>
                  <a:pt x="59852" y="26645"/>
                </a:cubicBezTo>
                <a:lnTo>
                  <a:pt x="59852" y="42843"/>
                </a:lnTo>
                <a:cubicBezTo>
                  <a:pt x="33819" y="50852"/>
                  <a:pt x="23362" y="54851"/>
                  <a:pt x="14908" y="60409"/>
                </a:cubicBezTo>
                <a:cubicBezTo>
                  <a:pt x="4896" y="67077"/>
                  <a:pt x="0" y="74855"/>
                  <a:pt x="0" y="84633"/>
                </a:cubicBezTo>
                <a:cubicBezTo>
                  <a:pt x="0" y="98197"/>
                  <a:pt x="10236" y="108209"/>
                  <a:pt x="24475" y="108209"/>
                </a:cubicBezTo>
                <a:cubicBezTo>
                  <a:pt x="37380" y="108209"/>
                  <a:pt x="47616" y="103761"/>
                  <a:pt x="59852" y="92635"/>
                </a:cubicBezTo>
                <a:cubicBezTo>
                  <a:pt x="62300" y="103982"/>
                  <a:pt x="67196" y="108209"/>
                  <a:pt x="78098" y="108209"/>
                </a:cubicBezTo>
                <a:cubicBezTo>
                  <a:pt x="87665" y="108209"/>
                  <a:pt x="94564" y="104651"/>
                  <a:pt x="103018" y="95528"/>
                </a:cubicBezTo>
                <a:moveTo>
                  <a:pt x="59632" y="82857"/>
                </a:moveTo>
                <a:cubicBezTo>
                  <a:pt x="53622" y="89746"/>
                  <a:pt x="49171" y="92411"/>
                  <a:pt x="43834" y="92411"/>
                </a:cubicBezTo>
                <a:cubicBezTo>
                  <a:pt x="37156" y="92411"/>
                  <a:pt x="32484" y="86412"/>
                  <a:pt x="32484" y="77520"/>
                </a:cubicBezTo>
                <a:cubicBezTo>
                  <a:pt x="32484" y="64633"/>
                  <a:pt x="41831" y="55520"/>
                  <a:pt x="59632" y="50628"/>
                </a:cubicBezTo>
                <a:lnTo>
                  <a:pt x="59632" y="828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6">
            <a:extLst xmlns:a="http://schemas.openxmlformats.org/drawingml/2006/main">
              <a:ext uri="{FF2B5EF4-FFF2-40B4-BE49-F238E27FC236}">
                <a16:creationId xmlns:a16="http://schemas.microsoft.com/office/drawing/2014/main" id="{4A2131C4-7F58-45C8-9747-E83F5AB91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92691" y="440994"/>
            <a:ext cx="101728" cy="209211"/>
          </a:xfrm>
          <a:custGeom xmlns:a="http://schemas.openxmlformats.org/drawingml/2006/main">
            <a:pathLst>
              <a:path w="69420" h="142767">
                <a:moveTo>
                  <a:pt x="69420" y="117858"/>
                </a:moveTo>
                <a:lnTo>
                  <a:pt x="63858" y="115413"/>
                </a:lnTo>
                <a:cubicBezTo>
                  <a:pt x="59407" y="123860"/>
                  <a:pt x="55849" y="126970"/>
                  <a:pt x="51178" y="126970"/>
                </a:cubicBezTo>
                <a:cubicBezTo>
                  <a:pt x="44948" y="126970"/>
                  <a:pt x="42500" y="123191"/>
                  <a:pt x="42500" y="114299"/>
                </a:cubicBezTo>
                <a:lnTo>
                  <a:pt x="42500" y="47392"/>
                </a:lnTo>
                <a:lnTo>
                  <a:pt x="63414" y="47392"/>
                </a:lnTo>
                <a:lnTo>
                  <a:pt x="63414" y="37601"/>
                </a:lnTo>
                <a:lnTo>
                  <a:pt x="42500" y="37601"/>
                </a:lnTo>
                <a:lnTo>
                  <a:pt x="42500" y="0"/>
                </a:lnTo>
                <a:lnTo>
                  <a:pt x="36935" y="0"/>
                </a:lnTo>
                <a:cubicBezTo>
                  <a:pt x="23365" y="19135"/>
                  <a:pt x="14463" y="29147"/>
                  <a:pt x="0" y="41386"/>
                </a:cubicBezTo>
                <a:lnTo>
                  <a:pt x="0" y="47392"/>
                </a:lnTo>
                <a:lnTo>
                  <a:pt x="11571" y="47392"/>
                </a:lnTo>
                <a:lnTo>
                  <a:pt x="11571" y="119413"/>
                </a:lnTo>
                <a:cubicBezTo>
                  <a:pt x="11571" y="133869"/>
                  <a:pt x="21138" y="142767"/>
                  <a:pt x="36491" y="142767"/>
                </a:cubicBezTo>
                <a:cubicBezTo>
                  <a:pt x="51398" y="142767"/>
                  <a:pt x="60300" y="136093"/>
                  <a:pt x="69420" y="11785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2E6C9E5A-0F85-4D8C-A918-292E11B4E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9963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8">
            <a:extLst xmlns:a="http://schemas.openxmlformats.org/drawingml/2006/main">
              <a:ext uri="{FF2B5EF4-FFF2-40B4-BE49-F238E27FC236}">
                <a16:creationId xmlns:a16="http://schemas.microsoft.com/office/drawing/2014/main" id="{046F1D5F-102A-44A6-84B3-FDF1FC126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2238" y="492273"/>
            <a:ext cx="168893" cy="154111"/>
          </a:xfrm>
          <a:custGeom xmlns:a="http://schemas.openxmlformats.org/drawingml/2006/main">
            <a:pathLst>
              <a:path w="115254" h="105167">
                <a:moveTo>
                  <a:pt x="115254" y="105167"/>
                </a:moveTo>
                <a:lnTo>
                  <a:pt x="115254" y="99830"/>
                </a:lnTo>
                <a:cubicBezTo>
                  <a:pt x="106579" y="99161"/>
                  <a:pt x="104352" y="96492"/>
                  <a:pt x="104352" y="87156"/>
                </a:cubicBezTo>
                <a:lnTo>
                  <a:pt x="104352" y="31361"/>
                </a:lnTo>
                <a:cubicBezTo>
                  <a:pt x="104352" y="12239"/>
                  <a:pt x="92561" y="0"/>
                  <a:pt x="74315" y="0"/>
                </a:cubicBezTo>
                <a:cubicBezTo>
                  <a:pt x="60966" y="0"/>
                  <a:pt x="50730" y="6233"/>
                  <a:pt x="42496" y="19355"/>
                </a:cubicBezTo>
                <a:lnTo>
                  <a:pt x="42496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788" y="9506"/>
                  <a:pt x="11791" y="11730"/>
                  <a:pt x="11791" y="21073"/>
                </a:cubicBezTo>
                <a:lnTo>
                  <a:pt x="11791" y="86480"/>
                </a:lnTo>
                <a:cubicBezTo>
                  <a:pt x="11791" y="95823"/>
                  <a:pt x="10012" y="97826"/>
                  <a:pt x="0" y="99830"/>
                </a:cubicBezTo>
                <a:lnTo>
                  <a:pt x="0" y="105167"/>
                </a:lnTo>
                <a:lnTo>
                  <a:pt x="53622" y="105167"/>
                </a:lnTo>
                <a:lnTo>
                  <a:pt x="53622" y="99830"/>
                </a:lnTo>
                <a:cubicBezTo>
                  <a:pt x="45389" y="98716"/>
                  <a:pt x="42721" y="95379"/>
                  <a:pt x="42721" y="87149"/>
                </a:cubicBezTo>
                <a:lnTo>
                  <a:pt x="42721" y="27748"/>
                </a:lnTo>
                <a:cubicBezTo>
                  <a:pt x="42721" y="26859"/>
                  <a:pt x="44276" y="24635"/>
                  <a:pt x="46503" y="22632"/>
                </a:cubicBezTo>
                <a:cubicBezTo>
                  <a:pt x="51398" y="17576"/>
                  <a:pt x="56736" y="14908"/>
                  <a:pt x="61855" y="14908"/>
                </a:cubicBezTo>
                <a:cubicBezTo>
                  <a:pt x="69644" y="14908"/>
                  <a:pt x="73426" y="20910"/>
                  <a:pt x="73426" y="33360"/>
                </a:cubicBezTo>
                <a:lnTo>
                  <a:pt x="73426" y="87156"/>
                </a:lnTo>
                <a:cubicBezTo>
                  <a:pt x="73426" y="95382"/>
                  <a:pt x="70533" y="98940"/>
                  <a:pt x="62966" y="99830"/>
                </a:cubicBezTo>
                <a:lnTo>
                  <a:pt x="62966" y="105167"/>
                </a:lnTo>
                <a:lnTo>
                  <a:pt x="115254" y="1051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D3EE7A39-320F-4E17-9CAD-E09FFC576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5808" y="492273"/>
            <a:ext cx="148350" cy="221296"/>
          </a:xfrm>
          <a:custGeom xmlns:a="http://schemas.openxmlformats.org/drawingml/2006/main">
            <a:pathLst>
              <a:path w="101235" h="151014">
                <a:moveTo>
                  <a:pt x="101235" y="117355"/>
                </a:moveTo>
                <a:cubicBezTo>
                  <a:pt x="101235" y="100220"/>
                  <a:pt x="87441" y="89984"/>
                  <a:pt x="64748" y="89984"/>
                </a:cubicBezTo>
                <a:lnTo>
                  <a:pt x="50285" y="89984"/>
                </a:lnTo>
                <a:cubicBezTo>
                  <a:pt x="32484" y="89984"/>
                  <a:pt x="28033" y="88439"/>
                  <a:pt x="28033" y="82250"/>
                </a:cubicBezTo>
                <a:cubicBezTo>
                  <a:pt x="28033" y="75623"/>
                  <a:pt x="34263" y="70761"/>
                  <a:pt x="43165" y="70761"/>
                </a:cubicBezTo>
                <a:lnTo>
                  <a:pt x="53177" y="70981"/>
                </a:lnTo>
                <a:cubicBezTo>
                  <a:pt x="63634" y="70981"/>
                  <a:pt x="69196" y="69647"/>
                  <a:pt x="76760" y="65200"/>
                </a:cubicBezTo>
                <a:cubicBezTo>
                  <a:pt x="86775" y="59418"/>
                  <a:pt x="91892" y="50302"/>
                  <a:pt x="91892" y="38521"/>
                </a:cubicBezTo>
                <a:cubicBezTo>
                  <a:pt x="91892" y="29626"/>
                  <a:pt x="89223" y="22958"/>
                  <a:pt x="82990" y="16731"/>
                </a:cubicBezTo>
                <a:lnTo>
                  <a:pt x="101014" y="16731"/>
                </a:lnTo>
                <a:lnTo>
                  <a:pt x="101014" y="4940"/>
                </a:lnTo>
                <a:lnTo>
                  <a:pt x="72088" y="4940"/>
                </a:lnTo>
                <a:cubicBezTo>
                  <a:pt x="62300" y="1338"/>
                  <a:pt x="56070" y="0"/>
                  <a:pt x="47168" y="0"/>
                </a:cubicBezTo>
                <a:cubicBezTo>
                  <a:pt x="20690" y="0"/>
                  <a:pt x="2000" y="14687"/>
                  <a:pt x="2000" y="35825"/>
                </a:cubicBezTo>
                <a:cubicBezTo>
                  <a:pt x="2000" y="43393"/>
                  <a:pt x="4892" y="50733"/>
                  <a:pt x="10012" y="56966"/>
                </a:cubicBezTo>
                <a:cubicBezTo>
                  <a:pt x="14904" y="62307"/>
                  <a:pt x="19135" y="65200"/>
                  <a:pt x="29592" y="69647"/>
                </a:cubicBezTo>
                <a:cubicBezTo>
                  <a:pt x="12012" y="75623"/>
                  <a:pt x="3113" y="84019"/>
                  <a:pt x="3113" y="95548"/>
                </a:cubicBezTo>
                <a:cubicBezTo>
                  <a:pt x="3113" y="104671"/>
                  <a:pt x="7120" y="108674"/>
                  <a:pt x="21359" y="113794"/>
                </a:cubicBezTo>
                <a:cubicBezTo>
                  <a:pt x="7340" y="115793"/>
                  <a:pt x="0" y="121368"/>
                  <a:pt x="0" y="130515"/>
                </a:cubicBezTo>
                <a:cubicBezTo>
                  <a:pt x="0" y="143450"/>
                  <a:pt x="16687" y="151014"/>
                  <a:pt x="44720" y="151014"/>
                </a:cubicBezTo>
                <a:cubicBezTo>
                  <a:pt x="81656" y="151014"/>
                  <a:pt x="101235" y="139433"/>
                  <a:pt x="101235" y="117355"/>
                </a:cubicBezTo>
                <a:moveTo>
                  <a:pt x="83659" y="127836"/>
                </a:moveTo>
                <a:cubicBezTo>
                  <a:pt x="83659" y="138096"/>
                  <a:pt x="71423" y="143895"/>
                  <a:pt x="49395" y="143895"/>
                </a:cubicBezTo>
                <a:cubicBezTo>
                  <a:pt x="29812" y="143895"/>
                  <a:pt x="19580" y="138765"/>
                  <a:pt x="19580" y="128953"/>
                </a:cubicBezTo>
                <a:cubicBezTo>
                  <a:pt x="19580" y="124268"/>
                  <a:pt x="21135" y="121816"/>
                  <a:pt x="27365" y="116683"/>
                </a:cubicBezTo>
                <a:lnTo>
                  <a:pt x="65858" y="116683"/>
                </a:lnTo>
                <a:cubicBezTo>
                  <a:pt x="77873" y="116683"/>
                  <a:pt x="83659" y="120475"/>
                  <a:pt x="83659" y="127836"/>
                </a:cubicBezTo>
                <a:moveTo>
                  <a:pt x="61855" y="36049"/>
                </a:moveTo>
                <a:cubicBezTo>
                  <a:pt x="61855" y="56742"/>
                  <a:pt x="57625" y="64751"/>
                  <a:pt x="47168" y="64751"/>
                </a:cubicBezTo>
                <a:cubicBezTo>
                  <a:pt x="36487" y="64751"/>
                  <a:pt x="32484" y="56742"/>
                  <a:pt x="32484" y="36049"/>
                </a:cubicBezTo>
                <a:cubicBezTo>
                  <a:pt x="32484" y="15132"/>
                  <a:pt x="36711" y="6899"/>
                  <a:pt x="47168" y="6899"/>
                </a:cubicBezTo>
                <a:cubicBezTo>
                  <a:pt x="57625" y="6899"/>
                  <a:pt x="61855" y="15356"/>
                  <a:pt x="61855" y="3604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path-10">
            <a:extLst xmlns:a="http://schemas.openxmlformats.org/drawingml/2006/main">
              <a:ext uri="{FF2B5EF4-FFF2-40B4-BE49-F238E27FC236}">
                <a16:creationId xmlns:a16="http://schemas.microsoft.com/office/drawing/2014/main" id="{B1C92A54-4586-493F-80C6-67A110164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8065" y="426043"/>
            <a:ext cx="240625" cy="220341"/>
          </a:xfrm>
          <a:custGeom xmlns:a="http://schemas.openxmlformats.org/drawingml/2006/main">
            <a:pathLst>
              <a:path w="164204" h="150362">
                <a:moveTo>
                  <a:pt x="164204" y="150362"/>
                </a:moveTo>
                <a:lnTo>
                  <a:pt x="164204" y="144801"/>
                </a:lnTo>
                <a:cubicBezTo>
                  <a:pt x="148186" y="142798"/>
                  <a:pt x="144625" y="139905"/>
                  <a:pt x="144625" y="129000"/>
                </a:cubicBezTo>
                <a:lnTo>
                  <a:pt x="144625" y="21345"/>
                </a:lnTo>
                <a:cubicBezTo>
                  <a:pt x="144625" y="10233"/>
                  <a:pt x="149076" y="6675"/>
                  <a:pt x="164204" y="5565"/>
                </a:cubicBezTo>
                <a:lnTo>
                  <a:pt x="164204" y="0"/>
                </a:lnTo>
                <a:lnTo>
                  <a:pt x="88554" y="0"/>
                </a:lnTo>
                <a:lnTo>
                  <a:pt x="88554" y="5565"/>
                </a:lnTo>
                <a:cubicBezTo>
                  <a:pt x="104131" y="6675"/>
                  <a:pt x="108579" y="10233"/>
                  <a:pt x="108579" y="21345"/>
                </a:cubicBezTo>
                <a:lnTo>
                  <a:pt x="108579" y="67359"/>
                </a:lnTo>
                <a:lnTo>
                  <a:pt x="54957" y="67359"/>
                </a:lnTo>
                <a:lnTo>
                  <a:pt x="54957" y="21345"/>
                </a:lnTo>
                <a:cubicBezTo>
                  <a:pt x="54957" y="10233"/>
                  <a:pt x="59407" y="6675"/>
                  <a:pt x="74981" y="5565"/>
                </a:cubicBezTo>
                <a:lnTo>
                  <a:pt x="74981" y="0"/>
                </a:lnTo>
                <a:lnTo>
                  <a:pt x="0" y="0"/>
                </a:lnTo>
                <a:lnTo>
                  <a:pt x="0" y="5565"/>
                </a:lnTo>
                <a:cubicBezTo>
                  <a:pt x="14908" y="6899"/>
                  <a:pt x="18911" y="10233"/>
                  <a:pt x="18911" y="21345"/>
                </a:cubicBezTo>
                <a:lnTo>
                  <a:pt x="18911" y="129000"/>
                </a:lnTo>
                <a:cubicBezTo>
                  <a:pt x="18911" y="139905"/>
                  <a:pt x="15573" y="142798"/>
                  <a:pt x="0" y="144801"/>
                </a:cubicBezTo>
                <a:lnTo>
                  <a:pt x="0" y="150362"/>
                </a:lnTo>
                <a:lnTo>
                  <a:pt x="74981" y="150362"/>
                </a:lnTo>
                <a:lnTo>
                  <a:pt x="74981" y="144801"/>
                </a:lnTo>
                <a:cubicBezTo>
                  <a:pt x="58739" y="143022"/>
                  <a:pt x="54957" y="139905"/>
                  <a:pt x="54957" y="129000"/>
                </a:cubicBezTo>
                <a:lnTo>
                  <a:pt x="54957" y="77819"/>
                </a:lnTo>
                <a:lnTo>
                  <a:pt x="108579" y="77819"/>
                </a:lnTo>
                <a:lnTo>
                  <a:pt x="108579" y="129000"/>
                </a:lnTo>
                <a:cubicBezTo>
                  <a:pt x="108579" y="139905"/>
                  <a:pt x="104797" y="143022"/>
                  <a:pt x="88554" y="144801"/>
                </a:cubicBezTo>
                <a:lnTo>
                  <a:pt x="88554" y="150362"/>
                </a:lnTo>
                <a:lnTo>
                  <a:pt x="164204" y="1503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path-11">
            <a:extLst xmlns:a="http://schemas.openxmlformats.org/drawingml/2006/main">
              <a:ext uri="{FF2B5EF4-FFF2-40B4-BE49-F238E27FC236}">
                <a16:creationId xmlns:a16="http://schemas.microsoft.com/office/drawing/2014/main" id="{A71D8921-1F83-46F7-A42E-68B545B1D2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0102" y="496094"/>
            <a:ext cx="169873" cy="154748"/>
          </a:xfrm>
          <a:custGeom xmlns:a="http://schemas.openxmlformats.org/drawingml/2006/main">
            <a:pathLst>
              <a:path w="115922" h="105601">
                <a:moveTo>
                  <a:pt x="115922" y="97996"/>
                </a:moveTo>
                <a:lnTo>
                  <a:pt x="115922" y="92880"/>
                </a:lnTo>
                <a:cubicBezTo>
                  <a:pt x="106134" y="92435"/>
                  <a:pt x="103462" y="89549"/>
                  <a:pt x="103462" y="79995"/>
                </a:cubicBezTo>
                <a:lnTo>
                  <a:pt x="103462" y="0"/>
                </a:lnTo>
                <a:lnTo>
                  <a:pt x="58742" y="0"/>
                </a:lnTo>
                <a:lnTo>
                  <a:pt x="58742" y="5340"/>
                </a:lnTo>
                <a:cubicBezTo>
                  <a:pt x="69864" y="6230"/>
                  <a:pt x="72536" y="8895"/>
                  <a:pt x="72536" y="18449"/>
                </a:cubicBezTo>
                <a:lnTo>
                  <a:pt x="72536" y="81326"/>
                </a:lnTo>
                <a:cubicBezTo>
                  <a:pt x="65193" y="88694"/>
                  <a:pt x="60742" y="91142"/>
                  <a:pt x="54291" y="91142"/>
                </a:cubicBezTo>
                <a:cubicBezTo>
                  <a:pt x="45168" y="91142"/>
                  <a:pt x="41831" y="86694"/>
                  <a:pt x="41831" y="75358"/>
                </a:cubicBezTo>
                <a:lnTo>
                  <a:pt x="41831" y="0"/>
                </a:lnTo>
                <a:lnTo>
                  <a:pt x="0" y="0"/>
                </a:lnTo>
                <a:lnTo>
                  <a:pt x="0" y="5340"/>
                </a:lnTo>
                <a:cubicBezTo>
                  <a:pt x="9123" y="7120"/>
                  <a:pt x="10902" y="9119"/>
                  <a:pt x="10902" y="18456"/>
                </a:cubicBezTo>
                <a:lnTo>
                  <a:pt x="10902" y="74468"/>
                </a:lnTo>
                <a:cubicBezTo>
                  <a:pt x="10902" y="94034"/>
                  <a:pt x="22027" y="105601"/>
                  <a:pt x="40497" y="105601"/>
                </a:cubicBezTo>
                <a:cubicBezTo>
                  <a:pt x="52067" y="105601"/>
                  <a:pt x="59852" y="102043"/>
                  <a:pt x="72757" y="90917"/>
                </a:cubicBezTo>
                <a:lnTo>
                  <a:pt x="72757" y="105381"/>
                </a:lnTo>
                <a:cubicBezTo>
                  <a:pt x="82324" y="102043"/>
                  <a:pt x="87665" y="101154"/>
                  <a:pt x="102128" y="99595"/>
                </a:cubicBezTo>
                <a:lnTo>
                  <a:pt x="115922" y="9799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path-12">
            <a:extLst xmlns:a="http://schemas.openxmlformats.org/drawingml/2006/main">
              <a:ext uri="{FF2B5EF4-FFF2-40B4-BE49-F238E27FC236}">
                <a16:creationId xmlns:a16="http://schemas.microsoft.com/office/drawing/2014/main" id="{188B735A-D82C-40FA-BB68-DAA279739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1388" y="492273"/>
            <a:ext cx="260192" cy="154111"/>
          </a:xfrm>
          <a:custGeom xmlns:a="http://schemas.openxmlformats.org/drawingml/2006/main">
            <a:pathLst>
              <a:path w="177557" h="105167">
                <a:moveTo>
                  <a:pt x="177557" y="105167"/>
                </a:moveTo>
                <a:lnTo>
                  <a:pt x="177557" y="99830"/>
                </a:lnTo>
                <a:cubicBezTo>
                  <a:pt x="168879" y="99385"/>
                  <a:pt x="166431" y="96716"/>
                  <a:pt x="166431" y="87156"/>
                </a:cubicBezTo>
                <a:lnTo>
                  <a:pt x="166431" y="31361"/>
                </a:lnTo>
                <a:cubicBezTo>
                  <a:pt x="166431" y="12239"/>
                  <a:pt x="154640" y="0"/>
                  <a:pt x="136395" y="0"/>
                </a:cubicBezTo>
                <a:cubicBezTo>
                  <a:pt x="123711" y="0"/>
                  <a:pt x="115257" y="5120"/>
                  <a:pt x="103686" y="19355"/>
                </a:cubicBezTo>
                <a:cubicBezTo>
                  <a:pt x="97012" y="5340"/>
                  <a:pt x="89223" y="0"/>
                  <a:pt x="75205" y="0"/>
                </a:cubicBezTo>
                <a:cubicBezTo>
                  <a:pt x="61190" y="0"/>
                  <a:pt x="50954" y="6009"/>
                  <a:pt x="42496" y="19355"/>
                </a:cubicBezTo>
                <a:lnTo>
                  <a:pt x="42496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791" y="9282"/>
                  <a:pt x="12239" y="11954"/>
                  <a:pt x="12239" y="21073"/>
                </a:cubicBezTo>
                <a:lnTo>
                  <a:pt x="12239" y="86480"/>
                </a:lnTo>
                <a:cubicBezTo>
                  <a:pt x="12239" y="95603"/>
                  <a:pt x="9791" y="98047"/>
                  <a:pt x="0" y="99830"/>
                </a:cubicBezTo>
                <a:lnTo>
                  <a:pt x="0" y="105167"/>
                </a:lnTo>
                <a:lnTo>
                  <a:pt x="53402" y="105167"/>
                </a:lnTo>
                <a:lnTo>
                  <a:pt x="53402" y="99830"/>
                </a:lnTo>
                <a:cubicBezTo>
                  <a:pt x="45613" y="98716"/>
                  <a:pt x="43165" y="95603"/>
                  <a:pt x="43165" y="87149"/>
                </a:cubicBezTo>
                <a:lnTo>
                  <a:pt x="43165" y="27748"/>
                </a:lnTo>
                <a:cubicBezTo>
                  <a:pt x="43165" y="26414"/>
                  <a:pt x="46727" y="22187"/>
                  <a:pt x="49619" y="19963"/>
                </a:cubicBezTo>
                <a:cubicBezTo>
                  <a:pt x="54291" y="16466"/>
                  <a:pt x="58073" y="14908"/>
                  <a:pt x="61855" y="14908"/>
                </a:cubicBezTo>
                <a:cubicBezTo>
                  <a:pt x="70533" y="14908"/>
                  <a:pt x="73871" y="20024"/>
                  <a:pt x="73871" y="33360"/>
                </a:cubicBezTo>
                <a:lnTo>
                  <a:pt x="73871" y="87156"/>
                </a:lnTo>
                <a:cubicBezTo>
                  <a:pt x="73871" y="96272"/>
                  <a:pt x="71423" y="99161"/>
                  <a:pt x="63190" y="99830"/>
                </a:cubicBezTo>
                <a:lnTo>
                  <a:pt x="63190" y="105167"/>
                </a:lnTo>
                <a:lnTo>
                  <a:pt x="115257" y="105167"/>
                </a:lnTo>
                <a:lnTo>
                  <a:pt x="115257" y="99830"/>
                </a:lnTo>
                <a:cubicBezTo>
                  <a:pt x="107469" y="98940"/>
                  <a:pt x="104800" y="95606"/>
                  <a:pt x="104800" y="87156"/>
                </a:cubicBezTo>
                <a:lnTo>
                  <a:pt x="104800" y="27802"/>
                </a:lnTo>
                <a:cubicBezTo>
                  <a:pt x="104800" y="26692"/>
                  <a:pt x="108358" y="22469"/>
                  <a:pt x="111251" y="20245"/>
                </a:cubicBezTo>
                <a:cubicBezTo>
                  <a:pt x="116146" y="16466"/>
                  <a:pt x="119929" y="14908"/>
                  <a:pt x="123711" y="14908"/>
                </a:cubicBezTo>
                <a:cubicBezTo>
                  <a:pt x="132168" y="14908"/>
                  <a:pt x="135505" y="20245"/>
                  <a:pt x="135505" y="33360"/>
                </a:cubicBezTo>
                <a:lnTo>
                  <a:pt x="135505" y="87156"/>
                </a:lnTo>
                <a:cubicBezTo>
                  <a:pt x="135505" y="96492"/>
                  <a:pt x="133057" y="99161"/>
                  <a:pt x="124600" y="99830"/>
                </a:cubicBezTo>
                <a:lnTo>
                  <a:pt x="124600" y="105167"/>
                </a:lnTo>
                <a:lnTo>
                  <a:pt x="177557" y="1051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3">
            <a:extLst xmlns:a="http://schemas.openxmlformats.org/drawingml/2006/main">
              <a:ext uri="{FF2B5EF4-FFF2-40B4-BE49-F238E27FC236}">
                <a16:creationId xmlns:a16="http://schemas.microsoft.com/office/drawing/2014/main" id="{022C8A34-401E-44E5-9000-D21C76D80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5926" y="492273"/>
            <a:ext cx="150962" cy="158569"/>
          </a:xfrm>
          <a:custGeom xmlns:a="http://schemas.openxmlformats.org/drawingml/2006/main">
            <a:pathLst>
              <a:path w="103018" h="108209">
                <a:moveTo>
                  <a:pt x="103018" y="95528"/>
                </a:moveTo>
                <a:lnTo>
                  <a:pt x="99680" y="90860"/>
                </a:lnTo>
                <a:lnTo>
                  <a:pt x="97456" y="93080"/>
                </a:lnTo>
                <a:cubicBezTo>
                  <a:pt x="96788" y="93749"/>
                  <a:pt x="96122" y="93970"/>
                  <a:pt x="95009" y="93970"/>
                </a:cubicBezTo>
                <a:cubicBezTo>
                  <a:pt x="91892" y="93970"/>
                  <a:pt x="90337" y="92191"/>
                  <a:pt x="90337" y="88415"/>
                </a:cubicBezTo>
                <a:lnTo>
                  <a:pt x="90337" y="30417"/>
                </a:lnTo>
                <a:cubicBezTo>
                  <a:pt x="90337" y="11560"/>
                  <a:pt x="73426" y="0"/>
                  <a:pt x="46279" y="0"/>
                </a:cubicBezTo>
                <a:cubicBezTo>
                  <a:pt x="21138" y="0"/>
                  <a:pt x="4227" y="11336"/>
                  <a:pt x="4227" y="27976"/>
                </a:cubicBezTo>
                <a:cubicBezTo>
                  <a:pt x="4227" y="37295"/>
                  <a:pt x="9567" y="42619"/>
                  <a:pt x="18690" y="42619"/>
                </a:cubicBezTo>
                <a:cubicBezTo>
                  <a:pt x="27589" y="42619"/>
                  <a:pt x="33819" y="37295"/>
                  <a:pt x="33819" y="29751"/>
                </a:cubicBezTo>
                <a:cubicBezTo>
                  <a:pt x="33819" y="26645"/>
                  <a:pt x="32708" y="23762"/>
                  <a:pt x="29816" y="20211"/>
                </a:cubicBezTo>
                <a:cubicBezTo>
                  <a:pt x="27813" y="17994"/>
                  <a:pt x="27144" y="16663"/>
                  <a:pt x="27144" y="15332"/>
                </a:cubicBezTo>
                <a:cubicBezTo>
                  <a:pt x="27144" y="10671"/>
                  <a:pt x="33153" y="7123"/>
                  <a:pt x="41162" y="7123"/>
                </a:cubicBezTo>
                <a:cubicBezTo>
                  <a:pt x="54291" y="7123"/>
                  <a:pt x="59852" y="13112"/>
                  <a:pt x="59852" y="26645"/>
                </a:cubicBezTo>
                <a:lnTo>
                  <a:pt x="59852" y="42843"/>
                </a:lnTo>
                <a:cubicBezTo>
                  <a:pt x="33819" y="50852"/>
                  <a:pt x="23362" y="54851"/>
                  <a:pt x="14908" y="60409"/>
                </a:cubicBezTo>
                <a:cubicBezTo>
                  <a:pt x="4896" y="67077"/>
                  <a:pt x="0" y="74855"/>
                  <a:pt x="0" y="84633"/>
                </a:cubicBezTo>
                <a:cubicBezTo>
                  <a:pt x="0" y="98197"/>
                  <a:pt x="10236" y="108209"/>
                  <a:pt x="24475" y="108209"/>
                </a:cubicBezTo>
                <a:cubicBezTo>
                  <a:pt x="37380" y="108209"/>
                  <a:pt x="47616" y="103761"/>
                  <a:pt x="59852" y="92635"/>
                </a:cubicBezTo>
                <a:cubicBezTo>
                  <a:pt x="62300" y="103982"/>
                  <a:pt x="67196" y="108209"/>
                  <a:pt x="78098" y="108209"/>
                </a:cubicBezTo>
                <a:cubicBezTo>
                  <a:pt x="87665" y="108209"/>
                  <a:pt x="94564" y="104651"/>
                  <a:pt x="103018" y="95528"/>
                </a:cubicBezTo>
                <a:moveTo>
                  <a:pt x="59632" y="82857"/>
                </a:moveTo>
                <a:cubicBezTo>
                  <a:pt x="53622" y="89746"/>
                  <a:pt x="49171" y="92411"/>
                  <a:pt x="43834" y="92411"/>
                </a:cubicBezTo>
                <a:cubicBezTo>
                  <a:pt x="37156" y="92411"/>
                  <a:pt x="32484" y="86412"/>
                  <a:pt x="32484" y="77520"/>
                </a:cubicBezTo>
                <a:cubicBezTo>
                  <a:pt x="32484" y="64633"/>
                  <a:pt x="41831" y="55520"/>
                  <a:pt x="59632" y="50628"/>
                </a:cubicBezTo>
                <a:lnTo>
                  <a:pt x="59632" y="828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14">
            <a:extLst xmlns:a="http://schemas.openxmlformats.org/drawingml/2006/main">
              <a:ext uri="{FF2B5EF4-FFF2-40B4-BE49-F238E27FC236}">
                <a16:creationId xmlns:a16="http://schemas.microsoft.com/office/drawing/2014/main" id="{3404F2FB-0596-487F-8255-7CC2420CA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7650" y="492273"/>
            <a:ext cx="168893" cy="154111"/>
          </a:xfrm>
          <a:custGeom xmlns:a="http://schemas.openxmlformats.org/drawingml/2006/main">
            <a:pathLst>
              <a:path w="115254" h="105167">
                <a:moveTo>
                  <a:pt x="115254" y="105167"/>
                </a:moveTo>
                <a:lnTo>
                  <a:pt x="115254" y="99830"/>
                </a:lnTo>
                <a:cubicBezTo>
                  <a:pt x="106579" y="99161"/>
                  <a:pt x="104352" y="96492"/>
                  <a:pt x="104352" y="87156"/>
                </a:cubicBezTo>
                <a:lnTo>
                  <a:pt x="104352" y="31361"/>
                </a:lnTo>
                <a:cubicBezTo>
                  <a:pt x="104352" y="12239"/>
                  <a:pt x="92561" y="0"/>
                  <a:pt x="74315" y="0"/>
                </a:cubicBezTo>
                <a:cubicBezTo>
                  <a:pt x="60966" y="0"/>
                  <a:pt x="50730" y="6233"/>
                  <a:pt x="42496" y="19355"/>
                </a:cubicBezTo>
                <a:lnTo>
                  <a:pt x="42496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788" y="9506"/>
                  <a:pt x="11791" y="11730"/>
                  <a:pt x="11791" y="21073"/>
                </a:cubicBezTo>
                <a:lnTo>
                  <a:pt x="11791" y="86480"/>
                </a:lnTo>
                <a:cubicBezTo>
                  <a:pt x="11791" y="95823"/>
                  <a:pt x="10012" y="97826"/>
                  <a:pt x="0" y="99830"/>
                </a:cubicBezTo>
                <a:lnTo>
                  <a:pt x="0" y="105167"/>
                </a:lnTo>
                <a:lnTo>
                  <a:pt x="53622" y="105167"/>
                </a:lnTo>
                <a:lnTo>
                  <a:pt x="53622" y="99830"/>
                </a:lnTo>
                <a:cubicBezTo>
                  <a:pt x="45389" y="98716"/>
                  <a:pt x="42721" y="95379"/>
                  <a:pt x="42721" y="87149"/>
                </a:cubicBezTo>
                <a:lnTo>
                  <a:pt x="42721" y="27748"/>
                </a:lnTo>
                <a:cubicBezTo>
                  <a:pt x="42721" y="26859"/>
                  <a:pt x="44276" y="24635"/>
                  <a:pt x="46503" y="22632"/>
                </a:cubicBezTo>
                <a:cubicBezTo>
                  <a:pt x="51398" y="17576"/>
                  <a:pt x="56736" y="14908"/>
                  <a:pt x="61855" y="14908"/>
                </a:cubicBezTo>
                <a:cubicBezTo>
                  <a:pt x="69644" y="14908"/>
                  <a:pt x="73426" y="20910"/>
                  <a:pt x="73426" y="33360"/>
                </a:cubicBezTo>
                <a:lnTo>
                  <a:pt x="73426" y="87156"/>
                </a:lnTo>
                <a:cubicBezTo>
                  <a:pt x="73426" y="95382"/>
                  <a:pt x="70533" y="98940"/>
                  <a:pt x="62966" y="99830"/>
                </a:cubicBezTo>
                <a:lnTo>
                  <a:pt x="62966" y="105167"/>
                </a:lnTo>
                <a:lnTo>
                  <a:pt x="115254" y="1051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path-15">
            <a:extLst xmlns:a="http://schemas.openxmlformats.org/drawingml/2006/main">
              <a:ext uri="{FF2B5EF4-FFF2-40B4-BE49-F238E27FC236}">
                <a16:creationId xmlns:a16="http://schemas.microsoft.com/office/drawing/2014/main" id="{244C1360-952A-4289-A04E-DD772009F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6433" y="552841"/>
            <a:ext cx="79230" cy="37821"/>
          </a:xfrm>
          <a:custGeom xmlns:a="http://schemas.openxmlformats.org/drawingml/2006/main">
            <a:pathLst>
              <a:path w="54067" h="25810">
                <a:moveTo>
                  <a:pt x="54067" y="25810"/>
                </a:moveTo>
                <a:lnTo>
                  <a:pt x="54067" y="0"/>
                </a:lnTo>
                <a:lnTo>
                  <a:pt x="0" y="0"/>
                </a:lnTo>
                <a:lnTo>
                  <a:pt x="0" y="25810"/>
                </a:lnTo>
                <a:lnTo>
                  <a:pt x="54067" y="2581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path-16">
            <a:extLst xmlns:a="http://schemas.openxmlformats.org/drawingml/2006/main">
              <a:ext uri="{FF2B5EF4-FFF2-40B4-BE49-F238E27FC236}">
                <a16:creationId xmlns:a16="http://schemas.microsoft.com/office/drawing/2014/main" id="{FDA57FF2-7844-46A9-8064-B4C2D2C8AC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75879" y="426043"/>
            <a:ext cx="77926" cy="220341"/>
          </a:xfrm>
          <a:custGeom xmlns:a="http://schemas.openxmlformats.org/drawingml/2006/main">
            <a:pathLst>
              <a:path w="53177" h="150362">
                <a:moveTo>
                  <a:pt x="53177" y="150362"/>
                </a:moveTo>
                <a:lnTo>
                  <a:pt x="53177" y="145025"/>
                </a:lnTo>
                <a:cubicBezTo>
                  <a:pt x="45837" y="144801"/>
                  <a:pt x="42276" y="140574"/>
                  <a:pt x="42276" y="131679"/>
                </a:cubicBezTo>
                <a:lnTo>
                  <a:pt x="42276" y="0"/>
                </a:lnTo>
                <a:lnTo>
                  <a:pt x="0" y="0"/>
                </a:lnTo>
                <a:lnTo>
                  <a:pt x="0" y="5340"/>
                </a:lnTo>
                <a:cubicBezTo>
                  <a:pt x="7788" y="6009"/>
                  <a:pt x="11346" y="10012"/>
                  <a:pt x="11346" y="18242"/>
                </a:cubicBezTo>
                <a:lnTo>
                  <a:pt x="11346" y="131679"/>
                </a:lnTo>
                <a:cubicBezTo>
                  <a:pt x="11346" y="139909"/>
                  <a:pt x="7564" y="144356"/>
                  <a:pt x="0" y="145025"/>
                </a:cubicBezTo>
                <a:lnTo>
                  <a:pt x="0" y="150362"/>
                </a:lnTo>
                <a:lnTo>
                  <a:pt x="53177" y="1503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path-17">
            <a:extLst xmlns:a="http://schemas.openxmlformats.org/drawingml/2006/main">
              <a:ext uri="{FF2B5EF4-FFF2-40B4-BE49-F238E27FC236}">
                <a16:creationId xmlns:a16="http://schemas.microsoft.com/office/drawing/2014/main" id="{A928F0DE-4F65-4909-9D29-98CF8DD0D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6522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" name="path-18">
            <a:extLst xmlns:a="http://schemas.openxmlformats.org/drawingml/2006/main">
              <a:ext uri="{FF2B5EF4-FFF2-40B4-BE49-F238E27FC236}">
                <a16:creationId xmlns:a16="http://schemas.microsoft.com/office/drawing/2014/main" id="{6E6456B2-E03C-4B47-8E1B-FDBBB72BF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9121" y="426043"/>
            <a:ext cx="169878" cy="220341"/>
          </a:xfrm>
          <a:custGeom xmlns:a="http://schemas.openxmlformats.org/drawingml/2006/main">
            <a:pathLst>
              <a:path w="115926" h="150362">
                <a:moveTo>
                  <a:pt x="115926" y="150362"/>
                </a:moveTo>
                <a:lnTo>
                  <a:pt x="115926" y="145025"/>
                </a:lnTo>
                <a:cubicBezTo>
                  <a:pt x="113478" y="145025"/>
                  <a:pt x="112364" y="144356"/>
                  <a:pt x="110361" y="141688"/>
                </a:cubicBezTo>
                <a:lnTo>
                  <a:pt x="67196" y="82066"/>
                </a:lnTo>
                <a:cubicBezTo>
                  <a:pt x="89447" y="58705"/>
                  <a:pt x="95233" y="54702"/>
                  <a:pt x="109251" y="52923"/>
                </a:cubicBezTo>
                <a:lnTo>
                  <a:pt x="109251" y="47803"/>
                </a:lnTo>
                <a:lnTo>
                  <a:pt x="61635" y="47803"/>
                </a:lnTo>
                <a:lnTo>
                  <a:pt x="61635" y="52923"/>
                </a:lnTo>
                <a:cubicBezTo>
                  <a:pt x="64083" y="53368"/>
                  <a:pt x="66306" y="53588"/>
                  <a:pt x="66975" y="53812"/>
                </a:cubicBezTo>
                <a:cubicBezTo>
                  <a:pt x="72316" y="54478"/>
                  <a:pt x="74760" y="56036"/>
                  <a:pt x="74760" y="58929"/>
                </a:cubicBezTo>
                <a:cubicBezTo>
                  <a:pt x="74760" y="60932"/>
                  <a:pt x="72536" y="64935"/>
                  <a:pt x="70088" y="67383"/>
                </a:cubicBezTo>
                <a:lnTo>
                  <a:pt x="41610" y="95857"/>
                </a:lnTo>
                <a:lnTo>
                  <a:pt x="41610" y="0"/>
                </a:lnTo>
                <a:lnTo>
                  <a:pt x="0" y="0"/>
                </a:lnTo>
                <a:lnTo>
                  <a:pt x="0" y="5340"/>
                </a:lnTo>
                <a:cubicBezTo>
                  <a:pt x="7568" y="6009"/>
                  <a:pt x="10681" y="9788"/>
                  <a:pt x="10681" y="18235"/>
                </a:cubicBezTo>
                <a:lnTo>
                  <a:pt x="10681" y="131676"/>
                </a:lnTo>
                <a:cubicBezTo>
                  <a:pt x="10681" y="140354"/>
                  <a:pt x="7344" y="144356"/>
                  <a:pt x="0" y="145025"/>
                </a:cubicBezTo>
                <a:lnTo>
                  <a:pt x="0" y="150362"/>
                </a:lnTo>
                <a:lnTo>
                  <a:pt x="53177" y="150362"/>
                </a:lnTo>
                <a:lnTo>
                  <a:pt x="53177" y="145025"/>
                </a:lnTo>
                <a:cubicBezTo>
                  <a:pt x="42721" y="143467"/>
                  <a:pt x="41610" y="142133"/>
                  <a:pt x="41610" y="131676"/>
                </a:cubicBezTo>
                <a:lnTo>
                  <a:pt x="41610" y="106314"/>
                </a:lnTo>
                <a:lnTo>
                  <a:pt x="46727" y="100974"/>
                </a:lnTo>
                <a:lnTo>
                  <a:pt x="67865" y="130786"/>
                </a:lnTo>
                <a:cubicBezTo>
                  <a:pt x="71647" y="136347"/>
                  <a:pt x="73205" y="139016"/>
                  <a:pt x="73205" y="140798"/>
                </a:cubicBezTo>
                <a:cubicBezTo>
                  <a:pt x="73205" y="143467"/>
                  <a:pt x="70088" y="144801"/>
                  <a:pt x="63858" y="145025"/>
                </a:cubicBezTo>
                <a:lnTo>
                  <a:pt x="63858" y="150362"/>
                </a:lnTo>
                <a:lnTo>
                  <a:pt x="115926" y="1503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" name="path-19">
            <a:extLst xmlns:a="http://schemas.openxmlformats.org/drawingml/2006/main">
              <a:ext uri="{FF2B5EF4-FFF2-40B4-BE49-F238E27FC236}">
                <a16:creationId xmlns:a16="http://schemas.microsoft.com/office/drawing/2014/main" id="{7CD174DB-D8D6-44D9-A8C7-8166277EF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9975" y="492273"/>
            <a:ext cx="130748" cy="158569"/>
          </a:xfrm>
          <a:custGeom xmlns:a="http://schemas.openxmlformats.org/drawingml/2006/main">
            <a:pathLst>
              <a:path w="89223" h="108209">
                <a:moveTo>
                  <a:pt x="89223" y="80410"/>
                </a:moveTo>
                <a:lnTo>
                  <a:pt x="83883" y="77300"/>
                </a:lnTo>
                <a:cubicBezTo>
                  <a:pt x="74760" y="88191"/>
                  <a:pt x="68085" y="92191"/>
                  <a:pt x="58518" y="92191"/>
                </a:cubicBezTo>
                <a:cubicBezTo>
                  <a:pt x="50064" y="92191"/>
                  <a:pt x="43386" y="88412"/>
                  <a:pt x="38938" y="80854"/>
                </a:cubicBezTo>
                <a:cubicBezTo>
                  <a:pt x="34712" y="73745"/>
                  <a:pt x="32929" y="66188"/>
                  <a:pt x="32040" y="50628"/>
                </a:cubicBezTo>
                <a:lnTo>
                  <a:pt x="88110" y="50628"/>
                </a:lnTo>
                <a:cubicBezTo>
                  <a:pt x="86775" y="32192"/>
                  <a:pt x="83438" y="21987"/>
                  <a:pt x="76539" y="13333"/>
                </a:cubicBezTo>
                <a:cubicBezTo>
                  <a:pt x="69420" y="4675"/>
                  <a:pt x="58963" y="0"/>
                  <a:pt x="46503" y="0"/>
                </a:cubicBezTo>
                <a:cubicBezTo>
                  <a:pt x="18690" y="0"/>
                  <a:pt x="0" y="21987"/>
                  <a:pt x="0" y="54407"/>
                </a:cubicBezTo>
                <a:cubicBezTo>
                  <a:pt x="0" y="86857"/>
                  <a:pt x="18245" y="108209"/>
                  <a:pt x="45834" y="108209"/>
                </a:cubicBezTo>
                <a:cubicBezTo>
                  <a:pt x="63858" y="108209"/>
                  <a:pt x="74760" y="101313"/>
                  <a:pt x="89223" y="80410"/>
                </a:cubicBezTo>
                <a:moveTo>
                  <a:pt x="60742" y="42398"/>
                </a:moveTo>
                <a:lnTo>
                  <a:pt x="30926" y="42398"/>
                </a:lnTo>
                <a:cubicBezTo>
                  <a:pt x="31595" y="15774"/>
                  <a:pt x="35601" y="6899"/>
                  <a:pt x="46503" y="6899"/>
                </a:cubicBezTo>
                <a:cubicBezTo>
                  <a:pt x="52957" y="6899"/>
                  <a:pt x="56960" y="10450"/>
                  <a:pt x="58739" y="17325"/>
                </a:cubicBezTo>
                <a:cubicBezTo>
                  <a:pt x="59852" y="21542"/>
                  <a:pt x="60297" y="27755"/>
                  <a:pt x="60742" y="39067"/>
                </a:cubicBezTo>
                <a:lnTo>
                  <a:pt x="60742" y="42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path-20">
            <a:extLst xmlns:a="http://schemas.openxmlformats.org/drawingml/2006/main">
              <a:ext uri="{FF2B5EF4-FFF2-40B4-BE49-F238E27FC236}">
                <a16:creationId xmlns:a16="http://schemas.microsoft.com/office/drawing/2014/main" id="{30208EAD-A2CF-4ACA-A006-D47DD243F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1037" y="421267"/>
            <a:ext cx="221719" cy="225117"/>
          </a:xfrm>
          <a:custGeom xmlns:a="http://schemas.openxmlformats.org/drawingml/2006/main">
            <a:pathLst>
              <a:path w="151303" h="153622">
                <a:moveTo>
                  <a:pt x="151303" y="153622"/>
                </a:moveTo>
                <a:lnTo>
                  <a:pt x="151303" y="148060"/>
                </a:lnTo>
                <a:cubicBezTo>
                  <a:pt x="141511" y="148060"/>
                  <a:pt x="139063" y="144940"/>
                  <a:pt x="127048" y="117087"/>
                </a:cubicBezTo>
                <a:lnTo>
                  <a:pt x="77432" y="0"/>
                </a:lnTo>
                <a:lnTo>
                  <a:pt x="71202" y="0"/>
                </a:lnTo>
                <a:lnTo>
                  <a:pt x="21807" y="121989"/>
                </a:lnTo>
                <a:cubicBezTo>
                  <a:pt x="13350" y="142934"/>
                  <a:pt x="10681" y="146054"/>
                  <a:pt x="0" y="148060"/>
                </a:cubicBezTo>
                <a:lnTo>
                  <a:pt x="0" y="153622"/>
                </a:lnTo>
                <a:lnTo>
                  <a:pt x="45168" y="153622"/>
                </a:lnTo>
                <a:lnTo>
                  <a:pt x="45168" y="148060"/>
                </a:lnTo>
                <a:cubicBezTo>
                  <a:pt x="32043" y="147171"/>
                  <a:pt x="26923" y="144720"/>
                  <a:pt x="26923" y="138924"/>
                </a:cubicBezTo>
                <a:cubicBezTo>
                  <a:pt x="26923" y="136028"/>
                  <a:pt x="28482" y="130902"/>
                  <a:pt x="33377" y="118645"/>
                </a:cubicBezTo>
                <a:lnTo>
                  <a:pt x="36715" y="109730"/>
                </a:lnTo>
                <a:lnTo>
                  <a:pt x="86775" y="109730"/>
                </a:lnTo>
                <a:cubicBezTo>
                  <a:pt x="94343" y="127337"/>
                  <a:pt x="97012" y="135135"/>
                  <a:pt x="97012" y="140038"/>
                </a:cubicBezTo>
                <a:cubicBezTo>
                  <a:pt x="97012" y="144940"/>
                  <a:pt x="94119" y="146947"/>
                  <a:pt x="86331" y="147392"/>
                </a:cubicBezTo>
                <a:lnTo>
                  <a:pt x="79211" y="148060"/>
                </a:lnTo>
                <a:lnTo>
                  <a:pt x="79211" y="153622"/>
                </a:lnTo>
                <a:lnTo>
                  <a:pt x="151303" y="153622"/>
                </a:lnTo>
                <a:moveTo>
                  <a:pt x="83438" y="101055"/>
                </a:moveTo>
                <a:lnTo>
                  <a:pt x="40052" y="101055"/>
                </a:lnTo>
                <a:lnTo>
                  <a:pt x="60966" y="46968"/>
                </a:lnTo>
                <a:lnTo>
                  <a:pt x="83438" y="10105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path-21">
            <a:extLst xmlns:a="http://schemas.openxmlformats.org/drawingml/2006/main">
              <a:ext uri="{FF2B5EF4-FFF2-40B4-BE49-F238E27FC236}">
                <a16:creationId xmlns:a16="http://schemas.microsoft.com/office/drawing/2014/main" id="{1B1EAE84-5C8F-4371-B9C9-CCC1CBF871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81885" y="426043"/>
            <a:ext cx="165962" cy="224799"/>
          </a:xfrm>
          <a:custGeom xmlns:a="http://schemas.openxmlformats.org/drawingml/2006/main">
            <a:pathLst>
              <a:path w="113254" h="153404">
                <a:moveTo>
                  <a:pt x="113254" y="145799"/>
                </a:moveTo>
                <a:lnTo>
                  <a:pt x="113254" y="140683"/>
                </a:lnTo>
                <a:cubicBezTo>
                  <a:pt x="103018" y="140017"/>
                  <a:pt x="100125" y="137132"/>
                  <a:pt x="100125" y="127809"/>
                </a:cubicBezTo>
                <a:lnTo>
                  <a:pt x="100125" y="0"/>
                </a:lnTo>
                <a:lnTo>
                  <a:pt x="52288" y="0"/>
                </a:lnTo>
                <a:lnTo>
                  <a:pt x="52288" y="5340"/>
                </a:lnTo>
                <a:cubicBezTo>
                  <a:pt x="67196" y="6454"/>
                  <a:pt x="69199" y="8012"/>
                  <a:pt x="69199" y="18255"/>
                </a:cubicBezTo>
                <a:lnTo>
                  <a:pt x="69199" y="58990"/>
                </a:lnTo>
                <a:cubicBezTo>
                  <a:pt x="59632" y="48757"/>
                  <a:pt x="52957" y="45196"/>
                  <a:pt x="42721" y="45196"/>
                </a:cubicBezTo>
                <a:cubicBezTo>
                  <a:pt x="18245" y="45196"/>
                  <a:pt x="0" y="68978"/>
                  <a:pt x="0" y="101167"/>
                </a:cubicBezTo>
                <a:cubicBezTo>
                  <a:pt x="0" y="131394"/>
                  <a:pt x="16911" y="153404"/>
                  <a:pt x="40273" y="153404"/>
                </a:cubicBezTo>
                <a:cubicBezTo>
                  <a:pt x="52064" y="153404"/>
                  <a:pt x="59407" y="149846"/>
                  <a:pt x="69864" y="138724"/>
                </a:cubicBezTo>
                <a:lnTo>
                  <a:pt x="69864" y="153184"/>
                </a:lnTo>
                <a:cubicBezTo>
                  <a:pt x="80101" y="150291"/>
                  <a:pt x="85662" y="149177"/>
                  <a:pt x="99460" y="147622"/>
                </a:cubicBezTo>
                <a:lnTo>
                  <a:pt x="113254" y="145799"/>
                </a:lnTo>
                <a:moveTo>
                  <a:pt x="69199" y="125398"/>
                </a:moveTo>
                <a:cubicBezTo>
                  <a:pt x="69199" y="126732"/>
                  <a:pt x="66972" y="130508"/>
                  <a:pt x="64303" y="133394"/>
                </a:cubicBezTo>
                <a:cubicBezTo>
                  <a:pt x="59852" y="138503"/>
                  <a:pt x="55181" y="140944"/>
                  <a:pt x="50285" y="140944"/>
                </a:cubicBezTo>
                <a:cubicBezTo>
                  <a:pt x="38494" y="140944"/>
                  <a:pt x="32929" y="127618"/>
                  <a:pt x="32929" y="99412"/>
                </a:cubicBezTo>
                <a:cubicBezTo>
                  <a:pt x="32929" y="70761"/>
                  <a:pt x="38938" y="57659"/>
                  <a:pt x="51843" y="57659"/>
                </a:cubicBezTo>
                <a:cubicBezTo>
                  <a:pt x="59187" y="57659"/>
                  <a:pt x="66082" y="62986"/>
                  <a:pt x="69199" y="71426"/>
                </a:cubicBezTo>
                <a:lnTo>
                  <a:pt x="69199" y="125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path-22">
            <a:extLst xmlns:a="http://schemas.openxmlformats.org/drawingml/2006/main">
              <a:ext uri="{FF2B5EF4-FFF2-40B4-BE49-F238E27FC236}">
                <a16:creationId xmlns:a16="http://schemas.microsoft.com/office/drawing/2014/main" id="{0187528D-8287-469B-A905-A9B82C1D0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3171" y="492273"/>
            <a:ext cx="150962" cy="158569"/>
          </a:xfrm>
          <a:custGeom xmlns:a="http://schemas.openxmlformats.org/drawingml/2006/main">
            <a:pathLst>
              <a:path w="103018" h="108209">
                <a:moveTo>
                  <a:pt x="103018" y="95528"/>
                </a:moveTo>
                <a:lnTo>
                  <a:pt x="99680" y="90860"/>
                </a:lnTo>
                <a:lnTo>
                  <a:pt x="97456" y="93080"/>
                </a:lnTo>
                <a:cubicBezTo>
                  <a:pt x="96788" y="93749"/>
                  <a:pt x="96122" y="93970"/>
                  <a:pt x="95009" y="93970"/>
                </a:cubicBezTo>
                <a:cubicBezTo>
                  <a:pt x="91892" y="93970"/>
                  <a:pt x="90337" y="92191"/>
                  <a:pt x="90337" y="88415"/>
                </a:cubicBezTo>
                <a:lnTo>
                  <a:pt x="90337" y="30417"/>
                </a:lnTo>
                <a:cubicBezTo>
                  <a:pt x="90337" y="11560"/>
                  <a:pt x="73426" y="0"/>
                  <a:pt x="46279" y="0"/>
                </a:cubicBezTo>
                <a:cubicBezTo>
                  <a:pt x="21138" y="0"/>
                  <a:pt x="4227" y="11336"/>
                  <a:pt x="4227" y="27976"/>
                </a:cubicBezTo>
                <a:cubicBezTo>
                  <a:pt x="4227" y="37295"/>
                  <a:pt x="9567" y="42619"/>
                  <a:pt x="18690" y="42619"/>
                </a:cubicBezTo>
                <a:cubicBezTo>
                  <a:pt x="27589" y="42619"/>
                  <a:pt x="33819" y="37295"/>
                  <a:pt x="33819" y="29751"/>
                </a:cubicBezTo>
                <a:cubicBezTo>
                  <a:pt x="33819" y="26645"/>
                  <a:pt x="32708" y="23762"/>
                  <a:pt x="29816" y="20211"/>
                </a:cubicBezTo>
                <a:cubicBezTo>
                  <a:pt x="27813" y="17994"/>
                  <a:pt x="27144" y="16663"/>
                  <a:pt x="27144" y="15332"/>
                </a:cubicBezTo>
                <a:cubicBezTo>
                  <a:pt x="27144" y="10671"/>
                  <a:pt x="33153" y="7123"/>
                  <a:pt x="41162" y="7123"/>
                </a:cubicBezTo>
                <a:cubicBezTo>
                  <a:pt x="54291" y="7123"/>
                  <a:pt x="59852" y="13112"/>
                  <a:pt x="59852" y="26645"/>
                </a:cubicBezTo>
                <a:lnTo>
                  <a:pt x="59852" y="42843"/>
                </a:lnTo>
                <a:cubicBezTo>
                  <a:pt x="33819" y="50852"/>
                  <a:pt x="23362" y="54851"/>
                  <a:pt x="14908" y="60409"/>
                </a:cubicBezTo>
                <a:cubicBezTo>
                  <a:pt x="4896" y="67077"/>
                  <a:pt x="0" y="74855"/>
                  <a:pt x="0" y="84633"/>
                </a:cubicBezTo>
                <a:cubicBezTo>
                  <a:pt x="0" y="98197"/>
                  <a:pt x="10236" y="108209"/>
                  <a:pt x="24475" y="108209"/>
                </a:cubicBezTo>
                <a:cubicBezTo>
                  <a:pt x="37380" y="108209"/>
                  <a:pt x="47616" y="103761"/>
                  <a:pt x="59852" y="92635"/>
                </a:cubicBezTo>
                <a:cubicBezTo>
                  <a:pt x="62300" y="103982"/>
                  <a:pt x="67196" y="108209"/>
                  <a:pt x="78098" y="108209"/>
                </a:cubicBezTo>
                <a:cubicBezTo>
                  <a:pt x="87665" y="108209"/>
                  <a:pt x="94564" y="104651"/>
                  <a:pt x="103018" y="95528"/>
                </a:cubicBezTo>
                <a:moveTo>
                  <a:pt x="59632" y="82857"/>
                </a:moveTo>
                <a:cubicBezTo>
                  <a:pt x="53622" y="89746"/>
                  <a:pt x="49171" y="92411"/>
                  <a:pt x="43834" y="92411"/>
                </a:cubicBezTo>
                <a:cubicBezTo>
                  <a:pt x="37156" y="92411"/>
                  <a:pt x="32484" y="86412"/>
                  <a:pt x="32484" y="77520"/>
                </a:cubicBezTo>
                <a:cubicBezTo>
                  <a:pt x="32484" y="64633"/>
                  <a:pt x="41831" y="55520"/>
                  <a:pt x="59632" y="50628"/>
                </a:cubicBezTo>
                <a:lnTo>
                  <a:pt x="59632" y="828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path-23">
            <a:extLst xmlns:a="http://schemas.openxmlformats.org/drawingml/2006/main">
              <a:ext uri="{FF2B5EF4-FFF2-40B4-BE49-F238E27FC236}">
                <a16:creationId xmlns:a16="http://schemas.microsoft.com/office/drawing/2014/main" id="{C33CD30F-01F2-427B-8950-54047AC1F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24242" y="492273"/>
            <a:ext cx="164654" cy="220824"/>
          </a:xfrm>
          <a:custGeom xmlns:a="http://schemas.openxmlformats.org/drawingml/2006/main">
            <a:pathLst>
              <a:path w="112361" h="150692">
                <a:moveTo>
                  <a:pt x="112361" y="51999"/>
                </a:moveTo>
                <a:cubicBezTo>
                  <a:pt x="112361" y="21124"/>
                  <a:pt x="95674" y="0"/>
                  <a:pt x="70978" y="0"/>
                </a:cubicBezTo>
                <a:cubicBezTo>
                  <a:pt x="57849" y="0"/>
                  <a:pt x="49840" y="5120"/>
                  <a:pt x="42941" y="18014"/>
                </a:cubicBezTo>
                <a:lnTo>
                  <a:pt x="42941" y="2607"/>
                </a:lnTo>
                <a:lnTo>
                  <a:pt x="445" y="2607"/>
                </a:lnTo>
                <a:lnTo>
                  <a:pt x="445" y="7948"/>
                </a:lnTo>
                <a:cubicBezTo>
                  <a:pt x="10233" y="9506"/>
                  <a:pt x="12460" y="11730"/>
                  <a:pt x="12460" y="21067"/>
                </a:cubicBezTo>
                <a:lnTo>
                  <a:pt x="12460" y="132453"/>
                </a:lnTo>
                <a:cubicBezTo>
                  <a:pt x="12460" y="141572"/>
                  <a:pt x="10678" y="143572"/>
                  <a:pt x="0" y="145351"/>
                </a:cubicBezTo>
                <a:lnTo>
                  <a:pt x="0" y="150692"/>
                </a:lnTo>
                <a:lnTo>
                  <a:pt x="60742" y="150692"/>
                </a:lnTo>
                <a:lnTo>
                  <a:pt x="60742" y="146017"/>
                </a:lnTo>
                <a:cubicBezTo>
                  <a:pt x="47168" y="145351"/>
                  <a:pt x="43386" y="140904"/>
                  <a:pt x="43386" y="126006"/>
                </a:cubicBezTo>
                <a:lnTo>
                  <a:pt x="43386" y="94645"/>
                </a:lnTo>
                <a:cubicBezTo>
                  <a:pt x="54067" y="105102"/>
                  <a:pt x="59852" y="107991"/>
                  <a:pt x="69640" y="107991"/>
                </a:cubicBezTo>
                <a:cubicBezTo>
                  <a:pt x="94564" y="107991"/>
                  <a:pt x="112361" y="84864"/>
                  <a:pt x="112361" y="51965"/>
                </a:cubicBezTo>
                <a:lnTo>
                  <a:pt x="112361" y="51999"/>
                </a:lnTo>
                <a:moveTo>
                  <a:pt x="79432" y="55075"/>
                </a:moveTo>
                <a:cubicBezTo>
                  <a:pt x="79432" y="82640"/>
                  <a:pt x="73202" y="95755"/>
                  <a:pt x="60521" y="95755"/>
                </a:cubicBezTo>
                <a:cubicBezTo>
                  <a:pt x="53177" y="95755"/>
                  <a:pt x="46723" y="90642"/>
                  <a:pt x="43386" y="82195"/>
                </a:cubicBezTo>
                <a:lnTo>
                  <a:pt x="43386" y="28179"/>
                </a:lnTo>
                <a:cubicBezTo>
                  <a:pt x="43386" y="26621"/>
                  <a:pt x="45389" y="23066"/>
                  <a:pt x="48058" y="20177"/>
                </a:cubicBezTo>
                <a:cubicBezTo>
                  <a:pt x="52509" y="15349"/>
                  <a:pt x="57628" y="12684"/>
                  <a:pt x="62521" y="12684"/>
                </a:cubicBezTo>
                <a:cubicBezTo>
                  <a:pt x="74091" y="12684"/>
                  <a:pt x="79432" y="26013"/>
                  <a:pt x="79432" y="55109"/>
                </a:cubicBezTo>
                <a:lnTo>
                  <a:pt x="79432" y="5507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path-24">
            <a:extLst xmlns:a="http://schemas.openxmlformats.org/drawingml/2006/main">
              <a:ext uri="{FF2B5EF4-FFF2-40B4-BE49-F238E27FC236}">
                <a16:creationId xmlns:a16="http://schemas.microsoft.com/office/drawing/2014/main" id="{39495390-7334-4EF2-8242-2EAAFA6A5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2591" y="440994"/>
            <a:ext cx="101728" cy="209211"/>
          </a:xfrm>
          <a:custGeom xmlns:a="http://schemas.openxmlformats.org/drawingml/2006/main">
            <a:pathLst>
              <a:path w="69420" h="142767">
                <a:moveTo>
                  <a:pt x="69420" y="117858"/>
                </a:moveTo>
                <a:lnTo>
                  <a:pt x="63858" y="115413"/>
                </a:lnTo>
                <a:cubicBezTo>
                  <a:pt x="59407" y="123860"/>
                  <a:pt x="55849" y="126970"/>
                  <a:pt x="51178" y="126970"/>
                </a:cubicBezTo>
                <a:cubicBezTo>
                  <a:pt x="44948" y="126970"/>
                  <a:pt x="42500" y="123191"/>
                  <a:pt x="42500" y="114299"/>
                </a:cubicBezTo>
                <a:lnTo>
                  <a:pt x="42500" y="47392"/>
                </a:lnTo>
                <a:lnTo>
                  <a:pt x="63414" y="47392"/>
                </a:lnTo>
                <a:lnTo>
                  <a:pt x="63414" y="37601"/>
                </a:lnTo>
                <a:lnTo>
                  <a:pt x="42500" y="37601"/>
                </a:lnTo>
                <a:lnTo>
                  <a:pt x="42500" y="0"/>
                </a:lnTo>
                <a:lnTo>
                  <a:pt x="36935" y="0"/>
                </a:lnTo>
                <a:cubicBezTo>
                  <a:pt x="23365" y="19135"/>
                  <a:pt x="14463" y="29147"/>
                  <a:pt x="0" y="41386"/>
                </a:cubicBezTo>
                <a:lnTo>
                  <a:pt x="0" y="47392"/>
                </a:lnTo>
                <a:lnTo>
                  <a:pt x="11571" y="47392"/>
                </a:lnTo>
                <a:lnTo>
                  <a:pt x="11571" y="119413"/>
                </a:lnTo>
                <a:cubicBezTo>
                  <a:pt x="11571" y="133869"/>
                  <a:pt x="21138" y="142767"/>
                  <a:pt x="36491" y="142767"/>
                </a:cubicBezTo>
                <a:cubicBezTo>
                  <a:pt x="51398" y="142767"/>
                  <a:pt x="60300" y="136093"/>
                  <a:pt x="69420" y="11785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" name="path-25">
            <a:extLst xmlns:a="http://schemas.openxmlformats.org/drawingml/2006/main">
              <a:ext uri="{FF2B5EF4-FFF2-40B4-BE49-F238E27FC236}">
                <a16:creationId xmlns:a16="http://schemas.microsoft.com/office/drawing/2014/main" id="{4A34DC67-D9CD-4C1B-87AE-37F7CBF65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9864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path-26">
            <a:extLst xmlns:a="http://schemas.openxmlformats.org/drawingml/2006/main">
              <a:ext uri="{FF2B5EF4-FFF2-40B4-BE49-F238E27FC236}">
                <a16:creationId xmlns:a16="http://schemas.microsoft.com/office/drawing/2014/main" id="{C68F7572-B7A7-4CAC-9FF1-08F429BF2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2138" y="496094"/>
            <a:ext cx="151290" cy="154748"/>
          </a:xfrm>
          <a:custGeom xmlns:a="http://schemas.openxmlformats.org/drawingml/2006/main">
            <a:pathLst>
              <a:path w="103242" h="105601">
                <a:moveTo>
                  <a:pt x="103242" y="5340"/>
                </a:moveTo>
                <a:lnTo>
                  <a:pt x="103242" y="0"/>
                </a:lnTo>
                <a:lnTo>
                  <a:pt x="69644" y="0"/>
                </a:lnTo>
                <a:lnTo>
                  <a:pt x="69644" y="5340"/>
                </a:lnTo>
                <a:cubicBezTo>
                  <a:pt x="79211" y="5785"/>
                  <a:pt x="81880" y="7344"/>
                  <a:pt x="81880" y="12677"/>
                </a:cubicBezTo>
                <a:cubicBezTo>
                  <a:pt x="81880" y="15122"/>
                  <a:pt x="80990" y="18680"/>
                  <a:pt x="79432" y="22683"/>
                </a:cubicBezTo>
                <a:lnTo>
                  <a:pt x="63414" y="63142"/>
                </a:lnTo>
                <a:lnTo>
                  <a:pt x="45834" y="18014"/>
                </a:lnTo>
                <a:cubicBezTo>
                  <a:pt x="44276" y="13788"/>
                  <a:pt x="43831" y="12457"/>
                  <a:pt x="43831" y="11122"/>
                </a:cubicBezTo>
                <a:cubicBezTo>
                  <a:pt x="43831" y="7788"/>
                  <a:pt x="46058" y="6230"/>
                  <a:pt x="51619" y="5785"/>
                </a:cubicBezTo>
                <a:lnTo>
                  <a:pt x="55625" y="5340"/>
                </a:lnTo>
                <a:lnTo>
                  <a:pt x="55625" y="0"/>
                </a:lnTo>
                <a:lnTo>
                  <a:pt x="0" y="0"/>
                </a:lnTo>
                <a:lnTo>
                  <a:pt x="0" y="5340"/>
                </a:lnTo>
                <a:cubicBezTo>
                  <a:pt x="5116" y="6009"/>
                  <a:pt x="6451" y="6675"/>
                  <a:pt x="7788" y="8674"/>
                </a:cubicBezTo>
                <a:cubicBezTo>
                  <a:pt x="8233" y="8454"/>
                  <a:pt x="18690" y="30685"/>
                  <a:pt x="22248" y="39801"/>
                </a:cubicBezTo>
                <a:lnTo>
                  <a:pt x="48951" y="105601"/>
                </a:lnTo>
                <a:lnTo>
                  <a:pt x="54736" y="105601"/>
                </a:lnTo>
                <a:lnTo>
                  <a:pt x="90333" y="17570"/>
                </a:lnTo>
                <a:cubicBezTo>
                  <a:pt x="94564" y="7788"/>
                  <a:pt x="96343" y="6009"/>
                  <a:pt x="103242" y="534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27">
            <a:extLst xmlns:a="http://schemas.openxmlformats.org/drawingml/2006/main">
              <a:ext uri="{FF2B5EF4-FFF2-40B4-BE49-F238E27FC236}">
                <a16:creationId xmlns:a16="http://schemas.microsoft.com/office/drawing/2014/main" id="{867E2F9E-3DBB-4072-9088-C3B215283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5057" y="492273"/>
            <a:ext cx="130748" cy="158569"/>
          </a:xfrm>
          <a:custGeom xmlns:a="http://schemas.openxmlformats.org/drawingml/2006/main">
            <a:pathLst>
              <a:path w="89223" h="108209">
                <a:moveTo>
                  <a:pt x="89223" y="80410"/>
                </a:moveTo>
                <a:lnTo>
                  <a:pt x="83883" y="77300"/>
                </a:lnTo>
                <a:cubicBezTo>
                  <a:pt x="74760" y="88191"/>
                  <a:pt x="68085" y="92191"/>
                  <a:pt x="58518" y="92191"/>
                </a:cubicBezTo>
                <a:cubicBezTo>
                  <a:pt x="50064" y="92191"/>
                  <a:pt x="43386" y="88412"/>
                  <a:pt x="38938" y="80854"/>
                </a:cubicBezTo>
                <a:cubicBezTo>
                  <a:pt x="34712" y="73745"/>
                  <a:pt x="32929" y="66188"/>
                  <a:pt x="32040" y="50628"/>
                </a:cubicBezTo>
                <a:lnTo>
                  <a:pt x="88110" y="50628"/>
                </a:lnTo>
                <a:cubicBezTo>
                  <a:pt x="86775" y="32192"/>
                  <a:pt x="83438" y="21987"/>
                  <a:pt x="76539" y="13333"/>
                </a:cubicBezTo>
                <a:cubicBezTo>
                  <a:pt x="69420" y="4675"/>
                  <a:pt x="58963" y="0"/>
                  <a:pt x="46503" y="0"/>
                </a:cubicBezTo>
                <a:cubicBezTo>
                  <a:pt x="18690" y="0"/>
                  <a:pt x="0" y="21987"/>
                  <a:pt x="0" y="54407"/>
                </a:cubicBezTo>
                <a:cubicBezTo>
                  <a:pt x="0" y="86857"/>
                  <a:pt x="18245" y="108209"/>
                  <a:pt x="45834" y="108209"/>
                </a:cubicBezTo>
                <a:cubicBezTo>
                  <a:pt x="63858" y="108209"/>
                  <a:pt x="74760" y="101313"/>
                  <a:pt x="89223" y="80410"/>
                </a:cubicBezTo>
                <a:moveTo>
                  <a:pt x="60742" y="42398"/>
                </a:moveTo>
                <a:lnTo>
                  <a:pt x="30926" y="42398"/>
                </a:lnTo>
                <a:cubicBezTo>
                  <a:pt x="31595" y="15774"/>
                  <a:pt x="35601" y="6899"/>
                  <a:pt x="46503" y="6899"/>
                </a:cubicBezTo>
                <a:cubicBezTo>
                  <a:pt x="52957" y="6899"/>
                  <a:pt x="56960" y="10450"/>
                  <a:pt x="58739" y="17325"/>
                </a:cubicBezTo>
                <a:cubicBezTo>
                  <a:pt x="59852" y="21542"/>
                  <a:pt x="60297" y="27755"/>
                  <a:pt x="60742" y="39067"/>
                </a:cubicBezTo>
                <a:lnTo>
                  <a:pt x="60742" y="42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path-28">
            <a:extLst xmlns:a="http://schemas.openxmlformats.org/drawingml/2006/main">
              <a:ext uri="{FF2B5EF4-FFF2-40B4-BE49-F238E27FC236}">
                <a16:creationId xmlns:a16="http://schemas.microsoft.com/office/drawing/2014/main" id="{676D50AB-15A7-43F8-B637-15C3A3919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8403" y="426043"/>
            <a:ext cx="223346" cy="226072"/>
          </a:xfrm>
          <a:custGeom xmlns:a="http://schemas.openxmlformats.org/drawingml/2006/main">
            <a:pathLst>
              <a:path w="152413" h="154273">
                <a:moveTo>
                  <a:pt x="152413" y="5565"/>
                </a:moveTo>
                <a:lnTo>
                  <a:pt x="152413" y="0"/>
                </a:lnTo>
                <a:lnTo>
                  <a:pt x="105021" y="0"/>
                </a:lnTo>
                <a:lnTo>
                  <a:pt x="105021" y="5565"/>
                </a:lnTo>
                <a:cubicBezTo>
                  <a:pt x="120818" y="6675"/>
                  <a:pt x="124155" y="8230"/>
                  <a:pt x="124155" y="15342"/>
                </a:cubicBezTo>
                <a:cubicBezTo>
                  <a:pt x="124155" y="18901"/>
                  <a:pt x="123490" y="21569"/>
                  <a:pt x="119708" y="31126"/>
                </a:cubicBezTo>
                <a:lnTo>
                  <a:pt x="91447" y="104260"/>
                </a:lnTo>
                <a:lnTo>
                  <a:pt x="60742" y="30016"/>
                </a:lnTo>
                <a:cubicBezTo>
                  <a:pt x="56515" y="20011"/>
                  <a:pt x="55625" y="17346"/>
                  <a:pt x="55625" y="14012"/>
                </a:cubicBezTo>
                <a:cubicBezTo>
                  <a:pt x="55625" y="8899"/>
                  <a:pt x="58963" y="6454"/>
                  <a:pt x="67420" y="6009"/>
                </a:cubicBezTo>
                <a:cubicBezTo>
                  <a:pt x="68530" y="6009"/>
                  <a:pt x="71423" y="5785"/>
                  <a:pt x="74760" y="5565"/>
                </a:cubicBezTo>
                <a:lnTo>
                  <a:pt x="74760" y="0"/>
                </a:lnTo>
                <a:lnTo>
                  <a:pt x="0" y="0"/>
                </a:lnTo>
                <a:lnTo>
                  <a:pt x="0" y="5565"/>
                </a:lnTo>
                <a:cubicBezTo>
                  <a:pt x="11126" y="7120"/>
                  <a:pt x="13129" y="8899"/>
                  <a:pt x="18690" y="21124"/>
                </a:cubicBezTo>
                <a:lnTo>
                  <a:pt x="75650" y="154273"/>
                </a:lnTo>
                <a:lnTo>
                  <a:pt x="81659" y="154273"/>
                </a:lnTo>
                <a:lnTo>
                  <a:pt x="132389" y="23789"/>
                </a:lnTo>
                <a:cubicBezTo>
                  <a:pt x="137729" y="10009"/>
                  <a:pt x="140842" y="7120"/>
                  <a:pt x="152413" y="556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" name="path-29">
            <a:extLst xmlns:a="http://schemas.openxmlformats.org/drawingml/2006/main">
              <a:ext uri="{FF2B5EF4-FFF2-40B4-BE49-F238E27FC236}">
                <a16:creationId xmlns:a16="http://schemas.microsoft.com/office/drawing/2014/main" id="{B123418C-2AE7-405F-B178-944D7CD0A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0553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path-30">
            <a:extLst xmlns:a="http://schemas.openxmlformats.org/drawingml/2006/main">
              <a:ext uri="{FF2B5EF4-FFF2-40B4-BE49-F238E27FC236}">
                <a16:creationId xmlns:a16="http://schemas.microsoft.com/office/drawing/2014/main" id="{E66599ED-914A-47CC-98DF-FC5AF9A45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04131" y="492273"/>
            <a:ext cx="109554" cy="158569"/>
          </a:xfrm>
          <a:custGeom xmlns:a="http://schemas.openxmlformats.org/drawingml/2006/main">
            <a:pathLst>
              <a:path w="74760" h="108209">
                <a:moveTo>
                  <a:pt x="74760" y="74431"/>
                </a:moveTo>
                <a:cubicBezTo>
                  <a:pt x="74760" y="58661"/>
                  <a:pt x="66306" y="48886"/>
                  <a:pt x="44055" y="39777"/>
                </a:cubicBezTo>
                <a:cubicBezTo>
                  <a:pt x="28926" y="33337"/>
                  <a:pt x="22696" y="27782"/>
                  <a:pt x="22696" y="20228"/>
                </a:cubicBezTo>
                <a:cubicBezTo>
                  <a:pt x="22696" y="12898"/>
                  <a:pt x="28926" y="7344"/>
                  <a:pt x="37380" y="7344"/>
                </a:cubicBezTo>
                <a:cubicBezTo>
                  <a:pt x="43386" y="7344"/>
                  <a:pt x="49171" y="9788"/>
                  <a:pt x="54067" y="14453"/>
                </a:cubicBezTo>
                <a:cubicBezTo>
                  <a:pt x="58739" y="18897"/>
                  <a:pt x="61187" y="23117"/>
                  <a:pt x="64524" y="32668"/>
                </a:cubicBezTo>
                <a:lnTo>
                  <a:pt x="70088" y="32668"/>
                </a:lnTo>
                <a:lnTo>
                  <a:pt x="70088" y="448"/>
                </a:lnTo>
                <a:lnTo>
                  <a:pt x="65193" y="448"/>
                </a:lnTo>
                <a:cubicBezTo>
                  <a:pt x="63858" y="3786"/>
                  <a:pt x="62524" y="4896"/>
                  <a:pt x="59632" y="4896"/>
                </a:cubicBezTo>
                <a:cubicBezTo>
                  <a:pt x="58294" y="4896"/>
                  <a:pt x="56294" y="4451"/>
                  <a:pt x="52733" y="3341"/>
                </a:cubicBezTo>
                <a:cubicBezTo>
                  <a:pt x="45613" y="893"/>
                  <a:pt x="40493" y="0"/>
                  <a:pt x="35377" y="0"/>
                </a:cubicBezTo>
                <a:cubicBezTo>
                  <a:pt x="15129" y="0"/>
                  <a:pt x="445" y="13788"/>
                  <a:pt x="445" y="32447"/>
                </a:cubicBezTo>
                <a:cubicBezTo>
                  <a:pt x="445" y="47107"/>
                  <a:pt x="9567" y="57326"/>
                  <a:pt x="32040" y="66880"/>
                </a:cubicBezTo>
                <a:cubicBezTo>
                  <a:pt x="47392" y="73545"/>
                  <a:pt x="53402" y="79096"/>
                  <a:pt x="53402" y="86205"/>
                </a:cubicBezTo>
                <a:cubicBezTo>
                  <a:pt x="53402" y="94869"/>
                  <a:pt x="46723" y="100644"/>
                  <a:pt x="36711" y="100644"/>
                </a:cubicBezTo>
                <a:cubicBezTo>
                  <a:pt x="21138" y="100644"/>
                  <a:pt x="10902" y="90649"/>
                  <a:pt x="6230" y="71321"/>
                </a:cubicBezTo>
                <a:lnTo>
                  <a:pt x="0" y="71321"/>
                </a:lnTo>
                <a:lnTo>
                  <a:pt x="0" y="107988"/>
                </a:lnTo>
                <a:lnTo>
                  <a:pt x="5561" y="107988"/>
                </a:lnTo>
                <a:cubicBezTo>
                  <a:pt x="8009" y="103316"/>
                  <a:pt x="9343" y="101758"/>
                  <a:pt x="11346" y="101758"/>
                </a:cubicBezTo>
                <a:cubicBezTo>
                  <a:pt x="12460" y="101758"/>
                  <a:pt x="14239" y="102203"/>
                  <a:pt x="16466" y="103092"/>
                </a:cubicBezTo>
                <a:cubicBezTo>
                  <a:pt x="22917" y="105764"/>
                  <a:pt x="34263" y="108209"/>
                  <a:pt x="40493" y="108209"/>
                </a:cubicBezTo>
                <a:cubicBezTo>
                  <a:pt x="60742" y="108209"/>
                  <a:pt x="74760" y="94425"/>
                  <a:pt x="74760" y="7443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31">
            <a:extLst xmlns:a="http://schemas.openxmlformats.org/drawingml/2006/main">
              <a:ext uri="{FF2B5EF4-FFF2-40B4-BE49-F238E27FC236}">
                <a16:creationId xmlns:a16="http://schemas.microsoft.com/office/drawing/2014/main" id="{050633C6-FA78-4DEF-967C-AE9B83CD9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8029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32">
            <a:extLst xmlns:a="http://schemas.openxmlformats.org/drawingml/2006/main">
              <a:ext uri="{FF2B5EF4-FFF2-40B4-BE49-F238E27FC236}">
                <a16:creationId xmlns:a16="http://schemas.microsoft.com/office/drawing/2014/main" id="{8D85A8E3-D290-4917-864F-C0773B34A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21608" y="492273"/>
            <a:ext cx="147051" cy="158569"/>
          </a:xfrm>
          <a:custGeom xmlns:a="http://schemas.openxmlformats.org/drawingml/2006/main">
            <a:pathLst>
              <a:path w="100349" h="108209">
                <a:moveTo>
                  <a:pt x="100349" y="54216"/>
                </a:moveTo>
                <a:cubicBezTo>
                  <a:pt x="100349" y="23117"/>
                  <a:pt x="78987" y="0"/>
                  <a:pt x="50285" y="0"/>
                </a:cubicBezTo>
                <a:cubicBezTo>
                  <a:pt x="22027" y="0"/>
                  <a:pt x="0" y="23338"/>
                  <a:pt x="0" y="53551"/>
                </a:cubicBezTo>
                <a:cubicBezTo>
                  <a:pt x="0" y="85319"/>
                  <a:pt x="21138" y="108209"/>
                  <a:pt x="50285" y="108209"/>
                </a:cubicBezTo>
                <a:cubicBezTo>
                  <a:pt x="78987" y="108209"/>
                  <a:pt x="100349" y="85095"/>
                  <a:pt x="100349" y="54216"/>
                </a:cubicBezTo>
                <a:moveTo>
                  <a:pt x="67641" y="55551"/>
                </a:moveTo>
                <a:cubicBezTo>
                  <a:pt x="67641" y="89760"/>
                  <a:pt x="63190" y="101313"/>
                  <a:pt x="50285" y="101313"/>
                </a:cubicBezTo>
                <a:cubicBezTo>
                  <a:pt x="37156" y="101313"/>
                  <a:pt x="32708" y="89984"/>
                  <a:pt x="32708" y="57550"/>
                </a:cubicBezTo>
                <a:cubicBezTo>
                  <a:pt x="32708" y="18452"/>
                  <a:pt x="36711" y="6899"/>
                  <a:pt x="50509" y="6899"/>
                </a:cubicBezTo>
                <a:cubicBezTo>
                  <a:pt x="63414" y="6899"/>
                  <a:pt x="67641" y="19118"/>
                  <a:pt x="67641" y="5555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path-33">
            <a:extLst xmlns:a="http://schemas.openxmlformats.org/drawingml/2006/main">
              <a:ext uri="{FF2B5EF4-FFF2-40B4-BE49-F238E27FC236}">
                <a16:creationId xmlns:a16="http://schemas.microsoft.com/office/drawing/2014/main" id="{66AECB1A-A3B1-48E7-ADC0-221D7FBBE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332" y="492273"/>
            <a:ext cx="168893" cy="154111"/>
          </a:xfrm>
          <a:custGeom xmlns:a="http://schemas.openxmlformats.org/drawingml/2006/main">
            <a:pathLst>
              <a:path w="115254" h="105167">
                <a:moveTo>
                  <a:pt x="115254" y="105167"/>
                </a:moveTo>
                <a:lnTo>
                  <a:pt x="115254" y="99830"/>
                </a:lnTo>
                <a:cubicBezTo>
                  <a:pt x="106579" y="99161"/>
                  <a:pt x="104352" y="96492"/>
                  <a:pt x="104352" y="87156"/>
                </a:cubicBezTo>
                <a:lnTo>
                  <a:pt x="104352" y="31361"/>
                </a:lnTo>
                <a:cubicBezTo>
                  <a:pt x="104352" y="12239"/>
                  <a:pt x="92561" y="0"/>
                  <a:pt x="74315" y="0"/>
                </a:cubicBezTo>
                <a:cubicBezTo>
                  <a:pt x="60966" y="0"/>
                  <a:pt x="50730" y="6233"/>
                  <a:pt x="42496" y="19355"/>
                </a:cubicBezTo>
                <a:lnTo>
                  <a:pt x="42496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788" y="9506"/>
                  <a:pt x="11791" y="11730"/>
                  <a:pt x="11791" y="21073"/>
                </a:cubicBezTo>
                <a:lnTo>
                  <a:pt x="11791" y="86480"/>
                </a:lnTo>
                <a:cubicBezTo>
                  <a:pt x="11791" y="95823"/>
                  <a:pt x="10012" y="97826"/>
                  <a:pt x="0" y="99830"/>
                </a:cubicBezTo>
                <a:lnTo>
                  <a:pt x="0" y="105167"/>
                </a:lnTo>
                <a:lnTo>
                  <a:pt x="53622" y="105167"/>
                </a:lnTo>
                <a:lnTo>
                  <a:pt x="53622" y="99830"/>
                </a:lnTo>
                <a:cubicBezTo>
                  <a:pt x="45389" y="98716"/>
                  <a:pt x="42721" y="95379"/>
                  <a:pt x="42721" y="87149"/>
                </a:cubicBezTo>
                <a:lnTo>
                  <a:pt x="42721" y="27748"/>
                </a:lnTo>
                <a:cubicBezTo>
                  <a:pt x="42721" y="26859"/>
                  <a:pt x="44276" y="24635"/>
                  <a:pt x="46503" y="22632"/>
                </a:cubicBezTo>
                <a:cubicBezTo>
                  <a:pt x="51398" y="17576"/>
                  <a:pt x="56736" y="14908"/>
                  <a:pt x="61855" y="14908"/>
                </a:cubicBezTo>
                <a:cubicBezTo>
                  <a:pt x="69644" y="14908"/>
                  <a:pt x="73426" y="20910"/>
                  <a:pt x="73426" y="33360"/>
                </a:cubicBezTo>
                <a:lnTo>
                  <a:pt x="73426" y="87156"/>
                </a:lnTo>
                <a:cubicBezTo>
                  <a:pt x="73426" y="95382"/>
                  <a:pt x="70533" y="98940"/>
                  <a:pt x="62966" y="99830"/>
                </a:cubicBezTo>
                <a:lnTo>
                  <a:pt x="62966" y="105167"/>
                </a:lnTo>
                <a:lnTo>
                  <a:pt x="115254" y="1051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path-34">
            <a:extLst xmlns:a="http://schemas.openxmlformats.org/drawingml/2006/main">
              <a:ext uri="{FF2B5EF4-FFF2-40B4-BE49-F238E27FC236}">
                <a16:creationId xmlns:a16="http://schemas.microsoft.com/office/drawing/2014/main" id="{5A317FAD-CD66-4EED-8E41-924212D15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3847" y="420949"/>
            <a:ext cx="122270" cy="225436"/>
          </a:xfrm>
          <a:custGeom xmlns:a="http://schemas.openxmlformats.org/drawingml/2006/main">
            <a:pathLst>
              <a:path w="83438" h="153839">
                <a:moveTo>
                  <a:pt x="83438" y="22289"/>
                </a:moveTo>
                <a:cubicBezTo>
                  <a:pt x="83438" y="9129"/>
                  <a:pt x="70533" y="0"/>
                  <a:pt x="51619" y="0"/>
                </a:cubicBezTo>
                <a:cubicBezTo>
                  <a:pt x="36711" y="0"/>
                  <a:pt x="25144" y="5340"/>
                  <a:pt x="19135" y="15152"/>
                </a:cubicBezTo>
                <a:cubicBezTo>
                  <a:pt x="14239" y="22958"/>
                  <a:pt x="12684" y="32101"/>
                  <a:pt x="12684" y="51280"/>
                </a:cubicBezTo>
                <a:lnTo>
                  <a:pt x="0" y="51280"/>
                </a:lnTo>
                <a:lnTo>
                  <a:pt x="0" y="61071"/>
                </a:lnTo>
                <a:lnTo>
                  <a:pt x="12684" y="61071"/>
                </a:lnTo>
                <a:lnTo>
                  <a:pt x="12684" y="135152"/>
                </a:lnTo>
                <a:cubicBezTo>
                  <a:pt x="12684" y="144720"/>
                  <a:pt x="10236" y="147388"/>
                  <a:pt x="0" y="148502"/>
                </a:cubicBezTo>
                <a:lnTo>
                  <a:pt x="0" y="153839"/>
                </a:lnTo>
                <a:lnTo>
                  <a:pt x="61855" y="153839"/>
                </a:lnTo>
                <a:lnTo>
                  <a:pt x="61855" y="148502"/>
                </a:lnTo>
                <a:cubicBezTo>
                  <a:pt x="46282" y="148057"/>
                  <a:pt x="43610" y="145385"/>
                  <a:pt x="43610" y="130925"/>
                </a:cubicBezTo>
                <a:lnTo>
                  <a:pt x="43610" y="61071"/>
                </a:lnTo>
                <a:lnTo>
                  <a:pt x="62969" y="61071"/>
                </a:lnTo>
                <a:lnTo>
                  <a:pt x="62969" y="51280"/>
                </a:lnTo>
                <a:lnTo>
                  <a:pt x="43610" y="51280"/>
                </a:lnTo>
                <a:lnTo>
                  <a:pt x="43610" y="24071"/>
                </a:lnTo>
                <a:cubicBezTo>
                  <a:pt x="43610" y="11805"/>
                  <a:pt x="46727" y="6899"/>
                  <a:pt x="54736" y="6899"/>
                </a:cubicBezTo>
                <a:cubicBezTo>
                  <a:pt x="58742" y="6899"/>
                  <a:pt x="61187" y="8461"/>
                  <a:pt x="61187" y="11136"/>
                </a:cubicBezTo>
                <a:cubicBezTo>
                  <a:pt x="61187" y="12253"/>
                  <a:pt x="60742" y="13591"/>
                  <a:pt x="59187" y="15821"/>
                </a:cubicBezTo>
                <a:cubicBezTo>
                  <a:pt x="57184" y="19165"/>
                  <a:pt x="56294" y="21396"/>
                  <a:pt x="56294" y="23851"/>
                </a:cubicBezTo>
                <a:cubicBezTo>
                  <a:pt x="56294" y="30763"/>
                  <a:pt x="62079" y="36117"/>
                  <a:pt x="69644" y="36117"/>
                </a:cubicBezTo>
                <a:cubicBezTo>
                  <a:pt x="77877" y="36117"/>
                  <a:pt x="83438" y="30539"/>
                  <a:pt x="83438" y="2228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" name="path-35">
            <a:extLst xmlns:a="http://schemas.openxmlformats.org/drawingml/2006/main">
              <a:ext uri="{FF2B5EF4-FFF2-40B4-BE49-F238E27FC236}">
                <a16:creationId xmlns:a16="http://schemas.microsoft.com/office/drawing/2014/main" id="{F0DEEFC6-0766-4939-8879-997C6159C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46229" y="492273"/>
            <a:ext cx="147051" cy="158569"/>
          </a:xfrm>
          <a:custGeom xmlns:a="http://schemas.openxmlformats.org/drawingml/2006/main">
            <a:pathLst>
              <a:path w="100349" h="108209">
                <a:moveTo>
                  <a:pt x="100349" y="54216"/>
                </a:moveTo>
                <a:cubicBezTo>
                  <a:pt x="100349" y="23117"/>
                  <a:pt x="78987" y="0"/>
                  <a:pt x="50285" y="0"/>
                </a:cubicBezTo>
                <a:cubicBezTo>
                  <a:pt x="22027" y="0"/>
                  <a:pt x="0" y="23338"/>
                  <a:pt x="0" y="53551"/>
                </a:cubicBezTo>
                <a:cubicBezTo>
                  <a:pt x="0" y="85319"/>
                  <a:pt x="21138" y="108209"/>
                  <a:pt x="50285" y="108209"/>
                </a:cubicBezTo>
                <a:cubicBezTo>
                  <a:pt x="78987" y="108209"/>
                  <a:pt x="100349" y="85095"/>
                  <a:pt x="100349" y="54216"/>
                </a:cubicBezTo>
                <a:moveTo>
                  <a:pt x="67641" y="55551"/>
                </a:moveTo>
                <a:cubicBezTo>
                  <a:pt x="67641" y="89760"/>
                  <a:pt x="63190" y="101313"/>
                  <a:pt x="50285" y="101313"/>
                </a:cubicBezTo>
                <a:cubicBezTo>
                  <a:pt x="37156" y="101313"/>
                  <a:pt x="32708" y="89984"/>
                  <a:pt x="32708" y="57550"/>
                </a:cubicBezTo>
                <a:cubicBezTo>
                  <a:pt x="32708" y="18452"/>
                  <a:pt x="36711" y="6899"/>
                  <a:pt x="50509" y="6899"/>
                </a:cubicBezTo>
                <a:cubicBezTo>
                  <a:pt x="63414" y="6899"/>
                  <a:pt x="67641" y="19118"/>
                  <a:pt x="67641" y="5555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path-36">
            <a:extLst xmlns:a="http://schemas.openxmlformats.org/drawingml/2006/main">
              <a:ext uri="{FF2B5EF4-FFF2-40B4-BE49-F238E27FC236}">
                <a16:creationId xmlns:a16="http://schemas.microsoft.com/office/drawing/2014/main" id="{0C459912-D6F3-471A-BA9D-A0F677EBD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10558" y="492273"/>
            <a:ext cx="132051" cy="154111"/>
          </a:xfrm>
          <a:custGeom xmlns:a="http://schemas.openxmlformats.org/drawingml/2006/main">
            <a:pathLst>
              <a:path w="90113" h="105167">
                <a:moveTo>
                  <a:pt x="90113" y="17356"/>
                </a:moveTo>
                <a:cubicBezTo>
                  <a:pt x="90113" y="7344"/>
                  <a:pt x="82549" y="0"/>
                  <a:pt x="72092" y="0"/>
                </a:cubicBezTo>
                <a:cubicBezTo>
                  <a:pt x="60966" y="0"/>
                  <a:pt x="52512" y="6009"/>
                  <a:pt x="42052" y="20914"/>
                </a:cubicBezTo>
                <a:lnTo>
                  <a:pt x="42052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567" y="9282"/>
                  <a:pt x="12015" y="12175"/>
                  <a:pt x="12015" y="21073"/>
                </a:cubicBezTo>
                <a:lnTo>
                  <a:pt x="12015" y="86480"/>
                </a:lnTo>
                <a:cubicBezTo>
                  <a:pt x="12015" y="95603"/>
                  <a:pt x="9791" y="98047"/>
                  <a:pt x="0" y="99830"/>
                </a:cubicBezTo>
                <a:lnTo>
                  <a:pt x="0" y="105167"/>
                </a:lnTo>
                <a:lnTo>
                  <a:pt x="59187" y="105167"/>
                </a:lnTo>
                <a:lnTo>
                  <a:pt x="59187" y="99830"/>
                </a:lnTo>
                <a:cubicBezTo>
                  <a:pt x="45613" y="98940"/>
                  <a:pt x="42945" y="96047"/>
                  <a:pt x="42945" y="82253"/>
                </a:cubicBezTo>
                <a:lnTo>
                  <a:pt x="42945" y="40208"/>
                </a:lnTo>
                <a:cubicBezTo>
                  <a:pt x="42945" y="28695"/>
                  <a:pt x="49175" y="19138"/>
                  <a:pt x="56515" y="19138"/>
                </a:cubicBezTo>
                <a:cubicBezTo>
                  <a:pt x="58297" y="19138"/>
                  <a:pt x="60297" y="20693"/>
                  <a:pt x="62745" y="24251"/>
                </a:cubicBezTo>
                <a:cubicBezTo>
                  <a:pt x="66972" y="30250"/>
                  <a:pt x="70309" y="32253"/>
                  <a:pt x="76094" y="32253"/>
                </a:cubicBezTo>
                <a:cubicBezTo>
                  <a:pt x="84328" y="32253"/>
                  <a:pt x="90113" y="26027"/>
                  <a:pt x="90113" y="1735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path-37">
            <a:extLst xmlns:a="http://schemas.openxmlformats.org/drawingml/2006/main">
              <a:ext uri="{FF2B5EF4-FFF2-40B4-BE49-F238E27FC236}">
                <a16:creationId xmlns:a16="http://schemas.microsoft.com/office/drawing/2014/main" id="{4D9FA7DF-3786-4149-AF9B-EE85EA4FF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2601" y="426043"/>
            <a:ext cx="203783" cy="220341"/>
          </a:xfrm>
          <a:custGeom xmlns:a="http://schemas.openxmlformats.org/drawingml/2006/main">
            <a:pathLst>
              <a:path w="139063" h="150362">
                <a:moveTo>
                  <a:pt x="139063" y="104070"/>
                </a:moveTo>
                <a:lnTo>
                  <a:pt x="132833" y="104070"/>
                </a:lnTo>
                <a:cubicBezTo>
                  <a:pt x="126159" y="118537"/>
                  <a:pt x="121708" y="124770"/>
                  <a:pt x="114143" y="131224"/>
                </a:cubicBezTo>
                <a:cubicBezTo>
                  <a:pt x="103686" y="139681"/>
                  <a:pt x="91447" y="143467"/>
                  <a:pt x="74095" y="143467"/>
                </a:cubicBezTo>
                <a:cubicBezTo>
                  <a:pt x="59632" y="143467"/>
                  <a:pt x="55625" y="140574"/>
                  <a:pt x="55625" y="131003"/>
                </a:cubicBezTo>
                <a:lnTo>
                  <a:pt x="55625" y="77137"/>
                </a:lnTo>
                <a:cubicBezTo>
                  <a:pt x="79880" y="77137"/>
                  <a:pt x="89003" y="85818"/>
                  <a:pt x="91671" y="111638"/>
                </a:cubicBezTo>
                <a:lnTo>
                  <a:pt x="97456" y="111638"/>
                </a:lnTo>
                <a:lnTo>
                  <a:pt x="97456" y="36521"/>
                </a:lnTo>
                <a:lnTo>
                  <a:pt x="91671" y="36521"/>
                </a:lnTo>
                <a:cubicBezTo>
                  <a:pt x="88334" y="61821"/>
                  <a:pt x="79656" y="69797"/>
                  <a:pt x="55625" y="69572"/>
                </a:cubicBezTo>
                <a:lnTo>
                  <a:pt x="55625" y="18035"/>
                </a:lnTo>
                <a:cubicBezTo>
                  <a:pt x="55625" y="9571"/>
                  <a:pt x="58518" y="7568"/>
                  <a:pt x="70088" y="7568"/>
                </a:cubicBezTo>
                <a:cubicBezTo>
                  <a:pt x="106355" y="7568"/>
                  <a:pt x="117260" y="15139"/>
                  <a:pt x="122821" y="44761"/>
                </a:cubicBezTo>
                <a:lnTo>
                  <a:pt x="128382" y="44761"/>
                </a:lnTo>
                <a:lnTo>
                  <a:pt x="128382" y="0"/>
                </a:lnTo>
                <a:lnTo>
                  <a:pt x="0" y="0"/>
                </a:lnTo>
                <a:lnTo>
                  <a:pt x="0" y="5565"/>
                </a:lnTo>
                <a:cubicBezTo>
                  <a:pt x="15353" y="6454"/>
                  <a:pt x="19580" y="10019"/>
                  <a:pt x="19580" y="21379"/>
                </a:cubicBezTo>
                <a:lnTo>
                  <a:pt x="19580" y="129000"/>
                </a:lnTo>
                <a:cubicBezTo>
                  <a:pt x="19580" y="140574"/>
                  <a:pt x="16466" y="143022"/>
                  <a:pt x="0" y="144801"/>
                </a:cubicBezTo>
                <a:lnTo>
                  <a:pt x="0" y="150362"/>
                </a:lnTo>
                <a:lnTo>
                  <a:pt x="130165" y="150362"/>
                </a:lnTo>
                <a:lnTo>
                  <a:pt x="139063" y="10407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path-38">
            <a:extLst xmlns:a="http://schemas.openxmlformats.org/drawingml/2006/main">
              <a:ext uri="{FF2B5EF4-FFF2-40B4-BE49-F238E27FC236}">
                <a16:creationId xmlns:a16="http://schemas.microsoft.com/office/drawing/2014/main" id="{C9D85C47-0C82-4181-869D-DB1C268DF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9427" y="420949"/>
            <a:ext cx="260516" cy="225436"/>
          </a:xfrm>
          <a:custGeom xmlns:a="http://schemas.openxmlformats.org/drawingml/2006/main">
            <a:pathLst>
              <a:path w="177778" h="153839">
                <a:moveTo>
                  <a:pt x="177778" y="153839"/>
                </a:moveTo>
                <a:lnTo>
                  <a:pt x="177778" y="148502"/>
                </a:lnTo>
                <a:cubicBezTo>
                  <a:pt x="169769" y="148057"/>
                  <a:pt x="166876" y="144720"/>
                  <a:pt x="166876" y="135828"/>
                </a:cubicBezTo>
                <a:lnTo>
                  <a:pt x="166876" y="48672"/>
                </a:lnTo>
                <a:cubicBezTo>
                  <a:pt x="146628" y="50611"/>
                  <a:pt x="136615" y="51280"/>
                  <a:pt x="128827" y="51280"/>
                </a:cubicBezTo>
                <a:lnTo>
                  <a:pt x="105245" y="51280"/>
                </a:lnTo>
                <a:cubicBezTo>
                  <a:pt x="105245" y="14259"/>
                  <a:pt x="108803" y="6678"/>
                  <a:pt x="124824" y="6678"/>
                </a:cubicBezTo>
                <a:cubicBezTo>
                  <a:pt x="131499" y="6678"/>
                  <a:pt x="136840" y="9354"/>
                  <a:pt x="136840" y="12698"/>
                </a:cubicBezTo>
                <a:cubicBezTo>
                  <a:pt x="136840" y="12698"/>
                  <a:pt x="136615" y="13591"/>
                  <a:pt x="136395" y="14259"/>
                </a:cubicBezTo>
                <a:cubicBezTo>
                  <a:pt x="135505" y="16714"/>
                  <a:pt x="134836" y="19389"/>
                  <a:pt x="134836" y="22065"/>
                </a:cubicBezTo>
                <a:cubicBezTo>
                  <a:pt x="134836" y="28981"/>
                  <a:pt x="140622" y="33887"/>
                  <a:pt x="149076" y="33887"/>
                </a:cubicBezTo>
                <a:cubicBezTo>
                  <a:pt x="157533" y="33887"/>
                  <a:pt x="163539" y="28532"/>
                  <a:pt x="163539" y="20503"/>
                </a:cubicBezTo>
                <a:cubicBezTo>
                  <a:pt x="163539" y="7792"/>
                  <a:pt x="148410" y="0"/>
                  <a:pt x="123935" y="0"/>
                </a:cubicBezTo>
                <a:cubicBezTo>
                  <a:pt x="111030" y="0"/>
                  <a:pt x="100570" y="2448"/>
                  <a:pt x="92785" y="7568"/>
                </a:cubicBezTo>
                <a:cubicBezTo>
                  <a:pt x="91892" y="6899"/>
                  <a:pt x="91002" y="6233"/>
                  <a:pt x="90113" y="5785"/>
                </a:cubicBezTo>
                <a:cubicBezTo>
                  <a:pt x="82993" y="1782"/>
                  <a:pt x="74315" y="0"/>
                  <a:pt x="62300" y="0"/>
                </a:cubicBezTo>
                <a:cubicBezTo>
                  <a:pt x="45834" y="0"/>
                  <a:pt x="33598" y="4006"/>
                  <a:pt x="25365" y="12029"/>
                </a:cubicBezTo>
                <a:cubicBezTo>
                  <a:pt x="16466" y="20951"/>
                  <a:pt x="13129" y="31208"/>
                  <a:pt x="12684" y="51280"/>
                </a:cubicBezTo>
                <a:lnTo>
                  <a:pt x="0" y="51280"/>
                </a:lnTo>
                <a:lnTo>
                  <a:pt x="0" y="61071"/>
                </a:lnTo>
                <a:lnTo>
                  <a:pt x="12684" y="61071"/>
                </a:lnTo>
                <a:lnTo>
                  <a:pt x="12684" y="135152"/>
                </a:lnTo>
                <a:cubicBezTo>
                  <a:pt x="12684" y="144720"/>
                  <a:pt x="10457" y="147164"/>
                  <a:pt x="0" y="148502"/>
                </a:cubicBezTo>
                <a:lnTo>
                  <a:pt x="0" y="153839"/>
                </a:lnTo>
                <a:lnTo>
                  <a:pt x="54067" y="153839"/>
                </a:lnTo>
                <a:lnTo>
                  <a:pt x="54067" y="148502"/>
                </a:lnTo>
                <a:cubicBezTo>
                  <a:pt x="46058" y="147388"/>
                  <a:pt x="43610" y="144496"/>
                  <a:pt x="43610" y="135821"/>
                </a:cubicBezTo>
                <a:lnTo>
                  <a:pt x="43610" y="61071"/>
                </a:lnTo>
                <a:lnTo>
                  <a:pt x="74315" y="61071"/>
                </a:lnTo>
                <a:lnTo>
                  <a:pt x="74315" y="135152"/>
                </a:lnTo>
                <a:cubicBezTo>
                  <a:pt x="74315" y="144720"/>
                  <a:pt x="72092" y="147164"/>
                  <a:pt x="61635" y="148502"/>
                </a:cubicBezTo>
                <a:lnTo>
                  <a:pt x="61635" y="153839"/>
                </a:lnTo>
                <a:lnTo>
                  <a:pt x="115702" y="153839"/>
                </a:lnTo>
                <a:lnTo>
                  <a:pt x="115702" y="148502"/>
                </a:lnTo>
                <a:cubicBezTo>
                  <a:pt x="107689" y="147388"/>
                  <a:pt x="105245" y="144496"/>
                  <a:pt x="105245" y="135821"/>
                </a:cubicBezTo>
                <a:lnTo>
                  <a:pt x="105245" y="61071"/>
                </a:lnTo>
                <a:lnTo>
                  <a:pt x="128382" y="61071"/>
                </a:lnTo>
                <a:cubicBezTo>
                  <a:pt x="134168" y="61071"/>
                  <a:pt x="135950" y="62850"/>
                  <a:pt x="135950" y="68635"/>
                </a:cubicBezTo>
                <a:lnTo>
                  <a:pt x="135950" y="135821"/>
                </a:lnTo>
                <a:cubicBezTo>
                  <a:pt x="135950" y="144720"/>
                  <a:pt x="133723" y="147612"/>
                  <a:pt x="125490" y="148502"/>
                </a:cubicBezTo>
                <a:lnTo>
                  <a:pt x="125490" y="153839"/>
                </a:lnTo>
                <a:lnTo>
                  <a:pt x="177778" y="153839"/>
                </a:lnTo>
                <a:moveTo>
                  <a:pt x="76094" y="32994"/>
                </a:moveTo>
                <a:cubicBezTo>
                  <a:pt x="74984" y="38124"/>
                  <a:pt x="74539" y="44143"/>
                  <a:pt x="74315" y="51280"/>
                </a:cubicBezTo>
                <a:lnTo>
                  <a:pt x="43610" y="51280"/>
                </a:lnTo>
                <a:cubicBezTo>
                  <a:pt x="43610" y="14259"/>
                  <a:pt x="47172" y="6678"/>
                  <a:pt x="63190" y="6678"/>
                </a:cubicBezTo>
                <a:cubicBezTo>
                  <a:pt x="69644" y="6678"/>
                  <a:pt x="73202" y="9798"/>
                  <a:pt x="73202" y="10915"/>
                </a:cubicBezTo>
                <a:cubicBezTo>
                  <a:pt x="73202" y="12477"/>
                  <a:pt x="72981" y="14704"/>
                  <a:pt x="72092" y="16935"/>
                </a:cubicBezTo>
                <a:cubicBezTo>
                  <a:pt x="71202" y="18721"/>
                  <a:pt x="70533" y="20951"/>
                  <a:pt x="70533" y="22958"/>
                </a:cubicBezTo>
                <a:cubicBezTo>
                  <a:pt x="70754" y="27195"/>
                  <a:pt x="72757" y="30318"/>
                  <a:pt x="76094" y="3299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path-39">
            <a:extLst xmlns:a="http://schemas.openxmlformats.org/drawingml/2006/main">
              <a:ext uri="{FF2B5EF4-FFF2-40B4-BE49-F238E27FC236}">
                <a16:creationId xmlns:a16="http://schemas.microsoft.com/office/drawing/2014/main" id="{A979227A-48BC-4CB5-9D71-602459D97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4617" y="492273"/>
            <a:ext cx="132051" cy="158569"/>
          </a:xfrm>
          <a:custGeom xmlns:a="http://schemas.openxmlformats.org/drawingml/2006/main">
            <a:pathLst>
              <a:path w="90113" h="108209">
                <a:moveTo>
                  <a:pt x="90113" y="84864"/>
                </a:moveTo>
                <a:lnTo>
                  <a:pt x="86107" y="80865"/>
                </a:lnTo>
                <a:cubicBezTo>
                  <a:pt x="77877" y="90194"/>
                  <a:pt x="72092" y="93304"/>
                  <a:pt x="62969" y="93304"/>
                </a:cubicBezTo>
                <a:cubicBezTo>
                  <a:pt x="43610" y="93304"/>
                  <a:pt x="31371" y="73979"/>
                  <a:pt x="31371" y="43770"/>
                </a:cubicBezTo>
                <a:cubicBezTo>
                  <a:pt x="31371" y="20893"/>
                  <a:pt x="38494" y="6899"/>
                  <a:pt x="50064" y="6899"/>
                </a:cubicBezTo>
                <a:cubicBezTo>
                  <a:pt x="53622" y="6899"/>
                  <a:pt x="56960" y="8674"/>
                  <a:pt x="58294" y="11119"/>
                </a:cubicBezTo>
                <a:cubicBezTo>
                  <a:pt x="59407" y="13119"/>
                  <a:pt x="59407" y="13119"/>
                  <a:pt x="59407" y="22448"/>
                </a:cubicBezTo>
                <a:cubicBezTo>
                  <a:pt x="59632" y="33554"/>
                  <a:pt x="63414" y="38439"/>
                  <a:pt x="71868" y="38439"/>
                </a:cubicBezTo>
                <a:cubicBezTo>
                  <a:pt x="81214" y="38439"/>
                  <a:pt x="86999" y="33109"/>
                  <a:pt x="86999" y="24445"/>
                </a:cubicBezTo>
                <a:cubicBezTo>
                  <a:pt x="86999" y="10674"/>
                  <a:pt x="72092" y="0"/>
                  <a:pt x="52733" y="0"/>
                </a:cubicBezTo>
                <a:cubicBezTo>
                  <a:pt x="22251" y="0"/>
                  <a:pt x="0" y="23335"/>
                  <a:pt x="0" y="55544"/>
                </a:cubicBezTo>
                <a:cubicBezTo>
                  <a:pt x="0" y="86416"/>
                  <a:pt x="19804" y="108209"/>
                  <a:pt x="47616" y="108209"/>
                </a:cubicBezTo>
                <a:cubicBezTo>
                  <a:pt x="64748" y="108209"/>
                  <a:pt x="77208" y="101313"/>
                  <a:pt x="90113" y="8486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" name="path-40">
            <a:extLst xmlns:a="http://schemas.openxmlformats.org/drawingml/2006/main">
              <a:ext uri="{FF2B5EF4-FFF2-40B4-BE49-F238E27FC236}">
                <a16:creationId xmlns:a16="http://schemas.microsoft.com/office/drawing/2014/main" id="{F1405605-FE3D-4224-96D0-F4A51DE84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66450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" name="path-41">
            <a:extLst xmlns:a="http://schemas.openxmlformats.org/drawingml/2006/main">
              <a:ext uri="{FF2B5EF4-FFF2-40B4-BE49-F238E27FC236}">
                <a16:creationId xmlns:a16="http://schemas.microsoft.com/office/drawing/2014/main" id="{4AD1A54E-5E79-4527-9CB7-E379FCAA0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0028" y="492273"/>
            <a:ext cx="130748" cy="158569"/>
          </a:xfrm>
          <a:custGeom xmlns:a="http://schemas.openxmlformats.org/drawingml/2006/main">
            <a:pathLst>
              <a:path w="89223" h="108209">
                <a:moveTo>
                  <a:pt x="89223" y="80410"/>
                </a:moveTo>
                <a:lnTo>
                  <a:pt x="83883" y="77300"/>
                </a:lnTo>
                <a:cubicBezTo>
                  <a:pt x="74760" y="88191"/>
                  <a:pt x="68085" y="92191"/>
                  <a:pt x="58518" y="92191"/>
                </a:cubicBezTo>
                <a:cubicBezTo>
                  <a:pt x="50064" y="92191"/>
                  <a:pt x="43386" y="88412"/>
                  <a:pt x="38938" y="80854"/>
                </a:cubicBezTo>
                <a:cubicBezTo>
                  <a:pt x="34712" y="73745"/>
                  <a:pt x="32929" y="66188"/>
                  <a:pt x="32040" y="50628"/>
                </a:cubicBezTo>
                <a:lnTo>
                  <a:pt x="88110" y="50628"/>
                </a:lnTo>
                <a:cubicBezTo>
                  <a:pt x="86775" y="32192"/>
                  <a:pt x="83438" y="21987"/>
                  <a:pt x="76539" y="13333"/>
                </a:cubicBezTo>
                <a:cubicBezTo>
                  <a:pt x="69420" y="4675"/>
                  <a:pt x="58963" y="0"/>
                  <a:pt x="46503" y="0"/>
                </a:cubicBezTo>
                <a:cubicBezTo>
                  <a:pt x="18690" y="0"/>
                  <a:pt x="0" y="21987"/>
                  <a:pt x="0" y="54407"/>
                </a:cubicBezTo>
                <a:cubicBezTo>
                  <a:pt x="0" y="86857"/>
                  <a:pt x="18245" y="108209"/>
                  <a:pt x="45834" y="108209"/>
                </a:cubicBezTo>
                <a:cubicBezTo>
                  <a:pt x="63858" y="108209"/>
                  <a:pt x="74760" y="101313"/>
                  <a:pt x="89223" y="80410"/>
                </a:cubicBezTo>
                <a:moveTo>
                  <a:pt x="60742" y="42398"/>
                </a:moveTo>
                <a:lnTo>
                  <a:pt x="30926" y="42398"/>
                </a:lnTo>
                <a:cubicBezTo>
                  <a:pt x="31595" y="15774"/>
                  <a:pt x="35601" y="6899"/>
                  <a:pt x="46503" y="6899"/>
                </a:cubicBezTo>
                <a:cubicBezTo>
                  <a:pt x="52957" y="6899"/>
                  <a:pt x="56960" y="10450"/>
                  <a:pt x="58739" y="17325"/>
                </a:cubicBezTo>
                <a:cubicBezTo>
                  <a:pt x="59852" y="21542"/>
                  <a:pt x="60297" y="27755"/>
                  <a:pt x="60742" y="39067"/>
                </a:cubicBezTo>
                <a:lnTo>
                  <a:pt x="60742" y="42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" name="path-42">
            <a:extLst xmlns:a="http://schemas.openxmlformats.org/drawingml/2006/main">
              <a:ext uri="{FF2B5EF4-FFF2-40B4-BE49-F238E27FC236}">
                <a16:creationId xmlns:a16="http://schemas.microsoft.com/office/drawing/2014/main" id="{40F633BA-1C7D-4A12-9EC9-A123AF340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03491" y="492273"/>
            <a:ext cx="168893" cy="154111"/>
          </a:xfrm>
          <a:custGeom xmlns:a="http://schemas.openxmlformats.org/drawingml/2006/main">
            <a:pathLst>
              <a:path w="115254" h="105167">
                <a:moveTo>
                  <a:pt x="115254" y="105167"/>
                </a:moveTo>
                <a:lnTo>
                  <a:pt x="115254" y="99830"/>
                </a:lnTo>
                <a:cubicBezTo>
                  <a:pt x="106579" y="99161"/>
                  <a:pt x="104352" y="96492"/>
                  <a:pt x="104352" y="87156"/>
                </a:cubicBezTo>
                <a:lnTo>
                  <a:pt x="104352" y="31361"/>
                </a:lnTo>
                <a:cubicBezTo>
                  <a:pt x="104352" y="12239"/>
                  <a:pt x="92561" y="0"/>
                  <a:pt x="74315" y="0"/>
                </a:cubicBezTo>
                <a:cubicBezTo>
                  <a:pt x="60966" y="0"/>
                  <a:pt x="50730" y="6233"/>
                  <a:pt x="42496" y="19355"/>
                </a:cubicBezTo>
                <a:lnTo>
                  <a:pt x="42496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788" y="9506"/>
                  <a:pt x="11791" y="11730"/>
                  <a:pt x="11791" y="21073"/>
                </a:cubicBezTo>
                <a:lnTo>
                  <a:pt x="11791" y="86480"/>
                </a:lnTo>
                <a:cubicBezTo>
                  <a:pt x="11791" y="95823"/>
                  <a:pt x="10012" y="97826"/>
                  <a:pt x="0" y="99830"/>
                </a:cubicBezTo>
                <a:lnTo>
                  <a:pt x="0" y="105167"/>
                </a:lnTo>
                <a:lnTo>
                  <a:pt x="53622" y="105167"/>
                </a:lnTo>
                <a:lnTo>
                  <a:pt x="53622" y="99830"/>
                </a:lnTo>
                <a:cubicBezTo>
                  <a:pt x="45389" y="98716"/>
                  <a:pt x="42721" y="95379"/>
                  <a:pt x="42721" y="87149"/>
                </a:cubicBezTo>
                <a:lnTo>
                  <a:pt x="42721" y="27748"/>
                </a:lnTo>
                <a:cubicBezTo>
                  <a:pt x="42721" y="26859"/>
                  <a:pt x="44276" y="24635"/>
                  <a:pt x="46503" y="22632"/>
                </a:cubicBezTo>
                <a:cubicBezTo>
                  <a:pt x="51398" y="17576"/>
                  <a:pt x="56736" y="14908"/>
                  <a:pt x="61855" y="14908"/>
                </a:cubicBezTo>
                <a:cubicBezTo>
                  <a:pt x="69644" y="14908"/>
                  <a:pt x="73426" y="20910"/>
                  <a:pt x="73426" y="33360"/>
                </a:cubicBezTo>
                <a:lnTo>
                  <a:pt x="73426" y="87156"/>
                </a:lnTo>
                <a:cubicBezTo>
                  <a:pt x="73426" y="95382"/>
                  <a:pt x="70533" y="98940"/>
                  <a:pt x="62966" y="99830"/>
                </a:cubicBezTo>
                <a:lnTo>
                  <a:pt x="62966" y="105167"/>
                </a:lnTo>
                <a:lnTo>
                  <a:pt x="115254" y="1051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path-43">
            <a:extLst xmlns:a="http://schemas.openxmlformats.org/drawingml/2006/main">
              <a:ext uri="{FF2B5EF4-FFF2-40B4-BE49-F238E27FC236}">
                <a16:creationId xmlns:a16="http://schemas.microsoft.com/office/drawing/2014/main" id="{508561F5-F088-4790-B0D1-567206C69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4449" y="440994"/>
            <a:ext cx="101728" cy="209211"/>
          </a:xfrm>
          <a:custGeom xmlns:a="http://schemas.openxmlformats.org/drawingml/2006/main">
            <a:pathLst>
              <a:path w="69420" h="142767">
                <a:moveTo>
                  <a:pt x="69420" y="117858"/>
                </a:moveTo>
                <a:lnTo>
                  <a:pt x="63858" y="115413"/>
                </a:lnTo>
                <a:cubicBezTo>
                  <a:pt x="59407" y="123860"/>
                  <a:pt x="55849" y="126970"/>
                  <a:pt x="51178" y="126970"/>
                </a:cubicBezTo>
                <a:cubicBezTo>
                  <a:pt x="44948" y="126970"/>
                  <a:pt x="42500" y="123191"/>
                  <a:pt x="42500" y="114299"/>
                </a:cubicBezTo>
                <a:lnTo>
                  <a:pt x="42500" y="47392"/>
                </a:lnTo>
                <a:lnTo>
                  <a:pt x="63414" y="47392"/>
                </a:lnTo>
                <a:lnTo>
                  <a:pt x="63414" y="37601"/>
                </a:lnTo>
                <a:lnTo>
                  <a:pt x="42500" y="37601"/>
                </a:lnTo>
                <a:lnTo>
                  <a:pt x="42500" y="0"/>
                </a:lnTo>
                <a:lnTo>
                  <a:pt x="36935" y="0"/>
                </a:lnTo>
                <a:cubicBezTo>
                  <a:pt x="23365" y="19135"/>
                  <a:pt x="14463" y="29147"/>
                  <a:pt x="0" y="41386"/>
                </a:cubicBezTo>
                <a:lnTo>
                  <a:pt x="0" y="47392"/>
                </a:lnTo>
                <a:lnTo>
                  <a:pt x="11571" y="47392"/>
                </a:lnTo>
                <a:lnTo>
                  <a:pt x="11571" y="119413"/>
                </a:lnTo>
                <a:cubicBezTo>
                  <a:pt x="11571" y="133869"/>
                  <a:pt x="21138" y="142767"/>
                  <a:pt x="36491" y="142767"/>
                </a:cubicBezTo>
                <a:cubicBezTo>
                  <a:pt x="51398" y="142767"/>
                  <a:pt x="60300" y="136093"/>
                  <a:pt x="69420" y="11785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path-44">
            <a:extLst xmlns:a="http://schemas.openxmlformats.org/drawingml/2006/main">
              <a:ext uri="{FF2B5EF4-FFF2-40B4-BE49-F238E27FC236}">
                <a16:creationId xmlns:a16="http://schemas.microsoft.com/office/drawing/2014/main" id="{A449E917-B35F-450A-ABFC-E8A2E2445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171" y="492273"/>
            <a:ext cx="150962" cy="158569"/>
          </a:xfrm>
          <a:custGeom xmlns:a="http://schemas.openxmlformats.org/drawingml/2006/main">
            <a:pathLst>
              <a:path w="103018" h="108209">
                <a:moveTo>
                  <a:pt x="103018" y="95528"/>
                </a:moveTo>
                <a:lnTo>
                  <a:pt x="99680" y="90860"/>
                </a:lnTo>
                <a:lnTo>
                  <a:pt x="97456" y="93080"/>
                </a:lnTo>
                <a:cubicBezTo>
                  <a:pt x="96788" y="93749"/>
                  <a:pt x="96122" y="93970"/>
                  <a:pt x="95009" y="93970"/>
                </a:cubicBezTo>
                <a:cubicBezTo>
                  <a:pt x="91892" y="93970"/>
                  <a:pt x="90337" y="92191"/>
                  <a:pt x="90337" y="88415"/>
                </a:cubicBezTo>
                <a:lnTo>
                  <a:pt x="90337" y="30417"/>
                </a:lnTo>
                <a:cubicBezTo>
                  <a:pt x="90337" y="11560"/>
                  <a:pt x="73426" y="0"/>
                  <a:pt x="46279" y="0"/>
                </a:cubicBezTo>
                <a:cubicBezTo>
                  <a:pt x="21138" y="0"/>
                  <a:pt x="4227" y="11336"/>
                  <a:pt x="4227" y="27976"/>
                </a:cubicBezTo>
                <a:cubicBezTo>
                  <a:pt x="4227" y="37295"/>
                  <a:pt x="9567" y="42619"/>
                  <a:pt x="18690" y="42619"/>
                </a:cubicBezTo>
                <a:cubicBezTo>
                  <a:pt x="27589" y="42619"/>
                  <a:pt x="33819" y="37295"/>
                  <a:pt x="33819" y="29751"/>
                </a:cubicBezTo>
                <a:cubicBezTo>
                  <a:pt x="33819" y="26645"/>
                  <a:pt x="32708" y="23762"/>
                  <a:pt x="29816" y="20211"/>
                </a:cubicBezTo>
                <a:cubicBezTo>
                  <a:pt x="27813" y="17994"/>
                  <a:pt x="27144" y="16663"/>
                  <a:pt x="27144" y="15332"/>
                </a:cubicBezTo>
                <a:cubicBezTo>
                  <a:pt x="27144" y="10671"/>
                  <a:pt x="33153" y="7123"/>
                  <a:pt x="41162" y="7123"/>
                </a:cubicBezTo>
                <a:cubicBezTo>
                  <a:pt x="54291" y="7123"/>
                  <a:pt x="59852" y="13112"/>
                  <a:pt x="59852" y="26645"/>
                </a:cubicBezTo>
                <a:lnTo>
                  <a:pt x="59852" y="42843"/>
                </a:lnTo>
                <a:cubicBezTo>
                  <a:pt x="33819" y="50852"/>
                  <a:pt x="23362" y="54851"/>
                  <a:pt x="14908" y="60409"/>
                </a:cubicBezTo>
                <a:cubicBezTo>
                  <a:pt x="4896" y="67077"/>
                  <a:pt x="0" y="74855"/>
                  <a:pt x="0" y="84633"/>
                </a:cubicBezTo>
                <a:cubicBezTo>
                  <a:pt x="0" y="98197"/>
                  <a:pt x="10236" y="108209"/>
                  <a:pt x="24475" y="108209"/>
                </a:cubicBezTo>
                <a:cubicBezTo>
                  <a:pt x="37380" y="108209"/>
                  <a:pt x="47616" y="103761"/>
                  <a:pt x="59852" y="92635"/>
                </a:cubicBezTo>
                <a:cubicBezTo>
                  <a:pt x="62300" y="103982"/>
                  <a:pt x="67196" y="108209"/>
                  <a:pt x="78098" y="108209"/>
                </a:cubicBezTo>
                <a:cubicBezTo>
                  <a:pt x="87665" y="108209"/>
                  <a:pt x="94564" y="104651"/>
                  <a:pt x="103018" y="95528"/>
                </a:cubicBezTo>
                <a:moveTo>
                  <a:pt x="59632" y="82857"/>
                </a:moveTo>
                <a:cubicBezTo>
                  <a:pt x="53622" y="89746"/>
                  <a:pt x="49171" y="92411"/>
                  <a:pt x="43834" y="92411"/>
                </a:cubicBezTo>
                <a:cubicBezTo>
                  <a:pt x="37156" y="92411"/>
                  <a:pt x="32484" y="86412"/>
                  <a:pt x="32484" y="77520"/>
                </a:cubicBezTo>
                <a:cubicBezTo>
                  <a:pt x="32484" y="64633"/>
                  <a:pt x="41831" y="55520"/>
                  <a:pt x="59632" y="50628"/>
                </a:cubicBezTo>
                <a:lnTo>
                  <a:pt x="59632" y="828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path-45">
            <a:extLst xmlns:a="http://schemas.openxmlformats.org/drawingml/2006/main">
              <a:ext uri="{FF2B5EF4-FFF2-40B4-BE49-F238E27FC236}">
                <a16:creationId xmlns:a16="http://schemas.microsoft.com/office/drawing/2014/main" id="{1F394B5A-E0BC-4CAB-B65B-F480CDD497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7895" y="492273"/>
            <a:ext cx="168893" cy="154111"/>
          </a:xfrm>
          <a:custGeom xmlns:a="http://schemas.openxmlformats.org/drawingml/2006/main">
            <a:pathLst>
              <a:path w="115254" h="105167">
                <a:moveTo>
                  <a:pt x="115254" y="105167"/>
                </a:moveTo>
                <a:lnTo>
                  <a:pt x="115254" y="99830"/>
                </a:lnTo>
                <a:cubicBezTo>
                  <a:pt x="106579" y="99161"/>
                  <a:pt x="104352" y="96492"/>
                  <a:pt x="104352" y="87156"/>
                </a:cubicBezTo>
                <a:lnTo>
                  <a:pt x="104352" y="31361"/>
                </a:lnTo>
                <a:cubicBezTo>
                  <a:pt x="104352" y="12239"/>
                  <a:pt x="92561" y="0"/>
                  <a:pt x="74315" y="0"/>
                </a:cubicBezTo>
                <a:cubicBezTo>
                  <a:pt x="60966" y="0"/>
                  <a:pt x="50730" y="6233"/>
                  <a:pt x="42496" y="19355"/>
                </a:cubicBezTo>
                <a:lnTo>
                  <a:pt x="42496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788" y="9506"/>
                  <a:pt x="11791" y="11730"/>
                  <a:pt x="11791" y="21073"/>
                </a:cubicBezTo>
                <a:lnTo>
                  <a:pt x="11791" y="86480"/>
                </a:lnTo>
                <a:cubicBezTo>
                  <a:pt x="11791" y="95823"/>
                  <a:pt x="10012" y="97826"/>
                  <a:pt x="0" y="99830"/>
                </a:cubicBezTo>
                <a:lnTo>
                  <a:pt x="0" y="105167"/>
                </a:lnTo>
                <a:lnTo>
                  <a:pt x="53622" y="105167"/>
                </a:lnTo>
                <a:lnTo>
                  <a:pt x="53622" y="99830"/>
                </a:lnTo>
                <a:cubicBezTo>
                  <a:pt x="45389" y="98716"/>
                  <a:pt x="42721" y="95379"/>
                  <a:pt x="42721" y="87149"/>
                </a:cubicBezTo>
                <a:lnTo>
                  <a:pt x="42721" y="27748"/>
                </a:lnTo>
                <a:cubicBezTo>
                  <a:pt x="42721" y="26859"/>
                  <a:pt x="44276" y="24635"/>
                  <a:pt x="46503" y="22632"/>
                </a:cubicBezTo>
                <a:cubicBezTo>
                  <a:pt x="51398" y="17576"/>
                  <a:pt x="56736" y="14908"/>
                  <a:pt x="61855" y="14908"/>
                </a:cubicBezTo>
                <a:cubicBezTo>
                  <a:pt x="69644" y="14908"/>
                  <a:pt x="73426" y="20910"/>
                  <a:pt x="73426" y="33360"/>
                </a:cubicBezTo>
                <a:lnTo>
                  <a:pt x="73426" y="87156"/>
                </a:lnTo>
                <a:cubicBezTo>
                  <a:pt x="73426" y="95382"/>
                  <a:pt x="70533" y="98940"/>
                  <a:pt x="62966" y="99830"/>
                </a:cubicBezTo>
                <a:lnTo>
                  <a:pt x="62966" y="105167"/>
                </a:lnTo>
                <a:lnTo>
                  <a:pt x="115254" y="1051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" name="path-46">
            <a:extLst xmlns:a="http://schemas.openxmlformats.org/drawingml/2006/main">
              <a:ext uri="{FF2B5EF4-FFF2-40B4-BE49-F238E27FC236}">
                <a16:creationId xmlns:a16="http://schemas.microsoft.com/office/drawing/2014/main" id="{212B8A8F-0120-488D-A06A-491C90D16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484" y="426043"/>
            <a:ext cx="165962" cy="224799"/>
          </a:xfrm>
          <a:custGeom xmlns:a="http://schemas.openxmlformats.org/drawingml/2006/main">
            <a:pathLst>
              <a:path w="113254" h="153404">
                <a:moveTo>
                  <a:pt x="113254" y="145799"/>
                </a:moveTo>
                <a:lnTo>
                  <a:pt x="113254" y="140683"/>
                </a:lnTo>
                <a:cubicBezTo>
                  <a:pt x="103018" y="140017"/>
                  <a:pt x="100125" y="137132"/>
                  <a:pt x="100125" y="127809"/>
                </a:cubicBezTo>
                <a:lnTo>
                  <a:pt x="100125" y="0"/>
                </a:lnTo>
                <a:lnTo>
                  <a:pt x="52288" y="0"/>
                </a:lnTo>
                <a:lnTo>
                  <a:pt x="52288" y="5340"/>
                </a:lnTo>
                <a:cubicBezTo>
                  <a:pt x="67196" y="6454"/>
                  <a:pt x="69199" y="8012"/>
                  <a:pt x="69199" y="18255"/>
                </a:cubicBezTo>
                <a:lnTo>
                  <a:pt x="69199" y="58990"/>
                </a:lnTo>
                <a:cubicBezTo>
                  <a:pt x="59632" y="48757"/>
                  <a:pt x="52957" y="45196"/>
                  <a:pt x="42721" y="45196"/>
                </a:cubicBezTo>
                <a:cubicBezTo>
                  <a:pt x="18245" y="45196"/>
                  <a:pt x="0" y="68978"/>
                  <a:pt x="0" y="101167"/>
                </a:cubicBezTo>
                <a:cubicBezTo>
                  <a:pt x="0" y="131394"/>
                  <a:pt x="16911" y="153404"/>
                  <a:pt x="40273" y="153404"/>
                </a:cubicBezTo>
                <a:cubicBezTo>
                  <a:pt x="52064" y="153404"/>
                  <a:pt x="59407" y="149846"/>
                  <a:pt x="69864" y="138724"/>
                </a:cubicBezTo>
                <a:lnTo>
                  <a:pt x="69864" y="153184"/>
                </a:lnTo>
                <a:cubicBezTo>
                  <a:pt x="80101" y="150291"/>
                  <a:pt x="85662" y="149177"/>
                  <a:pt x="99460" y="147622"/>
                </a:cubicBezTo>
                <a:lnTo>
                  <a:pt x="113254" y="145799"/>
                </a:lnTo>
                <a:moveTo>
                  <a:pt x="69199" y="125398"/>
                </a:moveTo>
                <a:cubicBezTo>
                  <a:pt x="69199" y="126732"/>
                  <a:pt x="66972" y="130508"/>
                  <a:pt x="64303" y="133394"/>
                </a:cubicBezTo>
                <a:cubicBezTo>
                  <a:pt x="59852" y="138503"/>
                  <a:pt x="55181" y="140944"/>
                  <a:pt x="50285" y="140944"/>
                </a:cubicBezTo>
                <a:cubicBezTo>
                  <a:pt x="38494" y="140944"/>
                  <a:pt x="32929" y="127618"/>
                  <a:pt x="32929" y="99412"/>
                </a:cubicBezTo>
                <a:cubicBezTo>
                  <a:pt x="32929" y="70761"/>
                  <a:pt x="38938" y="57659"/>
                  <a:pt x="51843" y="57659"/>
                </a:cubicBezTo>
                <a:cubicBezTo>
                  <a:pt x="59187" y="57659"/>
                  <a:pt x="66082" y="62986"/>
                  <a:pt x="69199" y="71426"/>
                </a:cubicBezTo>
                <a:lnTo>
                  <a:pt x="69199" y="125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" name="path-47">
            <a:extLst xmlns:a="http://schemas.openxmlformats.org/drawingml/2006/main">
              <a:ext uri="{FF2B5EF4-FFF2-40B4-BE49-F238E27FC236}">
                <a16:creationId xmlns:a16="http://schemas.microsoft.com/office/drawing/2014/main" id="{57981CF2-0678-455F-9375-130CDEC87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349" y="426043"/>
            <a:ext cx="184873" cy="220341"/>
          </a:xfrm>
          <a:custGeom xmlns:a="http://schemas.openxmlformats.org/drawingml/2006/main">
            <a:pathLst>
              <a:path w="126159" h="150362">
                <a:moveTo>
                  <a:pt x="126159" y="44761"/>
                </a:moveTo>
                <a:lnTo>
                  <a:pt x="126159" y="0"/>
                </a:lnTo>
                <a:lnTo>
                  <a:pt x="0" y="0"/>
                </a:lnTo>
                <a:lnTo>
                  <a:pt x="0" y="5565"/>
                </a:lnTo>
                <a:cubicBezTo>
                  <a:pt x="15353" y="6454"/>
                  <a:pt x="19580" y="9795"/>
                  <a:pt x="19580" y="21379"/>
                </a:cubicBezTo>
                <a:lnTo>
                  <a:pt x="19580" y="129000"/>
                </a:lnTo>
                <a:cubicBezTo>
                  <a:pt x="19580" y="140574"/>
                  <a:pt x="16466" y="143022"/>
                  <a:pt x="0" y="144801"/>
                </a:cubicBezTo>
                <a:lnTo>
                  <a:pt x="0" y="150362"/>
                </a:lnTo>
                <a:lnTo>
                  <a:pt x="80101" y="150362"/>
                </a:lnTo>
                <a:lnTo>
                  <a:pt x="80101" y="144801"/>
                </a:lnTo>
                <a:cubicBezTo>
                  <a:pt x="59632" y="143912"/>
                  <a:pt x="55625" y="141240"/>
                  <a:pt x="55625" y="129000"/>
                </a:cubicBezTo>
                <a:lnTo>
                  <a:pt x="55625" y="77137"/>
                </a:lnTo>
                <a:cubicBezTo>
                  <a:pt x="78322" y="77585"/>
                  <a:pt x="86555" y="85818"/>
                  <a:pt x="89668" y="111638"/>
                </a:cubicBezTo>
                <a:lnTo>
                  <a:pt x="95233" y="111638"/>
                </a:lnTo>
                <a:lnTo>
                  <a:pt x="95233" y="36521"/>
                </a:lnTo>
                <a:lnTo>
                  <a:pt x="89668" y="36521"/>
                </a:lnTo>
                <a:cubicBezTo>
                  <a:pt x="85662" y="61821"/>
                  <a:pt x="77877" y="69572"/>
                  <a:pt x="55625" y="69572"/>
                </a:cubicBezTo>
                <a:lnTo>
                  <a:pt x="55625" y="18038"/>
                </a:lnTo>
                <a:cubicBezTo>
                  <a:pt x="55625" y="9795"/>
                  <a:pt x="58518" y="7568"/>
                  <a:pt x="69864" y="7568"/>
                </a:cubicBezTo>
                <a:cubicBezTo>
                  <a:pt x="90337" y="7568"/>
                  <a:pt x="103462" y="11353"/>
                  <a:pt x="110361" y="19148"/>
                </a:cubicBezTo>
                <a:cubicBezTo>
                  <a:pt x="115257" y="24716"/>
                  <a:pt x="117705" y="30729"/>
                  <a:pt x="120818" y="44761"/>
                </a:cubicBezTo>
                <a:lnTo>
                  <a:pt x="126159" y="4476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" name="path-48">
            <a:extLst xmlns:a="http://schemas.openxmlformats.org/drawingml/2006/main">
              <a:ext uri="{FF2B5EF4-FFF2-40B4-BE49-F238E27FC236}">
                <a16:creationId xmlns:a16="http://schemas.microsoft.com/office/drawing/2014/main" id="{56D4E5D3-22B9-4D73-AA78-E2A1B9C8E4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9567" y="426043"/>
            <a:ext cx="77926" cy="220341"/>
          </a:xfrm>
          <a:custGeom xmlns:a="http://schemas.openxmlformats.org/drawingml/2006/main">
            <a:pathLst>
              <a:path w="53177" h="150362">
                <a:moveTo>
                  <a:pt x="53177" y="150362"/>
                </a:moveTo>
                <a:lnTo>
                  <a:pt x="53177" y="145025"/>
                </a:lnTo>
                <a:cubicBezTo>
                  <a:pt x="45837" y="144801"/>
                  <a:pt x="42276" y="140574"/>
                  <a:pt x="42276" y="131679"/>
                </a:cubicBezTo>
                <a:lnTo>
                  <a:pt x="42276" y="0"/>
                </a:lnTo>
                <a:lnTo>
                  <a:pt x="0" y="0"/>
                </a:lnTo>
                <a:lnTo>
                  <a:pt x="0" y="5340"/>
                </a:lnTo>
                <a:cubicBezTo>
                  <a:pt x="7788" y="6009"/>
                  <a:pt x="11346" y="10012"/>
                  <a:pt x="11346" y="18242"/>
                </a:cubicBezTo>
                <a:lnTo>
                  <a:pt x="11346" y="131679"/>
                </a:lnTo>
                <a:cubicBezTo>
                  <a:pt x="11346" y="139909"/>
                  <a:pt x="7564" y="144356"/>
                  <a:pt x="0" y="145025"/>
                </a:cubicBezTo>
                <a:lnTo>
                  <a:pt x="0" y="150362"/>
                </a:lnTo>
                <a:lnTo>
                  <a:pt x="53177" y="1503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" name="path-49">
            <a:extLst xmlns:a="http://schemas.openxmlformats.org/drawingml/2006/main">
              <a:ext uri="{FF2B5EF4-FFF2-40B4-BE49-F238E27FC236}">
                <a16:creationId xmlns:a16="http://schemas.microsoft.com/office/drawing/2014/main" id="{863A7177-8C94-4BDB-BCCD-0FC45D4CB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3146" y="492273"/>
            <a:ext cx="130748" cy="158569"/>
          </a:xfrm>
          <a:custGeom xmlns:a="http://schemas.openxmlformats.org/drawingml/2006/main">
            <a:pathLst>
              <a:path w="89223" h="108209">
                <a:moveTo>
                  <a:pt x="89223" y="80410"/>
                </a:moveTo>
                <a:lnTo>
                  <a:pt x="83883" y="77300"/>
                </a:lnTo>
                <a:cubicBezTo>
                  <a:pt x="74760" y="88191"/>
                  <a:pt x="68085" y="92191"/>
                  <a:pt x="58518" y="92191"/>
                </a:cubicBezTo>
                <a:cubicBezTo>
                  <a:pt x="50064" y="92191"/>
                  <a:pt x="43386" y="88412"/>
                  <a:pt x="38938" y="80854"/>
                </a:cubicBezTo>
                <a:cubicBezTo>
                  <a:pt x="34712" y="73745"/>
                  <a:pt x="32929" y="66188"/>
                  <a:pt x="32040" y="50628"/>
                </a:cubicBezTo>
                <a:lnTo>
                  <a:pt x="88110" y="50628"/>
                </a:lnTo>
                <a:cubicBezTo>
                  <a:pt x="86775" y="32192"/>
                  <a:pt x="83438" y="21987"/>
                  <a:pt x="76539" y="13333"/>
                </a:cubicBezTo>
                <a:cubicBezTo>
                  <a:pt x="69420" y="4675"/>
                  <a:pt x="58963" y="0"/>
                  <a:pt x="46503" y="0"/>
                </a:cubicBezTo>
                <a:cubicBezTo>
                  <a:pt x="18690" y="0"/>
                  <a:pt x="0" y="21987"/>
                  <a:pt x="0" y="54407"/>
                </a:cubicBezTo>
                <a:cubicBezTo>
                  <a:pt x="0" y="86857"/>
                  <a:pt x="18245" y="108209"/>
                  <a:pt x="45834" y="108209"/>
                </a:cubicBezTo>
                <a:cubicBezTo>
                  <a:pt x="63858" y="108209"/>
                  <a:pt x="74760" y="101313"/>
                  <a:pt x="89223" y="80410"/>
                </a:cubicBezTo>
                <a:moveTo>
                  <a:pt x="60742" y="42398"/>
                </a:moveTo>
                <a:lnTo>
                  <a:pt x="30926" y="42398"/>
                </a:lnTo>
                <a:cubicBezTo>
                  <a:pt x="31595" y="15774"/>
                  <a:pt x="35601" y="6899"/>
                  <a:pt x="46503" y="6899"/>
                </a:cubicBezTo>
                <a:cubicBezTo>
                  <a:pt x="52957" y="6899"/>
                  <a:pt x="56960" y="10450"/>
                  <a:pt x="58739" y="17325"/>
                </a:cubicBezTo>
                <a:cubicBezTo>
                  <a:pt x="59852" y="21542"/>
                  <a:pt x="60297" y="27755"/>
                  <a:pt x="60742" y="39067"/>
                </a:cubicBezTo>
                <a:lnTo>
                  <a:pt x="60742" y="42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" name="path-50">
            <a:extLst xmlns:a="http://schemas.openxmlformats.org/drawingml/2006/main">
              <a:ext uri="{FF2B5EF4-FFF2-40B4-BE49-F238E27FC236}">
                <a16:creationId xmlns:a16="http://schemas.microsoft.com/office/drawing/2014/main" id="{E5A031F0-F2B6-4C2A-8DEB-FD786E6E5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7153" y="496094"/>
            <a:ext cx="153897" cy="150290"/>
          </a:xfrm>
          <a:custGeom xmlns:a="http://schemas.openxmlformats.org/drawingml/2006/main">
            <a:pathLst>
              <a:path w="105021" h="102559">
                <a:moveTo>
                  <a:pt x="105021" y="102559"/>
                </a:moveTo>
                <a:lnTo>
                  <a:pt x="105021" y="97222"/>
                </a:lnTo>
                <a:cubicBezTo>
                  <a:pt x="101459" y="96109"/>
                  <a:pt x="99904" y="95219"/>
                  <a:pt x="98346" y="92771"/>
                </a:cubicBezTo>
                <a:lnTo>
                  <a:pt x="65417" y="42048"/>
                </a:lnTo>
                <a:lnTo>
                  <a:pt x="87889" y="14018"/>
                </a:lnTo>
                <a:cubicBezTo>
                  <a:pt x="92116" y="8902"/>
                  <a:pt x="96567" y="6454"/>
                  <a:pt x="103462" y="5340"/>
                </a:cubicBezTo>
                <a:lnTo>
                  <a:pt x="103462" y="0"/>
                </a:lnTo>
                <a:lnTo>
                  <a:pt x="66082" y="0"/>
                </a:lnTo>
                <a:lnTo>
                  <a:pt x="66082" y="5340"/>
                </a:lnTo>
                <a:cubicBezTo>
                  <a:pt x="68085" y="5565"/>
                  <a:pt x="69864" y="5785"/>
                  <a:pt x="70533" y="5785"/>
                </a:cubicBezTo>
                <a:cubicBezTo>
                  <a:pt x="75650" y="6009"/>
                  <a:pt x="77432" y="7344"/>
                  <a:pt x="77432" y="10681"/>
                </a:cubicBezTo>
                <a:cubicBezTo>
                  <a:pt x="77432" y="14018"/>
                  <a:pt x="75205" y="17801"/>
                  <a:pt x="68975" y="24920"/>
                </a:cubicBezTo>
                <a:cubicBezTo>
                  <a:pt x="67641" y="26254"/>
                  <a:pt x="64303" y="30481"/>
                  <a:pt x="60966" y="35153"/>
                </a:cubicBezTo>
                <a:cubicBezTo>
                  <a:pt x="59632" y="33595"/>
                  <a:pt x="58739" y="32260"/>
                  <a:pt x="58073" y="31371"/>
                </a:cubicBezTo>
                <a:cubicBezTo>
                  <a:pt x="50954" y="22027"/>
                  <a:pt x="45168" y="12460"/>
                  <a:pt x="45168" y="9567"/>
                </a:cubicBezTo>
                <a:cubicBezTo>
                  <a:pt x="45168" y="6899"/>
                  <a:pt x="48282" y="5565"/>
                  <a:pt x="55625" y="5340"/>
                </a:cubicBezTo>
                <a:lnTo>
                  <a:pt x="55625" y="0"/>
                </a:lnTo>
                <a:lnTo>
                  <a:pt x="0" y="0"/>
                </a:lnTo>
                <a:lnTo>
                  <a:pt x="0" y="5340"/>
                </a:lnTo>
                <a:cubicBezTo>
                  <a:pt x="5785" y="6230"/>
                  <a:pt x="7120" y="7344"/>
                  <a:pt x="11571" y="14018"/>
                </a:cubicBezTo>
                <a:lnTo>
                  <a:pt x="40049" y="57842"/>
                </a:lnTo>
                <a:cubicBezTo>
                  <a:pt x="33598" y="66075"/>
                  <a:pt x="27589" y="73416"/>
                  <a:pt x="25589" y="76532"/>
                </a:cubicBezTo>
                <a:cubicBezTo>
                  <a:pt x="13129" y="92995"/>
                  <a:pt x="8678" y="96777"/>
                  <a:pt x="445" y="97222"/>
                </a:cubicBezTo>
                <a:lnTo>
                  <a:pt x="445" y="102559"/>
                </a:lnTo>
                <a:lnTo>
                  <a:pt x="38049" y="102559"/>
                </a:lnTo>
                <a:lnTo>
                  <a:pt x="38049" y="97222"/>
                </a:lnTo>
                <a:cubicBezTo>
                  <a:pt x="30036" y="96777"/>
                  <a:pt x="26923" y="95219"/>
                  <a:pt x="26923" y="91882"/>
                </a:cubicBezTo>
                <a:cubicBezTo>
                  <a:pt x="26923" y="88544"/>
                  <a:pt x="32708" y="79201"/>
                  <a:pt x="41162" y="68968"/>
                </a:cubicBezTo>
                <a:cubicBezTo>
                  <a:pt x="41607" y="68299"/>
                  <a:pt x="43165" y="66520"/>
                  <a:pt x="44724" y="64517"/>
                </a:cubicBezTo>
                <a:lnTo>
                  <a:pt x="54067" y="78532"/>
                </a:lnTo>
                <a:cubicBezTo>
                  <a:pt x="59187" y="85876"/>
                  <a:pt x="61411" y="90103"/>
                  <a:pt x="61411" y="92771"/>
                </a:cubicBezTo>
                <a:cubicBezTo>
                  <a:pt x="61411" y="95440"/>
                  <a:pt x="58294" y="96777"/>
                  <a:pt x="51398" y="97222"/>
                </a:cubicBezTo>
                <a:lnTo>
                  <a:pt x="51398" y="102559"/>
                </a:lnTo>
                <a:lnTo>
                  <a:pt x="105021" y="10255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" name="path-51">
            <a:extLst xmlns:a="http://schemas.openxmlformats.org/drawingml/2006/main">
              <a:ext uri="{FF2B5EF4-FFF2-40B4-BE49-F238E27FC236}">
                <a16:creationId xmlns:a16="http://schemas.microsoft.com/office/drawing/2014/main" id="{36F4FE88-C82D-4BA1-BA44-27192F939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483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" name="path-52">
            <a:extLst xmlns:a="http://schemas.openxmlformats.org/drawingml/2006/main">
              <a:ext uri="{FF2B5EF4-FFF2-40B4-BE49-F238E27FC236}">
                <a16:creationId xmlns:a16="http://schemas.microsoft.com/office/drawing/2014/main" id="{A7BFFAAF-2B1B-4F34-B618-696509D8C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2454" y="426043"/>
            <a:ext cx="164330" cy="224799"/>
          </a:xfrm>
          <a:custGeom xmlns:a="http://schemas.openxmlformats.org/drawingml/2006/main">
            <a:pathLst>
              <a:path w="112140" h="153404">
                <a:moveTo>
                  <a:pt x="112140" y="97195"/>
                </a:moveTo>
                <a:cubicBezTo>
                  <a:pt x="112140" y="66541"/>
                  <a:pt x="95009" y="45196"/>
                  <a:pt x="70309" y="45196"/>
                </a:cubicBezTo>
                <a:cubicBezTo>
                  <a:pt x="59628" y="45196"/>
                  <a:pt x="51395" y="48981"/>
                  <a:pt x="43165" y="57656"/>
                </a:cubicBezTo>
                <a:lnTo>
                  <a:pt x="43165" y="0"/>
                </a:lnTo>
                <a:lnTo>
                  <a:pt x="0" y="0"/>
                </a:lnTo>
                <a:lnTo>
                  <a:pt x="0" y="5340"/>
                </a:lnTo>
                <a:cubicBezTo>
                  <a:pt x="10233" y="7347"/>
                  <a:pt x="12236" y="9350"/>
                  <a:pt x="12236" y="18255"/>
                </a:cubicBezTo>
                <a:lnTo>
                  <a:pt x="12236" y="153184"/>
                </a:lnTo>
                <a:lnTo>
                  <a:pt x="14908" y="153184"/>
                </a:lnTo>
                <a:lnTo>
                  <a:pt x="32484" y="140734"/>
                </a:lnTo>
                <a:cubicBezTo>
                  <a:pt x="42721" y="149846"/>
                  <a:pt x="50730" y="153404"/>
                  <a:pt x="61855" y="153404"/>
                </a:cubicBezTo>
                <a:cubicBezTo>
                  <a:pt x="91447" y="153404"/>
                  <a:pt x="112140" y="130294"/>
                  <a:pt x="112140" y="97195"/>
                </a:cubicBezTo>
                <a:moveTo>
                  <a:pt x="79432" y="101194"/>
                </a:moveTo>
                <a:cubicBezTo>
                  <a:pt x="79432" y="131849"/>
                  <a:pt x="72757" y="146285"/>
                  <a:pt x="58518" y="146285"/>
                </a:cubicBezTo>
                <a:cubicBezTo>
                  <a:pt x="49171" y="146285"/>
                  <a:pt x="43165" y="139399"/>
                  <a:pt x="43165" y="128739"/>
                </a:cubicBezTo>
                <a:lnTo>
                  <a:pt x="43165" y="70319"/>
                </a:lnTo>
                <a:cubicBezTo>
                  <a:pt x="46947" y="60766"/>
                  <a:pt x="51395" y="57211"/>
                  <a:pt x="58739" y="57211"/>
                </a:cubicBezTo>
                <a:cubicBezTo>
                  <a:pt x="72533" y="57211"/>
                  <a:pt x="79432" y="72095"/>
                  <a:pt x="79432" y="10119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" name="path-53">
            <a:extLst xmlns:a="http://schemas.openxmlformats.org/drawingml/2006/main">
              <a:ext uri="{FF2B5EF4-FFF2-40B4-BE49-F238E27FC236}">
                <a16:creationId xmlns:a16="http://schemas.microsoft.com/office/drawing/2014/main" id="{F39E7274-E30C-43BB-A96C-ED3742071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412" y="426043"/>
            <a:ext cx="77926" cy="220341"/>
          </a:xfrm>
          <a:custGeom xmlns:a="http://schemas.openxmlformats.org/drawingml/2006/main">
            <a:pathLst>
              <a:path w="53177" h="150362">
                <a:moveTo>
                  <a:pt x="53177" y="150362"/>
                </a:moveTo>
                <a:lnTo>
                  <a:pt x="53177" y="145025"/>
                </a:lnTo>
                <a:cubicBezTo>
                  <a:pt x="45837" y="144801"/>
                  <a:pt x="42276" y="140574"/>
                  <a:pt x="42276" y="131679"/>
                </a:cubicBezTo>
                <a:lnTo>
                  <a:pt x="42276" y="0"/>
                </a:lnTo>
                <a:lnTo>
                  <a:pt x="0" y="0"/>
                </a:lnTo>
                <a:lnTo>
                  <a:pt x="0" y="5340"/>
                </a:lnTo>
                <a:cubicBezTo>
                  <a:pt x="7788" y="6009"/>
                  <a:pt x="11346" y="10012"/>
                  <a:pt x="11346" y="18242"/>
                </a:cubicBezTo>
                <a:lnTo>
                  <a:pt x="11346" y="131679"/>
                </a:lnTo>
                <a:cubicBezTo>
                  <a:pt x="11346" y="139909"/>
                  <a:pt x="7564" y="144356"/>
                  <a:pt x="0" y="145025"/>
                </a:cubicBezTo>
                <a:lnTo>
                  <a:pt x="0" y="150362"/>
                </a:lnTo>
                <a:lnTo>
                  <a:pt x="53177" y="1503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path-54">
            <a:extLst xmlns:a="http://schemas.openxmlformats.org/drawingml/2006/main">
              <a:ext uri="{FF2B5EF4-FFF2-40B4-BE49-F238E27FC236}">
                <a16:creationId xmlns:a16="http://schemas.microsoft.com/office/drawing/2014/main" id="{156A722B-ED52-4011-B7AF-D301F8B9B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989" y="492273"/>
            <a:ext cx="130748" cy="158569"/>
          </a:xfrm>
          <a:custGeom xmlns:a="http://schemas.openxmlformats.org/drawingml/2006/main">
            <a:pathLst>
              <a:path w="89223" h="108209">
                <a:moveTo>
                  <a:pt x="89223" y="80410"/>
                </a:moveTo>
                <a:lnTo>
                  <a:pt x="83883" y="77300"/>
                </a:lnTo>
                <a:cubicBezTo>
                  <a:pt x="74760" y="88191"/>
                  <a:pt x="68085" y="92191"/>
                  <a:pt x="58518" y="92191"/>
                </a:cubicBezTo>
                <a:cubicBezTo>
                  <a:pt x="50064" y="92191"/>
                  <a:pt x="43386" y="88412"/>
                  <a:pt x="38938" y="80854"/>
                </a:cubicBezTo>
                <a:cubicBezTo>
                  <a:pt x="34712" y="73745"/>
                  <a:pt x="32929" y="66188"/>
                  <a:pt x="32040" y="50628"/>
                </a:cubicBezTo>
                <a:lnTo>
                  <a:pt x="88110" y="50628"/>
                </a:lnTo>
                <a:cubicBezTo>
                  <a:pt x="86775" y="32192"/>
                  <a:pt x="83438" y="21987"/>
                  <a:pt x="76539" y="13333"/>
                </a:cubicBezTo>
                <a:cubicBezTo>
                  <a:pt x="69420" y="4675"/>
                  <a:pt x="58963" y="0"/>
                  <a:pt x="46503" y="0"/>
                </a:cubicBezTo>
                <a:cubicBezTo>
                  <a:pt x="18690" y="0"/>
                  <a:pt x="0" y="21987"/>
                  <a:pt x="0" y="54407"/>
                </a:cubicBezTo>
                <a:cubicBezTo>
                  <a:pt x="0" y="86857"/>
                  <a:pt x="18245" y="108209"/>
                  <a:pt x="45834" y="108209"/>
                </a:cubicBezTo>
                <a:cubicBezTo>
                  <a:pt x="63858" y="108209"/>
                  <a:pt x="74760" y="101313"/>
                  <a:pt x="89223" y="80410"/>
                </a:cubicBezTo>
                <a:moveTo>
                  <a:pt x="60742" y="42398"/>
                </a:moveTo>
                <a:lnTo>
                  <a:pt x="30926" y="42398"/>
                </a:lnTo>
                <a:cubicBezTo>
                  <a:pt x="31595" y="15774"/>
                  <a:pt x="35601" y="6899"/>
                  <a:pt x="46503" y="6899"/>
                </a:cubicBezTo>
                <a:cubicBezTo>
                  <a:pt x="52957" y="6899"/>
                  <a:pt x="56960" y="10450"/>
                  <a:pt x="58739" y="17325"/>
                </a:cubicBezTo>
                <a:cubicBezTo>
                  <a:pt x="59852" y="21542"/>
                  <a:pt x="60297" y="27755"/>
                  <a:pt x="60742" y="39067"/>
                </a:cubicBezTo>
                <a:lnTo>
                  <a:pt x="60742" y="42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5">
            <a:extLst xmlns:a="http://schemas.openxmlformats.org/drawingml/2006/main">
              <a:ext uri="{FF2B5EF4-FFF2-40B4-BE49-F238E27FC236}">
                <a16:creationId xmlns:a16="http://schemas.microsoft.com/office/drawing/2014/main" id="{9499C55B-9B7B-4799-998C-75A2D142F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9684" y="426043"/>
            <a:ext cx="295730" cy="220341"/>
          </a:xfrm>
          <a:custGeom xmlns:a="http://schemas.openxmlformats.org/drawingml/2006/main">
            <a:pathLst>
              <a:path w="201808" h="150362">
                <a:moveTo>
                  <a:pt x="201808" y="150362"/>
                </a:moveTo>
                <a:lnTo>
                  <a:pt x="201808" y="144801"/>
                </a:lnTo>
                <a:cubicBezTo>
                  <a:pt x="184452" y="142577"/>
                  <a:pt x="182229" y="140129"/>
                  <a:pt x="182229" y="124339"/>
                </a:cubicBezTo>
                <a:lnTo>
                  <a:pt x="182229" y="26027"/>
                </a:lnTo>
                <a:cubicBezTo>
                  <a:pt x="182229" y="10012"/>
                  <a:pt x="185566" y="6678"/>
                  <a:pt x="201808" y="5565"/>
                </a:cubicBezTo>
                <a:lnTo>
                  <a:pt x="201808" y="0"/>
                </a:lnTo>
                <a:lnTo>
                  <a:pt x="145738" y="0"/>
                </a:lnTo>
                <a:lnTo>
                  <a:pt x="101239" y="104987"/>
                </a:lnTo>
                <a:lnTo>
                  <a:pt x="56739" y="0"/>
                </a:lnTo>
                <a:lnTo>
                  <a:pt x="445" y="0"/>
                </a:lnTo>
                <a:lnTo>
                  <a:pt x="445" y="5565"/>
                </a:lnTo>
                <a:cubicBezTo>
                  <a:pt x="16687" y="6899"/>
                  <a:pt x="20248" y="9791"/>
                  <a:pt x="20248" y="21359"/>
                </a:cubicBezTo>
                <a:lnTo>
                  <a:pt x="20248" y="127007"/>
                </a:lnTo>
                <a:cubicBezTo>
                  <a:pt x="20248" y="140354"/>
                  <a:pt x="17356" y="143022"/>
                  <a:pt x="0" y="144801"/>
                </a:cubicBezTo>
                <a:lnTo>
                  <a:pt x="0" y="150362"/>
                </a:lnTo>
                <a:lnTo>
                  <a:pt x="52064" y="150362"/>
                </a:lnTo>
                <a:lnTo>
                  <a:pt x="52064" y="144801"/>
                </a:lnTo>
                <a:cubicBezTo>
                  <a:pt x="33819" y="143467"/>
                  <a:pt x="29592" y="139240"/>
                  <a:pt x="29592" y="122780"/>
                </a:cubicBezTo>
                <a:lnTo>
                  <a:pt x="29592" y="18242"/>
                </a:lnTo>
                <a:lnTo>
                  <a:pt x="85662" y="150362"/>
                </a:lnTo>
                <a:lnTo>
                  <a:pt x="91671" y="150362"/>
                </a:lnTo>
                <a:lnTo>
                  <a:pt x="147741" y="14908"/>
                </a:lnTo>
                <a:lnTo>
                  <a:pt x="147741" y="128121"/>
                </a:lnTo>
                <a:cubicBezTo>
                  <a:pt x="147741" y="140574"/>
                  <a:pt x="144625" y="143246"/>
                  <a:pt x="127938" y="144801"/>
                </a:cubicBezTo>
                <a:lnTo>
                  <a:pt x="127938" y="150362"/>
                </a:lnTo>
                <a:lnTo>
                  <a:pt x="201808" y="1503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path-56">
            <a:extLst xmlns:a="http://schemas.openxmlformats.org/drawingml/2006/main">
              <a:ext uri="{FF2B5EF4-FFF2-40B4-BE49-F238E27FC236}">
                <a16:creationId xmlns:a16="http://schemas.microsoft.com/office/drawing/2014/main" id="{94788CBD-565B-4769-80D2-270A51A87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1066" y="492273"/>
            <a:ext cx="150962" cy="158569"/>
          </a:xfrm>
          <a:custGeom xmlns:a="http://schemas.openxmlformats.org/drawingml/2006/main">
            <a:pathLst>
              <a:path w="103018" h="108209">
                <a:moveTo>
                  <a:pt x="103018" y="95528"/>
                </a:moveTo>
                <a:lnTo>
                  <a:pt x="99680" y="90860"/>
                </a:lnTo>
                <a:lnTo>
                  <a:pt x="97456" y="93080"/>
                </a:lnTo>
                <a:cubicBezTo>
                  <a:pt x="96788" y="93749"/>
                  <a:pt x="96122" y="93970"/>
                  <a:pt x="95009" y="93970"/>
                </a:cubicBezTo>
                <a:cubicBezTo>
                  <a:pt x="91892" y="93970"/>
                  <a:pt x="90337" y="92191"/>
                  <a:pt x="90337" y="88415"/>
                </a:cubicBezTo>
                <a:lnTo>
                  <a:pt x="90337" y="30417"/>
                </a:lnTo>
                <a:cubicBezTo>
                  <a:pt x="90337" y="11560"/>
                  <a:pt x="73426" y="0"/>
                  <a:pt x="46279" y="0"/>
                </a:cubicBezTo>
                <a:cubicBezTo>
                  <a:pt x="21138" y="0"/>
                  <a:pt x="4227" y="11336"/>
                  <a:pt x="4227" y="27976"/>
                </a:cubicBezTo>
                <a:cubicBezTo>
                  <a:pt x="4227" y="37295"/>
                  <a:pt x="9567" y="42619"/>
                  <a:pt x="18690" y="42619"/>
                </a:cubicBezTo>
                <a:cubicBezTo>
                  <a:pt x="27589" y="42619"/>
                  <a:pt x="33819" y="37295"/>
                  <a:pt x="33819" y="29751"/>
                </a:cubicBezTo>
                <a:cubicBezTo>
                  <a:pt x="33819" y="26645"/>
                  <a:pt x="32708" y="23762"/>
                  <a:pt x="29816" y="20211"/>
                </a:cubicBezTo>
                <a:cubicBezTo>
                  <a:pt x="27813" y="17994"/>
                  <a:pt x="27144" y="16663"/>
                  <a:pt x="27144" y="15332"/>
                </a:cubicBezTo>
                <a:cubicBezTo>
                  <a:pt x="27144" y="10671"/>
                  <a:pt x="33153" y="7123"/>
                  <a:pt x="41162" y="7123"/>
                </a:cubicBezTo>
                <a:cubicBezTo>
                  <a:pt x="54291" y="7123"/>
                  <a:pt x="59852" y="13112"/>
                  <a:pt x="59852" y="26645"/>
                </a:cubicBezTo>
                <a:lnTo>
                  <a:pt x="59852" y="42843"/>
                </a:lnTo>
                <a:cubicBezTo>
                  <a:pt x="33819" y="50852"/>
                  <a:pt x="23362" y="54851"/>
                  <a:pt x="14908" y="60409"/>
                </a:cubicBezTo>
                <a:cubicBezTo>
                  <a:pt x="4896" y="67077"/>
                  <a:pt x="0" y="74855"/>
                  <a:pt x="0" y="84633"/>
                </a:cubicBezTo>
                <a:cubicBezTo>
                  <a:pt x="0" y="98197"/>
                  <a:pt x="10236" y="108209"/>
                  <a:pt x="24475" y="108209"/>
                </a:cubicBezTo>
                <a:cubicBezTo>
                  <a:pt x="37380" y="108209"/>
                  <a:pt x="47616" y="103761"/>
                  <a:pt x="59852" y="92635"/>
                </a:cubicBezTo>
                <a:cubicBezTo>
                  <a:pt x="62300" y="103982"/>
                  <a:pt x="67196" y="108209"/>
                  <a:pt x="78098" y="108209"/>
                </a:cubicBezTo>
                <a:cubicBezTo>
                  <a:pt x="87665" y="108209"/>
                  <a:pt x="94564" y="104651"/>
                  <a:pt x="103018" y="95528"/>
                </a:cubicBezTo>
                <a:moveTo>
                  <a:pt x="59632" y="82857"/>
                </a:moveTo>
                <a:cubicBezTo>
                  <a:pt x="53622" y="89746"/>
                  <a:pt x="49171" y="92411"/>
                  <a:pt x="43834" y="92411"/>
                </a:cubicBezTo>
                <a:cubicBezTo>
                  <a:pt x="37156" y="92411"/>
                  <a:pt x="32484" y="86412"/>
                  <a:pt x="32484" y="77520"/>
                </a:cubicBezTo>
                <a:cubicBezTo>
                  <a:pt x="32484" y="64633"/>
                  <a:pt x="41831" y="55520"/>
                  <a:pt x="59632" y="50628"/>
                </a:cubicBezTo>
                <a:lnTo>
                  <a:pt x="59632" y="828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path-57">
            <a:extLst xmlns:a="http://schemas.openxmlformats.org/drawingml/2006/main">
              <a:ext uri="{FF2B5EF4-FFF2-40B4-BE49-F238E27FC236}">
                <a16:creationId xmlns:a16="http://schemas.microsoft.com/office/drawing/2014/main" id="{3907D8EE-0B90-4123-8DB6-AB8DB0782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34093" y="492273"/>
            <a:ext cx="132051" cy="158569"/>
          </a:xfrm>
          <a:custGeom xmlns:a="http://schemas.openxmlformats.org/drawingml/2006/main">
            <a:pathLst>
              <a:path w="90113" h="108209">
                <a:moveTo>
                  <a:pt x="90113" y="84864"/>
                </a:moveTo>
                <a:lnTo>
                  <a:pt x="86107" y="80865"/>
                </a:lnTo>
                <a:cubicBezTo>
                  <a:pt x="77877" y="90194"/>
                  <a:pt x="72092" y="93304"/>
                  <a:pt x="62969" y="93304"/>
                </a:cubicBezTo>
                <a:cubicBezTo>
                  <a:pt x="43610" y="93304"/>
                  <a:pt x="31371" y="73979"/>
                  <a:pt x="31371" y="43770"/>
                </a:cubicBezTo>
                <a:cubicBezTo>
                  <a:pt x="31371" y="20893"/>
                  <a:pt x="38494" y="6899"/>
                  <a:pt x="50064" y="6899"/>
                </a:cubicBezTo>
                <a:cubicBezTo>
                  <a:pt x="53622" y="6899"/>
                  <a:pt x="56960" y="8674"/>
                  <a:pt x="58294" y="11119"/>
                </a:cubicBezTo>
                <a:cubicBezTo>
                  <a:pt x="59407" y="13119"/>
                  <a:pt x="59407" y="13119"/>
                  <a:pt x="59407" y="22448"/>
                </a:cubicBezTo>
                <a:cubicBezTo>
                  <a:pt x="59632" y="33554"/>
                  <a:pt x="63414" y="38439"/>
                  <a:pt x="71868" y="38439"/>
                </a:cubicBezTo>
                <a:cubicBezTo>
                  <a:pt x="81214" y="38439"/>
                  <a:pt x="86999" y="33109"/>
                  <a:pt x="86999" y="24445"/>
                </a:cubicBezTo>
                <a:cubicBezTo>
                  <a:pt x="86999" y="10674"/>
                  <a:pt x="72092" y="0"/>
                  <a:pt x="52733" y="0"/>
                </a:cubicBezTo>
                <a:cubicBezTo>
                  <a:pt x="22251" y="0"/>
                  <a:pt x="0" y="23335"/>
                  <a:pt x="0" y="55544"/>
                </a:cubicBezTo>
                <a:cubicBezTo>
                  <a:pt x="0" y="86416"/>
                  <a:pt x="19804" y="108209"/>
                  <a:pt x="47616" y="108209"/>
                </a:cubicBezTo>
                <a:cubicBezTo>
                  <a:pt x="64748" y="108209"/>
                  <a:pt x="77208" y="101313"/>
                  <a:pt x="90113" y="8486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" name="path-58">
            <a:extLst xmlns:a="http://schemas.openxmlformats.org/drawingml/2006/main">
              <a:ext uri="{FF2B5EF4-FFF2-40B4-BE49-F238E27FC236}">
                <a16:creationId xmlns:a16="http://schemas.microsoft.com/office/drawing/2014/main" id="{5FF65186-5DA8-495B-87FC-BB56EE415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71035" y="426043"/>
            <a:ext cx="168898" cy="220341"/>
          </a:xfrm>
          <a:custGeom xmlns:a="http://schemas.openxmlformats.org/drawingml/2006/main">
            <a:pathLst>
              <a:path w="115257" h="150362">
                <a:moveTo>
                  <a:pt x="115257" y="150362"/>
                </a:moveTo>
                <a:lnTo>
                  <a:pt x="115257" y="145025"/>
                </a:lnTo>
                <a:cubicBezTo>
                  <a:pt x="107244" y="144356"/>
                  <a:pt x="104355" y="141022"/>
                  <a:pt x="104355" y="131686"/>
                </a:cubicBezTo>
                <a:lnTo>
                  <a:pt x="104355" y="76556"/>
                </a:lnTo>
                <a:cubicBezTo>
                  <a:pt x="104355" y="57435"/>
                  <a:pt x="92561" y="45196"/>
                  <a:pt x="74315" y="45196"/>
                </a:cubicBezTo>
                <a:cubicBezTo>
                  <a:pt x="62524" y="45196"/>
                  <a:pt x="54291" y="49647"/>
                  <a:pt x="42721" y="62551"/>
                </a:cubicBezTo>
                <a:lnTo>
                  <a:pt x="42721" y="0"/>
                </a:lnTo>
                <a:lnTo>
                  <a:pt x="0" y="0"/>
                </a:lnTo>
                <a:lnTo>
                  <a:pt x="0" y="5340"/>
                </a:lnTo>
                <a:cubicBezTo>
                  <a:pt x="10236" y="7347"/>
                  <a:pt x="11791" y="9126"/>
                  <a:pt x="11791" y="18255"/>
                </a:cubicBezTo>
                <a:lnTo>
                  <a:pt x="11791" y="131686"/>
                </a:lnTo>
                <a:cubicBezTo>
                  <a:pt x="11791" y="141022"/>
                  <a:pt x="10012" y="143022"/>
                  <a:pt x="0" y="145025"/>
                </a:cubicBezTo>
                <a:lnTo>
                  <a:pt x="0" y="150362"/>
                </a:lnTo>
                <a:lnTo>
                  <a:pt x="53622" y="150362"/>
                </a:lnTo>
                <a:lnTo>
                  <a:pt x="53622" y="145025"/>
                </a:lnTo>
                <a:cubicBezTo>
                  <a:pt x="45389" y="143912"/>
                  <a:pt x="42721" y="140578"/>
                  <a:pt x="42721" y="132351"/>
                </a:cubicBezTo>
                <a:lnTo>
                  <a:pt x="42721" y="72998"/>
                </a:lnTo>
                <a:cubicBezTo>
                  <a:pt x="42721" y="72109"/>
                  <a:pt x="44279" y="69888"/>
                  <a:pt x="46503" y="67885"/>
                </a:cubicBezTo>
                <a:cubicBezTo>
                  <a:pt x="51398" y="62772"/>
                  <a:pt x="56739" y="60103"/>
                  <a:pt x="61855" y="60103"/>
                </a:cubicBezTo>
                <a:cubicBezTo>
                  <a:pt x="69644" y="60103"/>
                  <a:pt x="73426" y="66106"/>
                  <a:pt x="73426" y="78556"/>
                </a:cubicBezTo>
                <a:lnTo>
                  <a:pt x="73426" y="132351"/>
                </a:lnTo>
                <a:cubicBezTo>
                  <a:pt x="73426" y="140578"/>
                  <a:pt x="70533" y="144136"/>
                  <a:pt x="62969" y="145025"/>
                </a:cubicBezTo>
                <a:lnTo>
                  <a:pt x="62969" y="150362"/>
                </a:lnTo>
                <a:lnTo>
                  <a:pt x="115257" y="1503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" name="path-59">
            <a:extLst xmlns:a="http://schemas.openxmlformats.org/drawingml/2006/main">
              <a:ext uri="{FF2B5EF4-FFF2-40B4-BE49-F238E27FC236}">
                <a16:creationId xmlns:a16="http://schemas.microsoft.com/office/drawing/2014/main" id="{1BE5DAA1-4286-447F-9E0B-4AAB35A73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52320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path-60">
            <a:extLst xmlns:a="http://schemas.openxmlformats.org/drawingml/2006/main">
              <a:ext uri="{FF2B5EF4-FFF2-40B4-BE49-F238E27FC236}">
                <a16:creationId xmlns:a16="http://schemas.microsoft.com/office/drawing/2014/main" id="{7E653377-17D0-488A-88FF-9890B18A7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44595" y="492273"/>
            <a:ext cx="168893" cy="154111"/>
          </a:xfrm>
          <a:custGeom xmlns:a="http://schemas.openxmlformats.org/drawingml/2006/main">
            <a:pathLst>
              <a:path w="115254" h="105167">
                <a:moveTo>
                  <a:pt x="115254" y="105167"/>
                </a:moveTo>
                <a:lnTo>
                  <a:pt x="115254" y="99830"/>
                </a:lnTo>
                <a:cubicBezTo>
                  <a:pt x="106579" y="99161"/>
                  <a:pt x="104352" y="96492"/>
                  <a:pt x="104352" y="87156"/>
                </a:cubicBezTo>
                <a:lnTo>
                  <a:pt x="104352" y="31361"/>
                </a:lnTo>
                <a:cubicBezTo>
                  <a:pt x="104352" y="12239"/>
                  <a:pt x="92561" y="0"/>
                  <a:pt x="74315" y="0"/>
                </a:cubicBezTo>
                <a:cubicBezTo>
                  <a:pt x="60966" y="0"/>
                  <a:pt x="50730" y="6233"/>
                  <a:pt x="42496" y="19355"/>
                </a:cubicBezTo>
                <a:lnTo>
                  <a:pt x="42496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788" y="9506"/>
                  <a:pt x="11791" y="11730"/>
                  <a:pt x="11791" y="21073"/>
                </a:cubicBezTo>
                <a:lnTo>
                  <a:pt x="11791" y="86480"/>
                </a:lnTo>
                <a:cubicBezTo>
                  <a:pt x="11791" y="95823"/>
                  <a:pt x="10012" y="97826"/>
                  <a:pt x="0" y="99830"/>
                </a:cubicBezTo>
                <a:lnTo>
                  <a:pt x="0" y="105167"/>
                </a:lnTo>
                <a:lnTo>
                  <a:pt x="53622" y="105167"/>
                </a:lnTo>
                <a:lnTo>
                  <a:pt x="53622" y="99830"/>
                </a:lnTo>
                <a:cubicBezTo>
                  <a:pt x="45389" y="98716"/>
                  <a:pt x="42721" y="95379"/>
                  <a:pt x="42721" y="87149"/>
                </a:cubicBezTo>
                <a:lnTo>
                  <a:pt x="42721" y="27748"/>
                </a:lnTo>
                <a:cubicBezTo>
                  <a:pt x="42721" y="26859"/>
                  <a:pt x="44276" y="24635"/>
                  <a:pt x="46503" y="22632"/>
                </a:cubicBezTo>
                <a:cubicBezTo>
                  <a:pt x="51398" y="17576"/>
                  <a:pt x="56736" y="14908"/>
                  <a:pt x="61855" y="14908"/>
                </a:cubicBezTo>
                <a:cubicBezTo>
                  <a:pt x="69644" y="14908"/>
                  <a:pt x="73426" y="20910"/>
                  <a:pt x="73426" y="33360"/>
                </a:cubicBezTo>
                <a:lnTo>
                  <a:pt x="73426" y="87156"/>
                </a:lnTo>
                <a:cubicBezTo>
                  <a:pt x="73426" y="95382"/>
                  <a:pt x="70533" y="98940"/>
                  <a:pt x="62966" y="99830"/>
                </a:cubicBezTo>
                <a:lnTo>
                  <a:pt x="62966" y="105167"/>
                </a:lnTo>
                <a:lnTo>
                  <a:pt x="115254" y="1051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path-61">
            <a:extLst xmlns:a="http://schemas.openxmlformats.org/drawingml/2006/main">
              <a:ext uri="{FF2B5EF4-FFF2-40B4-BE49-F238E27FC236}">
                <a16:creationId xmlns:a16="http://schemas.microsoft.com/office/drawing/2014/main" id="{995A3562-6CF7-4609-A69A-644161338D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27184" y="492273"/>
            <a:ext cx="130748" cy="158569"/>
          </a:xfrm>
          <a:custGeom xmlns:a="http://schemas.openxmlformats.org/drawingml/2006/main">
            <a:pathLst>
              <a:path w="89223" h="108209">
                <a:moveTo>
                  <a:pt x="89223" y="80410"/>
                </a:moveTo>
                <a:lnTo>
                  <a:pt x="83883" y="77300"/>
                </a:lnTo>
                <a:cubicBezTo>
                  <a:pt x="74760" y="88191"/>
                  <a:pt x="68085" y="92191"/>
                  <a:pt x="58518" y="92191"/>
                </a:cubicBezTo>
                <a:cubicBezTo>
                  <a:pt x="50064" y="92191"/>
                  <a:pt x="43386" y="88412"/>
                  <a:pt x="38938" y="80854"/>
                </a:cubicBezTo>
                <a:cubicBezTo>
                  <a:pt x="34712" y="73745"/>
                  <a:pt x="32929" y="66188"/>
                  <a:pt x="32040" y="50628"/>
                </a:cubicBezTo>
                <a:lnTo>
                  <a:pt x="88110" y="50628"/>
                </a:lnTo>
                <a:cubicBezTo>
                  <a:pt x="86775" y="32192"/>
                  <a:pt x="83438" y="21987"/>
                  <a:pt x="76539" y="13333"/>
                </a:cubicBezTo>
                <a:cubicBezTo>
                  <a:pt x="69420" y="4675"/>
                  <a:pt x="58963" y="0"/>
                  <a:pt x="46503" y="0"/>
                </a:cubicBezTo>
                <a:cubicBezTo>
                  <a:pt x="18690" y="0"/>
                  <a:pt x="0" y="21987"/>
                  <a:pt x="0" y="54407"/>
                </a:cubicBezTo>
                <a:cubicBezTo>
                  <a:pt x="0" y="86857"/>
                  <a:pt x="18245" y="108209"/>
                  <a:pt x="45834" y="108209"/>
                </a:cubicBezTo>
                <a:cubicBezTo>
                  <a:pt x="63858" y="108209"/>
                  <a:pt x="74760" y="101313"/>
                  <a:pt x="89223" y="80410"/>
                </a:cubicBezTo>
                <a:moveTo>
                  <a:pt x="60742" y="42398"/>
                </a:moveTo>
                <a:lnTo>
                  <a:pt x="30926" y="42398"/>
                </a:lnTo>
                <a:cubicBezTo>
                  <a:pt x="31595" y="15774"/>
                  <a:pt x="35601" y="6899"/>
                  <a:pt x="46503" y="6899"/>
                </a:cubicBezTo>
                <a:cubicBezTo>
                  <a:pt x="52957" y="6899"/>
                  <a:pt x="56960" y="10450"/>
                  <a:pt x="58739" y="17325"/>
                </a:cubicBezTo>
                <a:cubicBezTo>
                  <a:pt x="59852" y="21542"/>
                  <a:pt x="60297" y="27755"/>
                  <a:pt x="60742" y="39067"/>
                </a:cubicBezTo>
                <a:lnTo>
                  <a:pt x="60742" y="42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" name="path-62">
            <a:extLst xmlns:a="http://schemas.openxmlformats.org/drawingml/2006/main">
              <a:ext uri="{FF2B5EF4-FFF2-40B4-BE49-F238E27FC236}">
                <a16:creationId xmlns:a16="http://schemas.microsoft.com/office/drawing/2014/main" id="{D2F6743D-7A1E-4AB9-B15F-37E92CF43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50530" y="426043"/>
            <a:ext cx="223346" cy="226072"/>
          </a:xfrm>
          <a:custGeom xmlns:a="http://schemas.openxmlformats.org/drawingml/2006/main">
            <a:pathLst>
              <a:path w="152413" h="154273">
                <a:moveTo>
                  <a:pt x="152413" y="5565"/>
                </a:moveTo>
                <a:lnTo>
                  <a:pt x="152413" y="0"/>
                </a:lnTo>
                <a:lnTo>
                  <a:pt x="105021" y="0"/>
                </a:lnTo>
                <a:lnTo>
                  <a:pt x="105021" y="5565"/>
                </a:lnTo>
                <a:cubicBezTo>
                  <a:pt x="120818" y="6675"/>
                  <a:pt x="124155" y="8230"/>
                  <a:pt x="124155" y="15342"/>
                </a:cubicBezTo>
                <a:cubicBezTo>
                  <a:pt x="124155" y="18901"/>
                  <a:pt x="123490" y="21569"/>
                  <a:pt x="119708" y="31126"/>
                </a:cubicBezTo>
                <a:lnTo>
                  <a:pt x="91447" y="104260"/>
                </a:lnTo>
                <a:lnTo>
                  <a:pt x="60742" y="30016"/>
                </a:lnTo>
                <a:cubicBezTo>
                  <a:pt x="56515" y="20011"/>
                  <a:pt x="55625" y="17346"/>
                  <a:pt x="55625" y="14012"/>
                </a:cubicBezTo>
                <a:cubicBezTo>
                  <a:pt x="55625" y="8899"/>
                  <a:pt x="58963" y="6454"/>
                  <a:pt x="67420" y="6009"/>
                </a:cubicBezTo>
                <a:cubicBezTo>
                  <a:pt x="68530" y="6009"/>
                  <a:pt x="71423" y="5785"/>
                  <a:pt x="74760" y="5565"/>
                </a:cubicBezTo>
                <a:lnTo>
                  <a:pt x="74760" y="0"/>
                </a:lnTo>
                <a:lnTo>
                  <a:pt x="0" y="0"/>
                </a:lnTo>
                <a:lnTo>
                  <a:pt x="0" y="5565"/>
                </a:lnTo>
                <a:cubicBezTo>
                  <a:pt x="11126" y="7120"/>
                  <a:pt x="13129" y="8899"/>
                  <a:pt x="18690" y="21124"/>
                </a:cubicBezTo>
                <a:lnTo>
                  <a:pt x="75650" y="154273"/>
                </a:lnTo>
                <a:lnTo>
                  <a:pt x="81659" y="154273"/>
                </a:lnTo>
                <a:lnTo>
                  <a:pt x="132389" y="23789"/>
                </a:lnTo>
                <a:cubicBezTo>
                  <a:pt x="137729" y="10009"/>
                  <a:pt x="140842" y="7120"/>
                  <a:pt x="152413" y="556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" name="path-63">
            <a:extLst xmlns:a="http://schemas.openxmlformats.org/drawingml/2006/main">
              <a:ext uri="{FF2B5EF4-FFF2-40B4-BE49-F238E27FC236}">
                <a16:creationId xmlns:a16="http://schemas.microsoft.com/office/drawing/2014/main" id="{DCA8F967-D7A3-41C5-94CD-321F1BA03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2681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path-64">
            <a:extLst xmlns:a="http://schemas.openxmlformats.org/drawingml/2006/main">
              <a:ext uri="{FF2B5EF4-FFF2-40B4-BE49-F238E27FC236}">
                <a16:creationId xmlns:a16="http://schemas.microsoft.com/office/drawing/2014/main" id="{59FA7FD9-3A3F-46EC-B2F7-2EFF3B7EF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76259" y="492273"/>
            <a:ext cx="109554" cy="158569"/>
          </a:xfrm>
          <a:custGeom xmlns:a="http://schemas.openxmlformats.org/drawingml/2006/main">
            <a:pathLst>
              <a:path w="74760" h="108209">
                <a:moveTo>
                  <a:pt x="74760" y="74431"/>
                </a:moveTo>
                <a:cubicBezTo>
                  <a:pt x="74760" y="58661"/>
                  <a:pt x="66306" y="48886"/>
                  <a:pt x="44055" y="39777"/>
                </a:cubicBezTo>
                <a:cubicBezTo>
                  <a:pt x="28926" y="33337"/>
                  <a:pt x="22696" y="27782"/>
                  <a:pt x="22696" y="20228"/>
                </a:cubicBezTo>
                <a:cubicBezTo>
                  <a:pt x="22696" y="12898"/>
                  <a:pt x="28926" y="7344"/>
                  <a:pt x="37380" y="7344"/>
                </a:cubicBezTo>
                <a:cubicBezTo>
                  <a:pt x="43386" y="7344"/>
                  <a:pt x="49171" y="9788"/>
                  <a:pt x="54067" y="14453"/>
                </a:cubicBezTo>
                <a:cubicBezTo>
                  <a:pt x="58739" y="18897"/>
                  <a:pt x="61187" y="23117"/>
                  <a:pt x="64524" y="32668"/>
                </a:cubicBezTo>
                <a:lnTo>
                  <a:pt x="70088" y="32668"/>
                </a:lnTo>
                <a:lnTo>
                  <a:pt x="70088" y="448"/>
                </a:lnTo>
                <a:lnTo>
                  <a:pt x="65193" y="448"/>
                </a:lnTo>
                <a:cubicBezTo>
                  <a:pt x="63858" y="3786"/>
                  <a:pt x="62524" y="4896"/>
                  <a:pt x="59632" y="4896"/>
                </a:cubicBezTo>
                <a:cubicBezTo>
                  <a:pt x="58294" y="4896"/>
                  <a:pt x="56294" y="4451"/>
                  <a:pt x="52733" y="3341"/>
                </a:cubicBezTo>
                <a:cubicBezTo>
                  <a:pt x="45613" y="893"/>
                  <a:pt x="40493" y="0"/>
                  <a:pt x="35377" y="0"/>
                </a:cubicBezTo>
                <a:cubicBezTo>
                  <a:pt x="15129" y="0"/>
                  <a:pt x="445" y="13788"/>
                  <a:pt x="445" y="32447"/>
                </a:cubicBezTo>
                <a:cubicBezTo>
                  <a:pt x="445" y="47107"/>
                  <a:pt x="9567" y="57326"/>
                  <a:pt x="32040" y="66880"/>
                </a:cubicBezTo>
                <a:cubicBezTo>
                  <a:pt x="47392" y="73545"/>
                  <a:pt x="53402" y="79096"/>
                  <a:pt x="53402" y="86205"/>
                </a:cubicBezTo>
                <a:cubicBezTo>
                  <a:pt x="53402" y="94869"/>
                  <a:pt x="46723" y="100644"/>
                  <a:pt x="36711" y="100644"/>
                </a:cubicBezTo>
                <a:cubicBezTo>
                  <a:pt x="21138" y="100644"/>
                  <a:pt x="10902" y="90649"/>
                  <a:pt x="6230" y="71321"/>
                </a:cubicBezTo>
                <a:lnTo>
                  <a:pt x="0" y="71321"/>
                </a:lnTo>
                <a:lnTo>
                  <a:pt x="0" y="107988"/>
                </a:lnTo>
                <a:lnTo>
                  <a:pt x="5561" y="107988"/>
                </a:lnTo>
                <a:cubicBezTo>
                  <a:pt x="8009" y="103316"/>
                  <a:pt x="9343" y="101758"/>
                  <a:pt x="11346" y="101758"/>
                </a:cubicBezTo>
                <a:cubicBezTo>
                  <a:pt x="12460" y="101758"/>
                  <a:pt x="14239" y="102203"/>
                  <a:pt x="16466" y="103092"/>
                </a:cubicBezTo>
                <a:cubicBezTo>
                  <a:pt x="22917" y="105764"/>
                  <a:pt x="34263" y="108209"/>
                  <a:pt x="40493" y="108209"/>
                </a:cubicBezTo>
                <a:cubicBezTo>
                  <a:pt x="60742" y="108209"/>
                  <a:pt x="74760" y="94425"/>
                  <a:pt x="74760" y="7443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" name="path-65">
            <a:extLst xmlns:a="http://schemas.openxmlformats.org/drawingml/2006/main">
              <a:ext uri="{FF2B5EF4-FFF2-40B4-BE49-F238E27FC236}">
                <a16:creationId xmlns:a16="http://schemas.microsoft.com/office/drawing/2014/main" id="{2C085F0B-D137-4D0A-A235-783ABBAF6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0157" y="496094"/>
            <a:ext cx="169873" cy="154748"/>
          </a:xfrm>
          <a:custGeom xmlns:a="http://schemas.openxmlformats.org/drawingml/2006/main">
            <a:pathLst>
              <a:path w="115922" h="105601">
                <a:moveTo>
                  <a:pt x="115922" y="97996"/>
                </a:moveTo>
                <a:lnTo>
                  <a:pt x="115922" y="92880"/>
                </a:lnTo>
                <a:cubicBezTo>
                  <a:pt x="106134" y="92435"/>
                  <a:pt x="103462" y="89549"/>
                  <a:pt x="103462" y="79995"/>
                </a:cubicBezTo>
                <a:lnTo>
                  <a:pt x="103462" y="0"/>
                </a:lnTo>
                <a:lnTo>
                  <a:pt x="58742" y="0"/>
                </a:lnTo>
                <a:lnTo>
                  <a:pt x="58742" y="5340"/>
                </a:lnTo>
                <a:cubicBezTo>
                  <a:pt x="69864" y="6230"/>
                  <a:pt x="72536" y="8895"/>
                  <a:pt x="72536" y="18449"/>
                </a:cubicBezTo>
                <a:lnTo>
                  <a:pt x="72536" y="81326"/>
                </a:lnTo>
                <a:cubicBezTo>
                  <a:pt x="65193" y="88694"/>
                  <a:pt x="60742" y="91142"/>
                  <a:pt x="54291" y="91142"/>
                </a:cubicBezTo>
                <a:cubicBezTo>
                  <a:pt x="45168" y="91142"/>
                  <a:pt x="41831" y="86694"/>
                  <a:pt x="41831" y="75358"/>
                </a:cubicBezTo>
                <a:lnTo>
                  <a:pt x="41831" y="0"/>
                </a:lnTo>
                <a:lnTo>
                  <a:pt x="0" y="0"/>
                </a:lnTo>
                <a:lnTo>
                  <a:pt x="0" y="5340"/>
                </a:lnTo>
                <a:cubicBezTo>
                  <a:pt x="9123" y="7120"/>
                  <a:pt x="10902" y="9119"/>
                  <a:pt x="10902" y="18456"/>
                </a:cubicBezTo>
                <a:lnTo>
                  <a:pt x="10902" y="74468"/>
                </a:lnTo>
                <a:cubicBezTo>
                  <a:pt x="10902" y="94034"/>
                  <a:pt x="22027" y="105601"/>
                  <a:pt x="40497" y="105601"/>
                </a:cubicBezTo>
                <a:cubicBezTo>
                  <a:pt x="52067" y="105601"/>
                  <a:pt x="59852" y="102043"/>
                  <a:pt x="72757" y="90917"/>
                </a:cubicBezTo>
                <a:lnTo>
                  <a:pt x="72757" y="105381"/>
                </a:lnTo>
                <a:cubicBezTo>
                  <a:pt x="82324" y="102043"/>
                  <a:pt x="87665" y="101154"/>
                  <a:pt x="102128" y="99595"/>
                </a:cubicBezTo>
                <a:lnTo>
                  <a:pt x="115922" y="9799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" name="path-66">
            <a:extLst xmlns:a="http://schemas.openxmlformats.org/drawingml/2006/main">
              <a:ext uri="{FF2B5EF4-FFF2-40B4-BE49-F238E27FC236}">
                <a16:creationId xmlns:a16="http://schemas.microsoft.com/office/drawing/2014/main" id="{6633D227-326C-4605-B5D3-BF3F3681B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84379" y="492273"/>
            <a:ext cx="150962" cy="158569"/>
          </a:xfrm>
          <a:custGeom xmlns:a="http://schemas.openxmlformats.org/drawingml/2006/main">
            <a:pathLst>
              <a:path w="103018" h="108209">
                <a:moveTo>
                  <a:pt x="103018" y="95528"/>
                </a:moveTo>
                <a:lnTo>
                  <a:pt x="99680" y="90860"/>
                </a:lnTo>
                <a:lnTo>
                  <a:pt x="97456" y="93080"/>
                </a:lnTo>
                <a:cubicBezTo>
                  <a:pt x="96788" y="93749"/>
                  <a:pt x="96122" y="93970"/>
                  <a:pt x="95009" y="93970"/>
                </a:cubicBezTo>
                <a:cubicBezTo>
                  <a:pt x="91892" y="93970"/>
                  <a:pt x="90337" y="92191"/>
                  <a:pt x="90337" y="88415"/>
                </a:cubicBezTo>
                <a:lnTo>
                  <a:pt x="90337" y="30417"/>
                </a:lnTo>
                <a:cubicBezTo>
                  <a:pt x="90337" y="11560"/>
                  <a:pt x="73426" y="0"/>
                  <a:pt x="46279" y="0"/>
                </a:cubicBezTo>
                <a:cubicBezTo>
                  <a:pt x="21138" y="0"/>
                  <a:pt x="4227" y="11336"/>
                  <a:pt x="4227" y="27976"/>
                </a:cubicBezTo>
                <a:cubicBezTo>
                  <a:pt x="4227" y="37295"/>
                  <a:pt x="9567" y="42619"/>
                  <a:pt x="18690" y="42619"/>
                </a:cubicBezTo>
                <a:cubicBezTo>
                  <a:pt x="27589" y="42619"/>
                  <a:pt x="33819" y="37295"/>
                  <a:pt x="33819" y="29751"/>
                </a:cubicBezTo>
                <a:cubicBezTo>
                  <a:pt x="33819" y="26645"/>
                  <a:pt x="32708" y="23762"/>
                  <a:pt x="29816" y="20211"/>
                </a:cubicBezTo>
                <a:cubicBezTo>
                  <a:pt x="27813" y="17994"/>
                  <a:pt x="27144" y="16663"/>
                  <a:pt x="27144" y="15332"/>
                </a:cubicBezTo>
                <a:cubicBezTo>
                  <a:pt x="27144" y="10671"/>
                  <a:pt x="33153" y="7123"/>
                  <a:pt x="41162" y="7123"/>
                </a:cubicBezTo>
                <a:cubicBezTo>
                  <a:pt x="54291" y="7123"/>
                  <a:pt x="59852" y="13112"/>
                  <a:pt x="59852" y="26645"/>
                </a:cubicBezTo>
                <a:lnTo>
                  <a:pt x="59852" y="42843"/>
                </a:lnTo>
                <a:cubicBezTo>
                  <a:pt x="33819" y="50852"/>
                  <a:pt x="23362" y="54851"/>
                  <a:pt x="14908" y="60409"/>
                </a:cubicBezTo>
                <a:cubicBezTo>
                  <a:pt x="4896" y="67077"/>
                  <a:pt x="0" y="74855"/>
                  <a:pt x="0" y="84633"/>
                </a:cubicBezTo>
                <a:cubicBezTo>
                  <a:pt x="0" y="98197"/>
                  <a:pt x="10236" y="108209"/>
                  <a:pt x="24475" y="108209"/>
                </a:cubicBezTo>
                <a:cubicBezTo>
                  <a:pt x="37380" y="108209"/>
                  <a:pt x="47616" y="103761"/>
                  <a:pt x="59852" y="92635"/>
                </a:cubicBezTo>
                <a:cubicBezTo>
                  <a:pt x="62300" y="103982"/>
                  <a:pt x="67196" y="108209"/>
                  <a:pt x="78098" y="108209"/>
                </a:cubicBezTo>
                <a:cubicBezTo>
                  <a:pt x="87665" y="108209"/>
                  <a:pt x="94564" y="104651"/>
                  <a:pt x="103018" y="95528"/>
                </a:cubicBezTo>
                <a:moveTo>
                  <a:pt x="59632" y="82857"/>
                </a:moveTo>
                <a:cubicBezTo>
                  <a:pt x="53622" y="89746"/>
                  <a:pt x="49171" y="92411"/>
                  <a:pt x="43834" y="92411"/>
                </a:cubicBezTo>
                <a:cubicBezTo>
                  <a:pt x="37156" y="92411"/>
                  <a:pt x="32484" y="86412"/>
                  <a:pt x="32484" y="77520"/>
                </a:cubicBezTo>
                <a:cubicBezTo>
                  <a:pt x="32484" y="64633"/>
                  <a:pt x="41831" y="55520"/>
                  <a:pt x="59632" y="50628"/>
                </a:cubicBezTo>
                <a:lnTo>
                  <a:pt x="59632" y="828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" name="path-67">
            <a:extLst xmlns:a="http://schemas.openxmlformats.org/drawingml/2006/main">
              <a:ext uri="{FF2B5EF4-FFF2-40B4-BE49-F238E27FC236}">
                <a16:creationId xmlns:a16="http://schemas.microsoft.com/office/drawing/2014/main" id="{79646654-8738-4FCF-8D2C-343F40847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44470" y="426043"/>
            <a:ext cx="77926" cy="220341"/>
          </a:xfrm>
          <a:custGeom xmlns:a="http://schemas.openxmlformats.org/drawingml/2006/main">
            <a:pathLst>
              <a:path w="53177" h="150362">
                <a:moveTo>
                  <a:pt x="53177" y="150362"/>
                </a:moveTo>
                <a:lnTo>
                  <a:pt x="53177" y="145025"/>
                </a:lnTo>
                <a:cubicBezTo>
                  <a:pt x="45837" y="144801"/>
                  <a:pt x="42276" y="140574"/>
                  <a:pt x="42276" y="131679"/>
                </a:cubicBezTo>
                <a:lnTo>
                  <a:pt x="42276" y="0"/>
                </a:lnTo>
                <a:lnTo>
                  <a:pt x="0" y="0"/>
                </a:lnTo>
                <a:lnTo>
                  <a:pt x="0" y="5340"/>
                </a:lnTo>
                <a:cubicBezTo>
                  <a:pt x="7788" y="6009"/>
                  <a:pt x="11346" y="10012"/>
                  <a:pt x="11346" y="18242"/>
                </a:cubicBezTo>
                <a:lnTo>
                  <a:pt x="11346" y="131679"/>
                </a:lnTo>
                <a:cubicBezTo>
                  <a:pt x="11346" y="139909"/>
                  <a:pt x="7564" y="144356"/>
                  <a:pt x="0" y="145025"/>
                </a:cubicBezTo>
                <a:lnTo>
                  <a:pt x="0" y="150362"/>
                </a:lnTo>
                <a:lnTo>
                  <a:pt x="53177" y="15036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" name="path-68">
            <a:extLst xmlns:a="http://schemas.openxmlformats.org/drawingml/2006/main">
              <a:ext uri="{FF2B5EF4-FFF2-40B4-BE49-F238E27FC236}">
                <a16:creationId xmlns:a16="http://schemas.microsoft.com/office/drawing/2014/main" id="{004874F3-6AA7-4422-A2CF-93098BE05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16626" y="426043"/>
            <a:ext cx="190415" cy="220341"/>
          </a:xfrm>
          <a:custGeom xmlns:a="http://schemas.openxmlformats.org/drawingml/2006/main">
            <a:pathLst>
              <a:path w="129941" h="150362">
                <a:moveTo>
                  <a:pt x="129941" y="40487"/>
                </a:moveTo>
                <a:cubicBezTo>
                  <a:pt x="129941" y="14684"/>
                  <a:pt x="108803" y="0"/>
                  <a:pt x="71647" y="0"/>
                </a:cubicBezTo>
                <a:lnTo>
                  <a:pt x="0" y="0"/>
                </a:lnTo>
                <a:lnTo>
                  <a:pt x="0" y="5565"/>
                </a:lnTo>
                <a:cubicBezTo>
                  <a:pt x="15577" y="6899"/>
                  <a:pt x="18690" y="10457"/>
                  <a:pt x="18690" y="26027"/>
                </a:cubicBezTo>
                <a:lnTo>
                  <a:pt x="18690" y="124339"/>
                </a:lnTo>
                <a:cubicBezTo>
                  <a:pt x="18690" y="138130"/>
                  <a:pt x="15797" y="142577"/>
                  <a:pt x="5340" y="143912"/>
                </a:cubicBezTo>
                <a:cubicBezTo>
                  <a:pt x="4672" y="143912"/>
                  <a:pt x="2448" y="144356"/>
                  <a:pt x="0" y="144801"/>
                </a:cubicBezTo>
                <a:lnTo>
                  <a:pt x="0" y="150362"/>
                </a:lnTo>
                <a:lnTo>
                  <a:pt x="74315" y="150362"/>
                </a:lnTo>
                <a:lnTo>
                  <a:pt x="74315" y="144801"/>
                </a:lnTo>
                <a:cubicBezTo>
                  <a:pt x="56739" y="142577"/>
                  <a:pt x="54736" y="140574"/>
                  <a:pt x="54736" y="124339"/>
                </a:cubicBezTo>
                <a:lnTo>
                  <a:pt x="54736" y="82970"/>
                </a:lnTo>
                <a:cubicBezTo>
                  <a:pt x="84772" y="82749"/>
                  <a:pt x="92340" y="82080"/>
                  <a:pt x="102128" y="78074"/>
                </a:cubicBezTo>
                <a:cubicBezTo>
                  <a:pt x="120153" y="71178"/>
                  <a:pt x="129941" y="57611"/>
                  <a:pt x="129941" y="40487"/>
                </a:cubicBezTo>
                <a:moveTo>
                  <a:pt x="91671" y="41597"/>
                </a:moveTo>
                <a:cubicBezTo>
                  <a:pt x="91671" y="55608"/>
                  <a:pt x="89003" y="64062"/>
                  <a:pt x="83217" y="69179"/>
                </a:cubicBezTo>
                <a:cubicBezTo>
                  <a:pt x="77877" y="73626"/>
                  <a:pt x="70533" y="75181"/>
                  <a:pt x="54736" y="75181"/>
                </a:cubicBezTo>
                <a:lnTo>
                  <a:pt x="54736" y="15573"/>
                </a:lnTo>
                <a:cubicBezTo>
                  <a:pt x="54736" y="10457"/>
                  <a:pt x="58518" y="7788"/>
                  <a:pt x="65862" y="7788"/>
                </a:cubicBezTo>
                <a:cubicBezTo>
                  <a:pt x="84328" y="7788"/>
                  <a:pt x="91671" y="17576"/>
                  <a:pt x="91671" y="41597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" name="path-69">
            <a:extLst xmlns:a="http://schemas.openxmlformats.org/drawingml/2006/main">
              <a:ext uri="{FF2B5EF4-FFF2-40B4-BE49-F238E27FC236}">
                <a16:creationId xmlns:a16="http://schemas.microsoft.com/office/drawing/2014/main" id="{749D139B-9031-49CE-9D4E-0E41AF033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9000" y="492273"/>
            <a:ext cx="130748" cy="158569"/>
          </a:xfrm>
          <a:custGeom xmlns:a="http://schemas.openxmlformats.org/drawingml/2006/main">
            <a:pathLst>
              <a:path w="89223" h="108209">
                <a:moveTo>
                  <a:pt x="89223" y="80410"/>
                </a:moveTo>
                <a:lnTo>
                  <a:pt x="83883" y="77300"/>
                </a:lnTo>
                <a:cubicBezTo>
                  <a:pt x="74760" y="88191"/>
                  <a:pt x="68085" y="92191"/>
                  <a:pt x="58518" y="92191"/>
                </a:cubicBezTo>
                <a:cubicBezTo>
                  <a:pt x="50064" y="92191"/>
                  <a:pt x="43386" y="88412"/>
                  <a:pt x="38938" y="80854"/>
                </a:cubicBezTo>
                <a:cubicBezTo>
                  <a:pt x="34712" y="73745"/>
                  <a:pt x="32929" y="66188"/>
                  <a:pt x="32040" y="50628"/>
                </a:cubicBezTo>
                <a:lnTo>
                  <a:pt x="88110" y="50628"/>
                </a:lnTo>
                <a:cubicBezTo>
                  <a:pt x="86775" y="32192"/>
                  <a:pt x="83438" y="21987"/>
                  <a:pt x="76539" y="13333"/>
                </a:cubicBezTo>
                <a:cubicBezTo>
                  <a:pt x="69420" y="4675"/>
                  <a:pt x="58963" y="0"/>
                  <a:pt x="46503" y="0"/>
                </a:cubicBezTo>
                <a:cubicBezTo>
                  <a:pt x="18690" y="0"/>
                  <a:pt x="0" y="21987"/>
                  <a:pt x="0" y="54407"/>
                </a:cubicBezTo>
                <a:cubicBezTo>
                  <a:pt x="0" y="86857"/>
                  <a:pt x="18245" y="108209"/>
                  <a:pt x="45834" y="108209"/>
                </a:cubicBezTo>
                <a:cubicBezTo>
                  <a:pt x="63858" y="108209"/>
                  <a:pt x="74760" y="101313"/>
                  <a:pt x="89223" y="80410"/>
                </a:cubicBezTo>
                <a:moveTo>
                  <a:pt x="60742" y="42398"/>
                </a:moveTo>
                <a:lnTo>
                  <a:pt x="30926" y="42398"/>
                </a:lnTo>
                <a:cubicBezTo>
                  <a:pt x="31595" y="15774"/>
                  <a:pt x="35601" y="6899"/>
                  <a:pt x="46503" y="6899"/>
                </a:cubicBezTo>
                <a:cubicBezTo>
                  <a:pt x="52957" y="6899"/>
                  <a:pt x="56960" y="10450"/>
                  <a:pt x="58739" y="17325"/>
                </a:cubicBezTo>
                <a:cubicBezTo>
                  <a:pt x="59852" y="21542"/>
                  <a:pt x="60297" y="27755"/>
                  <a:pt x="60742" y="39067"/>
                </a:cubicBezTo>
                <a:lnTo>
                  <a:pt x="60742" y="42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path-70">
            <a:extLst xmlns:a="http://schemas.openxmlformats.org/drawingml/2006/main">
              <a:ext uri="{FF2B5EF4-FFF2-40B4-BE49-F238E27FC236}">
                <a16:creationId xmlns:a16="http://schemas.microsoft.com/office/drawing/2014/main" id="{7A365700-8034-4D31-8058-C450EA2BB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5071" y="492273"/>
            <a:ext cx="132051" cy="154111"/>
          </a:xfrm>
          <a:custGeom xmlns:a="http://schemas.openxmlformats.org/drawingml/2006/main">
            <a:pathLst>
              <a:path w="90113" h="105167">
                <a:moveTo>
                  <a:pt x="90113" y="17356"/>
                </a:moveTo>
                <a:cubicBezTo>
                  <a:pt x="90113" y="7344"/>
                  <a:pt x="82549" y="0"/>
                  <a:pt x="72092" y="0"/>
                </a:cubicBezTo>
                <a:cubicBezTo>
                  <a:pt x="60966" y="0"/>
                  <a:pt x="52512" y="6009"/>
                  <a:pt x="42052" y="20914"/>
                </a:cubicBezTo>
                <a:lnTo>
                  <a:pt x="42052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567" y="9282"/>
                  <a:pt x="12015" y="12175"/>
                  <a:pt x="12015" y="21073"/>
                </a:cubicBezTo>
                <a:lnTo>
                  <a:pt x="12015" y="86480"/>
                </a:lnTo>
                <a:cubicBezTo>
                  <a:pt x="12015" y="95603"/>
                  <a:pt x="9791" y="98047"/>
                  <a:pt x="0" y="99830"/>
                </a:cubicBezTo>
                <a:lnTo>
                  <a:pt x="0" y="105167"/>
                </a:lnTo>
                <a:lnTo>
                  <a:pt x="59187" y="105167"/>
                </a:lnTo>
                <a:lnTo>
                  <a:pt x="59187" y="99830"/>
                </a:lnTo>
                <a:cubicBezTo>
                  <a:pt x="45613" y="98940"/>
                  <a:pt x="42945" y="96047"/>
                  <a:pt x="42945" y="82253"/>
                </a:cubicBezTo>
                <a:lnTo>
                  <a:pt x="42945" y="40208"/>
                </a:lnTo>
                <a:cubicBezTo>
                  <a:pt x="42945" y="28695"/>
                  <a:pt x="49175" y="19138"/>
                  <a:pt x="56515" y="19138"/>
                </a:cubicBezTo>
                <a:cubicBezTo>
                  <a:pt x="58297" y="19138"/>
                  <a:pt x="60297" y="20693"/>
                  <a:pt x="62745" y="24251"/>
                </a:cubicBezTo>
                <a:cubicBezTo>
                  <a:pt x="66972" y="30250"/>
                  <a:pt x="70309" y="32253"/>
                  <a:pt x="76094" y="32253"/>
                </a:cubicBezTo>
                <a:cubicBezTo>
                  <a:pt x="84328" y="32253"/>
                  <a:pt x="90113" y="26027"/>
                  <a:pt x="90113" y="1735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71">
            <a:extLst xmlns:a="http://schemas.openxmlformats.org/drawingml/2006/main">
              <a:ext uri="{FF2B5EF4-FFF2-40B4-BE49-F238E27FC236}">
                <a16:creationId xmlns:a16="http://schemas.microsoft.com/office/drawing/2014/main" id="{4EE1A41F-21D0-4EAA-B761-45A774E1A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3644" y="492273"/>
            <a:ext cx="132051" cy="158569"/>
          </a:xfrm>
          <a:custGeom xmlns:a="http://schemas.openxmlformats.org/drawingml/2006/main">
            <a:pathLst>
              <a:path w="90113" h="108209">
                <a:moveTo>
                  <a:pt x="90113" y="84864"/>
                </a:moveTo>
                <a:lnTo>
                  <a:pt x="86107" y="80865"/>
                </a:lnTo>
                <a:cubicBezTo>
                  <a:pt x="77877" y="90194"/>
                  <a:pt x="72092" y="93304"/>
                  <a:pt x="62969" y="93304"/>
                </a:cubicBezTo>
                <a:cubicBezTo>
                  <a:pt x="43610" y="93304"/>
                  <a:pt x="31371" y="73979"/>
                  <a:pt x="31371" y="43770"/>
                </a:cubicBezTo>
                <a:cubicBezTo>
                  <a:pt x="31371" y="20893"/>
                  <a:pt x="38494" y="6899"/>
                  <a:pt x="50064" y="6899"/>
                </a:cubicBezTo>
                <a:cubicBezTo>
                  <a:pt x="53622" y="6899"/>
                  <a:pt x="56960" y="8674"/>
                  <a:pt x="58294" y="11119"/>
                </a:cubicBezTo>
                <a:cubicBezTo>
                  <a:pt x="59407" y="13119"/>
                  <a:pt x="59407" y="13119"/>
                  <a:pt x="59407" y="22448"/>
                </a:cubicBezTo>
                <a:cubicBezTo>
                  <a:pt x="59632" y="33554"/>
                  <a:pt x="63414" y="38439"/>
                  <a:pt x="71868" y="38439"/>
                </a:cubicBezTo>
                <a:cubicBezTo>
                  <a:pt x="81214" y="38439"/>
                  <a:pt x="86999" y="33109"/>
                  <a:pt x="86999" y="24445"/>
                </a:cubicBezTo>
                <a:cubicBezTo>
                  <a:pt x="86999" y="10674"/>
                  <a:pt x="72092" y="0"/>
                  <a:pt x="52733" y="0"/>
                </a:cubicBezTo>
                <a:cubicBezTo>
                  <a:pt x="22251" y="0"/>
                  <a:pt x="0" y="23335"/>
                  <a:pt x="0" y="55544"/>
                </a:cubicBezTo>
                <a:cubicBezTo>
                  <a:pt x="0" y="86416"/>
                  <a:pt x="19804" y="108209"/>
                  <a:pt x="47616" y="108209"/>
                </a:cubicBezTo>
                <a:cubicBezTo>
                  <a:pt x="64748" y="108209"/>
                  <a:pt x="77208" y="101313"/>
                  <a:pt x="90113" y="8486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path-72">
            <a:extLst xmlns:a="http://schemas.openxmlformats.org/drawingml/2006/main">
              <a:ext uri="{FF2B5EF4-FFF2-40B4-BE49-F238E27FC236}">
                <a16:creationId xmlns:a16="http://schemas.microsoft.com/office/drawing/2014/main" id="{1D2E45DF-E7C2-4FD3-B4C4-9DCC2EBF3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38412" y="492273"/>
            <a:ext cx="130748" cy="158569"/>
          </a:xfrm>
          <a:custGeom xmlns:a="http://schemas.openxmlformats.org/drawingml/2006/main">
            <a:pathLst>
              <a:path w="89223" h="108209">
                <a:moveTo>
                  <a:pt x="89223" y="80410"/>
                </a:moveTo>
                <a:lnTo>
                  <a:pt x="83883" y="77300"/>
                </a:lnTo>
                <a:cubicBezTo>
                  <a:pt x="74760" y="88191"/>
                  <a:pt x="68085" y="92191"/>
                  <a:pt x="58518" y="92191"/>
                </a:cubicBezTo>
                <a:cubicBezTo>
                  <a:pt x="50064" y="92191"/>
                  <a:pt x="43386" y="88412"/>
                  <a:pt x="38938" y="80854"/>
                </a:cubicBezTo>
                <a:cubicBezTo>
                  <a:pt x="34712" y="73745"/>
                  <a:pt x="32929" y="66188"/>
                  <a:pt x="32040" y="50628"/>
                </a:cubicBezTo>
                <a:lnTo>
                  <a:pt x="88110" y="50628"/>
                </a:lnTo>
                <a:cubicBezTo>
                  <a:pt x="86775" y="32192"/>
                  <a:pt x="83438" y="21987"/>
                  <a:pt x="76539" y="13333"/>
                </a:cubicBezTo>
                <a:cubicBezTo>
                  <a:pt x="69420" y="4675"/>
                  <a:pt x="58963" y="0"/>
                  <a:pt x="46503" y="0"/>
                </a:cubicBezTo>
                <a:cubicBezTo>
                  <a:pt x="18690" y="0"/>
                  <a:pt x="0" y="21987"/>
                  <a:pt x="0" y="54407"/>
                </a:cubicBezTo>
                <a:cubicBezTo>
                  <a:pt x="0" y="86857"/>
                  <a:pt x="18245" y="108209"/>
                  <a:pt x="45834" y="108209"/>
                </a:cubicBezTo>
                <a:cubicBezTo>
                  <a:pt x="63858" y="108209"/>
                  <a:pt x="74760" y="101313"/>
                  <a:pt x="89223" y="80410"/>
                </a:cubicBezTo>
                <a:moveTo>
                  <a:pt x="60742" y="42398"/>
                </a:moveTo>
                <a:lnTo>
                  <a:pt x="30926" y="42398"/>
                </a:lnTo>
                <a:cubicBezTo>
                  <a:pt x="31595" y="15774"/>
                  <a:pt x="35601" y="6899"/>
                  <a:pt x="46503" y="6899"/>
                </a:cubicBezTo>
                <a:cubicBezTo>
                  <a:pt x="52957" y="6899"/>
                  <a:pt x="56960" y="10450"/>
                  <a:pt x="58739" y="17325"/>
                </a:cubicBezTo>
                <a:cubicBezTo>
                  <a:pt x="59852" y="21542"/>
                  <a:pt x="60297" y="27755"/>
                  <a:pt x="60742" y="39067"/>
                </a:cubicBezTo>
                <a:lnTo>
                  <a:pt x="60742" y="42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" name="path-73">
            <a:extLst xmlns:a="http://schemas.openxmlformats.org/drawingml/2006/main">
              <a:ext uri="{FF2B5EF4-FFF2-40B4-BE49-F238E27FC236}">
                <a16:creationId xmlns:a16="http://schemas.microsoft.com/office/drawing/2014/main" id="{8CC0F7BE-14C7-412B-85B1-C70929D1B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1224" y="492273"/>
            <a:ext cx="164654" cy="220824"/>
          </a:xfrm>
          <a:custGeom xmlns:a="http://schemas.openxmlformats.org/drawingml/2006/main">
            <a:pathLst>
              <a:path w="112361" h="150692">
                <a:moveTo>
                  <a:pt x="112361" y="51999"/>
                </a:moveTo>
                <a:cubicBezTo>
                  <a:pt x="112361" y="21124"/>
                  <a:pt x="95674" y="0"/>
                  <a:pt x="70978" y="0"/>
                </a:cubicBezTo>
                <a:cubicBezTo>
                  <a:pt x="57849" y="0"/>
                  <a:pt x="49840" y="5120"/>
                  <a:pt x="42941" y="18014"/>
                </a:cubicBezTo>
                <a:lnTo>
                  <a:pt x="42941" y="2607"/>
                </a:lnTo>
                <a:lnTo>
                  <a:pt x="445" y="2607"/>
                </a:lnTo>
                <a:lnTo>
                  <a:pt x="445" y="7948"/>
                </a:lnTo>
                <a:cubicBezTo>
                  <a:pt x="10233" y="9506"/>
                  <a:pt x="12460" y="11730"/>
                  <a:pt x="12460" y="21067"/>
                </a:cubicBezTo>
                <a:lnTo>
                  <a:pt x="12460" y="132453"/>
                </a:lnTo>
                <a:cubicBezTo>
                  <a:pt x="12460" y="141572"/>
                  <a:pt x="10678" y="143572"/>
                  <a:pt x="0" y="145351"/>
                </a:cubicBezTo>
                <a:lnTo>
                  <a:pt x="0" y="150692"/>
                </a:lnTo>
                <a:lnTo>
                  <a:pt x="60742" y="150692"/>
                </a:lnTo>
                <a:lnTo>
                  <a:pt x="60742" y="146017"/>
                </a:lnTo>
                <a:cubicBezTo>
                  <a:pt x="47168" y="145351"/>
                  <a:pt x="43386" y="140904"/>
                  <a:pt x="43386" y="126006"/>
                </a:cubicBezTo>
                <a:lnTo>
                  <a:pt x="43386" y="94645"/>
                </a:lnTo>
                <a:cubicBezTo>
                  <a:pt x="54067" y="105102"/>
                  <a:pt x="59852" y="107991"/>
                  <a:pt x="69640" y="107991"/>
                </a:cubicBezTo>
                <a:cubicBezTo>
                  <a:pt x="94564" y="107991"/>
                  <a:pt x="112361" y="84864"/>
                  <a:pt x="112361" y="51965"/>
                </a:cubicBezTo>
                <a:lnTo>
                  <a:pt x="112361" y="51999"/>
                </a:lnTo>
                <a:moveTo>
                  <a:pt x="79432" y="55075"/>
                </a:moveTo>
                <a:cubicBezTo>
                  <a:pt x="79432" y="82640"/>
                  <a:pt x="73202" y="95755"/>
                  <a:pt x="60521" y="95755"/>
                </a:cubicBezTo>
                <a:cubicBezTo>
                  <a:pt x="53177" y="95755"/>
                  <a:pt x="46723" y="90642"/>
                  <a:pt x="43386" y="82195"/>
                </a:cubicBezTo>
                <a:lnTo>
                  <a:pt x="43386" y="28179"/>
                </a:lnTo>
                <a:cubicBezTo>
                  <a:pt x="43386" y="26621"/>
                  <a:pt x="45389" y="23066"/>
                  <a:pt x="48058" y="20177"/>
                </a:cubicBezTo>
                <a:cubicBezTo>
                  <a:pt x="52509" y="15349"/>
                  <a:pt x="57628" y="12684"/>
                  <a:pt x="62521" y="12684"/>
                </a:cubicBezTo>
                <a:cubicBezTo>
                  <a:pt x="74091" y="12684"/>
                  <a:pt x="79432" y="26013"/>
                  <a:pt x="79432" y="55109"/>
                </a:cubicBezTo>
                <a:lnTo>
                  <a:pt x="79432" y="5507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" name="path-74">
            <a:extLst xmlns:a="http://schemas.openxmlformats.org/drawingml/2006/main">
              <a:ext uri="{FF2B5EF4-FFF2-40B4-BE49-F238E27FC236}">
                <a16:creationId xmlns:a16="http://schemas.microsoft.com/office/drawing/2014/main" id="{3F340EEA-8BF7-4D04-8D32-A0B4E9F9C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59573" y="440994"/>
            <a:ext cx="101728" cy="209211"/>
          </a:xfrm>
          <a:custGeom xmlns:a="http://schemas.openxmlformats.org/drawingml/2006/main">
            <a:pathLst>
              <a:path w="69420" h="142767">
                <a:moveTo>
                  <a:pt x="69420" y="117858"/>
                </a:moveTo>
                <a:lnTo>
                  <a:pt x="63858" y="115413"/>
                </a:lnTo>
                <a:cubicBezTo>
                  <a:pt x="59407" y="123860"/>
                  <a:pt x="55849" y="126970"/>
                  <a:pt x="51178" y="126970"/>
                </a:cubicBezTo>
                <a:cubicBezTo>
                  <a:pt x="44948" y="126970"/>
                  <a:pt x="42500" y="123191"/>
                  <a:pt x="42500" y="114299"/>
                </a:cubicBezTo>
                <a:lnTo>
                  <a:pt x="42500" y="47392"/>
                </a:lnTo>
                <a:lnTo>
                  <a:pt x="63414" y="47392"/>
                </a:lnTo>
                <a:lnTo>
                  <a:pt x="63414" y="37601"/>
                </a:lnTo>
                <a:lnTo>
                  <a:pt x="42500" y="37601"/>
                </a:lnTo>
                <a:lnTo>
                  <a:pt x="42500" y="0"/>
                </a:lnTo>
                <a:lnTo>
                  <a:pt x="36935" y="0"/>
                </a:lnTo>
                <a:cubicBezTo>
                  <a:pt x="23365" y="19135"/>
                  <a:pt x="14463" y="29147"/>
                  <a:pt x="0" y="41386"/>
                </a:cubicBezTo>
                <a:lnTo>
                  <a:pt x="0" y="47392"/>
                </a:lnTo>
                <a:lnTo>
                  <a:pt x="11571" y="47392"/>
                </a:lnTo>
                <a:lnTo>
                  <a:pt x="11571" y="119413"/>
                </a:lnTo>
                <a:cubicBezTo>
                  <a:pt x="11571" y="133869"/>
                  <a:pt x="21138" y="142767"/>
                  <a:pt x="36491" y="142767"/>
                </a:cubicBezTo>
                <a:cubicBezTo>
                  <a:pt x="51398" y="142767"/>
                  <a:pt x="60300" y="136093"/>
                  <a:pt x="69420" y="11785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" name="path-75">
            <a:extLst xmlns:a="http://schemas.openxmlformats.org/drawingml/2006/main">
              <a:ext uri="{FF2B5EF4-FFF2-40B4-BE49-F238E27FC236}">
                <a16:creationId xmlns:a16="http://schemas.microsoft.com/office/drawing/2014/main" id="{3267B259-96C1-4B55-B46C-E9D69650C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6846" y="421237"/>
            <a:ext cx="77926" cy="225147"/>
          </a:xfrm>
          <a:custGeom xmlns:a="http://schemas.openxmlformats.org/drawingml/2006/main">
            <a:pathLst>
              <a:path w="53177" h="153642">
                <a:moveTo>
                  <a:pt x="53177" y="153642"/>
                </a:moveTo>
                <a:lnTo>
                  <a:pt x="53177" y="148305"/>
                </a:lnTo>
                <a:cubicBezTo>
                  <a:pt x="45389" y="147191"/>
                  <a:pt x="42721" y="144078"/>
                  <a:pt x="42721" y="135624"/>
                </a:cubicBezTo>
                <a:lnTo>
                  <a:pt x="42721" y="51083"/>
                </a:lnTo>
                <a:lnTo>
                  <a:pt x="0" y="51083"/>
                </a:lnTo>
                <a:lnTo>
                  <a:pt x="0" y="56423"/>
                </a:lnTo>
                <a:cubicBezTo>
                  <a:pt x="9791" y="58426"/>
                  <a:pt x="11791" y="60429"/>
                  <a:pt x="11791" y="69549"/>
                </a:cubicBezTo>
                <a:lnTo>
                  <a:pt x="11791" y="134955"/>
                </a:lnTo>
                <a:cubicBezTo>
                  <a:pt x="11791" y="144078"/>
                  <a:pt x="10236" y="145857"/>
                  <a:pt x="0" y="148305"/>
                </a:cubicBezTo>
                <a:lnTo>
                  <a:pt x="0" y="153642"/>
                </a:lnTo>
                <a:lnTo>
                  <a:pt x="53177" y="153642"/>
                </a:lnTo>
                <a:moveTo>
                  <a:pt x="44055" y="17135"/>
                </a:moveTo>
                <a:cubicBezTo>
                  <a:pt x="44055" y="7344"/>
                  <a:pt x="36491" y="0"/>
                  <a:pt x="26923" y="0"/>
                </a:cubicBezTo>
                <a:cubicBezTo>
                  <a:pt x="17356" y="0"/>
                  <a:pt x="9791" y="7344"/>
                  <a:pt x="9791" y="17135"/>
                </a:cubicBezTo>
                <a:cubicBezTo>
                  <a:pt x="9791" y="26923"/>
                  <a:pt x="17356" y="34267"/>
                  <a:pt x="26923" y="34267"/>
                </a:cubicBezTo>
                <a:cubicBezTo>
                  <a:pt x="36491" y="34267"/>
                  <a:pt x="44055" y="26923"/>
                  <a:pt x="44055" y="171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" name="path-76">
            <a:extLst xmlns:a="http://schemas.openxmlformats.org/drawingml/2006/main">
              <a:ext uri="{FF2B5EF4-FFF2-40B4-BE49-F238E27FC236}">
                <a16:creationId xmlns:a16="http://schemas.microsoft.com/office/drawing/2014/main" id="{A3EA5C28-DD5C-47D7-A3DE-0FCD3DAD2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60423" y="492273"/>
            <a:ext cx="147051" cy="158569"/>
          </a:xfrm>
          <a:custGeom xmlns:a="http://schemas.openxmlformats.org/drawingml/2006/main">
            <a:pathLst>
              <a:path w="100349" h="108209">
                <a:moveTo>
                  <a:pt x="100349" y="54216"/>
                </a:moveTo>
                <a:cubicBezTo>
                  <a:pt x="100349" y="23117"/>
                  <a:pt x="78987" y="0"/>
                  <a:pt x="50285" y="0"/>
                </a:cubicBezTo>
                <a:cubicBezTo>
                  <a:pt x="22027" y="0"/>
                  <a:pt x="0" y="23338"/>
                  <a:pt x="0" y="53551"/>
                </a:cubicBezTo>
                <a:cubicBezTo>
                  <a:pt x="0" y="85319"/>
                  <a:pt x="21138" y="108209"/>
                  <a:pt x="50285" y="108209"/>
                </a:cubicBezTo>
                <a:cubicBezTo>
                  <a:pt x="78987" y="108209"/>
                  <a:pt x="100349" y="85095"/>
                  <a:pt x="100349" y="54216"/>
                </a:cubicBezTo>
                <a:moveTo>
                  <a:pt x="67641" y="55551"/>
                </a:moveTo>
                <a:cubicBezTo>
                  <a:pt x="67641" y="89760"/>
                  <a:pt x="63190" y="101313"/>
                  <a:pt x="50285" y="101313"/>
                </a:cubicBezTo>
                <a:cubicBezTo>
                  <a:pt x="37156" y="101313"/>
                  <a:pt x="32708" y="89984"/>
                  <a:pt x="32708" y="57550"/>
                </a:cubicBezTo>
                <a:cubicBezTo>
                  <a:pt x="32708" y="18452"/>
                  <a:pt x="36711" y="6899"/>
                  <a:pt x="50509" y="6899"/>
                </a:cubicBezTo>
                <a:cubicBezTo>
                  <a:pt x="63414" y="6899"/>
                  <a:pt x="67641" y="19118"/>
                  <a:pt x="67641" y="5555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" name="path-77">
            <a:extLst xmlns:a="http://schemas.openxmlformats.org/drawingml/2006/main">
              <a:ext uri="{FF2B5EF4-FFF2-40B4-BE49-F238E27FC236}">
                <a16:creationId xmlns:a16="http://schemas.microsoft.com/office/drawing/2014/main" id="{1FBA755C-922A-452D-99C7-CB1FA0D12D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22146" y="492273"/>
            <a:ext cx="168893" cy="154111"/>
          </a:xfrm>
          <a:custGeom xmlns:a="http://schemas.openxmlformats.org/drawingml/2006/main">
            <a:pathLst>
              <a:path w="115254" h="105167">
                <a:moveTo>
                  <a:pt x="115254" y="105167"/>
                </a:moveTo>
                <a:lnTo>
                  <a:pt x="115254" y="99830"/>
                </a:lnTo>
                <a:cubicBezTo>
                  <a:pt x="106579" y="99161"/>
                  <a:pt x="104352" y="96492"/>
                  <a:pt x="104352" y="87156"/>
                </a:cubicBezTo>
                <a:lnTo>
                  <a:pt x="104352" y="31361"/>
                </a:lnTo>
                <a:cubicBezTo>
                  <a:pt x="104352" y="12239"/>
                  <a:pt x="92561" y="0"/>
                  <a:pt x="74315" y="0"/>
                </a:cubicBezTo>
                <a:cubicBezTo>
                  <a:pt x="60966" y="0"/>
                  <a:pt x="50730" y="6233"/>
                  <a:pt x="42496" y="19355"/>
                </a:cubicBezTo>
                <a:lnTo>
                  <a:pt x="42496" y="2607"/>
                </a:lnTo>
                <a:lnTo>
                  <a:pt x="0" y="2607"/>
                </a:lnTo>
                <a:lnTo>
                  <a:pt x="0" y="7948"/>
                </a:lnTo>
                <a:cubicBezTo>
                  <a:pt x="9788" y="9506"/>
                  <a:pt x="11791" y="11730"/>
                  <a:pt x="11791" y="21073"/>
                </a:cubicBezTo>
                <a:lnTo>
                  <a:pt x="11791" y="86480"/>
                </a:lnTo>
                <a:cubicBezTo>
                  <a:pt x="11791" y="95823"/>
                  <a:pt x="10012" y="97826"/>
                  <a:pt x="0" y="99830"/>
                </a:cubicBezTo>
                <a:lnTo>
                  <a:pt x="0" y="105167"/>
                </a:lnTo>
                <a:lnTo>
                  <a:pt x="53622" y="105167"/>
                </a:lnTo>
                <a:lnTo>
                  <a:pt x="53622" y="99830"/>
                </a:lnTo>
                <a:cubicBezTo>
                  <a:pt x="45389" y="98716"/>
                  <a:pt x="42721" y="95379"/>
                  <a:pt x="42721" y="87149"/>
                </a:cubicBezTo>
                <a:lnTo>
                  <a:pt x="42721" y="27748"/>
                </a:lnTo>
                <a:cubicBezTo>
                  <a:pt x="42721" y="26859"/>
                  <a:pt x="44276" y="24635"/>
                  <a:pt x="46503" y="22632"/>
                </a:cubicBezTo>
                <a:cubicBezTo>
                  <a:pt x="51398" y="17576"/>
                  <a:pt x="56736" y="14908"/>
                  <a:pt x="61855" y="14908"/>
                </a:cubicBezTo>
                <a:cubicBezTo>
                  <a:pt x="69644" y="14908"/>
                  <a:pt x="73426" y="20910"/>
                  <a:pt x="73426" y="33360"/>
                </a:cubicBezTo>
                <a:lnTo>
                  <a:pt x="73426" y="87156"/>
                </a:lnTo>
                <a:cubicBezTo>
                  <a:pt x="73426" y="95382"/>
                  <a:pt x="70533" y="98940"/>
                  <a:pt x="62966" y="99830"/>
                </a:cubicBezTo>
                <a:lnTo>
                  <a:pt x="62966" y="105167"/>
                </a:lnTo>
                <a:lnTo>
                  <a:pt x="115254" y="10516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" name="text-78 fi">
            <a:extLst xmlns:a="http://schemas.openxmlformats.org/drawingml/2006/main">
              <a:ext uri="{FF2B5EF4-FFF2-40B4-BE49-F238E27FC236}">
                <a16:creationId xmlns:a16="http://schemas.microsoft.com/office/drawing/2014/main" id="{C52B0AF1-8286-4136-B09E-5A2790DA3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44865" y="320331"/>
            <a:ext cx="225157" cy="4564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6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6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56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fi</a:t>
            </a:r>
          </a:p>
        </p:txBody>
      </p:sp>
      <p:sp>
        <p:nvSpPr>
          <p:cNvPr id="79" name="path-79">
            <a:extLst xmlns:a="http://schemas.openxmlformats.org/drawingml/2006/main">
              <a:ext uri="{FF2B5EF4-FFF2-40B4-BE49-F238E27FC236}">
                <a16:creationId xmlns:a16="http://schemas.microsoft.com/office/drawing/2014/main" id="{78A3922D-4F66-46DB-816B-CA6F606A92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881" y="773185"/>
            <a:ext cx="17672873" cy="191"/>
          </a:xfrm>
          <a:custGeom xmlns:a="http://schemas.openxmlformats.org/drawingml/2006/main">
            <a:pathLst>
              <a:path w="12060100" h="191">
                <a:moveTo>
                  <a:pt x="0" y="0"/>
                </a:moveTo>
                <a:lnTo>
                  <a:pt x="120601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18">
            <a:solidFill>
              <a:srgbClr val="000000"/>
            </a:solidFill>
            <a:prstDash val="solid"/>
          </a:ln>
        </p:spPr>
      </p:sp>
      <p:sp>
        <p:nvSpPr>
          <p:cNvPr id="80" name="path-80">
            <a:extLst xmlns:a="http://schemas.openxmlformats.org/drawingml/2006/main">
              <a:ext uri="{FF2B5EF4-FFF2-40B4-BE49-F238E27FC236}">
                <a16:creationId xmlns:a16="http://schemas.microsoft.com/office/drawing/2014/main" id="{B6A7717E-509E-4776-97CB-40D00700D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881" y="69839"/>
            <a:ext cx="17672585" cy="10217161"/>
          </a:xfrm>
          <a:custGeom xmlns:a="http://schemas.openxmlformats.org/drawingml/2006/main">
            <a:pathLst>
              <a:path w="12059903" h="6972266">
                <a:moveTo>
                  <a:pt x="0" y="0"/>
                </a:moveTo>
                <a:lnTo>
                  <a:pt x="0" y="6972266"/>
                </a:lnTo>
                <a:lnTo>
                  <a:pt x="12059903" y="6972266"/>
                </a:lnTo>
                <a:lnTo>
                  <a:pt x="12059903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81">
            <a:extLst xmlns:a="http://schemas.openxmlformats.org/drawingml/2006/main">
              <a:ext uri="{FF2B5EF4-FFF2-40B4-BE49-F238E27FC236}">
                <a16:creationId xmlns:a16="http://schemas.microsoft.com/office/drawing/2014/main" id="{B02BB418-FF2A-4C21-901C-C43A0493E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881" y="69839"/>
            <a:ext cx="17672585" cy="10217161"/>
          </a:xfrm>
          <a:custGeom xmlns:a="http://schemas.openxmlformats.org/drawingml/2006/main">
            <a:pathLst>
              <a:path w="12059903" h="6972266">
                <a:moveTo>
                  <a:pt x="0" y="0"/>
                </a:moveTo>
                <a:lnTo>
                  <a:pt x="0" y="6972266"/>
                </a:lnTo>
                <a:lnTo>
                  <a:pt x="12059903" y="6972266"/>
                </a:lnTo>
                <a:lnTo>
                  <a:pt x="12059903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text-82 a">
            <a:extLst xmlns:a="http://schemas.openxmlformats.org/drawingml/2006/main">
              <a:ext uri="{FF2B5EF4-FFF2-40B4-BE49-F238E27FC236}">
                <a16:creationId xmlns:a16="http://schemas.microsoft.com/office/drawing/2014/main" id="{3C7CE19B-01D7-4A13-8705-E268DB411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7332" y="95549"/>
            <a:ext cx="265711" cy="5053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4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4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4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83" name="path-84">
            <a:extLst xmlns:a="http://schemas.openxmlformats.org/drawingml/2006/main">
              <a:ext uri="{FF2B5EF4-FFF2-40B4-BE49-F238E27FC236}">
                <a16:creationId xmlns:a16="http://schemas.microsoft.com/office/drawing/2014/main" id="{7D52FC4A-686F-4172-8AAF-541CEBF5F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21382" y="6400647"/>
            <a:ext cx="147479" cy="179889"/>
          </a:xfrm>
          <a:custGeom xmlns:a="http://schemas.openxmlformats.org/drawingml/2006/main">
            <a:pathLst>
              <a:path w="100641" h="122758">
                <a:moveTo>
                  <a:pt x="14848" y="108846"/>
                </a:moveTo>
                <a:cubicBezTo>
                  <a:pt x="13303" y="115427"/>
                  <a:pt x="12918" y="116783"/>
                  <a:pt x="4436" y="116783"/>
                </a:cubicBezTo>
                <a:cubicBezTo>
                  <a:pt x="2121" y="116783"/>
                  <a:pt x="0" y="116783"/>
                  <a:pt x="0" y="120446"/>
                </a:cubicBezTo>
                <a:cubicBezTo>
                  <a:pt x="0" y="121987"/>
                  <a:pt x="965" y="122758"/>
                  <a:pt x="2506" y="122758"/>
                </a:cubicBezTo>
                <a:cubicBezTo>
                  <a:pt x="7714" y="122758"/>
                  <a:pt x="13303" y="122181"/>
                  <a:pt x="18701" y="122181"/>
                </a:cubicBezTo>
                <a:cubicBezTo>
                  <a:pt x="25065" y="122181"/>
                  <a:pt x="31619" y="122758"/>
                  <a:pt x="37788" y="122758"/>
                </a:cubicBezTo>
                <a:cubicBezTo>
                  <a:pt x="38753" y="122758"/>
                  <a:pt x="41260" y="122758"/>
                  <a:pt x="41260" y="118904"/>
                </a:cubicBezTo>
                <a:cubicBezTo>
                  <a:pt x="41260" y="116783"/>
                  <a:pt x="39333" y="116783"/>
                  <a:pt x="36632" y="116783"/>
                </a:cubicBezTo>
                <a:cubicBezTo>
                  <a:pt x="26992" y="116783"/>
                  <a:pt x="26992" y="115427"/>
                  <a:pt x="26992" y="113685"/>
                </a:cubicBezTo>
                <a:cubicBezTo>
                  <a:pt x="26992" y="111364"/>
                  <a:pt x="35090" y="79842"/>
                  <a:pt x="36441" y="75020"/>
                </a:cubicBezTo>
                <a:cubicBezTo>
                  <a:pt x="38947" y="80613"/>
                  <a:pt x="44346" y="87361"/>
                  <a:pt x="54177" y="87361"/>
                </a:cubicBezTo>
                <a:cubicBezTo>
                  <a:pt x="76541" y="87361"/>
                  <a:pt x="100641" y="59208"/>
                  <a:pt x="100641" y="30857"/>
                </a:cubicBezTo>
                <a:cubicBezTo>
                  <a:pt x="100641" y="12729"/>
                  <a:pt x="89653" y="0"/>
                  <a:pt x="75000" y="0"/>
                </a:cubicBezTo>
                <a:cubicBezTo>
                  <a:pt x="65359" y="0"/>
                  <a:pt x="56104" y="6943"/>
                  <a:pt x="49744" y="14465"/>
                </a:cubicBezTo>
                <a:cubicBezTo>
                  <a:pt x="47814" y="4051"/>
                  <a:pt x="39524" y="0"/>
                  <a:pt x="32390" y="0"/>
                </a:cubicBezTo>
                <a:cubicBezTo>
                  <a:pt x="23523" y="0"/>
                  <a:pt x="19860" y="7522"/>
                  <a:pt x="18125" y="10994"/>
                </a:cubicBezTo>
                <a:cubicBezTo>
                  <a:pt x="14653" y="17551"/>
                  <a:pt x="12147" y="29121"/>
                  <a:pt x="12147" y="29701"/>
                </a:cubicBezTo>
                <a:cubicBezTo>
                  <a:pt x="12147" y="31628"/>
                  <a:pt x="14074" y="31628"/>
                  <a:pt x="14462" y="31628"/>
                </a:cubicBezTo>
                <a:cubicBezTo>
                  <a:pt x="16389" y="31628"/>
                  <a:pt x="16580" y="31437"/>
                  <a:pt x="17739" y="27195"/>
                </a:cubicBezTo>
                <a:cubicBezTo>
                  <a:pt x="21017" y="13500"/>
                  <a:pt x="24873" y="4242"/>
                  <a:pt x="31813" y="4242"/>
                </a:cubicBezTo>
                <a:cubicBezTo>
                  <a:pt x="35090" y="4242"/>
                  <a:pt x="37788" y="5787"/>
                  <a:pt x="37788" y="13115"/>
                </a:cubicBezTo>
                <a:cubicBezTo>
                  <a:pt x="37788" y="17551"/>
                  <a:pt x="37212" y="19672"/>
                  <a:pt x="36441" y="22949"/>
                </a:cubicBezTo>
                <a:lnTo>
                  <a:pt x="14848" y="108846"/>
                </a:lnTo>
                <a:moveTo>
                  <a:pt x="48779" y="25071"/>
                </a:moveTo>
                <a:cubicBezTo>
                  <a:pt x="50129" y="19863"/>
                  <a:pt x="55333" y="14465"/>
                  <a:pt x="58805" y="11573"/>
                </a:cubicBezTo>
                <a:cubicBezTo>
                  <a:pt x="65553" y="5592"/>
                  <a:pt x="71143" y="4242"/>
                  <a:pt x="74420" y="4242"/>
                </a:cubicBezTo>
                <a:cubicBezTo>
                  <a:pt x="82134" y="4242"/>
                  <a:pt x="86761" y="10994"/>
                  <a:pt x="86761" y="22373"/>
                </a:cubicBezTo>
                <a:cubicBezTo>
                  <a:pt x="86761" y="33749"/>
                  <a:pt x="80398" y="55928"/>
                  <a:pt x="76927" y="63256"/>
                </a:cubicBezTo>
                <a:cubicBezTo>
                  <a:pt x="70372" y="76756"/>
                  <a:pt x="61117" y="83122"/>
                  <a:pt x="53983" y="83122"/>
                </a:cubicBezTo>
                <a:cubicBezTo>
                  <a:pt x="41260" y="83122"/>
                  <a:pt x="38753" y="67116"/>
                  <a:pt x="38753" y="65956"/>
                </a:cubicBezTo>
                <a:cubicBezTo>
                  <a:pt x="38753" y="65571"/>
                  <a:pt x="38753" y="65186"/>
                  <a:pt x="39333" y="62870"/>
                </a:cubicBezTo>
                <a:lnTo>
                  <a:pt x="48779" y="25071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85">
            <a:extLst xmlns:a="http://schemas.openxmlformats.org/drawingml/2006/main">
              <a:ext uri="{FF2B5EF4-FFF2-40B4-BE49-F238E27FC236}">
                <a16:creationId xmlns:a16="http://schemas.microsoft.com/office/drawing/2014/main" id="{4229F556-4D9C-4CBA-8790-6D0D2E269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0893" y="6480152"/>
            <a:ext cx="140416" cy="89613"/>
          </a:xfrm>
          <a:custGeom xmlns:a="http://schemas.openxmlformats.org/drawingml/2006/main">
            <a:pathLst>
              <a:path w="95821" h="61153">
                <a:moveTo>
                  <a:pt x="43052" y="14576"/>
                </a:moveTo>
                <a:lnTo>
                  <a:pt x="58437" y="14576"/>
                </a:lnTo>
                <a:cubicBezTo>
                  <a:pt x="57358" y="19166"/>
                  <a:pt x="54794" y="29833"/>
                  <a:pt x="54794" y="38744"/>
                </a:cubicBezTo>
                <a:cubicBezTo>
                  <a:pt x="54794" y="48463"/>
                  <a:pt x="58437" y="61153"/>
                  <a:pt x="65994" y="61153"/>
                </a:cubicBezTo>
                <a:cubicBezTo>
                  <a:pt x="70718" y="61153"/>
                  <a:pt x="76116" y="56295"/>
                  <a:pt x="76116" y="51435"/>
                </a:cubicBezTo>
                <a:cubicBezTo>
                  <a:pt x="76116" y="49275"/>
                  <a:pt x="75173" y="47924"/>
                  <a:pt x="73958" y="46033"/>
                </a:cubicBezTo>
                <a:cubicBezTo>
                  <a:pt x="66939" y="36044"/>
                  <a:pt x="66939" y="25377"/>
                  <a:pt x="66939" y="21868"/>
                </a:cubicBezTo>
                <a:cubicBezTo>
                  <a:pt x="66939" y="21732"/>
                  <a:pt x="66939" y="17411"/>
                  <a:pt x="67345" y="14576"/>
                </a:cubicBezTo>
                <a:lnTo>
                  <a:pt x="85564" y="14576"/>
                </a:lnTo>
                <a:cubicBezTo>
                  <a:pt x="88397" y="14576"/>
                  <a:pt x="90288" y="14576"/>
                  <a:pt x="92852" y="12418"/>
                </a:cubicBezTo>
                <a:cubicBezTo>
                  <a:pt x="93797" y="11608"/>
                  <a:pt x="95821" y="9448"/>
                  <a:pt x="95821" y="6075"/>
                </a:cubicBezTo>
                <a:cubicBezTo>
                  <a:pt x="95821" y="0"/>
                  <a:pt x="90422" y="0"/>
                  <a:pt x="87994" y="0"/>
                </a:cubicBezTo>
                <a:lnTo>
                  <a:pt x="28476" y="0"/>
                </a:lnTo>
                <a:cubicBezTo>
                  <a:pt x="25237" y="0"/>
                  <a:pt x="18894" y="0"/>
                  <a:pt x="9988" y="7424"/>
                </a:cubicBezTo>
                <a:cubicBezTo>
                  <a:pt x="6748" y="10123"/>
                  <a:pt x="0" y="16872"/>
                  <a:pt x="0" y="19032"/>
                </a:cubicBezTo>
                <a:cubicBezTo>
                  <a:pt x="0" y="21462"/>
                  <a:pt x="2024" y="21462"/>
                  <a:pt x="4184" y="21462"/>
                </a:cubicBezTo>
                <a:cubicBezTo>
                  <a:pt x="6882" y="21462"/>
                  <a:pt x="7152" y="21462"/>
                  <a:pt x="8097" y="20381"/>
                </a:cubicBezTo>
                <a:cubicBezTo>
                  <a:pt x="10257" y="17951"/>
                  <a:pt x="13361" y="14576"/>
                  <a:pt x="25103" y="14576"/>
                </a:cubicBezTo>
                <a:lnTo>
                  <a:pt x="34009" y="14576"/>
                </a:lnTo>
                <a:cubicBezTo>
                  <a:pt x="30230" y="26592"/>
                  <a:pt x="22267" y="41038"/>
                  <a:pt x="18219" y="47924"/>
                </a:cubicBezTo>
                <a:cubicBezTo>
                  <a:pt x="16870" y="50220"/>
                  <a:pt x="15791" y="52108"/>
                  <a:pt x="15791" y="54269"/>
                </a:cubicBezTo>
                <a:cubicBezTo>
                  <a:pt x="15791" y="57374"/>
                  <a:pt x="18219" y="61019"/>
                  <a:pt x="23212" y="61019"/>
                </a:cubicBezTo>
                <a:cubicBezTo>
                  <a:pt x="27261" y="61019"/>
                  <a:pt x="30636" y="58049"/>
                  <a:pt x="31985" y="55080"/>
                </a:cubicBezTo>
                <a:cubicBezTo>
                  <a:pt x="32525" y="53865"/>
                  <a:pt x="34145" y="48869"/>
                  <a:pt x="35494" y="43739"/>
                </a:cubicBezTo>
                <a:lnTo>
                  <a:pt x="43052" y="14576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86">
            <a:extLst xmlns:a="http://schemas.openxmlformats.org/drawingml/2006/main">
              <a:ext uri="{FF2B5EF4-FFF2-40B4-BE49-F238E27FC236}">
                <a16:creationId xmlns:a16="http://schemas.microsoft.com/office/drawing/2014/main" id="{2BC829A0-BF34-4D23-9A4C-F62671D763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76240" y="6313737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190871"/>
                </a:moveTo>
                <a:cubicBezTo>
                  <a:pt x="44728" y="190294"/>
                  <a:pt x="44728" y="189906"/>
                  <a:pt x="41451" y="186629"/>
                </a:cubicBezTo>
                <a:cubicBezTo>
                  <a:pt x="17351" y="162338"/>
                  <a:pt x="11182" y="125897"/>
                  <a:pt x="11182" y="96399"/>
                </a:cubicBezTo>
                <a:cubicBezTo>
                  <a:pt x="11182" y="62853"/>
                  <a:pt x="18507" y="29307"/>
                  <a:pt x="42222" y="5207"/>
                </a:cubicBezTo>
                <a:cubicBezTo>
                  <a:pt x="44728" y="2895"/>
                  <a:pt x="44728" y="2506"/>
                  <a:pt x="44728" y="1930"/>
                </a:cubicBezTo>
                <a:cubicBezTo>
                  <a:pt x="44728" y="580"/>
                  <a:pt x="43957" y="0"/>
                  <a:pt x="42801" y="0"/>
                </a:cubicBezTo>
                <a:cubicBezTo>
                  <a:pt x="40871" y="0"/>
                  <a:pt x="23520" y="13112"/>
                  <a:pt x="12144" y="37597"/>
                </a:cubicBezTo>
                <a:cubicBezTo>
                  <a:pt x="2312" y="58805"/>
                  <a:pt x="0" y="80204"/>
                  <a:pt x="0" y="96399"/>
                </a:cubicBezTo>
                <a:cubicBezTo>
                  <a:pt x="0" y="111438"/>
                  <a:pt x="2118" y="134767"/>
                  <a:pt x="12724" y="156554"/>
                </a:cubicBezTo>
                <a:cubicBezTo>
                  <a:pt x="24291" y="180268"/>
                  <a:pt x="40871" y="192798"/>
                  <a:pt x="42801" y="192798"/>
                </a:cubicBezTo>
                <a:cubicBezTo>
                  <a:pt x="43957" y="192798"/>
                  <a:pt x="44728" y="192221"/>
                  <a:pt x="44728" y="190871"/>
                </a:cubicBez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" name="path-87">
            <a:extLst xmlns:a="http://schemas.openxmlformats.org/drawingml/2006/main">
              <a:ext uri="{FF2B5EF4-FFF2-40B4-BE49-F238E27FC236}">
                <a16:creationId xmlns:a16="http://schemas.microsoft.com/office/drawing/2014/main" id="{9D87DCA5-3212-4BEC-A2F4-E22BB8C37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7452" y="6329463"/>
            <a:ext cx="72045" cy="198375"/>
          </a:xfrm>
          <a:custGeom xmlns:a="http://schemas.openxmlformats.org/drawingml/2006/main">
            <a:pathLst>
              <a:path w="49164" h="135373">
                <a:moveTo>
                  <a:pt x="48394" y="6749"/>
                </a:moveTo>
                <a:cubicBezTo>
                  <a:pt x="49164" y="4051"/>
                  <a:pt x="49164" y="3666"/>
                  <a:pt x="49164" y="3471"/>
                </a:cubicBezTo>
                <a:cubicBezTo>
                  <a:pt x="49164" y="965"/>
                  <a:pt x="47043" y="0"/>
                  <a:pt x="44922" y="0"/>
                </a:cubicBezTo>
                <a:cubicBezTo>
                  <a:pt x="44151" y="0"/>
                  <a:pt x="43957" y="0"/>
                  <a:pt x="43572" y="194"/>
                </a:cubicBezTo>
                <a:lnTo>
                  <a:pt x="18701" y="1350"/>
                </a:lnTo>
                <a:cubicBezTo>
                  <a:pt x="16004" y="1544"/>
                  <a:pt x="12532" y="1736"/>
                  <a:pt x="12532" y="7134"/>
                </a:cubicBezTo>
                <a:cubicBezTo>
                  <a:pt x="12532" y="10605"/>
                  <a:pt x="16195" y="10605"/>
                  <a:pt x="17545" y="10605"/>
                </a:cubicBezTo>
                <a:cubicBezTo>
                  <a:pt x="19666" y="10605"/>
                  <a:pt x="23138" y="10605"/>
                  <a:pt x="25641" y="10991"/>
                </a:cubicBezTo>
                <a:lnTo>
                  <a:pt x="965" y="109920"/>
                </a:lnTo>
                <a:cubicBezTo>
                  <a:pt x="385" y="112041"/>
                  <a:pt x="0" y="113776"/>
                  <a:pt x="0" y="116477"/>
                </a:cubicBezTo>
                <a:cubicBezTo>
                  <a:pt x="0" y="129203"/>
                  <a:pt x="12726" y="135373"/>
                  <a:pt x="24100" y="135373"/>
                </a:cubicBezTo>
                <a:cubicBezTo>
                  <a:pt x="31234" y="135373"/>
                  <a:pt x="36632" y="131325"/>
                  <a:pt x="40874" y="124385"/>
                </a:cubicBezTo>
                <a:cubicBezTo>
                  <a:pt x="45502" y="116862"/>
                  <a:pt x="48199" y="106448"/>
                  <a:pt x="48199" y="105292"/>
                </a:cubicBezTo>
                <a:cubicBezTo>
                  <a:pt x="48199" y="102591"/>
                  <a:pt x="45308" y="102591"/>
                  <a:pt x="43572" y="102591"/>
                </a:cubicBezTo>
                <a:cubicBezTo>
                  <a:pt x="41451" y="102591"/>
                  <a:pt x="40680" y="102591"/>
                  <a:pt x="39718" y="103556"/>
                </a:cubicBezTo>
                <a:cubicBezTo>
                  <a:pt x="39333" y="103942"/>
                  <a:pt x="39333" y="104327"/>
                  <a:pt x="38174" y="109149"/>
                </a:cubicBezTo>
                <a:cubicBezTo>
                  <a:pt x="34511" y="123805"/>
                  <a:pt x="30269" y="128433"/>
                  <a:pt x="25065" y="128433"/>
                </a:cubicBezTo>
                <a:cubicBezTo>
                  <a:pt x="22173" y="128433"/>
                  <a:pt x="20631" y="126506"/>
                  <a:pt x="20631" y="121490"/>
                </a:cubicBezTo>
                <a:cubicBezTo>
                  <a:pt x="20631" y="117633"/>
                  <a:pt x="21208" y="115706"/>
                  <a:pt x="21787" y="113006"/>
                </a:cubicBezTo>
                <a:lnTo>
                  <a:pt x="48394" y="6749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" name="path-88">
            <a:extLst xmlns:a="http://schemas.openxmlformats.org/drawingml/2006/main">
              <a:ext uri="{FF2B5EF4-FFF2-40B4-BE49-F238E27FC236}">
                <a16:creationId xmlns:a16="http://schemas.microsoft.com/office/drawing/2014/main" id="{B8A98956-639F-4F53-96FA-2362F44A8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68936" y="6436697"/>
            <a:ext cx="87413" cy="131330"/>
          </a:xfrm>
          <a:custGeom xmlns:a="http://schemas.openxmlformats.org/drawingml/2006/main">
            <a:pathLst>
              <a:path w="59652" h="89621">
                <a:moveTo>
                  <a:pt x="59652" y="65053"/>
                </a:moveTo>
                <a:lnTo>
                  <a:pt x="55063" y="65053"/>
                </a:lnTo>
                <a:cubicBezTo>
                  <a:pt x="54658" y="68025"/>
                  <a:pt x="53309" y="75990"/>
                  <a:pt x="51554" y="77341"/>
                </a:cubicBezTo>
                <a:cubicBezTo>
                  <a:pt x="50475" y="78150"/>
                  <a:pt x="40084" y="78150"/>
                  <a:pt x="38194" y="78150"/>
                </a:cubicBezTo>
                <a:lnTo>
                  <a:pt x="13361" y="78150"/>
                </a:lnTo>
                <a:cubicBezTo>
                  <a:pt x="27533" y="65593"/>
                  <a:pt x="32255" y="61814"/>
                  <a:pt x="40354" y="55467"/>
                </a:cubicBezTo>
                <a:cubicBezTo>
                  <a:pt x="50339" y="47502"/>
                  <a:pt x="59652" y="39131"/>
                  <a:pt x="59652" y="26305"/>
                </a:cubicBezTo>
                <a:cubicBezTo>
                  <a:pt x="59652" y="9983"/>
                  <a:pt x="45346" y="0"/>
                  <a:pt x="28072" y="0"/>
                </a:cubicBezTo>
                <a:cubicBezTo>
                  <a:pt x="11336" y="0"/>
                  <a:pt x="0" y="11736"/>
                  <a:pt x="0" y="24145"/>
                </a:cubicBezTo>
                <a:cubicBezTo>
                  <a:pt x="0" y="31029"/>
                  <a:pt x="5803" y="31703"/>
                  <a:pt x="7154" y="31703"/>
                </a:cubicBezTo>
                <a:cubicBezTo>
                  <a:pt x="10393" y="31703"/>
                  <a:pt x="14306" y="29409"/>
                  <a:pt x="14306" y="24551"/>
                </a:cubicBezTo>
                <a:cubicBezTo>
                  <a:pt x="14306" y="22121"/>
                  <a:pt x="13361" y="17397"/>
                  <a:pt x="6343" y="17397"/>
                </a:cubicBezTo>
                <a:cubicBezTo>
                  <a:pt x="10527" y="7825"/>
                  <a:pt x="19705" y="4860"/>
                  <a:pt x="26048" y="4860"/>
                </a:cubicBezTo>
                <a:cubicBezTo>
                  <a:pt x="39543" y="4860"/>
                  <a:pt x="46561" y="15375"/>
                  <a:pt x="46561" y="26305"/>
                </a:cubicBezTo>
                <a:cubicBezTo>
                  <a:pt x="46561" y="38050"/>
                  <a:pt x="38194" y="47366"/>
                  <a:pt x="33875" y="52226"/>
                </a:cubicBezTo>
                <a:lnTo>
                  <a:pt x="1351" y="84359"/>
                </a:lnTo>
                <a:cubicBezTo>
                  <a:pt x="0" y="85572"/>
                  <a:pt x="0" y="85842"/>
                  <a:pt x="0" y="89621"/>
                </a:cubicBezTo>
                <a:lnTo>
                  <a:pt x="55603" y="89621"/>
                </a:lnTo>
                <a:lnTo>
                  <a:pt x="59652" y="65053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" name="path-89">
            <a:extLst xmlns:a="http://schemas.openxmlformats.org/drawingml/2006/main">
              <a:ext uri="{FF2B5EF4-FFF2-40B4-BE49-F238E27FC236}">
                <a16:creationId xmlns:a16="http://schemas.microsoft.com/office/drawing/2014/main" id="{29487EA3-86FA-4203-80D9-FA1DD575B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16860" y="6313737"/>
            <a:ext cx="11303" cy="282526"/>
          </a:xfrm>
          <a:custGeom xmlns:a="http://schemas.openxmlformats.org/drawingml/2006/main">
            <a:pathLst>
              <a:path w="7714" h="192798">
                <a:moveTo>
                  <a:pt x="7714" y="6943"/>
                </a:moveTo>
                <a:cubicBezTo>
                  <a:pt x="7714" y="3471"/>
                  <a:pt x="7714" y="0"/>
                  <a:pt x="3857" y="0"/>
                </a:cubicBezTo>
                <a:cubicBezTo>
                  <a:pt x="0" y="0"/>
                  <a:pt x="0" y="3471"/>
                  <a:pt x="0" y="6943"/>
                </a:cubicBezTo>
                <a:lnTo>
                  <a:pt x="0" y="185858"/>
                </a:lnTo>
                <a:cubicBezTo>
                  <a:pt x="0" y="189329"/>
                  <a:pt x="0" y="192798"/>
                  <a:pt x="3857" y="192798"/>
                </a:cubicBezTo>
                <a:cubicBezTo>
                  <a:pt x="7714" y="192798"/>
                  <a:pt x="7714" y="189329"/>
                  <a:pt x="7714" y="185858"/>
                </a:cubicBezTo>
                <a:lnTo>
                  <a:pt x="7714" y="6943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" name="path-90">
            <a:extLst xmlns:a="http://schemas.openxmlformats.org/drawingml/2006/main">
              <a:ext uri="{FF2B5EF4-FFF2-40B4-BE49-F238E27FC236}">
                <a16:creationId xmlns:a16="http://schemas.microsoft.com/office/drawing/2014/main" id="{081F6978-28C4-4BE7-9A9B-BCAF0E8B9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77814" y="6397888"/>
            <a:ext cx="118380" cy="129951"/>
          </a:xfrm>
          <a:custGeom xmlns:a="http://schemas.openxmlformats.org/drawingml/2006/main">
            <a:pathLst>
              <a:path w="80783" h="88679">
                <a:moveTo>
                  <a:pt x="68828" y="11232"/>
                </a:moveTo>
                <a:cubicBezTo>
                  <a:pt x="62467" y="13738"/>
                  <a:pt x="60732" y="19522"/>
                  <a:pt x="60732" y="22223"/>
                </a:cubicBezTo>
                <a:cubicBezTo>
                  <a:pt x="60732" y="27233"/>
                  <a:pt x="64780" y="30125"/>
                  <a:pt x="69022" y="30125"/>
                </a:cubicBezTo>
                <a:cubicBezTo>
                  <a:pt x="73649" y="30125"/>
                  <a:pt x="80783" y="26271"/>
                  <a:pt x="80783" y="17016"/>
                </a:cubicBezTo>
                <a:cubicBezTo>
                  <a:pt x="80783" y="6749"/>
                  <a:pt x="70563" y="0"/>
                  <a:pt x="53212" y="0"/>
                </a:cubicBezTo>
                <a:cubicBezTo>
                  <a:pt x="47620" y="0"/>
                  <a:pt x="36823" y="388"/>
                  <a:pt x="27956" y="7137"/>
                </a:cubicBezTo>
                <a:cubicBezTo>
                  <a:pt x="19281" y="13738"/>
                  <a:pt x="16195" y="24920"/>
                  <a:pt x="16195" y="29739"/>
                </a:cubicBezTo>
                <a:cubicBezTo>
                  <a:pt x="16195" y="35523"/>
                  <a:pt x="18896" y="40918"/>
                  <a:pt x="23135" y="44387"/>
                </a:cubicBezTo>
                <a:cubicBezTo>
                  <a:pt x="28533" y="48629"/>
                  <a:pt x="31813" y="49206"/>
                  <a:pt x="44922" y="51712"/>
                </a:cubicBezTo>
                <a:cubicBezTo>
                  <a:pt x="50706" y="52674"/>
                  <a:pt x="62273" y="54795"/>
                  <a:pt x="62273" y="63471"/>
                </a:cubicBezTo>
                <a:cubicBezTo>
                  <a:pt x="62273" y="64241"/>
                  <a:pt x="62273" y="81740"/>
                  <a:pt x="33546" y="81740"/>
                </a:cubicBezTo>
                <a:cubicBezTo>
                  <a:pt x="24100" y="81740"/>
                  <a:pt x="16966" y="79833"/>
                  <a:pt x="12724" y="76774"/>
                </a:cubicBezTo>
                <a:cubicBezTo>
                  <a:pt x="19281" y="74847"/>
                  <a:pt x="23329" y="69254"/>
                  <a:pt x="23329" y="63471"/>
                </a:cubicBezTo>
                <a:cubicBezTo>
                  <a:pt x="23329" y="56531"/>
                  <a:pt x="17736" y="54601"/>
                  <a:pt x="13883" y="54601"/>
                </a:cubicBezTo>
                <a:cubicBezTo>
                  <a:pt x="7325" y="54601"/>
                  <a:pt x="0" y="60002"/>
                  <a:pt x="0" y="69640"/>
                </a:cubicBezTo>
                <a:cubicBezTo>
                  <a:pt x="0" y="82125"/>
                  <a:pt x="13497" y="88679"/>
                  <a:pt x="33161" y="88679"/>
                </a:cubicBezTo>
                <a:cubicBezTo>
                  <a:pt x="77121" y="88679"/>
                  <a:pt x="77121" y="55760"/>
                  <a:pt x="77121" y="55566"/>
                </a:cubicBezTo>
                <a:cubicBezTo>
                  <a:pt x="77121" y="49014"/>
                  <a:pt x="73841" y="43810"/>
                  <a:pt x="69407" y="39956"/>
                </a:cubicBezTo>
                <a:cubicBezTo>
                  <a:pt x="63429" y="34752"/>
                  <a:pt x="56104" y="33402"/>
                  <a:pt x="49356" y="32246"/>
                </a:cubicBezTo>
                <a:cubicBezTo>
                  <a:pt x="38753" y="30319"/>
                  <a:pt x="31234" y="28968"/>
                  <a:pt x="31234" y="21834"/>
                </a:cubicBezTo>
                <a:cubicBezTo>
                  <a:pt x="31234" y="21449"/>
                  <a:pt x="31234" y="6943"/>
                  <a:pt x="52827" y="6943"/>
                </a:cubicBezTo>
                <a:cubicBezTo>
                  <a:pt x="56684" y="6943"/>
                  <a:pt x="63624" y="7331"/>
                  <a:pt x="68828" y="11232"/>
                </a:cubicBez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" name="path-91">
            <a:extLst xmlns:a="http://schemas.openxmlformats.org/drawingml/2006/main">
              <a:ext uri="{FF2B5EF4-FFF2-40B4-BE49-F238E27FC236}">
                <a16:creationId xmlns:a16="http://schemas.microsoft.com/office/drawing/2014/main" id="{1C6B0633-2CBA-4024-A299-43C3B8DFD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33368" y="6436697"/>
            <a:ext cx="71987" cy="131330"/>
          </a:xfrm>
          <a:custGeom xmlns:a="http://schemas.openxmlformats.org/drawingml/2006/main">
            <a:pathLst>
              <a:path w="49124" h="89621">
                <a:moveTo>
                  <a:pt x="30500" y="3771"/>
                </a:moveTo>
                <a:cubicBezTo>
                  <a:pt x="30500" y="136"/>
                  <a:pt x="30230" y="0"/>
                  <a:pt x="26452" y="0"/>
                </a:cubicBezTo>
                <a:cubicBezTo>
                  <a:pt x="17815" y="8451"/>
                  <a:pt x="5533" y="8585"/>
                  <a:pt x="0" y="8585"/>
                </a:cubicBezTo>
                <a:lnTo>
                  <a:pt x="0" y="13443"/>
                </a:lnTo>
                <a:cubicBezTo>
                  <a:pt x="3239" y="13443"/>
                  <a:pt x="12146" y="13443"/>
                  <a:pt x="19569" y="9664"/>
                </a:cubicBezTo>
                <a:lnTo>
                  <a:pt x="19569" y="78550"/>
                </a:lnTo>
                <a:cubicBezTo>
                  <a:pt x="19569" y="83008"/>
                  <a:pt x="19569" y="84763"/>
                  <a:pt x="6073" y="84763"/>
                </a:cubicBezTo>
                <a:lnTo>
                  <a:pt x="945" y="84763"/>
                </a:lnTo>
                <a:lnTo>
                  <a:pt x="945" y="89621"/>
                </a:lnTo>
                <a:cubicBezTo>
                  <a:pt x="3373" y="89487"/>
                  <a:pt x="19973" y="89081"/>
                  <a:pt x="24967" y="89081"/>
                </a:cubicBezTo>
                <a:cubicBezTo>
                  <a:pt x="29151" y="89081"/>
                  <a:pt x="46155" y="89487"/>
                  <a:pt x="49124" y="89621"/>
                </a:cubicBezTo>
                <a:lnTo>
                  <a:pt x="49124" y="84763"/>
                </a:lnTo>
                <a:lnTo>
                  <a:pt x="43997" y="84763"/>
                </a:lnTo>
                <a:cubicBezTo>
                  <a:pt x="30500" y="84763"/>
                  <a:pt x="30500" y="83008"/>
                  <a:pt x="30500" y="78550"/>
                </a:cubicBezTo>
                <a:lnTo>
                  <a:pt x="30500" y="3771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" name="path-92">
            <a:extLst xmlns:a="http://schemas.openxmlformats.org/drawingml/2006/main">
              <a:ext uri="{FF2B5EF4-FFF2-40B4-BE49-F238E27FC236}">
                <a16:creationId xmlns:a16="http://schemas.microsoft.com/office/drawing/2014/main" id="{C9417F9E-5171-45C2-8884-B55A57698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54650" y="6313737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96399"/>
                </a:moveTo>
                <a:cubicBezTo>
                  <a:pt x="44728" y="81363"/>
                  <a:pt x="42610" y="58034"/>
                  <a:pt x="32004" y="36247"/>
                </a:cubicBezTo>
                <a:cubicBezTo>
                  <a:pt x="20437" y="12532"/>
                  <a:pt x="3857" y="0"/>
                  <a:pt x="1927" y="0"/>
                </a:cubicBezTo>
                <a:cubicBezTo>
                  <a:pt x="771" y="0"/>
                  <a:pt x="0" y="774"/>
                  <a:pt x="0" y="1930"/>
                </a:cubicBezTo>
                <a:cubicBezTo>
                  <a:pt x="0" y="2506"/>
                  <a:pt x="0" y="2895"/>
                  <a:pt x="3663" y="6363"/>
                </a:cubicBezTo>
                <a:cubicBezTo>
                  <a:pt x="22558" y="25450"/>
                  <a:pt x="33546" y="56104"/>
                  <a:pt x="33546" y="96399"/>
                </a:cubicBezTo>
                <a:cubicBezTo>
                  <a:pt x="33546" y="129368"/>
                  <a:pt x="26415" y="163300"/>
                  <a:pt x="2506" y="187594"/>
                </a:cubicBezTo>
                <a:cubicBezTo>
                  <a:pt x="0" y="189906"/>
                  <a:pt x="0" y="190294"/>
                  <a:pt x="0" y="190871"/>
                </a:cubicBezTo>
                <a:cubicBezTo>
                  <a:pt x="0" y="192027"/>
                  <a:pt x="771" y="192798"/>
                  <a:pt x="1927" y="192798"/>
                </a:cubicBezTo>
                <a:cubicBezTo>
                  <a:pt x="3857" y="192798"/>
                  <a:pt x="21208" y="179689"/>
                  <a:pt x="32584" y="155204"/>
                </a:cubicBezTo>
                <a:cubicBezTo>
                  <a:pt x="42416" y="133996"/>
                  <a:pt x="44728" y="112594"/>
                  <a:pt x="44728" y="96399"/>
                </a:cubicBez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92" name="">
            <a:extLst xmlns:a="http://schemas.openxmlformats.org/drawingml/2006/main">
              <a:ext uri="{FF2B5EF4-FFF2-40B4-BE49-F238E27FC236}">
                <a16:creationId xmlns:a16="http://schemas.microsoft.com/office/drawing/2014/main" id="{721C2494-2164-4D2C-9121-B7B75DBA596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3fb5eecd4d64d0f"/>
          <a:stretch xmlns:a="http://schemas.openxmlformats.org/drawingml/2006/main"/>
        </p:blipFill>
        <p:spPr>
          <a:xfrm xmlns:a="http://schemas.openxmlformats.org/drawingml/2006/main">
            <a:off x="14459946" y="5699610"/>
            <a:ext cx="1395794" cy="1298088"/>
          </a:xfrm>
          <a:prstGeom xmlns:a="http://schemas.openxmlformats.org/drawingml/2006/main" prst="rect">
            <a:avLst/>
          </a:prstGeom>
        </p:spPr>
      </p:pic>
      <p:pic>
        <p:nvPicPr>
          <p:cNvPr id="93" name="">
            <a:extLst xmlns:a="http://schemas.openxmlformats.org/drawingml/2006/main">
              <a:ext uri="{FF2B5EF4-FFF2-40B4-BE49-F238E27FC236}">
                <a16:creationId xmlns:a16="http://schemas.microsoft.com/office/drawing/2014/main" id="{41765348-382C-4F36-9FBB-940B734F150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f38309976e14bf4"/>
          <a:stretch xmlns:a="http://schemas.openxmlformats.org/drawingml/2006/main"/>
        </p:blipFill>
        <p:spPr>
          <a:xfrm xmlns:a="http://schemas.openxmlformats.org/drawingml/2006/main">
            <a:off x="14459946" y="2698654"/>
            <a:ext cx="1395794" cy="1298088"/>
          </a:xfrm>
          <a:prstGeom xmlns:a="http://schemas.openxmlformats.org/drawingml/2006/main" prst="rect">
            <a:avLst/>
          </a:prstGeom>
        </p:spPr>
      </p:pic>
      <p:sp>
        <p:nvSpPr>
          <p:cNvPr id="94" name="path-95">
            <a:extLst xmlns:a="http://schemas.openxmlformats.org/drawingml/2006/main">
              <a:ext uri="{FF2B5EF4-FFF2-40B4-BE49-F238E27FC236}">
                <a16:creationId xmlns:a16="http://schemas.microsoft.com/office/drawing/2014/main" id="{09943DEF-D7A0-4803-A98C-E9ACEBCEF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3887" y="69839"/>
            <a:ext cx="2666189" cy="10093095"/>
          </a:xfrm>
          <a:custGeom xmlns:a="http://schemas.openxmlformats.org/drawingml/2006/main">
            <a:pathLst>
              <a:path w="1819427" h="6887603">
                <a:moveTo>
                  <a:pt x="131946" y="0"/>
                </a:moveTo>
                <a:lnTo>
                  <a:pt x="1687480" y="0"/>
                </a:lnTo>
                <a:cubicBezTo>
                  <a:pt x="1760315" y="0"/>
                  <a:pt x="1819427" y="59111"/>
                  <a:pt x="1819427" y="131946"/>
                </a:cubicBezTo>
                <a:lnTo>
                  <a:pt x="1819427" y="6755657"/>
                </a:lnTo>
                <a:cubicBezTo>
                  <a:pt x="1819427" y="6828492"/>
                  <a:pt x="1760315" y="6887603"/>
                  <a:pt x="1687480" y="6887603"/>
                </a:cubicBezTo>
                <a:lnTo>
                  <a:pt x="131946" y="6887603"/>
                </a:lnTo>
                <a:cubicBezTo>
                  <a:pt x="59077" y="6887603"/>
                  <a:pt x="0" y="6828492"/>
                  <a:pt x="0" y="6755657"/>
                </a:cubicBezTo>
                <a:lnTo>
                  <a:pt x="0" y="131946"/>
                </a:lnTo>
                <a:cubicBezTo>
                  <a:pt x="0" y="59111"/>
                  <a:pt x="59077" y="0"/>
                  <a:pt x="131946" y="0"/>
                </a:cubicBezTo>
              </a:path>
            </a:pathLst>
          </a:custGeom>
          <a:solidFill xmlns:a="http://schemas.openxmlformats.org/drawingml/2006/main">
            <a:srgbClr val="FFF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96">
            <a:extLst xmlns:a="http://schemas.openxmlformats.org/drawingml/2006/main">
              <a:ext uri="{FF2B5EF4-FFF2-40B4-BE49-F238E27FC236}">
                <a16:creationId xmlns:a16="http://schemas.microsoft.com/office/drawing/2014/main" id="{9E78AA21-10BD-48E2-912B-9FFE6B465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5018" y="69839"/>
            <a:ext cx="2546707" cy="10093095"/>
          </a:xfrm>
          <a:custGeom xmlns:a="http://schemas.openxmlformats.org/drawingml/2006/main">
            <a:pathLst>
              <a:path w="1737892" h="6887603">
                <a:moveTo>
                  <a:pt x="131946" y="0"/>
                </a:moveTo>
                <a:lnTo>
                  <a:pt x="1605946" y="0"/>
                </a:lnTo>
                <a:cubicBezTo>
                  <a:pt x="1678815" y="0"/>
                  <a:pt x="1737892" y="59111"/>
                  <a:pt x="1737892" y="131946"/>
                </a:cubicBezTo>
                <a:lnTo>
                  <a:pt x="1737892" y="6755657"/>
                </a:lnTo>
                <a:cubicBezTo>
                  <a:pt x="1737892" y="6828492"/>
                  <a:pt x="1678815" y="6887603"/>
                  <a:pt x="1605946" y="6887603"/>
                </a:cubicBezTo>
                <a:lnTo>
                  <a:pt x="131946" y="6887603"/>
                </a:lnTo>
                <a:cubicBezTo>
                  <a:pt x="59068" y="6887603"/>
                  <a:pt x="0" y="6828492"/>
                  <a:pt x="0" y="6755657"/>
                </a:cubicBezTo>
                <a:lnTo>
                  <a:pt x="0" y="131946"/>
                </a:lnTo>
                <a:cubicBezTo>
                  <a:pt x="0" y="59111"/>
                  <a:pt x="59068" y="0"/>
                  <a:pt x="131946" y="0"/>
                </a:cubicBezTo>
              </a:path>
            </a:pathLst>
          </a:custGeom>
          <a:solidFill xmlns:a="http://schemas.openxmlformats.org/drawingml/2006/main">
            <a:srgbClr val="5A1599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96" name="">
            <a:extLst xmlns:a="http://schemas.openxmlformats.org/drawingml/2006/main">
              <a:ext uri="{FF2B5EF4-FFF2-40B4-BE49-F238E27FC236}">
                <a16:creationId xmlns:a16="http://schemas.microsoft.com/office/drawing/2014/main" id="{729DFF43-BD8C-4DA2-B60E-E7784B50AED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c2e52bce203474d"/>
          <a:stretch xmlns:a="http://schemas.openxmlformats.org/drawingml/2006/main"/>
        </p:blipFill>
        <p:spPr>
          <a:xfrm xmlns:a="http://schemas.openxmlformats.org/drawingml/2006/main">
            <a:off x="878872" y="1805346"/>
            <a:ext cx="3084704" cy="2205354"/>
          </a:xfrm>
          <a:prstGeom xmlns:a="http://schemas.openxmlformats.org/drawingml/2006/main" prst="rect">
            <a:avLst/>
          </a:prstGeom>
        </p:spPr>
      </p:pic>
      <p:sp>
        <p:nvSpPr>
          <p:cNvPr id="97" name="path-98">
            <a:extLst xmlns:a="http://schemas.openxmlformats.org/drawingml/2006/main">
              <a:ext uri="{FF2B5EF4-FFF2-40B4-BE49-F238E27FC236}">
                <a16:creationId xmlns:a16="http://schemas.microsoft.com/office/drawing/2014/main" id="{1E465B50-9DF0-4190-AEA5-8217BE30BC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869" y="1807447"/>
            <a:ext cx="2108345" cy="2191349"/>
          </a:xfrm>
          <a:custGeom xmlns:a="http://schemas.openxmlformats.org/drawingml/2006/main">
            <a:pathLst>
              <a:path w="1438750" h="1495393">
                <a:moveTo>
                  <a:pt x="0" y="0"/>
                </a:moveTo>
                <a:lnTo>
                  <a:pt x="0" y="1495393"/>
                </a:lnTo>
                <a:lnTo>
                  <a:pt x="1438750" y="1495393"/>
                </a:lnTo>
                <a:lnTo>
                  <a:pt x="143875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0000"/>
            </a:solidFill>
            <a:prstDash val="solid"/>
          </a:ln>
        </p:spPr>
      </p:sp>
      <p:pic>
        <p:nvPicPr>
          <p:cNvPr id="98" name="">
            <a:extLst xmlns:a="http://schemas.openxmlformats.org/drawingml/2006/main">
              <a:ext uri="{FF2B5EF4-FFF2-40B4-BE49-F238E27FC236}">
                <a16:creationId xmlns:a16="http://schemas.microsoft.com/office/drawing/2014/main" id="{CD053B18-81F1-43CF-A3F9-C112E95F16B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4ec4cb772fd4a28"/>
          <a:stretch xmlns:a="http://schemas.openxmlformats.org/drawingml/2006/main"/>
        </p:blipFill>
        <p:spPr>
          <a:xfrm xmlns:a="http://schemas.openxmlformats.org/drawingml/2006/main">
            <a:off x="3893787" y="2252000"/>
            <a:ext cx="1004972" cy="711855"/>
          </a:xfrm>
          <a:prstGeom xmlns:a="http://schemas.openxmlformats.org/drawingml/2006/main" prst="rect">
            <a:avLst/>
          </a:prstGeom>
        </p:spPr>
      </p:pic>
      <p:sp>
        <p:nvSpPr>
          <p:cNvPr id="99" name="path-100">
            <a:extLst xmlns:a="http://schemas.openxmlformats.org/drawingml/2006/main">
              <a:ext uri="{FF2B5EF4-FFF2-40B4-BE49-F238E27FC236}">
                <a16:creationId xmlns:a16="http://schemas.microsoft.com/office/drawing/2014/main" id="{C7C6EF9B-9B3A-4919-A9C5-2FC422DFCF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7401" y="2253966"/>
            <a:ext cx="682028" cy="708968"/>
          </a:xfrm>
          <a:custGeom xmlns:a="http://schemas.openxmlformats.org/drawingml/2006/main">
            <a:pathLst>
              <a:path w="465421" h="483805">
                <a:moveTo>
                  <a:pt x="0" y="0"/>
                </a:moveTo>
                <a:lnTo>
                  <a:pt x="0" y="483805"/>
                </a:lnTo>
                <a:lnTo>
                  <a:pt x="465421" y="483805"/>
                </a:lnTo>
                <a:lnTo>
                  <a:pt x="46542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00" name="path-101">
            <a:extLst xmlns:a="http://schemas.openxmlformats.org/drawingml/2006/main">
              <a:ext uri="{FF2B5EF4-FFF2-40B4-BE49-F238E27FC236}">
                <a16:creationId xmlns:a16="http://schemas.microsoft.com/office/drawing/2014/main" id="{7233726A-EEB1-4204-B487-3BC25C513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7017" y="2602007"/>
            <a:ext cx="419197" cy="191"/>
          </a:xfrm>
          <a:custGeom xmlns:a="http://schemas.openxmlformats.org/drawingml/2006/main">
            <a:pathLst>
              <a:path w="286063" h="191">
                <a:moveTo>
                  <a:pt x="0" y="0"/>
                </a:moveTo>
                <a:lnTo>
                  <a:pt x="28606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01" name="path-102">
            <a:extLst xmlns:a="http://schemas.openxmlformats.org/drawingml/2006/main">
              <a:ext uri="{FF2B5EF4-FFF2-40B4-BE49-F238E27FC236}">
                <a16:creationId xmlns:a16="http://schemas.microsoft.com/office/drawing/2014/main" id="{118AAFF1-B79A-4820-BDA8-3524AC758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63715" y="2559470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7"/>
                </a:moveTo>
                <a:lnTo>
                  <a:pt x="0" y="0"/>
                </a:lnTo>
                <a:lnTo>
                  <a:pt x="29029" y="29027"/>
                </a:lnTo>
                <a:lnTo>
                  <a:pt x="0" y="58056"/>
                </a:lnTo>
                <a:lnTo>
                  <a:pt x="77409" y="2902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" name="path-103">
            <a:extLst xmlns:a="http://schemas.openxmlformats.org/drawingml/2006/main">
              <a:ext uri="{FF2B5EF4-FFF2-40B4-BE49-F238E27FC236}">
                <a16:creationId xmlns:a16="http://schemas.microsoft.com/office/drawing/2014/main" id="{471D0220-CB05-4ED2-8EE7-26C22673E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63671" y="2559468"/>
            <a:ext cx="113433" cy="85077"/>
          </a:xfrm>
          <a:custGeom xmlns:a="http://schemas.openxmlformats.org/drawingml/2006/main">
            <a:pathLst>
              <a:path w="77408" h="58057">
                <a:moveTo>
                  <a:pt x="77408" y="29029"/>
                </a:moveTo>
                <a:lnTo>
                  <a:pt x="0" y="0"/>
                </a:lnTo>
                <a:lnTo>
                  <a:pt x="29032" y="29029"/>
                </a:lnTo>
                <a:lnTo>
                  <a:pt x="0" y="58057"/>
                </a:lnTo>
                <a:lnTo>
                  <a:pt x="77408" y="2902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pic>
        <p:nvPicPr>
          <p:cNvPr id="103" name="">
            <a:extLst xmlns:a="http://schemas.openxmlformats.org/drawingml/2006/main">
              <a:ext uri="{FF2B5EF4-FFF2-40B4-BE49-F238E27FC236}">
                <a16:creationId xmlns:a16="http://schemas.microsoft.com/office/drawing/2014/main" id="{FE624656-447F-4C4A-8122-1E8510B620F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4d53f03a7df4096"/>
          <a:stretch xmlns:a="http://schemas.openxmlformats.org/drawingml/2006/main"/>
        </p:blipFill>
        <p:spPr>
          <a:xfrm xmlns:a="http://schemas.openxmlformats.org/drawingml/2006/main">
            <a:off x="2358414" y="4261943"/>
            <a:ext cx="3070746" cy="2205354"/>
          </a:xfrm>
          <a:prstGeom xmlns:a="http://schemas.openxmlformats.org/drawingml/2006/main" prst="rect">
            <a:avLst/>
          </a:prstGeom>
        </p:spPr>
      </p:pic>
      <p:sp>
        <p:nvSpPr>
          <p:cNvPr id="104" name="path-105">
            <a:extLst xmlns:a="http://schemas.openxmlformats.org/drawingml/2006/main">
              <a:ext uri="{FF2B5EF4-FFF2-40B4-BE49-F238E27FC236}">
                <a16:creationId xmlns:a16="http://schemas.microsoft.com/office/drawing/2014/main" id="{16F78D21-ED7E-48C6-BB02-1E7CF12B7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58814" y="4270784"/>
            <a:ext cx="2108212" cy="2191349"/>
          </a:xfrm>
          <a:custGeom xmlns:a="http://schemas.openxmlformats.org/drawingml/2006/main">
            <a:pathLst>
              <a:path w="1438659" h="1495393">
                <a:moveTo>
                  <a:pt x="0" y="0"/>
                </a:moveTo>
                <a:lnTo>
                  <a:pt x="0" y="1495393"/>
                </a:lnTo>
                <a:lnTo>
                  <a:pt x="1438659" y="1495393"/>
                </a:lnTo>
                <a:lnTo>
                  <a:pt x="143865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0000"/>
            </a:solidFill>
            <a:prstDash val="dash"/>
          </a:ln>
        </p:spPr>
      </p:sp>
      <p:pic>
        <p:nvPicPr>
          <p:cNvPr id="105" name="">
            <a:extLst xmlns:a="http://schemas.openxmlformats.org/drawingml/2006/main">
              <a:ext uri="{FF2B5EF4-FFF2-40B4-BE49-F238E27FC236}">
                <a16:creationId xmlns:a16="http://schemas.microsoft.com/office/drawing/2014/main" id="{FF65054E-BBBA-4CE0-BA5B-02954765E74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e46a387f74044ba"/>
          <a:stretch xmlns:a="http://schemas.openxmlformats.org/drawingml/2006/main"/>
        </p:blipFill>
        <p:spPr>
          <a:xfrm xmlns:a="http://schemas.openxmlformats.org/drawingml/2006/main">
            <a:off x="3307553" y="4596933"/>
            <a:ext cx="823518" cy="823518"/>
          </a:xfrm>
          <a:prstGeom xmlns:a="http://schemas.openxmlformats.org/drawingml/2006/main" prst="rect">
            <a:avLst/>
          </a:prstGeom>
        </p:spPr>
      </p:pic>
      <p:pic>
        <p:nvPicPr>
          <p:cNvPr id="106" name="">
            <a:extLst xmlns:a="http://schemas.openxmlformats.org/drawingml/2006/main">
              <a:ext uri="{FF2B5EF4-FFF2-40B4-BE49-F238E27FC236}">
                <a16:creationId xmlns:a16="http://schemas.microsoft.com/office/drawing/2014/main" id="{FF60338B-F016-440C-847C-5E927B86721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aca5d42b63d4a69"/>
          <a:stretch xmlns:a="http://schemas.openxmlformats.org/drawingml/2006/main"/>
        </p:blipFill>
        <p:spPr>
          <a:xfrm xmlns:a="http://schemas.openxmlformats.org/drawingml/2006/main">
            <a:off x="2358414" y="4261943"/>
            <a:ext cx="3070746" cy="2205354"/>
          </a:xfrm>
          <a:prstGeom xmlns:a="http://schemas.openxmlformats.org/drawingml/2006/main" prst="rect">
            <a:avLst/>
          </a:prstGeom>
        </p:spPr>
      </p:pic>
      <p:sp>
        <p:nvSpPr>
          <p:cNvPr id="107" name="path-108">
            <a:extLst xmlns:a="http://schemas.openxmlformats.org/drawingml/2006/main">
              <a:ext uri="{FF2B5EF4-FFF2-40B4-BE49-F238E27FC236}">
                <a16:creationId xmlns:a16="http://schemas.microsoft.com/office/drawing/2014/main" id="{5D16D30E-9348-49DA-B5FF-BD163CFA5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68002" y="4629136"/>
            <a:ext cx="708964" cy="708964"/>
          </a:xfrm>
          <a:custGeom xmlns:a="http://schemas.openxmlformats.org/drawingml/2006/main">
            <a:pathLst>
              <a:path w="483802" h="483802">
                <a:moveTo>
                  <a:pt x="0" y="0"/>
                </a:moveTo>
                <a:lnTo>
                  <a:pt x="0" y="483802"/>
                </a:lnTo>
                <a:lnTo>
                  <a:pt x="483802" y="483802"/>
                </a:lnTo>
                <a:lnTo>
                  <a:pt x="4838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0000"/>
            </a:solidFill>
            <a:prstDash val="solid"/>
          </a:ln>
        </p:spPr>
      </p:sp>
      <p:sp>
        <p:nvSpPr>
          <p:cNvPr id="108" name="text-109 1">
            <a:extLst xmlns:a="http://schemas.openxmlformats.org/drawingml/2006/main">
              <a:ext uri="{FF2B5EF4-FFF2-40B4-BE49-F238E27FC236}">
                <a16:creationId xmlns:a16="http://schemas.microsoft.com/office/drawing/2014/main" id="{7F64806D-0C1E-4822-AD59-6D28E2429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88952" y="4844877"/>
            <a:ext cx="151834" cy="2887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4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4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4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09" name="path-110">
            <a:extLst xmlns:a="http://schemas.openxmlformats.org/drawingml/2006/main">
              <a:ext uri="{FF2B5EF4-FFF2-40B4-BE49-F238E27FC236}">
                <a16:creationId xmlns:a16="http://schemas.microsoft.com/office/drawing/2014/main" id="{2B6C9E10-9AED-4C82-BE7A-764730F0F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417" y="4133243"/>
            <a:ext cx="506458" cy="1233213"/>
          </a:xfrm>
          <a:custGeom xmlns:a="http://schemas.openxmlformats.org/drawingml/2006/main">
            <a:pathLst>
              <a:path w="345611" h="841554">
                <a:moveTo>
                  <a:pt x="0" y="0"/>
                </a:moveTo>
                <a:lnTo>
                  <a:pt x="0" y="771183"/>
                </a:lnTo>
                <a:cubicBezTo>
                  <a:pt x="0" y="810063"/>
                  <a:pt x="31491" y="841554"/>
                  <a:pt x="70368" y="841554"/>
                </a:cubicBezTo>
                <a:lnTo>
                  <a:pt x="345611" y="841554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666666"/>
            </a:solidFill>
            <a:prstDash val="dash"/>
          </a:ln>
        </p:spPr>
      </p:sp>
      <p:sp>
        <p:nvSpPr>
          <p:cNvPr id="110" name="path-111">
            <a:extLst xmlns:a="http://schemas.openxmlformats.org/drawingml/2006/main">
              <a:ext uri="{FF2B5EF4-FFF2-40B4-BE49-F238E27FC236}">
                <a16:creationId xmlns:a16="http://schemas.microsoft.com/office/drawing/2014/main" id="{3A9C793F-7DCF-4A94-A1B5-1E14B7B5D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1156" y="5327788"/>
            <a:ext cx="103122" cy="77342"/>
          </a:xfrm>
          <a:custGeom xmlns:a="http://schemas.openxmlformats.org/drawingml/2006/main">
            <a:pathLst>
              <a:path w="70371" h="52779">
                <a:moveTo>
                  <a:pt x="70371" y="26389"/>
                </a:moveTo>
                <a:lnTo>
                  <a:pt x="0" y="0"/>
                </a:lnTo>
                <a:lnTo>
                  <a:pt x="26389" y="26389"/>
                </a:lnTo>
                <a:lnTo>
                  <a:pt x="0" y="52779"/>
                </a:lnTo>
                <a:lnTo>
                  <a:pt x="70371" y="26389"/>
                </a:lnTo>
              </a:path>
            </a:pathLst>
          </a:custGeom>
          <a:solidFill xmlns:a="http://schemas.openxmlformats.org/drawingml/2006/main">
            <a:srgbClr val="66666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112">
            <a:extLst xmlns:a="http://schemas.openxmlformats.org/drawingml/2006/main">
              <a:ext uri="{FF2B5EF4-FFF2-40B4-BE49-F238E27FC236}">
                <a16:creationId xmlns:a16="http://schemas.microsoft.com/office/drawing/2014/main" id="{8FDBCD48-0E1F-4922-88C9-2BE20ED411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1203" y="5327784"/>
            <a:ext cx="103126" cy="77344"/>
          </a:xfrm>
          <a:custGeom xmlns:a="http://schemas.openxmlformats.org/drawingml/2006/main">
            <a:pathLst>
              <a:path w="70374" h="52780">
                <a:moveTo>
                  <a:pt x="70374" y="26390"/>
                </a:moveTo>
                <a:lnTo>
                  <a:pt x="0" y="0"/>
                </a:lnTo>
                <a:lnTo>
                  <a:pt x="26390" y="26390"/>
                </a:lnTo>
                <a:lnTo>
                  <a:pt x="0" y="52780"/>
                </a:lnTo>
                <a:lnTo>
                  <a:pt x="70374" y="26390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666666"/>
            </a:solidFill>
            <a:prstDash val="solid"/>
          </a:ln>
        </p:spPr>
      </p:sp>
      <p:pic>
        <p:nvPicPr>
          <p:cNvPr id="112" name="">
            <a:extLst xmlns:a="http://schemas.openxmlformats.org/drawingml/2006/main">
              <a:ext uri="{FF2B5EF4-FFF2-40B4-BE49-F238E27FC236}">
                <a16:creationId xmlns:a16="http://schemas.microsoft.com/office/drawing/2014/main" id="{41B41E05-8BBF-418D-AC62-054412A6BC8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9f544f931934931"/>
          <a:stretch xmlns:a="http://schemas.openxmlformats.org/drawingml/2006/main"/>
        </p:blipFill>
        <p:spPr>
          <a:xfrm xmlns:a="http://schemas.openxmlformats.org/drawingml/2006/main">
            <a:off x="2358414" y="7262899"/>
            <a:ext cx="3070746" cy="2205354"/>
          </a:xfrm>
          <a:prstGeom xmlns:a="http://schemas.openxmlformats.org/drawingml/2006/main" prst="rect">
            <a:avLst/>
          </a:prstGeom>
        </p:spPr>
      </p:pic>
      <p:sp>
        <p:nvSpPr>
          <p:cNvPr id="113" name="path-114">
            <a:extLst xmlns:a="http://schemas.openxmlformats.org/drawingml/2006/main">
              <a:ext uri="{FF2B5EF4-FFF2-40B4-BE49-F238E27FC236}">
                <a16:creationId xmlns:a16="http://schemas.microsoft.com/office/drawing/2014/main" id="{BA8B2A7F-C0A6-49E7-A9D7-42FD22D41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58814" y="7270223"/>
            <a:ext cx="2108212" cy="2191349"/>
          </a:xfrm>
          <a:custGeom xmlns:a="http://schemas.openxmlformats.org/drawingml/2006/main">
            <a:pathLst>
              <a:path w="1438659" h="1495393">
                <a:moveTo>
                  <a:pt x="0" y="0"/>
                </a:moveTo>
                <a:lnTo>
                  <a:pt x="0" y="1495393"/>
                </a:lnTo>
                <a:lnTo>
                  <a:pt x="1438659" y="1495393"/>
                </a:lnTo>
                <a:lnTo>
                  <a:pt x="143865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0000"/>
            </a:solidFill>
            <a:prstDash val="dash"/>
          </a:ln>
        </p:spPr>
      </p:sp>
      <p:pic>
        <p:nvPicPr>
          <p:cNvPr id="114" name="">
            <a:extLst xmlns:a="http://schemas.openxmlformats.org/drawingml/2006/main">
              <a:ext uri="{FF2B5EF4-FFF2-40B4-BE49-F238E27FC236}">
                <a16:creationId xmlns:a16="http://schemas.microsoft.com/office/drawing/2014/main" id="{76D5F732-3E4B-4518-A840-185C7D27F9F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4bf49d107ba45d0"/>
          <a:stretch xmlns:a="http://schemas.openxmlformats.org/drawingml/2006/main"/>
        </p:blipFill>
        <p:spPr>
          <a:xfrm xmlns:a="http://schemas.openxmlformats.org/drawingml/2006/main">
            <a:off x="3586712" y="8463282"/>
            <a:ext cx="823518" cy="823518"/>
          </a:xfrm>
          <a:prstGeom xmlns:a="http://schemas.openxmlformats.org/drawingml/2006/main" prst="rect">
            <a:avLst/>
          </a:prstGeom>
        </p:spPr>
      </p:pic>
      <p:pic>
        <p:nvPicPr>
          <p:cNvPr id="115" name="">
            <a:extLst xmlns:a="http://schemas.openxmlformats.org/drawingml/2006/main">
              <a:ext uri="{FF2B5EF4-FFF2-40B4-BE49-F238E27FC236}">
                <a16:creationId xmlns:a16="http://schemas.microsoft.com/office/drawing/2014/main" id="{50748AC8-637E-4E15-9B74-2E225ACC01F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fa2ea969cda4b02"/>
          <a:stretch xmlns:a="http://schemas.openxmlformats.org/drawingml/2006/main"/>
        </p:blipFill>
        <p:spPr>
          <a:xfrm xmlns:a="http://schemas.openxmlformats.org/drawingml/2006/main">
            <a:off x="2358414" y="7262899"/>
            <a:ext cx="3070746" cy="2205354"/>
          </a:xfrm>
          <a:prstGeom xmlns:a="http://schemas.openxmlformats.org/drawingml/2006/main" prst="rect">
            <a:avLst/>
          </a:prstGeom>
        </p:spPr>
      </p:pic>
      <p:sp>
        <p:nvSpPr>
          <p:cNvPr id="116" name="path-117">
            <a:extLst xmlns:a="http://schemas.openxmlformats.org/drawingml/2006/main">
              <a:ext uri="{FF2B5EF4-FFF2-40B4-BE49-F238E27FC236}">
                <a16:creationId xmlns:a16="http://schemas.microsoft.com/office/drawing/2014/main" id="{78B603C8-464B-4EB7-97D6-024243AA0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1589" y="8498797"/>
            <a:ext cx="708964" cy="708964"/>
          </a:xfrm>
          <a:custGeom xmlns:a="http://schemas.openxmlformats.org/drawingml/2006/main">
            <a:pathLst>
              <a:path w="483802" h="483802">
                <a:moveTo>
                  <a:pt x="0" y="0"/>
                </a:moveTo>
                <a:lnTo>
                  <a:pt x="0" y="483802"/>
                </a:lnTo>
                <a:lnTo>
                  <a:pt x="483802" y="483802"/>
                </a:lnTo>
                <a:lnTo>
                  <a:pt x="4838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0000"/>
            </a:solidFill>
            <a:prstDash val="solid"/>
          </a:ln>
        </p:spPr>
      </p:sp>
      <p:sp>
        <p:nvSpPr>
          <p:cNvPr id="117" name="text-118 2">
            <a:extLst xmlns:a="http://schemas.openxmlformats.org/drawingml/2006/main">
              <a:ext uri="{FF2B5EF4-FFF2-40B4-BE49-F238E27FC236}">
                <a16:creationId xmlns:a16="http://schemas.microsoft.com/office/drawing/2014/main" id="{3ECBB9B0-4997-4652-B066-429FE8213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72540" y="8714542"/>
            <a:ext cx="151834" cy="2887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4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4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4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18" name="path-119">
            <a:extLst xmlns:a="http://schemas.openxmlformats.org/drawingml/2006/main">
              <a:ext uri="{FF2B5EF4-FFF2-40B4-BE49-F238E27FC236}">
                <a16:creationId xmlns:a16="http://schemas.microsoft.com/office/drawing/2014/main" id="{FFF2A808-083B-4C9F-8338-0310820AB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417" y="4133243"/>
            <a:ext cx="506458" cy="4232652"/>
          </a:xfrm>
          <a:custGeom xmlns:a="http://schemas.openxmlformats.org/drawingml/2006/main">
            <a:pathLst>
              <a:path w="345611" h="2888393">
                <a:moveTo>
                  <a:pt x="0" y="0"/>
                </a:moveTo>
                <a:lnTo>
                  <a:pt x="0" y="2818022"/>
                </a:lnTo>
                <a:cubicBezTo>
                  <a:pt x="0" y="2856902"/>
                  <a:pt x="31491" y="2888393"/>
                  <a:pt x="70368" y="2888393"/>
                </a:cubicBezTo>
                <a:lnTo>
                  <a:pt x="345611" y="2888393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666666"/>
            </a:solidFill>
            <a:prstDash val="dash"/>
          </a:ln>
        </p:spPr>
      </p:sp>
      <p:sp>
        <p:nvSpPr>
          <p:cNvPr id="119" name="path-120">
            <a:extLst xmlns:a="http://schemas.openxmlformats.org/drawingml/2006/main">
              <a:ext uri="{FF2B5EF4-FFF2-40B4-BE49-F238E27FC236}">
                <a16:creationId xmlns:a16="http://schemas.microsoft.com/office/drawing/2014/main" id="{DF72B0BA-A531-4C6B-A026-B96034422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1156" y="8327228"/>
            <a:ext cx="103122" cy="77342"/>
          </a:xfrm>
          <a:custGeom xmlns:a="http://schemas.openxmlformats.org/drawingml/2006/main">
            <a:pathLst>
              <a:path w="70371" h="52779">
                <a:moveTo>
                  <a:pt x="70371" y="26389"/>
                </a:moveTo>
                <a:lnTo>
                  <a:pt x="0" y="0"/>
                </a:lnTo>
                <a:lnTo>
                  <a:pt x="26389" y="26389"/>
                </a:lnTo>
                <a:lnTo>
                  <a:pt x="0" y="52779"/>
                </a:lnTo>
                <a:lnTo>
                  <a:pt x="70371" y="26389"/>
                </a:lnTo>
              </a:path>
            </a:pathLst>
          </a:custGeom>
          <a:solidFill xmlns:a="http://schemas.openxmlformats.org/drawingml/2006/main">
            <a:srgbClr val="66666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" name="path-121">
            <a:extLst xmlns:a="http://schemas.openxmlformats.org/drawingml/2006/main">
              <a:ext uri="{FF2B5EF4-FFF2-40B4-BE49-F238E27FC236}">
                <a16:creationId xmlns:a16="http://schemas.microsoft.com/office/drawing/2014/main" id="{1969F05A-6636-4BA4-B810-14AD98A99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1203" y="8327227"/>
            <a:ext cx="103126" cy="77340"/>
          </a:xfrm>
          <a:custGeom xmlns:a="http://schemas.openxmlformats.org/drawingml/2006/main">
            <a:pathLst>
              <a:path w="70374" h="52777">
                <a:moveTo>
                  <a:pt x="70374" y="26387"/>
                </a:moveTo>
                <a:lnTo>
                  <a:pt x="0" y="0"/>
                </a:lnTo>
                <a:lnTo>
                  <a:pt x="26390" y="26387"/>
                </a:lnTo>
                <a:lnTo>
                  <a:pt x="0" y="52777"/>
                </a:lnTo>
                <a:lnTo>
                  <a:pt x="70374" y="26387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666666"/>
            </a:solidFill>
            <a:prstDash val="solid"/>
          </a:ln>
        </p:spPr>
      </p:sp>
      <p:sp>
        <p:nvSpPr>
          <p:cNvPr id="121" name="text-122 Glance">
            <a:extLst xmlns:a="http://schemas.openxmlformats.org/drawingml/2006/main">
              <a:ext uri="{FF2B5EF4-FFF2-40B4-BE49-F238E27FC236}">
                <a16:creationId xmlns:a16="http://schemas.microsoft.com/office/drawing/2014/main" id="{934D959E-232A-4D3B-8F9B-23D32EE22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61166" y="3001611"/>
            <a:ext cx="815555" cy="3248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Glance</a:t>
            </a:r>
          </a:p>
        </p:txBody>
      </p:sp>
      <p:sp>
        <p:nvSpPr>
          <p:cNvPr id="122" name="text-122 Input">
            <a:extLst xmlns:a="http://schemas.openxmlformats.org/drawingml/2006/main">
              <a:ext uri="{FF2B5EF4-FFF2-40B4-BE49-F238E27FC236}">
                <a16:creationId xmlns:a16="http://schemas.microsoft.com/office/drawing/2014/main" id="{5875CA45-441C-4CC3-B0C6-87A96A0EA5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99419" y="3001616"/>
            <a:ext cx="608663" cy="3248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Input</a:t>
            </a:r>
          </a:p>
        </p:txBody>
      </p:sp>
      <p:sp>
        <p:nvSpPr>
          <p:cNvPr id="123" name="text-124 (down-sampled">
            <a:extLst xmlns:a="http://schemas.openxmlformats.org/drawingml/2006/main">
              <a:ext uri="{FF2B5EF4-FFF2-40B4-BE49-F238E27FC236}">
                <a16:creationId xmlns:a16="http://schemas.microsoft.com/office/drawing/2014/main" id="{3EC85EB6-A9D8-45E0-946C-A6BC9AC9F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37605" y="3280283"/>
            <a:ext cx="1447211" cy="2889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(down-sampled</a:t>
            </a:r>
          </a:p>
        </p:txBody>
      </p:sp>
      <p:sp>
        <p:nvSpPr>
          <p:cNvPr id="124" name="text-124 to">
            <a:extLst xmlns:a="http://schemas.openxmlformats.org/drawingml/2006/main">
              <a:ext uri="{FF2B5EF4-FFF2-40B4-BE49-F238E27FC236}">
                <a16:creationId xmlns:a16="http://schemas.microsoft.com/office/drawing/2014/main" id="{B2DDD443-9416-4288-985F-45DEFDF6BB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04973" y="3280330"/>
            <a:ext cx="209141" cy="2888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125" name="text-125 the">
            <a:extLst xmlns:a="http://schemas.openxmlformats.org/drawingml/2006/main">
              <a:ext uri="{FF2B5EF4-FFF2-40B4-BE49-F238E27FC236}">
                <a16:creationId xmlns:a16="http://schemas.microsoft.com/office/drawing/2014/main" id="{820E8C74-33E9-4BAF-9116-9C9ECCF63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12117" y="3506112"/>
            <a:ext cx="323863" cy="2889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126" name="text-125 fixation">
            <a:extLst xmlns:a="http://schemas.openxmlformats.org/drawingml/2006/main">
              <a:ext uri="{FF2B5EF4-FFF2-40B4-BE49-F238E27FC236}">
                <a16:creationId xmlns:a16="http://schemas.microsoft.com/office/drawing/2014/main" id="{3919FD84-B1BE-47C2-82BC-D4D44151C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56137" y="3506138"/>
            <a:ext cx="690649" cy="2889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127" name="text-125 size)">
            <a:extLst xmlns:a="http://schemas.openxmlformats.org/drawingml/2006/main">
              <a:ext uri="{FF2B5EF4-FFF2-40B4-BE49-F238E27FC236}">
                <a16:creationId xmlns:a16="http://schemas.microsoft.com/office/drawing/2014/main" id="{9CB685E6-E0E5-45E6-A778-F1A9C18D4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66947" y="3506126"/>
            <a:ext cx="472620" cy="288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size)</a:t>
            </a:r>
          </a:p>
        </p:txBody>
      </p:sp>
      <p:sp>
        <p:nvSpPr>
          <p:cNvPr id="128" name="path-127">
            <a:extLst xmlns:a="http://schemas.openxmlformats.org/drawingml/2006/main">
              <a:ext uri="{FF2B5EF4-FFF2-40B4-BE49-F238E27FC236}">
                <a16:creationId xmlns:a16="http://schemas.microsoft.com/office/drawing/2014/main" id="{C55E94D2-98F2-4A25-91A1-A557284F2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9664" y="3042753"/>
            <a:ext cx="72045" cy="198375"/>
          </a:xfrm>
          <a:custGeom xmlns:a="http://schemas.openxmlformats.org/drawingml/2006/main">
            <a:pathLst>
              <a:path w="49164" h="135373">
                <a:moveTo>
                  <a:pt x="48394" y="6749"/>
                </a:moveTo>
                <a:cubicBezTo>
                  <a:pt x="49164" y="4051"/>
                  <a:pt x="49164" y="3666"/>
                  <a:pt x="49164" y="3471"/>
                </a:cubicBezTo>
                <a:cubicBezTo>
                  <a:pt x="49164" y="965"/>
                  <a:pt x="47043" y="0"/>
                  <a:pt x="44922" y="0"/>
                </a:cubicBezTo>
                <a:cubicBezTo>
                  <a:pt x="44151" y="0"/>
                  <a:pt x="43957" y="0"/>
                  <a:pt x="43572" y="194"/>
                </a:cubicBezTo>
                <a:lnTo>
                  <a:pt x="18701" y="1350"/>
                </a:lnTo>
                <a:cubicBezTo>
                  <a:pt x="16004" y="1544"/>
                  <a:pt x="12532" y="1736"/>
                  <a:pt x="12532" y="7134"/>
                </a:cubicBezTo>
                <a:cubicBezTo>
                  <a:pt x="12532" y="10605"/>
                  <a:pt x="16195" y="10605"/>
                  <a:pt x="17545" y="10605"/>
                </a:cubicBezTo>
                <a:cubicBezTo>
                  <a:pt x="19666" y="10605"/>
                  <a:pt x="23138" y="10605"/>
                  <a:pt x="25641" y="10991"/>
                </a:cubicBezTo>
                <a:lnTo>
                  <a:pt x="965" y="109920"/>
                </a:lnTo>
                <a:cubicBezTo>
                  <a:pt x="385" y="112041"/>
                  <a:pt x="0" y="113776"/>
                  <a:pt x="0" y="116477"/>
                </a:cubicBezTo>
                <a:cubicBezTo>
                  <a:pt x="0" y="129203"/>
                  <a:pt x="12726" y="135373"/>
                  <a:pt x="24100" y="135373"/>
                </a:cubicBezTo>
                <a:cubicBezTo>
                  <a:pt x="31234" y="135373"/>
                  <a:pt x="36632" y="131325"/>
                  <a:pt x="40874" y="124385"/>
                </a:cubicBezTo>
                <a:cubicBezTo>
                  <a:pt x="45502" y="116862"/>
                  <a:pt x="48199" y="106448"/>
                  <a:pt x="48199" y="105292"/>
                </a:cubicBezTo>
                <a:cubicBezTo>
                  <a:pt x="48199" y="102591"/>
                  <a:pt x="45308" y="102591"/>
                  <a:pt x="43572" y="102591"/>
                </a:cubicBezTo>
                <a:cubicBezTo>
                  <a:pt x="41451" y="102591"/>
                  <a:pt x="40680" y="102591"/>
                  <a:pt x="39718" y="103556"/>
                </a:cubicBezTo>
                <a:cubicBezTo>
                  <a:pt x="39333" y="103942"/>
                  <a:pt x="39333" y="104327"/>
                  <a:pt x="38174" y="109149"/>
                </a:cubicBezTo>
                <a:cubicBezTo>
                  <a:pt x="34511" y="123805"/>
                  <a:pt x="30269" y="128433"/>
                  <a:pt x="25065" y="128433"/>
                </a:cubicBezTo>
                <a:cubicBezTo>
                  <a:pt x="22173" y="128433"/>
                  <a:pt x="20631" y="126506"/>
                  <a:pt x="20631" y="121490"/>
                </a:cubicBezTo>
                <a:cubicBezTo>
                  <a:pt x="20631" y="117633"/>
                  <a:pt x="21208" y="115706"/>
                  <a:pt x="21787" y="113006"/>
                </a:cubicBezTo>
                <a:lnTo>
                  <a:pt x="48394" y="674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" name="path-128">
            <a:extLst xmlns:a="http://schemas.openxmlformats.org/drawingml/2006/main">
              <a:ext uri="{FF2B5EF4-FFF2-40B4-BE49-F238E27FC236}">
                <a16:creationId xmlns:a16="http://schemas.microsoft.com/office/drawing/2014/main" id="{034E58D0-CD07-4EF6-8172-C3EA2A3B3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8973" y="3149987"/>
            <a:ext cx="91765" cy="135193"/>
          </a:xfrm>
          <a:custGeom xmlns:a="http://schemas.openxmlformats.org/drawingml/2006/main">
            <a:pathLst>
              <a:path w="62621" h="92256">
                <a:moveTo>
                  <a:pt x="62621" y="46534"/>
                </a:moveTo>
                <a:cubicBezTo>
                  <a:pt x="62621" y="31699"/>
                  <a:pt x="60867" y="21044"/>
                  <a:pt x="54660" y="11602"/>
                </a:cubicBezTo>
                <a:cubicBezTo>
                  <a:pt x="50475" y="5399"/>
                  <a:pt x="42108" y="0"/>
                  <a:pt x="31312" y="0"/>
                </a:cubicBezTo>
                <a:cubicBezTo>
                  <a:pt x="0" y="0"/>
                  <a:pt x="0" y="36824"/>
                  <a:pt x="0" y="46534"/>
                </a:cubicBezTo>
                <a:cubicBezTo>
                  <a:pt x="0" y="56246"/>
                  <a:pt x="0" y="92256"/>
                  <a:pt x="31312" y="92256"/>
                </a:cubicBezTo>
                <a:cubicBezTo>
                  <a:pt x="62621" y="92256"/>
                  <a:pt x="62621" y="56246"/>
                  <a:pt x="62621" y="46534"/>
                </a:cubicBezTo>
                <a:moveTo>
                  <a:pt x="31312" y="88478"/>
                </a:moveTo>
                <a:cubicBezTo>
                  <a:pt x="25103" y="88478"/>
                  <a:pt x="16870" y="84837"/>
                  <a:pt x="14172" y="73778"/>
                </a:cubicBezTo>
                <a:cubicBezTo>
                  <a:pt x="12282" y="65821"/>
                  <a:pt x="12282" y="54761"/>
                  <a:pt x="12282" y="44781"/>
                </a:cubicBezTo>
                <a:cubicBezTo>
                  <a:pt x="12282" y="34936"/>
                  <a:pt x="12282" y="24685"/>
                  <a:pt x="14306" y="17267"/>
                </a:cubicBezTo>
                <a:cubicBezTo>
                  <a:pt x="17140" y="6612"/>
                  <a:pt x="25778" y="3781"/>
                  <a:pt x="31312" y="3781"/>
                </a:cubicBezTo>
                <a:cubicBezTo>
                  <a:pt x="38599" y="3781"/>
                  <a:pt x="45618" y="8231"/>
                  <a:pt x="48045" y="16054"/>
                </a:cubicBezTo>
                <a:cubicBezTo>
                  <a:pt x="50206" y="23336"/>
                  <a:pt x="50339" y="33048"/>
                  <a:pt x="50339" y="44781"/>
                </a:cubicBezTo>
                <a:cubicBezTo>
                  <a:pt x="50339" y="54761"/>
                  <a:pt x="50339" y="64742"/>
                  <a:pt x="48585" y="73239"/>
                </a:cubicBezTo>
                <a:cubicBezTo>
                  <a:pt x="45887" y="85512"/>
                  <a:pt x="36709" y="88478"/>
                  <a:pt x="31312" y="8847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" name="text-129 Visual">
            <a:extLst xmlns:a="http://schemas.openxmlformats.org/drawingml/2006/main">
              <a:ext uri="{FF2B5EF4-FFF2-40B4-BE49-F238E27FC236}">
                <a16:creationId xmlns:a16="http://schemas.microsoft.com/office/drawing/2014/main" id="{5DFDC470-1FC5-4111-9AF6-177BF6DF6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80894" y="6508289"/>
            <a:ext cx="721058" cy="3248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131" name="text-129 Fixation">
            <a:extLst xmlns:a="http://schemas.openxmlformats.org/drawingml/2006/main">
              <a:ext uri="{FF2B5EF4-FFF2-40B4-BE49-F238E27FC236}">
                <a16:creationId xmlns:a16="http://schemas.microsoft.com/office/drawing/2014/main" id="{A37A400D-4254-4C79-A9FF-8E108CA38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24642" y="6508277"/>
            <a:ext cx="931220" cy="3248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132" name="path-131">
            <a:extLst xmlns:a="http://schemas.openxmlformats.org/drawingml/2006/main">
              <a:ext uri="{FF2B5EF4-FFF2-40B4-BE49-F238E27FC236}">
                <a16:creationId xmlns:a16="http://schemas.microsoft.com/office/drawing/2014/main" id="{C4DCE6C0-C35D-4343-8935-4292D3A82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8543" y="6546626"/>
            <a:ext cx="72045" cy="198375"/>
          </a:xfrm>
          <a:custGeom xmlns:a="http://schemas.openxmlformats.org/drawingml/2006/main">
            <a:pathLst>
              <a:path w="49164" h="135373">
                <a:moveTo>
                  <a:pt x="48394" y="6749"/>
                </a:moveTo>
                <a:cubicBezTo>
                  <a:pt x="49164" y="4051"/>
                  <a:pt x="49164" y="3666"/>
                  <a:pt x="49164" y="3471"/>
                </a:cubicBezTo>
                <a:cubicBezTo>
                  <a:pt x="49164" y="965"/>
                  <a:pt x="47043" y="0"/>
                  <a:pt x="44922" y="0"/>
                </a:cubicBezTo>
                <a:cubicBezTo>
                  <a:pt x="44151" y="0"/>
                  <a:pt x="43957" y="0"/>
                  <a:pt x="43572" y="194"/>
                </a:cubicBezTo>
                <a:lnTo>
                  <a:pt x="18701" y="1350"/>
                </a:lnTo>
                <a:cubicBezTo>
                  <a:pt x="16004" y="1544"/>
                  <a:pt x="12532" y="1736"/>
                  <a:pt x="12532" y="7134"/>
                </a:cubicBezTo>
                <a:cubicBezTo>
                  <a:pt x="12532" y="10605"/>
                  <a:pt x="16195" y="10605"/>
                  <a:pt x="17545" y="10605"/>
                </a:cubicBezTo>
                <a:cubicBezTo>
                  <a:pt x="19666" y="10605"/>
                  <a:pt x="23138" y="10605"/>
                  <a:pt x="25641" y="10991"/>
                </a:cubicBezTo>
                <a:lnTo>
                  <a:pt x="965" y="109920"/>
                </a:lnTo>
                <a:cubicBezTo>
                  <a:pt x="385" y="112041"/>
                  <a:pt x="0" y="113776"/>
                  <a:pt x="0" y="116477"/>
                </a:cubicBezTo>
                <a:cubicBezTo>
                  <a:pt x="0" y="129203"/>
                  <a:pt x="12726" y="135373"/>
                  <a:pt x="24100" y="135373"/>
                </a:cubicBezTo>
                <a:cubicBezTo>
                  <a:pt x="31234" y="135373"/>
                  <a:pt x="36632" y="131325"/>
                  <a:pt x="40874" y="124385"/>
                </a:cubicBezTo>
                <a:cubicBezTo>
                  <a:pt x="45502" y="116862"/>
                  <a:pt x="48199" y="106448"/>
                  <a:pt x="48199" y="105292"/>
                </a:cubicBezTo>
                <a:cubicBezTo>
                  <a:pt x="48199" y="102591"/>
                  <a:pt x="45308" y="102591"/>
                  <a:pt x="43572" y="102591"/>
                </a:cubicBezTo>
                <a:cubicBezTo>
                  <a:pt x="41451" y="102591"/>
                  <a:pt x="40680" y="102591"/>
                  <a:pt x="39718" y="103556"/>
                </a:cubicBezTo>
                <a:cubicBezTo>
                  <a:pt x="39333" y="103942"/>
                  <a:pt x="39333" y="104327"/>
                  <a:pt x="38174" y="109149"/>
                </a:cubicBezTo>
                <a:cubicBezTo>
                  <a:pt x="34511" y="123805"/>
                  <a:pt x="30269" y="128433"/>
                  <a:pt x="25065" y="128433"/>
                </a:cubicBezTo>
                <a:cubicBezTo>
                  <a:pt x="22173" y="128433"/>
                  <a:pt x="20631" y="126506"/>
                  <a:pt x="20631" y="121490"/>
                </a:cubicBezTo>
                <a:cubicBezTo>
                  <a:pt x="20631" y="117633"/>
                  <a:pt x="21208" y="115706"/>
                  <a:pt x="21787" y="113006"/>
                </a:cubicBezTo>
                <a:lnTo>
                  <a:pt x="48394" y="674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" name="path-132">
            <a:extLst xmlns:a="http://schemas.openxmlformats.org/drawingml/2006/main">
              <a:ext uri="{FF2B5EF4-FFF2-40B4-BE49-F238E27FC236}">
                <a16:creationId xmlns:a16="http://schemas.microsoft.com/office/drawing/2014/main" id="{A5AD723A-9241-46B5-A3B1-B2E4C1916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29126" y="6653860"/>
            <a:ext cx="71987" cy="131330"/>
          </a:xfrm>
          <a:custGeom xmlns:a="http://schemas.openxmlformats.org/drawingml/2006/main">
            <a:pathLst>
              <a:path w="49124" h="89621">
                <a:moveTo>
                  <a:pt x="30500" y="3771"/>
                </a:moveTo>
                <a:cubicBezTo>
                  <a:pt x="30500" y="136"/>
                  <a:pt x="30230" y="0"/>
                  <a:pt x="26452" y="0"/>
                </a:cubicBezTo>
                <a:cubicBezTo>
                  <a:pt x="17815" y="8451"/>
                  <a:pt x="5533" y="8585"/>
                  <a:pt x="0" y="8585"/>
                </a:cubicBezTo>
                <a:lnTo>
                  <a:pt x="0" y="13443"/>
                </a:lnTo>
                <a:cubicBezTo>
                  <a:pt x="3239" y="13443"/>
                  <a:pt x="12146" y="13443"/>
                  <a:pt x="19569" y="9664"/>
                </a:cubicBezTo>
                <a:lnTo>
                  <a:pt x="19569" y="78550"/>
                </a:lnTo>
                <a:cubicBezTo>
                  <a:pt x="19569" y="83008"/>
                  <a:pt x="19569" y="84763"/>
                  <a:pt x="6073" y="84763"/>
                </a:cubicBezTo>
                <a:lnTo>
                  <a:pt x="945" y="84763"/>
                </a:lnTo>
                <a:lnTo>
                  <a:pt x="945" y="89621"/>
                </a:lnTo>
                <a:cubicBezTo>
                  <a:pt x="3373" y="89487"/>
                  <a:pt x="19973" y="89081"/>
                  <a:pt x="24967" y="89081"/>
                </a:cubicBezTo>
                <a:cubicBezTo>
                  <a:pt x="29151" y="89081"/>
                  <a:pt x="46155" y="89487"/>
                  <a:pt x="49124" y="89621"/>
                </a:cubicBezTo>
                <a:lnTo>
                  <a:pt x="49124" y="84763"/>
                </a:lnTo>
                <a:lnTo>
                  <a:pt x="43997" y="84763"/>
                </a:lnTo>
                <a:cubicBezTo>
                  <a:pt x="30500" y="84763"/>
                  <a:pt x="30500" y="83008"/>
                  <a:pt x="30500" y="78550"/>
                </a:cubicBezTo>
                <a:lnTo>
                  <a:pt x="30500" y="377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" name="path-134">
            <a:extLst xmlns:a="http://schemas.openxmlformats.org/drawingml/2006/main">
              <a:ext uri="{FF2B5EF4-FFF2-40B4-BE49-F238E27FC236}">
                <a16:creationId xmlns:a16="http://schemas.microsoft.com/office/drawing/2014/main" id="{F5257962-82F7-45E9-99BA-3E42E3756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48771" y="9538865"/>
            <a:ext cx="72045" cy="198375"/>
          </a:xfrm>
          <a:custGeom xmlns:a="http://schemas.openxmlformats.org/drawingml/2006/main">
            <a:pathLst>
              <a:path w="49164" h="135373">
                <a:moveTo>
                  <a:pt x="48394" y="6749"/>
                </a:moveTo>
                <a:cubicBezTo>
                  <a:pt x="49164" y="4051"/>
                  <a:pt x="49164" y="3666"/>
                  <a:pt x="49164" y="3471"/>
                </a:cubicBezTo>
                <a:cubicBezTo>
                  <a:pt x="49164" y="965"/>
                  <a:pt x="47043" y="0"/>
                  <a:pt x="44922" y="0"/>
                </a:cubicBezTo>
                <a:cubicBezTo>
                  <a:pt x="44151" y="0"/>
                  <a:pt x="43957" y="0"/>
                  <a:pt x="43572" y="194"/>
                </a:cubicBezTo>
                <a:lnTo>
                  <a:pt x="18701" y="1350"/>
                </a:lnTo>
                <a:cubicBezTo>
                  <a:pt x="16004" y="1544"/>
                  <a:pt x="12532" y="1736"/>
                  <a:pt x="12532" y="7134"/>
                </a:cubicBezTo>
                <a:cubicBezTo>
                  <a:pt x="12532" y="10605"/>
                  <a:pt x="16195" y="10605"/>
                  <a:pt x="17545" y="10605"/>
                </a:cubicBezTo>
                <a:cubicBezTo>
                  <a:pt x="19666" y="10605"/>
                  <a:pt x="23138" y="10605"/>
                  <a:pt x="25641" y="10991"/>
                </a:cubicBezTo>
                <a:lnTo>
                  <a:pt x="965" y="109920"/>
                </a:lnTo>
                <a:cubicBezTo>
                  <a:pt x="385" y="112041"/>
                  <a:pt x="0" y="113776"/>
                  <a:pt x="0" y="116477"/>
                </a:cubicBezTo>
                <a:cubicBezTo>
                  <a:pt x="0" y="129203"/>
                  <a:pt x="12726" y="135373"/>
                  <a:pt x="24100" y="135373"/>
                </a:cubicBezTo>
                <a:cubicBezTo>
                  <a:pt x="31234" y="135373"/>
                  <a:pt x="36632" y="131325"/>
                  <a:pt x="40874" y="124385"/>
                </a:cubicBezTo>
                <a:cubicBezTo>
                  <a:pt x="45502" y="116862"/>
                  <a:pt x="48199" y="106448"/>
                  <a:pt x="48199" y="105292"/>
                </a:cubicBezTo>
                <a:cubicBezTo>
                  <a:pt x="48199" y="102591"/>
                  <a:pt x="45308" y="102591"/>
                  <a:pt x="43572" y="102591"/>
                </a:cubicBezTo>
                <a:cubicBezTo>
                  <a:pt x="41451" y="102591"/>
                  <a:pt x="40680" y="102591"/>
                  <a:pt x="39718" y="103556"/>
                </a:cubicBezTo>
                <a:cubicBezTo>
                  <a:pt x="39333" y="103942"/>
                  <a:pt x="39333" y="104327"/>
                  <a:pt x="38174" y="109149"/>
                </a:cubicBezTo>
                <a:cubicBezTo>
                  <a:pt x="34511" y="123805"/>
                  <a:pt x="30269" y="128433"/>
                  <a:pt x="25065" y="128433"/>
                </a:cubicBezTo>
                <a:cubicBezTo>
                  <a:pt x="22173" y="128433"/>
                  <a:pt x="20631" y="126506"/>
                  <a:pt x="20631" y="121490"/>
                </a:cubicBezTo>
                <a:cubicBezTo>
                  <a:pt x="20631" y="117633"/>
                  <a:pt x="21208" y="115706"/>
                  <a:pt x="21787" y="113006"/>
                </a:cubicBezTo>
                <a:lnTo>
                  <a:pt x="48394" y="674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" name="path-135">
            <a:extLst xmlns:a="http://schemas.openxmlformats.org/drawingml/2006/main">
              <a:ext uri="{FF2B5EF4-FFF2-40B4-BE49-F238E27FC236}">
                <a16:creationId xmlns:a16="http://schemas.microsoft.com/office/drawing/2014/main" id="{1540EAE2-3F87-4077-8BF5-60A061F22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50255" y="9646099"/>
            <a:ext cx="87413" cy="131330"/>
          </a:xfrm>
          <a:custGeom xmlns:a="http://schemas.openxmlformats.org/drawingml/2006/main">
            <a:pathLst>
              <a:path w="59652" h="89621">
                <a:moveTo>
                  <a:pt x="59652" y="65053"/>
                </a:moveTo>
                <a:lnTo>
                  <a:pt x="55063" y="65053"/>
                </a:lnTo>
                <a:cubicBezTo>
                  <a:pt x="54658" y="68025"/>
                  <a:pt x="53309" y="75990"/>
                  <a:pt x="51554" y="77341"/>
                </a:cubicBezTo>
                <a:cubicBezTo>
                  <a:pt x="50475" y="78150"/>
                  <a:pt x="40084" y="78150"/>
                  <a:pt x="38194" y="78150"/>
                </a:cubicBezTo>
                <a:lnTo>
                  <a:pt x="13361" y="78150"/>
                </a:lnTo>
                <a:cubicBezTo>
                  <a:pt x="27533" y="65593"/>
                  <a:pt x="32255" y="61814"/>
                  <a:pt x="40354" y="55467"/>
                </a:cubicBezTo>
                <a:cubicBezTo>
                  <a:pt x="50339" y="47502"/>
                  <a:pt x="59652" y="39131"/>
                  <a:pt x="59652" y="26305"/>
                </a:cubicBezTo>
                <a:cubicBezTo>
                  <a:pt x="59652" y="9983"/>
                  <a:pt x="45346" y="0"/>
                  <a:pt x="28072" y="0"/>
                </a:cubicBezTo>
                <a:cubicBezTo>
                  <a:pt x="11336" y="0"/>
                  <a:pt x="0" y="11736"/>
                  <a:pt x="0" y="24145"/>
                </a:cubicBezTo>
                <a:cubicBezTo>
                  <a:pt x="0" y="31029"/>
                  <a:pt x="5803" y="31703"/>
                  <a:pt x="7154" y="31703"/>
                </a:cubicBezTo>
                <a:cubicBezTo>
                  <a:pt x="10393" y="31703"/>
                  <a:pt x="14306" y="29409"/>
                  <a:pt x="14306" y="24551"/>
                </a:cubicBezTo>
                <a:cubicBezTo>
                  <a:pt x="14306" y="22121"/>
                  <a:pt x="13361" y="17397"/>
                  <a:pt x="6343" y="17397"/>
                </a:cubicBezTo>
                <a:cubicBezTo>
                  <a:pt x="10527" y="7825"/>
                  <a:pt x="19705" y="4860"/>
                  <a:pt x="26048" y="4860"/>
                </a:cubicBezTo>
                <a:cubicBezTo>
                  <a:pt x="39543" y="4860"/>
                  <a:pt x="46561" y="15375"/>
                  <a:pt x="46561" y="26305"/>
                </a:cubicBezTo>
                <a:cubicBezTo>
                  <a:pt x="46561" y="38050"/>
                  <a:pt x="38194" y="47366"/>
                  <a:pt x="33875" y="52226"/>
                </a:cubicBezTo>
                <a:lnTo>
                  <a:pt x="1351" y="84359"/>
                </a:lnTo>
                <a:cubicBezTo>
                  <a:pt x="0" y="85572"/>
                  <a:pt x="0" y="85842"/>
                  <a:pt x="0" y="89621"/>
                </a:cubicBezTo>
                <a:lnTo>
                  <a:pt x="55603" y="89621"/>
                </a:lnTo>
                <a:lnTo>
                  <a:pt x="59652" y="6505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" name="text-136 Visual">
            <a:extLst xmlns:a="http://schemas.openxmlformats.org/drawingml/2006/main">
              <a:ext uri="{FF2B5EF4-FFF2-40B4-BE49-F238E27FC236}">
                <a16:creationId xmlns:a16="http://schemas.microsoft.com/office/drawing/2014/main" id="{614FEDAC-8F70-4D51-91B3-92A897D80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11186" y="9500507"/>
            <a:ext cx="721068" cy="3248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137" name="text-136 Fixation">
            <a:extLst xmlns:a="http://schemas.openxmlformats.org/drawingml/2006/main">
              <a:ext uri="{FF2B5EF4-FFF2-40B4-BE49-F238E27FC236}">
                <a16:creationId xmlns:a16="http://schemas.microsoft.com/office/drawing/2014/main" id="{74FA2FFF-E26B-4AA2-B561-6BF727E17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54942" y="9500498"/>
            <a:ext cx="931220" cy="3248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138" name="path-137">
            <a:extLst xmlns:a="http://schemas.openxmlformats.org/drawingml/2006/main">
              <a:ext uri="{FF2B5EF4-FFF2-40B4-BE49-F238E27FC236}">
                <a16:creationId xmlns:a16="http://schemas.microsoft.com/office/drawing/2014/main" id="{D16E6C91-DECF-4C65-8E4E-5A2046936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4702" y="1439368"/>
            <a:ext cx="327628" cy="2047686"/>
          </a:xfrm>
          <a:custGeom xmlns:a="http://schemas.openxmlformats.org/drawingml/2006/main">
            <a:pathLst>
              <a:path w="223576" h="1397356">
                <a:moveTo>
                  <a:pt x="0" y="0"/>
                </a:moveTo>
                <a:lnTo>
                  <a:pt x="223576" y="0"/>
                </a:lnTo>
                <a:lnTo>
                  <a:pt x="223576" y="1397356"/>
                </a:lnTo>
                <a:lnTo>
                  <a:pt x="0" y="1397356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" name="path-138">
            <a:extLst xmlns:a="http://schemas.openxmlformats.org/drawingml/2006/main">
              <a:ext uri="{FF2B5EF4-FFF2-40B4-BE49-F238E27FC236}">
                <a16:creationId xmlns:a16="http://schemas.microsoft.com/office/drawing/2014/main" id="{07B3196B-0F6A-49F0-B26F-0860147A4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4651" y="1439306"/>
            <a:ext cx="327666" cy="2047749"/>
          </a:xfrm>
          <a:custGeom xmlns:a="http://schemas.openxmlformats.org/drawingml/2006/main">
            <a:pathLst>
              <a:path w="223602" h="1397399">
                <a:moveTo>
                  <a:pt x="0" y="0"/>
                </a:moveTo>
                <a:lnTo>
                  <a:pt x="0" y="1397399"/>
                </a:lnTo>
                <a:lnTo>
                  <a:pt x="223602" y="1397399"/>
                </a:lnTo>
                <a:lnTo>
                  <a:pt x="2236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140" name="path-139">
            <a:extLst xmlns:a="http://schemas.openxmlformats.org/drawingml/2006/main">
              <a:ext uri="{FF2B5EF4-FFF2-40B4-BE49-F238E27FC236}">
                <a16:creationId xmlns:a16="http://schemas.microsoft.com/office/drawing/2014/main" id="{5A6EBDAB-732C-455F-A898-E48001F81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074" y="1644078"/>
            <a:ext cx="327628" cy="1638151"/>
          </a:xfrm>
          <a:custGeom xmlns:a="http://schemas.openxmlformats.org/drawingml/2006/main">
            <a:pathLst>
              <a:path w="223576" h="1117886">
                <a:moveTo>
                  <a:pt x="0" y="0"/>
                </a:moveTo>
                <a:lnTo>
                  <a:pt x="223576" y="0"/>
                </a:lnTo>
                <a:lnTo>
                  <a:pt x="223576" y="1117886"/>
                </a:lnTo>
                <a:lnTo>
                  <a:pt x="0" y="1117886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" name="path-140">
            <a:extLst xmlns:a="http://schemas.openxmlformats.org/drawingml/2006/main">
              <a:ext uri="{FF2B5EF4-FFF2-40B4-BE49-F238E27FC236}">
                <a16:creationId xmlns:a16="http://schemas.microsoft.com/office/drawing/2014/main" id="{0916D0DD-D8B8-4DB9-BBF5-56178A5FD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017" y="1644129"/>
            <a:ext cx="327675" cy="1638099"/>
          </a:xfrm>
          <a:custGeom xmlns:a="http://schemas.openxmlformats.org/drawingml/2006/main">
            <a:pathLst>
              <a:path w="223608" h="1117851">
                <a:moveTo>
                  <a:pt x="0" y="0"/>
                </a:moveTo>
                <a:lnTo>
                  <a:pt x="0" y="1117851"/>
                </a:lnTo>
                <a:lnTo>
                  <a:pt x="223608" y="1117851"/>
                </a:lnTo>
                <a:lnTo>
                  <a:pt x="22360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142" name="path-141">
            <a:extLst xmlns:a="http://schemas.openxmlformats.org/drawingml/2006/main">
              <a:ext uri="{FF2B5EF4-FFF2-40B4-BE49-F238E27FC236}">
                <a16:creationId xmlns:a16="http://schemas.microsoft.com/office/drawing/2014/main" id="{CBC64D7B-1535-441A-BDE1-45F86B70B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1432" y="1848920"/>
            <a:ext cx="327628" cy="1228610"/>
          </a:xfrm>
          <a:custGeom xmlns:a="http://schemas.openxmlformats.org/drawingml/2006/main">
            <a:pathLst>
              <a:path w="223576" h="838413">
                <a:moveTo>
                  <a:pt x="0" y="0"/>
                </a:moveTo>
                <a:lnTo>
                  <a:pt x="223576" y="0"/>
                </a:lnTo>
                <a:lnTo>
                  <a:pt x="223576" y="838413"/>
                </a:lnTo>
                <a:lnTo>
                  <a:pt x="0" y="838413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" name="path-142">
            <a:extLst xmlns:a="http://schemas.openxmlformats.org/drawingml/2006/main">
              <a:ext uri="{FF2B5EF4-FFF2-40B4-BE49-F238E27FC236}">
                <a16:creationId xmlns:a16="http://schemas.microsoft.com/office/drawing/2014/main" id="{F28A80D5-B9B0-42B4-B6C9-D86A93A0D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1393" y="1848822"/>
            <a:ext cx="327666" cy="1228708"/>
          </a:xfrm>
          <a:custGeom xmlns:a="http://schemas.openxmlformats.org/drawingml/2006/main">
            <a:pathLst>
              <a:path w="223602" h="838479">
                <a:moveTo>
                  <a:pt x="0" y="0"/>
                </a:moveTo>
                <a:lnTo>
                  <a:pt x="0" y="838479"/>
                </a:lnTo>
                <a:lnTo>
                  <a:pt x="223602" y="838479"/>
                </a:lnTo>
                <a:lnTo>
                  <a:pt x="2236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144" name="path-143">
            <a:extLst xmlns:a="http://schemas.openxmlformats.org/drawingml/2006/main">
              <a:ext uri="{FF2B5EF4-FFF2-40B4-BE49-F238E27FC236}">
                <a16:creationId xmlns:a16="http://schemas.microsoft.com/office/drawing/2014/main" id="{BEC29F98-E8D9-475B-8116-059D22127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64791" y="2053629"/>
            <a:ext cx="327629" cy="819074"/>
          </a:xfrm>
          <a:custGeom xmlns:a="http://schemas.openxmlformats.org/drawingml/2006/main">
            <a:pathLst>
              <a:path w="223576" h="558942">
                <a:moveTo>
                  <a:pt x="0" y="0"/>
                </a:moveTo>
                <a:lnTo>
                  <a:pt x="223576" y="0"/>
                </a:lnTo>
                <a:lnTo>
                  <a:pt x="223576" y="558942"/>
                </a:lnTo>
                <a:lnTo>
                  <a:pt x="0" y="558942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" name="path-144">
            <a:extLst xmlns:a="http://schemas.openxmlformats.org/drawingml/2006/main">
              <a:ext uri="{FF2B5EF4-FFF2-40B4-BE49-F238E27FC236}">
                <a16:creationId xmlns:a16="http://schemas.microsoft.com/office/drawing/2014/main" id="{FEBCFB42-128E-4D97-B4BC-1D3CE3BAF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64759" y="2053654"/>
            <a:ext cx="327675" cy="819050"/>
          </a:xfrm>
          <a:custGeom xmlns:a="http://schemas.openxmlformats.org/drawingml/2006/main">
            <a:pathLst>
              <a:path w="223608" h="558926">
                <a:moveTo>
                  <a:pt x="0" y="0"/>
                </a:moveTo>
                <a:lnTo>
                  <a:pt x="0" y="558926"/>
                </a:lnTo>
                <a:lnTo>
                  <a:pt x="223608" y="558926"/>
                </a:lnTo>
                <a:lnTo>
                  <a:pt x="22360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146" name="path-145">
            <a:extLst xmlns:a="http://schemas.openxmlformats.org/drawingml/2006/main">
              <a:ext uri="{FF2B5EF4-FFF2-40B4-BE49-F238E27FC236}">
                <a16:creationId xmlns:a16="http://schemas.microsoft.com/office/drawing/2014/main" id="{DC327E5B-1625-4C05-A402-448EB785C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7712" y="1235891"/>
            <a:ext cx="436074" cy="272246"/>
          </a:xfrm>
          <a:custGeom xmlns:a="http://schemas.openxmlformats.org/drawingml/2006/main">
            <a:pathLst>
              <a:path w="297580" h="185782">
                <a:moveTo>
                  <a:pt x="527" y="127816"/>
                </a:moveTo>
                <a:lnTo>
                  <a:pt x="527" y="51638"/>
                </a:lnTo>
                <a:lnTo>
                  <a:pt x="0" y="51638"/>
                </a:lnTo>
                <a:lnTo>
                  <a:pt x="0" y="0"/>
                </a:lnTo>
                <a:lnTo>
                  <a:pt x="297580" y="0"/>
                </a:lnTo>
                <a:lnTo>
                  <a:pt x="296266" y="144001"/>
                </a:lnTo>
                <a:lnTo>
                  <a:pt x="296266" y="185782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147" name="path-146">
            <a:extLst xmlns:a="http://schemas.openxmlformats.org/drawingml/2006/main">
              <a:ext uri="{FF2B5EF4-FFF2-40B4-BE49-F238E27FC236}">
                <a16:creationId xmlns:a16="http://schemas.microsoft.com/office/drawing/2014/main" id="{1C428015-5789-43BC-8E40-2FE6A367D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5479" y="1461732"/>
            <a:ext cx="92810" cy="123747"/>
          </a:xfrm>
          <a:custGeom xmlns:a="http://schemas.openxmlformats.org/drawingml/2006/main">
            <a:pathLst>
              <a:path w="63334" h="84446">
                <a:moveTo>
                  <a:pt x="31667" y="84446"/>
                </a:moveTo>
                <a:lnTo>
                  <a:pt x="63334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6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" name="path-147">
            <a:extLst xmlns:a="http://schemas.openxmlformats.org/drawingml/2006/main">
              <a:ext uri="{FF2B5EF4-FFF2-40B4-BE49-F238E27FC236}">
                <a16:creationId xmlns:a16="http://schemas.microsoft.com/office/drawing/2014/main" id="{7652F2C7-668D-461F-A4F0-96BCBA3F2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5454" y="1461732"/>
            <a:ext cx="92801" cy="123749"/>
          </a:xfrm>
          <a:custGeom xmlns:a="http://schemas.openxmlformats.org/drawingml/2006/main">
            <a:pathLst>
              <a:path w="63328" h="84447">
                <a:moveTo>
                  <a:pt x="31667" y="84447"/>
                </a:moveTo>
                <a:lnTo>
                  <a:pt x="63328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7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149" name="path-148">
            <a:extLst xmlns:a="http://schemas.openxmlformats.org/drawingml/2006/main">
              <a:ext uri="{FF2B5EF4-FFF2-40B4-BE49-F238E27FC236}">
                <a16:creationId xmlns:a16="http://schemas.microsoft.com/office/drawing/2014/main" id="{1C0650CD-A8D6-49D1-B288-38E8327FE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62365" y="1386838"/>
            <a:ext cx="437504" cy="325997"/>
          </a:xfrm>
          <a:custGeom xmlns:a="http://schemas.openxmlformats.org/drawingml/2006/main">
            <a:pathLst>
              <a:path w="298556" h="222463">
                <a:moveTo>
                  <a:pt x="0" y="0"/>
                </a:moveTo>
                <a:lnTo>
                  <a:pt x="96764" y="0"/>
                </a:lnTo>
                <a:lnTo>
                  <a:pt x="298556" y="618"/>
                </a:lnTo>
                <a:lnTo>
                  <a:pt x="295387" y="180678"/>
                </a:lnTo>
                <a:lnTo>
                  <a:pt x="295387" y="222463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150" name="path-149">
            <a:extLst xmlns:a="http://schemas.openxmlformats.org/drawingml/2006/main">
              <a:ext uri="{FF2B5EF4-FFF2-40B4-BE49-F238E27FC236}">
                <a16:creationId xmlns:a16="http://schemas.microsoft.com/office/drawing/2014/main" id="{57E8540E-D010-4A09-9EDB-6C0B2945D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838" y="1666430"/>
            <a:ext cx="92809" cy="123747"/>
          </a:xfrm>
          <a:custGeom xmlns:a="http://schemas.openxmlformats.org/drawingml/2006/main">
            <a:pathLst>
              <a:path w="63334" h="84446">
                <a:moveTo>
                  <a:pt x="31667" y="84446"/>
                </a:moveTo>
                <a:lnTo>
                  <a:pt x="63334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6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" name="path-150">
            <a:extLst xmlns:a="http://schemas.openxmlformats.org/drawingml/2006/main">
              <a:ext uri="{FF2B5EF4-FFF2-40B4-BE49-F238E27FC236}">
                <a16:creationId xmlns:a16="http://schemas.microsoft.com/office/drawing/2014/main" id="{1B201D11-23E7-4FA5-933E-10B5029D2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821" y="1666426"/>
            <a:ext cx="92810" cy="123749"/>
          </a:xfrm>
          <a:custGeom xmlns:a="http://schemas.openxmlformats.org/drawingml/2006/main">
            <a:pathLst>
              <a:path w="63334" h="84447">
                <a:moveTo>
                  <a:pt x="31667" y="84447"/>
                </a:moveTo>
                <a:lnTo>
                  <a:pt x="63334" y="0"/>
                </a:lnTo>
                <a:lnTo>
                  <a:pt x="31667" y="31670"/>
                </a:lnTo>
                <a:lnTo>
                  <a:pt x="0" y="0"/>
                </a:lnTo>
                <a:lnTo>
                  <a:pt x="31667" y="84447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152" name="path-151">
            <a:extLst xmlns:a="http://schemas.openxmlformats.org/drawingml/2006/main">
              <a:ext uri="{FF2B5EF4-FFF2-40B4-BE49-F238E27FC236}">
                <a16:creationId xmlns:a16="http://schemas.microsoft.com/office/drawing/2014/main" id="{40874F2E-89AA-4B4A-B234-C18D9021C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6389" y="1582258"/>
            <a:ext cx="432212" cy="335403"/>
          </a:xfrm>
          <a:custGeom xmlns:a="http://schemas.openxmlformats.org/drawingml/2006/main">
            <a:pathLst>
              <a:path w="294945" h="228882">
                <a:moveTo>
                  <a:pt x="0" y="351"/>
                </a:moveTo>
                <a:lnTo>
                  <a:pt x="96758" y="351"/>
                </a:lnTo>
                <a:lnTo>
                  <a:pt x="186131" y="0"/>
                </a:lnTo>
                <a:lnTo>
                  <a:pt x="294945" y="0"/>
                </a:lnTo>
                <a:lnTo>
                  <a:pt x="294945" y="228882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153" name="path-152">
            <a:extLst xmlns:a="http://schemas.openxmlformats.org/drawingml/2006/main">
              <a:ext uri="{FF2B5EF4-FFF2-40B4-BE49-F238E27FC236}">
                <a16:creationId xmlns:a16="http://schemas.microsoft.com/office/drawing/2014/main" id="{E9F63AA1-40BE-4FA9-8566-7D39025E4D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2209" y="1871257"/>
            <a:ext cx="92809" cy="123747"/>
          </a:xfrm>
          <a:custGeom xmlns:a="http://schemas.openxmlformats.org/drawingml/2006/main">
            <a:pathLst>
              <a:path w="63334" h="84446">
                <a:moveTo>
                  <a:pt x="31667" y="84446"/>
                </a:moveTo>
                <a:lnTo>
                  <a:pt x="63334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6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" name="path-153">
            <a:extLst xmlns:a="http://schemas.openxmlformats.org/drawingml/2006/main">
              <a:ext uri="{FF2B5EF4-FFF2-40B4-BE49-F238E27FC236}">
                <a16:creationId xmlns:a16="http://schemas.microsoft.com/office/drawing/2014/main" id="{5B04869C-1BF5-461A-AEA9-5A8D33C26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2187" y="1871257"/>
            <a:ext cx="92819" cy="123749"/>
          </a:xfrm>
          <a:custGeom xmlns:a="http://schemas.openxmlformats.org/drawingml/2006/main">
            <a:pathLst>
              <a:path w="63340" h="84447">
                <a:moveTo>
                  <a:pt x="31673" y="84447"/>
                </a:moveTo>
                <a:lnTo>
                  <a:pt x="63340" y="0"/>
                </a:lnTo>
                <a:lnTo>
                  <a:pt x="31673" y="31667"/>
                </a:lnTo>
                <a:lnTo>
                  <a:pt x="0" y="0"/>
                </a:lnTo>
                <a:lnTo>
                  <a:pt x="31673" y="84447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155" name="path-154">
            <a:extLst xmlns:a="http://schemas.openxmlformats.org/drawingml/2006/main">
              <a:ext uri="{FF2B5EF4-FFF2-40B4-BE49-F238E27FC236}">
                <a16:creationId xmlns:a16="http://schemas.microsoft.com/office/drawing/2014/main" id="{A9852B08-7A87-46C5-8772-3EF170717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7947" y="2004949"/>
            <a:ext cx="1461230" cy="712943"/>
          </a:xfrm>
          <a:custGeom xmlns:a="http://schemas.openxmlformats.org/drawingml/2006/main">
            <a:pathLst>
              <a:path w="997154" h="486518">
                <a:moveTo>
                  <a:pt x="0" y="0"/>
                </a:moveTo>
                <a:lnTo>
                  <a:pt x="997154" y="0"/>
                </a:lnTo>
                <a:lnTo>
                  <a:pt x="997154" y="486518"/>
                </a:lnTo>
                <a:lnTo>
                  <a:pt x="0" y="486518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" name="text-155 Perception">
            <a:extLst xmlns:a="http://schemas.openxmlformats.org/drawingml/2006/main">
              <a:ext uri="{FF2B5EF4-FFF2-40B4-BE49-F238E27FC236}">
                <a16:creationId xmlns:a16="http://schemas.microsoft.com/office/drawing/2014/main" id="{AF203E26-6D27-4926-88FC-CF04752A6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12370" y="2043692"/>
            <a:ext cx="1378766" cy="3609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Perception</a:t>
            </a:r>
          </a:p>
        </p:txBody>
      </p:sp>
      <p:sp>
        <p:nvSpPr>
          <p:cNvPr id="157" name="text-156 Net">
            <a:extLst xmlns:a="http://schemas.openxmlformats.org/drawingml/2006/main">
              <a:ext uri="{FF2B5EF4-FFF2-40B4-BE49-F238E27FC236}">
                <a16:creationId xmlns:a16="http://schemas.microsoft.com/office/drawing/2014/main" id="{53865C2B-A37C-43DB-83E3-F7A318FBD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70879" y="2335666"/>
            <a:ext cx="461835" cy="3609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</a:t>
            </a:r>
          </a:p>
        </p:txBody>
      </p:sp>
      <p:sp>
        <p:nvSpPr>
          <p:cNvPr id="158" name="path-157">
            <a:extLst xmlns:a="http://schemas.openxmlformats.org/drawingml/2006/main">
              <a:ext uri="{FF2B5EF4-FFF2-40B4-BE49-F238E27FC236}">
                <a16:creationId xmlns:a16="http://schemas.microsoft.com/office/drawing/2014/main" id="{A3F57D40-CD1E-48D3-BACB-6BC6C921B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62313" y="5357179"/>
            <a:ext cx="1102761" cy="191"/>
          </a:xfrm>
          <a:custGeom xmlns:a="http://schemas.openxmlformats.org/drawingml/2006/main">
            <a:pathLst>
              <a:path w="752532" h="191">
                <a:moveTo>
                  <a:pt x="0" y="0"/>
                </a:moveTo>
                <a:lnTo>
                  <a:pt x="75253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59" name="path-158">
            <a:extLst xmlns:a="http://schemas.openxmlformats.org/drawingml/2006/main">
              <a:ext uri="{FF2B5EF4-FFF2-40B4-BE49-F238E27FC236}">
                <a16:creationId xmlns:a16="http://schemas.microsoft.com/office/drawing/2014/main" id="{EBB44B3C-40FE-4A50-9F37-51D718DE9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529" y="5314640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9"/>
                </a:moveTo>
                <a:lnTo>
                  <a:pt x="0" y="0"/>
                </a:lnTo>
                <a:lnTo>
                  <a:pt x="29028" y="29029"/>
                </a:lnTo>
                <a:lnTo>
                  <a:pt x="0" y="58056"/>
                </a:lnTo>
                <a:lnTo>
                  <a:pt x="77409" y="2902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" name="path-159">
            <a:extLst xmlns:a="http://schemas.openxmlformats.org/drawingml/2006/main">
              <a:ext uri="{FF2B5EF4-FFF2-40B4-BE49-F238E27FC236}">
                <a16:creationId xmlns:a16="http://schemas.microsoft.com/office/drawing/2014/main" id="{5EFA3A9D-5979-4B96-91F5-36BBC411F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540" y="5314636"/>
            <a:ext cx="113433" cy="85077"/>
          </a:xfrm>
          <a:custGeom xmlns:a="http://schemas.openxmlformats.org/drawingml/2006/main">
            <a:pathLst>
              <a:path w="77408" h="58057">
                <a:moveTo>
                  <a:pt x="77408" y="29032"/>
                </a:moveTo>
                <a:lnTo>
                  <a:pt x="0" y="0"/>
                </a:lnTo>
                <a:lnTo>
                  <a:pt x="29026" y="29032"/>
                </a:lnTo>
                <a:lnTo>
                  <a:pt x="0" y="58057"/>
                </a:lnTo>
                <a:lnTo>
                  <a:pt x="77408" y="2903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61" name="path-160">
            <a:extLst xmlns:a="http://schemas.openxmlformats.org/drawingml/2006/main">
              <a:ext uri="{FF2B5EF4-FFF2-40B4-BE49-F238E27FC236}">
                <a16:creationId xmlns:a16="http://schemas.microsoft.com/office/drawing/2014/main" id="{F59A49E9-8C6F-4D16-AE32-5A49D6BC1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7348" y="5184876"/>
            <a:ext cx="768979" cy="357665"/>
          </a:xfrm>
          <a:custGeom xmlns:a="http://schemas.openxmlformats.org/drawingml/2006/main">
            <a:pathLst>
              <a:path w="524757" h="244073">
                <a:moveTo>
                  <a:pt x="0" y="0"/>
                </a:moveTo>
                <a:lnTo>
                  <a:pt x="524757" y="0"/>
                </a:lnTo>
                <a:lnTo>
                  <a:pt x="524757" y="244073"/>
                </a:lnTo>
                <a:lnTo>
                  <a:pt x="0" y="244073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" name="path-161">
            <a:extLst xmlns:a="http://schemas.openxmlformats.org/drawingml/2006/main">
              <a:ext uri="{FF2B5EF4-FFF2-40B4-BE49-F238E27FC236}">
                <a16:creationId xmlns:a16="http://schemas.microsoft.com/office/drawing/2014/main" id="{4D8779FC-4BBB-4DBC-8AB7-256A41DEE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7384" y="5184836"/>
            <a:ext cx="768898" cy="357704"/>
          </a:xfrm>
          <a:custGeom xmlns:a="http://schemas.openxmlformats.org/drawingml/2006/main">
            <a:pathLst>
              <a:path w="524702" h="244100">
                <a:moveTo>
                  <a:pt x="0" y="0"/>
                </a:moveTo>
                <a:lnTo>
                  <a:pt x="0" y="244100"/>
                </a:lnTo>
                <a:lnTo>
                  <a:pt x="524702" y="244100"/>
                </a:lnTo>
                <a:lnTo>
                  <a:pt x="5247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0000"/>
            </a:solidFill>
            <a:prstDash val="solid"/>
          </a:ln>
        </p:spPr>
      </p:sp>
      <p:sp>
        <p:nvSpPr>
          <p:cNvPr id="163" name="text-162 Crop">
            <a:extLst xmlns:a="http://schemas.openxmlformats.org/drawingml/2006/main">
              <a:ext uri="{FF2B5EF4-FFF2-40B4-BE49-F238E27FC236}">
                <a16:creationId xmlns:a16="http://schemas.microsoft.com/office/drawing/2014/main" id="{9F43210D-B6E4-4CEA-BECA-ABE03EA27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78385" y="5224816"/>
            <a:ext cx="484191" cy="2888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Crop</a:t>
            </a:r>
          </a:p>
        </p:txBody>
      </p:sp>
      <p:sp>
        <p:nvSpPr>
          <p:cNvPr id="164" name="path-163">
            <a:extLst xmlns:a="http://schemas.openxmlformats.org/drawingml/2006/main">
              <a:ext uri="{FF2B5EF4-FFF2-40B4-BE49-F238E27FC236}">
                <a16:creationId xmlns:a16="http://schemas.microsoft.com/office/drawing/2014/main" id="{EFD17541-9CBF-4541-A157-6D2137B3C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62313" y="8359450"/>
            <a:ext cx="1102761" cy="191"/>
          </a:xfrm>
          <a:custGeom xmlns:a="http://schemas.openxmlformats.org/drawingml/2006/main">
            <a:pathLst>
              <a:path w="752532" h="191">
                <a:moveTo>
                  <a:pt x="0" y="0"/>
                </a:moveTo>
                <a:lnTo>
                  <a:pt x="75253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65" name="path-164">
            <a:extLst xmlns:a="http://schemas.openxmlformats.org/drawingml/2006/main">
              <a:ext uri="{FF2B5EF4-FFF2-40B4-BE49-F238E27FC236}">
                <a16:creationId xmlns:a16="http://schemas.microsoft.com/office/drawing/2014/main" id="{5226078C-E2EB-4612-9357-9FD221D5E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529" y="8316918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7"/>
                </a:moveTo>
                <a:lnTo>
                  <a:pt x="0" y="0"/>
                </a:lnTo>
                <a:lnTo>
                  <a:pt x="29028" y="29027"/>
                </a:lnTo>
                <a:lnTo>
                  <a:pt x="0" y="58056"/>
                </a:lnTo>
                <a:lnTo>
                  <a:pt x="77409" y="2902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" name="path-165">
            <a:extLst xmlns:a="http://schemas.openxmlformats.org/drawingml/2006/main">
              <a:ext uri="{FF2B5EF4-FFF2-40B4-BE49-F238E27FC236}">
                <a16:creationId xmlns:a16="http://schemas.microsoft.com/office/drawing/2014/main" id="{8043F88A-E08A-48FC-9434-06C843F12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540" y="8316916"/>
            <a:ext cx="113433" cy="85077"/>
          </a:xfrm>
          <a:custGeom xmlns:a="http://schemas.openxmlformats.org/drawingml/2006/main">
            <a:pathLst>
              <a:path w="77408" h="58057">
                <a:moveTo>
                  <a:pt x="77408" y="29026"/>
                </a:moveTo>
                <a:lnTo>
                  <a:pt x="0" y="0"/>
                </a:lnTo>
                <a:lnTo>
                  <a:pt x="29026" y="29026"/>
                </a:lnTo>
                <a:lnTo>
                  <a:pt x="0" y="58057"/>
                </a:lnTo>
                <a:lnTo>
                  <a:pt x="77408" y="290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67" name="path-166">
            <a:extLst xmlns:a="http://schemas.openxmlformats.org/drawingml/2006/main">
              <a:ext uri="{FF2B5EF4-FFF2-40B4-BE49-F238E27FC236}">
                <a16:creationId xmlns:a16="http://schemas.microsoft.com/office/drawing/2014/main" id="{97C3F7E2-EA44-44A3-8972-74F530458B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7348" y="8187023"/>
            <a:ext cx="768979" cy="357665"/>
          </a:xfrm>
          <a:custGeom xmlns:a="http://schemas.openxmlformats.org/drawingml/2006/main">
            <a:pathLst>
              <a:path w="524757" h="244073">
                <a:moveTo>
                  <a:pt x="0" y="0"/>
                </a:moveTo>
                <a:lnTo>
                  <a:pt x="524757" y="0"/>
                </a:lnTo>
                <a:lnTo>
                  <a:pt x="524757" y="244073"/>
                </a:lnTo>
                <a:lnTo>
                  <a:pt x="0" y="244073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" name="path-167">
            <a:extLst xmlns:a="http://schemas.openxmlformats.org/drawingml/2006/main">
              <a:ext uri="{FF2B5EF4-FFF2-40B4-BE49-F238E27FC236}">
                <a16:creationId xmlns:a16="http://schemas.microsoft.com/office/drawing/2014/main" id="{BA383476-2EDE-4318-9753-772342F20A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7384" y="8187112"/>
            <a:ext cx="768898" cy="357576"/>
          </a:xfrm>
          <a:custGeom xmlns:a="http://schemas.openxmlformats.org/drawingml/2006/main">
            <a:pathLst>
              <a:path w="524702" h="244012">
                <a:moveTo>
                  <a:pt x="0" y="0"/>
                </a:moveTo>
                <a:lnTo>
                  <a:pt x="0" y="244012"/>
                </a:lnTo>
                <a:lnTo>
                  <a:pt x="524702" y="244012"/>
                </a:lnTo>
                <a:lnTo>
                  <a:pt x="5247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0000"/>
            </a:solidFill>
            <a:prstDash val="solid"/>
          </a:ln>
        </p:spPr>
      </p:sp>
      <p:sp>
        <p:nvSpPr>
          <p:cNvPr id="169" name="text-168 Crop">
            <a:extLst xmlns:a="http://schemas.openxmlformats.org/drawingml/2006/main">
              <a:ext uri="{FF2B5EF4-FFF2-40B4-BE49-F238E27FC236}">
                <a16:creationId xmlns:a16="http://schemas.microsoft.com/office/drawing/2014/main" id="{FB8D8873-DD9A-47C3-B430-0D19B22CC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78385" y="8227096"/>
            <a:ext cx="484191" cy="2888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Crop</a:t>
            </a:r>
          </a:p>
        </p:txBody>
      </p:sp>
      <p:sp>
        <p:nvSpPr>
          <p:cNvPr id="170" name="path-169">
            <a:extLst xmlns:a="http://schemas.openxmlformats.org/drawingml/2006/main">
              <a:ext uri="{FF2B5EF4-FFF2-40B4-BE49-F238E27FC236}">
                <a16:creationId xmlns:a16="http://schemas.microsoft.com/office/drawing/2014/main" id="{73C738C9-3DB6-4C54-BB3C-CDED601CE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854" y="2602007"/>
            <a:ext cx="933255" cy="191"/>
          </a:xfrm>
          <a:custGeom xmlns:a="http://schemas.openxmlformats.org/drawingml/2006/main">
            <a:pathLst>
              <a:path w="636860" h="191">
                <a:moveTo>
                  <a:pt x="0" y="0"/>
                </a:moveTo>
                <a:lnTo>
                  <a:pt x="63686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71" name="path-170">
            <a:extLst xmlns:a="http://schemas.openxmlformats.org/drawingml/2006/main">
              <a:ext uri="{FF2B5EF4-FFF2-40B4-BE49-F238E27FC236}">
                <a16:creationId xmlns:a16="http://schemas.microsoft.com/office/drawing/2014/main" id="{F223ED44-1C14-4524-836A-1B30A3D84A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4532" y="2559470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7"/>
                </a:moveTo>
                <a:lnTo>
                  <a:pt x="0" y="0"/>
                </a:lnTo>
                <a:lnTo>
                  <a:pt x="29028" y="29027"/>
                </a:lnTo>
                <a:lnTo>
                  <a:pt x="0" y="58056"/>
                </a:lnTo>
                <a:lnTo>
                  <a:pt x="77409" y="2902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" name="path-171">
            <a:extLst xmlns:a="http://schemas.openxmlformats.org/drawingml/2006/main">
              <a:ext uri="{FF2B5EF4-FFF2-40B4-BE49-F238E27FC236}">
                <a16:creationId xmlns:a16="http://schemas.microsoft.com/office/drawing/2014/main" id="{E820850D-CCA9-4DF2-8C91-7ECD24CAF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4566" y="2559468"/>
            <a:ext cx="113433" cy="85077"/>
          </a:xfrm>
          <a:custGeom xmlns:a="http://schemas.openxmlformats.org/drawingml/2006/main">
            <a:pathLst>
              <a:path w="77408" h="58057">
                <a:moveTo>
                  <a:pt x="77408" y="29029"/>
                </a:moveTo>
                <a:lnTo>
                  <a:pt x="0" y="0"/>
                </a:lnTo>
                <a:lnTo>
                  <a:pt x="29032" y="29029"/>
                </a:lnTo>
                <a:lnTo>
                  <a:pt x="0" y="58057"/>
                </a:lnTo>
                <a:lnTo>
                  <a:pt x="77408" y="2902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73" name="text-172 Representation">
            <a:extLst xmlns:a="http://schemas.openxmlformats.org/drawingml/2006/main">
              <a:ext uri="{FF2B5EF4-FFF2-40B4-BE49-F238E27FC236}">
                <a16:creationId xmlns:a16="http://schemas.microsoft.com/office/drawing/2014/main" id="{3096B93C-B0BE-4507-81C4-95C3EA777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63878" y="163803"/>
            <a:ext cx="1730765" cy="3248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Representation</a:t>
            </a:r>
          </a:p>
        </p:txBody>
      </p:sp>
      <p:sp>
        <p:nvSpPr>
          <p:cNvPr id="174" name="text-173 Learning">
            <a:extLst xmlns:a="http://schemas.openxmlformats.org/drawingml/2006/main">
              <a:ext uri="{FF2B5EF4-FFF2-40B4-BE49-F238E27FC236}">
                <a16:creationId xmlns:a16="http://schemas.microsoft.com/office/drawing/2014/main" id="{F518618A-8107-44B8-8030-CDFCE9FD0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18480" y="429275"/>
            <a:ext cx="1021249" cy="3247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Learning</a:t>
            </a:r>
          </a:p>
        </p:txBody>
      </p:sp>
      <p:sp>
        <p:nvSpPr>
          <p:cNvPr id="175" name="text-174 Neural">
            <a:extLst xmlns:a="http://schemas.openxmlformats.org/drawingml/2006/main">
              <a:ext uri="{FF2B5EF4-FFF2-40B4-BE49-F238E27FC236}">
                <a16:creationId xmlns:a16="http://schemas.microsoft.com/office/drawing/2014/main" id="{E7E20CB3-7B86-4AC8-9B6E-CA6AE38DD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50855" y="694632"/>
            <a:ext cx="725288" cy="3248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Neural</a:t>
            </a:r>
          </a:p>
        </p:txBody>
      </p:sp>
      <p:sp>
        <p:nvSpPr>
          <p:cNvPr id="176" name="text-174 Networks">
            <a:extLst xmlns:a="http://schemas.openxmlformats.org/drawingml/2006/main">
              <a:ext uri="{FF2B5EF4-FFF2-40B4-BE49-F238E27FC236}">
                <a16:creationId xmlns:a16="http://schemas.microsoft.com/office/drawing/2014/main" id="{8C6E1D2F-B25D-485A-998A-8659094E4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98845" y="694635"/>
            <a:ext cx="1008743" cy="3248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Networks</a:t>
            </a:r>
          </a:p>
        </p:txBody>
      </p:sp>
      <p:sp>
        <p:nvSpPr>
          <p:cNvPr id="177" name="text-175 Internal">
            <a:extLst xmlns:a="http://schemas.openxmlformats.org/drawingml/2006/main">
              <a:ext uri="{FF2B5EF4-FFF2-40B4-BE49-F238E27FC236}">
                <a16:creationId xmlns:a16="http://schemas.microsoft.com/office/drawing/2014/main" id="{7971A5EF-5D95-4B18-A07F-84D812A13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75532" y="176953"/>
            <a:ext cx="879797" cy="3248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Internal</a:t>
            </a:r>
          </a:p>
        </p:txBody>
      </p:sp>
      <p:sp>
        <p:nvSpPr>
          <p:cNvPr id="178" name="text-175 Vision">
            <a:extLst xmlns:a="http://schemas.openxmlformats.org/drawingml/2006/main">
              <a:ext uri="{FF2B5EF4-FFF2-40B4-BE49-F238E27FC236}">
                <a16:creationId xmlns:a16="http://schemas.microsoft.com/office/drawing/2014/main" id="{55A1B9B7-00D2-453F-9A67-7D7FECB57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78017" y="176965"/>
            <a:ext cx="733738" cy="3248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179" name="text-176 Representation">
            <a:extLst xmlns:a="http://schemas.openxmlformats.org/drawingml/2006/main">
              <a:ext uri="{FF2B5EF4-FFF2-40B4-BE49-F238E27FC236}">
                <a16:creationId xmlns:a16="http://schemas.microsoft.com/office/drawing/2014/main" id="{3F6712EB-8AA0-4812-BA5D-D1F9B75BB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28355" y="442361"/>
            <a:ext cx="1730765" cy="3248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Representation</a:t>
            </a:r>
          </a:p>
        </p:txBody>
      </p:sp>
      <p:sp>
        <p:nvSpPr>
          <p:cNvPr id="180" name="text-178 (dynamic,">
            <a:extLst xmlns:a="http://schemas.openxmlformats.org/drawingml/2006/main">
              <a:ext uri="{FF2B5EF4-FFF2-40B4-BE49-F238E27FC236}">
                <a16:creationId xmlns:a16="http://schemas.microsoft.com/office/drawing/2014/main" id="{BCEB1502-A846-4B90-A49E-9C4114CEF3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84525" y="720924"/>
            <a:ext cx="931157" cy="288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(dynamic,</a:t>
            </a:r>
          </a:p>
        </p:txBody>
      </p:sp>
      <p:sp>
        <p:nvSpPr>
          <p:cNvPr id="181" name="text-178 evolving)">
            <a:extLst xmlns:a="http://schemas.openxmlformats.org/drawingml/2006/main">
              <a:ext uri="{FF2B5EF4-FFF2-40B4-BE49-F238E27FC236}">
                <a16:creationId xmlns:a16="http://schemas.microsoft.com/office/drawing/2014/main" id="{5B865820-8B78-44DC-B81F-74FCA2EDB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35820" y="720910"/>
            <a:ext cx="862593" cy="2889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evolving)</a:t>
            </a:r>
          </a:p>
        </p:txBody>
      </p:sp>
      <p:sp>
        <p:nvSpPr>
          <p:cNvPr id="182" name="path-179">
            <a:extLst xmlns:a="http://schemas.openxmlformats.org/drawingml/2006/main">
              <a:ext uri="{FF2B5EF4-FFF2-40B4-BE49-F238E27FC236}">
                <a16:creationId xmlns:a16="http://schemas.microsoft.com/office/drawing/2014/main" id="{D3A23064-DA49-4C85-AB10-115B83C60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4659" y="2166960"/>
            <a:ext cx="389028" cy="389028"/>
          </a:xfrm>
          <a:custGeom xmlns:a="http://schemas.openxmlformats.org/drawingml/2006/main">
            <a:pathLst>
              <a:path w="265476" h="265476">
                <a:moveTo>
                  <a:pt x="218239" y="47237"/>
                </a:moveTo>
                <a:cubicBezTo>
                  <a:pt x="265476" y="94474"/>
                  <a:pt x="265476" y="171003"/>
                  <a:pt x="218239" y="218240"/>
                </a:cubicBezTo>
                <a:cubicBezTo>
                  <a:pt x="171002" y="265476"/>
                  <a:pt x="94474" y="265476"/>
                  <a:pt x="47237" y="218240"/>
                </a:cubicBezTo>
                <a:cubicBezTo>
                  <a:pt x="0" y="171003"/>
                  <a:pt x="0" y="94474"/>
                  <a:pt x="47237" y="47237"/>
                </a:cubicBezTo>
                <a:cubicBezTo>
                  <a:pt x="94474" y="0"/>
                  <a:pt x="171002" y="0"/>
                  <a:pt x="218239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" name="path-180">
            <a:extLst xmlns:a="http://schemas.openxmlformats.org/drawingml/2006/main">
              <a:ext uri="{FF2B5EF4-FFF2-40B4-BE49-F238E27FC236}">
                <a16:creationId xmlns:a16="http://schemas.microsoft.com/office/drawing/2014/main" id="{E6C00460-DD55-489D-9FC2-7C1501729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4651" y="2166958"/>
            <a:ext cx="389030" cy="389030"/>
          </a:xfrm>
          <a:custGeom xmlns:a="http://schemas.openxmlformats.org/drawingml/2006/main">
            <a:pathLst>
              <a:path w="265477" h="265477">
                <a:moveTo>
                  <a:pt x="218240" y="47237"/>
                </a:moveTo>
                <a:cubicBezTo>
                  <a:pt x="265477" y="94477"/>
                  <a:pt x="265477" y="171003"/>
                  <a:pt x="218240" y="218240"/>
                </a:cubicBezTo>
                <a:cubicBezTo>
                  <a:pt x="171009" y="265477"/>
                  <a:pt x="94474" y="265477"/>
                  <a:pt x="47237" y="218240"/>
                </a:cubicBezTo>
                <a:cubicBezTo>
                  <a:pt x="0" y="171003"/>
                  <a:pt x="0" y="94477"/>
                  <a:pt x="47237" y="47237"/>
                </a:cubicBezTo>
                <a:cubicBezTo>
                  <a:pt x="94474" y="0"/>
                  <a:pt x="171009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184" name="path-181">
            <a:extLst xmlns:a="http://schemas.openxmlformats.org/drawingml/2006/main">
              <a:ext uri="{FF2B5EF4-FFF2-40B4-BE49-F238E27FC236}">
                <a16:creationId xmlns:a16="http://schemas.microsoft.com/office/drawing/2014/main" id="{7C9B2ECB-2DC8-420F-B7B0-3344F47AE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1764527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65445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85" name="path-182">
            <a:extLst xmlns:a="http://schemas.openxmlformats.org/drawingml/2006/main">
              <a:ext uri="{FF2B5EF4-FFF2-40B4-BE49-F238E27FC236}">
                <a16:creationId xmlns:a16="http://schemas.microsoft.com/office/drawing/2014/main" id="{B81130FB-1645-46AB-BD57-8C14C8A09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1742483"/>
            <a:ext cx="90543" cy="61357"/>
          </a:xfrm>
          <a:custGeom xmlns:a="http://schemas.openxmlformats.org/drawingml/2006/main">
            <a:pathLst>
              <a:path w="61787" h="41871">
                <a:moveTo>
                  <a:pt x="61787" y="5190"/>
                </a:moveTo>
                <a:lnTo>
                  <a:pt x="0" y="0"/>
                </a:lnTo>
                <a:lnTo>
                  <a:pt x="26856" y="15041"/>
                </a:lnTo>
                <a:lnTo>
                  <a:pt x="11796" y="41871"/>
                </a:lnTo>
                <a:lnTo>
                  <a:pt x="61787" y="519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" name="path-183">
            <a:extLst xmlns:a="http://schemas.openxmlformats.org/drawingml/2006/main">
              <a:ext uri="{FF2B5EF4-FFF2-40B4-BE49-F238E27FC236}">
                <a16:creationId xmlns:a16="http://schemas.microsoft.com/office/drawing/2014/main" id="{FADB4451-E593-430A-AB90-1AA4A26A0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1742478"/>
            <a:ext cx="90617" cy="61360"/>
          </a:xfrm>
          <a:custGeom xmlns:a="http://schemas.openxmlformats.org/drawingml/2006/main">
            <a:pathLst>
              <a:path w="61838" h="41872">
                <a:moveTo>
                  <a:pt x="61838" y="5192"/>
                </a:moveTo>
                <a:lnTo>
                  <a:pt x="0" y="0"/>
                </a:lnTo>
                <a:lnTo>
                  <a:pt x="26917" y="15046"/>
                </a:lnTo>
                <a:lnTo>
                  <a:pt x="11783" y="41872"/>
                </a:lnTo>
                <a:lnTo>
                  <a:pt x="61838" y="519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87" name="path-184">
            <a:extLst xmlns:a="http://schemas.openxmlformats.org/drawingml/2006/main">
              <a:ext uri="{FF2B5EF4-FFF2-40B4-BE49-F238E27FC236}">
                <a16:creationId xmlns:a16="http://schemas.microsoft.com/office/drawing/2014/main" id="{81BE6B97-FC50-47CA-81C3-274E86FBB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1965354"/>
            <a:ext cx="340947" cy="95908"/>
          </a:xfrm>
          <a:custGeom xmlns:a="http://schemas.openxmlformats.org/drawingml/2006/main">
            <a:pathLst>
              <a:path w="232665" h="65448">
                <a:moveTo>
                  <a:pt x="0" y="0"/>
                </a:moveTo>
                <a:lnTo>
                  <a:pt x="232665" y="6544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88" name="path-185">
            <a:extLst xmlns:a="http://schemas.openxmlformats.org/drawingml/2006/main">
              <a:ext uri="{FF2B5EF4-FFF2-40B4-BE49-F238E27FC236}">
                <a16:creationId xmlns:a16="http://schemas.microsoft.com/office/drawing/2014/main" id="{11F1D6D7-2CA1-4DCD-AF88-80765A630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2021944"/>
            <a:ext cx="90543" cy="61357"/>
          </a:xfrm>
          <a:custGeom xmlns:a="http://schemas.openxmlformats.org/drawingml/2006/main">
            <a:pathLst>
              <a:path w="61787" h="41871">
                <a:moveTo>
                  <a:pt x="61787" y="36682"/>
                </a:moveTo>
                <a:lnTo>
                  <a:pt x="11796" y="0"/>
                </a:lnTo>
                <a:lnTo>
                  <a:pt x="26856" y="26829"/>
                </a:lnTo>
                <a:lnTo>
                  <a:pt x="0" y="41871"/>
                </a:lnTo>
                <a:lnTo>
                  <a:pt x="61787" y="3668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" name="path-186">
            <a:extLst xmlns:a="http://schemas.openxmlformats.org/drawingml/2006/main">
              <a:ext uri="{FF2B5EF4-FFF2-40B4-BE49-F238E27FC236}">
                <a16:creationId xmlns:a16="http://schemas.microsoft.com/office/drawing/2014/main" id="{6A492EA2-51EE-4C69-9C02-007B9C21A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2021942"/>
            <a:ext cx="90617" cy="61364"/>
          </a:xfrm>
          <a:custGeom xmlns:a="http://schemas.openxmlformats.org/drawingml/2006/main">
            <a:pathLst>
              <a:path w="61838" h="41875">
                <a:moveTo>
                  <a:pt x="61838" y="36680"/>
                </a:moveTo>
                <a:lnTo>
                  <a:pt x="11783" y="0"/>
                </a:lnTo>
                <a:lnTo>
                  <a:pt x="26917" y="26832"/>
                </a:lnTo>
                <a:lnTo>
                  <a:pt x="0" y="41875"/>
                </a:lnTo>
                <a:lnTo>
                  <a:pt x="61838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90" name="path-187">
            <a:extLst xmlns:a="http://schemas.openxmlformats.org/drawingml/2006/main">
              <a:ext uri="{FF2B5EF4-FFF2-40B4-BE49-F238E27FC236}">
                <a16:creationId xmlns:a16="http://schemas.microsoft.com/office/drawing/2014/main" id="{149D835F-C6E4-488E-A960-38871A1C9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2037673"/>
            <a:ext cx="434920" cy="367373"/>
          </a:xfrm>
          <a:custGeom xmlns:a="http://schemas.openxmlformats.org/drawingml/2006/main">
            <a:pathLst>
              <a:path w="296793" h="250698">
                <a:moveTo>
                  <a:pt x="0" y="0"/>
                </a:moveTo>
                <a:lnTo>
                  <a:pt x="296793" y="2506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91" name="path-188">
            <a:extLst xmlns:a="http://schemas.openxmlformats.org/drawingml/2006/main">
              <a:ext uri="{FF2B5EF4-FFF2-40B4-BE49-F238E27FC236}">
                <a16:creationId xmlns:a16="http://schemas.microsoft.com/office/drawing/2014/main" id="{DEBCDFAD-56C7-45B8-9405-C2EFE94D3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2360057"/>
            <a:ext cx="85580" cy="79275"/>
          </a:xfrm>
          <a:custGeom xmlns:a="http://schemas.openxmlformats.org/drawingml/2006/main">
            <a:pathLst>
              <a:path w="58400" h="54098">
                <a:moveTo>
                  <a:pt x="58400" y="54098"/>
                </a:moveTo>
                <a:lnTo>
                  <a:pt x="28096" y="0"/>
                </a:lnTo>
                <a:lnTo>
                  <a:pt x="30683" y="30699"/>
                </a:lnTo>
                <a:lnTo>
                  <a:pt x="0" y="33250"/>
                </a:lnTo>
                <a:lnTo>
                  <a:pt x="58400" y="5409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" name="path-189">
            <a:extLst xmlns:a="http://schemas.openxmlformats.org/drawingml/2006/main">
              <a:ext uri="{FF2B5EF4-FFF2-40B4-BE49-F238E27FC236}">
                <a16:creationId xmlns:a16="http://schemas.microsoft.com/office/drawing/2014/main" id="{07B4F365-8261-483B-AB7A-64296A4FB0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2360053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54098"/>
                </a:moveTo>
                <a:lnTo>
                  <a:pt x="28153" y="0"/>
                </a:lnTo>
                <a:lnTo>
                  <a:pt x="30704" y="30704"/>
                </a:lnTo>
                <a:lnTo>
                  <a:pt x="0" y="33339"/>
                </a:lnTo>
                <a:lnTo>
                  <a:pt x="58409" y="540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93" name="path-190">
            <a:extLst xmlns:a="http://schemas.openxmlformats.org/drawingml/2006/main">
              <a:ext uri="{FF2B5EF4-FFF2-40B4-BE49-F238E27FC236}">
                <a16:creationId xmlns:a16="http://schemas.microsoft.com/office/drawing/2014/main" id="{A8F972DC-A69C-4369-A761-85A2BE1C8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97948" y="2070539"/>
            <a:ext cx="522447" cy="735522"/>
          </a:xfrm>
          <a:custGeom xmlns:a="http://schemas.openxmlformats.org/drawingml/2006/main">
            <a:pathLst>
              <a:path w="356522" h="501926">
                <a:moveTo>
                  <a:pt x="0" y="0"/>
                </a:moveTo>
                <a:lnTo>
                  <a:pt x="356522" y="5019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94" name="path-191">
            <a:extLst xmlns:a="http://schemas.openxmlformats.org/drawingml/2006/main">
              <a:ext uri="{FF2B5EF4-FFF2-40B4-BE49-F238E27FC236}">
                <a16:creationId xmlns:a16="http://schemas.microsoft.com/office/drawing/2014/main" id="{F5E10E48-DCA3-4FE7-A5EE-6F61D7A5C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871" y="2761590"/>
            <a:ext cx="75279" cy="87783"/>
          </a:xfrm>
          <a:custGeom xmlns:a="http://schemas.openxmlformats.org/drawingml/2006/main">
            <a:pathLst>
              <a:path w="51371" h="59903">
                <a:moveTo>
                  <a:pt x="51371" y="59903"/>
                </a:moveTo>
                <a:lnTo>
                  <a:pt x="35494" y="0"/>
                </a:lnTo>
                <a:lnTo>
                  <a:pt x="30356" y="30348"/>
                </a:lnTo>
                <a:lnTo>
                  <a:pt x="0" y="25159"/>
                </a:lnTo>
                <a:lnTo>
                  <a:pt x="51371" y="59903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" name="path-192">
            <a:extLst xmlns:a="http://schemas.openxmlformats.org/drawingml/2006/main">
              <a:ext uri="{FF2B5EF4-FFF2-40B4-BE49-F238E27FC236}">
                <a16:creationId xmlns:a16="http://schemas.microsoft.com/office/drawing/2014/main" id="{24798D73-A4DB-483F-A1D7-CC4939D1E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917" y="2761587"/>
            <a:ext cx="75276" cy="87780"/>
          </a:xfrm>
          <a:custGeom xmlns:a="http://schemas.openxmlformats.org/drawingml/2006/main">
            <a:pathLst>
              <a:path w="51369" h="59902">
                <a:moveTo>
                  <a:pt x="51369" y="59902"/>
                </a:moveTo>
                <a:lnTo>
                  <a:pt x="35447" y="0"/>
                </a:lnTo>
                <a:lnTo>
                  <a:pt x="30352" y="30349"/>
                </a:lnTo>
                <a:lnTo>
                  <a:pt x="0" y="25160"/>
                </a:lnTo>
                <a:lnTo>
                  <a:pt x="51369" y="5990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96" name="path-193">
            <a:extLst xmlns:a="http://schemas.openxmlformats.org/drawingml/2006/main">
              <a:ext uri="{FF2B5EF4-FFF2-40B4-BE49-F238E27FC236}">
                <a16:creationId xmlns:a16="http://schemas.microsoft.com/office/drawing/2014/main" id="{E07E2852-6B68-4CF0-94A2-EDDBD76DF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97948" y="1916889"/>
            <a:ext cx="522447" cy="735517"/>
          </a:xfrm>
          <a:custGeom xmlns:a="http://schemas.openxmlformats.org/drawingml/2006/main">
            <a:pathLst>
              <a:path w="356522" h="501923">
                <a:moveTo>
                  <a:pt x="0" y="501923"/>
                </a:moveTo>
                <a:lnTo>
                  <a:pt x="35652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97" name="path-194">
            <a:extLst xmlns:a="http://schemas.openxmlformats.org/drawingml/2006/main">
              <a:ext uri="{FF2B5EF4-FFF2-40B4-BE49-F238E27FC236}">
                <a16:creationId xmlns:a16="http://schemas.microsoft.com/office/drawing/2014/main" id="{F2BC6F20-7D91-45CB-A723-931B332FA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871" y="1873578"/>
            <a:ext cx="75279" cy="87783"/>
          </a:xfrm>
          <a:custGeom xmlns:a="http://schemas.openxmlformats.org/drawingml/2006/main">
            <a:pathLst>
              <a:path w="51371" h="59903">
                <a:moveTo>
                  <a:pt x="51371" y="0"/>
                </a:moveTo>
                <a:lnTo>
                  <a:pt x="0" y="34745"/>
                </a:lnTo>
                <a:lnTo>
                  <a:pt x="30356" y="29556"/>
                </a:lnTo>
                <a:lnTo>
                  <a:pt x="35494" y="59903"/>
                </a:lnTo>
                <a:lnTo>
                  <a:pt x="51371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" name="path-195">
            <a:extLst xmlns:a="http://schemas.openxmlformats.org/drawingml/2006/main">
              <a:ext uri="{FF2B5EF4-FFF2-40B4-BE49-F238E27FC236}">
                <a16:creationId xmlns:a16="http://schemas.microsoft.com/office/drawing/2014/main" id="{E12031CA-D474-4CA5-B975-8A041560C1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917" y="1873578"/>
            <a:ext cx="75276" cy="87785"/>
          </a:xfrm>
          <a:custGeom xmlns:a="http://schemas.openxmlformats.org/drawingml/2006/main">
            <a:pathLst>
              <a:path w="51369" h="59905">
                <a:moveTo>
                  <a:pt x="51369" y="0"/>
                </a:moveTo>
                <a:lnTo>
                  <a:pt x="0" y="34745"/>
                </a:lnTo>
                <a:lnTo>
                  <a:pt x="30352" y="29556"/>
                </a:lnTo>
                <a:lnTo>
                  <a:pt x="35447" y="59905"/>
                </a:lnTo>
                <a:lnTo>
                  <a:pt x="5136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199" name="path-196">
            <a:extLst xmlns:a="http://schemas.openxmlformats.org/drawingml/2006/main">
              <a:ext uri="{FF2B5EF4-FFF2-40B4-BE49-F238E27FC236}">
                <a16:creationId xmlns:a16="http://schemas.microsoft.com/office/drawing/2014/main" id="{192C96A3-99E4-442D-8FB2-1E0A60F5F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2317905"/>
            <a:ext cx="434920" cy="367373"/>
          </a:xfrm>
          <a:custGeom xmlns:a="http://schemas.openxmlformats.org/drawingml/2006/main">
            <a:pathLst>
              <a:path w="296793" h="250698">
                <a:moveTo>
                  <a:pt x="0" y="250698"/>
                </a:moveTo>
                <a:lnTo>
                  <a:pt x="2967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00" name="path-197">
            <a:extLst xmlns:a="http://schemas.openxmlformats.org/drawingml/2006/main">
              <a:ext uri="{FF2B5EF4-FFF2-40B4-BE49-F238E27FC236}">
                <a16:creationId xmlns:a16="http://schemas.microsoft.com/office/drawing/2014/main" id="{CA7E7674-BB00-4499-A832-E69DC62C6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2283618"/>
            <a:ext cx="85580" cy="79275"/>
          </a:xfrm>
          <a:custGeom xmlns:a="http://schemas.openxmlformats.org/drawingml/2006/main">
            <a:pathLst>
              <a:path w="58400" h="54098">
                <a:moveTo>
                  <a:pt x="58400" y="0"/>
                </a:moveTo>
                <a:lnTo>
                  <a:pt x="0" y="20847"/>
                </a:lnTo>
                <a:lnTo>
                  <a:pt x="30683" y="23399"/>
                </a:lnTo>
                <a:lnTo>
                  <a:pt x="28096" y="54098"/>
                </a:lnTo>
                <a:lnTo>
                  <a:pt x="58400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" name="path-198">
            <a:extLst xmlns:a="http://schemas.openxmlformats.org/drawingml/2006/main">
              <a:ext uri="{FF2B5EF4-FFF2-40B4-BE49-F238E27FC236}">
                <a16:creationId xmlns:a16="http://schemas.microsoft.com/office/drawing/2014/main" id="{36449E22-85C1-4384-8829-2B08495480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2283618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0"/>
                </a:moveTo>
                <a:lnTo>
                  <a:pt x="0" y="20844"/>
                </a:lnTo>
                <a:lnTo>
                  <a:pt x="30704" y="23397"/>
                </a:lnTo>
                <a:lnTo>
                  <a:pt x="28153" y="54098"/>
                </a:lnTo>
                <a:lnTo>
                  <a:pt x="5840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02" name="path-199">
            <a:extLst xmlns:a="http://schemas.openxmlformats.org/drawingml/2006/main">
              <a:ext uri="{FF2B5EF4-FFF2-40B4-BE49-F238E27FC236}">
                <a16:creationId xmlns:a16="http://schemas.microsoft.com/office/drawing/2014/main" id="{FCC45CBE-C268-4A30-A73B-6E0A804F2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2862516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0"/>
                </a:moveTo>
                <a:lnTo>
                  <a:pt x="232665" y="65445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03" name="path-200">
            <a:extLst xmlns:a="http://schemas.openxmlformats.org/drawingml/2006/main">
              <a:ext uri="{FF2B5EF4-FFF2-40B4-BE49-F238E27FC236}">
                <a16:creationId xmlns:a16="http://schemas.microsoft.com/office/drawing/2014/main" id="{64846F28-FFDF-47FD-8AEC-B5C6F1823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2919108"/>
            <a:ext cx="90543" cy="61360"/>
          </a:xfrm>
          <a:custGeom xmlns:a="http://schemas.openxmlformats.org/drawingml/2006/main">
            <a:pathLst>
              <a:path w="61787" h="41872">
                <a:moveTo>
                  <a:pt x="61787" y="36682"/>
                </a:moveTo>
                <a:lnTo>
                  <a:pt x="11796" y="0"/>
                </a:lnTo>
                <a:lnTo>
                  <a:pt x="26856" y="26829"/>
                </a:lnTo>
                <a:lnTo>
                  <a:pt x="0" y="41872"/>
                </a:lnTo>
                <a:lnTo>
                  <a:pt x="61787" y="3668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" name="path-201">
            <a:extLst xmlns:a="http://schemas.openxmlformats.org/drawingml/2006/main">
              <a:ext uri="{FF2B5EF4-FFF2-40B4-BE49-F238E27FC236}">
                <a16:creationId xmlns:a16="http://schemas.microsoft.com/office/drawing/2014/main" id="{008E7153-D1EE-45FA-8AF8-C0863D800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2919108"/>
            <a:ext cx="90617" cy="61355"/>
          </a:xfrm>
          <a:custGeom xmlns:a="http://schemas.openxmlformats.org/drawingml/2006/main">
            <a:pathLst>
              <a:path w="61838" h="41869">
                <a:moveTo>
                  <a:pt x="61838" y="36680"/>
                </a:moveTo>
                <a:lnTo>
                  <a:pt x="11783" y="0"/>
                </a:lnTo>
                <a:lnTo>
                  <a:pt x="26917" y="26826"/>
                </a:lnTo>
                <a:lnTo>
                  <a:pt x="0" y="41869"/>
                </a:lnTo>
                <a:lnTo>
                  <a:pt x="61838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05" name="path-202">
            <a:extLst xmlns:a="http://schemas.openxmlformats.org/drawingml/2006/main">
              <a:ext uri="{FF2B5EF4-FFF2-40B4-BE49-F238E27FC236}">
                <a16:creationId xmlns:a16="http://schemas.microsoft.com/office/drawing/2014/main" id="{5E149977-71A5-4884-A9A5-BFD6D48F2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2661684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65445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06" name="path-203">
            <a:extLst xmlns:a="http://schemas.openxmlformats.org/drawingml/2006/main">
              <a:ext uri="{FF2B5EF4-FFF2-40B4-BE49-F238E27FC236}">
                <a16:creationId xmlns:a16="http://schemas.microsoft.com/office/drawing/2014/main" id="{F22FE5EA-3EF4-436E-AEEE-163AFE313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2639647"/>
            <a:ext cx="90543" cy="61357"/>
          </a:xfrm>
          <a:custGeom xmlns:a="http://schemas.openxmlformats.org/drawingml/2006/main">
            <a:pathLst>
              <a:path w="61787" h="41871">
                <a:moveTo>
                  <a:pt x="61787" y="5189"/>
                </a:moveTo>
                <a:lnTo>
                  <a:pt x="0" y="0"/>
                </a:lnTo>
                <a:lnTo>
                  <a:pt x="26856" y="15041"/>
                </a:lnTo>
                <a:lnTo>
                  <a:pt x="11796" y="41871"/>
                </a:lnTo>
                <a:lnTo>
                  <a:pt x="61787" y="518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" name="path-204">
            <a:extLst xmlns:a="http://schemas.openxmlformats.org/drawingml/2006/main">
              <a:ext uri="{FF2B5EF4-FFF2-40B4-BE49-F238E27FC236}">
                <a16:creationId xmlns:a16="http://schemas.microsoft.com/office/drawing/2014/main" id="{63131DA5-2A0D-475D-B021-7FA24A887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2639645"/>
            <a:ext cx="90617" cy="61360"/>
          </a:xfrm>
          <a:custGeom xmlns:a="http://schemas.openxmlformats.org/drawingml/2006/main">
            <a:pathLst>
              <a:path w="61838" h="41872">
                <a:moveTo>
                  <a:pt x="61838" y="5192"/>
                </a:moveTo>
                <a:lnTo>
                  <a:pt x="0" y="0"/>
                </a:lnTo>
                <a:lnTo>
                  <a:pt x="26917" y="15040"/>
                </a:lnTo>
                <a:lnTo>
                  <a:pt x="11783" y="41872"/>
                </a:lnTo>
                <a:lnTo>
                  <a:pt x="61838" y="519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08" name="path-205">
            <a:extLst xmlns:a="http://schemas.openxmlformats.org/drawingml/2006/main">
              <a:ext uri="{FF2B5EF4-FFF2-40B4-BE49-F238E27FC236}">
                <a16:creationId xmlns:a16="http://schemas.microsoft.com/office/drawing/2014/main" id="{5A817E6A-AF67-4B41-AE5C-30ADE6BA3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381" y="1718379"/>
            <a:ext cx="389093" cy="389028"/>
          </a:xfrm>
          <a:custGeom xmlns:a="http://schemas.openxmlformats.org/drawingml/2006/main">
            <a:pathLst>
              <a:path w="265520" h="265476">
                <a:moveTo>
                  <a:pt x="218283" y="47237"/>
                </a:moveTo>
                <a:cubicBezTo>
                  <a:pt x="265520" y="94472"/>
                  <a:pt x="265520" y="171002"/>
                  <a:pt x="218283" y="218239"/>
                </a:cubicBezTo>
                <a:cubicBezTo>
                  <a:pt x="171046" y="265476"/>
                  <a:pt x="94465" y="265476"/>
                  <a:pt x="47236" y="218239"/>
                </a:cubicBezTo>
                <a:cubicBezTo>
                  <a:pt x="0" y="171002"/>
                  <a:pt x="0" y="94472"/>
                  <a:pt x="47236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" name="path-206">
            <a:extLst xmlns:a="http://schemas.openxmlformats.org/drawingml/2006/main">
              <a:ext uri="{FF2B5EF4-FFF2-40B4-BE49-F238E27FC236}">
                <a16:creationId xmlns:a16="http://schemas.microsoft.com/office/drawing/2014/main" id="{DD459521-6525-46B1-B34D-D3140120D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420" y="1718379"/>
            <a:ext cx="389021" cy="389026"/>
          </a:xfrm>
          <a:custGeom xmlns:a="http://schemas.openxmlformats.org/drawingml/2006/main">
            <a:pathLst>
              <a:path w="265471" h="265474">
                <a:moveTo>
                  <a:pt x="218240" y="47234"/>
                </a:moveTo>
                <a:cubicBezTo>
                  <a:pt x="265471" y="94471"/>
                  <a:pt x="265471" y="171003"/>
                  <a:pt x="218240" y="218240"/>
                </a:cubicBezTo>
                <a:cubicBezTo>
                  <a:pt x="171003" y="265474"/>
                  <a:pt x="94468" y="265474"/>
                  <a:pt x="47231" y="218240"/>
                </a:cubicBezTo>
                <a:cubicBezTo>
                  <a:pt x="0" y="171003"/>
                  <a:pt x="0" y="94471"/>
                  <a:pt x="47231" y="47234"/>
                </a:cubicBezTo>
                <a:cubicBezTo>
                  <a:pt x="94468" y="0"/>
                  <a:pt x="171003" y="0"/>
                  <a:pt x="218240" y="472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10" name="path-207">
            <a:extLst xmlns:a="http://schemas.openxmlformats.org/drawingml/2006/main">
              <a:ext uri="{FF2B5EF4-FFF2-40B4-BE49-F238E27FC236}">
                <a16:creationId xmlns:a16="http://schemas.microsoft.com/office/drawing/2014/main" id="{ED19F398-1ABB-4D2D-8CD7-666E755179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381" y="2166960"/>
            <a:ext cx="389093" cy="389028"/>
          </a:xfrm>
          <a:custGeom xmlns:a="http://schemas.openxmlformats.org/drawingml/2006/main">
            <a:pathLst>
              <a:path w="265520" h="265476">
                <a:moveTo>
                  <a:pt x="218283" y="47237"/>
                </a:moveTo>
                <a:cubicBezTo>
                  <a:pt x="265520" y="94474"/>
                  <a:pt x="265520" y="171003"/>
                  <a:pt x="218283" y="218240"/>
                </a:cubicBezTo>
                <a:cubicBezTo>
                  <a:pt x="171046" y="265476"/>
                  <a:pt x="94465" y="265476"/>
                  <a:pt x="47236" y="218240"/>
                </a:cubicBezTo>
                <a:cubicBezTo>
                  <a:pt x="0" y="171003"/>
                  <a:pt x="0" y="94474"/>
                  <a:pt x="47236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" name="path-208">
            <a:extLst xmlns:a="http://schemas.openxmlformats.org/drawingml/2006/main">
              <a:ext uri="{FF2B5EF4-FFF2-40B4-BE49-F238E27FC236}">
                <a16:creationId xmlns:a16="http://schemas.microsoft.com/office/drawing/2014/main" id="{06EAAD53-A9FA-4E21-B5D7-B86B31F55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420" y="2166958"/>
            <a:ext cx="389021" cy="389030"/>
          </a:xfrm>
          <a:custGeom xmlns:a="http://schemas.openxmlformats.org/drawingml/2006/main">
            <a:pathLst>
              <a:path w="265471" h="265477">
                <a:moveTo>
                  <a:pt x="218240" y="47237"/>
                </a:moveTo>
                <a:cubicBezTo>
                  <a:pt x="265471" y="94477"/>
                  <a:pt x="265471" y="171003"/>
                  <a:pt x="218240" y="218240"/>
                </a:cubicBezTo>
                <a:cubicBezTo>
                  <a:pt x="171003" y="265477"/>
                  <a:pt x="94468" y="265477"/>
                  <a:pt x="47231" y="218240"/>
                </a:cubicBezTo>
                <a:cubicBezTo>
                  <a:pt x="0" y="171003"/>
                  <a:pt x="0" y="94477"/>
                  <a:pt x="47231" y="47237"/>
                </a:cubicBezTo>
                <a:cubicBezTo>
                  <a:pt x="94468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12" name="path-209">
            <a:extLst xmlns:a="http://schemas.openxmlformats.org/drawingml/2006/main">
              <a:ext uri="{FF2B5EF4-FFF2-40B4-BE49-F238E27FC236}">
                <a16:creationId xmlns:a16="http://schemas.microsoft.com/office/drawing/2014/main" id="{C390430D-48E7-4550-A304-3F4CBE412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381" y="2615541"/>
            <a:ext cx="389093" cy="389030"/>
          </a:xfrm>
          <a:custGeom xmlns:a="http://schemas.openxmlformats.org/drawingml/2006/main">
            <a:pathLst>
              <a:path w="265520" h="265477">
                <a:moveTo>
                  <a:pt x="218283" y="47237"/>
                </a:moveTo>
                <a:cubicBezTo>
                  <a:pt x="265520" y="94474"/>
                  <a:pt x="265520" y="171003"/>
                  <a:pt x="218283" y="218240"/>
                </a:cubicBezTo>
                <a:cubicBezTo>
                  <a:pt x="171046" y="265477"/>
                  <a:pt x="94465" y="265477"/>
                  <a:pt x="47236" y="218240"/>
                </a:cubicBezTo>
                <a:cubicBezTo>
                  <a:pt x="0" y="171003"/>
                  <a:pt x="0" y="94474"/>
                  <a:pt x="47236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" name="path-210">
            <a:extLst xmlns:a="http://schemas.openxmlformats.org/drawingml/2006/main">
              <a:ext uri="{FF2B5EF4-FFF2-40B4-BE49-F238E27FC236}">
                <a16:creationId xmlns:a16="http://schemas.microsoft.com/office/drawing/2014/main" id="{421AD145-A8CE-47D2-8CC0-192F158E6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420" y="2615546"/>
            <a:ext cx="389021" cy="389021"/>
          </a:xfrm>
          <a:custGeom xmlns:a="http://schemas.openxmlformats.org/drawingml/2006/main">
            <a:pathLst>
              <a:path w="265471" h="265471">
                <a:moveTo>
                  <a:pt x="218240" y="47234"/>
                </a:moveTo>
                <a:cubicBezTo>
                  <a:pt x="265471" y="94471"/>
                  <a:pt x="265471" y="171000"/>
                  <a:pt x="218240" y="218234"/>
                </a:cubicBezTo>
                <a:cubicBezTo>
                  <a:pt x="171003" y="265471"/>
                  <a:pt x="94468" y="265471"/>
                  <a:pt x="47231" y="218234"/>
                </a:cubicBezTo>
                <a:cubicBezTo>
                  <a:pt x="0" y="171000"/>
                  <a:pt x="0" y="94471"/>
                  <a:pt x="47231" y="47234"/>
                </a:cubicBezTo>
                <a:cubicBezTo>
                  <a:pt x="94468" y="0"/>
                  <a:pt x="171003" y="0"/>
                  <a:pt x="218240" y="472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14" name="path-211">
            <a:extLst xmlns:a="http://schemas.openxmlformats.org/drawingml/2006/main">
              <a:ext uri="{FF2B5EF4-FFF2-40B4-BE49-F238E27FC236}">
                <a16:creationId xmlns:a16="http://schemas.microsoft.com/office/drawing/2014/main" id="{FE7771A4-2396-436C-977E-2119AFF0E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1494087"/>
            <a:ext cx="389093" cy="389030"/>
          </a:xfrm>
          <a:custGeom xmlns:a="http://schemas.openxmlformats.org/drawingml/2006/main">
            <a:pathLst>
              <a:path w="265520" h="265477">
                <a:moveTo>
                  <a:pt x="218283" y="47237"/>
                </a:moveTo>
                <a:cubicBezTo>
                  <a:pt x="265520" y="94474"/>
                  <a:pt x="265520" y="171003"/>
                  <a:pt x="218283" y="218240"/>
                </a:cubicBezTo>
                <a:cubicBezTo>
                  <a:pt x="171046" y="265477"/>
                  <a:pt x="94465" y="265477"/>
                  <a:pt x="47237" y="218240"/>
                </a:cubicBezTo>
                <a:cubicBezTo>
                  <a:pt x="0" y="171003"/>
                  <a:pt x="0" y="94474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" name="path-212">
            <a:extLst xmlns:a="http://schemas.openxmlformats.org/drawingml/2006/main">
              <a:ext uri="{FF2B5EF4-FFF2-40B4-BE49-F238E27FC236}">
                <a16:creationId xmlns:a16="http://schemas.microsoft.com/office/drawing/2014/main" id="{56958235-F002-4180-8EA5-03D349DD9C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1494087"/>
            <a:ext cx="389030" cy="389026"/>
          </a:xfrm>
          <a:custGeom xmlns:a="http://schemas.openxmlformats.org/drawingml/2006/main">
            <a:pathLst>
              <a:path w="265477" h="265474">
                <a:moveTo>
                  <a:pt x="218240" y="47234"/>
                </a:moveTo>
                <a:cubicBezTo>
                  <a:pt x="265477" y="94474"/>
                  <a:pt x="265477" y="171003"/>
                  <a:pt x="218240" y="218237"/>
                </a:cubicBezTo>
                <a:cubicBezTo>
                  <a:pt x="171003" y="265474"/>
                  <a:pt x="94474" y="265474"/>
                  <a:pt x="47237" y="218237"/>
                </a:cubicBezTo>
                <a:cubicBezTo>
                  <a:pt x="0" y="171003"/>
                  <a:pt x="0" y="94474"/>
                  <a:pt x="47237" y="47234"/>
                </a:cubicBezTo>
                <a:cubicBezTo>
                  <a:pt x="94474" y="0"/>
                  <a:pt x="171003" y="0"/>
                  <a:pt x="218240" y="472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16" name="path-213">
            <a:extLst xmlns:a="http://schemas.openxmlformats.org/drawingml/2006/main">
              <a:ext uri="{FF2B5EF4-FFF2-40B4-BE49-F238E27FC236}">
                <a16:creationId xmlns:a16="http://schemas.microsoft.com/office/drawing/2014/main" id="{97DF1524-1B41-4CC1-A198-240494350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1942671"/>
            <a:ext cx="389093" cy="389028"/>
          </a:xfrm>
          <a:custGeom xmlns:a="http://schemas.openxmlformats.org/drawingml/2006/main">
            <a:pathLst>
              <a:path w="265520" h="265476">
                <a:moveTo>
                  <a:pt x="218283" y="47235"/>
                </a:moveTo>
                <a:cubicBezTo>
                  <a:pt x="265520" y="94472"/>
                  <a:pt x="265520" y="171002"/>
                  <a:pt x="218283" y="218239"/>
                </a:cubicBezTo>
                <a:cubicBezTo>
                  <a:pt x="171046" y="265476"/>
                  <a:pt x="94465" y="265476"/>
                  <a:pt x="47237" y="218239"/>
                </a:cubicBezTo>
                <a:cubicBezTo>
                  <a:pt x="0" y="171002"/>
                  <a:pt x="0" y="94472"/>
                  <a:pt x="47237" y="47235"/>
                </a:cubicBezTo>
                <a:cubicBezTo>
                  <a:pt x="94465" y="0"/>
                  <a:pt x="171046" y="0"/>
                  <a:pt x="218283" y="47235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" name="path-214">
            <a:extLst xmlns:a="http://schemas.openxmlformats.org/drawingml/2006/main">
              <a:ext uri="{FF2B5EF4-FFF2-40B4-BE49-F238E27FC236}">
                <a16:creationId xmlns:a16="http://schemas.microsoft.com/office/drawing/2014/main" id="{5909DF67-3EA2-42F6-BE4A-BD212ED70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1942671"/>
            <a:ext cx="389030" cy="389030"/>
          </a:xfrm>
          <a:custGeom xmlns:a="http://schemas.openxmlformats.org/drawingml/2006/main">
            <a:pathLst>
              <a:path w="265477" h="265477">
                <a:moveTo>
                  <a:pt x="218240" y="47237"/>
                </a:moveTo>
                <a:cubicBezTo>
                  <a:pt x="265477" y="94471"/>
                  <a:pt x="265477" y="171000"/>
                  <a:pt x="218240" y="218237"/>
                </a:cubicBezTo>
                <a:cubicBezTo>
                  <a:pt x="171003" y="265477"/>
                  <a:pt x="94474" y="265477"/>
                  <a:pt x="47237" y="218237"/>
                </a:cubicBezTo>
                <a:cubicBezTo>
                  <a:pt x="0" y="171000"/>
                  <a:pt x="0" y="94471"/>
                  <a:pt x="47237" y="47237"/>
                </a:cubicBezTo>
                <a:cubicBezTo>
                  <a:pt x="94474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18" name="path-215">
            <a:extLst xmlns:a="http://schemas.openxmlformats.org/drawingml/2006/main">
              <a:ext uri="{FF2B5EF4-FFF2-40B4-BE49-F238E27FC236}">
                <a16:creationId xmlns:a16="http://schemas.microsoft.com/office/drawing/2014/main" id="{D04E59B6-5386-44D3-AD4E-FF8DDC5585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2391252"/>
            <a:ext cx="389093" cy="389028"/>
          </a:xfrm>
          <a:custGeom xmlns:a="http://schemas.openxmlformats.org/drawingml/2006/main">
            <a:pathLst>
              <a:path w="265520" h="265476">
                <a:moveTo>
                  <a:pt x="218283" y="47235"/>
                </a:moveTo>
                <a:cubicBezTo>
                  <a:pt x="265520" y="94472"/>
                  <a:pt x="265520" y="171003"/>
                  <a:pt x="218283" y="218239"/>
                </a:cubicBezTo>
                <a:cubicBezTo>
                  <a:pt x="171046" y="265476"/>
                  <a:pt x="94465" y="265476"/>
                  <a:pt x="47237" y="218239"/>
                </a:cubicBezTo>
                <a:cubicBezTo>
                  <a:pt x="0" y="171003"/>
                  <a:pt x="0" y="94472"/>
                  <a:pt x="47237" y="47235"/>
                </a:cubicBezTo>
                <a:cubicBezTo>
                  <a:pt x="94465" y="0"/>
                  <a:pt x="171046" y="0"/>
                  <a:pt x="218283" y="47235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" name="path-216">
            <a:extLst xmlns:a="http://schemas.openxmlformats.org/drawingml/2006/main">
              <a:ext uri="{FF2B5EF4-FFF2-40B4-BE49-F238E27FC236}">
                <a16:creationId xmlns:a16="http://schemas.microsoft.com/office/drawing/2014/main" id="{915CE48A-ACB5-4352-8A38-1325A66FD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2391250"/>
            <a:ext cx="389030" cy="389030"/>
          </a:xfrm>
          <a:custGeom xmlns:a="http://schemas.openxmlformats.org/drawingml/2006/main">
            <a:pathLst>
              <a:path w="265477" h="265477">
                <a:moveTo>
                  <a:pt x="218240" y="47237"/>
                </a:moveTo>
                <a:cubicBezTo>
                  <a:pt x="265477" y="94474"/>
                  <a:pt x="265477" y="171000"/>
                  <a:pt x="218240" y="218240"/>
                </a:cubicBezTo>
                <a:cubicBezTo>
                  <a:pt x="171003" y="265477"/>
                  <a:pt x="94474" y="265477"/>
                  <a:pt x="47237" y="218240"/>
                </a:cubicBezTo>
                <a:cubicBezTo>
                  <a:pt x="0" y="171000"/>
                  <a:pt x="0" y="94474"/>
                  <a:pt x="47237" y="47237"/>
                </a:cubicBezTo>
                <a:cubicBezTo>
                  <a:pt x="94474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20" name="path-217">
            <a:extLst xmlns:a="http://schemas.openxmlformats.org/drawingml/2006/main">
              <a:ext uri="{FF2B5EF4-FFF2-40B4-BE49-F238E27FC236}">
                <a16:creationId xmlns:a16="http://schemas.microsoft.com/office/drawing/2014/main" id="{EA6BCA10-BD3D-4512-949F-921D2DB68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2839833"/>
            <a:ext cx="389093" cy="389028"/>
          </a:xfrm>
          <a:custGeom xmlns:a="http://schemas.openxmlformats.org/drawingml/2006/main">
            <a:pathLst>
              <a:path w="265520" h="265476">
                <a:moveTo>
                  <a:pt x="218283" y="47237"/>
                </a:moveTo>
                <a:cubicBezTo>
                  <a:pt x="265520" y="94474"/>
                  <a:pt x="265520" y="171003"/>
                  <a:pt x="218283" y="218239"/>
                </a:cubicBezTo>
                <a:cubicBezTo>
                  <a:pt x="171046" y="265476"/>
                  <a:pt x="94465" y="265476"/>
                  <a:pt x="47237" y="218239"/>
                </a:cubicBezTo>
                <a:cubicBezTo>
                  <a:pt x="0" y="171003"/>
                  <a:pt x="0" y="94474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" name="path-218">
            <a:extLst xmlns:a="http://schemas.openxmlformats.org/drawingml/2006/main">
              <a:ext uri="{FF2B5EF4-FFF2-40B4-BE49-F238E27FC236}">
                <a16:creationId xmlns:a16="http://schemas.microsoft.com/office/drawing/2014/main" id="{1C89DADA-F7D9-49DB-8B29-5F082F648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2839833"/>
            <a:ext cx="389030" cy="389026"/>
          </a:xfrm>
          <a:custGeom xmlns:a="http://schemas.openxmlformats.org/drawingml/2006/main">
            <a:pathLst>
              <a:path w="265477" h="265474">
                <a:moveTo>
                  <a:pt x="218240" y="47234"/>
                </a:moveTo>
                <a:cubicBezTo>
                  <a:pt x="265477" y="94471"/>
                  <a:pt x="265477" y="171003"/>
                  <a:pt x="218240" y="218240"/>
                </a:cubicBezTo>
                <a:cubicBezTo>
                  <a:pt x="171003" y="265474"/>
                  <a:pt x="94474" y="265474"/>
                  <a:pt x="47237" y="218240"/>
                </a:cubicBezTo>
                <a:cubicBezTo>
                  <a:pt x="0" y="171003"/>
                  <a:pt x="0" y="94471"/>
                  <a:pt x="47237" y="47234"/>
                </a:cubicBezTo>
                <a:cubicBezTo>
                  <a:pt x="94474" y="0"/>
                  <a:pt x="171003" y="0"/>
                  <a:pt x="218240" y="472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22" name="path-219">
            <a:extLst xmlns:a="http://schemas.openxmlformats.org/drawingml/2006/main">
              <a:ext uri="{FF2B5EF4-FFF2-40B4-BE49-F238E27FC236}">
                <a16:creationId xmlns:a16="http://schemas.microsoft.com/office/drawing/2014/main" id="{BD0FABBF-0302-473F-8F62-620F35E6E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1869321"/>
            <a:ext cx="434920" cy="367377"/>
          </a:xfrm>
          <a:custGeom xmlns:a="http://schemas.openxmlformats.org/drawingml/2006/main">
            <a:pathLst>
              <a:path w="296793" h="250701">
                <a:moveTo>
                  <a:pt x="0" y="250701"/>
                </a:moveTo>
                <a:lnTo>
                  <a:pt x="2967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23" name="path-220">
            <a:extLst xmlns:a="http://schemas.openxmlformats.org/drawingml/2006/main">
              <a:ext uri="{FF2B5EF4-FFF2-40B4-BE49-F238E27FC236}">
                <a16:creationId xmlns:a16="http://schemas.microsoft.com/office/drawing/2014/main" id="{A6FB9A83-2D79-48E6-9DA0-F5DD8C606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1835035"/>
            <a:ext cx="85580" cy="79275"/>
          </a:xfrm>
          <a:custGeom xmlns:a="http://schemas.openxmlformats.org/drawingml/2006/main">
            <a:pathLst>
              <a:path w="58400" h="54098">
                <a:moveTo>
                  <a:pt x="58400" y="0"/>
                </a:moveTo>
                <a:lnTo>
                  <a:pt x="0" y="20848"/>
                </a:lnTo>
                <a:lnTo>
                  <a:pt x="30683" y="23399"/>
                </a:lnTo>
                <a:lnTo>
                  <a:pt x="28096" y="54098"/>
                </a:lnTo>
                <a:lnTo>
                  <a:pt x="58400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" name="path-221">
            <a:extLst xmlns:a="http://schemas.openxmlformats.org/drawingml/2006/main">
              <a:ext uri="{FF2B5EF4-FFF2-40B4-BE49-F238E27FC236}">
                <a16:creationId xmlns:a16="http://schemas.microsoft.com/office/drawing/2014/main" id="{47265F57-CDC0-4D5F-B5AA-50437FE5D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1835035"/>
            <a:ext cx="85592" cy="79271"/>
          </a:xfrm>
          <a:custGeom xmlns:a="http://schemas.openxmlformats.org/drawingml/2006/main">
            <a:pathLst>
              <a:path w="58409" h="54095">
                <a:moveTo>
                  <a:pt x="58409" y="0"/>
                </a:moveTo>
                <a:lnTo>
                  <a:pt x="0" y="20847"/>
                </a:lnTo>
                <a:lnTo>
                  <a:pt x="30704" y="23397"/>
                </a:lnTo>
                <a:lnTo>
                  <a:pt x="28153" y="54095"/>
                </a:lnTo>
                <a:lnTo>
                  <a:pt x="5840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25" name="path-222">
            <a:extLst xmlns:a="http://schemas.openxmlformats.org/drawingml/2006/main">
              <a:ext uri="{FF2B5EF4-FFF2-40B4-BE49-F238E27FC236}">
                <a16:creationId xmlns:a16="http://schemas.microsoft.com/office/drawing/2014/main" id="{733D5254-7F99-484C-8C47-D07C049CC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2213105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65445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26" name="path-223">
            <a:extLst xmlns:a="http://schemas.openxmlformats.org/drawingml/2006/main">
              <a:ext uri="{FF2B5EF4-FFF2-40B4-BE49-F238E27FC236}">
                <a16:creationId xmlns:a16="http://schemas.microsoft.com/office/drawing/2014/main" id="{DB642B30-1876-4BDE-97BC-02CA45510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2191066"/>
            <a:ext cx="90543" cy="61355"/>
          </a:xfrm>
          <a:custGeom xmlns:a="http://schemas.openxmlformats.org/drawingml/2006/main">
            <a:pathLst>
              <a:path w="61787" h="41869">
                <a:moveTo>
                  <a:pt x="61787" y="5189"/>
                </a:moveTo>
                <a:lnTo>
                  <a:pt x="0" y="0"/>
                </a:lnTo>
                <a:lnTo>
                  <a:pt x="26856" y="15041"/>
                </a:lnTo>
                <a:lnTo>
                  <a:pt x="11796" y="41869"/>
                </a:lnTo>
                <a:lnTo>
                  <a:pt x="61787" y="518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" name="path-224">
            <a:extLst xmlns:a="http://schemas.openxmlformats.org/drawingml/2006/main">
              <a:ext uri="{FF2B5EF4-FFF2-40B4-BE49-F238E27FC236}">
                <a16:creationId xmlns:a16="http://schemas.microsoft.com/office/drawing/2014/main" id="{DA93A65B-B490-4804-9809-291E67FFF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2191066"/>
            <a:ext cx="90617" cy="61355"/>
          </a:xfrm>
          <a:custGeom xmlns:a="http://schemas.openxmlformats.org/drawingml/2006/main">
            <a:pathLst>
              <a:path w="61838" h="41869">
                <a:moveTo>
                  <a:pt x="61838" y="5189"/>
                </a:moveTo>
                <a:lnTo>
                  <a:pt x="0" y="0"/>
                </a:lnTo>
                <a:lnTo>
                  <a:pt x="26917" y="15040"/>
                </a:lnTo>
                <a:lnTo>
                  <a:pt x="11783" y="41869"/>
                </a:lnTo>
                <a:lnTo>
                  <a:pt x="61838" y="518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28" name="path-225">
            <a:extLst xmlns:a="http://schemas.openxmlformats.org/drawingml/2006/main">
              <a:ext uri="{FF2B5EF4-FFF2-40B4-BE49-F238E27FC236}">
                <a16:creationId xmlns:a16="http://schemas.microsoft.com/office/drawing/2014/main" id="{587BF42F-B7F1-49F7-B02E-77C265A1F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2413937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0"/>
                </a:moveTo>
                <a:lnTo>
                  <a:pt x="232665" y="65445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29" name="path-226">
            <a:extLst xmlns:a="http://schemas.openxmlformats.org/drawingml/2006/main">
              <a:ext uri="{FF2B5EF4-FFF2-40B4-BE49-F238E27FC236}">
                <a16:creationId xmlns:a16="http://schemas.microsoft.com/office/drawing/2014/main" id="{B5DCE532-29F4-422B-8DB9-583A353289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2470527"/>
            <a:ext cx="90543" cy="61357"/>
          </a:xfrm>
          <a:custGeom xmlns:a="http://schemas.openxmlformats.org/drawingml/2006/main">
            <a:pathLst>
              <a:path w="61787" h="41871">
                <a:moveTo>
                  <a:pt x="61787" y="36682"/>
                </a:moveTo>
                <a:lnTo>
                  <a:pt x="11796" y="0"/>
                </a:lnTo>
                <a:lnTo>
                  <a:pt x="26856" y="26829"/>
                </a:lnTo>
                <a:lnTo>
                  <a:pt x="0" y="41871"/>
                </a:lnTo>
                <a:lnTo>
                  <a:pt x="61787" y="3668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" name="path-227">
            <a:extLst xmlns:a="http://schemas.openxmlformats.org/drawingml/2006/main">
              <a:ext uri="{FF2B5EF4-FFF2-40B4-BE49-F238E27FC236}">
                <a16:creationId xmlns:a16="http://schemas.microsoft.com/office/drawing/2014/main" id="{E09E0750-6F83-4864-B4A4-1968DF3E6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2470529"/>
            <a:ext cx="90617" cy="61355"/>
          </a:xfrm>
          <a:custGeom xmlns:a="http://schemas.openxmlformats.org/drawingml/2006/main">
            <a:pathLst>
              <a:path w="61838" h="41869">
                <a:moveTo>
                  <a:pt x="61838" y="36680"/>
                </a:moveTo>
                <a:lnTo>
                  <a:pt x="11783" y="0"/>
                </a:lnTo>
                <a:lnTo>
                  <a:pt x="26917" y="26826"/>
                </a:lnTo>
                <a:lnTo>
                  <a:pt x="0" y="41869"/>
                </a:lnTo>
                <a:lnTo>
                  <a:pt x="61838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31" name="path-228">
            <a:extLst xmlns:a="http://schemas.openxmlformats.org/drawingml/2006/main">
              <a:ext uri="{FF2B5EF4-FFF2-40B4-BE49-F238E27FC236}">
                <a16:creationId xmlns:a16="http://schemas.microsoft.com/office/drawing/2014/main" id="{F93FF136-19A4-4D83-9902-D95A7F4FE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2486252"/>
            <a:ext cx="434920" cy="367373"/>
          </a:xfrm>
          <a:custGeom xmlns:a="http://schemas.openxmlformats.org/drawingml/2006/main">
            <a:pathLst>
              <a:path w="296793" h="250698">
                <a:moveTo>
                  <a:pt x="0" y="0"/>
                </a:moveTo>
                <a:lnTo>
                  <a:pt x="296793" y="2506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32" name="path-229">
            <a:extLst xmlns:a="http://schemas.openxmlformats.org/drawingml/2006/main">
              <a:ext uri="{FF2B5EF4-FFF2-40B4-BE49-F238E27FC236}">
                <a16:creationId xmlns:a16="http://schemas.microsoft.com/office/drawing/2014/main" id="{28ABA1CA-A8E1-4838-9095-C59FA1F86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2808638"/>
            <a:ext cx="85580" cy="79275"/>
          </a:xfrm>
          <a:custGeom xmlns:a="http://schemas.openxmlformats.org/drawingml/2006/main">
            <a:pathLst>
              <a:path w="58400" h="54098">
                <a:moveTo>
                  <a:pt x="58400" y="54098"/>
                </a:moveTo>
                <a:lnTo>
                  <a:pt x="28096" y="0"/>
                </a:lnTo>
                <a:lnTo>
                  <a:pt x="30683" y="30699"/>
                </a:lnTo>
                <a:lnTo>
                  <a:pt x="0" y="33251"/>
                </a:lnTo>
                <a:lnTo>
                  <a:pt x="58400" y="5409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" name="path-230">
            <a:extLst xmlns:a="http://schemas.openxmlformats.org/drawingml/2006/main">
              <a:ext uri="{FF2B5EF4-FFF2-40B4-BE49-F238E27FC236}">
                <a16:creationId xmlns:a16="http://schemas.microsoft.com/office/drawing/2014/main" id="{26D94CA6-E28F-4911-B0CE-F135BB539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2808640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54098"/>
                </a:moveTo>
                <a:lnTo>
                  <a:pt x="28153" y="0"/>
                </a:lnTo>
                <a:lnTo>
                  <a:pt x="30704" y="30698"/>
                </a:lnTo>
                <a:lnTo>
                  <a:pt x="0" y="33336"/>
                </a:lnTo>
                <a:lnTo>
                  <a:pt x="58409" y="540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34" name="path-231">
            <a:extLst xmlns:a="http://schemas.openxmlformats.org/drawingml/2006/main">
              <a:ext uri="{FF2B5EF4-FFF2-40B4-BE49-F238E27FC236}">
                <a16:creationId xmlns:a16="http://schemas.microsoft.com/office/drawing/2014/main" id="{7E03ABC4-5416-4586-A298-F3206A860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30270" y="1813377"/>
            <a:ext cx="434920" cy="367373"/>
          </a:xfrm>
          <a:custGeom xmlns:a="http://schemas.openxmlformats.org/drawingml/2006/main">
            <a:pathLst>
              <a:path w="296793" h="250698">
                <a:moveTo>
                  <a:pt x="0" y="0"/>
                </a:moveTo>
                <a:lnTo>
                  <a:pt x="296793" y="2506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35" name="path-232">
            <a:extLst xmlns:a="http://schemas.openxmlformats.org/drawingml/2006/main">
              <a:ext uri="{FF2B5EF4-FFF2-40B4-BE49-F238E27FC236}">
                <a16:creationId xmlns:a16="http://schemas.microsoft.com/office/drawing/2014/main" id="{1E58FCD4-BB11-46B9-A2B3-0A3CE666A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207" y="2135765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54098"/>
                </a:moveTo>
                <a:lnTo>
                  <a:pt x="28149" y="0"/>
                </a:lnTo>
                <a:lnTo>
                  <a:pt x="30699" y="30699"/>
                </a:lnTo>
                <a:lnTo>
                  <a:pt x="0" y="33251"/>
                </a:lnTo>
                <a:lnTo>
                  <a:pt x="58409" y="5409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" name="path-233">
            <a:extLst xmlns:a="http://schemas.openxmlformats.org/drawingml/2006/main">
              <a:ext uri="{FF2B5EF4-FFF2-40B4-BE49-F238E27FC236}">
                <a16:creationId xmlns:a16="http://schemas.microsoft.com/office/drawing/2014/main" id="{05B3B837-E3D2-426E-BFDD-26C9D3431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197" y="2135765"/>
            <a:ext cx="85601" cy="79275"/>
          </a:xfrm>
          <a:custGeom xmlns:a="http://schemas.openxmlformats.org/drawingml/2006/main">
            <a:pathLst>
              <a:path w="58415" h="54098">
                <a:moveTo>
                  <a:pt x="58415" y="54098"/>
                </a:moveTo>
                <a:lnTo>
                  <a:pt x="28153" y="0"/>
                </a:lnTo>
                <a:lnTo>
                  <a:pt x="30704" y="30698"/>
                </a:lnTo>
                <a:lnTo>
                  <a:pt x="0" y="33339"/>
                </a:lnTo>
                <a:lnTo>
                  <a:pt x="58415" y="540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37" name="path-234">
            <a:extLst xmlns:a="http://schemas.openxmlformats.org/drawingml/2006/main">
              <a:ext uri="{FF2B5EF4-FFF2-40B4-BE49-F238E27FC236}">
                <a16:creationId xmlns:a16="http://schemas.microsoft.com/office/drawing/2014/main" id="{43ABEDFF-ECA5-49A7-9DB3-A41687EA1C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68685" y="2189650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0"/>
                </a:moveTo>
                <a:lnTo>
                  <a:pt x="232665" y="65445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38" name="path-235">
            <a:extLst xmlns:a="http://schemas.openxmlformats.org/drawingml/2006/main">
              <a:ext uri="{FF2B5EF4-FFF2-40B4-BE49-F238E27FC236}">
                <a16:creationId xmlns:a16="http://schemas.microsoft.com/office/drawing/2014/main" id="{594AD28B-2AA6-4AA2-8D31-3FE06A914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92" y="2246235"/>
            <a:ext cx="90619" cy="61357"/>
          </a:xfrm>
          <a:custGeom xmlns:a="http://schemas.openxmlformats.org/drawingml/2006/main">
            <a:pathLst>
              <a:path w="61839" h="41871">
                <a:moveTo>
                  <a:pt x="61839" y="36682"/>
                </a:moveTo>
                <a:lnTo>
                  <a:pt x="11787" y="0"/>
                </a:lnTo>
                <a:lnTo>
                  <a:pt x="26917" y="26829"/>
                </a:lnTo>
                <a:lnTo>
                  <a:pt x="0" y="41871"/>
                </a:lnTo>
                <a:lnTo>
                  <a:pt x="61839" y="3668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" name="path-236">
            <a:extLst xmlns:a="http://schemas.openxmlformats.org/drawingml/2006/main">
              <a:ext uri="{FF2B5EF4-FFF2-40B4-BE49-F238E27FC236}">
                <a16:creationId xmlns:a16="http://schemas.microsoft.com/office/drawing/2014/main" id="{9946DCC6-FF8A-40DC-816D-F432B5C86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88" y="2246233"/>
            <a:ext cx="90626" cy="61360"/>
          </a:xfrm>
          <a:custGeom xmlns:a="http://schemas.openxmlformats.org/drawingml/2006/main">
            <a:pathLst>
              <a:path w="61844" h="41872">
                <a:moveTo>
                  <a:pt x="61844" y="36680"/>
                </a:moveTo>
                <a:lnTo>
                  <a:pt x="11790" y="0"/>
                </a:lnTo>
                <a:lnTo>
                  <a:pt x="26917" y="26832"/>
                </a:lnTo>
                <a:lnTo>
                  <a:pt x="0" y="41872"/>
                </a:lnTo>
                <a:lnTo>
                  <a:pt x="61844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40" name="path-237">
            <a:extLst xmlns:a="http://schemas.openxmlformats.org/drawingml/2006/main">
              <a:ext uri="{FF2B5EF4-FFF2-40B4-BE49-F238E27FC236}">
                <a16:creationId xmlns:a16="http://schemas.microsoft.com/office/drawing/2014/main" id="{920A44FE-DF2E-4B57-9A5F-AD4BCB16A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68685" y="2437397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65445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41" name="path-238">
            <a:extLst xmlns:a="http://schemas.openxmlformats.org/drawingml/2006/main">
              <a:ext uri="{FF2B5EF4-FFF2-40B4-BE49-F238E27FC236}">
                <a16:creationId xmlns:a16="http://schemas.microsoft.com/office/drawing/2014/main" id="{20C46562-125B-427C-AD7E-8B6D06DA4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92" y="2415355"/>
            <a:ext cx="90619" cy="61357"/>
          </a:xfrm>
          <a:custGeom xmlns:a="http://schemas.openxmlformats.org/drawingml/2006/main">
            <a:pathLst>
              <a:path w="61839" h="41871">
                <a:moveTo>
                  <a:pt x="61839" y="5190"/>
                </a:moveTo>
                <a:lnTo>
                  <a:pt x="0" y="0"/>
                </a:lnTo>
                <a:lnTo>
                  <a:pt x="26917" y="15043"/>
                </a:lnTo>
                <a:lnTo>
                  <a:pt x="11787" y="41871"/>
                </a:lnTo>
                <a:lnTo>
                  <a:pt x="61839" y="519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" name="path-239">
            <a:extLst xmlns:a="http://schemas.openxmlformats.org/drawingml/2006/main">
              <a:ext uri="{FF2B5EF4-FFF2-40B4-BE49-F238E27FC236}">
                <a16:creationId xmlns:a16="http://schemas.microsoft.com/office/drawing/2014/main" id="{5247A942-6104-4AAA-A590-306D5A37F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88" y="2415353"/>
            <a:ext cx="90626" cy="61364"/>
          </a:xfrm>
          <a:custGeom xmlns:a="http://schemas.openxmlformats.org/drawingml/2006/main">
            <a:pathLst>
              <a:path w="61844" h="41875">
                <a:moveTo>
                  <a:pt x="61844" y="5189"/>
                </a:moveTo>
                <a:lnTo>
                  <a:pt x="0" y="0"/>
                </a:lnTo>
                <a:lnTo>
                  <a:pt x="26917" y="15043"/>
                </a:lnTo>
                <a:lnTo>
                  <a:pt x="11790" y="41875"/>
                </a:lnTo>
                <a:lnTo>
                  <a:pt x="61844" y="518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43" name="path-240">
            <a:extLst xmlns:a="http://schemas.openxmlformats.org/drawingml/2006/main">
              <a:ext uri="{FF2B5EF4-FFF2-40B4-BE49-F238E27FC236}">
                <a16:creationId xmlns:a16="http://schemas.microsoft.com/office/drawing/2014/main" id="{6B34DB5D-4D72-4D39-A394-EEB1B113D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30270" y="2542192"/>
            <a:ext cx="434920" cy="367373"/>
          </a:xfrm>
          <a:custGeom xmlns:a="http://schemas.openxmlformats.org/drawingml/2006/main">
            <a:pathLst>
              <a:path w="296793" h="250698">
                <a:moveTo>
                  <a:pt x="0" y="250698"/>
                </a:moveTo>
                <a:lnTo>
                  <a:pt x="2967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44" name="path-241">
            <a:extLst xmlns:a="http://schemas.openxmlformats.org/drawingml/2006/main">
              <a:ext uri="{FF2B5EF4-FFF2-40B4-BE49-F238E27FC236}">
                <a16:creationId xmlns:a16="http://schemas.microsoft.com/office/drawing/2014/main" id="{E53D3F35-CD98-46BA-B2DE-A73C0C29B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207" y="2507908"/>
            <a:ext cx="85592" cy="79278"/>
          </a:xfrm>
          <a:custGeom xmlns:a="http://schemas.openxmlformats.org/drawingml/2006/main">
            <a:pathLst>
              <a:path w="58409" h="54100">
                <a:moveTo>
                  <a:pt x="58409" y="0"/>
                </a:moveTo>
                <a:lnTo>
                  <a:pt x="0" y="20848"/>
                </a:lnTo>
                <a:lnTo>
                  <a:pt x="30699" y="23399"/>
                </a:lnTo>
                <a:lnTo>
                  <a:pt x="28149" y="54100"/>
                </a:lnTo>
                <a:lnTo>
                  <a:pt x="58409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" name="path-242">
            <a:extLst xmlns:a="http://schemas.openxmlformats.org/drawingml/2006/main">
              <a:ext uri="{FF2B5EF4-FFF2-40B4-BE49-F238E27FC236}">
                <a16:creationId xmlns:a16="http://schemas.microsoft.com/office/drawing/2014/main" id="{4BD96BD5-597B-440B-9E1D-E05A27144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197" y="2507910"/>
            <a:ext cx="85601" cy="79275"/>
          </a:xfrm>
          <a:custGeom xmlns:a="http://schemas.openxmlformats.org/drawingml/2006/main">
            <a:pathLst>
              <a:path w="58415" h="54098">
                <a:moveTo>
                  <a:pt x="58415" y="0"/>
                </a:moveTo>
                <a:lnTo>
                  <a:pt x="0" y="20844"/>
                </a:lnTo>
                <a:lnTo>
                  <a:pt x="30704" y="23394"/>
                </a:lnTo>
                <a:lnTo>
                  <a:pt x="28153" y="54098"/>
                </a:lnTo>
                <a:lnTo>
                  <a:pt x="5841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46" name="path-243">
            <a:extLst xmlns:a="http://schemas.openxmlformats.org/drawingml/2006/main">
              <a:ext uri="{FF2B5EF4-FFF2-40B4-BE49-F238E27FC236}">
                <a16:creationId xmlns:a16="http://schemas.microsoft.com/office/drawing/2014/main" id="{B97E493C-1A98-4DA6-BE32-81E1939AD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3220" y="2176830"/>
            <a:ext cx="1638652" cy="369361"/>
          </a:xfrm>
          <a:custGeom xmlns:a="http://schemas.openxmlformats.org/drawingml/2006/main">
            <a:pathLst>
              <a:path w="1118228" h="252055">
                <a:moveTo>
                  <a:pt x="0" y="0"/>
                </a:moveTo>
                <a:lnTo>
                  <a:pt x="1118228" y="0"/>
                </a:lnTo>
                <a:lnTo>
                  <a:pt x="1118228" y="252055"/>
                </a:lnTo>
                <a:lnTo>
                  <a:pt x="0" y="252055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" name="text-244 Vision">
            <a:extLst xmlns:a="http://schemas.openxmlformats.org/drawingml/2006/main">
              <a:ext uri="{FF2B5EF4-FFF2-40B4-BE49-F238E27FC236}">
                <a16:creationId xmlns:a16="http://schemas.microsoft.com/office/drawing/2014/main" id="{19D27A4A-EA77-4E21-9C9D-F9D6CDB29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01916" y="2189616"/>
            <a:ext cx="815275" cy="3609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248" name="text-244 Agent">
            <a:extLst xmlns:a="http://schemas.openxmlformats.org/drawingml/2006/main">
              <a:ext uri="{FF2B5EF4-FFF2-40B4-BE49-F238E27FC236}">
                <a16:creationId xmlns:a16="http://schemas.microsoft.com/office/drawing/2014/main" id="{CB146634-4A24-4775-84A5-DB4A5B50A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32897" y="2189659"/>
            <a:ext cx="776658" cy="3609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249" name="text-245 Decision-">
            <a:extLst xmlns:a="http://schemas.openxmlformats.org/drawingml/2006/main">
              <a:ext uri="{FF2B5EF4-FFF2-40B4-BE49-F238E27FC236}">
                <a16:creationId xmlns:a16="http://schemas.microsoft.com/office/drawing/2014/main" id="{D3B737A2-D338-4FAC-AAE0-4166EFCA0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74769" y="163716"/>
            <a:ext cx="1086509" cy="3249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Decision-</a:t>
            </a:r>
          </a:p>
        </p:txBody>
      </p:sp>
      <p:sp>
        <p:nvSpPr>
          <p:cNvPr id="250" name="text-246 making">
            <a:extLst xmlns:a="http://schemas.openxmlformats.org/drawingml/2006/main">
              <a:ext uri="{FF2B5EF4-FFF2-40B4-BE49-F238E27FC236}">
                <a16:creationId xmlns:a16="http://schemas.microsoft.com/office/drawing/2014/main" id="{8C5B8E7E-3456-498E-AEE1-B28FE894D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90785" y="429151"/>
            <a:ext cx="854295" cy="3249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making</a:t>
            </a:r>
          </a:p>
        </p:txBody>
      </p:sp>
      <p:sp>
        <p:nvSpPr>
          <p:cNvPr id="251" name="text-247 Neural">
            <a:extLst xmlns:a="http://schemas.openxmlformats.org/drawingml/2006/main">
              <a:ext uri="{FF2B5EF4-FFF2-40B4-BE49-F238E27FC236}">
                <a16:creationId xmlns:a16="http://schemas.microsoft.com/office/drawing/2014/main" id="{92581B8B-4D3F-465E-A850-1718B58F0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39494" y="694629"/>
            <a:ext cx="725297" cy="3248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Neural</a:t>
            </a:r>
          </a:p>
        </p:txBody>
      </p:sp>
      <p:sp>
        <p:nvSpPr>
          <p:cNvPr id="252" name="text-247 Networks">
            <a:extLst xmlns:a="http://schemas.openxmlformats.org/drawingml/2006/main">
              <a:ext uri="{FF2B5EF4-FFF2-40B4-BE49-F238E27FC236}">
                <a16:creationId xmlns:a16="http://schemas.microsoft.com/office/drawing/2014/main" id="{406D31FA-5B90-4017-9C80-10A007680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87485" y="694635"/>
            <a:ext cx="1008743" cy="3248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Networks</a:t>
            </a:r>
          </a:p>
        </p:txBody>
      </p:sp>
      <p:sp>
        <p:nvSpPr>
          <p:cNvPr id="253" name="path-248">
            <a:extLst xmlns:a="http://schemas.openxmlformats.org/drawingml/2006/main">
              <a:ext uri="{FF2B5EF4-FFF2-40B4-BE49-F238E27FC236}">
                <a16:creationId xmlns:a16="http://schemas.microsoft.com/office/drawing/2014/main" id="{10A1A13B-A691-4CD0-9005-20E0500B1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4659" y="5169109"/>
            <a:ext cx="389028" cy="389157"/>
          </a:xfrm>
          <a:custGeom xmlns:a="http://schemas.openxmlformats.org/drawingml/2006/main">
            <a:pathLst>
              <a:path w="265476" h="265563">
                <a:moveTo>
                  <a:pt x="218239" y="47235"/>
                </a:moveTo>
                <a:cubicBezTo>
                  <a:pt x="265476" y="94472"/>
                  <a:pt x="265476" y="171091"/>
                  <a:pt x="218239" y="218328"/>
                </a:cubicBezTo>
                <a:cubicBezTo>
                  <a:pt x="171002" y="265563"/>
                  <a:pt x="94474" y="265563"/>
                  <a:pt x="47237" y="218328"/>
                </a:cubicBezTo>
                <a:cubicBezTo>
                  <a:pt x="0" y="171091"/>
                  <a:pt x="0" y="94472"/>
                  <a:pt x="47237" y="47235"/>
                </a:cubicBezTo>
                <a:cubicBezTo>
                  <a:pt x="94474" y="0"/>
                  <a:pt x="171002" y="0"/>
                  <a:pt x="218239" y="47235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" name="path-249">
            <a:extLst xmlns:a="http://schemas.openxmlformats.org/drawingml/2006/main">
              <a:ext uri="{FF2B5EF4-FFF2-40B4-BE49-F238E27FC236}">
                <a16:creationId xmlns:a16="http://schemas.microsoft.com/office/drawing/2014/main" id="{0C179D30-0003-4CD2-8307-A3BF8FE38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4651" y="5169105"/>
            <a:ext cx="389030" cy="389159"/>
          </a:xfrm>
          <a:custGeom xmlns:a="http://schemas.openxmlformats.org/drawingml/2006/main">
            <a:pathLst>
              <a:path w="265477" h="265565">
                <a:moveTo>
                  <a:pt x="218240" y="47237"/>
                </a:moveTo>
                <a:cubicBezTo>
                  <a:pt x="265477" y="94477"/>
                  <a:pt x="265477" y="171094"/>
                  <a:pt x="218240" y="218331"/>
                </a:cubicBezTo>
                <a:cubicBezTo>
                  <a:pt x="171009" y="265565"/>
                  <a:pt x="94474" y="265565"/>
                  <a:pt x="47237" y="218331"/>
                </a:cubicBezTo>
                <a:cubicBezTo>
                  <a:pt x="0" y="171094"/>
                  <a:pt x="0" y="94477"/>
                  <a:pt x="47237" y="47237"/>
                </a:cubicBezTo>
                <a:cubicBezTo>
                  <a:pt x="94474" y="0"/>
                  <a:pt x="171009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55" name="path-250">
            <a:extLst xmlns:a="http://schemas.openxmlformats.org/drawingml/2006/main">
              <a:ext uri="{FF2B5EF4-FFF2-40B4-BE49-F238E27FC236}">
                <a16:creationId xmlns:a16="http://schemas.microsoft.com/office/drawing/2014/main" id="{3DB7329A-F1C0-40AD-8542-B4F9DD9722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4766673"/>
            <a:ext cx="340947" cy="96028"/>
          </a:xfrm>
          <a:custGeom xmlns:a="http://schemas.openxmlformats.org/drawingml/2006/main">
            <a:pathLst>
              <a:path w="232665" h="65530">
                <a:moveTo>
                  <a:pt x="0" y="65530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56" name="path-251">
            <a:extLst xmlns:a="http://schemas.openxmlformats.org/drawingml/2006/main">
              <a:ext uri="{FF2B5EF4-FFF2-40B4-BE49-F238E27FC236}">
                <a16:creationId xmlns:a16="http://schemas.microsoft.com/office/drawing/2014/main" id="{298BF110-03F1-47B1-BC4D-958B5F419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4744631"/>
            <a:ext cx="90543" cy="61486"/>
          </a:xfrm>
          <a:custGeom xmlns:a="http://schemas.openxmlformats.org/drawingml/2006/main">
            <a:pathLst>
              <a:path w="61787" h="41959">
                <a:moveTo>
                  <a:pt x="61787" y="5190"/>
                </a:moveTo>
                <a:lnTo>
                  <a:pt x="0" y="0"/>
                </a:lnTo>
                <a:lnTo>
                  <a:pt x="26856" y="15041"/>
                </a:lnTo>
                <a:lnTo>
                  <a:pt x="11796" y="41959"/>
                </a:lnTo>
                <a:lnTo>
                  <a:pt x="61787" y="519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" name="path-252">
            <a:extLst xmlns:a="http://schemas.openxmlformats.org/drawingml/2006/main">
              <a:ext uri="{FF2B5EF4-FFF2-40B4-BE49-F238E27FC236}">
                <a16:creationId xmlns:a16="http://schemas.microsoft.com/office/drawing/2014/main" id="{7E5D78ED-B12C-4D59-BA5A-8A84A228F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4744634"/>
            <a:ext cx="90617" cy="61484"/>
          </a:xfrm>
          <a:custGeom xmlns:a="http://schemas.openxmlformats.org/drawingml/2006/main">
            <a:pathLst>
              <a:path w="61838" h="41957">
                <a:moveTo>
                  <a:pt x="61838" y="5274"/>
                </a:moveTo>
                <a:lnTo>
                  <a:pt x="0" y="0"/>
                </a:lnTo>
                <a:lnTo>
                  <a:pt x="26917" y="15040"/>
                </a:lnTo>
                <a:lnTo>
                  <a:pt x="11783" y="41957"/>
                </a:lnTo>
                <a:lnTo>
                  <a:pt x="61838" y="5274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58" name="path-253">
            <a:extLst xmlns:a="http://schemas.openxmlformats.org/drawingml/2006/main">
              <a:ext uri="{FF2B5EF4-FFF2-40B4-BE49-F238E27FC236}">
                <a16:creationId xmlns:a16="http://schemas.microsoft.com/office/drawing/2014/main" id="{2CAECD8D-A27D-4DE6-A25D-0C6F9373E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4967505"/>
            <a:ext cx="340947" cy="96028"/>
          </a:xfrm>
          <a:custGeom xmlns:a="http://schemas.openxmlformats.org/drawingml/2006/main">
            <a:pathLst>
              <a:path w="232665" h="65530">
                <a:moveTo>
                  <a:pt x="0" y="0"/>
                </a:moveTo>
                <a:lnTo>
                  <a:pt x="232665" y="6553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59" name="path-254">
            <a:extLst xmlns:a="http://schemas.openxmlformats.org/drawingml/2006/main">
              <a:ext uri="{FF2B5EF4-FFF2-40B4-BE49-F238E27FC236}">
                <a16:creationId xmlns:a16="http://schemas.microsoft.com/office/drawing/2014/main" id="{7273D7C8-D8F9-48F9-B29D-9A590310F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5024093"/>
            <a:ext cx="90543" cy="61486"/>
          </a:xfrm>
          <a:custGeom xmlns:a="http://schemas.openxmlformats.org/drawingml/2006/main">
            <a:pathLst>
              <a:path w="61787" h="41959">
                <a:moveTo>
                  <a:pt x="61787" y="36682"/>
                </a:moveTo>
                <a:lnTo>
                  <a:pt x="11796" y="0"/>
                </a:lnTo>
                <a:lnTo>
                  <a:pt x="26856" y="26917"/>
                </a:lnTo>
                <a:lnTo>
                  <a:pt x="0" y="41959"/>
                </a:lnTo>
                <a:lnTo>
                  <a:pt x="61787" y="3668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" name="path-255">
            <a:extLst xmlns:a="http://schemas.openxmlformats.org/drawingml/2006/main">
              <a:ext uri="{FF2B5EF4-FFF2-40B4-BE49-F238E27FC236}">
                <a16:creationId xmlns:a16="http://schemas.microsoft.com/office/drawing/2014/main" id="{039B6020-9087-45B9-ABBF-E803958A9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5024088"/>
            <a:ext cx="90617" cy="61488"/>
          </a:xfrm>
          <a:custGeom xmlns:a="http://schemas.openxmlformats.org/drawingml/2006/main">
            <a:pathLst>
              <a:path w="61838" h="41960">
                <a:moveTo>
                  <a:pt x="61838" y="36680"/>
                </a:moveTo>
                <a:lnTo>
                  <a:pt x="11783" y="0"/>
                </a:lnTo>
                <a:lnTo>
                  <a:pt x="26917" y="26917"/>
                </a:lnTo>
                <a:lnTo>
                  <a:pt x="0" y="41960"/>
                </a:lnTo>
                <a:lnTo>
                  <a:pt x="61838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61" name="path-256">
            <a:extLst xmlns:a="http://schemas.openxmlformats.org/drawingml/2006/main">
              <a:ext uri="{FF2B5EF4-FFF2-40B4-BE49-F238E27FC236}">
                <a16:creationId xmlns:a16="http://schemas.microsoft.com/office/drawing/2014/main" id="{B3717233-DD39-4D39-9065-C93E2D527B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5039820"/>
            <a:ext cx="434920" cy="367497"/>
          </a:xfrm>
          <a:custGeom xmlns:a="http://schemas.openxmlformats.org/drawingml/2006/main">
            <a:pathLst>
              <a:path w="296793" h="250783">
                <a:moveTo>
                  <a:pt x="0" y="0"/>
                </a:moveTo>
                <a:lnTo>
                  <a:pt x="296793" y="250783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62" name="path-257">
            <a:extLst xmlns:a="http://schemas.openxmlformats.org/drawingml/2006/main">
              <a:ext uri="{FF2B5EF4-FFF2-40B4-BE49-F238E27FC236}">
                <a16:creationId xmlns:a16="http://schemas.microsoft.com/office/drawing/2014/main" id="{E5387B9B-4411-4344-A580-1807482107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5362332"/>
            <a:ext cx="85580" cy="79278"/>
          </a:xfrm>
          <a:custGeom xmlns:a="http://schemas.openxmlformats.org/drawingml/2006/main">
            <a:pathLst>
              <a:path w="58400" h="54100">
                <a:moveTo>
                  <a:pt x="58400" y="54100"/>
                </a:moveTo>
                <a:lnTo>
                  <a:pt x="28096" y="0"/>
                </a:lnTo>
                <a:lnTo>
                  <a:pt x="30683" y="30613"/>
                </a:lnTo>
                <a:lnTo>
                  <a:pt x="0" y="33251"/>
                </a:lnTo>
                <a:lnTo>
                  <a:pt x="58400" y="5410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" name="path-258">
            <a:extLst xmlns:a="http://schemas.openxmlformats.org/drawingml/2006/main">
              <a:ext uri="{FF2B5EF4-FFF2-40B4-BE49-F238E27FC236}">
                <a16:creationId xmlns:a16="http://schemas.microsoft.com/office/drawing/2014/main" id="{37527F56-83ED-4432-AC2D-71F9CBFF0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5362332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54098"/>
                </a:moveTo>
                <a:lnTo>
                  <a:pt x="28153" y="0"/>
                </a:lnTo>
                <a:lnTo>
                  <a:pt x="30704" y="30698"/>
                </a:lnTo>
                <a:lnTo>
                  <a:pt x="0" y="33248"/>
                </a:lnTo>
                <a:lnTo>
                  <a:pt x="58409" y="540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64" name="path-259">
            <a:extLst xmlns:a="http://schemas.openxmlformats.org/drawingml/2006/main">
              <a:ext uri="{FF2B5EF4-FFF2-40B4-BE49-F238E27FC236}">
                <a16:creationId xmlns:a16="http://schemas.microsoft.com/office/drawing/2014/main" id="{21672301-4C2B-4332-80F7-15AC25315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97948" y="5072819"/>
            <a:ext cx="522447" cy="735389"/>
          </a:xfrm>
          <a:custGeom xmlns:a="http://schemas.openxmlformats.org/drawingml/2006/main">
            <a:pathLst>
              <a:path w="356522" h="501835">
                <a:moveTo>
                  <a:pt x="0" y="0"/>
                </a:moveTo>
                <a:lnTo>
                  <a:pt x="356522" y="501835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65" name="path-260">
            <a:extLst xmlns:a="http://schemas.openxmlformats.org/drawingml/2006/main">
              <a:ext uri="{FF2B5EF4-FFF2-40B4-BE49-F238E27FC236}">
                <a16:creationId xmlns:a16="http://schemas.microsoft.com/office/drawing/2014/main" id="{62883425-F7C0-42AB-B15F-040E4F6E7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871" y="5763737"/>
            <a:ext cx="75279" cy="87784"/>
          </a:xfrm>
          <a:custGeom xmlns:a="http://schemas.openxmlformats.org/drawingml/2006/main">
            <a:pathLst>
              <a:path w="51371" h="59904">
                <a:moveTo>
                  <a:pt x="51371" y="59904"/>
                </a:moveTo>
                <a:lnTo>
                  <a:pt x="35494" y="0"/>
                </a:lnTo>
                <a:lnTo>
                  <a:pt x="30356" y="30349"/>
                </a:lnTo>
                <a:lnTo>
                  <a:pt x="0" y="25246"/>
                </a:lnTo>
                <a:lnTo>
                  <a:pt x="51371" y="59904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" name="path-261">
            <a:extLst xmlns:a="http://schemas.openxmlformats.org/drawingml/2006/main">
              <a:ext uri="{FF2B5EF4-FFF2-40B4-BE49-F238E27FC236}">
                <a16:creationId xmlns:a16="http://schemas.microsoft.com/office/drawing/2014/main" id="{3D0E0D1F-7204-401A-A575-D46CCFD3E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917" y="5763738"/>
            <a:ext cx="75276" cy="87776"/>
          </a:xfrm>
          <a:custGeom xmlns:a="http://schemas.openxmlformats.org/drawingml/2006/main">
            <a:pathLst>
              <a:path w="51369" h="59899">
                <a:moveTo>
                  <a:pt x="51369" y="59899"/>
                </a:moveTo>
                <a:lnTo>
                  <a:pt x="35447" y="0"/>
                </a:lnTo>
                <a:lnTo>
                  <a:pt x="30352" y="30346"/>
                </a:lnTo>
                <a:lnTo>
                  <a:pt x="0" y="25242"/>
                </a:lnTo>
                <a:lnTo>
                  <a:pt x="51369" y="5989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67" name="path-262">
            <a:extLst xmlns:a="http://schemas.openxmlformats.org/drawingml/2006/main">
              <a:ext uri="{FF2B5EF4-FFF2-40B4-BE49-F238E27FC236}">
                <a16:creationId xmlns:a16="http://schemas.microsoft.com/office/drawing/2014/main" id="{56F9CD11-726B-4F66-A10F-6D44C87239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97948" y="4919169"/>
            <a:ext cx="522447" cy="735384"/>
          </a:xfrm>
          <a:custGeom xmlns:a="http://schemas.openxmlformats.org/drawingml/2006/main">
            <a:pathLst>
              <a:path w="356522" h="501832">
                <a:moveTo>
                  <a:pt x="0" y="501832"/>
                </a:moveTo>
                <a:lnTo>
                  <a:pt x="35652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68" name="path-263">
            <a:extLst xmlns:a="http://schemas.openxmlformats.org/drawingml/2006/main">
              <a:ext uri="{FF2B5EF4-FFF2-40B4-BE49-F238E27FC236}">
                <a16:creationId xmlns:a16="http://schemas.microsoft.com/office/drawing/2014/main" id="{EDE7001D-13AB-4D03-8C4A-41E35986B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871" y="4875725"/>
            <a:ext cx="75279" cy="87914"/>
          </a:xfrm>
          <a:custGeom xmlns:a="http://schemas.openxmlformats.org/drawingml/2006/main">
            <a:pathLst>
              <a:path w="51371" h="59993">
                <a:moveTo>
                  <a:pt x="51371" y="0"/>
                </a:moveTo>
                <a:lnTo>
                  <a:pt x="0" y="34746"/>
                </a:lnTo>
                <a:lnTo>
                  <a:pt x="30356" y="29644"/>
                </a:lnTo>
                <a:lnTo>
                  <a:pt x="35494" y="59993"/>
                </a:lnTo>
                <a:lnTo>
                  <a:pt x="51371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" name="path-264">
            <a:extLst xmlns:a="http://schemas.openxmlformats.org/drawingml/2006/main">
              <a:ext uri="{FF2B5EF4-FFF2-40B4-BE49-F238E27FC236}">
                <a16:creationId xmlns:a16="http://schemas.microsoft.com/office/drawing/2014/main" id="{FF0C12C9-CEDF-4F4A-8975-60DE123DC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917" y="4875849"/>
            <a:ext cx="75276" cy="87785"/>
          </a:xfrm>
          <a:custGeom xmlns:a="http://schemas.openxmlformats.org/drawingml/2006/main">
            <a:pathLst>
              <a:path w="51369" h="59905">
                <a:moveTo>
                  <a:pt x="51369" y="0"/>
                </a:moveTo>
                <a:lnTo>
                  <a:pt x="0" y="34660"/>
                </a:lnTo>
                <a:lnTo>
                  <a:pt x="30352" y="29562"/>
                </a:lnTo>
                <a:lnTo>
                  <a:pt x="35447" y="59905"/>
                </a:lnTo>
                <a:lnTo>
                  <a:pt x="5136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70" name="path-265">
            <a:extLst xmlns:a="http://schemas.openxmlformats.org/drawingml/2006/main">
              <a:ext uri="{FF2B5EF4-FFF2-40B4-BE49-F238E27FC236}">
                <a16:creationId xmlns:a16="http://schemas.microsoft.com/office/drawing/2014/main" id="{C0913C4E-BAF6-4D5C-A547-5E96F0F80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5320051"/>
            <a:ext cx="434920" cy="367506"/>
          </a:xfrm>
          <a:custGeom xmlns:a="http://schemas.openxmlformats.org/drawingml/2006/main">
            <a:pathLst>
              <a:path w="296793" h="250789">
                <a:moveTo>
                  <a:pt x="0" y="250789"/>
                </a:moveTo>
                <a:lnTo>
                  <a:pt x="2967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71" name="path-266">
            <a:extLst xmlns:a="http://schemas.openxmlformats.org/drawingml/2006/main">
              <a:ext uri="{FF2B5EF4-FFF2-40B4-BE49-F238E27FC236}">
                <a16:creationId xmlns:a16="http://schemas.microsoft.com/office/drawing/2014/main" id="{B37C89BC-A147-40E2-B95A-70C7AE96E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5285765"/>
            <a:ext cx="85580" cy="79278"/>
          </a:xfrm>
          <a:custGeom xmlns:a="http://schemas.openxmlformats.org/drawingml/2006/main">
            <a:pathLst>
              <a:path w="58400" h="54100">
                <a:moveTo>
                  <a:pt x="58400" y="0"/>
                </a:moveTo>
                <a:lnTo>
                  <a:pt x="0" y="20848"/>
                </a:lnTo>
                <a:lnTo>
                  <a:pt x="30683" y="23399"/>
                </a:lnTo>
                <a:lnTo>
                  <a:pt x="28096" y="54100"/>
                </a:lnTo>
                <a:lnTo>
                  <a:pt x="58400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" name="path-267">
            <a:extLst xmlns:a="http://schemas.openxmlformats.org/drawingml/2006/main">
              <a:ext uri="{FF2B5EF4-FFF2-40B4-BE49-F238E27FC236}">
                <a16:creationId xmlns:a16="http://schemas.microsoft.com/office/drawing/2014/main" id="{F8ACB6BE-3B41-41D1-A06A-B3BF8D16A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5285765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0"/>
                </a:moveTo>
                <a:lnTo>
                  <a:pt x="0" y="20844"/>
                </a:lnTo>
                <a:lnTo>
                  <a:pt x="30704" y="23397"/>
                </a:lnTo>
                <a:lnTo>
                  <a:pt x="28153" y="54098"/>
                </a:lnTo>
                <a:lnTo>
                  <a:pt x="5840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73" name="path-268">
            <a:extLst xmlns:a="http://schemas.openxmlformats.org/drawingml/2006/main">
              <a:ext uri="{FF2B5EF4-FFF2-40B4-BE49-F238E27FC236}">
                <a16:creationId xmlns:a16="http://schemas.microsoft.com/office/drawing/2014/main" id="{E87EBBBC-3682-4A1D-8B3D-54985496A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5864662"/>
            <a:ext cx="340947" cy="96037"/>
          </a:xfrm>
          <a:custGeom xmlns:a="http://schemas.openxmlformats.org/drawingml/2006/main">
            <a:pathLst>
              <a:path w="232665" h="65536">
                <a:moveTo>
                  <a:pt x="0" y="0"/>
                </a:moveTo>
                <a:lnTo>
                  <a:pt x="232665" y="6553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74" name="path-269">
            <a:extLst xmlns:a="http://schemas.openxmlformats.org/drawingml/2006/main">
              <a:ext uri="{FF2B5EF4-FFF2-40B4-BE49-F238E27FC236}">
                <a16:creationId xmlns:a16="http://schemas.microsoft.com/office/drawing/2014/main" id="{2515F049-475D-434D-B748-E9B53D128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5921256"/>
            <a:ext cx="90543" cy="61487"/>
          </a:xfrm>
          <a:custGeom xmlns:a="http://schemas.openxmlformats.org/drawingml/2006/main">
            <a:pathLst>
              <a:path w="61787" h="41959">
                <a:moveTo>
                  <a:pt x="61787" y="36682"/>
                </a:moveTo>
                <a:lnTo>
                  <a:pt x="11796" y="0"/>
                </a:lnTo>
                <a:lnTo>
                  <a:pt x="26856" y="26918"/>
                </a:lnTo>
                <a:lnTo>
                  <a:pt x="0" y="41959"/>
                </a:lnTo>
                <a:lnTo>
                  <a:pt x="61787" y="3668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" name="path-270">
            <a:extLst xmlns:a="http://schemas.openxmlformats.org/drawingml/2006/main">
              <a:ext uri="{FF2B5EF4-FFF2-40B4-BE49-F238E27FC236}">
                <a16:creationId xmlns:a16="http://schemas.microsoft.com/office/drawing/2014/main" id="{F8B75013-F7F8-4AC0-B6E0-B7D6A5C7C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5921255"/>
            <a:ext cx="90617" cy="61488"/>
          </a:xfrm>
          <a:custGeom xmlns:a="http://schemas.openxmlformats.org/drawingml/2006/main">
            <a:pathLst>
              <a:path w="61838" h="41960">
                <a:moveTo>
                  <a:pt x="61838" y="36680"/>
                </a:moveTo>
                <a:lnTo>
                  <a:pt x="11783" y="0"/>
                </a:lnTo>
                <a:lnTo>
                  <a:pt x="26917" y="26917"/>
                </a:lnTo>
                <a:lnTo>
                  <a:pt x="0" y="41960"/>
                </a:lnTo>
                <a:lnTo>
                  <a:pt x="61838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76" name="path-271">
            <a:extLst xmlns:a="http://schemas.openxmlformats.org/drawingml/2006/main">
              <a:ext uri="{FF2B5EF4-FFF2-40B4-BE49-F238E27FC236}">
                <a16:creationId xmlns:a16="http://schemas.microsoft.com/office/drawing/2014/main" id="{1335CEF4-3FD1-4FF1-A891-3EB0166279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5663840"/>
            <a:ext cx="340947" cy="96028"/>
          </a:xfrm>
          <a:custGeom xmlns:a="http://schemas.openxmlformats.org/drawingml/2006/main">
            <a:pathLst>
              <a:path w="232665" h="65530">
                <a:moveTo>
                  <a:pt x="0" y="65530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77" name="path-272">
            <a:extLst xmlns:a="http://schemas.openxmlformats.org/drawingml/2006/main">
              <a:ext uri="{FF2B5EF4-FFF2-40B4-BE49-F238E27FC236}">
                <a16:creationId xmlns:a16="http://schemas.microsoft.com/office/drawing/2014/main" id="{2B115F22-14DE-4A83-AC12-0F0BE9909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5641796"/>
            <a:ext cx="90543" cy="61486"/>
          </a:xfrm>
          <a:custGeom xmlns:a="http://schemas.openxmlformats.org/drawingml/2006/main">
            <a:pathLst>
              <a:path w="61787" h="41959">
                <a:moveTo>
                  <a:pt x="61787" y="5189"/>
                </a:moveTo>
                <a:lnTo>
                  <a:pt x="0" y="0"/>
                </a:lnTo>
                <a:lnTo>
                  <a:pt x="26856" y="15041"/>
                </a:lnTo>
                <a:lnTo>
                  <a:pt x="11796" y="41959"/>
                </a:lnTo>
                <a:lnTo>
                  <a:pt x="61787" y="518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" name="path-273">
            <a:extLst xmlns:a="http://schemas.openxmlformats.org/drawingml/2006/main">
              <a:ext uri="{FF2B5EF4-FFF2-40B4-BE49-F238E27FC236}">
                <a16:creationId xmlns:a16="http://schemas.microsoft.com/office/drawing/2014/main" id="{468F9A12-201F-4D86-B9CF-D3BF1A3FE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5641791"/>
            <a:ext cx="90617" cy="61488"/>
          </a:xfrm>
          <a:custGeom xmlns:a="http://schemas.openxmlformats.org/drawingml/2006/main">
            <a:pathLst>
              <a:path w="61838" h="41960">
                <a:moveTo>
                  <a:pt x="61838" y="5280"/>
                </a:moveTo>
                <a:lnTo>
                  <a:pt x="0" y="0"/>
                </a:lnTo>
                <a:lnTo>
                  <a:pt x="26917" y="15046"/>
                </a:lnTo>
                <a:lnTo>
                  <a:pt x="11783" y="41960"/>
                </a:lnTo>
                <a:lnTo>
                  <a:pt x="61838" y="52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79" name="path-274">
            <a:extLst xmlns:a="http://schemas.openxmlformats.org/drawingml/2006/main">
              <a:ext uri="{FF2B5EF4-FFF2-40B4-BE49-F238E27FC236}">
                <a16:creationId xmlns:a16="http://schemas.microsoft.com/office/drawing/2014/main" id="{49FE37E9-D51E-424F-B7FA-792B0D044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381" y="4720528"/>
            <a:ext cx="389093" cy="389157"/>
          </a:xfrm>
          <a:custGeom xmlns:a="http://schemas.openxmlformats.org/drawingml/2006/main">
            <a:pathLst>
              <a:path w="265520" h="265563">
                <a:moveTo>
                  <a:pt x="218283" y="47235"/>
                </a:moveTo>
                <a:cubicBezTo>
                  <a:pt x="265520" y="94472"/>
                  <a:pt x="265520" y="171089"/>
                  <a:pt x="218283" y="218326"/>
                </a:cubicBezTo>
                <a:cubicBezTo>
                  <a:pt x="171046" y="265563"/>
                  <a:pt x="94465" y="265563"/>
                  <a:pt x="47236" y="218326"/>
                </a:cubicBezTo>
                <a:cubicBezTo>
                  <a:pt x="0" y="171089"/>
                  <a:pt x="0" y="94472"/>
                  <a:pt x="47236" y="47235"/>
                </a:cubicBezTo>
                <a:cubicBezTo>
                  <a:pt x="94465" y="0"/>
                  <a:pt x="171046" y="0"/>
                  <a:pt x="218283" y="47235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" name="path-275">
            <a:extLst xmlns:a="http://schemas.openxmlformats.org/drawingml/2006/main">
              <a:ext uri="{FF2B5EF4-FFF2-40B4-BE49-F238E27FC236}">
                <a16:creationId xmlns:a16="http://schemas.microsoft.com/office/drawing/2014/main" id="{9845EFC0-F858-480D-94ED-779679596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420" y="4720526"/>
            <a:ext cx="389021" cy="389159"/>
          </a:xfrm>
          <a:custGeom xmlns:a="http://schemas.openxmlformats.org/drawingml/2006/main">
            <a:pathLst>
              <a:path w="265471" h="265565">
                <a:moveTo>
                  <a:pt x="218240" y="47237"/>
                </a:moveTo>
                <a:cubicBezTo>
                  <a:pt x="265471" y="94471"/>
                  <a:pt x="265471" y="171091"/>
                  <a:pt x="218240" y="218325"/>
                </a:cubicBezTo>
                <a:cubicBezTo>
                  <a:pt x="171003" y="265565"/>
                  <a:pt x="94468" y="265565"/>
                  <a:pt x="47231" y="218325"/>
                </a:cubicBezTo>
                <a:cubicBezTo>
                  <a:pt x="0" y="171091"/>
                  <a:pt x="0" y="94471"/>
                  <a:pt x="47231" y="47237"/>
                </a:cubicBezTo>
                <a:cubicBezTo>
                  <a:pt x="94468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81" name="path-276">
            <a:extLst xmlns:a="http://schemas.openxmlformats.org/drawingml/2006/main">
              <a:ext uri="{FF2B5EF4-FFF2-40B4-BE49-F238E27FC236}">
                <a16:creationId xmlns:a16="http://schemas.microsoft.com/office/drawing/2014/main" id="{6F7FDAD4-5294-4158-BF77-A0A42A2D9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381" y="5169109"/>
            <a:ext cx="389093" cy="389157"/>
          </a:xfrm>
          <a:custGeom xmlns:a="http://schemas.openxmlformats.org/drawingml/2006/main">
            <a:pathLst>
              <a:path w="265520" h="265563">
                <a:moveTo>
                  <a:pt x="218283" y="47235"/>
                </a:moveTo>
                <a:cubicBezTo>
                  <a:pt x="265520" y="94472"/>
                  <a:pt x="265520" y="171091"/>
                  <a:pt x="218283" y="218328"/>
                </a:cubicBezTo>
                <a:cubicBezTo>
                  <a:pt x="171046" y="265563"/>
                  <a:pt x="94465" y="265563"/>
                  <a:pt x="47236" y="218328"/>
                </a:cubicBezTo>
                <a:cubicBezTo>
                  <a:pt x="0" y="171091"/>
                  <a:pt x="0" y="94472"/>
                  <a:pt x="47236" y="47235"/>
                </a:cubicBezTo>
                <a:cubicBezTo>
                  <a:pt x="94465" y="0"/>
                  <a:pt x="171046" y="0"/>
                  <a:pt x="218283" y="47235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" name="path-277">
            <a:extLst xmlns:a="http://schemas.openxmlformats.org/drawingml/2006/main">
              <a:ext uri="{FF2B5EF4-FFF2-40B4-BE49-F238E27FC236}">
                <a16:creationId xmlns:a16="http://schemas.microsoft.com/office/drawing/2014/main" id="{67085FD1-0D65-471A-BAEF-7EA1FE977D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420" y="5169105"/>
            <a:ext cx="389021" cy="389159"/>
          </a:xfrm>
          <a:custGeom xmlns:a="http://schemas.openxmlformats.org/drawingml/2006/main">
            <a:pathLst>
              <a:path w="265471" h="265565">
                <a:moveTo>
                  <a:pt x="218240" y="47237"/>
                </a:moveTo>
                <a:cubicBezTo>
                  <a:pt x="265471" y="94477"/>
                  <a:pt x="265471" y="171094"/>
                  <a:pt x="218240" y="218331"/>
                </a:cubicBezTo>
                <a:cubicBezTo>
                  <a:pt x="171003" y="265565"/>
                  <a:pt x="94468" y="265565"/>
                  <a:pt x="47231" y="218331"/>
                </a:cubicBezTo>
                <a:cubicBezTo>
                  <a:pt x="0" y="171094"/>
                  <a:pt x="0" y="94477"/>
                  <a:pt x="47231" y="47237"/>
                </a:cubicBezTo>
                <a:cubicBezTo>
                  <a:pt x="94468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83" name="path-278">
            <a:extLst xmlns:a="http://schemas.openxmlformats.org/drawingml/2006/main">
              <a:ext uri="{FF2B5EF4-FFF2-40B4-BE49-F238E27FC236}">
                <a16:creationId xmlns:a16="http://schemas.microsoft.com/office/drawing/2014/main" id="{7A6FB981-BEF8-4E4C-8ABA-EF396EA4C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381" y="5617690"/>
            <a:ext cx="389093" cy="389158"/>
          </a:xfrm>
          <a:custGeom xmlns:a="http://schemas.openxmlformats.org/drawingml/2006/main">
            <a:pathLst>
              <a:path w="265520" h="265564">
                <a:moveTo>
                  <a:pt x="218283" y="47237"/>
                </a:moveTo>
                <a:cubicBezTo>
                  <a:pt x="265520" y="94474"/>
                  <a:pt x="265520" y="171090"/>
                  <a:pt x="218283" y="218327"/>
                </a:cubicBezTo>
                <a:cubicBezTo>
                  <a:pt x="171046" y="265564"/>
                  <a:pt x="94465" y="265564"/>
                  <a:pt x="47236" y="218327"/>
                </a:cubicBezTo>
                <a:cubicBezTo>
                  <a:pt x="0" y="171090"/>
                  <a:pt x="0" y="94474"/>
                  <a:pt x="47236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" name="path-279">
            <a:extLst xmlns:a="http://schemas.openxmlformats.org/drawingml/2006/main">
              <a:ext uri="{FF2B5EF4-FFF2-40B4-BE49-F238E27FC236}">
                <a16:creationId xmlns:a16="http://schemas.microsoft.com/office/drawing/2014/main" id="{EE1FBF4A-5C96-4C2C-9EF4-16B93F424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420" y="5617692"/>
            <a:ext cx="389021" cy="389154"/>
          </a:xfrm>
          <a:custGeom xmlns:a="http://schemas.openxmlformats.org/drawingml/2006/main">
            <a:pathLst>
              <a:path w="265471" h="265562">
                <a:moveTo>
                  <a:pt x="218240" y="47234"/>
                </a:moveTo>
                <a:cubicBezTo>
                  <a:pt x="265471" y="94471"/>
                  <a:pt x="265471" y="171088"/>
                  <a:pt x="218240" y="218325"/>
                </a:cubicBezTo>
                <a:cubicBezTo>
                  <a:pt x="171003" y="265562"/>
                  <a:pt x="94468" y="265562"/>
                  <a:pt x="47231" y="218325"/>
                </a:cubicBezTo>
                <a:cubicBezTo>
                  <a:pt x="0" y="171088"/>
                  <a:pt x="0" y="94471"/>
                  <a:pt x="47231" y="47234"/>
                </a:cubicBezTo>
                <a:cubicBezTo>
                  <a:pt x="94468" y="0"/>
                  <a:pt x="171003" y="0"/>
                  <a:pt x="218240" y="472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85" name="path-280">
            <a:extLst xmlns:a="http://schemas.openxmlformats.org/drawingml/2006/main">
              <a:ext uri="{FF2B5EF4-FFF2-40B4-BE49-F238E27FC236}">
                <a16:creationId xmlns:a16="http://schemas.microsoft.com/office/drawing/2014/main" id="{6EE68A6B-EE70-4C88-B71F-4EC3AAE61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4496236"/>
            <a:ext cx="389093" cy="389157"/>
          </a:xfrm>
          <a:custGeom xmlns:a="http://schemas.openxmlformats.org/drawingml/2006/main">
            <a:pathLst>
              <a:path w="265520" h="265563">
                <a:moveTo>
                  <a:pt x="218283" y="47237"/>
                </a:moveTo>
                <a:cubicBezTo>
                  <a:pt x="265520" y="94472"/>
                  <a:pt x="265520" y="171089"/>
                  <a:pt x="218283" y="218326"/>
                </a:cubicBezTo>
                <a:cubicBezTo>
                  <a:pt x="171046" y="265563"/>
                  <a:pt x="94465" y="265563"/>
                  <a:pt x="47237" y="218326"/>
                </a:cubicBezTo>
                <a:cubicBezTo>
                  <a:pt x="0" y="171089"/>
                  <a:pt x="0" y="94472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" name="path-281">
            <a:extLst xmlns:a="http://schemas.openxmlformats.org/drawingml/2006/main">
              <a:ext uri="{FF2B5EF4-FFF2-40B4-BE49-F238E27FC236}">
                <a16:creationId xmlns:a16="http://schemas.microsoft.com/office/drawing/2014/main" id="{B324085B-5D74-4BDA-9CE2-99A693BFF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4496234"/>
            <a:ext cx="389030" cy="389159"/>
          </a:xfrm>
          <a:custGeom xmlns:a="http://schemas.openxmlformats.org/drawingml/2006/main">
            <a:pathLst>
              <a:path w="265477" h="265565">
                <a:moveTo>
                  <a:pt x="218240" y="47234"/>
                </a:moveTo>
                <a:cubicBezTo>
                  <a:pt x="265477" y="94474"/>
                  <a:pt x="265477" y="171088"/>
                  <a:pt x="218240" y="218328"/>
                </a:cubicBezTo>
                <a:cubicBezTo>
                  <a:pt x="171003" y="265565"/>
                  <a:pt x="94474" y="265565"/>
                  <a:pt x="47237" y="218328"/>
                </a:cubicBezTo>
                <a:cubicBezTo>
                  <a:pt x="0" y="171088"/>
                  <a:pt x="0" y="94474"/>
                  <a:pt x="47237" y="47234"/>
                </a:cubicBezTo>
                <a:cubicBezTo>
                  <a:pt x="94474" y="0"/>
                  <a:pt x="171003" y="0"/>
                  <a:pt x="218240" y="472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87" name="path-282">
            <a:extLst xmlns:a="http://schemas.openxmlformats.org/drawingml/2006/main">
              <a:ext uri="{FF2B5EF4-FFF2-40B4-BE49-F238E27FC236}">
                <a16:creationId xmlns:a16="http://schemas.microsoft.com/office/drawing/2014/main" id="{0B3BE632-FA49-48EE-8B9B-ACA0C64E6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4944817"/>
            <a:ext cx="389093" cy="389159"/>
          </a:xfrm>
          <a:custGeom xmlns:a="http://schemas.openxmlformats.org/drawingml/2006/main">
            <a:pathLst>
              <a:path w="265520" h="265565">
                <a:moveTo>
                  <a:pt x="218283" y="47237"/>
                </a:moveTo>
                <a:cubicBezTo>
                  <a:pt x="265520" y="94474"/>
                  <a:pt x="265520" y="171091"/>
                  <a:pt x="218283" y="218328"/>
                </a:cubicBezTo>
                <a:cubicBezTo>
                  <a:pt x="171046" y="265565"/>
                  <a:pt x="94465" y="265565"/>
                  <a:pt x="47237" y="218328"/>
                </a:cubicBezTo>
                <a:cubicBezTo>
                  <a:pt x="0" y="171091"/>
                  <a:pt x="0" y="94474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" name="path-283">
            <a:extLst xmlns:a="http://schemas.openxmlformats.org/drawingml/2006/main">
              <a:ext uri="{FF2B5EF4-FFF2-40B4-BE49-F238E27FC236}">
                <a16:creationId xmlns:a16="http://schemas.microsoft.com/office/drawing/2014/main" id="{35F35F30-05B2-4FB6-9EC6-738CA37AD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4944817"/>
            <a:ext cx="389030" cy="389154"/>
          </a:xfrm>
          <a:custGeom xmlns:a="http://schemas.openxmlformats.org/drawingml/2006/main">
            <a:pathLst>
              <a:path w="265477" h="265562">
                <a:moveTo>
                  <a:pt x="218240" y="47237"/>
                </a:moveTo>
                <a:cubicBezTo>
                  <a:pt x="265477" y="94474"/>
                  <a:pt x="265477" y="171091"/>
                  <a:pt x="218240" y="218325"/>
                </a:cubicBezTo>
                <a:cubicBezTo>
                  <a:pt x="171003" y="265562"/>
                  <a:pt x="94474" y="265562"/>
                  <a:pt x="47237" y="218325"/>
                </a:cubicBezTo>
                <a:cubicBezTo>
                  <a:pt x="0" y="171091"/>
                  <a:pt x="0" y="94474"/>
                  <a:pt x="47237" y="47237"/>
                </a:cubicBezTo>
                <a:cubicBezTo>
                  <a:pt x="94474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89" name="path-284">
            <a:extLst xmlns:a="http://schemas.openxmlformats.org/drawingml/2006/main">
              <a:ext uri="{FF2B5EF4-FFF2-40B4-BE49-F238E27FC236}">
                <a16:creationId xmlns:a16="http://schemas.microsoft.com/office/drawing/2014/main" id="{1E70CB47-F4B4-47E4-96C9-220B9D457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5393398"/>
            <a:ext cx="389093" cy="389160"/>
          </a:xfrm>
          <a:custGeom xmlns:a="http://schemas.openxmlformats.org/drawingml/2006/main">
            <a:pathLst>
              <a:path w="265520" h="265566">
                <a:moveTo>
                  <a:pt x="218283" y="47237"/>
                </a:moveTo>
                <a:cubicBezTo>
                  <a:pt x="265520" y="94474"/>
                  <a:pt x="265520" y="171091"/>
                  <a:pt x="218283" y="218328"/>
                </a:cubicBezTo>
                <a:cubicBezTo>
                  <a:pt x="171046" y="265566"/>
                  <a:pt x="94465" y="265566"/>
                  <a:pt x="47237" y="218328"/>
                </a:cubicBezTo>
                <a:cubicBezTo>
                  <a:pt x="0" y="171091"/>
                  <a:pt x="0" y="94474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" name="path-285">
            <a:extLst xmlns:a="http://schemas.openxmlformats.org/drawingml/2006/main">
              <a:ext uri="{FF2B5EF4-FFF2-40B4-BE49-F238E27FC236}">
                <a16:creationId xmlns:a16="http://schemas.microsoft.com/office/drawing/2014/main" id="{ADC5C239-6A2B-43A2-B3F2-CB4103851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5393401"/>
            <a:ext cx="389030" cy="389159"/>
          </a:xfrm>
          <a:custGeom xmlns:a="http://schemas.openxmlformats.org/drawingml/2006/main">
            <a:pathLst>
              <a:path w="265477" h="265565">
                <a:moveTo>
                  <a:pt x="218240" y="47234"/>
                </a:moveTo>
                <a:cubicBezTo>
                  <a:pt x="265477" y="94471"/>
                  <a:pt x="265477" y="171088"/>
                  <a:pt x="218240" y="218325"/>
                </a:cubicBezTo>
                <a:cubicBezTo>
                  <a:pt x="171003" y="265565"/>
                  <a:pt x="94474" y="265565"/>
                  <a:pt x="47237" y="218325"/>
                </a:cubicBezTo>
                <a:cubicBezTo>
                  <a:pt x="0" y="171088"/>
                  <a:pt x="0" y="94471"/>
                  <a:pt x="47237" y="47234"/>
                </a:cubicBezTo>
                <a:cubicBezTo>
                  <a:pt x="94474" y="0"/>
                  <a:pt x="171003" y="0"/>
                  <a:pt x="218240" y="472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91" name="path-286">
            <a:extLst xmlns:a="http://schemas.openxmlformats.org/drawingml/2006/main">
              <a:ext uri="{FF2B5EF4-FFF2-40B4-BE49-F238E27FC236}">
                <a16:creationId xmlns:a16="http://schemas.microsoft.com/office/drawing/2014/main" id="{6CBF9699-4ACE-47F8-8C04-126FF9995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5841982"/>
            <a:ext cx="389093" cy="389158"/>
          </a:xfrm>
          <a:custGeom xmlns:a="http://schemas.openxmlformats.org/drawingml/2006/main">
            <a:pathLst>
              <a:path w="265520" h="265564">
                <a:moveTo>
                  <a:pt x="218283" y="47237"/>
                </a:moveTo>
                <a:cubicBezTo>
                  <a:pt x="265520" y="94474"/>
                  <a:pt x="265520" y="171090"/>
                  <a:pt x="218283" y="218327"/>
                </a:cubicBezTo>
                <a:cubicBezTo>
                  <a:pt x="171046" y="265564"/>
                  <a:pt x="94465" y="265564"/>
                  <a:pt x="47237" y="218327"/>
                </a:cubicBezTo>
                <a:cubicBezTo>
                  <a:pt x="0" y="171090"/>
                  <a:pt x="0" y="94474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" name="path-287">
            <a:extLst xmlns:a="http://schemas.openxmlformats.org/drawingml/2006/main">
              <a:ext uri="{FF2B5EF4-FFF2-40B4-BE49-F238E27FC236}">
                <a16:creationId xmlns:a16="http://schemas.microsoft.com/office/drawing/2014/main" id="{2FB289A6-58B2-424E-AB56-97BBF1204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5841979"/>
            <a:ext cx="389030" cy="389159"/>
          </a:xfrm>
          <a:custGeom xmlns:a="http://schemas.openxmlformats.org/drawingml/2006/main">
            <a:pathLst>
              <a:path w="265477" h="265565">
                <a:moveTo>
                  <a:pt x="218240" y="47240"/>
                </a:moveTo>
                <a:cubicBezTo>
                  <a:pt x="265477" y="94471"/>
                  <a:pt x="265477" y="171094"/>
                  <a:pt x="218240" y="218328"/>
                </a:cubicBezTo>
                <a:cubicBezTo>
                  <a:pt x="171003" y="265565"/>
                  <a:pt x="94474" y="265565"/>
                  <a:pt x="47237" y="218328"/>
                </a:cubicBezTo>
                <a:cubicBezTo>
                  <a:pt x="0" y="171094"/>
                  <a:pt x="0" y="94471"/>
                  <a:pt x="47237" y="47240"/>
                </a:cubicBezTo>
                <a:cubicBezTo>
                  <a:pt x="94474" y="0"/>
                  <a:pt x="171003" y="0"/>
                  <a:pt x="218240" y="47240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293" name="path-288">
            <a:extLst xmlns:a="http://schemas.openxmlformats.org/drawingml/2006/main">
              <a:ext uri="{FF2B5EF4-FFF2-40B4-BE49-F238E27FC236}">
                <a16:creationId xmlns:a16="http://schemas.microsoft.com/office/drawing/2014/main" id="{B2A18177-FCFC-4DBF-86A3-2CC4261CD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4871472"/>
            <a:ext cx="434920" cy="367497"/>
          </a:xfrm>
          <a:custGeom xmlns:a="http://schemas.openxmlformats.org/drawingml/2006/main">
            <a:pathLst>
              <a:path w="296793" h="250783">
                <a:moveTo>
                  <a:pt x="0" y="250783"/>
                </a:moveTo>
                <a:lnTo>
                  <a:pt x="2967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94" name="path-289">
            <a:extLst xmlns:a="http://schemas.openxmlformats.org/drawingml/2006/main">
              <a:ext uri="{FF2B5EF4-FFF2-40B4-BE49-F238E27FC236}">
                <a16:creationId xmlns:a16="http://schemas.microsoft.com/office/drawing/2014/main" id="{E53F248E-C41E-46EB-90D8-F15D13B35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4837184"/>
            <a:ext cx="85580" cy="79275"/>
          </a:xfrm>
          <a:custGeom xmlns:a="http://schemas.openxmlformats.org/drawingml/2006/main">
            <a:pathLst>
              <a:path w="58400" h="54098">
                <a:moveTo>
                  <a:pt x="58400" y="0"/>
                </a:moveTo>
                <a:lnTo>
                  <a:pt x="0" y="20847"/>
                </a:lnTo>
                <a:lnTo>
                  <a:pt x="30683" y="23399"/>
                </a:lnTo>
                <a:lnTo>
                  <a:pt x="28096" y="54098"/>
                </a:lnTo>
                <a:lnTo>
                  <a:pt x="58400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" name="path-290">
            <a:extLst xmlns:a="http://schemas.openxmlformats.org/drawingml/2006/main">
              <a:ext uri="{FF2B5EF4-FFF2-40B4-BE49-F238E27FC236}">
                <a16:creationId xmlns:a16="http://schemas.microsoft.com/office/drawing/2014/main" id="{DBBACF3F-305D-4423-8259-F3B38264BF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4837182"/>
            <a:ext cx="85592" cy="79280"/>
          </a:xfrm>
          <a:custGeom xmlns:a="http://schemas.openxmlformats.org/drawingml/2006/main">
            <a:pathLst>
              <a:path w="58409" h="54101">
                <a:moveTo>
                  <a:pt x="58409" y="0"/>
                </a:moveTo>
                <a:lnTo>
                  <a:pt x="0" y="20847"/>
                </a:lnTo>
                <a:lnTo>
                  <a:pt x="30704" y="23400"/>
                </a:lnTo>
                <a:lnTo>
                  <a:pt x="28153" y="54101"/>
                </a:lnTo>
                <a:lnTo>
                  <a:pt x="5840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96" name="path-291">
            <a:extLst xmlns:a="http://schemas.openxmlformats.org/drawingml/2006/main">
              <a:ext uri="{FF2B5EF4-FFF2-40B4-BE49-F238E27FC236}">
                <a16:creationId xmlns:a16="http://schemas.microsoft.com/office/drawing/2014/main" id="{26F7203C-4033-40B5-9907-F7F05929E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5215252"/>
            <a:ext cx="340947" cy="96037"/>
          </a:xfrm>
          <a:custGeom xmlns:a="http://schemas.openxmlformats.org/drawingml/2006/main">
            <a:pathLst>
              <a:path w="232665" h="65536">
                <a:moveTo>
                  <a:pt x="0" y="65536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97" name="path-292">
            <a:extLst xmlns:a="http://schemas.openxmlformats.org/drawingml/2006/main">
              <a:ext uri="{FF2B5EF4-FFF2-40B4-BE49-F238E27FC236}">
                <a16:creationId xmlns:a16="http://schemas.microsoft.com/office/drawing/2014/main" id="{632F467C-6E3E-41E0-8C58-08CD76F9F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5193213"/>
            <a:ext cx="90543" cy="61486"/>
          </a:xfrm>
          <a:custGeom xmlns:a="http://schemas.openxmlformats.org/drawingml/2006/main">
            <a:pathLst>
              <a:path w="61787" h="41959">
                <a:moveTo>
                  <a:pt x="61787" y="5190"/>
                </a:moveTo>
                <a:lnTo>
                  <a:pt x="0" y="0"/>
                </a:lnTo>
                <a:lnTo>
                  <a:pt x="26856" y="15043"/>
                </a:lnTo>
                <a:lnTo>
                  <a:pt x="11796" y="41959"/>
                </a:lnTo>
                <a:lnTo>
                  <a:pt x="61787" y="519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" name="path-293">
            <a:extLst xmlns:a="http://schemas.openxmlformats.org/drawingml/2006/main">
              <a:ext uri="{FF2B5EF4-FFF2-40B4-BE49-F238E27FC236}">
                <a16:creationId xmlns:a16="http://schemas.microsoft.com/office/drawing/2014/main" id="{EECD1ED9-B81A-49B6-AE95-99CB023D4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5193213"/>
            <a:ext cx="90617" cy="61484"/>
          </a:xfrm>
          <a:custGeom xmlns:a="http://schemas.openxmlformats.org/drawingml/2006/main">
            <a:pathLst>
              <a:path w="61838" h="41957">
                <a:moveTo>
                  <a:pt x="61838" y="5277"/>
                </a:moveTo>
                <a:lnTo>
                  <a:pt x="0" y="0"/>
                </a:lnTo>
                <a:lnTo>
                  <a:pt x="26917" y="15040"/>
                </a:lnTo>
                <a:lnTo>
                  <a:pt x="11783" y="41957"/>
                </a:lnTo>
                <a:lnTo>
                  <a:pt x="61838" y="5277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299" name="path-294">
            <a:extLst xmlns:a="http://schemas.openxmlformats.org/drawingml/2006/main">
              <a:ext uri="{FF2B5EF4-FFF2-40B4-BE49-F238E27FC236}">
                <a16:creationId xmlns:a16="http://schemas.microsoft.com/office/drawing/2014/main" id="{4E7DF3C5-51EA-45F9-9AFF-9C4691C66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5416084"/>
            <a:ext cx="340947" cy="96037"/>
          </a:xfrm>
          <a:custGeom xmlns:a="http://schemas.openxmlformats.org/drawingml/2006/main">
            <a:pathLst>
              <a:path w="232665" h="65536">
                <a:moveTo>
                  <a:pt x="0" y="0"/>
                </a:moveTo>
                <a:lnTo>
                  <a:pt x="232665" y="6553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00" name="path-295">
            <a:extLst xmlns:a="http://schemas.openxmlformats.org/drawingml/2006/main">
              <a:ext uri="{FF2B5EF4-FFF2-40B4-BE49-F238E27FC236}">
                <a16:creationId xmlns:a16="http://schemas.microsoft.com/office/drawing/2014/main" id="{4E0B5227-05A0-4C58-BB98-FD7ABCD25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5472676"/>
            <a:ext cx="90543" cy="61486"/>
          </a:xfrm>
          <a:custGeom xmlns:a="http://schemas.openxmlformats.org/drawingml/2006/main">
            <a:pathLst>
              <a:path w="61787" h="41959">
                <a:moveTo>
                  <a:pt x="61787" y="36680"/>
                </a:moveTo>
                <a:lnTo>
                  <a:pt x="11796" y="0"/>
                </a:lnTo>
                <a:lnTo>
                  <a:pt x="26856" y="26916"/>
                </a:lnTo>
                <a:lnTo>
                  <a:pt x="0" y="41959"/>
                </a:lnTo>
                <a:lnTo>
                  <a:pt x="61787" y="3668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" name="path-296">
            <a:extLst xmlns:a="http://schemas.openxmlformats.org/drawingml/2006/main">
              <a:ext uri="{FF2B5EF4-FFF2-40B4-BE49-F238E27FC236}">
                <a16:creationId xmlns:a16="http://schemas.microsoft.com/office/drawing/2014/main" id="{DE835494-7BD9-419F-87B9-64A8C84C9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5472676"/>
            <a:ext cx="90617" cy="61488"/>
          </a:xfrm>
          <a:custGeom xmlns:a="http://schemas.openxmlformats.org/drawingml/2006/main">
            <a:pathLst>
              <a:path w="61838" h="41960">
                <a:moveTo>
                  <a:pt x="61838" y="36680"/>
                </a:moveTo>
                <a:lnTo>
                  <a:pt x="11783" y="0"/>
                </a:lnTo>
                <a:lnTo>
                  <a:pt x="26917" y="26917"/>
                </a:lnTo>
                <a:lnTo>
                  <a:pt x="0" y="41960"/>
                </a:lnTo>
                <a:lnTo>
                  <a:pt x="61838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02" name="path-297">
            <a:extLst xmlns:a="http://schemas.openxmlformats.org/drawingml/2006/main">
              <a:ext uri="{FF2B5EF4-FFF2-40B4-BE49-F238E27FC236}">
                <a16:creationId xmlns:a16="http://schemas.microsoft.com/office/drawing/2014/main" id="{07A8A223-8C2A-4BD6-92D9-EAEB869DD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5488399"/>
            <a:ext cx="434920" cy="367506"/>
          </a:xfrm>
          <a:custGeom xmlns:a="http://schemas.openxmlformats.org/drawingml/2006/main">
            <a:pathLst>
              <a:path w="296793" h="250789">
                <a:moveTo>
                  <a:pt x="0" y="0"/>
                </a:moveTo>
                <a:lnTo>
                  <a:pt x="296793" y="25078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03" name="path-298">
            <a:extLst xmlns:a="http://schemas.openxmlformats.org/drawingml/2006/main">
              <a:ext uri="{FF2B5EF4-FFF2-40B4-BE49-F238E27FC236}">
                <a16:creationId xmlns:a16="http://schemas.microsoft.com/office/drawing/2014/main" id="{7D3CF4EF-C8AA-499D-AAC0-EC9294195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5810916"/>
            <a:ext cx="85580" cy="79276"/>
          </a:xfrm>
          <a:custGeom xmlns:a="http://schemas.openxmlformats.org/drawingml/2006/main">
            <a:pathLst>
              <a:path w="58400" h="54099">
                <a:moveTo>
                  <a:pt x="58400" y="54099"/>
                </a:moveTo>
                <a:lnTo>
                  <a:pt x="28096" y="0"/>
                </a:lnTo>
                <a:lnTo>
                  <a:pt x="30683" y="30611"/>
                </a:lnTo>
                <a:lnTo>
                  <a:pt x="0" y="33251"/>
                </a:lnTo>
                <a:lnTo>
                  <a:pt x="58400" y="5409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" name="path-299">
            <a:extLst xmlns:a="http://schemas.openxmlformats.org/drawingml/2006/main">
              <a:ext uri="{FF2B5EF4-FFF2-40B4-BE49-F238E27FC236}">
                <a16:creationId xmlns:a16="http://schemas.microsoft.com/office/drawing/2014/main" id="{7CA5BF60-79C5-4C3A-B2B4-B264830C9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5810911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54098"/>
                </a:moveTo>
                <a:lnTo>
                  <a:pt x="28153" y="0"/>
                </a:lnTo>
                <a:lnTo>
                  <a:pt x="30704" y="30704"/>
                </a:lnTo>
                <a:lnTo>
                  <a:pt x="0" y="33254"/>
                </a:lnTo>
                <a:lnTo>
                  <a:pt x="58409" y="540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05" name="path-300">
            <a:extLst xmlns:a="http://schemas.openxmlformats.org/drawingml/2006/main">
              <a:ext uri="{FF2B5EF4-FFF2-40B4-BE49-F238E27FC236}">
                <a16:creationId xmlns:a16="http://schemas.microsoft.com/office/drawing/2014/main" id="{802282D5-A5E2-4262-9F61-4F6B702F6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30270" y="4815528"/>
            <a:ext cx="434920" cy="367501"/>
          </a:xfrm>
          <a:custGeom xmlns:a="http://schemas.openxmlformats.org/drawingml/2006/main">
            <a:pathLst>
              <a:path w="296793" h="250786">
                <a:moveTo>
                  <a:pt x="0" y="0"/>
                </a:moveTo>
                <a:lnTo>
                  <a:pt x="296793" y="25078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06" name="path-301">
            <a:extLst xmlns:a="http://schemas.openxmlformats.org/drawingml/2006/main">
              <a:ext uri="{FF2B5EF4-FFF2-40B4-BE49-F238E27FC236}">
                <a16:creationId xmlns:a16="http://schemas.microsoft.com/office/drawing/2014/main" id="{DAC4F35E-141D-475F-B921-60CFCFC49A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207" y="5138043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54098"/>
                </a:moveTo>
                <a:lnTo>
                  <a:pt x="28149" y="0"/>
                </a:lnTo>
                <a:lnTo>
                  <a:pt x="30699" y="30611"/>
                </a:lnTo>
                <a:lnTo>
                  <a:pt x="0" y="33250"/>
                </a:lnTo>
                <a:lnTo>
                  <a:pt x="58409" y="5409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" name="path-302">
            <a:extLst xmlns:a="http://schemas.openxmlformats.org/drawingml/2006/main">
              <a:ext uri="{FF2B5EF4-FFF2-40B4-BE49-F238E27FC236}">
                <a16:creationId xmlns:a16="http://schemas.microsoft.com/office/drawing/2014/main" id="{BAB03AE7-70CB-4FFB-A841-5F452AC8A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197" y="5138045"/>
            <a:ext cx="85601" cy="79271"/>
          </a:xfrm>
          <a:custGeom xmlns:a="http://schemas.openxmlformats.org/drawingml/2006/main">
            <a:pathLst>
              <a:path w="58415" h="54095">
                <a:moveTo>
                  <a:pt x="58415" y="54095"/>
                </a:moveTo>
                <a:lnTo>
                  <a:pt x="28153" y="0"/>
                </a:lnTo>
                <a:lnTo>
                  <a:pt x="30704" y="30698"/>
                </a:lnTo>
                <a:lnTo>
                  <a:pt x="0" y="33248"/>
                </a:lnTo>
                <a:lnTo>
                  <a:pt x="58415" y="54095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08" name="path-303">
            <a:extLst xmlns:a="http://schemas.openxmlformats.org/drawingml/2006/main">
              <a:ext uri="{FF2B5EF4-FFF2-40B4-BE49-F238E27FC236}">
                <a16:creationId xmlns:a16="http://schemas.microsoft.com/office/drawing/2014/main" id="{8E3AC9F3-D317-487B-858D-B8A89DC92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68685" y="5191796"/>
            <a:ext cx="340947" cy="96028"/>
          </a:xfrm>
          <a:custGeom xmlns:a="http://schemas.openxmlformats.org/drawingml/2006/main">
            <a:pathLst>
              <a:path w="232665" h="65530">
                <a:moveTo>
                  <a:pt x="0" y="0"/>
                </a:moveTo>
                <a:lnTo>
                  <a:pt x="232665" y="6553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09" name="path-304">
            <a:extLst xmlns:a="http://schemas.openxmlformats.org/drawingml/2006/main">
              <a:ext uri="{FF2B5EF4-FFF2-40B4-BE49-F238E27FC236}">
                <a16:creationId xmlns:a16="http://schemas.microsoft.com/office/drawing/2014/main" id="{5B940E89-D940-4363-A76E-558929CD3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92" y="5248384"/>
            <a:ext cx="90619" cy="61486"/>
          </a:xfrm>
          <a:custGeom xmlns:a="http://schemas.openxmlformats.org/drawingml/2006/main">
            <a:pathLst>
              <a:path w="61839" h="41959">
                <a:moveTo>
                  <a:pt x="61839" y="36680"/>
                </a:moveTo>
                <a:lnTo>
                  <a:pt x="11787" y="0"/>
                </a:lnTo>
                <a:lnTo>
                  <a:pt x="26917" y="26917"/>
                </a:lnTo>
                <a:lnTo>
                  <a:pt x="0" y="41959"/>
                </a:lnTo>
                <a:lnTo>
                  <a:pt x="61839" y="3668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" name="path-305">
            <a:extLst xmlns:a="http://schemas.openxmlformats.org/drawingml/2006/main">
              <a:ext uri="{FF2B5EF4-FFF2-40B4-BE49-F238E27FC236}">
                <a16:creationId xmlns:a16="http://schemas.microsoft.com/office/drawing/2014/main" id="{190E075C-D553-487F-8E85-53D8CECD7E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88" y="5248384"/>
            <a:ext cx="90626" cy="61484"/>
          </a:xfrm>
          <a:custGeom xmlns:a="http://schemas.openxmlformats.org/drawingml/2006/main">
            <a:pathLst>
              <a:path w="61844" h="41957">
                <a:moveTo>
                  <a:pt x="61844" y="36680"/>
                </a:moveTo>
                <a:lnTo>
                  <a:pt x="11790" y="0"/>
                </a:lnTo>
                <a:lnTo>
                  <a:pt x="26917" y="26914"/>
                </a:lnTo>
                <a:lnTo>
                  <a:pt x="0" y="41957"/>
                </a:lnTo>
                <a:lnTo>
                  <a:pt x="61844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11" name="path-306">
            <a:extLst xmlns:a="http://schemas.openxmlformats.org/drawingml/2006/main">
              <a:ext uri="{FF2B5EF4-FFF2-40B4-BE49-F238E27FC236}">
                <a16:creationId xmlns:a16="http://schemas.microsoft.com/office/drawing/2014/main" id="{792D927A-D285-42EB-8DEB-16055B264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68685" y="5439544"/>
            <a:ext cx="340947" cy="96037"/>
          </a:xfrm>
          <a:custGeom xmlns:a="http://schemas.openxmlformats.org/drawingml/2006/main">
            <a:pathLst>
              <a:path w="232665" h="65536">
                <a:moveTo>
                  <a:pt x="0" y="65536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12" name="path-307">
            <a:extLst xmlns:a="http://schemas.openxmlformats.org/drawingml/2006/main">
              <a:ext uri="{FF2B5EF4-FFF2-40B4-BE49-F238E27FC236}">
                <a16:creationId xmlns:a16="http://schemas.microsoft.com/office/drawing/2014/main" id="{B41D06E2-EB86-4FD0-993B-BB62FC013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92" y="5417504"/>
            <a:ext cx="90619" cy="61486"/>
          </a:xfrm>
          <a:custGeom xmlns:a="http://schemas.openxmlformats.org/drawingml/2006/main">
            <a:pathLst>
              <a:path w="61839" h="41959">
                <a:moveTo>
                  <a:pt x="61839" y="5189"/>
                </a:moveTo>
                <a:lnTo>
                  <a:pt x="0" y="0"/>
                </a:lnTo>
                <a:lnTo>
                  <a:pt x="26917" y="15041"/>
                </a:lnTo>
                <a:lnTo>
                  <a:pt x="11787" y="41959"/>
                </a:lnTo>
                <a:lnTo>
                  <a:pt x="61839" y="518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" name="path-308">
            <a:extLst xmlns:a="http://schemas.openxmlformats.org/drawingml/2006/main">
              <a:ext uri="{FF2B5EF4-FFF2-40B4-BE49-F238E27FC236}">
                <a16:creationId xmlns:a16="http://schemas.microsoft.com/office/drawing/2014/main" id="{B45068AB-C564-48ED-AC06-BE4DA60DF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88" y="5417500"/>
            <a:ext cx="90626" cy="61488"/>
          </a:xfrm>
          <a:custGeom xmlns:a="http://schemas.openxmlformats.org/drawingml/2006/main">
            <a:pathLst>
              <a:path w="61844" h="41960">
                <a:moveTo>
                  <a:pt x="61844" y="5280"/>
                </a:moveTo>
                <a:lnTo>
                  <a:pt x="0" y="0"/>
                </a:lnTo>
                <a:lnTo>
                  <a:pt x="26917" y="15043"/>
                </a:lnTo>
                <a:lnTo>
                  <a:pt x="11790" y="41960"/>
                </a:lnTo>
                <a:lnTo>
                  <a:pt x="61844" y="52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14" name="path-309">
            <a:extLst xmlns:a="http://schemas.openxmlformats.org/drawingml/2006/main">
              <a:ext uri="{FF2B5EF4-FFF2-40B4-BE49-F238E27FC236}">
                <a16:creationId xmlns:a16="http://schemas.microsoft.com/office/drawing/2014/main" id="{B58A2B19-1F32-47FB-AA4B-4A4643F627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30270" y="5544347"/>
            <a:ext cx="434920" cy="367497"/>
          </a:xfrm>
          <a:custGeom xmlns:a="http://schemas.openxmlformats.org/drawingml/2006/main">
            <a:pathLst>
              <a:path w="296793" h="250783">
                <a:moveTo>
                  <a:pt x="0" y="250783"/>
                </a:moveTo>
                <a:lnTo>
                  <a:pt x="2967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15" name="path-310">
            <a:extLst xmlns:a="http://schemas.openxmlformats.org/drawingml/2006/main">
              <a:ext uri="{FF2B5EF4-FFF2-40B4-BE49-F238E27FC236}">
                <a16:creationId xmlns:a16="http://schemas.microsoft.com/office/drawing/2014/main" id="{78160AB9-21BA-4764-A1E7-61F491ED4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207" y="5510056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0"/>
                </a:moveTo>
                <a:lnTo>
                  <a:pt x="0" y="20848"/>
                </a:lnTo>
                <a:lnTo>
                  <a:pt x="30699" y="23399"/>
                </a:lnTo>
                <a:lnTo>
                  <a:pt x="28149" y="54098"/>
                </a:lnTo>
                <a:lnTo>
                  <a:pt x="58409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" name="path-311">
            <a:extLst xmlns:a="http://schemas.openxmlformats.org/drawingml/2006/main">
              <a:ext uri="{FF2B5EF4-FFF2-40B4-BE49-F238E27FC236}">
                <a16:creationId xmlns:a16="http://schemas.microsoft.com/office/drawing/2014/main" id="{E2707416-1FE2-4FBE-BB74-9AC4B223A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197" y="5510056"/>
            <a:ext cx="85601" cy="79275"/>
          </a:xfrm>
          <a:custGeom xmlns:a="http://schemas.openxmlformats.org/drawingml/2006/main">
            <a:pathLst>
              <a:path w="58415" h="54098">
                <a:moveTo>
                  <a:pt x="58415" y="0"/>
                </a:moveTo>
                <a:lnTo>
                  <a:pt x="0" y="20847"/>
                </a:lnTo>
                <a:lnTo>
                  <a:pt x="30704" y="23400"/>
                </a:lnTo>
                <a:lnTo>
                  <a:pt x="28153" y="54098"/>
                </a:lnTo>
                <a:lnTo>
                  <a:pt x="5841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17" name="path-312">
            <a:extLst xmlns:a="http://schemas.openxmlformats.org/drawingml/2006/main">
              <a:ext uri="{FF2B5EF4-FFF2-40B4-BE49-F238E27FC236}">
                <a16:creationId xmlns:a16="http://schemas.microsoft.com/office/drawing/2014/main" id="{77F0756E-83CB-4D02-8029-316500647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3220" y="5178979"/>
            <a:ext cx="1638652" cy="369361"/>
          </a:xfrm>
          <a:custGeom xmlns:a="http://schemas.openxmlformats.org/drawingml/2006/main">
            <a:pathLst>
              <a:path w="1118228" h="252055">
                <a:moveTo>
                  <a:pt x="0" y="0"/>
                </a:moveTo>
                <a:lnTo>
                  <a:pt x="1118228" y="0"/>
                </a:lnTo>
                <a:lnTo>
                  <a:pt x="1118228" y="252055"/>
                </a:lnTo>
                <a:lnTo>
                  <a:pt x="0" y="252055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" name="text-313 Vision">
            <a:extLst xmlns:a="http://schemas.openxmlformats.org/drawingml/2006/main">
              <a:ext uri="{FF2B5EF4-FFF2-40B4-BE49-F238E27FC236}">
                <a16:creationId xmlns:a16="http://schemas.microsoft.com/office/drawing/2014/main" id="{32E9EB48-DB61-4F90-A961-D4AEF4BD3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01916" y="5191887"/>
            <a:ext cx="815275" cy="3609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319" name="text-313 Agent">
            <a:extLst xmlns:a="http://schemas.openxmlformats.org/drawingml/2006/main">
              <a:ext uri="{FF2B5EF4-FFF2-40B4-BE49-F238E27FC236}">
                <a16:creationId xmlns:a16="http://schemas.microsoft.com/office/drawing/2014/main" id="{7A861390-D3C3-4D9A-B616-7EAF9CEC8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32897" y="5191930"/>
            <a:ext cx="776658" cy="3609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320" name="path-314">
            <a:extLst xmlns:a="http://schemas.openxmlformats.org/drawingml/2006/main">
              <a:ext uri="{FF2B5EF4-FFF2-40B4-BE49-F238E27FC236}">
                <a16:creationId xmlns:a16="http://schemas.microsoft.com/office/drawing/2014/main" id="{3B7FC730-7EC1-44D0-9207-82F48187E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4659" y="8171385"/>
            <a:ext cx="389028" cy="389030"/>
          </a:xfrm>
          <a:custGeom xmlns:a="http://schemas.openxmlformats.org/drawingml/2006/main">
            <a:pathLst>
              <a:path w="265476" h="265477">
                <a:moveTo>
                  <a:pt x="218239" y="47237"/>
                </a:moveTo>
                <a:cubicBezTo>
                  <a:pt x="265476" y="94474"/>
                  <a:pt x="265476" y="171002"/>
                  <a:pt x="218239" y="218240"/>
                </a:cubicBezTo>
                <a:cubicBezTo>
                  <a:pt x="171002" y="265477"/>
                  <a:pt x="94474" y="265477"/>
                  <a:pt x="47237" y="218240"/>
                </a:cubicBezTo>
                <a:cubicBezTo>
                  <a:pt x="0" y="171002"/>
                  <a:pt x="0" y="94474"/>
                  <a:pt x="47237" y="47237"/>
                </a:cubicBezTo>
                <a:cubicBezTo>
                  <a:pt x="94474" y="0"/>
                  <a:pt x="171002" y="0"/>
                  <a:pt x="218239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" name="path-315">
            <a:extLst xmlns:a="http://schemas.openxmlformats.org/drawingml/2006/main">
              <a:ext uri="{FF2B5EF4-FFF2-40B4-BE49-F238E27FC236}">
                <a16:creationId xmlns:a16="http://schemas.microsoft.com/office/drawing/2014/main" id="{B99BA417-ECF9-4487-BE9D-F3C1864B3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4651" y="8171384"/>
            <a:ext cx="389030" cy="389030"/>
          </a:xfrm>
          <a:custGeom xmlns:a="http://schemas.openxmlformats.org/drawingml/2006/main">
            <a:pathLst>
              <a:path w="265477" h="265477">
                <a:moveTo>
                  <a:pt x="218240" y="47237"/>
                </a:moveTo>
                <a:cubicBezTo>
                  <a:pt x="265477" y="94477"/>
                  <a:pt x="265477" y="171003"/>
                  <a:pt x="218240" y="218240"/>
                </a:cubicBezTo>
                <a:cubicBezTo>
                  <a:pt x="171009" y="265477"/>
                  <a:pt x="94474" y="265477"/>
                  <a:pt x="47237" y="218240"/>
                </a:cubicBezTo>
                <a:cubicBezTo>
                  <a:pt x="0" y="171003"/>
                  <a:pt x="0" y="94477"/>
                  <a:pt x="47237" y="47237"/>
                </a:cubicBezTo>
                <a:cubicBezTo>
                  <a:pt x="94474" y="0"/>
                  <a:pt x="171009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322" name="path-316">
            <a:extLst xmlns:a="http://schemas.openxmlformats.org/drawingml/2006/main">
              <a:ext uri="{FF2B5EF4-FFF2-40B4-BE49-F238E27FC236}">
                <a16:creationId xmlns:a16="http://schemas.microsoft.com/office/drawing/2014/main" id="{313EA54D-EFE5-4EE6-B567-4A9F267EB5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7768948"/>
            <a:ext cx="340947" cy="95908"/>
          </a:xfrm>
          <a:custGeom xmlns:a="http://schemas.openxmlformats.org/drawingml/2006/main">
            <a:pathLst>
              <a:path w="232665" h="65448">
                <a:moveTo>
                  <a:pt x="0" y="65448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23" name="path-317">
            <a:extLst xmlns:a="http://schemas.openxmlformats.org/drawingml/2006/main">
              <a:ext uri="{FF2B5EF4-FFF2-40B4-BE49-F238E27FC236}">
                <a16:creationId xmlns:a16="http://schemas.microsoft.com/office/drawing/2014/main" id="{8EB22A1E-B3E8-4A32-9274-2B1808048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7746908"/>
            <a:ext cx="90543" cy="61357"/>
          </a:xfrm>
          <a:custGeom xmlns:a="http://schemas.openxmlformats.org/drawingml/2006/main">
            <a:pathLst>
              <a:path w="61787" h="41871">
                <a:moveTo>
                  <a:pt x="61787" y="5190"/>
                </a:moveTo>
                <a:lnTo>
                  <a:pt x="0" y="0"/>
                </a:lnTo>
                <a:lnTo>
                  <a:pt x="26856" y="15042"/>
                </a:lnTo>
                <a:lnTo>
                  <a:pt x="11796" y="41871"/>
                </a:lnTo>
                <a:lnTo>
                  <a:pt x="61787" y="519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" name="path-318">
            <a:extLst xmlns:a="http://schemas.openxmlformats.org/drawingml/2006/main">
              <a:ext uri="{FF2B5EF4-FFF2-40B4-BE49-F238E27FC236}">
                <a16:creationId xmlns:a16="http://schemas.microsoft.com/office/drawing/2014/main" id="{4E440997-652B-4EED-8385-C2A1034DB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7746905"/>
            <a:ext cx="90617" cy="61360"/>
          </a:xfrm>
          <a:custGeom xmlns:a="http://schemas.openxmlformats.org/drawingml/2006/main">
            <a:pathLst>
              <a:path w="61838" h="41872">
                <a:moveTo>
                  <a:pt x="61838" y="5192"/>
                </a:moveTo>
                <a:lnTo>
                  <a:pt x="0" y="0"/>
                </a:lnTo>
                <a:lnTo>
                  <a:pt x="26917" y="15043"/>
                </a:lnTo>
                <a:lnTo>
                  <a:pt x="11783" y="41872"/>
                </a:lnTo>
                <a:lnTo>
                  <a:pt x="61838" y="519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25" name="path-319">
            <a:extLst xmlns:a="http://schemas.openxmlformats.org/drawingml/2006/main">
              <a:ext uri="{FF2B5EF4-FFF2-40B4-BE49-F238E27FC236}">
                <a16:creationId xmlns:a16="http://schemas.microsoft.com/office/drawing/2014/main" id="{7A96D5C2-EC87-4080-AED1-BE81EFBFA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7969780"/>
            <a:ext cx="340947" cy="95899"/>
          </a:xfrm>
          <a:custGeom xmlns:a="http://schemas.openxmlformats.org/drawingml/2006/main">
            <a:pathLst>
              <a:path w="232665" h="65442">
                <a:moveTo>
                  <a:pt x="0" y="0"/>
                </a:moveTo>
                <a:lnTo>
                  <a:pt x="232665" y="6544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26" name="path-320">
            <a:extLst xmlns:a="http://schemas.openxmlformats.org/drawingml/2006/main">
              <a:ext uri="{FF2B5EF4-FFF2-40B4-BE49-F238E27FC236}">
                <a16:creationId xmlns:a16="http://schemas.microsoft.com/office/drawing/2014/main" id="{0C86598D-E111-486D-B5DD-6580FBF1D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8026370"/>
            <a:ext cx="90543" cy="61357"/>
          </a:xfrm>
          <a:custGeom xmlns:a="http://schemas.openxmlformats.org/drawingml/2006/main">
            <a:pathLst>
              <a:path w="61787" h="41871">
                <a:moveTo>
                  <a:pt x="61787" y="36681"/>
                </a:moveTo>
                <a:lnTo>
                  <a:pt x="11796" y="0"/>
                </a:lnTo>
                <a:lnTo>
                  <a:pt x="26856" y="26829"/>
                </a:lnTo>
                <a:lnTo>
                  <a:pt x="0" y="41871"/>
                </a:lnTo>
                <a:lnTo>
                  <a:pt x="61787" y="36681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" name="path-321">
            <a:extLst xmlns:a="http://schemas.openxmlformats.org/drawingml/2006/main">
              <a:ext uri="{FF2B5EF4-FFF2-40B4-BE49-F238E27FC236}">
                <a16:creationId xmlns:a16="http://schemas.microsoft.com/office/drawing/2014/main" id="{81C9C8B8-DAF4-4FB6-81DD-46A80050C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8026368"/>
            <a:ext cx="90617" cy="61355"/>
          </a:xfrm>
          <a:custGeom xmlns:a="http://schemas.openxmlformats.org/drawingml/2006/main">
            <a:pathLst>
              <a:path w="61838" h="41869">
                <a:moveTo>
                  <a:pt x="61838" y="36680"/>
                </a:moveTo>
                <a:lnTo>
                  <a:pt x="11783" y="0"/>
                </a:lnTo>
                <a:lnTo>
                  <a:pt x="26917" y="26826"/>
                </a:lnTo>
                <a:lnTo>
                  <a:pt x="0" y="41869"/>
                </a:lnTo>
                <a:lnTo>
                  <a:pt x="61838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28" name="path-322">
            <a:extLst xmlns:a="http://schemas.openxmlformats.org/drawingml/2006/main">
              <a:ext uri="{FF2B5EF4-FFF2-40B4-BE49-F238E27FC236}">
                <a16:creationId xmlns:a16="http://schemas.microsoft.com/office/drawing/2014/main" id="{31AFAACA-7F85-4D4A-9D8D-054607687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8042095"/>
            <a:ext cx="434920" cy="367377"/>
          </a:xfrm>
          <a:custGeom xmlns:a="http://schemas.openxmlformats.org/drawingml/2006/main">
            <a:pathLst>
              <a:path w="296793" h="250701">
                <a:moveTo>
                  <a:pt x="0" y="0"/>
                </a:moveTo>
                <a:lnTo>
                  <a:pt x="296793" y="250701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29" name="path-323">
            <a:extLst xmlns:a="http://schemas.openxmlformats.org/drawingml/2006/main">
              <a:ext uri="{FF2B5EF4-FFF2-40B4-BE49-F238E27FC236}">
                <a16:creationId xmlns:a16="http://schemas.microsoft.com/office/drawing/2014/main" id="{A5F60506-0FE1-4603-8148-4B8F0D827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8364482"/>
            <a:ext cx="85580" cy="79275"/>
          </a:xfrm>
          <a:custGeom xmlns:a="http://schemas.openxmlformats.org/drawingml/2006/main">
            <a:pathLst>
              <a:path w="58400" h="54098">
                <a:moveTo>
                  <a:pt x="58400" y="54098"/>
                </a:moveTo>
                <a:lnTo>
                  <a:pt x="28096" y="0"/>
                </a:lnTo>
                <a:lnTo>
                  <a:pt x="30683" y="30699"/>
                </a:lnTo>
                <a:lnTo>
                  <a:pt x="0" y="33251"/>
                </a:lnTo>
                <a:lnTo>
                  <a:pt x="58400" y="5409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" name="path-324">
            <a:extLst xmlns:a="http://schemas.openxmlformats.org/drawingml/2006/main">
              <a:ext uri="{FF2B5EF4-FFF2-40B4-BE49-F238E27FC236}">
                <a16:creationId xmlns:a16="http://schemas.microsoft.com/office/drawing/2014/main" id="{C2CD39FC-1A4C-4E55-9FF4-D33275B18F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8364479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54098"/>
                </a:moveTo>
                <a:lnTo>
                  <a:pt x="28153" y="0"/>
                </a:lnTo>
                <a:lnTo>
                  <a:pt x="30704" y="30704"/>
                </a:lnTo>
                <a:lnTo>
                  <a:pt x="0" y="33248"/>
                </a:lnTo>
                <a:lnTo>
                  <a:pt x="58409" y="540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31" name="path-325">
            <a:extLst xmlns:a="http://schemas.openxmlformats.org/drawingml/2006/main">
              <a:ext uri="{FF2B5EF4-FFF2-40B4-BE49-F238E27FC236}">
                <a16:creationId xmlns:a16="http://schemas.microsoft.com/office/drawing/2014/main" id="{38DA7188-44CE-4BBE-87C6-100A1D46B2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97948" y="8074966"/>
            <a:ext cx="522447" cy="735522"/>
          </a:xfrm>
          <a:custGeom xmlns:a="http://schemas.openxmlformats.org/drawingml/2006/main">
            <a:pathLst>
              <a:path w="356522" h="501926">
                <a:moveTo>
                  <a:pt x="0" y="0"/>
                </a:moveTo>
                <a:lnTo>
                  <a:pt x="356522" y="5019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32" name="path-326">
            <a:extLst xmlns:a="http://schemas.openxmlformats.org/drawingml/2006/main">
              <a:ext uri="{FF2B5EF4-FFF2-40B4-BE49-F238E27FC236}">
                <a16:creationId xmlns:a16="http://schemas.microsoft.com/office/drawing/2014/main" id="{9F637D75-BA4A-4011-9232-46A40C3A7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871" y="8765886"/>
            <a:ext cx="75279" cy="87910"/>
          </a:xfrm>
          <a:custGeom xmlns:a="http://schemas.openxmlformats.org/drawingml/2006/main">
            <a:pathLst>
              <a:path w="51371" h="59991">
                <a:moveTo>
                  <a:pt x="51371" y="59991"/>
                </a:moveTo>
                <a:lnTo>
                  <a:pt x="35494" y="0"/>
                </a:lnTo>
                <a:lnTo>
                  <a:pt x="30356" y="30347"/>
                </a:lnTo>
                <a:lnTo>
                  <a:pt x="0" y="25245"/>
                </a:lnTo>
                <a:lnTo>
                  <a:pt x="51371" y="59991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" name="path-327">
            <a:extLst xmlns:a="http://schemas.openxmlformats.org/drawingml/2006/main">
              <a:ext uri="{FF2B5EF4-FFF2-40B4-BE49-F238E27FC236}">
                <a16:creationId xmlns:a16="http://schemas.microsoft.com/office/drawing/2014/main" id="{85B61A3D-A1AA-41A8-9784-350EF2379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917" y="8765885"/>
            <a:ext cx="75276" cy="87909"/>
          </a:xfrm>
          <a:custGeom xmlns:a="http://schemas.openxmlformats.org/drawingml/2006/main">
            <a:pathLst>
              <a:path w="51369" h="59990">
                <a:moveTo>
                  <a:pt x="51369" y="59990"/>
                </a:moveTo>
                <a:lnTo>
                  <a:pt x="35447" y="0"/>
                </a:lnTo>
                <a:lnTo>
                  <a:pt x="30352" y="30437"/>
                </a:lnTo>
                <a:lnTo>
                  <a:pt x="0" y="25248"/>
                </a:lnTo>
                <a:lnTo>
                  <a:pt x="51369" y="5999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34" name="path-328">
            <a:extLst xmlns:a="http://schemas.openxmlformats.org/drawingml/2006/main">
              <a:ext uri="{FF2B5EF4-FFF2-40B4-BE49-F238E27FC236}">
                <a16:creationId xmlns:a16="http://schemas.microsoft.com/office/drawing/2014/main" id="{31FB5D1C-8E63-4663-88E1-31A45A85E4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97948" y="7921316"/>
            <a:ext cx="522447" cy="735517"/>
          </a:xfrm>
          <a:custGeom xmlns:a="http://schemas.openxmlformats.org/drawingml/2006/main">
            <a:pathLst>
              <a:path w="356522" h="501923">
                <a:moveTo>
                  <a:pt x="0" y="501923"/>
                </a:moveTo>
                <a:lnTo>
                  <a:pt x="35652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35" name="path-329">
            <a:extLst xmlns:a="http://schemas.openxmlformats.org/drawingml/2006/main">
              <a:ext uri="{FF2B5EF4-FFF2-40B4-BE49-F238E27FC236}">
                <a16:creationId xmlns:a16="http://schemas.microsoft.com/office/drawing/2014/main" id="{B86AF295-716E-4890-8E74-32963B9E6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871" y="7878003"/>
            <a:ext cx="75279" cy="87784"/>
          </a:xfrm>
          <a:custGeom xmlns:a="http://schemas.openxmlformats.org/drawingml/2006/main">
            <a:pathLst>
              <a:path w="51371" h="59904">
                <a:moveTo>
                  <a:pt x="51371" y="0"/>
                </a:moveTo>
                <a:lnTo>
                  <a:pt x="0" y="34745"/>
                </a:lnTo>
                <a:lnTo>
                  <a:pt x="30356" y="29556"/>
                </a:lnTo>
                <a:lnTo>
                  <a:pt x="35494" y="59904"/>
                </a:lnTo>
                <a:lnTo>
                  <a:pt x="51371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" name="path-330">
            <a:extLst xmlns:a="http://schemas.openxmlformats.org/drawingml/2006/main">
              <a:ext uri="{FF2B5EF4-FFF2-40B4-BE49-F238E27FC236}">
                <a16:creationId xmlns:a16="http://schemas.microsoft.com/office/drawing/2014/main" id="{8EFC311F-0FE3-47FD-9C06-389140DE7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5917" y="7878005"/>
            <a:ext cx="75276" cy="87776"/>
          </a:xfrm>
          <a:custGeom xmlns:a="http://schemas.openxmlformats.org/drawingml/2006/main">
            <a:pathLst>
              <a:path w="51369" h="59899">
                <a:moveTo>
                  <a:pt x="51369" y="0"/>
                </a:moveTo>
                <a:lnTo>
                  <a:pt x="0" y="34742"/>
                </a:lnTo>
                <a:lnTo>
                  <a:pt x="30352" y="29556"/>
                </a:lnTo>
                <a:lnTo>
                  <a:pt x="35447" y="59899"/>
                </a:lnTo>
                <a:lnTo>
                  <a:pt x="5136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37" name="path-331">
            <a:extLst xmlns:a="http://schemas.openxmlformats.org/drawingml/2006/main">
              <a:ext uri="{FF2B5EF4-FFF2-40B4-BE49-F238E27FC236}">
                <a16:creationId xmlns:a16="http://schemas.microsoft.com/office/drawing/2014/main" id="{6C2967BB-BACA-41F7-A6E3-6719D7930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8322331"/>
            <a:ext cx="434920" cy="367373"/>
          </a:xfrm>
          <a:custGeom xmlns:a="http://schemas.openxmlformats.org/drawingml/2006/main">
            <a:pathLst>
              <a:path w="296793" h="250698">
                <a:moveTo>
                  <a:pt x="0" y="250698"/>
                </a:moveTo>
                <a:lnTo>
                  <a:pt x="2967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38" name="path-332">
            <a:extLst xmlns:a="http://schemas.openxmlformats.org/drawingml/2006/main">
              <a:ext uri="{FF2B5EF4-FFF2-40B4-BE49-F238E27FC236}">
                <a16:creationId xmlns:a16="http://schemas.microsoft.com/office/drawing/2014/main" id="{DB824081-F0E3-43D6-A065-5B37D775F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8288043"/>
            <a:ext cx="85580" cy="79274"/>
          </a:xfrm>
          <a:custGeom xmlns:a="http://schemas.openxmlformats.org/drawingml/2006/main">
            <a:pathLst>
              <a:path w="58400" h="54097">
                <a:moveTo>
                  <a:pt x="58400" y="0"/>
                </a:moveTo>
                <a:lnTo>
                  <a:pt x="0" y="20759"/>
                </a:lnTo>
                <a:lnTo>
                  <a:pt x="30683" y="23397"/>
                </a:lnTo>
                <a:lnTo>
                  <a:pt x="28096" y="54097"/>
                </a:lnTo>
                <a:lnTo>
                  <a:pt x="58400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" name="path-333">
            <a:extLst xmlns:a="http://schemas.openxmlformats.org/drawingml/2006/main">
              <a:ext uri="{FF2B5EF4-FFF2-40B4-BE49-F238E27FC236}">
                <a16:creationId xmlns:a16="http://schemas.microsoft.com/office/drawing/2014/main" id="{A759D864-59A2-49F0-A5F7-DA39C8E8C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8288040"/>
            <a:ext cx="85592" cy="79280"/>
          </a:xfrm>
          <a:custGeom xmlns:a="http://schemas.openxmlformats.org/drawingml/2006/main">
            <a:pathLst>
              <a:path w="58409" h="54101">
                <a:moveTo>
                  <a:pt x="58409" y="0"/>
                </a:moveTo>
                <a:lnTo>
                  <a:pt x="0" y="20762"/>
                </a:lnTo>
                <a:lnTo>
                  <a:pt x="30704" y="23400"/>
                </a:lnTo>
                <a:lnTo>
                  <a:pt x="28153" y="54101"/>
                </a:lnTo>
                <a:lnTo>
                  <a:pt x="5840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40" name="path-334">
            <a:extLst xmlns:a="http://schemas.openxmlformats.org/drawingml/2006/main">
              <a:ext uri="{FF2B5EF4-FFF2-40B4-BE49-F238E27FC236}">
                <a16:creationId xmlns:a16="http://schemas.microsoft.com/office/drawing/2014/main" id="{70C02935-C16A-41D6-8F25-105A4C418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8866942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0"/>
                </a:moveTo>
                <a:lnTo>
                  <a:pt x="232665" y="65445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41" name="path-335">
            <a:extLst xmlns:a="http://schemas.openxmlformats.org/drawingml/2006/main">
              <a:ext uri="{FF2B5EF4-FFF2-40B4-BE49-F238E27FC236}">
                <a16:creationId xmlns:a16="http://schemas.microsoft.com/office/drawing/2014/main" id="{32B09706-63B9-4F0C-8483-24DE5DD52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8923533"/>
            <a:ext cx="90543" cy="61357"/>
          </a:xfrm>
          <a:custGeom xmlns:a="http://schemas.openxmlformats.org/drawingml/2006/main">
            <a:pathLst>
              <a:path w="61787" h="41871">
                <a:moveTo>
                  <a:pt x="61787" y="36682"/>
                </a:moveTo>
                <a:lnTo>
                  <a:pt x="11796" y="0"/>
                </a:lnTo>
                <a:lnTo>
                  <a:pt x="26856" y="26829"/>
                </a:lnTo>
                <a:lnTo>
                  <a:pt x="0" y="41871"/>
                </a:lnTo>
                <a:lnTo>
                  <a:pt x="61787" y="3668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" name="path-336">
            <a:extLst xmlns:a="http://schemas.openxmlformats.org/drawingml/2006/main">
              <a:ext uri="{FF2B5EF4-FFF2-40B4-BE49-F238E27FC236}">
                <a16:creationId xmlns:a16="http://schemas.microsoft.com/office/drawing/2014/main" id="{66BFA1DA-4089-4437-810E-82E0A98B4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8923535"/>
            <a:ext cx="90617" cy="61355"/>
          </a:xfrm>
          <a:custGeom xmlns:a="http://schemas.openxmlformats.org/drawingml/2006/main">
            <a:pathLst>
              <a:path w="61838" h="41869">
                <a:moveTo>
                  <a:pt x="61838" y="36680"/>
                </a:moveTo>
                <a:lnTo>
                  <a:pt x="11783" y="0"/>
                </a:lnTo>
                <a:lnTo>
                  <a:pt x="26917" y="26826"/>
                </a:lnTo>
                <a:lnTo>
                  <a:pt x="0" y="41869"/>
                </a:lnTo>
                <a:lnTo>
                  <a:pt x="61838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43" name="path-337">
            <a:extLst xmlns:a="http://schemas.openxmlformats.org/drawingml/2006/main">
              <a:ext uri="{FF2B5EF4-FFF2-40B4-BE49-F238E27FC236}">
                <a16:creationId xmlns:a16="http://schemas.microsoft.com/office/drawing/2014/main" id="{39FF5AC0-C268-4E06-8AC7-CAC33A2B4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8666111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65445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44" name="path-338">
            <a:extLst xmlns:a="http://schemas.openxmlformats.org/drawingml/2006/main">
              <a:ext uri="{FF2B5EF4-FFF2-40B4-BE49-F238E27FC236}">
                <a16:creationId xmlns:a16="http://schemas.microsoft.com/office/drawing/2014/main" id="{C136A8B3-09E0-4F83-8475-24DB7F170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8644073"/>
            <a:ext cx="90543" cy="61357"/>
          </a:xfrm>
          <a:custGeom xmlns:a="http://schemas.openxmlformats.org/drawingml/2006/main">
            <a:pathLst>
              <a:path w="61787" h="41871">
                <a:moveTo>
                  <a:pt x="61787" y="5189"/>
                </a:moveTo>
                <a:lnTo>
                  <a:pt x="0" y="0"/>
                </a:lnTo>
                <a:lnTo>
                  <a:pt x="26856" y="15041"/>
                </a:lnTo>
                <a:lnTo>
                  <a:pt x="11796" y="41871"/>
                </a:lnTo>
                <a:lnTo>
                  <a:pt x="61787" y="518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" name="path-339">
            <a:extLst xmlns:a="http://schemas.openxmlformats.org/drawingml/2006/main">
              <a:ext uri="{FF2B5EF4-FFF2-40B4-BE49-F238E27FC236}">
                <a16:creationId xmlns:a16="http://schemas.microsoft.com/office/drawing/2014/main" id="{564791E0-95D8-44AE-A0CD-AC648046A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8644071"/>
            <a:ext cx="90617" cy="61360"/>
          </a:xfrm>
          <a:custGeom xmlns:a="http://schemas.openxmlformats.org/drawingml/2006/main">
            <a:pathLst>
              <a:path w="61838" h="41872">
                <a:moveTo>
                  <a:pt x="61838" y="5189"/>
                </a:moveTo>
                <a:lnTo>
                  <a:pt x="0" y="0"/>
                </a:lnTo>
                <a:lnTo>
                  <a:pt x="26917" y="15040"/>
                </a:lnTo>
                <a:lnTo>
                  <a:pt x="11783" y="41872"/>
                </a:lnTo>
                <a:lnTo>
                  <a:pt x="61838" y="518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46" name="path-340">
            <a:extLst xmlns:a="http://schemas.openxmlformats.org/drawingml/2006/main">
              <a:ext uri="{FF2B5EF4-FFF2-40B4-BE49-F238E27FC236}">
                <a16:creationId xmlns:a16="http://schemas.microsoft.com/office/drawing/2014/main" id="{CBED7F5C-C007-40AE-B291-DD0EA00F0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381" y="7722803"/>
            <a:ext cx="389093" cy="389029"/>
          </a:xfrm>
          <a:custGeom xmlns:a="http://schemas.openxmlformats.org/drawingml/2006/main">
            <a:pathLst>
              <a:path w="265520" h="265476">
                <a:moveTo>
                  <a:pt x="218283" y="47236"/>
                </a:moveTo>
                <a:cubicBezTo>
                  <a:pt x="265520" y="94473"/>
                  <a:pt x="265520" y="171003"/>
                  <a:pt x="218283" y="218239"/>
                </a:cubicBezTo>
                <a:cubicBezTo>
                  <a:pt x="171046" y="265476"/>
                  <a:pt x="94465" y="265476"/>
                  <a:pt x="47236" y="218239"/>
                </a:cubicBezTo>
                <a:cubicBezTo>
                  <a:pt x="0" y="171003"/>
                  <a:pt x="0" y="94473"/>
                  <a:pt x="47236" y="47236"/>
                </a:cubicBezTo>
                <a:cubicBezTo>
                  <a:pt x="94465" y="0"/>
                  <a:pt x="171046" y="0"/>
                  <a:pt x="218283" y="47236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" name="path-341">
            <a:extLst xmlns:a="http://schemas.openxmlformats.org/drawingml/2006/main">
              <a:ext uri="{FF2B5EF4-FFF2-40B4-BE49-F238E27FC236}">
                <a16:creationId xmlns:a16="http://schemas.microsoft.com/office/drawing/2014/main" id="{09737F2F-DCFB-46A0-83A2-CA65D3B48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420" y="7722805"/>
            <a:ext cx="389021" cy="389026"/>
          </a:xfrm>
          <a:custGeom xmlns:a="http://schemas.openxmlformats.org/drawingml/2006/main">
            <a:pathLst>
              <a:path w="265471" h="265474">
                <a:moveTo>
                  <a:pt x="218240" y="47234"/>
                </a:moveTo>
                <a:cubicBezTo>
                  <a:pt x="265471" y="94471"/>
                  <a:pt x="265471" y="171000"/>
                  <a:pt x="218240" y="218234"/>
                </a:cubicBezTo>
                <a:cubicBezTo>
                  <a:pt x="171003" y="265474"/>
                  <a:pt x="94468" y="265474"/>
                  <a:pt x="47231" y="218234"/>
                </a:cubicBezTo>
                <a:cubicBezTo>
                  <a:pt x="0" y="171000"/>
                  <a:pt x="0" y="94471"/>
                  <a:pt x="47231" y="47234"/>
                </a:cubicBezTo>
                <a:cubicBezTo>
                  <a:pt x="94468" y="0"/>
                  <a:pt x="171003" y="0"/>
                  <a:pt x="218240" y="472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348" name="path-342">
            <a:extLst xmlns:a="http://schemas.openxmlformats.org/drawingml/2006/main">
              <a:ext uri="{FF2B5EF4-FFF2-40B4-BE49-F238E27FC236}">
                <a16:creationId xmlns:a16="http://schemas.microsoft.com/office/drawing/2014/main" id="{B3A7202C-A0BF-49B0-943C-9A74347C6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381" y="8171385"/>
            <a:ext cx="389093" cy="389030"/>
          </a:xfrm>
          <a:custGeom xmlns:a="http://schemas.openxmlformats.org/drawingml/2006/main">
            <a:pathLst>
              <a:path w="265520" h="265477">
                <a:moveTo>
                  <a:pt x="218283" y="47237"/>
                </a:moveTo>
                <a:cubicBezTo>
                  <a:pt x="265520" y="94474"/>
                  <a:pt x="265520" y="171002"/>
                  <a:pt x="218283" y="218240"/>
                </a:cubicBezTo>
                <a:cubicBezTo>
                  <a:pt x="171046" y="265477"/>
                  <a:pt x="94465" y="265477"/>
                  <a:pt x="47236" y="218240"/>
                </a:cubicBezTo>
                <a:cubicBezTo>
                  <a:pt x="0" y="171002"/>
                  <a:pt x="0" y="94474"/>
                  <a:pt x="47236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" name="path-343">
            <a:extLst xmlns:a="http://schemas.openxmlformats.org/drawingml/2006/main">
              <a:ext uri="{FF2B5EF4-FFF2-40B4-BE49-F238E27FC236}">
                <a16:creationId xmlns:a16="http://schemas.microsoft.com/office/drawing/2014/main" id="{B40EE8B5-B4D8-489B-A0CA-06516CE5E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420" y="8171384"/>
            <a:ext cx="389021" cy="389030"/>
          </a:xfrm>
          <a:custGeom xmlns:a="http://schemas.openxmlformats.org/drawingml/2006/main">
            <a:pathLst>
              <a:path w="265471" h="265477">
                <a:moveTo>
                  <a:pt x="218240" y="47237"/>
                </a:moveTo>
                <a:cubicBezTo>
                  <a:pt x="265471" y="94477"/>
                  <a:pt x="265471" y="171003"/>
                  <a:pt x="218240" y="218240"/>
                </a:cubicBezTo>
                <a:cubicBezTo>
                  <a:pt x="171003" y="265477"/>
                  <a:pt x="94468" y="265477"/>
                  <a:pt x="47231" y="218240"/>
                </a:cubicBezTo>
                <a:cubicBezTo>
                  <a:pt x="0" y="171003"/>
                  <a:pt x="0" y="94477"/>
                  <a:pt x="47231" y="47237"/>
                </a:cubicBezTo>
                <a:cubicBezTo>
                  <a:pt x="94468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350" name="path-344">
            <a:extLst xmlns:a="http://schemas.openxmlformats.org/drawingml/2006/main">
              <a:ext uri="{FF2B5EF4-FFF2-40B4-BE49-F238E27FC236}">
                <a16:creationId xmlns:a16="http://schemas.microsoft.com/office/drawing/2014/main" id="{4CD4F029-4DE2-4A26-A1F2-468F9781C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381" y="8619969"/>
            <a:ext cx="389093" cy="389028"/>
          </a:xfrm>
          <a:custGeom xmlns:a="http://schemas.openxmlformats.org/drawingml/2006/main">
            <a:pathLst>
              <a:path w="265520" h="265476">
                <a:moveTo>
                  <a:pt x="218283" y="47236"/>
                </a:moveTo>
                <a:cubicBezTo>
                  <a:pt x="265520" y="94473"/>
                  <a:pt x="265520" y="171002"/>
                  <a:pt x="218283" y="218239"/>
                </a:cubicBezTo>
                <a:cubicBezTo>
                  <a:pt x="171046" y="265476"/>
                  <a:pt x="94465" y="265476"/>
                  <a:pt x="47236" y="218239"/>
                </a:cubicBezTo>
                <a:cubicBezTo>
                  <a:pt x="0" y="171002"/>
                  <a:pt x="0" y="94473"/>
                  <a:pt x="47236" y="47236"/>
                </a:cubicBezTo>
                <a:cubicBezTo>
                  <a:pt x="94465" y="0"/>
                  <a:pt x="171046" y="0"/>
                  <a:pt x="218283" y="47236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" name="path-345">
            <a:extLst xmlns:a="http://schemas.openxmlformats.org/drawingml/2006/main">
              <a:ext uri="{FF2B5EF4-FFF2-40B4-BE49-F238E27FC236}">
                <a16:creationId xmlns:a16="http://schemas.microsoft.com/office/drawing/2014/main" id="{E8F3D5DF-8170-4ABB-8037-A23093CC89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420" y="8619963"/>
            <a:ext cx="389021" cy="389030"/>
          </a:xfrm>
          <a:custGeom xmlns:a="http://schemas.openxmlformats.org/drawingml/2006/main">
            <a:pathLst>
              <a:path w="265471" h="265477">
                <a:moveTo>
                  <a:pt x="218240" y="47237"/>
                </a:moveTo>
                <a:cubicBezTo>
                  <a:pt x="265471" y="94477"/>
                  <a:pt x="265471" y="171006"/>
                  <a:pt x="218240" y="218240"/>
                </a:cubicBezTo>
                <a:cubicBezTo>
                  <a:pt x="171003" y="265477"/>
                  <a:pt x="94468" y="265477"/>
                  <a:pt x="47231" y="218240"/>
                </a:cubicBezTo>
                <a:cubicBezTo>
                  <a:pt x="0" y="171006"/>
                  <a:pt x="0" y="94477"/>
                  <a:pt x="47231" y="47237"/>
                </a:cubicBezTo>
                <a:cubicBezTo>
                  <a:pt x="94468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352" name="path-346">
            <a:extLst xmlns:a="http://schemas.openxmlformats.org/drawingml/2006/main">
              <a:ext uri="{FF2B5EF4-FFF2-40B4-BE49-F238E27FC236}">
                <a16:creationId xmlns:a16="http://schemas.microsoft.com/office/drawing/2014/main" id="{4C7F685A-2707-4ABD-9FA0-FCEF43317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7498513"/>
            <a:ext cx="389093" cy="389028"/>
          </a:xfrm>
          <a:custGeom xmlns:a="http://schemas.openxmlformats.org/drawingml/2006/main">
            <a:pathLst>
              <a:path w="265520" h="265476">
                <a:moveTo>
                  <a:pt x="218283" y="47237"/>
                </a:moveTo>
                <a:cubicBezTo>
                  <a:pt x="265520" y="94474"/>
                  <a:pt x="265520" y="171002"/>
                  <a:pt x="218283" y="218239"/>
                </a:cubicBezTo>
                <a:cubicBezTo>
                  <a:pt x="171046" y="265476"/>
                  <a:pt x="94465" y="265476"/>
                  <a:pt x="47237" y="218239"/>
                </a:cubicBezTo>
                <a:cubicBezTo>
                  <a:pt x="0" y="171002"/>
                  <a:pt x="0" y="94474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" name="path-347">
            <a:extLst xmlns:a="http://schemas.openxmlformats.org/drawingml/2006/main">
              <a:ext uri="{FF2B5EF4-FFF2-40B4-BE49-F238E27FC236}">
                <a16:creationId xmlns:a16="http://schemas.microsoft.com/office/drawing/2014/main" id="{ED9B27AB-F54A-4DA5-8565-9EB2D64A4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7498509"/>
            <a:ext cx="389030" cy="389030"/>
          </a:xfrm>
          <a:custGeom xmlns:a="http://schemas.openxmlformats.org/drawingml/2006/main">
            <a:pathLst>
              <a:path w="265477" h="265477">
                <a:moveTo>
                  <a:pt x="218240" y="47237"/>
                </a:moveTo>
                <a:cubicBezTo>
                  <a:pt x="265477" y="94474"/>
                  <a:pt x="265477" y="171006"/>
                  <a:pt x="218240" y="218240"/>
                </a:cubicBezTo>
                <a:cubicBezTo>
                  <a:pt x="171003" y="265477"/>
                  <a:pt x="94474" y="265477"/>
                  <a:pt x="47237" y="218240"/>
                </a:cubicBezTo>
                <a:cubicBezTo>
                  <a:pt x="0" y="171006"/>
                  <a:pt x="0" y="94474"/>
                  <a:pt x="47237" y="47237"/>
                </a:cubicBezTo>
                <a:cubicBezTo>
                  <a:pt x="94474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354" name="path-348">
            <a:extLst xmlns:a="http://schemas.openxmlformats.org/drawingml/2006/main">
              <a:ext uri="{FF2B5EF4-FFF2-40B4-BE49-F238E27FC236}">
                <a16:creationId xmlns:a16="http://schemas.microsoft.com/office/drawing/2014/main" id="{17F09F7C-6937-4FA7-94F2-A9E7F141F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7947094"/>
            <a:ext cx="389093" cy="389030"/>
          </a:xfrm>
          <a:custGeom xmlns:a="http://schemas.openxmlformats.org/drawingml/2006/main">
            <a:pathLst>
              <a:path w="265520" h="265477">
                <a:moveTo>
                  <a:pt x="218283" y="47237"/>
                </a:moveTo>
                <a:cubicBezTo>
                  <a:pt x="265520" y="94474"/>
                  <a:pt x="265520" y="171003"/>
                  <a:pt x="218283" y="218240"/>
                </a:cubicBezTo>
                <a:cubicBezTo>
                  <a:pt x="171046" y="265477"/>
                  <a:pt x="94465" y="265477"/>
                  <a:pt x="47237" y="218240"/>
                </a:cubicBezTo>
                <a:cubicBezTo>
                  <a:pt x="0" y="171003"/>
                  <a:pt x="0" y="94474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" name="path-349">
            <a:extLst xmlns:a="http://schemas.openxmlformats.org/drawingml/2006/main">
              <a:ext uri="{FF2B5EF4-FFF2-40B4-BE49-F238E27FC236}">
                <a16:creationId xmlns:a16="http://schemas.microsoft.com/office/drawing/2014/main" id="{56261878-A59E-4DC8-9E20-C9BC43005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7947093"/>
            <a:ext cx="389030" cy="389026"/>
          </a:xfrm>
          <a:custGeom xmlns:a="http://schemas.openxmlformats.org/drawingml/2006/main">
            <a:pathLst>
              <a:path w="265477" h="265474">
                <a:moveTo>
                  <a:pt x="218240" y="47240"/>
                </a:moveTo>
                <a:cubicBezTo>
                  <a:pt x="265477" y="94474"/>
                  <a:pt x="265477" y="171003"/>
                  <a:pt x="218240" y="218240"/>
                </a:cubicBezTo>
                <a:cubicBezTo>
                  <a:pt x="171003" y="265474"/>
                  <a:pt x="94474" y="265474"/>
                  <a:pt x="47237" y="218240"/>
                </a:cubicBezTo>
                <a:cubicBezTo>
                  <a:pt x="0" y="171003"/>
                  <a:pt x="0" y="94474"/>
                  <a:pt x="47237" y="47240"/>
                </a:cubicBezTo>
                <a:cubicBezTo>
                  <a:pt x="94474" y="0"/>
                  <a:pt x="171003" y="0"/>
                  <a:pt x="218240" y="47240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356" name="path-350">
            <a:extLst xmlns:a="http://schemas.openxmlformats.org/drawingml/2006/main">
              <a:ext uri="{FF2B5EF4-FFF2-40B4-BE49-F238E27FC236}">
                <a16:creationId xmlns:a16="http://schemas.microsoft.com/office/drawing/2014/main" id="{7CF12F0A-A096-4FE9-9B11-6E6A8616EB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8395677"/>
            <a:ext cx="389093" cy="389028"/>
          </a:xfrm>
          <a:custGeom xmlns:a="http://schemas.openxmlformats.org/drawingml/2006/main">
            <a:pathLst>
              <a:path w="265520" h="265476">
                <a:moveTo>
                  <a:pt x="218283" y="47237"/>
                </a:moveTo>
                <a:cubicBezTo>
                  <a:pt x="265520" y="94473"/>
                  <a:pt x="265520" y="171002"/>
                  <a:pt x="218283" y="218239"/>
                </a:cubicBezTo>
                <a:cubicBezTo>
                  <a:pt x="171046" y="265476"/>
                  <a:pt x="94465" y="265476"/>
                  <a:pt x="47237" y="218239"/>
                </a:cubicBezTo>
                <a:cubicBezTo>
                  <a:pt x="0" y="171002"/>
                  <a:pt x="0" y="94473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" name="path-351">
            <a:extLst xmlns:a="http://schemas.openxmlformats.org/drawingml/2006/main">
              <a:ext uri="{FF2B5EF4-FFF2-40B4-BE49-F238E27FC236}">
                <a16:creationId xmlns:a16="http://schemas.microsoft.com/office/drawing/2014/main" id="{69673B98-8D80-463F-A515-13FB17FAB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8395676"/>
            <a:ext cx="389030" cy="389030"/>
          </a:xfrm>
          <a:custGeom xmlns:a="http://schemas.openxmlformats.org/drawingml/2006/main">
            <a:pathLst>
              <a:path w="265477" h="265477">
                <a:moveTo>
                  <a:pt x="218240" y="47237"/>
                </a:moveTo>
                <a:cubicBezTo>
                  <a:pt x="265477" y="94474"/>
                  <a:pt x="265477" y="171000"/>
                  <a:pt x="218240" y="218237"/>
                </a:cubicBezTo>
                <a:cubicBezTo>
                  <a:pt x="171003" y="265477"/>
                  <a:pt x="94474" y="265477"/>
                  <a:pt x="47237" y="218237"/>
                </a:cubicBezTo>
                <a:cubicBezTo>
                  <a:pt x="0" y="171000"/>
                  <a:pt x="0" y="94474"/>
                  <a:pt x="47237" y="47237"/>
                </a:cubicBezTo>
                <a:cubicBezTo>
                  <a:pt x="94474" y="0"/>
                  <a:pt x="171003" y="0"/>
                  <a:pt x="218240" y="47237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358" name="path-352">
            <a:extLst xmlns:a="http://schemas.openxmlformats.org/drawingml/2006/main">
              <a:ext uri="{FF2B5EF4-FFF2-40B4-BE49-F238E27FC236}">
                <a16:creationId xmlns:a16="http://schemas.microsoft.com/office/drawing/2014/main" id="{D37644B2-4AC3-4D47-B6E2-3BB073BB0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00" y="8844258"/>
            <a:ext cx="389093" cy="389029"/>
          </a:xfrm>
          <a:custGeom xmlns:a="http://schemas.openxmlformats.org/drawingml/2006/main">
            <a:pathLst>
              <a:path w="265520" h="265476">
                <a:moveTo>
                  <a:pt x="218283" y="47237"/>
                </a:moveTo>
                <a:cubicBezTo>
                  <a:pt x="265520" y="94473"/>
                  <a:pt x="265520" y="171003"/>
                  <a:pt x="218283" y="218240"/>
                </a:cubicBezTo>
                <a:cubicBezTo>
                  <a:pt x="171046" y="265476"/>
                  <a:pt x="94465" y="265476"/>
                  <a:pt x="47237" y="218240"/>
                </a:cubicBezTo>
                <a:cubicBezTo>
                  <a:pt x="0" y="171003"/>
                  <a:pt x="0" y="94473"/>
                  <a:pt x="47237" y="47237"/>
                </a:cubicBezTo>
                <a:cubicBezTo>
                  <a:pt x="94465" y="0"/>
                  <a:pt x="171046" y="0"/>
                  <a:pt x="218283" y="4723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" name="path-353">
            <a:extLst xmlns:a="http://schemas.openxmlformats.org/drawingml/2006/main">
              <a:ext uri="{FF2B5EF4-FFF2-40B4-BE49-F238E27FC236}">
                <a16:creationId xmlns:a16="http://schemas.microsoft.com/office/drawing/2014/main" id="{CA878937-5C06-4A76-BBE4-1B61BB8B7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8036" y="8844259"/>
            <a:ext cx="389030" cy="389026"/>
          </a:xfrm>
          <a:custGeom xmlns:a="http://schemas.openxmlformats.org/drawingml/2006/main">
            <a:pathLst>
              <a:path w="265477" h="265474">
                <a:moveTo>
                  <a:pt x="218240" y="47234"/>
                </a:moveTo>
                <a:cubicBezTo>
                  <a:pt x="265477" y="94471"/>
                  <a:pt x="265477" y="171003"/>
                  <a:pt x="218240" y="218237"/>
                </a:cubicBezTo>
                <a:cubicBezTo>
                  <a:pt x="171003" y="265474"/>
                  <a:pt x="94474" y="265474"/>
                  <a:pt x="47237" y="218237"/>
                </a:cubicBezTo>
                <a:cubicBezTo>
                  <a:pt x="0" y="171003"/>
                  <a:pt x="0" y="94471"/>
                  <a:pt x="47237" y="47234"/>
                </a:cubicBezTo>
                <a:cubicBezTo>
                  <a:pt x="94474" y="0"/>
                  <a:pt x="171003" y="0"/>
                  <a:pt x="218240" y="47234"/>
                </a:cubicBezTo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935206"/>
            </a:solidFill>
            <a:prstDash val="solid"/>
          </a:ln>
        </p:spPr>
      </p:sp>
      <p:sp>
        <p:nvSpPr>
          <p:cNvPr id="360" name="path-354">
            <a:extLst xmlns:a="http://schemas.openxmlformats.org/drawingml/2006/main">
              <a:ext uri="{FF2B5EF4-FFF2-40B4-BE49-F238E27FC236}">
                <a16:creationId xmlns:a16="http://schemas.microsoft.com/office/drawing/2014/main" id="{3B72BAEE-9C68-4F22-B9B9-CCE39BC97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7873748"/>
            <a:ext cx="434920" cy="367377"/>
          </a:xfrm>
          <a:custGeom xmlns:a="http://schemas.openxmlformats.org/drawingml/2006/main">
            <a:pathLst>
              <a:path w="296793" h="250701">
                <a:moveTo>
                  <a:pt x="0" y="250701"/>
                </a:moveTo>
                <a:lnTo>
                  <a:pt x="2967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61" name="path-355">
            <a:extLst xmlns:a="http://schemas.openxmlformats.org/drawingml/2006/main">
              <a:ext uri="{FF2B5EF4-FFF2-40B4-BE49-F238E27FC236}">
                <a16:creationId xmlns:a16="http://schemas.microsoft.com/office/drawing/2014/main" id="{4DF197C5-8DEC-4480-B58D-8A9B01E38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7839460"/>
            <a:ext cx="85580" cy="79276"/>
          </a:xfrm>
          <a:custGeom xmlns:a="http://schemas.openxmlformats.org/drawingml/2006/main">
            <a:pathLst>
              <a:path w="58400" h="54099">
                <a:moveTo>
                  <a:pt x="58400" y="0"/>
                </a:moveTo>
                <a:lnTo>
                  <a:pt x="0" y="20760"/>
                </a:lnTo>
                <a:lnTo>
                  <a:pt x="30683" y="23399"/>
                </a:lnTo>
                <a:lnTo>
                  <a:pt x="28096" y="54099"/>
                </a:lnTo>
                <a:lnTo>
                  <a:pt x="58400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" name="path-356">
            <a:extLst xmlns:a="http://schemas.openxmlformats.org/drawingml/2006/main">
              <a:ext uri="{FF2B5EF4-FFF2-40B4-BE49-F238E27FC236}">
                <a16:creationId xmlns:a16="http://schemas.microsoft.com/office/drawing/2014/main" id="{27EC27FA-9A1C-45DF-B078-FFFF14AF0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7839461"/>
            <a:ext cx="85592" cy="79271"/>
          </a:xfrm>
          <a:custGeom xmlns:a="http://schemas.openxmlformats.org/drawingml/2006/main">
            <a:pathLst>
              <a:path w="58409" h="54095">
                <a:moveTo>
                  <a:pt x="58409" y="0"/>
                </a:moveTo>
                <a:lnTo>
                  <a:pt x="0" y="20756"/>
                </a:lnTo>
                <a:lnTo>
                  <a:pt x="30704" y="23397"/>
                </a:lnTo>
                <a:lnTo>
                  <a:pt x="28153" y="54095"/>
                </a:lnTo>
                <a:lnTo>
                  <a:pt x="5840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63" name="path-357">
            <a:extLst xmlns:a="http://schemas.openxmlformats.org/drawingml/2006/main">
              <a:ext uri="{FF2B5EF4-FFF2-40B4-BE49-F238E27FC236}">
                <a16:creationId xmlns:a16="http://schemas.microsoft.com/office/drawing/2014/main" id="{28176625-90A8-4BEA-9A72-3201DDAE4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8217532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65445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64" name="path-358">
            <a:extLst xmlns:a="http://schemas.openxmlformats.org/drawingml/2006/main">
              <a:ext uri="{FF2B5EF4-FFF2-40B4-BE49-F238E27FC236}">
                <a16:creationId xmlns:a16="http://schemas.microsoft.com/office/drawing/2014/main" id="{A37B1670-DC92-4B00-A147-D9E97FCEA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8195490"/>
            <a:ext cx="90543" cy="61359"/>
          </a:xfrm>
          <a:custGeom xmlns:a="http://schemas.openxmlformats.org/drawingml/2006/main">
            <a:pathLst>
              <a:path w="61787" h="41872">
                <a:moveTo>
                  <a:pt x="61787" y="5190"/>
                </a:moveTo>
                <a:lnTo>
                  <a:pt x="0" y="0"/>
                </a:lnTo>
                <a:lnTo>
                  <a:pt x="26856" y="15041"/>
                </a:lnTo>
                <a:lnTo>
                  <a:pt x="11796" y="41872"/>
                </a:lnTo>
                <a:lnTo>
                  <a:pt x="61787" y="519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" name="path-359">
            <a:extLst xmlns:a="http://schemas.openxmlformats.org/drawingml/2006/main">
              <a:ext uri="{FF2B5EF4-FFF2-40B4-BE49-F238E27FC236}">
                <a16:creationId xmlns:a16="http://schemas.microsoft.com/office/drawing/2014/main" id="{D19F4000-A586-4278-8536-B36B2EE8B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8195492"/>
            <a:ext cx="90617" cy="61355"/>
          </a:xfrm>
          <a:custGeom xmlns:a="http://schemas.openxmlformats.org/drawingml/2006/main">
            <a:pathLst>
              <a:path w="61838" h="41869">
                <a:moveTo>
                  <a:pt x="61838" y="5186"/>
                </a:moveTo>
                <a:lnTo>
                  <a:pt x="0" y="0"/>
                </a:lnTo>
                <a:lnTo>
                  <a:pt x="26917" y="15040"/>
                </a:lnTo>
                <a:lnTo>
                  <a:pt x="11783" y="41869"/>
                </a:lnTo>
                <a:lnTo>
                  <a:pt x="61838" y="518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66" name="path-360">
            <a:extLst xmlns:a="http://schemas.openxmlformats.org/drawingml/2006/main">
              <a:ext uri="{FF2B5EF4-FFF2-40B4-BE49-F238E27FC236}">
                <a16:creationId xmlns:a16="http://schemas.microsoft.com/office/drawing/2014/main" id="{B225A165-A4B7-4273-B548-89D089651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2070" y="8418363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0"/>
                </a:moveTo>
                <a:lnTo>
                  <a:pt x="232665" y="65445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67" name="path-361">
            <a:extLst xmlns:a="http://schemas.openxmlformats.org/drawingml/2006/main">
              <a:ext uri="{FF2B5EF4-FFF2-40B4-BE49-F238E27FC236}">
                <a16:creationId xmlns:a16="http://schemas.microsoft.com/office/drawing/2014/main" id="{FFD4A858-31CD-4F63-9AD8-DD82651BC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98" y="8474952"/>
            <a:ext cx="90543" cy="61357"/>
          </a:xfrm>
          <a:custGeom xmlns:a="http://schemas.openxmlformats.org/drawingml/2006/main">
            <a:pathLst>
              <a:path w="61787" h="41871">
                <a:moveTo>
                  <a:pt x="61787" y="36680"/>
                </a:moveTo>
                <a:lnTo>
                  <a:pt x="11796" y="0"/>
                </a:lnTo>
                <a:lnTo>
                  <a:pt x="26856" y="26829"/>
                </a:lnTo>
                <a:lnTo>
                  <a:pt x="0" y="41871"/>
                </a:lnTo>
                <a:lnTo>
                  <a:pt x="61787" y="3668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" name="path-362">
            <a:extLst xmlns:a="http://schemas.openxmlformats.org/drawingml/2006/main">
              <a:ext uri="{FF2B5EF4-FFF2-40B4-BE49-F238E27FC236}">
                <a16:creationId xmlns:a16="http://schemas.microsoft.com/office/drawing/2014/main" id="{30874E9C-017B-4E17-9266-C00520BAC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573" y="8474947"/>
            <a:ext cx="90617" cy="61364"/>
          </a:xfrm>
          <a:custGeom xmlns:a="http://schemas.openxmlformats.org/drawingml/2006/main">
            <a:pathLst>
              <a:path w="61838" h="41875">
                <a:moveTo>
                  <a:pt x="61838" y="36686"/>
                </a:moveTo>
                <a:lnTo>
                  <a:pt x="11783" y="0"/>
                </a:lnTo>
                <a:lnTo>
                  <a:pt x="26917" y="26832"/>
                </a:lnTo>
                <a:lnTo>
                  <a:pt x="0" y="41875"/>
                </a:lnTo>
                <a:lnTo>
                  <a:pt x="61838" y="3668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69" name="path-363">
            <a:extLst xmlns:a="http://schemas.openxmlformats.org/drawingml/2006/main">
              <a:ext uri="{FF2B5EF4-FFF2-40B4-BE49-F238E27FC236}">
                <a16:creationId xmlns:a16="http://schemas.microsoft.com/office/drawing/2014/main" id="{BBBF5E51-AB10-4BA5-8757-07BF718CC2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655" y="8490678"/>
            <a:ext cx="434920" cy="367373"/>
          </a:xfrm>
          <a:custGeom xmlns:a="http://schemas.openxmlformats.org/drawingml/2006/main">
            <a:pathLst>
              <a:path w="296793" h="250698">
                <a:moveTo>
                  <a:pt x="0" y="0"/>
                </a:moveTo>
                <a:lnTo>
                  <a:pt x="296793" y="25069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70" name="path-364">
            <a:extLst xmlns:a="http://schemas.openxmlformats.org/drawingml/2006/main">
              <a:ext uri="{FF2B5EF4-FFF2-40B4-BE49-F238E27FC236}">
                <a16:creationId xmlns:a16="http://schemas.microsoft.com/office/drawing/2014/main" id="{B427E088-6142-47E8-AE05-C6BC32BDE0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639" y="8813064"/>
            <a:ext cx="85580" cy="79275"/>
          </a:xfrm>
          <a:custGeom xmlns:a="http://schemas.openxmlformats.org/drawingml/2006/main">
            <a:pathLst>
              <a:path w="58400" h="54098">
                <a:moveTo>
                  <a:pt x="58400" y="54098"/>
                </a:moveTo>
                <a:lnTo>
                  <a:pt x="28096" y="0"/>
                </a:lnTo>
                <a:lnTo>
                  <a:pt x="30683" y="30699"/>
                </a:lnTo>
                <a:lnTo>
                  <a:pt x="0" y="33251"/>
                </a:lnTo>
                <a:lnTo>
                  <a:pt x="58400" y="5409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" name="path-365">
            <a:extLst xmlns:a="http://schemas.openxmlformats.org/drawingml/2006/main">
              <a:ext uri="{FF2B5EF4-FFF2-40B4-BE49-F238E27FC236}">
                <a16:creationId xmlns:a16="http://schemas.microsoft.com/office/drawing/2014/main" id="{89501986-B2D6-4F66-BE30-9E6B1C8B3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582" y="8813062"/>
            <a:ext cx="85592" cy="79280"/>
          </a:xfrm>
          <a:custGeom xmlns:a="http://schemas.openxmlformats.org/drawingml/2006/main">
            <a:pathLst>
              <a:path w="58409" h="54101">
                <a:moveTo>
                  <a:pt x="58409" y="54101"/>
                </a:moveTo>
                <a:lnTo>
                  <a:pt x="28153" y="0"/>
                </a:lnTo>
                <a:lnTo>
                  <a:pt x="30704" y="30701"/>
                </a:lnTo>
                <a:lnTo>
                  <a:pt x="0" y="33251"/>
                </a:lnTo>
                <a:lnTo>
                  <a:pt x="58409" y="54101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72" name="path-366">
            <a:extLst xmlns:a="http://schemas.openxmlformats.org/drawingml/2006/main">
              <a:ext uri="{FF2B5EF4-FFF2-40B4-BE49-F238E27FC236}">
                <a16:creationId xmlns:a16="http://schemas.microsoft.com/office/drawing/2014/main" id="{3D06229D-3CEC-447D-AB4A-42EBB9014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30270" y="7817799"/>
            <a:ext cx="434920" cy="367377"/>
          </a:xfrm>
          <a:custGeom xmlns:a="http://schemas.openxmlformats.org/drawingml/2006/main">
            <a:pathLst>
              <a:path w="296793" h="250701">
                <a:moveTo>
                  <a:pt x="0" y="0"/>
                </a:moveTo>
                <a:lnTo>
                  <a:pt x="296793" y="250701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73" name="path-367">
            <a:extLst xmlns:a="http://schemas.openxmlformats.org/drawingml/2006/main">
              <a:ext uri="{FF2B5EF4-FFF2-40B4-BE49-F238E27FC236}">
                <a16:creationId xmlns:a16="http://schemas.microsoft.com/office/drawing/2014/main" id="{B025FC80-DB90-4310-9DD5-32659170A3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207" y="8140191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54098"/>
                </a:moveTo>
                <a:lnTo>
                  <a:pt x="28149" y="0"/>
                </a:lnTo>
                <a:lnTo>
                  <a:pt x="30699" y="30699"/>
                </a:lnTo>
                <a:lnTo>
                  <a:pt x="0" y="33251"/>
                </a:lnTo>
                <a:lnTo>
                  <a:pt x="58409" y="5409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" name="path-368">
            <a:extLst xmlns:a="http://schemas.openxmlformats.org/drawingml/2006/main">
              <a:ext uri="{FF2B5EF4-FFF2-40B4-BE49-F238E27FC236}">
                <a16:creationId xmlns:a16="http://schemas.microsoft.com/office/drawing/2014/main" id="{DA5A93CE-1DC4-4110-9DC4-E2C9570F6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197" y="8140192"/>
            <a:ext cx="85601" cy="79271"/>
          </a:xfrm>
          <a:custGeom xmlns:a="http://schemas.openxmlformats.org/drawingml/2006/main">
            <a:pathLst>
              <a:path w="58415" h="54095">
                <a:moveTo>
                  <a:pt x="58415" y="54095"/>
                </a:moveTo>
                <a:lnTo>
                  <a:pt x="28153" y="0"/>
                </a:lnTo>
                <a:lnTo>
                  <a:pt x="30704" y="30698"/>
                </a:lnTo>
                <a:lnTo>
                  <a:pt x="0" y="33248"/>
                </a:lnTo>
                <a:lnTo>
                  <a:pt x="58415" y="54095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75" name="path-369">
            <a:extLst xmlns:a="http://schemas.openxmlformats.org/drawingml/2006/main">
              <a:ext uri="{FF2B5EF4-FFF2-40B4-BE49-F238E27FC236}">
                <a16:creationId xmlns:a16="http://schemas.microsoft.com/office/drawing/2014/main" id="{7D916BE2-0EEA-4B3A-8FB2-211D4775B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68685" y="8194067"/>
            <a:ext cx="340947" cy="95908"/>
          </a:xfrm>
          <a:custGeom xmlns:a="http://schemas.openxmlformats.org/drawingml/2006/main">
            <a:pathLst>
              <a:path w="232665" h="65448">
                <a:moveTo>
                  <a:pt x="0" y="0"/>
                </a:moveTo>
                <a:lnTo>
                  <a:pt x="232665" y="65448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76" name="path-370">
            <a:extLst xmlns:a="http://schemas.openxmlformats.org/drawingml/2006/main">
              <a:ext uri="{FF2B5EF4-FFF2-40B4-BE49-F238E27FC236}">
                <a16:creationId xmlns:a16="http://schemas.microsoft.com/office/drawing/2014/main" id="{D7DB67A5-A324-4760-AC30-071250A2F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92" y="8250661"/>
            <a:ext cx="90619" cy="61359"/>
          </a:xfrm>
          <a:custGeom xmlns:a="http://schemas.openxmlformats.org/drawingml/2006/main">
            <a:pathLst>
              <a:path w="61839" h="41872">
                <a:moveTo>
                  <a:pt x="61839" y="36680"/>
                </a:moveTo>
                <a:lnTo>
                  <a:pt x="11787" y="0"/>
                </a:lnTo>
                <a:lnTo>
                  <a:pt x="26917" y="26829"/>
                </a:lnTo>
                <a:lnTo>
                  <a:pt x="0" y="41872"/>
                </a:lnTo>
                <a:lnTo>
                  <a:pt x="61839" y="3668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" name="path-371">
            <a:extLst xmlns:a="http://schemas.openxmlformats.org/drawingml/2006/main">
              <a:ext uri="{FF2B5EF4-FFF2-40B4-BE49-F238E27FC236}">
                <a16:creationId xmlns:a16="http://schemas.microsoft.com/office/drawing/2014/main" id="{2EE6CF06-CD60-4DCD-B146-E9C91136D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88" y="8250660"/>
            <a:ext cx="90626" cy="61360"/>
          </a:xfrm>
          <a:custGeom xmlns:a="http://schemas.openxmlformats.org/drawingml/2006/main">
            <a:pathLst>
              <a:path w="61844" h="41872">
                <a:moveTo>
                  <a:pt x="61844" y="36680"/>
                </a:moveTo>
                <a:lnTo>
                  <a:pt x="11790" y="0"/>
                </a:lnTo>
                <a:lnTo>
                  <a:pt x="26917" y="26829"/>
                </a:lnTo>
                <a:lnTo>
                  <a:pt x="0" y="41872"/>
                </a:lnTo>
                <a:lnTo>
                  <a:pt x="61844" y="3668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78" name="path-372">
            <a:extLst xmlns:a="http://schemas.openxmlformats.org/drawingml/2006/main">
              <a:ext uri="{FF2B5EF4-FFF2-40B4-BE49-F238E27FC236}">
                <a16:creationId xmlns:a16="http://schemas.microsoft.com/office/drawing/2014/main" id="{C0107805-AC67-40C9-83D8-B496525AD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68685" y="8441823"/>
            <a:ext cx="340947" cy="95904"/>
          </a:xfrm>
          <a:custGeom xmlns:a="http://schemas.openxmlformats.org/drawingml/2006/main">
            <a:pathLst>
              <a:path w="232665" h="65445">
                <a:moveTo>
                  <a:pt x="0" y="65445"/>
                </a:moveTo>
                <a:lnTo>
                  <a:pt x="2326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79" name="path-373">
            <a:extLst xmlns:a="http://schemas.openxmlformats.org/drawingml/2006/main">
              <a:ext uri="{FF2B5EF4-FFF2-40B4-BE49-F238E27FC236}">
                <a16:creationId xmlns:a16="http://schemas.microsoft.com/office/drawing/2014/main" id="{6AD2C2F2-DBE7-4BB8-BE69-174FD75BC2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92" y="8419782"/>
            <a:ext cx="90619" cy="61357"/>
          </a:xfrm>
          <a:custGeom xmlns:a="http://schemas.openxmlformats.org/drawingml/2006/main">
            <a:pathLst>
              <a:path w="61839" h="41871">
                <a:moveTo>
                  <a:pt x="61839" y="5190"/>
                </a:moveTo>
                <a:lnTo>
                  <a:pt x="0" y="0"/>
                </a:lnTo>
                <a:lnTo>
                  <a:pt x="26917" y="15041"/>
                </a:lnTo>
                <a:lnTo>
                  <a:pt x="11787" y="41871"/>
                </a:lnTo>
                <a:lnTo>
                  <a:pt x="61839" y="519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" name="path-374">
            <a:extLst xmlns:a="http://schemas.openxmlformats.org/drawingml/2006/main">
              <a:ext uri="{FF2B5EF4-FFF2-40B4-BE49-F238E27FC236}">
                <a16:creationId xmlns:a16="http://schemas.microsoft.com/office/drawing/2014/main" id="{4DCD89F5-2A3B-462A-839F-3D5BE84A5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188" y="8419779"/>
            <a:ext cx="90626" cy="61355"/>
          </a:xfrm>
          <a:custGeom xmlns:a="http://schemas.openxmlformats.org/drawingml/2006/main">
            <a:pathLst>
              <a:path w="61844" h="41869">
                <a:moveTo>
                  <a:pt x="61844" y="5189"/>
                </a:moveTo>
                <a:lnTo>
                  <a:pt x="0" y="0"/>
                </a:lnTo>
                <a:lnTo>
                  <a:pt x="26917" y="15043"/>
                </a:lnTo>
                <a:lnTo>
                  <a:pt x="11790" y="41869"/>
                </a:lnTo>
                <a:lnTo>
                  <a:pt x="61844" y="518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81" name="path-375">
            <a:extLst xmlns:a="http://schemas.openxmlformats.org/drawingml/2006/main">
              <a:ext uri="{FF2B5EF4-FFF2-40B4-BE49-F238E27FC236}">
                <a16:creationId xmlns:a16="http://schemas.microsoft.com/office/drawing/2014/main" id="{A0F88C1E-D88C-4B12-B0D1-7CC00801F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30270" y="8546618"/>
            <a:ext cx="434920" cy="367373"/>
          </a:xfrm>
          <a:custGeom xmlns:a="http://schemas.openxmlformats.org/drawingml/2006/main">
            <a:pathLst>
              <a:path w="296793" h="250698">
                <a:moveTo>
                  <a:pt x="0" y="250698"/>
                </a:moveTo>
                <a:lnTo>
                  <a:pt x="2967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82" name="path-376">
            <a:extLst xmlns:a="http://schemas.openxmlformats.org/drawingml/2006/main">
              <a:ext uri="{FF2B5EF4-FFF2-40B4-BE49-F238E27FC236}">
                <a16:creationId xmlns:a16="http://schemas.microsoft.com/office/drawing/2014/main" id="{75A741FD-2AB6-4F88-BB84-21ABF308F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207" y="8512333"/>
            <a:ext cx="85592" cy="79275"/>
          </a:xfrm>
          <a:custGeom xmlns:a="http://schemas.openxmlformats.org/drawingml/2006/main">
            <a:pathLst>
              <a:path w="58409" h="54098">
                <a:moveTo>
                  <a:pt x="58409" y="0"/>
                </a:moveTo>
                <a:lnTo>
                  <a:pt x="0" y="20760"/>
                </a:lnTo>
                <a:lnTo>
                  <a:pt x="30699" y="23399"/>
                </a:lnTo>
                <a:lnTo>
                  <a:pt x="28149" y="54098"/>
                </a:lnTo>
                <a:lnTo>
                  <a:pt x="58409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" name="path-377">
            <a:extLst xmlns:a="http://schemas.openxmlformats.org/drawingml/2006/main">
              <a:ext uri="{FF2B5EF4-FFF2-40B4-BE49-F238E27FC236}">
                <a16:creationId xmlns:a16="http://schemas.microsoft.com/office/drawing/2014/main" id="{0D99381C-E602-4FE7-9B05-B26E0EFBA0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0197" y="8512336"/>
            <a:ext cx="85601" cy="79271"/>
          </a:xfrm>
          <a:custGeom xmlns:a="http://schemas.openxmlformats.org/drawingml/2006/main">
            <a:pathLst>
              <a:path w="58415" h="54095">
                <a:moveTo>
                  <a:pt x="58415" y="0"/>
                </a:moveTo>
                <a:lnTo>
                  <a:pt x="0" y="20759"/>
                </a:lnTo>
                <a:lnTo>
                  <a:pt x="30704" y="23394"/>
                </a:lnTo>
                <a:lnTo>
                  <a:pt x="28153" y="54095"/>
                </a:lnTo>
                <a:lnTo>
                  <a:pt x="5841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84" name="path-378">
            <a:extLst xmlns:a="http://schemas.openxmlformats.org/drawingml/2006/main">
              <a:ext uri="{FF2B5EF4-FFF2-40B4-BE49-F238E27FC236}">
                <a16:creationId xmlns:a16="http://schemas.microsoft.com/office/drawing/2014/main" id="{B59FB8F7-C2CB-4289-8848-4B74B73E6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3220" y="8181257"/>
            <a:ext cx="1638652" cy="369362"/>
          </a:xfrm>
          <a:custGeom xmlns:a="http://schemas.openxmlformats.org/drawingml/2006/main">
            <a:pathLst>
              <a:path w="1118228" h="252056">
                <a:moveTo>
                  <a:pt x="0" y="0"/>
                </a:moveTo>
                <a:lnTo>
                  <a:pt x="1118228" y="0"/>
                </a:lnTo>
                <a:lnTo>
                  <a:pt x="1118228" y="252056"/>
                </a:lnTo>
                <a:lnTo>
                  <a:pt x="0" y="252056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" name="text-379 Vision">
            <a:extLst xmlns:a="http://schemas.openxmlformats.org/drawingml/2006/main">
              <a:ext uri="{FF2B5EF4-FFF2-40B4-BE49-F238E27FC236}">
                <a16:creationId xmlns:a16="http://schemas.microsoft.com/office/drawing/2014/main" id="{FA6E7EDA-6AAC-4DB1-8608-EE01899D5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01916" y="8194033"/>
            <a:ext cx="815275" cy="3609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386" name="text-379 Agent">
            <a:extLst xmlns:a="http://schemas.openxmlformats.org/drawingml/2006/main">
              <a:ext uri="{FF2B5EF4-FFF2-40B4-BE49-F238E27FC236}">
                <a16:creationId xmlns:a16="http://schemas.microsoft.com/office/drawing/2014/main" id="{8E8E9AAC-01F4-49DC-BBBE-3BCCE237D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32897" y="8194077"/>
            <a:ext cx="776658" cy="3609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387" name="path-380">
            <a:extLst xmlns:a="http://schemas.openxmlformats.org/drawingml/2006/main">
              <a:ext uri="{FF2B5EF4-FFF2-40B4-BE49-F238E27FC236}">
                <a16:creationId xmlns:a16="http://schemas.microsoft.com/office/drawing/2014/main" id="{569F22EE-1FD5-4922-8DB5-0D6F79F60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6814" y="2355028"/>
            <a:ext cx="796748" cy="191"/>
          </a:xfrm>
          <a:custGeom xmlns:a="http://schemas.openxmlformats.org/drawingml/2006/main">
            <a:pathLst>
              <a:path w="543707" h="191">
                <a:moveTo>
                  <a:pt x="0" y="0"/>
                </a:moveTo>
                <a:lnTo>
                  <a:pt x="54370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88" name="path-381">
            <a:extLst xmlns:a="http://schemas.openxmlformats.org/drawingml/2006/main">
              <a:ext uri="{FF2B5EF4-FFF2-40B4-BE49-F238E27FC236}">
                <a16:creationId xmlns:a16="http://schemas.microsoft.com/office/drawing/2014/main" id="{1D134892-1EBF-46F7-B35F-94885BCF06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0962" y="2312491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9"/>
                </a:moveTo>
                <a:lnTo>
                  <a:pt x="0" y="0"/>
                </a:lnTo>
                <a:lnTo>
                  <a:pt x="29029" y="29029"/>
                </a:lnTo>
                <a:lnTo>
                  <a:pt x="0" y="58056"/>
                </a:lnTo>
                <a:lnTo>
                  <a:pt x="77409" y="2902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" name="path-382">
            <a:extLst xmlns:a="http://schemas.openxmlformats.org/drawingml/2006/main">
              <a:ext uri="{FF2B5EF4-FFF2-40B4-BE49-F238E27FC236}">
                <a16:creationId xmlns:a16="http://schemas.microsoft.com/office/drawing/2014/main" id="{0DEC501A-D143-476B-8133-FF99D0870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020" y="2312489"/>
            <a:ext cx="113442" cy="85077"/>
          </a:xfrm>
          <a:custGeom xmlns:a="http://schemas.openxmlformats.org/drawingml/2006/main">
            <a:pathLst>
              <a:path w="77414" h="58057">
                <a:moveTo>
                  <a:pt x="77414" y="29029"/>
                </a:moveTo>
                <a:lnTo>
                  <a:pt x="0" y="0"/>
                </a:lnTo>
                <a:lnTo>
                  <a:pt x="29032" y="29029"/>
                </a:lnTo>
                <a:lnTo>
                  <a:pt x="0" y="58057"/>
                </a:lnTo>
                <a:lnTo>
                  <a:pt x="77414" y="2902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90" name="path-383">
            <a:extLst xmlns:a="http://schemas.openxmlformats.org/drawingml/2006/main">
              <a:ext uri="{FF2B5EF4-FFF2-40B4-BE49-F238E27FC236}">
                <a16:creationId xmlns:a16="http://schemas.microsoft.com/office/drawing/2014/main" id="{259E5403-0908-438A-B13F-C0F5C8A40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6814" y="5357179"/>
            <a:ext cx="796748" cy="191"/>
          </a:xfrm>
          <a:custGeom xmlns:a="http://schemas.openxmlformats.org/drawingml/2006/main">
            <a:pathLst>
              <a:path w="543707" h="191">
                <a:moveTo>
                  <a:pt x="0" y="0"/>
                </a:moveTo>
                <a:lnTo>
                  <a:pt x="54370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91" name="path-384">
            <a:extLst xmlns:a="http://schemas.openxmlformats.org/drawingml/2006/main">
              <a:ext uri="{FF2B5EF4-FFF2-40B4-BE49-F238E27FC236}">
                <a16:creationId xmlns:a16="http://schemas.microsoft.com/office/drawing/2014/main" id="{8B0CFE36-C039-407C-A8FC-5076CDD62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0962" y="5314640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9"/>
                </a:moveTo>
                <a:lnTo>
                  <a:pt x="0" y="0"/>
                </a:lnTo>
                <a:lnTo>
                  <a:pt x="29029" y="29029"/>
                </a:lnTo>
                <a:lnTo>
                  <a:pt x="0" y="58056"/>
                </a:lnTo>
                <a:lnTo>
                  <a:pt x="77409" y="2902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" name="path-385">
            <a:extLst xmlns:a="http://schemas.openxmlformats.org/drawingml/2006/main">
              <a:ext uri="{FF2B5EF4-FFF2-40B4-BE49-F238E27FC236}">
                <a16:creationId xmlns:a16="http://schemas.microsoft.com/office/drawing/2014/main" id="{5B1BC2C2-1C96-45AF-B7EA-618990252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020" y="5314636"/>
            <a:ext cx="113442" cy="85077"/>
          </a:xfrm>
          <a:custGeom xmlns:a="http://schemas.openxmlformats.org/drawingml/2006/main">
            <a:pathLst>
              <a:path w="77414" h="58057">
                <a:moveTo>
                  <a:pt x="77414" y="29032"/>
                </a:moveTo>
                <a:lnTo>
                  <a:pt x="0" y="0"/>
                </a:lnTo>
                <a:lnTo>
                  <a:pt x="29032" y="29032"/>
                </a:lnTo>
                <a:lnTo>
                  <a:pt x="0" y="58057"/>
                </a:lnTo>
                <a:lnTo>
                  <a:pt x="77414" y="2903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93" name="path-386">
            <a:extLst xmlns:a="http://schemas.openxmlformats.org/drawingml/2006/main">
              <a:ext uri="{FF2B5EF4-FFF2-40B4-BE49-F238E27FC236}">
                <a16:creationId xmlns:a16="http://schemas.microsoft.com/office/drawing/2014/main" id="{63FEDA2F-AE9F-447A-B5E5-ACD90C55E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3201" y="8359450"/>
            <a:ext cx="796624" cy="191"/>
          </a:xfrm>
          <a:custGeom xmlns:a="http://schemas.openxmlformats.org/drawingml/2006/main">
            <a:pathLst>
              <a:path w="543622" h="191">
                <a:moveTo>
                  <a:pt x="0" y="0"/>
                </a:moveTo>
                <a:lnTo>
                  <a:pt x="54362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94" name="path-387">
            <a:extLst xmlns:a="http://schemas.openxmlformats.org/drawingml/2006/main">
              <a:ext uri="{FF2B5EF4-FFF2-40B4-BE49-F238E27FC236}">
                <a16:creationId xmlns:a16="http://schemas.microsoft.com/office/drawing/2014/main" id="{97E9F654-F9C9-4FC1-8CF2-6F3EB8791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7326" y="8316918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7"/>
                </a:moveTo>
                <a:lnTo>
                  <a:pt x="0" y="0"/>
                </a:lnTo>
                <a:lnTo>
                  <a:pt x="29029" y="29027"/>
                </a:lnTo>
                <a:lnTo>
                  <a:pt x="0" y="58056"/>
                </a:lnTo>
                <a:lnTo>
                  <a:pt x="77409" y="29027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" name="path-388">
            <a:extLst xmlns:a="http://schemas.openxmlformats.org/drawingml/2006/main">
              <a:ext uri="{FF2B5EF4-FFF2-40B4-BE49-F238E27FC236}">
                <a16:creationId xmlns:a16="http://schemas.microsoft.com/office/drawing/2014/main" id="{78FD7845-D7F9-47FC-9AE5-0029F68CC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7282" y="8316916"/>
            <a:ext cx="113442" cy="85077"/>
          </a:xfrm>
          <a:custGeom xmlns:a="http://schemas.openxmlformats.org/drawingml/2006/main">
            <a:pathLst>
              <a:path w="77414" h="58057">
                <a:moveTo>
                  <a:pt x="77414" y="29026"/>
                </a:moveTo>
                <a:lnTo>
                  <a:pt x="0" y="0"/>
                </a:lnTo>
                <a:lnTo>
                  <a:pt x="29032" y="29026"/>
                </a:lnTo>
                <a:lnTo>
                  <a:pt x="0" y="58057"/>
                </a:lnTo>
                <a:lnTo>
                  <a:pt x="77414" y="290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396" name="text-389 Yes">
            <a:extLst xmlns:a="http://schemas.openxmlformats.org/drawingml/2006/main">
              <a:ext uri="{FF2B5EF4-FFF2-40B4-BE49-F238E27FC236}">
                <a16:creationId xmlns:a16="http://schemas.microsoft.com/office/drawing/2014/main" id="{3C6EC99B-F97A-4453-BC0B-6A6D72196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78168" y="1392824"/>
            <a:ext cx="392646" cy="2888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Yes</a:t>
            </a:r>
          </a:p>
        </p:txBody>
      </p:sp>
      <p:sp>
        <p:nvSpPr>
          <p:cNvPr id="397" name="path-390">
            <a:extLst xmlns:a="http://schemas.openxmlformats.org/drawingml/2006/main">
              <a:ext uri="{FF2B5EF4-FFF2-40B4-BE49-F238E27FC236}">
                <a16:creationId xmlns:a16="http://schemas.microsoft.com/office/drawing/2014/main" id="{FD1A9C8B-69BD-4737-B9E2-E2C6581AD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5562" y="1700976"/>
            <a:ext cx="44858" cy="44858"/>
          </a:xfrm>
          <a:custGeom xmlns:a="http://schemas.openxmlformats.org/drawingml/2006/main">
            <a:pathLst>
              <a:path w="30611" h="30611">
                <a:moveTo>
                  <a:pt x="30611" y="15306"/>
                </a:moveTo>
                <a:cubicBezTo>
                  <a:pt x="30611" y="6861"/>
                  <a:pt x="23752" y="0"/>
                  <a:pt x="15306" y="0"/>
                </a:cubicBezTo>
                <a:cubicBezTo>
                  <a:pt x="6861" y="0"/>
                  <a:pt x="0" y="6861"/>
                  <a:pt x="0" y="15306"/>
                </a:cubicBezTo>
                <a:cubicBezTo>
                  <a:pt x="0" y="23750"/>
                  <a:pt x="6861" y="30611"/>
                  <a:pt x="15306" y="30611"/>
                </a:cubicBezTo>
                <a:cubicBezTo>
                  <a:pt x="23752" y="30611"/>
                  <a:pt x="30611" y="23750"/>
                  <a:pt x="30611" y="15306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" name="path-391">
            <a:extLst xmlns:a="http://schemas.openxmlformats.org/drawingml/2006/main">
              <a:ext uri="{FF2B5EF4-FFF2-40B4-BE49-F238E27FC236}">
                <a16:creationId xmlns:a16="http://schemas.microsoft.com/office/drawing/2014/main" id="{6BE40A34-1D87-4A9F-B46E-4DC0D5B74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5565" y="1700974"/>
            <a:ext cx="44851" cy="44860"/>
          </a:xfrm>
          <a:custGeom xmlns:a="http://schemas.openxmlformats.org/drawingml/2006/main">
            <a:pathLst>
              <a:path w="30607" h="30613">
                <a:moveTo>
                  <a:pt x="30607" y="15303"/>
                </a:moveTo>
                <a:cubicBezTo>
                  <a:pt x="30607" y="6861"/>
                  <a:pt x="23749" y="0"/>
                  <a:pt x="15303" y="0"/>
                </a:cubicBezTo>
                <a:cubicBezTo>
                  <a:pt x="6858" y="0"/>
                  <a:pt x="0" y="6861"/>
                  <a:pt x="0" y="15303"/>
                </a:cubicBezTo>
                <a:cubicBezTo>
                  <a:pt x="0" y="23752"/>
                  <a:pt x="6858" y="30613"/>
                  <a:pt x="15303" y="30613"/>
                </a:cubicBezTo>
                <a:cubicBezTo>
                  <a:pt x="23749" y="30613"/>
                  <a:pt x="30607" y="23752"/>
                  <a:pt x="30607" y="15303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399" name="path-392">
            <a:extLst xmlns:a="http://schemas.openxmlformats.org/drawingml/2006/main">
              <a:ext uri="{FF2B5EF4-FFF2-40B4-BE49-F238E27FC236}">
                <a16:creationId xmlns:a16="http://schemas.microsoft.com/office/drawing/2014/main" id="{41DEFE08-A492-4741-9A4F-11FEBA47D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6861" y="1715929"/>
            <a:ext cx="44858" cy="44860"/>
          </a:xfrm>
          <a:custGeom xmlns:a="http://schemas.openxmlformats.org/drawingml/2006/main">
            <a:pathLst>
              <a:path w="30611" h="30613">
                <a:moveTo>
                  <a:pt x="15305" y="30613"/>
                </a:moveTo>
                <a:cubicBezTo>
                  <a:pt x="23749" y="30613"/>
                  <a:pt x="30611" y="23750"/>
                  <a:pt x="30611" y="15305"/>
                </a:cubicBezTo>
                <a:cubicBezTo>
                  <a:pt x="30611" y="6861"/>
                  <a:pt x="23749" y="0"/>
                  <a:pt x="15305" y="0"/>
                </a:cubicBezTo>
                <a:cubicBezTo>
                  <a:pt x="6861" y="0"/>
                  <a:pt x="0" y="6861"/>
                  <a:pt x="0" y="15305"/>
                </a:cubicBezTo>
                <a:cubicBezTo>
                  <a:pt x="0" y="23750"/>
                  <a:pt x="6861" y="30613"/>
                  <a:pt x="15305" y="30613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" name="path-393">
            <a:extLst xmlns:a="http://schemas.openxmlformats.org/drawingml/2006/main">
              <a:ext uri="{FF2B5EF4-FFF2-40B4-BE49-F238E27FC236}">
                <a16:creationId xmlns:a16="http://schemas.microsoft.com/office/drawing/2014/main" id="{1A5079E8-3BD4-44A1-AF81-CFDABC7E77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6855" y="1715929"/>
            <a:ext cx="44869" cy="44860"/>
          </a:xfrm>
          <a:custGeom xmlns:a="http://schemas.openxmlformats.org/drawingml/2006/main">
            <a:pathLst>
              <a:path w="30619" h="30613">
                <a:moveTo>
                  <a:pt x="15309" y="30613"/>
                </a:moveTo>
                <a:cubicBezTo>
                  <a:pt x="23755" y="30613"/>
                  <a:pt x="30619" y="23749"/>
                  <a:pt x="30619" y="15303"/>
                </a:cubicBezTo>
                <a:cubicBezTo>
                  <a:pt x="30619" y="6861"/>
                  <a:pt x="23755" y="0"/>
                  <a:pt x="15309" y="0"/>
                </a:cubicBezTo>
                <a:cubicBezTo>
                  <a:pt x="6864" y="0"/>
                  <a:pt x="0" y="6861"/>
                  <a:pt x="0" y="15303"/>
                </a:cubicBezTo>
                <a:cubicBezTo>
                  <a:pt x="0" y="23749"/>
                  <a:pt x="6864" y="30613"/>
                  <a:pt x="15309" y="30613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401" name="path-394">
            <a:extLst xmlns:a="http://schemas.openxmlformats.org/drawingml/2006/main">
              <a:ext uri="{FF2B5EF4-FFF2-40B4-BE49-F238E27FC236}">
                <a16:creationId xmlns:a16="http://schemas.microsoft.com/office/drawing/2014/main" id="{750D3565-F34E-4318-8368-3D1EDF000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92062" y="1825367"/>
            <a:ext cx="128128" cy="42152"/>
          </a:xfrm>
          <a:custGeom xmlns:a="http://schemas.openxmlformats.org/drawingml/2006/main">
            <a:pathLst>
              <a:path w="87436" h="28765">
                <a:moveTo>
                  <a:pt x="441" y="14514"/>
                </a:moveTo>
                <a:cubicBezTo>
                  <a:pt x="968" y="17242"/>
                  <a:pt x="3608" y="19088"/>
                  <a:pt x="6334" y="18561"/>
                </a:cubicBezTo>
                <a:cubicBezTo>
                  <a:pt x="6773" y="18473"/>
                  <a:pt x="52603" y="10645"/>
                  <a:pt x="78904" y="27885"/>
                </a:cubicBezTo>
                <a:cubicBezTo>
                  <a:pt x="79696" y="28502"/>
                  <a:pt x="80664" y="28765"/>
                  <a:pt x="81632" y="28765"/>
                </a:cubicBezTo>
                <a:cubicBezTo>
                  <a:pt x="83302" y="28765"/>
                  <a:pt x="84887" y="27885"/>
                  <a:pt x="85853" y="26478"/>
                </a:cubicBezTo>
                <a:cubicBezTo>
                  <a:pt x="87436" y="24103"/>
                  <a:pt x="86733" y="20936"/>
                  <a:pt x="84446" y="19441"/>
                </a:cubicBezTo>
                <a:cubicBezTo>
                  <a:pt x="54715" y="0"/>
                  <a:pt x="6598" y="8270"/>
                  <a:pt x="4574" y="8621"/>
                </a:cubicBezTo>
                <a:cubicBezTo>
                  <a:pt x="1848" y="9148"/>
                  <a:pt x="0" y="11700"/>
                  <a:pt x="441" y="14514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" name="path-395">
            <a:extLst xmlns:a="http://schemas.openxmlformats.org/drawingml/2006/main">
              <a:ext uri="{FF2B5EF4-FFF2-40B4-BE49-F238E27FC236}">
                <a16:creationId xmlns:a16="http://schemas.microsoft.com/office/drawing/2014/main" id="{0EEDF2DB-7824-4772-A3F3-0490A5BD2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92060" y="1825367"/>
            <a:ext cx="128126" cy="42152"/>
          </a:xfrm>
          <a:custGeom xmlns:a="http://schemas.openxmlformats.org/drawingml/2006/main">
            <a:pathLst>
              <a:path w="87434" h="28765">
                <a:moveTo>
                  <a:pt x="442" y="14513"/>
                </a:moveTo>
                <a:cubicBezTo>
                  <a:pt x="969" y="17239"/>
                  <a:pt x="3605" y="19087"/>
                  <a:pt x="6337" y="18560"/>
                </a:cubicBezTo>
                <a:cubicBezTo>
                  <a:pt x="6773" y="18472"/>
                  <a:pt x="52599" y="10641"/>
                  <a:pt x="78904" y="27884"/>
                </a:cubicBezTo>
                <a:cubicBezTo>
                  <a:pt x="79698" y="28502"/>
                  <a:pt x="80661" y="28765"/>
                  <a:pt x="81630" y="28765"/>
                </a:cubicBezTo>
                <a:cubicBezTo>
                  <a:pt x="83302" y="28765"/>
                  <a:pt x="84884" y="27974"/>
                  <a:pt x="85853" y="26478"/>
                </a:cubicBezTo>
                <a:cubicBezTo>
                  <a:pt x="87434" y="24103"/>
                  <a:pt x="86737" y="21022"/>
                  <a:pt x="84447" y="19438"/>
                </a:cubicBezTo>
                <a:cubicBezTo>
                  <a:pt x="54713" y="0"/>
                  <a:pt x="6598" y="8267"/>
                  <a:pt x="4574" y="8618"/>
                </a:cubicBezTo>
                <a:cubicBezTo>
                  <a:pt x="1848" y="9148"/>
                  <a:pt x="0" y="11787"/>
                  <a:pt x="442" y="14513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403" name="path-396">
            <a:extLst xmlns:a="http://schemas.openxmlformats.org/drawingml/2006/main">
              <a:ext uri="{FF2B5EF4-FFF2-40B4-BE49-F238E27FC236}">
                <a16:creationId xmlns:a16="http://schemas.microsoft.com/office/drawing/2014/main" id="{BB4DB8E5-AB3D-48FB-8ACD-87F3414F9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30447" y="1638973"/>
            <a:ext cx="95904" cy="49499"/>
          </a:xfrm>
          <a:custGeom xmlns:a="http://schemas.openxmlformats.org/drawingml/2006/main">
            <a:pathLst>
              <a:path w="65445" h="33778">
                <a:moveTo>
                  <a:pt x="5630" y="33778"/>
                </a:moveTo>
                <a:cubicBezTo>
                  <a:pt x="6949" y="33778"/>
                  <a:pt x="8357" y="33251"/>
                  <a:pt x="9324" y="32108"/>
                </a:cubicBezTo>
                <a:cubicBezTo>
                  <a:pt x="10292" y="31140"/>
                  <a:pt x="31403" y="8621"/>
                  <a:pt x="56649" y="28853"/>
                </a:cubicBezTo>
                <a:cubicBezTo>
                  <a:pt x="58760" y="30611"/>
                  <a:pt x="61927" y="30261"/>
                  <a:pt x="63685" y="28150"/>
                </a:cubicBezTo>
                <a:cubicBezTo>
                  <a:pt x="65445" y="25951"/>
                  <a:pt x="65094" y="22782"/>
                  <a:pt x="62983" y="21024"/>
                </a:cubicBezTo>
                <a:cubicBezTo>
                  <a:pt x="36770" y="0"/>
                  <a:pt x="11523" y="14604"/>
                  <a:pt x="1848" y="25335"/>
                </a:cubicBezTo>
                <a:cubicBezTo>
                  <a:pt x="0" y="27358"/>
                  <a:pt x="176" y="30611"/>
                  <a:pt x="2199" y="32461"/>
                </a:cubicBezTo>
                <a:cubicBezTo>
                  <a:pt x="3165" y="33339"/>
                  <a:pt x="4398" y="33778"/>
                  <a:pt x="5630" y="33778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" name="path-397">
            <a:extLst xmlns:a="http://schemas.openxmlformats.org/drawingml/2006/main">
              <a:ext uri="{FF2B5EF4-FFF2-40B4-BE49-F238E27FC236}">
                <a16:creationId xmlns:a16="http://schemas.microsoft.com/office/drawing/2014/main" id="{73D96AD6-6600-48D0-93B7-B13C60EA1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30447" y="1638971"/>
            <a:ext cx="95899" cy="49499"/>
          </a:xfrm>
          <a:custGeom xmlns:a="http://schemas.openxmlformats.org/drawingml/2006/main">
            <a:pathLst>
              <a:path w="65442" h="33778">
                <a:moveTo>
                  <a:pt x="5628" y="33778"/>
                </a:moveTo>
                <a:cubicBezTo>
                  <a:pt x="6949" y="33778"/>
                  <a:pt x="8354" y="33251"/>
                  <a:pt x="9324" y="32106"/>
                </a:cubicBezTo>
                <a:cubicBezTo>
                  <a:pt x="10293" y="31140"/>
                  <a:pt x="31400" y="8621"/>
                  <a:pt x="56646" y="28853"/>
                </a:cubicBezTo>
                <a:cubicBezTo>
                  <a:pt x="58754" y="30613"/>
                  <a:pt x="61928" y="30261"/>
                  <a:pt x="63685" y="28150"/>
                </a:cubicBezTo>
                <a:cubicBezTo>
                  <a:pt x="65442" y="25954"/>
                  <a:pt x="65091" y="22782"/>
                  <a:pt x="62977" y="21026"/>
                </a:cubicBezTo>
                <a:cubicBezTo>
                  <a:pt x="36768" y="0"/>
                  <a:pt x="11523" y="14604"/>
                  <a:pt x="1848" y="25333"/>
                </a:cubicBezTo>
                <a:cubicBezTo>
                  <a:pt x="0" y="27447"/>
                  <a:pt x="176" y="30613"/>
                  <a:pt x="2199" y="32461"/>
                </a:cubicBezTo>
                <a:cubicBezTo>
                  <a:pt x="3162" y="33339"/>
                  <a:pt x="4398" y="33778"/>
                  <a:pt x="5628" y="337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405" name="path-398">
            <a:extLst xmlns:a="http://schemas.openxmlformats.org/drawingml/2006/main">
              <a:ext uri="{FF2B5EF4-FFF2-40B4-BE49-F238E27FC236}">
                <a16:creationId xmlns:a16="http://schemas.microsoft.com/office/drawing/2014/main" id="{ECBB3081-0B0B-48CA-90BA-AC3AB7411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7763" y="1670556"/>
            <a:ext cx="94745" cy="30420"/>
          </a:xfrm>
          <a:custGeom xmlns:a="http://schemas.openxmlformats.org/drawingml/2006/main">
            <a:pathLst>
              <a:path w="64655" h="20759">
                <a:moveTo>
                  <a:pt x="5718" y="20055"/>
                </a:moveTo>
                <a:cubicBezTo>
                  <a:pt x="6246" y="20055"/>
                  <a:pt x="6861" y="19967"/>
                  <a:pt x="7390" y="19793"/>
                </a:cubicBezTo>
                <a:cubicBezTo>
                  <a:pt x="7653" y="19703"/>
                  <a:pt x="34218" y="10731"/>
                  <a:pt x="57088" y="19703"/>
                </a:cubicBezTo>
                <a:cubicBezTo>
                  <a:pt x="59728" y="20759"/>
                  <a:pt x="62630" y="19440"/>
                  <a:pt x="63685" y="16889"/>
                </a:cubicBezTo>
                <a:cubicBezTo>
                  <a:pt x="64655" y="14251"/>
                  <a:pt x="63423" y="11347"/>
                  <a:pt x="60783" y="10292"/>
                </a:cubicBezTo>
                <a:cubicBezTo>
                  <a:pt x="34483" y="0"/>
                  <a:pt x="5278" y="9852"/>
                  <a:pt x="4047" y="10292"/>
                </a:cubicBezTo>
                <a:cubicBezTo>
                  <a:pt x="1407" y="11170"/>
                  <a:pt x="0" y="14074"/>
                  <a:pt x="968" y="16712"/>
                </a:cubicBezTo>
                <a:cubicBezTo>
                  <a:pt x="1672" y="18737"/>
                  <a:pt x="3606" y="20055"/>
                  <a:pt x="5718" y="20055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" name="path-399">
            <a:extLst xmlns:a="http://schemas.openxmlformats.org/drawingml/2006/main">
              <a:ext uri="{FF2B5EF4-FFF2-40B4-BE49-F238E27FC236}">
                <a16:creationId xmlns:a16="http://schemas.microsoft.com/office/drawing/2014/main" id="{6FBD7F8B-304A-4EC7-83F2-CE77C04829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7760" y="1670558"/>
            <a:ext cx="94745" cy="30416"/>
          </a:xfrm>
          <a:custGeom xmlns:a="http://schemas.openxmlformats.org/drawingml/2006/main">
            <a:pathLst>
              <a:path w="64655" h="20756">
                <a:moveTo>
                  <a:pt x="5719" y="20053"/>
                </a:moveTo>
                <a:cubicBezTo>
                  <a:pt x="6246" y="20053"/>
                  <a:pt x="6858" y="19965"/>
                  <a:pt x="7391" y="19790"/>
                </a:cubicBezTo>
                <a:cubicBezTo>
                  <a:pt x="7652" y="19702"/>
                  <a:pt x="34218" y="10729"/>
                  <a:pt x="57088" y="19790"/>
                </a:cubicBezTo>
                <a:cubicBezTo>
                  <a:pt x="59729" y="20756"/>
                  <a:pt x="62631" y="19523"/>
                  <a:pt x="63685" y="16888"/>
                </a:cubicBezTo>
                <a:cubicBezTo>
                  <a:pt x="64655" y="14246"/>
                  <a:pt x="63425" y="11347"/>
                  <a:pt x="60783" y="10375"/>
                </a:cubicBezTo>
                <a:cubicBezTo>
                  <a:pt x="34484" y="0"/>
                  <a:pt x="5277" y="9848"/>
                  <a:pt x="4047" y="10290"/>
                </a:cubicBezTo>
                <a:cubicBezTo>
                  <a:pt x="1412" y="11172"/>
                  <a:pt x="0" y="14071"/>
                  <a:pt x="969" y="16712"/>
                </a:cubicBezTo>
                <a:cubicBezTo>
                  <a:pt x="1672" y="18820"/>
                  <a:pt x="3611" y="20053"/>
                  <a:pt x="5719" y="20053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407" name="path-400">
            <a:extLst xmlns:a="http://schemas.openxmlformats.org/drawingml/2006/main">
              <a:ext uri="{FF2B5EF4-FFF2-40B4-BE49-F238E27FC236}">
                <a16:creationId xmlns:a16="http://schemas.microsoft.com/office/drawing/2014/main" id="{5CEC1314-C11D-414F-BCAC-A40DA7448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2407" y="1571816"/>
            <a:ext cx="437366" cy="451160"/>
          </a:xfrm>
          <a:custGeom xmlns:a="http://schemas.openxmlformats.org/drawingml/2006/main">
            <a:pathLst>
              <a:path w="298462" h="307875">
                <a:moveTo>
                  <a:pt x="38967" y="265301"/>
                </a:moveTo>
                <a:cubicBezTo>
                  <a:pt x="41079" y="283333"/>
                  <a:pt x="48028" y="307434"/>
                  <a:pt x="83917" y="307875"/>
                </a:cubicBezTo>
                <a:cubicBezTo>
                  <a:pt x="84885" y="307875"/>
                  <a:pt x="85941" y="307875"/>
                  <a:pt x="86909" y="307875"/>
                </a:cubicBezTo>
                <a:cubicBezTo>
                  <a:pt x="109779" y="307875"/>
                  <a:pt x="124645" y="304444"/>
                  <a:pt x="132298" y="297406"/>
                </a:cubicBezTo>
                <a:cubicBezTo>
                  <a:pt x="138103" y="298023"/>
                  <a:pt x="143733" y="298462"/>
                  <a:pt x="149187" y="298462"/>
                </a:cubicBezTo>
                <a:cubicBezTo>
                  <a:pt x="231522" y="298462"/>
                  <a:pt x="298462" y="231522"/>
                  <a:pt x="298462" y="149187"/>
                </a:cubicBezTo>
                <a:cubicBezTo>
                  <a:pt x="298462" y="66940"/>
                  <a:pt x="231522" y="0"/>
                  <a:pt x="149187" y="0"/>
                </a:cubicBezTo>
                <a:cubicBezTo>
                  <a:pt x="66940" y="0"/>
                  <a:pt x="0" y="66940"/>
                  <a:pt x="0" y="149187"/>
                </a:cubicBezTo>
                <a:cubicBezTo>
                  <a:pt x="0" y="186837"/>
                  <a:pt x="13986" y="222549"/>
                  <a:pt x="39408" y="250171"/>
                </a:cubicBezTo>
                <a:cubicBezTo>
                  <a:pt x="38616" y="255711"/>
                  <a:pt x="38440" y="260726"/>
                  <a:pt x="38967" y="265301"/>
                </a:cubicBezTo>
                <a:moveTo>
                  <a:pt x="84005" y="297759"/>
                </a:moveTo>
                <a:cubicBezTo>
                  <a:pt x="56649" y="297406"/>
                  <a:pt x="51019" y="281398"/>
                  <a:pt x="48995" y="264156"/>
                </a:cubicBezTo>
                <a:cubicBezTo>
                  <a:pt x="48468" y="259934"/>
                  <a:pt x="48732" y="254920"/>
                  <a:pt x="49700" y="249379"/>
                </a:cubicBezTo>
                <a:cubicBezTo>
                  <a:pt x="51635" y="238648"/>
                  <a:pt x="56032" y="227740"/>
                  <a:pt x="58848" y="220526"/>
                </a:cubicBezTo>
                <a:cubicBezTo>
                  <a:pt x="59728" y="218414"/>
                  <a:pt x="60431" y="216656"/>
                  <a:pt x="61047" y="215161"/>
                </a:cubicBezTo>
                <a:cubicBezTo>
                  <a:pt x="63069" y="209531"/>
                  <a:pt x="62013" y="202670"/>
                  <a:pt x="61047" y="196688"/>
                </a:cubicBezTo>
                <a:cubicBezTo>
                  <a:pt x="60696" y="194313"/>
                  <a:pt x="60079" y="190794"/>
                  <a:pt x="60255" y="189124"/>
                </a:cubicBezTo>
                <a:cubicBezTo>
                  <a:pt x="62013" y="188595"/>
                  <a:pt x="64038" y="188332"/>
                  <a:pt x="65268" y="189211"/>
                </a:cubicBezTo>
                <a:cubicBezTo>
                  <a:pt x="68876" y="191674"/>
                  <a:pt x="69052" y="202670"/>
                  <a:pt x="69227" y="209268"/>
                </a:cubicBezTo>
                <a:cubicBezTo>
                  <a:pt x="69315" y="212435"/>
                  <a:pt x="69403" y="215424"/>
                  <a:pt x="69667" y="217977"/>
                </a:cubicBezTo>
                <a:cubicBezTo>
                  <a:pt x="70636" y="226155"/>
                  <a:pt x="77321" y="235569"/>
                  <a:pt x="103357" y="233721"/>
                </a:cubicBezTo>
                <a:cubicBezTo>
                  <a:pt x="109515" y="233281"/>
                  <a:pt x="119278" y="230378"/>
                  <a:pt x="130626" y="227123"/>
                </a:cubicBezTo>
                <a:cubicBezTo>
                  <a:pt x="141358" y="223956"/>
                  <a:pt x="153585" y="220438"/>
                  <a:pt x="164228" y="218504"/>
                </a:cubicBezTo>
                <a:cubicBezTo>
                  <a:pt x="170650" y="217360"/>
                  <a:pt x="173289" y="218414"/>
                  <a:pt x="173464" y="219120"/>
                </a:cubicBezTo>
                <a:cubicBezTo>
                  <a:pt x="173905" y="220703"/>
                  <a:pt x="171882" y="224309"/>
                  <a:pt x="169595" y="225189"/>
                </a:cubicBezTo>
                <a:cubicBezTo>
                  <a:pt x="161853" y="228355"/>
                  <a:pt x="127987" y="241110"/>
                  <a:pt x="127636" y="241286"/>
                </a:cubicBezTo>
                <a:cubicBezTo>
                  <a:pt x="125349" y="242166"/>
                  <a:pt x="123940" y="244629"/>
                  <a:pt x="124557" y="247092"/>
                </a:cubicBezTo>
                <a:cubicBezTo>
                  <a:pt x="125085" y="249554"/>
                  <a:pt x="127372" y="251225"/>
                  <a:pt x="129923" y="251051"/>
                </a:cubicBezTo>
                <a:cubicBezTo>
                  <a:pt x="130099" y="250963"/>
                  <a:pt x="130274" y="250963"/>
                  <a:pt x="130362" y="250963"/>
                </a:cubicBezTo>
                <a:cubicBezTo>
                  <a:pt x="131154" y="252721"/>
                  <a:pt x="130274" y="258790"/>
                  <a:pt x="128516" y="263541"/>
                </a:cubicBezTo>
                <a:cubicBezTo>
                  <a:pt x="127724" y="265563"/>
                  <a:pt x="128339" y="267850"/>
                  <a:pt x="130011" y="269259"/>
                </a:cubicBezTo>
                <a:cubicBezTo>
                  <a:pt x="133705" y="272249"/>
                  <a:pt x="129835" y="277351"/>
                  <a:pt x="129043" y="278319"/>
                </a:cubicBezTo>
                <a:cubicBezTo>
                  <a:pt x="128075" y="279463"/>
                  <a:pt x="127724" y="280958"/>
                  <a:pt x="127987" y="282453"/>
                </a:cubicBezTo>
                <a:cubicBezTo>
                  <a:pt x="128427" y="285093"/>
                  <a:pt x="127987" y="287116"/>
                  <a:pt x="126492" y="288962"/>
                </a:cubicBezTo>
                <a:cubicBezTo>
                  <a:pt x="123677" y="292393"/>
                  <a:pt x="114441" y="298200"/>
                  <a:pt x="84005" y="297759"/>
                </a:cubicBezTo>
                <a:moveTo>
                  <a:pt x="149187" y="10116"/>
                </a:moveTo>
                <a:cubicBezTo>
                  <a:pt x="225892" y="10116"/>
                  <a:pt x="288347" y="72482"/>
                  <a:pt x="288347" y="149187"/>
                </a:cubicBezTo>
                <a:cubicBezTo>
                  <a:pt x="288347" y="225980"/>
                  <a:pt x="225892" y="288347"/>
                  <a:pt x="149187" y="288347"/>
                </a:cubicBezTo>
                <a:cubicBezTo>
                  <a:pt x="145579" y="288347"/>
                  <a:pt x="141709" y="288172"/>
                  <a:pt x="137928" y="287819"/>
                </a:cubicBezTo>
                <a:cubicBezTo>
                  <a:pt x="137928" y="287555"/>
                  <a:pt x="138015" y="287204"/>
                  <a:pt x="138015" y="286851"/>
                </a:cubicBezTo>
                <a:cubicBezTo>
                  <a:pt x="138103" y="286500"/>
                  <a:pt x="138103" y="286236"/>
                  <a:pt x="138103" y="285973"/>
                </a:cubicBezTo>
                <a:cubicBezTo>
                  <a:pt x="138191" y="284917"/>
                  <a:pt x="138279" y="283949"/>
                  <a:pt x="138191" y="282893"/>
                </a:cubicBezTo>
                <a:cubicBezTo>
                  <a:pt x="139775" y="280431"/>
                  <a:pt x="142150" y="275857"/>
                  <a:pt x="141622" y="270930"/>
                </a:cubicBezTo>
                <a:cubicBezTo>
                  <a:pt x="141446" y="268379"/>
                  <a:pt x="140478" y="266092"/>
                  <a:pt x="138983" y="264069"/>
                </a:cubicBezTo>
                <a:cubicBezTo>
                  <a:pt x="140302" y="259670"/>
                  <a:pt x="141797" y="252721"/>
                  <a:pt x="139863" y="247444"/>
                </a:cubicBezTo>
                <a:cubicBezTo>
                  <a:pt x="150506" y="243396"/>
                  <a:pt x="167922" y="236800"/>
                  <a:pt x="173376" y="234601"/>
                </a:cubicBezTo>
                <a:cubicBezTo>
                  <a:pt x="179710" y="232050"/>
                  <a:pt x="185252" y="223693"/>
                  <a:pt x="183141" y="216392"/>
                </a:cubicBezTo>
                <a:cubicBezTo>
                  <a:pt x="183141" y="216127"/>
                  <a:pt x="183053" y="215952"/>
                  <a:pt x="182965" y="215688"/>
                </a:cubicBezTo>
                <a:cubicBezTo>
                  <a:pt x="182261" y="213840"/>
                  <a:pt x="180766" y="211202"/>
                  <a:pt x="177160" y="209531"/>
                </a:cubicBezTo>
                <a:cubicBezTo>
                  <a:pt x="173993" y="208036"/>
                  <a:pt x="169331" y="207332"/>
                  <a:pt x="162382" y="208563"/>
                </a:cubicBezTo>
                <a:cubicBezTo>
                  <a:pt x="151209" y="210585"/>
                  <a:pt x="138808" y="214193"/>
                  <a:pt x="127812" y="217360"/>
                </a:cubicBezTo>
                <a:cubicBezTo>
                  <a:pt x="117520" y="220438"/>
                  <a:pt x="107755" y="223253"/>
                  <a:pt x="102653" y="223605"/>
                </a:cubicBezTo>
                <a:cubicBezTo>
                  <a:pt x="92626" y="224309"/>
                  <a:pt x="80575" y="223693"/>
                  <a:pt x="79695" y="216656"/>
                </a:cubicBezTo>
                <a:cubicBezTo>
                  <a:pt x="79431" y="214722"/>
                  <a:pt x="79343" y="211906"/>
                  <a:pt x="79343" y="209003"/>
                </a:cubicBezTo>
                <a:cubicBezTo>
                  <a:pt x="79080" y="198887"/>
                  <a:pt x="78815" y="186308"/>
                  <a:pt x="71075" y="180854"/>
                </a:cubicBezTo>
                <a:cubicBezTo>
                  <a:pt x="67028" y="178128"/>
                  <a:pt x="61927" y="177775"/>
                  <a:pt x="55857" y="179886"/>
                </a:cubicBezTo>
                <a:cubicBezTo>
                  <a:pt x="48556" y="182438"/>
                  <a:pt x="49875" y="190882"/>
                  <a:pt x="51019" y="198272"/>
                </a:cubicBezTo>
                <a:cubicBezTo>
                  <a:pt x="51811" y="203109"/>
                  <a:pt x="52690" y="208476"/>
                  <a:pt x="51546" y="211641"/>
                </a:cubicBezTo>
                <a:cubicBezTo>
                  <a:pt x="51019" y="213050"/>
                  <a:pt x="50315" y="214808"/>
                  <a:pt x="49524" y="216744"/>
                </a:cubicBezTo>
                <a:cubicBezTo>
                  <a:pt x="49083" y="217887"/>
                  <a:pt x="48556" y="219206"/>
                  <a:pt x="48028" y="220438"/>
                </a:cubicBezTo>
                <a:cubicBezTo>
                  <a:pt x="47852" y="220879"/>
                  <a:pt x="47676" y="221319"/>
                  <a:pt x="47501" y="221757"/>
                </a:cubicBezTo>
                <a:cubicBezTo>
                  <a:pt x="47060" y="222990"/>
                  <a:pt x="46533" y="224221"/>
                  <a:pt x="46093" y="225628"/>
                </a:cubicBezTo>
                <a:cubicBezTo>
                  <a:pt x="46004" y="225892"/>
                  <a:pt x="45828" y="226155"/>
                  <a:pt x="45741" y="226508"/>
                </a:cubicBezTo>
                <a:cubicBezTo>
                  <a:pt x="45213" y="228003"/>
                  <a:pt x="44597" y="229675"/>
                  <a:pt x="44070" y="231346"/>
                </a:cubicBezTo>
                <a:cubicBezTo>
                  <a:pt x="43894" y="231785"/>
                  <a:pt x="43805" y="232226"/>
                  <a:pt x="43629" y="232665"/>
                </a:cubicBezTo>
                <a:cubicBezTo>
                  <a:pt x="43190" y="234074"/>
                  <a:pt x="42751" y="235481"/>
                  <a:pt x="42310" y="236888"/>
                </a:cubicBezTo>
                <a:cubicBezTo>
                  <a:pt x="42222" y="237239"/>
                  <a:pt x="42134" y="237504"/>
                  <a:pt x="42046" y="237856"/>
                </a:cubicBezTo>
                <a:cubicBezTo>
                  <a:pt x="21374" y="212962"/>
                  <a:pt x="10116" y="181822"/>
                  <a:pt x="10116" y="149187"/>
                </a:cubicBezTo>
                <a:cubicBezTo>
                  <a:pt x="10116" y="72482"/>
                  <a:pt x="72482" y="10116"/>
                  <a:pt x="149187" y="10116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" name="path-401">
            <a:extLst xmlns:a="http://schemas.openxmlformats.org/drawingml/2006/main">
              <a:ext uri="{FF2B5EF4-FFF2-40B4-BE49-F238E27FC236}">
                <a16:creationId xmlns:a16="http://schemas.microsoft.com/office/drawing/2014/main" id="{8E278029-1A2F-415E-BB0E-8D6EBECE3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2405" y="1571814"/>
            <a:ext cx="437370" cy="451162"/>
          </a:xfrm>
          <a:custGeom xmlns:a="http://schemas.openxmlformats.org/drawingml/2006/main">
            <a:pathLst>
              <a:path w="298465" h="307876">
                <a:moveTo>
                  <a:pt x="38967" y="265301"/>
                </a:moveTo>
                <a:cubicBezTo>
                  <a:pt x="41076" y="283334"/>
                  <a:pt x="48031" y="307437"/>
                  <a:pt x="83920" y="307876"/>
                </a:cubicBezTo>
                <a:cubicBezTo>
                  <a:pt x="84884" y="307876"/>
                  <a:pt x="85938" y="307876"/>
                  <a:pt x="86907" y="307876"/>
                </a:cubicBezTo>
                <a:cubicBezTo>
                  <a:pt x="109777" y="307876"/>
                  <a:pt x="124645" y="304444"/>
                  <a:pt x="132296" y="297408"/>
                </a:cubicBezTo>
                <a:cubicBezTo>
                  <a:pt x="138106" y="298113"/>
                  <a:pt x="143734" y="298465"/>
                  <a:pt x="149187" y="298465"/>
                </a:cubicBezTo>
                <a:cubicBezTo>
                  <a:pt x="231520" y="298465"/>
                  <a:pt x="298465" y="231520"/>
                  <a:pt x="298465" y="149187"/>
                </a:cubicBezTo>
                <a:cubicBezTo>
                  <a:pt x="298465" y="66942"/>
                  <a:pt x="231520" y="0"/>
                  <a:pt x="149187" y="0"/>
                </a:cubicBezTo>
                <a:cubicBezTo>
                  <a:pt x="66939" y="0"/>
                  <a:pt x="0" y="66942"/>
                  <a:pt x="0" y="149187"/>
                </a:cubicBezTo>
                <a:cubicBezTo>
                  <a:pt x="0" y="186834"/>
                  <a:pt x="13983" y="222548"/>
                  <a:pt x="39410" y="250171"/>
                </a:cubicBezTo>
                <a:cubicBezTo>
                  <a:pt x="38616" y="255711"/>
                  <a:pt x="38440" y="260727"/>
                  <a:pt x="38967" y="265301"/>
                </a:cubicBezTo>
                <a:moveTo>
                  <a:pt x="84005" y="297762"/>
                </a:moveTo>
                <a:cubicBezTo>
                  <a:pt x="56646" y="297408"/>
                  <a:pt x="51017" y="281395"/>
                  <a:pt x="48994" y="264156"/>
                </a:cubicBezTo>
                <a:cubicBezTo>
                  <a:pt x="48467" y="259934"/>
                  <a:pt x="48733" y="254920"/>
                  <a:pt x="49697" y="249380"/>
                </a:cubicBezTo>
                <a:cubicBezTo>
                  <a:pt x="51635" y="238648"/>
                  <a:pt x="56034" y="227743"/>
                  <a:pt x="58936" y="220527"/>
                </a:cubicBezTo>
                <a:cubicBezTo>
                  <a:pt x="59729" y="218416"/>
                  <a:pt x="60432" y="216656"/>
                  <a:pt x="61044" y="215162"/>
                </a:cubicBezTo>
                <a:cubicBezTo>
                  <a:pt x="63067" y="209531"/>
                  <a:pt x="62013" y="202758"/>
                  <a:pt x="61044" y="196688"/>
                </a:cubicBezTo>
                <a:cubicBezTo>
                  <a:pt x="60693" y="194313"/>
                  <a:pt x="60081" y="190796"/>
                  <a:pt x="60256" y="189124"/>
                </a:cubicBezTo>
                <a:cubicBezTo>
                  <a:pt x="62013" y="188597"/>
                  <a:pt x="64037" y="188333"/>
                  <a:pt x="65267" y="189208"/>
                </a:cubicBezTo>
                <a:cubicBezTo>
                  <a:pt x="68877" y="191674"/>
                  <a:pt x="69053" y="202670"/>
                  <a:pt x="69229" y="209268"/>
                </a:cubicBezTo>
                <a:cubicBezTo>
                  <a:pt x="69314" y="212433"/>
                  <a:pt x="69405" y="215423"/>
                  <a:pt x="69665" y="217974"/>
                </a:cubicBezTo>
                <a:cubicBezTo>
                  <a:pt x="70634" y="226155"/>
                  <a:pt x="77323" y="235567"/>
                  <a:pt x="103356" y="233719"/>
                </a:cubicBezTo>
                <a:cubicBezTo>
                  <a:pt x="109517" y="233283"/>
                  <a:pt x="119277" y="230378"/>
                  <a:pt x="130630" y="227122"/>
                </a:cubicBezTo>
                <a:cubicBezTo>
                  <a:pt x="141354" y="223956"/>
                  <a:pt x="153585" y="220439"/>
                  <a:pt x="164230" y="218504"/>
                </a:cubicBezTo>
                <a:cubicBezTo>
                  <a:pt x="170652" y="217362"/>
                  <a:pt x="173293" y="218504"/>
                  <a:pt x="173469" y="219122"/>
                </a:cubicBezTo>
                <a:cubicBezTo>
                  <a:pt x="173905" y="220703"/>
                  <a:pt x="171882" y="224311"/>
                  <a:pt x="169592" y="225277"/>
                </a:cubicBezTo>
                <a:cubicBezTo>
                  <a:pt x="161855" y="228355"/>
                  <a:pt x="127989" y="241113"/>
                  <a:pt x="127631" y="241289"/>
                </a:cubicBezTo>
                <a:cubicBezTo>
                  <a:pt x="125347" y="242165"/>
                  <a:pt x="123942" y="244630"/>
                  <a:pt x="124560" y="247090"/>
                </a:cubicBezTo>
                <a:cubicBezTo>
                  <a:pt x="125087" y="249556"/>
                  <a:pt x="127371" y="251228"/>
                  <a:pt x="129921" y="251052"/>
                </a:cubicBezTo>
                <a:cubicBezTo>
                  <a:pt x="130097" y="250961"/>
                  <a:pt x="130273" y="250961"/>
                  <a:pt x="130364" y="251052"/>
                </a:cubicBezTo>
                <a:cubicBezTo>
                  <a:pt x="131157" y="252721"/>
                  <a:pt x="130273" y="258792"/>
                  <a:pt x="128516" y="263541"/>
                </a:cubicBezTo>
                <a:cubicBezTo>
                  <a:pt x="127722" y="265565"/>
                  <a:pt x="128340" y="267855"/>
                  <a:pt x="130006" y="269258"/>
                </a:cubicBezTo>
                <a:cubicBezTo>
                  <a:pt x="133708" y="272253"/>
                  <a:pt x="129831" y="277351"/>
                  <a:pt x="129043" y="278321"/>
                </a:cubicBezTo>
                <a:cubicBezTo>
                  <a:pt x="128074" y="279463"/>
                  <a:pt x="127722" y="280959"/>
                  <a:pt x="127989" y="282453"/>
                </a:cubicBezTo>
                <a:cubicBezTo>
                  <a:pt x="128431" y="285094"/>
                  <a:pt x="127989" y="287118"/>
                  <a:pt x="126492" y="288965"/>
                </a:cubicBezTo>
                <a:cubicBezTo>
                  <a:pt x="123675" y="292391"/>
                  <a:pt x="114436" y="298198"/>
                  <a:pt x="84005" y="297762"/>
                </a:cubicBezTo>
                <a:moveTo>
                  <a:pt x="149187" y="10114"/>
                </a:moveTo>
                <a:cubicBezTo>
                  <a:pt x="225892" y="10114"/>
                  <a:pt x="288347" y="72482"/>
                  <a:pt x="288347" y="149187"/>
                </a:cubicBezTo>
                <a:cubicBezTo>
                  <a:pt x="288347" y="225980"/>
                  <a:pt x="225892" y="288344"/>
                  <a:pt x="149187" y="288344"/>
                </a:cubicBezTo>
                <a:cubicBezTo>
                  <a:pt x="145576" y="288344"/>
                  <a:pt x="141711" y="288169"/>
                  <a:pt x="137931" y="287908"/>
                </a:cubicBezTo>
                <a:cubicBezTo>
                  <a:pt x="137931" y="287557"/>
                  <a:pt x="138015" y="287202"/>
                  <a:pt x="138015" y="286851"/>
                </a:cubicBezTo>
                <a:cubicBezTo>
                  <a:pt x="138106" y="286500"/>
                  <a:pt x="138106" y="286236"/>
                  <a:pt x="138106" y="285969"/>
                </a:cubicBezTo>
                <a:cubicBezTo>
                  <a:pt x="138191" y="284918"/>
                  <a:pt x="138282" y="283949"/>
                  <a:pt x="138191" y="282895"/>
                </a:cubicBezTo>
                <a:cubicBezTo>
                  <a:pt x="139778" y="280429"/>
                  <a:pt x="142153" y="275946"/>
                  <a:pt x="141620" y="270930"/>
                </a:cubicBezTo>
                <a:cubicBezTo>
                  <a:pt x="141444" y="268379"/>
                  <a:pt x="140481" y="266092"/>
                  <a:pt x="138979" y="264069"/>
                </a:cubicBezTo>
                <a:cubicBezTo>
                  <a:pt x="140305" y="259670"/>
                  <a:pt x="141802" y="252721"/>
                  <a:pt x="139863" y="247444"/>
                </a:cubicBezTo>
                <a:cubicBezTo>
                  <a:pt x="150508" y="243397"/>
                  <a:pt x="167919" y="236800"/>
                  <a:pt x="173378" y="234601"/>
                </a:cubicBezTo>
                <a:cubicBezTo>
                  <a:pt x="179715" y="232050"/>
                  <a:pt x="185252" y="223696"/>
                  <a:pt x="183138" y="216392"/>
                </a:cubicBezTo>
                <a:cubicBezTo>
                  <a:pt x="183138" y="216129"/>
                  <a:pt x="183053" y="215950"/>
                  <a:pt x="182962" y="215690"/>
                </a:cubicBezTo>
                <a:cubicBezTo>
                  <a:pt x="182266" y="213842"/>
                  <a:pt x="180763" y="211200"/>
                  <a:pt x="177158" y="209531"/>
                </a:cubicBezTo>
                <a:cubicBezTo>
                  <a:pt x="173990" y="208035"/>
                  <a:pt x="169331" y="207332"/>
                  <a:pt x="162382" y="208565"/>
                </a:cubicBezTo>
                <a:cubicBezTo>
                  <a:pt x="151210" y="210585"/>
                  <a:pt x="138803" y="214193"/>
                  <a:pt x="127807" y="217362"/>
                </a:cubicBezTo>
                <a:cubicBezTo>
                  <a:pt x="117520" y="220439"/>
                  <a:pt x="107754" y="223253"/>
                  <a:pt x="102653" y="223605"/>
                </a:cubicBezTo>
                <a:cubicBezTo>
                  <a:pt x="92626" y="224311"/>
                  <a:pt x="80576" y="223696"/>
                  <a:pt x="79698" y="216747"/>
                </a:cubicBezTo>
                <a:cubicBezTo>
                  <a:pt x="79431" y="214723"/>
                  <a:pt x="79346" y="211997"/>
                  <a:pt x="79346" y="209001"/>
                </a:cubicBezTo>
                <a:cubicBezTo>
                  <a:pt x="79080" y="198887"/>
                  <a:pt x="78813" y="186310"/>
                  <a:pt x="71077" y="180857"/>
                </a:cubicBezTo>
                <a:cubicBezTo>
                  <a:pt x="67030" y="178128"/>
                  <a:pt x="61928" y="177776"/>
                  <a:pt x="55858" y="179891"/>
                </a:cubicBezTo>
                <a:cubicBezTo>
                  <a:pt x="48558" y="182435"/>
                  <a:pt x="49872" y="190884"/>
                  <a:pt x="51017" y="198272"/>
                </a:cubicBezTo>
                <a:cubicBezTo>
                  <a:pt x="51811" y="203109"/>
                  <a:pt x="52690" y="208477"/>
                  <a:pt x="51544" y="211643"/>
                </a:cubicBezTo>
                <a:cubicBezTo>
                  <a:pt x="51017" y="213051"/>
                  <a:pt x="50315" y="214808"/>
                  <a:pt x="49521" y="216747"/>
                </a:cubicBezTo>
                <a:cubicBezTo>
                  <a:pt x="49085" y="217889"/>
                  <a:pt x="48558" y="219206"/>
                  <a:pt x="48031" y="220527"/>
                </a:cubicBezTo>
                <a:cubicBezTo>
                  <a:pt x="47849" y="220879"/>
                  <a:pt x="47673" y="221321"/>
                  <a:pt x="47497" y="221757"/>
                </a:cubicBezTo>
                <a:cubicBezTo>
                  <a:pt x="47061" y="222990"/>
                  <a:pt x="46534" y="224220"/>
                  <a:pt x="46092" y="225628"/>
                </a:cubicBezTo>
                <a:cubicBezTo>
                  <a:pt x="46007" y="225895"/>
                  <a:pt x="45831" y="226155"/>
                  <a:pt x="45741" y="226510"/>
                </a:cubicBezTo>
                <a:cubicBezTo>
                  <a:pt x="45213" y="228003"/>
                  <a:pt x="44596" y="229675"/>
                  <a:pt x="44068" y="231344"/>
                </a:cubicBezTo>
                <a:cubicBezTo>
                  <a:pt x="43893" y="231787"/>
                  <a:pt x="43808" y="232226"/>
                  <a:pt x="43632" y="232668"/>
                </a:cubicBezTo>
                <a:cubicBezTo>
                  <a:pt x="43190" y="234074"/>
                  <a:pt x="42748" y="235482"/>
                  <a:pt x="42312" y="236891"/>
                </a:cubicBezTo>
                <a:cubicBezTo>
                  <a:pt x="42221" y="237242"/>
                  <a:pt x="42136" y="237506"/>
                  <a:pt x="42045" y="237857"/>
                </a:cubicBezTo>
                <a:cubicBezTo>
                  <a:pt x="21374" y="212963"/>
                  <a:pt x="10117" y="181823"/>
                  <a:pt x="10117" y="149187"/>
                </a:cubicBezTo>
                <a:cubicBezTo>
                  <a:pt x="10117" y="72482"/>
                  <a:pt x="72482" y="10114"/>
                  <a:pt x="149187" y="10114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409" name="path-402">
            <a:extLst xmlns:a="http://schemas.openxmlformats.org/drawingml/2006/main">
              <a:ext uri="{FF2B5EF4-FFF2-40B4-BE49-F238E27FC236}">
                <a16:creationId xmlns:a16="http://schemas.microsoft.com/office/drawing/2014/main" id="{FC6C5C47-A453-4772-B66B-ECB773D3D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7743" y="1381684"/>
            <a:ext cx="261543" cy="375494"/>
          </a:xfrm>
          <a:custGeom xmlns:a="http://schemas.openxmlformats.org/drawingml/2006/main">
            <a:pathLst>
              <a:path w="178479" h="256240">
                <a:moveTo>
                  <a:pt x="178479" y="90339"/>
                </a:moveTo>
                <a:cubicBezTo>
                  <a:pt x="178479" y="65358"/>
                  <a:pt x="167748" y="41432"/>
                  <a:pt x="149099" y="24718"/>
                </a:cubicBezTo>
                <a:cubicBezTo>
                  <a:pt x="130539" y="8005"/>
                  <a:pt x="105381" y="0"/>
                  <a:pt x="80312" y="2726"/>
                </a:cubicBezTo>
                <a:cubicBezTo>
                  <a:pt x="39320" y="7300"/>
                  <a:pt x="6685" y="40464"/>
                  <a:pt x="2638" y="81542"/>
                </a:cubicBezTo>
                <a:cubicBezTo>
                  <a:pt x="0" y="109164"/>
                  <a:pt x="10028" y="135728"/>
                  <a:pt x="30171" y="154553"/>
                </a:cubicBezTo>
                <a:cubicBezTo>
                  <a:pt x="37736" y="161678"/>
                  <a:pt x="42134" y="171883"/>
                  <a:pt x="42399" y="182614"/>
                </a:cubicBezTo>
                <a:cubicBezTo>
                  <a:pt x="38793" y="185428"/>
                  <a:pt x="36505" y="189739"/>
                  <a:pt x="36505" y="194666"/>
                </a:cubicBezTo>
                <a:lnTo>
                  <a:pt x="36505" y="217712"/>
                </a:lnTo>
                <a:cubicBezTo>
                  <a:pt x="36505" y="226243"/>
                  <a:pt x="43454" y="233106"/>
                  <a:pt x="51900" y="233106"/>
                </a:cubicBezTo>
                <a:lnTo>
                  <a:pt x="54626" y="233106"/>
                </a:lnTo>
                <a:lnTo>
                  <a:pt x="62807" y="251666"/>
                </a:lnTo>
                <a:cubicBezTo>
                  <a:pt x="64038" y="254392"/>
                  <a:pt x="66853" y="256240"/>
                  <a:pt x="69844" y="256240"/>
                </a:cubicBezTo>
                <a:lnTo>
                  <a:pt x="110923" y="256240"/>
                </a:lnTo>
                <a:cubicBezTo>
                  <a:pt x="114002" y="256240"/>
                  <a:pt x="116729" y="254392"/>
                  <a:pt x="117961" y="251666"/>
                </a:cubicBezTo>
                <a:lnTo>
                  <a:pt x="126229" y="233106"/>
                </a:lnTo>
                <a:lnTo>
                  <a:pt x="128868" y="233106"/>
                </a:lnTo>
                <a:cubicBezTo>
                  <a:pt x="137400" y="233106"/>
                  <a:pt x="144262" y="226155"/>
                  <a:pt x="144262" y="217712"/>
                </a:cubicBezTo>
                <a:lnTo>
                  <a:pt x="144262" y="194578"/>
                </a:lnTo>
                <a:cubicBezTo>
                  <a:pt x="144262" y="189739"/>
                  <a:pt x="141975" y="185428"/>
                  <a:pt x="138368" y="182614"/>
                </a:cubicBezTo>
                <a:cubicBezTo>
                  <a:pt x="138632" y="171795"/>
                  <a:pt x="142854" y="161767"/>
                  <a:pt x="150067" y="154992"/>
                </a:cubicBezTo>
                <a:cubicBezTo>
                  <a:pt x="168188" y="138456"/>
                  <a:pt x="178479" y="114882"/>
                  <a:pt x="178479" y="90339"/>
                </a:cubicBezTo>
                <a:moveTo>
                  <a:pt x="105908" y="240847"/>
                </a:moveTo>
                <a:lnTo>
                  <a:pt x="74858" y="240847"/>
                </a:lnTo>
                <a:lnTo>
                  <a:pt x="71427" y="233106"/>
                </a:lnTo>
                <a:lnTo>
                  <a:pt x="109340" y="233106"/>
                </a:lnTo>
                <a:lnTo>
                  <a:pt x="105908" y="240847"/>
                </a:lnTo>
                <a:moveTo>
                  <a:pt x="51900" y="217712"/>
                </a:moveTo>
                <a:lnTo>
                  <a:pt x="51900" y="194666"/>
                </a:lnTo>
                <a:lnTo>
                  <a:pt x="128868" y="194578"/>
                </a:lnTo>
                <a:lnTo>
                  <a:pt x="128868" y="217712"/>
                </a:lnTo>
                <a:lnTo>
                  <a:pt x="51900" y="217712"/>
                </a:lnTo>
                <a:moveTo>
                  <a:pt x="123063" y="179183"/>
                </a:moveTo>
                <a:lnTo>
                  <a:pt x="57616" y="179271"/>
                </a:lnTo>
                <a:cubicBezTo>
                  <a:pt x="56561" y="165548"/>
                  <a:pt x="50580" y="152618"/>
                  <a:pt x="40728" y="143382"/>
                </a:cubicBezTo>
                <a:cubicBezTo>
                  <a:pt x="24015" y="127813"/>
                  <a:pt x="15745" y="105821"/>
                  <a:pt x="18033" y="83037"/>
                </a:cubicBezTo>
                <a:cubicBezTo>
                  <a:pt x="21200" y="49700"/>
                  <a:pt x="48732" y="21727"/>
                  <a:pt x="81982" y="18033"/>
                </a:cubicBezTo>
                <a:cubicBezTo>
                  <a:pt x="103094" y="15746"/>
                  <a:pt x="123238" y="22168"/>
                  <a:pt x="138895" y="36153"/>
                </a:cubicBezTo>
                <a:cubicBezTo>
                  <a:pt x="154289" y="49963"/>
                  <a:pt x="163086" y="69667"/>
                  <a:pt x="163086" y="90339"/>
                </a:cubicBezTo>
                <a:cubicBezTo>
                  <a:pt x="163086" y="110571"/>
                  <a:pt x="154553" y="130011"/>
                  <a:pt x="139687" y="143733"/>
                </a:cubicBezTo>
                <a:cubicBezTo>
                  <a:pt x="130012" y="152618"/>
                  <a:pt x="124118" y="165372"/>
                  <a:pt x="123150" y="179271"/>
                </a:cubicBezTo>
                <a:lnTo>
                  <a:pt x="123063" y="179183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" name="path-403">
            <a:extLst xmlns:a="http://schemas.openxmlformats.org/drawingml/2006/main">
              <a:ext uri="{FF2B5EF4-FFF2-40B4-BE49-F238E27FC236}">
                <a16:creationId xmlns:a16="http://schemas.microsoft.com/office/drawing/2014/main" id="{E2D1487E-5BB6-44BE-ABDE-56EC5E89A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7742" y="1381684"/>
            <a:ext cx="261543" cy="375491"/>
          </a:xfrm>
          <a:custGeom xmlns:a="http://schemas.openxmlformats.org/drawingml/2006/main">
            <a:pathLst>
              <a:path w="178479" h="256238">
                <a:moveTo>
                  <a:pt x="178479" y="90339"/>
                </a:moveTo>
                <a:cubicBezTo>
                  <a:pt x="178479" y="65358"/>
                  <a:pt x="167750" y="41430"/>
                  <a:pt x="149102" y="24718"/>
                </a:cubicBezTo>
                <a:cubicBezTo>
                  <a:pt x="130539" y="8006"/>
                  <a:pt x="105379" y="0"/>
                  <a:pt x="80310" y="2726"/>
                </a:cubicBezTo>
                <a:cubicBezTo>
                  <a:pt x="39319" y="7300"/>
                  <a:pt x="6688" y="40464"/>
                  <a:pt x="2641" y="81542"/>
                </a:cubicBezTo>
                <a:cubicBezTo>
                  <a:pt x="0" y="109165"/>
                  <a:pt x="10027" y="135728"/>
                  <a:pt x="30171" y="154552"/>
                </a:cubicBezTo>
                <a:cubicBezTo>
                  <a:pt x="37737" y="161676"/>
                  <a:pt x="42136" y="171882"/>
                  <a:pt x="42402" y="182611"/>
                </a:cubicBezTo>
                <a:cubicBezTo>
                  <a:pt x="38792" y="185516"/>
                  <a:pt x="36502" y="189736"/>
                  <a:pt x="36502" y="194664"/>
                </a:cubicBezTo>
                <a:lnTo>
                  <a:pt x="36502" y="217710"/>
                </a:lnTo>
                <a:cubicBezTo>
                  <a:pt x="36502" y="226246"/>
                  <a:pt x="43451" y="233104"/>
                  <a:pt x="51896" y="233104"/>
                </a:cubicBezTo>
                <a:lnTo>
                  <a:pt x="54622" y="233104"/>
                </a:lnTo>
                <a:lnTo>
                  <a:pt x="62807" y="251664"/>
                </a:lnTo>
                <a:cubicBezTo>
                  <a:pt x="64037" y="254390"/>
                  <a:pt x="66854" y="256238"/>
                  <a:pt x="69841" y="256238"/>
                </a:cubicBezTo>
                <a:lnTo>
                  <a:pt x="110922" y="256238"/>
                </a:lnTo>
                <a:cubicBezTo>
                  <a:pt x="114000" y="256238"/>
                  <a:pt x="116726" y="254390"/>
                  <a:pt x="117962" y="251664"/>
                </a:cubicBezTo>
                <a:lnTo>
                  <a:pt x="126226" y="233104"/>
                </a:lnTo>
                <a:lnTo>
                  <a:pt x="128867" y="233104"/>
                </a:lnTo>
                <a:cubicBezTo>
                  <a:pt x="137397" y="233104"/>
                  <a:pt x="144262" y="226155"/>
                  <a:pt x="144262" y="217710"/>
                </a:cubicBezTo>
                <a:lnTo>
                  <a:pt x="144262" y="194664"/>
                </a:lnTo>
                <a:cubicBezTo>
                  <a:pt x="144262" y="189736"/>
                  <a:pt x="141971" y="185428"/>
                  <a:pt x="138367" y="182611"/>
                </a:cubicBezTo>
                <a:cubicBezTo>
                  <a:pt x="138633" y="171791"/>
                  <a:pt x="142856" y="161767"/>
                  <a:pt x="150065" y="154994"/>
                </a:cubicBezTo>
                <a:cubicBezTo>
                  <a:pt x="168186" y="138452"/>
                  <a:pt x="178479" y="114882"/>
                  <a:pt x="178479" y="90339"/>
                </a:cubicBezTo>
                <a:moveTo>
                  <a:pt x="105906" y="240844"/>
                </a:moveTo>
                <a:lnTo>
                  <a:pt x="109341" y="233104"/>
                </a:lnTo>
                <a:lnTo>
                  <a:pt x="71428" y="233104"/>
                </a:lnTo>
                <a:lnTo>
                  <a:pt x="74857" y="240844"/>
                </a:lnTo>
                <a:close/>
                <a:moveTo>
                  <a:pt x="51896" y="217710"/>
                </a:moveTo>
                <a:lnTo>
                  <a:pt x="128867" y="217710"/>
                </a:lnTo>
                <a:lnTo>
                  <a:pt x="128867" y="194664"/>
                </a:lnTo>
                <a:lnTo>
                  <a:pt x="51896" y="194664"/>
                </a:lnTo>
                <a:close/>
                <a:moveTo>
                  <a:pt x="123063" y="179270"/>
                </a:moveTo>
                <a:lnTo>
                  <a:pt x="57615" y="179270"/>
                </a:lnTo>
                <a:cubicBezTo>
                  <a:pt x="56561" y="165548"/>
                  <a:pt x="50575" y="152619"/>
                  <a:pt x="40724" y="143380"/>
                </a:cubicBezTo>
                <a:cubicBezTo>
                  <a:pt x="24009" y="127810"/>
                  <a:pt x="15746" y="105818"/>
                  <a:pt x="18036" y="83036"/>
                </a:cubicBezTo>
                <a:cubicBezTo>
                  <a:pt x="21198" y="49697"/>
                  <a:pt x="48733" y="21728"/>
                  <a:pt x="81982" y="18030"/>
                </a:cubicBezTo>
                <a:cubicBezTo>
                  <a:pt x="103095" y="15746"/>
                  <a:pt x="123239" y="22168"/>
                  <a:pt x="138894" y="36150"/>
                </a:cubicBezTo>
                <a:cubicBezTo>
                  <a:pt x="154288" y="49963"/>
                  <a:pt x="163085" y="69665"/>
                  <a:pt x="163085" y="90339"/>
                </a:cubicBezTo>
                <a:cubicBezTo>
                  <a:pt x="163085" y="110568"/>
                  <a:pt x="154555" y="130009"/>
                  <a:pt x="139681" y="143731"/>
                </a:cubicBezTo>
                <a:cubicBezTo>
                  <a:pt x="130012" y="152619"/>
                  <a:pt x="124111" y="165369"/>
                  <a:pt x="123148" y="179270"/>
                </a:cubicBezTo>
                <a:lnTo>
                  <a:pt x="123063" y="179270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411" name="path-404">
            <a:extLst xmlns:a="http://schemas.openxmlformats.org/drawingml/2006/main">
              <a:ext uri="{FF2B5EF4-FFF2-40B4-BE49-F238E27FC236}">
                <a16:creationId xmlns:a16="http://schemas.microsoft.com/office/drawing/2014/main" id="{2729ED25-5A55-45F9-87E5-BA319BDE4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6340" y="1435180"/>
            <a:ext cx="83916" cy="84172"/>
          </a:xfrm>
          <a:custGeom xmlns:a="http://schemas.openxmlformats.org/drawingml/2006/main">
            <a:pathLst>
              <a:path w="57265" h="57439">
                <a:moveTo>
                  <a:pt x="48293" y="438"/>
                </a:moveTo>
                <a:cubicBezTo>
                  <a:pt x="23047" y="3253"/>
                  <a:pt x="2903" y="23661"/>
                  <a:pt x="439" y="48995"/>
                </a:cubicBezTo>
                <a:cubicBezTo>
                  <a:pt x="0" y="53304"/>
                  <a:pt x="3167" y="57000"/>
                  <a:pt x="7389" y="57439"/>
                </a:cubicBezTo>
                <a:cubicBezTo>
                  <a:pt x="7653" y="57439"/>
                  <a:pt x="7830" y="57439"/>
                  <a:pt x="8092" y="57439"/>
                </a:cubicBezTo>
                <a:cubicBezTo>
                  <a:pt x="12052" y="57439"/>
                  <a:pt x="15394" y="54448"/>
                  <a:pt x="15745" y="50490"/>
                </a:cubicBezTo>
                <a:cubicBezTo>
                  <a:pt x="17505" y="32633"/>
                  <a:pt x="32195" y="17768"/>
                  <a:pt x="49963" y="15744"/>
                </a:cubicBezTo>
                <a:cubicBezTo>
                  <a:pt x="54186" y="15305"/>
                  <a:pt x="57265" y="11521"/>
                  <a:pt x="56825" y="7300"/>
                </a:cubicBezTo>
                <a:cubicBezTo>
                  <a:pt x="56297" y="3078"/>
                  <a:pt x="52603" y="0"/>
                  <a:pt x="48293" y="438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" name="path-405">
            <a:extLst xmlns:a="http://schemas.openxmlformats.org/drawingml/2006/main">
              <a:ext uri="{FF2B5EF4-FFF2-40B4-BE49-F238E27FC236}">
                <a16:creationId xmlns:a16="http://schemas.microsoft.com/office/drawing/2014/main" id="{A863CA9D-BDDE-46C9-8619-C3036736D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6340" y="1435307"/>
            <a:ext cx="83914" cy="84047"/>
          </a:xfrm>
          <a:custGeom xmlns:a="http://schemas.openxmlformats.org/drawingml/2006/main">
            <a:pathLst>
              <a:path w="57264" h="57354">
                <a:moveTo>
                  <a:pt x="48291" y="354"/>
                </a:moveTo>
                <a:cubicBezTo>
                  <a:pt x="23046" y="3165"/>
                  <a:pt x="2902" y="23573"/>
                  <a:pt x="442" y="48997"/>
                </a:cubicBezTo>
                <a:cubicBezTo>
                  <a:pt x="0" y="53217"/>
                  <a:pt x="3162" y="56912"/>
                  <a:pt x="7385" y="57354"/>
                </a:cubicBezTo>
                <a:cubicBezTo>
                  <a:pt x="7652" y="57354"/>
                  <a:pt x="7827" y="57354"/>
                  <a:pt x="8088" y="57354"/>
                </a:cubicBezTo>
                <a:cubicBezTo>
                  <a:pt x="12050" y="57354"/>
                  <a:pt x="15388" y="54449"/>
                  <a:pt x="15746" y="50406"/>
                </a:cubicBezTo>
                <a:cubicBezTo>
                  <a:pt x="17503" y="32636"/>
                  <a:pt x="32194" y="17681"/>
                  <a:pt x="49963" y="15658"/>
                </a:cubicBezTo>
                <a:cubicBezTo>
                  <a:pt x="54186" y="15219"/>
                  <a:pt x="57264" y="11435"/>
                  <a:pt x="56821" y="7212"/>
                </a:cubicBezTo>
                <a:cubicBezTo>
                  <a:pt x="56294" y="2990"/>
                  <a:pt x="52599" y="0"/>
                  <a:pt x="48291" y="354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413" name="path-406">
            <a:extLst xmlns:a="http://schemas.openxmlformats.org/drawingml/2006/main">
              <a:ext uri="{FF2B5EF4-FFF2-40B4-BE49-F238E27FC236}">
                <a16:creationId xmlns:a16="http://schemas.microsoft.com/office/drawing/2014/main" id="{A59091CD-48C0-4BE9-9C86-3365B6896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8784" y="1306018"/>
            <a:ext cx="22688" cy="56330"/>
          </a:xfrm>
          <a:custGeom xmlns:a="http://schemas.openxmlformats.org/drawingml/2006/main">
            <a:pathLst>
              <a:path w="15482" h="38440">
                <a:moveTo>
                  <a:pt x="7741" y="38440"/>
                </a:moveTo>
                <a:cubicBezTo>
                  <a:pt x="11963" y="38440"/>
                  <a:pt x="15482" y="35010"/>
                  <a:pt x="15482" y="30789"/>
                </a:cubicBezTo>
                <a:lnTo>
                  <a:pt x="15394" y="7653"/>
                </a:lnTo>
                <a:cubicBezTo>
                  <a:pt x="15394" y="3431"/>
                  <a:pt x="11963" y="0"/>
                  <a:pt x="7741" y="0"/>
                </a:cubicBezTo>
                <a:cubicBezTo>
                  <a:pt x="3518" y="0"/>
                  <a:pt x="0" y="3431"/>
                  <a:pt x="0" y="7653"/>
                </a:cubicBezTo>
                <a:lnTo>
                  <a:pt x="88" y="30789"/>
                </a:lnTo>
                <a:cubicBezTo>
                  <a:pt x="88" y="35010"/>
                  <a:pt x="3518" y="38440"/>
                  <a:pt x="7741" y="3844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" name="path-407">
            <a:extLst xmlns:a="http://schemas.openxmlformats.org/drawingml/2006/main">
              <a:ext uri="{FF2B5EF4-FFF2-40B4-BE49-F238E27FC236}">
                <a16:creationId xmlns:a16="http://schemas.microsoft.com/office/drawing/2014/main" id="{C08A68D3-BBCF-45B2-8268-8557330D03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8784" y="1306013"/>
            <a:ext cx="22683" cy="56335"/>
          </a:xfrm>
          <a:custGeom xmlns:a="http://schemas.openxmlformats.org/drawingml/2006/main">
            <a:pathLst>
              <a:path w="15479" h="38443">
                <a:moveTo>
                  <a:pt x="7737" y="38443"/>
                </a:moveTo>
                <a:cubicBezTo>
                  <a:pt x="11959" y="38443"/>
                  <a:pt x="15479" y="35011"/>
                  <a:pt x="15479" y="30789"/>
                </a:cubicBezTo>
                <a:lnTo>
                  <a:pt x="15394" y="7655"/>
                </a:lnTo>
                <a:cubicBezTo>
                  <a:pt x="15394" y="3432"/>
                  <a:pt x="11959" y="0"/>
                  <a:pt x="7737" y="0"/>
                </a:cubicBezTo>
                <a:cubicBezTo>
                  <a:pt x="3514" y="0"/>
                  <a:pt x="0" y="3432"/>
                  <a:pt x="0" y="7655"/>
                </a:cubicBezTo>
                <a:lnTo>
                  <a:pt x="85" y="30789"/>
                </a:lnTo>
                <a:cubicBezTo>
                  <a:pt x="85" y="35011"/>
                  <a:pt x="3514" y="38443"/>
                  <a:pt x="7737" y="38443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415" name="path-408">
            <a:extLst xmlns:a="http://schemas.openxmlformats.org/drawingml/2006/main">
              <a:ext uri="{FF2B5EF4-FFF2-40B4-BE49-F238E27FC236}">
                <a16:creationId xmlns:a16="http://schemas.microsoft.com/office/drawing/2014/main" id="{BF7DC15C-CE46-4DA8-9FAE-8F91C374F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161" y="1367635"/>
            <a:ext cx="48726" cy="47563"/>
          </a:xfrm>
          <a:custGeom xmlns:a="http://schemas.openxmlformats.org/drawingml/2006/main">
            <a:pathLst>
              <a:path w="33251" h="32458">
                <a:moveTo>
                  <a:pt x="19353" y="30258"/>
                </a:moveTo>
                <a:cubicBezTo>
                  <a:pt x="20848" y="31755"/>
                  <a:pt x="22872" y="32458"/>
                  <a:pt x="24807" y="32458"/>
                </a:cubicBezTo>
                <a:cubicBezTo>
                  <a:pt x="26830" y="32458"/>
                  <a:pt x="28765" y="31755"/>
                  <a:pt x="30261" y="30258"/>
                </a:cubicBezTo>
                <a:cubicBezTo>
                  <a:pt x="33251" y="27269"/>
                  <a:pt x="33251" y="22342"/>
                  <a:pt x="30261" y="19352"/>
                </a:cubicBezTo>
                <a:lnTo>
                  <a:pt x="13899" y="2990"/>
                </a:lnTo>
                <a:cubicBezTo>
                  <a:pt x="10908" y="0"/>
                  <a:pt x="6070" y="0"/>
                  <a:pt x="3080" y="3078"/>
                </a:cubicBezTo>
                <a:cubicBezTo>
                  <a:pt x="0" y="6069"/>
                  <a:pt x="0" y="10907"/>
                  <a:pt x="3080" y="13898"/>
                </a:cubicBezTo>
                <a:lnTo>
                  <a:pt x="19353" y="30258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" name="path-409">
            <a:extLst xmlns:a="http://schemas.openxmlformats.org/drawingml/2006/main">
              <a:ext uri="{FF2B5EF4-FFF2-40B4-BE49-F238E27FC236}">
                <a16:creationId xmlns:a16="http://schemas.microsoft.com/office/drawing/2014/main" id="{8B0D3933-F272-4211-B62D-7D21F59FB6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163" y="1367635"/>
            <a:ext cx="48722" cy="47563"/>
          </a:xfrm>
          <a:custGeom xmlns:a="http://schemas.openxmlformats.org/drawingml/2006/main">
            <a:pathLst>
              <a:path w="33248" h="32458">
                <a:moveTo>
                  <a:pt x="19350" y="30258"/>
                </a:moveTo>
                <a:cubicBezTo>
                  <a:pt x="20841" y="31755"/>
                  <a:pt x="22864" y="32458"/>
                  <a:pt x="24803" y="32458"/>
                </a:cubicBezTo>
                <a:cubicBezTo>
                  <a:pt x="26826" y="32458"/>
                  <a:pt x="28765" y="31755"/>
                  <a:pt x="30255" y="30258"/>
                </a:cubicBezTo>
                <a:cubicBezTo>
                  <a:pt x="33248" y="27266"/>
                  <a:pt x="33248" y="22343"/>
                  <a:pt x="30255" y="19350"/>
                </a:cubicBezTo>
                <a:lnTo>
                  <a:pt x="13892" y="3075"/>
                </a:lnTo>
                <a:cubicBezTo>
                  <a:pt x="10905" y="0"/>
                  <a:pt x="6070" y="0"/>
                  <a:pt x="3072" y="3075"/>
                </a:cubicBezTo>
                <a:cubicBezTo>
                  <a:pt x="0" y="6067"/>
                  <a:pt x="0" y="10905"/>
                  <a:pt x="3072" y="13895"/>
                </a:cubicBezTo>
                <a:lnTo>
                  <a:pt x="19350" y="30258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417" name="path-410">
            <a:extLst xmlns:a="http://schemas.openxmlformats.org/drawingml/2006/main">
              <a:ext uri="{FF2B5EF4-FFF2-40B4-BE49-F238E27FC236}">
                <a16:creationId xmlns:a16="http://schemas.microsoft.com/office/drawing/2014/main" id="{3D3AFFD2-8712-4C8D-A22D-F4D28938C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6" y="1646708"/>
            <a:ext cx="48725" cy="47566"/>
          </a:xfrm>
          <a:custGeom xmlns:a="http://schemas.openxmlformats.org/drawingml/2006/main">
            <a:pathLst>
              <a:path w="33251" h="32459">
                <a:moveTo>
                  <a:pt x="13898" y="2991"/>
                </a:moveTo>
                <a:cubicBezTo>
                  <a:pt x="10907" y="0"/>
                  <a:pt x="6070" y="0"/>
                  <a:pt x="3078" y="2991"/>
                </a:cubicBezTo>
                <a:cubicBezTo>
                  <a:pt x="0" y="6070"/>
                  <a:pt x="0" y="10908"/>
                  <a:pt x="3078" y="13899"/>
                </a:cubicBezTo>
                <a:lnTo>
                  <a:pt x="19353" y="30260"/>
                </a:lnTo>
                <a:cubicBezTo>
                  <a:pt x="20848" y="31755"/>
                  <a:pt x="22870" y="32459"/>
                  <a:pt x="24806" y="32459"/>
                </a:cubicBezTo>
                <a:cubicBezTo>
                  <a:pt x="26742" y="32459"/>
                  <a:pt x="28764" y="31755"/>
                  <a:pt x="30260" y="30260"/>
                </a:cubicBezTo>
                <a:cubicBezTo>
                  <a:pt x="33251" y="27182"/>
                  <a:pt x="33251" y="22343"/>
                  <a:pt x="30260" y="19353"/>
                </a:cubicBezTo>
                <a:lnTo>
                  <a:pt x="13898" y="2991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" name="path-411">
            <a:extLst xmlns:a="http://schemas.openxmlformats.org/drawingml/2006/main">
              <a:ext uri="{FF2B5EF4-FFF2-40B4-BE49-F238E27FC236}">
                <a16:creationId xmlns:a16="http://schemas.microsoft.com/office/drawing/2014/main" id="{0F011CF9-156C-49EC-A65D-A981BE758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5" y="1646708"/>
            <a:ext cx="48722" cy="47563"/>
          </a:xfrm>
          <a:custGeom xmlns:a="http://schemas.openxmlformats.org/drawingml/2006/main">
            <a:pathLst>
              <a:path w="33248" h="32458">
                <a:moveTo>
                  <a:pt x="13898" y="2990"/>
                </a:moveTo>
                <a:cubicBezTo>
                  <a:pt x="10905" y="0"/>
                  <a:pt x="6064" y="0"/>
                  <a:pt x="3078" y="2990"/>
                </a:cubicBezTo>
                <a:cubicBezTo>
                  <a:pt x="0" y="6070"/>
                  <a:pt x="0" y="10905"/>
                  <a:pt x="3078" y="13898"/>
                </a:cubicBezTo>
                <a:lnTo>
                  <a:pt x="19350" y="30258"/>
                </a:lnTo>
                <a:cubicBezTo>
                  <a:pt x="20847" y="31755"/>
                  <a:pt x="22870" y="32458"/>
                  <a:pt x="24809" y="32458"/>
                </a:cubicBezTo>
                <a:cubicBezTo>
                  <a:pt x="26742" y="32458"/>
                  <a:pt x="28759" y="31755"/>
                  <a:pt x="30255" y="30258"/>
                </a:cubicBezTo>
                <a:cubicBezTo>
                  <a:pt x="33248" y="27269"/>
                  <a:pt x="33248" y="22343"/>
                  <a:pt x="30255" y="19350"/>
                </a:cubicBezTo>
                <a:lnTo>
                  <a:pt x="13898" y="2990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419" name="path-412">
            <a:extLst xmlns:a="http://schemas.openxmlformats.org/drawingml/2006/main">
              <a:ext uri="{FF2B5EF4-FFF2-40B4-BE49-F238E27FC236}">
                <a16:creationId xmlns:a16="http://schemas.microsoft.com/office/drawing/2014/main" id="{BB2A95C9-CC93-42BA-8D0A-935265A11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4547" y="1520255"/>
            <a:ext cx="56459" cy="22559"/>
          </a:xfrm>
          <a:custGeom xmlns:a="http://schemas.openxmlformats.org/drawingml/2006/main">
            <a:pathLst>
              <a:path w="38528" h="15394">
                <a:moveTo>
                  <a:pt x="30787" y="0"/>
                </a:moveTo>
                <a:lnTo>
                  <a:pt x="7741" y="0"/>
                </a:lnTo>
                <a:cubicBezTo>
                  <a:pt x="3431" y="0"/>
                  <a:pt x="0" y="3518"/>
                  <a:pt x="0" y="7741"/>
                </a:cubicBezTo>
                <a:cubicBezTo>
                  <a:pt x="0" y="11962"/>
                  <a:pt x="3431" y="15394"/>
                  <a:pt x="7741" y="15394"/>
                </a:cubicBezTo>
                <a:lnTo>
                  <a:pt x="30787" y="15394"/>
                </a:lnTo>
                <a:cubicBezTo>
                  <a:pt x="35098" y="15394"/>
                  <a:pt x="38528" y="11962"/>
                  <a:pt x="38528" y="7741"/>
                </a:cubicBezTo>
                <a:cubicBezTo>
                  <a:pt x="38528" y="3431"/>
                  <a:pt x="35098" y="0"/>
                  <a:pt x="30787" y="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" name="path-413">
            <a:extLst xmlns:a="http://schemas.openxmlformats.org/drawingml/2006/main">
              <a:ext uri="{FF2B5EF4-FFF2-40B4-BE49-F238E27FC236}">
                <a16:creationId xmlns:a16="http://schemas.microsoft.com/office/drawing/2014/main" id="{20DFC516-37E3-45A9-82F0-045E23FA6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4542" y="1520255"/>
            <a:ext cx="56455" cy="22683"/>
          </a:xfrm>
          <a:custGeom xmlns:a="http://schemas.openxmlformats.org/drawingml/2006/main">
            <a:pathLst>
              <a:path w="38525" h="15479">
                <a:moveTo>
                  <a:pt x="30789" y="0"/>
                </a:moveTo>
                <a:lnTo>
                  <a:pt x="7743" y="85"/>
                </a:lnTo>
                <a:cubicBezTo>
                  <a:pt x="3435" y="85"/>
                  <a:pt x="0" y="3517"/>
                  <a:pt x="0" y="7740"/>
                </a:cubicBezTo>
                <a:cubicBezTo>
                  <a:pt x="0" y="11962"/>
                  <a:pt x="3435" y="15479"/>
                  <a:pt x="7743" y="15479"/>
                </a:cubicBezTo>
                <a:lnTo>
                  <a:pt x="30789" y="15391"/>
                </a:lnTo>
                <a:cubicBezTo>
                  <a:pt x="35102" y="15391"/>
                  <a:pt x="38525" y="11962"/>
                  <a:pt x="38525" y="7740"/>
                </a:cubicBezTo>
                <a:cubicBezTo>
                  <a:pt x="38525" y="3517"/>
                  <a:pt x="35102" y="0"/>
                  <a:pt x="30789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421" name="path-414">
            <a:extLst xmlns:a="http://schemas.openxmlformats.org/drawingml/2006/main">
              <a:ext uri="{FF2B5EF4-FFF2-40B4-BE49-F238E27FC236}">
                <a16:creationId xmlns:a16="http://schemas.microsoft.com/office/drawing/2014/main" id="{6B4DCB99-0C77-4199-8CBE-372F2B2AC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9377" y="1520255"/>
            <a:ext cx="56330" cy="22559"/>
          </a:xfrm>
          <a:custGeom xmlns:a="http://schemas.openxmlformats.org/drawingml/2006/main">
            <a:pathLst>
              <a:path w="38440" h="15394">
                <a:moveTo>
                  <a:pt x="30787" y="0"/>
                </a:moveTo>
                <a:lnTo>
                  <a:pt x="7652" y="0"/>
                </a:lnTo>
                <a:cubicBezTo>
                  <a:pt x="3430" y="0"/>
                  <a:pt x="0" y="3431"/>
                  <a:pt x="0" y="7653"/>
                </a:cubicBezTo>
                <a:cubicBezTo>
                  <a:pt x="0" y="11962"/>
                  <a:pt x="3430" y="15394"/>
                  <a:pt x="7652" y="15394"/>
                </a:cubicBezTo>
                <a:lnTo>
                  <a:pt x="30787" y="15394"/>
                </a:lnTo>
                <a:cubicBezTo>
                  <a:pt x="35010" y="15394"/>
                  <a:pt x="38440" y="11962"/>
                  <a:pt x="38440" y="7653"/>
                </a:cubicBezTo>
                <a:cubicBezTo>
                  <a:pt x="38440" y="3431"/>
                  <a:pt x="35010" y="0"/>
                  <a:pt x="30787" y="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" name="path-415">
            <a:extLst xmlns:a="http://schemas.openxmlformats.org/drawingml/2006/main">
              <a:ext uri="{FF2B5EF4-FFF2-40B4-BE49-F238E27FC236}">
                <a16:creationId xmlns:a16="http://schemas.microsoft.com/office/drawing/2014/main" id="{D7B957D4-B07C-492B-B501-04346FA7C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9369" y="1520255"/>
            <a:ext cx="56330" cy="22554"/>
          </a:xfrm>
          <a:custGeom xmlns:a="http://schemas.openxmlformats.org/drawingml/2006/main">
            <a:pathLst>
              <a:path w="38440" h="15391">
                <a:moveTo>
                  <a:pt x="30789" y="0"/>
                </a:moveTo>
                <a:lnTo>
                  <a:pt x="7658" y="0"/>
                </a:lnTo>
                <a:cubicBezTo>
                  <a:pt x="3435" y="0"/>
                  <a:pt x="0" y="3432"/>
                  <a:pt x="0" y="7652"/>
                </a:cubicBezTo>
                <a:cubicBezTo>
                  <a:pt x="0" y="11962"/>
                  <a:pt x="3435" y="15391"/>
                  <a:pt x="7658" y="15391"/>
                </a:cubicBezTo>
                <a:lnTo>
                  <a:pt x="30789" y="15391"/>
                </a:lnTo>
                <a:cubicBezTo>
                  <a:pt x="35011" y="15391"/>
                  <a:pt x="38440" y="11962"/>
                  <a:pt x="38440" y="7652"/>
                </a:cubicBezTo>
                <a:cubicBezTo>
                  <a:pt x="38440" y="3432"/>
                  <a:pt x="35011" y="0"/>
                  <a:pt x="30789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423" name="path-416">
            <a:extLst xmlns:a="http://schemas.openxmlformats.org/drawingml/2006/main">
              <a:ext uri="{FF2B5EF4-FFF2-40B4-BE49-F238E27FC236}">
                <a16:creationId xmlns:a16="http://schemas.microsoft.com/office/drawing/2014/main" id="{F3CAC431-E896-424E-9382-C97396F0F9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291" y="1646836"/>
            <a:ext cx="48725" cy="47566"/>
          </a:xfrm>
          <a:custGeom xmlns:a="http://schemas.openxmlformats.org/drawingml/2006/main">
            <a:pathLst>
              <a:path w="33251" h="32459">
                <a:moveTo>
                  <a:pt x="19353" y="2991"/>
                </a:moveTo>
                <a:lnTo>
                  <a:pt x="2991" y="19266"/>
                </a:lnTo>
                <a:cubicBezTo>
                  <a:pt x="0" y="22343"/>
                  <a:pt x="0" y="27182"/>
                  <a:pt x="2991" y="30172"/>
                </a:cubicBezTo>
                <a:cubicBezTo>
                  <a:pt x="4486" y="31667"/>
                  <a:pt x="6509" y="32459"/>
                  <a:pt x="8445" y="32459"/>
                </a:cubicBezTo>
                <a:cubicBezTo>
                  <a:pt x="10380" y="32459"/>
                  <a:pt x="12403" y="31667"/>
                  <a:pt x="13899" y="30172"/>
                </a:cubicBezTo>
                <a:lnTo>
                  <a:pt x="30172" y="13899"/>
                </a:lnTo>
                <a:cubicBezTo>
                  <a:pt x="33251" y="10820"/>
                  <a:pt x="33251" y="5983"/>
                  <a:pt x="30172" y="2991"/>
                </a:cubicBezTo>
                <a:cubicBezTo>
                  <a:pt x="27182" y="0"/>
                  <a:pt x="22343" y="0"/>
                  <a:pt x="19353" y="2991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" name="path-417">
            <a:extLst xmlns:a="http://schemas.openxmlformats.org/drawingml/2006/main">
              <a:ext uri="{FF2B5EF4-FFF2-40B4-BE49-F238E27FC236}">
                <a16:creationId xmlns:a16="http://schemas.microsoft.com/office/drawing/2014/main" id="{57B7A0B8-8251-4877-9E32-DEEC98B02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288" y="1646832"/>
            <a:ext cx="48731" cy="47568"/>
          </a:xfrm>
          <a:custGeom xmlns:a="http://schemas.openxmlformats.org/drawingml/2006/main">
            <a:pathLst>
              <a:path w="33254" h="32461">
                <a:moveTo>
                  <a:pt x="19356" y="2996"/>
                </a:moveTo>
                <a:lnTo>
                  <a:pt x="2987" y="19356"/>
                </a:lnTo>
                <a:cubicBezTo>
                  <a:pt x="0" y="22343"/>
                  <a:pt x="0" y="27184"/>
                  <a:pt x="2987" y="30174"/>
                </a:cubicBezTo>
                <a:cubicBezTo>
                  <a:pt x="4489" y="31670"/>
                  <a:pt x="6513" y="32461"/>
                  <a:pt x="8445" y="32461"/>
                </a:cubicBezTo>
                <a:cubicBezTo>
                  <a:pt x="10384" y="32461"/>
                  <a:pt x="12401" y="31670"/>
                  <a:pt x="13898" y="30174"/>
                </a:cubicBezTo>
                <a:lnTo>
                  <a:pt x="30171" y="13901"/>
                </a:lnTo>
                <a:cubicBezTo>
                  <a:pt x="33254" y="10820"/>
                  <a:pt x="33254" y="5986"/>
                  <a:pt x="30171" y="2996"/>
                </a:cubicBezTo>
                <a:cubicBezTo>
                  <a:pt x="27178" y="0"/>
                  <a:pt x="22343" y="0"/>
                  <a:pt x="19356" y="2996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425" name="path-418">
            <a:extLst xmlns:a="http://schemas.openxmlformats.org/drawingml/2006/main">
              <a:ext uri="{FF2B5EF4-FFF2-40B4-BE49-F238E27FC236}">
                <a16:creationId xmlns:a16="http://schemas.microsoft.com/office/drawing/2014/main" id="{8188F9A4-EF86-4EA0-851A-4CE7CE6AF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6" y="1367635"/>
            <a:ext cx="48725" cy="47563"/>
          </a:xfrm>
          <a:custGeom xmlns:a="http://schemas.openxmlformats.org/drawingml/2006/main">
            <a:pathLst>
              <a:path w="33251" h="32458">
                <a:moveTo>
                  <a:pt x="19353" y="2990"/>
                </a:moveTo>
                <a:lnTo>
                  <a:pt x="2991" y="19352"/>
                </a:lnTo>
                <a:cubicBezTo>
                  <a:pt x="0" y="22342"/>
                  <a:pt x="0" y="27181"/>
                  <a:pt x="2991" y="30171"/>
                </a:cubicBezTo>
                <a:cubicBezTo>
                  <a:pt x="4486" y="31667"/>
                  <a:pt x="6509" y="32458"/>
                  <a:pt x="8444" y="32458"/>
                </a:cubicBezTo>
                <a:cubicBezTo>
                  <a:pt x="10380" y="32458"/>
                  <a:pt x="12403" y="31667"/>
                  <a:pt x="13898" y="30171"/>
                </a:cubicBezTo>
                <a:lnTo>
                  <a:pt x="30172" y="13898"/>
                </a:lnTo>
                <a:cubicBezTo>
                  <a:pt x="33251" y="10819"/>
                  <a:pt x="33251" y="5981"/>
                  <a:pt x="30172" y="2990"/>
                </a:cubicBezTo>
                <a:cubicBezTo>
                  <a:pt x="27180" y="0"/>
                  <a:pt x="22343" y="0"/>
                  <a:pt x="19353" y="299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" name="path-419">
            <a:extLst xmlns:a="http://schemas.openxmlformats.org/drawingml/2006/main">
              <a:ext uri="{FF2B5EF4-FFF2-40B4-BE49-F238E27FC236}">
                <a16:creationId xmlns:a16="http://schemas.microsoft.com/office/drawing/2014/main" id="{A0A19661-DB7D-4F40-ADBD-51D82219B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5" y="1367635"/>
            <a:ext cx="48722" cy="47563"/>
          </a:xfrm>
          <a:custGeom xmlns:a="http://schemas.openxmlformats.org/drawingml/2006/main">
            <a:pathLst>
              <a:path w="33248" h="32458">
                <a:moveTo>
                  <a:pt x="19350" y="2990"/>
                </a:moveTo>
                <a:lnTo>
                  <a:pt x="2993" y="19350"/>
                </a:lnTo>
                <a:cubicBezTo>
                  <a:pt x="0" y="22343"/>
                  <a:pt x="0" y="27181"/>
                  <a:pt x="2993" y="30168"/>
                </a:cubicBezTo>
                <a:cubicBezTo>
                  <a:pt x="4483" y="31664"/>
                  <a:pt x="6507" y="32458"/>
                  <a:pt x="8439" y="32458"/>
                </a:cubicBezTo>
                <a:cubicBezTo>
                  <a:pt x="10378" y="32458"/>
                  <a:pt x="12401" y="31664"/>
                  <a:pt x="13898" y="30168"/>
                </a:cubicBezTo>
                <a:lnTo>
                  <a:pt x="30171" y="13895"/>
                </a:lnTo>
                <a:cubicBezTo>
                  <a:pt x="33248" y="10905"/>
                  <a:pt x="33248" y="5980"/>
                  <a:pt x="30171" y="2990"/>
                </a:cubicBezTo>
                <a:cubicBezTo>
                  <a:pt x="27184" y="0"/>
                  <a:pt x="22343" y="0"/>
                  <a:pt x="19350" y="299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427" name="path-420">
            <a:extLst xmlns:a="http://schemas.openxmlformats.org/drawingml/2006/main">
              <a:ext uri="{FF2B5EF4-FFF2-40B4-BE49-F238E27FC236}">
                <a16:creationId xmlns:a16="http://schemas.microsoft.com/office/drawing/2014/main" id="{2B47019E-D2F1-460B-971A-E8C5A4B2F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3451" y="1874479"/>
            <a:ext cx="191" cy="183813"/>
          </a:xfrm>
          <a:custGeom xmlns:a="http://schemas.openxmlformats.org/drawingml/2006/main">
            <a:pathLst>
              <a:path w="191" h="125435">
                <a:moveTo>
                  <a:pt x="0" y="125435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9051"/>
            </a:solidFill>
            <a:prstDash val="solid"/>
          </a:ln>
        </p:spPr>
      </p:sp>
      <p:sp>
        <p:nvSpPr>
          <p:cNvPr id="428" name="path-421">
            <a:extLst xmlns:a="http://schemas.openxmlformats.org/drawingml/2006/main">
              <a:ext uri="{FF2B5EF4-FFF2-40B4-BE49-F238E27FC236}">
                <a16:creationId xmlns:a16="http://schemas.microsoft.com/office/drawing/2014/main" id="{F9F934D8-BF3A-4E49-A0FF-E7128F56C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0912" y="1803583"/>
            <a:ext cx="85076" cy="113435"/>
          </a:xfrm>
          <a:custGeom xmlns:a="http://schemas.openxmlformats.org/drawingml/2006/main">
            <a:pathLst>
              <a:path w="58056" h="77409">
                <a:moveTo>
                  <a:pt x="29028" y="0"/>
                </a:moveTo>
                <a:lnTo>
                  <a:pt x="0" y="77409"/>
                </a:lnTo>
                <a:lnTo>
                  <a:pt x="29028" y="48381"/>
                </a:lnTo>
                <a:lnTo>
                  <a:pt x="58056" y="77409"/>
                </a:lnTo>
                <a:lnTo>
                  <a:pt x="29028" y="0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" name="path-422">
            <a:extLst xmlns:a="http://schemas.openxmlformats.org/drawingml/2006/main">
              <a:ext uri="{FF2B5EF4-FFF2-40B4-BE49-F238E27FC236}">
                <a16:creationId xmlns:a16="http://schemas.microsoft.com/office/drawing/2014/main" id="{4CC203F5-120D-4B13-9C42-206A17629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0908" y="1803580"/>
            <a:ext cx="85077" cy="113433"/>
          </a:xfrm>
          <a:custGeom xmlns:a="http://schemas.openxmlformats.org/drawingml/2006/main">
            <a:pathLst>
              <a:path w="58057" h="77408">
                <a:moveTo>
                  <a:pt x="29032" y="0"/>
                </a:moveTo>
                <a:lnTo>
                  <a:pt x="0" y="77408"/>
                </a:lnTo>
                <a:lnTo>
                  <a:pt x="29032" y="48382"/>
                </a:lnTo>
                <a:lnTo>
                  <a:pt x="58057" y="77408"/>
                </a:lnTo>
                <a:lnTo>
                  <a:pt x="2903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9051"/>
            </a:solidFill>
            <a:prstDash val="solid"/>
          </a:ln>
        </p:spPr>
      </p:sp>
      <p:sp>
        <p:nvSpPr>
          <p:cNvPr id="430" name="path-423">
            <a:extLst xmlns:a="http://schemas.openxmlformats.org/drawingml/2006/main">
              <a:ext uri="{FF2B5EF4-FFF2-40B4-BE49-F238E27FC236}">
                <a16:creationId xmlns:a16="http://schemas.microsoft.com/office/drawing/2014/main" id="{F1F9F878-67D9-41ED-A822-A64064DC8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0308" y="2361469"/>
            <a:ext cx="255222" cy="191"/>
          </a:xfrm>
          <a:custGeom xmlns:a="http://schemas.openxmlformats.org/drawingml/2006/main">
            <a:pathLst>
              <a:path w="174166" h="191">
                <a:moveTo>
                  <a:pt x="0" y="0"/>
                </a:moveTo>
                <a:lnTo>
                  <a:pt x="17416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431" name="path-424">
            <a:extLst xmlns:a="http://schemas.openxmlformats.org/drawingml/2006/main">
              <a:ext uri="{FF2B5EF4-FFF2-40B4-BE49-F238E27FC236}">
                <a16:creationId xmlns:a16="http://schemas.microsoft.com/office/drawing/2014/main" id="{33044C58-0755-45F4-8F60-F0A66D33E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2997" y="2318937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9"/>
                </a:moveTo>
                <a:lnTo>
                  <a:pt x="0" y="0"/>
                </a:lnTo>
                <a:lnTo>
                  <a:pt x="29029" y="29029"/>
                </a:lnTo>
                <a:lnTo>
                  <a:pt x="0" y="58056"/>
                </a:lnTo>
                <a:lnTo>
                  <a:pt x="77409" y="29029"/>
                </a:ln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" name="path-425">
            <a:extLst xmlns:a="http://schemas.openxmlformats.org/drawingml/2006/main">
              <a:ext uri="{FF2B5EF4-FFF2-40B4-BE49-F238E27FC236}">
                <a16:creationId xmlns:a16="http://schemas.microsoft.com/office/drawing/2014/main" id="{F65B0813-D324-486F-8DE8-72EAADDED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2996" y="2318935"/>
            <a:ext cx="113433" cy="85077"/>
          </a:xfrm>
          <a:custGeom xmlns:a="http://schemas.openxmlformats.org/drawingml/2006/main">
            <a:pathLst>
              <a:path w="77408" h="58057">
                <a:moveTo>
                  <a:pt x="77408" y="29026"/>
                </a:moveTo>
                <a:lnTo>
                  <a:pt x="0" y="0"/>
                </a:lnTo>
                <a:lnTo>
                  <a:pt x="29026" y="29026"/>
                </a:lnTo>
                <a:lnTo>
                  <a:pt x="0" y="58057"/>
                </a:lnTo>
                <a:lnTo>
                  <a:pt x="77408" y="290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433" name="path-426">
            <a:extLst xmlns:a="http://schemas.openxmlformats.org/drawingml/2006/main">
              <a:ext uri="{FF2B5EF4-FFF2-40B4-BE49-F238E27FC236}">
                <a16:creationId xmlns:a16="http://schemas.microsoft.com/office/drawing/2014/main" id="{4C2CB2D3-8062-4902-A85C-85ED6E7BF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96032" y="1306013"/>
            <a:ext cx="1414705" cy="451162"/>
          </a:xfrm>
          <a:custGeom xmlns:a="http://schemas.openxmlformats.org/drawingml/2006/main">
            <a:pathLst>
              <a:path w="965405" h="307876">
                <a:moveTo>
                  <a:pt x="0" y="0"/>
                </a:moveTo>
                <a:lnTo>
                  <a:pt x="0" y="307876"/>
                </a:lnTo>
                <a:lnTo>
                  <a:pt x="965405" y="307876"/>
                </a:lnTo>
                <a:lnTo>
                  <a:pt x="96540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9051"/>
            </a:solidFill>
            <a:prstDash val="solid"/>
          </a:ln>
        </p:spPr>
      </p:sp>
      <p:sp>
        <p:nvSpPr>
          <p:cNvPr id="434" name="path-427">
            <a:extLst xmlns:a="http://schemas.openxmlformats.org/drawingml/2006/main">
              <a:ext uri="{FF2B5EF4-FFF2-40B4-BE49-F238E27FC236}">
                <a16:creationId xmlns:a16="http://schemas.microsoft.com/office/drawing/2014/main" id="{F418D39A-49EA-4B2F-8AEF-ADB2AA888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0935" y="1629564"/>
            <a:ext cx="1028640" cy="191"/>
          </a:xfrm>
          <a:custGeom xmlns:a="http://schemas.openxmlformats.org/drawingml/2006/main">
            <a:pathLst>
              <a:path w="701951" h="191">
                <a:moveTo>
                  <a:pt x="0" y="0"/>
                </a:moveTo>
                <a:lnTo>
                  <a:pt x="7019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9051"/>
            </a:solidFill>
            <a:prstDash val="solid"/>
          </a:ln>
        </p:spPr>
      </p:sp>
      <p:sp>
        <p:nvSpPr>
          <p:cNvPr id="435" name="path-428">
            <a:extLst xmlns:a="http://schemas.openxmlformats.org/drawingml/2006/main">
              <a:ext uri="{FF2B5EF4-FFF2-40B4-BE49-F238E27FC236}">
                <a16:creationId xmlns:a16="http://schemas.microsoft.com/office/drawing/2014/main" id="{2B6EFC32-FA07-44E8-8398-1BA8145528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2933" y="1629564"/>
            <a:ext cx="22301" cy="191"/>
          </a:xfrm>
          <a:custGeom xmlns:a="http://schemas.openxmlformats.org/drawingml/2006/main">
            <a:pathLst>
              <a:path w="15219" h="191">
                <a:moveTo>
                  <a:pt x="15219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9051"/>
            </a:solidFill>
            <a:prstDash val="solid"/>
          </a:ln>
        </p:spPr>
      </p:sp>
      <p:sp>
        <p:nvSpPr>
          <p:cNvPr id="436" name="text-429 Terminating">
            <a:extLst xmlns:a="http://schemas.openxmlformats.org/drawingml/2006/main">
              <a:ext uri="{FF2B5EF4-FFF2-40B4-BE49-F238E27FC236}">
                <a16:creationId xmlns:a16="http://schemas.microsoft.com/office/drawing/2014/main" id="{D088E999-71E8-42CA-A112-A5CA57320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20935" y="1392771"/>
            <a:ext cx="1202111" cy="2889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Terminating</a:t>
            </a:r>
          </a:p>
        </p:txBody>
      </p:sp>
      <p:sp>
        <p:nvSpPr>
          <p:cNvPr id="437" name="text-430 No">
            <a:extLst xmlns:a="http://schemas.openxmlformats.org/drawingml/2006/main">
              <a:ext uri="{FF2B5EF4-FFF2-40B4-BE49-F238E27FC236}">
                <a16:creationId xmlns:a16="http://schemas.microsoft.com/office/drawing/2014/main" id="{45F0AF27-5F2C-4F62-84AF-20BE126AF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561497" y="1658586"/>
            <a:ext cx="312079" cy="2888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No</a:t>
            </a:r>
          </a:p>
        </p:txBody>
      </p:sp>
      <p:sp>
        <p:nvSpPr>
          <p:cNvPr id="438" name="path-431">
            <a:extLst xmlns:a="http://schemas.openxmlformats.org/drawingml/2006/main">
              <a:ext uri="{FF2B5EF4-FFF2-40B4-BE49-F238E27FC236}">
                <a16:creationId xmlns:a16="http://schemas.microsoft.com/office/drawing/2014/main" id="{58AFE8CA-8557-4BEA-A383-7D8F4E6C4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354" y="2071096"/>
            <a:ext cx="1607986" cy="580669"/>
          </a:xfrm>
          <a:custGeom xmlns:a="http://schemas.openxmlformats.org/drawingml/2006/main">
            <a:pathLst>
              <a:path w="1097301" h="396253">
                <a:moveTo>
                  <a:pt x="0" y="0"/>
                </a:moveTo>
                <a:lnTo>
                  <a:pt x="1097301" y="0"/>
                </a:lnTo>
                <a:lnTo>
                  <a:pt x="1097301" y="396253"/>
                </a:lnTo>
                <a:lnTo>
                  <a:pt x="0" y="396253"/>
                </a:lnTo>
                <a:close/>
              </a:path>
            </a:pathLst>
          </a:custGeom>
          <a:solidFill xmlns:a="http://schemas.openxmlformats.org/drawingml/2006/main">
            <a:srgbClr val="FFF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" name="path-432">
            <a:extLst xmlns:a="http://schemas.openxmlformats.org/drawingml/2006/main">
              <a:ext uri="{FF2B5EF4-FFF2-40B4-BE49-F238E27FC236}">
                <a16:creationId xmlns:a16="http://schemas.microsoft.com/office/drawing/2014/main" id="{ECB9F8F7-009D-4C43-949C-BA23E487CC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351" y="2071183"/>
            <a:ext cx="1608065" cy="580576"/>
          </a:xfrm>
          <a:custGeom xmlns:a="http://schemas.openxmlformats.org/drawingml/2006/main">
            <a:pathLst>
              <a:path w="1097356" h="396189">
                <a:moveTo>
                  <a:pt x="0" y="0"/>
                </a:moveTo>
                <a:lnTo>
                  <a:pt x="0" y="396189"/>
                </a:lnTo>
                <a:lnTo>
                  <a:pt x="1097356" y="396189"/>
                </a:lnTo>
                <a:lnTo>
                  <a:pt x="109735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935300"/>
            </a:solidFill>
            <a:prstDash val="solid"/>
          </a:ln>
        </p:spPr>
      </p:sp>
      <p:sp>
        <p:nvSpPr>
          <p:cNvPr id="440" name="text-433 Observation">
            <a:extLst xmlns:a="http://schemas.openxmlformats.org/drawingml/2006/main">
              <a:ext uri="{FF2B5EF4-FFF2-40B4-BE49-F238E27FC236}">
                <a16:creationId xmlns:a16="http://schemas.microsoft.com/office/drawing/2014/main" id="{99619F1C-AE54-4202-9CA4-4F93A3D510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87003" y="2096969"/>
            <a:ext cx="1240606" cy="2889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A5E13"/>
                </a:solidFill>
                <a:latin typeface="Arial"/>
                <a:ea typeface="Arial"/>
                <a:cs typeface="Arial"/>
              </a:rPr>
              <a:t>Observation</a:t>
            </a:r>
          </a:p>
        </p:txBody>
      </p:sp>
      <p:sp>
        <p:nvSpPr>
          <p:cNvPr id="441" name="text-433 is">
            <a:extLst xmlns:a="http://schemas.openxmlformats.org/drawingml/2006/main">
              <a:ext uri="{FF2B5EF4-FFF2-40B4-BE49-F238E27FC236}">
                <a16:creationId xmlns:a16="http://schemas.microsoft.com/office/drawing/2014/main" id="{731DB827-A1A4-4E52-BF7A-2349F980F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47738" y="2097005"/>
            <a:ext cx="209142" cy="2888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A5E13"/>
                </a:solidFill>
                <a:latin typeface="Arial"/>
                <a:ea typeface="Arial"/>
                <a:cs typeface="Arial"/>
              </a:rPr>
              <a:t>is</a:t>
            </a:r>
          </a:p>
        </p:txBody>
      </p:sp>
      <p:sp>
        <p:nvSpPr>
          <p:cNvPr id="442" name="text-434 Sufficient?">
            <a:extLst xmlns:a="http://schemas.openxmlformats.org/drawingml/2006/main">
              <a:ext uri="{FF2B5EF4-FFF2-40B4-BE49-F238E27FC236}">
                <a16:creationId xmlns:a16="http://schemas.microsoft.com/office/drawing/2014/main" id="{4FB6D01E-A6EC-46FC-87B3-A82FAC432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70563" y="2348348"/>
            <a:ext cx="1102693" cy="288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A5E13"/>
                </a:solidFill>
                <a:latin typeface="Arial"/>
                <a:ea typeface="Arial"/>
                <a:cs typeface="Arial"/>
              </a:rPr>
              <a:t>Sufficient?</a:t>
            </a:r>
          </a:p>
        </p:txBody>
      </p:sp>
      <p:sp>
        <p:nvSpPr>
          <p:cNvPr id="443" name="path-435">
            <a:extLst xmlns:a="http://schemas.openxmlformats.org/drawingml/2006/main">
              <a:ext uri="{FF2B5EF4-FFF2-40B4-BE49-F238E27FC236}">
                <a16:creationId xmlns:a16="http://schemas.microsoft.com/office/drawing/2014/main" id="{7F165E55-087D-4F6B-9EF8-553815DF7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2834" y="2071183"/>
            <a:ext cx="1608065" cy="580576"/>
          </a:xfrm>
          <a:custGeom xmlns:a="http://schemas.openxmlformats.org/drawingml/2006/main">
            <a:pathLst>
              <a:path w="1097356" h="396189">
                <a:moveTo>
                  <a:pt x="0" y="0"/>
                </a:moveTo>
                <a:lnTo>
                  <a:pt x="0" y="396189"/>
                </a:lnTo>
                <a:lnTo>
                  <a:pt x="1097356" y="396189"/>
                </a:lnTo>
                <a:lnTo>
                  <a:pt x="109735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931100"/>
            </a:solidFill>
            <a:prstDash val="solid"/>
          </a:ln>
        </p:spPr>
      </p:sp>
      <p:sp>
        <p:nvSpPr>
          <p:cNvPr id="444" name="text-436 Localizing">
            <a:extLst xmlns:a="http://schemas.openxmlformats.org/drawingml/2006/main">
              <a:ext uri="{FF2B5EF4-FFF2-40B4-BE49-F238E27FC236}">
                <a16:creationId xmlns:a16="http://schemas.microsoft.com/office/drawing/2014/main" id="{BCA46A9F-4FCA-41BC-86B6-6E1A28961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86034" y="2109717"/>
            <a:ext cx="954441" cy="2889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Localizing</a:t>
            </a:r>
          </a:p>
        </p:txBody>
      </p:sp>
      <p:sp>
        <p:nvSpPr>
          <p:cNvPr id="445" name="path-438">
            <a:extLst xmlns:a="http://schemas.openxmlformats.org/drawingml/2006/main">
              <a:ext uri="{FF2B5EF4-FFF2-40B4-BE49-F238E27FC236}">
                <a16:creationId xmlns:a16="http://schemas.microsoft.com/office/drawing/2014/main" id="{365A45D8-C168-48D0-86CA-00EAAD9EC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60660" y="2351419"/>
            <a:ext cx="447038" cy="191"/>
          </a:xfrm>
          <a:custGeom xmlns:a="http://schemas.openxmlformats.org/drawingml/2006/main">
            <a:pathLst>
              <a:path w="305062" h="191">
                <a:moveTo>
                  <a:pt x="0" y="0"/>
                </a:moveTo>
                <a:lnTo>
                  <a:pt x="30506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931100"/>
            </a:solidFill>
            <a:prstDash val="solid"/>
          </a:ln>
        </p:spPr>
      </p:sp>
      <p:sp>
        <p:nvSpPr>
          <p:cNvPr id="446" name="text-439 Next">
            <a:extLst xmlns:a="http://schemas.openxmlformats.org/drawingml/2006/main">
              <a:ext uri="{FF2B5EF4-FFF2-40B4-BE49-F238E27FC236}">
                <a16:creationId xmlns:a16="http://schemas.microsoft.com/office/drawing/2014/main" id="{C9D140EC-1ED0-417A-8ED2-A19EE7F92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60660" y="2109738"/>
            <a:ext cx="484212" cy="2889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Next</a:t>
            </a:r>
          </a:p>
        </p:txBody>
      </p:sp>
      <p:sp>
        <p:nvSpPr>
          <p:cNvPr id="447" name="text-440 Visual">
            <a:extLst xmlns:a="http://schemas.openxmlformats.org/drawingml/2006/main">
              <a:ext uri="{FF2B5EF4-FFF2-40B4-BE49-F238E27FC236}">
                <a16:creationId xmlns:a16="http://schemas.microsoft.com/office/drawing/2014/main" id="{40F73FDB-91DC-46A8-84AC-984F14B66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28186" y="2335563"/>
            <a:ext cx="595179" cy="2889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448" name="text-440 Fixation">
            <a:extLst xmlns:a="http://schemas.openxmlformats.org/drawingml/2006/main">
              <a:ext uri="{FF2B5EF4-FFF2-40B4-BE49-F238E27FC236}">
                <a16:creationId xmlns:a16="http://schemas.microsoft.com/office/drawing/2014/main" id="{54FB018D-875D-467F-B9F0-E0C196980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043515" y="2335554"/>
            <a:ext cx="759331" cy="2889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449" name="path-441">
            <a:extLst xmlns:a="http://schemas.openxmlformats.org/drawingml/2006/main">
              <a:ext uri="{FF2B5EF4-FFF2-40B4-BE49-F238E27FC236}">
                <a16:creationId xmlns:a16="http://schemas.microsoft.com/office/drawing/2014/main" id="{11BA6226-BE0C-442C-942F-5B708C0C0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59273" y="2361469"/>
            <a:ext cx="322774" cy="191"/>
          </a:xfrm>
          <a:custGeom xmlns:a="http://schemas.openxmlformats.org/drawingml/2006/main">
            <a:pathLst>
              <a:path w="220264" h="191">
                <a:moveTo>
                  <a:pt x="0" y="0"/>
                </a:moveTo>
                <a:lnTo>
                  <a:pt x="220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450" name="path-442">
            <a:extLst xmlns:a="http://schemas.openxmlformats.org/drawingml/2006/main">
              <a:ext uri="{FF2B5EF4-FFF2-40B4-BE49-F238E27FC236}">
                <a16:creationId xmlns:a16="http://schemas.microsoft.com/office/drawing/2014/main" id="{14DE87CA-F289-44B8-936E-C61B372DF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9513" y="2318937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9"/>
                </a:moveTo>
                <a:lnTo>
                  <a:pt x="0" y="0"/>
                </a:lnTo>
                <a:lnTo>
                  <a:pt x="29029" y="29029"/>
                </a:lnTo>
                <a:lnTo>
                  <a:pt x="0" y="58056"/>
                </a:lnTo>
                <a:lnTo>
                  <a:pt x="77409" y="2902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" name="path-443">
            <a:extLst xmlns:a="http://schemas.openxmlformats.org/drawingml/2006/main">
              <a:ext uri="{FF2B5EF4-FFF2-40B4-BE49-F238E27FC236}">
                <a16:creationId xmlns:a16="http://schemas.microsoft.com/office/drawing/2014/main" id="{2842E834-20FB-4A5C-A66D-4F1FB6F89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9504" y="2318935"/>
            <a:ext cx="113442" cy="85077"/>
          </a:xfrm>
          <a:custGeom xmlns:a="http://schemas.openxmlformats.org/drawingml/2006/main">
            <a:pathLst>
              <a:path w="77414" h="58057">
                <a:moveTo>
                  <a:pt x="77414" y="29026"/>
                </a:moveTo>
                <a:lnTo>
                  <a:pt x="0" y="0"/>
                </a:lnTo>
                <a:lnTo>
                  <a:pt x="29032" y="29026"/>
                </a:lnTo>
                <a:lnTo>
                  <a:pt x="0" y="58057"/>
                </a:lnTo>
                <a:lnTo>
                  <a:pt x="77414" y="290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452" name="path-444">
            <a:extLst xmlns:a="http://schemas.openxmlformats.org/drawingml/2006/main">
              <a:ext uri="{FF2B5EF4-FFF2-40B4-BE49-F238E27FC236}">
                <a16:creationId xmlns:a16="http://schemas.microsoft.com/office/drawing/2014/main" id="{2F9B08BC-CB3B-4604-A300-20E64BE55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4702" y="4441517"/>
            <a:ext cx="327628" cy="2047685"/>
          </a:xfrm>
          <a:custGeom xmlns:a="http://schemas.openxmlformats.org/drawingml/2006/main">
            <a:pathLst>
              <a:path w="223576" h="1397356">
                <a:moveTo>
                  <a:pt x="0" y="0"/>
                </a:moveTo>
                <a:lnTo>
                  <a:pt x="223576" y="0"/>
                </a:lnTo>
                <a:lnTo>
                  <a:pt x="223576" y="1397356"/>
                </a:lnTo>
                <a:lnTo>
                  <a:pt x="0" y="1397356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" name="path-445">
            <a:extLst xmlns:a="http://schemas.openxmlformats.org/drawingml/2006/main">
              <a:ext uri="{FF2B5EF4-FFF2-40B4-BE49-F238E27FC236}">
                <a16:creationId xmlns:a16="http://schemas.microsoft.com/office/drawing/2014/main" id="{A195D8B8-870F-49EB-A7F0-174288876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4651" y="4441577"/>
            <a:ext cx="327666" cy="2047624"/>
          </a:xfrm>
          <a:custGeom xmlns:a="http://schemas.openxmlformats.org/drawingml/2006/main">
            <a:pathLst>
              <a:path w="223602" h="1397314">
                <a:moveTo>
                  <a:pt x="0" y="0"/>
                </a:moveTo>
                <a:lnTo>
                  <a:pt x="0" y="1397314"/>
                </a:lnTo>
                <a:lnTo>
                  <a:pt x="223602" y="1397314"/>
                </a:lnTo>
                <a:lnTo>
                  <a:pt x="2236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454" name="path-446">
            <a:extLst xmlns:a="http://schemas.openxmlformats.org/drawingml/2006/main">
              <a:ext uri="{FF2B5EF4-FFF2-40B4-BE49-F238E27FC236}">
                <a16:creationId xmlns:a16="http://schemas.microsoft.com/office/drawing/2014/main" id="{BF3E0128-6687-4FE9-8CE9-3C75E9EBA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074" y="4646355"/>
            <a:ext cx="327628" cy="1638149"/>
          </a:xfrm>
          <a:custGeom xmlns:a="http://schemas.openxmlformats.org/drawingml/2006/main">
            <a:pathLst>
              <a:path w="223576" h="1117885">
                <a:moveTo>
                  <a:pt x="0" y="0"/>
                </a:moveTo>
                <a:lnTo>
                  <a:pt x="223576" y="0"/>
                </a:lnTo>
                <a:lnTo>
                  <a:pt x="223576" y="1117885"/>
                </a:lnTo>
                <a:lnTo>
                  <a:pt x="0" y="1117885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" name="path-447">
            <a:extLst xmlns:a="http://schemas.openxmlformats.org/drawingml/2006/main">
              <a:ext uri="{FF2B5EF4-FFF2-40B4-BE49-F238E27FC236}">
                <a16:creationId xmlns:a16="http://schemas.microsoft.com/office/drawing/2014/main" id="{4CC6EBAD-75C8-484D-877A-829175EFF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017" y="4646275"/>
            <a:ext cx="327675" cy="1638228"/>
          </a:xfrm>
          <a:custGeom xmlns:a="http://schemas.openxmlformats.org/drawingml/2006/main">
            <a:pathLst>
              <a:path w="223608" h="1117939">
                <a:moveTo>
                  <a:pt x="0" y="0"/>
                </a:moveTo>
                <a:lnTo>
                  <a:pt x="0" y="1117939"/>
                </a:lnTo>
                <a:lnTo>
                  <a:pt x="223608" y="1117939"/>
                </a:lnTo>
                <a:lnTo>
                  <a:pt x="22360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456" name="path-448">
            <a:extLst xmlns:a="http://schemas.openxmlformats.org/drawingml/2006/main">
              <a:ext uri="{FF2B5EF4-FFF2-40B4-BE49-F238E27FC236}">
                <a16:creationId xmlns:a16="http://schemas.microsoft.com/office/drawing/2014/main" id="{057D6C96-CDC7-478A-BACC-FC1532DF4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1432" y="4851069"/>
            <a:ext cx="327628" cy="1228609"/>
          </a:xfrm>
          <a:custGeom xmlns:a="http://schemas.openxmlformats.org/drawingml/2006/main">
            <a:pathLst>
              <a:path w="223576" h="838412">
                <a:moveTo>
                  <a:pt x="0" y="0"/>
                </a:moveTo>
                <a:lnTo>
                  <a:pt x="223576" y="0"/>
                </a:lnTo>
                <a:lnTo>
                  <a:pt x="223576" y="838412"/>
                </a:lnTo>
                <a:lnTo>
                  <a:pt x="0" y="838412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" name="path-449">
            <a:extLst xmlns:a="http://schemas.openxmlformats.org/drawingml/2006/main">
              <a:ext uri="{FF2B5EF4-FFF2-40B4-BE49-F238E27FC236}">
                <a16:creationId xmlns:a16="http://schemas.microsoft.com/office/drawing/2014/main" id="{F245AB8C-2F9D-4E46-AD57-04E26C0DE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1393" y="4851102"/>
            <a:ext cx="327666" cy="1228575"/>
          </a:xfrm>
          <a:custGeom xmlns:a="http://schemas.openxmlformats.org/drawingml/2006/main">
            <a:pathLst>
              <a:path w="223602" h="838388">
                <a:moveTo>
                  <a:pt x="0" y="0"/>
                </a:moveTo>
                <a:lnTo>
                  <a:pt x="0" y="838388"/>
                </a:lnTo>
                <a:lnTo>
                  <a:pt x="223602" y="838388"/>
                </a:lnTo>
                <a:lnTo>
                  <a:pt x="2236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458" name="path-450">
            <a:extLst xmlns:a="http://schemas.openxmlformats.org/drawingml/2006/main">
              <a:ext uri="{FF2B5EF4-FFF2-40B4-BE49-F238E27FC236}">
                <a16:creationId xmlns:a16="http://schemas.microsoft.com/office/drawing/2014/main" id="{54E401C1-53E7-4D3E-AD02-44EB30B55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64791" y="5055778"/>
            <a:ext cx="327629" cy="819073"/>
          </a:xfrm>
          <a:custGeom xmlns:a="http://schemas.openxmlformats.org/drawingml/2006/main">
            <a:pathLst>
              <a:path w="223576" h="558942">
                <a:moveTo>
                  <a:pt x="0" y="0"/>
                </a:moveTo>
                <a:lnTo>
                  <a:pt x="223576" y="0"/>
                </a:lnTo>
                <a:lnTo>
                  <a:pt x="223576" y="558942"/>
                </a:lnTo>
                <a:lnTo>
                  <a:pt x="0" y="558942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" name="path-451">
            <a:extLst xmlns:a="http://schemas.openxmlformats.org/drawingml/2006/main">
              <a:ext uri="{FF2B5EF4-FFF2-40B4-BE49-F238E27FC236}">
                <a16:creationId xmlns:a16="http://schemas.microsoft.com/office/drawing/2014/main" id="{406427D2-B3C8-494F-B0E8-04A79CFEB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64759" y="5055800"/>
            <a:ext cx="327675" cy="819178"/>
          </a:xfrm>
          <a:custGeom xmlns:a="http://schemas.openxmlformats.org/drawingml/2006/main">
            <a:pathLst>
              <a:path w="223608" h="559013">
                <a:moveTo>
                  <a:pt x="0" y="0"/>
                </a:moveTo>
                <a:lnTo>
                  <a:pt x="0" y="559013"/>
                </a:lnTo>
                <a:lnTo>
                  <a:pt x="223608" y="559013"/>
                </a:lnTo>
                <a:lnTo>
                  <a:pt x="22360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460" name="path-452">
            <a:extLst xmlns:a="http://schemas.openxmlformats.org/drawingml/2006/main">
              <a:ext uri="{FF2B5EF4-FFF2-40B4-BE49-F238E27FC236}">
                <a16:creationId xmlns:a16="http://schemas.microsoft.com/office/drawing/2014/main" id="{2694AF27-0CF0-4063-80C4-CE3D92055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7712" y="4238171"/>
            <a:ext cx="436074" cy="272113"/>
          </a:xfrm>
          <a:custGeom xmlns:a="http://schemas.openxmlformats.org/drawingml/2006/main">
            <a:pathLst>
              <a:path w="297580" h="185692">
                <a:moveTo>
                  <a:pt x="527" y="127810"/>
                </a:moveTo>
                <a:lnTo>
                  <a:pt x="527" y="51638"/>
                </a:lnTo>
                <a:lnTo>
                  <a:pt x="0" y="51638"/>
                </a:lnTo>
                <a:lnTo>
                  <a:pt x="0" y="0"/>
                </a:lnTo>
                <a:lnTo>
                  <a:pt x="297580" y="0"/>
                </a:lnTo>
                <a:lnTo>
                  <a:pt x="296266" y="143910"/>
                </a:lnTo>
                <a:lnTo>
                  <a:pt x="296266" y="185692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61" name="path-453">
            <a:extLst xmlns:a="http://schemas.openxmlformats.org/drawingml/2006/main">
              <a:ext uri="{FF2B5EF4-FFF2-40B4-BE49-F238E27FC236}">
                <a16:creationId xmlns:a16="http://schemas.microsoft.com/office/drawing/2014/main" id="{1017D6BC-415D-43C6-A261-8FF26D5A2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5479" y="4463881"/>
            <a:ext cx="92810" cy="123747"/>
          </a:xfrm>
          <a:custGeom xmlns:a="http://schemas.openxmlformats.org/drawingml/2006/main">
            <a:pathLst>
              <a:path w="63334" h="84446">
                <a:moveTo>
                  <a:pt x="31667" y="84446"/>
                </a:moveTo>
                <a:lnTo>
                  <a:pt x="63334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6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" name="path-454">
            <a:extLst xmlns:a="http://schemas.openxmlformats.org/drawingml/2006/main">
              <a:ext uri="{FF2B5EF4-FFF2-40B4-BE49-F238E27FC236}">
                <a16:creationId xmlns:a16="http://schemas.microsoft.com/office/drawing/2014/main" id="{AD67FB1B-95F2-4373-B807-5605D19D5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5454" y="4463879"/>
            <a:ext cx="92801" cy="123749"/>
          </a:xfrm>
          <a:custGeom xmlns:a="http://schemas.openxmlformats.org/drawingml/2006/main">
            <a:pathLst>
              <a:path w="63328" h="84447">
                <a:moveTo>
                  <a:pt x="31667" y="84447"/>
                </a:moveTo>
                <a:lnTo>
                  <a:pt x="63328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7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63" name="path-455">
            <a:extLst xmlns:a="http://schemas.openxmlformats.org/drawingml/2006/main">
              <a:ext uri="{FF2B5EF4-FFF2-40B4-BE49-F238E27FC236}">
                <a16:creationId xmlns:a16="http://schemas.microsoft.com/office/drawing/2014/main" id="{3201DFF2-D2CD-47DE-A270-B3C4E61F8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62365" y="4389118"/>
            <a:ext cx="437504" cy="325997"/>
          </a:xfrm>
          <a:custGeom xmlns:a="http://schemas.openxmlformats.org/drawingml/2006/main">
            <a:pathLst>
              <a:path w="298556" h="222463">
                <a:moveTo>
                  <a:pt x="0" y="0"/>
                </a:moveTo>
                <a:lnTo>
                  <a:pt x="96764" y="0"/>
                </a:lnTo>
                <a:lnTo>
                  <a:pt x="298556" y="615"/>
                </a:lnTo>
                <a:lnTo>
                  <a:pt x="295387" y="180678"/>
                </a:lnTo>
                <a:lnTo>
                  <a:pt x="295387" y="222463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64" name="path-456">
            <a:extLst xmlns:a="http://schemas.openxmlformats.org/drawingml/2006/main">
              <a:ext uri="{FF2B5EF4-FFF2-40B4-BE49-F238E27FC236}">
                <a16:creationId xmlns:a16="http://schemas.microsoft.com/office/drawing/2014/main" id="{79837C14-0870-4E44-8F34-F73D45FDBF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838" y="4668708"/>
            <a:ext cx="92809" cy="123747"/>
          </a:xfrm>
          <a:custGeom xmlns:a="http://schemas.openxmlformats.org/drawingml/2006/main">
            <a:pathLst>
              <a:path w="63334" h="84446">
                <a:moveTo>
                  <a:pt x="31667" y="84446"/>
                </a:moveTo>
                <a:lnTo>
                  <a:pt x="63334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6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" name="path-457">
            <a:extLst xmlns:a="http://schemas.openxmlformats.org/drawingml/2006/main">
              <a:ext uri="{FF2B5EF4-FFF2-40B4-BE49-F238E27FC236}">
                <a16:creationId xmlns:a16="http://schemas.microsoft.com/office/drawing/2014/main" id="{3A8F4B79-5006-4B67-9D31-5474076EA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821" y="4668705"/>
            <a:ext cx="92810" cy="123749"/>
          </a:xfrm>
          <a:custGeom xmlns:a="http://schemas.openxmlformats.org/drawingml/2006/main">
            <a:pathLst>
              <a:path w="63334" h="84447">
                <a:moveTo>
                  <a:pt x="31667" y="84447"/>
                </a:moveTo>
                <a:lnTo>
                  <a:pt x="63334" y="0"/>
                </a:lnTo>
                <a:lnTo>
                  <a:pt x="31667" y="31670"/>
                </a:lnTo>
                <a:lnTo>
                  <a:pt x="0" y="0"/>
                </a:lnTo>
                <a:lnTo>
                  <a:pt x="31667" y="84447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66" name="path-458">
            <a:extLst xmlns:a="http://schemas.openxmlformats.org/drawingml/2006/main">
              <a:ext uri="{FF2B5EF4-FFF2-40B4-BE49-F238E27FC236}">
                <a16:creationId xmlns:a16="http://schemas.microsoft.com/office/drawing/2014/main" id="{4E8E0BD2-37AA-45BE-B8FB-AA24691A9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6389" y="4584534"/>
            <a:ext cx="432212" cy="335274"/>
          </a:xfrm>
          <a:custGeom xmlns:a="http://schemas.openxmlformats.org/drawingml/2006/main">
            <a:pathLst>
              <a:path w="294945" h="228794">
                <a:moveTo>
                  <a:pt x="0" y="264"/>
                </a:moveTo>
                <a:lnTo>
                  <a:pt x="96758" y="264"/>
                </a:lnTo>
                <a:lnTo>
                  <a:pt x="186131" y="0"/>
                </a:lnTo>
                <a:lnTo>
                  <a:pt x="294945" y="0"/>
                </a:lnTo>
                <a:lnTo>
                  <a:pt x="294945" y="228794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67" name="path-459">
            <a:extLst xmlns:a="http://schemas.openxmlformats.org/drawingml/2006/main">
              <a:ext uri="{FF2B5EF4-FFF2-40B4-BE49-F238E27FC236}">
                <a16:creationId xmlns:a16="http://schemas.microsoft.com/office/drawing/2014/main" id="{BDF4A27E-AAF9-456E-9140-DD4A07A3C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2209" y="4873406"/>
            <a:ext cx="92809" cy="123747"/>
          </a:xfrm>
          <a:custGeom xmlns:a="http://schemas.openxmlformats.org/drawingml/2006/main">
            <a:pathLst>
              <a:path w="63334" h="84446">
                <a:moveTo>
                  <a:pt x="31667" y="84446"/>
                </a:moveTo>
                <a:lnTo>
                  <a:pt x="63334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6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" name="path-460">
            <a:extLst xmlns:a="http://schemas.openxmlformats.org/drawingml/2006/main">
              <a:ext uri="{FF2B5EF4-FFF2-40B4-BE49-F238E27FC236}">
                <a16:creationId xmlns:a16="http://schemas.microsoft.com/office/drawing/2014/main" id="{1E540BCD-4B6E-4F5F-AE40-DE618BECF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2187" y="4873403"/>
            <a:ext cx="92819" cy="123749"/>
          </a:xfrm>
          <a:custGeom xmlns:a="http://schemas.openxmlformats.org/drawingml/2006/main">
            <a:pathLst>
              <a:path w="63340" h="84447">
                <a:moveTo>
                  <a:pt x="31673" y="84447"/>
                </a:moveTo>
                <a:lnTo>
                  <a:pt x="63340" y="0"/>
                </a:lnTo>
                <a:lnTo>
                  <a:pt x="31673" y="31667"/>
                </a:lnTo>
                <a:lnTo>
                  <a:pt x="0" y="0"/>
                </a:lnTo>
                <a:lnTo>
                  <a:pt x="31673" y="84447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69" name="path-461">
            <a:extLst xmlns:a="http://schemas.openxmlformats.org/drawingml/2006/main">
              <a:ext uri="{FF2B5EF4-FFF2-40B4-BE49-F238E27FC236}">
                <a16:creationId xmlns:a16="http://schemas.microsoft.com/office/drawing/2014/main" id="{2347B2E5-1883-4C35-BC43-35EC49C3D7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7947" y="5007225"/>
            <a:ext cx="1461230" cy="712943"/>
          </a:xfrm>
          <a:custGeom xmlns:a="http://schemas.openxmlformats.org/drawingml/2006/main">
            <a:pathLst>
              <a:path w="997154" h="486518">
                <a:moveTo>
                  <a:pt x="0" y="0"/>
                </a:moveTo>
                <a:lnTo>
                  <a:pt x="997154" y="0"/>
                </a:lnTo>
                <a:lnTo>
                  <a:pt x="997154" y="486518"/>
                </a:lnTo>
                <a:lnTo>
                  <a:pt x="0" y="486518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" name="text-462 Perception">
            <a:extLst xmlns:a="http://schemas.openxmlformats.org/drawingml/2006/main">
              <a:ext uri="{FF2B5EF4-FFF2-40B4-BE49-F238E27FC236}">
                <a16:creationId xmlns:a16="http://schemas.microsoft.com/office/drawing/2014/main" id="{F92DF18E-EC8B-4420-9C74-20A00E866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12370" y="5045838"/>
            <a:ext cx="1378766" cy="3609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Perception</a:t>
            </a:r>
          </a:p>
        </p:txBody>
      </p:sp>
      <p:sp>
        <p:nvSpPr>
          <p:cNvPr id="471" name="text-463 Net">
            <a:extLst xmlns:a="http://schemas.openxmlformats.org/drawingml/2006/main">
              <a:ext uri="{FF2B5EF4-FFF2-40B4-BE49-F238E27FC236}">
                <a16:creationId xmlns:a16="http://schemas.microsoft.com/office/drawing/2014/main" id="{9B98A13F-8425-4494-8515-AE64631E0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70879" y="5337817"/>
            <a:ext cx="461835" cy="3609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</a:t>
            </a:r>
          </a:p>
        </p:txBody>
      </p:sp>
      <p:sp>
        <p:nvSpPr>
          <p:cNvPr id="472" name="path-464">
            <a:extLst xmlns:a="http://schemas.openxmlformats.org/drawingml/2006/main">
              <a:ext uri="{FF2B5EF4-FFF2-40B4-BE49-F238E27FC236}">
                <a16:creationId xmlns:a16="http://schemas.microsoft.com/office/drawing/2014/main" id="{3FC47A92-A166-4274-9902-20F6FDCE2E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4702" y="7443794"/>
            <a:ext cx="327628" cy="2047686"/>
          </a:xfrm>
          <a:custGeom xmlns:a="http://schemas.openxmlformats.org/drawingml/2006/main">
            <a:pathLst>
              <a:path w="223576" h="1397356">
                <a:moveTo>
                  <a:pt x="0" y="0"/>
                </a:moveTo>
                <a:lnTo>
                  <a:pt x="223576" y="0"/>
                </a:lnTo>
                <a:lnTo>
                  <a:pt x="223576" y="1397356"/>
                </a:lnTo>
                <a:lnTo>
                  <a:pt x="0" y="1397356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" name="path-465">
            <a:extLst xmlns:a="http://schemas.openxmlformats.org/drawingml/2006/main">
              <a:ext uri="{FF2B5EF4-FFF2-40B4-BE49-F238E27FC236}">
                <a16:creationId xmlns:a16="http://schemas.microsoft.com/office/drawing/2014/main" id="{1EA67E5C-FEC1-49A4-B895-6D6BCBB9BE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4651" y="7443724"/>
            <a:ext cx="327666" cy="2047758"/>
          </a:xfrm>
          <a:custGeom xmlns:a="http://schemas.openxmlformats.org/drawingml/2006/main">
            <a:pathLst>
              <a:path w="223602" h="1397405">
                <a:moveTo>
                  <a:pt x="0" y="0"/>
                </a:moveTo>
                <a:lnTo>
                  <a:pt x="0" y="1397405"/>
                </a:lnTo>
                <a:lnTo>
                  <a:pt x="223602" y="1397405"/>
                </a:lnTo>
                <a:lnTo>
                  <a:pt x="2236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474" name="path-466">
            <a:extLst xmlns:a="http://schemas.openxmlformats.org/drawingml/2006/main">
              <a:ext uri="{FF2B5EF4-FFF2-40B4-BE49-F238E27FC236}">
                <a16:creationId xmlns:a16="http://schemas.microsoft.com/office/drawing/2014/main" id="{BE8A9AF1-6797-40BC-97C6-2BAA58F02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074" y="7648504"/>
            <a:ext cx="327628" cy="1638149"/>
          </a:xfrm>
          <a:custGeom xmlns:a="http://schemas.openxmlformats.org/drawingml/2006/main">
            <a:pathLst>
              <a:path w="223576" h="1117885">
                <a:moveTo>
                  <a:pt x="0" y="0"/>
                </a:moveTo>
                <a:lnTo>
                  <a:pt x="223576" y="0"/>
                </a:lnTo>
                <a:lnTo>
                  <a:pt x="223576" y="1117885"/>
                </a:lnTo>
                <a:lnTo>
                  <a:pt x="0" y="1117885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" name="path-467">
            <a:extLst xmlns:a="http://schemas.openxmlformats.org/drawingml/2006/main">
              <a:ext uri="{FF2B5EF4-FFF2-40B4-BE49-F238E27FC236}">
                <a16:creationId xmlns:a16="http://schemas.microsoft.com/office/drawing/2014/main" id="{848C6B7E-3734-4427-B6A4-13C4D1936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017" y="7648555"/>
            <a:ext cx="327675" cy="1638095"/>
          </a:xfrm>
          <a:custGeom xmlns:a="http://schemas.openxmlformats.org/drawingml/2006/main">
            <a:pathLst>
              <a:path w="223608" h="1117848">
                <a:moveTo>
                  <a:pt x="0" y="0"/>
                </a:moveTo>
                <a:lnTo>
                  <a:pt x="0" y="1117848"/>
                </a:lnTo>
                <a:lnTo>
                  <a:pt x="223608" y="1117848"/>
                </a:lnTo>
                <a:lnTo>
                  <a:pt x="22360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476" name="path-468">
            <a:extLst xmlns:a="http://schemas.openxmlformats.org/drawingml/2006/main">
              <a:ext uri="{FF2B5EF4-FFF2-40B4-BE49-F238E27FC236}">
                <a16:creationId xmlns:a16="http://schemas.microsoft.com/office/drawing/2014/main" id="{DA9831B0-CC96-4370-9BF5-1FBF4006E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1432" y="7853218"/>
            <a:ext cx="327628" cy="1228609"/>
          </a:xfrm>
          <a:custGeom xmlns:a="http://schemas.openxmlformats.org/drawingml/2006/main">
            <a:pathLst>
              <a:path w="223576" h="838412">
                <a:moveTo>
                  <a:pt x="0" y="0"/>
                </a:moveTo>
                <a:lnTo>
                  <a:pt x="223576" y="0"/>
                </a:lnTo>
                <a:lnTo>
                  <a:pt x="223576" y="838412"/>
                </a:lnTo>
                <a:lnTo>
                  <a:pt x="0" y="838412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" name="path-469">
            <a:extLst xmlns:a="http://schemas.openxmlformats.org/drawingml/2006/main">
              <a:ext uri="{FF2B5EF4-FFF2-40B4-BE49-F238E27FC236}">
                <a16:creationId xmlns:a16="http://schemas.microsoft.com/office/drawing/2014/main" id="{74F43288-7AE2-4720-A63A-2E0954D89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1393" y="7853249"/>
            <a:ext cx="327666" cy="1228708"/>
          </a:xfrm>
          <a:custGeom xmlns:a="http://schemas.openxmlformats.org/drawingml/2006/main">
            <a:pathLst>
              <a:path w="223602" h="838479">
                <a:moveTo>
                  <a:pt x="0" y="0"/>
                </a:moveTo>
                <a:lnTo>
                  <a:pt x="0" y="838479"/>
                </a:lnTo>
                <a:lnTo>
                  <a:pt x="223602" y="838479"/>
                </a:lnTo>
                <a:lnTo>
                  <a:pt x="22360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478" name="path-470">
            <a:extLst xmlns:a="http://schemas.openxmlformats.org/drawingml/2006/main">
              <a:ext uri="{FF2B5EF4-FFF2-40B4-BE49-F238E27FC236}">
                <a16:creationId xmlns:a16="http://schemas.microsoft.com/office/drawing/2014/main" id="{5C2A1A94-F6E8-49C6-A887-51F6DE29A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64791" y="8058056"/>
            <a:ext cx="327629" cy="819073"/>
          </a:xfrm>
          <a:custGeom xmlns:a="http://schemas.openxmlformats.org/drawingml/2006/main">
            <a:pathLst>
              <a:path w="223576" h="558942">
                <a:moveTo>
                  <a:pt x="0" y="0"/>
                </a:moveTo>
                <a:lnTo>
                  <a:pt x="223576" y="0"/>
                </a:lnTo>
                <a:lnTo>
                  <a:pt x="223576" y="558942"/>
                </a:lnTo>
                <a:lnTo>
                  <a:pt x="0" y="558942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" name="path-471">
            <a:extLst xmlns:a="http://schemas.openxmlformats.org/drawingml/2006/main">
              <a:ext uri="{FF2B5EF4-FFF2-40B4-BE49-F238E27FC236}">
                <a16:creationId xmlns:a16="http://schemas.microsoft.com/office/drawing/2014/main" id="{4730820B-84EF-48AF-B5DC-B268C89CD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64759" y="8058080"/>
            <a:ext cx="327675" cy="819050"/>
          </a:xfrm>
          <a:custGeom xmlns:a="http://schemas.openxmlformats.org/drawingml/2006/main">
            <a:pathLst>
              <a:path w="223608" h="558926">
                <a:moveTo>
                  <a:pt x="0" y="0"/>
                </a:moveTo>
                <a:lnTo>
                  <a:pt x="0" y="558926"/>
                </a:lnTo>
                <a:lnTo>
                  <a:pt x="223608" y="558926"/>
                </a:lnTo>
                <a:lnTo>
                  <a:pt x="22360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2226">
            <a:solidFill>
              <a:srgbClr val="531B93"/>
            </a:solidFill>
            <a:prstDash val="solid"/>
          </a:ln>
        </p:spPr>
      </p:sp>
      <p:sp>
        <p:nvSpPr>
          <p:cNvPr id="480" name="path-472">
            <a:extLst xmlns:a="http://schemas.openxmlformats.org/drawingml/2006/main">
              <a:ext uri="{FF2B5EF4-FFF2-40B4-BE49-F238E27FC236}">
                <a16:creationId xmlns:a16="http://schemas.microsoft.com/office/drawing/2014/main" id="{61ACBEB7-A3B1-4ECB-BED3-BA592FBC1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7712" y="7240317"/>
            <a:ext cx="436074" cy="272246"/>
          </a:xfrm>
          <a:custGeom xmlns:a="http://schemas.openxmlformats.org/drawingml/2006/main">
            <a:pathLst>
              <a:path w="297580" h="185782">
                <a:moveTo>
                  <a:pt x="527" y="127810"/>
                </a:moveTo>
                <a:lnTo>
                  <a:pt x="527" y="51638"/>
                </a:lnTo>
                <a:lnTo>
                  <a:pt x="0" y="51638"/>
                </a:lnTo>
                <a:lnTo>
                  <a:pt x="0" y="0"/>
                </a:lnTo>
                <a:lnTo>
                  <a:pt x="297580" y="0"/>
                </a:lnTo>
                <a:lnTo>
                  <a:pt x="296266" y="144001"/>
                </a:lnTo>
                <a:lnTo>
                  <a:pt x="296266" y="185782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81" name="path-473">
            <a:extLst xmlns:a="http://schemas.openxmlformats.org/drawingml/2006/main">
              <a:ext uri="{FF2B5EF4-FFF2-40B4-BE49-F238E27FC236}">
                <a16:creationId xmlns:a16="http://schemas.microsoft.com/office/drawing/2014/main" id="{98668690-6197-4E29-B539-5AE22C534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5479" y="7466158"/>
            <a:ext cx="92810" cy="123746"/>
          </a:xfrm>
          <a:custGeom xmlns:a="http://schemas.openxmlformats.org/drawingml/2006/main">
            <a:pathLst>
              <a:path w="63334" h="84445">
                <a:moveTo>
                  <a:pt x="31667" y="84445"/>
                </a:moveTo>
                <a:lnTo>
                  <a:pt x="63334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5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" name="path-474">
            <a:extLst xmlns:a="http://schemas.openxmlformats.org/drawingml/2006/main">
              <a:ext uri="{FF2B5EF4-FFF2-40B4-BE49-F238E27FC236}">
                <a16:creationId xmlns:a16="http://schemas.microsoft.com/office/drawing/2014/main" id="{1E3FFD2D-564F-4BB2-9B9F-777BF2998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5454" y="7466158"/>
            <a:ext cx="92801" cy="123745"/>
          </a:xfrm>
          <a:custGeom xmlns:a="http://schemas.openxmlformats.org/drawingml/2006/main">
            <a:pathLst>
              <a:path w="63328" h="84444">
                <a:moveTo>
                  <a:pt x="31667" y="84444"/>
                </a:moveTo>
                <a:lnTo>
                  <a:pt x="63328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4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83" name="path-475">
            <a:extLst xmlns:a="http://schemas.openxmlformats.org/drawingml/2006/main">
              <a:ext uri="{FF2B5EF4-FFF2-40B4-BE49-F238E27FC236}">
                <a16:creationId xmlns:a16="http://schemas.microsoft.com/office/drawing/2014/main" id="{0B9D2B20-DEFF-4E7C-A250-8181A5A52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62365" y="7391264"/>
            <a:ext cx="437504" cy="325997"/>
          </a:xfrm>
          <a:custGeom xmlns:a="http://schemas.openxmlformats.org/drawingml/2006/main">
            <a:pathLst>
              <a:path w="298556" h="222463">
                <a:moveTo>
                  <a:pt x="0" y="0"/>
                </a:moveTo>
                <a:lnTo>
                  <a:pt x="96764" y="0"/>
                </a:lnTo>
                <a:lnTo>
                  <a:pt x="298556" y="615"/>
                </a:lnTo>
                <a:lnTo>
                  <a:pt x="295387" y="180678"/>
                </a:lnTo>
                <a:lnTo>
                  <a:pt x="295387" y="222463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84" name="path-476">
            <a:extLst xmlns:a="http://schemas.openxmlformats.org/drawingml/2006/main">
              <a:ext uri="{FF2B5EF4-FFF2-40B4-BE49-F238E27FC236}">
                <a16:creationId xmlns:a16="http://schemas.microsoft.com/office/drawing/2014/main" id="{6AF0D798-E7EA-4EF3-8C9A-EC7389F0C7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838" y="7670856"/>
            <a:ext cx="92809" cy="123746"/>
          </a:xfrm>
          <a:custGeom xmlns:a="http://schemas.openxmlformats.org/drawingml/2006/main">
            <a:pathLst>
              <a:path w="63334" h="84445">
                <a:moveTo>
                  <a:pt x="31667" y="84445"/>
                </a:moveTo>
                <a:lnTo>
                  <a:pt x="63334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5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" name="path-477">
            <a:extLst xmlns:a="http://schemas.openxmlformats.org/drawingml/2006/main">
              <a:ext uri="{FF2B5EF4-FFF2-40B4-BE49-F238E27FC236}">
                <a16:creationId xmlns:a16="http://schemas.microsoft.com/office/drawing/2014/main" id="{F3325E10-C808-48F7-B3DD-23EA29567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821" y="7670852"/>
            <a:ext cx="92810" cy="123749"/>
          </a:xfrm>
          <a:custGeom xmlns:a="http://schemas.openxmlformats.org/drawingml/2006/main">
            <a:pathLst>
              <a:path w="63334" h="84447">
                <a:moveTo>
                  <a:pt x="31667" y="84447"/>
                </a:moveTo>
                <a:lnTo>
                  <a:pt x="63334" y="0"/>
                </a:lnTo>
                <a:lnTo>
                  <a:pt x="31667" y="31670"/>
                </a:lnTo>
                <a:lnTo>
                  <a:pt x="0" y="0"/>
                </a:lnTo>
                <a:lnTo>
                  <a:pt x="31667" y="84447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86" name="path-478">
            <a:extLst xmlns:a="http://schemas.openxmlformats.org/drawingml/2006/main">
              <a:ext uri="{FF2B5EF4-FFF2-40B4-BE49-F238E27FC236}">
                <a16:creationId xmlns:a16="http://schemas.microsoft.com/office/drawing/2014/main" id="{ECB72A1F-6C19-47B3-B980-28E49A915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6389" y="7586680"/>
            <a:ext cx="432212" cy="335408"/>
          </a:xfrm>
          <a:custGeom xmlns:a="http://schemas.openxmlformats.org/drawingml/2006/main">
            <a:pathLst>
              <a:path w="294945" h="228885">
                <a:moveTo>
                  <a:pt x="0" y="264"/>
                </a:moveTo>
                <a:lnTo>
                  <a:pt x="96758" y="264"/>
                </a:lnTo>
                <a:lnTo>
                  <a:pt x="186131" y="0"/>
                </a:lnTo>
                <a:lnTo>
                  <a:pt x="294945" y="0"/>
                </a:lnTo>
                <a:lnTo>
                  <a:pt x="294945" y="228885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87" name="path-479">
            <a:extLst xmlns:a="http://schemas.openxmlformats.org/drawingml/2006/main">
              <a:ext uri="{FF2B5EF4-FFF2-40B4-BE49-F238E27FC236}">
                <a16:creationId xmlns:a16="http://schemas.microsoft.com/office/drawing/2014/main" id="{0C298FC4-8DB1-42E5-9A50-897165AD6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2209" y="7875683"/>
            <a:ext cx="92809" cy="123746"/>
          </a:xfrm>
          <a:custGeom xmlns:a="http://schemas.openxmlformats.org/drawingml/2006/main">
            <a:pathLst>
              <a:path w="63334" h="84445">
                <a:moveTo>
                  <a:pt x="31667" y="84445"/>
                </a:moveTo>
                <a:lnTo>
                  <a:pt x="63334" y="0"/>
                </a:lnTo>
                <a:lnTo>
                  <a:pt x="31667" y="31667"/>
                </a:lnTo>
                <a:lnTo>
                  <a:pt x="0" y="0"/>
                </a:lnTo>
                <a:lnTo>
                  <a:pt x="31667" y="84445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" name="path-480">
            <a:extLst xmlns:a="http://schemas.openxmlformats.org/drawingml/2006/main">
              <a:ext uri="{FF2B5EF4-FFF2-40B4-BE49-F238E27FC236}">
                <a16:creationId xmlns:a16="http://schemas.microsoft.com/office/drawing/2014/main" id="{621BCE11-4798-497F-9D3C-9B93CB06E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2187" y="7875683"/>
            <a:ext cx="92819" cy="123745"/>
          </a:xfrm>
          <a:custGeom xmlns:a="http://schemas.openxmlformats.org/drawingml/2006/main">
            <a:pathLst>
              <a:path w="63340" h="84444">
                <a:moveTo>
                  <a:pt x="31673" y="84444"/>
                </a:moveTo>
                <a:lnTo>
                  <a:pt x="63340" y="0"/>
                </a:lnTo>
                <a:lnTo>
                  <a:pt x="31673" y="31667"/>
                </a:lnTo>
                <a:lnTo>
                  <a:pt x="0" y="0"/>
                </a:lnTo>
                <a:lnTo>
                  <a:pt x="31673" y="84444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531B93"/>
            </a:solidFill>
            <a:prstDash val="solid"/>
          </a:ln>
        </p:spPr>
      </p:sp>
      <p:sp>
        <p:nvSpPr>
          <p:cNvPr id="489" name="path-481">
            <a:extLst xmlns:a="http://schemas.openxmlformats.org/drawingml/2006/main">
              <a:ext uri="{FF2B5EF4-FFF2-40B4-BE49-F238E27FC236}">
                <a16:creationId xmlns:a16="http://schemas.microsoft.com/office/drawing/2014/main" id="{769CC3F5-9E66-44D8-B22D-D5C57C780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7947" y="8009372"/>
            <a:ext cx="1461230" cy="712944"/>
          </a:xfrm>
          <a:custGeom xmlns:a="http://schemas.openxmlformats.org/drawingml/2006/main">
            <a:pathLst>
              <a:path w="997154" h="486518">
                <a:moveTo>
                  <a:pt x="0" y="0"/>
                </a:moveTo>
                <a:lnTo>
                  <a:pt x="997154" y="0"/>
                </a:lnTo>
                <a:lnTo>
                  <a:pt x="997154" y="486518"/>
                </a:lnTo>
                <a:lnTo>
                  <a:pt x="0" y="486518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" name="text-482 Perception">
            <a:extLst xmlns:a="http://schemas.openxmlformats.org/drawingml/2006/main">
              <a:ext uri="{FF2B5EF4-FFF2-40B4-BE49-F238E27FC236}">
                <a16:creationId xmlns:a16="http://schemas.microsoft.com/office/drawing/2014/main" id="{7514B987-B1F9-4BE1-B622-803B5462BB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12370" y="8047989"/>
            <a:ext cx="1378766" cy="3609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Perception</a:t>
            </a:r>
          </a:p>
        </p:txBody>
      </p:sp>
      <p:sp>
        <p:nvSpPr>
          <p:cNvPr id="491" name="text-483 Net">
            <a:extLst xmlns:a="http://schemas.openxmlformats.org/drawingml/2006/main">
              <a:ext uri="{FF2B5EF4-FFF2-40B4-BE49-F238E27FC236}">
                <a16:creationId xmlns:a16="http://schemas.microsoft.com/office/drawing/2014/main" id="{50B1B178-C5F7-4B60-9FC2-D7604EBCA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70879" y="8340093"/>
            <a:ext cx="461835" cy="3609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3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</a:t>
            </a:r>
          </a:p>
        </p:txBody>
      </p:sp>
      <p:sp>
        <p:nvSpPr>
          <p:cNvPr id="492" name="path-484">
            <a:extLst xmlns:a="http://schemas.openxmlformats.org/drawingml/2006/main">
              <a:ext uri="{FF2B5EF4-FFF2-40B4-BE49-F238E27FC236}">
                <a16:creationId xmlns:a16="http://schemas.microsoft.com/office/drawing/2014/main" id="{F78ED0E1-471D-4E39-B760-854738806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3451" y="4875077"/>
            <a:ext cx="191" cy="185366"/>
          </a:xfrm>
          <a:custGeom xmlns:a="http://schemas.openxmlformats.org/drawingml/2006/main">
            <a:pathLst>
              <a:path w="191" h="126495">
                <a:moveTo>
                  <a:pt x="0" y="126495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9051"/>
            </a:solidFill>
            <a:prstDash val="solid"/>
          </a:ln>
        </p:spPr>
      </p:sp>
      <p:sp>
        <p:nvSpPr>
          <p:cNvPr id="493" name="path-485">
            <a:extLst xmlns:a="http://schemas.openxmlformats.org/drawingml/2006/main">
              <a:ext uri="{FF2B5EF4-FFF2-40B4-BE49-F238E27FC236}">
                <a16:creationId xmlns:a16="http://schemas.microsoft.com/office/drawing/2014/main" id="{4232BBA0-37E7-4688-945D-4C6945AB6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0912" y="4804185"/>
            <a:ext cx="85076" cy="113433"/>
          </a:xfrm>
          <a:custGeom xmlns:a="http://schemas.openxmlformats.org/drawingml/2006/main">
            <a:pathLst>
              <a:path w="58056" h="77408">
                <a:moveTo>
                  <a:pt x="29028" y="0"/>
                </a:moveTo>
                <a:lnTo>
                  <a:pt x="0" y="77408"/>
                </a:lnTo>
                <a:lnTo>
                  <a:pt x="29028" y="48381"/>
                </a:lnTo>
                <a:lnTo>
                  <a:pt x="58056" y="77408"/>
                </a:lnTo>
                <a:lnTo>
                  <a:pt x="29028" y="0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" name="path-486">
            <a:extLst xmlns:a="http://schemas.openxmlformats.org/drawingml/2006/main">
              <a:ext uri="{FF2B5EF4-FFF2-40B4-BE49-F238E27FC236}">
                <a16:creationId xmlns:a16="http://schemas.microsoft.com/office/drawing/2014/main" id="{25EE7885-4B20-4F1B-90B9-402FCA3AB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0908" y="4804182"/>
            <a:ext cx="85077" cy="113438"/>
          </a:xfrm>
          <a:custGeom xmlns:a="http://schemas.openxmlformats.org/drawingml/2006/main">
            <a:pathLst>
              <a:path w="58057" h="77411">
                <a:moveTo>
                  <a:pt x="29032" y="0"/>
                </a:moveTo>
                <a:lnTo>
                  <a:pt x="0" y="77411"/>
                </a:lnTo>
                <a:lnTo>
                  <a:pt x="29032" y="48379"/>
                </a:lnTo>
                <a:lnTo>
                  <a:pt x="58057" y="77411"/>
                </a:lnTo>
                <a:lnTo>
                  <a:pt x="2903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9051"/>
            </a:solidFill>
            <a:prstDash val="solid"/>
          </a:ln>
        </p:spPr>
      </p:sp>
      <p:sp>
        <p:nvSpPr>
          <p:cNvPr id="495" name="path-487">
            <a:extLst xmlns:a="http://schemas.openxmlformats.org/drawingml/2006/main">
              <a:ext uri="{FF2B5EF4-FFF2-40B4-BE49-F238E27FC236}">
                <a16:creationId xmlns:a16="http://schemas.microsoft.com/office/drawing/2014/main" id="{80C99203-339C-4CA5-AF37-9ADC73B1E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0308" y="5363624"/>
            <a:ext cx="255222" cy="191"/>
          </a:xfrm>
          <a:custGeom xmlns:a="http://schemas.openxmlformats.org/drawingml/2006/main">
            <a:pathLst>
              <a:path w="174166" h="191">
                <a:moveTo>
                  <a:pt x="0" y="0"/>
                </a:moveTo>
                <a:lnTo>
                  <a:pt x="17416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496" name="path-488">
            <a:extLst xmlns:a="http://schemas.openxmlformats.org/drawingml/2006/main">
              <a:ext uri="{FF2B5EF4-FFF2-40B4-BE49-F238E27FC236}">
                <a16:creationId xmlns:a16="http://schemas.microsoft.com/office/drawing/2014/main" id="{DCA86341-6F12-4286-A69F-8570E1EE2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2997" y="5321086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9"/>
                </a:moveTo>
                <a:lnTo>
                  <a:pt x="0" y="0"/>
                </a:lnTo>
                <a:lnTo>
                  <a:pt x="29029" y="29029"/>
                </a:lnTo>
                <a:lnTo>
                  <a:pt x="0" y="58056"/>
                </a:lnTo>
                <a:lnTo>
                  <a:pt x="77409" y="29029"/>
                </a:ln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" name="path-489">
            <a:extLst xmlns:a="http://schemas.openxmlformats.org/drawingml/2006/main">
              <a:ext uri="{FF2B5EF4-FFF2-40B4-BE49-F238E27FC236}">
                <a16:creationId xmlns:a16="http://schemas.microsoft.com/office/drawing/2014/main" id="{6E0641BF-7952-4274-B692-EBFBBA2E6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2996" y="5321081"/>
            <a:ext cx="113433" cy="85077"/>
          </a:xfrm>
          <a:custGeom xmlns:a="http://schemas.openxmlformats.org/drawingml/2006/main">
            <a:pathLst>
              <a:path w="77408" h="58057">
                <a:moveTo>
                  <a:pt x="77408" y="29032"/>
                </a:moveTo>
                <a:lnTo>
                  <a:pt x="0" y="0"/>
                </a:lnTo>
                <a:lnTo>
                  <a:pt x="29026" y="29032"/>
                </a:lnTo>
                <a:lnTo>
                  <a:pt x="0" y="58057"/>
                </a:lnTo>
                <a:lnTo>
                  <a:pt x="77408" y="2903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498" name="path-490">
            <a:extLst xmlns:a="http://schemas.openxmlformats.org/drawingml/2006/main">
              <a:ext uri="{FF2B5EF4-FFF2-40B4-BE49-F238E27FC236}">
                <a16:creationId xmlns:a16="http://schemas.microsoft.com/office/drawing/2014/main" id="{BE69D8A6-A9B9-47EC-AB8A-8BA966CC8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96032" y="4306620"/>
            <a:ext cx="1414705" cy="451162"/>
          </a:xfrm>
          <a:custGeom xmlns:a="http://schemas.openxmlformats.org/drawingml/2006/main">
            <a:pathLst>
              <a:path w="965405" h="307876">
                <a:moveTo>
                  <a:pt x="0" y="0"/>
                </a:moveTo>
                <a:lnTo>
                  <a:pt x="0" y="307876"/>
                </a:lnTo>
                <a:lnTo>
                  <a:pt x="965405" y="307876"/>
                </a:lnTo>
                <a:lnTo>
                  <a:pt x="96540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9051"/>
            </a:solidFill>
            <a:prstDash val="solid"/>
          </a:ln>
        </p:spPr>
      </p:sp>
      <p:sp>
        <p:nvSpPr>
          <p:cNvPr id="499" name="path-491">
            <a:extLst xmlns:a="http://schemas.openxmlformats.org/drawingml/2006/main">
              <a:ext uri="{FF2B5EF4-FFF2-40B4-BE49-F238E27FC236}">
                <a16:creationId xmlns:a16="http://schemas.microsoft.com/office/drawing/2014/main" id="{0D3AC15F-6963-42A2-89F4-8158A001E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0935" y="4632998"/>
            <a:ext cx="1030060" cy="191"/>
          </a:xfrm>
          <a:custGeom xmlns:a="http://schemas.openxmlformats.org/drawingml/2006/main">
            <a:pathLst>
              <a:path w="702921" h="191">
                <a:moveTo>
                  <a:pt x="0" y="0"/>
                </a:moveTo>
                <a:lnTo>
                  <a:pt x="70292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9051"/>
            </a:solidFill>
            <a:prstDash val="solid"/>
          </a:ln>
        </p:spPr>
      </p:sp>
      <p:sp>
        <p:nvSpPr>
          <p:cNvPr id="500" name="path-492">
            <a:extLst xmlns:a="http://schemas.openxmlformats.org/drawingml/2006/main">
              <a:ext uri="{FF2B5EF4-FFF2-40B4-BE49-F238E27FC236}">
                <a16:creationId xmlns:a16="http://schemas.microsoft.com/office/drawing/2014/main" id="{19405805-D891-408A-A4B2-DAC26F111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2933" y="4632998"/>
            <a:ext cx="20632" cy="191"/>
          </a:xfrm>
          <a:custGeom xmlns:a="http://schemas.openxmlformats.org/drawingml/2006/main">
            <a:pathLst>
              <a:path w="14080" h="191">
                <a:moveTo>
                  <a:pt x="14080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9051"/>
            </a:solidFill>
            <a:prstDash val="solid"/>
          </a:ln>
        </p:spPr>
      </p:sp>
      <p:sp>
        <p:nvSpPr>
          <p:cNvPr id="501" name="text-493 Terminating">
            <a:extLst xmlns:a="http://schemas.openxmlformats.org/drawingml/2006/main">
              <a:ext uri="{FF2B5EF4-FFF2-40B4-BE49-F238E27FC236}">
                <a16:creationId xmlns:a16="http://schemas.microsoft.com/office/drawing/2014/main" id="{2C26D4A4-97EC-407F-9283-5929E2D30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20935" y="4393369"/>
            <a:ext cx="1202111" cy="2889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Terminating</a:t>
            </a:r>
          </a:p>
        </p:txBody>
      </p:sp>
      <p:sp>
        <p:nvSpPr>
          <p:cNvPr id="502" name="path-494">
            <a:extLst xmlns:a="http://schemas.openxmlformats.org/drawingml/2006/main">
              <a:ext uri="{FF2B5EF4-FFF2-40B4-BE49-F238E27FC236}">
                <a16:creationId xmlns:a16="http://schemas.microsoft.com/office/drawing/2014/main" id="{AE594AF7-9211-4C0C-9F74-F37A7B3B4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354" y="5073374"/>
            <a:ext cx="1607986" cy="580667"/>
          </a:xfrm>
          <a:custGeom xmlns:a="http://schemas.openxmlformats.org/drawingml/2006/main">
            <a:pathLst>
              <a:path w="1097301" h="396251">
                <a:moveTo>
                  <a:pt x="0" y="0"/>
                </a:moveTo>
                <a:lnTo>
                  <a:pt x="1097301" y="0"/>
                </a:lnTo>
                <a:lnTo>
                  <a:pt x="1097301" y="396251"/>
                </a:lnTo>
                <a:lnTo>
                  <a:pt x="0" y="396251"/>
                </a:lnTo>
                <a:close/>
              </a:path>
            </a:pathLst>
          </a:custGeom>
          <a:solidFill xmlns:a="http://schemas.openxmlformats.org/drawingml/2006/main">
            <a:srgbClr val="FFF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" name="path-495">
            <a:extLst xmlns:a="http://schemas.openxmlformats.org/drawingml/2006/main">
              <a:ext uri="{FF2B5EF4-FFF2-40B4-BE49-F238E27FC236}">
                <a16:creationId xmlns:a16="http://schemas.microsoft.com/office/drawing/2014/main" id="{99D84DE8-EF4D-4F96-87A9-26CFBA598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351" y="5073334"/>
            <a:ext cx="1608065" cy="580704"/>
          </a:xfrm>
          <a:custGeom xmlns:a="http://schemas.openxmlformats.org/drawingml/2006/main">
            <a:pathLst>
              <a:path w="1097356" h="396277">
                <a:moveTo>
                  <a:pt x="0" y="0"/>
                </a:moveTo>
                <a:lnTo>
                  <a:pt x="0" y="396277"/>
                </a:lnTo>
                <a:lnTo>
                  <a:pt x="1097356" y="396277"/>
                </a:lnTo>
                <a:lnTo>
                  <a:pt x="109735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935300"/>
            </a:solidFill>
            <a:prstDash val="solid"/>
          </a:ln>
        </p:spPr>
      </p:sp>
      <p:sp>
        <p:nvSpPr>
          <p:cNvPr id="504" name="text-496 Observation">
            <a:extLst xmlns:a="http://schemas.openxmlformats.org/drawingml/2006/main">
              <a:ext uri="{FF2B5EF4-FFF2-40B4-BE49-F238E27FC236}">
                <a16:creationId xmlns:a16="http://schemas.microsoft.com/office/drawing/2014/main" id="{CDB13339-F18E-43DF-B637-07BD6B7C9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87003" y="5099116"/>
            <a:ext cx="1240606" cy="2889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A5E13"/>
                </a:solidFill>
                <a:latin typeface="Arial"/>
                <a:ea typeface="Arial"/>
                <a:cs typeface="Arial"/>
              </a:rPr>
              <a:t>Observation</a:t>
            </a:r>
          </a:p>
        </p:txBody>
      </p:sp>
      <p:sp>
        <p:nvSpPr>
          <p:cNvPr id="505" name="text-496 is">
            <a:extLst xmlns:a="http://schemas.openxmlformats.org/drawingml/2006/main">
              <a:ext uri="{FF2B5EF4-FFF2-40B4-BE49-F238E27FC236}">
                <a16:creationId xmlns:a16="http://schemas.microsoft.com/office/drawing/2014/main" id="{7E74BC97-D32B-4577-B3A6-4226721A9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47738" y="5099152"/>
            <a:ext cx="209142" cy="2888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A5E13"/>
                </a:solidFill>
                <a:latin typeface="Arial"/>
                <a:ea typeface="Arial"/>
                <a:cs typeface="Arial"/>
              </a:rPr>
              <a:t>is</a:t>
            </a:r>
          </a:p>
        </p:txBody>
      </p:sp>
      <p:sp>
        <p:nvSpPr>
          <p:cNvPr id="506" name="text-497 Sufficient?">
            <a:extLst xmlns:a="http://schemas.openxmlformats.org/drawingml/2006/main">
              <a:ext uri="{FF2B5EF4-FFF2-40B4-BE49-F238E27FC236}">
                <a16:creationId xmlns:a16="http://schemas.microsoft.com/office/drawing/2014/main" id="{3EBC859D-85F7-49AA-A494-34AB1359E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70563" y="5350495"/>
            <a:ext cx="1102693" cy="288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A5E13"/>
                </a:solidFill>
                <a:latin typeface="Arial"/>
                <a:ea typeface="Arial"/>
                <a:cs typeface="Arial"/>
              </a:rPr>
              <a:t>Sufficient?</a:t>
            </a:r>
          </a:p>
        </p:txBody>
      </p:sp>
      <p:sp>
        <p:nvSpPr>
          <p:cNvPr id="507" name="path-498">
            <a:extLst xmlns:a="http://schemas.openxmlformats.org/drawingml/2006/main">
              <a:ext uri="{FF2B5EF4-FFF2-40B4-BE49-F238E27FC236}">
                <a16:creationId xmlns:a16="http://schemas.microsoft.com/office/drawing/2014/main" id="{B561A27F-4463-4D75-B853-8CABE819C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2834" y="5073334"/>
            <a:ext cx="1608065" cy="580704"/>
          </a:xfrm>
          <a:custGeom xmlns:a="http://schemas.openxmlformats.org/drawingml/2006/main">
            <a:pathLst>
              <a:path w="1097356" h="396277">
                <a:moveTo>
                  <a:pt x="0" y="0"/>
                </a:moveTo>
                <a:lnTo>
                  <a:pt x="0" y="396277"/>
                </a:lnTo>
                <a:lnTo>
                  <a:pt x="1097356" y="396277"/>
                </a:lnTo>
                <a:lnTo>
                  <a:pt x="109735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931100"/>
            </a:solidFill>
            <a:prstDash val="solid"/>
          </a:ln>
        </p:spPr>
      </p:sp>
      <p:sp>
        <p:nvSpPr>
          <p:cNvPr id="508" name="text-499 Localizing">
            <a:extLst xmlns:a="http://schemas.openxmlformats.org/drawingml/2006/main">
              <a:ext uri="{FF2B5EF4-FFF2-40B4-BE49-F238E27FC236}">
                <a16:creationId xmlns:a16="http://schemas.microsoft.com/office/drawing/2014/main" id="{AFC122F1-5F26-4735-BA7C-49FAF73CC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86034" y="5111868"/>
            <a:ext cx="954441" cy="2889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Localizing</a:t>
            </a:r>
          </a:p>
        </p:txBody>
      </p:sp>
      <p:sp>
        <p:nvSpPr>
          <p:cNvPr id="509" name="path-501">
            <a:extLst xmlns:a="http://schemas.openxmlformats.org/drawingml/2006/main">
              <a:ext uri="{FF2B5EF4-FFF2-40B4-BE49-F238E27FC236}">
                <a16:creationId xmlns:a16="http://schemas.microsoft.com/office/drawing/2014/main" id="{2D0492B7-9BCD-451C-AF58-57C97F025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60660" y="5354857"/>
            <a:ext cx="447038" cy="191"/>
          </a:xfrm>
          <a:custGeom xmlns:a="http://schemas.openxmlformats.org/drawingml/2006/main">
            <a:pathLst>
              <a:path w="305062" h="191">
                <a:moveTo>
                  <a:pt x="0" y="0"/>
                </a:moveTo>
                <a:lnTo>
                  <a:pt x="30506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931100"/>
            </a:solidFill>
            <a:prstDash val="solid"/>
          </a:ln>
        </p:spPr>
      </p:sp>
      <p:sp>
        <p:nvSpPr>
          <p:cNvPr id="510" name="text-502 Next">
            <a:extLst xmlns:a="http://schemas.openxmlformats.org/drawingml/2006/main">
              <a:ext uri="{FF2B5EF4-FFF2-40B4-BE49-F238E27FC236}">
                <a16:creationId xmlns:a16="http://schemas.microsoft.com/office/drawing/2014/main" id="{066847A3-F898-4FEC-B676-83DAC85B6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60660" y="5111889"/>
            <a:ext cx="484212" cy="2889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Next</a:t>
            </a:r>
          </a:p>
        </p:txBody>
      </p:sp>
      <p:sp>
        <p:nvSpPr>
          <p:cNvPr id="511" name="text-503 Visual">
            <a:extLst xmlns:a="http://schemas.openxmlformats.org/drawingml/2006/main">
              <a:ext uri="{FF2B5EF4-FFF2-40B4-BE49-F238E27FC236}">
                <a16:creationId xmlns:a16="http://schemas.microsoft.com/office/drawing/2014/main" id="{8ECBC61F-425F-4B7D-B099-7FB59D37F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28186" y="5337718"/>
            <a:ext cx="595179" cy="2889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512" name="text-503 Fixation">
            <a:extLst xmlns:a="http://schemas.openxmlformats.org/drawingml/2006/main">
              <a:ext uri="{FF2B5EF4-FFF2-40B4-BE49-F238E27FC236}">
                <a16:creationId xmlns:a16="http://schemas.microsoft.com/office/drawing/2014/main" id="{EAC3284E-B9B7-478D-8E3E-F9CA04D41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043515" y="5337710"/>
            <a:ext cx="759331" cy="2889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513" name="path-504">
            <a:extLst xmlns:a="http://schemas.openxmlformats.org/drawingml/2006/main">
              <a:ext uri="{FF2B5EF4-FFF2-40B4-BE49-F238E27FC236}">
                <a16:creationId xmlns:a16="http://schemas.microsoft.com/office/drawing/2014/main" id="{7A554456-77AB-488D-8D8C-3B65D52694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59273" y="5363624"/>
            <a:ext cx="322774" cy="191"/>
          </a:xfrm>
          <a:custGeom xmlns:a="http://schemas.openxmlformats.org/drawingml/2006/main">
            <a:pathLst>
              <a:path w="220264" h="191">
                <a:moveTo>
                  <a:pt x="0" y="0"/>
                </a:moveTo>
                <a:lnTo>
                  <a:pt x="220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514" name="path-505">
            <a:extLst xmlns:a="http://schemas.openxmlformats.org/drawingml/2006/main">
              <a:ext uri="{FF2B5EF4-FFF2-40B4-BE49-F238E27FC236}">
                <a16:creationId xmlns:a16="http://schemas.microsoft.com/office/drawing/2014/main" id="{99ABA4DA-E1D2-4847-AB45-045EFA0AF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9513" y="5321086"/>
            <a:ext cx="113435" cy="85075"/>
          </a:xfrm>
          <a:custGeom xmlns:a="http://schemas.openxmlformats.org/drawingml/2006/main">
            <a:pathLst>
              <a:path w="77409" h="58056">
                <a:moveTo>
                  <a:pt x="77409" y="29029"/>
                </a:moveTo>
                <a:lnTo>
                  <a:pt x="0" y="0"/>
                </a:lnTo>
                <a:lnTo>
                  <a:pt x="29029" y="29029"/>
                </a:lnTo>
                <a:lnTo>
                  <a:pt x="0" y="58056"/>
                </a:lnTo>
                <a:lnTo>
                  <a:pt x="77409" y="2902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" name="path-506">
            <a:extLst xmlns:a="http://schemas.openxmlformats.org/drawingml/2006/main">
              <a:ext uri="{FF2B5EF4-FFF2-40B4-BE49-F238E27FC236}">
                <a16:creationId xmlns:a16="http://schemas.microsoft.com/office/drawing/2014/main" id="{5EAD5F1C-1683-4792-92D5-88A03DF12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9504" y="5321081"/>
            <a:ext cx="113442" cy="85077"/>
          </a:xfrm>
          <a:custGeom xmlns:a="http://schemas.openxmlformats.org/drawingml/2006/main">
            <a:pathLst>
              <a:path w="77414" h="58057">
                <a:moveTo>
                  <a:pt x="77414" y="29032"/>
                </a:moveTo>
                <a:lnTo>
                  <a:pt x="0" y="0"/>
                </a:lnTo>
                <a:lnTo>
                  <a:pt x="29032" y="29032"/>
                </a:lnTo>
                <a:lnTo>
                  <a:pt x="0" y="58057"/>
                </a:lnTo>
                <a:lnTo>
                  <a:pt x="77414" y="2903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516" name="text-507 Yes">
            <a:extLst xmlns:a="http://schemas.openxmlformats.org/drawingml/2006/main">
              <a:ext uri="{FF2B5EF4-FFF2-40B4-BE49-F238E27FC236}">
                <a16:creationId xmlns:a16="http://schemas.microsoft.com/office/drawing/2014/main" id="{745C7C9F-965D-4D55-906B-00ABCC913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78168" y="4389559"/>
            <a:ext cx="392646" cy="2888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Yes</a:t>
            </a:r>
          </a:p>
        </p:txBody>
      </p:sp>
      <p:sp>
        <p:nvSpPr>
          <p:cNvPr id="517" name="path-508">
            <a:extLst xmlns:a="http://schemas.openxmlformats.org/drawingml/2006/main">
              <a:ext uri="{FF2B5EF4-FFF2-40B4-BE49-F238E27FC236}">
                <a16:creationId xmlns:a16="http://schemas.microsoft.com/office/drawing/2014/main" id="{CBFEA7B5-3149-4F2A-BADC-62ECE0798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7743" y="4378546"/>
            <a:ext cx="261543" cy="375367"/>
          </a:xfrm>
          <a:custGeom xmlns:a="http://schemas.openxmlformats.org/drawingml/2006/main">
            <a:pathLst>
              <a:path w="178479" h="256153">
                <a:moveTo>
                  <a:pt x="178479" y="90253"/>
                </a:moveTo>
                <a:cubicBezTo>
                  <a:pt x="178479" y="65271"/>
                  <a:pt x="167748" y="41344"/>
                  <a:pt x="149099" y="24632"/>
                </a:cubicBezTo>
                <a:cubicBezTo>
                  <a:pt x="130539" y="8006"/>
                  <a:pt x="105381" y="0"/>
                  <a:pt x="80312" y="2726"/>
                </a:cubicBezTo>
                <a:cubicBezTo>
                  <a:pt x="39320" y="7214"/>
                  <a:pt x="6685" y="40376"/>
                  <a:pt x="2638" y="81544"/>
                </a:cubicBezTo>
                <a:cubicBezTo>
                  <a:pt x="0" y="109076"/>
                  <a:pt x="10028" y="135728"/>
                  <a:pt x="30171" y="154553"/>
                </a:cubicBezTo>
                <a:cubicBezTo>
                  <a:pt x="37736" y="161679"/>
                  <a:pt x="42134" y="171883"/>
                  <a:pt x="42399" y="182614"/>
                </a:cubicBezTo>
                <a:cubicBezTo>
                  <a:pt x="38793" y="185430"/>
                  <a:pt x="36505" y="189739"/>
                  <a:pt x="36505" y="194578"/>
                </a:cubicBezTo>
                <a:lnTo>
                  <a:pt x="36505" y="217712"/>
                </a:lnTo>
                <a:cubicBezTo>
                  <a:pt x="36505" y="226157"/>
                  <a:pt x="43454" y="233106"/>
                  <a:pt x="51900" y="233106"/>
                </a:cubicBezTo>
                <a:lnTo>
                  <a:pt x="54626" y="233106"/>
                </a:lnTo>
                <a:lnTo>
                  <a:pt x="62807" y="251578"/>
                </a:lnTo>
                <a:cubicBezTo>
                  <a:pt x="64038" y="254393"/>
                  <a:pt x="66853" y="256153"/>
                  <a:pt x="69844" y="256153"/>
                </a:cubicBezTo>
                <a:lnTo>
                  <a:pt x="110923" y="256153"/>
                </a:lnTo>
                <a:cubicBezTo>
                  <a:pt x="114002" y="256153"/>
                  <a:pt x="116729" y="254393"/>
                  <a:pt x="117961" y="251578"/>
                </a:cubicBezTo>
                <a:lnTo>
                  <a:pt x="126229" y="233018"/>
                </a:lnTo>
                <a:lnTo>
                  <a:pt x="128868" y="233018"/>
                </a:lnTo>
                <a:cubicBezTo>
                  <a:pt x="137400" y="233018"/>
                  <a:pt x="144262" y="226157"/>
                  <a:pt x="144262" y="217624"/>
                </a:cubicBezTo>
                <a:lnTo>
                  <a:pt x="144262" y="194578"/>
                </a:lnTo>
                <a:cubicBezTo>
                  <a:pt x="144262" y="189651"/>
                  <a:pt x="141975" y="185430"/>
                  <a:pt x="138368" y="182526"/>
                </a:cubicBezTo>
                <a:cubicBezTo>
                  <a:pt x="138632" y="171707"/>
                  <a:pt x="142854" y="161679"/>
                  <a:pt x="150067" y="154994"/>
                </a:cubicBezTo>
                <a:cubicBezTo>
                  <a:pt x="168188" y="138368"/>
                  <a:pt x="178479" y="114795"/>
                  <a:pt x="178479" y="90253"/>
                </a:cubicBezTo>
                <a:moveTo>
                  <a:pt x="105908" y="240759"/>
                </a:moveTo>
                <a:lnTo>
                  <a:pt x="74858" y="240759"/>
                </a:lnTo>
                <a:lnTo>
                  <a:pt x="71427" y="233106"/>
                </a:lnTo>
                <a:lnTo>
                  <a:pt x="109340" y="233018"/>
                </a:lnTo>
                <a:lnTo>
                  <a:pt x="105908" y="240759"/>
                </a:lnTo>
                <a:moveTo>
                  <a:pt x="51900" y="217712"/>
                </a:moveTo>
                <a:lnTo>
                  <a:pt x="51900" y="194578"/>
                </a:lnTo>
                <a:lnTo>
                  <a:pt x="128868" y="194578"/>
                </a:lnTo>
                <a:lnTo>
                  <a:pt x="128868" y="217624"/>
                </a:lnTo>
                <a:lnTo>
                  <a:pt x="51900" y="217712"/>
                </a:lnTo>
                <a:moveTo>
                  <a:pt x="123063" y="179183"/>
                </a:moveTo>
                <a:lnTo>
                  <a:pt x="57616" y="179183"/>
                </a:lnTo>
                <a:cubicBezTo>
                  <a:pt x="56561" y="165461"/>
                  <a:pt x="50580" y="152530"/>
                  <a:pt x="40728" y="143295"/>
                </a:cubicBezTo>
                <a:cubicBezTo>
                  <a:pt x="24015" y="127725"/>
                  <a:pt x="15745" y="105733"/>
                  <a:pt x="18033" y="83039"/>
                </a:cubicBezTo>
                <a:cubicBezTo>
                  <a:pt x="21200" y="49613"/>
                  <a:pt x="48732" y="21728"/>
                  <a:pt x="81982" y="18034"/>
                </a:cubicBezTo>
                <a:cubicBezTo>
                  <a:pt x="103094" y="15658"/>
                  <a:pt x="123238" y="22168"/>
                  <a:pt x="138895" y="36153"/>
                </a:cubicBezTo>
                <a:cubicBezTo>
                  <a:pt x="154289" y="49877"/>
                  <a:pt x="163086" y="69668"/>
                  <a:pt x="163086" y="90253"/>
                </a:cubicBezTo>
                <a:cubicBezTo>
                  <a:pt x="163086" y="110483"/>
                  <a:pt x="154553" y="130012"/>
                  <a:pt x="139687" y="143647"/>
                </a:cubicBezTo>
                <a:cubicBezTo>
                  <a:pt x="130012" y="152530"/>
                  <a:pt x="124118" y="165373"/>
                  <a:pt x="123150" y="179183"/>
                </a:cubicBezTo>
                <a:lnTo>
                  <a:pt x="123063" y="179183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" name="path-509">
            <a:extLst xmlns:a="http://schemas.openxmlformats.org/drawingml/2006/main">
              <a:ext uri="{FF2B5EF4-FFF2-40B4-BE49-F238E27FC236}">
                <a16:creationId xmlns:a16="http://schemas.microsoft.com/office/drawing/2014/main" id="{897B0714-A1E6-4913-9319-6A295D578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7742" y="4378544"/>
            <a:ext cx="261543" cy="375367"/>
          </a:xfrm>
          <a:custGeom xmlns:a="http://schemas.openxmlformats.org/drawingml/2006/main">
            <a:pathLst>
              <a:path w="178479" h="256153">
                <a:moveTo>
                  <a:pt x="178479" y="90251"/>
                </a:moveTo>
                <a:cubicBezTo>
                  <a:pt x="178479" y="65273"/>
                  <a:pt x="167750" y="41345"/>
                  <a:pt x="149102" y="24630"/>
                </a:cubicBezTo>
                <a:cubicBezTo>
                  <a:pt x="130539" y="8006"/>
                  <a:pt x="105379" y="0"/>
                  <a:pt x="80310" y="2726"/>
                </a:cubicBezTo>
                <a:cubicBezTo>
                  <a:pt x="39319" y="7300"/>
                  <a:pt x="6688" y="40379"/>
                  <a:pt x="2641" y="81542"/>
                </a:cubicBezTo>
                <a:cubicBezTo>
                  <a:pt x="0" y="109078"/>
                  <a:pt x="10027" y="135728"/>
                  <a:pt x="30171" y="154555"/>
                </a:cubicBezTo>
                <a:cubicBezTo>
                  <a:pt x="37737" y="161679"/>
                  <a:pt x="42136" y="171882"/>
                  <a:pt x="42402" y="182614"/>
                </a:cubicBezTo>
                <a:cubicBezTo>
                  <a:pt x="38792" y="185428"/>
                  <a:pt x="36502" y="189742"/>
                  <a:pt x="36502" y="194576"/>
                </a:cubicBezTo>
                <a:lnTo>
                  <a:pt x="36502" y="217710"/>
                </a:lnTo>
                <a:cubicBezTo>
                  <a:pt x="36502" y="226158"/>
                  <a:pt x="43451" y="233104"/>
                  <a:pt x="51896" y="233104"/>
                </a:cubicBezTo>
                <a:lnTo>
                  <a:pt x="54622" y="233104"/>
                </a:lnTo>
                <a:lnTo>
                  <a:pt x="62807" y="251579"/>
                </a:lnTo>
                <a:cubicBezTo>
                  <a:pt x="64037" y="254396"/>
                  <a:pt x="66854" y="256153"/>
                  <a:pt x="69841" y="256153"/>
                </a:cubicBezTo>
                <a:lnTo>
                  <a:pt x="110922" y="256153"/>
                </a:lnTo>
                <a:cubicBezTo>
                  <a:pt x="114000" y="256153"/>
                  <a:pt x="116726" y="254396"/>
                  <a:pt x="117962" y="251579"/>
                </a:cubicBezTo>
                <a:lnTo>
                  <a:pt x="126226" y="233104"/>
                </a:lnTo>
                <a:lnTo>
                  <a:pt x="128867" y="233104"/>
                </a:lnTo>
                <a:cubicBezTo>
                  <a:pt x="137397" y="233104"/>
                  <a:pt x="144262" y="226158"/>
                  <a:pt x="144262" y="217710"/>
                </a:cubicBezTo>
                <a:lnTo>
                  <a:pt x="144262" y="194576"/>
                </a:lnTo>
                <a:cubicBezTo>
                  <a:pt x="144262" y="189742"/>
                  <a:pt x="141971" y="185428"/>
                  <a:pt x="138367" y="182614"/>
                </a:cubicBezTo>
                <a:cubicBezTo>
                  <a:pt x="138633" y="171706"/>
                  <a:pt x="142856" y="161679"/>
                  <a:pt x="150065" y="154994"/>
                </a:cubicBezTo>
                <a:cubicBezTo>
                  <a:pt x="168186" y="138370"/>
                  <a:pt x="178479" y="114794"/>
                  <a:pt x="178479" y="90251"/>
                </a:cubicBezTo>
                <a:moveTo>
                  <a:pt x="105906" y="240759"/>
                </a:moveTo>
                <a:lnTo>
                  <a:pt x="109341" y="233104"/>
                </a:lnTo>
                <a:lnTo>
                  <a:pt x="71428" y="233104"/>
                </a:lnTo>
                <a:lnTo>
                  <a:pt x="74857" y="240759"/>
                </a:lnTo>
                <a:close/>
                <a:moveTo>
                  <a:pt x="51896" y="217710"/>
                </a:moveTo>
                <a:lnTo>
                  <a:pt x="128867" y="217710"/>
                </a:lnTo>
                <a:lnTo>
                  <a:pt x="128867" y="194576"/>
                </a:lnTo>
                <a:lnTo>
                  <a:pt x="51896" y="194576"/>
                </a:lnTo>
                <a:close/>
                <a:moveTo>
                  <a:pt x="123063" y="179185"/>
                </a:moveTo>
                <a:lnTo>
                  <a:pt x="57615" y="179185"/>
                </a:lnTo>
                <a:cubicBezTo>
                  <a:pt x="56561" y="165460"/>
                  <a:pt x="50575" y="152619"/>
                  <a:pt x="40724" y="143292"/>
                </a:cubicBezTo>
                <a:cubicBezTo>
                  <a:pt x="24009" y="127722"/>
                  <a:pt x="15746" y="105733"/>
                  <a:pt x="18036" y="83042"/>
                </a:cubicBezTo>
                <a:cubicBezTo>
                  <a:pt x="21198" y="49612"/>
                  <a:pt x="48733" y="21728"/>
                  <a:pt x="81982" y="18036"/>
                </a:cubicBezTo>
                <a:cubicBezTo>
                  <a:pt x="103095" y="15746"/>
                  <a:pt x="123239" y="22168"/>
                  <a:pt x="138894" y="36156"/>
                </a:cubicBezTo>
                <a:cubicBezTo>
                  <a:pt x="154288" y="49963"/>
                  <a:pt x="163085" y="69671"/>
                  <a:pt x="163085" y="90251"/>
                </a:cubicBezTo>
                <a:cubicBezTo>
                  <a:pt x="163085" y="110483"/>
                  <a:pt x="154555" y="130012"/>
                  <a:pt x="139681" y="143647"/>
                </a:cubicBezTo>
                <a:cubicBezTo>
                  <a:pt x="130012" y="152619"/>
                  <a:pt x="124111" y="165375"/>
                  <a:pt x="123148" y="179185"/>
                </a:cubicBezTo>
                <a:lnTo>
                  <a:pt x="123063" y="179185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19" name="path-510">
            <a:extLst xmlns:a="http://schemas.openxmlformats.org/drawingml/2006/main">
              <a:ext uri="{FF2B5EF4-FFF2-40B4-BE49-F238E27FC236}">
                <a16:creationId xmlns:a16="http://schemas.microsoft.com/office/drawing/2014/main" id="{21A286A0-40A7-4638-9625-CC943327CF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6340" y="4432042"/>
            <a:ext cx="83916" cy="84172"/>
          </a:xfrm>
          <a:custGeom xmlns:a="http://schemas.openxmlformats.org/drawingml/2006/main">
            <a:pathLst>
              <a:path w="57265" h="57439">
                <a:moveTo>
                  <a:pt x="48293" y="439"/>
                </a:moveTo>
                <a:cubicBezTo>
                  <a:pt x="23047" y="3167"/>
                  <a:pt x="2903" y="23662"/>
                  <a:pt x="439" y="48995"/>
                </a:cubicBezTo>
                <a:cubicBezTo>
                  <a:pt x="0" y="53218"/>
                  <a:pt x="3167" y="57000"/>
                  <a:pt x="7389" y="57353"/>
                </a:cubicBezTo>
                <a:cubicBezTo>
                  <a:pt x="7653" y="57439"/>
                  <a:pt x="7830" y="57439"/>
                  <a:pt x="8092" y="57439"/>
                </a:cubicBezTo>
                <a:cubicBezTo>
                  <a:pt x="12052" y="57439"/>
                  <a:pt x="15394" y="54449"/>
                  <a:pt x="15745" y="50492"/>
                </a:cubicBezTo>
                <a:cubicBezTo>
                  <a:pt x="17505" y="32635"/>
                  <a:pt x="32195" y="17681"/>
                  <a:pt x="49963" y="15744"/>
                </a:cubicBezTo>
                <a:cubicBezTo>
                  <a:pt x="54186" y="15217"/>
                  <a:pt x="57265" y="11435"/>
                  <a:pt x="56825" y="7212"/>
                </a:cubicBezTo>
                <a:cubicBezTo>
                  <a:pt x="56297" y="2990"/>
                  <a:pt x="52603" y="0"/>
                  <a:pt x="48293" y="439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" name="path-511">
            <a:extLst xmlns:a="http://schemas.openxmlformats.org/drawingml/2006/main">
              <a:ext uri="{FF2B5EF4-FFF2-40B4-BE49-F238E27FC236}">
                <a16:creationId xmlns:a16="http://schemas.microsoft.com/office/drawing/2014/main" id="{2BC28D0A-2B08-4071-AB25-74A0224C3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6340" y="4432042"/>
            <a:ext cx="83914" cy="84172"/>
          </a:xfrm>
          <a:custGeom xmlns:a="http://schemas.openxmlformats.org/drawingml/2006/main">
            <a:pathLst>
              <a:path w="57264" h="57439">
                <a:moveTo>
                  <a:pt x="48291" y="439"/>
                </a:moveTo>
                <a:cubicBezTo>
                  <a:pt x="23046" y="3165"/>
                  <a:pt x="2902" y="23661"/>
                  <a:pt x="442" y="48994"/>
                </a:cubicBezTo>
                <a:cubicBezTo>
                  <a:pt x="0" y="53217"/>
                  <a:pt x="3162" y="57000"/>
                  <a:pt x="7385" y="57439"/>
                </a:cubicBezTo>
                <a:cubicBezTo>
                  <a:pt x="7652" y="57439"/>
                  <a:pt x="7827" y="57439"/>
                  <a:pt x="8088" y="57439"/>
                </a:cubicBezTo>
                <a:cubicBezTo>
                  <a:pt x="12050" y="57439"/>
                  <a:pt x="15388" y="54449"/>
                  <a:pt x="15746" y="50490"/>
                </a:cubicBezTo>
                <a:cubicBezTo>
                  <a:pt x="17503" y="32633"/>
                  <a:pt x="32194" y="17678"/>
                  <a:pt x="49963" y="15746"/>
                </a:cubicBezTo>
                <a:cubicBezTo>
                  <a:pt x="54186" y="15219"/>
                  <a:pt x="57264" y="11435"/>
                  <a:pt x="56821" y="7212"/>
                </a:cubicBezTo>
                <a:cubicBezTo>
                  <a:pt x="56294" y="2990"/>
                  <a:pt x="52599" y="0"/>
                  <a:pt x="48291" y="439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21" name="path-512">
            <a:extLst xmlns:a="http://schemas.openxmlformats.org/drawingml/2006/main">
              <a:ext uri="{FF2B5EF4-FFF2-40B4-BE49-F238E27FC236}">
                <a16:creationId xmlns:a16="http://schemas.microsoft.com/office/drawing/2014/main" id="{3E206E2F-5078-4F3E-828F-724FFFF58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8784" y="4302753"/>
            <a:ext cx="22688" cy="56459"/>
          </a:xfrm>
          <a:custGeom xmlns:a="http://schemas.openxmlformats.org/drawingml/2006/main">
            <a:pathLst>
              <a:path w="15482" h="38528">
                <a:moveTo>
                  <a:pt x="7741" y="38528"/>
                </a:moveTo>
                <a:cubicBezTo>
                  <a:pt x="11963" y="38528"/>
                  <a:pt x="15482" y="35008"/>
                  <a:pt x="15482" y="30787"/>
                </a:cubicBezTo>
                <a:lnTo>
                  <a:pt x="15394" y="7740"/>
                </a:lnTo>
                <a:cubicBezTo>
                  <a:pt x="15394" y="3431"/>
                  <a:pt x="11963" y="0"/>
                  <a:pt x="7741" y="0"/>
                </a:cubicBezTo>
                <a:cubicBezTo>
                  <a:pt x="3518" y="0"/>
                  <a:pt x="0" y="3431"/>
                  <a:pt x="0" y="7740"/>
                </a:cubicBezTo>
                <a:lnTo>
                  <a:pt x="88" y="30787"/>
                </a:lnTo>
                <a:cubicBezTo>
                  <a:pt x="88" y="35008"/>
                  <a:pt x="3518" y="38528"/>
                  <a:pt x="7741" y="38528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" name="path-513">
            <a:extLst xmlns:a="http://schemas.openxmlformats.org/drawingml/2006/main">
              <a:ext uri="{FF2B5EF4-FFF2-40B4-BE49-F238E27FC236}">
                <a16:creationId xmlns:a16="http://schemas.microsoft.com/office/drawing/2014/main" id="{71DE43C9-184D-44E3-8CF0-BD0F3F565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8784" y="4302749"/>
            <a:ext cx="22683" cy="56459"/>
          </a:xfrm>
          <a:custGeom xmlns:a="http://schemas.openxmlformats.org/drawingml/2006/main">
            <a:pathLst>
              <a:path w="15479" h="38528">
                <a:moveTo>
                  <a:pt x="7737" y="38528"/>
                </a:moveTo>
                <a:cubicBezTo>
                  <a:pt x="11959" y="38528"/>
                  <a:pt x="15479" y="35099"/>
                  <a:pt x="15479" y="30789"/>
                </a:cubicBezTo>
                <a:lnTo>
                  <a:pt x="15394" y="7740"/>
                </a:lnTo>
                <a:cubicBezTo>
                  <a:pt x="15394" y="3432"/>
                  <a:pt x="11959" y="0"/>
                  <a:pt x="7737" y="0"/>
                </a:cubicBezTo>
                <a:cubicBezTo>
                  <a:pt x="3514" y="0"/>
                  <a:pt x="0" y="3432"/>
                  <a:pt x="0" y="7740"/>
                </a:cubicBezTo>
                <a:lnTo>
                  <a:pt x="85" y="30789"/>
                </a:lnTo>
                <a:cubicBezTo>
                  <a:pt x="85" y="35099"/>
                  <a:pt x="3514" y="38528"/>
                  <a:pt x="7737" y="38528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23" name="path-514">
            <a:extLst xmlns:a="http://schemas.openxmlformats.org/drawingml/2006/main">
              <a:ext uri="{FF2B5EF4-FFF2-40B4-BE49-F238E27FC236}">
                <a16:creationId xmlns:a16="http://schemas.microsoft.com/office/drawing/2014/main" id="{BCAE6202-A159-4979-B57D-0A65B05ED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161" y="4364497"/>
            <a:ext cx="48726" cy="47566"/>
          </a:xfrm>
          <a:custGeom xmlns:a="http://schemas.openxmlformats.org/drawingml/2006/main">
            <a:pathLst>
              <a:path w="33251" h="32459">
                <a:moveTo>
                  <a:pt x="19353" y="30171"/>
                </a:moveTo>
                <a:cubicBezTo>
                  <a:pt x="20848" y="31667"/>
                  <a:pt x="22872" y="32459"/>
                  <a:pt x="24807" y="32459"/>
                </a:cubicBezTo>
                <a:cubicBezTo>
                  <a:pt x="26830" y="32459"/>
                  <a:pt x="28765" y="31667"/>
                  <a:pt x="30261" y="30171"/>
                </a:cubicBezTo>
                <a:cubicBezTo>
                  <a:pt x="33251" y="27181"/>
                  <a:pt x="33251" y="22342"/>
                  <a:pt x="30261" y="19264"/>
                </a:cubicBezTo>
                <a:lnTo>
                  <a:pt x="13899" y="2991"/>
                </a:lnTo>
                <a:cubicBezTo>
                  <a:pt x="10908" y="0"/>
                  <a:pt x="6070" y="0"/>
                  <a:pt x="3080" y="2991"/>
                </a:cubicBezTo>
                <a:cubicBezTo>
                  <a:pt x="0" y="5981"/>
                  <a:pt x="0" y="10908"/>
                  <a:pt x="3080" y="13898"/>
                </a:cubicBezTo>
                <a:lnTo>
                  <a:pt x="19353" y="30171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" name="path-515">
            <a:extLst xmlns:a="http://schemas.openxmlformats.org/drawingml/2006/main">
              <a:ext uri="{FF2B5EF4-FFF2-40B4-BE49-F238E27FC236}">
                <a16:creationId xmlns:a16="http://schemas.microsoft.com/office/drawing/2014/main" id="{CFBBD0BC-0580-4650-A4E2-13A994045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163" y="4364495"/>
            <a:ext cx="48722" cy="47563"/>
          </a:xfrm>
          <a:custGeom xmlns:a="http://schemas.openxmlformats.org/drawingml/2006/main">
            <a:pathLst>
              <a:path w="33248" h="32458">
                <a:moveTo>
                  <a:pt x="19350" y="30174"/>
                </a:moveTo>
                <a:cubicBezTo>
                  <a:pt x="20841" y="31667"/>
                  <a:pt x="22864" y="32458"/>
                  <a:pt x="24803" y="32458"/>
                </a:cubicBezTo>
                <a:cubicBezTo>
                  <a:pt x="26826" y="32458"/>
                  <a:pt x="28765" y="31667"/>
                  <a:pt x="30255" y="30174"/>
                </a:cubicBezTo>
                <a:cubicBezTo>
                  <a:pt x="33248" y="27181"/>
                  <a:pt x="33248" y="22343"/>
                  <a:pt x="30255" y="19353"/>
                </a:cubicBezTo>
                <a:lnTo>
                  <a:pt x="13892" y="2990"/>
                </a:lnTo>
                <a:cubicBezTo>
                  <a:pt x="10905" y="0"/>
                  <a:pt x="6070" y="0"/>
                  <a:pt x="3072" y="2990"/>
                </a:cubicBezTo>
                <a:cubicBezTo>
                  <a:pt x="0" y="5983"/>
                  <a:pt x="0" y="10908"/>
                  <a:pt x="3072" y="13898"/>
                </a:cubicBezTo>
                <a:lnTo>
                  <a:pt x="19350" y="30174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25" name="path-516">
            <a:extLst xmlns:a="http://schemas.openxmlformats.org/drawingml/2006/main">
              <a:ext uri="{FF2B5EF4-FFF2-40B4-BE49-F238E27FC236}">
                <a16:creationId xmlns:a16="http://schemas.microsoft.com/office/drawing/2014/main" id="{2E0E6FE5-BB2E-4D00-9022-DD211074D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6" y="4643570"/>
            <a:ext cx="48725" cy="47568"/>
          </a:xfrm>
          <a:custGeom xmlns:a="http://schemas.openxmlformats.org/drawingml/2006/main">
            <a:pathLst>
              <a:path w="33251" h="32461">
                <a:moveTo>
                  <a:pt x="13898" y="2993"/>
                </a:moveTo>
                <a:cubicBezTo>
                  <a:pt x="10907" y="0"/>
                  <a:pt x="6070" y="0"/>
                  <a:pt x="3078" y="2993"/>
                </a:cubicBezTo>
                <a:cubicBezTo>
                  <a:pt x="0" y="5983"/>
                  <a:pt x="0" y="10822"/>
                  <a:pt x="3078" y="13899"/>
                </a:cubicBezTo>
                <a:lnTo>
                  <a:pt x="19353" y="30174"/>
                </a:lnTo>
                <a:cubicBezTo>
                  <a:pt x="20848" y="31669"/>
                  <a:pt x="22870" y="32461"/>
                  <a:pt x="24806" y="32461"/>
                </a:cubicBezTo>
                <a:cubicBezTo>
                  <a:pt x="26742" y="32461"/>
                  <a:pt x="28764" y="31669"/>
                  <a:pt x="30260" y="30174"/>
                </a:cubicBezTo>
                <a:cubicBezTo>
                  <a:pt x="33251" y="27182"/>
                  <a:pt x="33251" y="22343"/>
                  <a:pt x="30260" y="19266"/>
                </a:cubicBezTo>
                <a:lnTo>
                  <a:pt x="13898" y="2993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" name="path-517">
            <a:extLst xmlns:a="http://schemas.openxmlformats.org/drawingml/2006/main">
              <a:ext uri="{FF2B5EF4-FFF2-40B4-BE49-F238E27FC236}">
                <a16:creationId xmlns:a16="http://schemas.microsoft.com/office/drawing/2014/main" id="{B3E703CF-884F-4790-AEB1-E54C623C8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5" y="4643568"/>
            <a:ext cx="48722" cy="47563"/>
          </a:xfrm>
          <a:custGeom xmlns:a="http://schemas.openxmlformats.org/drawingml/2006/main">
            <a:pathLst>
              <a:path w="33248" h="32458">
                <a:moveTo>
                  <a:pt x="13898" y="2993"/>
                </a:moveTo>
                <a:cubicBezTo>
                  <a:pt x="10905" y="0"/>
                  <a:pt x="6064" y="0"/>
                  <a:pt x="3078" y="2993"/>
                </a:cubicBezTo>
                <a:cubicBezTo>
                  <a:pt x="0" y="5983"/>
                  <a:pt x="0" y="10820"/>
                  <a:pt x="3078" y="13898"/>
                </a:cubicBezTo>
                <a:lnTo>
                  <a:pt x="19350" y="30174"/>
                </a:lnTo>
                <a:cubicBezTo>
                  <a:pt x="20847" y="31667"/>
                  <a:pt x="22870" y="32458"/>
                  <a:pt x="24809" y="32458"/>
                </a:cubicBezTo>
                <a:cubicBezTo>
                  <a:pt x="26742" y="32458"/>
                  <a:pt x="28759" y="31667"/>
                  <a:pt x="30255" y="30174"/>
                </a:cubicBezTo>
                <a:cubicBezTo>
                  <a:pt x="33248" y="27184"/>
                  <a:pt x="33248" y="22343"/>
                  <a:pt x="30255" y="19263"/>
                </a:cubicBezTo>
                <a:lnTo>
                  <a:pt x="13898" y="2993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27" name="path-518">
            <a:extLst xmlns:a="http://schemas.openxmlformats.org/drawingml/2006/main">
              <a:ext uri="{FF2B5EF4-FFF2-40B4-BE49-F238E27FC236}">
                <a16:creationId xmlns:a16="http://schemas.microsoft.com/office/drawing/2014/main" id="{6B2200E1-D1FC-4741-8CFA-757C659D2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4547" y="4517117"/>
            <a:ext cx="56459" cy="22559"/>
          </a:xfrm>
          <a:custGeom xmlns:a="http://schemas.openxmlformats.org/drawingml/2006/main">
            <a:pathLst>
              <a:path w="38528" h="15394">
                <a:moveTo>
                  <a:pt x="30787" y="0"/>
                </a:moveTo>
                <a:lnTo>
                  <a:pt x="7741" y="0"/>
                </a:lnTo>
                <a:cubicBezTo>
                  <a:pt x="3431" y="0"/>
                  <a:pt x="0" y="3431"/>
                  <a:pt x="0" y="7653"/>
                </a:cubicBezTo>
                <a:cubicBezTo>
                  <a:pt x="0" y="11964"/>
                  <a:pt x="3431" y="15394"/>
                  <a:pt x="7741" y="15394"/>
                </a:cubicBezTo>
                <a:lnTo>
                  <a:pt x="30787" y="15394"/>
                </a:lnTo>
                <a:cubicBezTo>
                  <a:pt x="35098" y="15394"/>
                  <a:pt x="38528" y="11964"/>
                  <a:pt x="38528" y="7653"/>
                </a:cubicBezTo>
                <a:cubicBezTo>
                  <a:pt x="38528" y="3431"/>
                  <a:pt x="35098" y="0"/>
                  <a:pt x="30787" y="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" name="path-519">
            <a:extLst xmlns:a="http://schemas.openxmlformats.org/drawingml/2006/main">
              <a:ext uri="{FF2B5EF4-FFF2-40B4-BE49-F238E27FC236}">
                <a16:creationId xmlns:a16="http://schemas.microsoft.com/office/drawing/2014/main" id="{173BA1A7-A292-4227-BF43-B7F2C6F9F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4542" y="4517115"/>
            <a:ext cx="56455" cy="22554"/>
          </a:xfrm>
          <a:custGeom xmlns:a="http://schemas.openxmlformats.org/drawingml/2006/main">
            <a:pathLst>
              <a:path w="38525" h="15391">
                <a:moveTo>
                  <a:pt x="30789" y="0"/>
                </a:moveTo>
                <a:lnTo>
                  <a:pt x="7743" y="0"/>
                </a:lnTo>
                <a:cubicBezTo>
                  <a:pt x="3435" y="0"/>
                  <a:pt x="0" y="3432"/>
                  <a:pt x="0" y="7743"/>
                </a:cubicBezTo>
                <a:cubicBezTo>
                  <a:pt x="0" y="11965"/>
                  <a:pt x="3435" y="15391"/>
                  <a:pt x="7743" y="15391"/>
                </a:cubicBezTo>
                <a:lnTo>
                  <a:pt x="30789" y="15391"/>
                </a:lnTo>
                <a:cubicBezTo>
                  <a:pt x="35102" y="15391"/>
                  <a:pt x="38525" y="11965"/>
                  <a:pt x="38525" y="7652"/>
                </a:cubicBezTo>
                <a:cubicBezTo>
                  <a:pt x="38525" y="3432"/>
                  <a:pt x="35102" y="0"/>
                  <a:pt x="30789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29" name="path-520">
            <a:extLst xmlns:a="http://schemas.openxmlformats.org/drawingml/2006/main">
              <a:ext uri="{FF2B5EF4-FFF2-40B4-BE49-F238E27FC236}">
                <a16:creationId xmlns:a16="http://schemas.microsoft.com/office/drawing/2014/main" id="{B15C8A7D-CDA0-4511-90B9-5B3041085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9377" y="4516988"/>
            <a:ext cx="56330" cy="22559"/>
          </a:xfrm>
          <a:custGeom xmlns:a="http://schemas.openxmlformats.org/drawingml/2006/main">
            <a:pathLst>
              <a:path w="38440" h="15394">
                <a:moveTo>
                  <a:pt x="30787" y="0"/>
                </a:moveTo>
                <a:lnTo>
                  <a:pt x="7652" y="0"/>
                </a:lnTo>
                <a:cubicBezTo>
                  <a:pt x="3430" y="0"/>
                  <a:pt x="0" y="3431"/>
                  <a:pt x="0" y="7741"/>
                </a:cubicBezTo>
                <a:cubicBezTo>
                  <a:pt x="0" y="11964"/>
                  <a:pt x="3430" y="15394"/>
                  <a:pt x="7652" y="15394"/>
                </a:cubicBezTo>
                <a:lnTo>
                  <a:pt x="30787" y="15394"/>
                </a:lnTo>
                <a:cubicBezTo>
                  <a:pt x="35010" y="15394"/>
                  <a:pt x="38440" y="11964"/>
                  <a:pt x="38440" y="7741"/>
                </a:cubicBezTo>
                <a:cubicBezTo>
                  <a:pt x="38440" y="3431"/>
                  <a:pt x="35010" y="0"/>
                  <a:pt x="30787" y="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" name="path-521">
            <a:extLst xmlns:a="http://schemas.openxmlformats.org/drawingml/2006/main">
              <a:ext uri="{FF2B5EF4-FFF2-40B4-BE49-F238E27FC236}">
                <a16:creationId xmlns:a16="http://schemas.microsoft.com/office/drawing/2014/main" id="{7B28DE10-C3E0-473E-8B9B-3A2EE5F97C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9369" y="4516986"/>
            <a:ext cx="56330" cy="22559"/>
          </a:xfrm>
          <a:custGeom xmlns:a="http://schemas.openxmlformats.org/drawingml/2006/main">
            <a:pathLst>
              <a:path w="38440" h="15394">
                <a:moveTo>
                  <a:pt x="30789" y="0"/>
                </a:moveTo>
                <a:lnTo>
                  <a:pt x="7658" y="0"/>
                </a:lnTo>
                <a:cubicBezTo>
                  <a:pt x="3435" y="0"/>
                  <a:pt x="0" y="3432"/>
                  <a:pt x="0" y="7740"/>
                </a:cubicBezTo>
                <a:cubicBezTo>
                  <a:pt x="0" y="11962"/>
                  <a:pt x="3435" y="15394"/>
                  <a:pt x="7658" y="15394"/>
                </a:cubicBezTo>
                <a:lnTo>
                  <a:pt x="30789" y="15394"/>
                </a:lnTo>
                <a:cubicBezTo>
                  <a:pt x="35011" y="15394"/>
                  <a:pt x="38440" y="11962"/>
                  <a:pt x="38440" y="7740"/>
                </a:cubicBezTo>
                <a:cubicBezTo>
                  <a:pt x="38440" y="3432"/>
                  <a:pt x="35011" y="0"/>
                  <a:pt x="30789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31" name="path-522">
            <a:extLst xmlns:a="http://schemas.openxmlformats.org/drawingml/2006/main">
              <a:ext uri="{FF2B5EF4-FFF2-40B4-BE49-F238E27FC236}">
                <a16:creationId xmlns:a16="http://schemas.microsoft.com/office/drawing/2014/main" id="{12DFD206-C6CB-44E7-A0F4-0EE46BE61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291" y="4643570"/>
            <a:ext cx="48725" cy="47568"/>
          </a:xfrm>
          <a:custGeom xmlns:a="http://schemas.openxmlformats.org/drawingml/2006/main">
            <a:pathLst>
              <a:path w="33251" h="32461">
                <a:moveTo>
                  <a:pt x="19353" y="2993"/>
                </a:moveTo>
                <a:lnTo>
                  <a:pt x="2991" y="19353"/>
                </a:lnTo>
                <a:cubicBezTo>
                  <a:pt x="0" y="22343"/>
                  <a:pt x="0" y="27182"/>
                  <a:pt x="2991" y="30261"/>
                </a:cubicBezTo>
                <a:cubicBezTo>
                  <a:pt x="4486" y="31756"/>
                  <a:pt x="6509" y="32461"/>
                  <a:pt x="8445" y="32461"/>
                </a:cubicBezTo>
                <a:cubicBezTo>
                  <a:pt x="10380" y="32461"/>
                  <a:pt x="12403" y="31756"/>
                  <a:pt x="13899" y="30261"/>
                </a:cubicBezTo>
                <a:lnTo>
                  <a:pt x="30172" y="13899"/>
                </a:lnTo>
                <a:cubicBezTo>
                  <a:pt x="33251" y="10910"/>
                  <a:pt x="33251" y="5983"/>
                  <a:pt x="30172" y="2993"/>
                </a:cubicBezTo>
                <a:cubicBezTo>
                  <a:pt x="27182" y="0"/>
                  <a:pt x="22343" y="0"/>
                  <a:pt x="19353" y="2993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" name="path-523">
            <a:extLst xmlns:a="http://schemas.openxmlformats.org/drawingml/2006/main">
              <a:ext uri="{FF2B5EF4-FFF2-40B4-BE49-F238E27FC236}">
                <a16:creationId xmlns:a16="http://schemas.microsoft.com/office/drawing/2014/main" id="{0D5287C4-FD99-4674-8B49-B363237F4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288" y="4643568"/>
            <a:ext cx="48731" cy="47563"/>
          </a:xfrm>
          <a:custGeom xmlns:a="http://schemas.openxmlformats.org/drawingml/2006/main">
            <a:pathLst>
              <a:path w="33254" h="32458">
                <a:moveTo>
                  <a:pt x="19356" y="2993"/>
                </a:moveTo>
                <a:lnTo>
                  <a:pt x="2987" y="19353"/>
                </a:lnTo>
                <a:cubicBezTo>
                  <a:pt x="0" y="22343"/>
                  <a:pt x="0" y="27269"/>
                  <a:pt x="2987" y="30258"/>
                </a:cubicBezTo>
                <a:cubicBezTo>
                  <a:pt x="4489" y="31758"/>
                  <a:pt x="6513" y="32458"/>
                  <a:pt x="8445" y="32458"/>
                </a:cubicBezTo>
                <a:cubicBezTo>
                  <a:pt x="10384" y="32458"/>
                  <a:pt x="12401" y="31758"/>
                  <a:pt x="13898" y="30258"/>
                </a:cubicBezTo>
                <a:lnTo>
                  <a:pt x="30171" y="13898"/>
                </a:lnTo>
                <a:cubicBezTo>
                  <a:pt x="33254" y="10911"/>
                  <a:pt x="33254" y="6070"/>
                  <a:pt x="30171" y="2993"/>
                </a:cubicBezTo>
                <a:cubicBezTo>
                  <a:pt x="27178" y="0"/>
                  <a:pt x="22343" y="0"/>
                  <a:pt x="19356" y="2993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33" name="path-524">
            <a:extLst xmlns:a="http://schemas.openxmlformats.org/drawingml/2006/main">
              <a:ext uri="{FF2B5EF4-FFF2-40B4-BE49-F238E27FC236}">
                <a16:creationId xmlns:a16="http://schemas.microsoft.com/office/drawing/2014/main" id="{377B5242-894F-4834-A9D8-4937E4C184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6" y="4364368"/>
            <a:ext cx="48725" cy="47563"/>
          </a:xfrm>
          <a:custGeom xmlns:a="http://schemas.openxmlformats.org/drawingml/2006/main">
            <a:pathLst>
              <a:path w="33251" h="32458">
                <a:moveTo>
                  <a:pt x="19353" y="2990"/>
                </a:moveTo>
                <a:lnTo>
                  <a:pt x="2991" y="19352"/>
                </a:lnTo>
                <a:cubicBezTo>
                  <a:pt x="0" y="22342"/>
                  <a:pt x="0" y="27269"/>
                  <a:pt x="2991" y="30258"/>
                </a:cubicBezTo>
                <a:cubicBezTo>
                  <a:pt x="4486" y="31755"/>
                  <a:pt x="6509" y="32458"/>
                  <a:pt x="8444" y="32458"/>
                </a:cubicBezTo>
                <a:cubicBezTo>
                  <a:pt x="10380" y="32458"/>
                  <a:pt x="12403" y="31755"/>
                  <a:pt x="13898" y="30258"/>
                </a:cubicBezTo>
                <a:lnTo>
                  <a:pt x="30172" y="13898"/>
                </a:lnTo>
                <a:cubicBezTo>
                  <a:pt x="33251" y="10908"/>
                  <a:pt x="33251" y="6069"/>
                  <a:pt x="30172" y="2990"/>
                </a:cubicBezTo>
                <a:cubicBezTo>
                  <a:pt x="27180" y="0"/>
                  <a:pt x="22343" y="0"/>
                  <a:pt x="19353" y="299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" name="path-525">
            <a:extLst xmlns:a="http://schemas.openxmlformats.org/drawingml/2006/main">
              <a:ext uri="{FF2B5EF4-FFF2-40B4-BE49-F238E27FC236}">
                <a16:creationId xmlns:a16="http://schemas.microsoft.com/office/drawing/2014/main" id="{FF8A9D63-1647-45F2-BBBE-413A4BC775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5" y="4364370"/>
            <a:ext cx="48722" cy="47563"/>
          </a:xfrm>
          <a:custGeom xmlns:a="http://schemas.openxmlformats.org/drawingml/2006/main">
            <a:pathLst>
              <a:path w="33248" h="32458">
                <a:moveTo>
                  <a:pt x="19350" y="2987"/>
                </a:moveTo>
                <a:lnTo>
                  <a:pt x="2993" y="19347"/>
                </a:lnTo>
                <a:cubicBezTo>
                  <a:pt x="0" y="22343"/>
                  <a:pt x="0" y="27266"/>
                  <a:pt x="2993" y="30258"/>
                </a:cubicBezTo>
                <a:cubicBezTo>
                  <a:pt x="4483" y="31752"/>
                  <a:pt x="6507" y="32458"/>
                  <a:pt x="8439" y="32458"/>
                </a:cubicBezTo>
                <a:cubicBezTo>
                  <a:pt x="10378" y="32458"/>
                  <a:pt x="12401" y="31752"/>
                  <a:pt x="13898" y="30258"/>
                </a:cubicBezTo>
                <a:lnTo>
                  <a:pt x="30171" y="13898"/>
                </a:lnTo>
                <a:cubicBezTo>
                  <a:pt x="33248" y="10905"/>
                  <a:pt x="33248" y="6067"/>
                  <a:pt x="30171" y="2987"/>
                </a:cubicBezTo>
                <a:cubicBezTo>
                  <a:pt x="27184" y="0"/>
                  <a:pt x="22343" y="0"/>
                  <a:pt x="19350" y="2987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35" name="path-526">
            <a:extLst xmlns:a="http://schemas.openxmlformats.org/drawingml/2006/main">
              <a:ext uri="{FF2B5EF4-FFF2-40B4-BE49-F238E27FC236}">
                <a16:creationId xmlns:a16="http://schemas.microsoft.com/office/drawing/2014/main" id="{7F21462A-9095-4726-9228-1F42104DC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5562" y="4702222"/>
            <a:ext cx="44858" cy="44729"/>
          </a:xfrm>
          <a:custGeom xmlns:a="http://schemas.openxmlformats.org/drawingml/2006/main">
            <a:pathLst>
              <a:path w="30611" h="30524">
                <a:moveTo>
                  <a:pt x="30611" y="15219"/>
                </a:moveTo>
                <a:cubicBezTo>
                  <a:pt x="30611" y="6861"/>
                  <a:pt x="23752" y="0"/>
                  <a:pt x="15306" y="0"/>
                </a:cubicBezTo>
                <a:cubicBezTo>
                  <a:pt x="6861" y="0"/>
                  <a:pt x="0" y="6861"/>
                  <a:pt x="0" y="15219"/>
                </a:cubicBezTo>
                <a:cubicBezTo>
                  <a:pt x="0" y="23664"/>
                  <a:pt x="6861" y="30524"/>
                  <a:pt x="15306" y="30524"/>
                </a:cubicBezTo>
                <a:cubicBezTo>
                  <a:pt x="23752" y="30524"/>
                  <a:pt x="30611" y="23664"/>
                  <a:pt x="30611" y="15219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" name="path-527">
            <a:extLst xmlns:a="http://schemas.openxmlformats.org/drawingml/2006/main">
              <a:ext uri="{FF2B5EF4-FFF2-40B4-BE49-F238E27FC236}">
                <a16:creationId xmlns:a16="http://schemas.microsoft.com/office/drawing/2014/main" id="{CD8BDC23-FD38-42F1-AF23-03F1E8D06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5565" y="4702224"/>
            <a:ext cx="44851" cy="44722"/>
          </a:xfrm>
          <a:custGeom xmlns:a="http://schemas.openxmlformats.org/drawingml/2006/main">
            <a:pathLst>
              <a:path w="30607" h="30519">
                <a:moveTo>
                  <a:pt x="30607" y="15303"/>
                </a:moveTo>
                <a:cubicBezTo>
                  <a:pt x="30607" y="6858"/>
                  <a:pt x="23749" y="0"/>
                  <a:pt x="15303" y="0"/>
                </a:cubicBezTo>
                <a:cubicBezTo>
                  <a:pt x="6858" y="0"/>
                  <a:pt x="0" y="6858"/>
                  <a:pt x="0" y="15303"/>
                </a:cubicBezTo>
                <a:cubicBezTo>
                  <a:pt x="0" y="23661"/>
                  <a:pt x="6858" y="30519"/>
                  <a:pt x="15303" y="30519"/>
                </a:cubicBezTo>
                <a:cubicBezTo>
                  <a:pt x="23749" y="30519"/>
                  <a:pt x="30607" y="23661"/>
                  <a:pt x="30607" y="15303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37" name="path-528">
            <a:extLst xmlns:a="http://schemas.openxmlformats.org/drawingml/2006/main">
              <a:ext uri="{FF2B5EF4-FFF2-40B4-BE49-F238E27FC236}">
                <a16:creationId xmlns:a16="http://schemas.microsoft.com/office/drawing/2014/main" id="{23A93E53-4277-47DE-8F5D-C074130C4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6861" y="4717174"/>
            <a:ext cx="44858" cy="44858"/>
          </a:xfrm>
          <a:custGeom xmlns:a="http://schemas.openxmlformats.org/drawingml/2006/main">
            <a:pathLst>
              <a:path w="30611" h="30611">
                <a:moveTo>
                  <a:pt x="15305" y="30611"/>
                </a:moveTo>
                <a:cubicBezTo>
                  <a:pt x="23749" y="30611"/>
                  <a:pt x="30611" y="23750"/>
                  <a:pt x="30611" y="15306"/>
                </a:cubicBezTo>
                <a:cubicBezTo>
                  <a:pt x="30611" y="6863"/>
                  <a:pt x="23749" y="0"/>
                  <a:pt x="15305" y="0"/>
                </a:cubicBezTo>
                <a:cubicBezTo>
                  <a:pt x="6861" y="0"/>
                  <a:pt x="0" y="6863"/>
                  <a:pt x="0" y="15306"/>
                </a:cubicBezTo>
                <a:cubicBezTo>
                  <a:pt x="0" y="23750"/>
                  <a:pt x="6861" y="30611"/>
                  <a:pt x="15305" y="30611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" name="path-529">
            <a:extLst xmlns:a="http://schemas.openxmlformats.org/drawingml/2006/main">
              <a:ext uri="{FF2B5EF4-FFF2-40B4-BE49-F238E27FC236}">
                <a16:creationId xmlns:a16="http://schemas.microsoft.com/office/drawing/2014/main" id="{7D1E22DC-EDF9-42CB-AD23-1F99E0AAE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6855" y="4717170"/>
            <a:ext cx="44869" cy="44860"/>
          </a:xfrm>
          <a:custGeom xmlns:a="http://schemas.openxmlformats.org/drawingml/2006/main">
            <a:pathLst>
              <a:path w="30619" h="30613">
                <a:moveTo>
                  <a:pt x="15309" y="30613"/>
                </a:moveTo>
                <a:cubicBezTo>
                  <a:pt x="23755" y="30613"/>
                  <a:pt x="30619" y="23752"/>
                  <a:pt x="30619" y="15309"/>
                </a:cubicBezTo>
                <a:cubicBezTo>
                  <a:pt x="30619" y="6864"/>
                  <a:pt x="23755" y="0"/>
                  <a:pt x="15309" y="0"/>
                </a:cubicBezTo>
                <a:cubicBezTo>
                  <a:pt x="6864" y="0"/>
                  <a:pt x="0" y="6864"/>
                  <a:pt x="0" y="15309"/>
                </a:cubicBezTo>
                <a:cubicBezTo>
                  <a:pt x="0" y="23752"/>
                  <a:pt x="6864" y="30613"/>
                  <a:pt x="15309" y="30613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39" name="path-530">
            <a:extLst xmlns:a="http://schemas.openxmlformats.org/drawingml/2006/main">
              <a:ext uri="{FF2B5EF4-FFF2-40B4-BE49-F238E27FC236}">
                <a16:creationId xmlns:a16="http://schemas.microsoft.com/office/drawing/2014/main" id="{ED72310F-2A8F-439B-BDF7-770C9C686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92062" y="4826615"/>
            <a:ext cx="128128" cy="42021"/>
          </a:xfrm>
          <a:custGeom xmlns:a="http://schemas.openxmlformats.org/drawingml/2006/main">
            <a:pathLst>
              <a:path w="87436" h="28676">
                <a:moveTo>
                  <a:pt x="441" y="14426"/>
                </a:moveTo>
                <a:cubicBezTo>
                  <a:pt x="968" y="17241"/>
                  <a:pt x="3608" y="19087"/>
                  <a:pt x="6334" y="18560"/>
                </a:cubicBezTo>
                <a:cubicBezTo>
                  <a:pt x="6773" y="18472"/>
                  <a:pt x="52603" y="10643"/>
                  <a:pt x="78904" y="27884"/>
                </a:cubicBezTo>
                <a:cubicBezTo>
                  <a:pt x="79696" y="28412"/>
                  <a:pt x="80664" y="28676"/>
                  <a:pt x="81632" y="28676"/>
                </a:cubicBezTo>
                <a:cubicBezTo>
                  <a:pt x="83302" y="28676"/>
                  <a:pt x="84887" y="27884"/>
                  <a:pt x="85853" y="26389"/>
                </a:cubicBezTo>
                <a:cubicBezTo>
                  <a:pt x="87436" y="24102"/>
                  <a:pt x="86733" y="20935"/>
                  <a:pt x="84446" y="19440"/>
                </a:cubicBezTo>
                <a:cubicBezTo>
                  <a:pt x="54715" y="0"/>
                  <a:pt x="6598" y="8268"/>
                  <a:pt x="4574" y="8620"/>
                </a:cubicBezTo>
                <a:cubicBezTo>
                  <a:pt x="1848" y="9060"/>
                  <a:pt x="0" y="11699"/>
                  <a:pt x="441" y="14426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" name="path-531">
            <a:extLst xmlns:a="http://schemas.openxmlformats.org/drawingml/2006/main">
              <a:ext uri="{FF2B5EF4-FFF2-40B4-BE49-F238E27FC236}">
                <a16:creationId xmlns:a16="http://schemas.microsoft.com/office/drawing/2014/main" id="{442F3910-7255-4B12-951B-1ABA81308C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92060" y="4826612"/>
            <a:ext cx="128126" cy="42019"/>
          </a:xfrm>
          <a:custGeom xmlns:a="http://schemas.openxmlformats.org/drawingml/2006/main">
            <a:pathLst>
              <a:path w="87434" h="28674">
                <a:moveTo>
                  <a:pt x="442" y="14513"/>
                </a:moveTo>
                <a:cubicBezTo>
                  <a:pt x="969" y="17242"/>
                  <a:pt x="3605" y="19087"/>
                  <a:pt x="6337" y="18560"/>
                </a:cubicBezTo>
                <a:cubicBezTo>
                  <a:pt x="6773" y="18475"/>
                  <a:pt x="52599" y="10645"/>
                  <a:pt x="78904" y="27884"/>
                </a:cubicBezTo>
                <a:cubicBezTo>
                  <a:pt x="79698" y="28414"/>
                  <a:pt x="80661" y="28674"/>
                  <a:pt x="81630" y="28674"/>
                </a:cubicBezTo>
                <a:cubicBezTo>
                  <a:pt x="83302" y="28674"/>
                  <a:pt x="84884" y="27884"/>
                  <a:pt x="85853" y="26475"/>
                </a:cubicBezTo>
                <a:cubicBezTo>
                  <a:pt x="87434" y="24100"/>
                  <a:pt x="86737" y="20935"/>
                  <a:pt x="84447" y="19441"/>
                </a:cubicBezTo>
                <a:cubicBezTo>
                  <a:pt x="54713" y="0"/>
                  <a:pt x="6598" y="8270"/>
                  <a:pt x="4574" y="8621"/>
                </a:cubicBezTo>
                <a:cubicBezTo>
                  <a:pt x="1848" y="9057"/>
                  <a:pt x="0" y="11699"/>
                  <a:pt x="442" y="14513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41" name="path-532">
            <a:extLst xmlns:a="http://schemas.openxmlformats.org/drawingml/2006/main">
              <a:ext uri="{FF2B5EF4-FFF2-40B4-BE49-F238E27FC236}">
                <a16:creationId xmlns:a16="http://schemas.microsoft.com/office/drawing/2014/main" id="{DD1A5C4E-E901-4B5E-8883-68ED1BBD28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30447" y="4640092"/>
            <a:ext cx="95904" cy="49628"/>
          </a:xfrm>
          <a:custGeom xmlns:a="http://schemas.openxmlformats.org/drawingml/2006/main">
            <a:pathLst>
              <a:path w="65445" h="33866">
                <a:moveTo>
                  <a:pt x="5630" y="33866"/>
                </a:moveTo>
                <a:cubicBezTo>
                  <a:pt x="6949" y="33866"/>
                  <a:pt x="8357" y="33250"/>
                  <a:pt x="9324" y="32194"/>
                </a:cubicBezTo>
                <a:cubicBezTo>
                  <a:pt x="10292" y="31226"/>
                  <a:pt x="31403" y="8709"/>
                  <a:pt x="56649" y="28939"/>
                </a:cubicBezTo>
                <a:cubicBezTo>
                  <a:pt x="58760" y="30699"/>
                  <a:pt x="61927" y="30348"/>
                  <a:pt x="63685" y="28149"/>
                </a:cubicBezTo>
                <a:cubicBezTo>
                  <a:pt x="65445" y="26037"/>
                  <a:pt x="65094" y="22782"/>
                  <a:pt x="62983" y="21110"/>
                </a:cubicBezTo>
                <a:cubicBezTo>
                  <a:pt x="36770" y="0"/>
                  <a:pt x="11523" y="14688"/>
                  <a:pt x="1848" y="25421"/>
                </a:cubicBezTo>
                <a:cubicBezTo>
                  <a:pt x="0" y="27444"/>
                  <a:pt x="176" y="30611"/>
                  <a:pt x="2199" y="32547"/>
                </a:cubicBezTo>
                <a:cubicBezTo>
                  <a:pt x="3165" y="33425"/>
                  <a:pt x="4398" y="33866"/>
                  <a:pt x="5630" y="33866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" name="path-533">
            <a:extLst xmlns:a="http://schemas.openxmlformats.org/drawingml/2006/main">
              <a:ext uri="{FF2B5EF4-FFF2-40B4-BE49-F238E27FC236}">
                <a16:creationId xmlns:a16="http://schemas.microsoft.com/office/drawing/2014/main" id="{33B6E00B-1673-4B52-BAE3-F147D316E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30447" y="4640087"/>
            <a:ext cx="95899" cy="49628"/>
          </a:xfrm>
          <a:custGeom xmlns:a="http://schemas.openxmlformats.org/drawingml/2006/main">
            <a:pathLst>
              <a:path w="65442" h="33866">
                <a:moveTo>
                  <a:pt x="5628" y="33866"/>
                </a:moveTo>
                <a:cubicBezTo>
                  <a:pt x="6949" y="33866"/>
                  <a:pt x="8354" y="33254"/>
                  <a:pt x="9324" y="32197"/>
                </a:cubicBezTo>
                <a:cubicBezTo>
                  <a:pt x="10293" y="31231"/>
                  <a:pt x="31400" y="8712"/>
                  <a:pt x="56646" y="28941"/>
                </a:cubicBezTo>
                <a:cubicBezTo>
                  <a:pt x="58754" y="30701"/>
                  <a:pt x="61928" y="30349"/>
                  <a:pt x="63685" y="28150"/>
                </a:cubicBezTo>
                <a:cubicBezTo>
                  <a:pt x="65442" y="26036"/>
                  <a:pt x="65091" y="22870"/>
                  <a:pt x="62977" y="21113"/>
                </a:cubicBezTo>
                <a:cubicBezTo>
                  <a:pt x="36768" y="0"/>
                  <a:pt x="11523" y="14695"/>
                  <a:pt x="1848" y="25424"/>
                </a:cubicBezTo>
                <a:cubicBezTo>
                  <a:pt x="0" y="27444"/>
                  <a:pt x="176" y="30610"/>
                  <a:pt x="2199" y="32549"/>
                </a:cubicBezTo>
                <a:cubicBezTo>
                  <a:pt x="3162" y="33430"/>
                  <a:pt x="4398" y="33866"/>
                  <a:pt x="5628" y="33866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43" name="path-534">
            <a:extLst xmlns:a="http://schemas.openxmlformats.org/drawingml/2006/main">
              <a:ext uri="{FF2B5EF4-FFF2-40B4-BE49-F238E27FC236}">
                <a16:creationId xmlns:a16="http://schemas.microsoft.com/office/drawing/2014/main" id="{FF561293-1C04-4B83-A367-A56474D7B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7763" y="4671802"/>
            <a:ext cx="94745" cy="30420"/>
          </a:xfrm>
          <a:custGeom xmlns:a="http://schemas.openxmlformats.org/drawingml/2006/main">
            <a:pathLst>
              <a:path w="64655" h="20759">
                <a:moveTo>
                  <a:pt x="5718" y="20056"/>
                </a:moveTo>
                <a:cubicBezTo>
                  <a:pt x="6246" y="20056"/>
                  <a:pt x="6861" y="19968"/>
                  <a:pt x="7390" y="19791"/>
                </a:cubicBezTo>
                <a:cubicBezTo>
                  <a:pt x="7653" y="19703"/>
                  <a:pt x="34218" y="10731"/>
                  <a:pt x="57088" y="19703"/>
                </a:cubicBezTo>
                <a:cubicBezTo>
                  <a:pt x="59728" y="20759"/>
                  <a:pt x="62630" y="19440"/>
                  <a:pt x="63685" y="16889"/>
                </a:cubicBezTo>
                <a:cubicBezTo>
                  <a:pt x="64655" y="14249"/>
                  <a:pt x="63423" y="11347"/>
                  <a:pt x="60783" y="10292"/>
                </a:cubicBezTo>
                <a:cubicBezTo>
                  <a:pt x="34483" y="0"/>
                  <a:pt x="5278" y="9852"/>
                  <a:pt x="4047" y="10204"/>
                </a:cubicBezTo>
                <a:cubicBezTo>
                  <a:pt x="1407" y="11172"/>
                  <a:pt x="0" y="13986"/>
                  <a:pt x="968" y="16626"/>
                </a:cubicBezTo>
                <a:cubicBezTo>
                  <a:pt x="1672" y="18737"/>
                  <a:pt x="3606" y="20056"/>
                  <a:pt x="5718" y="20056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" name="path-535">
            <a:extLst xmlns:a="http://schemas.openxmlformats.org/drawingml/2006/main">
              <a:ext uri="{FF2B5EF4-FFF2-40B4-BE49-F238E27FC236}">
                <a16:creationId xmlns:a16="http://schemas.microsoft.com/office/drawing/2014/main" id="{D34DA564-8423-4A8E-ABE0-05A31289A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7760" y="4671795"/>
            <a:ext cx="94745" cy="30429"/>
          </a:xfrm>
          <a:custGeom xmlns:a="http://schemas.openxmlformats.org/drawingml/2006/main">
            <a:pathLst>
              <a:path w="64655" h="20765">
                <a:moveTo>
                  <a:pt x="5719" y="20059"/>
                </a:moveTo>
                <a:cubicBezTo>
                  <a:pt x="6246" y="20059"/>
                  <a:pt x="6858" y="19968"/>
                  <a:pt x="7391" y="19793"/>
                </a:cubicBezTo>
                <a:cubicBezTo>
                  <a:pt x="7652" y="19708"/>
                  <a:pt x="34218" y="10735"/>
                  <a:pt x="57088" y="19708"/>
                </a:cubicBezTo>
                <a:cubicBezTo>
                  <a:pt x="59729" y="20765"/>
                  <a:pt x="62631" y="19444"/>
                  <a:pt x="63685" y="16894"/>
                </a:cubicBezTo>
                <a:cubicBezTo>
                  <a:pt x="64655" y="14252"/>
                  <a:pt x="63425" y="11350"/>
                  <a:pt x="60783" y="10296"/>
                </a:cubicBezTo>
                <a:cubicBezTo>
                  <a:pt x="34484" y="0"/>
                  <a:pt x="5277" y="9854"/>
                  <a:pt x="4047" y="10296"/>
                </a:cubicBezTo>
                <a:cubicBezTo>
                  <a:pt x="1412" y="11172"/>
                  <a:pt x="0" y="14077"/>
                  <a:pt x="969" y="16718"/>
                </a:cubicBezTo>
                <a:cubicBezTo>
                  <a:pt x="1672" y="18742"/>
                  <a:pt x="3611" y="20059"/>
                  <a:pt x="5719" y="20059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45" name="path-536">
            <a:extLst xmlns:a="http://schemas.openxmlformats.org/drawingml/2006/main">
              <a:ext uri="{FF2B5EF4-FFF2-40B4-BE49-F238E27FC236}">
                <a16:creationId xmlns:a16="http://schemas.microsoft.com/office/drawing/2014/main" id="{A86E3FB3-BEE8-4973-A09F-99B3D13B2E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2407" y="4573061"/>
            <a:ext cx="437366" cy="451160"/>
          </a:xfrm>
          <a:custGeom xmlns:a="http://schemas.openxmlformats.org/drawingml/2006/main">
            <a:pathLst>
              <a:path w="298462" h="307875">
                <a:moveTo>
                  <a:pt x="38967" y="265300"/>
                </a:moveTo>
                <a:cubicBezTo>
                  <a:pt x="41079" y="283334"/>
                  <a:pt x="48028" y="307348"/>
                  <a:pt x="83917" y="307875"/>
                </a:cubicBezTo>
                <a:cubicBezTo>
                  <a:pt x="84885" y="307875"/>
                  <a:pt x="85941" y="307875"/>
                  <a:pt x="86909" y="307875"/>
                </a:cubicBezTo>
                <a:cubicBezTo>
                  <a:pt x="109779" y="307875"/>
                  <a:pt x="124645" y="304444"/>
                  <a:pt x="132298" y="297408"/>
                </a:cubicBezTo>
                <a:cubicBezTo>
                  <a:pt x="138103" y="298023"/>
                  <a:pt x="143733" y="298463"/>
                  <a:pt x="149187" y="298463"/>
                </a:cubicBezTo>
                <a:cubicBezTo>
                  <a:pt x="231522" y="298463"/>
                  <a:pt x="298462" y="231523"/>
                  <a:pt x="298462" y="149188"/>
                </a:cubicBezTo>
                <a:cubicBezTo>
                  <a:pt x="298462" y="66940"/>
                  <a:pt x="231522" y="0"/>
                  <a:pt x="149187" y="0"/>
                </a:cubicBezTo>
                <a:cubicBezTo>
                  <a:pt x="66940" y="0"/>
                  <a:pt x="0" y="66940"/>
                  <a:pt x="0" y="149188"/>
                </a:cubicBezTo>
                <a:cubicBezTo>
                  <a:pt x="0" y="186747"/>
                  <a:pt x="13986" y="222551"/>
                  <a:pt x="39408" y="250171"/>
                </a:cubicBezTo>
                <a:cubicBezTo>
                  <a:pt x="38616" y="255713"/>
                  <a:pt x="38440" y="260726"/>
                  <a:pt x="38967" y="265300"/>
                </a:cubicBezTo>
                <a:moveTo>
                  <a:pt x="84005" y="297759"/>
                </a:moveTo>
                <a:cubicBezTo>
                  <a:pt x="56649" y="297408"/>
                  <a:pt x="51019" y="281397"/>
                  <a:pt x="48995" y="264069"/>
                </a:cubicBezTo>
                <a:cubicBezTo>
                  <a:pt x="48468" y="259847"/>
                  <a:pt x="48732" y="254920"/>
                  <a:pt x="49700" y="249379"/>
                </a:cubicBezTo>
                <a:cubicBezTo>
                  <a:pt x="51635" y="238558"/>
                  <a:pt x="56032" y="227740"/>
                  <a:pt x="58848" y="220527"/>
                </a:cubicBezTo>
                <a:cubicBezTo>
                  <a:pt x="59728" y="218416"/>
                  <a:pt x="60431" y="216568"/>
                  <a:pt x="61047" y="215073"/>
                </a:cubicBezTo>
                <a:cubicBezTo>
                  <a:pt x="63069" y="209443"/>
                  <a:pt x="62013" y="202670"/>
                  <a:pt x="61047" y="196688"/>
                </a:cubicBezTo>
                <a:cubicBezTo>
                  <a:pt x="60696" y="194313"/>
                  <a:pt x="60079" y="190794"/>
                  <a:pt x="60255" y="189124"/>
                </a:cubicBezTo>
                <a:cubicBezTo>
                  <a:pt x="62013" y="188597"/>
                  <a:pt x="64038" y="188332"/>
                  <a:pt x="65268" y="189211"/>
                </a:cubicBezTo>
                <a:cubicBezTo>
                  <a:pt x="68876" y="191674"/>
                  <a:pt x="69052" y="202670"/>
                  <a:pt x="69227" y="209180"/>
                </a:cubicBezTo>
                <a:cubicBezTo>
                  <a:pt x="69315" y="212433"/>
                  <a:pt x="69403" y="215424"/>
                  <a:pt x="69667" y="217887"/>
                </a:cubicBezTo>
                <a:cubicBezTo>
                  <a:pt x="70636" y="226157"/>
                  <a:pt x="77321" y="235481"/>
                  <a:pt x="103357" y="233633"/>
                </a:cubicBezTo>
                <a:cubicBezTo>
                  <a:pt x="109515" y="233281"/>
                  <a:pt x="119278" y="230380"/>
                  <a:pt x="130626" y="227125"/>
                </a:cubicBezTo>
                <a:cubicBezTo>
                  <a:pt x="141358" y="223958"/>
                  <a:pt x="153585" y="220439"/>
                  <a:pt x="164228" y="218502"/>
                </a:cubicBezTo>
                <a:cubicBezTo>
                  <a:pt x="170650" y="217360"/>
                  <a:pt x="173289" y="218416"/>
                  <a:pt x="173464" y="219119"/>
                </a:cubicBezTo>
                <a:cubicBezTo>
                  <a:pt x="173905" y="220701"/>
                  <a:pt x="171882" y="224309"/>
                  <a:pt x="169595" y="225188"/>
                </a:cubicBezTo>
                <a:cubicBezTo>
                  <a:pt x="161853" y="228268"/>
                  <a:pt x="127987" y="241110"/>
                  <a:pt x="127636" y="241198"/>
                </a:cubicBezTo>
                <a:cubicBezTo>
                  <a:pt x="125349" y="242078"/>
                  <a:pt x="123940" y="244629"/>
                  <a:pt x="124557" y="247092"/>
                </a:cubicBezTo>
                <a:cubicBezTo>
                  <a:pt x="125085" y="249554"/>
                  <a:pt x="127372" y="251138"/>
                  <a:pt x="129923" y="250963"/>
                </a:cubicBezTo>
                <a:cubicBezTo>
                  <a:pt x="130099" y="250963"/>
                  <a:pt x="130274" y="250963"/>
                  <a:pt x="130362" y="250963"/>
                </a:cubicBezTo>
                <a:cubicBezTo>
                  <a:pt x="131154" y="252721"/>
                  <a:pt x="130274" y="258704"/>
                  <a:pt x="128516" y="263541"/>
                </a:cubicBezTo>
                <a:cubicBezTo>
                  <a:pt x="127724" y="265565"/>
                  <a:pt x="128339" y="267852"/>
                  <a:pt x="130011" y="269259"/>
                </a:cubicBezTo>
                <a:cubicBezTo>
                  <a:pt x="133705" y="272250"/>
                  <a:pt x="129835" y="277351"/>
                  <a:pt x="129043" y="278319"/>
                </a:cubicBezTo>
                <a:cubicBezTo>
                  <a:pt x="128075" y="279463"/>
                  <a:pt x="127724" y="280958"/>
                  <a:pt x="127987" y="282453"/>
                </a:cubicBezTo>
                <a:cubicBezTo>
                  <a:pt x="128427" y="285093"/>
                  <a:pt x="127987" y="287116"/>
                  <a:pt x="126492" y="288874"/>
                </a:cubicBezTo>
                <a:cubicBezTo>
                  <a:pt x="123677" y="292393"/>
                  <a:pt x="114441" y="298110"/>
                  <a:pt x="84005" y="297759"/>
                </a:cubicBezTo>
                <a:moveTo>
                  <a:pt x="149187" y="10116"/>
                </a:moveTo>
                <a:cubicBezTo>
                  <a:pt x="225892" y="10116"/>
                  <a:pt x="288347" y="72482"/>
                  <a:pt x="288347" y="149188"/>
                </a:cubicBezTo>
                <a:cubicBezTo>
                  <a:pt x="288347" y="225893"/>
                  <a:pt x="225892" y="288347"/>
                  <a:pt x="149187" y="288347"/>
                </a:cubicBezTo>
                <a:cubicBezTo>
                  <a:pt x="145579" y="288347"/>
                  <a:pt x="141709" y="288172"/>
                  <a:pt x="137928" y="287819"/>
                </a:cubicBezTo>
                <a:cubicBezTo>
                  <a:pt x="137928" y="287467"/>
                  <a:pt x="138015" y="287116"/>
                  <a:pt x="138015" y="286763"/>
                </a:cubicBezTo>
                <a:cubicBezTo>
                  <a:pt x="138103" y="286500"/>
                  <a:pt x="138103" y="286236"/>
                  <a:pt x="138103" y="285883"/>
                </a:cubicBezTo>
                <a:cubicBezTo>
                  <a:pt x="138191" y="284917"/>
                  <a:pt x="138279" y="283949"/>
                  <a:pt x="138191" y="282893"/>
                </a:cubicBezTo>
                <a:cubicBezTo>
                  <a:pt x="139775" y="280431"/>
                  <a:pt x="142150" y="275855"/>
                  <a:pt x="141622" y="270842"/>
                </a:cubicBezTo>
                <a:cubicBezTo>
                  <a:pt x="141446" y="268379"/>
                  <a:pt x="140478" y="266092"/>
                  <a:pt x="138983" y="264069"/>
                </a:cubicBezTo>
                <a:cubicBezTo>
                  <a:pt x="140302" y="259670"/>
                  <a:pt x="141797" y="252633"/>
                  <a:pt x="139863" y="247443"/>
                </a:cubicBezTo>
                <a:cubicBezTo>
                  <a:pt x="150506" y="243397"/>
                  <a:pt x="167922" y="236712"/>
                  <a:pt x="173376" y="234601"/>
                </a:cubicBezTo>
                <a:cubicBezTo>
                  <a:pt x="179710" y="232050"/>
                  <a:pt x="185252" y="223694"/>
                  <a:pt x="183141" y="216304"/>
                </a:cubicBezTo>
                <a:cubicBezTo>
                  <a:pt x="183141" y="216129"/>
                  <a:pt x="183053" y="215865"/>
                  <a:pt x="182965" y="215688"/>
                </a:cubicBezTo>
                <a:cubicBezTo>
                  <a:pt x="182261" y="213842"/>
                  <a:pt x="180766" y="211114"/>
                  <a:pt x="177160" y="209443"/>
                </a:cubicBezTo>
                <a:cubicBezTo>
                  <a:pt x="173993" y="208036"/>
                  <a:pt x="169331" y="207332"/>
                  <a:pt x="162382" y="208563"/>
                </a:cubicBezTo>
                <a:cubicBezTo>
                  <a:pt x="151209" y="210587"/>
                  <a:pt x="138808" y="214193"/>
                  <a:pt x="127812" y="217360"/>
                </a:cubicBezTo>
                <a:cubicBezTo>
                  <a:pt x="117520" y="220351"/>
                  <a:pt x="107755" y="223253"/>
                  <a:pt x="102653" y="223605"/>
                </a:cubicBezTo>
                <a:cubicBezTo>
                  <a:pt x="92626" y="224309"/>
                  <a:pt x="80575" y="223694"/>
                  <a:pt x="79695" y="216656"/>
                </a:cubicBezTo>
                <a:cubicBezTo>
                  <a:pt x="79431" y="214722"/>
                  <a:pt x="79343" y="211906"/>
                  <a:pt x="79343" y="209003"/>
                </a:cubicBezTo>
                <a:cubicBezTo>
                  <a:pt x="79080" y="198887"/>
                  <a:pt x="78815" y="186220"/>
                  <a:pt x="71075" y="180856"/>
                </a:cubicBezTo>
                <a:cubicBezTo>
                  <a:pt x="67028" y="178128"/>
                  <a:pt x="61927" y="177776"/>
                  <a:pt x="55857" y="179888"/>
                </a:cubicBezTo>
                <a:cubicBezTo>
                  <a:pt x="48556" y="182438"/>
                  <a:pt x="49875" y="190884"/>
                  <a:pt x="51019" y="198272"/>
                </a:cubicBezTo>
                <a:cubicBezTo>
                  <a:pt x="51811" y="203022"/>
                  <a:pt x="52690" y="208476"/>
                  <a:pt x="51546" y="211643"/>
                </a:cubicBezTo>
                <a:cubicBezTo>
                  <a:pt x="51019" y="213050"/>
                  <a:pt x="50315" y="214810"/>
                  <a:pt x="49524" y="216744"/>
                </a:cubicBezTo>
                <a:cubicBezTo>
                  <a:pt x="49083" y="217887"/>
                  <a:pt x="48556" y="219119"/>
                  <a:pt x="48028" y="220439"/>
                </a:cubicBezTo>
                <a:cubicBezTo>
                  <a:pt x="47852" y="220879"/>
                  <a:pt x="47676" y="221318"/>
                  <a:pt x="47501" y="221758"/>
                </a:cubicBezTo>
                <a:cubicBezTo>
                  <a:pt x="47060" y="222990"/>
                  <a:pt x="46533" y="224221"/>
                  <a:pt x="46093" y="225540"/>
                </a:cubicBezTo>
                <a:cubicBezTo>
                  <a:pt x="46004" y="225893"/>
                  <a:pt x="45828" y="226157"/>
                  <a:pt x="45741" y="226420"/>
                </a:cubicBezTo>
                <a:cubicBezTo>
                  <a:pt x="45213" y="228003"/>
                  <a:pt x="44597" y="229675"/>
                  <a:pt x="44070" y="231346"/>
                </a:cubicBezTo>
                <a:cubicBezTo>
                  <a:pt x="43894" y="231785"/>
                  <a:pt x="43805" y="232226"/>
                  <a:pt x="43629" y="232667"/>
                </a:cubicBezTo>
                <a:cubicBezTo>
                  <a:pt x="43190" y="233984"/>
                  <a:pt x="42751" y="235481"/>
                  <a:pt x="42310" y="236888"/>
                </a:cubicBezTo>
                <a:cubicBezTo>
                  <a:pt x="42222" y="237239"/>
                  <a:pt x="42134" y="237504"/>
                  <a:pt x="42046" y="237856"/>
                </a:cubicBezTo>
                <a:cubicBezTo>
                  <a:pt x="21374" y="212962"/>
                  <a:pt x="10116" y="181822"/>
                  <a:pt x="10116" y="149188"/>
                </a:cubicBezTo>
                <a:cubicBezTo>
                  <a:pt x="10116" y="72482"/>
                  <a:pt x="72482" y="10116"/>
                  <a:pt x="149187" y="10116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" name="path-537">
            <a:extLst xmlns:a="http://schemas.openxmlformats.org/drawingml/2006/main">
              <a:ext uri="{FF2B5EF4-FFF2-40B4-BE49-F238E27FC236}">
                <a16:creationId xmlns:a16="http://schemas.microsoft.com/office/drawing/2014/main" id="{8852A322-CA77-4241-8BEB-BDE199A92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2405" y="4573064"/>
            <a:ext cx="437370" cy="451158"/>
          </a:xfrm>
          <a:custGeom xmlns:a="http://schemas.openxmlformats.org/drawingml/2006/main">
            <a:pathLst>
              <a:path w="298465" h="307873">
                <a:moveTo>
                  <a:pt x="38967" y="265295"/>
                </a:moveTo>
                <a:cubicBezTo>
                  <a:pt x="41076" y="283331"/>
                  <a:pt x="48031" y="307346"/>
                  <a:pt x="83920" y="307873"/>
                </a:cubicBezTo>
                <a:cubicBezTo>
                  <a:pt x="84884" y="307873"/>
                  <a:pt x="85938" y="307873"/>
                  <a:pt x="86907" y="307873"/>
                </a:cubicBezTo>
                <a:cubicBezTo>
                  <a:pt x="109777" y="307873"/>
                  <a:pt x="124645" y="304441"/>
                  <a:pt x="132296" y="297408"/>
                </a:cubicBezTo>
                <a:cubicBezTo>
                  <a:pt x="138106" y="298020"/>
                  <a:pt x="143734" y="298459"/>
                  <a:pt x="149187" y="298459"/>
                </a:cubicBezTo>
                <a:cubicBezTo>
                  <a:pt x="231520" y="298459"/>
                  <a:pt x="298465" y="231520"/>
                  <a:pt x="298465" y="149187"/>
                </a:cubicBezTo>
                <a:cubicBezTo>
                  <a:pt x="298465" y="66939"/>
                  <a:pt x="231520" y="0"/>
                  <a:pt x="149187" y="0"/>
                </a:cubicBezTo>
                <a:cubicBezTo>
                  <a:pt x="66939" y="0"/>
                  <a:pt x="0" y="66939"/>
                  <a:pt x="0" y="149187"/>
                </a:cubicBezTo>
                <a:cubicBezTo>
                  <a:pt x="0" y="186746"/>
                  <a:pt x="13983" y="222548"/>
                  <a:pt x="39410" y="250168"/>
                </a:cubicBezTo>
                <a:cubicBezTo>
                  <a:pt x="38616" y="255708"/>
                  <a:pt x="38440" y="260727"/>
                  <a:pt x="38967" y="265295"/>
                </a:cubicBezTo>
                <a:moveTo>
                  <a:pt x="84005" y="297759"/>
                </a:moveTo>
                <a:cubicBezTo>
                  <a:pt x="56646" y="297408"/>
                  <a:pt x="51017" y="281395"/>
                  <a:pt x="48994" y="264069"/>
                </a:cubicBezTo>
                <a:cubicBezTo>
                  <a:pt x="48467" y="259846"/>
                  <a:pt x="48733" y="254920"/>
                  <a:pt x="49697" y="249377"/>
                </a:cubicBezTo>
                <a:cubicBezTo>
                  <a:pt x="51635" y="238645"/>
                  <a:pt x="56034" y="227740"/>
                  <a:pt x="58936" y="220524"/>
                </a:cubicBezTo>
                <a:cubicBezTo>
                  <a:pt x="59729" y="218416"/>
                  <a:pt x="60432" y="216568"/>
                  <a:pt x="61044" y="215069"/>
                </a:cubicBezTo>
                <a:cubicBezTo>
                  <a:pt x="63067" y="209443"/>
                  <a:pt x="62013" y="202670"/>
                  <a:pt x="61044" y="196684"/>
                </a:cubicBezTo>
                <a:cubicBezTo>
                  <a:pt x="60693" y="194310"/>
                  <a:pt x="60081" y="190793"/>
                  <a:pt x="60256" y="189121"/>
                </a:cubicBezTo>
                <a:cubicBezTo>
                  <a:pt x="62013" y="188594"/>
                  <a:pt x="64037" y="188327"/>
                  <a:pt x="65267" y="189208"/>
                </a:cubicBezTo>
                <a:cubicBezTo>
                  <a:pt x="68877" y="191674"/>
                  <a:pt x="69053" y="202670"/>
                  <a:pt x="69229" y="209177"/>
                </a:cubicBezTo>
                <a:cubicBezTo>
                  <a:pt x="69314" y="212430"/>
                  <a:pt x="69405" y="215420"/>
                  <a:pt x="69665" y="217886"/>
                </a:cubicBezTo>
                <a:cubicBezTo>
                  <a:pt x="70634" y="226155"/>
                  <a:pt x="77323" y="235479"/>
                  <a:pt x="103356" y="233719"/>
                </a:cubicBezTo>
                <a:cubicBezTo>
                  <a:pt x="109517" y="233280"/>
                  <a:pt x="119277" y="230378"/>
                  <a:pt x="130630" y="227122"/>
                </a:cubicBezTo>
                <a:cubicBezTo>
                  <a:pt x="141354" y="223956"/>
                  <a:pt x="153585" y="220436"/>
                  <a:pt x="164230" y="218501"/>
                </a:cubicBezTo>
                <a:cubicBezTo>
                  <a:pt x="170652" y="217359"/>
                  <a:pt x="173293" y="218416"/>
                  <a:pt x="173469" y="219116"/>
                </a:cubicBezTo>
                <a:cubicBezTo>
                  <a:pt x="173905" y="220700"/>
                  <a:pt x="171882" y="224308"/>
                  <a:pt x="169592" y="225189"/>
                </a:cubicBezTo>
                <a:cubicBezTo>
                  <a:pt x="161855" y="228264"/>
                  <a:pt x="127989" y="241104"/>
                  <a:pt x="127631" y="241195"/>
                </a:cubicBezTo>
                <a:cubicBezTo>
                  <a:pt x="125347" y="242162"/>
                  <a:pt x="123942" y="244627"/>
                  <a:pt x="124560" y="247090"/>
                </a:cubicBezTo>
                <a:cubicBezTo>
                  <a:pt x="125087" y="249556"/>
                  <a:pt x="127371" y="251134"/>
                  <a:pt x="129921" y="250958"/>
                </a:cubicBezTo>
                <a:cubicBezTo>
                  <a:pt x="130097" y="250958"/>
                  <a:pt x="130273" y="250958"/>
                  <a:pt x="130364" y="250958"/>
                </a:cubicBezTo>
                <a:cubicBezTo>
                  <a:pt x="131157" y="252721"/>
                  <a:pt x="130273" y="258698"/>
                  <a:pt x="128516" y="263538"/>
                </a:cubicBezTo>
                <a:cubicBezTo>
                  <a:pt x="127722" y="265562"/>
                  <a:pt x="128340" y="267846"/>
                  <a:pt x="130006" y="269258"/>
                </a:cubicBezTo>
                <a:cubicBezTo>
                  <a:pt x="133708" y="272244"/>
                  <a:pt x="129831" y="277348"/>
                  <a:pt x="129043" y="278318"/>
                </a:cubicBezTo>
                <a:cubicBezTo>
                  <a:pt x="128074" y="279463"/>
                  <a:pt x="127722" y="280956"/>
                  <a:pt x="127989" y="282450"/>
                </a:cubicBezTo>
                <a:cubicBezTo>
                  <a:pt x="128431" y="285088"/>
                  <a:pt x="127989" y="287115"/>
                  <a:pt x="126492" y="288962"/>
                </a:cubicBezTo>
                <a:cubicBezTo>
                  <a:pt x="123675" y="292388"/>
                  <a:pt x="114436" y="298110"/>
                  <a:pt x="84005" y="297759"/>
                </a:cubicBezTo>
                <a:moveTo>
                  <a:pt x="149187" y="10114"/>
                </a:moveTo>
                <a:cubicBezTo>
                  <a:pt x="225892" y="10114"/>
                  <a:pt x="288347" y="72479"/>
                  <a:pt x="288347" y="149187"/>
                </a:cubicBezTo>
                <a:cubicBezTo>
                  <a:pt x="288347" y="225889"/>
                  <a:pt x="225892" y="288344"/>
                  <a:pt x="149187" y="288344"/>
                </a:cubicBezTo>
                <a:cubicBezTo>
                  <a:pt x="145576" y="288344"/>
                  <a:pt x="141711" y="288169"/>
                  <a:pt x="137931" y="287814"/>
                </a:cubicBezTo>
                <a:cubicBezTo>
                  <a:pt x="137931" y="287463"/>
                  <a:pt x="138015" y="287115"/>
                  <a:pt x="138015" y="286763"/>
                </a:cubicBezTo>
                <a:cubicBezTo>
                  <a:pt x="138106" y="286497"/>
                  <a:pt x="138106" y="286236"/>
                  <a:pt x="138106" y="285882"/>
                </a:cubicBezTo>
                <a:cubicBezTo>
                  <a:pt x="138191" y="284915"/>
                  <a:pt x="138282" y="283946"/>
                  <a:pt x="138191" y="282889"/>
                </a:cubicBezTo>
                <a:cubicBezTo>
                  <a:pt x="139778" y="280429"/>
                  <a:pt x="142153" y="275852"/>
                  <a:pt x="141620" y="270842"/>
                </a:cubicBezTo>
                <a:cubicBezTo>
                  <a:pt x="141444" y="268376"/>
                  <a:pt x="140481" y="266092"/>
                  <a:pt x="138979" y="264069"/>
                </a:cubicBezTo>
                <a:cubicBezTo>
                  <a:pt x="140305" y="259670"/>
                  <a:pt x="141802" y="252630"/>
                  <a:pt x="139863" y="247441"/>
                </a:cubicBezTo>
                <a:cubicBezTo>
                  <a:pt x="150508" y="243394"/>
                  <a:pt x="167919" y="236709"/>
                  <a:pt x="173378" y="234598"/>
                </a:cubicBezTo>
                <a:cubicBezTo>
                  <a:pt x="179715" y="232047"/>
                  <a:pt x="185252" y="223690"/>
                  <a:pt x="183138" y="216301"/>
                </a:cubicBezTo>
                <a:cubicBezTo>
                  <a:pt x="183138" y="216126"/>
                  <a:pt x="183053" y="215950"/>
                  <a:pt x="182962" y="215687"/>
                </a:cubicBezTo>
                <a:cubicBezTo>
                  <a:pt x="182266" y="213842"/>
                  <a:pt x="180763" y="211112"/>
                  <a:pt x="177158" y="209443"/>
                </a:cubicBezTo>
                <a:cubicBezTo>
                  <a:pt x="173990" y="208032"/>
                  <a:pt x="169331" y="207329"/>
                  <a:pt x="162382" y="208562"/>
                </a:cubicBezTo>
                <a:cubicBezTo>
                  <a:pt x="151210" y="210585"/>
                  <a:pt x="138803" y="214193"/>
                  <a:pt x="127807" y="217359"/>
                </a:cubicBezTo>
                <a:cubicBezTo>
                  <a:pt x="117520" y="220436"/>
                  <a:pt x="107754" y="223250"/>
                  <a:pt x="102653" y="223602"/>
                </a:cubicBezTo>
                <a:cubicBezTo>
                  <a:pt x="92626" y="224308"/>
                  <a:pt x="80576" y="223690"/>
                  <a:pt x="79698" y="216653"/>
                </a:cubicBezTo>
                <a:cubicBezTo>
                  <a:pt x="79431" y="214717"/>
                  <a:pt x="79346" y="211903"/>
                  <a:pt x="79346" y="209001"/>
                </a:cubicBezTo>
                <a:cubicBezTo>
                  <a:pt x="79080" y="198884"/>
                  <a:pt x="78813" y="186303"/>
                  <a:pt x="71077" y="180854"/>
                </a:cubicBezTo>
                <a:cubicBezTo>
                  <a:pt x="67030" y="178128"/>
                  <a:pt x="61928" y="177773"/>
                  <a:pt x="55858" y="179882"/>
                </a:cubicBezTo>
                <a:cubicBezTo>
                  <a:pt x="48558" y="182435"/>
                  <a:pt x="49872" y="190878"/>
                  <a:pt x="51017" y="198272"/>
                </a:cubicBezTo>
                <a:cubicBezTo>
                  <a:pt x="51811" y="203022"/>
                  <a:pt x="52690" y="208471"/>
                  <a:pt x="51544" y="211643"/>
                </a:cubicBezTo>
                <a:cubicBezTo>
                  <a:pt x="51017" y="213045"/>
                  <a:pt x="50315" y="214808"/>
                  <a:pt x="49521" y="216744"/>
                </a:cubicBezTo>
                <a:cubicBezTo>
                  <a:pt x="49085" y="217886"/>
                  <a:pt x="48558" y="219116"/>
                  <a:pt x="48031" y="220436"/>
                </a:cubicBezTo>
                <a:cubicBezTo>
                  <a:pt x="47849" y="220875"/>
                  <a:pt x="47673" y="221315"/>
                  <a:pt x="47497" y="221757"/>
                </a:cubicBezTo>
                <a:cubicBezTo>
                  <a:pt x="47061" y="222990"/>
                  <a:pt x="46534" y="224217"/>
                  <a:pt x="46092" y="225540"/>
                </a:cubicBezTo>
                <a:cubicBezTo>
                  <a:pt x="46007" y="225889"/>
                  <a:pt x="45831" y="226155"/>
                  <a:pt x="45741" y="226416"/>
                </a:cubicBezTo>
                <a:cubicBezTo>
                  <a:pt x="45213" y="228000"/>
                  <a:pt x="44596" y="229672"/>
                  <a:pt x="44068" y="231344"/>
                </a:cubicBezTo>
                <a:cubicBezTo>
                  <a:pt x="43893" y="231787"/>
                  <a:pt x="43808" y="232223"/>
                  <a:pt x="43632" y="232662"/>
                </a:cubicBezTo>
                <a:cubicBezTo>
                  <a:pt x="43190" y="234071"/>
                  <a:pt x="42748" y="235479"/>
                  <a:pt x="42312" y="236885"/>
                </a:cubicBezTo>
                <a:cubicBezTo>
                  <a:pt x="42221" y="237236"/>
                  <a:pt x="42136" y="237503"/>
                  <a:pt x="42045" y="237854"/>
                </a:cubicBezTo>
                <a:cubicBezTo>
                  <a:pt x="21374" y="212960"/>
                  <a:pt x="10117" y="181820"/>
                  <a:pt x="10117" y="149187"/>
                </a:cubicBezTo>
                <a:cubicBezTo>
                  <a:pt x="10117" y="72479"/>
                  <a:pt x="72482" y="10114"/>
                  <a:pt x="149187" y="10114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47" name="text-538 No">
            <a:extLst xmlns:a="http://schemas.openxmlformats.org/drawingml/2006/main">
              <a:ext uri="{FF2B5EF4-FFF2-40B4-BE49-F238E27FC236}">
                <a16:creationId xmlns:a16="http://schemas.microsoft.com/office/drawing/2014/main" id="{67F596BE-B3A7-4D21-A67C-1A7E46994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561497" y="4659832"/>
            <a:ext cx="312079" cy="2888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No</a:t>
            </a:r>
          </a:p>
        </p:txBody>
      </p:sp>
      <p:sp>
        <p:nvSpPr>
          <p:cNvPr id="548" name="path-539">
            <a:extLst xmlns:a="http://schemas.openxmlformats.org/drawingml/2006/main">
              <a:ext uri="{FF2B5EF4-FFF2-40B4-BE49-F238E27FC236}">
                <a16:creationId xmlns:a16="http://schemas.microsoft.com/office/drawing/2014/main" id="{0F72B793-BBD0-4A6F-8398-5E8A1D720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3451" y="7875683"/>
            <a:ext cx="191" cy="187035"/>
          </a:xfrm>
          <a:custGeom xmlns:a="http://schemas.openxmlformats.org/drawingml/2006/main">
            <a:pathLst>
              <a:path w="191" h="127634">
                <a:moveTo>
                  <a:pt x="0" y="127634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9051"/>
            </a:solidFill>
            <a:prstDash val="solid"/>
          </a:ln>
        </p:spPr>
      </p:sp>
      <p:sp>
        <p:nvSpPr>
          <p:cNvPr id="549" name="path-540">
            <a:extLst xmlns:a="http://schemas.openxmlformats.org/drawingml/2006/main">
              <a:ext uri="{FF2B5EF4-FFF2-40B4-BE49-F238E27FC236}">
                <a16:creationId xmlns:a16="http://schemas.microsoft.com/office/drawing/2014/main" id="{96A24DF7-64FE-4D65-978A-6C855CC99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0912" y="7804786"/>
            <a:ext cx="85076" cy="113433"/>
          </a:xfrm>
          <a:custGeom xmlns:a="http://schemas.openxmlformats.org/drawingml/2006/main">
            <a:pathLst>
              <a:path w="58056" h="77408">
                <a:moveTo>
                  <a:pt x="29028" y="0"/>
                </a:moveTo>
                <a:lnTo>
                  <a:pt x="0" y="77408"/>
                </a:lnTo>
                <a:lnTo>
                  <a:pt x="29028" y="48381"/>
                </a:lnTo>
                <a:lnTo>
                  <a:pt x="58056" y="77408"/>
                </a:lnTo>
                <a:lnTo>
                  <a:pt x="29028" y="0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" name="path-541">
            <a:extLst xmlns:a="http://schemas.openxmlformats.org/drawingml/2006/main">
              <a:ext uri="{FF2B5EF4-FFF2-40B4-BE49-F238E27FC236}">
                <a16:creationId xmlns:a16="http://schemas.microsoft.com/office/drawing/2014/main" id="{9DDA3144-1052-41CA-BD66-EB3B57169B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0908" y="7804784"/>
            <a:ext cx="85077" cy="113433"/>
          </a:xfrm>
          <a:custGeom xmlns:a="http://schemas.openxmlformats.org/drawingml/2006/main">
            <a:pathLst>
              <a:path w="58057" h="77408">
                <a:moveTo>
                  <a:pt x="29032" y="0"/>
                </a:moveTo>
                <a:lnTo>
                  <a:pt x="0" y="77408"/>
                </a:lnTo>
                <a:lnTo>
                  <a:pt x="29032" y="48382"/>
                </a:lnTo>
                <a:lnTo>
                  <a:pt x="58057" y="77408"/>
                </a:lnTo>
                <a:lnTo>
                  <a:pt x="2903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9051"/>
            </a:solidFill>
            <a:prstDash val="solid"/>
          </a:ln>
        </p:spPr>
      </p:sp>
      <p:sp>
        <p:nvSpPr>
          <p:cNvPr id="551" name="path-542">
            <a:extLst xmlns:a="http://schemas.openxmlformats.org/drawingml/2006/main">
              <a:ext uri="{FF2B5EF4-FFF2-40B4-BE49-F238E27FC236}">
                <a16:creationId xmlns:a16="http://schemas.microsoft.com/office/drawing/2014/main" id="{11946A2E-E1AF-4430-B0A3-C8C07B2FA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0308" y="8364998"/>
            <a:ext cx="255222" cy="257"/>
          </a:xfrm>
          <a:custGeom xmlns:a="http://schemas.openxmlformats.org/drawingml/2006/main">
            <a:pathLst>
              <a:path w="174166" h="191">
                <a:moveTo>
                  <a:pt x="0" y="176"/>
                </a:moveTo>
                <a:lnTo>
                  <a:pt x="17416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552" name="path-543">
            <a:extLst xmlns:a="http://schemas.openxmlformats.org/drawingml/2006/main">
              <a:ext uri="{FF2B5EF4-FFF2-40B4-BE49-F238E27FC236}">
                <a16:creationId xmlns:a16="http://schemas.microsoft.com/office/drawing/2014/main" id="{CE403F88-9C1B-45FC-9A39-46A49BA00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2997" y="8322588"/>
            <a:ext cx="113435" cy="85076"/>
          </a:xfrm>
          <a:custGeom xmlns:a="http://schemas.openxmlformats.org/drawingml/2006/main">
            <a:pathLst>
              <a:path w="77409" h="58056">
                <a:moveTo>
                  <a:pt x="77409" y="28941"/>
                </a:moveTo>
                <a:lnTo>
                  <a:pt x="0" y="0"/>
                </a:lnTo>
                <a:lnTo>
                  <a:pt x="29029" y="28941"/>
                </a:lnTo>
                <a:lnTo>
                  <a:pt x="88" y="58056"/>
                </a:lnTo>
                <a:lnTo>
                  <a:pt x="77409" y="28941"/>
                </a:ln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" name="path-544">
            <a:extLst xmlns:a="http://schemas.openxmlformats.org/drawingml/2006/main">
              <a:ext uri="{FF2B5EF4-FFF2-40B4-BE49-F238E27FC236}">
                <a16:creationId xmlns:a16="http://schemas.microsoft.com/office/drawing/2014/main" id="{DBDD3F24-5645-49EF-9C0B-E22DB056B2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2996" y="8322588"/>
            <a:ext cx="113433" cy="85077"/>
          </a:xfrm>
          <a:custGeom xmlns:a="http://schemas.openxmlformats.org/drawingml/2006/main">
            <a:pathLst>
              <a:path w="77408" h="58057">
                <a:moveTo>
                  <a:pt x="77408" y="28941"/>
                </a:moveTo>
                <a:lnTo>
                  <a:pt x="0" y="0"/>
                </a:lnTo>
                <a:lnTo>
                  <a:pt x="29026" y="28941"/>
                </a:lnTo>
                <a:lnTo>
                  <a:pt x="85" y="58057"/>
                </a:lnTo>
                <a:lnTo>
                  <a:pt x="77408" y="28941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554" name="path-545">
            <a:extLst xmlns:a="http://schemas.openxmlformats.org/drawingml/2006/main">
              <a:ext uri="{FF2B5EF4-FFF2-40B4-BE49-F238E27FC236}">
                <a16:creationId xmlns:a16="http://schemas.microsoft.com/office/drawing/2014/main" id="{3EE69935-3EF4-4D9E-860C-F591E3D432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96032" y="7307217"/>
            <a:ext cx="1414705" cy="451162"/>
          </a:xfrm>
          <a:custGeom xmlns:a="http://schemas.openxmlformats.org/drawingml/2006/main">
            <a:pathLst>
              <a:path w="965405" h="307876">
                <a:moveTo>
                  <a:pt x="0" y="0"/>
                </a:moveTo>
                <a:lnTo>
                  <a:pt x="0" y="307876"/>
                </a:lnTo>
                <a:lnTo>
                  <a:pt x="965405" y="307876"/>
                </a:lnTo>
                <a:lnTo>
                  <a:pt x="96540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9051"/>
            </a:solidFill>
            <a:prstDash val="solid"/>
          </a:ln>
        </p:spPr>
      </p:sp>
      <p:sp>
        <p:nvSpPr>
          <p:cNvPr id="555" name="path-546">
            <a:extLst xmlns:a="http://schemas.openxmlformats.org/drawingml/2006/main">
              <a:ext uri="{FF2B5EF4-FFF2-40B4-BE49-F238E27FC236}">
                <a16:creationId xmlns:a16="http://schemas.microsoft.com/office/drawing/2014/main" id="{C2944137-DE01-4690-9C39-397474291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0935" y="7636437"/>
            <a:ext cx="1031347" cy="191"/>
          </a:xfrm>
          <a:custGeom xmlns:a="http://schemas.openxmlformats.org/drawingml/2006/main">
            <a:pathLst>
              <a:path w="703799" h="191">
                <a:moveTo>
                  <a:pt x="0" y="0"/>
                </a:moveTo>
                <a:lnTo>
                  <a:pt x="703799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9051"/>
            </a:solidFill>
            <a:prstDash val="solid"/>
          </a:ln>
        </p:spPr>
      </p:sp>
      <p:sp>
        <p:nvSpPr>
          <p:cNvPr id="556" name="text-547 Terminating">
            <a:extLst xmlns:a="http://schemas.openxmlformats.org/drawingml/2006/main">
              <a:ext uri="{FF2B5EF4-FFF2-40B4-BE49-F238E27FC236}">
                <a16:creationId xmlns:a16="http://schemas.microsoft.com/office/drawing/2014/main" id="{DDC99501-8FCA-4D8B-AB77-79FA17EB6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20935" y="7393975"/>
            <a:ext cx="1202111" cy="2889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Terminating</a:t>
            </a:r>
          </a:p>
        </p:txBody>
      </p:sp>
      <p:sp>
        <p:nvSpPr>
          <p:cNvPr id="557" name="path-548">
            <a:extLst xmlns:a="http://schemas.openxmlformats.org/drawingml/2006/main">
              <a:ext uri="{FF2B5EF4-FFF2-40B4-BE49-F238E27FC236}">
                <a16:creationId xmlns:a16="http://schemas.microsoft.com/office/drawing/2014/main" id="{3EB18738-8A85-491F-B63D-89316B9DB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354" y="8075521"/>
            <a:ext cx="1607986" cy="580669"/>
          </a:xfrm>
          <a:custGeom xmlns:a="http://schemas.openxmlformats.org/drawingml/2006/main">
            <a:pathLst>
              <a:path w="1097301" h="396253">
                <a:moveTo>
                  <a:pt x="0" y="0"/>
                </a:moveTo>
                <a:lnTo>
                  <a:pt x="1097301" y="0"/>
                </a:lnTo>
                <a:lnTo>
                  <a:pt x="1097301" y="396253"/>
                </a:lnTo>
                <a:lnTo>
                  <a:pt x="0" y="396253"/>
                </a:lnTo>
                <a:close/>
              </a:path>
            </a:pathLst>
          </a:custGeom>
          <a:solidFill xmlns:a="http://schemas.openxmlformats.org/drawingml/2006/main">
            <a:srgbClr val="FFF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" name="path-549">
            <a:extLst xmlns:a="http://schemas.openxmlformats.org/drawingml/2006/main">
              <a:ext uri="{FF2B5EF4-FFF2-40B4-BE49-F238E27FC236}">
                <a16:creationId xmlns:a16="http://schemas.microsoft.com/office/drawing/2014/main" id="{A7AE1622-35CC-41EE-8816-6E8608846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351" y="8075605"/>
            <a:ext cx="1608065" cy="580580"/>
          </a:xfrm>
          <a:custGeom xmlns:a="http://schemas.openxmlformats.org/drawingml/2006/main">
            <a:pathLst>
              <a:path w="1097356" h="396192">
                <a:moveTo>
                  <a:pt x="0" y="0"/>
                </a:moveTo>
                <a:lnTo>
                  <a:pt x="0" y="396192"/>
                </a:lnTo>
                <a:lnTo>
                  <a:pt x="1097356" y="396192"/>
                </a:lnTo>
                <a:lnTo>
                  <a:pt x="109735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935300"/>
            </a:solidFill>
            <a:prstDash val="solid"/>
          </a:ln>
        </p:spPr>
      </p:sp>
      <p:sp>
        <p:nvSpPr>
          <p:cNvPr id="559" name="text-550 Observation">
            <a:extLst xmlns:a="http://schemas.openxmlformats.org/drawingml/2006/main">
              <a:ext uri="{FF2B5EF4-FFF2-40B4-BE49-F238E27FC236}">
                <a16:creationId xmlns:a16="http://schemas.microsoft.com/office/drawing/2014/main" id="{028D574A-1889-47F0-83A8-B76976D3B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87003" y="8101391"/>
            <a:ext cx="1240606" cy="2889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A5E13"/>
                </a:solidFill>
                <a:latin typeface="Arial"/>
                <a:ea typeface="Arial"/>
                <a:cs typeface="Arial"/>
              </a:rPr>
              <a:t>Observation</a:t>
            </a:r>
          </a:p>
        </p:txBody>
      </p:sp>
      <p:sp>
        <p:nvSpPr>
          <p:cNvPr id="560" name="text-550 is">
            <a:extLst xmlns:a="http://schemas.openxmlformats.org/drawingml/2006/main">
              <a:ext uri="{FF2B5EF4-FFF2-40B4-BE49-F238E27FC236}">
                <a16:creationId xmlns:a16="http://schemas.microsoft.com/office/drawing/2014/main" id="{246F90BD-7293-4A84-B611-CB29A2D63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47738" y="8101427"/>
            <a:ext cx="209142" cy="2888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A5E13"/>
                </a:solidFill>
                <a:latin typeface="Arial"/>
                <a:ea typeface="Arial"/>
                <a:cs typeface="Arial"/>
              </a:rPr>
              <a:t>is</a:t>
            </a:r>
          </a:p>
        </p:txBody>
      </p:sp>
      <p:sp>
        <p:nvSpPr>
          <p:cNvPr id="561" name="text-551 Sufficient?">
            <a:extLst xmlns:a="http://schemas.openxmlformats.org/drawingml/2006/main">
              <a:ext uri="{FF2B5EF4-FFF2-40B4-BE49-F238E27FC236}">
                <a16:creationId xmlns:a16="http://schemas.microsoft.com/office/drawing/2014/main" id="{11639666-1028-443F-BEED-0961A9C6C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70563" y="8352774"/>
            <a:ext cx="1102693" cy="288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A5E13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A5E13"/>
                </a:solidFill>
                <a:latin typeface="Arial"/>
                <a:ea typeface="Arial"/>
                <a:cs typeface="Arial"/>
              </a:rPr>
              <a:t>Sufficient?</a:t>
            </a:r>
          </a:p>
        </p:txBody>
      </p:sp>
      <p:sp>
        <p:nvSpPr>
          <p:cNvPr id="562" name="path-552">
            <a:extLst xmlns:a="http://schemas.openxmlformats.org/drawingml/2006/main">
              <a:ext uri="{FF2B5EF4-FFF2-40B4-BE49-F238E27FC236}">
                <a16:creationId xmlns:a16="http://schemas.microsoft.com/office/drawing/2014/main" id="{19590D28-DF1F-4000-96A0-952ED3BAA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2834" y="8073931"/>
            <a:ext cx="1608065" cy="580713"/>
          </a:xfrm>
          <a:custGeom xmlns:a="http://schemas.openxmlformats.org/drawingml/2006/main">
            <a:pathLst>
              <a:path w="1097356" h="396283">
                <a:moveTo>
                  <a:pt x="0" y="0"/>
                </a:moveTo>
                <a:lnTo>
                  <a:pt x="0" y="396283"/>
                </a:lnTo>
                <a:lnTo>
                  <a:pt x="1097356" y="396283"/>
                </a:lnTo>
                <a:lnTo>
                  <a:pt x="109735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931100"/>
            </a:solidFill>
            <a:prstDash val="solid"/>
          </a:ln>
        </p:spPr>
      </p:sp>
      <p:sp>
        <p:nvSpPr>
          <p:cNvPr id="563" name="text-553 Localizing">
            <a:extLst xmlns:a="http://schemas.openxmlformats.org/drawingml/2006/main">
              <a:ext uri="{FF2B5EF4-FFF2-40B4-BE49-F238E27FC236}">
                <a16:creationId xmlns:a16="http://schemas.microsoft.com/office/drawing/2014/main" id="{2D103212-DBC4-4135-AB41-D2B5CDA75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86034" y="8112465"/>
            <a:ext cx="954441" cy="2889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Localizing</a:t>
            </a:r>
          </a:p>
        </p:txBody>
      </p:sp>
      <p:sp>
        <p:nvSpPr>
          <p:cNvPr id="564" name="path-555">
            <a:extLst xmlns:a="http://schemas.openxmlformats.org/drawingml/2006/main">
              <a:ext uri="{FF2B5EF4-FFF2-40B4-BE49-F238E27FC236}">
                <a16:creationId xmlns:a16="http://schemas.microsoft.com/office/drawing/2014/main" id="{35A8F222-C00D-454A-9C67-B70EEA3F1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60660" y="8345405"/>
            <a:ext cx="447038" cy="191"/>
          </a:xfrm>
          <a:custGeom xmlns:a="http://schemas.openxmlformats.org/drawingml/2006/main">
            <a:pathLst>
              <a:path w="305062" h="191">
                <a:moveTo>
                  <a:pt x="0" y="0"/>
                </a:moveTo>
                <a:lnTo>
                  <a:pt x="30506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931100"/>
            </a:solidFill>
            <a:prstDash val="solid"/>
          </a:ln>
        </p:spPr>
      </p:sp>
      <p:sp>
        <p:nvSpPr>
          <p:cNvPr id="565" name="text-556 Next">
            <a:extLst xmlns:a="http://schemas.openxmlformats.org/drawingml/2006/main">
              <a:ext uri="{FF2B5EF4-FFF2-40B4-BE49-F238E27FC236}">
                <a16:creationId xmlns:a16="http://schemas.microsoft.com/office/drawing/2014/main" id="{B6A1B4AE-1611-4182-8F7F-50E46CD31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60660" y="8112487"/>
            <a:ext cx="484212" cy="2889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Next</a:t>
            </a:r>
          </a:p>
        </p:txBody>
      </p:sp>
      <p:sp>
        <p:nvSpPr>
          <p:cNvPr id="566" name="text-557 Visual">
            <a:extLst xmlns:a="http://schemas.openxmlformats.org/drawingml/2006/main">
              <a:ext uri="{FF2B5EF4-FFF2-40B4-BE49-F238E27FC236}">
                <a16:creationId xmlns:a16="http://schemas.microsoft.com/office/drawing/2014/main" id="{523AB9F2-19AD-4786-8900-37A932E6D0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28186" y="8338449"/>
            <a:ext cx="595179" cy="2889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567" name="text-557 Fixation">
            <a:extLst xmlns:a="http://schemas.openxmlformats.org/drawingml/2006/main">
              <a:ext uri="{FF2B5EF4-FFF2-40B4-BE49-F238E27FC236}">
                <a16:creationId xmlns:a16="http://schemas.microsoft.com/office/drawing/2014/main" id="{A1F2CFD3-9CC4-4718-BB40-202E6E1D4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043515" y="8338440"/>
            <a:ext cx="759331" cy="2889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568" name="path-558">
            <a:extLst xmlns:a="http://schemas.openxmlformats.org/drawingml/2006/main">
              <a:ext uri="{FF2B5EF4-FFF2-40B4-BE49-F238E27FC236}">
                <a16:creationId xmlns:a16="http://schemas.microsoft.com/office/drawing/2014/main" id="{A0331ECF-C9A0-4177-A1CD-E63350946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59273" y="8365895"/>
            <a:ext cx="322774" cy="191"/>
          </a:xfrm>
          <a:custGeom xmlns:a="http://schemas.openxmlformats.org/drawingml/2006/main">
            <a:pathLst>
              <a:path w="220264" h="191">
                <a:moveTo>
                  <a:pt x="0" y="0"/>
                </a:moveTo>
                <a:lnTo>
                  <a:pt x="220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569" name="path-559">
            <a:extLst xmlns:a="http://schemas.openxmlformats.org/drawingml/2006/main">
              <a:ext uri="{FF2B5EF4-FFF2-40B4-BE49-F238E27FC236}">
                <a16:creationId xmlns:a16="http://schemas.microsoft.com/office/drawing/2014/main" id="{03FB7DED-2833-4DBC-B8A3-821512D7D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9513" y="8323362"/>
            <a:ext cx="113435" cy="85076"/>
          </a:xfrm>
          <a:custGeom xmlns:a="http://schemas.openxmlformats.org/drawingml/2006/main">
            <a:pathLst>
              <a:path w="77409" h="58056">
                <a:moveTo>
                  <a:pt x="77409" y="29028"/>
                </a:moveTo>
                <a:lnTo>
                  <a:pt x="0" y="0"/>
                </a:lnTo>
                <a:lnTo>
                  <a:pt x="29029" y="29028"/>
                </a:lnTo>
                <a:lnTo>
                  <a:pt x="0" y="58056"/>
                </a:lnTo>
                <a:lnTo>
                  <a:pt x="77409" y="2902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" name="path-560">
            <a:extLst xmlns:a="http://schemas.openxmlformats.org/drawingml/2006/main">
              <a:ext uri="{FF2B5EF4-FFF2-40B4-BE49-F238E27FC236}">
                <a16:creationId xmlns:a16="http://schemas.microsoft.com/office/drawing/2014/main" id="{6F83DA3C-9DC6-4C33-97B1-309F28D81B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9504" y="8323361"/>
            <a:ext cx="113442" cy="85077"/>
          </a:xfrm>
          <a:custGeom xmlns:a="http://schemas.openxmlformats.org/drawingml/2006/main">
            <a:pathLst>
              <a:path w="77414" h="58057">
                <a:moveTo>
                  <a:pt x="77414" y="29026"/>
                </a:moveTo>
                <a:lnTo>
                  <a:pt x="0" y="0"/>
                </a:lnTo>
                <a:lnTo>
                  <a:pt x="29032" y="29026"/>
                </a:lnTo>
                <a:lnTo>
                  <a:pt x="0" y="58057"/>
                </a:lnTo>
                <a:lnTo>
                  <a:pt x="77414" y="290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5300"/>
            </a:solidFill>
            <a:prstDash val="solid"/>
          </a:ln>
        </p:spPr>
      </p:sp>
      <p:sp>
        <p:nvSpPr>
          <p:cNvPr id="571" name="text-561 Yes">
            <a:extLst xmlns:a="http://schemas.openxmlformats.org/drawingml/2006/main">
              <a:ext uri="{FF2B5EF4-FFF2-40B4-BE49-F238E27FC236}">
                <a16:creationId xmlns:a16="http://schemas.microsoft.com/office/drawing/2014/main" id="{04AE8DDD-1AA6-4223-8183-2D84B7386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78168" y="7390290"/>
            <a:ext cx="392646" cy="2888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009051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009051"/>
                </a:solidFill>
                <a:latin typeface="Arial"/>
                <a:ea typeface="Arial"/>
                <a:cs typeface="Arial"/>
              </a:rPr>
              <a:t>Yes</a:t>
            </a:r>
          </a:p>
        </p:txBody>
      </p:sp>
      <p:sp>
        <p:nvSpPr>
          <p:cNvPr id="572" name="path-562">
            <a:extLst xmlns:a="http://schemas.openxmlformats.org/drawingml/2006/main">
              <a:ext uri="{FF2B5EF4-FFF2-40B4-BE49-F238E27FC236}">
                <a16:creationId xmlns:a16="http://schemas.microsoft.com/office/drawing/2014/main" id="{50CE3568-D404-46F8-9CA4-2E1F8E285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7743" y="7379149"/>
            <a:ext cx="261543" cy="375365"/>
          </a:xfrm>
          <a:custGeom xmlns:a="http://schemas.openxmlformats.org/drawingml/2006/main">
            <a:pathLst>
              <a:path w="178479" h="256152">
                <a:moveTo>
                  <a:pt x="178479" y="90251"/>
                </a:moveTo>
                <a:cubicBezTo>
                  <a:pt x="178479" y="65269"/>
                  <a:pt x="167748" y="41431"/>
                  <a:pt x="149099" y="24717"/>
                </a:cubicBezTo>
                <a:cubicBezTo>
                  <a:pt x="130539" y="8004"/>
                  <a:pt x="105381" y="0"/>
                  <a:pt x="80312" y="2726"/>
                </a:cubicBezTo>
                <a:cubicBezTo>
                  <a:pt x="39320" y="7300"/>
                  <a:pt x="6685" y="40463"/>
                  <a:pt x="2638" y="81543"/>
                </a:cubicBezTo>
                <a:cubicBezTo>
                  <a:pt x="0" y="109075"/>
                  <a:pt x="10028" y="135728"/>
                  <a:pt x="30171" y="154552"/>
                </a:cubicBezTo>
                <a:cubicBezTo>
                  <a:pt x="37736" y="161679"/>
                  <a:pt x="42134" y="171882"/>
                  <a:pt x="42399" y="182614"/>
                </a:cubicBezTo>
                <a:cubicBezTo>
                  <a:pt x="38793" y="185428"/>
                  <a:pt x="36505" y="189739"/>
                  <a:pt x="36505" y="194577"/>
                </a:cubicBezTo>
                <a:lnTo>
                  <a:pt x="36505" y="217712"/>
                </a:lnTo>
                <a:cubicBezTo>
                  <a:pt x="36505" y="226155"/>
                  <a:pt x="43454" y="233105"/>
                  <a:pt x="51900" y="233105"/>
                </a:cubicBezTo>
                <a:lnTo>
                  <a:pt x="54626" y="233105"/>
                </a:lnTo>
                <a:lnTo>
                  <a:pt x="62807" y="251578"/>
                </a:lnTo>
                <a:cubicBezTo>
                  <a:pt x="64038" y="254392"/>
                  <a:pt x="66853" y="256152"/>
                  <a:pt x="69844" y="256152"/>
                </a:cubicBezTo>
                <a:lnTo>
                  <a:pt x="110923" y="256152"/>
                </a:lnTo>
                <a:cubicBezTo>
                  <a:pt x="114002" y="256152"/>
                  <a:pt x="116729" y="254392"/>
                  <a:pt x="117961" y="251578"/>
                </a:cubicBezTo>
                <a:lnTo>
                  <a:pt x="126229" y="233105"/>
                </a:lnTo>
                <a:lnTo>
                  <a:pt x="128868" y="233105"/>
                </a:lnTo>
                <a:cubicBezTo>
                  <a:pt x="137400" y="233105"/>
                  <a:pt x="144262" y="226155"/>
                  <a:pt x="144262" y="217712"/>
                </a:cubicBezTo>
                <a:lnTo>
                  <a:pt x="144262" y="194577"/>
                </a:lnTo>
                <a:cubicBezTo>
                  <a:pt x="144262" y="189739"/>
                  <a:pt x="141975" y="185428"/>
                  <a:pt x="138368" y="182614"/>
                </a:cubicBezTo>
                <a:cubicBezTo>
                  <a:pt x="138632" y="171793"/>
                  <a:pt x="142854" y="161766"/>
                  <a:pt x="150067" y="154993"/>
                </a:cubicBezTo>
                <a:cubicBezTo>
                  <a:pt x="168188" y="138455"/>
                  <a:pt x="178479" y="114792"/>
                  <a:pt x="178479" y="90339"/>
                </a:cubicBezTo>
                <a:lnTo>
                  <a:pt x="178479" y="90251"/>
                </a:lnTo>
                <a:moveTo>
                  <a:pt x="105908" y="240758"/>
                </a:moveTo>
                <a:lnTo>
                  <a:pt x="74858" y="240758"/>
                </a:lnTo>
                <a:lnTo>
                  <a:pt x="71427" y="233105"/>
                </a:lnTo>
                <a:lnTo>
                  <a:pt x="109340" y="233105"/>
                </a:lnTo>
                <a:lnTo>
                  <a:pt x="105908" y="240758"/>
                </a:lnTo>
                <a:moveTo>
                  <a:pt x="51900" y="217712"/>
                </a:moveTo>
                <a:lnTo>
                  <a:pt x="51900" y="194577"/>
                </a:lnTo>
                <a:lnTo>
                  <a:pt x="128868" y="194577"/>
                </a:lnTo>
                <a:lnTo>
                  <a:pt x="128868" y="217712"/>
                </a:lnTo>
                <a:lnTo>
                  <a:pt x="51900" y="217712"/>
                </a:lnTo>
                <a:moveTo>
                  <a:pt x="123063" y="179183"/>
                </a:moveTo>
                <a:lnTo>
                  <a:pt x="57616" y="179183"/>
                </a:lnTo>
                <a:cubicBezTo>
                  <a:pt x="56561" y="165460"/>
                  <a:pt x="50580" y="152618"/>
                  <a:pt x="40728" y="143293"/>
                </a:cubicBezTo>
                <a:cubicBezTo>
                  <a:pt x="24015" y="127811"/>
                  <a:pt x="15745" y="105820"/>
                  <a:pt x="18033" y="83037"/>
                </a:cubicBezTo>
                <a:cubicBezTo>
                  <a:pt x="21200" y="49699"/>
                  <a:pt x="48732" y="21727"/>
                  <a:pt x="81982" y="18032"/>
                </a:cubicBezTo>
                <a:cubicBezTo>
                  <a:pt x="103094" y="15745"/>
                  <a:pt x="123238" y="22167"/>
                  <a:pt x="138895" y="36153"/>
                </a:cubicBezTo>
                <a:cubicBezTo>
                  <a:pt x="154289" y="49963"/>
                  <a:pt x="163086" y="69667"/>
                  <a:pt x="163086" y="90339"/>
                </a:cubicBezTo>
                <a:cubicBezTo>
                  <a:pt x="163086" y="110570"/>
                  <a:pt x="154553" y="130010"/>
                  <a:pt x="139687" y="143645"/>
                </a:cubicBezTo>
                <a:cubicBezTo>
                  <a:pt x="130012" y="152618"/>
                  <a:pt x="124118" y="165372"/>
                  <a:pt x="123150" y="179183"/>
                </a:cubicBezTo>
                <a:lnTo>
                  <a:pt x="123063" y="179183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" name="path-563">
            <a:extLst xmlns:a="http://schemas.openxmlformats.org/drawingml/2006/main">
              <a:ext uri="{FF2B5EF4-FFF2-40B4-BE49-F238E27FC236}">
                <a16:creationId xmlns:a16="http://schemas.microsoft.com/office/drawing/2014/main" id="{ABAFFF78-BBAB-45F0-B456-3AF5040C0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7742" y="7379146"/>
            <a:ext cx="261543" cy="375496"/>
          </a:xfrm>
          <a:custGeom xmlns:a="http://schemas.openxmlformats.org/drawingml/2006/main">
            <a:pathLst>
              <a:path w="178479" h="256241">
                <a:moveTo>
                  <a:pt x="178479" y="90342"/>
                </a:moveTo>
                <a:cubicBezTo>
                  <a:pt x="178479" y="65270"/>
                  <a:pt x="167750" y="41433"/>
                  <a:pt x="149102" y="24721"/>
                </a:cubicBezTo>
                <a:cubicBezTo>
                  <a:pt x="130539" y="8006"/>
                  <a:pt x="105379" y="0"/>
                  <a:pt x="80310" y="2729"/>
                </a:cubicBezTo>
                <a:cubicBezTo>
                  <a:pt x="39319" y="7303"/>
                  <a:pt x="6688" y="40467"/>
                  <a:pt x="2641" y="81545"/>
                </a:cubicBezTo>
                <a:cubicBezTo>
                  <a:pt x="0" y="109075"/>
                  <a:pt x="10027" y="135731"/>
                  <a:pt x="30171" y="154552"/>
                </a:cubicBezTo>
                <a:cubicBezTo>
                  <a:pt x="37737" y="161679"/>
                  <a:pt x="42136" y="171885"/>
                  <a:pt x="42402" y="182614"/>
                </a:cubicBezTo>
                <a:cubicBezTo>
                  <a:pt x="38792" y="185431"/>
                  <a:pt x="36502" y="189739"/>
                  <a:pt x="36502" y="194664"/>
                </a:cubicBezTo>
                <a:lnTo>
                  <a:pt x="36502" y="217713"/>
                </a:lnTo>
                <a:cubicBezTo>
                  <a:pt x="36502" y="226243"/>
                  <a:pt x="43451" y="233107"/>
                  <a:pt x="51896" y="233107"/>
                </a:cubicBezTo>
                <a:lnTo>
                  <a:pt x="54622" y="233107"/>
                </a:lnTo>
                <a:lnTo>
                  <a:pt x="62807" y="251667"/>
                </a:lnTo>
                <a:cubicBezTo>
                  <a:pt x="64037" y="254393"/>
                  <a:pt x="66854" y="256241"/>
                  <a:pt x="69841" y="256241"/>
                </a:cubicBezTo>
                <a:lnTo>
                  <a:pt x="110922" y="256153"/>
                </a:lnTo>
                <a:cubicBezTo>
                  <a:pt x="114000" y="256153"/>
                  <a:pt x="116726" y="254393"/>
                  <a:pt x="117962" y="251579"/>
                </a:cubicBezTo>
                <a:lnTo>
                  <a:pt x="126226" y="233107"/>
                </a:lnTo>
                <a:lnTo>
                  <a:pt x="128867" y="233107"/>
                </a:lnTo>
                <a:cubicBezTo>
                  <a:pt x="137397" y="233107"/>
                  <a:pt x="144262" y="226158"/>
                  <a:pt x="144262" y="217713"/>
                </a:cubicBezTo>
                <a:lnTo>
                  <a:pt x="144262" y="194579"/>
                </a:lnTo>
                <a:cubicBezTo>
                  <a:pt x="144262" y="189739"/>
                  <a:pt x="141971" y="185431"/>
                  <a:pt x="138367" y="182614"/>
                </a:cubicBezTo>
                <a:cubicBezTo>
                  <a:pt x="138633" y="171794"/>
                  <a:pt x="142856" y="161770"/>
                  <a:pt x="150065" y="154994"/>
                </a:cubicBezTo>
                <a:cubicBezTo>
                  <a:pt x="168186" y="138455"/>
                  <a:pt x="178479" y="114885"/>
                  <a:pt x="178479" y="90342"/>
                </a:cubicBezTo>
                <a:moveTo>
                  <a:pt x="105906" y="240759"/>
                </a:moveTo>
                <a:lnTo>
                  <a:pt x="109341" y="233107"/>
                </a:lnTo>
                <a:lnTo>
                  <a:pt x="71428" y="233107"/>
                </a:lnTo>
                <a:lnTo>
                  <a:pt x="74857" y="240759"/>
                </a:lnTo>
                <a:close/>
                <a:moveTo>
                  <a:pt x="51896" y="217713"/>
                </a:moveTo>
                <a:lnTo>
                  <a:pt x="128867" y="217713"/>
                </a:lnTo>
                <a:lnTo>
                  <a:pt x="128867" y="194579"/>
                </a:lnTo>
                <a:lnTo>
                  <a:pt x="51896" y="194664"/>
                </a:lnTo>
                <a:close/>
                <a:moveTo>
                  <a:pt x="123063" y="179185"/>
                </a:moveTo>
                <a:lnTo>
                  <a:pt x="57615" y="179185"/>
                </a:lnTo>
                <a:cubicBezTo>
                  <a:pt x="56561" y="165463"/>
                  <a:pt x="50575" y="152619"/>
                  <a:pt x="40724" y="143295"/>
                </a:cubicBezTo>
                <a:cubicBezTo>
                  <a:pt x="24009" y="127810"/>
                  <a:pt x="15746" y="105821"/>
                  <a:pt x="18036" y="83039"/>
                </a:cubicBezTo>
                <a:cubicBezTo>
                  <a:pt x="21198" y="49700"/>
                  <a:pt x="48733" y="21725"/>
                  <a:pt x="81982" y="18033"/>
                </a:cubicBezTo>
                <a:cubicBezTo>
                  <a:pt x="103095" y="15746"/>
                  <a:pt x="123239" y="22168"/>
                  <a:pt x="138894" y="36153"/>
                </a:cubicBezTo>
                <a:cubicBezTo>
                  <a:pt x="154288" y="49966"/>
                  <a:pt x="163085" y="69668"/>
                  <a:pt x="163085" y="90342"/>
                </a:cubicBezTo>
                <a:cubicBezTo>
                  <a:pt x="163085" y="110571"/>
                  <a:pt x="154555" y="130009"/>
                  <a:pt x="139681" y="143734"/>
                </a:cubicBezTo>
                <a:cubicBezTo>
                  <a:pt x="130012" y="152619"/>
                  <a:pt x="124111" y="165372"/>
                  <a:pt x="123148" y="179185"/>
                </a:cubicBezTo>
                <a:lnTo>
                  <a:pt x="123063" y="179185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74" name="path-564">
            <a:extLst xmlns:a="http://schemas.openxmlformats.org/drawingml/2006/main">
              <a:ext uri="{FF2B5EF4-FFF2-40B4-BE49-F238E27FC236}">
                <a16:creationId xmlns:a16="http://schemas.microsoft.com/office/drawing/2014/main" id="{A3E81269-A095-43FA-A797-F95BFDC95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6340" y="7432642"/>
            <a:ext cx="83916" cy="84175"/>
          </a:xfrm>
          <a:custGeom xmlns:a="http://schemas.openxmlformats.org/drawingml/2006/main">
            <a:pathLst>
              <a:path w="57265" h="57442">
                <a:moveTo>
                  <a:pt x="48293" y="441"/>
                </a:moveTo>
                <a:cubicBezTo>
                  <a:pt x="23047" y="3256"/>
                  <a:pt x="2903" y="23663"/>
                  <a:pt x="439" y="48997"/>
                </a:cubicBezTo>
                <a:cubicBezTo>
                  <a:pt x="0" y="53219"/>
                  <a:pt x="3167" y="57002"/>
                  <a:pt x="7389" y="57442"/>
                </a:cubicBezTo>
                <a:cubicBezTo>
                  <a:pt x="7653" y="57442"/>
                  <a:pt x="7830" y="57442"/>
                  <a:pt x="8092" y="57442"/>
                </a:cubicBezTo>
                <a:cubicBezTo>
                  <a:pt x="12052" y="57442"/>
                  <a:pt x="15394" y="54451"/>
                  <a:pt x="15745" y="50493"/>
                </a:cubicBezTo>
                <a:cubicBezTo>
                  <a:pt x="17505" y="32636"/>
                  <a:pt x="32195" y="17681"/>
                  <a:pt x="49963" y="15746"/>
                </a:cubicBezTo>
                <a:cubicBezTo>
                  <a:pt x="54186" y="15307"/>
                  <a:pt x="57265" y="11436"/>
                  <a:pt x="56825" y="7214"/>
                </a:cubicBezTo>
                <a:cubicBezTo>
                  <a:pt x="56297" y="2992"/>
                  <a:pt x="52603" y="0"/>
                  <a:pt x="48293" y="441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" name="path-565">
            <a:extLst xmlns:a="http://schemas.openxmlformats.org/drawingml/2006/main">
              <a:ext uri="{FF2B5EF4-FFF2-40B4-BE49-F238E27FC236}">
                <a16:creationId xmlns:a16="http://schemas.microsoft.com/office/drawing/2014/main" id="{9F1DC642-A19E-416A-8934-27EDD380A1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6340" y="7432640"/>
            <a:ext cx="83914" cy="84180"/>
          </a:xfrm>
          <a:custGeom xmlns:a="http://schemas.openxmlformats.org/drawingml/2006/main">
            <a:pathLst>
              <a:path w="57264" h="57445">
                <a:moveTo>
                  <a:pt x="48291" y="442"/>
                </a:moveTo>
                <a:cubicBezTo>
                  <a:pt x="23046" y="3256"/>
                  <a:pt x="2902" y="23664"/>
                  <a:pt x="442" y="48997"/>
                </a:cubicBezTo>
                <a:cubicBezTo>
                  <a:pt x="0" y="53223"/>
                  <a:pt x="3162" y="57003"/>
                  <a:pt x="7385" y="57445"/>
                </a:cubicBezTo>
                <a:cubicBezTo>
                  <a:pt x="7652" y="57445"/>
                  <a:pt x="7827" y="57445"/>
                  <a:pt x="8088" y="57445"/>
                </a:cubicBezTo>
                <a:cubicBezTo>
                  <a:pt x="12050" y="57445"/>
                  <a:pt x="15388" y="54449"/>
                  <a:pt x="15746" y="50493"/>
                </a:cubicBezTo>
                <a:cubicBezTo>
                  <a:pt x="17503" y="32636"/>
                  <a:pt x="32194" y="17684"/>
                  <a:pt x="49963" y="15746"/>
                </a:cubicBezTo>
                <a:cubicBezTo>
                  <a:pt x="54186" y="15309"/>
                  <a:pt x="57264" y="11438"/>
                  <a:pt x="56821" y="7212"/>
                </a:cubicBezTo>
                <a:cubicBezTo>
                  <a:pt x="56294" y="2990"/>
                  <a:pt x="52599" y="0"/>
                  <a:pt x="48291" y="442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76" name="path-566">
            <a:extLst xmlns:a="http://schemas.openxmlformats.org/drawingml/2006/main">
              <a:ext uri="{FF2B5EF4-FFF2-40B4-BE49-F238E27FC236}">
                <a16:creationId xmlns:a16="http://schemas.microsoft.com/office/drawing/2014/main" id="{71AE6A5D-4BA3-4B27-8145-5FFA73CCA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8784" y="7303354"/>
            <a:ext cx="22688" cy="56459"/>
          </a:xfrm>
          <a:custGeom xmlns:a="http://schemas.openxmlformats.org/drawingml/2006/main">
            <a:pathLst>
              <a:path w="15482" h="38528">
                <a:moveTo>
                  <a:pt x="7741" y="38528"/>
                </a:moveTo>
                <a:cubicBezTo>
                  <a:pt x="11963" y="38528"/>
                  <a:pt x="15482" y="35098"/>
                  <a:pt x="15482" y="30788"/>
                </a:cubicBezTo>
                <a:lnTo>
                  <a:pt x="15394" y="7741"/>
                </a:lnTo>
                <a:cubicBezTo>
                  <a:pt x="15394" y="3431"/>
                  <a:pt x="11963" y="0"/>
                  <a:pt x="7741" y="0"/>
                </a:cubicBezTo>
                <a:cubicBezTo>
                  <a:pt x="3518" y="0"/>
                  <a:pt x="0" y="3431"/>
                  <a:pt x="0" y="7741"/>
                </a:cubicBezTo>
                <a:lnTo>
                  <a:pt x="88" y="30788"/>
                </a:lnTo>
                <a:cubicBezTo>
                  <a:pt x="88" y="35098"/>
                  <a:pt x="3518" y="38528"/>
                  <a:pt x="7741" y="38528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" name="path-567">
            <a:extLst xmlns:a="http://schemas.openxmlformats.org/drawingml/2006/main">
              <a:ext uri="{FF2B5EF4-FFF2-40B4-BE49-F238E27FC236}">
                <a16:creationId xmlns:a16="http://schemas.microsoft.com/office/drawing/2014/main" id="{856431E1-0A60-4CB1-8A53-D13B67A73E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8784" y="7303355"/>
            <a:ext cx="22683" cy="56459"/>
          </a:xfrm>
          <a:custGeom xmlns:a="http://schemas.openxmlformats.org/drawingml/2006/main">
            <a:pathLst>
              <a:path w="15479" h="38528">
                <a:moveTo>
                  <a:pt x="7737" y="38528"/>
                </a:moveTo>
                <a:cubicBezTo>
                  <a:pt x="11959" y="38528"/>
                  <a:pt x="15479" y="35096"/>
                  <a:pt x="15479" y="30786"/>
                </a:cubicBezTo>
                <a:lnTo>
                  <a:pt x="15394" y="7740"/>
                </a:lnTo>
                <a:cubicBezTo>
                  <a:pt x="15394" y="3517"/>
                  <a:pt x="11959" y="0"/>
                  <a:pt x="7737" y="0"/>
                </a:cubicBezTo>
                <a:cubicBezTo>
                  <a:pt x="3514" y="0"/>
                  <a:pt x="0" y="3517"/>
                  <a:pt x="0" y="7740"/>
                </a:cubicBezTo>
                <a:lnTo>
                  <a:pt x="85" y="30786"/>
                </a:lnTo>
                <a:cubicBezTo>
                  <a:pt x="85" y="35096"/>
                  <a:pt x="3514" y="38528"/>
                  <a:pt x="7737" y="38528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78" name="path-568">
            <a:extLst xmlns:a="http://schemas.openxmlformats.org/drawingml/2006/main">
              <a:ext uri="{FF2B5EF4-FFF2-40B4-BE49-F238E27FC236}">
                <a16:creationId xmlns:a16="http://schemas.microsoft.com/office/drawing/2014/main" id="{DB325688-8689-40C5-A41E-6D05F2A40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161" y="7365098"/>
            <a:ext cx="48726" cy="47566"/>
          </a:xfrm>
          <a:custGeom xmlns:a="http://schemas.openxmlformats.org/drawingml/2006/main">
            <a:pathLst>
              <a:path w="33251" h="32459">
                <a:moveTo>
                  <a:pt x="19353" y="30260"/>
                </a:moveTo>
                <a:cubicBezTo>
                  <a:pt x="20848" y="31756"/>
                  <a:pt x="22872" y="32459"/>
                  <a:pt x="24807" y="32459"/>
                </a:cubicBezTo>
                <a:cubicBezTo>
                  <a:pt x="26830" y="32459"/>
                  <a:pt x="28765" y="31756"/>
                  <a:pt x="30261" y="30260"/>
                </a:cubicBezTo>
                <a:cubicBezTo>
                  <a:pt x="33251" y="27182"/>
                  <a:pt x="33251" y="22343"/>
                  <a:pt x="30261" y="19353"/>
                </a:cubicBezTo>
                <a:lnTo>
                  <a:pt x="13899" y="2991"/>
                </a:lnTo>
                <a:cubicBezTo>
                  <a:pt x="10908" y="0"/>
                  <a:pt x="6070" y="0"/>
                  <a:pt x="3080" y="2991"/>
                </a:cubicBezTo>
                <a:cubicBezTo>
                  <a:pt x="0" y="5982"/>
                  <a:pt x="0" y="10907"/>
                  <a:pt x="3080" y="13899"/>
                </a:cubicBezTo>
                <a:lnTo>
                  <a:pt x="19353" y="30260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" name="path-569">
            <a:extLst xmlns:a="http://schemas.openxmlformats.org/drawingml/2006/main">
              <a:ext uri="{FF2B5EF4-FFF2-40B4-BE49-F238E27FC236}">
                <a16:creationId xmlns:a16="http://schemas.microsoft.com/office/drawing/2014/main" id="{A0CA84D5-912C-4501-95E7-2D984D264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163" y="7365101"/>
            <a:ext cx="48722" cy="47563"/>
          </a:xfrm>
          <a:custGeom xmlns:a="http://schemas.openxmlformats.org/drawingml/2006/main">
            <a:pathLst>
              <a:path w="33248" h="32458">
                <a:moveTo>
                  <a:pt x="19350" y="30258"/>
                </a:moveTo>
                <a:cubicBezTo>
                  <a:pt x="20841" y="31752"/>
                  <a:pt x="22864" y="32458"/>
                  <a:pt x="24803" y="32458"/>
                </a:cubicBezTo>
                <a:cubicBezTo>
                  <a:pt x="26826" y="32458"/>
                  <a:pt x="28765" y="31752"/>
                  <a:pt x="30255" y="30258"/>
                </a:cubicBezTo>
                <a:cubicBezTo>
                  <a:pt x="33248" y="27178"/>
                  <a:pt x="33248" y="22343"/>
                  <a:pt x="30255" y="19347"/>
                </a:cubicBezTo>
                <a:lnTo>
                  <a:pt x="13892" y="2987"/>
                </a:lnTo>
                <a:cubicBezTo>
                  <a:pt x="10905" y="0"/>
                  <a:pt x="6070" y="0"/>
                  <a:pt x="3072" y="2987"/>
                </a:cubicBezTo>
                <a:cubicBezTo>
                  <a:pt x="0" y="6067"/>
                  <a:pt x="0" y="10905"/>
                  <a:pt x="3072" y="13895"/>
                </a:cubicBezTo>
                <a:lnTo>
                  <a:pt x="19350" y="30258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80" name="path-570">
            <a:extLst xmlns:a="http://schemas.openxmlformats.org/drawingml/2006/main">
              <a:ext uri="{FF2B5EF4-FFF2-40B4-BE49-F238E27FC236}">
                <a16:creationId xmlns:a16="http://schemas.microsoft.com/office/drawing/2014/main" id="{F0784BCD-D418-42BC-8E03-8BE2AE3CE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6" y="7644173"/>
            <a:ext cx="48725" cy="47566"/>
          </a:xfrm>
          <a:custGeom xmlns:a="http://schemas.openxmlformats.org/drawingml/2006/main">
            <a:pathLst>
              <a:path w="33251" h="32459">
                <a:moveTo>
                  <a:pt x="13898" y="2991"/>
                </a:moveTo>
                <a:cubicBezTo>
                  <a:pt x="10907" y="0"/>
                  <a:pt x="6070" y="0"/>
                  <a:pt x="3078" y="2991"/>
                </a:cubicBezTo>
                <a:cubicBezTo>
                  <a:pt x="0" y="5982"/>
                  <a:pt x="0" y="10907"/>
                  <a:pt x="3078" y="13899"/>
                </a:cubicBezTo>
                <a:lnTo>
                  <a:pt x="19353" y="30260"/>
                </a:lnTo>
                <a:cubicBezTo>
                  <a:pt x="20848" y="31667"/>
                  <a:pt x="22870" y="32459"/>
                  <a:pt x="24806" y="32459"/>
                </a:cubicBezTo>
                <a:cubicBezTo>
                  <a:pt x="26742" y="32459"/>
                  <a:pt x="28764" y="31667"/>
                  <a:pt x="30260" y="30172"/>
                </a:cubicBezTo>
                <a:cubicBezTo>
                  <a:pt x="33251" y="27181"/>
                  <a:pt x="33251" y="22343"/>
                  <a:pt x="30260" y="19353"/>
                </a:cubicBezTo>
                <a:lnTo>
                  <a:pt x="13898" y="2991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" name="path-571">
            <a:extLst xmlns:a="http://schemas.openxmlformats.org/drawingml/2006/main">
              <a:ext uri="{FF2B5EF4-FFF2-40B4-BE49-F238E27FC236}">
                <a16:creationId xmlns:a16="http://schemas.microsoft.com/office/drawing/2014/main" id="{2C33FD44-2D36-495A-AC43-3B0CD11EA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5" y="7644174"/>
            <a:ext cx="48722" cy="47563"/>
          </a:xfrm>
          <a:custGeom xmlns:a="http://schemas.openxmlformats.org/drawingml/2006/main">
            <a:pathLst>
              <a:path w="33248" h="32458">
                <a:moveTo>
                  <a:pt x="13898" y="2990"/>
                </a:moveTo>
                <a:cubicBezTo>
                  <a:pt x="10905" y="0"/>
                  <a:pt x="6064" y="0"/>
                  <a:pt x="3078" y="2990"/>
                </a:cubicBezTo>
                <a:cubicBezTo>
                  <a:pt x="0" y="5977"/>
                  <a:pt x="0" y="10905"/>
                  <a:pt x="3078" y="13898"/>
                </a:cubicBezTo>
                <a:lnTo>
                  <a:pt x="19350" y="30258"/>
                </a:lnTo>
                <a:cubicBezTo>
                  <a:pt x="20847" y="31752"/>
                  <a:pt x="22870" y="32458"/>
                  <a:pt x="24809" y="32458"/>
                </a:cubicBezTo>
                <a:cubicBezTo>
                  <a:pt x="26742" y="32458"/>
                  <a:pt x="28759" y="31752"/>
                  <a:pt x="30255" y="30168"/>
                </a:cubicBezTo>
                <a:cubicBezTo>
                  <a:pt x="33248" y="27178"/>
                  <a:pt x="33248" y="22343"/>
                  <a:pt x="30255" y="19347"/>
                </a:cubicBezTo>
                <a:lnTo>
                  <a:pt x="13898" y="2990"/>
                </a:ln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82" name="path-572">
            <a:extLst xmlns:a="http://schemas.openxmlformats.org/drawingml/2006/main">
              <a:ext uri="{FF2B5EF4-FFF2-40B4-BE49-F238E27FC236}">
                <a16:creationId xmlns:a16="http://schemas.microsoft.com/office/drawing/2014/main" id="{248C6FFF-4D76-4EA9-920D-E70DC40809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4547" y="7517719"/>
            <a:ext cx="56459" cy="22559"/>
          </a:xfrm>
          <a:custGeom xmlns:a="http://schemas.openxmlformats.org/drawingml/2006/main">
            <a:pathLst>
              <a:path w="38528" h="15394">
                <a:moveTo>
                  <a:pt x="30787" y="0"/>
                </a:moveTo>
                <a:lnTo>
                  <a:pt x="7741" y="0"/>
                </a:lnTo>
                <a:cubicBezTo>
                  <a:pt x="3431" y="0"/>
                  <a:pt x="0" y="3431"/>
                  <a:pt x="0" y="7741"/>
                </a:cubicBezTo>
                <a:cubicBezTo>
                  <a:pt x="0" y="11963"/>
                  <a:pt x="3431" y="15394"/>
                  <a:pt x="7741" y="15394"/>
                </a:cubicBezTo>
                <a:lnTo>
                  <a:pt x="30787" y="15394"/>
                </a:lnTo>
                <a:cubicBezTo>
                  <a:pt x="35098" y="15394"/>
                  <a:pt x="38528" y="11963"/>
                  <a:pt x="38528" y="7741"/>
                </a:cubicBezTo>
                <a:cubicBezTo>
                  <a:pt x="38528" y="3431"/>
                  <a:pt x="35098" y="0"/>
                  <a:pt x="30787" y="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" name="path-573">
            <a:extLst xmlns:a="http://schemas.openxmlformats.org/drawingml/2006/main">
              <a:ext uri="{FF2B5EF4-FFF2-40B4-BE49-F238E27FC236}">
                <a16:creationId xmlns:a16="http://schemas.microsoft.com/office/drawing/2014/main" id="{B55B4BD6-B30C-47EA-87E3-23D6B430D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4542" y="7517717"/>
            <a:ext cx="56455" cy="22559"/>
          </a:xfrm>
          <a:custGeom xmlns:a="http://schemas.openxmlformats.org/drawingml/2006/main">
            <a:pathLst>
              <a:path w="38525" h="15394">
                <a:moveTo>
                  <a:pt x="30789" y="0"/>
                </a:moveTo>
                <a:lnTo>
                  <a:pt x="7743" y="0"/>
                </a:lnTo>
                <a:cubicBezTo>
                  <a:pt x="3435" y="0"/>
                  <a:pt x="0" y="3432"/>
                  <a:pt x="0" y="7740"/>
                </a:cubicBezTo>
                <a:cubicBezTo>
                  <a:pt x="0" y="11962"/>
                  <a:pt x="3435" y="15394"/>
                  <a:pt x="7743" y="15394"/>
                </a:cubicBezTo>
                <a:lnTo>
                  <a:pt x="30789" y="15394"/>
                </a:lnTo>
                <a:cubicBezTo>
                  <a:pt x="35102" y="15394"/>
                  <a:pt x="38525" y="11962"/>
                  <a:pt x="38525" y="7740"/>
                </a:cubicBezTo>
                <a:cubicBezTo>
                  <a:pt x="38525" y="3432"/>
                  <a:pt x="35102" y="0"/>
                  <a:pt x="30789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84" name="path-574">
            <a:extLst xmlns:a="http://schemas.openxmlformats.org/drawingml/2006/main">
              <a:ext uri="{FF2B5EF4-FFF2-40B4-BE49-F238E27FC236}">
                <a16:creationId xmlns:a16="http://schemas.microsoft.com/office/drawing/2014/main" id="{01E39BCF-844C-4777-8960-5360CC276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9377" y="7517719"/>
            <a:ext cx="56330" cy="22559"/>
          </a:xfrm>
          <a:custGeom xmlns:a="http://schemas.openxmlformats.org/drawingml/2006/main">
            <a:pathLst>
              <a:path w="38440" h="15394">
                <a:moveTo>
                  <a:pt x="30787" y="0"/>
                </a:moveTo>
                <a:lnTo>
                  <a:pt x="7652" y="0"/>
                </a:lnTo>
                <a:cubicBezTo>
                  <a:pt x="3430" y="0"/>
                  <a:pt x="0" y="3431"/>
                  <a:pt x="0" y="7653"/>
                </a:cubicBezTo>
                <a:cubicBezTo>
                  <a:pt x="0" y="11875"/>
                  <a:pt x="3430" y="15394"/>
                  <a:pt x="7652" y="15394"/>
                </a:cubicBezTo>
                <a:lnTo>
                  <a:pt x="30787" y="15394"/>
                </a:lnTo>
                <a:cubicBezTo>
                  <a:pt x="35010" y="15394"/>
                  <a:pt x="38440" y="11875"/>
                  <a:pt x="38440" y="7653"/>
                </a:cubicBezTo>
                <a:cubicBezTo>
                  <a:pt x="38440" y="3431"/>
                  <a:pt x="35010" y="0"/>
                  <a:pt x="30787" y="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" name="path-575">
            <a:extLst xmlns:a="http://schemas.openxmlformats.org/drawingml/2006/main">
              <a:ext uri="{FF2B5EF4-FFF2-40B4-BE49-F238E27FC236}">
                <a16:creationId xmlns:a16="http://schemas.microsoft.com/office/drawing/2014/main" id="{D76061C5-7125-45C8-B30E-968B60D247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69369" y="7517717"/>
            <a:ext cx="56330" cy="22559"/>
          </a:xfrm>
          <a:custGeom xmlns:a="http://schemas.openxmlformats.org/drawingml/2006/main">
            <a:pathLst>
              <a:path w="38440" h="15394">
                <a:moveTo>
                  <a:pt x="30789" y="0"/>
                </a:moveTo>
                <a:lnTo>
                  <a:pt x="7658" y="0"/>
                </a:lnTo>
                <a:cubicBezTo>
                  <a:pt x="3435" y="0"/>
                  <a:pt x="0" y="3432"/>
                  <a:pt x="0" y="7655"/>
                </a:cubicBezTo>
                <a:cubicBezTo>
                  <a:pt x="0" y="11962"/>
                  <a:pt x="3435" y="15394"/>
                  <a:pt x="7658" y="15394"/>
                </a:cubicBezTo>
                <a:lnTo>
                  <a:pt x="30789" y="15394"/>
                </a:lnTo>
                <a:cubicBezTo>
                  <a:pt x="35011" y="15394"/>
                  <a:pt x="38440" y="11877"/>
                  <a:pt x="38440" y="7655"/>
                </a:cubicBezTo>
                <a:cubicBezTo>
                  <a:pt x="38440" y="3432"/>
                  <a:pt x="35011" y="0"/>
                  <a:pt x="30789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86" name="path-576">
            <a:extLst xmlns:a="http://schemas.openxmlformats.org/drawingml/2006/main">
              <a:ext uri="{FF2B5EF4-FFF2-40B4-BE49-F238E27FC236}">
                <a16:creationId xmlns:a16="http://schemas.microsoft.com/office/drawing/2014/main" id="{A8AC38CC-460E-4F73-A652-62996F1B9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291" y="7644173"/>
            <a:ext cx="48725" cy="47694"/>
          </a:xfrm>
          <a:custGeom xmlns:a="http://schemas.openxmlformats.org/drawingml/2006/main">
            <a:pathLst>
              <a:path w="33251" h="32547">
                <a:moveTo>
                  <a:pt x="19353" y="3078"/>
                </a:moveTo>
                <a:lnTo>
                  <a:pt x="2991" y="19353"/>
                </a:lnTo>
                <a:cubicBezTo>
                  <a:pt x="0" y="22343"/>
                  <a:pt x="0" y="27269"/>
                  <a:pt x="2991" y="30260"/>
                </a:cubicBezTo>
                <a:cubicBezTo>
                  <a:pt x="4486" y="31755"/>
                  <a:pt x="6509" y="32547"/>
                  <a:pt x="8445" y="32547"/>
                </a:cubicBezTo>
                <a:cubicBezTo>
                  <a:pt x="10380" y="32547"/>
                  <a:pt x="12403" y="31755"/>
                  <a:pt x="13899" y="30260"/>
                </a:cubicBezTo>
                <a:lnTo>
                  <a:pt x="30172" y="13899"/>
                </a:lnTo>
                <a:cubicBezTo>
                  <a:pt x="33251" y="10907"/>
                  <a:pt x="33251" y="6070"/>
                  <a:pt x="30172" y="3078"/>
                </a:cubicBezTo>
                <a:cubicBezTo>
                  <a:pt x="27182" y="0"/>
                  <a:pt x="22343" y="0"/>
                  <a:pt x="19353" y="3078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" name="path-577">
            <a:extLst xmlns:a="http://schemas.openxmlformats.org/drawingml/2006/main">
              <a:ext uri="{FF2B5EF4-FFF2-40B4-BE49-F238E27FC236}">
                <a16:creationId xmlns:a16="http://schemas.microsoft.com/office/drawing/2014/main" id="{8E11EF6B-D06D-4391-80B6-847C87DB29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6288" y="7644174"/>
            <a:ext cx="48731" cy="47688"/>
          </a:xfrm>
          <a:custGeom xmlns:a="http://schemas.openxmlformats.org/drawingml/2006/main">
            <a:pathLst>
              <a:path w="33254" h="32542">
                <a:moveTo>
                  <a:pt x="19356" y="3078"/>
                </a:moveTo>
                <a:lnTo>
                  <a:pt x="2987" y="19347"/>
                </a:lnTo>
                <a:cubicBezTo>
                  <a:pt x="0" y="22343"/>
                  <a:pt x="0" y="27269"/>
                  <a:pt x="2987" y="30258"/>
                </a:cubicBezTo>
                <a:cubicBezTo>
                  <a:pt x="4489" y="31752"/>
                  <a:pt x="6513" y="32542"/>
                  <a:pt x="8445" y="32542"/>
                </a:cubicBezTo>
                <a:cubicBezTo>
                  <a:pt x="10384" y="32542"/>
                  <a:pt x="12401" y="31752"/>
                  <a:pt x="13898" y="30258"/>
                </a:cubicBezTo>
                <a:lnTo>
                  <a:pt x="30171" y="13898"/>
                </a:lnTo>
                <a:cubicBezTo>
                  <a:pt x="33254" y="10905"/>
                  <a:pt x="33254" y="6067"/>
                  <a:pt x="30171" y="3078"/>
                </a:cubicBezTo>
                <a:cubicBezTo>
                  <a:pt x="27178" y="0"/>
                  <a:pt x="22343" y="0"/>
                  <a:pt x="19356" y="30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88" name="path-578">
            <a:extLst xmlns:a="http://schemas.openxmlformats.org/drawingml/2006/main">
              <a:ext uri="{FF2B5EF4-FFF2-40B4-BE49-F238E27FC236}">
                <a16:creationId xmlns:a16="http://schemas.microsoft.com/office/drawing/2014/main" id="{CCA1C17F-A7C1-4463-BE6B-0C7EC80AD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6" y="7364968"/>
            <a:ext cx="48725" cy="47695"/>
          </a:xfrm>
          <a:custGeom xmlns:a="http://schemas.openxmlformats.org/drawingml/2006/main">
            <a:pathLst>
              <a:path w="33251" h="32548">
                <a:moveTo>
                  <a:pt x="19353" y="3080"/>
                </a:moveTo>
                <a:lnTo>
                  <a:pt x="2991" y="19353"/>
                </a:lnTo>
                <a:cubicBezTo>
                  <a:pt x="0" y="22432"/>
                  <a:pt x="0" y="27270"/>
                  <a:pt x="2991" y="30261"/>
                </a:cubicBezTo>
                <a:cubicBezTo>
                  <a:pt x="4486" y="31756"/>
                  <a:pt x="6509" y="32548"/>
                  <a:pt x="8444" y="32548"/>
                </a:cubicBezTo>
                <a:cubicBezTo>
                  <a:pt x="10380" y="32548"/>
                  <a:pt x="12403" y="31756"/>
                  <a:pt x="13898" y="30261"/>
                </a:cubicBezTo>
                <a:lnTo>
                  <a:pt x="30172" y="13899"/>
                </a:lnTo>
                <a:cubicBezTo>
                  <a:pt x="33251" y="10909"/>
                  <a:pt x="33251" y="6070"/>
                  <a:pt x="30172" y="3080"/>
                </a:cubicBezTo>
                <a:cubicBezTo>
                  <a:pt x="27180" y="0"/>
                  <a:pt x="22343" y="0"/>
                  <a:pt x="19353" y="3080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" name="path-579">
            <a:extLst xmlns:a="http://schemas.openxmlformats.org/drawingml/2006/main">
              <a:ext uri="{FF2B5EF4-FFF2-40B4-BE49-F238E27FC236}">
                <a16:creationId xmlns:a16="http://schemas.microsoft.com/office/drawing/2014/main" id="{C0D0554E-D15A-474E-A85B-58C714733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5365" y="7365101"/>
            <a:ext cx="48722" cy="47563"/>
          </a:xfrm>
          <a:custGeom xmlns:a="http://schemas.openxmlformats.org/drawingml/2006/main">
            <a:pathLst>
              <a:path w="33248" h="32458">
                <a:moveTo>
                  <a:pt x="19350" y="2987"/>
                </a:moveTo>
                <a:lnTo>
                  <a:pt x="2993" y="19263"/>
                </a:lnTo>
                <a:cubicBezTo>
                  <a:pt x="0" y="22343"/>
                  <a:pt x="0" y="27178"/>
                  <a:pt x="2993" y="30168"/>
                </a:cubicBezTo>
                <a:cubicBezTo>
                  <a:pt x="4483" y="31664"/>
                  <a:pt x="6507" y="32458"/>
                  <a:pt x="8439" y="32458"/>
                </a:cubicBezTo>
                <a:cubicBezTo>
                  <a:pt x="10378" y="32458"/>
                  <a:pt x="12401" y="31664"/>
                  <a:pt x="13898" y="30168"/>
                </a:cubicBezTo>
                <a:lnTo>
                  <a:pt x="30171" y="13807"/>
                </a:lnTo>
                <a:cubicBezTo>
                  <a:pt x="33248" y="10817"/>
                  <a:pt x="33248" y="5977"/>
                  <a:pt x="30171" y="2987"/>
                </a:cubicBezTo>
                <a:cubicBezTo>
                  <a:pt x="27184" y="0"/>
                  <a:pt x="22343" y="0"/>
                  <a:pt x="19350" y="2987"/>
                </a:cubicBezTo>
              </a:path>
            </a:pathLst>
          </a:custGeom>
          <a:noFill xmlns:a="http://schemas.openxmlformats.org/drawingml/2006/main"/>
          <a:ln xmlns:a="http://schemas.openxmlformats.org/drawingml/2006/main" w="12890">
            <a:solidFill>
              <a:srgbClr val="009051"/>
            </a:solidFill>
            <a:prstDash val="solid"/>
          </a:ln>
        </p:spPr>
      </p:sp>
      <p:sp>
        <p:nvSpPr>
          <p:cNvPr id="590" name="path-580">
            <a:extLst xmlns:a="http://schemas.openxmlformats.org/drawingml/2006/main">
              <a:ext uri="{FF2B5EF4-FFF2-40B4-BE49-F238E27FC236}">
                <a16:creationId xmlns:a16="http://schemas.microsoft.com/office/drawing/2014/main" id="{94D1C367-C5FC-4C30-8F02-89879FEDB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5562" y="7702824"/>
            <a:ext cx="44858" cy="44858"/>
          </a:xfrm>
          <a:custGeom xmlns:a="http://schemas.openxmlformats.org/drawingml/2006/main">
            <a:pathLst>
              <a:path w="30611" h="30611">
                <a:moveTo>
                  <a:pt x="30611" y="15306"/>
                </a:moveTo>
                <a:cubicBezTo>
                  <a:pt x="30611" y="6862"/>
                  <a:pt x="23752" y="0"/>
                  <a:pt x="15306" y="0"/>
                </a:cubicBezTo>
                <a:cubicBezTo>
                  <a:pt x="6861" y="0"/>
                  <a:pt x="0" y="6862"/>
                  <a:pt x="0" y="15306"/>
                </a:cubicBezTo>
                <a:cubicBezTo>
                  <a:pt x="0" y="23750"/>
                  <a:pt x="6861" y="30611"/>
                  <a:pt x="15306" y="30611"/>
                </a:cubicBezTo>
                <a:cubicBezTo>
                  <a:pt x="23752" y="30611"/>
                  <a:pt x="30611" y="23750"/>
                  <a:pt x="30611" y="15306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" name="path-581">
            <a:extLst xmlns:a="http://schemas.openxmlformats.org/drawingml/2006/main">
              <a:ext uri="{FF2B5EF4-FFF2-40B4-BE49-F238E27FC236}">
                <a16:creationId xmlns:a16="http://schemas.microsoft.com/office/drawing/2014/main" id="{C1BEE596-8F7D-4A08-BF3A-195288FC3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5565" y="7702821"/>
            <a:ext cx="44851" cy="44856"/>
          </a:xfrm>
          <a:custGeom xmlns:a="http://schemas.openxmlformats.org/drawingml/2006/main">
            <a:pathLst>
              <a:path w="30607" h="30610">
                <a:moveTo>
                  <a:pt x="30607" y="15306"/>
                </a:moveTo>
                <a:cubicBezTo>
                  <a:pt x="30607" y="6864"/>
                  <a:pt x="23749" y="0"/>
                  <a:pt x="15303" y="0"/>
                </a:cubicBezTo>
                <a:cubicBezTo>
                  <a:pt x="6858" y="0"/>
                  <a:pt x="0" y="6864"/>
                  <a:pt x="0" y="15306"/>
                </a:cubicBezTo>
                <a:cubicBezTo>
                  <a:pt x="0" y="23752"/>
                  <a:pt x="6858" y="30610"/>
                  <a:pt x="15303" y="30610"/>
                </a:cubicBezTo>
                <a:cubicBezTo>
                  <a:pt x="23749" y="30610"/>
                  <a:pt x="30607" y="23752"/>
                  <a:pt x="30607" y="15306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92" name="path-582">
            <a:extLst xmlns:a="http://schemas.openxmlformats.org/drawingml/2006/main">
              <a:ext uri="{FF2B5EF4-FFF2-40B4-BE49-F238E27FC236}">
                <a16:creationId xmlns:a16="http://schemas.microsoft.com/office/drawing/2014/main" id="{2918FA33-C404-4C22-99C5-789E9E50D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6861" y="7717777"/>
            <a:ext cx="44858" cy="44858"/>
          </a:xfrm>
          <a:custGeom xmlns:a="http://schemas.openxmlformats.org/drawingml/2006/main">
            <a:pathLst>
              <a:path w="30611" h="30611">
                <a:moveTo>
                  <a:pt x="15305" y="30611"/>
                </a:moveTo>
                <a:cubicBezTo>
                  <a:pt x="23749" y="30611"/>
                  <a:pt x="30611" y="23750"/>
                  <a:pt x="30611" y="15306"/>
                </a:cubicBezTo>
                <a:cubicBezTo>
                  <a:pt x="30611" y="6860"/>
                  <a:pt x="23749" y="0"/>
                  <a:pt x="15305" y="0"/>
                </a:cubicBezTo>
                <a:cubicBezTo>
                  <a:pt x="6861" y="0"/>
                  <a:pt x="0" y="6860"/>
                  <a:pt x="0" y="15306"/>
                </a:cubicBezTo>
                <a:cubicBezTo>
                  <a:pt x="0" y="23750"/>
                  <a:pt x="6861" y="30611"/>
                  <a:pt x="15305" y="30611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" name="path-583">
            <a:extLst xmlns:a="http://schemas.openxmlformats.org/drawingml/2006/main">
              <a:ext uri="{FF2B5EF4-FFF2-40B4-BE49-F238E27FC236}">
                <a16:creationId xmlns:a16="http://schemas.microsoft.com/office/drawing/2014/main" id="{CE8381A6-CA0A-480D-A93E-CDE474F59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6855" y="7717776"/>
            <a:ext cx="44869" cy="44856"/>
          </a:xfrm>
          <a:custGeom xmlns:a="http://schemas.openxmlformats.org/drawingml/2006/main">
            <a:pathLst>
              <a:path w="30619" h="30610">
                <a:moveTo>
                  <a:pt x="15309" y="30610"/>
                </a:moveTo>
                <a:cubicBezTo>
                  <a:pt x="23755" y="30610"/>
                  <a:pt x="30619" y="23749"/>
                  <a:pt x="30619" y="15303"/>
                </a:cubicBezTo>
                <a:cubicBezTo>
                  <a:pt x="30619" y="6858"/>
                  <a:pt x="23755" y="0"/>
                  <a:pt x="15309" y="0"/>
                </a:cubicBezTo>
                <a:cubicBezTo>
                  <a:pt x="6864" y="0"/>
                  <a:pt x="0" y="6858"/>
                  <a:pt x="0" y="15303"/>
                </a:cubicBezTo>
                <a:cubicBezTo>
                  <a:pt x="0" y="23749"/>
                  <a:pt x="6864" y="30610"/>
                  <a:pt x="15309" y="3061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94" name="path-584">
            <a:extLst xmlns:a="http://schemas.openxmlformats.org/drawingml/2006/main">
              <a:ext uri="{FF2B5EF4-FFF2-40B4-BE49-F238E27FC236}">
                <a16:creationId xmlns:a16="http://schemas.microsoft.com/office/drawing/2014/main" id="{16A8E292-5DB5-4998-B896-CF582D147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92062" y="7827215"/>
            <a:ext cx="128128" cy="42150"/>
          </a:xfrm>
          <a:custGeom xmlns:a="http://schemas.openxmlformats.org/drawingml/2006/main">
            <a:pathLst>
              <a:path w="87436" h="28764">
                <a:moveTo>
                  <a:pt x="441" y="14514"/>
                </a:moveTo>
                <a:cubicBezTo>
                  <a:pt x="968" y="17241"/>
                  <a:pt x="3608" y="19088"/>
                  <a:pt x="6334" y="18561"/>
                </a:cubicBezTo>
                <a:cubicBezTo>
                  <a:pt x="6773" y="18473"/>
                  <a:pt x="52603" y="10644"/>
                  <a:pt x="78904" y="27884"/>
                </a:cubicBezTo>
                <a:cubicBezTo>
                  <a:pt x="79696" y="28501"/>
                  <a:pt x="80664" y="28764"/>
                  <a:pt x="81632" y="28764"/>
                </a:cubicBezTo>
                <a:cubicBezTo>
                  <a:pt x="83302" y="28764"/>
                  <a:pt x="84887" y="27972"/>
                  <a:pt x="85853" y="26477"/>
                </a:cubicBezTo>
                <a:cubicBezTo>
                  <a:pt x="87436" y="24102"/>
                  <a:pt x="86733" y="21022"/>
                  <a:pt x="84446" y="19440"/>
                </a:cubicBezTo>
                <a:cubicBezTo>
                  <a:pt x="54715" y="0"/>
                  <a:pt x="6598" y="8268"/>
                  <a:pt x="4574" y="8620"/>
                </a:cubicBezTo>
                <a:cubicBezTo>
                  <a:pt x="1848" y="9147"/>
                  <a:pt x="0" y="11699"/>
                  <a:pt x="441" y="14514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" name="path-585">
            <a:extLst xmlns:a="http://schemas.openxmlformats.org/drawingml/2006/main">
              <a:ext uri="{FF2B5EF4-FFF2-40B4-BE49-F238E27FC236}">
                <a16:creationId xmlns:a16="http://schemas.microsoft.com/office/drawing/2014/main" id="{BDFAE4DF-46FC-4EDE-8754-98668CF15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92060" y="7827210"/>
            <a:ext cx="128126" cy="42152"/>
          </a:xfrm>
          <a:custGeom xmlns:a="http://schemas.openxmlformats.org/drawingml/2006/main">
            <a:pathLst>
              <a:path w="87434" h="28765">
                <a:moveTo>
                  <a:pt x="442" y="14519"/>
                </a:moveTo>
                <a:cubicBezTo>
                  <a:pt x="969" y="17242"/>
                  <a:pt x="3605" y="19093"/>
                  <a:pt x="6337" y="18566"/>
                </a:cubicBezTo>
                <a:cubicBezTo>
                  <a:pt x="6773" y="18475"/>
                  <a:pt x="52599" y="10645"/>
                  <a:pt x="78904" y="27890"/>
                </a:cubicBezTo>
                <a:cubicBezTo>
                  <a:pt x="79698" y="28505"/>
                  <a:pt x="80661" y="28765"/>
                  <a:pt x="81630" y="28765"/>
                </a:cubicBezTo>
                <a:cubicBezTo>
                  <a:pt x="83302" y="28765"/>
                  <a:pt x="84884" y="27974"/>
                  <a:pt x="85853" y="26481"/>
                </a:cubicBezTo>
                <a:cubicBezTo>
                  <a:pt x="87434" y="24106"/>
                  <a:pt x="86737" y="21026"/>
                  <a:pt x="84447" y="19441"/>
                </a:cubicBezTo>
                <a:cubicBezTo>
                  <a:pt x="54713" y="0"/>
                  <a:pt x="6598" y="8273"/>
                  <a:pt x="4574" y="8621"/>
                </a:cubicBezTo>
                <a:cubicBezTo>
                  <a:pt x="1848" y="9148"/>
                  <a:pt x="0" y="11790"/>
                  <a:pt x="442" y="14519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96" name="path-586">
            <a:extLst xmlns:a="http://schemas.openxmlformats.org/drawingml/2006/main">
              <a:ext uri="{FF2B5EF4-FFF2-40B4-BE49-F238E27FC236}">
                <a16:creationId xmlns:a16="http://schemas.microsoft.com/office/drawing/2014/main" id="{E69249E1-497D-439F-B79E-86A4155BD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30447" y="7640821"/>
            <a:ext cx="95904" cy="49499"/>
          </a:xfrm>
          <a:custGeom xmlns:a="http://schemas.openxmlformats.org/drawingml/2006/main">
            <a:pathLst>
              <a:path w="65445" h="33778">
                <a:moveTo>
                  <a:pt x="5630" y="33778"/>
                </a:moveTo>
                <a:cubicBezTo>
                  <a:pt x="6949" y="33778"/>
                  <a:pt x="8357" y="33251"/>
                  <a:pt x="9324" y="32107"/>
                </a:cubicBezTo>
                <a:cubicBezTo>
                  <a:pt x="10292" y="31139"/>
                  <a:pt x="31403" y="8620"/>
                  <a:pt x="56649" y="28852"/>
                </a:cubicBezTo>
                <a:cubicBezTo>
                  <a:pt x="58760" y="30611"/>
                  <a:pt x="61927" y="30260"/>
                  <a:pt x="63685" y="28149"/>
                </a:cubicBezTo>
                <a:cubicBezTo>
                  <a:pt x="65445" y="25949"/>
                  <a:pt x="65094" y="22783"/>
                  <a:pt x="62983" y="21023"/>
                </a:cubicBezTo>
                <a:cubicBezTo>
                  <a:pt x="36770" y="0"/>
                  <a:pt x="11523" y="14602"/>
                  <a:pt x="1848" y="25334"/>
                </a:cubicBezTo>
                <a:cubicBezTo>
                  <a:pt x="0" y="27356"/>
                  <a:pt x="176" y="30611"/>
                  <a:pt x="2199" y="32459"/>
                </a:cubicBezTo>
                <a:cubicBezTo>
                  <a:pt x="3165" y="33338"/>
                  <a:pt x="4398" y="33778"/>
                  <a:pt x="5630" y="33778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" name="path-587">
            <a:extLst xmlns:a="http://schemas.openxmlformats.org/drawingml/2006/main">
              <a:ext uri="{FF2B5EF4-FFF2-40B4-BE49-F238E27FC236}">
                <a16:creationId xmlns:a16="http://schemas.microsoft.com/office/drawing/2014/main" id="{75A8EBEE-018A-44DC-A661-890A9286B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30447" y="7640818"/>
            <a:ext cx="95899" cy="49503"/>
          </a:xfrm>
          <a:custGeom xmlns:a="http://schemas.openxmlformats.org/drawingml/2006/main">
            <a:pathLst>
              <a:path w="65442" h="33781">
                <a:moveTo>
                  <a:pt x="5628" y="33781"/>
                </a:moveTo>
                <a:cubicBezTo>
                  <a:pt x="6949" y="33781"/>
                  <a:pt x="8354" y="33254"/>
                  <a:pt x="9324" y="32109"/>
                </a:cubicBezTo>
                <a:cubicBezTo>
                  <a:pt x="10293" y="31140"/>
                  <a:pt x="31400" y="8621"/>
                  <a:pt x="56646" y="28856"/>
                </a:cubicBezTo>
                <a:cubicBezTo>
                  <a:pt x="58754" y="30613"/>
                  <a:pt x="61928" y="30258"/>
                  <a:pt x="63685" y="28150"/>
                </a:cubicBezTo>
                <a:cubicBezTo>
                  <a:pt x="65442" y="25951"/>
                  <a:pt x="65091" y="22785"/>
                  <a:pt x="62977" y="21026"/>
                </a:cubicBezTo>
                <a:cubicBezTo>
                  <a:pt x="36768" y="0"/>
                  <a:pt x="11523" y="14688"/>
                  <a:pt x="1848" y="25336"/>
                </a:cubicBezTo>
                <a:cubicBezTo>
                  <a:pt x="0" y="27447"/>
                  <a:pt x="176" y="30613"/>
                  <a:pt x="2199" y="32458"/>
                </a:cubicBezTo>
                <a:cubicBezTo>
                  <a:pt x="3162" y="33339"/>
                  <a:pt x="4398" y="33781"/>
                  <a:pt x="5628" y="33781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598" name="path-588">
            <a:extLst xmlns:a="http://schemas.openxmlformats.org/drawingml/2006/main">
              <a:ext uri="{FF2B5EF4-FFF2-40B4-BE49-F238E27FC236}">
                <a16:creationId xmlns:a16="http://schemas.microsoft.com/office/drawing/2014/main" id="{2E364EBB-E24C-41B1-9984-19156FD50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7763" y="7672403"/>
            <a:ext cx="94745" cy="30420"/>
          </a:xfrm>
          <a:custGeom xmlns:a="http://schemas.openxmlformats.org/drawingml/2006/main">
            <a:pathLst>
              <a:path w="64655" h="20759">
                <a:moveTo>
                  <a:pt x="5718" y="20055"/>
                </a:moveTo>
                <a:cubicBezTo>
                  <a:pt x="6246" y="20055"/>
                  <a:pt x="6861" y="19968"/>
                  <a:pt x="7390" y="19792"/>
                </a:cubicBezTo>
                <a:cubicBezTo>
                  <a:pt x="7653" y="19703"/>
                  <a:pt x="34218" y="10731"/>
                  <a:pt x="57088" y="19792"/>
                </a:cubicBezTo>
                <a:cubicBezTo>
                  <a:pt x="59728" y="20759"/>
                  <a:pt x="62630" y="19528"/>
                  <a:pt x="63685" y="16888"/>
                </a:cubicBezTo>
                <a:cubicBezTo>
                  <a:pt x="64655" y="14250"/>
                  <a:pt x="63423" y="11347"/>
                  <a:pt x="60783" y="10379"/>
                </a:cubicBezTo>
                <a:cubicBezTo>
                  <a:pt x="34483" y="0"/>
                  <a:pt x="5278" y="9852"/>
                  <a:pt x="4047" y="10291"/>
                </a:cubicBezTo>
                <a:cubicBezTo>
                  <a:pt x="1407" y="11172"/>
                  <a:pt x="0" y="14074"/>
                  <a:pt x="968" y="16712"/>
                </a:cubicBezTo>
                <a:cubicBezTo>
                  <a:pt x="1672" y="18736"/>
                  <a:pt x="3606" y="20055"/>
                  <a:pt x="5718" y="20055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" name="path-589">
            <a:extLst xmlns:a="http://schemas.openxmlformats.org/drawingml/2006/main">
              <a:ext uri="{FF2B5EF4-FFF2-40B4-BE49-F238E27FC236}">
                <a16:creationId xmlns:a16="http://schemas.microsoft.com/office/drawing/2014/main" id="{0A3E3A2E-00ED-4869-B5FE-D15BC3EFD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7760" y="7672401"/>
            <a:ext cx="94745" cy="30420"/>
          </a:xfrm>
          <a:custGeom xmlns:a="http://schemas.openxmlformats.org/drawingml/2006/main">
            <a:pathLst>
              <a:path w="64655" h="20759">
                <a:moveTo>
                  <a:pt x="5719" y="20144"/>
                </a:moveTo>
                <a:cubicBezTo>
                  <a:pt x="6246" y="20144"/>
                  <a:pt x="6858" y="20053"/>
                  <a:pt x="7391" y="19793"/>
                </a:cubicBezTo>
                <a:cubicBezTo>
                  <a:pt x="7652" y="19702"/>
                  <a:pt x="34218" y="10820"/>
                  <a:pt x="57088" y="19793"/>
                </a:cubicBezTo>
                <a:cubicBezTo>
                  <a:pt x="59729" y="20759"/>
                  <a:pt x="62631" y="19526"/>
                  <a:pt x="63685" y="16888"/>
                </a:cubicBezTo>
                <a:cubicBezTo>
                  <a:pt x="64655" y="14337"/>
                  <a:pt x="63425" y="11347"/>
                  <a:pt x="60783" y="10381"/>
                </a:cubicBezTo>
                <a:cubicBezTo>
                  <a:pt x="34484" y="0"/>
                  <a:pt x="5277" y="9854"/>
                  <a:pt x="4047" y="10290"/>
                </a:cubicBezTo>
                <a:cubicBezTo>
                  <a:pt x="1412" y="11172"/>
                  <a:pt x="0" y="14077"/>
                  <a:pt x="969" y="16712"/>
                </a:cubicBezTo>
                <a:cubicBezTo>
                  <a:pt x="1672" y="18826"/>
                  <a:pt x="3611" y="20144"/>
                  <a:pt x="5719" y="20144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600" name="path-590">
            <a:extLst xmlns:a="http://schemas.openxmlformats.org/drawingml/2006/main">
              <a:ext uri="{FF2B5EF4-FFF2-40B4-BE49-F238E27FC236}">
                <a16:creationId xmlns:a16="http://schemas.microsoft.com/office/drawing/2014/main" id="{94D67E75-0D07-4FF6-91C7-03BDC2CB8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2407" y="7573663"/>
            <a:ext cx="437366" cy="451160"/>
          </a:xfrm>
          <a:custGeom xmlns:a="http://schemas.openxmlformats.org/drawingml/2006/main">
            <a:pathLst>
              <a:path w="298462" h="307875">
                <a:moveTo>
                  <a:pt x="38967" y="265301"/>
                </a:moveTo>
                <a:cubicBezTo>
                  <a:pt x="41079" y="283333"/>
                  <a:pt x="48028" y="307434"/>
                  <a:pt x="83917" y="307875"/>
                </a:cubicBezTo>
                <a:cubicBezTo>
                  <a:pt x="84885" y="307875"/>
                  <a:pt x="85941" y="307875"/>
                  <a:pt x="86909" y="307875"/>
                </a:cubicBezTo>
                <a:cubicBezTo>
                  <a:pt x="109779" y="307875"/>
                  <a:pt x="124645" y="304444"/>
                  <a:pt x="132298" y="297406"/>
                </a:cubicBezTo>
                <a:cubicBezTo>
                  <a:pt x="138103" y="298023"/>
                  <a:pt x="143733" y="298463"/>
                  <a:pt x="149187" y="298463"/>
                </a:cubicBezTo>
                <a:cubicBezTo>
                  <a:pt x="231522" y="298463"/>
                  <a:pt x="298462" y="231522"/>
                  <a:pt x="298462" y="149275"/>
                </a:cubicBezTo>
                <a:cubicBezTo>
                  <a:pt x="298462" y="66940"/>
                  <a:pt x="231522" y="0"/>
                  <a:pt x="149187" y="0"/>
                </a:cubicBezTo>
                <a:cubicBezTo>
                  <a:pt x="66940" y="0"/>
                  <a:pt x="0" y="66940"/>
                  <a:pt x="0" y="149275"/>
                </a:cubicBezTo>
                <a:cubicBezTo>
                  <a:pt x="0" y="186836"/>
                  <a:pt x="13986" y="222550"/>
                  <a:pt x="39408" y="250170"/>
                </a:cubicBezTo>
                <a:cubicBezTo>
                  <a:pt x="38616" y="255712"/>
                  <a:pt x="38440" y="260726"/>
                  <a:pt x="38967" y="265301"/>
                </a:cubicBezTo>
                <a:moveTo>
                  <a:pt x="84005" y="297759"/>
                </a:moveTo>
                <a:cubicBezTo>
                  <a:pt x="56649" y="297406"/>
                  <a:pt x="51019" y="281398"/>
                  <a:pt x="48995" y="264157"/>
                </a:cubicBezTo>
                <a:cubicBezTo>
                  <a:pt x="48468" y="259934"/>
                  <a:pt x="48732" y="254920"/>
                  <a:pt x="49700" y="249379"/>
                </a:cubicBezTo>
                <a:cubicBezTo>
                  <a:pt x="51635" y="238647"/>
                  <a:pt x="56032" y="227740"/>
                  <a:pt x="58848" y="220526"/>
                </a:cubicBezTo>
                <a:cubicBezTo>
                  <a:pt x="59728" y="218415"/>
                  <a:pt x="60431" y="216656"/>
                  <a:pt x="61047" y="215160"/>
                </a:cubicBezTo>
                <a:cubicBezTo>
                  <a:pt x="63069" y="209530"/>
                  <a:pt x="62013" y="202758"/>
                  <a:pt x="61047" y="196688"/>
                </a:cubicBezTo>
                <a:cubicBezTo>
                  <a:pt x="60696" y="194313"/>
                  <a:pt x="60079" y="190793"/>
                  <a:pt x="60255" y="189123"/>
                </a:cubicBezTo>
                <a:cubicBezTo>
                  <a:pt x="62013" y="188595"/>
                  <a:pt x="64038" y="188332"/>
                  <a:pt x="65268" y="189211"/>
                </a:cubicBezTo>
                <a:cubicBezTo>
                  <a:pt x="68876" y="191674"/>
                  <a:pt x="69052" y="202670"/>
                  <a:pt x="69227" y="209267"/>
                </a:cubicBezTo>
                <a:cubicBezTo>
                  <a:pt x="69315" y="212434"/>
                  <a:pt x="69403" y="215424"/>
                  <a:pt x="69667" y="217976"/>
                </a:cubicBezTo>
                <a:cubicBezTo>
                  <a:pt x="70636" y="226155"/>
                  <a:pt x="77321" y="235569"/>
                  <a:pt x="103357" y="233721"/>
                </a:cubicBezTo>
                <a:cubicBezTo>
                  <a:pt x="109515" y="233281"/>
                  <a:pt x="119278" y="230378"/>
                  <a:pt x="130626" y="227123"/>
                </a:cubicBezTo>
                <a:cubicBezTo>
                  <a:pt x="141358" y="223956"/>
                  <a:pt x="153585" y="220438"/>
                  <a:pt x="164228" y="218503"/>
                </a:cubicBezTo>
                <a:cubicBezTo>
                  <a:pt x="170650" y="217359"/>
                  <a:pt x="173289" y="218503"/>
                  <a:pt x="173464" y="219119"/>
                </a:cubicBezTo>
                <a:cubicBezTo>
                  <a:pt x="173905" y="220702"/>
                  <a:pt x="171882" y="224309"/>
                  <a:pt x="169595" y="225276"/>
                </a:cubicBezTo>
                <a:cubicBezTo>
                  <a:pt x="161853" y="228355"/>
                  <a:pt x="127987" y="241110"/>
                  <a:pt x="127636" y="241286"/>
                </a:cubicBezTo>
                <a:cubicBezTo>
                  <a:pt x="125349" y="242166"/>
                  <a:pt x="123940" y="244628"/>
                  <a:pt x="124557" y="247092"/>
                </a:cubicBezTo>
                <a:cubicBezTo>
                  <a:pt x="125085" y="249554"/>
                  <a:pt x="127372" y="251226"/>
                  <a:pt x="129923" y="251050"/>
                </a:cubicBezTo>
                <a:cubicBezTo>
                  <a:pt x="130099" y="250962"/>
                  <a:pt x="130274" y="250962"/>
                  <a:pt x="130362" y="251050"/>
                </a:cubicBezTo>
                <a:cubicBezTo>
                  <a:pt x="131154" y="252721"/>
                  <a:pt x="130274" y="258791"/>
                  <a:pt x="128516" y="263541"/>
                </a:cubicBezTo>
                <a:cubicBezTo>
                  <a:pt x="127724" y="265563"/>
                  <a:pt x="128339" y="267850"/>
                  <a:pt x="130011" y="269258"/>
                </a:cubicBezTo>
                <a:cubicBezTo>
                  <a:pt x="133705" y="272249"/>
                  <a:pt x="129835" y="277351"/>
                  <a:pt x="129043" y="278319"/>
                </a:cubicBezTo>
                <a:cubicBezTo>
                  <a:pt x="128075" y="279463"/>
                  <a:pt x="127724" y="280957"/>
                  <a:pt x="127987" y="282453"/>
                </a:cubicBezTo>
                <a:cubicBezTo>
                  <a:pt x="128427" y="285093"/>
                  <a:pt x="127987" y="287115"/>
                  <a:pt x="126492" y="288962"/>
                </a:cubicBezTo>
                <a:cubicBezTo>
                  <a:pt x="123677" y="292393"/>
                  <a:pt x="114441" y="298199"/>
                  <a:pt x="84005" y="297759"/>
                </a:cubicBezTo>
                <a:moveTo>
                  <a:pt x="149187" y="10116"/>
                </a:moveTo>
                <a:cubicBezTo>
                  <a:pt x="225892" y="10116"/>
                  <a:pt x="288347" y="72482"/>
                  <a:pt x="288347" y="149187"/>
                </a:cubicBezTo>
                <a:cubicBezTo>
                  <a:pt x="288347" y="225980"/>
                  <a:pt x="225892" y="288347"/>
                  <a:pt x="149187" y="288347"/>
                </a:cubicBezTo>
                <a:cubicBezTo>
                  <a:pt x="145579" y="288347"/>
                  <a:pt x="141709" y="288171"/>
                  <a:pt x="137928" y="287819"/>
                </a:cubicBezTo>
                <a:cubicBezTo>
                  <a:pt x="137928" y="287554"/>
                  <a:pt x="138015" y="287203"/>
                  <a:pt x="138015" y="286851"/>
                </a:cubicBezTo>
                <a:cubicBezTo>
                  <a:pt x="138103" y="286499"/>
                  <a:pt x="138103" y="286236"/>
                  <a:pt x="138103" y="285972"/>
                </a:cubicBezTo>
                <a:cubicBezTo>
                  <a:pt x="138191" y="284916"/>
                  <a:pt x="138279" y="283949"/>
                  <a:pt x="138191" y="282893"/>
                </a:cubicBezTo>
                <a:cubicBezTo>
                  <a:pt x="139775" y="280430"/>
                  <a:pt x="142150" y="275944"/>
                  <a:pt x="141622" y="270930"/>
                </a:cubicBezTo>
                <a:cubicBezTo>
                  <a:pt x="141446" y="268379"/>
                  <a:pt x="140478" y="266092"/>
                  <a:pt x="138983" y="264069"/>
                </a:cubicBezTo>
                <a:cubicBezTo>
                  <a:pt x="140302" y="259670"/>
                  <a:pt x="141797" y="252721"/>
                  <a:pt x="139863" y="247444"/>
                </a:cubicBezTo>
                <a:cubicBezTo>
                  <a:pt x="150506" y="243397"/>
                  <a:pt x="167922" y="236800"/>
                  <a:pt x="173376" y="234601"/>
                </a:cubicBezTo>
                <a:cubicBezTo>
                  <a:pt x="179710" y="232049"/>
                  <a:pt x="185252" y="223693"/>
                  <a:pt x="183141" y="216392"/>
                </a:cubicBezTo>
                <a:cubicBezTo>
                  <a:pt x="183141" y="216127"/>
                  <a:pt x="183053" y="215952"/>
                  <a:pt x="182965" y="215688"/>
                </a:cubicBezTo>
                <a:cubicBezTo>
                  <a:pt x="182261" y="213840"/>
                  <a:pt x="180766" y="211202"/>
                  <a:pt x="177160" y="209530"/>
                </a:cubicBezTo>
                <a:cubicBezTo>
                  <a:pt x="173993" y="208036"/>
                  <a:pt x="169331" y="207331"/>
                  <a:pt x="162382" y="208563"/>
                </a:cubicBezTo>
                <a:cubicBezTo>
                  <a:pt x="151209" y="210586"/>
                  <a:pt x="138808" y="214192"/>
                  <a:pt x="127812" y="217359"/>
                </a:cubicBezTo>
                <a:cubicBezTo>
                  <a:pt x="117520" y="220438"/>
                  <a:pt x="107755" y="223253"/>
                  <a:pt x="102653" y="223606"/>
                </a:cubicBezTo>
                <a:cubicBezTo>
                  <a:pt x="92626" y="224309"/>
                  <a:pt x="80575" y="223693"/>
                  <a:pt x="79695" y="216744"/>
                </a:cubicBezTo>
                <a:cubicBezTo>
                  <a:pt x="79431" y="214721"/>
                  <a:pt x="79343" y="211993"/>
                  <a:pt x="79343" y="209003"/>
                </a:cubicBezTo>
                <a:cubicBezTo>
                  <a:pt x="79080" y="198887"/>
                  <a:pt x="78815" y="186309"/>
                  <a:pt x="71075" y="180854"/>
                </a:cubicBezTo>
                <a:cubicBezTo>
                  <a:pt x="67028" y="178128"/>
                  <a:pt x="61927" y="177776"/>
                  <a:pt x="55857" y="179886"/>
                </a:cubicBezTo>
                <a:cubicBezTo>
                  <a:pt x="48556" y="182437"/>
                  <a:pt x="49875" y="190882"/>
                  <a:pt x="51019" y="198272"/>
                </a:cubicBezTo>
                <a:cubicBezTo>
                  <a:pt x="51811" y="203109"/>
                  <a:pt x="52690" y="208475"/>
                  <a:pt x="51546" y="211641"/>
                </a:cubicBezTo>
                <a:cubicBezTo>
                  <a:pt x="51019" y="213049"/>
                  <a:pt x="50315" y="214809"/>
                  <a:pt x="49524" y="216744"/>
                </a:cubicBezTo>
                <a:cubicBezTo>
                  <a:pt x="49083" y="217887"/>
                  <a:pt x="48556" y="219207"/>
                  <a:pt x="48028" y="220438"/>
                </a:cubicBezTo>
                <a:cubicBezTo>
                  <a:pt x="47852" y="220878"/>
                  <a:pt x="47676" y="221319"/>
                  <a:pt x="47501" y="221758"/>
                </a:cubicBezTo>
                <a:cubicBezTo>
                  <a:pt x="47060" y="222989"/>
                  <a:pt x="46533" y="224220"/>
                  <a:pt x="46093" y="225628"/>
                </a:cubicBezTo>
                <a:cubicBezTo>
                  <a:pt x="46004" y="225893"/>
                  <a:pt x="45828" y="226155"/>
                  <a:pt x="45741" y="226507"/>
                </a:cubicBezTo>
                <a:cubicBezTo>
                  <a:pt x="45213" y="228004"/>
                  <a:pt x="44597" y="229674"/>
                  <a:pt x="44070" y="231347"/>
                </a:cubicBezTo>
                <a:cubicBezTo>
                  <a:pt x="43894" y="231786"/>
                  <a:pt x="43805" y="232226"/>
                  <a:pt x="43629" y="232665"/>
                </a:cubicBezTo>
                <a:cubicBezTo>
                  <a:pt x="43190" y="234073"/>
                  <a:pt x="42751" y="235481"/>
                  <a:pt x="42310" y="236888"/>
                </a:cubicBezTo>
                <a:cubicBezTo>
                  <a:pt x="42222" y="237239"/>
                  <a:pt x="42134" y="237503"/>
                  <a:pt x="42046" y="237856"/>
                </a:cubicBezTo>
                <a:cubicBezTo>
                  <a:pt x="21374" y="212961"/>
                  <a:pt x="10116" y="181823"/>
                  <a:pt x="10116" y="149187"/>
                </a:cubicBezTo>
                <a:cubicBezTo>
                  <a:pt x="10116" y="72482"/>
                  <a:pt x="72482" y="10116"/>
                  <a:pt x="149187" y="10116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" name="path-591">
            <a:extLst xmlns:a="http://schemas.openxmlformats.org/drawingml/2006/main">
              <a:ext uri="{FF2B5EF4-FFF2-40B4-BE49-F238E27FC236}">
                <a16:creationId xmlns:a16="http://schemas.microsoft.com/office/drawing/2014/main" id="{E13E6DDC-F473-47A2-BC93-AC58D43D9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2405" y="7573661"/>
            <a:ext cx="437370" cy="451158"/>
          </a:xfrm>
          <a:custGeom xmlns:a="http://schemas.openxmlformats.org/drawingml/2006/main">
            <a:pathLst>
              <a:path w="298465" h="307873">
                <a:moveTo>
                  <a:pt x="38967" y="265301"/>
                </a:moveTo>
                <a:cubicBezTo>
                  <a:pt x="41076" y="283331"/>
                  <a:pt x="48031" y="307437"/>
                  <a:pt x="83920" y="307873"/>
                </a:cubicBezTo>
                <a:cubicBezTo>
                  <a:pt x="84884" y="307873"/>
                  <a:pt x="85938" y="307873"/>
                  <a:pt x="86907" y="307873"/>
                </a:cubicBezTo>
                <a:cubicBezTo>
                  <a:pt x="109777" y="307873"/>
                  <a:pt x="124645" y="304447"/>
                  <a:pt x="132296" y="297408"/>
                </a:cubicBezTo>
                <a:cubicBezTo>
                  <a:pt x="138106" y="298110"/>
                  <a:pt x="143734" y="298465"/>
                  <a:pt x="149187" y="298465"/>
                </a:cubicBezTo>
                <a:cubicBezTo>
                  <a:pt x="231520" y="298465"/>
                  <a:pt x="298465" y="231523"/>
                  <a:pt x="298465" y="149278"/>
                </a:cubicBezTo>
                <a:cubicBezTo>
                  <a:pt x="298465" y="66942"/>
                  <a:pt x="231520" y="0"/>
                  <a:pt x="149187" y="0"/>
                </a:cubicBezTo>
                <a:cubicBezTo>
                  <a:pt x="66939" y="0"/>
                  <a:pt x="0" y="66942"/>
                  <a:pt x="0" y="149278"/>
                </a:cubicBezTo>
                <a:cubicBezTo>
                  <a:pt x="0" y="186837"/>
                  <a:pt x="13983" y="222551"/>
                  <a:pt x="39410" y="250171"/>
                </a:cubicBezTo>
                <a:cubicBezTo>
                  <a:pt x="38616" y="255714"/>
                  <a:pt x="38440" y="260727"/>
                  <a:pt x="38967" y="265301"/>
                </a:cubicBezTo>
                <a:moveTo>
                  <a:pt x="84005" y="297759"/>
                </a:moveTo>
                <a:cubicBezTo>
                  <a:pt x="56646" y="297408"/>
                  <a:pt x="51017" y="281398"/>
                  <a:pt x="48994" y="264159"/>
                </a:cubicBezTo>
                <a:cubicBezTo>
                  <a:pt x="48467" y="259937"/>
                  <a:pt x="48733" y="254920"/>
                  <a:pt x="49697" y="249468"/>
                </a:cubicBezTo>
                <a:cubicBezTo>
                  <a:pt x="51635" y="238645"/>
                  <a:pt x="56034" y="227740"/>
                  <a:pt x="58936" y="220527"/>
                </a:cubicBezTo>
                <a:cubicBezTo>
                  <a:pt x="59729" y="218416"/>
                  <a:pt x="60432" y="216656"/>
                  <a:pt x="61044" y="215159"/>
                </a:cubicBezTo>
                <a:cubicBezTo>
                  <a:pt x="63067" y="209534"/>
                  <a:pt x="62013" y="202761"/>
                  <a:pt x="61044" y="196775"/>
                </a:cubicBezTo>
                <a:cubicBezTo>
                  <a:pt x="60693" y="194316"/>
                  <a:pt x="60081" y="190884"/>
                  <a:pt x="60256" y="189124"/>
                </a:cubicBezTo>
                <a:cubicBezTo>
                  <a:pt x="62013" y="188594"/>
                  <a:pt x="64037" y="188333"/>
                  <a:pt x="65267" y="189211"/>
                </a:cubicBezTo>
                <a:cubicBezTo>
                  <a:pt x="68877" y="191674"/>
                  <a:pt x="69053" y="202670"/>
                  <a:pt x="69229" y="209268"/>
                </a:cubicBezTo>
                <a:cubicBezTo>
                  <a:pt x="69314" y="212433"/>
                  <a:pt x="69405" y="215426"/>
                  <a:pt x="69665" y="217977"/>
                </a:cubicBezTo>
                <a:cubicBezTo>
                  <a:pt x="70634" y="226155"/>
                  <a:pt x="77323" y="235570"/>
                  <a:pt x="103356" y="233722"/>
                </a:cubicBezTo>
                <a:cubicBezTo>
                  <a:pt x="109517" y="233280"/>
                  <a:pt x="119277" y="230378"/>
                  <a:pt x="130630" y="227125"/>
                </a:cubicBezTo>
                <a:cubicBezTo>
                  <a:pt x="141354" y="223956"/>
                  <a:pt x="153585" y="220439"/>
                  <a:pt x="164230" y="218507"/>
                </a:cubicBezTo>
                <a:cubicBezTo>
                  <a:pt x="170652" y="217359"/>
                  <a:pt x="173293" y="218507"/>
                  <a:pt x="173469" y="219119"/>
                </a:cubicBezTo>
                <a:cubicBezTo>
                  <a:pt x="173905" y="220706"/>
                  <a:pt x="171882" y="224308"/>
                  <a:pt x="169592" y="225280"/>
                </a:cubicBezTo>
                <a:cubicBezTo>
                  <a:pt x="161855" y="228355"/>
                  <a:pt x="127989" y="241110"/>
                  <a:pt x="127631" y="241286"/>
                </a:cubicBezTo>
                <a:cubicBezTo>
                  <a:pt x="125347" y="242168"/>
                  <a:pt x="123942" y="244627"/>
                  <a:pt x="124560" y="247093"/>
                </a:cubicBezTo>
                <a:cubicBezTo>
                  <a:pt x="125087" y="249556"/>
                  <a:pt x="127371" y="251225"/>
                  <a:pt x="129921" y="251049"/>
                </a:cubicBezTo>
                <a:cubicBezTo>
                  <a:pt x="130097" y="250964"/>
                  <a:pt x="130273" y="250964"/>
                  <a:pt x="130364" y="251049"/>
                </a:cubicBezTo>
                <a:cubicBezTo>
                  <a:pt x="131157" y="252721"/>
                  <a:pt x="130273" y="258789"/>
                  <a:pt x="128516" y="263629"/>
                </a:cubicBezTo>
                <a:cubicBezTo>
                  <a:pt x="127722" y="265653"/>
                  <a:pt x="128340" y="267852"/>
                  <a:pt x="130006" y="269261"/>
                </a:cubicBezTo>
                <a:cubicBezTo>
                  <a:pt x="133708" y="272250"/>
                  <a:pt x="129831" y="277354"/>
                  <a:pt x="129043" y="278321"/>
                </a:cubicBezTo>
                <a:cubicBezTo>
                  <a:pt x="128074" y="279463"/>
                  <a:pt x="127722" y="280956"/>
                  <a:pt x="127989" y="282456"/>
                </a:cubicBezTo>
                <a:cubicBezTo>
                  <a:pt x="128431" y="285094"/>
                  <a:pt x="127989" y="287115"/>
                  <a:pt x="126492" y="288962"/>
                </a:cubicBezTo>
                <a:cubicBezTo>
                  <a:pt x="123675" y="292394"/>
                  <a:pt x="114436" y="298198"/>
                  <a:pt x="84005" y="297759"/>
                </a:cubicBezTo>
                <a:moveTo>
                  <a:pt x="149187" y="10114"/>
                </a:moveTo>
                <a:cubicBezTo>
                  <a:pt x="225892" y="10114"/>
                  <a:pt x="288347" y="72485"/>
                  <a:pt x="288347" y="149278"/>
                </a:cubicBezTo>
                <a:cubicBezTo>
                  <a:pt x="288347" y="225980"/>
                  <a:pt x="225892" y="288347"/>
                  <a:pt x="149187" y="288347"/>
                </a:cubicBezTo>
                <a:cubicBezTo>
                  <a:pt x="145576" y="288347"/>
                  <a:pt x="141711" y="288172"/>
                  <a:pt x="137931" y="287905"/>
                </a:cubicBezTo>
                <a:cubicBezTo>
                  <a:pt x="137931" y="287554"/>
                  <a:pt x="138015" y="287202"/>
                  <a:pt x="138015" y="286854"/>
                </a:cubicBezTo>
                <a:cubicBezTo>
                  <a:pt x="138106" y="286503"/>
                  <a:pt x="138106" y="286236"/>
                  <a:pt x="138106" y="285973"/>
                </a:cubicBezTo>
                <a:cubicBezTo>
                  <a:pt x="138191" y="284918"/>
                  <a:pt x="138282" y="283949"/>
                  <a:pt x="138191" y="282895"/>
                </a:cubicBezTo>
                <a:cubicBezTo>
                  <a:pt x="139778" y="280429"/>
                  <a:pt x="142153" y="275943"/>
                  <a:pt x="141620" y="270933"/>
                </a:cubicBezTo>
                <a:cubicBezTo>
                  <a:pt x="141444" y="268382"/>
                  <a:pt x="140481" y="266092"/>
                  <a:pt x="138979" y="264069"/>
                </a:cubicBezTo>
                <a:cubicBezTo>
                  <a:pt x="140305" y="259670"/>
                  <a:pt x="141802" y="252721"/>
                  <a:pt x="139863" y="247441"/>
                </a:cubicBezTo>
                <a:cubicBezTo>
                  <a:pt x="150508" y="243394"/>
                  <a:pt x="167919" y="236800"/>
                  <a:pt x="173378" y="234601"/>
                </a:cubicBezTo>
                <a:cubicBezTo>
                  <a:pt x="179715" y="232047"/>
                  <a:pt x="185252" y="223693"/>
                  <a:pt x="183138" y="216392"/>
                </a:cubicBezTo>
                <a:cubicBezTo>
                  <a:pt x="183138" y="216132"/>
                  <a:pt x="183053" y="215953"/>
                  <a:pt x="182962" y="215687"/>
                </a:cubicBezTo>
                <a:cubicBezTo>
                  <a:pt x="182266" y="213842"/>
                  <a:pt x="180763" y="211203"/>
                  <a:pt x="177158" y="209534"/>
                </a:cubicBezTo>
                <a:cubicBezTo>
                  <a:pt x="173990" y="208035"/>
                  <a:pt x="169331" y="207335"/>
                  <a:pt x="162382" y="208562"/>
                </a:cubicBezTo>
                <a:cubicBezTo>
                  <a:pt x="151210" y="210585"/>
                  <a:pt x="138803" y="214193"/>
                  <a:pt x="127807" y="217449"/>
                </a:cubicBezTo>
                <a:cubicBezTo>
                  <a:pt x="117520" y="220439"/>
                  <a:pt x="107754" y="223250"/>
                  <a:pt x="102653" y="223605"/>
                </a:cubicBezTo>
                <a:cubicBezTo>
                  <a:pt x="92626" y="224308"/>
                  <a:pt x="80576" y="223693"/>
                  <a:pt x="79698" y="216744"/>
                </a:cubicBezTo>
                <a:cubicBezTo>
                  <a:pt x="79431" y="214720"/>
                  <a:pt x="79346" y="211994"/>
                  <a:pt x="79346" y="209004"/>
                </a:cubicBezTo>
                <a:cubicBezTo>
                  <a:pt x="79080" y="198890"/>
                  <a:pt x="78813" y="186310"/>
                  <a:pt x="71077" y="180945"/>
                </a:cubicBezTo>
                <a:cubicBezTo>
                  <a:pt x="67030" y="178128"/>
                  <a:pt x="61928" y="177776"/>
                  <a:pt x="55858" y="179888"/>
                </a:cubicBezTo>
                <a:cubicBezTo>
                  <a:pt x="48558" y="182438"/>
                  <a:pt x="49872" y="190884"/>
                  <a:pt x="51017" y="198363"/>
                </a:cubicBezTo>
                <a:cubicBezTo>
                  <a:pt x="51811" y="203112"/>
                  <a:pt x="52690" y="208477"/>
                  <a:pt x="51544" y="211643"/>
                </a:cubicBezTo>
                <a:cubicBezTo>
                  <a:pt x="51017" y="213051"/>
                  <a:pt x="50315" y="214808"/>
                  <a:pt x="49521" y="216744"/>
                </a:cubicBezTo>
                <a:cubicBezTo>
                  <a:pt x="49085" y="217886"/>
                  <a:pt x="48558" y="219206"/>
                  <a:pt x="48031" y="220527"/>
                </a:cubicBezTo>
                <a:cubicBezTo>
                  <a:pt x="47849" y="220882"/>
                  <a:pt x="47673" y="221318"/>
                  <a:pt x="47497" y="221757"/>
                </a:cubicBezTo>
                <a:cubicBezTo>
                  <a:pt x="47061" y="222990"/>
                  <a:pt x="46534" y="224223"/>
                  <a:pt x="46092" y="225628"/>
                </a:cubicBezTo>
                <a:cubicBezTo>
                  <a:pt x="46007" y="225892"/>
                  <a:pt x="45831" y="226155"/>
                  <a:pt x="45741" y="226507"/>
                </a:cubicBezTo>
                <a:cubicBezTo>
                  <a:pt x="45213" y="228003"/>
                  <a:pt x="44596" y="229678"/>
                  <a:pt x="44068" y="231347"/>
                </a:cubicBezTo>
                <a:cubicBezTo>
                  <a:pt x="43893" y="231787"/>
                  <a:pt x="43808" y="232223"/>
                  <a:pt x="43632" y="232668"/>
                </a:cubicBezTo>
                <a:cubicBezTo>
                  <a:pt x="43190" y="234077"/>
                  <a:pt x="42748" y="235479"/>
                  <a:pt x="42312" y="236888"/>
                </a:cubicBezTo>
                <a:cubicBezTo>
                  <a:pt x="42221" y="237242"/>
                  <a:pt x="42136" y="237594"/>
                  <a:pt x="42045" y="237854"/>
                </a:cubicBezTo>
                <a:cubicBezTo>
                  <a:pt x="21374" y="212960"/>
                  <a:pt x="10117" y="181820"/>
                  <a:pt x="10117" y="149278"/>
                </a:cubicBezTo>
                <a:cubicBezTo>
                  <a:pt x="10117" y="72485"/>
                  <a:pt x="72482" y="10114"/>
                  <a:pt x="149187" y="10114"/>
                </a:cubicBezTo>
              </a:path>
            </a:pathLst>
          </a:custGeom>
          <a:noFill xmlns:a="http://schemas.openxmlformats.org/drawingml/2006/main"/>
          <a:ln xmlns:a="http://schemas.openxmlformats.org/drawingml/2006/main" w="10312">
            <a:solidFill>
              <a:srgbClr val="931100"/>
            </a:solidFill>
            <a:prstDash val="solid"/>
          </a:ln>
        </p:spPr>
      </p:sp>
      <p:sp>
        <p:nvSpPr>
          <p:cNvPr id="602" name="text-592 No">
            <a:extLst xmlns:a="http://schemas.openxmlformats.org/drawingml/2006/main">
              <a:ext uri="{FF2B5EF4-FFF2-40B4-BE49-F238E27FC236}">
                <a16:creationId xmlns:a16="http://schemas.microsoft.com/office/drawing/2014/main" id="{8E721782-4E04-4AEF-A8A3-DDE5B9DF8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561497" y="7660438"/>
            <a:ext cx="312079" cy="2888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1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1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No</a:t>
            </a:r>
          </a:p>
        </p:txBody>
      </p:sp>
      <p:pic>
        <p:nvPicPr>
          <p:cNvPr id="603" name="">
            <a:extLst xmlns:a="http://schemas.openxmlformats.org/drawingml/2006/main">
              <a:ext uri="{FF2B5EF4-FFF2-40B4-BE49-F238E27FC236}">
                <a16:creationId xmlns:a16="http://schemas.microsoft.com/office/drawing/2014/main" id="{4745336F-9DDB-46E1-85BA-D3739C8B280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deada07263d4140"/>
          <a:stretch xmlns:a="http://schemas.openxmlformats.org/drawingml/2006/main"/>
        </p:blipFill>
        <p:spPr>
          <a:xfrm xmlns:a="http://schemas.openxmlformats.org/drawingml/2006/main">
            <a:off x="2791110" y="1009743"/>
            <a:ext cx="725813" cy="725813"/>
          </a:xfrm>
          <a:prstGeom xmlns:a="http://schemas.openxmlformats.org/drawingml/2006/main" prst="rect">
            <a:avLst/>
          </a:prstGeom>
        </p:spPr>
      </p:pic>
      <p:sp>
        <p:nvSpPr>
          <p:cNvPr id="604" name="text-594 Visual">
            <a:extLst xmlns:a="http://schemas.openxmlformats.org/drawingml/2006/main">
              <a:ext uri="{FF2B5EF4-FFF2-40B4-BE49-F238E27FC236}">
                <a16:creationId xmlns:a16="http://schemas.microsoft.com/office/drawing/2014/main" id="{B34308C9-F5C8-4297-A1F7-42B5A69D8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4673" y="1079668"/>
            <a:ext cx="721067" cy="3248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605" name="text-594 Environment">
            <a:extLst xmlns:a="http://schemas.openxmlformats.org/drawingml/2006/main">
              <a:ext uri="{FF2B5EF4-FFF2-40B4-BE49-F238E27FC236}">
                <a16:creationId xmlns:a16="http://schemas.microsoft.com/office/drawing/2014/main" id="{0DED60D2-B901-4449-A390-FAB6183C4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8429" y="1079660"/>
            <a:ext cx="1459853" cy="3248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Environment</a:t>
            </a:r>
          </a:p>
        </p:txBody>
      </p:sp>
      <p:sp>
        <p:nvSpPr>
          <p:cNvPr id="606" name="text-596 (image">
            <a:extLst xmlns:a="http://schemas.openxmlformats.org/drawingml/2006/main">
              <a:ext uri="{FF2B5EF4-FFF2-40B4-BE49-F238E27FC236}">
                <a16:creationId xmlns:a16="http://schemas.microsoft.com/office/drawing/2014/main" id="{EB9BCDD5-26D1-48A3-8BFE-6D0C55DDD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6767" y="1358230"/>
            <a:ext cx="667594" cy="2889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(image</a:t>
            </a:r>
          </a:p>
        </p:txBody>
      </p:sp>
      <p:sp>
        <p:nvSpPr>
          <p:cNvPr id="607" name="text-596 as">
            <a:extLst xmlns:a="http://schemas.openxmlformats.org/drawingml/2006/main">
              <a:ext uri="{FF2B5EF4-FFF2-40B4-BE49-F238E27FC236}">
                <a16:creationId xmlns:a16="http://schemas.microsoft.com/office/drawing/2014/main" id="{BED8FA3E-F605-4E8C-B93F-096D868C8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4521" y="1358255"/>
            <a:ext cx="254984" cy="2888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as</a:t>
            </a:r>
          </a:p>
        </p:txBody>
      </p:sp>
      <p:sp>
        <p:nvSpPr>
          <p:cNvPr id="608" name="text-596 an">
            <a:extLst xmlns:a="http://schemas.openxmlformats.org/drawingml/2006/main">
              <a:ext uri="{FF2B5EF4-FFF2-40B4-BE49-F238E27FC236}">
                <a16:creationId xmlns:a16="http://schemas.microsoft.com/office/drawing/2014/main" id="{B74C04E0-F549-4750-A3EB-64D8441C8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9656" y="1358210"/>
            <a:ext cx="266573" cy="2889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an</a:t>
            </a:r>
          </a:p>
        </p:txBody>
      </p:sp>
      <p:sp>
        <p:nvSpPr>
          <p:cNvPr id="609" name="text-596 example)">
            <a:extLst xmlns:a="http://schemas.openxmlformats.org/drawingml/2006/main">
              <a:ext uri="{FF2B5EF4-FFF2-40B4-BE49-F238E27FC236}">
                <a16:creationId xmlns:a16="http://schemas.microsoft.com/office/drawing/2014/main" id="{99D87DFD-918B-438A-AD5A-0ED801C22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56386" y="1358213"/>
            <a:ext cx="885444" cy="2889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example)</a:t>
            </a:r>
          </a:p>
        </p:txBody>
      </p:sp>
      <p:sp>
        <p:nvSpPr>
          <p:cNvPr id="610" name="path-597">
            <a:extLst xmlns:a="http://schemas.openxmlformats.org/drawingml/2006/main">
              <a:ext uri="{FF2B5EF4-FFF2-40B4-BE49-F238E27FC236}">
                <a16:creationId xmlns:a16="http://schemas.microsoft.com/office/drawing/2014/main" id="{16DFA83F-6097-44D8-AA25-BA2251BBEB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808" y="2664649"/>
            <a:ext cx="1415992" cy="360288"/>
          </a:xfrm>
          <a:custGeom xmlns:a="http://schemas.openxmlformats.org/drawingml/2006/main">
            <a:pathLst>
              <a:path w="966283" h="245863">
                <a:moveTo>
                  <a:pt x="966283" y="0"/>
                </a:moveTo>
                <a:lnTo>
                  <a:pt x="966283" y="175492"/>
                </a:lnTo>
                <a:cubicBezTo>
                  <a:pt x="966283" y="214372"/>
                  <a:pt x="934792" y="245863"/>
                  <a:pt x="895916" y="245863"/>
                </a:cubicBezTo>
                <a:lnTo>
                  <a:pt x="0" y="245863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dash"/>
          </a:ln>
        </p:spPr>
      </p:sp>
      <p:sp>
        <p:nvSpPr>
          <p:cNvPr id="611" name="path-598">
            <a:extLst xmlns:a="http://schemas.openxmlformats.org/drawingml/2006/main">
              <a:ext uri="{FF2B5EF4-FFF2-40B4-BE49-F238E27FC236}">
                <a16:creationId xmlns:a16="http://schemas.microsoft.com/office/drawing/2014/main" id="{C11E3D88-9668-4118-A9AE-1A71B5011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9909" y="2982399"/>
            <a:ext cx="113434" cy="85077"/>
          </a:xfrm>
          <a:custGeom xmlns:a="http://schemas.openxmlformats.org/drawingml/2006/main">
            <a:pathLst>
              <a:path w="77408" h="58057">
                <a:moveTo>
                  <a:pt x="0" y="29029"/>
                </a:moveTo>
                <a:lnTo>
                  <a:pt x="77408" y="58057"/>
                </a:lnTo>
                <a:lnTo>
                  <a:pt x="48381" y="29029"/>
                </a:lnTo>
                <a:lnTo>
                  <a:pt x="77408" y="0"/>
                </a:lnTo>
                <a:lnTo>
                  <a:pt x="0" y="29029"/>
                </a:ln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" name="path-599">
            <a:extLst xmlns:a="http://schemas.openxmlformats.org/drawingml/2006/main">
              <a:ext uri="{FF2B5EF4-FFF2-40B4-BE49-F238E27FC236}">
                <a16:creationId xmlns:a16="http://schemas.microsoft.com/office/drawing/2014/main" id="{E210A59E-991C-4DE8-B23D-31BE2273B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9909" y="2982403"/>
            <a:ext cx="113433" cy="85068"/>
          </a:xfrm>
          <a:custGeom xmlns:a="http://schemas.openxmlformats.org/drawingml/2006/main">
            <a:pathLst>
              <a:path w="77408" h="58051">
                <a:moveTo>
                  <a:pt x="0" y="29026"/>
                </a:moveTo>
                <a:lnTo>
                  <a:pt x="77408" y="58051"/>
                </a:lnTo>
                <a:lnTo>
                  <a:pt x="48382" y="29026"/>
                </a:lnTo>
                <a:lnTo>
                  <a:pt x="77408" y="0"/>
                </a:lnTo>
                <a:lnTo>
                  <a:pt x="0" y="290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613" name="text-600 Parameterize">
            <a:extLst xmlns:a="http://schemas.openxmlformats.org/drawingml/2006/main">
              <a:ext uri="{FF2B5EF4-FFF2-40B4-BE49-F238E27FC236}">
                <a16:creationId xmlns:a16="http://schemas.microsoft.com/office/drawing/2014/main" id="{260ED3A8-B060-4FE7-B958-4A1BE6898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59159" y="3042850"/>
            <a:ext cx="1263693" cy="288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Parameterize</a:t>
            </a:r>
          </a:p>
        </p:txBody>
      </p:sp>
      <p:sp>
        <p:nvSpPr>
          <p:cNvPr id="614" name="text-601 Parameterize">
            <a:extLst xmlns:a="http://schemas.openxmlformats.org/drawingml/2006/main">
              <a:ext uri="{FF2B5EF4-FFF2-40B4-BE49-F238E27FC236}">
                <a16:creationId xmlns:a16="http://schemas.microsoft.com/office/drawing/2014/main" id="{38880C8F-6948-47A4-8D9D-3B36EA10D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59159" y="6043842"/>
            <a:ext cx="1263693" cy="288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Parameterize</a:t>
            </a:r>
          </a:p>
        </p:txBody>
      </p:sp>
      <p:sp>
        <p:nvSpPr>
          <p:cNvPr id="615" name="path-603">
            <a:extLst xmlns:a="http://schemas.openxmlformats.org/drawingml/2006/main">
              <a:ext uri="{FF2B5EF4-FFF2-40B4-BE49-F238E27FC236}">
                <a16:creationId xmlns:a16="http://schemas.microsoft.com/office/drawing/2014/main" id="{4FFE9B1B-B5BD-4EEF-8175-90475A456B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21382" y="3399405"/>
            <a:ext cx="147479" cy="179889"/>
          </a:xfrm>
          <a:custGeom xmlns:a="http://schemas.openxmlformats.org/drawingml/2006/main">
            <a:pathLst>
              <a:path w="100641" h="122758">
                <a:moveTo>
                  <a:pt x="14848" y="108846"/>
                </a:moveTo>
                <a:cubicBezTo>
                  <a:pt x="13303" y="115427"/>
                  <a:pt x="12918" y="116783"/>
                  <a:pt x="4436" y="116783"/>
                </a:cubicBezTo>
                <a:cubicBezTo>
                  <a:pt x="2121" y="116783"/>
                  <a:pt x="0" y="116783"/>
                  <a:pt x="0" y="120446"/>
                </a:cubicBezTo>
                <a:cubicBezTo>
                  <a:pt x="0" y="121987"/>
                  <a:pt x="965" y="122758"/>
                  <a:pt x="2506" y="122758"/>
                </a:cubicBezTo>
                <a:cubicBezTo>
                  <a:pt x="7714" y="122758"/>
                  <a:pt x="13303" y="122181"/>
                  <a:pt x="18701" y="122181"/>
                </a:cubicBezTo>
                <a:cubicBezTo>
                  <a:pt x="25065" y="122181"/>
                  <a:pt x="31619" y="122758"/>
                  <a:pt x="37788" y="122758"/>
                </a:cubicBezTo>
                <a:cubicBezTo>
                  <a:pt x="38753" y="122758"/>
                  <a:pt x="41260" y="122758"/>
                  <a:pt x="41260" y="118904"/>
                </a:cubicBezTo>
                <a:cubicBezTo>
                  <a:pt x="41260" y="116783"/>
                  <a:pt x="39333" y="116783"/>
                  <a:pt x="36632" y="116783"/>
                </a:cubicBezTo>
                <a:cubicBezTo>
                  <a:pt x="26992" y="116783"/>
                  <a:pt x="26992" y="115427"/>
                  <a:pt x="26992" y="113685"/>
                </a:cubicBezTo>
                <a:cubicBezTo>
                  <a:pt x="26992" y="111364"/>
                  <a:pt x="35090" y="79842"/>
                  <a:pt x="36441" y="75020"/>
                </a:cubicBezTo>
                <a:cubicBezTo>
                  <a:pt x="38947" y="80613"/>
                  <a:pt x="44346" y="87361"/>
                  <a:pt x="54177" y="87361"/>
                </a:cubicBezTo>
                <a:cubicBezTo>
                  <a:pt x="76541" y="87361"/>
                  <a:pt x="100641" y="59208"/>
                  <a:pt x="100641" y="30857"/>
                </a:cubicBezTo>
                <a:cubicBezTo>
                  <a:pt x="100641" y="12729"/>
                  <a:pt x="89653" y="0"/>
                  <a:pt x="75000" y="0"/>
                </a:cubicBezTo>
                <a:cubicBezTo>
                  <a:pt x="65359" y="0"/>
                  <a:pt x="56104" y="6943"/>
                  <a:pt x="49744" y="14465"/>
                </a:cubicBezTo>
                <a:cubicBezTo>
                  <a:pt x="47814" y="4051"/>
                  <a:pt x="39524" y="0"/>
                  <a:pt x="32390" y="0"/>
                </a:cubicBezTo>
                <a:cubicBezTo>
                  <a:pt x="23523" y="0"/>
                  <a:pt x="19860" y="7522"/>
                  <a:pt x="18125" y="10994"/>
                </a:cubicBezTo>
                <a:cubicBezTo>
                  <a:pt x="14653" y="17551"/>
                  <a:pt x="12147" y="29121"/>
                  <a:pt x="12147" y="29701"/>
                </a:cubicBezTo>
                <a:cubicBezTo>
                  <a:pt x="12147" y="31628"/>
                  <a:pt x="14074" y="31628"/>
                  <a:pt x="14462" y="31628"/>
                </a:cubicBezTo>
                <a:cubicBezTo>
                  <a:pt x="16389" y="31628"/>
                  <a:pt x="16580" y="31437"/>
                  <a:pt x="17739" y="27195"/>
                </a:cubicBezTo>
                <a:cubicBezTo>
                  <a:pt x="21017" y="13500"/>
                  <a:pt x="24873" y="4242"/>
                  <a:pt x="31813" y="4242"/>
                </a:cubicBezTo>
                <a:cubicBezTo>
                  <a:pt x="35090" y="4242"/>
                  <a:pt x="37788" y="5787"/>
                  <a:pt x="37788" y="13115"/>
                </a:cubicBezTo>
                <a:cubicBezTo>
                  <a:pt x="37788" y="17551"/>
                  <a:pt x="37212" y="19672"/>
                  <a:pt x="36441" y="22949"/>
                </a:cubicBezTo>
                <a:lnTo>
                  <a:pt x="14848" y="108846"/>
                </a:lnTo>
                <a:moveTo>
                  <a:pt x="48779" y="25071"/>
                </a:moveTo>
                <a:cubicBezTo>
                  <a:pt x="50129" y="19863"/>
                  <a:pt x="55333" y="14465"/>
                  <a:pt x="58805" y="11573"/>
                </a:cubicBezTo>
                <a:cubicBezTo>
                  <a:pt x="65553" y="5592"/>
                  <a:pt x="71143" y="4242"/>
                  <a:pt x="74420" y="4242"/>
                </a:cubicBezTo>
                <a:cubicBezTo>
                  <a:pt x="82134" y="4242"/>
                  <a:pt x="86761" y="10994"/>
                  <a:pt x="86761" y="22373"/>
                </a:cubicBezTo>
                <a:cubicBezTo>
                  <a:pt x="86761" y="33749"/>
                  <a:pt x="80398" y="55928"/>
                  <a:pt x="76927" y="63256"/>
                </a:cubicBezTo>
                <a:cubicBezTo>
                  <a:pt x="70372" y="76756"/>
                  <a:pt x="61117" y="83122"/>
                  <a:pt x="53983" y="83122"/>
                </a:cubicBezTo>
                <a:cubicBezTo>
                  <a:pt x="41260" y="83122"/>
                  <a:pt x="38753" y="67116"/>
                  <a:pt x="38753" y="65956"/>
                </a:cubicBezTo>
                <a:cubicBezTo>
                  <a:pt x="38753" y="65571"/>
                  <a:pt x="38753" y="65186"/>
                  <a:pt x="39333" y="62870"/>
                </a:cubicBezTo>
                <a:lnTo>
                  <a:pt x="48779" y="25071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" name="path-604">
            <a:extLst xmlns:a="http://schemas.openxmlformats.org/drawingml/2006/main">
              <a:ext uri="{FF2B5EF4-FFF2-40B4-BE49-F238E27FC236}">
                <a16:creationId xmlns:a16="http://schemas.microsoft.com/office/drawing/2014/main" id="{C864B4E5-B513-483C-BFDD-F211D450D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0893" y="3478911"/>
            <a:ext cx="140416" cy="89613"/>
          </a:xfrm>
          <a:custGeom xmlns:a="http://schemas.openxmlformats.org/drawingml/2006/main">
            <a:pathLst>
              <a:path w="95821" h="61153">
                <a:moveTo>
                  <a:pt x="43052" y="14576"/>
                </a:moveTo>
                <a:lnTo>
                  <a:pt x="58437" y="14576"/>
                </a:lnTo>
                <a:cubicBezTo>
                  <a:pt x="57358" y="19166"/>
                  <a:pt x="54794" y="29833"/>
                  <a:pt x="54794" y="38744"/>
                </a:cubicBezTo>
                <a:cubicBezTo>
                  <a:pt x="54794" y="48463"/>
                  <a:pt x="58437" y="61153"/>
                  <a:pt x="65994" y="61153"/>
                </a:cubicBezTo>
                <a:cubicBezTo>
                  <a:pt x="70718" y="61153"/>
                  <a:pt x="76116" y="56295"/>
                  <a:pt x="76116" y="51435"/>
                </a:cubicBezTo>
                <a:cubicBezTo>
                  <a:pt x="76116" y="49275"/>
                  <a:pt x="75173" y="47924"/>
                  <a:pt x="73958" y="46033"/>
                </a:cubicBezTo>
                <a:cubicBezTo>
                  <a:pt x="66939" y="36044"/>
                  <a:pt x="66939" y="25377"/>
                  <a:pt x="66939" y="21868"/>
                </a:cubicBezTo>
                <a:cubicBezTo>
                  <a:pt x="66939" y="21732"/>
                  <a:pt x="66939" y="17411"/>
                  <a:pt x="67345" y="14576"/>
                </a:cubicBezTo>
                <a:lnTo>
                  <a:pt x="85564" y="14576"/>
                </a:lnTo>
                <a:cubicBezTo>
                  <a:pt x="88397" y="14576"/>
                  <a:pt x="90288" y="14576"/>
                  <a:pt x="92852" y="12418"/>
                </a:cubicBezTo>
                <a:cubicBezTo>
                  <a:pt x="93797" y="11608"/>
                  <a:pt x="95821" y="9448"/>
                  <a:pt x="95821" y="6075"/>
                </a:cubicBezTo>
                <a:cubicBezTo>
                  <a:pt x="95821" y="0"/>
                  <a:pt x="90422" y="0"/>
                  <a:pt x="87994" y="0"/>
                </a:cubicBezTo>
                <a:lnTo>
                  <a:pt x="28476" y="0"/>
                </a:lnTo>
                <a:cubicBezTo>
                  <a:pt x="25237" y="0"/>
                  <a:pt x="18894" y="0"/>
                  <a:pt x="9988" y="7424"/>
                </a:cubicBezTo>
                <a:cubicBezTo>
                  <a:pt x="6748" y="10123"/>
                  <a:pt x="0" y="16872"/>
                  <a:pt x="0" y="19032"/>
                </a:cubicBezTo>
                <a:cubicBezTo>
                  <a:pt x="0" y="21462"/>
                  <a:pt x="2024" y="21462"/>
                  <a:pt x="4184" y="21462"/>
                </a:cubicBezTo>
                <a:cubicBezTo>
                  <a:pt x="6882" y="21462"/>
                  <a:pt x="7152" y="21462"/>
                  <a:pt x="8097" y="20381"/>
                </a:cubicBezTo>
                <a:cubicBezTo>
                  <a:pt x="10257" y="17951"/>
                  <a:pt x="13361" y="14576"/>
                  <a:pt x="25103" y="14576"/>
                </a:cubicBezTo>
                <a:lnTo>
                  <a:pt x="34009" y="14576"/>
                </a:lnTo>
                <a:cubicBezTo>
                  <a:pt x="30230" y="26592"/>
                  <a:pt x="22267" y="41038"/>
                  <a:pt x="18219" y="47924"/>
                </a:cubicBezTo>
                <a:cubicBezTo>
                  <a:pt x="16870" y="50220"/>
                  <a:pt x="15791" y="52108"/>
                  <a:pt x="15791" y="54269"/>
                </a:cubicBezTo>
                <a:cubicBezTo>
                  <a:pt x="15791" y="57374"/>
                  <a:pt x="18219" y="61019"/>
                  <a:pt x="23212" y="61019"/>
                </a:cubicBezTo>
                <a:cubicBezTo>
                  <a:pt x="27261" y="61019"/>
                  <a:pt x="30636" y="58049"/>
                  <a:pt x="31985" y="55080"/>
                </a:cubicBezTo>
                <a:cubicBezTo>
                  <a:pt x="32525" y="53865"/>
                  <a:pt x="34145" y="48869"/>
                  <a:pt x="35494" y="43739"/>
                </a:cubicBezTo>
                <a:lnTo>
                  <a:pt x="43052" y="14576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" name="path-605">
            <a:extLst xmlns:a="http://schemas.openxmlformats.org/drawingml/2006/main">
              <a:ext uri="{FF2B5EF4-FFF2-40B4-BE49-F238E27FC236}">
                <a16:creationId xmlns:a16="http://schemas.microsoft.com/office/drawing/2014/main" id="{A1357C8B-DEDC-4DEE-8ADE-CC2D8539C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76240" y="3312496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190871"/>
                </a:moveTo>
                <a:cubicBezTo>
                  <a:pt x="44728" y="190294"/>
                  <a:pt x="44728" y="189906"/>
                  <a:pt x="41451" y="186629"/>
                </a:cubicBezTo>
                <a:cubicBezTo>
                  <a:pt x="17351" y="162338"/>
                  <a:pt x="11182" y="125897"/>
                  <a:pt x="11182" y="96399"/>
                </a:cubicBezTo>
                <a:cubicBezTo>
                  <a:pt x="11182" y="62853"/>
                  <a:pt x="18507" y="29307"/>
                  <a:pt x="42222" y="5207"/>
                </a:cubicBezTo>
                <a:cubicBezTo>
                  <a:pt x="44728" y="2895"/>
                  <a:pt x="44728" y="2506"/>
                  <a:pt x="44728" y="1930"/>
                </a:cubicBezTo>
                <a:cubicBezTo>
                  <a:pt x="44728" y="580"/>
                  <a:pt x="43957" y="0"/>
                  <a:pt x="42801" y="0"/>
                </a:cubicBezTo>
                <a:cubicBezTo>
                  <a:pt x="40871" y="0"/>
                  <a:pt x="23520" y="13112"/>
                  <a:pt x="12144" y="37597"/>
                </a:cubicBezTo>
                <a:cubicBezTo>
                  <a:pt x="2312" y="58805"/>
                  <a:pt x="0" y="80204"/>
                  <a:pt x="0" y="96399"/>
                </a:cubicBezTo>
                <a:cubicBezTo>
                  <a:pt x="0" y="111438"/>
                  <a:pt x="2118" y="134767"/>
                  <a:pt x="12724" y="156554"/>
                </a:cubicBezTo>
                <a:cubicBezTo>
                  <a:pt x="24291" y="180268"/>
                  <a:pt x="40871" y="192798"/>
                  <a:pt x="42801" y="192798"/>
                </a:cubicBezTo>
                <a:cubicBezTo>
                  <a:pt x="43957" y="192798"/>
                  <a:pt x="44728" y="192221"/>
                  <a:pt x="44728" y="190871"/>
                </a:cubicBez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" name="path-606">
            <a:extLst xmlns:a="http://schemas.openxmlformats.org/drawingml/2006/main">
              <a:ext uri="{FF2B5EF4-FFF2-40B4-BE49-F238E27FC236}">
                <a16:creationId xmlns:a16="http://schemas.microsoft.com/office/drawing/2014/main" id="{50982B6D-277B-40EA-8E23-C1A20AC00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7452" y="3328222"/>
            <a:ext cx="72045" cy="198375"/>
          </a:xfrm>
          <a:custGeom xmlns:a="http://schemas.openxmlformats.org/drawingml/2006/main">
            <a:pathLst>
              <a:path w="49164" h="135373">
                <a:moveTo>
                  <a:pt x="48394" y="6749"/>
                </a:moveTo>
                <a:cubicBezTo>
                  <a:pt x="49164" y="4051"/>
                  <a:pt x="49164" y="3666"/>
                  <a:pt x="49164" y="3471"/>
                </a:cubicBezTo>
                <a:cubicBezTo>
                  <a:pt x="49164" y="965"/>
                  <a:pt x="47043" y="0"/>
                  <a:pt x="44922" y="0"/>
                </a:cubicBezTo>
                <a:cubicBezTo>
                  <a:pt x="44151" y="0"/>
                  <a:pt x="43957" y="0"/>
                  <a:pt x="43572" y="194"/>
                </a:cubicBezTo>
                <a:lnTo>
                  <a:pt x="18701" y="1350"/>
                </a:lnTo>
                <a:cubicBezTo>
                  <a:pt x="16004" y="1544"/>
                  <a:pt x="12532" y="1736"/>
                  <a:pt x="12532" y="7134"/>
                </a:cubicBezTo>
                <a:cubicBezTo>
                  <a:pt x="12532" y="10605"/>
                  <a:pt x="16195" y="10605"/>
                  <a:pt x="17545" y="10605"/>
                </a:cubicBezTo>
                <a:cubicBezTo>
                  <a:pt x="19666" y="10605"/>
                  <a:pt x="23138" y="10605"/>
                  <a:pt x="25641" y="10991"/>
                </a:cubicBezTo>
                <a:lnTo>
                  <a:pt x="965" y="109920"/>
                </a:lnTo>
                <a:cubicBezTo>
                  <a:pt x="385" y="112041"/>
                  <a:pt x="0" y="113776"/>
                  <a:pt x="0" y="116477"/>
                </a:cubicBezTo>
                <a:cubicBezTo>
                  <a:pt x="0" y="129203"/>
                  <a:pt x="12726" y="135373"/>
                  <a:pt x="24100" y="135373"/>
                </a:cubicBezTo>
                <a:cubicBezTo>
                  <a:pt x="31234" y="135373"/>
                  <a:pt x="36632" y="131325"/>
                  <a:pt x="40874" y="124385"/>
                </a:cubicBezTo>
                <a:cubicBezTo>
                  <a:pt x="45502" y="116862"/>
                  <a:pt x="48199" y="106448"/>
                  <a:pt x="48199" y="105292"/>
                </a:cubicBezTo>
                <a:cubicBezTo>
                  <a:pt x="48199" y="102591"/>
                  <a:pt x="45308" y="102591"/>
                  <a:pt x="43572" y="102591"/>
                </a:cubicBezTo>
                <a:cubicBezTo>
                  <a:pt x="41451" y="102591"/>
                  <a:pt x="40680" y="102591"/>
                  <a:pt x="39718" y="103556"/>
                </a:cubicBezTo>
                <a:cubicBezTo>
                  <a:pt x="39333" y="103942"/>
                  <a:pt x="39333" y="104327"/>
                  <a:pt x="38174" y="109149"/>
                </a:cubicBezTo>
                <a:cubicBezTo>
                  <a:pt x="34511" y="123805"/>
                  <a:pt x="30269" y="128433"/>
                  <a:pt x="25065" y="128433"/>
                </a:cubicBezTo>
                <a:cubicBezTo>
                  <a:pt x="22173" y="128433"/>
                  <a:pt x="20631" y="126506"/>
                  <a:pt x="20631" y="121490"/>
                </a:cubicBezTo>
                <a:cubicBezTo>
                  <a:pt x="20631" y="117633"/>
                  <a:pt x="21208" y="115706"/>
                  <a:pt x="21787" y="113006"/>
                </a:cubicBezTo>
                <a:lnTo>
                  <a:pt x="48394" y="6749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" name="path-607">
            <a:extLst xmlns:a="http://schemas.openxmlformats.org/drawingml/2006/main">
              <a:ext uri="{FF2B5EF4-FFF2-40B4-BE49-F238E27FC236}">
                <a16:creationId xmlns:a16="http://schemas.microsoft.com/office/drawing/2014/main" id="{20BC70BA-F2E3-4FA0-A639-9ED56EA4A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78034" y="3435456"/>
            <a:ext cx="71987" cy="131330"/>
          </a:xfrm>
          <a:custGeom xmlns:a="http://schemas.openxmlformats.org/drawingml/2006/main">
            <a:pathLst>
              <a:path w="49124" h="89621">
                <a:moveTo>
                  <a:pt x="30500" y="3771"/>
                </a:moveTo>
                <a:cubicBezTo>
                  <a:pt x="30500" y="136"/>
                  <a:pt x="30230" y="0"/>
                  <a:pt x="26452" y="0"/>
                </a:cubicBezTo>
                <a:cubicBezTo>
                  <a:pt x="17815" y="8451"/>
                  <a:pt x="5533" y="8585"/>
                  <a:pt x="0" y="8585"/>
                </a:cubicBezTo>
                <a:lnTo>
                  <a:pt x="0" y="13443"/>
                </a:lnTo>
                <a:cubicBezTo>
                  <a:pt x="3239" y="13443"/>
                  <a:pt x="12146" y="13443"/>
                  <a:pt x="19569" y="9664"/>
                </a:cubicBezTo>
                <a:lnTo>
                  <a:pt x="19569" y="78550"/>
                </a:lnTo>
                <a:cubicBezTo>
                  <a:pt x="19569" y="83008"/>
                  <a:pt x="19569" y="84763"/>
                  <a:pt x="6073" y="84763"/>
                </a:cubicBezTo>
                <a:lnTo>
                  <a:pt x="945" y="84763"/>
                </a:lnTo>
                <a:lnTo>
                  <a:pt x="945" y="89621"/>
                </a:lnTo>
                <a:cubicBezTo>
                  <a:pt x="3373" y="89487"/>
                  <a:pt x="19973" y="89081"/>
                  <a:pt x="24967" y="89081"/>
                </a:cubicBezTo>
                <a:cubicBezTo>
                  <a:pt x="29151" y="89081"/>
                  <a:pt x="46155" y="89487"/>
                  <a:pt x="49124" y="89621"/>
                </a:cubicBezTo>
                <a:lnTo>
                  <a:pt x="49124" y="84763"/>
                </a:lnTo>
                <a:lnTo>
                  <a:pt x="43997" y="84763"/>
                </a:lnTo>
                <a:cubicBezTo>
                  <a:pt x="30500" y="84763"/>
                  <a:pt x="30500" y="83008"/>
                  <a:pt x="30500" y="78550"/>
                </a:cubicBezTo>
                <a:lnTo>
                  <a:pt x="30500" y="3771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" name="path-608">
            <a:extLst xmlns:a="http://schemas.openxmlformats.org/drawingml/2006/main">
              <a:ext uri="{FF2B5EF4-FFF2-40B4-BE49-F238E27FC236}">
                <a16:creationId xmlns:a16="http://schemas.microsoft.com/office/drawing/2014/main" id="{5FFB621D-0DCD-4469-BD95-E187FD573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16860" y="3312496"/>
            <a:ext cx="11303" cy="282526"/>
          </a:xfrm>
          <a:custGeom xmlns:a="http://schemas.openxmlformats.org/drawingml/2006/main">
            <a:pathLst>
              <a:path w="7714" h="192798">
                <a:moveTo>
                  <a:pt x="7714" y="6943"/>
                </a:moveTo>
                <a:cubicBezTo>
                  <a:pt x="7714" y="3471"/>
                  <a:pt x="7714" y="0"/>
                  <a:pt x="3857" y="0"/>
                </a:cubicBezTo>
                <a:cubicBezTo>
                  <a:pt x="0" y="0"/>
                  <a:pt x="0" y="3471"/>
                  <a:pt x="0" y="6943"/>
                </a:cubicBezTo>
                <a:lnTo>
                  <a:pt x="0" y="185858"/>
                </a:lnTo>
                <a:cubicBezTo>
                  <a:pt x="0" y="189329"/>
                  <a:pt x="0" y="192798"/>
                  <a:pt x="3857" y="192798"/>
                </a:cubicBezTo>
                <a:cubicBezTo>
                  <a:pt x="7714" y="192798"/>
                  <a:pt x="7714" y="189329"/>
                  <a:pt x="7714" y="185858"/>
                </a:cubicBezTo>
                <a:lnTo>
                  <a:pt x="7714" y="6943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" name="path-609">
            <a:extLst xmlns:a="http://schemas.openxmlformats.org/drawingml/2006/main">
              <a:ext uri="{FF2B5EF4-FFF2-40B4-BE49-F238E27FC236}">
                <a16:creationId xmlns:a16="http://schemas.microsoft.com/office/drawing/2014/main" id="{DED5AA1A-8830-4D6E-8108-FBE64C041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77814" y="3396646"/>
            <a:ext cx="118380" cy="129951"/>
          </a:xfrm>
          <a:custGeom xmlns:a="http://schemas.openxmlformats.org/drawingml/2006/main">
            <a:pathLst>
              <a:path w="80783" h="88679">
                <a:moveTo>
                  <a:pt x="68828" y="11232"/>
                </a:moveTo>
                <a:cubicBezTo>
                  <a:pt x="62467" y="13738"/>
                  <a:pt x="60732" y="19522"/>
                  <a:pt x="60732" y="22223"/>
                </a:cubicBezTo>
                <a:cubicBezTo>
                  <a:pt x="60732" y="27233"/>
                  <a:pt x="64780" y="30125"/>
                  <a:pt x="69022" y="30125"/>
                </a:cubicBezTo>
                <a:cubicBezTo>
                  <a:pt x="73649" y="30125"/>
                  <a:pt x="80783" y="26271"/>
                  <a:pt x="80783" y="17016"/>
                </a:cubicBezTo>
                <a:cubicBezTo>
                  <a:pt x="80783" y="6749"/>
                  <a:pt x="70563" y="0"/>
                  <a:pt x="53212" y="0"/>
                </a:cubicBezTo>
                <a:cubicBezTo>
                  <a:pt x="47620" y="0"/>
                  <a:pt x="36823" y="388"/>
                  <a:pt x="27956" y="7137"/>
                </a:cubicBezTo>
                <a:cubicBezTo>
                  <a:pt x="19281" y="13738"/>
                  <a:pt x="16195" y="24920"/>
                  <a:pt x="16195" y="29739"/>
                </a:cubicBezTo>
                <a:cubicBezTo>
                  <a:pt x="16195" y="35523"/>
                  <a:pt x="18896" y="40918"/>
                  <a:pt x="23135" y="44387"/>
                </a:cubicBezTo>
                <a:cubicBezTo>
                  <a:pt x="28533" y="48629"/>
                  <a:pt x="31813" y="49206"/>
                  <a:pt x="44922" y="51712"/>
                </a:cubicBezTo>
                <a:cubicBezTo>
                  <a:pt x="50706" y="52674"/>
                  <a:pt x="62273" y="54795"/>
                  <a:pt x="62273" y="63471"/>
                </a:cubicBezTo>
                <a:cubicBezTo>
                  <a:pt x="62273" y="64241"/>
                  <a:pt x="62273" y="81740"/>
                  <a:pt x="33546" y="81740"/>
                </a:cubicBezTo>
                <a:cubicBezTo>
                  <a:pt x="24100" y="81740"/>
                  <a:pt x="16966" y="79833"/>
                  <a:pt x="12724" y="76774"/>
                </a:cubicBezTo>
                <a:cubicBezTo>
                  <a:pt x="19281" y="74847"/>
                  <a:pt x="23329" y="69254"/>
                  <a:pt x="23329" y="63471"/>
                </a:cubicBezTo>
                <a:cubicBezTo>
                  <a:pt x="23329" y="56531"/>
                  <a:pt x="17736" y="54601"/>
                  <a:pt x="13883" y="54601"/>
                </a:cubicBezTo>
                <a:cubicBezTo>
                  <a:pt x="7325" y="54601"/>
                  <a:pt x="0" y="60002"/>
                  <a:pt x="0" y="69640"/>
                </a:cubicBezTo>
                <a:cubicBezTo>
                  <a:pt x="0" y="82125"/>
                  <a:pt x="13497" y="88679"/>
                  <a:pt x="33161" y="88679"/>
                </a:cubicBezTo>
                <a:cubicBezTo>
                  <a:pt x="77121" y="88679"/>
                  <a:pt x="77121" y="55760"/>
                  <a:pt x="77121" y="55566"/>
                </a:cubicBezTo>
                <a:cubicBezTo>
                  <a:pt x="77121" y="49014"/>
                  <a:pt x="73841" y="43810"/>
                  <a:pt x="69407" y="39956"/>
                </a:cubicBezTo>
                <a:cubicBezTo>
                  <a:pt x="63429" y="34752"/>
                  <a:pt x="56104" y="33402"/>
                  <a:pt x="49356" y="32246"/>
                </a:cubicBezTo>
                <a:cubicBezTo>
                  <a:pt x="38753" y="30319"/>
                  <a:pt x="31234" y="28968"/>
                  <a:pt x="31234" y="21834"/>
                </a:cubicBezTo>
                <a:cubicBezTo>
                  <a:pt x="31234" y="21449"/>
                  <a:pt x="31234" y="6943"/>
                  <a:pt x="52827" y="6943"/>
                </a:cubicBezTo>
                <a:cubicBezTo>
                  <a:pt x="56684" y="6943"/>
                  <a:pt x="63624" y="7331"/>
                  <a:pt x="68828" y="11232"/>
                </a:cubicBez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" name="path-610">
            <a:extLst xmlns:a="http://schemas.openxmlformats.org/drawingml/2006/main">
              <a:ext uri="{FF2B5EF4-FFF2-40B4-BE49-F238E27FC236}">
                <a16:creationId xmlns:a16="http://schemas.microsoft.com/office/drawing/2014/main" id="{3111F2B5-900E-44BB-BA58-C904A3735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22094" y="3435456"/>
            <a:ext cx="91765" cy="135193"/>
          </a:xfrm>
          <a:custGeom xmlns:a="http://schemas.openxmlformats.org/drawingml/2006/main">
            <a:pathLst>
              <a:path w="62621" h="92256">
                <a:moveTo>
                  <a:pt x="62621" y="46534"/>
                </a:moveTo>
                <a:cubicBezTo>
                  <a:pt x="62621" y="31699"/>
                  <a:pt x="60867" y="21044"/>
                  <a:pt x="54660" y="11602"/>
                </a:cubicBezTo>
                <a:cubicBezTo>
                  <a:pt x="50475" y="5399"/>
                  <a:pt x="42108" y="0"/>
                  <a:pt x="31312" y="0"/>
                </a:cubicBezTo>
                <a:cubicBezTo>
                  <a:pt x="0" y="0"/>
                  <a:pt x="0" y="36824"/>
                  <a:pt x="0" y="46534"/>
                </a:cubicBezTo>
                <a:cubicBezTo>
                  <a:pt x="0" y="56246"/>
                  <a:pt x="0" y="92256"/>
                  <a:pt x="31312" y="92256"/>
                </a:cubicBezTo>
                <a:cubicBezTo>
                  <a:pt x="62621" y="92256"/>
                  <a:pt x="62621" y="56246"/>
                  <a:pt x="62621" y="46534"/>
                </a:cubicBezTo>
                <a:moveTo>
                  <a:pt x="31312" y="88478"/>
                </a:moveTo>
                <a:cubicBezTo>
                  <a:pt x="25103" y="88478"/>
                  <a:pt x="16870" y="84837"/>
                  <a:pt x="14172" y="73778"/>
                </a:cubicBezTo>
                <a:cubicBezTo>
                  <a:pt x="12282" y="65821"/>
                  <a:pt x="12282" y="54761"/>
                  <a:pt x="12282" y="44781"/>
                </a:cubicBezTo>
                <a:cubicBezTo>
                  <a:pt x="12282" y="34936"/>
                  <a:pt x="12282" y="24685"/>
                  <a:pt x="14306" y="17267"/>
                </a:cubicBezTo>
                <a:cubicBezTo>
                  <a:pt x="17140" y="6612"/>
                  <a:pt x="25778" y="3781"/>
                  <a:pt x="31312" y="3781"/>
                </a:cubicBezTo>
                <a:cubicBezTo>
                  <a:pt x="38599" y="3781"/>
                  <a:pt x="45618" y="8231"/>
                  <a:pt x="48045" y="16054"/>
                </a:cubicBezTo>
                <a:cubicBezTo>
                  <a:pt x="50206" y="23336"/>
                  <a:pt x="50339" y="33048"/>
                  <a:pt x="50339" y="44781"/>
                </a:cubicBezTo>
                <a:cubicBezTo>
                  <a:pt x="50339" y="54761"/>
                  <a:pt x="50339" y="64742"/>
                  <a:pt x="48585" y="73239"/>
                </a:cubicBezTo>
                <a:cubicBezTo>
                  <a:pt x="45887" y="85512"/>
                  <a:pt x="36709" y="88478"/>
                  <a:pt x="31312" y="88478"/>
                </a:cubicBez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" name="path-611">
            <a:extLst xmlns:a="http://schemas.openxmlformats.org/drawingml/2006/main">
              <a:ext uri="{FF2B5EF4-FFF2-40B4-BE49-F238E27FC236}">
                <a16:creationId xmlns:a16="http://schemas.microsoft.com/office/drawing/2014/main" id="{78FF7F8B-43F8-42DC-9819-B89652D94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54650" y="3312496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96399"/>
                </a:moveTo>
                <a:cubicBezTo>
                  <a:pt x="44728" y="81363"/>
                  <a:pt x="42610" y="58034"/>
                  <a:pt x="32004" y="36247"/>
                </a:cubicBezTo>
                <a:cubicBezTo>
                  <a:pt x="20437" y="12532"/>
                  <a:pt x="3857" y="0"/>
                  <a:pt x="1927" y="0"/>
                </a:cubicBezTo>
                <a:cubicBezTo>
                  <a:pt x="771" y="0"/>
                  <a:pt x="0" y="774"/>
                  <a:pt x="0" y="1930"/>
                </a:cubicBezTo>
                <a:cubicBezTo>
                  <a:pt x="0" y="2506"/>
                  <a:pt x="0" y="2895"/>
                  <a:pt x="3663" y="6363"/>
                </a:cubicBezTo>
                <a:cubicBezTo>
                  <a:pt x="22558" y="25450"/>
                  <a:pt x="33546" y="56104"/>
                  <a:pt x="33546" y="96399"/>
                </a:cubicBezTo>
                <a:cubicBezTo>
                  <a:pt x="33546" y="129368"/>
                  <a:pt x="26415" y="163300"/>
                  <a:pt x="2506" y="187594"/>
                </a:cubicBezTo>
                <a:cubicBezTo>
                  <a:pt x="0" y="189906"/>
                  <a:pt x="0" y="190294"/>
                  <a:pt x="0" y="190871"/>
                </a:cubicBezTo>
                <a:cubicBezTo>
                  <a:pt x="0" y="192027"/>
                  <a:pt x="771" y="192798"/>
                  <a:pt x="1927" y="192798"/>
                </a:cubicBezTo>
                <a:cubicBezTo>
                  <a:pt x="3857" y="192798"/>
                  <a:pt x="21208" y="179689"/>
                  <a:pt x="32584" y="155204"/>
                </a:cubicBezTo>
                <a:cubicBezTo>
                  <a:pt x="42416" y="133996"/>
                  <a:pt x="44728" y="112594"/>
                  <a:pt x="44728" y="96399"/>
                </a:cubicBez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" name="path-612">
            <a:extLst xmlns:a="http://schemas.openxmlformats.org/drawingml/2006/main">
              <a:ext uri="{FF2B5EF4-FFF2-40B4-BE49-F238E27FC236}">
                <a16:creationId xmlns:a16="http://schemas.microsoft.com/office/drawing/2014/main" id="{C8657B33-F78C-416A-8680-19D04F3D8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997" y="5666929"/>
            <a:ext cx="1417803" cy="359640"/>
          </a:xfrm>
          <a:custGeom xmlns:a="http://schemas.openxmlformats.org/drawingml/2006/main">
            <a:pathLst>
              <a:path w="967519" h="245421">
                <a:moveTo>
                  <a:pt x="967519" y="0"/>
                </a:moveTo>
                <a:lnTo>
                  <a:pt x="967519" y="105558"/>
                </a:lnTo>
                <a:cubicBezTo>
                  <a:pt x="967519" y="108460"/>
                  <a:pt x="967344" y="111365"/>
                  <a:pt x="966992" y="114354"/>
                </a:cubicBezTo>
                <a:lnTo>
                  <a:pt x="966901" y="115321"/>
                </a:lnTo>
                <a:cubicBezTo>
                  <a:pt x="966550" y="118223"/>
                  <a:pt x="966289" y="121219"/>
                  <a:pt x="966289" y="124118"/>
                </a:cubicBezTo>
                <a:lnTo>
                  <a:pt x="966289" y="182617"/>
                </a:lnTo>
                <a:cubicBezTo>
                  <a:pt x="966289" y="217274"/>
                  <a:pt x="938136" y="245421"/>
                  <a:pt x="903482" y="245421"/>
                </a:cubicBezTo>
                <a:lnTo>
                  <a:pt x="0" y="245421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dash"/>
          </a:ln>
        </p:spPr>
      </p:sp>
      <p:sp>
        <p:nvSpPr>
          <p:cNvPr id="625" name="path-613">
            <a:extLst xmlns:a="http://schemas.openxmlformats.org/drawingml/2006/main">
              <a:ext uri="{FF2B5EF4-FFF2-40B4-BE49-F238E27FC236}">
                <a16:creationId xmlns:a16="http://schemas.microsoft.com/office/drawing/2014/main" id="{9C87C394-CD06-4F3B-BCE4-BC4D60545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8105" y="5984033"/>
            <a:ext cx="113435" cy="85076"/>
          </a:xfrm>
          <a:custGeom xmlns:a="http://schemas.openxmlformats.org/drawingml/2006/main">
            <a:pathLst>
              <a:path w="77409" h="58056">
                <a:moveTo>
                  <a:pt x="0" y="29028"/>
                </a:moveTo>
                <a:lnTo>
                  <a:pt x="77409" y="58056"/>
                </a:lnTo>
                <a:lnTo>
                  <a:pt x="48381" y="29028"/>
                </a:lnTo>
                <a:lnTo>
                  <a:pt x="77409" y="0"/>
                </a:lnTo>
                <a:lnTo>
                  <a:pt x="0" y="29028"/>
                </a:ln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" name="path-614">
            <a:extLst xmlns:a="http://schemas.openxmlformats.org/drawingml/2006/main">
              <a:ext uri="{FF2B5EF4-FFF2-40B4-BE49-F238E27FC236}">
                <a16:creationId xmlns:a16="http://schemas.microsoft.com/office/drawing/2014/main" id="{950B5EF1-37AF-4607-A208-483DAB407E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8098" y="5984030"/>
            <a:ext cx="113433" cy="85077"/>
          </a:xfrm>
          <a:custGeom xmlns:a="http://schemas.openxmlformats.org/drawingml/2006/main">
            <a:pathLst>
              <a:path w="77408" h="58057">
                <a:moveTo>
                  <a:pt x="0" y="29029"/>
                </a:moveTo>
                <a:lnTo>
                  <a:pt x="77408" y="58057"/>
                </a:lnTo>
                <a:lnTo>
                  <a:pt x="48382" y="29029"/>
                </a:lnTo>
                <a:lnTo>
                  <a:pt x="77408" y="0"/>
                </a:lnTo>
                <a:lnTo>
                  <a:pt x="0" y="2902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627" name="text-615 Parameterize">
            <a:extLst xmlns:a="http://schemas.openxmlformats.org/drawingml/2006/main">
              <a:ext uri="{FF2B5EF4-FFF2-40B4-BE49-F238E27FC236}">
                <a16:creationId xmlns:a16="http://schemas.microsoft.com/office/drawing/2014/main" id="{AD35C1BD-B37D-4D21-864D-73ED78E6F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59159" y="6043842"/>
            <a:ext cx="1263693" cy="288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Parameterize</a:t>
            </a:r>
          </a:p>
        </p:txBody>
      </p:sp>
      <p:sp>
        <p:nvSpPr>
          <p:cNvPr id="628" name="path-616">
            <a:extLst xmlns:a="http://schemas.openxmlformats.org/drawingml/2006/main">
              <a:ext uri="{FF2B5EF4-FFF2-40B4-BE49-F238E27FC236}">
                <a16:creationId xmlns:a16="http://schemas.microsoft.com/office/drawing/2014/main" id="{3A224FC5-04E8-4B75-9871-A0A0C727B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56237" y="3358019"/>
            <a:ext cx="10312106" cy="1219040"/>
          </a:xfrm>
          <a:custGeom xmlns:a="http://schemas.openxmlformats.org/drawingml/2006/main">
            <a:pathLst>
              <a:path w="7037057" h="831882">
                <a:moveTo>
                  <a:pt x="7037057" y="0"/>
                </a:moveTo>
                <a:cubicBezTo>
                  <a:pt x="6392370" y="11523"/>
                  <a:pt x="5172302" y="43369"/>
                  <a:pt x="3929546" y="129485"/>
                </a:cubicBezTo>
                <a:moveTo>
                  <a:pt x="3927698" y="103183"/>
                </a:moveTo>
                <a:lnTo>
                  <a:pt x="3931393" y="155875"/>
                </a:lnTo>
                <a:moveTo>
                  <a:pt x="3822404" y="110659"/>
                </a:moveTo>
                <a:lnTo>
                  <a:pt x="3826093" y="163264"/>
                </a:lnTo>
                <a:moveTo>
                  <a:pt x="3824251" y="136964"/>
                </a:moveTo>
                <a:cubicBezTo>
                  <a:pt x="3168737" y="184023"/>
                  <a:pt x="2511297" y="246390"/>
                  <a:pt x="1932839" y="329078"/>
                </a:cubicBezTo>
                <a:cubicBezTo>
                  <a:pt x="841209" y="485126"/>
                  <a:pt x="284216" y="677324"/>
                  <a:pt x="0" y="831882"/>
                </a:cubicBez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dash"/>
          </a:ln>
        </p:spPr>
      </p:sp>
      <p:sp>
        <p:nvSpPr>
          <p:cNvPr id="629" name="path-617">
            <a:extLst xmlns:a="http://schemas.openxmlformats.org/drawingml/2006/main">
              <a:ext uri="{FF2B5EF4-FFF2-40B4-BE49-F238E27FC236}">
                <a16:creationId xmlns:a16="http://schemas.microsoft.com/office/drawing/2014/main" id="{3C1D16A3-6C63-4877-AFD4-8E904F118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94783" y="4519053"/>
            <a:ext cx="119532" cy="93325"/>
          </a:xfrm>
          <a:custGeom xmlns:a="http://schemas.openxmlformats.org/drawingml/2006/main">
            <a:pathLst>
              <a:path w="81569" h="63685">
                <a:moveTo>
                  <a:pt x="0" y="63685"/>
                </a:moveTo>
                <a:lnTo>
                  <a:pt x="81569" y="50315"/>
                </a:lnTo>
                <a:lnTo>
                  <a:pt x="41933" y="39584"/>
                </a:lnTo>
                <a:lnTo>
                  <a:pt x="52629" y="0"/>
                </a:lnTo>
                <a:lnTo>
                  <a:pt x="0" y="63685"/>
                </a:ln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" name="path-618">
            <a:extLst xmlns:a="http://schemas.openxmlformats.org/drawingml/2006/main">
              <a:ext uri="{FF2B5EF4-FFF2-40B4-BE49-F238E27FC236}">
                <a16:creationId xmlns:a16="http://schemas.microsoft.com/office/drawing/2014/main" id="{8289E5DB-C84D-4F63-B091-A5F0A49AF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94748" y="4519050"/>
            <a:ext cx="119630" cy="93325"/>
          </a:xfrm>
          <a:custGeom xmlns:a="http://schemas.openxmlformats.org/drawingml/2006/main">
            <a:pathLst>
              <a:path w="81636" h="63685">
                <a:moveTo>
                  <a:pt x="0" y="63685"/>
                </a:moveTo>
                <a:lnTo>
                  <a:pt x="81636" y="50315"/>
                </a:lnTo>
                <a:lnTo>
                  <a:pt x="41960" y="39585"/>
                </a:lnTo>
                <a:lnTo>
                  <a:pt x="52696" y="0"/>
                </a:lnTo>
                <a:lnTo>
                  <a:pt x="0" y="63685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631" name="text-619 (Gaussian">
            <a:extLst xmlns:a="http://schemas.openxmlformats.org/drawingml/2006/main">
              <a:ext uri="{FF2B5EF4-FFF2-40B4-BE49-F238E27FC236}">
                <a16:creationId xmlns:a16="http://schemas.microsoft.com/office/drawing/2014/main" id="{DB84E304-1FCC-45DB-8ADA-EC6FC3E3F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00856" y="2828082"/>
            <a:ext cx="916062" cy="2707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23" b="0" i="1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23" b="0" i="1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523" b="0" i="1">
                <a:solidFill>
                  <a:srgbClr val="931100"/>
                </a:solidFill>
                <a:latin typeface="Arial"/>
                <a:ea typeface="Arial"/>
                <a:cs typeface="Arial"/>
              </a:rPr>
              <a:t>(Gaussian</a:t>
            </a:r>
          </a:p>
        </p:txBody>
      </p:sp>
      <p:sp>
        <p:nvSpPr>
          <p:cNvPr id="632" name="text-620 distribution)">
            <a:extLst xmlns:a="http://schemas.openxmlformats.org/drawingml/2006/main">
              <a:ext uri="{FF2B5EF4-FFF2-40B4-BE49-F238E27FC236}">
                <a16:creationId xmlns:a16="http://schemas.microsoft.com/office/drawing/2014/main" id="{90F48427-E38E-4594-A5C0-E8702555A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00856" y="3053518"/>
            <a:ext cx="1034283" cy="2707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23" b="0" i="1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23" b="0" i="1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523" b="0" i="1">
                <a:solidFill>
                  <a:srgbClr val="931100"/>
                </a:solidFill>
                <a:latin typeface="Arial"/>
                <a:ea typeface="Arial"/>
                <a:cs typeface="Arial"/>
              </a:rPr>
              <a:t>distribution)</a:t>
            </a:r>
          </a:p>
        </p:txBody>
      </p:sp>
      <p:sp>
        <p:nvSpPr>
          <p:cNvPr id="633" name="text-621 Sample">
            <a:extLst xmlns:a="http://schemas.openxmlformats.org/drawingml/2006/main">
              <a:ext uri="{FF2B5EF4-FFF2-40B4-BE49-F238E27FC236}">
                <a16:creationId xmlns:a16="http://schemas.microsoft.com/office/drawing/2014/main" id="{BE2E1B8F-3314-4658-9294-4EEEEA0B5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93389" y="3500731"/>
            <a:ext cx="736477" cy="2889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Sample</a:t>
            </a:r>
          </a:p>
        </p:txBody>
      </p:sp>
      <p:sp>
        <p:nvSpPr>
          <p:cNvPr id="634" name="path-623">
            <a:extLst xmlns:a="http://schemas.openxmlformats.org/drawingml/2006/main">
              <a:ext uri="{FF2B5EF4-FFF2-40B4-BE49-F238E27FC236}">
                <a16:creationId xmlns:a16="http://schemas.microsoft.com/office/drawing/2014/main" id="{F42AF222-0610-4122-AAD4-775D444BB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9827" y="3519332"/>
            <a:ext cx="72045" cy="198375"/>
          </a:xfrm>
          <a:custGeom xmlns:a="http://schemas.openxmlformats.org/drawingml/2006/main">
            <a:pathLst>
              <a:path w="49164" h="135373">
                <a:moveTo>
                  <a:pt x="48394" y="6749"/>
                </a:moveTo>
                <a:cubicBezTo>
                  <a:pt x="49164" y="4051"/>
                  <a:pt x="49164" y="3666"/>
                  <a:pt x="49164" y="3471"/>
                </a:cubicBezTo>
                <a:cubicBezTo>
                  <a:pt x="49164" y="965"/>
                  <a:pt x="47043" y="0"/>
                  <a:pt x="44922" y="0"/>
                </a:cubicBezTo>
                <a:cubicBezTo>
                  <a:pt x="44151" y="0"/>
                  <a:pt x="43957" y="0"/>
                  <a:pt x="43572" y="194"/>
                </a:cubicBezTo>
                <a:lnTo>
                  <a:pt x="18701" y="1350"/>
                </a:lnTo>
                <a:cubicBezTo>
                  <a:pt x="16004" y="1544"/>
                  <a:pt x="12532" y="1736"/>
                  <a:pt x="12532" y="7134"/>
                </a:cubicBezTo>
                <a:cubicBezTo>
                  <a:pt x="12532" y="10605"/>
                  <a:pt x="16195" y="10605"/>
                  <a:pt x="17545" y="10605"/>
                </a:cubicBezTo>
                <a:cubicBezTo>
                  <a:pt x="19666" y="10605"/>
                  <a:pt x="23138" y="10605"/>
                  <a:pt x="25641" y="10991"/>
                </a:cubicBezTo>
                <a:lnTo>
                  <a:pt x="965" y="109920"/>
                </a:lnTo>
                <a:cubicBezTo>
                  <a:pt x="385" y="112041"/>
                  <a:pt x="0" y="113776"/>
                  <a:pt x="0" y="116477"/>
                </a:cubicBezTo>
                <a:cubicBezTo>
                  <a:pt x="0" y="129203"/>
                  <a:pt x="12726" y="135373"/>
                  <a:pt x="24100" y="135373"/>
                </a:cubicBezTo>
                <a:cubicBezTo>
                  <a:pt x="31234" y="135373"/>
                  <a:pt x="36632" y="131325"/>
                  <a:pt x="40874" y="124385"/>
                </a:cubicBezTo>
                <a:cubicBezTo>
                  <a:pt x="45502" y="116862"/>
                  <a:pt x="48199" y="106448"/>
                  <a:pt x="48199" y="105292"/>
                </a:cubicBezTo>
                <a:cubicBezTo>
                  <a:pt x="48199" y="102591"/>
                  <a:pt x="45308" y="102591"/>
                  <a:pt x="43572" y="102591"/>
                </a:cubicBezTo>
                <a:cubicBezTo>
                  <a:pt x="41451" y="102591"/>
                  <a:pt x="40680" y="102591"/>
                  <a:pt x="39718" y="103556"/>
                </a:cubicBezTo>
                <a:cubicBezTo>
                  <a:pt x="39333" y="103942"/>
                  <a:pt x="39333" y="104327"/>
                  <a:pt x="38174" y="109149"/>
                </a:cubicBezTo>
                <a:cubicBezTo>
                  <a:pt x="34511" y="123805"/>
                  <a:pt x="30269" y="128433"/>
                  <a:pt x="25065" y="128433"/>
                </a:cubicBezTo>
                <a:cubicBezTo>
                  <a:pt x="22173" y="128433"/>
                  <a:pt x="20631" y="126506"/>
                  <a:pt x="20631" y="121490"/>
                </a:cubicBezTo>
                <a:cubicBezTo>
                  <a:pt x="20631" y="117633"/>
                  <a:pt x="21208" y="115706"/>
                  <a:pt x="21787" y="113006"/>
                </a:cubicBezTo>
                <a:lnTo>
                  <a:pt x="48394" y="6749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" name="path-624">
            <a:extLst xmlns:a="http://schemas.openxmlformats.org/drawingml/2006/main">
              <a:ext uri="{FF2B5EF4-FFF2-40B4-BE49-F238E27FC236}">
                <a16:creationId xmlns:a16="http://schemas.microsoft.com/office/drawing/2014/main" id="{461135EA-CFE7-41AF-AFA8-8636CE41EC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70409" y="3626567"/>
            <a:ext cx="71987" cy="131330"/>
          </a:xfrm>
          <a:custGeom xmlns:a="http://schemas.openxmlformats.org/drawingml/2006/main">
            <a:pathLst>
              <a:path w="49124" h="89621">
                <a:moveTo>
                  <a:pt x="30500" y="3771"/>
                </a:moveTo>
                <a:cubicBezTo>
                  <a:pt x="30500" y="136"/>
                  <a:pt x="30230" y="0"/>
                  <a:pt x="26452" y="0"/>
                </a:cubicBezTo>
                <a:cubicBezTo>
                  <a:pt x="17815" y="8451"/>
                  <a:pt x="5533" y="8585"/>
                  <a:pt x="0" y="8585"/>
                </a:cubicBezTo>
                <a:lnTo>
                  <a:pt x="0" y="13443"/>
                </a:lnTo>
                <a:cubicBezTo>
                  <a:pt x="3239" y="13443"/>
                  <a:pt x="12146" y="13443"/>
                  <a:pt x="19569" y="9664"/>
                </a:cubicBezTo>
                <a:lnTo>
                  <a:pt x="19569" y="78550"/>
                </a:lnTo>
                <a:cubicBezTo>
                  <a:pt x="19569" y="83008"/>
                  <a:pt x="19569" y="84763"/>
                  <a:pt x="6073" y="84763"/>
                </a:cubicBezTo>
                <a:lnTo>
                  <a:pt x="945" y="84763"/>
                </a:lnTo>
                <a:lnTo>
                  <a:pt x="945" y="89621"/>
                </a:lnTo>
                <a:cubicBezTo>
                  <a:pt x="3373" y="89487"/>
                  <a:pt x="19973" y="89081"/>
                  <a:pt x="24967" y="89081"/>
                </a:cubicBezTo>
                <a:cubicBezTo>
                  <a:pt x="29151" y="89081"/>
                  <a:pt x="46155" y="89487"/>
                  <a:pt x="49124" y="89621"/>
                </a:cubicBezTo>
                <a:lnTo>
                  <a:pt x="49124" y="84763"/>
                </a:lnTo>
                <a:lnTo>
                  <a:pt x="43997" y="84763"/>
                </a:lnTo>
                <a:cubicBezTo>
                  <a:pt x="30500" y="84763"/>
                  <a:pt x="30500" y="83008"/>
                  <a:pt x="30500" y="78550"/>
                </a:cubicBezTo>
                <a:lnTo>
                  <a:pt x="30500" y="3771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" name="path-626">
            <a:extLst xmlns:a="http://schemas.openxmlformats.org/drawingml/2006/main">
              <a:ext uri="{FF2B5EF4-FFF2-40B4-BE49-F238E27FC236}">
                <a16:creationId xmlns:a16="http://schemas.microsoft.com/office/drawing/2014/main" id="{4CF00FF7-79C2-4189-931B-0BB7B2FAC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9827" y="6457489"/>
            <a:ext cx="72045" cy="198375"/>
          </a:xfrm>
          <a:custGeom xmlns:a="http://schemas.openxmlformats.org/drawingml/2006/main">
            <a:pathLst>
              <a:path w="49164" h="135373">
                <a:moveTo>
                  <a:pt x="48394" y="6749"/>
                </a:moveTo>
                <a:cubicBezTo>
                  <a:pt x="49164" y="4051"/>
                  <a:pt x="49164" y="3666"/>
                  <a:pt x="49164" y="3471"/>
                </a:cubicBezTo>
                <a:cubicBezTo>
                  <a:pt x="49164" y="965"/>
                  <a:pt x="47043" y="0"/>
                  <a:pt x="44922" y="0"/>
                </a:cubicBezTo>
                <a:cubicBezTo>
                  <a:pt x="44151" y="0"/>
                  <a:pt x="43957" y="0"/>
                  <a:pt x="43572" y="194"/>
                </a:cubicBezTo>
                <a:lnTo>
                  <a:pt x="18701" y="1350"/>
                </a:lnTo>
                <a:cubicBezTo>
                  <a:pt x="16004" y="1544"/>
                  <a:pt x="12532" y="1736"/>
                  <a:pt x="12532" y="7134"/>
                </a:cubicBezTo>
                <a:cubicBezTo>
                  <a:pt x="12532" y="10605"/>
                  <a:pt x="16195" y="10605"/>
                  <a:pt x="17545" y="10605"/>
                </a:cubicBezTo>
                <a:cubicBezTo>
                  <a:pt x="19666" y="10605"/>
                  <a:pt x="23138" y="10605"/>
                  <a:pt x="25641" y="10991"/>
                </a:cubicBezTo>
                <a:lnTo>
                  <a:pt x="965" y="109920"/>
                </a:lnTo>
                <a:cubicBezTo>
                  <a:pt x="385" y="112041"/>
                  <a:pt x="0" y="113776"/>
                  <a:pt x="0" y="116477"/>
                </a:cubicBezTo>
                <a:cubicBezTo>
                  <a:pt x="0" y="129203"/>
                  <a:pt x="12726" y="135373"/>
                  <a:pt x="24100" y="135373"/>
                </a:cubicBezTo>
                <a:cubicBezTo>
                  <a:pt x="31234" y="135373"/>
                  <a:pt x="36632" y="131325"/>
                  <a:pt x="40874" y="124385"/>
                </a:cubicBezTo>
                <a:cubicBezTo>
                  <a:pt x="45502" y="116862"/>
                  <a:pt x="48199" y="106448"/>
                  <a:pt x="48199" y="105292"/>
                </a:cubicBezTo>
                <a:cubicBezTo>
                  <a:pt x="48199" y="102591"/>
                  <a:pt x="45308" y="102591"/>
                  <a:pt x="43572" y="102591"/>
                </a:cubicBezTo>
                <a:cubicBezTo>
                  <a:pt x="41451" y="102591"/>
                  <a:pt x="40680" y="102591"/>
                  <a:pt x="39718" y="103556"/>
                </a:cubicBezTo>
                <a:cubicBezTo>
                  <a:pt x="39333" y="103942"/>
                  <a:pt x="39333" y="104327"/>
                  <a:pt x="38174" y="109149"/>
                </a:cubicBezTo>
                <a:cubicBezTo>
                  <a:pt x="34511" y="123805"/>
                  <a:pt x="30269" y="128433"/>
                  <a:pt x="25065" y="128433"/>
                </a:cubicBezTo>
                <a:cubicBezTo>
                  <a:pt x="22173" y="128433"/>
                  <a:pt x="20631" y="126506"/>
                  <a:pt x="20631" y="121490"/>
                </a:cubicBezTo>
                <a:cubicBezTo>
                  <a:pt x="20631" y="117633"/>
                  <a:pt x="21208" y="115706"/>
                  <a:pt x="21787" y="113006"/>
                </a:cubicBezTo>
                <a:lnTo>
                  <a:pt x="48394" y="6749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" name="path-627">
            <a:extLst xmlns:a="http://schemas.openxmlformats.org/drawingml/2006/main">
              <a:ext uri="{FF2B5EF4-FFF2-40B4-BE49-F238E27FC236}">
                <a16:creationId xmlns:a16="http://schemas.microsoft.com/office/drawing/2014/main" id="{362C8A68-F950-4C79-AA31-E19A3C1A5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1311" y="6564724"/>
            <a:ext cx="87413" cy="131330"/>
          </a:xfrm>
          <a:custGeom xmlns:a="http://schemas.openxmlformats.org/drawingml/2006/main">
            <a:pathLst>
              <a:path w="59652" h="89621">
                <a:moveTo>
                  <a:pt x="59652" y="65053"/>
                </a:moveTo>
                <a:lnTo>
                  <a:pt x="55063" y="65053"/>
                </a:lnTo>
                <a:cubicBezTo>
                  <a:pt x="54658" y="68025"/>
                  <a:pt x="53309" y="75990"/>
                  <a:pt x="51554" y="77341"/>
                </a:cubicBezTo>
                <a:cubicBezTo>
                  <a:pt x="50475" y="78150"/>
                  <a:pt x="40084" y="78150"/>
                  <a:pt x="38194" y="78150"/>
                </a:cubicBezTo>
                <a:lnTo>
                  <a:pt x="13361" y="78150"/>
                </a:lnTo>
                <a:cubicBezTo>
                  <a:pt x="27533" y="65593"/>
                  <a:pt x="32255" y="61814"/>
                  <a:pt x="40354" y="55467"/>
                </a:cubicBezTo>
                <a:cubicBezTo>
                  <a:pt x="50339" y="47502"/>
                  <a:pt x="59652" y="39131"/>
                  <a:pt x="59652" y="26305"/>
                </a:cubicBezTo>
                <a:cubicBezTo>
                  <a:pt x="59652" y="9983"/>
                  <a:pt x="45346" y="0"/>
                  <a:pt x="28072" y="0"/>
                </a:cubicBezTo>
                <a:cubicBezTo>
                  <a:pt x="11336" y="0"/>
                  <a:pt x="0" y="11736"/>
                  <a:pt x="0" y="24145"/>
                </a:cubicBezTo>
                <a:cubicBezTo>
                  <a:pt x="0" y="31029"/>
                  <a:pt x="5803" y="31703"/>
                  <a:pt x="7154" y="31703"/>
                </a:cubicBezTo>
                <a:cubicBezTo>
                  <a:pt x="10393" y="31703"/>
                  <a:pt x="14306" y="29409"/>
                  <a:pt x="14306" y="24551"/>
                </a:cubicBezTo>
                <a:cubicBezTo>
                  <a:pt x="14306" y="22121"/>
                  <a:pt x="13361" y="17397"/>
                  <a:pt x="6343" y="17397"/>
                </a:cubicBezTo>
                <a:cubicBezTo>
                  <a:pt x="10527" y="7825"/>
                  <a:pt x="19705" y="4860"/>
                  <a:pt x="26048" y="4860"/>
                </a:cubicBezTo>
                <a:cubicBezTo>
                  <a:pt x="39543" y="4860"/>
                  <a:pt x="46561" y="15375"/>
                  <a:pt x="46561" y="26305"/>
                </a:cubicBezTo>
                <a:cubicBezTo>
                  <a:pt x="46561" y="38050"/>
                  <a:pt x="38194" y="47366"/>
                  <a:pt x="33875" y="52226"/>
                </a:cubicBezTo>
                <a:lnTo>
                  <a:pt x="1351" y="84359"/>
                </a:lnTo>
                <a:cubicBezTo>
                  <a:pt x="0" y="85572"/>
                  <a:pt x="0" y="85842"/>
                  <a:pt x="0" y="89621"/>
                </a:cubicBezTo>
                <a:lnTo>
                  <a:pt x="55603" y="89621"/>
                </a:lnTo>
                <a:lnTo>
                  <a:pt x="59652" y="65053"/>
                </a:lnTo>
                <a:close/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" name="text-628 Sample">
            <a:extLst xmlns:a="http://schemas.openxmlformats.org/drawingml/2006/main">
              <a:ext uri="{FF2B5EF4-FFF2-40B4-BE49-F238E27FC236}">
                <a16:creationId xmlns:a16="http://schemas.microsoft.com/office/drawing/2014/main" id="{84EA7719-E065-4668-BB2C-1A2A112F0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93389" y="6438814"/>
            <a:ext cx="736477" cy="2889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931100"/>
                </a:solidFill>
                <a:latin typeface="Arial"/>
                <a:ea typeface="Arial"/>
                <a:cs typeface="Arial"/>
              </a:rPr>
              <a:t>Sample</a:t>
            </a:r>
          </a:p>
        </p:txBody>
      </p:sp>
      <p:sp>
        <p:nvSpPr>
          <p:cNvPr id="639" name="path-629">
            <a:extLst xmlns:a="http://schemas.openxmlformats.org/drawingml/2006/main">
              <a:ext uri="{FF2B5EF4-FFF2-40B4-BE49-F238E27FC236}">
                <a16:creationId xmlns:a16="http://schemas.microsoft.com/office/drawing/2014/main" id="{6DA3C114-C1E5-482F-87A0-C07A46A45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83154" y="6323043"/>
            <a:ext cx="10385189" cy="2078693"/>
          </a:xfrm>
          <a:custGeom xmlns:a="http://schemas.openxmlformats.org/drawingml/2006/main">
            <a:pathLst>
              <a:path w="7086930" h="1418515">
                <a:moveTo>
                  <a:pt x="7086930" y="8888"/>
                </a:moveTo>
                <a:cubicBezTo>
                  <a:pt x="6440219" y="0"/>
                  <a:pt x="5215668" y="706"/>
                  <a:pt x="3979327" y="96058"/>
                </a:cubicBezTo>
                <a:moveTo>
                  <a:pt x="3977304" y="69759"/>
                </a:moveTo>
                <a:lnTo>
                  <a:pt x="3981441" y="122361"/>
                </a:lnTo>
                <a:moveTo>
                  <a:pt x="3872009" y="78116"/>
                </a:moveTo>
                <a:lnTo>
                  <a:pt x="3876232" y="130718"/>
                </a:lnTo>
                <a:moveTo>
                  <a:pt x="3874124" y="104416"/>
                </a:moveTo>
                <a:cubicBezTo>
                  <a:pt x="3180176" y="160980"/>
                  <a:pt x="2487542" y="248062"/>
                  <a:pt x="1896416" y="380713"/>
                </a:cubicBezTo>
                <a:cubicBezTo>
                  <a:pt x="563760" y="679702"/>
                  <a:pt x="133968" y="1123307"/>
                  <a:pt x="0" y="1418515"/>
                </a:cubicBez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dash"/>
          </a:ln>
        </p:spPr>
      </p:sp>
      <p:sp>
        <p:nvSpPr>
          <p:cNvPr id="640" name="path-630">
            <a:extLst xmlns:a="http://schemas.openxmlformats.org/drawingml/2006/main">
              <a:ext uri="{FF2B5EF4-FFF2-40B4-BE49-F238E27FC236}">
                <a16:creationId xmlns:a16="http://schemas.microsoft.com/office/drawing/2014/main" id="{239BDBE3-0D8C-4608-9E53-F95AFF2E1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57065" y="8346564"/>
            <a:ext cx="81312" cy="121039"/>
          </a:xfrm>
          <a:custGeom xmlns:a="http://schemas.openxmlformats.org/drawingml/2006/main">
            <a:pathLst>
              <a:path w="55488" h="82598">
                <a:moveTo>
                  <a:pt x="0" y="82598"/>
                </a:moveTo>
                <a:lnTo>
                  <a:pt x="55488" y="21375"/>
                </a:lnTo>
                <a:lnTo>
                  <a:pt x="17813" y="37649"/>
                </a:lnTo>
                <a:lnTo>
                  <a:pt x="1513" y="0"/>
                </a:lnTo>
                <a:lnTo>
                  <a:pt x="0" y="82598"/>
                </a:ln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" name="path-631">
            <a:extLst xmlns:a="http://schemas.openxmlformats.org/drawingml/2006/main">
              <a:ext uri="{FF2B5EF4-FFF2-40B4-BE49-F238E27FC236}">
                <a16:creationId xmlns:a16="http://schemas.microsoft.com/office/drawing/2014/main" id="{F3F069B5-3A0F-4BCC-978A-0CD2F2C6B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57115" y="8346563"/>
            <a:ext cx="81215" cy="121041"/>
          </a:xfrm>
          <a:custGeom xmlns:a="http://schemas.openxmlformats.org/drawingml/2006/main">
            <a:pathLst>
              <a:path w="55422" h="82600">
                <a:moveTo>
                  <a:pt x="0" y="82600"/>
                </a:moveTo>
                <a:lnTo>
                  <a:pt x="55422" y="21377"/>
                </a:lnTo>
                <a:lnTo>
                  <a:pt x="17769" y="37650"/>
                </a:lnTo>
                <a:lnTo>
                  <a:pt x="1496" y="0"/>
                </a:lnTo>
                <a:lnTo>
                  <a:pt x="0" y="8260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931100"/>
            </a:solidFill>
            <a:prstDash val="solid"/>
          </a:ln>
        </p:spPr>
      </p:sp>
      <p:sp>
        <p:nvSpPr>
          <p:cNvPr id="642" name="path-632">
            <a:extLst xmlns:a="http://schemas.openxmlformats.org/drawingml/2006/main">
              <a:ext uri="{FF2B5EF4-FFF2-40B4-BE49-F238E27FC236}">
                <a16:creationId xmlns:a16="http://schemas.microsoft.com/office/drawing/2014/main" id="{44A8A376-CF11-44B1-BB7A-B5BDF47AD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482007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" name="path-633">
            <a:extLst xmlns:a="http://schemas.openxmlformats.org/drawingml/2006/main">
              <a:ext uri="{FF2B5EF4-FFF2-40B4-BE49-F238E27FC236}">
                <a16:creationId xmlns:a16="http://schemas.microsoft.com/office/drawing/2014/main" id="{269D8309-DEC8-4952-8D4F-DD8F3AAA1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4820167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44" name="path-634">
            <a:extLst xmlns:a="http://schemas.openxmlformats.org/drawingml/2006/main">
              <a:ext uri="{FF2B5EF4-FFF2-40B4-BE49-F238E27FC236}">
                <a16:creationId xmlns:a16="http://schemas.microsoft.com/office/drawing/2014/main" id="{FD2C5027-26E3-48B5-B203-80677F1DA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4820076"/>
            <a:ext cx="178236" cy="178235"/>
          </a:xfrm>
          <a:custGeom xmlns:a="http://schemas.openxmlformats.org/drawingml/2006/main">
            <a:pathLst>
              <a:path w="121630" h="121629">
                <a:moveTo>
                  <a:pt x="0" y="0"/>
                </a:moveTo>
                <a:lnTo>
                  <a:pt x="121630" y="0"/>
                </a:lnTo>
                <a:lnTo>
                  <a:pt x="121630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" name="path-635">
            <a:extLst xmlns:a="http://schemas.openxmlformats.org/drawingml/2006/main">
              <a:ext uri="{FF2B5EF4-FFF2-40B4-BE49-F238E27FC236}">
                <a16:creationId xmlns:a16="http://schemas.microsoft.com/office/drawing/2014/main" id="{6619F803-DA29-444F-9F84-B1725AD39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4820167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46" name="path-636">
            <a:extLst xmlns:a="http://schemas.openxmlformats.org/drawingml/2006/main">
              <a:ext uri="{FF2B5EF4-FFF2-40B4-BE49-F238E27FC236}">
                <a16:creationId xmlns:a16="http://schemas.microsoft.com/office/drawing/2014/main" id="{C85AD9FE-10C2-4861-BB6B-D04852AD4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482007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" name="path-637">
            <a:extLst xmlns:a="http://schemas.openxmlformats.org/drawingml/2006/main">
              <a:ext uri="{FF2B5EF4-FFF2-40B4-BE49-F238E27FC236}">
                <a16:creationId xmlns:a16="http://schemas.microsoft.com/office/drawing/2014/main" id="{EA03BBE1-7305-432A-9E79-0EF0FD51C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4820167"/>
            <a:ext cx="178144" cy="178140"/>
          </a:xfrm>
          <a:custGeom xmlns:a="http://schemas.openxmlformats.org/drawingml/2006/main">
            <a:pathLst>
              <a:path w="121567" h="121564">
                <a:moveTo>
                  <a:pt x="0" y="0"/>
                </a:moveTo>
                <a:lnTo>
                  <a:pt x="0" y="121564"/>
                </a:lnTo>
                <a:lnTo>
                  <a:pt x="121567" y="121564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48" name="path-638">
            <a:extLst xmlns:a="http://schemas.openxmlformats.org/drawingml/2006/main">
              <a:ext uri="{FF2B5EF4-FFF2-40B4-BE49-F238E27FC236}">
                <a16:creationId xmlns:a16="http://schemas.microsoft.com/office/drawing/2014/main" id="{3607324C-AEF8-4A89-B133-D46800B18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4998349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" name="path-639">
            <a:extLst xmlns:a="http://schemas.openxmlformats.org/drawingml/2006/main">
              <a:ext uri="{FF2B5EF4-FFF2-40B4-BE49-F238E27FC236}">
                <a16:creationId xmlns:a16="http://schemas.microsoft.com/office/drawing/2014/main" id="{E81BB0A3-233B-403B-B149-E5D9A081A4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4998307"/>
            <a:ext cx="178277" cy="178277"/>
          </a:xfrm>
          <a:custGeom xmlns:a="http://schemas.openxmlformats.org/drawingml/2006/main">
            <a:pathLst>
              <a:path w="121658" h="121658">
                <a:moveTo>
                  <a:pt x="0" y="0"/>
                </a:moveTo>
                <a:lnTo>
                  <a:pt x="0" y="121658"/>
                </a:lnTo>
                <a:lnTo>
                  <a:pt x="121658" y="121658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50" name="path-640">
            <a:extLst xmlns:a="http://schemas.openxmlformats.org/drawingml/2006/main">
              <a:ext uri="{FF2B5EF4-FFF2-40B4-BE49-F238E27FC236}">
                <a16:creationId xmlns:a16="http://schemas.microsoft.com/office/drawing/2014/main" id="{991A1DFA-921F-4E2A-A15A-082AF0CCA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4998349"/>
            <a:ext cx="178236" cy="178237"/>
          </a:xfrm>
          <a:custGeom xmlns:a="http://schemas.openxmlformats.org/drawingml/2006/main">
            <a:pathLst>
              <a:path w="121630" h="121631">
                <a:moveTo>
                  <a:pt x="0" y="0"/>
                </a:moveTo>
                <a:lnTo>
                  <a:pt x="121630" y="0"/>
                </a:lnTo>
                <a:lnTo>
                  <a:pt x="121630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" name="path-641">
            <a:extLst xmlns:a="http://schemas.openxmlformats.org/drawingml/2006/main">
              <a:ext uri="{FF2B5EF4-FFF2-40B4-BE49-F238E27FC236}">
                <a16:creationId xmlns:a16="http://schemas.microsoft.com/office/drawing/2014/main" id="{5228130A-0E72-4448-A9B4-2FACFDCFF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4998307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52" name="path-642">
            <a:extLst xmlns:a="http://schemas.openxmlformats.org/drawingml/2006/main">
              <a:ext uri="{FF2B5EF4-FFF2-40B4-BE49-F238E27FC236}">
                <a16:creationId xmlns:a16="http://schemas.microsoft.com/office/drawing/2014/main" id="{1B9366C8-C75D-4765-86B4-741B86BA3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4998349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" name="path-643">
            <a:extLst xmlns:a="http://schemas.openxmlformats.org/drawingml/2006/main">
              <a:ext uri="{FF2B5EF4-FFF2-40B4-BE49-F238E27FC236}">
                <a16:creationId xmlns:a16="http://schemas.microsoft.com/office/drawing/2014/main" id="{BA95FFA8-CDC4-4BDF-A5D8-344555460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4998307"/>
            <a:ext cx="178144" cy="178277"/>
          </a:xfrm>
          <a:custGeom xmlns:a="http://schemas.openxmlformats.org/drawingml/2006/main">
            <a:pathLst>
              <a:path w="121567" h="121658">
                <a:moveTo>
                  <a:pt x="0" y="0"/>
                </a:moveTo>
                <a:lnTo>
                  <a:pt x="0" y="121658"/>
                </a:lnTo>
                <a:lnTo>
                  <a:pt x="121567" y="121658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54" name="path-644">
            <a:extLst xmlns:a="http://schemas.openxmlformats.org/drawingml/2006/main">
              <a:ext uri="{FF2B5EF4-FFF2-40B4-BE49-F238E27FC236}">
                <a16:creationId xmlns:a16="http://schemas.microsoft.com/office/drawing/2014/main" id="{CF47ACEC-D8D2-4F61-9E97-76C33FEE7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517662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" name="path-645">
            <a:extLst xmlns:a="http://schemas.openxmlformats.org/drawingml/2006/main">
              <a:ext uri="{FF2B5EF4-FFF2-40B4-BE49-F238E27FC236}">
                <a16:creationId xmlns:a16="http://schemas.microsoft.com/office/drawing/2014/main" id="{7E83D4CF-FB36-425A-AAF1-9521E74C9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517658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56" name="path-646">
            <a:extLst xmlns:a="http://schemas.openxmlformats.org/drawingml/2006/main">
              <a:ext uri="{FF2B5EF4-FFF2-40B4-BE49-F238E27FC236}">
                <a16:creationId xmlns:a16="http://schemas.microsoft.com/office/drawing/2014/main" id="{35DE41FB-3F37-4DC7-9D1F-1779D1AE6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5176622"/>
            <a:ext cx="178236" cy="178235"/>
          </a:xfrm>
          <a:custGeom xmlns:a="http://schemas.openxmlformats.org/drawingml/2006/main">
            <a:pathLst>
              <a:path w="121630" h="121629">
                <a:moveTo>
                  <a:pt x="0" y="0"/>
                </a:moveTo>
                <a:lnTo>
                  <a:pt x="121630" y="0"/>
                </a:lnTo>
                <a:lnTo>
                  <a:pt x="121630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" name="path-647">
            <a:extLst xmlns:a="http://schemas.openxmlformats.org/drawingml/2006/main">
              <a:ext uri="{FF2B5EF4-FFF2-40B4-BE49-F238E27FC236}">
                <a16:creationId xmlns:a16="http://schemas.microsoft.com/office/drawing/2014/main" id="{81849E2D-6961-4130-BCAA-CCEC72EF1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517658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58" name="path-648">
            <a:extLst xmlns:a="http://schemas.openxmlformats.org/drawingml/2006/main">
              <a:ext uri="{FF2B5EF4-FFF2-40B4-BE49-F238E27FC236}">
                <a16:creationId xmlns:a16="http://schemas.microsoft.com/office/drawing/2014/main" id="{E758F2E3-E395-45B6-BD46-7113BD2F4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517662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" name="path-649">
            <a:extLst xmlns:a="http://schemas.openxmlformats.org/drawingml/2006/main">
              <a:ext uri="{FF2B5EF4-FFF2-40B4-BE49-F238E27FC236}">
                <a16:creationId xmlns:a16="http://schemas.microsoft.com/office/drawing/2014/main" id="{40931F07-9642-4D8A-B6FC-906DB6A73B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5176584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60" name="path-650">
            <a:extLst xmlns:a="http://schemas.openxmlformats.org/drawingml/2006/main">
              <a:ext uri="{FF2B5EF4-FFF2-40B4-BE49-F238E27FC236}">
                <a16:creationId xmlns:a16="http://schemas.microsoft.com/office/drawing/2014/main" id="{BA7ED393-6FAE-4218-88C5-B3E01A04C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482007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" name="path-651">
            <a:extLst xmlns:a="http://schemas.openxmlformats.org/drawingml/2006/main">
              <a:ext uri="{FF2B5EF4-FFF2-40B4-BE49-F238E27FC236}">
                <a16:creationId xmlns:a16="http://schemas.microsoft.com/office/drawing/2014/main" id="{7685DDFD-54C4-4337-B355-D09F29E9D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4820167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62" name="path-652">
            <a:extLst xmlns:a="http://schemas.openxmlformats.org/drawingml/2006/main">
              <a:ext uri="{FF2B5EF4-FFF2-40B4-BE49-F238E27FC236}">
                <a16:creationId xmlns:a16="http://schemas.microsoft.com/office/drawing/2014/main" id="{BD5F6553-7315-41A0-B4D4-E3A84C9223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4998349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" name="path-653">
            <a:extLst xmlns:a="http://schemas.openxmlformats.org/drawingml/2006/main">
              <a:ext uri="{FF2B5EF4-FFF2-40B4-BE49-F238E27FC236}">
                <a16:creationId xmlns:a16="http://schemas.microsoft.com/office/drawing/2014/main" id="{81C61CD4-205D-4141-8482-F837187DF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4998307"/>
            <a:ext cx="178277" cy="178277"/>
          </a:xfrm>
          <a:custGeom xmlns:a="http://schemas.openxmlformats.org/drawingml/2006/main">
            <a:pathLst>
              <a:path w="121658" h="121658">
                <a:moveTo>
                  <a:pt x="0" y="0"/>
                </a:moveTo>
                <a:lnTo>
                  <a:pt x="0" y="121658"/>
                </a:lnTo>
                <a:lnTo>
                  <a:pt x="121658" y="121658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64" name="path-654">
            <a:extLst xmlns:a="http://schemas.openxmlformats.org/drawingml/2006/main">
              <a:ext uri="{FF2B5EF4-FFF2-40B4-BE49-F238E27FC236}">
                <a16:creationId xmlns:a16="http://schemas.microsoft.com/office/drawing/2014/main" id="{4EAF7828-F3DC-47EF-8DE4-50B860901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517662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" name="path-655">
            <a:extLst xmlns:a="http://schemas.openxmlformats.org/drawingml/2006/main">
              <a:ext uri="{FF2B5EF4-FFF2-40B4-BE49-F238E27FC236}">
                <a16:creationId xmlns:a16="http://schemas.microsoft.com/office/drawing/2014/main" id="{BE166B26-0CDC-4CA7-8169-ECC006E6FD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517658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66" name="path-656">
            <a:extLst xmlns:a="http://schemas.openxmlformats.org/drawingml/2006/main">
              <a:ext uri="{FF2B5EF4-FFF2-40B4-BE49-F238E27FC236}">
                <a16:creationId xmlns:a16="http://schemas.microsoft.com/office/drawing/2014/main" id="{69E5971C-16E5-4049-BC7C-58A90AF80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5354764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" name="path-657">
            <a:extLst xmlns:a="http://schemas.openxmlformats.org/drawingml/2006/main">
              <a:ext uri="{FF2B5EF4-FFF2-40B4-BE49-F238E27FC236}">
                <a16:creationId xmlns:a16="http://schemas.microsoft.com/office/drawing/2014/main" id="{A2B74883-D465-49D5-8291-D15E6E275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535485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68" name="path-658">
            <a:extLst xmlns:a="http://schemas.openxmlformats.org/drawingml/2006/main">
              <a:ext uri="{FF2B5EF4-FFF2-40B4-BE49-F238E27FC236}">
                <a16:creationId xmlns:a16="http://schemas.microsoft.com/office/drawing/2014/main" id="{CBE6D626-D2BD-4CAE-B0EA-8CE6A63A0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5354764"/>
            <a:ext cx="178236" cy="178237"/>
          </a:xfrm>
          <a:custGeom xmlns:a="http://schemas.openxmlformats.org/drawingml/2006/main">
            <a:pathLst>
              <a:path w="121630" h="121631">
                <a:moveTo>
                  <a:pt x="0" y="0"/>
                </a:moveTo>
                <a:lnTo>
                  <a:pt x="121630" y="0"/>
                </a:lnTo>
                <a:lnTo>
                  <a:pt x="121630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" name="path-659">
            <a:extLst xmlns:a="http://schemas.openxmlformats.org/drawingml/2006/main">
              <a:ext uri="{FF2B5EF4-FFF2-40B4-BE49-F238E27FC236}">
                <a16:creationId xmlns:a16="http://schemas.microsoft.com/office/drawing/2014/main" id="{36571D70-D03A-42BA-87D8-9014189A8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535485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70" name="path-660">
            <a:extLst xmlns:a="http://schemas.openxmlformats.org/drawingml/2006/main">
              <a:ext uri="{FF2B5EF4-FFF2-40B4-BE49-F238E27FC236}">
                <a16:creationId xmlns:a16="http://schemas.microsoft.com/office/drawing/2014/main" id="{DC61A5C5-A822-4693-BA32-A78AB6A18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5354764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" name="path-661">
            <a:extLst xmlns:a="http://schemas.openxmlformats.org/drawingml/2006/main">
              <a:ext uri="{FF2B5EF4-FFF2-40B4-BE49-F238E27FC236}">
                <a16:creationId xmlns:a16="http://schemas.microsoft.com/office/drawing/2014/main" id="{F18B683B-974D-44A7-8F24-9B168F128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5354857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72" name="path-662">
            <a:extLst xmlns:a="http://schemas.openxmlformats.org/drawingml/2006/main">
              <a:ext uri="{FF2B5EF4-FFF2-40B4-BE49-F238E27FC236}">
                <a16:creationId xmlns:a16="http://schemas.microsoft.com/office/drawing/2014/main" id="{779D7467-31DC-4FE0-9388-ED982049E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5354764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" name="path-663">
            <a:extLst xmlns:a="http://schemas.openxmlformats.org/drawingml/2006/main">
              <a:ext uri="{FF2B5EF4-FFF2-40B4-BE49-F238E27FC236}">
                <a16:creationId xmlns:a16="http://schemas.microsoft.com/office/drawing/2014/main" id="{B2E9AF8F-B1FB-4201-8758-5E47490224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535485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74" name="path-664">
            <a:extLst xmlns:a="http://schemas.openxmlformats.org/drawingml/2006/main">
              <a:ext uri="{FF2B5EF4-FFF2-40B4-BE49-F238E27FC236}">
                <a16:creationId xmlns:a16="http://schemas.microsoft.com/office/drawing/2014/main" id="{260B5B76-9929-4C0F-BC64-61600A107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482007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" name="path-665">
            <a:extLst xmlns:a="http://schemas.openxmlformats.org/drawingml/2006/main">
              <a:ext uri="{FF2B5EF4-FFF2-40B4-BE49-F238E27FC236}">
                <a16:creationId xmlns:a16="http://schemas.microsoft.com/office/drawing/2014/main" id="{A438148D-8177-4CED-B30D-2B4B9FEA1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4820167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76" name="path-666">
            <a:extLst xmlns:a="http://schemas.openxmlformats.org/drawingml/2006/main">
              <a:ext uri="{FF2B5EF4-FFF2-40B4-BE49-F238E27FC236}">
                <a16:creationId xmlns:a16="http://schemas.microsoft.com/office/drawing/2014/main" id="{530B7861-F32D-48D3-ACE1-1D2DC44FCE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4998349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" name="path-667">
            <a:extLst xmlns:a="http://schemas.openxmlformats.org/drawingml/2006/main">
              <a:ext uri="{FF2B5EF4-FFF2-40B4-BE49-F238E27FC236}">
                <a16:creationId xmlns:a16="http://schemas.microsoft.com/office/drawing/2014/main" id="{FE6A4D90-BF3A-4658-B730-E8D126F02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4998307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78" name="path-668">
            <a:extLst xmlns:a="http://schemas.openxmlformats.org/drawingml/2006/main">
              <a:ext uri="{FF2B5EF4-FFF2-40B4-BE49-F238E27FC236}">
                <a16:creationId xmlns:a16="http://schemas.microsoft.com/office/drawing/2014/main" id="{B77168A9-7B55-45D1-A302-74786A72A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517662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" name="path-669">
            <a:extLst xmlns:a="http://schemas.openxmlformats.org/drawingml/2006/main">
              <a:ext uri="{FF2B5EF4-FFF2-40B4-BE49-F238E27FC236}">
                <a16:creationId xmlns:a16="http://schemas.microsoft.com/office/drawing/2014/main" id="{0CBBB81D-F91D-417B-AA3E-F04D37E57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517658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80" name="path-670">
            <a:extLst xmlns:a="http://schemas.openxmlformats.org/drawingml/2006/main">
              <a:ext uri="{FF2B5EF4-FFF2-40B4-BE49-F238E27FC236}">
                <a16:creationId xmlns:a16="http://schemas.microsoft.com/office/drawing/2014/main" id="{A117A4A2-D45F-441D-87C3-ADAF0CC8A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5354764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" name="path-671">
            <a:extLst xmlns:a="http://schemas.openxmlformats.org/drawingml/2006/main">
              <a:ext uri="{FF2B5EF4-FFF2-40B4-BE49-F238E27FC236}">
                <a16:creationId xmlns:a16="http://schemas.microsoft.com/office/drawing/2014/main" id="{0C95EEF1-AA4B-489E-86FC-78CFDD282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535485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82" name="path-672">
            <a:extLst xmlns:a="http://schemas.openxmlformats.org/drawingml/2006/main">
              <a:ext uri="{FF2B5EF4-FFF2-40B4-BE49-F238E27FC236}">
                <a16:creationId xmlns:a16="http://schemas.microsoft.com/office/drawing/2014/main" id="{281995D7-9BFC-4294-B000-16DAA87EC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5533039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" name="path-673">
            <a:extLst xmlns:a="http://schemas.openxmlformats.org/drawingml/2006/main">
              <a:ext uri="{FF2B5EF4-FFF2-40B4-BE49-F238E27FC236}">
                <a16:creationId xmlns:a16="http://schemas.microsoft.com/office/drawing/2014/main" id="{92433A6A-2AF3-416B-AE3F-3838001C7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5533130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84" name="path-674">
            <a:extLst xmlns:a="http://schemas.openxmlformats.org/drawingml/2006/main">
              <a:ext uri="{FF2B5EF4-FFF2-40B4-BE49-F238E27FC236}">
                <a16:creationId xmlns:a16="http://schemas.microsoft.com/office/drawing/2014/main" id="{4BFE133B-71B5-47D8-98E6-E35CE90490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5533039"/>
            <a:ext cx="178236" cy="178235"/>
          </a:xfrm>
          <a:custGeom xmlns:a="http://schemas.openxmlformats.org/drawingml/2006/main">
            <a:pathLst>
              <a:path w="121630" h="121629">
                <a:moveTo>
                  <a:pt x="0" y="0"/>
                </a:moveTo>
                <a:lnTo>
                  <a:pt x="121630" y="0"/>
                </a:lnTo>
                <a:lnTo>
                  <a:pt x="121630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" name="path-675">
            <a:extLst xmlns:a="http://schemas.openxmlformats.org/drawingml/2006/main">
              <a:ext uri="{FF2B5EF4-FFF2-40B4-BE49-F238E27FC236}">
                <a16:creationId xmlns:a16="http://schemas.microsoft.com/office/drawing/2014/main" id="{39CBA8F4-C792-4D15-9B33-165660967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5533130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86" name="path-676">
            <a:extLst xmlns:a="http://schemas.openxmlformats.org/drawingml/2006/main">
              <a:ext uri="{FF2B5EF4-FFF2-40B4-BE49-F238E27FC236}">
                <a16:creationId xmlns:a16="http://schemas.microsoft.com/office/drawing/2014/main" id="{2BB92A3F-DE2E-436E-88D6-0513B9467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5533039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" name="path-677">
            <a:extLst xmlns:a="http://schemas.openxmlformats.org/drawingml/2006/main">
              <a:ext uri="{FF2B5EF4-FFF2-40B4-BE49-F238E27FC236}">
                <a16:creationId xmlns:a16="http://schemas.microsoft.com/office/drawing/2014/main" id="{CE2B38B3-60CB-4BBB-9365-B5990CE67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5533130"/>
            <a:ext cx="178144" cy="178140"/>
          </a:xfrm>
          <a:custGeom xmlns:a="http://schemas.openxmlformats.org/drawingml/2006/main">
            <a:pathLst>
              <a:path w="121567" h="121564">
                <a:moveTo>
                  <a:pt x="0" y="0"/>
                </a:moveTo>
                <a:lnTo>
                  <a:pt x="0" y="121564"/>
                </a:lnTo>
                <a:lnTo>
                  <a:pt x="121567" y="121564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88" name="path-678">
            <a:extLst xmlns:a="http://schemas.openxmlformats.org/drawingml/2006/main">
              <a:ext uri="{FF2B5EF4-FFF2-40B4-BE49-F238E27FC236}">
                <a16:creationId xmlns:a16="http://schemas.microsoft.com/office/drawing/2014/main" id="{559A76EF-AD52-4D2C-8290-C619F974E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5533039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" name="path-679">
            <a:extLst xmlns:a="http://schemas.openxmlformats.org/drawingml/2006/main">
              <a:ext uri="{FF2B5EF4-FFF2-40B4-BE49-F238E27FC236}">
                <a16:creationId xmlns:a16="http://schemas.microsoft.com/office/drawing/2014/main" id="{CC9066EF-8CE7-4540-8A2F-397A1A354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5533130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90" name="path-680">
            <a:extLst xmlns:a="http://schemas.openxmlformats.org/drawingml/2006/main">
              <a:ext uri="{FF2B5EF4-FFF2-40B4-BE49-F238E27FC236}">
                <a16:creationId xmlns:a16="http://schemas.microsoft.com/office/drawing/2014/main" id="{77DC9B12-2589-431D-AD2F-CB4655232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5533039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" name="path-681">
            <a:extLst xmlns:a="http://schemas.openxmlformats.org/drawingml/2006/main">
              <a:ext uri="{FF2B5EF4-FFF2-40B4-BE49-F238E27FC236}">
                <a16:creationId xmlns:a16="http://schemas.microsoft.com/office/drawing/2014/main" id="{373AA3D7-FF47-4AE8-8547-614DDC827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5533130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92" name="path-682">
            <a:extLst xmlns:a="http://schemas.openxmlformats.org/drawingml/2006/main">
              <a:ext uri="{FF2B5EF4-FFF2-40B4-BE49-F238E27FC236}">
                <a16:creationId xmlns:a16="http://schemas.microsoft.com/office/drawing/2014/main" id="{01731BEE-0F06-4637-B324-1F05537BD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4820167"/>
            <a:ext cx="191" cy="891103"/>
          </a:xfrm>
          <a:custGeom xmlns:a="http://schemas.openxmlformats.org/drawingml/2006/main">
            <a:pathLst>
              <a:path w="191" h="608095">
                <a:moveTo>
                  <a:pt x="0" y="0"/>
                </a:moveTo>
                <a:lnTo>
                  <a:pt x="0" y="608095"/>
                </a:lnTo>
                <a:lnTo>
                  <a:pt x="31" y="608095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693" name="path-683">
            <a:extLst xmlns:a="http://schemas.openxmlformats.org/drawingml/2006/main">
              <a:ext uri="{FF2B5EF4-FFF2-40B4-BE49-F238E27FC236}">
                <a16:creationId xmlns:a16="http://schemas.microsoft.com/office/drawing/2014/main" id="{84CB8C42-3560-40B9-AA40-4B03CFB50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4820167"/>
            <a:ext cx="891236" cy="891103"/>
          </a:xfrm>
          <a:custGeom xmlns:a="http://schemas.openxmlformats.org/drawingml/2006/main">
            <a:pathLst>
              <a:path w="608186" h="608095">
                <a:moveTo>
                  <a:pt x="608172" y="608095"/>
                </a:moveTo>
                <a:lnTo>
                  <a:pt x="608186" y="608095"/>
                </a:lnTo>
                <a:lnTo>
                  <a:pt x="608186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694" name="path-684">
            <a:extLst xmlns:a="http://schemas.openxmlformats.org/drawingml/2006/main">
              <a:ext uri="{FF2B5EF4-FFF2-40B4-BE49-F238E27FC236}">
                <a16:creationId xmlns:a16="http://schemas.microsoft.com/office/drawing/2014/main" id="{0F8BA505-6E12-4DD3-B823-A56D347F8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491804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" name="path-685">
            <a:extLst xmlns:a="http://schemas.openxmlformats.org/drawingml/2006/main">
              <a:ext uri="{FF2B5EF4-FFF2-40B4-BE49-F238E27FC236}">
                <a16:creationId xmlns:a16="http://schemas.microsoft.com/office/drawing/2014/main" id="{DF307500-AB58-4B5C-8904-72AB603FE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4918135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96" name="path-686">
            <a:extLst xmlns:a="http://schemas.openxmlformats.org/drawingml/2006/main">
              <a:ext uri="{FF2B5EF4-FFF2-40B4-BE49-F238E27FC236}">
                <a16:creationId xmlns:a16="http://schemas.microsoft.com/office/drawing/2014/main" id="{25EF7F35-1495-46C1-AB46-A19542709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491804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" name="path-687">
            <a:extLst xmlns:a="http://schemas.openxmlformats.org/drawingml/2006/main">
              <a:ext uri="{FF2B5EF4-FFF2-40B4-BE49-F238E27FC236}">
                <a16:creationId xmlns:a16="http://schemas.microsoft.com/office/drawing/2014/main" id="{F9DC6D0E-276C-4B5F-98A9-FAAAA3296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4918135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698" name="path-688">
            <a:extLst xmlns:a="http://schemas.openxmlformats.org/drawingml/2006/main">
              <a:ext uri="{FF2B5EF4-FFF2-40B4-BE49-F238E27FC236}">
                <a16:creationId xmlns:a16="http://schemas.microsoft.com/office/drawing/2014/main" id="{9AFC9C15-BADF-4216-8A8C-FAEEC82C9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491804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" name="path-689">
            <a:extLst xmlns:a="http://schemas.openxmlformats.org/drawingml/2006/main">
              <a:ext uri="{FF2B5EF4-FFF2-40B4-BE49-F238E27FC236}">
                <a16:creationId xmlns:a16="http://schemas.microsoft.com/office/drawing/2014/main" id="{B94E23EA-2D99-4B0E-8F8F-D3AF656EC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4918135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00" name="path-690">
            <a:extLst xmlns:a="http://schemas.openxmlformats.org/drawingml/2006/main">
              <a:ext uri="{FF2B5EF4-FFF2-40B4-BE49-F238E27FC236}">
                <a16:creationId xmlns:a16="http://schemas.microsoft.com/office/drawing/2014/main" id="{645428C1-6F84-41E3-9D31-418FD03AE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5096315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" name="path-691">
            <a:extLst xmlns:a="http://schemas.openxmlformats.org/drawingml/2006/main">
              <a:ext uri="{FF2B5EF4-FFF2-40B4-BE49-F238E27FC236}">
                <a16:creationId xmlns:a16="http://schemas.microsoft.com/office/drawing/2014/main" id="{43BB4097-CA53-4869-BDA8-94C8FF078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5096275"/>
            <a:ext cx="178277" cy="178277"/>
          </a:xfrm>
          <a:custGeom xmlns:a="http://schemas.openxmlformats.org/drawingml/2006/main">
            <a:pathLst>
              <a:path w="121658" h="121658">
                <a:moveTo>
                  <a:pt x="0" y="0"/>
                </a:moveTo>
                <a:lnTo>
                  <a:pt x="0" y="121658"/>
                </a:lnTo>
                <a:lnTo>
                  <a:pt x="121658" y="121658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02" name="path-692">
            <a:extLst xmlns:a="http://schemas.openxmlformats.org/drawingml/2006/main">
              <a:ext uri="{FF2B5EF4-FFF2-40B4-BE49-F238E27FC236}">
                <a16:creationId xmlns:a16="http://schemas.microsoft.com/office/drawing/2014/main" id="{C182254F-4F2C-4B3B-A54A-D554FF194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5096315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" name="path-693">
            <a:extLst xmlns:a="http://schemas.openxmlformats.org/drawingml/2006/main">
              <a:ext uri="{FF2B5EF4-FFF2-40B4-BE49-F238E27FC236}">
                <a16:creationId xmlns:a16="http://schemas.microsoft.com/office/drawing/2014/main" id="{2D87BEFC-211A-4E41-9B94-73E482077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5096275"/>
            <a:ext cx="178277" cy="178277"/>
          </a:xfrm>
          <a:custGeom xmlns:a="http://schemas.openxmlformats.org/drawingml/2006/main">
            <a:pathLst>
              <a:path w="121658" h="121658">
                <a:moveTo>
                  <a:pt x="0" y="0"/>
                </a:moveTo>
                <a:lnTo>
                  <a:pt x="0" y="121658"/>
                </a:lnTo>
                <a:lnTo>
                  <a:pt x="121658" y="121658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04" name="path-694">
            <a:extLst xmlns:a="http://schemas.openxmlformats.org/drawingml/2006/main">
              <a:ext uri="{FF2B5EF4-FFF2-40B4-BE49-F238E27FC236}">
                <a16:creationId xmlns:a16="http://schemas.microsoft.com/office/drawing/2014/main" id="{3BF8ED37-106D-40C1-AA07-D1CBC1B83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5096315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" name="path-695">
            <a:extLst xmlns:a="http://schemas.openxmlformats.org/drawingml/2006/main">
              <a:ext uri="{FF2B5EF4-FFF2-40B4-BE49-F238E27FC236}">
                <a16:creationId xmlns:a16="http://schemas.microsoft.com/office/drawing/2014/main" id="{D32869C0-253A-4698-A522-FDA270E91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5096275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06" name="path-696">
            <a:extLst xmlns:a="http://schemas.openxmlformats.org/drawingml/2006/main">
              <a:ext uri="{FF2B5EF4-FFF2-40B4-BE49-F238E27FC236}">
                <a16:creationId xmlns:a16="http://schemas.microsoft.com/office/drawing/2014/main" id="{EA96F80A-4B56-4FB3-B75A-8466BC473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527458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" name="path-697">
            <a:extLst xmlns:a="http://schemas.openxmlformats.org/drawingml/2006/main">
              <a:ext uri="{FF2B5EF4-FFF2-40B4-BE49-F238E27FC236}">
                <a16:creationId xmlns:a16="http://schemas.microsoft.com/office/drawing/2014/main" id="{905EF481-43C4-434B-976E-E2706A689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5274552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08" name="path-698">
            <a:extLst xmlns:a="http://schemas.openxmlformats.org/drawingml/2006/main">
              <a:ext uri="{FF2B5EF4-FFF2-40B4-BE49-F238E27FC236}">
                <a16:creationId xmlns:a16="http://schemas.microsoft.com/office/drawing/2014/main" id="{EF1EAFC5-5C3C-4FD6-B257-3C7ECBB04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527458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" name="path-699">
            <a:extLst xmlns:a="http://schemas.openxmlformats.org/drawingml/2006/main">
              <a:ext uri="{FF2B5EF4-FFF2-40B4-BE49-F238E27FC236}">
                <a16:creationId xmlns:a16="http://schemas.microsoft.com/office/drawing/2014/main" id="{E3662E18-FB58-4D96-9761-0AEF1E169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5274552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10" name="path-700">
            <a:extLst xmlns:a="http://schemas.openxmlformats.org/drawingml/2006/main">
              <a:ext uri="{FF2B5EF4-FFF2-40B4-BE49-F238E27FC236}">
                <a16:creationId xmlns:a16="http://schemas.microsoft.com/office/drawing/2014/main" id="{D8724994-6C73-4B06-A2A9-9F0665B25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527458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" name="path-701">
            <a:extLst xmlns:a="http://schemas.openxmlformats.org/drawingml/2006/main">
              <a:ext uri="{FF2B5EF4-FFF2-40B4-BE49-F238E27FC236}">
                <a16:creationId xmlns:a16="http://schemas.microsoft.com/office/drawing/2014/main" id="{6DB62A4B-D9D4-4578-A288-D80C8683F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5274552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12" name="path-702">
            <a:extLst xmlns:a="http://schemas.openxmlformats.org/drawingml/2006/main">
              <a:ext uri="{FF2B5EF4-FFF2-40B4-BE49-F238E27FC236}">
                <a16:creationId xmlns:a16="http://schemas.microsoft.com/office/drawing/2014/main" id="{4072224B-30EF-4B84-99E7-D949CAC31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491804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" name="path-703">
            <a:extLst xmlns:a="http://schemas.openxmlformats.org/drawingml/2006/main">
              <a:ext uri="{FF2B5EF4-FFF2-40B4-BE49-F238E27FC236}">
                <a16:creationId xmlns:a16="http://schemas.microsoft.com/office/drawing/2014/main" id="{EA482880-61C0-4B9C-B774-3FE2D4645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4918135"/>
            <a:ext cx="178144" cy="178140"/>
          </a:xfrm>
          <a:custGeom xmlns:a="http://schemas.openxmlformats.org/drawingml/2006/main">
            <a:pathLst>
              <a:path w="121567" h="121564">
                <a:moveTo>
                  <a:pt x="0" y="0"/>
                </a:moveTo>
                <a:lnTo>
                  <a:pt x="0" y="121564"/>
                </a:lnTo>
                <a:lnTo>
                  <a:pt x="121567" y="121564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14" name="path-704">
            <a:extLst xmlns:a="http://schemas.openxmlformats.org/drawingml/2006/main">
              <a:ext uri="{FF2B5EF4-FFF2-40B4-BE49-F238E27FC236}">
                <a16:creationId xmlns:a16="http://schemas.microsoft.com/office/drawing/2014/main" id="{7B379C06-D7DF-4C69-B157-D28E6AFB1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5096315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" name="path-705">
            <a:extLst xmlns:a="http://schemas.openxmlformats.org/drawingml/2006/main">
              <a:ext uri="{FF2B5EF4-FFF2-40B4-BE49-F238E27FC236}">
                <a16:creationId xmlns:a16="http://schemas.microsoft.com/office/drawing/2014/main" id="{BAC33BEA-F436-4695-9E05-8F1C60406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5096275"/>
            <a:ext cx="178144" cy="178277"/>
          </a:xfrm>
          <a:custGeom xmlns:a="http://schemas.openxmlformats.org/drawingml/2006/main">
            <a:pathLst>
              <a:path w="121567" h="121658">
                <a:moveTo>
                  <a:pt x="0" y="0"/>
                </a:moveTo>
                <a:lnTo>
                  <a:pt x="0" y="121658"/>
                </a:lnTo>
                <a:lnTo>
                  <a:pt x="121567" y="121658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16" name="path-706">
            <a:extLst xmlns:a="http://schemas.openxmlformats.org/drawingml/2006/main">
              <a:ext uri="{FF2B5EF4-FFF2-40B4-BE49-F238E27FC236}">
                <a16:creationId xmlns:a16="http://schemas.microsoft.com/office/drawing/2014/main" id="{DB351A95-0867-4C81-9A14-D0A767EF2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527458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" name="path-707">
            <a:extLst xmlns:a="http://schemas.openxmlformats.org/drawingml/2006/main">
              <a:ext uri="{FF2B5EF4-FFF2-40B4-BE49-F238E27FC236}">
                <a16:creationId xmlns:a16="http://schemas.microsoft.com/office/drawing/2014/main" id="{94A9F8B6-B337-467F-9672-6B4BF5D17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5274552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18" name="path-708">
            <a:extLst xmlns:a="http://schemas.openxmlformats.org/drawingml/2006/main">
              <a:ext uri="{FF2B5EF4-FFF2-40B4-BE49-F238E27FC236}">
                <a16:creationId xmlns:a16="http://schemas.microsoft.com/office/drawing/2014/main" id="{C49B1A67-9E24-45C2-B0E7-653B17B0F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5452732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" name="path-709">
            <a:extLst xmlns:a="http://schemas.openxmlformats.org/drawingml/2006/main">
              <a:ext uri="{FF2B5EF4-FFF2-40B4-BE49-F238E27FC236}">
                <a16:creationId xmlns:a16="http://schemas.microsoft.com/office/drawing/2014/main" id="{3B9FF9E4-23F7-4ACB-BE93-FFAC780E5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5452825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20" name="path-710">
            <a:extLst xmlns:a="http://schemas.openxmlformats.org/drawingml/2006/main">
              <a:ext uri="{FF2B5EF4-FFF2-40B4-BE49-F238E27FC236}">
                <a16:creationId xmlns:a16="http://schemas.microsoft.com/office/drawing/2014/main" id="{459558E3-7C87-43B0-9E87-25CB2B4CF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5452732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" name="path-711">
            <a:extLst xmlns:a="http://schemas.openxmlformats.org/drawingml/2006/main">
              <a:ext uri="{FF2B5EF4-FFF2-40B4-BE49-F238E27FC236}">
                <a16:creationId xmlns:a16="http://schemas.microsoft.com/office/drawing/2014/main" id="{D9966490-B383-49B4-97E7-1E3F7F0FBA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5452825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22" name="path-712">
            <a:extLst xmlns:a="http://schemas.openxmlformats.org/drawingml/2006/main">
              <a:ext uri="{FF2B5EF4-FFF2-40B4-BE49-F238E27FC236}">
                <a16:creationId xmlns:a16="http://schemas.microsoft.com/office/drawing/2014/main" id="{6ECCF6D7-87F5-42AF-99D9-C16CAA8D1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5452732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" name="path-713">
            <a:extLst xmlns:a="http://schemas.openxmlformats.org/drawingml/2006/main">
              <a:ext uri="{FF2B5EF4-FFF2-40B4-BE49-F238E27FC236}">
                <a16:creationId xmlns:a16="http://schemas.microsoft.com/office/drawing/2014/main" id="{CBF7ACA0-D66C-4598-9326-9706FE82C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5452825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24" name="path-714">
            <a:extLst xmlns:a="http://schemas.openxmlformats.org/drawingml/2006/main">
              <a:ext uri="{FF2B5EF4-FFF2-40B4-BE49-F238E27FC236}">
                <a16:creationId xmlns:a16="http://schemas.microsoft.com/office/drawing/2014/main" id="{AF96F2F9-AE6F-4255-ADFF-4F1200E89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5452732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" name="path-715">
            <a:extLst xmlns:a="http://schemas.openxmlformats.org/drawingml/2006/main">
              <a:ext uri="{FF2B5EF4-FFF2-40B4-BE49-F238E27FC236}">
                <a16:creationId xmlns:a16="http://schemas.microsoft.com/office/drawing/2014/main" id="{CEC8E9AF-AD8E-4FD5-A9B5-9032ECA04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5452825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26" name="path-716">
            <a:extLst xmlns:a="http://schemas.openxmlformats.org/drawingml/2006/main">
              <a:ext uri="{FF2B5EF4-FFF2-40B4-BE49-F238E27FC236}">
                <a16:creationId xmlns:a16="http://schemas.microsoft.com/office/drawing/2014/main" id="{D3441BFB-BD4C-47BF-832D-EFEBD414B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4918042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" name="path-717">
            <a:extLst xmlns:a="http://schemas.openxmlformats.org/drawingml/2006/main">
              <a:ext uri="{FF2B5EF4-FFF2-40B4-BE49-F238E27FC236}">
                <a16:creationId xmlns:a16="http://schemas.microsoft.com/office/drawing/2014/main" id="{11A16DAC-8FA1-47EA-AB8C-3F68EBF10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4918135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28" name="path-718">
            <a:extLst xmlns:a="http://schemas.openxmlformats.org/drawingml/2006/main">
              <a:ext uri="{FF2B5EF4-FFF2-40B4-BE49-F238E27FC236}">
                <a16:creationId xmlns:a16="http://schemas.microsoft.com/office/drawing/2014/main" id="{48FE90DA-683D-4362-AA31-1F8A9AD40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5096315"/>
            <a:ext cx="178234" cy="178237"/>
          </a:xfrm>
          <a:custGeom xmlns:a="http://schemas.openxmlformats.org/drawingml/2006/main">
            <a:pathLst>
              <a:path w="121628" h="121631">
                <a:moveTo>
                  <a:pt x="0" y="0"/>
                </a:moveTo>
                <a:lnTo>
                  <a:pt x="121628" y="0"/>
                </a:lnTo>
                <a:lnTo>
                  <a:pt x="121628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" name="path-719">
            <a:extLst xmlns:a="http://schemas.openxmlformats.org/drawingml/2006/main">
              <a:ext uri="{FF2B5EF4-FFF2-40B4-BE49-F238E27FC236}">
                <a16:creationId xmlns:a16="http://schemas.microsoft.com/office/drawing/2014/main" id="{F6D7CF3B-DACA-4176-B6D1-C1F4E6B99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5096275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30" name="path-720">
            <a:extLst xmlns:a="http://schemas.openxmlformats.org/drawingml/2006/main">
              <a:ext uri="{FF2B5EF4-FFF2-40B4-BE49-F238E27FC236}">
                <a16:creationId xmlns:a16="http://schemas.microsoft.com/office/drawing/2014/main" id="{A02643B9-00C8-44E4-9ED9-086B39ED1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5274587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" name="path-721">
            <a:extLst xmlns:a="http://schemas.openxmlformats.org/drawingml/2006/main">
              <a:ext uri="{FF2B5EF4-FFF2-40B4-BE49-F238E27FC236}">
                <a16:creationId xmlns:a16="http://schemas.microsoft.com/office/drawing/2014/main" id="{1D9C6FDD-4A91-457A-9F05-E512AE091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5274552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32" name="path-722">
            <a:extLst xmlns:a="http://schemas.openxmlformats.org/drawingml/2006/main">
              <a:ext uri="{FF2B5EF4-FFF2-40B4-BE49-F238E27FC236}">
                <a16:creationId xmlns:a16="http://schemas.microsoft.com/office/drawing/2014/main" id="{6DC75D8A-32D2-422C-80BF-D5CBD4733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5452732"/>
            <a:ext cx="178234" cy="178237"/>
          </a:xfrm>
          <a:custGeom xmlns:a="http://schemas.openxmlformats.org/drawingml/2006/main">
            <a:pathLst>
              <a:path w="121628" h="121631">
                <a:moveTo>
                  <a:pt x="0" y="0"/>
                </a:moveTo>
                <a:lnTo>
                  <a:pt x="121628" y="0"/>
                </a:lnTo>
                <a:lnTo>
                  <a:pt x="121628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" name="path-723">
            <a:extLst xmlns:a="http://schemas.openxmlformats.org/drawingml/2006/main">
              <a:ext uri="{FF2B5EF4-FFF2-40B4-BE49-F238E27FC236}">
                <a16:creationId xmlns:a16="http://schemas.microsoft.com/office/drawing/2014/main" id="{FF9A2228-1F4C-4679-93CE-1E9ACF00E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5452825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34" name="path-724">
            <a:extLst xmlns:a="http://schemas.openxmlformats.org/drawingml/2006/main">
              <a:ext uri="{FF2B5EF4-FFF2-40B4-BE49-F238E27FC236}">
                <a16:creationId xmlns:a16="http://schemas.microsoft.com/office/drawing/2014/main" id="{0D81CA11-C758-4186-82A0-BE1DD80D9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5631005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" name="path-725">
            <a:extLst xmlns:a="http://schemas.openxmlformats.org/drawingml/2006/main">
              <a:ext uri="{FF2B5EF4-FFF2-40B4-BE49-F238E27FC236}">
                <a16:creationId xmlns:a16="http://schemas.microsoft.com/office/drawing/2014/main" id="{214E2A1C-D108-4125-A560-45286999A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5631098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36" name="path-726">
            <a:extLst xmlns:a="http://schemas.openxmlformats.org/drawingml/2006/main">
              <a:ext uri="{FF2B5EF4-FFF2-40B4-BE49-F238E27FC236}">
                <a16:creationId xmlns:a16="http://schemas.microsoft.com/office/drawing/2014/main" id="{2F33CF5F-1E92-4755-9C2A-A9A9621F4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5631005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" name="path-727">
            <a:extLst xmlns:a="http://schemas.openxmlformats.org/drawingml/2006/main">
              <a:ext uri="{FF2B5EF4-FFF2-40B4-BE49-F238E27FC236}">
                <a16:creationId xmlns:a16="http://schemas.microsoft.com/office/drawing/2014/main" id="{B161726F-D76C-4968-9894-68621D107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5631098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38" name="path-728">
            <a:extLst xmlns:a="http://schemas.openxmlformats.org/drawingml/2006/main">
              <a:ext uri="{FF2B5EF4-FFF2-40B4-BE49-F238E27FC236}">
                <a16:creationId xmlns:a16="http://schemas.microsoft.com/office/drawing/2014/main" id="{D4342125-07D1-4087-803E-B636DDC96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5631005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" name="path-729">
            <a:extLst xmlns:a="http://schemas.openxmlformats.org/drawingml/2006/main">
              <a:ext uri="{FF2B5EF4-FFF2-40B4-BE49-F238E27FC236}">
                <a16:creationId xmlns:a16="http://schemas.microsoft.com/office/drawing/2014/main" id="{E5A3C37D-828C-42FB-AAE0-4175F67BE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5631098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40" name="path-730">
            <a:extLst xmlns:a="http://schemas.openxmlformats.org/drawingml/2006/main">
              <a:ext uri="{FF2B5EF4-FFF2-40B4-BE49-F238E27FC236}">
                <a16:creationId xmlns:a16="http://schemas.microsoft.com/office/drawing/2014/main" id="{4536D2D4-0352-49EA-A179-66BD8B029B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5631005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" name="path-731">
            <a:extLst xmlns:a="http://schemas.openxmlformats.org/drawingml/2006/main">
              <a:ext uri="{FF2B5EF4-FFF2-40B4-BE49-F238E27FC236}">
                <a16:creationId xmlns:a16="http://schemas.microsoft.com/office/drawing/2014/main" id="{762F2D50-B0A5-41D0-976D-65473D284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5631098"/>
            <a:ext cx="178144" cy="178140"/>
          </a:xfrm>
          <a:custGeom xmlns:a="http://schemas.openxmlformats.org/drawingml/2006/main">
            <a:pathLst>
              <a:path w="121567" h="121564">
                <a:moveTo>
                  <a:pt x="0" y="0"/>
                </a:moveTo>
                <a:lnTo>
                  <a:pt x="0" y="121564"/>
                </a:lnTo>
                <a:lnTo>
                  <a:pt x="121567" y="121564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42" name="path-732">
            <a:extLst xmlns:a="http://schemas.openxmlformats.org/drawingml/2006/main">
              <a:ext uri="{FF2B5EF4-FFF2-40B4-BE49-F238E27FC236}">
                <a16:creationId xmlns:a16="http://schemas.microsoft.com/office/drawing/2014/main" id="{FC5691A0-8B58-4AAE-925F-4D032B931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5631005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" name="path-733">
            <a:extLst xmlns:a="http://schemas.openxmlformats.org/drawingml/2006/main">
              <a:ext uri="{FF2B5EF4-FFF2-40B4-BE49-F238E27FC236}">
                <a16:creationId xmlns:a16="http://schemas.microsoft.com/office/drawing/2014/main" id="{2BE8177D-79C4-484B-8104-0F08C087E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5631098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44" name="path-734">
            <a:extLst xmlns:a="http://schemas.openxmlformats.org/drawingml/2006/main">
              <a:ext uri="{FF2B5EF4-FFF2-40B4-BE49-F238E27FC236}">
                <a16:creationId xmlns:a16="http://schemas.microsoft.com/office/drawing/2014/main" id="{6C185CD4-AC2B-4BA3-9D6C-E680C948E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4918135"/>
            <a:ext cx="191" cy="891103"/>
          </a:xfrm>
          <a:custGeom xmlns:a="http://schemas.openxmlformats.org/drawingml/2006/main">
            <a:pathLst>
              <a:path w="191" h="608095">
                <a:moveTo>
                  <a:pt x="0" y="0"/>
                </a:moveTo>
                <a:lnTo>
                  <a:pt x="0" y="608095"/>
                </a:lnTo>
                <a:lnTo>
                  <a:pt x="40" y="608095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745" name="path-735">
            <a:extLst xmlns:a="http://schemas.openxmlformats.org/drawingml/2006/main">
              <a:ext uri="{FF2B5EF4-FFF2-40B4-BE49-F238E27FC236}">
                <a16:creationId xmlns:a16="http://schemas.microsoft.com/office/drawing/2014/main" id="{E0D5409D-E364-4154-95D5-ED756D204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429" y="4918135"/>
            <a:ext cx="191" cy="891103"/>
          </a:xfrm>
          <a:custGeom xmlns:a="http://schemas.openxmlformats.org/drawingml/2006/main">
            <a:pathLst>
              <a:path w="191" h="608095">
                <a:moveTo>
                  <a:pt x="0" y="608095"/>
                </a:moveTo>
                <a:lnTo>
                  <a:pt x="5" y="608095"/>
                </a:lnTo>
                <a:lnTo>
                  <a:pt x="5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746" name="path-736">
            <a:extLst xmlns:a="http://schemas.openxmlformats.org/drawingml/2006/main">
              <a:ext uri="{FF2B5EF4-FFF2-40B4-BE49-F238E27FC236}">
                <a16:creationId xmlns:a16="http://schemas.microsoft.com/office/drawing/2014/main" id="{17B05B92-F65A-4C7C-B95E-C0E3A19C3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4918135"/>
            <a:ext cx="891169" cy="191"/>
          </a:xfrm>
          <a:custGeom xmlns:a="http://schemas.openxmlformats.org/drawingml/2006/main">
            <a:pathLst>
              <a:path w="608141" h="191">
                <a:moveTo>
                  <a:pt x="608141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747" name="path-737">
            <a:extLst xmlns:a="http://schemas.openxmlformats.org/drawingml/2006/main">
              <a:ext uri="{FF2B5EF4-FFF2-40B4-BE49-F238E27FC236}">
                <a16:creationId xmlns:a16="http://schemas.microsoft.com/office/drawing/2014/main" id="{3F707BEB-0796-487E-87DD-B61249DE44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4918135"/>
            <a:ext cx="191" cy="191"/>
          </a:xfrm>
          <a:custGeom xmlns:a="http://schemas.openxmlformats.org/drawingml/2006/main">
            <a:pathLst>
              <a:path w="191" h="191">
                <a:moveTo>
                  <a:pt x="40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748" name="path-738">
            <a:extLst xmlns:a="http://schemas.openxmlformats.org/drawingml/2006/main">
              <a:ext uri="{FF2B5EF4-FFF2-40B4-BE49-F238E27FC236}">
                <a16:creationId xmlns:a16="http://schemas.microsoft.com/office/drawing/2014/main" id="{045BBEA2-56D1-4608-A6A5-529DF6EE7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5016009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" name="path-739">
            <a:extLst xmlns:a="http://schemas.openxmlformats.org/drawingml/2006/main">
              <a:ext uri="{FF2B5EF4-FFF2-40B4-BE49-F238E27FC236}">
                <a16:creationId xmlns:a16="http://schemas.microsoft.com/office/drawing/2014/main" id="{90840BB1-0CD9-4620-AEF9-2B67573AD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5016103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50" name="path-740">
            <a:extLst xmlns:a="http://schemas.openxmlformats.org/drawingml/2006/main">
              <a:ext uri="{FF2B5EF4-FFF2-40B4-BE49-F238E27FC236}">
                <a16:creationId xmlns:a16="http://schemas.microsoft.com/office/drawing/2014/main" id="{CB245C22-10CB-44EC-A9AE-2927BFD02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5016009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" name="path-741">
            <a:extLst xmlns:a="http://schemas.openxmlformats.org/drawingml/2006/main">
              <a:ext uri="{FF2B5EF4-FFF2-40B4-BE49-F238E27FC236}">
                <a16:creationId xmlns:a16="http://schemas.microsoft.com/office/drawing/2014/main" id="{22619295-3807-48DA-A792-82968DFC3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5016103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52" name="path-742">
            <a:extLst xmlns:a="http://schemas.openxmlformats.org/drawingml/2006/main">
              <a:ext uri="{FF2B5EF4-FFF2-40B4-BE49-F238E27FC236}">
                <a16:creationId xmlns:a16="http://schemas.microsoft.com/office/drawing/2014/main" id="{11BDFFF3-BAA3-4C0C-B2BD-26695399D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5016009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" name="path-743">
            <a:extLst xmlns:a="http://schemas.openxmlformats.org/drawingml/2006/main">
              <a:ext uri="{FF2B5EF4-FFF2-40B4-BE49-F238E27FC236}">
                <a16:creationId xmlns:a16="http://schemas.microsoft.com/office/drawing/2014/main" id="{62048832-7DD5-40AE-8564-E58577B43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5016103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54" name="path-744">
            <a:extLst xmlns:a="http://schemas.openxmlformats.org/drawingml/2006/main">
              <a:ext uri="{FF2B5EF4-FFF2-40B4-BE49-F238E27FC236}">
                <a16:creationId xmlns:a16="http://schemas.microsoft.com/office/drawing/2014/main" id="{7809B758-DA9B-4FC1-AB85-F7321352B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519428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" name="path-745">
            <a:extLst xmlns:a="http://schemas.openxmlformats.org/drawingml/2006/main">
              <a:ext uri="{FF2B5EF4-FFF2-40B4-BE49-F238E27FC236}">
                <a16:creationId xmlns:a16="http://schemas.microsoft.com/office/drawing/2014/main" id="{3E54258D-AC7D-4D59-8F11-3FBE45A98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5194242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56" name="path-746">
            <a:extLst xmlns:a="http://schemas.openxmlformats.org/drawingml/2006/main">
              <a:ext uri="{FF2B5EF4-FFF2-40B4-BE49-F238E27FC236}">
                <a16:creationId xmlns:a16="http://schemas.microsoft.com/office/drawing/2014/main" id="{423B16D5-41C6-4B10-A2E8-E3310038C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519428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" name="path-747">
            <a:extLst xmlns:a="http://schemas.openxmlformats.org/drawingml/2006/main">
              <a:ext uri="{FF2B5EF4-FFF2-40B4-BE49-F238E27FC236}">
                <a16:creationId xmlns:a16="http://schemas.microsoft.com/office/drawing/2014/main" id="{81807A49-5675-4048-A8FF-E504D5588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5194242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58" name="path-748">
            <a:extLst xmlns:a="http://schemas.openxmlformats.org/drawingml/2006/main">
              <a:ext uri="{FF2B5EF4-FFF2-40B4-BE49-F238E27FC236}">
                <a16:creationId xmlns:a16="http://schemas.microsoft.com/office/drawing/2014/main" id="{740111B7-CBB5-45DC-A12F-C93B0B5C6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519428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" name="path-749">
            <a:extLst xmlns:a="http://schemas.openxmlformats.org/drawingml/2006/main">
              <a:ext uri="{FF2B5EF4-FFF2-40B4-BE49-F238E27FC236}">
                <a16:creationId xmlns:a16="http://schemas.microsoft.com/office/drawing/2014/main" id="{831C7B84-2DEC-4F72-90D0-F6567061A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5194242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60" name="path-750">
            <a:extLst xmlns:a="http://schemas.openxmlformats.org/drawingml/2006/main">
              <a:ext uri="{FF2B5EF4-FFF2-40B4-BE49-F238E27FC236}">
                <a16:creationId xmlns:a16="http://schemas.microsoft.com/office/drawing/2014/main" id="{C840386F-F28F-4997-A243-DCA0B0631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537255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" name="path-751">
            <a:extLst xmlns:a="http://schemas.openxmlformats.org/drawingml/2006/main">
              <a:ext uri="{FF2B5EF4-FFF2-40B4-BE49-F238E27FC236}">
                <a16:creationId xmlns:a16="http://schemas.microsoft.com/office/drawing/2014/main" id="{1C0AF2C3-CE04-4709-8CE5-111449D9E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5372515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62" name="path-752">
            <a:extLst xmlns:a="http://schemas.openxmlformats.org/drawingml/2006/main">
              <a:ext uri="{FF2B5EF4-FFF2-40B4-BE49-F238E27FC236}">
                <a16:creationId xmlns:a16="http://schemas.microsoft.com/office/drawing/2014/main" id="{57116C49-BF19-44C6-9686-3AD224B25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537255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" name="path-753">
            <a:extLst xmlns:a="http://schemas.openxmlformats.org/drawingml/2006/main">
              <a:ext uri="{FF2B5EF4-FFF2-40B4-BE49-F238E27FC236}">
                <a16:creationId xmlns:a16="http://schemas.microsoft.com/office/drawing/2014/main" id="{3197549A-C3D1-4635-BDF5-2BF17C630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5372515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64" name="path-754">
            <a:extLst xmlns:a="http://schemas.openxmlformats.org/drawingml/2006/main">
              <a:ext uri="{FF2B5EF4-FFF2-40B4-BE49-F238E27FC236}">
                <a16:creationId xmlns:a16="http://schemas.microsoft.com/office/drawing/2014/main" id="{92A03F28-FC79-4874-8FA3-599D45E23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537255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" name="path-755">
            <a:extLst xmlns:a="http://schemas.openxmlformats.org/drawingml/2006/main">
              <a:ext uri="{FF2B5EF4-FFF2-40B4-BE49-F238E27FC236}">
                <a16:creationId xmlns:a16="http://schemas.microsoft.com/office/drawing/2014/main" id="{99EA012E-D0A8-47A8-A277-FBA3C2665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5372515"/>
            <a:ext cx="178277" cy="178277"/>
          </a:xfrm>
          <a:custGeom xmlns:a="http://schemas.openxmlformats.org/drawingml/2006/main">
            <a:pathLst>
              <a:path w="121658" h="121658">
                <a:moveTo>
                  <a:pt x="0" y="0"/>
                </a:moveTo>
                <a:lnTo>
                  <a:pt x="0" y="121658"/>
                </a:lnTo>
                <a:lnTo>
                  <a:pt x="121658" y="121658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66" name="path-756">
            <a:extLst xmlns:a="http://schemas.openxmlformats.org/drawingml/2006/main">
              <a:ext uri="{FF2B5EF4-FFF2-40B4-BE49-F238E27FC236}">
                <a16:creationId xmlns:a16="http://schemas.microsoft.com/office/drawing/2014/main" id="{F7BEDFC9-D40B-4AE8-BFF3-6A07A915D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5016009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" name="path-757">
            <a:extLst xmlns:a="http://schemas.openxmlformats.org/drawingml/2006/main">
              <a:ext uri="{FF2B5EF4-FFF2-40B4-BE49-F238E27FC236}">
                <a16:creationId xmlns:a16="http://schemas.microsoft.com/office/drawing/2014/main" id="{D97D76A8-508E-4E9B-9DDF-6AD3073F6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5016103"/>
            <a:ext cx="178144" cy="178140"/>
          </a:xfrm>
          <a:custGeom xmlns:a="http://schemas.openxmlformats.org/drawingml/2006/main">
            <a:pathLst>
              <a:path w="121567" h="121564">
                <a:moveTo>
                  <a:pt x="0" y="0"/>
                </a:moveTo>
                <a:lnTo>
                  <a:pt x="0" y="121564"/>
                </a:lnTo>
                <a:lnTo>
                  <a:pt x="121567" y="121564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68" name="path-758">
            <a:extLst xmlns:a="http://schemas.openxmlformats.org/drawingml/2006/main">
              <a:ext uri="{FF2B5EF4-FFF2-40B4-BE49-F238E27FC236}">
                <a16:creationId xmlns:a16="http://schemas.microsoft.com/office/drawing/2014/main" id="{B4A143A7-CAB4-4F6B-9DBE-13C6C8821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519428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" name="path-759">
            <a:extLst xmlns:a="http://schemas.openxmlformats.org/drawingml/2006/main">
              <a:ext uri="{FF2B5EF4-FFF2-40B4-BE49-F238E27FC236}">
                <a16:creationId xmlns:a16="http://schemas.microsoft.com/office/drawing/2014/main" id="{5601B739-12DD-4BA8-BC90-E57CAC609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5194242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70" name="path-760">
            <a:extLst xmlns:a="http://schemas.openxmlformats.org/drawingml/2006/main">
              <a:ext uri="{FF2B5EF4-FFF2-40B4-BE49-F238E27FC236}">
                <a16:creationId xmlns:a16="http://schemas.microsoft.com/office/drawing/2014/main" id="{FFB70E61-DE9E-4DC5-9AB3-0197E97038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537255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" name="path-761">
            <a:extLst xmlns:a="http://schemas.openxmlformats.org/drawingml/2006/main">
              <a:ext uri="{FF2B5EF4-FFF2-40B4-BE49-F238E27FC236}">
                <a16:creationId xmlns:a16="http://schemas.microsoft.com/office/drawing/2014/main" id="{96722F09-0117-4224-8EF8-A2E0D5EF22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5372515"/>
            <a:ext cx="178144" cy="178277"/>
          </a:xfrm>
          <a:custGeom xmlns:a="http://schemas.openxmlformats.org/drawingml/2006/main">
            <a:pathLst>
              <a:path w="121567" h="121658">
                <a:moveTo>
                  <a:pt x="0" y="0"/>
                </a:moveTo>
                <a:lnTo>
                  <a:pt x="0" y="121658"/>
                </a:lnTo>
                <a:lnTo>
                  <a:pt x="121567" y="121658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72" name="path-762">
            <a:extLst xmlns:a="http://schemas.openxmlformats.org/drawingml/2006/main">
              <a:ext uri="{FF2B5EF4-FFF2-40B4-BE49-F238E27FC236}">
                <a16:creationId xmlns:a16="http://schemas.microsoft.com/office/drawing/2014/main" id="{B4AABCB9-D52B-490E-949B-F09002412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5550697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" name="path-763">
            <a:extLst xmlns:a="http://schemas.openxmlformats.org/drawingml/2006/main">
              <a:ext uri="{FF2B5EF4-FFF2-40B4-BE49-F238E27FC236}">
                <a16:creationId xmlns:a16="http://schemas.microsoft.com/office/drawing/2014/main" id="{A2B0C161-9F8D-4D07-9A51-AA1A9284D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5550793"/>
            <a:ext cx="178269" cy="178264"/>
          </a:xfrm>
          <a:custGeom xmlns:a="http://schemas.openxmlformats.org/drawingml/2006/main">
            <a:pathLst>
              <a:path w="121652" h="121649">
                <a:moveTo>
                  <a:pt x="0" y="0"/>
                </a:moveTo>
                <a:lnTo>
                  <a:pt x="0" y="121649"/>
                </a:lnTo>
                <a:lnTo>
                  <a:pt x="121652" y="121649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74" name="path-764">
            <a:extLst xmlns:a="http://schemas.openxmlformats.org/drawingml/2006/main">
              <a:ext uri="{FF2B5EF4-FFF2-40B4-BE49-F238E27FC236}">
                <a16:creationId xmlns:a16="http://schemas.microsoft.com/office/drawing/2014/main" id="{B81C7585-CE59-47BA-906C-DFB0821E3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5550697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" name="path-765">
            <a:extLst xmlns:a="http://schemas.openxmlformats.org/drawingml/2006/main">
              <a:ext uri="{FF2B5EF4-FFF2-40B4-BE49-F238E27FC236}">
                <a16:creationId xmlns:a16="http://schemas.microsoft.com/office/drawing/2014/main" id="{2F3B29A9-05E6-4614-AD6B-7CBC67D8F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5550793"/>
            <a:ext cx="178269" cy="178264"/>
          </a:xfrm>
          <a:custGeom xmlns:a="http://schemas.openxmlformats.org/drawingml/2006/main">
            <a:pathLst>
              <a:path w="121652" h="121649">
                <a:moveTo>
                  <a:pt x="0" y="0"/>
                </a:moveTo>
                <a:lnTo>
                  <a:pt x="0" y="121649"/>
                </a:lnTo>
                <a:lnTo>
                  <a:pt x="121652" y="121649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76" name="path-766">
            <a:extLst xmlns:a="http://schemas.openxmlformats.org/drawingml/2006/main">
              <a:ext uri="{FF2B5EF4-FFF2-40B4-BE49-F238E27FC236}">
                <a16:creationId xmlns:a16="http://schemas.microsoft.com/office/drawing/2014/main" id="{3FF994D8-45ED-4312-A635-2C1B3CB99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5550697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" name="path-767">
            <a:extLst xmlns:a="http://schemas.openxmlformats.org/drawingml/2006/main">
              <a:ext uri="{FF2B5EF4-FFF2-40B4-BE49-F238E27FC236}">
                <a16:creationId xmlns:a16="http://schemas.microsoft.com/office/drawing/2014/main" id="{CB478669-D2E9-4EBC-99B1-71DBFA871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5550793"/>
            <a:ext cx="178277" cy="178264"/>
          </a:xfrm>
          <a:custGeom xmlns:a="http://schemas.openxmlformats.org/drawingml/2006/main">
            <a:pathLst>
              <a:path w="121658" h="121649">
                <a:moveTo>
                  <a:pt x="0" y="0"/>
                </a:moveTo>
                <a:lnTo>
                  <a:pt x="0" y="121649"/>
                </a:lnTo>
                <a:lnTo>
                  <a:pt x="121658" y="121649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78" name="path-768">
            <a:extLst xmlns:a="http://schemas.openxmlformats.org/drawingml/2006/main">
              <a:ext uri="{FF2B5EF4-FFF2-40B4-BE49-F238E27FC236}">
                <a16:creationId xmlns:a16="http://schemas.microsoft.com/office/drawing/2014/main" id="{A59F79DC-B546-4BD0-9CB7-932C47433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5550697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" name="path-769">
            <a:extLst xmlns:a="http://schemas.openxmlformats.org/drawingml/2006/main">
              <a:ext uri="{FF2B5EF4-FFF2-40B4-BE49-F238E27FC236}">
                <a16:creationId xmlns:a16="http://schemas.microsoft.com/office/drawing/2014/main" id="{6502F1DA-29A0-492D-9147-133B6B867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5550793"/>
            <a:ext cx="178144" cy="178264"/>
          </a:xfrm>
          <a:custGeom xmlns:a="http://schemas.openxmlformats.org/drawingml/2006/main">
            <a:pathLst>
              <a:path w="121567" h="121649">
                <a:moveTo>
                  <a:pt x="0" y="0"/>
                </a:moveTo>
                <a:lnTo>
                  <a:pt x="0" y="121649"/>
                </a:lnTo>
                <a:lnTo>
                  <a:pt x="121567" y="121649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80" name="path-770">
            <a:extLst xmlns:a="http://schemas.openxmlformats.org/drawingml/2006/main">
              <a:ext uri="{FF2B5EF4-FFF2-40B4-BE49-F238E27FC236}">
                <a16:creationId xmlns:a16="http://schemas.microsoft.com/office/drawing/2014/main" id="{1EA3C487-72BB-4EB1-83DC-3DF99434F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5016009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" name="path-771">
            <a:extLst xmlns:a="http://schemas.openxmlformats.org/drawingml/2006/main">
              <a:ext uri="{FF2B5EF4-FFF2-40B4-BE49-F238E27FC236}">
                <a16:creationId xmlns:a16="http://schemas.microsoft.com/office/drawing/2014/main" id="{750C7B54-5F2C-4FC5-9397-4AECFD63A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5016103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82" name="path-772">
            <a:extLst xmlns:a="http://schemas.openxmlformats.org/drawingml/2006/main">
              <a:ext uri="{FF2B5EF4-FFF2-40B4-BE49-F238E27FC236}">
                <a16:creationId xmlns:a16="http://schemas.microsoft.com/office/drawing/2014/main" id="{DA39D453-FA9B-450D-8E78-F65E18973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5194282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" name="path-773">
            <a:extLst xmlns:a="http://schemas.openxmlformats.org/drawingml/2006/main">
              <a:ext uri="{FF2B5EF4-FFF2-40B4-BE49-F238E27FC236}">
                <a16:creationId xmlns:a16="http://schemas.microsoft.com/office/drawing/2014/main" id="{9E312AB9-0FA7-4198-AE0C-ABBF79693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5194242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84" name="path-774">
            <a:extLst xmlns:a="http://schemas.openxmlformats.org/drawingml/2006/main">
              <a:ext uri="{FF2B5EF4-FFF2-40B4-BE49-F238E27FC236}">
                <a16:creationId xmlns:a16="http://schemas.microsoft.com/office/drawing/2014/main" id="{D8E7B902-0A7C-4F2E-9901-C34A4CEE2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5372553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" name="path-775">
            <a:extLst xmlns:a="http://schemas.openxmlformats.org/drawingml/2006/main">
              <a:ext uri="{FF2B5EF4-FFF2-40B4-BE49-F238E27FC236}">
                <a16:creationId xmlns:a16="http://schemas.microsoft.com/office/drawing/2014/main" id="{99F867DF-856F-483C-AA8A-AF915F968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5372515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86" name="path-776">
            <a:extLst xmlns:a="http://schemas.openxmlformats.org/drawingml/2006/main">
              <a:ext uri="{FF2B5EF4-FFF2-40B4-BE49-F238E27FC236}">
                <a16:creationId xmlns:a16="http://schemas.microsoft.com/office/drawing/2014/main" id="{B35064DA-555C-4247-A827-E16FE33F1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5550697"/>
            <a:ext cx="178234" cy="178236"/>
          </a:xfrm>
          <a:custGeom xmlns:a="http://schemas.openxmlformats.org/drawingml/2006/main">
            <a:pathLst>
              <a:path w="121628" h="121630">
                <a:moveTo>
                  <a:pt x="0" y="0"/>
                </a:moveTo>
                <a:lnTo>
                  <a:pt x="121628" y="0"/>
                </a:lnTo>
                <a:lnTo>
                  <a:pt x="121628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" name="path-777">
            <a:extLst xmlns:a="http://schemas.openxmlformats.org/drawingml/2006/main">
              <a:ext uri="{FF2B5EF4-FFF2-40B4-BE49-F238E27FC236}">
                <a16:creationId xmlns:a16="http://schemas.microsoft.com/office/drawing/2014/main" id="{04FE52A0-6644-4833-BD20-A7D04412F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5550793"/>
            <a:ext cx="178269" cy="178264"/>
          </a:xfrm>
          <a:custGeom xmlns:a="http://schemas.openxmlformats.org/drawingml/2006/main">
            <a:pathLst>
              <a:path w="121652" h="121649">
                <a:moveTo>
                  <a:pt x="0" y="0"/>
                </a:moveTo>
                <a:lnTo>
                  <a:pt x="0" y="121649"/>
                </a:lnTo>
                <a:lnTo>
                  <a:pt x="121652" y="121649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88" name="path-778">
            <a:extLst xmlns:a="http://schemas.openxmlformats.org/drawingml/2006/main">
              <a:ext uri="{FF2B5EF4-FFF2-40B4-BE49-F238E27FC236}">
                <a16:creationId xmlns:a16="http://schemas.microsoft.com/office/drawing/2014/main" id="{F9B2E1DD-0F68-423D-BC7D-A3F742254C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5728970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" name="path-779">
            <a:extLst xmlns:a="http://schemas.openxmlformats.org/drawingml/2006/main">
              <a:ext uri="{FF2B5EF4-FFF2-40B4-BE49-F238E27FC236}">
                <a16:creationId xmlns:a16="http://schemas.microsoft.com/office/drawing/2014/main" id="{11D3E5FC-BBE6-4A0B-9908-45F3A4363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5729057"/>
            <a:ext cx="178269" cy="178149"/>
          </a:xfrm>
          <a:custGeom xmlns:a="http://schemas.openxmlformats.org/drawingml/2006/main">
            <a:pathLst>
              <a:path w="121652" h="121570">
                <a:moveTo>
                  <a:pt x="0" y="0"/>
                </a:moveTo>
                <a:lnTo>
                  <a:pt x="0" y="121570"/>
                </a:lnTo>
                <a:lnTo>
                  <a:pt x="121652" y="121570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90" name="path-780">
            <a:extLst xmlns:a="http://schemas.openxmlformats.org/drawingml/2006/main">
              <a:ext uri="{FF2B5EF4-FFF2-40B4-BE49-F238E27FC236}">
                <a16:creationId xmlns:a16="http://schemas.microsoft.com/office/drawing/2014/main" id="{63E0DF68-42F2-4631-8FA5-8B3185633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5728970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" name="path-781">
            <a:extLst xmlns:a="http://schemas.openxmlformats.org/drawingml/2006/main">
              <a:ext uri="{FF2B5EF4-FFF2-40B4-BE49-F238E27FC236}">
                <a16:creationId xmlns:a16="http://schemas.microsoft.com/office/drawing/2014/main" id="{0D60AF07-DB00-44D2-8964-040CCA71B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5729057"/>
            <a:ext cx="178269" cy="178149"/>
          </a:xfrm>
          <a:custGeom xmlns:a="http://schemas.openxmlformats.org/drawingml/2006/main">
            <a:pathLst>
              <a:path w="121652" h="121570">
                <a:moveTo>
                  <a:pt x="0" y="0"/>
                </a:moveTo>
                <a:lnTo>
                  <a:pt x="0" y="121570"/>
                </a:lnTo>
                <a:lnTo>
                  <a:pt x="121652" y="121570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92" name="path-782">
            <a:extLst xmlns:a="http://schemas.openxmlformats.org/drawingml/2006/main">
              <a:ext uri="{FF2B5EF4-FFF2-40B4-BE49-F238E27FC236}">
                <a16:creationId xmlns:a16="http://schemas.microsoft.com/office/drawing/2014/main" id="{A2608D2C-61C7-4CD2-9CBA-021D107F6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5728970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" name="path-783">
            <a:extLst xmlns:a="http://schemas.openxmlformats.org/drawingml/2006/main">
              <a:ext uri="{FF2B5EF4-FFF2-40B4-BE49-F238E27FC236}">
                <a16:creationId xmlns:a16="http://schemas.microsoft.com/office/drawing/2014/main" id="{98806E5F-A40F-484D-813D-D307A9E9F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5729057"/>
            <a:ext cx="178277" cy="178149"/>
          </a:xfrm>
          <a:custGeom xmlns:a="http://schemas.openxmlformats.org/drawingml/2006/main">
            <a:pathLst>
              <a:path w="121658" h="121570">
                <a:moveTo>
                  <a:pt x="0" y="0"/>
                </a:moveTo>
                <a:lnTo>
                  <a:pt x="0" y="121570"/>
                </a:lnTo>
                <a:lnTo>
                  <a:pt x="121658" y="121570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94" name="path-784">
            <a:extLst xmlns:a="http://schemas.openxmlformats.org/drawingml/2006/main">
              <a:ext uri="{FF2B5EF4-FFF2-40B4-BE49-F238E27FC236}">
                <a16:creationId xmlns:a16="http://schemas.microsoft.com/office/drawing/2014/main" id="{725B32F3-CAAD-4117-A1D3-B6CA9F751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5728970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" name="path-785">
            <a:extLst xmlns:a="http://schemas.openxmlformats.org/drawingml/2006/main">
              <a:ext uri="{FF2B5EF4-FFF2-40B4-BE49-F238E27FC236}">
                <a16:creationId xmlns:a16="http://schemas.microsoft.com/office/drawing/2014/main" id="{6E196D4A-08FC-4FBA-AF0D-B22C527C92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5729057"/>
            <a:ext cx="178144" cy="178149"/>
          </a:xfrm>
          <a:custGeom xmlns:a="http://schemas.openxmlformats.org/drawingml/2006/main">
            <a:pathLst>
              <a:path w="121567" h="121570">
                <a:moveTo>
                  <a:pt x="0" y="0"/>
                </a:moveTo>
                <a:lnTo>
                  <a:pt x="0" y="121570"/>
                </a:lnTo>
                <a:lnTo>
                  <a:pt x="121567" y="121570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96" name="path-786">
            <a:extLst xmlns:a="http://schemas.openxmlformats.org/drawingml/2006/main">
              <a:ext uri="{FF2B5EF4-FFF2-40B4-BE49-F238E27FC236}">
                <a16:creationId xmlns:a16="http://schemas.microsoft.com/office/drawing/2014/main" id="{88DF4281-684B-48DC-9FB9-DBF7B0F05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5728970"/>
            <a:ext cx="178234" cy="178236"/>
          </a:xfrm>
          <a:custGeom xmlns:a="http://schemas.openxmlformats.org/drawingml/2006/main">
            <a:pathLst>
              <a:path w="121628" h="121630">
                <a:moveTo>
                  <a:pt x="0" y="0"/>
                </a:moveTo>
                <a:lnTo>
                  <a:pt x="121628" y="0"/>
                </a:lnTo>
                <a:lnTo>
                  <a:pt x="121628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" name="path-787">
            <a:extLst xmlns:a="http://schemas.openxmlformats.org/drawingml/2006/main">
              <a:ext uri="{FF2B5EF4-FFF2-40B4-BE49-F238E27FC236}">
                <a16:creationId xmlns:a16="http://schemas.microsoft.com/office/drawing/2014/main" id="{D298AAAF-7332-4C6C-9F0F-C88E8329B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5729057"/>
            <a:ext cx="178269" cy="178149"/>
          </a:xfrm>
          <a:custGeom xmlns:a="http://schemas.openxmlformats.org/drawingml/2006/main">
            <a:pathLst>
              <a:path w="121652" h="121570">
                <a:moveTo>
                  <a:pt x="0" y="0"/>
                </a:moveTo>
                <a:lnTo>
                  <a:pt x="0" y="121570"/>
                </a:lnTo>
                <a:lnTo>
                  <a:pt x="121652" y="121570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798" name="path-788">
            <a:extLst xmlns:a="http://schemas.openxmlformats.org/drawingml/2006/main">
              <a:ext uri="{FF2B5EF4-FFF2-40B4-BE49-F238E27FC236}">
                <a16:creationId xmlns:a16="http://schemas.microsoft.com/office/drawing/2014/main" id="{EDC812B7-34F2-46FF-8864-C5B8B702A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5016103"/>
            <a:ext cx="191" cy="891103"/>
          </a:xfrm>
          <a:custGeom xmlns:a="http://schemas.openxmlformats.org/drawingml/2006/main">
            <a:pathLst>
              <a:path w="191" h="608095">
                <a:moveTo>
                  <a:pt x="0" y="0"/>
                </a:moveTo>
                <a:lnTo>
                  <a:pt x="0" y="608095"/>
                </a:lnTo>
                <a:lnTo>
                  <a:pt x="42" y="608095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799" name="path-789">
            <a:extLst xmlns:a="http://schemas.openxmlformats.org/drawingml/2006/main">
              <a:ext uri="{FF2B5EF4-FFF2-40B4-BE49-F238E27FC236}">
                <a16:creationId xmlns:a16="http://schemas.microsoft.com/office/drawing/2014/main" id="{44657341-0879-4DF0-B479-52357FD36F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5016103"/>
            <a:ext cx="191" cy="191"/>
          </a:xfrm>
          <a:custGeom xmlns:a="http://schemas.openxmlformats.org/drawingml/2006/main">
            <a:pathLst>
              <a:path w="191" h="191">
                <a:moveTo>
                  <a:pt x="4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800" name="path-790">
            <a:extLst xmlns:a="http://schemas.openxmlformats.org/drawingml/2006/main">
              <a:ext uri="{FF2B5EF4-FFF2-40B4-BE49-F238E27FC236}">
                <a16:creationId xmlns:a16="http://schemas.microsoft.com/office/drawing/2014/main" id="{942F2622-CDFA-446D-A922-346DE4575F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7841" y="5251196"/>
            <a:ext cx="407333" cy="402973"/>
          </a:xfrm>
          <a:custGeom xmlns:a="http://schemas.openxmlformats.org/drawingml/2006/main">
            <a:pathLst>
              <a:path w="277967" h="274992">
                <a:moveTo>
                  <a:pt x="0" y="0"/>
                </a:moveTo>
                <a:lnTo>
                  <a:pt x="277967" y="0"/>
                </a:lnTo>
                <a:lnTo>
                  <a:pt x="277967" y="274992"/>
                </a:lnTo>
                <a:lnTo>
                  <a:pt x="0" y="274992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" name="path-792">
            <a:extLst xmlns:a="http://schemas.openxmlformats.org/drawingml/2006/main">
              <a:ext uri="{FF2B5EF4-FFF2-40B4-BE49-F238E27FC236}">
                <a16:creationId xmlns:a16="http://schemas.microsoft.com/office/drawing/2014/main" id="{BE0FE8C4-D3BE-40C9-8B86-C8FB8A186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174" y="5367379"/>
            <a:ext cx="118380" cy="129951"/>
          </a:xfrm>
          <a:custGeom xmlns:a="http://schemas.openxmlformats.org/drawingml/2006/main">
            <a:pathLst>
              <a:path w="80783" h="88679">
                <a:moveTo>
                  <a:pt x="68828" y="11232"/>
                </a:moveTo>
                <a:cubicBezTo>
                  <a:pt x="62467" y="13738"/>
                  <a:pt x="60732" y="19522"/>
                  <a:pt x="60732" y="22223"/>
                </a:cubicBezTo>
                <a:cubicBezTo>
                  <a:pt x="60732" y="27233"/>
                  <a:pt x="64780" y="30125"/>
                  <a:pt x="69022" y="30125"/>
                </a:cubicBezTo>
                <a:cubicBezTo>
                  <a:pt x="73649" y="30125"/>
                  <a:pt x="80783" y="26271"/>
                  <a:pt x="80783" y="17016"/>
                </a:cubicBezTo>
                <a:cubicBezTo>
                  <a:pt x="80783" y="6749"/>
                  <a:pt x="70563" y="0"/>
                  <a:pt x="53212" y="0"/>
                </a:cubicBezTo>
                <a:cubicBezTo>
                  <a:pt x="47620" y="0"/>
                  <a:pt x="36823" y="388"/>
                  <a:pt x="27956" y="7137"/>
                </a:cubicBezTo>
                <a:cubicBezTo>
                  <a:pt x="19281" y="13738"/>
                  <a:pt x="16195" y="24920"/>
                  <a:pt x="16195" y="29739"/>
                </a:cubicBezTo>
                <a:cubicBezTo>
                  <a:pt x="16195" y="35523"/>
                  <a:pt x="18896" y="40918"/>
                  <a:pt x="23135" y="44387"/>
                </a:cubicBezTo>
                <a:cubicBezTo>
                  <a:pt x="28533" y="48629"/>
                  <a:pt x="31813" y="49206"/>
                  <a:pt x="44922" y="51712"/>
                </a:cubicBezTo>
                <a:cubicBezTo>
                  <a:pt x="50706" y="52674"/>
                  <a:pt x="62273" y="54795"/>
                  <a:pt x="62273" y="63471"/>
                </a:cubicBezTo>
                <a:cubicBezTo>
                  <a:pt x="62273" y="64241"/>
                  <a:pt x="62273" y="81740"/>
                  <a:pt x="33546" y="81740"/>
                </a:cubicBezTo>
                <a:cubicBezTo>
                  <a:pt x="24100" y="81740"/>
                  <a:pt x="16966" y="79833"/>
                  <a:pt x="12724" y="76774"/>
                </a:cubicBezTo>
                <a:cubicBezTo>
                  <a:pt x="19281" y="74847"/>
                  <a:pt x="23329" y="69254"/>
                  <a:pt x="23329" y="63471"/>
                </a:cubicBezTo>
                <a:cubicBezTo>
                  <a:pt x="23329" y="56531"/>
                  <a:pt x="17736" y="54601"/>
                  <a:pt x="13883" y="54601"/>
                </a:cubicBezTo>
                <a:cubicBezTo>
                  <a:pt x="7325" y="54601"/>
                  <a:pt x="0" y="60002"/>
                  <a:pt x="0" y="69640"/>
                </a:cubicBezTo>
                <a:cubicBezTo>
                  <a:pt x="0" y="82125"/>
                  <a:pt x="13497" y="88679"/>
                  <a:pt x="33161" y="88679"/>
                </a:cubicBezTo>
                <a:cubicBezTo>
                  <a:pt x="77121" y="88679"/>
                  <a:pt x="77121" y="55760"/>
                  <a:pt x="77121" y="55566"/>
                </a:cubicBezTo>
                <a:cubicBezTo>
                  <a:pt x="77121" y="49014"/>
                  <a:pt x="73841" y="43810"/>
                  <a:pt x="69407" y="39956"/>
                </a:cubicBezTo>
                <a:cubicBezTo>
                  <a:pt x="63429" y="34752"/>
                  <a:pt x="56104" y="33402"/>
                  <a:pt x="49356" y="32246"/>
                </a:cubicBezTo>
                <a:cubicBezTo>
                  <a:pt x="38753" y="30319"/>
                  <a:pt x="31234" y="28968"/>
                  <a:pt x="31234" y="21834"/>
                </a:cubicBezTo>
                <a:cubicBezTo>
                  <a:pt x="31234" y="21449"/>
                  <a:pt x="31234" y="6943"/>
                  <a:pt x="52827" y="6943"/>
                </a:cubicBezTo>
                <a:cubicBezTo>
                  <a:pt x="56684" y="6943"/>
                  <a:pt x="63624" y="7331"/>
                  <a:pt x="68828" y="1123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" name="path-793">
            <a:extLst xmlns:a="http://schemas.openxmlformats.org/drawingml/2006/main">
              <a:ext uri="{FF2B5EF4-FFF2-40B4-BE49-F238E27FC236}">
                <a16:creationId xmlns:a16="http://schemas.microsoft.com/office/drawing/2014/main" id="{579183DD-8772-47DD-9D73-145D3CCC88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731" y="5406189"/>
            <a:ext cx="71987" cy="131330"/>
          </a:xfrm>
          <a:custGeom xmlns:a="http://schemas.openxmlformats.org/drawingml/2006/main">
            <a:pathLst>
              <a:path w="49124" h="89621">
                <a:moveTo>
                  <a:pt x="30500" y="3771"/>
                </a:moveTo>
                <a:cubicBezTo>
                  <a:pt x="30500" y="136"/>
                  <a:pt x="30230" y="0"/>
                  <a:pt x="26452" y="0"/>
                </a:cubicBezTo>
                <a:cubicBezTo>
                  <a:pt x="17815" y="8451"/>
                  <a:pt x="5533" y="8585"/>
                  <a:pt x="0" y="8585"/>
                </a:cubicBezTo>
                <a:lnTo>
                  <a:pt x="0" y="13443"/>
                </a:lnTo>
                <a:cubicBezTo>
                  <a:pt x="3239" y="13443"/>
                  <a:pt x="12146" y="13443"/>
                  <a:pt x="19569" y="9664"/>
                </a:cubicBezTo>
                <a:lnTo>
                  <a:pt x="19569" y="78550"/>
                </a:lnTo>
                <a:cubicBezTo>
                  <a:pt x="19569" y="83008"/>
                  <a:pt x="19569" y="84763"/>
                  <a:pt x="6073" y="84763"/>
                </a:cubicBezTo>
                <a:lnTo>
                  <a:pt x="945" y="84763"/>
                </a:lnTo>
                <a:lnTo>
                  <a:pt x="945" y="89621"/>
                </a:lnTo>
                <a:cubicBezTo>
                  <a:pt x="3373" y="89487"/>
                  <a:pt x="19973" y="89081"/>
                  <a:pt x="24967" y="89081"/>
                </a:cubicBezTo>
                <a:cubicBezTo>
                  <a:pt x="29151" y="89081"/>
                  <a:pt x="46155" y="89487"/>
                  <a:pt x="49124" y="89621"/>
                </a:cubicBezTo>
                <a:lnTo>
                  <a:pt x="49124" y="84763"/>
                </a:lnTo>
                <a:lnTo>
                  <a:pt x="43997" y="84763"/>
                </a:lnTo>
                <a:cubicBezTo>
                  <a:pt x="30500" y="84763"/>
                  <a:pt x="30500" y="83008"/>
                  <a:pt x="30500" y="78550"/>
                </a:cubicBezTo>
                <a:lnTo>
                  <a:pt x="30500" y="377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" name="path-794">
            <a:extLst xmlns:a="http://schemas.openxmlformats.org/drawingml/2006/main">
              <a:ext uri="{FF2B5EF4-FFF2-40B4-BE49-F238E27FC236}">
                <a16:creationId xmlns:a16="http://schemas.microsoft.com/office/drawing/2014/main" id="{F84C1B83-78FE-45D5-B93A-FCE9B4D34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7822354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" name="path-795">
            <a:extLst xmlns:a="http://schemas.openxmlformats.org/drawingml/2006/main">
              <a:ext uri="{FF2B5EF4-FFF2-40B4-BE49-F238E27FC236}">
                <a16:creationId xmlns:a16="http://schemas.microsoft.com/office/drawing/2014/main" id="{4AA780B0-6C45-4E43-8AC8-EDE4F0054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782231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05" name="path-796">
            <a:extLst xmlns:a="http://schemas.openxmlformats.org/drawingml/2006/main">
              <a:ext uri="{FF2B5EF4-FFF2-40B4-BE49-F238E27FC236}">
                <a16:creationId xmlns:a16="http://schemas.microsoft.com/office/drawing/2014/main" id="{F21B54C4-3791-4EFF-8941-AF37FC58C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7822354"/>
            <a:ext cx="178236" cy="178235"/>
          </a:xfrm>
          <a:custGeom xmlns:a="http://schemas.openxmlformats.org/drawingml/2006/main">
            <a:pathLst>
              <a:path w="121630" h="121629">
                <a:moveTo>
                  <a:pt x="0" y="0"/>
                </a:moveTo>
                <a:lnTo>
                  <a:pt x="121630" y="0"/>
                </a:lnTo>
                <a:lnTo>
                  <a:pt x="121630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" name="path-797">
            <a:extLst xmlns:a="http://schemas.openxmlformats.org/drawingml/2006/main">
              <a:ext uri="{FF2B5EF4-FFF2-40B4-BE49-F238E27FC236}">
                <a16:creationId xmlns:a16="http://schemas.microsoft.com/office/drawing/2014/main" id="{8032B078-D9F7-4DF9-91EE-B4FCB4200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782231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07" name="path-798">
            <a:extLst xmlns:a="http://schemas.openxmlformats.org/drawingml/2006/main">
              <a:ext uri="{FF2B5EF4-FFF2-40B4-BE49-F238E27FC236}">
                <a16:creationId xmlns:a16="http://schemas.microsoft.com/office/drawing/2014/main" id="{42E2A2BF-903F-4F62-87F1-4EB0EA9FD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7822354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" name="path-799">
            <a:extLst xmlns:a="http://schemas.openxmlformats.org/drawingml/2006/main">
              <a:ext uri="{FF2B5EF4-FFF2-40B4-BE49-F238E27FC236}">
                <a16:creationId xmlns:a16="http://schemas.microsoft.com/office/drawing/2014/main" id="{E80394A7-ABF4-4F57-81B7-71EE5D70F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7822314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09" name="path-800">
            <a:extLst xmlns:a="http://schemas.openxmlformats.org/drawingml/2006/main">
              <a:ext uri="{FF2B5EF4-FFF2-40B4-BE49-F238E27FC236}">
                <a16:creationId xmlns:a16="http://schemas.microsoft.com/office/drawing/2014/main" id="{E36FF7C9-6432-4701-9E84-07B9A728F5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800049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" name="path-801">
            <a:extLst xmlns:a="http://schemas.openxmlformats.org/drawingml/2006/main">
              <a:ext uri="{FF2B5EF4-FFF2-40B4-BE49-F238E27FC236}">
                <a16:creationId xmlns:a16="http://schemas.microsoft.com/office/drawing/2014/main" id="{7E6A7305-D17F-4337-B01B-06FFF8EED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800058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11" name="path-802">
            <a:extLst xmlns:a="http://schemas.openxmlformats.org/drawingml/2006/main">
              <a:ext uri="{FF2B5EF4-FFF2-40B4-BE49-F238E27FC236}">
                <a16:creationId xmlns:a16="http://schemas.microsoft.com/office/drawing/2014/main" id="{20D91DCB-753C-4638-8C08-C1FA2214B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8000497"/>
            <a:ext cx="178236" cy="178235"/>
          </a:xfrm>
          <a:custGeom xmlns:a="http://schemas.openxmlformats.org/drawingml/2006/main">
            <a:pathLst>
              <a:path w="121630" h="121629">
                <a:moveTo>
                  <a:pt x="0" y="0"/>
                </a:moveTo>
                <a:lnTo>
                  <a:pt x="121630" y="0"/>
                </a:lnTo>
                <a:lnTo>
                  <a:pt x="121630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" name="path-803">
            <a:extLst xmlns:a="http://schemas.openxmlformats.org/drawingml/2006/main">
              <a:ext uri="{FF2B5EF4-FFF2-40B4-BE49-F238E27FC236}">
                <a16:creationId xmlns:a16="http://schemas.microsoft.com/office/drawing/2014/main" id="{27ECA69E-6031-4158-A1D5-2F713C6E2A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800058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13" name="path-804">
            <a:extLst xmlns:a="http://schemas.openxmlformats.org/drawingml/2006/main">
              <a:ext uri="{FF2B5EF4-FFF2-40B4-BE49-F238E27FC236}">
                <a16:creationId xmlns:a16="http://schemas.microsoft.com/office/drawing/2014/main" id="{C9FD9563-5D95-4679-922C-9EADDFAC4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800049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" name="path-805">
            <a:extLst xmlns:a="http://schemas.openxmlformats.org/drawingml/2006/main">
              <a:ext uri="{FF2B5EF4-FFF2-40B4-BE49-F238E27FC236}">
                <a16:creationId xmlns:a16="http://schemas.microsoft.com/office/drawing/2014/main" id="{54C635C1-A484-4292-A6D5-A79CCD35A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8000587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15" name="path-806">
            <a:extLst xmlns:a="http://schemas.openxmlformats.org/drawingml/2006/main">
              <a:ext uri="{FF2B5EF4-FFF2-40B4-BE49-F238E27FC236}">
                <a16:creationId xmlns:a16="http://schemas.microsoft.com/office/drawing/2014/main" id="{E1FE72F4-2BA3-42A1-A5B8-CB7B23628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8178770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" name="path-807">
            <a:extLst xmlns:a="http://schemas.openxmlformats.org/drawingml/2006/main">
              <a:ext uri="{FF2B5EF4-FFF2-40B4-BE49-F238E27FC236}">
                <a16:creationId xmlns:a16="http://schemas.microsoft.com/office/drawing/2014/main" id="{F8A17FE9-2F13-4DCB-A9C6-86578B78B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8178860"/>
            <a:ext cx="178277" cy="178144"/>
          </a:xfrm>
          <a:custGeom xmlns:a="http://schemas.openxmlformats.org/drawingml/2006/main">
            <a:pathLst>
              <a:path w="121658" h="121567">
                <a:moveTo>
                  <a:pt x="0" y="0"/>
                </a:moveTo>
                <a:lnTo>
                  <a:pt x="0" y="121567"/>
                </a:lnTo>
                <a:lnTo>
                  <a:pt x="121658" y="121567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17" name="path-808">
            <a:extLst xmlns:a="http://schemas.openxmlformats.org/drawingml/2006/main">
              <a:ext uri="{FF2B5EF4-FFF2-40B4-BE49-F238E27FC236}">
                <a16:creationId xmlns:a16="http://schemas.microsoft.com/office/drawing/2014/main" id="{21315126-A17F-4C64-AFD6-2B3F87EB1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8178770"/>
            <a:ext cx="178236" cy="178236"/>
          </a:xfrm>
          <a:custGeom xmlns:a="http://schemas.openxmlformats.org/drawingml/2006/main">
            <a:pathLst>
              <a:path w="121630" h="121630">
                <a:moveTo>
                  <a:pt x="0" y="0"/>
                </a:moveTo>
                <a:lnTo>
                  <a:pt x="121630" y="0"/>
                </a:lnTo>
                <a:lnTo>
                  <a:pt x="121630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" name="path-809">
            <a:extLst xmlns:a="http://schemas.openxmlformats.org/drawingml/2006/main">
              <a:ext uri="{FF2B5EF4-FFF2-40B4-BE49-F238E27FC236}">
                <a16:creationId xmlns:a16="http://schemas.microsoft.com/office/drawing/2014/main" id="{890F1BCE-A818-43B1-8EFD-79235674D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8178860"/>
            <a:ext cx="178269" cy="178144"/>
          </a:xfrm>
          <a:custGeom xmlns:a="http://schemas.openxmlformats.org/drawingml/2006/main">
            <a:pathLst>
              <a:path w="121652" h="121567">
                <a:moveTo>
                  <a:pt x="0" y="0"/>
                </a:moveTo>
                <a:lnTo>
                  <a:pt x="0" y="121567"/>
                </a:lnTo>
                <a:lnTo>
                  <a:pt x="121652" y="121567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19" name="path-810">
            <a:extLst xmlns:a="http://schemas.openxmlformats.org/drawingml/2006/main">
              <a:ext uri="{FF2B5EF4-FFF2-40B4-BE49-F238E27FC236}">
                <a16:creationId xmlns:a16="http://schemas.microsoft.com/office/drawing/2014/main" id="{6C6BCF01-2DBD-4C50-988C-D892D504D4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8178770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" name="path-811">
            <a:extLst xmlns:a="http://schemas.openxmlformats.org/drawingml/2006/main">
              <a:ext uri="{FF2B5EF4-FFF2-40B4-BE49-F238E27FC236}">
                <a16:creationId xmlns:a16="http://schemas.microsoft.com/office/drawing/2014/main" id="{1986FA48-BA87-4D94-AD6E-5D6F0CE15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8178860"/>
            <a:ext cx="178144" cy="178144"/>
          </a:xfrm>
          <a:custGeom xmlns:a="http://schemas.openxmlformats.org/drawingml/2006/main">
            <a:pathLst>
              <a:path w="121567" h="121567">
                <a:moveTo>
                  <a:pt x="0" y="0"/>
                </a:moveTo>
                <a:lnTo>
                  <a:pt x="0" y="121567"/>
                </a:lnTo>
                <a:lnTo>
                  <a:pt x="121567" y="121567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21" name="path-812">
            <a:extLst xmlns:a="http://schemas.openxmlformats.org/drawingml/2006/main">
              <a:ext uri="{FF2B5EF4-FFF2-40B4-BE49-F238E27FC236}">
                <a16:creationId xmlns:a16="http://schemas.microsoft.com/office/drawing/2014/main" id="{DFCF928B-5F8F-4F75-A72B-B807F03ED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7822354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" name="path-813">
            <a:extLst xmlns:a="http://schemas.openxmlformats.org/drawingml/2006/main">
              <a:ext uri="{FF2B5EF4-FFF2-40B4-BE49-F238E27FC236}">
                <a16:creationId xmlns:a16="http://schemas.microsoft.com/office/drawing/2014/main" id="{4E34CE15-8924-4704-8772-6319E9736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782231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23" name="path-814">
            <a:extLst xmlns:a="http://schemas.openxmlformats.org/drawingml/2006/main">
              <a:ext uri="{FF2B5EF4-FFF2-40B4-BE49-F238E27FC236}">
                <a16:creationId xmlns:a16="http://schemas.microsoft.com/office/drawing/2014/main" id="{AB4F1BB3-0E1C-48D2-9086-22F24183F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800049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4" name="path-815">
            <a:extLst xmlns:a="http://schemas.openxmlformats.org/drawingml/2006/main">
              <a:ext uri="{FF2B5EF4-FFF2-40B4-BE49-F238E27FC236}">
                <a16:creationId xmlns:a16="http://schemas.microsoft.com/office/drawing/2014/main" id="{3B7A0B62-6894-435A-B670-B0DE334BB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800058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25" name="path-816">
            <a:extLst xmlns:a="http://schemas.openxmlformats.org/drawingml/2006/main">
              <a:ext uri="{FF2B5EF4-FFF2-40B4-BE49-F238E27FC236}">
                <a16:creationId xmlns:a16="http://schemas.microsoft.com/office/drawing/2014/main" id="{19B48765-03DC-4822-9FF7-C86ACE43F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8178770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6" name="path-817">
            <a:extLst xmlns:a="http://schemas.openxmlformats.org/drawingml/2006/main">
              <a:ext uri="{FF2B5EF4-FFF2-40B4-BE49-F238E27FC236}">
                <a16:creationId xmlns:a16="http://schemas.microsoft.com/office/drawing/2014/main" id="{3B7B353B-8F45-4785-970C-6B65CBF55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8178860"/>
            <a:ext cx="178277" cy="178144"/>
          </a:xfrm>
          <a:custGeom xmlns:a="http://schemas.openxmlformats.org/drawingml/2006/main">
            <a:pathLst>
              <a:path w="121658" h="121567">
                <a:moveTo>
                  <a:pt x="0" y="0"/>
                </a:moveTo>
                <a:lnTo>
                  <a:pt x="0" y="121567"/>
                </a:lnTo>
                <a:lnTo>
                  <a:pt x="121658" y="121567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27" name="path-818">
            <a:extLst xmlns:a="http://schemas.openxmlformats.org/drawingml/2006/main">
              <a:ext uri="{FF2B5EF4-FFF2-40B4-BE49-F238E27FC236}">
                <a16:creationId xmlns:a16="http://schemas.microsoft.com/office/drawing/2014/main" id="{739E702A-B424-4E64-8A4E-521D47ED1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835704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8" name="path-819">
            <a:extLst xmlns:a="http://schemas.openxmlformats.org/drawingml/2006/main">
              <a:ext uri="{FF2B5EF4-FFF2-40B4-BE49-F238E27FC236}">
                <a16:creationId xmlns:a16="http://schemas.microsoft.com/office/drawing/2014/main" id="{7F256615-E161-422B-9BF0-1A7A9D135C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835700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29" name="path-820">
            <a:extLst xmlns:a="http://schemas.openxmlformats.org/drawingml/2006/main">
              <a:ext uri="{FF2B5EF4-FFF2-40B4-BE49-F238E27FC236}">
                <a16:creationId xmlns:a16="http://schemas.microsoft.com/office/drawing/2014/main" id="{C0648355-FCA8-4D68-9B2D-F93D4FA97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8357043"/>
            <a:ext cx="178236" cy="178235"/>
          </a:xfrm>
          <a:custGeom xmlns:a="http://schemas.openxmlformats.org/drawingml/2006/main">
            <a:pathLst>
              <a:path w="121630" h="121629">
                <a:moveTo>
                  <a:pt x="0" y="0"/>
                </a:moveTo>
                <a:lnTo>
                  <a:pt x="121630" y="0"/>
                </a:lnTo>
                <a:lnTo>
                  <a:pt x="121630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0" name="path-821">
            <a:extLst xmlns:a="http://schemas.openxmlformats.org/drawingml/2006/main">
              <a:ext uri="{FF2B5EF4-FFF2-40B4-BE49-F238E27FC236}">
                <a16:creationId xmlns:a16="http://schemas.microsoft.com/office/drawing/2014/main" id="{AE722DCC-3DF3-4DD6-B022-4AB69AC0E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835700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31" name="path-822">
            <a:extLst xmlns:a="http://schemas.openxmlformats.org/drawingml/2006/main">
              <a:ext uri="{FF2B5EF4-FFF2-40B4-BE49-F238E27FC236}">
                <a16:creationId xmlns:a16="http://schemas.microsoft.com/office/drawing/2014/main" id="{FF017178-7DBD-4BE3-8BCD-CF3DE5D7F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835704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2" name="path-823">
            <a:extLst xmlns:a="http://schemas.openxmlformats.org/drawingml/2006/main">
              <a:ext uri="{FF2B5EF4-FFF2-40B4-BE49-F238E27FC236}">
                <a16:creationId xmlns:a16="http://schemas.microsoft.com/office/drawing/2014/main" id="{ED1AAF89-B316-404B-A5C9-509F3B816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8357004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33" name="path-824">
            <a:extLst xmlns:a="http://schemas.openxmlformats.org/drawingml/2006/main">
              <a:ext uri="{FF2B5EF4-FFF2-40B4-BE49-F238E27FC236}">
                <a16:creationId xmlns:a16="http://schemas.microsoft.com/office/drawing/2014/main" id="{1F7DF46A-0ABF-4A5E-8E8E-00642587F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835704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4" name="path-825">
            <a:extLst xmlns:a="http://schemas.openxmlformats.org/drawingml/2006/main">
              <a:ext uri="{FF2B5EF4-FFF2-40B4-BE49-F238E27FC236}">
                <a16:creationId xmlns:a16="http://schemas.microsoft.com/office/drawing/2014/main" id="{BD6809B9-E36B-4835-858D-572028281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835700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35" name="path-826">
            <a:extLst xmlns:a="http://schemas.openxmlformats.org/drawingml/2006/main">
              <a:ext uri="{FF2B5EF4-FFF2-40B4-BE49-F238E27FC236}">
                <a16:creationId xmlns:a16="http://schemas.microsoft.com/office/drawing/2014/main" id="{38B7F32E-0A96-4208-8C4A-952E140B7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7822354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6" name="path-827">
            <a:extLst xmlns:a="http://schemas.openxmlformats.org/drawingml/2006/main">
              <a:ext uri="{FF2B5EF4-FFF2-40B4-BE49-F238E27FC236}">
                <a16:creationId xmlns:a16="http://schemas.microsoft.com/office/drawing/2014/main" id="{DB5F0C70-A9BD-440E-82AA-DD88BF552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782231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37" name="path-828">
            <a:extLst xmlns:a="http://schemas.openxmlformats.org/drawingml/2006/main">
              <a:ext uri="{FF2B5EF4-FFF2-40B4-BE49-F238E27FC236}">
                <a16:creationId xmlns:a16="http://schemas.microsoft.com/office/drawing/2014/main" id="{A693CA5C-F5D0-464A-B388-6B811073D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800049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8" name="path-829">
            <a:extLst xmlns:a="http://schemas.openxmlformats.org/drawingml/2006/main">
              <a:ext uri="{FF2B5EF4-FFF2-40B4-BE49-F238E27FC236}">
                <a16:creationId xmlns:a16="http://schemas.microsoft.com/office/drawing/2014/main" id="{CB55072E-49C3-43E0-9E49-1D8BC1BEA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800058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39" name="path-830">
            <a:extLst xmlns:a="http://schemas.openxmlformats.org/drawingml/2006/main">
              <a:ext uri="{FF2B5EF4-FFF2-40B4-BE49-F238E27FC236}">
                <a16:creationId xmlns:a16="http://schemas.microsoft.com/office/drawing/2014/main" id="{C4F45730-1C45-4BC4-97BA-166E267D2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8178770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0" name="path-831">
            <a:extLst xmlns:a="http://schemas.openxmlformats.org/drawingml/2006/main">
              <a:ext uri="{FF2B5EF4-FFF2-40B4-BE49-F238E27FC236}">
                <a16:creationId xmlns:a16="http://schemas.microsoft.com/office/drawing/2014/main" id="{D2671022-7005-410B-A10B-568A454EA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8178860"/>
            <a:ext cx="178269" cy="178144"/>
          </a:xfrm>
          <a:custGeom xmlns:a="http://schemas.openxmlformats.org/drawingml/2006/main">
            <a:pathLst>
              <a:path w="121652" h="121567">
                <a:moveTo>
                  <a:pt x="0" y="0"/>
                </a:moveTo>
                <a:lnTo>
                  <a:pt x="0" y="121567"/>
                </a:lnTo>
                <a:lnTo>
                  <a:pt x="121652" y="121567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41" name="path-832">
            <a:extLst xmlns:a="http://schemas.openxmlformats.org/drawingml/2006/main">
              <a:ext uri="{FF2B5EF4-FFF2-40B4-BE49-F238E27FC236}">
                <a16:creationId xmlns:a16="http://schemas.microsoft.com/office/drawing/2014/main" id="{6E92915E-12D0-43C8-B440-CC8A20C4C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835704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2" name="path-833">
            <a:extLst xmlns:a="http://schemas.openxmlformats.org/drawingml/2006/main">
              <a:ext uri="{FF2B5EF4-FFF2-40B4-BE49-F238E27FC236}">
                <a16:creationId xmlns:a16="http://schemas.microsoft.com/office/drawing/2014/main" id="{73C2850F-7C6C-470E-BC87-C147C531B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835700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43" name="path-834">
            <a:extLst xmlns:a="http://schemas.openxmlformats.org/drawingml/2006/main">
              <a:ext uri="{FF2B5EF4-FFF2-40B4-BE49-F238E27FC236}">
                <a16:creationId xmlns:a16="http://schemas.microsoft.com/office/drawing/2014/main" id="{7A224673-15F6-45BA-AFDC-B33FDD512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8535316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4" name="path-835">
            <a:extLst xmlns:a="http://schemas.openxmlformats.org/drawingml/2006/main">
              <a:ext uri="{FF2B5EF4-FFF2-40B4-BE49-F238E27FC236}">
                <a16:creationId xmlns:a16="http://schemas.microsoft.com/office/drawing/2014/main" id="{705408E7-5008-4C94-AF4B-A4F10995E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853527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45" name="path-836">
            <a:extLst xmlns:a="http://schemas.openxmlformats.org/drawingml/2006/main">
              <a:ext uri="{FF2B5EF4-FFF2-40B4-BE49-F238E27FC236}">
                <a16:creationId xmlns:a16="http://schemas.microsoft.com/office/drawing/2014/main" id="{7522E1CA-9B03-4A5E-82D3-2A68327F4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8535316"/>
            <a:ext cx="178236" cy="178236"/>
          </a:xfrm>
          <a:custGeom xmlns:a="http://schemas.openxmlformats.org/drawingml/2006/main">
            <a:pathLst>
              <a:path w="121630" h="121630">
                <a:moveTo>
                  <a:pt x="0" y="0"/>
                </a:moveTo>
                <a:lnTo>
                  <a:pt x="121630" y="0"/>
                </a:lnTo>
                <a:lnTo>
                  <a:pt x="121630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6" name="path-837">
            <a:extLst xmlns:a="http://schemas.openxmlformats.org/drawingml/2006/main">
              <a:ext uri="{FF2B5EF4-FFF2-40B4-BE49-F238E27FC236}">
                <a16:creationId xmlns:a16="http://schemas.microsoft.com/office/drawing/2014/main" id="{68AED157-F0A4-4BD9-8DAE-3F0CBA3BB3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853527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47" name="path-838">
            <a:extLst xmlns:a="http://schemas.openxmlformats.org/drawingml/2006/main">
              <a:ext uri="{FF2B5EF4-FFF2-40B4-BE49-F238E27FC236}">
                <a16:creationId xmlns:a16="http://schemas.microsoft.com/office/drawing/2014/main" id="{9584C425-AF21-4600-9B26-1AF0B761B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8535316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8" name="path-839">
            <a:extLst xmlns:a="http://schemas.openxmlformats.org/drawingml/2006/main">
              <a:ext uri="{FF2B5EF4-FFF2-40B4-BE49-F238E27FC236}">
                <a16:creationId xmlns:a16="http://schemas.microsoft.com/office/drawing/2014/main" id="{7F9DDE95-41DF-41F2-AAF4-378697AA8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8535277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49" name="path-840">
            <a:extLst xmlns:a="http://schemas.openxmlformats.org/drawingml/2006/main">
              <a:ext uri="{FF2B5EF4-FFF2-40B4-BE49-F238E27FC236}">
                <a16:creationId xmlns:a16="http://schemas.microsoft.com/office/drawing/2014/main" id="{C229A5B8-AEAF-4C0B-86BD-11D81F29CB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8535316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0" name="path-841">
            <a:extLst xmlns:a="http://schemas.openxmlformats.org/drawingml/2006/main">
              <a:ext uri="{FF2B5EF4-FFF2-40B4-BE49-F238E27FC236}">
                <a16:creationId xmlns:a16="http://schemas.microsoft.com/office/drawing/2014/main" id="{C8DE0E48-EB80-40F9-AB88-4E105432B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853527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51" name="path-842">
            <a:extLst xmlns:a="http://schemas.openxmlformats.org/drawingml/2006/main">
              <a:ext uri="{FF2B5EF4-FFF2-40B4-BE49-F238E27FC236}">
                <a16:creationId xmlns:a16="http://schemas.microsoft.com/office/drawing/2014/main" id="{FA72C3EB-659D-4963-98C3-7C921268F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8535316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2" name="path-843">
            <a:extLst xmlns:a="http://schemas.openxmlformats.org/drawingml/2006/main">
              <a:ext uri="{FF2B5EF4-FFF2-40B4-BE49-F238E27FC236}">
                <a16:creationId xmlns:a16="http://schemas.microsoft.com/office/drawing/2014/main" id="{5E210EB9-C184-4E5B-8466-59FC10260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853527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53" name="path-844">
            <a:extLst xmlns:a="http://schemas.openxmlformats.org/drawingml/2006/main">
              <a:ext uri="{FF2B5EF4-FFF2-40B4-BE49-F238E27FC236}">
                <a16:creationId xmlns:a16="http://schemas.microsoft.com/office/drawing/2014/main" id="{9BED8167-AFFF-49D0-83FC-4C8860E36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7822314"/>
            <a:ext cx="191" cy="891236"/>
          </a:xfrm>
          <a:custGeom xmlns:a="http://schemas.openxmlformats.org/drawingml/2006/main">
            <a:pathLst>
              <a:path w="191" h="608186">
                <a:moveTo>
                  <a:pt x="0" y="0"/>
                </a:moveTo>
                <a:lnTo>
                  <a:pt x="0" y="608186"/>
                </a:lnTo>
                <a:lnTo>
                  <a:pt x="31" y="608186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854" name="path-845">
            <a:extLst xmlns:a="http://schemas.openxmlformats.org/drawingml/2006/main">
              <a:ext uri="{FF2B5EF4-FFF2-40B4-BE49-F238E27FC236}">
                <a16:creationId xmlns:a16="http://schemas.microsoft.com/office/drawing/2014/main" id="{C2AF93D7-EEA1-42F4-8210-215160CA2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7822314"/>
            <a:ext cx="891236" cy="891236"/>
          </a:xfrm>
          <a:custGeom xmlns:a="http://schemas.openxmlformats.org/drawingml/2006/main">
            <a:pathLst>
              <a:path w="608186" h="608186">
                <a:moveTo>
                  <a:pt x="608172" y="608186"/>
                </a:moveTo>
                <a:lnTo>
                  <a:pt x="608186" y="608186"/>
                </a:lnTo>
                <a:lnTo>
                  <a:pt x="608186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855" name="path-846">
            <a:extLst xmlns:a="http://schemas.openxmlformats.org/drawingml/2006/main">
              <a:ext uri="{FF2B5EF4-FFF2-40B4-BE49-F238E27FC236}">
                <a16:creationId xmlns:a16="http://schemas.microsoft.com/office/drawing/2014/main" id="{56192789-CF6E-40E0-95C2-75D36EAA4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7920319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6" name="path-847">
            <a:extLst xmlns:a="http://schemas.openxmlformats.org/drawingml/2006/main">
              <a:ext uri="{FF2B5EF4-FFF2-40B4-BE49-F238E27FC236}">
                <a16:creationId xmlns:a16="http://schemas.microsoft.com/office/drawing/2014/main" id="{DAE5F042-4C2E-4A33-A5AC-60546DF41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7920281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57" name="path-848">
            <a:extLst xmlns:a="http://schemas.openxmlformats.org/drawingml/2006/main">
              <a:ext uri="{FF2B5EF4-FFF2-40B4-BE49-F238E27FC236}">
                <a16:creationId xmlns:a16="http://schemas.microsoft.com/office/drawing/2014/main" id="{081FE4CA-0852-473C-802D-3A0EAB1786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7920319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8" name="path-849">
            <a:extLst xmlns:a="http://schemas.openxmlformats.org/drawingml/2006/main">
              <a:ext uri="{FF2B5EF4-FFF2-40B4-BE49-F238E27FC236}">
                <a16:creationId xmlns:a16="http://schemas.microsoft.com/office/drawing/2014/main" id="{1943FF24-BA48-4105-892D-4A1BBA2EE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7920281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59" name="path-850">
            <a:extLst xmlns:a="http://schemas.openxmlformats.org/drawingml/2006/main">
              <a:ext uri="{FF2B5EF4-FFF2-40B4-BE49-F238E27FC236}">
                <a16:creationId xmlns:a16="http://schemas.microsoft.com/office/drawing/2014/main" id="{14F3E2EC-3D61-40C8-96A4-0D6935B9E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7920319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0" name="path-851">
            <a:extLst xmlns:a="http://schemas.openxmlformats.org/drawingml/2006/main">
              <a:ext uri="{FF2B5EF4-FFF2-40B4-BE49-F238E27FC236}">
                <a16:creationId xmlns:a16="http://schemas.microsoft.com/office/drawing/2014/main" id="{023D7918-396B-4137-AC34-E1DC1BC74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7920281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61" name="path-852">
            <a:extLst xmlns:a="http://schemas.openxmlformats.org/drawingml/2006/main">
              <a:ext uri="{FF2B5EF4-FFF2-40B4-BE49-F238E27FC236}">
                <a16:creationId xmlns:a16="http://schemas.microsoft.com/office/drawing/2014/main" id="{B52A7DC5-EF29-4AB9-AAD2-E2F307758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8098463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2" name="path-853">
            <a:extLst xmlns:a="http://schemas.openxmlformats.org/drawingml/2006/main">
              <a:ext uri="{FF2B5EF4-FFF2-40B4-BE49-F238E27FC236}">
                <a16:creationId xmlns:a16="http://schemas.microsoft.com/office/drawing/2014/main" id="{AD1C4E72-CC66-4A5F-B448-E9F3E44EB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809855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63" name="path-854">
            <a:extLst xmlns:a="http://schemas.openxmlformats.org/drawingml/2006/main">
              <a:ext uri="{FF2B5EF4-FFF2-40B4-BE49-F238E27FC236}">
                <a16:creationId xmlns:a16="http://schemas.microsoft.com/office/drawing/2014/main" id="{BA69FEBA-9FC2-45C0-AA68-AF87D108D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8098463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4" name="path-855">
            <a:extLst xmlns:a="http://schemas.openxmlformats.org/drawingml/2006/main">
              <a:ext uri="{FF2B5EF4-FFF2-40B4-BE49-F238E27FC236}">
                <a16:creationId xmlns:a16="http://schemas.microsoft.com/office/drawing/2014/main" id="{8CFA9E3E-F472-4E92-9303-DF5561E3F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809855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65" name="path-856">
            <a:extLst xmlns:a="http://schemas.openxmlformats.org/drawingml/2006/main">
              <a:ext uri="{FF2B5EF4-FFF2-40B4-BE49-F238E27FC236}">
                <a16:creationId xmlns:a16="http://schemas.microsoft.com/office/drawing/2014/main" id="{FE975C00-95A1-41FD-8632-0E9C83056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8098463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6" name="path-857">
            <a:extLst xmlns:a="http://schemas.openxmlformats.org/drawingml/2006/main">
              <a:ext uri="{FF2B5EF4-FFF2-40B4-BE49-F238E27FC236}">
                <a16:creationId xmlns:a16="http://schemas.microsoft.com/office/drawing/2014/main" id="{C610DE9F-C939-40DD-9FF0-5FE2D30E2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809855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67" name="path-858">
            <a:extLst xmlns:a="http://schemas.openxmlformats.org/drawingml/2006/main">
              <a:ext uri="{FF2B5EF4-FFF2-40B4-BE49-F238E27FC236}">
                <a16:creationId xmlns:a16="http://schemas.microsoft.com/office/drawing/2014/main" id="{E61D58A0-2935-4825-B119-3E0AFF939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827673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8" name="path-859">
            <a:extLst xmlns:a="http://schemas.openxmlformats.org/drawingml/2006/main">
              <a:ext uri="{FF2B5EF4-FFF2-40B4-BE49-F238E27FC236}">
                <a16:creationId xmlns:a16="http://schemas.microsoft.com/office/drawing/2014/main" id="{3BDA902B-4C4E-4CCC-B8A2-D320EF781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8276827"/>
            <a:ext cx="178277" cy="178144"/>
          </a:xfrm>
          <a:custGeom xmlns:a="http://schemas.openxmlformats.org/drawingml/2006/main">
            <a:pathLst>
              <a:path w="121658" h="121567">
                <a:moveTo>
                  <a:pt x="0" y="0"/>
                </a:moveTo>
                <a:lnTo>
                  <a:pt x="0" y="121567"/>
                </a:lnTo>
                <a:lnTo>
                  <a:pt x="121658" y="121567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69" name="path-860">
            <a:extLst xmlns:a="http://schemas.openxmlformats.org/drawingml/2006/main">
              <a:ext uri="{FF2B5EF4-FFF2-40B4-BE49-F238E27FC236}">
                <a16:creationId xmlns:a16="http://schemas.microsoft.com/office/drawing/2014/main" id="{5F05F99C-B25D-4BA3-A9F9-C3756BBBB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827673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0" name="path-861">
            <a:extLst xmlns:a="http://schemas.openxmlformats.org/drawingml/2006/main">
              <a:ext uri="{FF2B5EF4-FFF2-40B4-BE49-F238E27FC236}">
                <a16:creationId xmlns:a16="http://schemas.microsoft.com/office/drawing/2014/main" id="{7DABC5FB-F9D8-4B93-95F7-80999082B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8276827"/>
            <a:ext cx="178277" cy="178144"/>
          </a:xfrm>
          <a:custGeom xmlns:a="http://schemas.openxmlformats.org/drawingml/2006/main">
            <a:pathLst>
              <a:path w="121658" h="121567">
                <a:moveTo>
                  <a:pt x="0" y="0"/>
                </a:moveTo>
                <a:lnTo>
                  <a:pt x="0" y="121567"/>
                </a:lnTo>
                <a:lnTo>
                  <a:pt x="121658" y="121567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71" name="path-862">
            <a:extLst xmlns:a="http://schemas.openxmlformats.org/drawingml/2006/main">
              <a:ext uri="{FF2B5EF4-FFF2-40B4-BE49-F238E27FC236}">
                <a16:creationId xmlns:a16="http://schemas.microsoft.com/office/drawing/2014/main" id="{CEEDFB37-F11C-479A-996A-A692EF96B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827673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2" name="path-863">
            <a:extLst xmlns:a="http://schemas.openxmlformats.org/drawingml/2006/main">
              <a:ext uri="{FF2B5EF4-FFF2-40B4-BE49-F238E27FC236}">
                <a16:creationId xmlns:a16="http://schemas.microsoft.com/office/drawing/2014/main" id="{19E7C9C0-0E0D-4074-BB5E-497FF01DC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8276827"/>
            <a:ext cx="178269" cy="178144"/>
          </a:xfrm>
          <a:custGeom xmlns:a="http://schemas.openxmlformats.org/drawingml/2006/main">
            <a:pathLst>
              <a:path w="121652" h="121567">
                <a:moveTo>
                  <a:pt x="0" y="0"/>
                </a:moveTo>
                <a:lnTo>
                  <a:pt x="0" y="121567"/>
                </a:lnTo>
                <a:lnTo>
                  <a:pt x="121652" y="121567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73" name="path-864">
            <a:extLst xmlns:a="http://schemas.openxmlformats.org/drawingml/2006/main">
              <a:ext uri="{FF2B5EF4-FFF2-40B4-BE49-F238E27FC236}">
                <a16:creationId xmlns:a16="http://schemas.microsoft.com/office/drawing/2014/main" id="{557518C8-C1E7-4F95-B1D7-CD7CAF26E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7920319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4" name="path-865">
            <a:extLst xmlns:a="http://schemas.openxmlformats.org/drawingml/2006/main">
              <a:ext uri="{FF2B5EF4-FFF2-40B4-BE49-F238E27FC236}">
                <a16:creationId xmlns:a16="http://schemas.microsoft.com/office/drawing/2014/main" id="{0B447DB4-632A-4B20-8B9C-E8E0F72A2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7920281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75" name="path-866">
            <a:extLst xmlns:a="http://schemas.openxmlformats.org/drawingml/2006/main">
              <a:ext uri="{FF2B5EF4-FFF2-40B4-BE49-F238E27FC236}">
                <a16:creationId xmlns:a16="http://schemas.microsoft.com/office/drawing/2014/main" id="{AF9D1C89-400C-4721-9CFF-AF2122409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8098463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6" name="path-867">
            <a:extLst xmlns:a="http://schemas.openxmlformats.org/drawingml/2006/main">
              <a:ext uri="{FF2B5EF4-FFF2-40B4-BE49-F238E27FC236}">
                <a16:creationId xmlns:a16="http://schemas.microsoft.com/office/drawing/2014/main" id="{AD8403BC-4F99-463A-9542-8925575A1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8098554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77" name="path-868">
            <a:extLst xmlns:a="http://schemas.openxmlformats.org/drawingml/2006/main">
              <a:ext uri="{FF2B5EF4-FFF2-40B4-BE49-F238E27FC236}">
                <a16:creationId xmlns:a16="http://schemas.microsoft.com/office/drawing/2014/main" id="{11EE9317-31D3-4A4F-84B3-146875F39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827673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8" name="path-869">
            <a:extLst xmlns:a="http://schemas.openxmlformats.org/drawingml/2006/main">
              <a:ext uri="{FF2B5EF4-FFF2-40B4-BE49-F238E27FC236}">
                <a16:creationId xmlns:a16="http://schemas.microsoft.com/office/drawing/2014/main" id="{D05DE1AC-7D2E-479D-9A57-19A9371BE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8276827"/>
            <a:ext cx="178144" cy="178144"/>
          </a:xfrm>
          <a:custGeom xmlns:a="http://schemas.openxmlformats.org/drawingml/2006/main">
            <a:pathLst>
              <a:path w="121567" h="121567">
                <a:moveTo>
                  <a:pt x="0" y="0"/>
                </a:moveTo>
                <a:lnTo>
                  <a:pt x="0" y="121567"/>
                </a:lnTo>
                <a:lnTo>
                  <a:pt x="121567" y="121567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79" name="path-870">
            <a:extLst xmlns:a="http://schemas.openxmlformats.org/drawingml/2006/main">
              <a:ext uri="{FF2B5EF4-FFF2-40B4-BE49-F238E27FC236}">
                <a16:creationId xmlns:a16="http://schemas.microsoft.com/office/drawing/2014/main" id="{9BD7A0BC-CF15-432A-B52E-24473AAFC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8455008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0" name="path-871">
            <a:extLst xmlns:a="http://schemas.openxmlformats.org/drawingml/2006/main">
              <a:ext uri="{FF2B5EF4-FFF2-40B4-BE49-F238E27FC236}">
                <a16:creationId xmlns:a16="http://schemas.microsoft.com/office/drawing/2014/main" id="{DE24F9AB-D68C-42EB-959E-D938E4B64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8454972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81" name="path-872">
            <a:extLst xmlns:a="http://schemas.openxmlformats.org/drawingml/2006/main">
              <a:ext uri="{FF2B5EF4-FFF2-40B4-BE49-F238E27FC236}">
                <a16:creationId xmlns:a16="http://schemas.microsoft.com/office/drawing/2014/main" id="{D2995913-559F-4D79-A33F-6579228DD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8455008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2" name="path-873">
            <a:extLst xmlns:a="http://schemas.openxmlformats.org/drawingml/2006/main">
              <a:ext uri="{FF2B5EF4-FFF2-40B4-BE49-F238E27FC236}">
                <a16:creationId xmlns:a16="http://schemas.microsoft.com/office/drawing/2014/main" id="{61B5F75B-05E3-410B-863E-A4F9F7D2D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8454972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83" name="path-874">
            <a:extLst xmlns:a="http://schemas.openxmlformats.org/drawingml/2006/main">
              <a:ext uri="{FF2B5EF4-FFF2-40B4-BE49-F238E27FC236}">
                <a16:creationId xmlns:a16="http://schemas.microsoft.com/office/drawing/2014/main" id="{057B3CED-5100-49A9-8456-E27B93FDE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8455008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4" name="path-875">
            <a:extLst xmlns:a="http://schemas.openxmlformats.org/drawingml/2006/main">
              <a:ext uri="{FF2B5EF4-FFF2-40B4-BE49-F238E27FC236}">
                <a16:creationId xmlns:a16="http://schemas.microsoft.com/office/drawing/2014/main" id="{4FF198FB-2877-4559-8256-E229952BAA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8454972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85" name="path-876">
            <a:extLst xmlns:a="http://schemas.openxmlformats.org/drawingml/2006/main">
              <a:ext uri="{FF2B5EF4-FFF2-40B4-BE49-F238E27FC236}">
                <a16:creationId xmlns:a16="http://schemas.microsoft.com/office/drawing/2014/main" id="{27520AD1-E2BC-4DA6-9623-B2AC5CBC9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8455008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6" name="path-877">
            <a:extLst xmlns:a="http://schemas.openxmlformats.org/drawingml/2006/main">
              <a:ext uri="{FF2B5EF4-FFF2-40B4-BE49-F238E27FC236}">
                <a16:creationId xmlns:a16="http://schemas.microsoft.com/office/drawing/2014/main" id="{99BDC4AE-8B99-435C-99C0-9DA23EA9B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8454972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87" name="path-878">
            <a:extLst xmlns:a="http://schemas.openxmlformats.org/drawingml/2006/main">
              <a:ext uri="{FF2B5EF4-FFF2-40B4-BE49-F238E27FC236}">
                <a16:creationId xmlns:a16="http://schemas.microsoft.com/office/drawing/2014/main" id="{69307F7E-C17F-4909-A800-D2418220A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7920319"/>
            <a:ext cx="178234" cy="178236"/>
          </a:xfrm>
          <a:custGeom xmlns:a="http://schemas.openxmlformats.org/drawingml/2006/main">
            <a:pathLst>
              <a:path w="121628" h="121630">
                <a:moveTo>
                  <a:pt x="0" y="0"/>
                </a:moveTo>
                <a:lnTo>
                  <a:pt x="121628" y="0"/>
                </a:lnTo>
                <a:lnTo>
                  <a:pt x="121628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8" name="path-879">
            <a:extLst xmlns:a="http://schemas.openxmlformats.org/drawingml/2006/main">
              <a:ext uri="{FF2B5EF4-FFF2-40B4-BE49-F238E27FC236}">
                <a16:creationId xmlns:a16="http://schemas.microsoft.com/office/drawing/2014/main" id="{A11D0721-1B84-45D5-A67D-6291CAF5D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7920281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89" name="path-880">
            <a:extLst xmlns:a="http://schemas.openxmlformats.org/drawingml/2006/main">
              <a:ext uri="{FF2B5EF4-FFF2-40B4-BE49-F238E27FC236}">
                <a16:creationId xmlns:a16="http://schemas.microsoft.com/office/drawing/2014/main" id="{13BC0DCE-3FA7-4408-95DF-695B15B0B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8098463"/>
            <a:ext cx="178234" cy="178236"/>
          </a:xfrm>
          <a:custGeom xmlns:a="http://schemas.openxmlformats.org/drawingml/2006/main">
            <a:pathLst>
              <a:path w="121628" h="121630">
                <a:moveTo>
                  <a:pt x="0" y="0"/>
                </a:moveTo>
                <a:lnTo>
                  <a:pt x="121628" y="0"/>
                </a:lnTo>
                <a:lnTo>
                  <a:pt x="121628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0" name="path-881">
            <a:extLst xmlns:a="http://schemas.openxmlformats.org/drawingml/2006/main">
              <a:ext uri="{FF2B5EF4-FFF2-40B4-BE49-F238E27FC236}">
                <a16:creationId xmlns:a16="http://schemas.microsoft.com/office/drawing/2014/main" id="{51E650C6-B1F1-432C-A12F-6564A9077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809855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91" name="path-882">
            <a:extLst xmlns:a="http://schemas.openxmlformats.org/drawingml/2006/main">
              <a:ext uri="{FF2B5EF4-FFF2-40B4-BE49-F238E27FC236}">
                <a16:creationId xmlns:a16="http://schemas.microsoft.com/office/drawing/2014/main" id="{0214658F-54E8-49EA-961B-695610993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8276736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2" name="path-883">
            <a:extLst xmlns:a="http://schemas.openxmlformats.org/drawingml/2006/main">
              <a:ext uri="{FF2B5EF4-FFF2-40B4-BE49-F238E27FC236}">
                <a16:creationId xmlns:a16="http://schemas.microsoft.com/office/drawing/2014/main" id="{83D19F4E-8276-4383-865B-688CC0949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8276827"/>
            <a:ext cx="178269" cy="178144"/>
          </a:xfrm>
          <a:custGeom xmlns:a="http://schemas.openxmlformats.org/drawingml/2006/main">
            <a:pathLst>
              <a:path w="121652" h="121567">
                <a:moveTo>
                  <a:pt x="0" y="0"/>
                </a:moveTo>
                <a:lnTo>
                  <a:pt x="0" y="121567"/>
                </a:lnTo>
                <a:lnTo>
                  <a:pt x="121652" y="121567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93" name="path-884">
            <a:extLst xmlns:a="http://schemas.openxmlformats.org/drawingml/2006/main">
              <a:ext uri="{FF2B5EF4-FFF2-40B4-BE49-F238E27FC236}">
                <a16:creationId xmlns:a16="http://schemas.microsoft.com/office/drawing/2014/main" id="{37A58FF3-0F54-4593-B7DC-4377C3C0C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8455008"/>
            <a:ext cx="178234" cy="178236"/>
          </a:xfrm>
          <a:custGeom xmlns:a="http://schemas.openxmlformats.org/drawingml/2006/main">
            <a:pathLst>
              <a:path w="121628" h="121630">
                <a:moveTo>
                  <a:pt x="0" y="0"/>
                </a:moveTo>
                <a:lnTo>
                  <a:pt x="121628" y="0"/>
                </a:lnTo>
                <a:lnTo>
                  <a:pt x="121628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4" name="path-885">
            <a:extLst xmlns:a="http://schemas.openxmlformats.org/drawingml/2006/main">
              <a:ext uri="{FF2B5EF4-FFF2-40B4-BE49-F238E27FC236}">
                <a16:creationId xmlns:a16="http://schemas.microsoft.com/office/drawing/2014/main" id="{AB77F2E5-EF5A-4EEC-B8BF-957F02E1B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8454972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95" name="path-886">
            <a:extLst xmlns:a="http://schemas.openxmlformats.org/drawingml/2006/main">
              <a:ext uri="{FF2B5EF4-FFF2-40B4-BE49-F238E27FC236}">
                <a16:creationId xmlns:a16="http://schemas.microsoft.com/office/drawing/2014/main" id="{AE0FC0A0-C0FB-481A-9028-7E25C7745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863328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6" name="path-887">
            <a:extLst xmlns:a="http://schemas.openxmlformats.org/drawingml/2006/main">
              <a:ext uri="{FF2B5EF4-FFF2-40B4-BE49-F238E27FC236}">
                <a16:creationId xmlns:a16="http://schemas.microsoft.com/office/drawing/2014/main" id="{FB3BCF38-4C5E-4FA7-BFB2-BFE55B4AC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863324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97" name="path-888">
            <a:extLst xmlns:a="http://schemas.openxmlformats.org/drawingml/2006/main">
              <a:ext uri="{FF2B5EF4-FFF2-40B4-BE49-F238E27FC236}">
                <a16:creationId xmlns:a16="http://schemas.microsoft.com/office/drawing/2014/main" id="{1F486E59-BB8D-4405-91AD-1A13E8A006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863328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8" name="path-889">
            <a:extLst xmlns:a="http://schemas.openxmlformats.org/drawingml/2006/main">
              <a:ext uri="{FF2B5EF4-FFF2-40B4-BE49-F238E27FC236}">
                <a16:creationId xmlns:a16="http://schemas.microsoft.com/office/drawing/2014/main" id="{B3B1A3F4-ADC0-4B3E-AC67-DD4F6B2A3F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8633244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899" name="path-890">
            <a:extLst xmlns:a="http://schemas.openxmlformats.org/drawingml/2006/main">
              <a:ext uri="{FF2B5EF4-FFF2-40B4-BE49-F238E27FC236}">
                <a16:creationId xmlns:a16="http://schemas.microsoft.com/office/drawing/2014/main" id="{0B676124-65DA-4AB2-8FF5-A99F596E0B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863328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0" name="path-891">
            <a:extLst xmlns:a="http://schemas.openxmlformats.org/drawingml/2006/main">
              <a:ext uri="{FF2B5EF4-FFF2-40B4-BE49-F238E27FC236}">
                <a16:creationId xmlns:a16="http://schemas.microsoft.com/office/drawing/2014/main" id="{621B7337-EADE-4CEE-96CC-4E2E1448D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863324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01" name="path-892">
            <a:extLst xmlns:a="http://schemas.openxmlformats.org/drawingml/2006/main">
              <a:ext uri="{FF2B5EF4-FFF2-40B4-BE49-F238E27FC236}">
                <a16:creationId xmlns:a16="http://schemas.microsoft.com/office/drawing/2014/main" id="{213B8B93-8FFB-454E-9621-03D191CAA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8633282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2" name="path-893">
            <a:extLst xmlns:a="http://schemas.openxmlformats.org/drawingml/2006/main">
              <a:ext uri="{FF2B5EF4-FFF2-40B4-BE49-F238E27FC236}">
                <a16:creationId xmlns:a16="http://schemas.microsoft.com/office/drawing/2014/main" id="{ECE37AA1-DFB5-49C7-ADC4-265A15FBE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8633244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03" name="path-894">
            <a:extLst xmlns:a="http://schemas.openxmlformats.org/drawingml/2006/main">
              <a:ext uri="{FF2B5EF4-FFF2-40B4-BE49-F238E27FC236}">
                <a16:creationId xmlns:a16="http://schemas.microsoft.com/office/drawing/2014/main" id="{29305B43-6867-4B34-9573-B309AC34C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8633282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4" name="path-895">
            <a:extLst xmlns:a="http://schemas.openxmlformats.org/drawingml/2006/main">
              <a:ext uri="{FF2B5EF4-FFF2-40B4-BE49-F238E27FC236}">
                <a16:creationId xmlns:a16="http://schemas.microsoft.com/office/drawing/2014/main" id="{F9CE95AD-39E0-447C-94EE-93E523BF4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8633244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05" name="path-896">
            <a:extLst xmlns:a="http://schemas.openxmlformats.org/drawingml/2006/main">
              <a:ext uri="{FF2B5EF4-FFF2-40B4-BE49-F238E27FC236}">
                <a16:creationId xmlns:a16="http://schemas.microsoft.com/office/drawing/2014/main" id="{F9A75309-337D-4BD8-9B7F-BE9F3A1DC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7920281"/>
            <a:ext cx="191" cy="891236"/>
          </a:xfrm>
          <a:custGeom xmlns:a="http://schemas.openxmlformats.org/drawingml/2006/main">
            <a:pathLst>
              <a:path w="191" h="608186">
                <a:moveTo>
                  <a:pt x="0" y="0"/>
                </a:moveTo>
                <a:lnTo>
                  <a:pt x="0" y="608186"/>
                </a:lnTo>
                <a:lnTo>
                  <a:pt x="40" y="608186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906" name="path-897">
            <a:extLst xmlns:a="http://schemas.openxmlformats.org/drawingml/2006/main">
              <a:ext uri="{FF2B5EF4-FFF2-40B4-BE49-F238E27FC236}">
                <a16:creationId xmlns:a16="http://schemas.microsoft.com/office/drawing/2014/main" id="{8B1E41CF-20B0-4044-9D4F-A18237C04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8811517"/>
            <a:ext cx="891169" cy="191"/>
          </a:xfrm>
          <a:custGeom xmlns:a="http://schemas.openxmlformats.org/drawingml/2006/main">
            <a:pathLst>
              <a:path w="608141" h="191">
                <a:moveTo>
                  <a:pt x="0" y="0"/>
                </a:moveTo>
                <a:lnTo>
                  <a:pt x="608141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907" name="path-898">
            <a:extLst xmlns:a="http://schemas.openxmlformats.org/drawingml/2006/main">
              <a:ext uri="{FF2B5EF4-FFF2-40B4-BE49-F238E27FC236}">
                <a16:creationId xmlns:a16="http://schemas.microsoft.com/office/drawing/2014/main" id="{D587AF7F-6059-45ED-B64D-0568162A5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7920281"/>
            <a:ext cx="891236" cy="891236"/>
          </a:xfrm>
          <a:custGeom xmlns:a="http://schemas.openxmlformats.org/drawingml/2006/main">
            <a:pathLst>
              <a:path w="608186" h="608186">
                <a:moveTo>
                  <a:pt x="608181" y="608186"/>
                </a:moveTo>
                <a:lnTo>
                  <a:pt x="608186" y="608186"/>
                </a:lnTo>
                <a:lnTo>
                  <a:pt x="608186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908" name="path-899">
            <a:extLst xmlns:a="http://schemas.openxmlformats.org/drawingml/2006/main">
              <a:ext uri="{FF2B5EF4-FFF2-40B4-BE49-F238E27FC236}">
                <a16:creationId xmlns:a16="http://schemas.microsoft.com/office/drawing/2014/main" id="{F7202061-699B-4F78-9C82-BB471BAB9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8018285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9" name="path-900">
            <a:extLst xmlns:a="http://schemas.openxmlformats.org/drawingml/2006/main">
              <a:ext uri="{FF2B5EF4-FFF2-40B4-BE49-F238E27FC236}">
                <a16:creationId xmlns:a16="http://schemas.microsoft.com/office/drawing/2014/main" id="{AECE59C3-287B-4CCF-8D9D-83FD94179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8018249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10" name="path-901">
            <a:extLst xmlns:a="http://schemas.openxmlformats.org/drawingml/2006/main">
              <a:ext uri="{FF2B5EF4-FFF2-40B4-BE49-F238E27FC236}">
                <a16:creationId xmlns:a16="http://schemas.microsoft.com/office/drawing/2014/main" id="{E883DD58-ED7A-49AE-8CFA-42445CD96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8018285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1" name="path-902">
            <a:extLst xmlns:a="http://schemas.openxmlformats.org/drawingml/2006/main">
              <a:ext uri="{FF2B5EF4-FFF2-40B4-BE49-F238E27FC236}">
                <a16:creationId xmlns:a16="http://schemas.microsoft.com/office/drawing/2014/main" id="{1BE6F295-2B56-44E6-92C6-8C6A112C9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8018249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12" name="path-903">
            <a:extLst xmlns:a="http://schemas.openxmlformats.org/drawingml/2006/main">
              <a:ext uri="{FF2B5EF4-FFF2-40B4-BE49-F238E27FC236}">
                <a16:creationId xmlns:a16="http://schemas.microsoft.com/office/drawing/2014/main" id="{A722C08D-C884-4F85-9D4A-B946ABAF7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8018285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3" name="path-904">
            <a:extLst xmlns:a="http://schemas.openxmlformats.org/drawingml/2006/main">
              <a:ext uri="{FF2B5EF4-FFF2-40B4-BE49-F238E27FC236}">
                <a16:creationId xmlns:a16="http://schemas.microsoft.com/office/drawing/2014/main" id="{8E7B8695-71BD-413F-850B-3B93770C5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8018249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14" name="path-905">
            <a:extLst xmlns:a="http://schemas.openxmlformats.org/drawingml/2006/main">
              <a:ext uri="{FF2B5EF4-FFF2-40B4-BE49-F238E27FC236}">
                <a16:creationId xmlns:a16="http://schemas.microsoft.com/office/drawing/2014/main" id="{B62A4A1A-5961-4194-A3DB-7354F1208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819643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5" name="path-906">
            <a:extLst xmlns:a="http://schemas.openxmlformats.org/drawingml/2006/main">
              <a:ext uri="{FF2B5EF4-FFF2-40B4-BE49-F238E27FC236}">
                <a16:creationId xmlns:a16="http://schemas.microsoft.com/office/drawing/2014/main" id="{BCE0D4B2-C3C8-4EF4-BFC6-48DBD30F9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8196522"/>
            <a:ext cx="178269" cy="178269"/>
          </a:xfrm>
          <a:custGeom xmlns:a="http://schemas.openxmlformats.org/drawingml/2006/main">
            <a:pathLst>
              <a:path w="121652" h="121652">
                <a:moveTo>
                  <a:pt x="0" y="0"/>
                </a:moveTo>
                <a:lnTo>
                  <a:pt x="0" y="121652"/>
                </a:lnTo>
                <a:lnTo>
                  <a:pt x="121652" y="121652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16" name="path-907">
            <a:extLst xmlns:a="http://schemas.openxmlformats.org/drawingml/2006/main">
              <a:ext uri="{FF2B5EF4-FFF2-40B4-BE49-F238E27FC236}">
                <a16:creationId xmlns:a16="http://schemas.microsoft.com/office/drawing/2014/main" id="{A5B1B83B-3829-488A-9407-6C87747F1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819643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7" name="path-908">
            <a:extLst xmlns:a="http://schemas.openxmlformats.org/drawingml/2006/main">
              <a:ext uri="{FF2B5EF4-FFF2-40B4-BE49-F238E27FC236}">
                <a16:creationId xmlns:a16="http://schemas.microsoft.com/office/drawing/2014/main" id="{F6D5A61B-CE05-4D0A-B1DB-A2D6EBCC5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8196522"/>
            <a:ext cx="178269" cy="178269"/>
          </a:xfrm>
          <a:custGeom xmlns:a="http://schemas.openxmlformats.org/drawingml/2006/main">
            <a:pathLst>
              <a:path w="121652" h="121652">
                <a:moveTo>
                  <a:pt x="0" y="0"/>
                </a:moveTo>
                <a:lnTo>
                  <a:pt x="0" y="121652"/>
                </a:lnTo>
                <a:lnTo>
                  <a:pt x="121652" y="121652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18" name="path-909">
            <a:extLst xmlns:a="http://schemas.openxmlformats.org/drawingml/2006/main">
              <a:ext uri="{FF2B5EF4-FFF2-40B4-BE49-F238E27FC236}">
                <a16:creationId xmlns:a16="http://schemas.microsoft.com/office/drawing/2014/main" id="{57A5DC2C-B9EF-4D81-AA1D-48AC7969F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819643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9" name="path-910">
            <a:extLst xmlns:a="http://schemas.openxmlformats.org/drawingml/2006/main">
              <a:ext uri="{FF2B5EF4-FFF2-40B4-BE49-F238E27FC236}">
                <a16:creationId xmlns:a16="http://schemas.microsoft.com/office/drawing/2014/main" id="{9F302D75-3D2E-4E42-A732-7C331A897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8196522"/>
            <a:ext cx="178277" cy="178269"/>
          </a:xfrm>
          <a:custGeom xmlns:a="http://schemas.openxmlformats.org/drawingml/2006/main">
            <a:pathLst>
              <a:path w="121658" h="121652">
                <a:moveTo>
                  <a:pt x="0" y="0"/>
                </a:moveTo>
                <a:lnTo>
                  <a:pt x="0" y="121652"/>
                </a:lnTo>
                <a:lnTo>
                  <a:pt x="121658" y="121652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20" name="path-911">
            <a:extLst xmlns:a="http://schemas.openxmlformats.org/drawingml/2006/main">
              <a:ext uri="{FF2B5EF4-FFF2-40B4-BE49-F238E27FC236}">
                <a16:creationId xmlns:a16="http://schemas.microsoft.com/office/drawing/2014/main" id="{3B09B4FC-9741-4BD5-82BC-F8178D0D5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8374702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1" name="path-912">
            <a:extLst xmlns:a="http://schemas.openxmlformats.org/drawingml/2006/main">
              <a:ext uri="{FF2B5EF4-FFF2-40B4-BE49-F238E27FC236}">
                <a16:creationId xmlns:a16="http://schemas.microsoft.com/office/drawing/2014/main" id="{37F60BFB-868D-4C44-B743-F6B440027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8374791"/>
            <a:ext cx="178269" cy="178149"/>
          </a:xfrm>
          <a:custGeom xmlns:a="http://schemas.openxmlformats.org/drawingml/2006/main">
            <a:pathLst>
              <a:path w="121652" h="121570">
                <a:moveTo>
                  <a:pt x="0" y="0"/>
                </a:moveTo>
                <a:lnTo>
                  <a:pt x="0" y="121570"/>
                </a:lnTo>
                <a:lnTo>
                  <a:pt x="121652" y="121570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22" name="path-913">
            <a:extLst xmlns:a="http://schemas.openxmlformats.org/drawingml/2006/main">
              <a:ext uri="{FF2B5EF4-FFF2-40B4-BE49-F238E27FC236}">
                <a16:creationId xmlns:a16="http://schemas.microsoft.com/office/drawing/2014/main" id="{3C1F9D3E-FED1-44CE-A68E-C580318BE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8374702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3" name="path-914">
            <a:extLst xmlns:a="http://schemas.openxmlformats.org/drawingml/2006/main">
              <a:ext uri="{FF2B5EF4-FFF2-40B4-BE49-F238E27FC236}">
                <a16:creationId xmlns:a16="http://schemas.microsoft.com/office/drawing/2014/main" id="{A7FF80DE-9455-4D81-B801-96695EBB3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8374791"/>
            <a:ext cx="178269" cy="178149"/>
          </a:xfrm>
          <a:custGeom xmlns:a="http://schemas.openxmlformats.org/drawingml/2006/main">
            <a:pathLst>
              <a:path w="121652" h="121570">
                <a:moveTo>
                  <a:pt x="0" y="0"/>
                </a:moveTo>
                <a:lnTo>
                  <a:pt x="0" y="121570"/>
                </a:lnTo>
                <a:lnTo>
                  <a:pt x="121652" y="121570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24" name="path-915">
            <a:extLst xmlns:a="http://schemas.openxmlformats.org/drawingml/2006/main">
              <a:ext uri="{FF2B5EF4-FFF2-40B4-BE49-F238E27FC236}">
                <a16:creationId xmlns:a16="http://schemas.microsoft.com/office/drawing/2014/main" id="{9FB45FE6-B396-49CA-B14A-A50C2B399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8374702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5" name="path-916">
            <a:extLst xmlns:a="http://schemas.openxmlformats.org/drawingml/2006/main">
              <a:ext uri="{FF2B5EF4-FFF2-40B4-BE49-F238E27FC236}">
                <a16:creationId xmlns:a16="http://schemas.microsoft.com/office/drawing/2014/main" id="{FCB5C743-9F58-4DC8-87C5-A90D85AB5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8374791"/>
            <a:ext cx="178277" cy="178149"/>
          </a:xfrm>
          <a:custGeom xmlns:a="http://schemas.openxmlformats.org/drawingml/2006/main">
            <a:pathLst>
              <a:path w="121658" h="121570">
                <a:moveTo>
                  <a:pt x="0" y="0"/>
                </a:moveTo>
                <a:lnTo>
                  <a:pt x="0" y="121570"/>
                </a:lnTo>
                <a:lnTo>
                  <a:pt x="121658" y="121570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26" name="path-917">
            <a:extLst xmlns:a="http://schemas.openxmlformats.org/drawingml/2006/main">
              <a:ext uri="{FF2B5EF4-FFF2-40B4-BE49-F238E27FC236}">
                <a16:creationId xmlns:a16="http://schemas.microsoft.com/office/drawing/2014/main" id="{239166BB-E439-49D7-988F-E9E29098B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8018285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7" name="path-918">
            <a:extLst xmlns:a="http://schemas.openxmlformats.org/drawingml/2006/main">
              <a:ext uri="{FF2B5EF4-FFF2-40B4-BE49-F238E27FC236}">
                <a16:creationId xmlns:a16="http://schemas.microsoft.com/office/drawing/2014/main" id="{B4F2A104-D76C-497A-965B-8B506CA09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8018249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28" name="path-919">
            <a:extLst xmlns:a="http://schemas.openxmlformats.org/drawingml/2006/main">
              <a:ext uri="{FF2B5EF4-FFF2-40B4-BE49-F238E27FC236}">
                <a16:creationId xmlns:a16="http://schemas.microsoft.com/office/drawing/2014/main" id="{7178FAA3-C3D0-4E1E-911B-B61865674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819643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9" name="path-920">
            <a:extLst xmlns:a="http://schemas.openxmlformats.org/drawingml/2006/main">
              <a:ext uri="{FF2B5EF4-FFF2-40B4-BE49-F238E27FC236}">
                <a16:creationId xmlns:a16="http://schemas.microsoft.com/office/drawing/2014/main" id="{4770E7A1-7FE9-48BE-98F2-0F5421B4F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8196522"/>
            <a:ext cx="178144" cy="178269"/>
          </a:xfrm>
          <a:custGeom xmlns:a="http://schemas.openxmlformats.org/drawingml/2006/main">
            <a:pathLst>
              <a:path w="121567" h="121652">
                <a:moveTo>
                  <a:pt x="0" y="0"/>
                </a:moveTo>
                <a:lnTo>
                  <a:pt x="0" y="121652"/>
                </a:lnTo>
                <a:lnTo>
                  <a:pt x="121567" y="121652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30" name="path-921">
            <a:extLst xmlns:a="http://schemas.openxmlformats.org/drawingml/2006/main">
              <a:ext uri="{FF2B5EF4-FFF2-40B4-BE49-F238E27FC236}">
                <a16:creationId xmlns:a16="http://schemas.microsoft.com/office/drawing/2014/main" id="{2896AA5E-CE60-4C31-ABF4-0AB0DE1E8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8374702"/>
            <a:ext cx="178235" cy="178236"/>
          </a:xfrm>
          <a:custGeom xmlns:a="http://schemas.openxmlformats.org/drawingml/2006/main">
            <a:pathLst>
              <a:path w="121629" h="121630">
                <a:moveTo>
                  <a:pt x="0" y="0"/>
                </a:moveTo>
                <a:lnTo>
                  <a:pt x="121629" y="0"/>
                </a:lnTo>
                <a:lnTo>
                  <a:pt x="121629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1" name="path-922">
            <a:extLst xmlns:a="http://schemas.openxmlformats.org/drawingml/2006/main">
              <a:ext uri="{FF2B5EF4-FFF2-40B4-BE49-F238E27FC236}">
                <a16:creationId xmlns:a16="http://schemas.microsoft.com/office/drawing/2014/main" id="{171DB1F9-F723-43CE-9417-6062EE08E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8374791"/>
            <a:ext cx="178144" cy="178149"/>
          </a:xfrm>
          <a:custGeom xmlns:a="http://schemas.openxmlformats.org/drawingml/2006/main">
            <a:pathLst>
              <a:path w="121567" h="121570">
                <a:moveTo>
                  <a:pt x="0" y="0"/>
                </a:moveTo>
                <a:lnTo>
                  <a:pt x="0" y="121570"/>
                </a:lnTo>
                <a:lnTo>
                  <a:pt x="121567" y="121570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32" name="path-923">
            <a:extLst xmlns:a="http://schemas.openxmlformats.org/drawingml/2006/main">
              <a:ext uri="{FF2B5EF4-FFF2-40B4-BE49-F238E27FC236}">
                <a16:creationId xmlns:a16="http://schemas.microsoft.com/office/drawing/2014/main" id="{572784D6-5F58-4FF7-A266-27E215E63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855297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3" name="path-924">
            <a:extLst xmlns:a="http://schemas.openxmlformats.org/drawingml/2006/main">
              <a:ext uri="{FF2B5EF4-FFF2-40B4-BE49-F238E27FC236}">
                <a16:creationId xmlns:a16="http://schemas.microsoft.com/office/drawing/2014/main" id="{4FBB9DEB-1728-41A3-9968-4C7F30A17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8552939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34" name="path-925">
            <a:extLst xmlns:a="http://schemas.openxmlformats.org/drawingml/2006/main">
              <a:ext uri="{FF2B5EF4-FFF2-40B4-BE49-F238E27FC236}">
                <a16:creationId xmlns:a16="http://schemas.microsoft.com/office/drawing/2014/main" id="{D4CFC02E-8D37-4E22-A5A5-C9B69CB6F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855297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5" name="path-926">
            <a:extLst xmlns:a="http://schemas.openxmlformats.org/drawingml/2006/main">
              <a:ext uri="{FF2B5EF4-FFF2-40B4-BE49-F238E27FC236}">
                <a16:creationId xmlns:a16="http://schemas.microsoft.com/office/drawing/2014/main" id="{A3823206-BF51-4805-8BD5-0708018C3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8552939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36" name="path-927">
            <a:extLst xmlns:a="http://schemas.openxmlformats.org/drawingml/2006/main">
              <a:ext uri="{FF2B5EF4-FFF2-40B4-BE49-F238E27FC236}">
                <a16:creationId xmlns:a16="http://schemas.microsoft.com/office/drawing/2014/main" id="{16B06309-018E-4715-A4F2-9187884FC9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855297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7" name="path-928">
            <a:extLst xmlns:a="http://schemas.openxmlformats.org/drawingml/2006/main">
              <a:ext uri="{FF2B5EF4-FFF2-40B4-BE49-F238E27FC236}">
                <a16:creationId xmlns:a16="http://schemas.microsoft.com/office/drawing/2014/main" id="{7737A845-DA16-427E-986D-C06614C06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8552939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38" name="path-929">
            <a:extLst xmlns:a="http://schemas.openxmlformats.org/drawingml/2006/main">
              <a:ext uri="{FF2B5EF4-FFF2-40B4-BE49-F238E27FC236}">
                <a16:creationId xmlns:a16="http://schemas.microsoft.com/office/drawing/2014/main" id="{267F2031-662D-4ECC-B46A-AEAF67A3DA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855297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9" name="path-930">
            <a:extLst xmlns:a="http://schemas.openxmlformats.org/drawingml/2006/main">
              <a:ext uri="{FF2B5EF4-FFF2-40B4-BE49-F238E27FC236}">
                <a16:creationId xmlns:a16="http://schemas.microsoft.com/office/drawing/2014/main" id="{89793663-5EC3-4C39-9684-6A1469B1F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8552939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40" name="path-931">
            <a:extLst xmlns:a="http://schemas.openxmlformats.org/drawingml/2006/main">
              <a:ext uri="{FF2B5EF4-FFF2-40B4-BE49-F238E27FC236}">
                <a16:creationId xmlns:a16="http://schemas.microsoft.com/office/drawing/2014/main" id="{0B5F720B-E50D-44FF-A583-B3F701CDA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8018285"/>
            <a:ext cx="178234" cy="178236"/>
          </a:xfrm>
          <a:custGeom xmlns:a="http://schemas.openxmlformats.org/drawingml/2006/main">
            <a:pathLst>
              <a:path w="121628" h="121630">
                <a:moveTo>
                  <a:pt x="0" y="0"/>
                </a:moveTo>
                <a:lnTo>
                  <a:pt x="121628" y="0"/>
                </a:lnTo>
                <a:lnTo>
                  <a:pt x="121628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1" name="path-932">
            <a:extLst xmlns:a="http://schemas.openxmlformats.org/drawingml/2006/main">
              <a:ext uri="{FF2B5EF4-FFF2-40B4-BE49-F238E27FC236}">
                <a16:creationId xmlns:a16="http://schemas.microsoft.com/office/drawing/2014/main" id="{4A069692-8F4A-438D-ACF1-E9EA1207F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8018249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42" name="path-933">
            <a:extLst xmlns:a="http://schemas.openxmlformats.org/drawingml/2006/main">
              <a:ext uri="{FF2B5EF4-FFF2-40B4-BE49-F238E27FC236}">
                <a16:creationId xmlns:a16="http://schemas.microsoft.com/office/drawing/2014/main" id="{B8592A51-3BE4-4570-AE4D-F06C10B3E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8196430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3" name="path-934">
            <a:extLst xmlns:a="http://schemas.openxmlformats.org/drawingml/2006/main">
              <a:ext uri="{FF2B5EF4-FFF2-40B4-BE49-F238E27FC236}">
                <a16:creationId xmlns:a16="http://schemas.microsoft.com/office/drawing/2014/main" id="{70B3C7DC-A96A-46E8-B2A5-79F0D291C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8196522"/>
            <a:ext cx="178269" cy="178269"/>
          </a:xfrm>
          <a:custGeom xmlns:a="http://schemas.openxmlformats.org/drawingml/2006/main">
            <a:pathLst>
              <a:path w="121652" h="121652">
                <a:moveTo>
                  <a:pt x="0" y="0"/>
                </a:moveTo>
                <a:lnTo>
                  <a:pt x="0" y="121652"/>
                </a:lnTo>
                <a:lnTo>
                  <a:pt x="121652" y="121652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44" name="path-935">
            <a:extLst xmlns:a="http://schemas.openxmlformats.org/drawingml/2006/main">
              <a:ext uri="{FF2B5EF4-FFF2-40B4-BE49-F238E27FC236}">
                <a16:creationId xmlns:a16="http://schemas.microsoft.com/office/drawing/2014/main" id="{CABBB545-3833-4B81-A954-A2B9C0575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8374702"/>
            <a:ext cx="178234" cy="178236"/>
          </a:xfrm>
          <a:custGeom xmlns:a="http://schemas.openxmlformats.org/drawingml/2006/main">
            <a:pathLst>
              <a:path w="121628" h="121630">
                <a:moveTo>
                  <a:pt x="0" y="0"/>
                </a:moveTo>
                <a:lnTo>
                  <a:pt x="121628" y="0"/>
                </a:lnTo>
                <a:lnTo>
                  <a:pt x="121628" y="121630"/>
                </a:lnTo>
                <a:lnTo>
                  <a:pt x="0" y="12163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5" name="path-936">
            <a:extLst xmlns:a="http://schemas.openxmlformats.org/drawingml/2006/main">
              <a:ext uri="{FF2B5EF4-FFF2-40B4-BE49-F238E27FC236}">
                <a16:creationId xmlns:a16="http://schemas.microsoft.com/office/drawing/2014/main" id="{9321FBB9-9DD6-431B-A429-571BC2C63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8374791"/>
            <a:ext cx="178269" cy="178149"/>
          </a:xfrm>
          <a:custGeom xmlns:a="http://schemas.openxmlformats.org/drawingml/2006/main">
            <a:pathLst>
              <a:path w="121652" h="121570">
                <a:moveTo>
                  <a:pt x="0" y="0"/>
                </a:moveTo>
                <a:lnTo>
                  <a:pt x="0" y="121570"/>
                </a:lnTo>
                <a:lnTo>
                  <a:pt x="121652" y="121570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46" name="path-937">
            <a:extLst xmlns:a="http://schemas.openxmlformats.org/drawingml/2006/main">
              <a:ext uri="{FF2B5EF4-FFF2-40B4-BE49-F238E27FC236}">
                <a16:creationId xmlns:a16="http://schemas.microsoft.com/office/drawing/2014/main" id="{3B0FBC7F-2731-4F69-A226-76F9FF3D3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8552976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7" name="path-938">
            <a:extLst xmlns:a="http://schemas.openxmlformats.org/drawingml/2006/main">
              <a:ext uri="{FF2B5EF4-FFF2-40B4-BE49-F238E27FC236}">
                <a16:creationId xmlns:a16="http://schemas.microsoft.com/office/drawing/2014/main" id="{1F2CE35C-6097-4EC1-B908-7A27CDDBAB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8552939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48" name="path-939">
            <a:extLst xmlns:a="http://schemas.openxmlformats.org/drawingml/2006/main">
              <a:ext uri="{FF2B5EF4-FFF2-40B4-BE49-F238E27FC236}">
                <a16:creationId xmlns:a16="http://schemas.microsoft.com/office/drawing/2014/main" id="{84EE33F6-C6A9-45C8-A311-DB81CF9BF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873124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9" name="path-940">
            <a:extLst xmlns:a="http://schemas.openxmlformats.org/drawingml/2006/main">
              <a:ext uri="{FF2B5EF4-FFF2-40B4-BE49-F238E27FC236}">
                <a16:creationId xmlns:a16="http://schemas.microsoft.com/office/drawing/2014/main" id="{B2703629-CCB6-41F8-A320-5029417C9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8731212"/>
            <a:ext cx="178269" cy="178269"/>
          </a:xfrm>
          <a:custGeom xmlns:a="http://schemas.openxmlformats.org/drawingml/2006/main">
            <a:pathLst>
              <a:path w="121652" h="121652">
                <a:moveTo>
                  <a:pt x="0" y="0"/>
                </a:moveTo>
                <a:lnTo>
                  <a:pt x="0" y="121652"/>
                </a:lnTo>
                <a:lnTo>
                  <a:pt x="121652" y="121652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50" name="path-941">
            <a:extLst xmlns:a="http://schemas.openxmlformats.org/drawingml/2006/main">
              <a:ext uri="{FF2B5EF4-FFF2-40B4-BE49-F238E27FC236}">
                <a16:creationId xmlns:a16="http://schemas.microsoft.com/office/drawing/2014/main" id="{D603E119-1FAC-414F-84CC-2EE2396AC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873124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1" name="path-942">
            <a:extLst xmlns:a="http://schemas.openxmlformats.org/drawingml/2006/main">
              <a:ext uri="{FF2B5EF4-FFF2-40B4-BE49-F238E27FC236}">
                <a16:creationId xmlns:a16="http://schemas.microsoft.com/office/drawing/2014/main" id="{E478C838-851B-4052-9B73-92F073E3B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8731212"/>
            <a:ext cx="178269" cy="178269"/>
          </a:xfrm>
          <a:custGeom xmlns:a="http://schemas.openxmlformats.org/drawingml/2006/main">
            <a:pathLst>
              <a:path w="121652" h="121652">
                <a:moveTo>
                  <a:pt x="0" y="0"/>
                </a:moveTo>
                <a:lnTo>
                  <a:pt x="0" y="121652"/>
                </a:lnTo>
                <a:lnTo>
                  <a:pt x="121652" y="121652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52" name="path-943">
            <a:extLst xmlns:a="http://schemas.openxmlformats.org/drawingml/2006/main">
              <a:ext uri="{FF2B5EF4-FFF2-40B4-BE49-F238E27FC236}">
                <a16:creationId xmlns:a16="http://schemas.microsoft.com/office/drawing/2014/main" id="{F547D776-57AB-4209-B038-26EACECDF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873124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3" name="path-944">
            <a:extLst xmlns:a="http://schemas.openxmlformats.org/drawingml/2006/main">
              <a:ext uri="{FF2B5EF4-FFF2-40B4-BE49-F238E27FC236}">
                <a16:creationId xmlns:a16="http://schemas.microsoft.com/office/drawing/2014/main" id="{64828E53-1AA2-48BB-BCE9-6B45DD1D7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8731212"/>
            <a:ext cx="178277" cy="178269"/>
          </a:xfrm>
          <a:custGeom xmlns:a="http://schemas.openxmlformats.org/drawingml/2006/main">
            <a:pathLst>
              <a:path w="121658" h="121652">
                <a:moveTo>
                  <a:pt x="0" y="0"/>
                </a:moveTo>
                <a:lnTo>
                  <a:pt x="0" y="121652"/>
                </a:lnTo>
                <a:lnTo>
                  <a:pt x="121658" y="121652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54" name="path-945">
            <a:extLst xmlns:a="http://schemas.openxmlformats.org/drawingml/2006/main">
              <a:ext uri="{FF2B5EF4-FFF2-40B4-BE49-F238E27FC236}">
                <a16:creationId xmlns:a16="http://schemas.microsoft.com/office/drawing/2014/main" id="{D43FC629-9BC4-4225-AC78-8828393B9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873124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5" name="path-946">
            <a:extLst xmlns:a="http://schemas.openxmlformats.org/drawingml/2006/main">
              <a:ext uri="{FF2B5EF4-FFF2-40B4-BE49-F238E27FC236}">
                <a16:creationId xmlns:a16="http://schemas.microsoft.com/office/drawing/2014/main" id="{F0B810B5-C151-4C4E-9F7D-49753FC9D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8731212"/>
            <a:ext cx="178144" cy="178269"/>
          </a:xfrm>
          <a:custGeom xmlns:a="http://schemas.openxmlformats.org/drawingml/2006/main">
            <a:pathLst>
              <a:path w="121567" h="121652">
                <a:moveTo>
                  <a:pt x="0" y="0"/>
                </a:moveTo>
                <a:lnTo>
                  <a:pt x="0" y="121652"/>
                </a:lnTo>
                <a:lnTo>
                  <a:pt x="121567" y="121652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56" name="path-947">
            <a:extLst xmlns:a="http://schemas.openxmlformats.org/drawingml/2006/main">
              <a:ext uri="{FF2B5EF4-FFF2-40B4-BE49-F238E27FC236}">
                <a16:creationId xmlns:a16="http://schemas.microsoft.com/office/drawing/2014/main" id="{CC74812D-DA6A-420A-A695-1398EBAC7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8731248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7" name="path-948">
            <a:extLst xmlns:a="http://schemas.openxmlformats.org/drawingml/2006/main">
              <a:ext uri="{FF2B5EF4-FFF2-40B4-BE49-F238E27FC236}">
                <a16:creationId xmlns:a16="http://schemas.microsoft.com/office/drawing/2014/main" id="{0E76C5BA-7CEB-49B6-BB4C-32D1F612E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8731212"/>
            <a:ext cx="178269" cy="178269"/>
          </a:xfrm>
          <a:custGeom xmlns:a="http://schemas.openxmlformats.org/drawingml/2006/main">
            <a:pathLst>
              <a:path w="121652" h="121652">
                <a:moveTo>
                  <a:pt x="0" y="0"/>
                </a:moveTo>
                <a:lnTo>
                  <a:pt x="0" y="121652"/>
                </a:lnTo>
                <a:lnTo>
                  <a:pt x="121652" y="121652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958" name="path-949">
            <a:extLst xmlns:a="http://schemas.openxmlformats.org/drawingml/2006/main">
              <a:ext uri="{FF2B5EF4-FFF2-40B4-BE49-F238E27FC236}">
                <a16:creationId xmlns:a16="http://schemas.microsoft.com/office/drawing/2014/main" id="{B01C6368-997E-48A7-B5C1-E4946FDE2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8018249"/>
            <a:ext cx="191" cy="891232"/>
          </a:xfrm>
          <a:custGeom xmlns:a="http://schemas.openxmlformats.org/drawingml/2006/main">
            <a:pathLst>
              <a:path w="191" h="608183">
                <a:moveTo>
                  <a:pt x="0" y="0"/>
                </a:moveTo>
                <a:lnTo>
                  <a:pt x="0" y="608183"/>
                </a:lnTo>
                <a:lnTo>
                  <a:pt x="42" y="608183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959" name="path-950">
            <a:extLst xmlns:a="http://schemas.openxmlformats.org/drawingml/2006/main">
              <a:ext uri="{FF2B5EF4-FFF2-40B4-BE49-F238E27FC236}">
                <a16:creationId xmlns:a16="http://schemas.microsoft.com/office/drawing/2014/main" id="{96D2C538-F351-42DC-B361-F3706C031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8018249"/>
            <a:ext cx="891165" cy="191"/>
          </a:xfrm>
          <a:custGeom xmlns:a="http://schemas.openxmlformats.org/drawingml/2006/main">
            <a:pathLst>
              <a:path w="608138" h="191">
                <a:moveTo>
                  <a:pt x="608138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960" name="path-951">
            <a:extLst xmlns:a="http://schemas.openxmlformats.org/drawingml/2006/main">
              <a:ext uri="{FF2B5EF4-FFF2-40B4-BE49-F238E27FC236}">
                <a16:creationId xmlns:a16="http://schemas.microsoft.com/office/drawing/2014/main" id="{93E8D63F-7824-41F1-9009-B7B60D552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8018249"/>
            <a:ext cx="191" cy="191"/>
          </a:xfrm>
          <a:custGeom xmlns:a="http://schemas.openxmlformats.org/drawingml/2006/main">
            <a:pathLst>
              <a:path w="191" h="191">
                <a:moveTo>
                  <a:pt x="4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961" name="path-952">
            <a:extLst xmlns:a="http://schemas.openxmlformats.org/drawingml/2006/main">
              <a:ext uri="{FF2B5EF4-FFF2-40B4-BE49-F238E27FC236}">
                <a16:creationId xmlns:a16="http://schemas.microsoft.com/office/drawing/2014/main" id="{1C8119D5-043A-4E26-A2FF-59D389CAD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4090" y="8251025"/>
            <a:ext cx="407333" cy="402972"/>
          </a:xfrm>
          <a:custGeom xmlns:a="http://schemas.openxmlformats.org/drawingml/2006/main">
            <a:pathLst>
              <a:path w="277967" h="274991">
                <a:moveTo>
                  <a:pt x="0" y="0"/>
                </a:moveTo>
                <a:lnTo>
                  <a:pt x="277967" y="0"/>
                </a:lnTo>
                <a:lnTo>
                  <a:pt x="277967" y="274991"/>
                </a:lnTo>
                <a:lnTo>
                  <a:pt x="0" y="274991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2" name="path-954">
            <a:extLst xmlns:a="http://schemas.openxmlformats.org/drawingml/2006/main">
              <a:ext uri="{FF2B5EF4-FFF2-40B4-BE49-F238E27FC236}">
                <a16:creationId xmlns:a16="http://schemas.microsoft.com/office/drawing/2014/main" id="{182E5CDC-1AD7-4516-98AE-E65CAC1AB1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420" y="8367295"/>
            <a:ext cx="118380" cy="129951"/>
          </a:xfrm>
          <a:custGeom xmlns:a="http://schemas.openxmlformats.org/drawingml/2006/main">
            <a:pathLst>
              <a:path w="80783" h="88679">
                <a:moveTo>
                  <a:pt x="68828" y="11232"/>
                </a:moveTo>
                <a:cubicBezTo>
                  <a:pt x="62467" y="13738"/>
                  <a:pt x="60732" y="19522"/>
                  <a:pt x="60732" y="22223"/>
                </a:cubicBezTo>
                <a:cubicBezTo>
                  <a:pt x="60732" y="27233"/>
                  <a:pt x="64780" y="30125"/>
                  <a:pt x="69022" y="30125"/>
                </a:cubicBezTo>
                <a:cubicBezTo>
                  <a:pt x="73649" y="30125"/>
                  <a:pt x="80783" y="26271"/>
                  <a:pt x="80783" y="17016"/>
                </a:cubicBezTo>
                <a:cubicBezTo>
                  <a:pt x="80783" y="6749"/>
                  <a:pt x="70563" y="0"/>
                  <a:pt x="53212" y="0"/>
                </a:cubicBezTo>
                <a:cubicBezTo>
                  <a:pt x="47620" y="0"/>
                  <a:pt x="36823" y="388"/>
                  <a:pt x="27956" y="7137"/>
                </a:cubicBezTo>
                <a:cubicBezTo>
                  <a:pt x="19281" y="13738"/>
                  <a:pt x="16195" y="24920"/>
                  <a:pt x="16195" y="29739"/>
                </a:cubicBezTo>
                <a:cubicBezTo>
                  <a:pt x="16195" y="35523"/>
                  <a:pt x="18896" y="40918"/>
                  <a:pt x="23135" y="44387"/>
                </a:cubicBezTo>
                <a:cubicBezTo>
                  <a:pt x="28533" y="48629"/>
                  <a:pt x="31813" y="49206"/>
                  <a:pt x="44922" y="51712"/>
                </a:cubicBezTo>
                <a:cubicBezTo>
                  <a:pt x="50706" y="52674"/>
                  <a:pt x="62273" y="54795"/>
                  <a:pt x="62273" y="63471"/>
                </a:cubicBezTo>
                <a:cubicBezTo>
                  <a:pt x="62273" y="64241"/>
                  <a:pt x="62273" y="81740"/>
                  <a:pt x="33546" y="81740"/>
                </a:cubicBezTo>
                <a:cubicBezTo>
                  <a:pt x="24100" y="81740"/>
                  <a:pt x="16966" y="79833"/>
                  <a:pt x="12724" y="76774"/>
                </a:cubicBezTo>
                <a:cubicBezTo>
                  <a:pt x="19281" y="74847"/>
                  <a:pt x="23329" y="69254"/>
                  <a:pt x="23329" y="63471"/>
                </a:cubicBezTo>
                <a:cubicBezTo>
                  <a:pt x="23329" y="56531"/>
                  <a:pt x="17736" y="54601"/>
                  <a:pt x="13883" y="54601"/>
                </a:cubicBezTo>
                <a:cubicBezTo>
                  <a:pt x="7325" y="54601"/>
                  <a:pt x="0" y="60002"/>
                  <a:pt x="0" y="69640"/>
                </a:cubicBezTo>
                <a:cubicBezTo>
                  <a:pt x="0" y="82125"/>
                  <a:pt x="13497" y="88679"/>
                  <a:pt x="33161" y="88679"/>
                </a:cubicBezTo>
                <a:cubicBezTo>
                  <a:pt x="77121" y="88679"/>
                  <a:pt x="77121" y="55760"/>
                  <a:pt x="77121" y="55566"/>
                </a:cubicBezTo>
                <a:cubicBezTo>
                  <a:pt x="77121" y="49014"/>
                  <a:pt x="73841" y="43810"/>
                  <a:pt x="69407" y="39956"/>
                </a:cubicBezTo>
                <a:cubicBezTo>
                  <a:pt x="63429" y="34752"/>
                  <a:pt x="56104" y="33402"/>
                  <a:pt x="49356" y="32246"/>
                </a:cubicBezTo>
                <a:cubicBezTo>
                  <a:pt x="38753" y="30319"/>
                  <a:pt x="31234" y="28968"/>
                  <a:pt x="31234" y="21834"/>
                </a:cubicBezTo>
                <a:cubicBezTo>
                  <a:pt x="31234" y="21449"/>
                  <a:pt x="31234" y="6943"/>
                  <a:pt x="52827" y="6943"/>
                </a:cubicBezTo>
                <a:cubicBezTo>
                  <a:pt x="56684" y="6943"/>
                  <a:pt x="63624" y="7331"/>
                  <a:pt x="68828" y="1123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3" name="path-955">
            <a:extLst xmlns:a="http://schemas.openxmlformats.org/drawingml/2006/main">
              <a:ext uri="{FF2B5EF4-FFF2-40B4-BE49-F238E27FC236}">
                <a16:creationId xmlns:a16="http://schemas.microsoft.com/office/drawing/2014/main" id="{B45A3BB7-88CB-4DF5-AB02-7B9DB3928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9878" y="8406105"/>
            <a:ext cx="87413" cy="131330"/>
          </a:xfrm>
          <a:custGeom xmlns:a="http://schemas.openxmlformats.org/drawingml/2006/main">
            <a:pathLst>
              <a:path w="59652" h="89621">
                <a:moveTo>
                  <a:pt x="59652" y="65053"/>
                </a:moveTo>
                <a:lnTo>
                  <a:pt x="55063" y="65053"/>
                </a:lnTo>
                <a:cubicBezTo>
                  <a:pt x="54658" y="68025"/>
                  <a:pt x="53309" y="75990"/>
                  <a:pt x="51554" y="77341"/>
                </a:cubicBezTo>
                <a:cubicBezTo>
                  <a:pt x="50475" y="78150"/>
                  <a:pt x="40084" y="78150"/>
                  <a:pt x="38194" y="78150"/>
                </a:cubicBezTo>
                <a:lnTo>
                  <a:pt x="13361" y="78150"/>
                </a:lnTo>
                <a:cubicBezTo>
                  <a:pt x="27533" y="65593"/>
                  <a:pt x="32255" y="61814"/>
                  <a:pt x="40354" y="55467"/>
                </a:cubicBezTo>
                <a:cubicBezTo>
                  <a:pt x="50339" y="47502"/>
                  <a:pt x="59652" y="39131"/>
                  <a:pt x="59652" y="26305"/>
                </a:cubicBezTo>
                <a:cubicBezTo>
                  <a:pt x="59652" y="9983"/>
                  <a:pt x="45346" y="0"/>
                  <a:pt x="28072" y="0"/>
                </a:cubicBezTo>
                <a:cubicBezTo>
                  <a:pt x="11336" y="0"/>
                  <a:pt x="0" y="11736"/>
                  <a:pt x="0" y="24145"/>
                </a:cubicBezTo>
                <a:cubicBezTo>
                  <a:pt x="0" y="31029"/>
                  <a:pt x="5803" y="31703"/>
                  <a:pt x="7154" y="31703"/>
                </a:cubicBezTo>
                <a:cubicBezTo>
                  <a:pt x="10393" y="31703"/>
                  <a:pt x="14306" y="29409"/>
                  <a:pt x="14306" y="24551"/>
                </a:cubicBezTo>
                <a:cubicBezTo>
                  <a:pt x="14306" y="22121"/>
                  <a:pt x="13361" y="17397"/>
                  <a:pt x="6343" y="17397"/>
                </a:cubicBezTo>
                <a:cubicBezTo>
                  <a:pt x="10527" y="7825"/>
                  <a:pt x="19705" y="4860"/>
                  <a:pt x="26048" y="4860"/>
                </a:cubicBezTo>
                <a:cubicBezTo>
                  <a:pt x="39543" y="4860"/>
                  <a:pt x="46561" y="15375"/>
                  <a:pt x="46561" y="26305"/>
                </a:cubicBezTo>
                <a:cubicBezTo>
                  <a:pt x="46561" y="38050"/>
                  <a:pt x="38194" y="47366"/>
                  <a:pt x="33875" y="52226"/>
                </a:cubicBezTo>
                <a:lnTo>
                  <a:pt x="1351" y="84359"/>
                </a:lnTo>
                <a:cubicBezTo>
                  <a:pt x="0" y="85572"/>
                  <a:pt x="0" y="85842"/>
                  <a:pt x="0" y="89621"/>
                </a:cubicBezTo>
                <a:lnTo>
                  <a:pt x="55603" y="89621"/>
                </a:lnTo>
                <a:lnTo>
                  <a:pt x="59652" y="6505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4" name="path-956">
            <a:extLst xmlns:a="http://schemas.openxmlformats.org/drawingml/2006/main">
              <a:ext uri="{FF2B5EF4-FFF2-40B4-BE49-F238E27FC236}">
                <a16:creationId xmlns:a16="http://schemas.microsoft.com/office/drawing/2014/main" id="{22C75B45-18B9-49E4-A174-4394349C5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8020" y="2355028"/>
            <a:ext cx="1187971" cy="191"/>
          </a:xfrm>
          <a:custGeom xmlns:a="http://schemas.openxmlformats.org/drawingml/2006/main">
            <a:pathLst>
              <a:path w="810681" h="191">
                <a:moveTo>
                  <a:pt x="0" y="0"/>
                </a:moveTo>
                <a:lnTo>
                  <a:pt x="81068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965" name="path-957">
            <a:extLst xmlns:a="http://schemas.openxmlformats.org/drawingml/2006/main">
              <a:ext uri="{FF2B5EF4-FFF2-40B4-BE49-F238E27FC236}">
                <a16:creationId xmlns:a16="http://schemas.microsoft.com/office/drawing/2014/main" id="{E5C77EB8-7024-4375-A534-F3151B98E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427" y="2312491"/>
            <a:ext cx="113434" cy="85075"/>
          </a:xfrm>
          <a:custGeom xmlns:a="http://schemas.openxmlformats.org/drawingml/2006/main">
            <a:pathLst>
              <a:path w="77408" h="58056">
                <a:moveTo>
                  <a:pt x="77408" y="29029"/>
                </a:moveTo>
                <a:lnTo>
                  <a:pt x="0" y="0"/>
                </a:lnTo>
                <a:lnTo>
                  <a:pt x="29029" y="29029"/>
                </a:lnTo>
                <a:lnTo>
                  <a:pt x="0" y="58056"/>
                </a:lnTo>
                <a:lnTo>
                  <a:pt x="77408" y="2902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6" name="path-958">
            <a:extLst xmlns:a="http://schemas.openxmlformats.org/drawingml/2006/main">
              <a:ext uri="{FF2B5EF4-FFF2-40B4-BE49-F238E27FC236}">
                <a16:creationId xmlns:a16="http://schemas.microsoft.com/office/drawing/2014/main" id="{00F9A81A-CD2A-48E9-AE7B-C348532D6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3448" y="2312489"/>
            <a:ext cx="113433" cy="85077"/>
          </a:xfrm>
          <a:custGeom xmlns:a="http://schemas.openxmlformats.org/drawingml/2006/main">
            <a:pathLst>
              <a:path w="77408" h="58057">
                <a:moveTo>
                  <a:pt x="77408" y="29029"/>
                </a:moveTo>
                <a:lnTo>
                  <a:pt x="0" y="0"/>
                </a:lnTo>
                <a:lnTo>
                  <a:pt x="29032" y="29029"/>
                </a:lnTo>
                <a:lnTo>
                  <a:pt x="0" y="58057"/>
                </a:lnTo>
                <a:lnTo>
                  <a:pt x="77408" y="29029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967" name="path-959">
            <a:extLst xmlns:a="http://schemas.openxmlformats.org/drawingml/2006/main">
              <a:ext uri="{FF2B5EF4-FFF2-40B4-BE49-F238E27FC236}">
                <a16:creationId xmlns:a16="http://schemas.microsoft.com/office/drawing/2014/main" id="{4C4FC933-7FFB-427B-87F7-F57E1056C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3089" y="2184061"/>
            <a:ext cx="901116" cy="354784"/>
          </a:xfrm>
          <a:custGeom xmlns:a="http://schemas.openxmlformats.org/drawingml/2006/main">
            <a:pathLst>
              <a:path w="614928" h="242107">
                <a:moveTo>
                  <a:pt x="0" y="0"/>
                </a:moveTo>
                <a:lnTo>
                  <a:pt x="614928" y="0"/>
                </a:lnTo>
                <a:lnTo>
                  <a:pt x="614928" y="242107"/>
                </a:lnTo>
                <a:lnTo>
                  <a:pt x="0" y="242107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8" name="path-960">
            <a:extLst xmlns:a="http://schemas.openxmlformats.org/drawingml/2006/main">
              <a:ext uri="{FF2B5EF4-FFF2-40B4-BE49-F238E27FC236}">
                <a16:creationId xmlns:a16="http://schemas.microsoft.com/office/drawing/2014/main" id="{6590BE9D-EE15-44F0-8B3A-3955EAA91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3040" y="2184106"/>
            <a:ext cx="901153" cy="354739"/>
          </a:xfrm>
          <a:custGeom xmlns:a="http://schemas.openxmlformats.org/drawingml/2006/main">
            <a:pathLst>
              <a:path w="614953" h="242077">
                <a:moveTo>
                  <a:pt x="0" y="0"/>
                </a:moveTo>
                <a:lnTo>
                  <a:pt x="0" y="242077"/>
                </a:lnTo>
                <a:lnTo>
                  <a:pt x="614953" y="242077"/>
                </a:lnTo>
                <a:lnTo>
                  <a:pt x="614953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0000"/>
            </a:solidFill>
            <a:prstDash val="solid"/>
          </a:ln>
        </p:spPr>
      </p:sp>
      <p:sp>
        <p:nvSpPr>
          <p:cNvPr id="969" name="text-961 Initialize">
            <a:extLst xmlns:a="http://schemas.openxmlformats.org/drawingml/2006/main">
              <a:ext uri="{FF2B5EF4-FFF2-40B4-BE49-F238E27FC236}">
                <a16:creationId xmlns:a16="http://schemas.microsoft.com/office/drawing/2014/main" id="{9E558B50-C847-422A-9530-A73421918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71148" y="2222639"/>
            <a:ext cx="782309" cy="2889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Initialize</a:t>
            </a:r>
          </a:p>
        </p:txBody>
      </p:sp>
      <p:sp>
        <p:nvSpPr>
          <p:cNvPr id="970" name="path-962">
            <a:extLst xmlns:a="http://schemas.openxmlformats.org/drawingml/2006/main">
              <a:ext uri="{FF2B5EF4-FFF2-40B4-BE49-F238E27FC236}">
                <a16:creationId xmlns:a16="http://schemas.microsoft.com/office/drawing/2014/main" id="{B682F1A6-EB5E-4A81-AA6B-BA5770050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374" y="3073917"/>
            <a:ext cx="191" cy="1472846"/>
          </a:xfrm>
          <a:custGeom xmlns:a="http://schemas.openxmlformats.org/drawingml/2006/main">
            <a:pathLst>
              <a:path w="191" h="1005081">
                <a:moveTo>
                  <a:pt x="0" y="0"/>
                </a:moveTo>
                <a:lnTo>
                  <a:pt x="0" y="1005081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971" name="path-963">
            <a:extLst xmlns:a="http://schemas.openxmlformats.org/drawingml/2006/main">
              <a:ext uri="{FF2B5EF4-FFF2-40B4-BE49-F238E27FC236}">
                <a16:creationId xmlns:a16="http://schemas.microsoft.com/office/drawing/2014/main" id="{FA2AC95E-510C-47C8-923E-D9BD261F0C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867" y="4504226"/>
            <a:ext cx="85077" cy="113435"/>
          </a:xfrm>
          <a:custGeom xmlns:a="http://schemas.openxmlformats.org/drawingml/2006/main">
            <a:pathLst>
              <a:path w="58057" h="77409">
                <a:moveTo>
                  <a:pt x="29029" y="77409"/>
                </a:moveTo>
                <a:lnTo>
                  <a:pt x="58057" y="0"/>
                </a:lnTo>
                <a:lnTo>
                  <a:pt x="29029" y="29030"/>
                </a:lnTo>
                <a:lnTo>
                  <a:pt x="0" y="0"/>
                </a:lnTo>
                <a:lnTo>
                  <a:pt x="29029" y="7740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2" name="path-964">
            <a:extLst xmlns:a="http://schemas.openxmlformats.org/drawingml/2006/main">
              <a:ext uri="{FF2B5EF4-FFF2-40B4-BE49-F238E27FC236}">
                <a16:creationId xmlns:a16="http://schemas.microsoft.com/office/drawing/2014/main" id="{DB7D463C-20DE-4B59-9063-005B748C6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840" y="4504224"/>
            <a:ext cx="85077" cy="113438"/>
          </a:xfrm>
          <a:custGeom xmlns:a="http://schemas.openxmlformats.org/drawingml/2006/main">
            <a:pathLst>
              <a:path w="58057" h="77411">
                <a:moveTo>
                  <a:pt x="29026" y="77411"/>
                </a:moveTo>
                <a:lnTo>
                  <a:pt x="58057" y="0"/>
                </a:lnTo>
                <a:lnTo>
                  <a:pt x="29026" y="29029"/>
                </a:lnTo>
                <a:lnTo>
                  <a:pt x="0" y="0"/>
                </a:lnTo>
                <a:lnTo>
                  <a:pt x="29026" y="77411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973" name="path-965">
            <a:extLst xmlns:a="http://schemas.openxmlformats.org/drawingml/2006/main">
              <a:ext uri="{FF2B5EF4-FFF2-40B4-BE49-F238E27FC236}">
                <a16:creationId xmlns:a16="http://schemas.microsoft.com/office/drawing/2014/main" id="{1BAB7E6E-7820-4058-AF8D-649940549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4350" y="4201434"/>
            <a:ext cx="1380169" cy="1158195"/>
          </a:xfrm>
          <a:custGeom xmlns:a="http://schemas.openxmlformats.org/drawingml/2006/main">
            <a:pathLst>
              <a:path w="941838" h="790361">
                <a:moveTo>
                  <a:pt x="0" y="790361"/>
                </a:moveTo>
                <a:lnTo>
                  <a:pt x="218155" y="790361"/>
                </a:lnTo>
                <a:cubicBezTo>
                  <a:pt x="257032" y="790361"/>
                  <a:pt x="288523" y="758866"/>
                  <a:pt x="288523" y="719987"/>
                </a:cubicBezTo>
                <a:lnTo>
                  <a:pt x="288523" y="70371"/>
                </a:lnTo>
                <a:cubicBezTo>
                  <a:pt x="288523" y="31491"/>
                  <a:pt x="320014" y="0"/>
                  <a:pt x="358897" y="0"/>
                </a:cubicBezTo>
                <a:lnTo>
                  <a:pt x="94183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974" name="path-966">
            <a:extLst xmlns:a="http://schemas.openxmlformats.org/drawingml/2006/main">
              <a:ext uri="{FF2B5EF4-FFF2-40B4-BE49-F238E27FC236}">
                <a16:creationId xmlns:a16="http://schemas.microsoft.com/office/drawing/2014/main" id="{EFAAA781-8BDA-4635-A4B3-F9C26C30D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1978" y="4158896"/>
            <a:ext cx="113434" cy="85077"/>
          </a:xfrm>
          <a:custGeom xmlns:a="http://schemas.openxmlformats.org/drawingml/2006/main">
            <a:pathLst>
              <a:path w="77408" h="58057">
                <a:moveTo>
                  <a:pt x="77408" y="29029"/>
                </a:moveTo>
                <a:lnTo>
                  <a:pt x="0" y="0"/>
                </a:lnTo>
                <a:lnTo>
                  <a:pt x="29028" y="29029"/>
                </a:lnTo>
                <a:lnTo>
                  <a:pt x="0" y="58057"/>
                </a:lnTo>
                <a:lnTo>
                  <a:pt x="77408" y="2902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5" name="path-967">
            <a:extLst xmlns:a="http://schemas.openxmlformats.org/drawingml/2006/main">
              <a:ext uri="{FF2B5EF4-FFF2-40B4-BE49-F238E27FC236}">
                <a16:creationId xmlns:a16="http://schemas.microsoft.com/office/drawing/2014/main" id="{1EB02D4F-B1B9-4EDC-94F2-D55D43352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1976" y="4158900"/>
            <a:ext cx="113433" cy="85068"/>
          </a:xfrm>
          <a:custGeom xmlns:a="http://schemas.openxmlformats.org/drawingml/2006/main">
            <a:pathLst>
              <a:path w="77408" h="58051">
                <a:moveTo>
                  <a:pt x="77408" y="29026"/>
                </a:moveTo>
                <a:lnTo>
                  <a:pt x="0" y="0"/>
                </a:lnTo>
                <a:lnTo>
                  <a:pt x="29032" y="29026"/>
                </a:lnTo>
                <a:lnTo>
                  <a:pt x="0" y="58051"/>
                </a:lnTo>
                <a:lnTo>
                  <a:pt x="77408" y="290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976" name="path-969">
            <a:extLst xmlns:a="http://schemas.openxmlformats.org/drawingml/2006/main">
              <a:ext uri="{FF2B5EF4-FFF2-40B4-BE49-F238E27FC236}">
                <a16:creationId xmlns:a16="http://schemas.microsoft.com/office/drawing/2014/main" id="{F97B467D-7FF5-4D6E-8605-65BF092E5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41880" y="3861422"/>
            <a:ext cx="140978" cy="257143"/>
          </a:xfrm>
          <a:custGeom xmlns:a="http://schemas.openxmlformats.org/drawingml/2006/main">
            <a:pathLst>
              <a:path w="96205" h="175476">
                <a:moveTo>
                  <a:pt x="60538" y="58884"/>
                </a:moveTo>
                <a:lnTo>
                  <a:pt x="77118" y="58884"/>
                </a:lnTo>
                <a:cubicBezTo>
                  <a:pt x="80975" y="58884"/>
                  <a:pt x="82902" y="58884"/>
                  <a:pt x="82902" y="55027"/>
                </a:cubicBezTo>
                <a:cubicBezTo>
                  <a:pt x="82902" y="52906"/>
                  <a:pt x="80975" y="52906"/>
                  <a:pt x="77697" y="52906"/>
                </a:cubicBezTo>
                <a:lnTo>
                  <a:pt x="61694" y="52906"/>
                </a:lnTo>
                <a:lnTo>
                  <a:pt x="65745" y="30872"/>
                </a:lnTo>
                <a:cubicBezTo>
                  <a:pt x="66515" y="26812"/>
                  <a:pt x="69213" y="13121"/>
                  <a:pt x="70372" y="10805"/>
                </a:cubicBezTo>
                <a:cubicBezTo>
                  <a:pt x="72105" y="7140"/>
                  <a:pt x="75385" y="4242"/>
                  <a:pt x="79433" y="4242"/>
                </a:cubicBezTo>
                <a:cubicBezTo>
                  <a:pt x="80204" y="4242"/>
                  <a:pt x="85217" y="4242"/>
                  <a:pt x="88879" y="7719"/>
                </a:cubicBezTo>
                <a:cubicBezTo>
                  <a:pt x="80395" y="8493"/>
                  <a:pt x="78468" y="15239"/>
                  <a:pt x="78468" y="18131"/>
                </a:cubicBezTo>
                <a:cubicBezTo>
                  <a:pt x="78468" y="22567"/>
                  <a:pt x="81940" y="24879"/>
                  <a:pt x="85602" y="24879"/>
                </a:cubicBezTo>
                <a:cubicBezTo>
                  <a:pt x="90615" y="24879"/>
                  <a:pt x="96205" y="20637"/>
                  <a:pt x="96205" y="13312"/>
                </a:cubicBezTo>
                <a:cubicBezTo>
                  <a:pt x="96205" y="4436"/>
                  <a:pt x="87338" y="0"/>
                  <a:pt x="79433" y="0"/>
                </a:cubicBezTo>
                <a:cubicBezTo>
                  <a:pt x="72879" y="0"/>
                  <a:pt x="60732" y="3471"/>
                  <a:pt x="54948" y="22567"/>
                </a:cubicBezTo>
                <a:cubicBezTo>
                  <a:pt x="53789" y="26621"/>
                  <a:pt x="53212" y="28554"/>
                  <a:pt x="48585" y="52906"/>
                </a:cubicBezTo>
                <a:lnTo>
                  <a:pt x="35282" y="52906"/>
                </a:lnTo>
                <a:cubicBezTo>
                  <a:pt x="31619" y="52906"/>
                  <a:pt x="29498" y="52906"/>
                  <a:pt x="29498" y="56572"/>
                </a:cubicBezTo>
                <a:cubicBezTo>
                  <a:pt x="29498" y="58884"/>
                  <a:pt x="31234" y="58884"/>
                  <a:pt x="34896" y="58884"/>
                </a:cubicBezTo>
                <a:lnTo>
                  <a:pt x="47620" y="58884"/>
                </a:lnTo>
                <a:lnTo>
                  <a:pt x="33161" y="134996"/>
                </a:lnTo>
                <a:cubicBezTo>
                  <a:pt x="29689" y="153689"/>
                  <a:pt x="26412" y="171237"/>
                  <a:pt x="16386" y="171237"/>
                </a:cubicBezTo>
                <a:cubicBezTo>
                  <a:pt x="15615" y="171237"/>
                  <a:pt x="10797" y="171237"/>
                  <a:pt x="7134" y="167762"/>
                </a:cubicBezTo>
                <a:cubicBezTo>
                  <a:pt x="16001" y="167183"/>
                  <a:pt x="17736" y="160243"/>
                  <a:pt x="17736" y="157351"/>
                </a:cubicBezTo>
                <a:cubicBezTo>
                  <a:pt x="17736" y="152918"/>
                  <a:pt x="14268" y="150603"/>
                  <a:pt x="10602" y="150603"/>
                </a:cubicBezTo>
                <a:cubicBezTo>
                  <a:pt x="5590" y="150603"/>
                  <a:pt x="0" y="154845"/>
                  <a:pt x="0" y="162170"/>
                </a:cubicBezTo>
                <a:cubicBezTo>
                  <a:pt x="0" y="170851"/>
                  <a:pt x="8484" y="175476"/>
                  <a:pt x="16386" y="175476"/>
                </a:cubicBezTo>
                <a:cubicBezTo>
                  <a:pt x="26992" y="175476"/>
                  <a:pt x="34702" y="164100"/>
                  <a:pt x="38174" y="156772"/>
                </a:cubicBezTo>
                <a:cubicBezTo>
                  <a:pt x="44343" y="144631"/>
                  <a:pt x="48779" y="121316"/>
                  <a:pt x="48970" y="119966"/>
                </a:cubicBezTo>
                <a:lnTo>
                  <a:pt x="60538" y="588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7" name="path-970">
            <a:extLst xmlns:a="http://schemas.openxmlformats.org/drawingml/2006/main">
              <a:ext uri="{FF2B5EF4-FFF2-40B4-BE49-F238E27FC236}">
                <a16:creationId xmlns:a16="http://schemas.microsoft.com/office/drawing/2014/main" id="{7FFC9472-E0CA-4924-8919-5C02DFB0B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74732" y="4015725"/>
            <a:ext cx="71000" cy="87103"/>
          </a:xfrm>
          <a:custGeom xmlns:a="http://schemas.openxmlformats.org/drawingml/2006/main">
            <a:pathLst>
              <a:path w="48451" h="59439">
                <a:moveTo>
                  <a:pt x="0" y="1485"/>
                </a:moveTo>
                <a:lnTo>
                  <a:pt x="0" y="6347"/>
                </a:lnTo>
                <a:lnTo>
                  <a:pt x="1890" y="6347"/>
                </a:lnTo>
                <a:cubicBezTo>
                  <a:pt x="6073" y="6347"/>
                  <a:pt x="10121" y="6752"/>
                  <a:pt x="10121" y="13103"/>
                </a:cubicBezTo>
                <a:lnTo>
                  <a:pt x="10121" y="49042"/>
                </a:lnTo>
                <a:cubicBezTo>
                  <a:pt x="10121" y="54448"/>
                  <a:pt x="6884" y="54582"/>
                  <a:pt x="0" y="54582"/>
                </a:cubicBezTo>
                <a:lnTo>
                  <a:pt x="0" y="59439"/>
                </a:lnTo>
                <a:lnTo>
                  <a:pt x="33066" y="59439"/>
                </a:lnTo>
                <a:lnTo>
                  <a:pt x="33066" y="54582"/>
                </a:lnTo>
                <a:cubicBezTo>
                  <a:pt x="31581" y="54582"/>
                  <a:pt x="29961" y="54718"/>
                  <a:pt x="28476" y="54718"/>
                </a:cubicBezTo>
                <a:cubicBezTo>
                  <a:pt x="24024" y="54718"/>
                  <a:pt x="20379" y="54042"/>
                  <a:pt x="20379" y="49178"/>
                </a:cubicBezTo>
                <a:lnTo>
                  <a:pt x="20379" y="38639"/>
                </a:lnTo>
                <a:cubicBezTo>
                  <a:pt x="20379" y="36071"/>
                  <a:pt x="20245" y="33369"/>
                  <a:pt x="20245" y="30803"/>
                </a:cubicBezTo>
                <a:cubicBezTo>
                  <a:pt x="20245" y="20128"/>
                  <a:pt x="23754" y="3781"/>
                  <a:pt x="38464" y="3781"/>
                </a:cubicBezTo>
                <a:lnTo>
                  <a:pt x="38464" y="3915"/>
                </a:lnTo>
                <a:cubicBezTo>
                  <a:pt x="36845" y="4860"/>
                  <a:pt x="36169" y="6752"/>
                  <a:pt x="36169" y="8643"/>
                </a:cubicBezTo>
                <a:cubicBezTo>
                  <a:pt x="36169" y="12426"/>
                  <a:pt x="39003" y="14858"/>
                  <a:pt x="42378" y="14858"/>
                </a:cubicBezTo>
                <a:cubicBezTo>
                  <a:pt x="46021" y="14858"/>
                  <a:pt x="48451" y="11886"/>
                  <a:pt x="48451" y="8915"/>
                </a:cubicBezTo>
                <a:cubicBezTo>
                  <a:pt x="48451" y="3105"/>
                  <a:pt x="43052" y="0"/>
                  <a:pt x="37788" y="0"/>
                </a:cubicBezTo>
                <a:cubicBezTo>
                  <a:pt x="29151" y="0"/>
                  <a:pt x="21324" y="7428"/>
                  <a:pt x="19569" y="14858"/>
                </a:cubicBezTo>
                <a:lnTo>
                  <a:pt x="19434" y="0"/>
                </a:lnTo>
                <a:lnTo>
                  <a:pt x="12687" y="542"/>
                </a:lnTo>
                <a:lnTo>
                  <a:pt x="0" y="148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8" name="path-971">
            <a:extLst xmlns:a="http://schemas.openxmlformats.org/drawingml/2006/main">
              <a:ext uri="{FF2B5EF4-FFF2-40B4-BE49-F238E27FC236}">
                <a16:creationId xmlns:a16="http://schemas.microsoft.com/office/drawing/2014/main" id="{87458B89-010B-44E7-BE4A-0FD853B2C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61215" y="4014760"/>
            <a:ext cx="84842" cy="90000"/>
          </a:xfrm>
          <a:custGeom xmlns:a="http://schemas.openxmlformats.org/drawingml/2006/main">
            <a:pathLst>
              <a:path w="57897" h="61416">
                <a:moveTo>
                  <a:pt x="12282" y="29258"/>
                </a:moveTo>
                <a:lnTo>
                  <a:pt x="54930" y="29258"/>
                </a:lnTo>
                <a:cubicBezTo>
                  <a:pt x="57224" y="29258"/>
                  <a:pt x="57897" y="28449"/>
                  <a:pt x="57897" y="26425"/>
                </a:cubicBezTo>
                <a:cubicBezTo>
                  <a:pt x="57897" y="11868"/>
                  <a:pt x="48585" y="0"/>
                  <a:pt x="31581" y="0"/>
                </a:cubicBezTo>
                <a:cubicBezTo>
                  <a:pt x="15251" y="0"/>
                  <a:pt x="0" y="12137"/>
                  <a:pt x="0" y="30611"/>
                </a:cubicBezTo>
                <a:cubicBezTo>
                  <a:pt x="0" y="48991"/>
                  <a:pt x="16330" y="61416"/>
                  <a:pt x="32930" y="61416"/>
                </a:cubicBezTo>
                <a:cubicBezTo>
                  <a:pt x="42782" y="61416"/>
                  <a:pt x="54794" y="55883"/>
                  <a:pt x="57493" y="45342"/>
                </a:cubicBezTo>
                <a:cubicBezTo>
                  <a:pt x="57627" y="44936"/>
                  <a:pt x="57763" y="44396"/>
                  <a:pt x="57763" y="43991"/>
                </a:cubicBezTo>
                <a:lnTo>
                  <a:pt x="57763" y="43585"/>
                </a:lnTo>
                <a:cubicBezTo>
                  <a:pt x="57627" y="42504"/>
                  <a:pt x="56684" y="41962"/>
                  <a:pt x="55603" y="41962"/>
                </a:cubicBezTo>
                <a:cubicBezTo>
                  <a:pt x="52905" y="41962"/>
                  <a:pt x="52364" y="46692"/>
                  <a:pt x="50609" y="48855"/>
                </a:cubicBezTo>
                <a:cubicBezTo>
                  <a:pt x="46697" y="54127"/>
                  <a:pt x="40218" y="57098"/>
                  <a:pt x="33606" y="57098"/>
                </a:cubicBezTo>
                <a:lnTo>
                  <a:pt x="33200" y="57098"/>
                </a:lnTo>
                <a:cubicBezTo>
                  <a:pt x="27803" y="57098"/>
                  <a:pt x="21864" y="54127"/>
                  <a:pt x="18624" y="50477"/>
                </a:cubicBezTo>
                <a:cubicBezTo>
                  <a:pt x="13227" y="44800"/>
                  <a:pt x="12282" y="36828"/>
                  <a:pt x="12282" y="29258"/>
                </a:cubicBezTo>
                <a:moveTo>
                  <a:pt x="12418" y="25751"/>
                </a:moveTo>
                <a:cubicBezTo>
                  <a:pt x="13902" y="15506"/>
                  <a:pt x="18354" y="3915"/>
                  <a:pt x="31445" y="3915"/>
                </a:cubicBezTo>
                <a:cubicBezTo>
                  <a:pt x="36305" y="3915"/>
                  <a:pt x="40218" y="5667"/>
                  <a:pt x="43997" y="9979"/>
                </a:cubicBezTo>
                <a:cubicBezTo>
                  <a:pt x="47236" y="14294"/>
                  <a:pt x="48451" y="20358"/>
                  <a:pt x="48451" y="25751"/>
                </a:cubicBezTo>
                <a:lnTo>
                  <a:pt x="12418" y="257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9" name="path-972">
            <a:extLst xmlns:a="http://schemas.openxmlformats.org/drawingml/2006/main">
              <a:ext uri="{FF2B5EF4-FFF2-40B4-BE49-F238E27FC236}">
                <a16:creationId xmlns:a16="http://schemas.microsoft.com/office/drawing/2014/main" id="{15891963-C31C-4D42-97C0-94B4BA7EA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63322" y="4015725"/>
            <a:ext cx="106202" cy="125536"/>
          </a:xfrm>
          <a:custGeom xmlns:a="http://schemas.openxmlformats.org/drawingml/2006/main">
            <a:pathLst>
              <a:path w="72473" h="85667">
                <a:moveTo>
                  <a:pt x="0" y="1485"/>
                </a:moveTo>
                <a:lnTo>
                  <a:pt x="0" y="6345"/>
                </a:lnTo>
                <a:lnTo>
                  <a:pt x="2970" y="6345"/>
                </a:lnTo>
                <a:cubicBezTo>
                  <a:pt x="6748" y="6345"/>
                  <a:pt x="10121" y="6886"/>
                  <a:pt x="10121" y="12016"/>
                </a:cubicBezTo>
                <a:lnTo>
                  <a:pt x="10121" y="75525"/>
                </a:lnTo>
                <a:cubicBezTo>
                  <a:pt x="10121" y="80267"/>
                  <a:pt x="6748" y="80809"/>
                  <a:pt x="3239" y="80809"/>
                </a:cubicBezTo>
                <a:lnTo>
                  <a:pt x="0" y="80809"/>
                </a:lnTo>
                <a:lnTo>
                  <a:pt x="0" y="85667"/>
                </a:lnTo>
                <a:lnTo>
                  <a:pt x="31042" y="85667"/>
                </a:lnTo>
                <a:lnTo>
                  <a:pt x="31042" y="80809"/>
                </a:lnTo>
                <a:lnTo>
                  <a:pt x="27803" y="80809"/>
                </a:lnTo>
                <a:cubicBezTo>
                  <a:pt x="24024" y="80809"/>
                  <a:pt x="20918" y="80403"/>
                  <a:pt x="20918" y="75661"/>
                </a:cubicBezTo>
                <a:lnTo>
                  <a:pt x="20918" y="53064"/>
                </a:lnTo>
                <a:cubicBezTo>
                  <a:pt x="26048" y="58194"/>
                  <a:pt x="32660" y="60757"/>
                  <a:pt x="39543" y="60757"/>
                </a:cubicBezTo>
                <a:cubicBezTo>
                  <a:pt x="56278" y="60757"/>
                  <a:pt x="72473" y="48068"/>
                  <a:pt x="72473" y="30245"/>
                </a:cubicBezTo>
                <a:cubicBezTo>
                  <a:pt x="72473" y="13906"/>
                  <a:pt x="58706" y="0"/>
                  <a:pt x="41433" y="0"/>
                </a:cubicBezTo>
                <a:cubicBezTo>
                  <a:pt x="33470" y="0"/>
                  <a:pt x="26048" y="2836"/>
                  <a:pt x="20379" y="8101"/>
                </a:cubicBezTo>
                <a:lnTo>
                  <a:pt x="20379" y="0"/>
                </a:lnTo>
                <a:lnTo>
                  <a:pt x="0" y="1485"/>
                </a:lnTo>
                <a:moveTo>
                  <a:pt x="60057" y="32405"/>
                </a:moveTo>
                <a:cubicBezTo>
                  <a:pt x="58978" y="44017"/>
                  <a:pt x="51690" y="56979"/>
                  <a:pt x="38328" y="56979"/>
                </a:cubicBezTo>
                <a:cubicBezTo>
                  <a:pt x="32391" y="56979"/>
                  <a:pt x="26452" y="53873"/>
                  <a:pt x="23079" y="49013"/>
                </a:cubicBezTo>
                <a:cubicBezTo>
                  <a:pt x="21864" y="47662"/>
                  <a:pt x="20918" y="46178"/>
                  <a:pt x="20918" y="44287"/>
                </a:cubicBezTo>
                <a:lnTo>
                  <a:pt x="20918" y="22683"/>
                </a:lnTo>
                <a:cubicBezTo>
                  <a:pt x="20918" y="21062"/>
                  <a:pt x="20784" y="19442"/>
                  <a:pt x="20784" y="17687"/>
                </a:cubicBezTo>
                <a:cubicBezTo>
                  <a:pt x="20784" y="10261"/>
                  <a:pt x="30906" y="4320"/>
                  <a:pt x="39543" y="4320"/>
                </a:cubicBezTo>
                <a:cubicBezTo>
                  <a:pt x="53445" y="4320"/>
                  <a:pt x="60191" y="19038"/>
                  <a:pt x="60191" y="30381"/>
                </a:cubicBezTo>
                <a:cubicBezTo>
                  <a:pt x="60191" y="31054"/>
                  <a:pt x="60191" y="31730"/>
                  <a:pt x="60057" y="3240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0" name="path-973">
            <a:extLst xmlns:a="http://schemas.openxmlformats.org/drawingml/2006/main">
              <a:ext uri="{FF2B5EF4-FFF2-40B4-BE49-F238E27FC236}">
                <a16:creationId xmlns:a16="http://schemas.microsoft.com/office/drawing/2014/main" id="{9CBFC248-0A4B-45E2-865E-C828BFE12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0782" y="3848731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190871"/>
                </a:moveTo>
                <a:cubicBezTo>
                  <a:pt x="44728" y="190294"/>
                  <a:pt x="44728" y="189906"/>
                  <a:pt x="41451" y="186629"/>
                </a:cubicBezTo>
                <a:cubicBezTo>
                  <a:pt x="17351" y="162338"/>
                  <a:pt x="11182" y="125897"/>
                  <a:pt x="11182" y="96399"/>
                </a:cubicBezTo>
                <a:cubicBezTo>
                  <a:pt x="11182" y="62853"/>
                  <a:pt x="18507" y="29307"/>
                  <a:pt x="42222" y="5207"/>
                </a:cubicBezTo>
                <a:cubicBezTo>
                  <a:pt x="44728" y="2895"/>
                  <a:pt x="44728" y="2506"/>
                  <a:pt x="44728" y="1930"/>
                </a:cubicBezTo>
                <a:cubicBezTo>
                  <a:pt x="44728" y="580"/>
                  <a:pt x="43957" y="0"/>
                  <a:pt x="42801" y="0"/>
                </a:cubicBezTo>
                <a:cubicBezTo>
                  <a:pt x="40871" y="0"/>
                  <a:pt x="23520" y="13112"/>
                  <a:pt x="12144" y="37597"/>
                </a:cubicBezTo>
                <a:cubicBezTo>
                  <a:pt x="2312" y="58805"/>
                  <a:pt x="0" y="80204"/>
                  <a:pt x="0" y="96399"/>
                </a:cubicBezTo>
                <a:cubicBezTo>
                  <a:pt x="0" y="111438"/>
                  <a:pt x="2118" y="134767"/>
                  <a:pt x="12724" y="156554"/>
                </a:cubicBezTo>
                <a:cubicBezTo>
                  <a:pt x="24291" y="180268"/>
                  <a:pt x="40871" y="192798"/>
                  <a:pt x="42801" y="192798"/>
                </a:cubicBezTo>
                <a:cubicBezTo>
                  <a:pt x="43957" y="192798"/>
                  <a:pt x="44728" y="192221"/>
                  <a:pt x="44728" y="19087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1" name="path-974">
            <a:extLst xmlns:a="http://schemas.openxmlformats.org/drawingml/2006/main">
              <a:ext uri="{FF2B5EF4-FFF2-40B4-BE49-F238E27FC236}">
                <a16:creationId xmlns:a16="http://schemas.microsoft.com/office/drawing/2014/main" id="{E7BB8CF7-771B-4988-B2C8-E99BCEEAA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1993" y="3864457"/>
            <a:ext cx="72045" cy="198375"/>
          </a:xfrm>
          <a:custGeom xmlns:a="http://schemas.openxmlformats.org/drawingml/2006/main">
            <a:pathLst>
              <a:path w="49164" h="135373">
                <a:moveTo>
                  <a:pt x="48394" y="6749"/>
                </a:moveTo>
                <a:cubicBezTo>
                  <a:pt x="49164" y="4051"/>
                  <a:pt x="49164" y="3666"/>
                  <a:pt x="49164" y="3471"/>
                </a:cubicBezTo>
                <a:cubicBezTo>
                  <a:pt x="49164" y="965"/>
                  <a:pt x="47043" y="0"/>
                  <a:pt x="44922" y="0"/>
                </a:cubicBezTo>
                <a:cubicBezTo>
                  <a:pt x="44151" y="0"/>
                  <a:pt x="43957" y="0"/>
                  <a:pt x="43572" y="194"/>
                </a:cubicBezTo>
                <a:lnTo>
                  <a:pt x="18701" y="1350"/>
                </a:lnTo>
                <a:cubicBezTo>
                  <a:pt x="16004" y="1544"/>
                  <a:pt x="12532" y="1736"/>
                  <a:pt x="12532" y="7134"/>
                </a:cubicBezTo>
                <a:cubicBezTo>
                  <a:pt x="12532" y="10605"/>
                  <a:pt x="16195" y="10605"/>
                  <a:pt x="17545" y="10605"/>
                </a:cubicBezTo>
                <a:cubicBezTo>
                  <a:pt x="19666" y="10605"/>
                  <a:pt x="23138" y="10605"/>
                  <a:pt x="25641" y="10991"/>
                </a:cubicBezTo>
                <a:lnTo>
                  <a:pt x="965" y="109920"/>
                </a:lnTo>
                <a:cubicBezTo>
                  <a:pt x="385" y="112041"/>
                  <a:pt x="0" y="113776"/>
                  <a:pt x="0" y="116477"/>
                </a:cubicBezTo>
                <a:cubicBezTo>
                  <a:pt x="0" y="129203"/>
                  <a:pt x="12726" y="135373"/>
                  <a:pt x="24100" y="135373"/>
                </a:cubicBezTo>
                <a:cubicBezTo>
                  <a:pt x="31234" y="135373"/>
                  <a:pt x="36632" y="131325"/>
                  <a:pt x="40874" y="124385"/>
                </a:cubicBezTo>
                <a:cubicBezTo>
                  <a:pt x="45502" y="116862"/>
                  <a:pt x="48199" y="106448"/>
                  <a:pt x="48199" y="105292"/>
                </a:cubicBezTo>
                <a:cubicBezTo>
                  <a:pt x="48199" y="102591"/>
                  <a:pt x="45308" y="102591"/>
                  <a:pt x="43572" y="102591"/>
                </a:cubicBezTo>
                <a:cubicBezTo>
                  <a:pt x="41451" y="102591"/>
                  <a:pt x="40680" y="102591"/>
                  <a:pt x="39718" y="103556"/>
                </a:cubicBezTo>
                <a:cubicBezTo>
                  <a:pt x="39333" y="103942"/>
                  <a:pt x="39333" y="104327"/>
                  <a:pt x="38174" y="109149"/>
                </a:cubicBezTo>
                <a:cubicBezTo>
                  <a:pt x="34511" y="123805"/>
                  <a:pt x="30269" y="128433"/>
                  <a:pt x="25065" y="128433"/>
                </a:cubicBezTo>
                <a:cubicBezTo>
                  <a:pt x="22173" y="128433"/>
                  <a:pt x="20631" y="126506"/>
                  <a:pt x="20631" y="121490"/>
                </a:cubicBezTo>
                <a:cubicBezTo>
                  <a:pt x="20631" y="117633"/>
                  <a:pt x="21208" y="115706"/>
                  <a:pt x="21787" y="113006"/>
                </a:cubicBezTo>
                <a:lnTo>
                  <a:pt x="48394" y="674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2" name="path-975">
            <a:extLst xmlns:a="http://schemas.openxmlformats.org/drawingml/2006/main">
              <a:ext uri="{FF2B5EF4-FFF2-40B4-BE49-F238E27FC236}">
                <a16:creationId xmlns:a16="http://schemas.microsoft.com/office/drawing/2014/main" id="{A00EDF82-DD70-478D-8133-F5764413E3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2606" y="3971691"/>
            <a:ext cx="71987" cy="131330"/>
          </a:xfrm>
          <a:custGeom xmlns:a="http://schemas.openxmlformats.org/drawingml/2006/main">
            <a:pathLst>
              <a:path w="49124" h="89621">
                <a:moveTo>
                  <a:pt x="30500" y="3771"/>
                </a:moveTo>
                <a:cubicBezTo>
                  <a:pt x="30500" y="136"/>
                  <a:pt x="30230" y="0"/>
                  <a:pt x="26452" y="0"/>
                </a:cubicBezTo>
                <a:cubicBezTo>
                  <a:pt x="17815" y="8451"/>
                  <a:pt x="5533" y="8585"/>
                  <a:pt x="0" y="8585"/>
                </a:cubicBezTo>
                <a:lnTo>
                  <a:pt x="0" y="13443"/>
                </a:lnTo>
                <a:cubicBezTo>
                  <a:pt x="3239" y="13443"/>
                  <a:pt x="12146" y="13443"/>
                  <a:pt x="19569" y="9664"/>
                </a:cubicBezTo>
                <a:lnTo>
                  <a:pt x="19569" y="78550"/>
                </a:lnTo>
                <a:cubicBezTo>
                  <a:pt x="19569" y="83008"/>
                  <a:pt x="19569" y="84763"/>
                  <a:pt x="6073" y="84763"/>
                </a:cubicBezTo>
                <a:lnTo>
                  <a:pt x="945" y="84763"/>
                </a:lnTo>
                <a:lnTo>
                  <a:pt x="945" y="89621"/>
                </a:lnTo>
                <a:cubicBezTo>
                  <a:pt x="3373" y="89487"/>
                  <a:pt x="19973" y="89081"/>
                  <a:pt x="24967" y="89081"/>
                </a:cubicBezTo>
                <a:cubicBezTo>
                  <a:pt x="29151" y="89081"/>
                  <a:pt x="46155" y="89487"/>
                  <a:pt x="49124" y="89621"/>
                </a:cubicBezTo>
                <a:lnTo>
                  <a:pt x="49124" y="84763"/>
                </a:lnTo>
                <a:lnTo>
                  <a:pt x="43997" y="84763"/>
                </a:lnTo>
                <a:cubicBezTo>
                  <a:pt x="30500" y="84763"/>
                  <a:pt x="30500" y="83008"/>
                  <a:pt x="30500" y="78550"/>
                </a:cubicBezTo>
                <a:lnTo>
                  <a:pt x="30500" y="377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3" name="path-976">
            <a:extLst xmlns:a="http://schemas.openxmlformats.org/drawingml/2006/main">
              <a:ext uri="{FF2B5EF4-FFF2-40B4-BE49-F238E27FC236}">
                <a16:creationId xmlns:a16="http://schemas.microsoft.com/office/drawing/2014/main" id="{9B18989F-4802-4A34-907B-1692DCBCA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3886" y="3848731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96399"/>
                </a:moveTo>
                <a:cubicBezTo>
                  <a:pt x="44728" y="81363"/>
                  <a:pt x="42610" y="58034"/>
                  <a:pt x="32004" y="36247"/>
                </a:cubicBezTo>
                <a:cubicBezTo>
                  <a:pt x="20437" y="12532"/>
                  <a:pt x="3857" y="0"/>
                  <a:pt x="1927" y="0"/>
                </a:cubicBezTo>
                <a:cubicBezTo>
                  <a:pt x="771" y="0"/>
                  <a:pt x="0" y="774"/>
                  <a:pt x="0" y="1930"/>
                </a:cubicBezTo>
                <a:cubicBezTo>
                  <a:pt x="0" y="2506"/>
                  <a:pt x="0" y="2895"/>
                  <a:pt x="3663" y="6363"/>
                </a:cubicBezTo>
                <a:cubicBezTo>
                  <a:pt x="22558" y="25450"/>
                  <a:pt x="33546" y="56104"/>
                  <a:pt x="33546" y="96399"/>
                </a:cubicBezTo>
                <a:cubicBezTo>
                  <a:pt x="33546" y="129368"/>
                  <a:pt x="26415" y="163300"/>
                  <a:pt x="2506" y="187594"/>
                </a:cubicBezTo>
                <a:cubicBezTo>
                  <a:pt x="0" y="189906"/>
                  <a:pt x="0" y="190294"/>
                  <a:pt x="0" y="190871"/>
                </a:cubicBezTo>
                <a:cubicBezTo>
                  <a:pt x="0" y="192027"/>
                  <a:pt x="771" y="192798"/>
                  <a:pt x="1927" y="192798"/>
                </a:cubicBezTo>
                <a:cubicBezTo>
                  <a:pt x="3857" y="192798"/>
                  <a:pt x="21208" y="179689"/>
                  <a:pt x="32584" y="155204"/>
                </a:cubicBezTo>
                <a:cubicBezTo>
                  <a:pt x="42416" y="133996"/>
                  <a:pt x="44728" y="112594"/>
                  <a:pt x="44728" y="9639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4" name="path-977">
            <a:extLst xmlns:a="http://schemas.openxmlformats.org/drawingml/2006/main">
              <a:ext uri="{FF2B5EF4-FFF2-40B4-BE49-F238E27FC236}">
                <a16:creationId xmlns:a16="http://schemas.microsoft.com/office/drawing/2014/main" id="{FB5C8238-6376-4510-BC01-3471F8431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8116" y="3711302"/>
            <a:ext cx="803942" cy="282600"/>
          </a:xfrm>
          <a:custGeom xmlns:a="http://schemas.openxmlformats.org/drawingml/2006/main">
            <a:pathLst>
              <a:path w="548616" h="192848">
                <a:moveTo>
                  <a:pt x="0" y="0"/>
                </a:moveTo>
                <a:lnTo>
                  <a:pt x="548616" y="0"/>
                </a:lnTo>
                <a:lnTo>
                  <a:pt x="548616" y="192848"/>
                </a:lnTo>
                <a:lnTo>
                  <a:pt x="0" y="19284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5" name="text-978 Update">
            <a:extLst xmlns:a="http://schemas.openxmlformats.org/drawingml/2006/main">
              <a:ext uri="{FF2B5EF4-FFF2-40B4-BE49-F238E27FC236}">
                <a16:creationId xmlns:a16="http://schemas.microsoft.com/office/drawing/2014/main" id="{9771C1C8-8B92-4AF4-9DD3-DF59796E2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07515" y="3713761"/>
            <a:ext cx="702332" cy="2889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Update</a:t>
            </a:r>
          </a:p>
        </p:txBody>
      </p:sp>
      <p:sp>
        <p:nvSpPr>
          <p:cNvPr id="986" name="path-979">
            <a:extLst xmlns:a="http://schemas.openxmlformats.org/drawingml/2006/main">
              <a:ext uri="{FF2B5EF4-FFF2-40B4-BE49-F238E27FC236}">
                <a16:creationId xmlns:a16="http://schemas.microsoft.com/office/drawing/2014/main" id="{30324DAC-2B1C-4059-B0A5-C6B3308F1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01818" y="3993877"/>
            <a:ext cx="876540" cy="415091"/>
          </a:xfrm>
          <a:custGeom xmlns:a="http://schemas.openxmlformats.org/drawingml/2006/main">
            <a:pathLst>
              <a:path w="598157" h="283261">
                <a:moveTo>
                  <a:pt x="0" y="0"/>
                </a:moveTo>
                <a:lnTo>
                  <a:pt x="598157" y="0"/>
                </a:lnTo>
                <a:lnTo>
                  <a:pt x="598157" y="283261"/>
                </a:lnTo>
                <a:lnTo>
                  <a:pt x="0" y="2832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7" name="path-980">
            <a:extLst xmlns:a="http://schemas.openxmlformats.org/drawingml/2006/main">
              <a:ext uri="{FF2B5EF4-FFF2-40B4-BE49-F238E27FC236}">
                <a16:creationId xmlns:a16="http://schemas.microsoft.com/office/drawing/2014/main" id="{DE58A194-A49E-460C-A848-088AB79E8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01814" y="3993900"/>
            <a:ext cx="876534" cy="415069"/>
          </a:xfrm>
          <a:custGeom xmlns:a="http://schemas.openxmlformats.org/drawingml/2006/main">
            <a:pathLst>
              <a:path w="598153" h="283246">
                <a:moveTo>
                  <a:pt x="0" y="0"/>
                </a:moveTo>
                <a:lnTo>
                  <a:pt x="0" y="283246"/>
                </a:lnTo>
                <a:lnTo>
                  <a:pt x="598153" y="283246"/>
                </a:lnTo>
                <a:lnTo>
                  <a:pt x="598153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0000"/>
            </a:solidFill>
            <a:prstDash val="solid"/>
          </a:ln>
        </p:spPr>
      </p:sp>
      <p:sp>
        <p:nvSpPr>
          <p:cNvPr id="988" name="path-982">
            <a:extLst xmlns:a="http://schemas.openxmlformats.org/drawingml/2006/main">
              <a:ext uri="{FF2B5EF4-FFF2-40B4-BE49-F238E27FC236}">
                <a16:creationId xmlns:a16="http://schemas.microsoft.com/office/drawing/2014/main" id="{C2C53AA9-5F8F-4F72-81E1-104419A73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4451" y="4081102"/>
            <a:ext cx="187317" cy="192857"/>
          </a:xfrm>
          <a:custGeom xmlns:a="http://schemas.openxmlformats.org/drawingml/2006/main">
            <a:pathLst>
              <a:path w="127827" h="131607">
                <a:moveTo>
                  <a:pt x="71334" y="15224"/>
                </a:moveTo>
                <a:cubicBezTo>
                  <a:pt x="71334" y="8676"/>
                  <a:pt x="71334" y="5978"/>
                  <a:pt x="89650" y="5978"/>
                </a:cubicBezTo>
                <a:lnTo>
                  <a:pt x="96013" y="5978"/>
                </a:lnTo>
                <a:lnTo>
                  <a:pt x="96013" y="0"/>
                </a:lnTo>
                <a:cubicBezTo>
                  <a:pt x="89074" y="580"/>
                  <a:pt x="71334" y="580"/>
                  <a:pt x="63429" y="580"/>
                </a:cubicBezTo>
                <a:cubicBezTo>
                  <a:pt x="55525" y="580"/>
                  <a:pt x="37597" y="580"/>
                  <a:pt x="30654" y="0"/>
                </a:cubicBezTo>
                <a:lnTo>
                  <a:pt x="30654" y="5978"/>
                </a:lnTo>
                <a:lnTo>
                  <a:pt x="37017" y="5978"/>
                </a:lnTo>
                <a:cubicBezTo>
                  <a:pt x="55333" y="5978"/>
                  <a:pt x="55333" y="8481"/>
                  <a:pt x="55333" y="15224"/>
                </a:cubicBezTo>
                <a:lnTo>
                  <a:pt x="55333" y="100797"/>
                </a:lnTo>
                <a:cubicBezTo>
                  <a:pt x="30078" y="94051"/>
                  <a:pt x="29113" y="64368"/>
                  <a:pt x="29113" y="51841"/>
                </a:cubicBezTo>
                <a:cubicBezTo>
                  <a:pt x="28918" y="28518"/>
                  <a:pt x="20437" y="24853"/>
                  <a:pt x="11953" y="24853"/>
                </a:cubicBezTo>
                <a:lnTo>
                  <a:pt x="4819" y="24853"/>
                </a:lnTo>
                <a:cubicBezTo>
                  <a:pt x="1927" y="24853"/>
                  <a:pt x="0" y="24853"/>
                  <a:pt x="0" y="26974"/>
                </a:cubicBezTo>
                <a:cubicBezTo>
                  <a:pt x="0" y="27939"/>
                  <a:pt x="580" y="28904"/>
                  <a:pt x="1736" y="29095"/>
                </a:cubicBezTo>
                <a:cubicBezTo>
                  <a:pt x="8099" y="29866"/>
                  <a:pt x="12918" y="32566"/>
                  <a:pt x="13112" y="55310"/>
                </a:cubicBezTo>
                <a:cubicBezTo>
                  <a:pt x="13112" y="59743"/>
                  <a:pt x="13688" y="74970"/>
                  <a:pt x="22944" y="87882"/>
                </a:cubicBezTo>
                <a:cubicBezTo>
                  <a:pt x="30463" y="98290"/>
                  <a:pt x="42222" y="103883"/>
                  <a:pt x="55333" y="105616"/>
                </a:cubicBezTo>
                <a:lnTo>
                  <a:pt x="55333" y="116395"/>
                </a:lnTo>
                <a:cubicBezTo>
                  <a:pt x="55333" y="122937"/>
                  <a:pt x="55333" y="125632"/>
                  <a:pt x="37017" y="125632"/>
                </a:cubicBezTo>
                <a:lnTo>
                  <a:pt x="30654" y="125632"/>
                </a:lnTo>
                <a:lnTo>
                  <a:pt x="30654" y="131607"/>
                </a:lnTo>
                <a:cubicBezTo>
                  <a:pt x="37597" y="131030"/>
                  <a:pt x="55333" y="131030"/>
                  <a:pt x="63238" y="131030"/>
                </a:cubicBezTo>
                <a:cubicBezTo>
                  <a:pt x="71143" y="131030"/>
                  <a:pt x="89074" y="131030"/>
                  <a:pt x="96013" y="131607"/>
                </a:cubicBezTo>
                <a:lnTo>
                  <a:pt x="96013" y="125632"/>
                </a:lnTo>
                <a:lnTo>
                  <a:pt x="89650" y="125632"/>
                </a:lnTo>
                <a:cubicBezTo>
                  <a:pt x="71334" y="125632"/>
                  <a:pt x="71334" y="123129"/>
                  <a:pt x="71334" y="116395"/>
                </a:cubicBezTo>
                <a:lnTo>
                  <a:pt x="71334" y="105616"/>
                </a:lnTo>
                <a:cubicBezTo>
                  <a:pt x="85217" y="103883"/>
                  <a:pt x="96978" y="98099"/>
                  <a:pt x="104498" y="88076"/>
                </a:cubicBezTo>
                <a:cubicBezTo>
                  <a:pt x="114524" y="74391"/>
                  <a:pt x="114715" y="59164"/>
                  <a:pt x="114715" y="50682"/>
                </a:cubicBezTo>
                <a:cubicBezTo>
                  <a:pt x="114715" y="47599"/>
                  <a:pt x="114909" y="30445"/>
                  <a:pt x="125320" y="29095"/>
                </a:cubicBezTo>
                <a:cubicBezTo>
                  <a:pt x="126476" y="28904"/>
                  <a:pt x="127827" y="28710"/>
                  <a:pt x="127827" y="26974"/>
                </a:cubicBezTo>
                <a:cubicBezTo>
                  <a:pt x="127827" y="24853"/>
                  <a:pt x="126282" y="24853"/>
                  <a:pt x="123199" y="24853"/>
                </a:cubicBezTo>
                <a:lnTo>
                  <a:pt x="115871" y="24853"/>
                </a:lnTo>
                <a:cubicBezTo>
                  <a:pt x="108352" y="24853"/>
                  <a:pt x="98905" y="26203"/>
                  <a:pt x="98714" y="54154"/>
                </a:cubicBezTo>
                <a:cubicBezTo>
                  <a:pt x="98520" y="75356"/>
                  <a:pt x="92157" y="95787"/>
                  <a:pt x="71334" y="100797"/>
                </a:cubicBezTo>
                <a:lnTo>
                  <a:pt x="71334" y="152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9" name="path-983">
            <a:extLst xmlns:a="http://schemas.openxmlformats.org/drawingml/2006/main">
              <a:ext uri="{FF2B5EF4-FFF2-40B4-BE49-F238E27FC236}">
                <a16:creationId xmlns:a16="http://schemas.microsoft.com/office/drawing/2014/main" id="{763D47E9-A8A4-4B93-91F3-A244B8AB4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6070" y="4062065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190871"/>
                </a:moveTo>
                <a:cubicBezTo>
                  <a:pt x="44728" y="190294"/>
                  <a:pt x="44728" y="189906"/>
                  <a:pt x="41451" y="186629"/>
                </a:cubicBezTo>
                <a:cubicBezTo>
                  <a:pt x="17351" y="162338"/>
                  <a:pt x="11182" y="125897"/>
                  <a:pt x="11182" y="96399"/>
                </a:cubicBezTo>
                <a:cubicBezTo>
                  <a:pt x="11182" y="62853"/>
                  <a:pt x="18507" y="29307"/>
                  <a:pt x="42222" y="5207"/>
                </a:cubicBezTo>
                <a:cubicBezTo>
                  <a:pt x="44728" y="2895"/>
                  <a:pt x="44728" y="2506"/>
                  <a:pt x="44728" y="1930"/>
                </a:cubicBezTo>
                <a:cubicBezTo>
                  <a:pt x="44728" y="580"/>
                  <a:pt x="43957" y="0"/>
                  <a:pt x="42801" y="0"/>
                </a:cubicBezTo>
                <a:cubicBezTo>
                  <a:pt x="40871" y="0"/>
                  <a:pt x="23520" y="13112"/>
                  <a:pt x="12144" y="37597"/>
                </a:cubicBezTo>
                <a:cubicBezTo>
                  <a:pt x="2312" y="58805"/>
                  <a:pt x="0" y="80204"/>
                  <a:pt x="0" y="96399"/>
                </a:cubicBezTo>
                <a:cubicBezTo>
                  <a:pt x="0" y="111438"/>
                  <a:pt x="2118" y="134767"/>
                  <a:pt x="12724" y="156554"/>
                </a:cubicBezTo>
                <a:cubicBezTo>
                  <a:pt x="24291" y="180268"/>
                  <a:pt x="40871" y="192798"/>
                  <a:pt x="42801" y="192798"/>
                </a:cubicBezTo>
                <a:cubicBezTo>
                  <a:pt x="43957" y="192798"/>
                  <a:pt x="44728" y="192221"/>
                  <a:pt x="44728" y="19087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0" name="path-984">
            <a:extLst xmlns:a="http://schemas.openxmlformats.org/drawingml/2006/main">
              <a:ext uri="{FF2B5EF4-FFF2-40B4-BE49-F238E27FC236}">
                <a16:creationId xmlns:a16="http://schemas.microsoft.com/office/drawing/2014/main" id="{ECDE413D-3343-481D-BD56-5C0DB5353C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258" y="4188282"/>
            <a:ext cx="29944" cy="29944"/>
          </a:xfrm>
          <a:custGeom xmlns:a="http://schemas.openxmlformats.org/drawingml/2006/main">
            <a:pathLst>
              <a:path w="20434" h="20434">
                <a:moveTo>
                  <a:pt x="20434" y="10217"/>
                </a:moveTo>
                <a:cubicBezTo>
                  <a:pt x="20434" y="4628"/>
                  <a:pt x="15810" y="0"/>
                  <a:pt x="10217" y="0"/>
                </a:cubicBezTo>
                <a:cubicBezTo>
                  <a:pt x="4625" y="0"/>
                  <a:pt x="0" y="4628"/>
                  <a:pt x="0" y="10217"/>
                </a:cubicBezTo>
                <a:cubicBezTo>
                  <a:pt x="0" y="15810"/>
                  <a:pt x="4625" y="20434"/>
                  <a:pt x="10217" y="20434"/>
                </a:cubicBezTo>
                <a:cubicBezTo>
                  <a:pt x="15810" y="20434"/>
                  <a:pt x="20434" y="15810"/>
                  <a:pt x="20434" y="10217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1" name="path-985">
            <a:extLst xmlns:a="http://schemas.openxmlformats.org/drawingml/2006/main">
              <a:ext uri="{FF2B5EF4-FFF2-40B4-BE49-F238E27FC236}">
                <a16:creationId xmlns:a16="http://schemas.microsoft.com/office/drawing/2014/main" id="{F3053A0A-95D0-4B2F-A143-37B034462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726" y="4244015"/>
            <a:ext cx="33052" cy="84573"/>
          </a:xfrm>
          <a:custGeom xmlns:a="http://schemas.openxmlformats.org/drawingml/2006/main">
            <a:pathLst>
              <a:path w="22555" h="57713">
                <a:moveTo>
                  <a:pt x="22555" y="20243"/>
                </a:moveTo>
                <a:cubicBezTo>
                  <a:pt x="22555" y="7519"/>
                  <a:pt x="17736" y="0"/>
                  <a:pt x="10217" y="0"/>
                </a:cubicBezTo>
                <a:cubicBezTo>
                  <a:pt x="3854" y="0"/>
                  <a:pt x="0" y="4819"/>
                  <a:pt x="0" y="10217"/>
                </a:cubicBezTo>
                <a:cubicBezTo>
                  <a:pt x="0" y="15424"/>
                  <a:pt x="3854" y="20434"/>
                  <a:pt x="10217" y="20434"/>
                </a:cubicBezTo>
                <a:cubicBezTo>
                  <a:pt x="12529" y="20434"/>
                  <a:pt x="15036" y="19663"/>
                  <a:pt x="16966" y="17931"/>
                </a:cubicBezTo>
                <a:cubicBezTo>
                  <a:pt x="17542" y="17542"/>
                  <a:pt x="17736" y="17351"/>
                  <a:pt x="17928" y="17351"/>
                </a:cubicBezTo>
                <a:cubicBezTo>
                  <a:pt x="18122" y="17351"/>
                  <a:pt x="18316" y="17542"/>
                  <a:pt x="18316" y="20243"/>
                </a:cubicBezTo>
                <a:cubicBezTo>
                  <a:pt x="18316" y="34540"/>
                  <a:pt x="11567" y="46131"/>
                  <a:pt x="5204" y="52506"/>
                </a:cubicBezTo>
                <a:cubicBezTo>
                  <a:pt x="3083" y="54630"/>
                  <a:pt x="3083" y="55016"/>
                  <a:pt x="3083" y="55595"/>
                </a:cubicBezTo>
                <a:cubicBezTo>
                  <a:pt x="3083" y="56943"/>
                  <a:pt x="4048" y="57713"/>
                  <a:pt x="5013" y="57713"/>
                </a:cubicBezTo>
                <a:cubicBezTo>
                  <a:pt x="7131" y="57713"/>
                  <a:pt x="22555" y="42848"/>
                  <a:pt x="22555" y="20243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2" name="path-986">
            <a:extLst xmlns:a="http://schemas.openxmlformats.org/drawingml/2006/main">
              <a:ext uri="{FF2B5EF4-FFF2-40B4-BE49-F238E27FC236}">
                <a16:creationId xmlns:a16="http://schemas.microsoft.com/office/drawing/2014/main" id="{53583F57-3F17-4E5F-ABCC-5A7BD04E5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6298" y="4188282"/>
            <a:ext cx="29944" cy="29944"/>
          </a:xfrm>
          <a:custGeom xmlns:a="http://schemas.openxmlformats.org/drawingml/2006/main">
            <a:pathLst>
              <a:path w="20434" h="20434">
                <a:moveTo>
                  <a:pt x="20434" y="10217"/>
                </a:moveTo>
                <a:cubicBezTo>
                  <a:pt x="20434" y="4628"/>
                  <a:pt x="15810" y="0"/>
                  <a:pt x="10217" y="0"/>
                </a:cubicBezTo>
                <a:cubicBezTo>
                  <a:pt x="4625" y="0"/>
                  <a:pt x="0" y="4628"/>
                  <a:pt x="0" y="10217"/>
                </a:cubicBezTo>
                <a:cubicBezTo>
                  <a:pt x="0" y="15810"/>
                  <a:pt x="4625" y="20434"/>
                  <a:pt x="10217" y="20434"/>
                </a:cubicBezTo>
                <a:cubicBezTo>
                  <a:pt x="15810" y="20434"/>
                  <a:pt x="20434" y="15810"/>
                  <a:pt x="20434" y="10217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3" name="path-987">
            <a:extLst xmlns:a="http://schemas.openxmlformats.org/drawingml/2006/main">
              <a:ext uri="{FF2B5EF4-FFF2-40B4-BE49-F238E27FC236}">
                <a16:creationId xmlns:a16="http://schemas.microsoft.com/office/drawing/2014/main" id="{D85DB4C5-2B06-4C89-A99B-96D7711B0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6601" y="4062065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96399"/>
                </a:moveTo>
                <a:cubicBezTo>
                  <a:pt x="44728" y="81363"/>
                  <a:pt x="42610" y="58034"/>
                  <a:pt x="32004" y="36247"/>
                </a:cubicBezTo>
                <a:cubicBezTo>
                  <a:pt x="20437" y="12532"/>
                  <a:pt x="3857" y="0"/>
                  <a:pt x="1927" y="0"/>
                </a:cubicBezTo>
                <a:cubicBezTo>
                  <a:pt x="771" y="0"/>
                  <a:pt x="0" y="774"/>
                  <a:pt x="0" y="1930"/>
                </a:cubicBezTo>
                <a:cubicBezTo>
                  <a:pt x="0" y="2506"/>
                  <a:pt x="0" y="2895"/>
                  <a:pt x="3663" y="6363"/>
                </a:cubicBezTo>
                <a:cubicBezTo>
                  <a:pt x="22558" y="25450"/>
                  <a:pt x="33546" y="56104"/>
                  <a:pt x="33546" y="96399"/>
                </a:cubicBezTo>
                <a:cubicBezTo>
                  <a:pt x="33546" y="129368"/>
                  <a:pt x="26415" y="163300"/>
                  <a:pt x="2506" y="187594"/>
                </a:cubicBezTo>
                <a:cubicBezTo>
                  <a:pt x="0" y="189906"/>
                  <a:pt x="0" y="190294"/>
                  <a:pt x="0" y="190871"/>
                </a:cubicBezTo>
                <a:cubicBezTo>
                  <a:pt x="0" y="192027"/>
                  <a:pt x="771" y="192798"/>
                  <a:pt x="1927" y="192798"/>
                </a:cubicBezTo>
                <a:cubicBezTo>
                  <a:pt x="3857" y="192798"/>
                  <a:pt x="21208" y="179689"/>
                  <a:pt x="32584" y="155204"/>
                </a:cubicBezTo>
                <a:cubicBezTo>
                  <a:pt x="42416" y="133996"/>
                  <a:pt x="44728" y="112594"/>
                  <a:pt x="44728" y="9639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4" name="path-988">
            <a:extLst xmlns:a="http://schemas.openxmlformats.org/drawingml/2006/main">
              <a:ext uri="{FF2B5EF4-FFF2-40B4-BE49-F238E27FC236}">
                <a16:creationId xmlns:a16="http://schemas.microsoft.com/office/drawing/2014/main" id="{75851AC7-71A7-49FC-AD5D-ACC64B626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374" y="6076197"/>
            <a:ext cx="191" cy="1472846"/>
          </a:xfrm>
          <a:custGeom xmlns:a="http://schemas.openxmlformats.org/drawingml/2006/main">
            <a:pathLst>
              <a:path w="191" h="1005081">
                <a:moveTo>
                  <a:pt x="0" y="0"/>
                </a:moveTo>
                <a:lnTo>
                  <a:pt x="0" y="1005081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995" name="path-989">
            <a:extLst xmlns:a="http://schemas.openxmlformats.org/drawingml/2006/main">
              <a:ext uri="{FF2B5EF4-FFF2-40B4-BE49-F238E27FC236}">
                <a16:creationId xmlns:a16="http://schemas.microsoft.com/office/drawing/2014/main" id="{59675754-CD6F-4075-A751-EE6CEC470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867" y="7506505"/>
            <a:ext cx="85077" cy="113433"/>
          </a:xfrm>
          <a:custGeom xmlns:a="http://schemas.openxmlformats.org/drawingml/2006/main">
            <a:pathLst>
              <a:path w="58057" h="77408">
                <a:moveTo>
                  <a:pt x="29029" y="77408"/>
                </a:moveTo>
                <a:lnTo>
                  <a:pt x="58057" y="0"/>
                </a:lnTo>
                <a:lnTo>
                  <a:pt x="29029" y="29028"/>
                </a:lnTo>
                <a:lnTo>
                  <a:pt x="0" y="0"/>
                </a:lnTo>
                <a:lnTo>
                  <a:pt x="29029" y="7740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6" name="path-990">
            <a:extLst xmlns:a="http://schemas.openxmlformats.org/drawingml/2006/main">
              <a:ext uri="{FF2B5EF4-FFF2-40B4-BE49-F238E27FC236}">
                <a16:creationId xmlns:a16="http://schemas.microsoft.com/office/drawing/2014/main" id="{04702786-10C7-4DDB-98F9-CBEC4F0B3D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840" y="7506504"/>
            <a:ext cx="85077" cy="113438"/>
          </a:xfrm>
          <a:custGeom xmlns:a="http://schemas.openxmlformats.org/drawingml/2006/main">
            <a:pathLst>
              <a:path w="58057" h="77411">
                <a:moveTo>
                  <a:pt x="29026" y="77411"/>
                </a:moveTo>
                <a:lnTo>
                  <a:pt x="58057" y="0"/>
                </a:lnTo>
                <a:lnTo>
                  <a:pt x="29026" y="29029"/>
                </a:lnTo>
                <a:lnTo>
                  <a:pt x="0" y="0"/>
                </a:lnTo>
                <a:lnTo>
                  <a:pt x="29026" y="77411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997" name="path-991">
            <a:extLst xmlns:a="http://schemas.openxmlformats.org/drawingml/2006/main">
              <a:ext uri="{FF2B5EF4-FFF2-40B4-BE49-F238E27FC236}">
                <a16:creationId xmlns:a16="http://schemas.microsoft.com/office/drawing/2014/main" id="{D8B1F2B9-A3B1-4EEE-A8ED-BC5FE0564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1260" y="7203714"/>
            <a:ext cx="1379903" cy="1155998"/>
          </a:xfrm>
          <a:custGeom xmlns:a="http://schemas.openxmlformats.org/drawingml/2006/main">
            <a:pathLst>
              <a:path w="941656" h="788861">
                <a:moveTo>
                  <a:pt x="0" y="788861"/>
                </a:moveTo>
                <a:lnTo>
                  <a:pt x="220264" y="788861"/>
                </a:lnTo>
                <a:cubicBezTo>
                  <a:pt x="259140" y="788861"/>
                  <a:pt x="290631" y="757367"/>
                  <a:pt x="290631" y="718488"/>
                </a:cubicBezTo>
                <a:lnTo>
                  <a:pt x="290631" y="70371"/>
                </a:lnTo>
                <a:cubicBezTo>
                  <a:pt x="290631" y="31485"/>
                  <a:pt x="322123" y="0"/>
                  <a:pt x="361005" y="0"/>
                </a:cubicBezTo>
                <a:lnTo>
                  <a:pt x="94165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998" name="path-992">
            <a:extLst xmlns:a="http://schemas.openxmlformats.org/drawingml/2006/main">
              <a:ext uri="{FF2B5EF4-FFF2-40B4-BE49-F238E27FC236}">
                <a16:creationId xmlns:a16="http://schemas.microsoft.com/office/drawing/2014/main" id="{BDE91F42-3945-4F99-ABAF-4870656AE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38652" y="7161044"/>
            <a:ext cx="113434" cy="85076"/>
          </a:xfrm>
          <a:custGeom xmlns:a="http://schemas.openxmlformats.org/drawingml/2006/main">
            <a:pathLst>
              <a:path w="77408" h="58056">
                <a:moveTo>
                  <a:pt x="77408" y="29029"/>
                </a:moveTo>
                <a:lnTo>
                  <a:pt x="0" y="0"/>
                </a:lnTo>
                <a:lnTo>
                  <a:pt x="29029" y="29029"/>
                </a:lnTo>
                <a:lnTo>
                  <a:pt x="0" y="58056"/>
                </a:lnTo>
                <a:lnTo>
                  <a:pt x="77408" y="2902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9" name="path-993">
            <a:extLst xmlns:a="http://schemas.openxmlformats.org/drawingml/2006/main">
              <a:ext uri="{FF2B5EF4-FFF2-40B4-BE49-F238E27FC236}">
                <a16:creationId xmlns:a16="http://schemas.microsoft.com/office/drawing/2014/main" id="{52BD574B-393C-496E-BA0F-AA28E5A6B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38621" y="7161171"/>
            <a:ext cx="113433" cy="85077"/>
          </a:xfrm>
          <a:custGeom xmlns:a="http://schemas.openxmlformats.org/drawingml/2006/main">
            <a:pathLst>
              <a:path w="77408" h="58057">
                <a:moveTo>
                  <a:pt x="77408" y="29032"/>
                </a:moveTo>
                <a:lnTo>
                  <a:pt x="0" y="0"/>
                </a:lnTo>
                <a:lnTo>
                  <a:pt x="29032" y="29032"/>
                </a:lnTo>
                <a:lnTo>
                  <a:pt x="0" y="58057"/>
                </a:lnTo>
                <a:lnTo>
                  <a:pt x="77408" y="29032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000" name="path-994">
            <a:extLst xmlns:a="http://schemas.openxmlformats.org/drawingml/2006/main">
              <a:ext uri="{FF2B5EF4-FFF2-40B4-BE49-F238E27FC236}">
                <a16:creationId xmlns:a16="http://schemas.microsoft.com/office/drawing/2014/main" id="{5E8BEBA8-D80C-4502-A635-BBF90263F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4790" y="6713449"/>
            <a:ext cx="803942" cy="282600"/>
          </a:xfrm>
          <a:custGeom xmlns:a="http://schemas.openxmlformats.org/drawingml/2006/main">
            <a:pathLst>
              <a:path w="548616" h="192848">
                <a:moveTo>
                  <a:pt x="0" y="0"/>
                </a:moveTo>
                <a:lnTo>
                  <a:pt x="548616" y="0"/>
                </a:lnTo>
                <a:lnTo>
                  <a:pt x="548616" y="192848"/>
                </a:lnTo>
                <a:lnTo>
                  <a:pt x="0" y="19284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1" name="text-995 Update">
            <a:extLst xmlns:a="http://schemas.openxmlformats.org/drawingml/2006/main">
              <a:ext uri="{FF2B5EF4-FFF2-40B4-BE49-F238E27FC236}">
                <a16:creationId xmlns:a16="http://schemas.microsoft.com/office/drawing/2014/main" id="{C77F7467-1A79-4AFE-B402-50698804C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04292" y="6715908"/>
            <a:ext cx="702332" cy="2889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Update</a:t>
            </a:r>
          </a:p>
        </p:txBody>
      </p:sp>
      <p:sp>
        <p:nvSpPr>
          <p:cNvPr id="1002" name="path-996">
            <a:extLst xmlns:a="http://schemas.openxmlformats.org/drawingml/2006/main">
              <a:ext uri="{FF2B5EF4-FFF2-40B4-BE49-F238E27FC236}">
                <a16:creationId xmlns:a16="http://schemas.microsoft.com/office/drawing/2014/main" id="{06E49E98-D7F2-4775-8250-0972F3449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491" y="6996155"/>
            <a:ext cx="876540" cy="415090"/>
          </a:xfrm>
          <a:custGeom xmlns:a="http://schemas.openxmlformats.org/drawingml/2006/main">
            <a:pathLst>
              <a:path w="598157" h="283261">
                <a:moveTo>
                  <a:pt x="0" y="0"/>
                </a:moveTo>
                <a:lnTo>
                  <a:pt x="598157" y="0"/>
                </a:lnTo>
                <a:lnTo>
                  <a:pt x="598157" y="283261"/>
                </a:lnTo>
                <a:lnTo>
                  <a:pt x="0" y="2832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3" name="path-997">
            <a:extLst xmlns:a="http://schemas.openxmlformats.org/drawingml/2006/main">
              <a:ext uri="{FF2B5EF4-FFF2-40B4-BE49-F238E27FC236}">
                <a16:creationId xmlns:a16="http://schemas.microsoft.com/office/drawing/2014/main" id="{1A4DF484-A9A3-4598-8B72-8DA4F5C99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467" y="6996046"/>
            <a:ext cx="876534" cy="415193"/>
          </a:xfrm>
          <a:custGeom xmlns:a="http://schemas.openxmlformats.org/drawingml/2006/main">
            <a:pathLst>
              <a:path w="598153" h="283331">
                <a:moveTo>
                  <a:pt x="0" y="0"/>
                </a:moveTo>
                <a:lnTo>
                  <a:pt x="0" y="283331"/>
                </a:lnTo>
                <a:lnTo>
                  <a:pt x="598153" y="283331"/>
                </a:lnTo>
                <a:lnTo>
                  <a:pt x="598153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781">
            <a:solidFill>
              <a:srgbClr val="000000"/>
            </a:solidFill>
            <a:prstDash val="solid"/>
          </a:ln>
        </p:spPr>
      </p:sp>
      <p:sp>
        <p:nvSpPr>
          <p:cNvPr id="1004" name="path-999">
            <a:extLst xmlns:a="http://schemas.openxmlformats.org/drawingml/2006/main">
              <a:ext uri="{FF2B5EF4-FFF2-40B4-BE49-F238E27FC236}">
                <a16:creationId xmlns:a16="http://schemas.microsoft.com/office/drawing/2014/main" id="{9F68DCC6-7712-4A82-8888-13D068307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1127" y="7083287"/>
            <a:ext cx="187317" cy="192857"/>
          </a:xfrm>
          <a:custGeom xmlns:a="http://schemas.openxmlformats.org/drawingml/2006/main">
            <a:pathLst>
              <a:path w="127827" h="131607">
                <a:moveTo>
                  <a:pt x="71334" y="15224"/>
                </a:moveTo>
                <a:cubicBezTo>
                  <a:pt x="71334" y="8676"/>
                  <a:pt x="71334" y="5978"/>
                  <a:pt x="89650" y="5978"/>
                </a:cubicBezTo>
                <a:lnTo>
                  <a:pt x="96013" y="5978"/>
                </a:lnTo>
                <a:lnTo>
                  <a:pt x="96013" y="0"/>
                </a:lnTo>
                <a:cubicBezTo>
                  <a:pt x="89074" y="580"/>
                  <a:pt x="71334" y="580"/>
                  <a:pt x="63429" y="580"/>
                </a:cubicBezTo>
                <a:cubicBezTo>
                  <a:pt x="55525" y="580"/>
                  <a:pt x="37597" y="580"/>
                  <a:pt x="30654" y="0"/>
                </a:cubicBezTo>
                <a:lnTo>
                  <a:pt x="30654" y="5978"/>
                </a:lnTo>
                <a:lnTo>
                  <a:pt x="37017" y="5978"/>
                </a:lnTo>
                <a:cubicBezTo>
                  <a:pt x="55333" y="5978"/>
                  <a:pt x="55333" y="8481"/>
                  <a:pt x="55333" y="15224"/>
                </a:cubicBezTo>
                <a:lnTo>
                  <a:pt x="55333" y="100797"/>
                </a:lnTo>
                <a:cubicBezTo>
                  <a:pt x="30078" y="94051"/>
                  <a:pt x="29113" y="64368"/>
                  <a:pt x="29113" y="51841"/>
                </a:cubicBezTo>
                <a:cubicBezTo>
                  <a:pt x="28918" y="28518"/>
                  <a:pt x="20437" y="24853"/>
                  <a:pt x="11953" y="24853"/>
                </a:cubicBezTo>
                <a:lnTo>
                  <a:pt x="4819" y="24853"/>
                </a:lnTo>
                <a:cubicBezTo>
                  <a:pt x="1927" y="24853"/>
                  <a:pt x="0" y="24853"/>
                  <a:pt x="0" y="26974"/>
                </a:cubicBezTo>
                <a:cubicBezTo>
                  <a:pt x="0" y="27939"/>
                  <a:pt x="580" y="28904"/>
                  <a:pt x="1736" y="29095"/>
                </a:cubicBezTo>
                <a:cubicBezTo>
                  <a:pt x="8099" y="29866"/>
                  <a:pt x="12918" y="32566"/>
                  <a:pt x="13112" y="55310"/>
                </a:cubicBezTo>
                <a:cubicBezTo>
                  <a:pt x="13112" y="59743"/>
                  <a:pt x="13688" y="74970"/>
                  <a:pt x="22944" y="87882"/>
                </a:cubicBezTo>
                <a:cubicBezTo>
                  <a:pt x="30463" y="98290"/>
                  <a:pt x="42222" y="103883"/>
                  <a:pt x="55333" y="105616"/>
                </a:cubicBezTo>
                <a:lnTo>
                  <a:pt x="55333" y="116395"/>
                </a:lnTo>
                <a:cubicBezTo>
                  <a:pt x="55333" y="122937"/>
                  <a:pt x="55333" y="125632"/>
                  <a:pt x="37017" y="125632"/>
                </a:cubicBezTo>
                <a:lnTo>
                  <a:pt x="30654" y="125632"/>
                </a:lnTo>
                <a:lnTo>
                  <a:pt x="30654" y="131607"/>
                </a:lnTo>
                <a:cubicBezTo>
                  <a:pt x="37597" y="131030"/>
                  <a:pt x="55333" y="131030"/>
                  <a:pt x="63238" y="131030"/>
                </a:cubicBezTo>
                <a:cubicBezTo>
                  <a:pt x="71143" y="131030"/>
                  <a:pt x="89074" y="131030"/>
                  <a:pt x="96013" y="131607"/>
                </a:cubicBezTo>
                <a:lnTo>
                  <a:pt x="96013" y="125632"/>
                </a:lnTo>
                <a:lnTo>
                  <a:pt x="89650" y="125632"/>
                </a:lnTo>
                <a:cubicBezTo>
                  <a:pt x="71334" y="125632"/>
                  <a:pt x="71334" y="123129"/>
                  <a:pt x="71334" y="116395"/>
                </a:cubicBezTo>
                <a:lnTo>
                  <a:pt x="71334" y="105616"/>
                </a:lnTo>
                <a:cubicBezTo>
                  <a:pt x="85217" y="103883"/>
                  <a:pt x="96978" y="98099"/>
                  <a:pt x="104498" y="88076"/>
                </a:cubicBezTo>
                <a:cubicBezTo>
                  <a:pt x="114524" y="74391"/>
                  <a:pt x="114715" y="59164"/>
                  <a:pt x="114715" y="50682"/>
                </a:cubicBezTo>
                <a:cubicBezTo>
                  <a:pt x="114715" y="47599"/>
                  <a:pt x="114909" y="30445"/>
                  <a:pt x="125320" y="29095"/>
                </a:cubicBezTo>
                <a:cubicBezTo>
                  <a:pt x="126476" y="28904"/>
                  <a:pt x="127827" y="28710"/>
                  <a:pt x="127827" y="26974"/>
                </a:cubicBezTo>
                <a:cubicBezTo>
                  <a:pt x="127827" y="24853"/>
                  <a:pt x="126282" y="24853"/>
                  <a:pt x="123199" y="24853"/>
                </a:cubicBezTo>
                <a:lnTo>
                  <a:pt x="115871" y="24853"/>
                </a:lnTo>
                <a:cubicBezTo>
                  <a:pt x="108352" y="24853"/>
                  <a:pt x="98905" y="26203"/>
                  <a:pt x="98714" y="54154"/>
                </a:cubicBezTo>
                <a:cubicBezTo>
                  <a:pt x="98520" y="75356"/>
                  <a:pt x="92157" y="95787"/>
                  <a:pt x="71334" y="100797"/>
                </a:cubicBezTo>
                <a:lnTo>
                  <a:pt x="71334" y="152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5" name="path-1000">
            <a:extLst xmlns:a="http://schemas.openxmlformats.org/drawingml/2006/main">
              <a:ext uri="{FF2B5EF4-FFF2-40B4-BE49-F238E27FC236}">
                <a16:creationId xmlns:a16="http://schemas.microsoft.com/office/drawing/2014/main" id="{17C9DFC7-B327-4B2F-8D86-D7769DACE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2745" y="7064249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190871"/>
                </a:moveTo>
                <a:cubicBezTo>
                  <a:pt x="44728" y="190294"/>
                  <a:pt x="44728" y="189906"/>
                  <a:pt x="41451" y="186629"/>
                </a:cubicBezTo>
                <a:cubicBezTo>
                  <a:pt x="17351" y="162338"/>
                  <a:pt x="11182" y="125897"/>
                  <a:pt x="11182" y="96399"/>
                </a:cubicBezTo>
                <a:cubicBezTo>
                  <a:pt x="11182" y="62853"/>
                  <a:pt x="18507" y="29307"/>
                  <a:pt x="42222" y="5207"/>
                </a:cubicBezTo>
                <a:cubicBezTo>
                  <a:pt x="44728" y="2895"/>
                  <a:pt x="44728" y="2506"/>
                  <a:pt x="44728" y="1930"/>
                </a:cubicBezTo>
                <a:cubicBezTo>
                  <a:pt x="44728" y="580"/>
                  <a:pt x="43957" y="0"/>
                  <a:pt x="42801" y="0"/>
                </a:cubicBezTo>
                <a:cubicBezTo>
                  <a:pt x="40871" y="0"/>
                  <a:pt x="23520" y="13112"/>
                  <a:pt x="12144" y="37597"/>
                </a:cubicBezTo>
                <a:cubicBezTo>
                  <a:pt x="2312" y="58805"/>
                  <a:pt x="0" y="80204"/>
                  <a:pt x="0" y="96399"/>
                </a:cubicBezTo>
                <a:cubicBezTo>
                  <a:pt x="0" y="111438"/>
                  <a:pt x="2118" y="134767"/>
                  <a:pt x="12724" y="156554"/>
                </a:cubicBezTo>
                <a:cubicBezTo>
                  <a:pt x="24291" y="180268"/>
                  <a:pt x="40871" y="192798"/>
                  <a:pt x="42801" y="192798"/>
                </a:cubicBezTo>
                <a:cubicBezTo>
                  <a:pt x="43957" y="192798"/>
                  <a:pt x="44728" y="192221"/>
                  <a:pt x="44728" y="19087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6" name="path-1001">
            <a:extLst xmlns:a="http://schemas.openxmlformats.org/drawingml/2006/main">
              <a:ext uri="{FF2B5EF4-FFF2-40B4-BE49-F238E27FC236}">
                <a16:creationId xmlns:a16="http://schemas.microsoft.com/office/drawing/2014/main" id="{7191EAAC-6201-43C6-A852-89B2A8752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934" y="7190467"/>
            <a:ext cx="29944" cy="29944"/>
          </a:xfrm>
          <a:custGeom xmlns:a="http://schemas.openxmlformats.org/drawingml/2006/main">
            <a:pathLst>
              <a:path w="20434" h="20434">
                <a:moveTo>
                  <a:pt x="20434" y="10217"/>
                </a:moveTo>
                <a:cubicBezTo>
                  <a:pt x="20434" y="4628"/>
                  <a:pt x="15810" y="0"/>
                  <a:pt x="10217" y="0"/>
                </a:cubicBezTo>
                <a:cubicBezTo>
                  <a:pt x="4625" y="0"/>
                  <a:pt x="0" y="4628"/>
                  <a:pt x="0" y="10217"/>
                </a:cubicBezTo>
                <a:cubicBezTo>
                  <a:pt x="0" y="15810"/>
                  <a:pt x="4625" y="20434"/>
                  <a:pt x="10217" y="20434"/>
                </a:cubicBezTo>
                <a:cubicBezTo>
                  <a:pt x="15810" y="20434"/>
                  <a:pt x="20434" y="15810"/>
                  <a:pt x="20434" y="10217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7" name="path-1002">
            <a:extLst xmlns:a="http://schemas.openxmlformats.org/drawingml/2006/main">
              <a:ext uri="{FF2B5EF4-FFF2-40B4-BE49-F238E27FC236}">
                <a16:creationId xmlns:a16="http://schemas.microsoft.com/office/drawing/2014/main" id="{736CBECD-A07D-4DA8-BD91-77A65C44F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7402" y="7246199"/>
            <a:ext cx="33052" cy="84573"/>
          </a:xfrm>
          <a:custGeom xmlns:a="http://schemas.openxmlformats.org/drawingml/2006/main">
            <a:pathLst>
              <a:path w="22555" h="57713">
                <a:moveTo>
                  <a:pt x="22555" y="20243"/>
                </a:moveTo>
                <a:cubicBezTo>
                  <a:pt x="22555" y="7519"/>
                  <a:pt x="17736" y="0"/>
                  <a:pt x="10217" y="0"/>
                </a:cubicBezTo>
                <a:cubicBezTo>
                  <a:pt x="3854" y="0"/>
                  <a:pt x="0" y="4819"/>
                  <a:pt x="0" y="10217"/>
                </a:cubicBezTo>
                <a:cubicBezTo>
                  <a:pt x="0" y="15424"/>
                  <a:pt x="3854" y="20434"/>
                  <a:pt x="10217" y="20434"/>
                </a:cubicBezTo>
                <a:cubicBezTo>
                  <a:pt x="12529" y="20434"/>
                  <a:pt x="15036" y="19663"/>
                  <a:pt x="16966" y="17931"/>
                </a:cubicBezTo>
                <a:cubicBezTo>
                  <a:pt x="17542" y="17542"/>
                  <a:pt x="17736" y="17351"/>
                  <a:pt x="17928" y="17351"/>
                </a:cubicBezTo>
                <a:cubicBezTo>
                  <a:pt x="18122" y="17351"/>
                  <a:pt x="18316" y="17542"/>
                  <a:pt x="18316" y="20243"/>
                </a:cubicBezTo>
                <a:cubicBezTo>
                  <a:pt x="18316" y="34540"/>
                  <a:pt x="11567" y="46131"/>
                  <a:pt x="5204" y="52506"/>
                </a:cubicBezTo>
                <a:cubicBezTo>
                  <a:pt x="3083" y="54630"/>
                  <a:pt x="3083" y="55016"/>
                  <a:pt x="3083" y="55595"/>
                </a:cubicBezTo>
                <a:cubicBezTo>
                  <a:pt x="3083" y="56943"/>
                  <a:pt x="4048" y="57713"/>
                  <a:pt x="5013" y="57713"/>
                </a:cubicBezTo>
                <a:cubicBezTo>
                  <a:pt x="7131" y="57713"/>
                  <a:pt x="22555" y="42848"/>
                  <a:pt x="22555" y="20243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8" name="path-1003">
            <a:extLst xmlns:a="http://schemas.openxmlformats.org/drawingml/2006/main">
              <a:ext uri="{FF2B5EF4-FFF2-40B4-BE49-F238E27FC236}">
                <a16:creationId xmlns:a16="http://schemas.microsoft.com/office/drawing/2014/main" id="{AE206CFB-5EB5-4AF3-BCA4-214DFA5E2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2975" y="7190467"/>
            <a:ext cx="29944" cy="29944"/>
          </a:xfrm>
          <a:custGeom xmlns:a="http://schemas.openxmlformats.org/drawingml/2006/main">
            <a:pathLst>
              <a:path w="20434" h="20434">
                <a:moveTo>
                  <a:pt x="20434" y="10217"/>
                </a:moveTo>
                <a:cubicBezTo>
                  <a:pt x="20434" y="4628"/>
                  <a:pt x="15810" y="0"/>
                  <a:pt x="10217" y="0"/>
                </a:cubicBezTo>
                <a:cubicBezTo>
                  <a:pt x="4625" y="0"/>
                  <a:pt x="0" y="4628"/>
                  <a:pt x="0" y="10217"/>
                </a:cubicBezTo>
                <a:cubicBezTo>
                  <a:pt x="0" y="15810"/>
                  <a:pt x="4625" y="20434"/>
                  <a:pt x="10217" y="20434"/>
                </a:cubicBezTo>
                <a:cubicBezTo>
                  <a:pt x="15810" y="20434"/>
                  <a:pt x="20434" y="15810"/>
                  <a:pt x="20434" y="10217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9" name="path-1004">
            <a:extLst xmlns:a="http://schemas.openxmlformats.org/drawingml/2006/main">
              <a:ext uri="{FF2B5EF4-FFF2-40B4-BE49-F238E27FC236}">
                <a16:creationId xmlns:a16="http://schemas.microsoft.com/office/drawing/2014/main" id="{D5FA072D-0E4B-4006-A789-54A73C531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77" y="7064249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96399"/>
                </a:moveTo>
                <a:cubicBezTo>
                  <a:pt x="44728" y="81363"/>
                  <a:pt x="42610" y="58034"/>
                  <a:pt x="32004" y="36247"/>
                </a:cubicBezTo>
                <a:cubicBezTo>
                  <a:pt x="20437" y="12532"/>
                  <a:pt x="3857" y="0"/>
                  <a:pt x="1927" y="0"/>
                </a:cubicBezTo>
                <a:cubicBezTo>
                  <a:pt x="771" y="0"/>
                  <a:pt x="0" y="774"/>
                  <a:pt x="0" y="1930"/>
                </a:cubicBezTo>
                <a:cubicBezTo>
                  <a:pt x="0" y="2506"/>
                  <a:pt x="0" y="2895"/>
                  <a:pt x="3663" y="6363"/>
                </a:cubicBezTo>
                <a:cubicBezTo>
                  <a:pt x="22558" y="25450"/>
                  <a:pt x="33546" y="56104"/>
                  <a:pt x="33546" y="96399"/>
                </a:cubicBezTo>
                <a:cubicBezTo>
                  <a:pt x="33546" y="129368"/>
                  <a:pt x="26415" y="163300"/>
                  <a:pt x="2506" y="187594"/>
                </a:cubicBezTo>
                <a:cubicBezTo>
                  <a:pt x="0" y="189906"/>
                  <a:pt x="0" y="190294"/>
                  <a:pt x="0" y="190871"/>
                </a:cubicBezTo>
                <a:cubicBezTo>
                  <a:pt x="0" y="192027"/>
                  <a:pt x="771" y="192798"/>
                  <a:pt x="1927" y="192798"/>
                </a:cubicBezTo>
                <a:cubicBezTo>
                  <a:pt x="3857" y="192798"/>
                  <a:pt x="21208" y="179689"/>
                  <a:pt x="32584" y="155204"/>
                </a:cubicBezTo>
                <a:cubicBezTo>
                  <a:pt x="42416" y="133996"/>
                  <a:pt x="44728" y="112594"/>
                  <a:pt x="44728" y="9639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0" name="path-1006">
            <a:extLst xmlns:a="http://schemas.openxmlformats.org/drawingml/2006/main">
              <a:ext uri="{FF2B5EF4-FFF2-40B4-BE49-F238E27FC236}">
                <a16:creationId xmlns:a16="http://schemas.microsoft.com/office/drawing/2014/main" id="{C662D96A-E96D-4C42-97CE-8BB182393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41880" y="6856848"/>
            <a:ext cx="140978" cy="257143"/>
          </a:xfrm>
          <a:custGeom xmlns:a="http://schemas.openxmlformats.org/drawingml/2006/main">
            <a:pathLst>
              <a:path w="96205" h="175476">
                <a:moveTo>
                  <a:pt x="60538" y="58884"/>
                </a:moveTo>
                <a:lnTo>
                  <a:pt x="77118" y="58884"/>
                </a:lnTo>
                <a:cubicBezTo>
                  <a:pt x="80975" y="58884"/>
                  <a:pt x="82902" y="58884"/>
                  <a:pt x="82902" y="55027"/>
                </a:cubicBezTo>
                <a:cubicBezTo>
                  <a:pt x="82902" y="52906"/>
                  <a:pt x="80975" y="52906"/>
                  <a:pt x="77697" y="52906"/>
                </a:cubicBezTo>
                <a:lnTo>
                  <a:pt x="61694" y="52906"/>
                </a:lnTo>
                <a:lnTo>
                  <a:pt x="65745" y="30872"/>
                </a:lnTo>
                <a:cubicBezTo>
                  <a:pt x="66515" y="26812"/>
                  <a:pt x="69213" y="13121"/>
                  <a:pt x="70372" y="10805"/>
                </a:cubicBezTo>
                <a:cubicBezTo>
                  <a:pt x="72105" y="7140"/>
                  <a:pt x="75385" y="4242"/>
                  <a:pt x="79433" y="4242"/>
                </a:cubicBezTo>
                <a:cubicBezTo>
                  <a:pt x="80204" y="4242"/>
                  <a:pt x="85217" y="4242"/>
                  <a:pt x="88879" y="7719"/>
                </a:cubicBezTo>
                <a:cubicBezTo>
                  <a:pt x="80395" y="8493"/>
                  <a:pt x="78468" y="15239"/>
                  <a:pt x="78468" y="18131"/>
                </a:cubicBezTo>
                <a:cubicBezTo>
                  <a:pt x="78468" y="22567"/>
                  <a:pt x="81940" y="24879"/>
                  <a:pt x="85602" y="24879"/>
                </a:cubicBezTo>
                <a:cubicBezTo>
                  <a:pt x="90615" y="24879"/>
                  <a:pt x="96205" y="20637"/>
                  <a:pt x="96205" y="13312"/>
                </a:cubicBezTo>
                <a:cubicBezTo>
                  <a:pt x="96205" y="4436"/>
                  <a:pt x="87338" y="0"/>
                  <a:pt x="79433" y="0"/>
                </a:cubicBezTo>
                <a:cubicBezTo>
                  <a:pt x="72879" y="0"/>
                  <a:pt x="60732" y="3471"/>
                  <a:pt x="54948" y="22567"/>
                </a:cubicBezTo>
                <a:cubicBezTo>
                  <a:pt x="53789" y="26621"/>
                  <a:pt x="53212" y="28554"/>
                  <a:pt x="48585" y="52906"/>
                </a:cubicBezTo>
                <a:lnTo>
                  <a:pt x="35282" y="52906"/>
                </a:lnTo>
                <a:cubicBezTo>
                  <a:pt x="31619" y="52906"/>
                  <a:pt x="29498" y="52906"/>
                  <a:pt x="29498" y="56572"/>
                </a:cubicBezTo>
                <a:cubicBezTo>
                  <a:pt x="29498" y="58884"/>
                  <a:pt x="31234" y="58884"/>
                  <a:pt x="34896" y="58884"/>
                </a:cubicBezTo>
                <a:lnTo>
                  <a:pt x="47620" y="58884"/>
                </a:lnTo>
                <a:lnTo>
                  <a:pt x="33161" y="134996"/>
                </a:lnTo>
                <a:cubicBezTo>
                  <a:pt x="29689" y="153689"/>
                  <a:pt x="26412" y="171237"/>
                  <a:pt x="16386" y="171237"/>
                </a:cubicBezTo>
                <a:cubicBezTo>
                  <a:pt x="15615" y="171237"/>
                  <a:pt x="10797" y="171237"/>
                  <a:pt x="7134" y="167762"/>
                </a:cubicBezTo>
                <a:cubicBezTo>
                  <a:pt x="16001" y="167183"/>
                  <a:pt x="17736" y="160243"/>
                  <a:pt x="17736" y="157351"/>
                </a:cubicBezTo>
                <a:cubicBezTo>
                  <a:pt x="17736" y="152918"/>
                  <a:pt x="14268" y="150603"/>
                  <a:pt x="10602" y="150603"/>
                </a:cubicBezTo>
                <a:cubicBezTo>
                  <a:pt x="5590" y="150603"/>
                  <a:pt x="0" y="154845"/>
                  <a:pt x="0" y="162170"/>
                </a:cubicBezTo>
                <a:cubicBezTo>
                  <a:pt x="0" y="170851"/>
                  <a:pt x="8484" y="175476"/>
                  <a:pt x="16386" y="175476"/>
                </a:cubicBezTo>
                <a:cubicBezTo>
                  <a:pt x="26992" y="175476"/>
                  <a:pt x="34702" y="164100"/>
                  <a:pt x="38174" y="156772"/>
                </a:cubicBezTo>
                <a:cubicBezTo>
                  <a:pt x="44343" y="144631"/>
                  <a:pt x="48779" y="121316"/>
                  <a:pt x="48970" y="119966"/>
                </a:cubicBezTo>
                <a:lnTo>
                  <a:pt x="60538" y="588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1" name="path-1007">
            <a:extLst xmlns:a="http://schemas.openxmlformats.org/drawingml/2006/main">
              <a:ext uri="{FF2B5EF4-FFF2-40B4-BE49-F238E27FC236}">
                <a16:creationId xmlns:a16="http://schemas.microsoft.com/office/drawing/2014/main" id="{8499DFAE-1735-4E7A-8892-232B7489C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74732" y="7011152"/>
            <a:ext cx="71000" cy="87103"/>
          </a:xfrm>
          <a:custGeom xmlns:a="http://schemas.openxmlformats.org/drawingml/2006/main">
            <a:pathLst>
              <a:path w="48451" h="59439">
                <a:moveTo>
                  <a:pt x="0" y="1485"/>
                </a:moveTo>
                <a:lnTo>
                  <a:pt x="0" y="6347"/>
                </a:lnTo>
                <a:lnTo>
                  <a:pt x="1890" y="6347"/>
                </a:lnTo>
                <a:cubicBezTo>
                  <a:pt x="6073" y="6347"/>
                  <a:pt x="10121" y="6752"/>
                  <a:pt x="10121" y="13103"/>
                </a:cubicBezTo>
                <a:lnTo>
                  <a:pt x="10121" y="49042"/>
                </a:lnTo>
                <a:cubicBezTo>
                  <a:pt x="10121" y="54448"/>
                  <a:pt x="6884" y="54582"/>
                  <a:pt x="0" y="54582"/>
                </a:cubicBezTo>
                <a:lnTo>
                  <a:pt x="0" y="59439"/>
                </a:lnTo>
                <a:lnTo>
                  <a:pt x="33066" y="59439"/>
                </a:lnTo>
                <a:lnTo>
                  <a:pt x="33066" y="54582"/>
                </a:lnTo>
                <a:cubicBezTo>
                  <a:pt x="31581" y="54582"/>
                  <a:pt x="29961" y="54718"/>
                  <a:pt x="28476" y="54718"/>
                </a:cubicBezTo>
                <a:cubicBezTo>
                  <a:pt x="24024" y="54718"/>
                  <a:pt x="20379" y="54042"/>
                  <a:pt x="20379" y="49178"/>
                </a:cubicBezTo>
                <a:lnTo>
                  <a:pt x="20379" y="38639"/>
                </a:lnTo>
                <a:cubicBezTo>
                  <a:pt x="20379" y="36071"/>
                  <a:pt x="20245" y="33369"/>
                  <a:pt x="20245" y="30803"/>
                </a:cubicBezTo>
                <a:cubicBezTo>
                  <a:pt x="20245" y="20128"/>
                  <a:pt x="23754" y="3781"/>
                  <a:pt x="38464" y="3781"/>
                </a:cubicBezTo>
                <a:lnTo>
                  <a:pt x="38464" y="3915"/>
                </a:lnTo>
                <a:cubicBezTo>
                  <a:pt x="36845" y="4860"/>
                  <a:pt x="36169" y="6752"/>
                  <a:pt x="36169" y="8643"/>
                </a:cubicBezTo>
                <a:cubicBezTo>
                  <a:pt x="36169" y="12426"/>
                  <a:pt x="39003" y="14858"/>
                  <a:pt x="42378" y="14858"/>
                </a:cubicBezTo>
                <a:cubicBezTo>
                  <a:pt x="46021" y="14858"/>
                  <a:pt x="48451" y="11886"/>
                  <a:pt x="48451" y="8915"/>
                </a:cubicBezTo>
                <a:cubicBezTo>
                  <a:pt x="48451" y="3105"/>
                  <a:pt x="43052" y="0"/>
                  <a:pt x="37788" y="0"/>
                </a:cubicBezTo>
                <a:cubicBezTo>
                  <a:pt x="29151" y="0"/>
                  <a:pt x="21324" y="7428"/>
                  <a:pt x="19569" y="14858"/>
                </a:cubicBezTo>
                <a:lnTo>
                  <a:pt x="19434" y="0"/>
                </a:lnTo>
                <a:lnTo>
                  <a:pt x="12687" y="542"/>
                </a:lnTo>
                <a:lnTo>
                  <a:pt x="0" y="148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2" name="path-1008">
            <a:extLst xmlns:a="http://schemas.openxmlformats.org/drawingml/2006/main">
              <a:ext uri="{FF2B5EF4-FFF2-40B4-BE49-F238E27FC236}">
                <a16:creationId xmlns:a16="http://schemas.microsoft.com/office/drawing/2014/main" id="{55752874-2CDD-4347-841A-F2AC06B371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61215" y="7010186"/>
            <a:ext cx="84842" cy="90000"/>
          </a:xfrm>
          <a:custGeom xmlns:a="http://schemas.openxmlformats.org/drawingml/2006/main">
            <a:pathLst>
              <a:path w="57897" h="61416">
                <a:moveTo>
                  <a:pt x="12282" y="29258"/>
                </a:moveTo>
                <a:lnTo>
                  <a:pt x="54930" y="29258"/>
                </a:lnTo>
                <a:cubicBezTo>
                  <a:pt x="57224" y="29258"/>
                  <a:pt x="57897" y="28449"/>
                  <a:pt x="57897" y="26425"/>
                </a:cubicBezTo>
                <a:cubicBezTo>
                  <a:pt x="57897" y="11868"/>
                  <a:pt x="48585" y="0"/>
                  <a:pt x="31581" y="0"/>
                </a:cubicBezTo>
                <a:cubicBezTo>
                  <a:pt x="15251" y="0"/>
                  <a:pt x="0" y="12137"/>
                  <a:pt x="0" y="30611"/>
                </a:cubicBezTo>
                <a:cubicBezTo>
                  <a:pt x="0" y="48991"/>
                  <a:pt x="16330" y="61416"/>
                  <a:pt x="32930" y="61416"/>
                </a:cubicBezTo>
                <a:cubicBezTo>
                  <a:pt x="42782" y="61416"/>
                  <a:pt x="54794" y="55883"/>
                  <a:pt x="57493" y="45342"/>
                </a:cubicBezTo>
                <a:cubicBezTo>
                  <a:pt x="57627" y="44936"/>
                  <a:pt x="57763" y="44396"/>
                  <a:pt x="57763" y="43991"/>
                </a:cubicBezTo>
                <a:lnTo>
                  <a:pt x="57763" y="43585"/>
                </a:lnTo>
                <a:cubicBezTo>
                  <a:pt x="57627" y="42504"/>
                  <a:pt x="56684" y="41962"/>
                  <a:pt x="55603" y="41962"/>
                </a:cubicBezTo>
                <a:cubicBezTo>
                  <a:pt x="52905" y="41962"/>
                  <a:pt x="52364" y="46692"/>
                  <a:pt x="50609" y="48855"/>
                </a:cubicBezTo>
                <a:cubicBezTo>
                  <a:pt x="46697" y="54127"/>
                  <a:pt x="40218" y="57098"/>
                  <a:pt x="33606" y="57098"/>
                </a:cubicBezTo>
                <a:lnTo>
                  <a:pt x="33200" y="57098"/>
                </a:lnTo>
                <a:cubicBezTo>
                  <a:pt x="27803" y="57098"/>
                  <a:pt x="21864" y="54127"/>
                  <a:pt x="18624" y="50477"/>
                </a:cubicBezTo>
                <a:cubicBezTo>
                  <a:pt x="13227" y="44800"/>
                  <a:pt x="12282" y="36828"/>
                  <a:pt x="12282" y="29258"/>
                </a:cubicBezTo>
                <a:moveTo>
                  <a:pt x="12418" y="25751"/>
                </a:moveTo>
                <a:cubicBezTo>
                  <a:pt x="13902" y="15506"/>
                  <a:pt x="18354" y="3915"/>
                  <a:pt x="31445" y="3915"/>
                </a:cubicBezTo>
                <a:cubicBezTo>
                  <a:pt x="36305" y="3915"/>
                  <a:pt x="40218" y="5667"/>
                  <a:pt x="43997" y="9979"/>
                </a:cubicBezTo>
                <a:cubicBezTo>
                  <a:pt x="47236" y="14294"/>
                  <a:pt x="48451" y="20358"/>
                  <a:pt x="48451" y="25751"/>
                </a:cubicBezTo>
                <a:lnTo>
                  <a:pt x="12418" y="257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3" name="path-1009">
            <a:extLst xmlns:a="http://schemas.openxmlformats.org/drawingml/2006/main">
              <a:ext uri="{FF2B5EF4-FFF2-40B4-BE49-F238E27FC236}">
                <a16:creationId xmlns:a16="http://schemas.microsoft.com/office/drawing/2014/main" id="{780AA0D0-1F71-46C0-9E7B-3F9FE8041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63322" y="7011152"/>
            <a:ext cx="106202" cy="125536"/>
          </a:xfrm>
          <a:custGeom xmlns:a="http://schemas.openxmlformats.org/drawingml/2006/main">
            <a:pathLst>
              <a:path w="72473" h="85667">
                <a:moveTo>
                  <a:pt x="0" y="1485"/>
                </a:moveTo>
                <a:lnTo>
                  <a:pt x="0" y="6345"/>
                </a:lnTo>
                <a:lnTo>
                  <a:pt x="2970" y="6345"/>
                </a:lnTo>
                <a:cubicBezTo>
                  <a:pt x="6748" y="6345"/>
                  <a:pt x="10121" y="6886"/>
                  <a:pt x="10121" y="12016"/>
                </a:cubicBezTo>
                <a:lnTo>
                  <a:pt x="10121" y="75525"/>
                </a:lnTo>
                <a:cubicBezTo>
                  <a:pt x="10121" y="80267"/>
                  <a:pt x="6748" y="80809"/>
                  <a:pt x="3239" y="80809"/>
                </a:cubicBezTo>
                <a:lnTo>
                  <a:pt x="0" y="80809"/>
                </a:lnTo>
                <a:lnTo>
                  <a:pt x="0" y="85667"/>
                </a:lnTo>
                <a:lnTo>
                  <a:pt x="31042" y="85667"/>
                </a:lnTo>
                <a:lnTo>
                  <a:pt x="31042" y="80809"/>
                </a:lnTo>
                <a:lnTo>
                  <a:pt x="27803" y="80809"/>
                </a:lnTo>
                <a:cubicBezTo>
                  <a:pt x="24024" y="80809"/>
                  <a:pt x="20918" y="80403"/>
                  <a:pt x="20918" y="75661"/>
                </a:cubicBezTo>
                <a:lnTo>
                  <a:pt x="20918" y="53064"/>
                </a:lnTo>
                <a:cubicBezTo>
                  <a:pt x="26048" y="58194"/>
                  <a:pt x="32660" y="60757"/>
                  <a:pt x="39543" y="60757"/>
                </a:cubicBezTo>
                <a:cubicBezTo>
                  <a:pt x="56278" y="60757"/>
                  <a:pt x="72473" y="48068"/>
                  <a:pt x="72473" y="30245"/>
                </a:cubicBezTo>
                <a:cubicBezTo>
                  <a:pt x="72473" y="13906"/>
                  <a:pt x="58706" y="0"/>
                  <a:pt x="41433" y="0"/>
                </a:cubicBezTo>
                <a:cubicBezTo>
                  <a:pt x="33470" y="0"/>
                  <a:pt x="26048" y="2836"/>
                  <a:pt x="20379" y="8101"/>
                </a:cubicBezTo>
                <a:lnTo>
                  <a:pt x="20379" y="0"/>
                </a:lnTo>
                <a:lnTo>
                  <a:pt x="0" y="1485"/>
                </a:lnTo>
                <a:moveTo>
                  <a:pt x="60057" y="32405"/>
                </a:moveTo>
                <a:cubicBezTo>
                  <a:pt x="58978" y="44017"/>
                  <a:pt x="51690" y="56979"/>
                  <a:pt x="38328" y="56979"/>
                </a:cubicBezTo>
                <a:cubicBezTo>
                  <a:pt x="32391" y="56979"/>
                  <a:pt x="26452" y="53873"/>
                  <a:pt x="23079" y="49013"/>
                </a:cubicBezTo>
                <a:cubicBezTo>
                  <a:pt x="21864" y="47662"/>
                  <a:pt x="20918" y="46178"/>
                  <a:pt x="20918" y="44287"/>
                </a:cubicBezTo>
                <a:lnTo>
                  <a:pt x="20918" y="22683"/>
                </a:lnTo>
                <a:cubicBezTo>
                  <a:pt x="20918" y="21062"/>
                  <a:pt x="20784" y="19442"/>
                  <a:pt x="20784" y="17687"/>
                </a:cubicBezTo>
                <a:cubicBezTo>
                  <a:pt x="20784" y="10261"/>
                  <a:pt x="30906" y="4320"/>
                  <a:pt x="39543" y="4320"/>
                </a:cubicBezTo>
                <a:cubicBezTo>
                  <a:pt x="53445" y="4320"/>
                  <a:pt x="60191" y="19038"/>
                  <a:pt x="60191" y="30381"/>
                </a:cubicBezTo>
                <a:cubicBezTo>
                  <a:pt x="60191" y="31054"/>
                  <a:pt x="60191" y="31730"/>
                  <a:pt x="60057" y="3240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4" name="path-1010">
            <a:extLst xmlns:a="http://schemas.openxmlformats.org/drawingml/2006/main">
              <a:ext uri="{FF2B5EF4-FFF2-40B4-BE49-F238E27FC236}">
                <a16:creationId xmlns:a16="http://schemas.microsoft.com/office/drawing/2014/main" id="{58C1BE29-1986-466F-816D-59C3FE6CA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0782" y="6844157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190871"/>
                </a:moveTo>
                <a:cubicBezTo>
                  <a:pt x="44728" y="190294"/>
                  <a:pt x="44728" y="189906"/>
                  <a:pt x="41451" y="186629"/>
                </a:cubicBezTo>
                <a:cubicBezTo>
                  <a:pt x="17351" y="162338"/>
                  <a:pt x="11182" y="125897"/>
                  <a:pt x="11182" y="96399"/>
                </a:cubicBezTo>
                <a:cubicBezTo>
                  <a:pt x="11182" y="62853"/>
                  <a:pt x="18507" y="29307"/>
                  <a:pt x="42222" y="5207"/>
                </a:cubicBezTo>
                <a:cubicBezTo>
                  <a:pt x="44728" y="2895"/>
                  <a:pt x="44728" y="2506"/>
                  <a:pt x="44728" y="1930"/>
                </a:cubicBezTo>
                <a:cubicBezTo>
                  <a:pt x="44728" y="580"/>
                  <a:pt x="43957" y="0"/>
                  <a:pt x="42801" y="0"/>
                </a:cubicBezTo>
                <a:cubicBezTo>
                  <a:pt x="40871" y="0"/>
                  <a:pt x="23520" y="13112"/>
                  <a:pt x="12144" y="37597"/>
                </a:cubicBezTo>
                <a:cubicBezTo>
                  <a:pt x="2312" y="58805"/>
                  <a:pt x="0" y="80204"/>
                  <a:pt x="0" y="96399"/>
                </a:cubicBezTo>
                <a:cubicBezTo>
                  <a:pt x="0" y="111438"/>
                  <a:pt x="2118" y="134767"/>
                  <a:pt x="12724" y="156554"/>
                </a:cubicBezTo>
                <a:cubicBezTo>
                  <a:pt x="24291" y="180268"/>
                  <a:pt x="40871" y="192798"/>
                  <a:pt x="42801" y="192798"/>
                </a:cubicBezTo>
                <a:cubicBezTo>
                  <a:pt x="43957" y="192798"/>
                  <a:pt x="44728" y="192221"/>
                  <a:pt x="44728" y="190871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5" name="path-1011">
            <a:extLst xmlns:a="http://schemas.openxmlformats.org/drawingml/2006/main">
              <a:ext uri="{FF2B5EF4-FFF2-40B4-BE49-F238E27FC236}">
                <a16:creationId xmlns:a16="http://schemas.microsoft.com/office/drawing/2014/main" id="{2D5E5975-DE78-4C8E-B085-90429CE52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1993" y="6859883"/>
            <a:ext cx="72045" cy="198375"/>
          </a:xfrm>
          <a:custGeom xmlns:a="http://schemas.openxmlformats.org/drawingml/2006/main">
            <a:pathLst>
              <a:path w="49164" h="135373">
                <a:moveTo>
                  <a:pt x="48394" y="6749"/>
                </a:moveTo>
                <a:cubicBezTo>
                  <a:pt x="49164" y="4051"/>
                  <a:pt x="49164" y="3666"/>
                  <a:pt x="49164" y="3471"/>
                </a:cubicBezTo>
                <a:cubicBezTo>
                  <a:pt x="49164" y="965"/>
                  <a:pt x="47043" y="0"/>
                  <a:pt x="44922" y="0"/>
                </a:cubicBezTo>
                <a:cubicBezTo>
                  <a:pt x="44151" y="0"/>
                  <a:pt x="43957" y="0"/>
                  <a:pt x="43572" y="194"/>
                </a:cubicBezTo>
                <a:lnTo>
                  <a:pt x="18701" y="1350"/>
                </a:lnTo>
                <a:cubicBezTo>
                  <a:pt x="16004" y="1544"/>
                  <a:pt x="12532" y="1736"/>
                  <a:pt x="12532" y="7134"/>
                </a:cubicBezTo>
                <a:cubicBezTo>
                  <a:pt x="12532" y="10605"/>
                  <a:pt x="16195" y="10605"/>
                  <a:pt x="17545" y="10605"/>
                </a:cubicBezTo>
                <a:cubicBezTo>
                  <a:pt x="19666" y="10605"/>
                  <a:pt x="23138" y="10605"/>
                  <a:pt x="25641" y="10991"/>
                </a:cubicBezTo>
                <a:lnTo>
                  <a:pt x="965" y="109920"/>
                </a:lnTo>
                <a:cubicBezTo>
                  <a:pt x="385" y="112041"/>
                  <a:pt x="0" y="113776"/>
                  <a:pt x="0" y="116477"/>
                </a:cubicBezTo>
                <a:cubicBezTo>
                  <a:pt x="0" y="129203"/>
                  <a:pt x="12726" y="135373"/>
                  <a:pt x="24100" y="135373"/>
                </a:cubicBezTo>
                <a:cubicBezTo>
                  <a:pt x="31234" y="135373"/>
                  <a:pt x="36632" y="131325"/>
                  <a:pt x="40874" y="124385"/>
                </a:cubicBezTo>
                <a:cubicBezTo>
                  <a:pt x="45502" y="116862"/>
                  <a:pt x="48199" y="106448"/>
                  <a:pt x="48199" y="105292"/>
                </a:cubicBezTo>
                <a:cubicBezTo>
                  <a:pt x="48199" y="102591"/>
                  <a:pt x="45308" y="102591"/>
                  <a:pt x="43572" y="102591"/>
                </a:cubicBezTo>
                <a:cubicBezTo>
                  <a:pt x="41451" y="102591"/>
                  <a:pt x="40680" y="102591"/>
                  <a:pt x="39718" y="103556"/>
                </a:cubicBezTo>
                <a:cubicBezTo>
                  <a:pt x="39333" y="103942"/>
                  <a:pt x="39333" y="104327"/>
                  <a:pt x="38174" y="109149"/>
                </a:cubicBezTo>
                <a:cubicBezTo>
                  <a:pt x="34511" y="123805"/>
                  <a:pt x="30269" y="128433"/>
                  <a:pt x="25065" y="128433"/>
                </a:cubicBezTo>
                <a:cubicBezTo>
                  <a:pt x="22173" y="128433"/>
                  <a:pt x="20631" y="126506"/>
                  <a:pt x="20631" y="121490"/>
                </a:cubicBezTo>
                <a:cubicBezTo>
                  <a:pt x="20631" y="117633"/>
                  <a:pt x="21208" y="115706"/>
                  <a:pt x="21787" y="113006"/>
                </a:cubicBezTo>
                <a:lnTo>
                  <a:pt x="48394" y="674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6" name="path-1012">
            <a:extLst xmlns:a="http://schemas.openxmlformats.org/drawingml/2006/main">
              <a:ext uri="{FF2B5EF4-FFF2-40B4-BE49-F238E27FC236}">
                <a16:creationId xmlns:a16="http://schemas.microsoft.com/office/drawing/2014/main" id="{9B536262-0145-43B6-A774-3E44FB5C3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3507" y="6967117"/>
            <a:ext cx="87413" cy="131330"/>
          </a:xfrm>
          <a:custGeom xmlns:a="http://schemas.openxmlformats.org/drawingml/2006/main">
            <a:pathLst>
              <a:path w="59652" h="89621">
                <a:moveTo>
                  <a:pt x="59652" y="65053"/>
                </a:moveTo>
                <a:lnTo>
                  <a:pt x="55063" y="65053"/>
                </a:lnTo>
                <a:cubicBezTo>
                  <a:pt x="54658" y="68025"/>
                  <a:pt x="53309" y="75990"/>
                  <a:pt x="51554" y="77341"/>
                </a:cubicBezTo>
                <a:cubicBezTo>
                  <a:pt x="50475" y="78150"/>
                  <a:pt x="40084" y="78150"/>
                  <a:pt x="38194" y="78150"/>
                </a:cubicBezTo>
                <a:lnTo>
                  <a:pt x="13361" y="78150"/>
                </a:lnTo>
                <a:cubicBezTo>
                  <a:pt x="27533" y="65593"/>
                  <a:pt x="32255" y="61814"/>
                  <a:pt x="40354" y="55467"/>
                </a:cubicBezTo>
                <a:cubicBezTo>
                  <a:pt x="50339" y="47502"/>
                  <a:pt x="59652" y="39131"/>
                  <a:pt x="59652" y="26305"/>
                </a:cubicBezTo>
                <a:cubicBezTo>
                  <a:pt x="59652" y="9983"/>
                  <a:pt x="45346" y="0"/>
                  <a:pt x="28072" y="0"/>
                </a:cubicBezTo>
                <a:cubicBezTo>
                  <a:pt x="11336" y="0"/>
                  <a:pt x="0" y="11736"/>
                  <a:pt x="0" y="24145"/>
                </a:cubicBezTo>
                <a:cubicBezTo>
                  <a:pt x="0" y="31029"/>
                  <a:pt x="5803" y="31703"/>
                  <a:pt x="7154" y="31703"/>
                </a:cubicBezTo>
                <a:cubicBezTo>
                  <a:pt x="10393" y="31703"/>
                  <a:pt x="14306" y="29409"/>
                  <a:pt x="14306" y="24551"/>
                </a:cubicBezTo>
                <a:cubicBezTo>
                  <a:pt x="14306" y="22121"/>
                  <a:pt x="13361" y="17397"/>
                  <a:pt x="6343" y="17397"/>
                </a:cubicBezTo>
                <a:cubicBezTo>
                  <a:pt x="10527" y="7825"/>
                  <a:pt x="19705" y="4860"/>
                  <a:pt x="26048" y="4860"/>
                </a:cubicBezTo>
                <a:cubicBezTo>
                  <a:pt x="39543" y="4860"/>
                  <a:pt x="46561" y="15375"/>
                  <a:pt x="46561" y="26305"/>
                </a:cubicBezTo>
                <a:cubicBezTo>
                  <a:pt x="46561" y="38050"/>
                  <a:pt x="38194" y="47366"/>
                  <a:pt x="33875" y="52226"/>
                </a:cubicBezTo>
                <a:lnTo>
                  <a:pt x="1351" y="84359"/>
                </a:lnTo>
                <a:cubicBezTo>
                  <a:pt x="0" y="85572"/>
                  <a:pt x="0" y="85842"/>
                  <a:pt x="0" y="89621"/>
                </a:cubicBezTo>
                <a:lnTo>
                  <a:pt x="55603" y="89621"/>
                </a:lnTo>
                <a:lnTo>
                  <a:pt x="59652" y="6505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7" name="path-1013">
            <a:extLst xmlns:a="http://schemas.openxmlformats.org/drawingml/2006/main">
              <a:ext uri="{FF2B5EF4-FFF2-40B4-BE49-F238E27FC236}">
                <a16:creationId xmlns:a16="http://schemas.microsoft.com/office/drawing/2014/main" id="{6323DB8E-5653-4182-9CAD-D85D1CD01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3886" y="6844157"/>
            <a:ext cx="65544" cy="282526"/>
          </a:xfrm>
          <a:custGeom xmlns:a="http://schemas.openxmlformats.org/drawingml/2006/main">
            <a:pathLst>
              <a:path w="44728" h="192798">
                <a:moveTo>
                  <a:pt x="44728" y="96399"/>
                </a:moveTo>
                <a:cubicBezTo>
                  <a:pt x="44728" y="81363"/>
                  <a:pt x="42610" y="58034"/>
                  <a:pt x="32004" y="36247"/>
                </a:cubicBezTo>
                <a:cubicBezTo>
                  <a:pt x="20437" y="12532"/>
                  <a:pt x="3857" y="0"/>
                  <a:pt x="1927" y="0"/>
                </a:cubicBezTo>
                <a:cubicBezTo>
                  <a:pt x="771" y="0"/>
                  <a:pt x="0" y="774"/>
                  <a:pt x="0" y="1930"/>
                </a:cubicBezTo>
                <a:cubicBezTo>
                  <a:pt x="0" y="2506"/>
                  <a:pt x="0" y="2895"/>
                  <a:pt x="3663" y="6363"/>
                </a:cubicBezTo>
                <a:cubicBezTo>
                  <a:pt x="22558" y="25450"/>
                  <a:pt x="33546" y="56104"/>
                  <a:pt x="33546" y="96399"/>
                </a:cubicBezTo>
                <a:cubicBezTo>
                  <a:pt x="33546" y="129368"/>
                  <a:pt x="26415" y="163300"/>
                  <a:pt x="2506" y="187594"/>
                </a:cubicBezTo>
                <a:cubicBezTo>
                  <a:pt x="0" y="189906"/>
                  <a:pt x="0" y="190294"/>
                  <a:pt x="0" y="190871"/>
                </a:cubicBezTo>
                <a:cubicBezTo>
                  <a:pt x="0" y="192027"/>
                  <a:pt x="771" y="192798"/>
                  <a:pt x="1927" y="192798"/>
                </a:cubicBezTo>
                <a:cubicBezTo>
                  <a:pt x="3857" y="192798"/>
                  <a:pt x="21208" y="179689"/>
                  <a:pt x="32584" y="155204"/>
                </a:cubicBezTo>
                <a:cubicBezTo>
                  <a:pt x="42416" y="133996"/>
                  <a:pt x="44728" y="112594"/>
                  <a:pt x="44728" y="9639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8" name="path-1014">
            <a:extLst xmlns:a="http://schemas.openxmlformats.org/drawingml/2006/main">
              <a:ext uri="{FF2B5EF4-FFF2-40B4-BE49-F238E27FC236}">
                <a16:creationId xmlns:a16="http://schemas.microsoft.com/office/drawing/2014/main" id="{AC782CB0-2DEA-4320-B85E-CF609A35F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181792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9" name="path-1015">
            <a:extLst xmlns:a="http://schemas.openxmlformats.org/drawingml/2006/main">
              <a:ext uri="{FF2B5EF4-FFF2-40B4-BE49-F238E27FC236}">
                <a16:creationId xmlns:a16="http://schemas.microsoft.com/office/drawing/2014/main" id="{A126C88D-E1A6-4F84-8C5A-081D22228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181788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20" name="path-1016">
            <a:extLst xmlns:a="http://schemas.openxmlformats.org/drawingml/2006/main">
              <a:ext uri="{FF2B5EF4-FFF2-40B4-BE49-F238E27FC236}">
                <a16:creationId xmlns:a16="http://schemas.microsoft.com/office/drawing/2014/main" id="{954393AD-EB98-4445-9D0D-F73FDDB4F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1817927"/>
            <a:ext cx="178236" cy="178235"/>
          </a:xfrm>
          <a:custGeom xmlns:a="http://schemas.openxmlformats.org/drawingml/2006/main">
            <a:pathLst>
              <a:path w="121630" h="121629">
                <a:moveTo>
                  <a:pt x="0" y="0"/>
                </a:moveTo>
                <a:lnTo>
                  <a:pt x="121630" y="0"/>
                </a:lnTo>
                <a:lnTo>
                  <a:pt x="121630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1" name="path-1017">
            <a:extLst xmlns:a="http://schemas.openxmlformats.org/drawingml/2006/main">
              <a:ext uri="{FF2B5EF4-FFF2-40B4-BE49-F238E27FC236}">
                <a16:creationId xmlns:a16="http://schemas.microsoft.com/office/drawing/2014/main" id="{A31EC0F3-EEDC-4D08-B4F2-2F1BFF757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181788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22" name="path-1018">
            <a:extLst xmlns:a="http://schemas.openxmlformats.org/drawingml/2006/main">
              <a:ext uri="{FF2B5EF4-FFF2-40B4-BE49-F238E27FC236}">
                <a16:creationId xmlns:a16="http://schemas.microsoft.com/office/drawing/2014/main" id="{143B6C81-8DB1-49E3-8FA2-35DD4F229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181792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3" name="path-1019">
            <a:extLst xmlns:a="http://schemas.openxmlformats.org/drawingml/2006/main">
              <a:ext uri="{FF2B5EF4-FFF2-40B4-BE49-F238E27FC236}">
                <a16:creationId xmlns:a16="http://schemas.microsoft.com/office/drawing/2014/main" id="{7F8FDE9C-4782-47EC-958D-2DF0AD76F1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1817887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24" name="path-1020">
            <a:extLst xmlns:a="http://schemas.openxmlformats.org/drawingml/2006/main">
              <a:ext uri="{FF2B5EF4-FFF2-40B4-BE49-F238E27FC236}">
                <a16:creationId xmlns:a16="http://schemas.microsoft.com/office/drawing/2014/main" id="{75304C54-2742-43FB-BAF9-FF22DAFBE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1996200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5" name="path-1021">
            <a:extLst xmlns:a="http://schemas.openxmlformats.org/drawingml/2006/main">
              <a:ext uri="{FF2B5EF4-FFF2-40B4-BE49-F238E27FC236}">
                <a16:creationId xmlns:a16="http://schemas.microsoft.com/office/drawing/2014/main" id="{75C9B136-3189-4344-92FF-CA67A79E2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1996160"/>
            <a:ext cx="178277" cy="178277"/>
          </a:xfrm>
          <a:custGeom xmlns:a="http://schemas.openxmlformats.org/drawingml/2006/main">
            <a:pathLst>
              <a:path w="121658" h="121658">
                <a:moveTo>
                  <a:pt x="0" y="0"/>
                </a:moveTo>
                <a:lnTo>
                  <a:pt x="0" y="121658"/>
                </a:lnTo>
                <a:lnTo>
                  <a:pt x="121658" y="121658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26" name="path-1022">
            <a:extLst xmlns:a="http://schemas.openxmlformats.org/drawingml/2006/main">
              <a:ext uri="{FF2B5EF4-FFF2-40B4-BE49-F238E27FC236}">
                <a16:creationId xmlns:a16="http://schemas.microsoft.com/office/drawing/2014/main" id="{16A29F39-B271-433D-89ED-D5950CAE7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1996200"/>
            <a:ext cx="178236" cy="178237"/>
          </a:xfrm>
          <a:custGeom xmlns:a="http://schemas.openxmlformats.org/drawingml/2006/main">
            <a:pathLst>
              <a:path w="121630" h="121631">
                <a:moveTo>
                  <a:pt x="0" y="0"/>
                </a:moveTo>
                <a:lnTo>
                  <a:pt x="121630" y="0"/>
                </a:lnTo>
                <a:lnTo>
                  <a:pt x="121630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7" name="path-1023">
            <a:extLst xmlns:a="http://schemas.openxmlformats.org/drawingml/2006/main">
              <a:ext uri="{FF2B5EF4-FFF2-40B4-BE49-F238E27FC236}">
                <a16:creationId xmlns:a16="http://schemas.microsoft.com/office/drawing/2014/main" id="{40AD04D7-BEE1-4DE8-B810-3713173F7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1996160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28" name="path-1024">
            <a:extLst xmlns:a="http://schemas.openxmlformats.org/drawingml/2006/main">
              <a:ext uri="{FF2B5EF4-FFF2-40B4-BE49-F238E27FC236}">
                <a16:creationId xmlns:a16="http://schemas.microsoft.com/office/drawing/2014/main" id="{C42985BD-947F-461E-9B05-C5580E4ED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1996200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9" name="path-1025">
            <a:extLst xmlns:a="http://schemas.openxmlformats.org/drawingml/2006/main">
              <a:ext uri="{FF2B5EF4-FFF2-40B4-BE49-F238E27FC236}">
                <a16:creationId xmlns:a16="http://schemas.microsoft.com/office/drawing/2014/main" id="{6102781C-24D5-4363-88D5-B69A5FC1AE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1996160"/>
            <a:ext cx="178144" cy="178277"/>
          </a:xfrm>
          <a:custGeom xmlns:a="http://schemas.openxmlformats.org/drawingml/2006/main">
            <a:pathLst>
              <a:path w="121567" h="121658">
                <a:moveTo>
                  <a:pt x="0" y="0"/>
                </a:moveTo>
                <a:lnTo>
                  <a:pt x="0" y="121658"/>
                </a:lnTo>
                <a:lnTo>
                  <a:pt x="121567" y="121658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30" name="path-1026">
            <a:extLst xmlns:a="http://schemas.openxmlformats.org/drawingml/2006/main">
              <a:ext uri="{FF2B5EF4-FFF2-40B4-BE49-F238E27FC236}">
                <a16:creationId xmlns:a16="http://schemas.microsoft.com/office/drawing/2014/main" id="{3C780675-470C-4C32-A9C0-A5424DFD1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2174344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1" name="path-1027">
            <a:extLst xmlns:a="http://schemas.openxmlformats.org/drawingml/2006/main">
              <a:ext uri="{FF2B5EF4-FFF2-40B4-BE49-F238E27FC236}">
                <a16:creationId xmlns:a16="http://schemas.microsoft.com/office/drawing/2014/main" id="{94AC915D-2018-453C-834C-66D9ECBF4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2174438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32" name="path-1028">
            <a:extLst xmlns:a="http://schemas.openxmlformats.org/drawingml/2006/main">
              <a:ext uri="{FF2B5EF4-FFF2-40B4-BE49-F238E27FC236}">
                <a16:creationId xmlns:a16="http://schemas.microsoft.com/office/drawing/2014/main" id="{57B59557-7F1E-4706-A962-65A228A21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2174344"/>
            <a:ext cx="178236" cy="178235"/>
          </a:xfrm>
          <a:custGeom xmlns:a="http://schemas.openxmlformats.org/drawingml/2006/main">
            <a:pathLst>
              <a:path w="121630" h="121629">
                <a:moveTo>
                  <a:pt x="0" y="0"/>
                </a:moveTo>
                <a:lnTo>
                  <a:pt x="121630" y="0"/>
                </a:lnTo>
                <a:lnTo>
                  <a:pt x="121630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3" name="path-1029">
            <a:extLst xmlns:a="http://schemas.openxmlformats.org/drawingml/2006/main">
              <a:ext uri="{FF2B5EF4-FFF2-40B4-BE49-F238E27FC236}">
                <a16:creationId xmlns:a16="http://schemas.microsoft.com/office/drawing/2014/main" id="{A75BE4C1-DA39-4121-B9EC-8C2607411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2174438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34" name="path-1030">
            <a:extLst xmlns:a="http://schemas.openxmlformats.org/drawingml/2006/main">
              <a:ext uri="{FF2B5EF4-FFF2-40B4-BE49-F238E27FC236}">
                <a16:creationId xmlns:a16="http://schemas.microsoft.com/office/drawing/2014/main" id="{67BEF49B-9758-4020-AB4C-00B40603B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2174344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5" name="path-1031">
            <a:extLst xmlns:a="http://schemas.openxmlformats.org/drawingml/2006/main">
              <a:ext uri="{FF2B5EF4-FFF2-40B4-BE49-F238E27FC236}">
                <a16:creationId xmlns:a16="http://schemas.microsoft.com/office/drawing/2014/main" id="{0B4E8838-75DB-4338-B3C0-919FB690A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2174438"/>
            <a:ext cx="178144" cy="178140"/>
          </a:xfrm>
          <a:custGeom xmlns:a="http://schemas.openxmlformats.org/drawingml/2006/main">
            <a:pathLst>
              <a:path w="121567" h="121564">
                <a:moveTo>
                  <a:pt x="0" y="0"/>
                </a:moveTo>
                <a:lnTo>
                  <a:pt x="0" y="121564"/>
                </a:lnTo>
                <a:lnTo>
                  <a:pt x="121567" y="121564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36" name="path-1032">
            <a:extLst xmlns:a="http://schemas.openxmlformats.org/drawingml/2006/main">
              <a:ext uri="{FF2B5EF4-FFF2-40B4-BE49-F238E27FC236}">
                <a16:creationId xmlns:a16="http://schemas.microsoft.com/office/drawing/2014/main" id="{BA081364-5166-4BD5-B693-4C4D1D546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181792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7" name="path-1033">
            <a:extLst xmlns:a="http://schemas.openxmlformats.org/drawingml/2006/main">
              <a:ext uri="{FF2B5EF4-FFF2-40B4-BE49-F238E27FC236}">
                <a16:creationId xmlns:a16="http://schemas.microsoft.com/office/drawing/2014/main" id="{26F6B01C-9B06-4B3C-BF60-1867211A3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181788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38" name="path-1034">
            <a:extLst xmlns:a="http://schemas.openxmlformats.org/drawingml/2006/main">
              <a:ext uri="{FF2B5EF4-FFF2-40B4-BE49-F238E27FC236}">
                <a16:creationId xmlns:a16="http://schemas.microsoft.com/office/drawing/2014/main" id="{D533EF9A-5EC2-4436-883F-CE4AA3D4F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1996200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9" name="path-1035">
            <a:extLst xmlns:a="http://schemas.openxmlformats.org/drawingml/2006/main">
              <a:ext uri="{FF2B5EF4-FFF2-40B4-BE49-F238E27FC236}">
                <a16:creationId xmlns:a16="http://schemas.microsoft.com/office/drawing/2014/main" id="{B4878E60-48D2-4AE3-9EAF-F5AF6FE7E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1996160"/>
            <a:ext cx="178277" cy="178277"/>
          </a:xfrm>
          <a:custGeom xmlns:a="http://schemas.openxmlformats.org/drawingml/2006/main">
            <a:pathLst>
              <a:path w="121658" h="121658">
                <a:moveTo>
                  <a:pt x="0" y="0"/>
                </a:moveTo>
                <a:lnTo>
                  <a:pt x="0" y="121658"/>
                </a:lnTo>
                <a:lnTo>
                  <a:pt x="121658" y="121658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40" name="path-1036">
            <a:extLst xmlns:a="http://schemas.openxmlformats.org/drawingml/2006/main">
              <a:ext uri="{FF2B5EF4-FFF2-40B4-BE49-F238E27FC236}">
                <a16:creationId xmlns:a16="http://schemas.microsoft.com/office/drawing/2014/main" id="{9E913EA4-D0DB-4624-9F24-B2A6E3C56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2174344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1" name="path-1037">
            <a:extLst xmlns:a="http://schemas.openxmlformats.org/drawingml/2006/main">
              <a:ext uri="{FF2B5EF4-FFF2-40B4-BE49-F238E27FC236}">
                <a16:creationId xmlns:a16="http://schemas.microsoft.com/office/drawing/2014/main" id="{57C15C50-783B-45B0-8EE1-9DEAB1383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2174438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42" name="path-1038">
            <a:extLst xmlns:a="http://schemas.openxmlformats.org/drawingml/2006/main">
              <a:ext uri="{FF2B5EF4-FFF2-40B4-BE49-F238E27FC236}">
                <a16:creationId xmlns:a16="http://schemas.microsoft.com/office/drawing/2014/main" id="{18135C2D-3568-408E-A73D-78E2CA439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2352617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3" name="path-1039">
            <a:extLst xmlns:a="http://schemas.openxmlformats.org/drawingml/2006/main">
              <a:ext uri="{FF2B5EF4-FFF2-40B4-BE49-F238E27FC236}">
                <a16:creationId xmlns:a16="http://schemas.microsoft.com/office/drawing/2014/main" id="{C8CFA5E3-810F-4414-A6F8-E10C5F785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235257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44" name="path-1040">
            <a:extLst xmlns:a="http://schemas.openxmlformats.org/drawingml/2006/main">
              <a:ext uri="{FF2B5EF4-FFF2-40B4-BE49-F238E27FC236}">
                <a16:creationId xmlns:a16="http://schemas.microsoft.com/office/drawing/2014/main" id="{724E4423-D7DD-45F1-86A5-084432382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2352617"/>
            <a:ext cx="178236" cy="178237"/>
          </a:xfrm>
          <a:custGeom xmlns:a="http://schemas.openxmlformats.org/drawingml/2006/main">
            <a:pathLst>
              <a:path w="121630" h="121631">
                <a:moveTo>
                  <a:pt x="0" y="0"/>
                </a:moveTo>
                <a:lnTo>
                  <a:pt x="121630" y="0"/>
                </a:lnTo>
                <a:lnTo>
                  <a:pt x="121630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5" name="path-1041">
            <a:extLst xmlns:a="http://schemas.openxmlformats.org/drawingml/2006/main">
              <a:ext uri="{FF2B5EF4-FFF2-40B4-BE49-F238E27FC236}">
                <a16:creationId xmlns:a16="http://schemas.microsoft.com/office/drawing/2014/main" id="{12F3C52C-79AE-4949-88FE-4EC4DFF1C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235257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46" name="path-1042">
            <a:extLst xmlns:a="http://schemas.openxmlformats.org/drawingml/2006/main">
              <a:ext uri="{FF2B5EF4-FFF2-40B4-BE49-F238E27FC236}">
                <a16:creationId xmlns:a16="http://schemas.microsoft.com/office/drawing/2014/main" id="{76FE1244-B746-430E-BA87-C8ECB60B0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2352617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7" name="path-1043">
            <a:extLst xmlns:a="http://schemas.openxmlformats.org/drawingml/2006/main">
              <a:ext uri="{FF2B5EF4-FFF2-40B4-BE49-F238E27FC236}">
                <a16:creationId xmlns:a16="http://schemas.microsoft.com/office/drawing/2014/main" id="{1273C662-704E-4A98-8D02-73D12D72E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2352577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48" name="path-1044">
            <a:extLst xmlns:a="http://schemas.openxmlformats.org/drawingml/2006/main">
              <a:ext uri="{FF2B5EF4-FFF2-40B4-BE49-F238E27FC236}">
                <a16:creationId xmlns:a16="http://schemas.microsoft.com/office/drawing/2014/main" id="{429E7CCF-8C0D-453F-A5BC-3AEB0CBAA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2352617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9" name="path-1045">
            <a:extLst xmlns:a="http://schemas.openxmlformats.org/drawingml/2006/main">
              <a:ext uri="{FF2B5EF4-FFF2-40B4-BE49-F238E27FC236}">
                <a16:creationId xmlns:a16="http://schemas.microsoft.com/office/drawing/2014/main" id="{C3BB1AEA-0B89-44EB-8235-47F732E94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2352577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50" name="path-1046">
            <a:extLst xmlns:a="http://schemas.openxmlformats.org/drawingml/2006/main">
              <a:ext uri="{FF2B5EF4-FFF2-40B4-BE49-F238E27FC236}">
                <a16:creationId xmlns:a16="http://schemas.microsoft.com/office/drawing/2014/main" id="{51F38AE8-3D75-43A8-83CC-4D5ADCDD2C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1817927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1" name="path-1047">
            <a:extLst xmlns:a="http://schemas.openxmlformats.org/drawingml/2006/main">
              <a:ext uri="{FF2B5EF4-FFF2-40B4-BE49-F238E27FC236}">
                <a16:creationId xmlns:a16="http://schemas.microsoft.com/office/drawing/2014/main" id="{C9A5D606-D26A-4BBC-9264-F84961841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181788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52" name="path-1048">
            <a:extLst xmlns:a="http://schemas.openxmlformats.org/drawingml/2006/main">
              <a:ext uri="{FF2B5EF4-FFF2-40B4-BE49-F238E27FC236}">
                <a16:creationId xmlns:a16="http://schemas.microsoft.com/office/drawing/2014/main" id="{6BD45C28-63AC-452F-9452-DF97A209E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1996200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3" name="path-1049">
            <a:extLst xmlns:a="http://schemas.openxmlformats.org/drawingml/2006/main">
              <a:ext uri="{FF2B5EF4-FFF2-40B4-BE49-F238E27FC236}">
                <a16:creationId xmlns:a16="http://schemas.microsoft.com/office/drawing/2014/main" id="{82F94EB8-1D50-48A2-8E5A-D6ABDEFBE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1996160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54" name="path-1050">
            <a:extLst xmlns:a="http://schemas.openxmlformats.org/drawingml/2006/main">
              <a:ext uri="{FF2B5EF4-FFF2-40B4-BE49-F238E27FC236}">
                <a16:creationId xmlns:a16="http://schemas.microsoft.com/office/drawing/2014/main" id="{48BE23A1-2EE0-4963-BD7E-1099CAEB3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2174344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5" name="path-1051">
            <a:extLst xmlns:a="http://schemas.openxmlformats.org/drawingml/2006/main">
              <a:ext uri="{FF2B5EF4-FFF2-40B4-BE49-F238E27FC236}">
                <a16:creationId xmlns:a16="http://schemas.microsoft.com/office/drawing/2014/main" id="{9E924E3A-12D9-4304-B790-E1E74E934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2174438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56" name="path-1052">
            <a:extLst xmlns:a="http://schemas.openxmlformats.org/drawingml/2006/main">
              <a:ext uri="{FF2B5EF4-FFF2-40B4-BE49-F238E27FC236}">
                <a16:creationId xmlns:a16="http://schemas.microsoft.com/office/drawing/2014/main" id="{A51656C1-B2FE-42B8-9B6A-9215DA1BD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2352617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7" name="path-1053">
            <a:extLst xmlns:a="http://schemas.openxmlformats.org/drawingml/2006/main">
              <a:ext uri="{FF2B5EF4-FFF2-40B4-BE49-F238E27FC236}">
                <a16:creationId xmlns:a16="http://schemas.microsoft.com/office/drawing/2014/main" id="{593A9453-4EBA-46BA-B1A1-C7A54934A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2352577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58" name="path-1054">
            <a:extLst xmlns:a="http://schemas.openxmlformats.org/drawingml/2006/main">
              <a:ext uri="{FF2B5EF4-FFF2-40B4-BE49-F238E27FC236}">
                <a16:creationId xmlns:a16="http://schemas.microsoft.com/office/drawing/2014/main" id="{A0570256-293B-48ED-8997-6F1C49830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026" y="253089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9" name="path-1055">
            <a:extLst xmlns:a="http://schemas.openxmlformats.org/drawingml/2006/main">
              <a:ext uri="{FF2B5EF4-FFF2-40B4-BE49-F238E27FC236}">
                <a16:creationId xmlns:a16="http://schemas.microsoft.com/office/drawing/2014/main" id="{9F6DB3B6-D2CD-48D1-A98E-8A0F905EF8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2530850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60" name="path-1056">
            <a:extLst xmlns:a="http://schemas.openxmlformats.org/drawingml/2006/main">
              <a:ext uri="{FF2B5EF4-FFF2-40B4-BE49-F238E27FC236}">
                <a16:creationId xmlns:a16="http://schemas.microsoft.com/office/drawing/2014/main" id="{0AECBE20-395B-48EF-8D9B-C5C581B77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60" y="2530890"/>
            <a:ext cx="178236" cy="178235"/>
          </a:xfrm>
          <a:custGeom xmlns:a="http://schemas.openxmlformats.org/drawingml/2006/main">
            <a:pathLst>
              <a:path w="121630" h="121629">
                <a:moveTo>
                  <a:pt x="0" y="0"/>
                </a:moveTo>
                <a:lnTo>
                  <a:pt x="121630" y="0"/>
                </a:lnTo>
                <a:lnTo>
                  <a:pt x="121630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1" name="path-1057">
            <a:extLst xmlns:a="http://schemas.openxmlformats.org/drawingml/2006/main">
              <a:ext uri="{FF2B5EF4-FFF2-40B4-BE49-F238E27FC236}">
                <a16:creationId xmlns:a16="http://schemas.microsoft.com/office/drawing/2014/main" id="{506DA613-9A9B-471E-9216-F3E2D4E24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4258" y="2530850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62" name="path-1058">
            <a:extLst xmlns:a="http://schemas.openxmlformats.org/drawingml/2006/main">
              <a:ext uri="{FF2B5EF4-FFF2-40B4-BE49-F238E27FC236}">
                <a16:creationId xmlns:a16="http://schemas.microsoft.com/office/drawing/2014/main" id="{ACBBDD50-9E8C-4722-BDF5-5D124E110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495" y="253089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3" name="path-1059">
            <a:extLst xmlns:a="http://schemas.openxmlformats.org/drawingml/2006/main">
              <a:ext uri="{FF2B5EF4-FFF2-40B4-BE49-F238E27FC236}">
                <a16:creationId xmlns:a16="http://schemas.microsoft.com/office/drawing/2014/main" id="{5493396C-6CBC-4066-9FE4-E0D2E141E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2527" y="2530850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64" name="path-1060">
            <a:extLst xmlns:a="http://schemas.openxmlformats.org/drawingml/2006/main">
              <a:ext uri="{FF2B5EF4-FFF2-40B4-BE49-F238E27FC236}">
                <a16:creationId xmlns:a16="http://schemas.microsoft.com/office/drawing/2014/main" id="{FF3B20DE-ED38-4540-9A0B-502679834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29" y="253089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5" name="path-1061">
            <a:extLst xmlns:a="http://schemas.openxmlformats.org/drawingml/2006/main">
              <a:ext uri="{FF2B5EF4-FFF2-40B4-BE49-F238E27FC236}">
                <a16:creationId xmlns:a16="http://schemas.microsoft.com/office/drawing/2014/main" id="{C49D2C26-F258-4654-91F7-8AF3BE974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1" y="2530850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66" name="path-1062">
            <a:extLst xmlns:a="http://schemas.openxmlformats.org/drawingml/2006/main">
              <a:ext uri="{FF2B5EF4-FFF2-40B4-BE49-F238E27FC236}">
                <a16:creationId xmlns:a16="http://schemas.microsoft.com/office/drawing/2014/main" id="{F08D20F1-237C-4FF3-8DB0-96F3ED9B4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63" y="253089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7" name="path-1063">
            <a:extLst xmlns:a="http://schemas.openxmlformats.org/drawingml/2006/main">
              <a:ext uri="{FF2B5EF4-FFF2-40B4-BE49-F238E27FC236}">
                <a16:creationId xmlns:a16="http://schemas.microsoft.com/office/drawing/2014/main" id="{1E617A0B-EA07-46F4-B510-05DE398C5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8948" y="2530850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68" name="path-1064">
            <a:extLst xmlns:a="http://schemas.openxmlformats.org/drawingml/2006/main">
              <a:ext uri="{FF2B5EF4-FFF2-40B4-BE49-F238E27FC236}">
                <a16:creationId xmlns:a16="http://schemas.microsoft.com/office/drawing/2014/main" id="{0AD1415F-2942-4B47-B82A-5C3839CE1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1817887"/>
            <a:ext cx="191" cy="891236"/>
          </a:xfrm>
          <a:custGeom xmlns:a="http://schemas.openxmlformats.org/drawingml/2006/main">
            <a:pathLst>
              <a:path w="191" h="608186">
                <a:moveTo>
                  <a:pt x="0" y="0"/>
                </a:moveTo>
                <a:lnTo>
                  <a:pt x="0" y="608186"/>
                </a:lnTo>
                <a:lnTo>
                  <a:pt x="31" y="608186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1069" name="path-1065">
            <a:extLst xmlns:a="http://schemas.openxmlformats.org/drawingml/2006/main">
              <a:ext uri="{FF2B5EF4-FFF2-40B4-BE49-F238E27FC236}">
                <a16:creationId xmlns:a16="http://schemas.microsoft.com/office/drawing/2014/main" id="{99715928-E8AA-4589-9DA3-79F3D37EE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981" y="1817887"/>
            <a:ext cx="891236" cy="891236"/>
          </a:xfrm>
          <a:custGeom xmlns:a="http://schemas.openxmlformats.org/drawingml/2006/main">
            <a:pathLst>
              <a:path w="608186" h="608186">
                <a:moveTo>
                  <a:pt x="608172" y="608186"/>
                </a:moveTo>
                <a:lnTo>
                  <a:pt x="608186" y="608186"/>
                </a:lnTo>
                <a:lnTo>
                  <a:pt x="608186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1070" name="path-1066">
            <a:extLst xmlns:a="http://schemas.openxmlformats.org/drawingml/2006/main">
              <a:ext uri="{FF2B5EF4-FFF2-40B4-BE49-F238E27FC236}">
                <a16:creationId xmlns:a16="http://schemas.microsoft.com/office/drawing/2014/main" id="{DA4DE32A-87FF-4A40-BB6A-5CA9A0043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1915895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1" name="path-1067">
            <a:extLst xmlns:a="http://schemas.openxmlformats.org/drawingml/2006/main">
              <a:ext uri="{FF2B5EF4-FFF2-40B4-BE49-F238E27FC236}">
                <a16:creationId xmlns:a16="http://schemas.microsoft.com/office/drawing/2014/main" id="{0FDA19AB-48FF-432E-8034-7D1A169F85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1915855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72" name="path-1068">
            <a:extLst xmlns:a="http://schemas.openxmlformats.org/drawingml/2006/main">
              <a:ext uri="{FF2B5EF4-FFF2-40B4-BE49-F238E27FC236}">
                <a16:creationId xmlns:a16="http://schemas.microsoft.com/office/drawing/2014/main" id="{F019459E-87B6-4645-A0A2-618310323B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1915895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3" name="path-1069">
            <a:extLst xmlns:a="http://schemas.openxmlformats.org/drawingml/2006/main">
              <a:ext uri="{FF2B5EF4-FFF2-40B4-BE49-F238E27FC236}">
                <a16:creationId xmlns:a16="http://schemas.microsoft.com/office/drawing/2014/main" id="{0943B04B-C14F-4502-86D3-06717932D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1915855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74" name="path-1070">
            <a:extLst xmlns:a="http://schemas.openxmlformats.org/drawingml/2006/main">
              <a:ext uri="{FF2B5EF4-FFF2-40B4-BE49-F238E27FC236}">
                <a16:creationId xmlns:a16="http://schemas.microsoft.com/office/drawing/2014/main" id="{964AF163-C36B-4076-93FC-57B02E53F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1915895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5" name="path-1071">
            <a:extLst xmlns:a="http://schemas.openxmlformats.org/drawingml/2006/main">
              <a:ext uri="{FF2B5EF4-FFF2-40B4-BE49-F238E27FC236}">
                <a16:creationId xmlns:a16="http://schemas.microsoft.com/office/drawing/2014/main" id="{E4EDC532-9F70-49AB-805A-D5E7E0831E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1915855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76" name="path-1072">
            <a:extLst xmlns:a="http://schemas.openxmlformats.org/drawingml/2006/main">
              <a:ext uri="{FF2B5EF4-FFF2-40B4-BE49-F238E27FC236}">
                <a16:creationId xmlns:a16="http://schemas.microsoft.com/office/drawing/2014/main" id="{B6FF611E-C455-472E-B94A-CC35E38A88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209416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7" name="path-1073">
            <a:extLst xmlns:a="http://schemas.openxmlformats.org/drawingml/2006/main">
              <a:ext uri="{FF2B5EF4-FFF2-40B4-BE49-F238E27FC236}">
                <a16:creationId xmlns:a16="http://schemas.microsoft.com/office/drawing/2014/main" id="{668B81FC-9B02-4395-BFFE-5853A21DA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2094128"/>
            <a:ext cx="178277" cy="178277"/>
          </a:xfrm>
          <a:custGeom xmlns:a="http://schemas.openxmlformats.org/drawingml/2006/main">
            <a:pathLst>
              <a:path w="121658" h="121658">
                <a:moveTo>
                  <a:pt x="0" y="0"/>
                </a:moveTo>
                <a:lnTo>
                  <a:pt x="0" y="121658"/>
                </a:lnTo>
                <a:lnTo>
                  <a:pt x="121658" y="121658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78" name="path-1074">
            <a:extLst xmlns:a="http://schemas.openxmlformats.org/drawingml/2006/main">
              <a:ext uri="{FF2B5EF4-FFF2-40B4-BE49-F238E27FC236}">
                <a16:creationId xmlns:a16="http://schemas.microsoft.com/office/drawing/2014/main" id="{1579682C-3779-4C54-8608-E7B40ED72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209416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9" name="path-1075">
            <a:extLst xmlns:a="http://schemas.openxmlformats.org/drawingml/2006/main">
              <a:ext uri="{FF2B5EF4-FFF2-40B4-BE49-F238E27FC236}">
                <a16:creationId xmlns:a16="http://schemas.microsoft.com/office/drawing/2014/main" id="{67C3767E-CACA-432E-8C10-D2F8DFDE9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2094128"/>
            <a:ext cx="178277" cy="178277"/>
          </a:xfrm>
          <a:custGeom xmlns:a="http://schemas.openxmlformats.org/drawingml/2006/main">
            <a:pathLst>
              <a:path w="121658" h="121658">
                <a:moveTo>
                  <a:pt x="0" y="0"/>
                </a:moveTo>
                <a:lnTo>
                  <a:pt x="0" y="121658"/>
                </a:lnTo>
                <a:lnTo>
                  <a:pt x="121658" y="121658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80" name="path-1076">
            <a:extLst xmlns:a="http://schemas.openxmlformats.org/drawingml/2006/main">
              <a:ext uri="{FF2B5EF4-FFF2-40B4-BE49-F238E27FC236}">
                <a16:creationId xmlns:a16="http://schemas.microsoft.com/office/drawing/2014/main" id="{FA87BB75-6ECC-434F-B236-BEC48CC5A3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209416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1" name="path-1077">
            <a:extLst xmlns:a="http://schemas.openxmlformats.org/drawingml/2006/main">
              <a:ext uri="{FF2B5EF4-FFF2-40B4-BE49-F238E27FC236}">
                <a16:creationId xmlns:a16="http://schemas.microsoft.com/office/drawing/2014/main" id="{9B0DA4B8-13BC-40CF-BCDE-B6385076D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2094128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82" name="path-1078">
            <a:extLst xmlns:a="http://schemas.openxmlformats.org/drawingml/2006/main">
              <a:ext uri="{FF2B5EF4-FFF2-40B4-BE49-F238E27FC236}">
                <a16:creationId xmlns:a16="http://schemas.microsoft.com/office/drawing/2014/main" id="{49F08CB3-07CF-4245-8C27-E40DB541C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227231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3" name="path-1079">
            <a:extLst xmlns:a="http://schemas.openxmlformats.org/drawingml/2006/main">
              <a:ext uri="{FF2B5EF4-FFF2-40B4-BE49-F238E27FC236}">
                <a16:creationId xmlns:a16="http://schemas.microsoft.com/office/drawing/2014/main" id="{A9A844C5-8F0F-4F7E-B667-2679681C8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2272405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84" name="path-1080">
            <a:extLst xmlns:a="http://schemas.openxmlformats.org/drawingml/2006/main">
              <a:ext uri="{FF2B5EF4-FFF2-40B4-BE49-F238E27FC236}">
                <a16:creationId xmlns:a16="http://schemas.microsoft.com/office/drawing/2014/main" id="{D2C22797-1A46-41CD-B939-6D1ADA8BF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227231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5" name="path-1081">
            <a:extLst xmlns:a="http://schemas.openxmlformats.org/drawingml/2006/main">
              <a:ext uri="{FF2B5EF4-FFF2-40B4-BE49-F238E27FC236}">
                <a16:creationId xmlns:a16="http://schemas.microsoft.com/office/drawing/2014/main" id="{53CF6D08-9C18-43D6-9B31-E065E33BF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2272405"/>
            <a:ext cx="178277" cy="178140"/>
          </a:xfrm>
          <a:custGeom xmlns:a="http://schemas.openxmlformats.org/drawingml/2006/main">
            <a:pathLst>
              <a:path w="121658" h="121564">
                <a:moveTo>
                  <a:pt x="0" y="0"/>
                </a:moveTo>
                <a:lnTo>
                  <a:pt x="0" y="121564"/>
                </a:lnTo>
                <a:lnTo>
                  <a:pt x="121658" y="121564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86" name="path-1082">
            <a:extLst xmlns:a="http://schemas.openxmlformats.org/drawingml/2006/main">
              <a:ext uri="{FF2B5EF4-FFF2-40B4-BE49-F238E27FC236}">
                <a16:creationId xmlns:a16="http://schemas.microsoft.com/office/drawing/2014/main" id="{B0F05A9A-C831-4C2D-8848-20415898C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227231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7" name="path-1083">
            <a:extLst xmlns:a="http://schemas.openxmlformats.org/drawingml/2006/main">
              <a:ext uri="{FF2B5EF4-FFF2-40B4-BE49-F238E27FC236}">
                <a16:creationId xmlns:a16="http://schemas.microsoft.com/office/drawing/2014/main" id="{5CB185AF-8A22-488D-AEA5-A016984AF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2272405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88" name="path-1084">
            <a:extLst xmlns:a="http://schemas.openxmlformats.org/drawingml/2006/main">
              <a:ext uri="{FF2B5EF4-FFF2-40B4-BE49-F238E27FC236}">
                <a16:creationId xmlns:a16="http://schemas.microsoft.com/office/drawing/2014/main" id="{4B553DCE-541A-4D62-B1F7-2F22C2665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1915895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9" name="path-1085">
            <a:extLst xmlns:a="http://schemas.openxmlformats.org/drawingml/2006/main">
              <a:ext uri="{FF2B5EF4-FFF2-40B4-BE49-F238E27FC236}">
                <a16:creationId xmlns:a16="http://schemas.microsoft.com/office/drawing/2014/main" id="{9755B6E8-789D-4C2A-BCA0-F21D90439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1915855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90" name="path-1086">
            <a:extLst xmlns:a="http://schemas.openxmlformats.org/drawingml/2006/main">
              <a:ext uri="{FF2B5EF4-FFF2-40B4-BE49-F238E27FC236}">
                <a16:creationId xmlns:a16="http://schemas.microsoft.com/office/drawing/2014/main" id="{CE8C7F59-7683-4BD2-B73B-8EB726C9D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209416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1" name="path-1087">
            <a:extLst xmlns:a="http://schemas.openxmlformats.org/drawingml/2006/main">
              <a:ext uri="{FF2B5EF4-FFF2-40B4-BE49-F238E27FC236}">
                <a16:creationId xmlns:a16="http://schemas.microsoft.com/office/drawing/2014/main" id="{4ADE3E98-BF7B-46DA-A3C4-B63861D5E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2094128"/>
            <a:ext cx="178144" cy="178277"/>
          </a:xfrm>
          <a:custGeom xmlns:a="http://schemas.openxmlformats.org/drawingml/2006/main">
            <a:pathLst>
              <a:path w="121567" h="121658">
                <a:moveTo>
                  <a:pt x="0" y="0"/>
                </a:moveTo>
                <a:lnTo>
                  <a:pt x="0" y="121658"/>
                </a:lnTo>
                <a:lnTo>
                  <a:pt x="121567" y="121658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92" name="path-1088">
            <a:extLst xmlns:a="http://schemas.openxmlformats.org/drawingml/2006/main">
              <a:ext uri="{FF2B5EF4-FFF2-40B4-BE49-F238E27FC236}">
                <a16:creationId xmlns:a16="http://schemas.microsoft.com/office/drawing/2014/main" id="{76119496-85D7-4FA2-B505-A2B7D3E21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2272310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3" name="path-1089">
            <a:extLst xmlns:a="http://schemas.openxmlformats.org/drawingml/2006/main">
              <a:ext uri="{FF2B5EF4-FFF2-40B4-BE49-F238E27FC236}">
                <a16:creationId xmlns:a16="http://schemas.microsoft.com/office/drawing/2014/main" id="{FE52CA06-AAEC-49CF-98C2-9775DA7B13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2272405"/>
            <a:ext cx="178144" cy="178140"/>
          </a:xfrm>
          <a:custGeom xmlns:a="http://schemas.openxmlformats.org/drawingml/2006/main">
            <a:pathLst>
              <a:path w="121567" h="121564">
                <a:moveTo>
                  <a:pt x="0" y="0"/>
                </a:moveTo>
                <a:lnTo>
                  <a:pt x="0" y="121564"/>
                </a:lnTo>
                <a:lnTo>
                  <a:pt x="121567" y="121564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94" name="path-1090">
            <a:extLst xmlns:a="http://schemas.openxmlformats.org/drawingml/2006/main">
              <a:ext uri="{FF2B5EF4-FFF2-40B4-BE49-F238E27FC236}">
                <a16:creationId xmlns:a16="http://schemas.microsoft.com/office/drawing/2014/main" id="{055D56FC-3F91-4C86-9BE8-C3889ED16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2450583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5" name="path-1091">
            <a:extLst xmlns:a="http://schemas.openxmlformats.org/drawingml/2006/main">
              <a:ext uri="{FF2B5EF4-FFF2-40B4-BE49-F238E27FC236}">
                <a16:creationId xmlns:a16="http://schemas.microsoft.com/office/drawing/2014/main" id="{5CC655E2-2C9E-4713-87DE-CFE9B9132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2450545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96" name="path-1092">
            <a:extLst xmlns:a="http://schemas.openxmlformats.org/drawingml/2006/main">
              <a:ext uri="{FF2B5EF4-FFF2-40B4-BE49-F238E27FC236}">
                <a16:creationId xmlns:a16="http://schemas.microsoft.com/office/drawing/2014/main" id="{321ACCCD-AF75-42E3-8D97-706D1B773E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2450583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7" name="path-1093">
            <a:extLst xmlns:a="http://schemas.openxmlformats.org/drawingml/2006/main">
              <a:ext uri="{FF2B5EF4-FFF2-40B4-BE49-F238E27FC236}">
                <a16:creationId xmlns:a16="http://schemas.microsoft.com/office/drawing/2014/main" id="{70436ABE-8394-45B1-8719-66689CD29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2450545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098" name="path-1094">
            <a:extLst xmlns:a="http://schemas.openxmlformats.org/drawingml/2006/main">
              <a:ext uri="{FF2B5EF4-FFF2-40B4-BE49-F238E27FC236}">
                <a16:creationId xmlns:a16="http://schemas.microsoft.com/office/drawing/2014/main" id="{E8B878E1-EF17-4E5B-8875-BADC9AE3F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2450583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9" name="path-1095">
            <a:extLst xmlns:a="http://schemas.openxmlformats.org/drawingml/2006/main">
              <a:ext uri="{FF2B5EF4-FFF2-40B4-BE49-F238E27FC236}">
                <a16:creationId xmlns:a16="http://schemas.microsoft.com/office/drawing/2014/main" id="{495F5ECB-48BC-4270-A0CB-BCDA1D2F60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2450545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00" name="path-1096">
            <a:extLst xmlns:a="http://schemas.openxmlformats.org/drawingml/2006/main">
              <a:ext uri="{FF2B5EF4-FFF2-40B4-BE49-F238E27FC236}">
                <a16:creationId xmlns:a16="http://schemas.microsoft.com/office/drawing/2014/main" id="{E8D44E88-D552-4F77-B07A-1ACE69169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2450583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1" name="path-1097">
            <a:extLst xmlns:a="http://schemas.openxmlformats.org/drawingml/2006/main">
              <a:ext uri="{FF2B5EF4-FFF2-40B4-BE49-F238E27FC236}">
                <a16:creationId xmlns:a16="http://schemas.microsoft.com/office/drawing/2014/main" id="{7A0B3CBC-F40F-45F4-BE60-F05588567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2450545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02" name="path-1098">
            <a:extLst xmlns:a="http://schemas.openxmlformats.org/drawingml/2006/main">
              <a:ext uri="{FF2B5EF4-FFF2-40B4-BE49-F238E27FC236}">
                <a16:creationId xmlns:a16="http://schemas.microsoft.com/office/drawing/2014/main" id="{4A4B4BBF-6508-4267-A5CD-12C4AF42DA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1915895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3" name="path-1099">
            <a:extLst xmlns:a="http://schemas.openxmlformats.org/drawingml/2006/main">
              <a:ext uri="{FF2B5EF4-FFF2-40B4-BE49-F238E27FC236}">
                <a16:creationId xmlns:a16="http://schemas.microsoft.com/office/drawing/2014/main" id="{96845864-7329-49E0-91C8-E1E0BC0AD3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1915855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04" name="path-1100">
            <a:extLst xmlns:a="http://schemas.openxmlformats.org/drawingml/2006/main">
              <a:ext uri="{FF2B5EF4-FFF2-40B4-BE49-F238E27FC236}">
                <a16:creationId xmlns:a16="http://schemas.microsoft.com/office/drawing/2014/main" id="{37548BE5-0309-46FC-8D1D-8B591B73F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2094168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5" name="path-1101">
            <a:extLst xmlns:a="http://schemas.openxmlformats.org/drawingml/2006/main">
              <a:ext uri="{FF2B5EF4-FFF2-40B4-BE49-F238E27FC236}">
                <a16:creationId xmlns:a16="http://schemas.microsoft.com/office/drawing/2014/main" id="{7A30E088-0E86-4AE2-A42A-FD7B2E46C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2094128"/>
            <a:ext cx="178269" cy="178277"/>
          </a:xfrm>
          <a:custGeom xmlns:a="http://schemas.openxmlformats.org/drawingml/2006/main">
            <a:pathLst>
              <a:path w="121652" h="121658">
                <a:moveTo>
                  <a:pt x="0" y="0"/>
                </a:moveTo>
                <a:lnTo>
                  <a:pt x="0" y="121658"/>
                </a:lnTo>
                <a:lnTo>
                  <a:pt x="121652" y="121658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06" name="path-1102">
            <a:extLst xmlns:a="http://schemas.openxmlformats.org/drawingml/2006/main">
              <a:ext uri="{FF2B5EF4-FFF2-40B4-BE49-F238E27FC236}">
                <a16:creationId xmlns:a16="http://schemas.microsoft.com/office/drawing/2014/main" id="{FC124750-CA15-4466-922B-27D1D3470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2272310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7" name="path-1103">
            <a:extLst xmlns:a="http://schemas.openxmlformats.org/drawingml/2006/main">
              <a:ext uri="{FF2B5EF4-FFF2-40B4-BE49-F238E27FC236}">
                <a16:creationId xmlns:a16="http://schemas.microsoft.com/office/drawing/2014/main" id="{A041FA96-C892-4EAD-A42C-EF1BAA062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2272405"/>
            <a:ext cx="178269" cy="178140"/>
          </a:xfrm>
          <a:custGeom xmlns:a="http://schemas.openxmlformats.org/drawingml/2006/main">
            <a:pathLst>
              <a:path w="121652" h="121564">
                <a:moveTo>
                  <a:pt x="0" y="0"/>
                </a:moveTo>
                <a:lnTo>
                  <a:pt x="0" y="121564"/>
                </a:lnTo>
                <a:lnTo>
                  <a:pt x="121652" y="121564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08" name="path-1104">
            <a:extLst xmlns:a="http://schemas.openxmlformats.org/drawingml/2006/main">
              <a:ext uri="{FF2B5EF4-FFF2-40B4-BE49-F238E27FC236}">
                <a16:creationId xmlns:a16="http://schemas.microsoft.com/office/drawing/2014/main" id="{B898F75E-736F-491D-AB55-B22473094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2450583"/>
            <a:ext cx="178234" cy="178237"/>
          </a:xfrm>
          <a:custGeom xmlns:a="http://schemas.openxmlformats.org/drawingml/2006/main">
            <a:pathLst>
              <a:path w="121628" h="121631">
                <a:moveTo>
                  <a:pt x="0" y="0"/>
                </a:moveTo>
                <a:lnTo>
                  <a:pt x="121628" y="0"/>
                </a:lnTo>
                <a:lnTo>
                  <a:pt x="121628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9" name="path-1105">
            <a:extLst xmlns:a="http://schemas.openxmlformats.org/drawingml/2006/main">
              <a:ext uri="{FF2B5EF4-FFF2-40B4-BE49-F238E27FC236}">
                <a16:creationId xmlns:a16="http://schemas.microsoft.com/office/drawing/2014/main" id="{AADA2FC8-C833-47F3-9129-0AD3D814C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2450545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10" name="path-1106">
            <a:extLst xmlns:a="http://schemas.openxmlformats.org/drawingml/2006/main">
              <a:ext uri="{FF2B5EF4-FFF2-40B4-BE49-F238E27FC236}">
                <a16:creationId xmlns:a16="http://schemas.microsoft.com/office/drawing/2014/main" id="{8C92266C-10F1-4DA3-AEDB-A8AA98A019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262885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1" name="path-1107">
            <a:extLst xmlns:a="http://schemas.openxmlformats.org/drawingml/2006/main">
              <a:ext uri="{FF2B5EF4-FFF2-40B4-BE49-F238E27FC236}">
                <a16:creationId xmlns:a16="http://schemas.microsoft.com/office/drawing/2014/main" id="{1A83F461-BB78-4775-B345-EB80EB05C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2628818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12" name="path-1108">
            <a:extLst xmlns:a="http://schemas.openxmlformats.org/drawingml/2006/main">
              <a:ext uri="{FF2B5EF4-FFF2-40B4-BE49-F238E27FC236}">
                <a16:creationId xmlns:a16="http://schemas.microsoft.com/office/drawing/2014/main" id="{DAE8B3A5-110E-4DB4-8743-91AF8B22A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94" y="262885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3" name="path-1109">
            <a:extLst xmlns:a="http://schemas.openxmlformats.org/drawingml/2006/main">
              <a:ext uri="{FF2B5EF4-FFF2-40B4-BE49-F238E27FC236}">
                <a16:creationId xmlns:a16="http://schemas.microsoft.com/office/drawing/2014/main" id="{01455A46-B077-43A6-9B37-950966AE9D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6479" y="2628818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14" name="path-1110">
            <a:extLst xmlns:a="http://schemas.openxmlformats.org/drawingml/2006/main">
              <a:ext uri="{FF2B5EF4-FFF2-40B4-BE49-F238E27FC236}">
                <a16:creationId xmlns:a16="http://schemas.microsoft.com/office/drawing/2014/main" id="{5E540D63-B7B5-47CA-8D0B-FE67E8E96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28" y="262885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5" name="path-1111">
            <a:extLst xmlns:a="http://schemas.openxmlformats.org/drawingml/2006/main">
              <a:ext uri="{FF2B5EF4-FFF2-40B4-BE49-F238E27FC236}">
                <a16:creationId xmlns:a16="http://schemas.microsoft.com/office/drawing/2014/main" id="{195B45A8-8749-4FA4-98FC-CF37AF0AF8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756" y="2628818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16" name="path-1112">
            <a:extLst xmlns:a="http://schemas.openxmlformats.org/drawingml/2006/main">
              <a:ext uri="{FF2B5EF4-FFF2-40B4-BE49-F238E27FC236}">
                <a16:creationId xmlns:a16="http://schemas.microsoft.com/office/drawing/2014/main" id="{296C4222-0C36-4083-89B4-33475D7797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2961" y="2628856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7" name="path-1113">
            <a:extLst xmlns:a="http://schemas.openxmlformats.org/drawingml/2006/main">
              <a:ext uri="{FF2B5EF4-FFF2-40B4-BE49-F238E27FC236}">
                <a16:creationId xmlns:a16="http://schemas.microsoft.com/office/drawing/2014/main" id="{8A402259-6BAB-468E-A40F-DB09C9F09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3024" y="2628818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18" name="path-1114">
            <a:extLst xmlns:a="http://schemas.openxmlformats.org/drawingml/2006/main">
              <a:ext uri="{FF2B5EF4-FFF2-40B4-BE49-F238E27FC236}">
                <a16:creationId xmlns:a16="http://schemas.microsoft.com/office/drawing/2014/main" id="{586D6534-8A29-49A5-BC47-8B6269AB0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96" y="2628856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9" name="path-1115">
            <a:extLst xmlns:a="http://schemas.openxmlformats.org/drawingml/2006/main">
              <a:ext uri="{FF2B5EF4-FFF2-40B4-BE49-F238E27FC236}">
                <a16:creationId xmlns:a16="http://schemas.microsoft.com/office/drawing/2014/main" id="{6E026157-C186-45C6-AB4A-60E4DF84D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1169" y="2628818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20" name="path-1116">
            <a:extLst xmlns:a="http://schemas.openxmlformats.org/drawingml/2006/main">
              <a:ext uri="{FF2B5EF4-FFF2-40B4-BE49-F238E27FC236}">
                <a16:creationId xmlns:a16="http://schemas.microsoft.com/office/drawing/2014/main" id="{B38BA160-79A3-42A0-A74E-092AB9DD1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1915855"/>
            <a:ext cx="191" cy="891236"/>
          </a:xfrm>
          <a:custGeom xmlns:a="http://schemas.openxmlformats.org/drawingml/2006/main">
            <a:pathLst>
              <a:path w="191" h="608186">
                <a:moveTo>
                  <a:pt x="0" y="0"/>
                </a:moveTo>
                <a:lnTo>
                  <a:pt x="0" y="608186"/>
                </a:lnTo>
                <a:lnTo>
                  <a:pt x="40" y="608186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1121" name="path-1117">
            <a:extLst xmlns:a="http://schemas.openxmlformats.org/drawingml/2006/main">
              <a:ext uri="{FF2B5EF4-FFF2-40B4-BE49-F238E27FC236}">
                <a16:creationId xmlns:a16="http://schemas.microsoft.com/office/drawing/2014/main" id="{C1DC226B-2B1D-4AFE-A0F4-701805248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60" y="2807091"/>
            <a:ext cx="891169" cy="191"/>
          </a:xfrm>
          <a:custGeom xmlns:a="http://schemas.openxmlformats.org/drawingml/2006/main">
            <a:pathLst>
              <a:path w="608141" h="191">
                <a:moveTo>
                  <a:pt x="0" y="0"/>
                </a:moveTo>
                <a:lnTo>
                  <a:pt x="608141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1122" name="path-1118">
            <a:extLst xmlns:a="http://schemas.openxmlformats.org/drawingml/2006/main">
              <a:ext uri="{FF2B5EF4-FFF2-40B4-BE49-F238E27FC236}">
                <a16:creationId xmlns:a16="http://schemas.microsoft.com/office/drawing/2014/main" id="{37EBC2B4-F526-4AFE-AD03-9CB1FED7D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8201" y="1915855"/>
            <a:ext cx="891236" cy="891236"/>
          </a:xfrm>
          <a:custGeom xmlns:a="http://schemas.openxmlformats.org/drawingml/2006/main">
            <a:pathLst>
              <a:path w="608186" h="608186">
                <a:moveTo>
                  <a:pt x="608181" y="608186"/>
                </a:moveTo>
                <a:lnTo>
                  <a:pt x="608186" y="608186"/>
                </a:lnTo>
                <a:lnTo>
                  <a:pt x="608186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1123" name="path-1119">
            <a:extLst xmlns:a="http://schemas.openxmlformats.org/drawingml/2006/main">
              <a:ext uri="{FF2B5EF4-FFF2-40B4-BE49-F238E27FC236}">
                <a16:creationId xmlns:a16="http://schemas.microsoft.com/office/drawing/2014/main" id="{F1ED8832-26A0-4A69-9473-A43317E0C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2013861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4" name="path-1120">
            <a:extLst xmlns:a="http://schemas.openxmlformats.org/drawingml/2006/main">
              <a:ext uri="{FF2B5EF4-FFF2-40B4-BE49-F238E27FC236}">
                <a16:creationId xmlns:a16="http://schemas.microsoft.com/office/drawing/2014/main" id="{5F236CCE-F225-499D-AAEF-243D3CE20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2013823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25" name="path-1121">
            <a:extLst xmlns:a="http://schemas.openxmlformats.org/drawingml/2006/main">
              <a:ext uri="{FF2B5EF4-FFF2-40B4-BE49-F238E27FC236}">
                <a16:creationId xmlns:a16="http://schemas.microsoft.com/office/drawing/2014/main" id="{A0C9FEC8-0260-46C6-8816-3D4DCA917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2013861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6" name="path-1122">
            <a:extLst xmlns:a="http://schemas.openxmlformats.org/drawingml/2006/main">
              <a:ext uri="{FF2B5EF4-FFF2-40B4-BE49-F238E27FC236}">
                <a16:creationId xmlns:a16="http://schemas.microsoft.com/office/drawing/2014/main" id="{C9D264EF-C855-44D2-9D33-8C3B271AC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2013823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27" name="path-1123">
            <a:extLst xmlns:a="http://schemas.openxmlformats.org/drawingml/2006/main">
              <a:ext uri="{FF2B5EF4-FFF2-40B4-BE49-F238E27FC236}">
                <a16:creationId xmlns:a16="http://schemas.microsoft.com/office/drawing/2014/main" id="{5AA36B6E-E37E-4D2E-920F-4C1CF3971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2013861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8" name="path-1124">
            <a:extLst xmlns:a="http://schemas.openxmlformats.org/drawingml/2006/main">
              <a:ext uri="{FF2B5EF4-FFF2-40B4-BE49-F238E27FC236}">
                <a16:creationId xmlns:a16="http://schemas.microsoft.com/office/drawing/2014/main" id="{53D1E933-6440-414D-8823-BCB2A4DDD5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2013823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29" name="path-1125">
            <a:extLst xmlns:a="http://schemas.openxmlformats.org/drawingml/2006/main">
              <a:ext uri="{FF2B5EF4-FFF2-40B4-BE49-F238E27FC236}">
                <a16:creationId xmlns:a16="http://schemas.microsoft.com/office/drawing/2014/main" id="{E4566DB8-6DF4-4F55-949D-4668BAFEA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219213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0" name="path-1126">
            <a:extLst xmlns:a="http://schemas.openxmlformats.org/drawingml/2006/main">
              <a:ext uri="{FF2B5EF4-FFF2-40B4-BE49-F238E27FC236}">
                <a16:creationId xmlns:a16="http://schemas.microsoft.com/office/drawing/2014/main" id="{F16CC78E-7A69-4410-960D-06688F0AA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2192096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31" name="path-1127">
            <a:extLst xmlns:a="http://schemas.openxmlformats.org/drawingml/2006/main">
              <a:ext uri="{FF2B5EF4-FFF2-40B4-BE49-F238E27FC236}">
                <a16:creationId xmlns:a16="http://schemas.microsoft.com/office/drawing/2014/main" id="{A9533D2F-006D-4476-A981-FA7CB3DD5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219213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2" name="path-1128">
            <a:extLst xmlns:a="http://schemas.openxmlformats.org/drawingml/2006/main">
              <a:ext uri="{FF2B5EF4-FFF2-40B4-BE49-F238E27FC236}">
                <a16:creationId xmlns:a16="http://schemas.microsoft.com/office/drawing/2014/main" id="{25B9C515-8A94-49EB-A138-16A9AB1CC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2192096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33" name="path-1129">
            <a:extLst xmlns:a="http://schemas.openxmlformats.org/drawingml/2006/main">
              <a:ext uri="{FF2B5EF4-FFF2-40B4-BE49-F238E27FC236}">
                <a16:creationId xmlns:a16="http://schemas.microsoft.com/office/drawing/2014/main" id="{A59D961D-356A-45A5-9FE9-0938812C0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219213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4" name="path-1130">
            <a:extLst xmlns:a="http://schemas.openxmlformats.org/drawingml/2006/main">
              <a:ext uri="{FF2B5EF4-FFF2-40B4-BE49-F238E27FC236}">
                <a16:creationId xmlns:a16="http://schemas.microsoft.com/office/drawing/2014/main" id="{C89E61AD-C891-478B-AA24-66335ADD3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2192096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35" name="path-1131">
            <a:extLst xmlns:a="http://schemas.openxmlformats.org/drawingml/2006/main">
              <a:ext uri="{FF2B5EF4-FFF2-40B4-BE49-F238E27FC236}">
                <a16:creationId xmlns:a16="http://schemas.microsoft.com/office/drawing/2014/main" id="{6322526B-945D-471D-85A2-1A00434C4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237027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6" name="path-1132">
            <a:extLst xmlns:a="http://schemas.openxmlformats.org/drawingml/2006/main">
              <a:ext uri="{FF2B5EF4-FFF2-40B4-BE49-F238E27FC236}">
                <a16:creationId xmlns:a16="http://schemas.microsoft.com/office/drawing/2014/main" id="{4036567E-0E14-4EAA-A222-6BC8E3548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2370369"/>
            <a:ext cx="178269" cy="178144"/>
          </a:xfrm>
          <a:custGeom xmlns:a="http://schemas.openxmlformats.org/drawingml/2006/main">
            <a:pathLst>
              <a:path w="121652" h="121567">
                <a:moveTo>
                  <a:pt x="0" y="0"/>
                </a:moveTo>
                <a:lnTo>
                  <a:pt x="0" y="121567"/>
                </a:lnTo>
                <a:lnTo>
                  <a:pt x="121652" y="121567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37" name="path-1133">
            <a:extLst xmlns:a="http://schemas.openxmlformats.org/drawingml/2006/main">
              <a:ext uri="{FF2B5EF4-FFF2-40B4-BE49-F238E27FC236}">
                <a16:creationId xmlns:a16="http://schemas.microsoft.com/office/drawing/2014/main" id="{E46034A1-03C9-4A4A-A680-507DF7F3C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237027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8" name="path-1134">
            <a:extLst xmlns:a="http://schemas.openxmlformats.org/drawingml/2006/main">
              <a:ext uri="{FF2B5EF4-FFF2-40B4-BE49-F238E27FC236}">
                <a16:creationId xmlns:a16="http://schemas.microsoft.com/office/drawing/2014/main" id="{05409B95-A8E9-4BCB-AE9F-99DDD9525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2370369"/>
            <a:ext cx="178269" cy="178144"/>
          </a:xfrm>
          <a:custGeom xmlns:a="http://schemas.openxmlformats.org/drawingml/2006/main">
            <a:pathLst>
              <a:path w="121652" h="121567">
                <a:moveTo>
                  <a:pt x="0" y="0"/>
                </a:moveTo>
                <a:lnTo>
                  <a:pt x="0" y="121567"/>
                </a:lnTo>
                <a:lnTo>
                  <a:pt x="121652" y="121567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39" name="path-1135">
            <a:extLst xmlns:a="http://schemas.openxmlformats.org/drawingml/2006/main">
              <a:ext uri="{FF2B5EF4-FFF2-40B4-BE49-F238E27FC236}">
                <a16:creationId xmlns:a16="http://schemas.microsoft.com/office/drawing/2014/main" id="{02216F8D-FD2A-4E41-8D8B-C9F088F1C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237027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0" name="path-1136">
            <a:extLst xmlns:a="http://schemas.openxmlformats.org/drawingml/2006/main">
              <a:ext uri="{FF2B5EF4-FFF2-40B4-BE49-F238E27FC236}">
                <a16:creationId xmlns:a16="http://schemas.microsoft.com/office/drawing/2014/main" id="{40737BA5-625B-433D-8786-B2D7231F1B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2370369"/>
            <a:ext cx="178277" cy="178144"/>
          </a:xfrm>
          <a:custGeom xmlns:a="http://schemas.openxmlformats.org/drawingml/2006/main">
            <a:pathLst>
              <a:path w="121658" h="121567">
                <a:moveTo>
                  <a:pt x="0" y="0"/>
                </a:moveTo>
                <a:lnTo>
                  <a:pt x="0" y="121567"/>
                </a:lnTo>
                <a:lnTo>
                  <a:pt x="121658" y="121567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41" name="path-1137">
            <a:extLst xmlns:a="http://schemas.openxmlformats.org/drawingml/2006/main">
              <a:ext uri="{FF2B5EF4-FFF2-40B4-BE49-F238E27FC236}">
                <a16:creationId xmlns:a16="http://schemas.microsoft.com/office/drawing/2014/main" id="{8FAFCC5D-6ADA-40AF-9F04-EDB0457F0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2013861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2" name="path-1138">
            <a:extLst xmlns:a="http://schemas.openxmlformats.org/drawingml/2006/main">
              <a:ext uri="{FF2B5EF4-FFF2-40B4-BE49-F238E27FC236}">
                <a16:creationId xmlns:a16="http://schemas.microsoft.com/office/drawing/2014/main" id="{1D276CA0-49A3-49D8-9C59-1003F46EB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2013823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43" name="path-1139">
            <a:extLst xmlns:a="http://schemas.openxmlformats.org/drawingml/2006/main">
              <a:ext uri="{FF2B5EF4-FFF2-40B4-BE49-F238E27FC236}">
                <a16:creationId xmlns:a16="http://schemas.microsoft.com/office/drawing/2014/main" id="{2AAF7B36-30DD-4FAC-A4D7-98C35DCCF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2192133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4" name="path-1140">
            <a:extLst xmlns:a="http://schemas.openxmlformats.org/drawingml/2006/main">
              <a:ext uri="{FF2B5EF4-FFF2-40B4-BE49-F238E27FC236}">
                <a16:creationId xmlns:a16="http://schemas.microsoft.com/office/drawing/2014/main" id="{0CA657C4-D178-4D7B-9319-404A71761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2192096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45" name="path-1141">
            <a:extLst xmlns:a="http://schemas.openxmlformats.org/drawingml/2006/main">
              <a:ext uri="{FF2B5EF4-FFF2-40B4-BE49-F238E27FC236}">
                <a16:creationId xmlns:a16="http://schemas.microsoft.com/office/drawing/2014/main" id="{D5679EDA-4349-4D45-9AAD-A749E666F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2370278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6" name="path-1142">
            <a:extLst xmlns:a="http://schemas.openxmlformats.org/drawingml/2006/main">
              <a:ext uri="{FF2B5EF4-FFF2-40B4-BE49-F238E27FC236}">
                <a16:creationId xmlns:a16="http://schemas.microsoft.com/office/drawing/2014/main" id="{3BAE76A0-C006-467C-A612-9FCA0E146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2370369"/>
            <a:ext cx="178144" cy="178144"/>
          </a:xfrm>
          <a:custGeom xmlns:a="http://schemas.openxmlformats.org/drawingml/2006/main">
            <a:pathLst>
              <a:path w="121567" h="121567">
                <a:moveTo>
                  <a:pt x="0" y="0"/>
                </a:moveTo>
                <a:lnTo>
                  <a:pt x="0" y="121567"/>
                </a:lnTo>
                <a:lnTo>
                  <a:pt x="121567" y="121567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47" name="path-1143">
            <a:extLst xmlns:a="http://schemas.openxmlformats.org/drawingml/2006/main">
              <a:ext uri="{FF2B5EF4-FFF2-40B4-BE49-F238E27FC236}">
                <a16:creationId xmlns:a16="http://schemas.microsoft.com/office/drawing/2014/main" id="{4A811612-2147-4D23-AF17-5AA5A7726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2548548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8" name="path-1144">
            <a:extLst xmlns:a="http://schemas.openxmlformats.org/drawingml/2006/main">
              <a:ext uri="{FF2B5EF4-FFF2-40B4-BE49-F238E27FC236}">
                <a16:creationId xmlns:a16="http://schemas.microsoft.com/office/drawing/2014/main" id="{015AD970-F515-4047-9D19-BF737A9E8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2548513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49" name="path-1145">
            <a:extLst xmlns:a="http://schemas.openxmlformats.org/drawingml/2006/main">
              <a:ext uri="{FF2B5EF4-FFF2-40B4-BE49-F238E27FC236}">
                <a16:creationId xmlns:a16="http://schemas.microsoft.com/office/drawing/2014/main" id="{3825DAAB-372E-42FB-A4AA-C153A5E7A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2548548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0" name="path-1146">
            <a:extLst xmlns:a="http://schemas.openxmlformats.org/drawingml/2006/main">
              <a:ext uri="{FF2B5EF4-FFF2-40B4-BE49-F238E27FC236}">
                <a16:creationId xmlns:a16="http://schemas.microsoft.com/office/drawing/2014/main" id="{882A3347-8092-445E-89A3-5B2B9E5F4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2548513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51" name="path-1147">
            <a:extLst xmlns:a="http://schemas.openxmlformats.org/drawingml/2006/main">
              <a:ext uri="{FF2B5EF4-FFF2-40B4-BE49-F238E27FC236}">
                <a16:creationId xmlns:a16="http://schemas.microsoft.com/office/drawing/2014/main" id="{FC1083C7-7E12-4E92-AE50-C825C454A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2548548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2" name="path-1148">
            <a:extLst xmlns:a="http://schemas.openxmlformats.org/drawingml/2006/main">
              <a:ext uri="{FF2B5EF4-FFF2-40B4-BE49-F238E27FC236}">
                <a16:creationId xmlns:a16="http://schemas.microsoft.com/office/drawing/2014/main" id="{AC21E0EB-5396-4DA6-9AA2-8ADA5EDB6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2548513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53" name="path-1149">
            <a:extLst xmlns:a="http://schemas.openxmlformats.org/drawingml/2006/main">
              <a:ext uri="{FF2B5EF4-FFF2-40B4-BE49-F238E27FC236}">
                <a16:creationId xmlns:a16="http://schemas.microsoft.com/office/drawing/2014/main" id="{88C956F5-C2CA-440A-9BD2-200B827FA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2548548"/>
            <a:ext cx="178235" cy="178237"/>
          </a:xfrm>
          <a:custGeom xmlns:a="http://schemas.openxmlformats.org/drawingml/2006/main">
            <a:pathLst>
              <a:path w="121629" h="121631">
                <a:moveTo>
                  <a:pt x="0" y="0"/>
                </a:moveTo>
                <a:lnTo>
                  <a:pt x="121629" y="0"/>
                </a:lnTo>
                <a:lnTo>
                  <a:pt x="121629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4" name="path-1150">
            <a:extLst xmlns:a="http://schemas.openxmlformats.org/drawingml/2006/main">
              <a:ext uri="{FF2B5EF4-FFF2-40B4-BE49-F238E27FC236}">
                <a16:creationId xmlns:a16="http://schemas.microsoft.com/office/drawing/2014/main" id="{278622C0-7FE5-4C8B-94DE-1810C1EE1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2548513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55" name="path-1151">
            <a:extLst xmlns:a="http://schemas.openxmlformats.org/drawingml/2006/main">
              <a:ext uri="{FF2B5EF4-FFF2-40B4-BE49-F238E27FC236}">
                <a16:creationId xmlns:a16="http://schemas.microsoft.com/office/drawing/2014/main" id="{F5C11C9F-C7AD-4C1E-A1C0-5A0BEFC30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2013861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6" name="path-1152">
            <a:extLst xmlns:a="http://schemas.openxmlformats.org/drawingml/2006/main">
              <a:ext uri="{FF2B5EF4-FFF2-40B4-BE49-F238E27FC236}">
                <a16:creationId xmlns:a16="http://schemas.microsoft.com/office/drawing/2014/main" id="{5DEA2770-D730-4FEA-AB64-1A4E7DE31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2013823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57" name="path-1153">
            <a:extLst xmlns:a="http://schemas.openxmlformats.org/drawingml/2006/main">
              <a:ext uri="{FF2B5EF4-FFF2-40B4-BE49-F238E27FC236}">
                <a16:creationId xmlns:a16="http://schemas.microsoft.com/office/drawing/2014/main" id="{BD513B4F-7B45-4DEF-9D0C-588B9F392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2192133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8" name="path-1154">
            <a:extLst xmlns:a="http://schemas.openxmlformats.org/drawingml/2006/main">
              <a:ext uri="{FF2B5EF4-FFF2-40B4-BE49-F238E27FC236}">
                <a16:creationId xmlns:a16="http://schemas.microsoft.com/office/drawing/2014/main" id="{4F76314F-3101-40C6-A7A4-57C6787DA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2192096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59" name="path-1155">
            <a:extLst xmlns:a="http://schemas.openxmlformats.org/drawingml/2006/main">
              <a:ext uri="{FF2B5EF4-FFF2-40B4-BE49-F238E27FC236}">
                <a16:creationId xmlns:a16="http://schemas.microsoft.com/office/drawing/2014/main" id="{B6458F7C-C6FD-43B6-9A3E-E0A84D6A2B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2370278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0" name="path-1156">
            <a:extLst xmlns:a="http://schemas.openxmlformats.org/drawingml/2006/main">
              <a:ext uri="{FF2B5EF4-FFF2-40B4-BE49-F238E27FC236}">
                <a16:creationId xmlns:a16="http://schemas.microsoft.com/office/drawing/2014/main" id="{8DA93778-FAFF-4836-8CE1-ED238C23A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2370369"/>
            <a:ext cx="178269" cy="178144"/>
          </a:xfrm>
          <a:custGeom xmlns:a="http://schemas.openxmlformats.org/drawingml/2006/main">
            <a:pathLst>
              <a:path w="121652" h="121567">
                <a:moveTo>
                  <a:pt x="0" y="0"/>
                </a:moveTo>
                <a:lnTo>
                  <a:pt x="0" y="121567"/>
                </a:lnTo>
                <a:lnTo>
                  <a:pt x="121652" y="121567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61" name="path-1157">
            <a:extLst xmlns:a="http://schemas.openxmlformats.org/drawingml/2006/main">
              <a:ext uri="{FF2B5EF4-FFF2-40B4-BE49-F238E27FC236}">
                <a16:creationId xmlns:a16="http://schemas.microsoft.com/office/drawing/2014/main" id="{32EE10CB-8E35-4F36-9957-A41631839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2548548"/>
            <a:ext cx="178234" cy="178237"/>
          </a:xfrm>
          <a:custGeom xmlns:a="http://schemas.openxmlformats.org/drawingml/2006/main">
            <a:pathLst>
              <a:path w="121628" h="121631">
                <a:moveTo>
                  <a:pt x="0" y="0"/>
                </a:moveTo>
                <a:lnTo>
                  <a:pt x="121628" y="0"/>
                </a:lnTo>
                <a:lnTo>
                  <a:pt x="121628" y="121631"/>
                </a:lnTo>
                <a:lnTo>
                  <a:pt x="0" y="121631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2" name="path-1158">
            <a:extLst xmlns:a="http://schemas.openxmlformats.org/drawingml/2006/main">
              <a:ext uri="{FF2B5EF4-FFF2-40B4-BE49-F238E27FC236}">
                <a16:creationId xmlns:a16="http://schemas.microsoft.com/office/drawing/2014/main" id="{339D2D23-A274-480C-81F8-3FDA2DCC33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2548513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63" name="path-1159">
            <a:extLst xmlns:a="http://schemas.openxmlformats.org/drawingml/2006/main">
              <a:ext uri="{FF2B5EF4-FFF2-40B4-BE49-F238E27FC236}">
                <a16:creationId xmlns:a16="http://schemas.microsoft.com/office/drawing/2014/main" id="{D3719F42-8EA5-4004-82FB-65606FAAF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92" y="2726821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4" name="path-1160">
            <a:extLst xmlns:a="http://schemas.openxmlformats.org/drawingml/2006/main">
              <a:ext uri="{FF2B5EF4-FFF2-40B4-BE49-F238E27FC236}">
                <a16:creationId xmlns:a16="http://schemas.microsoft.com/office/drawing/2014/main" id="{4EA84A48-D19F-48FB-8954-89FF33D1C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2726786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65" name="path-1161">
            <a:extLst xmlns:a="http://schemas.openxmlformats.org/drawingml/2006/main">
              <a:ext uri="{FF2B5EF4-FFF2-40B4-BE49-F238E27FC236}">
                <a16:creationId xmlns:a16="http://schemas.microsoft.com/office/drawing/2014/main" id="{36A8264F-EAC0-408E-90EC-2BD745EE3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727" y="2726821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6" name="path-1162">
            <a:extLst xmlns:a="http://schemas.openxmlformats.org/drawingml/2006/main">
              <a:ext uri="{FF2B5EF4-FFF2-40B4-BE49-F238E27FC236}">
                <a16:creationId xmlns:a16="http://schemas.microsoft.com/office/drawing/2014/main" id="{52963547-998F-4620-A150-B8EBA0792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8699" y="2726786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67" name="path-1163">
            <a:extLst xmlns:a="http://schemas.openxmlformats.org/drawingml/2006/main">
              <a:ext uri="{FF2B5EF4-FFF2-40B4-BE49-F238E27FC236}">
                <a16:creationId xmlns:a16="http://schemas.microsoft.com/office/drawing/2014/main" id="{F48421EC-E669-46B2-8F08-101F8C97D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1" y="2726821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8" name="path-1164">
            <a:extLst xmlns:a="http://schemas.openxmlformats.org/drawingml/2006/main">
              <a:ext uri="{FF2B5EF4-FFF2-40B4-BE49-F238E27FC236}">
                <a16:creationId xmlns:a16="http://schemas.microsoft.com/office/drawing/2014/main" id="{385F85D9-1180-42E8-95FE-E5FD4CD77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6967" y="2726786"/>
            <a:ext cx="178277" cy="178273"/>
          </a:xfrm>
          <a:custGeom xmlns:a="http://schemas.openxmlformats.org/drawingml/2006/main">
            <a:pathLst>
              <a:path w="121658" h="121655">
                <a:moveTo>
                  <a:pt x="0" y="0"/>
                </a:moveTo>
                <a:lnTo>
                  <a:pt x="0" y="121655"/>
                </a:lnTo>
                <a:lnTo>
                  <a:pt x="121658" y="121655"/>
                </a:lnTo>
                <a:lnTo>
                  <a:pt x="12165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69" name="path-1165">
            <a:extLst xmlns:a="http://schemas.openxmlformats.org/drawingml/2006/main">
              <a:ext uri="{FF2B5EF4-FFF2-40B4-BE49-F238E27FC236}">
                <a16:creationId xmlns:a16="http://schemas.microsoft.com/office/drawing/2014/main" id="{3E6D04A0-F5DD-4D00-AA47-2F2AF1461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195" y="2726821"/>
            <a:ext cx="178235" cy="178235"/>
          </a:xfrm>
          <a:custGeom xmlns:a="http://schemas.openxmlformats.org/drawingml/2006/main">
            <a:pathLst>
              <a:path w="121629" h="121629">
                <a:moveTo>
                  <a:pt x="0" y="0"/>
                </a:moveTo>
                <a:lnTo>
                  <a:pt x="121629" y="0"/>
                </a:lnTo>
                <a:lnTo>
                  <a:pt x="121629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0" name="path-1166">
            <a:extLst xmlns:a="http://schemas.openxmlformats.org/drawingml/2006/main">
              <a:ext uri="{FF2B5EF4-FFF2-40B4-BE49-F238E27FC236}">
                <a16:creationId xmlns:a16="http://schemas.microsoft.com/office/drawing/2014/main" id="{C08676F0-6095-4CAB-9EB4-21B125ACF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245" y="2726786"/>
            <a:ext cx="178144" cy="178273"/>
          </a:xfrm>
          <a:custGeom xmlns:a="http://schemas.openxmlformats.org/drawingml/2006/main">
            <a:pathLst>
              <a:path w="121567" h="121655">
                <a:moveTo>
                  <a:pt x="0" y="0"/>
                </a:moveTo>
                <a:lnTo>
                  <a:pt x="0" y="121655"/>
                </a:lnTo>
                <a:lnTo>
                  <a:pt x="121567" y="121655"/>
                </a:lnTo>
                <a:lnTo>
                  <a:pt x="12156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71" name="path-1167">
            <a:extLst xmlns:a="http://schemas.openxmlformats.org/drawingml/2006/main">
              <a:ext uri="{FF2B5EF4-FFF2-40B4-BE49-F238E27FC236}">
                <a16:creationId xmlns:a16="http://schemas.microsoft.com/office/drawing/2014/main" id="{AEA9D28B-274A-4868-9D09-397BAB0BE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429" y="2726821"/>
            <a:ext cx="178234" cy="178235"/>
          </a:xfrm>
          <a:custGeom xmlns:a="http://schemas.openxmlformats.org/drawingml/2006/main">
            <a:pathLst>
              <a:path w="121628" h="121629">
                <a:moveTo>
                  <a:pt x="0" y="0"/>
                </a:moveTo>
                <a:lnTo>
                  <a:pt x="121628" y="0"/>
                </a:lnTo>
                <a:lnTo>
                  <a:pt x="121628" y="121629"/>
                </a:lnTo>
                <a:lnTo>
                  <a:pt x="0" y="12162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2" name="path-1168">
            <a:extLst xmlns:a="http://schemas.openxmlformats.org/drawingml/2006/main">
              <a:ext uri="{FF2B5EF4-FFF2-40B4-BE49-F238E27FC236}">
                <a16:creationId xmlns:a16="http://schemas.microsoft.com/office/drawing/2014/main" id="{9276F5FF-D897-4A56-B41B-65EF471E15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3389" y="2726786"/>
            <a:ext cx="178269" cy="178273"/>
          </a:xfrm>
          <a:custGeom xmlns:a="http://schemas.openxmlformats.org/drawingml/2006/main">
            <a:pathLst>
              <a:path w="121652" h="121655">
                <a:moveTo>
                  <a:pt x="0" y="0"/>
                </a:moveTo>
                <a:lnTo>
                  <a:pt x="0" y="121655"/>
                </a:lnTo>
                <a:lnTo>
                  <a:pt x="121652" y="121655"/>
                </a:lnTo>
                <a:lnTo>
                  <a:pt x="1216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0957">
            <a:solidFill>
              <a:srgbClr val="000000"/>
            </a:solidFill>
            <a:prstDash val="solid"/>
          </a:ln>
        </p:spPr>
      </p:sp>
      <p:sp>
        <p:nvSpPr>
          <p:cNvPr id="1173" name="path-1169">
            <a:extLst xmlns:a="http://schemas.openxmlformats.org/drawingml/2006/main">
              <a:ext uri="{FF2B5EF4-FFF2-40B4-BE49-F238E27FC236}">
                <a16:creationId xmlns:a16="http://schemas.microsoft.com/office/drawing/2014/main" id="{05AD2BCB-124E-4117-A516-3DF6B4D5E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2013823"/>
            <a:ext cx="891227" cy="891236"/>
          </a:xfrm>
          <a:custGeom xmlns:a="http://schemas.openxmlformats.org/drawingml/2006/main">
            <a:pathLst>
              <a:path w="608180" h="608186">
                <a:moveTo>
                  <a:pt x="0" y="0"/>
                </a:moveTo>
                <a:lnTo>
                  <a:pt x="0" y="608186"/>
                </a:lnTo>
                <a:lnTo>
                  <a:pt x="608180" y="608186"/>
                </a:lnTo>
                <a:lnTo>
                  <a:pt x="608180" y="608185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1174" name="path-1170">
            <a:extLst xmlns:a="http://schemas.openxmlformats.org/drawingml/2006/main">
              <a:ext uri="{FF2B5EF4-FFF2-40B4-BE49-F238E27FC236}">
                <a16:creationId xmlns:a16="http://schemas.microsoft.com/office/drawing/2014/main" id="{6CD45784-FEA4-41BE-8B6B-5FF9862E0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0430" y="2013823"/>
            <a:ext cx="891227" cy="191"/>
          </a:xfrm>
          <a:custGeom xmlns:a="http://schemas.openxmlformats.org/drawingml/2006/main">
            <a:pathLst>
              <a:path w="608180" h="191">
                <a:moveTo>
                  <a:pt x="608180" y="2"/>
                </a:moveTo>
                <a:lnTo>
                  <a:pt x="608180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8671">
            <a:solidFill>
              <a:srgbClr val="000000"/>
            </a:solidFill>
            <a:prstDash val="solid"/>
          </a:ln>
        </p:spPr>
      </p:sp>
      <p:sp>
        <p:nvSpPr>
          <p:cNvPr id="1175" name="path-1171">
            <a:extLst xmlns:a="http://schemas.openxmlformats.org/drawingml/2006/main">
              <a:ext uri="{FF2B5EF4-FFF2-40B4-BE49-F238E27FC236}">
                <a16:creationId xmlns:a16="http://schemas.microsoft.com/office/drawing/2014/main" id="{67B2F784-0DAB-414A-8A89-DB9CB43F1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7841" y="2248921"/>
            <a:ext cx="407333" cy="402973"/>
          </a:xfrm>
          <a:custGeom xmlns:a="http://schemas.openxmlformats.org/drawingml/2006/main">
            <a:pathLst>
              <a:path w="277967" h="274992">
                <a:moveTo>
                  <a:pt x="0" y="0"/>
                </a:moveTo>
                <a:lnTo>
                  <a:pt x="277967" y="0"/>
                </a:lnTo>
                <a:lnTo>
                  <a:pt x="277967" y="274992"/>
                </a:lnTo>
                <a:lnTo>
                  <a:pt x="0" y="274992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6" name="path-1173">
            <a:extLst xmlns:a="http://schemas.openxmlformats.org/drawingml/2006/main">
              <a:ext uri="{FF2B5EF4-FFF2-40B4-BE49-F238E27FC236}">
                <a16:creationId xmlns:a16="http://schemas.microsoft.com/office/drawing/2014/main" id="{F601B21F-5161-4B23-9208-10E8AD493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174" y="2361311"/>
            <a:ext cx="118380" cy="129951"/>
          </a:xfrm>
          <a:custGeom xmlns:a="http://schemas.openxmlformats.org/drawingml/2006/main">
            <a:pathLst>
              <a:path w="80783" h="88679">
                <a:moveTo>
                  <a:pt x="68828" y="11232"/>
                </a:moveTo>
                <a:cubicBezTo>
                  <a:pt x="62467" y="13738"/>
                  <a:pt x="60732" y="19522"/>
                  <a:pt x="60732" y="22223"/>
                </a:cubicBezTo>
                <a:cubicBezTo>
                  <a:pt x="60732" y="27233"/>
                  <a:pt x="64780" y="30125"/>
                  <a:pt x="69022" y="30125"/>
                </a:cubicBezTo>
                <a:cubicBezTo>
                  <a:pt x="73649" y="30125"/>
                  <a:pt x="80783" y="26271"/>
                  <a:pt x="80783" y="17016"/>
                </a:cubicBezTo>
                <a:cubicBezTo>
                  <a:pt x="80783" y="6749"/>
                  <a:pt x="70563" y="0"/>
                  <a:pt x="53212" y="0"/>
                </a:cubicBezTo>
                <a:cubicBezTo>
                  <a:pt x="47620" y="0"/>
                  <a:pt x="36823" y="388"/>
                  <a:pt x="27956" y="7137"/>
                </a:cubicBezTo>
                <a:cubicBezTo>
                  <a:pt x="19281" y="13738"/>
                  <a:pt x="16195" y="24920"/>
                  <a:pt x="16195" y="29739"/>
                </a:cubicBezTo>
                <a:cubicBezTo>
                  <a:pt x="16195" y="35523"/>
                  <a:pt x="18896" y="40918"/>
                  <a:pt x="23135" y="44387"/>
                </a:cubicBezTo>
                <a:cubicBezTo>
                  <a:pt x="28533" y="48629"/>
                  <a:pt x="31813" y="49206"/>
                  <a:pt x="44922" y="51712"/>
                </a:cubicBezTo>
                <a:cubicBezTo>
                  <a:pt x="50706" y="52674"/>
                  <a:pt x="62273" y="54795"/>
                  <a:pt x="62273" y="63471"/>
                </a:cubicBezTo>
                <a:cubicBezTo>
                  <a:pt x="62273" y="64241"/>
                  <a:pt x="62273" y="81740"/>
                  <a:pt x="33546" y="81740"/>
                </a:cubicBezTo>
                <a:cubicBezTo>
                  <a:pt x="24100" y="81740"/>
                  <a:pt x="16966" y="79833"/>
                  <a:pt x="12724" y="76774"/>
                </a:cubicBezTo>
                <a:cubicBezTo>
                  <a:pt x="19281" y="74847"/>
                  <a:pt x="23329" y="69254"/>
                  <a:pt x="23329" y="63471"/>
                </a:cubicBezTo>
                <a:cubicBezTo>
                  <a:pt x="23329" y="56531"/>
                  <a:pt x="17736" y="54601"/>
                  <a:pt x="13883" y="54601"/>
                </a:cubicBezTo>
                <a:cubicBezTo>
                  <a:pt x="7325" y="54601"/>
                  <a:pt x="0" y="60002"/>
                  <a:pt x="0" y="69640"/>
                </a:cubicBezTo>
                <a:cubicBezTo>
                  <a:pt x="0" y="82125"/>
                  <a:pt x="13497" y="88679"/>
                  <a:pt x="33161" y="88679"/>
                </a:cubicBezTo>
                <a:cubicBezTo>
                  <a:pt x="77121" y="88679"/>
                  <a:pt x="77121" y="55760"/>
                  <a:pt x="77121" y="55566"/>
                </a:cubicBezTo>
                <a:cubicBezTo>
                  <a:pt x="77121" y="49014"/>
                  <a:pt x="73841" y="43810"/>
                  <a:pt x="69407" y="39956"/>
                </a:cubicBezTo>
                <a:cubicBezTo>
                  <a:pt x="63429" y="34752"/>
                  <a:pt x="56104" y="33402"/>
                  <a:pt x="49356" y="32246"/>
                </a:cubicBezTo>
                <a:cubicBezTo>
                  <a:pt x="38753" y="30319"/>
                  <a:pt x="31234" y="28968"/>
                  <a:pt x="31234" y="21834"/>
                </a:cubicBezTo>
                <a:cubicBezTo>
                  <a:pt x="31234" y="21449"/>
                  <a:pt x="31234" y="6943"/>
                  <a:pt x="52827" y="6943"/>
                </a:cubicBezTo>
                <a:cubicBezTo>
                  <a:pt x="56684" y="6943"/>
                  <a:pt x="63624" y="7331"/>
                  <a:pt x="68828" y="1123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7" name="path-1174">
            <a:extLst xmlns:a="http://schemas.openxmlformats.org/drawingml/2006/main">
              <a:ext uri="{FF2B5EF4-FFF2-40B4-BE49-F238E27FC236}">
                <a16:creationId xmlns:a16="http://schemas.microsoft.com/office/drawing/2014/main" id="{52351565-8B3D-4445-B549-6224BAAEB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457" y="2400121"/>
            <a:ext cx="91765" cy="135193"/>
          </a:xfrm>
          <a:custGeom xmlns:a="http://schemas.openxmlformats.org/drawingml/2006/main">
            <a:pathLst>
              <a:path w="62621" h="92256">
                <a:moveTo>
                  <a:pt x="62621" y="46534"/>
                </a:moveTo>
                <a:cubicBezTo>
                  <a:pt x="62621" y="31699"/>
                  <a:pt x="60867" y="21044"/>
                  <a:pt x="54660" y="11602"/>
                </a:cubicBezTo>
                <a:cubicBezTo>
                  <a:pt x="50475" y="5399"/>
                  <a:pt x="42108" y="0"/>
                  <a:pt x="31312" y="0"/>
                </a:cubicBezTo>
                <a:cubicBezTo>
                  <a:pt x="0" y="0"/>
                  <a:pt x="0" y="36824"/>
                  <a:pt x="0" y="46534"/>
                </a:cubicBezTo>
                <a:cubicBezTo>
                  <a:pt x="0" y="56246"/>
                  <a:pt x="0" y="92256"/>
                  <a:pt x="31312" y="92256"/>
                </a:cubicBezTo>
                <a:cubicBezTo>
                  <a:pt x="62621" y="92256"/>
                  <a:pt x="62621" y="56246"/>
                  <a:pt x="62621" y="46534"/>
                </a:cubicBezTo>
                <a:moveTo>
                  <a:pt x="31312" y="88478"/>
                </a:moveTo>
                <a:cubicBezTo>
                  <a:pt x="25103" y="88478"/>
                  <a:pt x="16870" y="84837"/>
                  <a:pt x="14172" y="73778"/>
                </a:cubicBezTo>
                <a:cubicBezTo>
                  <a:pt x="12282" y="65821"/>
                  <a:pt x="12282" y="54761"/>
                  <a:pt x="12282" y="44781"/>
                </a:cubicBezTo>
                <a:cubicBezTo>
                  <a:pt x="12282" y="34936"/>
                  <a:pt x="12282" y="24685"/>
                  <a:pt x="14306" y="17267"/>
                </a:cubicBezTo>
                <a:cubicBezTo>
                  <a:pt x="17140" y="6612"/>
                  <a:pt x="25778" y="3781"/>
                  <a:pt x="31312" y="3781"/>
                </a:cubicBezTo>
                <a:cubicBezTo>
                  <a:pt x="38599" y="3781"/>
                  <a:pt x="45618" y="8231"/>
                  <a:pt x="48045" y="16054"/>
                </a:cubicBezTo>
                <a:cubicBezTo>
                  <a:pt x="50206" y="23336"/>
                  <a:pt x="50339" y="33048"/>
                  <a:pt x="50339" y="44781"/>
                </a:cubicBezTo>
                <a:cubicBezTo>
                  <a:pt x="50339" y="54761"/>
                  <a:pt x="50339" y="64742"/>
                  <a:pt x="48585" y="73239"/>
                </a:cubicBezTo>
                <a:cubicBezTo>
                  <a:pt x="45887" y="85512"/>
                  <a:pt x="36709" y="88478"/>
                  <a:pt x="31312" y="8847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8" name="text-1175 (Gaussian">
            <a:extLst xmlns:a="http://schemas.openxmlformats.org/drawingml/2006/main">
              <a:ext uri="{FF2B5EF4-FFF2-40B4-BE49-F238E27FC236}">
                <a16:creationId xmlns:a16="http://schemas.microsoft.com/office/drawing/2014/main" id="{8634DF39-42D3-495B-8CDF-58701A61D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00856" y="5797358"/>
            <a:ext cx="916062" cy="2707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23" b="0" i="1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23" b="0" i="1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523" b="0" i="1">
                <a:solidFill>
                  <a:srgbClr val="931100"/>
                </a:solidFill>
                <a:latin typeface="Arial"/>
                <a:ea typeface="Arial"/>
                <a:cs typeface="Arial"/>
              </a:rPr>
              <a:t>(Gaussian</a:t>
            </a:r>
          </a:p>
        </p:txBody>
      </p:sp>
      <p:sp>
        <p:nvSpPr>
          <p:cNvPr id="1179" name="text-1176 distribution)">
            <a:extLst xmlns:a="http://schemas.openxmlformats.org/drawingml/2006/main">
              <a:ext uri="{FF2B5EF4-FFF2-40B4-BE49-F238E27FC236}">
                <a16:creationId xmlns:a16="http://schemas.microsoft.com/office/drawing/2014/main" id="{58061164-72B4-423E-9B48-EECCEF7F8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00856" y="6022790"/>
            <a:ext cx="1034283" cy="2707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23" b="0" i="1">
                <a:solidFill>
                  <a:srgbClr val="9311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23" b="0" i="1">
                <a:solidFill>
                  <a:srgbClr val="931100"/>
                </a:solidFill>
                <a:latin typeface="Arial"/>
                <a:ea typeface="Arial"/>
                <a:cs typeface="Arial"/>
              </a:defRPr>
            </a:pPr>
            <a:r>
              <a:rPr sz="1523" b="0" i="1">
                <a:solidFill>
                  <a:srgbClr val="931100"/>
                </a:solidFill>
                <a:latin typeface="Arial"/>
                <a:ea typeface="Arial"/>
                <a:cs typeface="Arial"/>
              </a:rPr>
              <a:t>distribution)</a:t>
            </a:r>
          </a:p>
        </p:txBody>
      </p:sp>
      <p:sp>
        <p:nvSpPr>
          <p:cNvPr id="1180" name="text-1177 …">
            <a:extLst xmlns:a="http://schemas.openxmlformats.org/drawingml/2006/main">
              <a:ext uri="{FF2B5EF4-FFF2-40B4-BE49-F238E27FC236}">
                <a16:creationId xmlns:a16="http://schemas.microsoft.com/office/drawing/2014/main" id="{247EB8C2-2AEB-4010-8283-288990E21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89139" y="9660251"/>
            <a:ext cx="365069" cy="4332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3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81" name="text-1178 …">
            <a:extLst xmlns:a="http://schemas.openxmlformats.org/drawingml/2006/main">
              <a:ext uri="{FF2B5EF4-FFF2-40B4-BE49-F238E27FC236}">
                <a16:creationId xmlns:a16="http://schemas.microsoft.com/office/drawing/2014/main" id="{AF50EE34-77A9-4E43-9FDA-2A8D83E97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19120" y="9660251"/>
            <a:ext cx="365069" cy="433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3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82" name="text-1179 …">
            <a:extLst xmlns:a="http://schemas.openxmlformats.org/drawingml/2006/main">
              <a:ext uri="{FF2B5EF4-FFF2-40B4-BE49-F238E27FC236}">
                <a16:creationId xmlns:a16="http://schemas.microsoft.com/office/drawing/2014/main" id="{6364FA92-CBED-44C1-82BC-1AAD81E18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27862" y="9660251"/>
            <a:ext cx="365069" cy="4332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3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83" name="text-1180 …">
            <a:extLst xmlns:a="http://schemas.openxmlformats.org/drawingml/2006/main">
              <a:ext uri="{FF2B5EF4-FFF2-40B4-BE49-F238E27FC236}">
                <a16:creationId xmlns:a16="http://schemas.microsoft.com/office/drawing/2014/main" id="{78E04BF0-A791-486B-8104-B84CFA7C70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23854" y="9660251"/>
            <a:ext cx="365069" cy="433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3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84" name="text-1181 …">
            <a:extLst xmlns:a="http://schemas.openxmlformats.org/drawingml/2006/main">
              <a:ext uri="{FF2B5EF4-FFF2-40B4-BE49-F238E27FC236}">
                <a16:creationId xmlns:a16="http://schemas.microsoft.com/office/drawing/2014/main" id="{05DDFC28-FC00-4B3E-8E31-455DCC090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48762" y="9660251"/>
            <a:ext cx="365069" cy="4332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3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3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85" name="path-1182">
            <a:extLst xmlns:a="http://schemas.openxmlformats.org/drawingml/2006/main">
              <a:ext uri="{FF2B5EF4-FFF2-40B4-BE49-F238E27FC236}">
                <a16:creationId xmlns:a16="http://schemas.microsoft.com/office/drawing/2014/main" id="{23329152-BEAB-4818-99CA-1ECD1C3E0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03910" y="178505"/>
            <a:ext cx="523642" cy="598496"/>
          </a:xfrm>
          <a:custGeom xmlns:a="http://schemas.openxmlformats.org/drawingml/2006/main">
            <a:pathLst>
              <a:path w="357337" h="408418">
                <a:moveTo>
                  <a:pt x="357337" y="289930"/>
                </a:moveTo>
                <a:lnTo>
                  <a:pt x="357337" y="0"/>
                </a:lnTo>
                <a:lnTo>
                  <a:pt x="0" y="0"/>
                </a:lnTo>
                <a:lnTo>
                  <a:pt x="0" y="408418"/>
                </a:lnTo>
                <a:lnTo>
                  <a:pt x="176113" y="408418"/>
                </a:lnTo>
                <a:lnTo>
                  <a:pt x="176113" y="382908"/>
                </a:lnTo>
                <a:lnTo>
                  <a:pt x="25527" y="382908"/>
                </a:lnTo>
                <a:lnTo>
                  <a:pt x="25527" y="25509"/>
                </a:lnTo>
                <a:lnTo>
                  <a:pt x="331810" y="25509"/>
                </a:lnTo>
                <a:lnTo>
                  <a:pt x="331810" y="280782"/>
                </a:lnTo>
                <a:lnTo>
                  <a:pt x="229718" y="280782"/>
                </a:lnTo>
                <a:lnTo>
                  <a:pt x="229718" y="408418"/>
                </a:lnTo>
                <a:lnTo>
                  <a:pt x="252686" y="408418"/>
                </a:lnTo>
                <a:lnTo>
                  <a:pt x="357337" y="304004"/>
                </a:lnTo>
                <a:lnTo>
                  <a:pt x="357337" y="289930"/>
                </a:lnTo>
                <a:moveTo>
                  <a:pt x="252686" y="372177"/>
                </a:moveTo>
                <a:lnTo>
                  <a:pt x="252686" y="304004"/>
                </a:lnTo>
                <a:lnTo>
                  <a:pt x="321342" y="304004"/>
                </a:lnTo>
                <a:lnTo>
                  <a:pt x="252686" y="3721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6" name="path-1183">
            <a:extLst xmlns:a="http://schemas.openxmlformats.org/drawingml/2006/main">
              <a:ext uri="{FF2B5EF4-FFF2-40B4-BE49-F238E27FC236}">
                <a16:creationId xmlns:a16="http://schemas.microsoft.com/office/drawing/2014/main" id="{A27E55BB-10A7-4670-B472-CAF6688BD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16120" y="326227"/>
            <a:ext cx="299222" cy="267862"/>
          </a:xfrm>
          <a:custGeom xmlns:a="http://schemas.openxmlformats.org/drawingml/2006/main">
            <a:pathLst>
              <a:path w="204192" h="182791">
                <a:moveTo>
                  <a:pt x="0" y="0"/>
                </a:moveTo>
                <a:lnTo>
                  <a:pt x="0" y="25510"/>
                </a:lnTo>
                <a:lnTo>
                  <a:pt x="204192" y="25510"/>
                </a:lnTo>
                <a:lnTo>
                  <a:pt x="204192" y="0"/>
                </a:lnTo>
                <a:close/>
                <a:moveTo>
                  <a:pt x="0" y="76617"/>
                </a:moveTo>
                <a:lnTo>
                  <a:pt x="0" y="102127"/>
                </a:lnTo>
                <a:lnTo>
                  <a:pt x="204192" y="102127"/>
                </a:lnTo>
                <a:lnTo>
                  <a:pt x="204192" y="76617"/>
                </a:lnTo>
                <a:close/>
                <a:moveTo>
                  <a:pt x="0" y="157281"/>
                </a:moveTo>
                <a:lnTo>
                  <a:pt x="0" y="182791"/>
                </a:lnTo>
                <a:lnTo>
                  <a:pt x="127619" y="182791"/>
                </a:lnTo>
                <a:lnTo>
                  <a:pt x="127619" y="15728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7" name="text-1184 Prompt">
            <a:extLst xmlns:a="http://schemas.openxmlformats.org/drawingml/2006/main">
              <a:ext uri="{FF2B5EF4-FFF2-40B4-BE49-F238E27FC236}">
                <a16:creationId xmlns:a16="http://schemas.microsoft.com/office/drawing/2014/main" id="{EED47DF1-90BC-415C-8110-9953F227C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75333" y="199645"/>
            <a:ext cx="853855" cy="3248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Prompt</a:t>
            </a:r>
          </a:p>
        </p:txBody>
      </p:sp>
      <p:sp>
        <p:nvSpPr>
          <p:cNvPr id="1188" name="text-1184 Input">
            <a:extLst xmlns:a="http://schemas.openxmlformats.org/drawingml/2006/main">
              <a:ext uri="{FF2B5EF4-FFF2-40B4-BE49-F238E27FC236}">
                <a16:creationId xmlns:a16="http://schemas.microsoft.com/office/drawing/2014/main" id="{5BAB5C61-AD22-47A2-BD13-D1F48D9541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51876" y="199653"/>
            <a:ext cx="608663" cy="3248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2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Input</a:t>
            </a:r>
          </a:p>
        </p:txBody>
      </p:sp>
      <p:sp>
        <p:nvSpPr>
          <p:cNvPr id="1189" name="text-1185 ,">
            <a:extLst xmlns:a="http://schemas.openxmlformats.org/drawingml/2006/main">
              <a:ext uri="{FF2B5EF4-FFF2-40B4-BE49-F238E27FC236}">
                <a16:creationId xmlns:a16="http://schemas.microsoft.com/office/drawing/2014/main" id="{6638A2B1-98EA-4513-A04C-EB72E4CC6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18784" y="225221"/>
            <a:ext cx="94462" cy="2890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1190" name="text-1186 e.g.">
            <a:extLst xmlns:a="http://schemas.openxmlformats.org/drawingml/2006/main">
              <a:ext uri="{FF2B5EF4-FFF2-40B4-BE49-F238E27FC236}">
                <a16:creationId xmlns:a16="http://schemas.microsoft.com/office/drawing/2014/main" id="{EEF7AB11-D6B6-49D2-B6C7-CC99717EF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33380" y="225268"/>
            <a:ext cx="381263" cy="288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e.g.</a:t>
            </a:r>
          </a:p>
        </p:txBody>
      </p:sp>
      <p:sp>
        <p:nvSpPr>
          <p:cNvPr id="1191" name="text-1187 ,">
            <a:extLst xmlns:a="http://schemas.openxmlformats.org/drawingml/2006/main">
              <a:ext uri="{FF2B5EF4-FFF2-40B4-BE49-F238E27FC236}">
                <a16:creationId xmlns:a16="http://schemas.microsoft.com/office/drawing/2014/main" id="{937D645B-08C6-4451-965E-8B025BAD0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77426" y="225221"/>
            <a:ext cx="94462" cy="2890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1192" name="text-1187 text">
            <a:extLst xmlns:a="http://schemas.openxmlformats.org/drawingml/2006/main">
              <a:ext uri="{FF2B5EF4-FFF2-40B4-BE49-F238E27FC236}">
                <a16:creationId xmlns:a16="http://schemas.microsoft.com/office/drawing/2014/main" id="{BA46D5A9-D82F-478A-9E83-D0C00B16A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92013" y="225296"/>
            <a:ext cx="369584" cy="2889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text</a:t>
            </a:r>
          </a:p>
        </p:txBody>
      </p:sp>
      <p:sp>
        <p:nvSpPr>
          <p:cNvPr id="1193" name="text-1188 (optional,">
            <a:extLst xmlns:a="http://schemas.openxmlformats.org/drawingml/2006/main">
              <a:ext uri="{FF2B5EF4-FFF2-40B4-BE49-F238E27FC236}">
                <a16:creationId xmlns:a16="http://schemas.microsoft.com/office/drawing/2014/main" id="{525CB804-AB2E-4057-862F-5A48556A5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14332" y="464909"/>
            <a:ext cx="885669" cy="2889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(optional,</a:t>
            </a:r>
          </a:p>
        </p:txBody>
      </p:sp>
      <p:sp>
        <p:nvSpPr>
          <p:cNvPr id="1194" name="text-1188 specifying">
            <a:extLst xmlns:a="http://schemas.openxmlformats.org/drawingml/2006/main">
              <a:ext uri="{FF2B5EF4-FFF2-40B4-BE49-F238E27FC236}">
                <a16:creationId xmlns:a16="http://schemas.microsoft.com/office/drawing/2014/main" id="{7EE5C950-052B-442C-87BE-26A18FBAF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20136" y="464925"/>
            <a:ext cx="954316" cy="288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specifying</a:t>
            </a:r>
          </a:p>
        </p:txBody>
      </p:sp>
      <p:sp>
        <p:nvSpPr>
          <p:cNvPr id="1195" name="text-1188 the">
            <a:extLst xmlns:a="http://schemas.openxmlformats.org/drawingml/2006/main">
              <a:ext uri="{FF2B5EF4-FFF2-40B4-BE49-F238E27FC236}">
                <a16:creationId xmlns:a16="http://schemas.microsoft.com/office/drawing/2014/main" id="{C6F4144F-01A2-4443-AA79-028CEF0B0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94612" y="464911"/>
            <a:ext cx="323863" cy="2889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1196" name="text-1188 task)">
            <a:extLst xmlns:a="http://schemas.openxmlformats.org/drawingml/2006/main">
              <a:ext uri="{FF2B5EF4-FFF2-40B4-BE49-F238E27FC236}">
                <a16:creationId xmlns:a16="http://schemas.microsoft.com/office/drawing/2014/main" id="{3215E124-897A-48D3-86A2-F65170F22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38631" y="464954"/>
            <a:ext cx="484085" cy="2888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5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625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task)</a:t>
            </a:r>
          </a:p>
        </p:txBody>
      </p:sp>
      <p:sp>
        <p:nvSpPr>
          <p:cNvPr id="1197" name="path-1190">
            <a:extLst xmlns:a="http://schemas.openxmlformats.org/drawingml/2006/main">
              <a:ext uri="{FF2B5EF4-FFF2-40B4-BE49-F238E27FC236}">
                <a16:creationId xmlns:a16="http://schemas.microsoft.com/office/drawing/2014/main" id="{B4BEA106-594F-403C-ABBC-952C7ECF5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1853" y="915052"/>
            <a:ext cx="875256" cy="1159225"/>
          </a:xfrm>
          <a:custGeom xmlns:a="http://schemas.openxmlformats.org/drawingml/2006/main">
            <a:pathLst>
              <a:path w="597281" h="791064">
                <a:moveTo>
                  <a:pt x="0" y="0"/>
                </a:moveTo>
                <a:lnTo>
                  <a:pt x="0" y="720693"/>
                </a:lnTo>
                <a:cubicBezTo>
                  <a:pt x="0" y="759572"/>
                  <a:pt x="31582" y="791064"/>
                  <a:pt x="70374" y="791064"/>
                </a:cubicBezTo>
                <a:lnTo>
                  <a:pt x="597281" y="791064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  <p:sp>
        <p:nvSpPr>
          <p:cNvPr id="1198" name="path-1191">
            <a:extLst xmlns:a="http://schemas.openxmlformats.org/drawingml/2006/main">
              <a:ext uri="{FF2B5EF4-FFF2-40B4-BE49-F238E27FC236}">
                <a16:creationId xmlns:a16="http://schemas.microsoft.com/office/drawing/2014/main" id="{E8CE2766-78DE-494C-ACFC-13A276715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4532" y="2031741"/>
            <a:ext cx="113435" cy="85077"/>
          </a:xfrm>
          <a:custGeom xmlns:a="http://schemas.openxmlformats.org/drawingml/2006/main">
            <a:pathLst>
              <a:path w="77409" h="58057">
                <a:moveTo>
                  <a:pt x="77409" y="29029"/>
                </a:moveTo>
                <a:lnTo>
                  <a:pt x="0" y="0"/>
                </a:lnTo>
                <a:lnTo>
                  <a:pt x="29028" y="29029"/>
                </a:lnTo>
                <a:lnTo>
                  <a:pt x="0" y="58057"/>
                </a:lnTo>
                <a:lnTo>
                  <a:pt x="77409" y="2902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9" name="path-1192">
            <a:extLst xmlns:a="http://schemas.openxmlformats.org/drawingml/2006/main">
              <a:ext uri="{FF2B5EF4-FFF2-40B4-BE49-F238E27FC236}">
                <a16:creationId xmlns:a16="http://schemas.microsoft.com/office/drawing/2014/main" id="{83AAB42C-7DB8-4F18-91D2-4C190813A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4566" y="2031743"/>
            <a:ext cx="113433" cy="85073"/>
          </a:xfrm>
          <a:custGeom xmlns:a="http://schemas.openxmlformats.org/drawingml/2006/main">
            <a:pathLst>
              <a:path w="77408" h="58054">
                <a:moveTo>
                  <a:pt x="77408" y="29026"/>
                </a:moveTo>
                <a:lnTo>
                  <a:pt x="0" y="0"/>
                </a:lnTo>
                <a:lnTo>
                  <a:pt x="29032" y="29026"/>
                </a:lnTo>
                <a:lnTo>
                  <a:pt x="0" y="58054"/>
                </a:lnTo>
                <a:lnTo>
                  <a:pt x="77408" y="29026"/>
                </a:lnTo>
              </a:path>
            </a:pathLst>
          </a:custGeom>
          <a:noFill xmlns:a="http://schemas.openxmlformats.org/drawingml/2006/main"/>
          <a:ln xmlns:a="http://schemas.openxmlformats.org/drawingml/2006/main" w="19335">
            <a:solidFill>
              <a:srgbClr val="000000"/>
            </a:solidFill>
            <a:prstDash val="solid"/>
          </a:ln>
        </p:spPr>
      </p:sp>
    </p:spTree>
    <p:extLst>
      <p:ext uri="{BB962C8B-B14F-4D97-AF65-F5344CB8AC3E}">
        <p14:creationId xmlns:p14="http://schemas.microsoft.com/office/powerpoint/2010/main" val="1209784265"/>
      </p:ext>
    </p:extLst>
  </p:cSld>
</p:sld>
</file>

<file path=ppt/slides/slide5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365" name="path-1">
            <a:extLst xmlns:a="http://schemas.openxmlformats.org/drawingml/2006/main">
              <a:ext uri="{FF2B5EF4-FFF2-40B4-BE49-F238E27FC236}">
                <a16:creationId xmlns:a16="http://schemas.microsoft.com/office/drawing/2014/main" id="{8FFEC1A2-2A75-436A-AEB1-02E772DB4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412" y="0"/>
            <a:ext cx="12946715" cy="10287000"/>
          </a:xfrm>
          <a:custGeom xmlns:a="http://schemas.openxmlformats.org/drawingml/2006/main">
            <a:pathLst>
              <a:path w="11304401" h="8982075">
                <a:moveTo>
                  <a:pt x="11304401" y="0"/>
                </a:moveTo>
                <a:lnTo>
                  <a:pt x="0" y="0"/>
                </a:lnTo>
                <a:lnTo>
                  <a:pt x="0" y="8982075"/>
                </a:lnTo>
                <a:lnTo>
                  <a:pt x="11304401" y="8982075"/>
                </a:lnTo>
                <a:lnTo>
                  <a:pt x="11304401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F5B23457-9BDC-4C2A-9C37-F2370E2B8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1412" y="0"/>
            <a:ext cx="12946715" cy="10287000"/>
          </a:xfrm>
          <a:custGeom xmlns:a="http://schemas.openxmlformats.org/drawingml/2006/main">
            <a:pathLst>
              <a:path w="11304401" h="8982075">
                <a:moveTo>
                  <a:pt x="11304401" y="0"/>
                </a:moveTo>
                <a:lnTo>
                  <a:pt x="0" y="0"/>
                </a:lnTo>
                <a:lnTo>
                  <a:pt x="0" y="8982075"/>
                </a:lnTo>
                <a:lnTo>
                  <a:pt x="11304401" y="8982075"/>
                </a:lnTo>
                <a:lnTo>
                  <a:pt x="11304401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text-3 b">
            <a:extLst xmlns:a="http://schemas.openxmlformats.org/drawingml/2006/main">
              <a:ext uri="{FF2B5EF4-FFF2-40B4-BE49-F238E27FC236}">
                <a16:creationId xmlns:a16="http://schemas.microsoft.com/office/drawing/2014/main" id="{F485CED4-1628-4F51-BC0A-4B3DC6134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18629" y="30404"/>
            <a:ext cx="209126" cy="3703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8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4A3F588C-9050-41F9-B01F-DE7F6ECA4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3163" y="521176"/>
            <a:ext cx="1761639" cy="191"/>
          </a:xfrm>
          <a:custGeom xmlns:a="http://schemas.openxmlformats.org/drawingml/2006/main">
            <a:pathLst>
              <a:path w="1538172" h="191">
                <a:moveTo>
                  <a:pt x="0" y="0"/>
                </a:moveTo>
                <a:lnTo>
                  <a:pt x="153817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000000"/>
            </a:solidFill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C21A9BB3-D087-42BC-8A32-BF8BA1D83B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3671" y="490017"/>
            <a:ext cx="83100" cy="62326"/>
          </a:xfrm>
          <a:custGeom xmlns:a="http://schemas.openxmlformats.org/drawingml/2006/main">
            <a:pathLst>
              <a:path w="72559" h="54419">
                <a:moveTo>
                  <a:pt x="72559" y="27210"/>
                </a:moveTo>
                <a:lnTo>
                  <a:pt x="0" y="0"/>
                </a:lnTo>
                <a:lnTo>
                  <a:pt x="27210" y="27210"/>
                </a:lnTo>
                <a:lnTo>
                  <a:pt x="0" y="54419"/>
                </a:lnTo>
                <a:lnTo>
                  <a:pt x="72559" y="2721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6">
            <a:extLst xmlns:a="http://schemas.openxmlformats.org/drawingml/2006/main">
              <a:ext uri="{FF2B5EF4-FFF2-40B4-BE49-F238E27FC236}">
                <a16:creationId xmlns:a16="http://schemas.microsoft.com/office/drawing/2014/main" id="{0A3CC818-03D3-4092-9410-65A111F74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3643" y="490016"/>
            <a:ext cx="83100" cy="62326"/>
          </a:xfrm>
          <a:custGeom xmlns:a="http://schemas.openxmlformats.org/drawingml/2006/main">
            <a:pathLst>
              <a:path w="72558" h="54420">
                <a:moveTo>
                  <a:pt x="72558" y="27207"/>
                </a:moveTo>
                <a:lnTo>
                  <a:pt x="0" y="0"/>
                </a:lnTo>
                <a:lnTo>
                  <a:pt x="27207" y="27207"/>
                </a:lnTo>
                <a:lnTo>
                  <a:pt x="0" y="54420"/>
                </a:lnTo>
                <a:lnTo>
                  <a:pt x="72558" y="27207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000000"/>
            </a:solidFill>
            <a:prstDash val="solid"/>
          </a:ln>
        </p:spPr>
      </p:sp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C59ABDFC-BA46-4595-BCFA-636B3D48C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7472" y="395930"/>
            <a:ext cx="1300724" cy="259911"/>
          </a:xfrm>
          <a:custGeom xmlns:a="http://schemas.openxmlformats.org/drawingml/2006/main">
            <a:pathLst>
              <a:path w="1135725" h="226941">
                <a:moveTo>
                  <a:pt x="0" y="0"/>
                </a:moveTo>
                <a:lnTo>
                  <a:pt x="1135725" y="0"/>
                </a:lnTo>
                <a:lnTo>
                  <a:pt x="1135725" y="226941"/>
                </a:lnTo>
                <a:lnTo>
                  <a:pt x="0" y="22694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8">
            <a:extLst xmlns:a="http://schemas.openxmlformats.org/drawingml/2006/main">
              <a:ext uri="{FF2B5EF4-FFF2-40B4-BE49-F238E27FC236}">
                <a16:creationId xmlns:a16="http://schemas.microsoft.com/office/drawing/2014/main" id="{A0178E2E-BD13-4BC5-97FF-C65586416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7470" y="395964"/>
            <a:ext cx="1300711" cy="259874"/>
          </a:xfrm>
          <a:custGeom xmlns:a="http://schemas.openxmlformats.org/drawingml/2006/main">
            <a:pathLst>
              <a:path w="1135714" h="226909">
                <a:moveTo>
                  <a:pt x="0" y="0"/>
                </a:moveTo>
                <a:lnTo>
                  <a:pt x="0" y="226909"/>
                </a:lnTo>
                <a:lnTo>
                  <a:pt x="1135714" y="226909"/>
                </a:lnTo>
                <a:lnTo>
                  <a:pt x="1135714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9" name="text-9 Applicable">
            <a:extLst xmlns:a="http://schemas.openxmlformats.org/drawingml/2006/main">
              <a:ext uri="{FF2B5EF4-FFF2-40B4-BE49-F238E27FC236}">
                <a16:creationId xmlns:a16="http://schemas.microsoft.com/office/drawing/2014/main" id="{A4960093-DE9C-4CE7-99CF-2AF414061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15232" y="424253"/>
            <a:ext cx="724430" cy="2115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Applicable</a:t>
            </a:r>
          </a:p>
        </p:txBody>
      </p:sp>
      <p:sp>
        <p:nvSpPr>
          <p:cNvPr id="10" name="text-9 to">
            <a:extLst xmlns:a="http://schemas.openxmlformats.org/drawingml/2006/main">
              <a:ext uri="{FF2B5EF4-FFF2-40B4-BE49-F238E27FC236}">
                <a16:creationId xmlns:a16="http://schemas.microsoft.com/office/drawing/2014/main" id="{D1C5096B-1697-4813-8FB2-71FD37E95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54440" y="424305"/>
            <a:ext cx="153201" cy="2115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11" name="text-10 Internal">
            <a:extLst xmlns:a="http://schemas.openxmlformats.org/drawingml/2006/main">
              <a:ext uri="{FF2B5EF4-FFF2-40B4-BE49-F238E27FC236}">
                <a16:creationId xmlns:a16="http://schemas.microsoft.com/office/drawing/2014/main" id="{DA826A48-C7C1-45E8-97D3-611E00685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98375" y="293132"/>
            <a:ext cx="716151" cy="2644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Internal</a:t>
            </a:r>
          </a:p>
        </p:txBody>
      </p:sp>
      <p:sp>
        <p:nvSpPr>
          <p:cNvPr id="12" name="text-10 Vision">
            <a:extLst xmlns:a="http://schemas.openxmlformats.org/drawingml/2006/main">
              <a:ext uri="{FF2B5EF4-FFF2-40B4-BE49-F238E27FC236}">
                <a16:creationId xmlns:a16="http://schemas.microsoft.com/office/drawing/2014/main" id="{A6ED2B7A-EEEC-4ACA-81CE-61509EA43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32998" y="293139"/>
            <a:ext cx="597260" cy="2643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13" name="text-11 Representation">
            <a:extLst xmlns:a="http://schemas.openxmlformats.org/drawingml/2006/main">
              <a:ext uri="{FF2B5EF4-FFF2-40B4-BE49-F238E27FC236}">
                <a16:creationId xmlns:a16="http://schemas.microsoft.com/office/drawing/2014/main" id="{C130E728-3A24-4933-BC74-497576977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59937" y="506997"/>
            <a:ext cx="1408842" cy="2644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Representation</a:t>
            </a:r>
          </a:p>
        </p:txBody>
      </p:sp>
      <p:sp>
        <p:nvSpPr>
          <p:cNvPr id="14" name="path-12">
            <a:extLst xmlns:a="http://schemas.openxmlformats.org/drawingml/2006/main">
              <a:ext uri="{FF2B5EF4-FFF2-40B4-BE49-F238E27FC236}">
                <a16:creationId xmlns:a16="http://schemas.microsoft.com/office/drawing/2014/main" id="{5C2EC76B-D384-4C60-B192-3FDD148F0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51" y="127706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path-13">
            <a:extLst xmlns:a="http://schemas.openxmlformats.org/drawingml/2006/main">
              <a:ext uri="{FF2B5EF4-FFF2-40B4-BE49-F238E27FC236}">
                <a16:creationId xmlns:a16="http://schemas.microsoft.com/office/drawing/2014/main" id="{8B0AC0F6-B5B8-40F5-B251-5394ED7E0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49" y="12777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6" name="path-14">
            <a:extLst xmlns:a="http://schemas.openxmlformats.org/drawingml/2006/main">
              <a:ext uri="{FF2B5EF4-FFF2-40B4-BE49-F238E27FC236}">
                <a16:creationId xmlns:a16="http://schemas.microsoft.com/office/drawing/2014/main" id="{A908D3F9-71BF-41CE-AA1E-E5D6D6904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23" y="127706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path-15">
            <a:extLst xmlns:a="http://schemas.openxmlformats.org/drawingml/2006/main">
              <a:ext uri="{FF2B5EF4-FFF2-40B4-BE49-F238E27FC236}">
                <a16:creationId xmlns:a16="http://schemas.microsoft.com/office/drawing/2014/main" id="{01A1FC19-B0E6-4EDD-B1D7-02E385C418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53" y="127771"/>
            <a:ext cx="130500" cy="130506"/>
          </a:xfrm>
          <a:custGeom xmlns:a="http://schemas.openxmlformats.org/drawingml/2006/main">
            <a:pathLst>
              <a:path w="113946" h="113951">
                <a:moveTo>
                  <a:pt x="0" y="0"/>
                </a:moveTo>
                <a:lnTo>
                  <a:pt x="0" y="113951"/>
                </a:lnTo>
                <a:lnTo>
                  <a:pt x="113946" y="11395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8" name="path-16">
            <a:extLst xmlns:a="http://schemas.openxmlformats.org/drawingml/2006/main">
              <a:ext uri="{FF2B5EF4-FFF2-40B4-BE49-F238E27FC236}">
                <a16:creationId xmlns:a16="http://schemas.microsoft.com/office/drawing/2014/main" id="{06D3B4EE-08B5-4CA5-B326-EB70A7C95D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95" y="127706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" name="path-17">
            <a:extLst xmlns:a="http://schemas.openxmlformats.org/drawingml/2006/main">
              <a:ext uri="{FF2B5EF4-FFF2-40B4-BE49-F238E27FC236}">
                <a16:creationId xmlns:a16="http://schemas.microsoft.com/office/drawing/2014/main" id="{25BCD075-D346-4233-BDBB-188229830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53" y="12777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0" name="path-18">
            <a:extLst xmlns:a="http://schemas.openxmlformats.org/drawingml/2006/main">
              <a:ext uri="{FF2B5EF4-FFF2-40B4-BE49-F238E27FC236}">
                <a16:creationId xmlns:a16="http://schemas.microsoft.com/office/drawing/2014/main" id="{4DC2D7B3-90F7-48D2-85A1-FC6D1DB46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51" y="258307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path-19">
            <a:extLst xmlns:a="http://schemas.openxmlformats.org/drawingml/2006/main">
              <a:ext uri="{FF2B5EF4-FFF2-40B4-BE49-F238E27FC236}">
                <a16:creationId xmlns:a16="http://schemas.microsoft.com/office/drawing/2014/main" id="{2DC0A850-A1CE-4011-B84F-3FE902CC2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49" y="25827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2" name="path-20">
            <a:extLst xmlns:a="http://schemas.openxmlformats.org/drawingml/2006/main">
              <a:ext uri="{FF2B5EF4-FFF2-40B4-BE49-F238E27FC236}">
                <a16:creationId xmlns:a16="http://schemas.microsoft.com/office/drawing/2014/main" id="{6619B237-8A2B-484D-BB05-B4AEAE90F0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23" y="258307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path-21">
            <a:extLst xmlns:a="http://schemas.openxmlformats.org/drawingml/2006/main">
              <a:ext uri="{FF2B5EF4-FFF2-40B4-BE49-F238E27FC236}">
                <a16:creationId xmlns:a16="http://schemas.microsoft.com/office/drawing/2014/main" id="{00A1AE26-F688-49D3-897F-57E456D39B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53" y="258278"/>
            <a:ext cx="130500" cy="130604"/>
          </a:xfrm>
          <a:custGeom xmlns:a="http://schemas.openxmlformats.org/drawingml/2006/main">
            <a:pathLst>
              <a:path w="113946" h="114036">
                <a:moveTo>
                  <a:pt x="0" y="0"/>
                </a:moveTo>
                <a:lnTo>
                  <a:pt x="0" y="114036"/>
                </a:lnTo>
                <a:lnTo>
                  <a:pt x="113946" y="114036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4" name="path-22">
            <a:extLst xmlns:a="http://schemas.openxmlformats.org/drawingml/2006/main">
              <a:ext uri="{FF2B5EF4-FFF2-40B4-BE49-F238E27FC236}">
                <a16:creationId xmlns:a16="http://schemas.microsoft.com/office/drawing/2014/main" id="{50A06401-2B3E-4C97-A547-8E8053729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95" y="258307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" name="path-23">
            <a:extLst xmlns:a="http://schemas.openxmlformats.org/drawingml/2006/main">
              <a:ext uri="{FF2B5EF4-FFF2-40B4-BE49-F238E27FC236}">
                <a16:creationId xmlns:a16="http://schemas.microsoft.com/office/drawing/2014/main" id="{1220A344-6663-4394-AC43-5AD507911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53" y="25827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6" name="path-24">
            <a:extLst xmlns:a="http://schemas.openxmlformats.org/drawingml/2006/main">
              <a:ext uri="{FF2B5EF4-FFF2-40B4-BE49-F238E27FC236}">
                <a16:creationId xmlns:a16="http://schemas.microsoft.com/office/drawing/2014/main" id="{450397C8-06C0-4C14-8DFA-E1C9CDE2D5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51" y="388907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25">
            <a:extLst xmlns:a="http://schemas.openxmlformats.org/drawingml/2006/main">
              <a:ext uri="{FF2B5EF4-FFF2-40B4-BE49-F238E27FC236}">
                <a16:creationId xmlns:a16="http://schemas.microsoft.com/office/drawing/2014/main" id="{9E75D58A-592E-4D9F-A2FF-406A426BC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49" y="388881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8" name="path-26">
            <a:extLst xmlns:a="http://schemas.openxmlformats.org/drawingml/2006/main">
              <a:ext uri="{FF2B5EF4-FFF2-40B4-BE49-F238E27FC236}">
                <a16:creationId xmlns:a16="http://schemas.microsoft.com/office/drawing/2014/main" id="{2CCC89C0-39E4-41CD-9AAE-EB9EC975A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23" y="388907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" name="path-27">
            <a:extLst xmlns:a="http://schemas.openxmlformats.org/drawingml/2006/main">
              <a:ext uri="{FF2B5EF4-FFF2-40B4-BE49-F238E27FC236}">
                <a16:creationId xmlns:a16="http://schemas.microsoft.com/office/drawing/2014/main" id="{6CDE9DF5-D9FE-4F87-8A10-AEEEF810B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53" y="388881"/>
            <a:ext cx="130500" cy="130597"/>
          </a:xfrm>
          <a:custGeom xmlns:a="http://schemas.openxmlformats.org/drawingml/2006/main">
            <a:pathLst>
              <a:path w="113946" h="114031">
                <a:moveTo>
                  <a:pt x="0" y="0"/>
                </a:moveTo>
                <a:lnTo>
                  <a:pt x="0" y="114031"/>
                </a:lnTo>
                <a:lnTo>
                  <a:pt x="113946" y="11403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0" name="path-28">
            <a:extLst xmlns:a="http://schemas.openxmlformats.org/drawingml/2006/main">
              <a:ext uri="{FF2B5EF4-FFF2-40B4-BE49-F238E27FC236}">
                <a16:creationId xmlns:a16="http://schemas.microsoft.com/office/drawing/2014/main" id="{A3E7A4E8-2A6E-435C-B3FA-C7EBEEB1E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95" y="388907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29">
            <a:extLst xmlns:a="http://schemas.openxmlformats.org/drawingml/2006/main">
              <a:ext uri="{FF2B5EF4-FFF2-40B4-BE49-F238E27FC236}">
                <a16:creationId xmlns:a16="http://schemas.microsoft.com/office/drawing/2014/main" id="{110A18BC-E315-41AF-B301-23A5A35D6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53" y="388881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2" name="path-30">
            <a:extLst xmlns:a="http://schemas.openxmlformats.org/drawingml/2006/main">
              <a:ext uri="{FF2B5EF4-FFF2-40B4-BE49-F238E27FC236}">
                <a16:creationId xmlns:a16="http://schemas.microsoft.com/office/drawing/2014/main" id="{72DC3250-23F3-40EC-B2CA-F93F03882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77" y="127706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path-31">
            <a:extLst xmlns:a="http://schemas.openxmlformats.org/drawingml/2006/main">
              <a:ext uri="{FF2B5EF4-FFF2-40B4-BE49-F238E27FC236}">
                <a16:creationId xmlns:a16="http://schemas.microsoft.com/office/drawing/2014/main" id="{10C60900-1C74-481F-AAAB-55C102E19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57" y="127771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4" name="path-32">
            <a:extLst xmlns:a="http://schemas.openxmlformats.org/drawingml/2006/main">
              <a:ext uri="{FF2B5EF4-FFF2-40B4-BE49-F238E27FC236}">
                <a16:creationId xmlns:a16="http://schemas.microsoft.com/office/drawing/2014/main" id="{2ED77E3B-7EF7-4A8C-8148-6B061211C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77" y="258307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" name="path-33">
            <a:extLst xmlns:a="http://schemas.openxmlformats.org/drawingml/2006/main">
              <a:ext uri="{FF2B5EF4-FFF2-40B4-BE49-F238E27FC236}">
                <a16:creationId xmlns:a16="http://schemas.microsoft.com/office/drawing/2014/main" id="{1D411590-B82E-4DA3-A31D-BBB261D7C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57" y="25827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6" name="path-34">
            <a:extLst xmlns:a="http://schemas.openxmlformats.org/drawingml/2006/main">
              <a:ext uri="{FF2B5EF4-FFF2-40B4-BE49-F238E27FC236}">
                <a16:creationId xmlns:a16="http://schemas.microsoft.com/office/drawing/2014/main" id="{E480FB27-53EF-42DE-9E89-356849EBC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77" y="388907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path-35">
            <a:extLst xmlns:a="http://schemas.openxmlformats.org/drawingml/2006/main">
              <a:ext uri="{FF2B5EF4-FFF2-40B4-BE49-F238E27FC236}">
                <a16:creationId xmlns:a16="http://schemas.microsoft.com/office/drawing/2014/main" id="{B58A3549-C172-412C-A42D-72E0FA6CAA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57" y="388881"/>
            <a:ext cx="130597" cy="130597"/>
          </a:xfrm>
          <a:custGeom xmlns:a="http://schemas.openxmlformats.org/drawingml/2006/main">
            <a:pathLst>
              <a:path w="114031" h="114031">
                <a:moveTo>
                  <a:pt x="0" y="0"/>
                </a:moveTo>
                <a:lnTo>
                  <a:pt x="0" y="114031"/>
                </a:lnTo>
                <a:lnTo>
                  <a:pt x="114031" y="11403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8" name="path-36">
            <a:extLst xmlns:a="http://schemas.openxmlformats.org/drawingml/2006/main">
              <a:ext uri="{FF2B5EF4-FFF2-40B4-BE49-F238E27FC236}">
                <a16:creationId xmlns:a16="http://schemas.microsoft.com/office/drawing/2014/main" id="{014E4AF2-7740-403E-AEDA-419BA6F9B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51" y="5194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path-37">
            <a:extLst xmlns:a="http://schemas.openxmlformats.org/drawingml/2006/main">
              <a:ext uri="{FF2B5EF4-FFF2-40B4-BE49-F238E27FC236}">
                <a16:creationId xmlns:a16="http://schemas.microsoft.com/office/drawing/2014/main" id="{591158B7-C008-48F1-BAE4-3672132F2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49" y="51947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0" name="path-38">
            <a:extLst xmlns:a="http://schemas.openxmlformats.org/drawingml/2006/main">
              <a:ext uri="{FF2B5EF4-FFF2-40B4-BE49-F238E27FC236}">
                <a16:creationId xmlns:a16="http://schemas.microsoft.com/office/drawing/2014/main" id="{00091496-843D-400E-8ECD-F3291B735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23" y="5194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" name="path-39">
            <a:extLst xmlns:a="http://schemas.openxmlformats.org/drawingml/2006/main">
              <a:ext uri="{FF2B5EF4-FFF2-40B4-BE49-F238E27FC236}">
                <a16:creationId xmlns:a16="http://schemas.microsoft.com/office/drawing/2014/main" id="{C8EE6F7B-2C64-4D0B-A4D2-17AE10DF5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53" y="519479"/>
            <a:ext cx="130500" cy="130506"/>
          </a:xfrm>
          <a:custGeom xmlns:a="http://schemas.openxmlformats.org/drawingml/2006/main">
            <a:pathLst>
              <a:path w="113946" h="113951">
                <a:moveTo>
                  <a:pt x="0" y="0"/>
                </a:moveTo>
                <a:lnTo>
                  <a:pt x="0" y="113951"/>
                </a:lnTo>
                <a:lnTo>
                  <a:pt x="113946" y="11395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2" name="path-40">
            <a:extLst xmlns:a="http://schemas.openxmlformats.org/drawingml/2006/main">
              <a:ext uri="{FF2B5EF4-FFF2-40B4-BE49-F238E27FC236}">
                <a16:creationId xmlns:a16="http://schemas.microsoft.com/office/drawing/2014/main" id="{3767DBBC-D4A5-41D0-A9C4-16DC47DE2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95" y="5194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path-41">
            <a:extLst xmlns:a="http://schemas.openxmlformats.org/drawingml/2006/main">
              <a:ext uri="{FF2B5EF4-FFF2-40B4-BE49-F238E27FC236}">
                <a16:creationId xmlns:a16="http://schemas.microsoft.com/office/drawing/2014/main" id="{537E1E35-B25A-4F7D-B9DB-70A52C9FE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53" y="51947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4" name="path-42">
            <a:extLst xmlns:a="http://schemas.openxmlformats.org/drawingml/2006/main">
              <a:ext uri="{FF2B5EF4-FFF2-40B4-BE49-F238E27FC236}">
                <a16:creationId xmlns:a16="http://schemas.microsoft.com/office/drawing/2014/main" id="{708E9D4A-633F-42DE-ADBF-401E3B93F8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77" y="5194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path-43">
            <a:extLst xmlns:a="http://schemas.openxmlformats.org/drawingml/2006/main">
              <a:ext uri="{FF2B5EF4-FFF2-40B4-BE49-F238E27FC236}">
                <a16:creationId xmlns:a16="http://schemas.microsoft.com/office/drawing/2014/main" id="{5D29D74E-6F61-4FF3-BD1C-E41B89080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57" y="519479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6" name="path-44">
            <a:extLst xmlns:a="http://schemas.openxmlformats.org/drawingml/2006/main">
              <a:ext uri="{FF2B5EF4-FFF2-40B4-BE49-F238E27FC236}">
                <a16:creationId xmlns:a16="http://schemas.microsoft.com/office/drawing/2014/main" id="{4EC806C6-F483-4EC1-A027-0BB4D7B8C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49" y="127706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" name="path-45">
            <a:extLst xmlns:a="http://schemas.openxmlformats.org/drawingml/2006/main">
              <a:ext uri="{FF2B5EF4-FFF2-40B4-BE49-F238E27FC236}">
                <a16:creationId xmlns:a16="http://schemas.microsoft.com/office/drawing/2014/main" id="{8ED12B76-C999-4E40-87C8-526D5F85A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54" y="12777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8" name="path-46">
            <a:extLst xmlns:a="http://schemas.openxmlformats.org/drawingml/2006/main">
              <a:ext uri="{FF2B5EF4-FFF2-40B4-BE49-F238E27FC236}">
                <a16:creationId xmlns:a16="http://schemas.microsoft.com/office/drawing/2014/main" id="{E067691E-9526-4DE2-9D12-457C62D72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49" y="258307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" name="path-47">
            <a:extLst xmlns:a="http://schemas.openxmlformats.org/drawingml/2006/main">
              <a:ext uri="{FF2B5EF4-FFF2-40B4-BE49-F238E27FC236}">
                <a16:creationId xmlns:a16="http://schemas.microsoft.com/office/drawing/2014/main" id="{349DE6CC-CFB5-4EDB-A508-8A30AAD5C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54" y="25827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50" name="path-48">
            <a:extLst xmlns:a="http://schemas.openxmlformats.org/drawingml/2006/main">
              <a:ext uri="{FF2B5EF4-FFF2-40B4-BE49-F238E27FC236}">
                <a16:creationId xmlns:a16="http://schemas.microsoft.com/office/drawing/2014/main" id="{4D054509-F2C2-4A01-B1FB-8F0C1C0FD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49" y="388907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" name="path-49">
            <a:extLst xmlns:a="http://schemas.openxmlformats.org/drawingml/2006/main">
              <a:ext uri="{FF2B5EF4-FFF2-40B4-BE49-F238E27FC236}">
                <a16:creationId xmlns:a16="http://schemas.microsoft.com/office/drawing/2014/main" id="{D1D7B28B-F1D6-4A17-9680-F6AB63570E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54" y="388881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52" name="path-50">
            <a:extLst xmlns:a="http://schemas.openxmlformats.org/drawingml/2006/main">
              <a:ext uri="{FF2B5EF4-FFF2-40B4-BE49-F238E27FC236}">
                <a16:creationId xmlns:a16="http://schemas.microsoft.com/office/drawing/2014/main" id="{B6070F0A-5CAE-4272-963D-9235BF186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49" y="5194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" name="path-51">
            <a:extLst xmlns:a="http://schemas.openxmlformats.org/drawingml/2006/main">
              <a:ext uri="{FF2B5EF4-FFF2-40B4-BE49-F238E27FC236}">
                <a16:creationId xmlns:a16="http://schemas.microsoft.com/office/drawing/2014/main" id="{62775BDB-CDB2-4F7F-B161-21BEC7790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54" y="51947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54" name="path-52">
            <a:extLst xmlns:a="http://schemas.openxmlformats.org/drawingml/2006/main">
              <a:ext uri="{FF2B5EF4-FFF2-40B4-BE49-F238E27FC236}">
                <a16:creationId xmlns:a16="http://schemas.microsoft.com/office/drawing/2014/main" id="{682AD46F-3240-4740-8C2E-F1A72306B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51" y="6500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3">
            <a:extLst xmlns:a="http://schemas.openxmlformats.org/drawingml/2006/main">
              <a:ext uri="{FF2B5EF4-FFF2-40B4-BE49-F238E27FC236}">
                <a16:creationId xmlns:a16="http://schemas.microsoft.com/office/drawing/2014/main" id="{7B75CB9D-2DDA-43BA-922D-2812A035D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49" y="64998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56" name="path-54">
            <a:extLst xmlns:a="http://schemas.openxmlformats.org/drawingml/2006/main">
              <a:ext uri="{FF2B5EF4-FFF2-40B4-BE49-F238E27FC236}">
                <a16:creationId xmlns:a16="http://schemas.microsoft.com/office/drawing/2014/main" id="{C9DE9C00-5CF5-4385-BF17-96031766D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23" y="6500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path-55">
            <a:extLst xmlns:a="http://schemas.openxmlformats.org/drawingml/2006/main">
              <a:ext uri="{FF2B5EF4-FFF2-40B4-BE49-F238E27FC236}">
                <a16:creationId xmlns:a16="http://schemas.microsoft.com/office/drawing/2014/main" id="{CA1B7270-D55E-49EF-80F1-B97368C51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53" y="649985"/>
            <a:ext cx="130500" cy="130604"/>
          </a:xfrm>
          <a:custGeom xmlns:a="http://schemas.openxmlformats.org/drawingml/2006/main">
            <a:pathLst>
              <a:path w="113946" h="114036">
                <a:moveTo>
                  <a:pt x="0" y="0"/>
                </a:moveTo>
                <a:lnTo>
                  <a:pt x="0" y="114036"/>
                </a:lnTo>
                <a:lnTo>
                  <a:pt x="113946" y="114036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58" name="path-56">
            <a:extLst xmlns:a="http://schemas.openxmlformats.org/drawingml/2006/main">
              <a:ext uri="{FF2B5EF4-FFF2-40B4-BE49-F238E27FC236}">
                <a16:creationId xmlns:a16="http://schemas.microsoft.com/office/drawing/2014/main" id="{A21D628E-63DD-4C31-8C3B-BDBC786A4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95" y="6500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" name="path-57">
            <a:extLst xmlns:a="http://schemas.openxmlformats.org/drawingml/2006/main">
              <a:ext uri="{FF2B5EF4-FFF2-40B4-BE49-F238E27FC236}">
                <a16:creationId xmlns:a16="http://schemas.microsoft.com/office/drawing/2014/main" id="{E42E3D93-D034-4C12-A70C-0DD3A6FD0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4853" y="64998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60" name="path-58">
            <a:extLst xmlns:a="http://schemas.openxmlformats.org/drawingml/2006/main">
              <a:ext uri="{FF2B5EF4-FFF2-40B4-BE49-F238E27FC236}">
                <a16:creationId xmlns:a16="http://schemas.microsoft.com/office/drawing/2014/main" id="{DF6BDB42-56B6-44DF-ADA3-1B2667030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77" y="6500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path-59">
            <a:extLst xmlns:a="http://schemas.openxmlformats.org/drawingml/2006/main">
              <a:ext uri="{FF2B5EF4-FFF2-40B4-BE49-F238E27FC236}">
                <a16:creationId xmlns:a16="http://schemas.microsoft.com/office/drawing/2014/main" id="{23C45186-85CC-410E-B4A6-882EC02C9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5457" y="64998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62" name="path-60">
            <a:extLst xmlns:a="http://schemas.openxmlformats.org/drawingml/2006/main">
              <a:ext uri="{FF2B5EF4-FFF2-40B4-BE49-F238E27FC236}">
                <a16:creationId xmlns:a16="http://schemas.microsoft.com/office/drawing/2014/main" id="{8F7840BD-6BAF-4ED5-A69A-D9042F74B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49" y="6500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" name="path-61">
            <a:extLst xmlns:a="http://schemas.openxmlformats.org/drawingml/2006/main">
              <a:ext uri="{FF2B5EF4-FFF2-40B4-BE49-F238E27FC236}">
                <a16:creationId xmlns:a16="http://schemas.microsoft.com/office/drawing/2014/main" id="{0CE72C6D-9A64-4B93-BE4D-CCAFE2945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6054" y="64998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64" name="path-62">
            <a:extLst xmlns:a="http://schemas.openxmlformats.org/drawingml/2006/main">
              <a:ext uri="{FF2B5EF4-FFF2-40B4-BE49-F238E27FC236}">
                <a16:creationId xmlns:a16="http://schemas.microsoft.com/office/drawing/2014/main" id="{8039CCF0-ADC8-4EA0-8D96-BB2BF8ECE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49" y="127771"/>
            <a:ext cx="652908" cy="652817"/>
          </a:xfrm>
          <a:custGeom xmlns:a="http://schemas.openxmlformats.org/drawingml/2006/main">
            <a:pathLst>
              <a:path w="570086" h="570006">
                <a:moveTo>
                  <a:pt x="0" y="0"/>
                </a:moveTo>
                <a:lnTo>
                  <a:pt x="0" y="570006"/>
                </a:lnTo>
                <a:lnTo>
                  <a:pt x="570086" y="570006"/>
                </a:lnTo>
                <a:lnTo>
                  <a:pt x="570086" y="0"/>
                </a:lnTo>
                <a:lnTo>
                  <a:pt x="570053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65" name="path-63">
            <a:extLst xmlns:a="http://schemas.openxmlformats.org/drawingml/2006/main">
              <a:ext uri="{FF2B5EF4-FFF2-40B4-BE49-F238E27FC236}">
                <a16:creationId xmlns:a16="http://schemas.microsoft.com/office/drawing/2014/main" id="{3B363B4D-16FB-4F4B-A595-8E2F096616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3749" y="127771"/>
            <a:ext cx="191" cy="191"/>
          </a:xfrm>
          <a:custGeom xmlns:a="http://schemas.openxmlformats.org/drawingml/2006/main">
            <a:pathLst>
              <a:path w="191" h="191">
                <a:moveTo>
                  <a:pt x="1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66" name="path-64">
            <a:extLst xmlns:a="http://schemas.openxmlformats.org/drawingml/2006/main">
              <a:ext uri="{FF2B5EF4-FFF2-40B4-BE49-F238E27FC236}">
                <a16:creationId xmlns:a16="http://schemas.microsoft.com/office/drawing/2014/main" id="{38C7E942-7D34-4294-BA5C-65D3A20A2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45" y="19947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" name="path-65">
            <a:extLst xmlns:a="http://schemas.openxmlformats.org/drawingml/2006/main">
              <a:ext uri="{FF2B5EF4-FFF2-40B4-BE49-F238E27FC236}">
                <a16:creationId xmlns:a16="http://schemas.microsoft.com/office/drawing/2014/main" id="{69621406-0D7C-4B4B-A3E0-C6D0BE468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35" y="199541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68" name="path-66">
            <a:extLst xmlns:a="http://schemas.openxmlformats.org/drawingml/2006/main">
              <a:ext uri="{FF2B5EF4-FFF2-40B4-BE49-F238E27FC236}">
                <a16:creationId xmlns:a16="http://schemas.microsoft.com/office/drawing/2014/main" id="{A68DE610-EA6F-4336-9A09-CE7FD9FEA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18" y="199475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" name="path-67">
            <a:extLst xmlns:a="http://schemas.openxmlformats.org/drawingml/2006/main">
              <a:ext uri="{FF2B5EF4-FFF2-40B4-BE49-F238E27FC236}">
                <a16:creationId xmlns:a16="http://schemas.microsoft.com/office/drawing/2014/main" id="{E09D2ADD-9B61-4C89-B3B8-D8FB0EA23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32" y="19954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70" name="path-68">
            <a:extLst xmlns:a="http://schemas.openxmlformats.org/drawingml/2006/main">
              <a:ext uri="{FF2B5EF4-FFF2-40B4-BE49-F238E27FC236}">
                <a16:creationId xmlns:a16="http://schemas.microsoft.com/office/drawing/2014/main" id="{1C54DC81-D508-4175-B1BB-CF093F736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789" y="19947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69">
            <a:extLst xmlns:a="http://schemas.openxmlformats.org/drawingml/2006/main">
              <a:ext uri="{FF2B5EF4-FFF2-40B4-BE49-F238E27FC236}">
                <a16:creationId xmlns:a16="http://schemas.microsoft.com/office/drawing/2014/main" id="{BA311DA2-DC75-4C70-9CEC-1E584E845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836" y="199541"/>
            <a:ext cx="130506" cy="130506"/>
          </a:xfrm>
          <a:custGeom xmlns:a="http://schemas.openxmlformats.org/drawingml/2006/main">
            <a:pathLst>
              <a:path w="113951" h="113951">
                <a:moveTo>
                  <a:pt x="0" y="0"/>
                </a:moveTo>
                <a:lnTo>
                  <a:pt x="0" y="113951"/>
                </a:lnTo>
                <a:lnTo>
                  <a:pt x="113951" y="11395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72" name="path-70">
            <a:extLst xmlns:a="http://schemas.openxmlformats.org/drawingml/2006/main">
              <a:ext uri="{FF2B5EF4-FFF2-40B4-BE49-F238E27FC236}">
                <a16:creationId xmlns:a16="http://schemas.microsoft.com/office/drawing/2014/main" id="{8832AFE0-8C7E-40FB-8673-D9F7C486B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45" y="3300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" name="path-71">
            <a:extLst xmlns:a="http://schemas.openxmlformats.org/drawingml/2006/main">
              <a:ext uri="{FF2B5EF4-FFF2-40B4-BE49-F238E27FC236}">
                <a16:creationId xmlns:a16="http://schemas.microsoft.com/office/drawing/2014/main" id="{61E6A125-699F-4E2B-A83F-2DFBC9438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35" y="330048"/>
            <a:ext cx="130597" cy="130597"/>
          </a:xfrm>
          <a:custGeom xmlns:a="http://schemas.openxmlformats.org/drawingml/2006/main">
            <a:pathLst>
              <a:path w="114031" h="114031">
                <a:moveTo>
                  <a:pt x="0" y="0"/>
                </a:moveTo>
                <a:lnTo>
                  <a:pt x="0" y="114031"/>
                </a:lnTo>
                <a:lnTo>
                  <a:pt x="114031" y="11403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74" name="path-72">
            <a:extLst xmlns:a="http://schemas.openxmlformats.org/drawingml/2006/main">
              <a:ext uri="{FF2B5EF4-FFF2-40B4-BE49-F238E27FC236}">
                <a16:creationId xmlns:a16="http://schemas.microsoft.com/office/drawing/2014/main" id="{7FE2624D-2181-40EB-B6E3-CD30D5D0A0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18" y="330075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" name="path-73">
            <a:extLst xmlns:a="http://schemas.openxmlformats.org/drawingml/2006/main">
              <a:ext uri="{FF2B5EF4-FFF2-40B4-BE49-F238E27FC236}">
                <a16:creationId xmlns:a16="http://schemas.microsoft.com/office/drawing/2014/main" id="{5A05BE69-CBFE-4AAE-BD64-03D40E04B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32" y="330048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76" name="path-74">
            <a:extLst xmlns:a="http://schemas.openxmlformats.org/drawingml/2006/main">
              <a:ext uri="{FF2B5EF4-FFF2-40B4-BE49-F238E27FC236}">
                <a16:creationId xmlns:a16="http://schemas.microsoft.com/office/drawing/2014/main" id="{F264E4FA-6CD9-4ED2-B4BD-9AD33C414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789" y="3300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" name="path-75">
            <a:extLst xmlns:a="http://schemas.openxmlformats.org/drawingml/2006/main">
              <a:ext uri="{FF2B5EF4-FFF2-40B4-BE49-F238E27FC236}">
                <a16:creationId xmlns:a16="http://schemas.microsoft.com/office/drawing/2014/main" id="{1C137E0B-AF26-4370-922C-0A43F0610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836" y="330048"/>
            <a:ext cx="130506" cy="130597"/>
          </a:xfrm>
          <a:custGeom xmlns:a="http://schemas.openxmlformats.org/drawingml/2006/main">
            <a:pathLst>
              <a:path w="113951" h="114031">
                <a:moveTo>
                  <a:pt x="0" y="0"/>
                </a:moveTo>
                <a:lnTo>
                  <a:pt x="0" y="114031"/>
                </a:lnTo>
                <a:lnTo>
                  <a:pt x="113951" y="11403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78" name="path-76">
            <a:extLst xmlns:a="http://schemas.openxmlformats.org/drawingml/2006/main">
              <a:ext uri="{FF2B5EF4-FFF2-40B4-BE49-F238E27FC236}">
                <a16:creationId xmlns:a16="http://schemas.microsoft.com/office/drawing/2014/main" id="{B587478D-AB91-464E-8313-B181E1499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45" y="4606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" name="path-77">
            <a:extLst xmlns:a="http://schemas.openxmlformats.org/drawingml/2006/main">
              <a:ext uri="{FF2B5EF4-FFF2-40B4-BE49-F238E27FC236}">
                <a16:creationId xmlns:a16="http://schemas.microsoft.com/office/drawing/2014/main" id="{1A35211D-BE4B-495C-9290-A831D0E4F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35" y="46064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80" name="path-78">
            <a:extLst xmlns:a="http://schemas.openxmlformats.org/drawingml/2006/main">
              <a:ext uri="{FF2B5EF4-FFF2-40B4-BE49-F238E27FC236}">
                <a16:creationId xmlns:a16="http://schemas.microsoft.com/office/drawing/2014/main" id="{01169E63-2B7F-4A54-8689-080935CC9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18" y="460675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79">
            <a:extLst xmlns:a="http://schemas.openxmlformats.org/drawingml/2006/main">
              <a:ext uri="{FF2B5EF4-FFF2-40B4-BE49-F238E27FC236}">
                <a16:creationId xmlns:a16="http://schemas.microsoft.com/office/drawing/2014/main" id="{DE75734F-9008-4857-832C-BA1375F4C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32" y="46064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82" name="path-80">
            <a:extLst xmlns:a="http://schemas.openxmlformats.org/drawingml/2006/main">
              <a:ext uri="{FF2B5EF4-FFF2-40B4-BE49-F238E27FC236}">
                <a16:creationId xmlns:a16="http://schemas.microsoft.com/office/drawing/2014/main" id="{94E7BCF1-8F4A-4086-BCEA-38ACE5CB0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789" y="4606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" name="path-81">
            <a:extLst xmlns:a="http://schemas.openxmlformats.org/drawingml/2006/main">
              <a:ext uri="{FF2B5EF4-FFF2-40B4-BE49-F238E27FC236}">
                <a16:creationId xmlns:a16="http://schemas.microsoft.com/office/drawing/2014/main" id="{F2AC9C18-C4EF-42E6-92E8-7BAA52ADE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836" y="46064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84" name="path-82">
            <a:extLst xmlns:a="http://schemas.openxmlformats.org/drawingml/2006/main">
              <a:ext uri="{FF2B5EF4-FFF2-40B4-BE49-F238E27FC236}">
                <a16:creationId xmlns:a16="http://schemas.microsoft.com/office/drawing/2014/main" id="{C5F13019-C885-4160-993C-BD5C452FD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62" y="19947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83">
            <a:extLst xmlns:a="http://schemas.openxmlformats.org/drawingml/2006/main">
              <a:ext uri="{FF2B5EF4-FFF2-40B4-BE49-F238E27FC236}">
                <a16:creationId xmlns:a16="http://schemas.microsoft.com/office/drawing/2014/main" id="{9E957FA7-01F0-415A-8EF4-082F507FE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42" y="199541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86" name="path-84">
            <a:extLst xmlns:a="http://schemas.openxmlformats.org/drawingml/2006/main">
              <a:ext uri="{FF2B5EF4-FFF2-40B4-BE49-F238E27FC236}">
                <a16:creationId xmlns:a16="http://schemas.microsoft.com/office/drawing/2014/main" id="{8C77302E-CFE5-4D3F-90C6-6944E7C21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62" y="3300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" name="path-85">
            <a:extLst xmlns:a="http://schemas.openxmlformats.org/drawingml/2006/main">
              <a:ext uri="{FF2B5EF4-FFF2-40B4-BE49-F238E27FC236}">
                <a16:creationId xmlns:a16="http://schemas.microsoft.com/office/drawing/2014/main" id="{AEE764B7-F765-4387-AFBE-D3797CCA5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42" y="330048"/>
            <a:ext cx="130597" cy="130597"/>
          </a:xfrm>
          <a:custGeom xmlns:a="http://schemas.openxmlformats.org/drawingml/2006/main">
            <a:pathLst>
              <a:path w="114031" h="114031">
                <a:moveTo>
                  <a:pt x="0" y="0"/>
                </a:moveTo>
                <a:lnTo>
                  <a:pt x="0" y="114031"/>
                </a:lnTo>
                <a:lnTo>
                  <a:pt x="114031" y="11403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88" name="path-86">
            <a:extLst xmlns:a="http://schemas.openxmlformats.org/drawingml/2006/main">
              <a:ext uri="{FF2B5EF4-FFF2-40B4-BE49-F238E27FC236}">
                <a16:creationId xmlns:a16="http://schemas.microsoft.com/office/drawing/2014/main" id="{8C91FB37-9BB7-42F4-99E1-44166BA51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62" y="4606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" name="path-87">
            <a:extLst xmlns:a="http://schemas.openxmlformats.org/drawingml/2006/main">
              <a:ext uri="{FF2B5EF4-FFF2-40B4-BE49-F238E27FC236}">
                <a16:creationId xmlns:a16="http://schemas.microsoft.com/office/drawing/2014/main" id="{F0E872D3-CF8C-4E80-B39D-9588241709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42" y="46064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90" name="path-88">
            <a:extLst xmlns:a="http://schemas.openxmlformats.org/drawingml/2006/main">
              <a:ext uri="{FF2B5EF4-FFF2-40B4-BE49-F238E27FC236}">
                <a16:creationId xmlns:a16="http://schemas.microsoft.com/office/drawing/2014/main" id="{25982FEC-4281-433B-A1A0-63E08F682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45" y="591180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" name="path-89">
            <a:extLst xmlns:a="http://schemas.openxmlformats.org/drawingml/2006/main">
              <a:ext uri="{FF2B5EF4-FFF2-40B4-BE49-F238E27FC236}">
                <a16:creationId xmlns:a16="http://schemas.microsoft.com/office/drawing/2014/main" id="{4E120B93-BCE2-4E15-8252-6E2F82D1A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35" y="591249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92" name="path-90">
            <a:extLst xmlns:a="http://schemas.openxmlformats.org/drawingml/2006/main">
              <a:ext uri="{FF2B5EF4-FFF2-40B4-BE49-F238E27FC236}">
                <a16:creationId xmlns:a16="http://schemas.microsoft.com/office/drawing/2014/main" id="{DB4C293C-F5B6-4BE6-9CFA-D1DB12DF8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18" y="591180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" name="path-91">
            <a:extLst xmlns:a="http://schemas.openxmlformats.org/drawingml/2006/main">
              <a:ext uri="{FF2B5EF4-FFF2-40B4-BE49-F238E27FC236}">
                <a16:creationId xmlns:a16="http://schemas.microsoft.com/office/drawing/2014/main" id="{928746A6-E296-4081-914F-DB3337664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32" y="59124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94" name="path-92">
            <a:extLst xmlns:a="http://schemas.openxmlformats.org/drawingml/2006/main">
              <a:ext uri="{FF2B5EF4-FFF2-40B4-BE49-F238E27FC236}">
                <a16:creationId xmlns:a16="http://schemas.microsoft.com/office/drawing/2014/main" id="{8090CAED-A510-423B-AD50-D7CD90094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789" y="591180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93">
            <a:extLst xmlns:a="http://schemas.openxmlformats.org/drawingml/2006/main">
              <a:ext uri="{FF2B5EF4-FFF2-40B4-BE49-F238E27FC236}">
                <a16:creationId xmlns:a16="http://schemas.microsoft.com/office/drawing/2014/main" id="{E7A2AE32-D715-45DD-8C1E-520DBB9EF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836" y="591249"/>
            <a:ext cx="130506" cy="130506"/>
          </a:xfrm>
          <a:custGeom xmlns:a="http://schemas.openxmlformats.org/drawingml/2006/main">
            <a:pathLst>
              <a:path w="113951" h="113951">
                <a:moveTo>
                  <a:pt x="0" y="0"/>
                </a:moveTo>
                <a:lnTo>
                  <a:pt x="0" y="113951"/>
                </a:lnTo>
                <a:lnTo>
                  <a:pt x="113951" y="11395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96" name="path-94">
            <a:extLst xmlns:a="http://schemas.openxmlformats.org/drawingml/2006/main">
              <a:ext uri="{FF2B5EF4-FFF2-40B4-BE49-F238E27FC236}">
                <a16:creationId xmlns:a16="http://schemas.microsoft.com/office/drawing/2014/main" id="{C8235218-E615-4D11-979D-8D6B0E420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62" y="591180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" name="path-95">
            <a:extLst xmlns:a="http://schemas.openxmlformats.org/drawingml/2006/main">
              <a:ext uri="{FF2B5EF4-FFF2-40B4-BE49-F238E27FC236}">
                <a16:creationId xmlns:a16="http://schemas.microsoft.com/office/drawing/2014/main" id="{8FF0C6BF-A732-4F3E-98A4-F015147ED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42" y="591249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98" name="path-96">
            <a:extLst xmlns:a="http://schemas.openxmlformats.org/drawingml/2006/main">
              <a:ext uri="{FF2B5EF4-FFF2-40B4-BE49-F238E27FC236}">
                <a16:creationId xmlns:a16="http://schemas.microsoft.com/office/drawing/2014/main" id="{5F20E2B0-9CAE-4F11-AD98-3644F7BC70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43" y="19947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" name="path-97">
            <a:extLst xmlns:a="http://schemas.openxmlformats.org/drawingml/2006/main">
              <a:ext uri="{FF2B5EF4-FFF2-40B4-BE49-F238E27FC236}">
                <a16:creationId xmlns:a16="http://schemas.microsoft.com/office/drawing/2014/main" id="{B96C8B3C-240D-4FD6-A7AD-0A32F306D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39" y="19954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00" name="path-98">
            <a:extLst xmlns:a="http://schemas.openxmlformats.org/drawingml/2006/main">
              <a:ext uri="{FF2B5EF4-FFF2-40B4-BE49-F238E27FC236}">
                <a16:creationId xmlns:a16="http://schemas.microsoft.com/office/drawing/2014/main" id="{010D232B-E5E0-48EC-9BA3-AF95DC3B6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43" y="3300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" name="path-99">
            <a:extLst xmlns:a="http://schemas.openxmlformats.org/drawingml/2006/main">
              <a:ext uri="{FF2B5EF4-FFF2-40B4-BE49-F238E27FC236}">
                <a16:creationId xmlns:a16="http://schemas.microsoft.com/office/drawing/2014/main" id="{529863BD-FEEE-498F-8474-4FC307B34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39" y="330048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02" name="path-100">
            <a:extLst xmlns:a="http://schemas.openxmlformats.org/drawingml/2006/main">
              <a:ext uri="{FF2B5EF4-FFF2-40B4-BE49-F238E27FC236}">
                <a16:creationId xmlns:a16="http://schemas.microsoft.com/office/drawing/2014/main" id="{719D53CE-8BD3-4D9C-B70C-5A6A098B4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43" y="4606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" name="path-101">
            <a:extLst xmlns:a="http://schemas.openxmlformats.org/drawingml/2006/main">
              <a:ext uri="{FF2B5EF4-FFF2-40B4-BE49-F238E27FC236}">
                <a16:creationId xmlns:a16="http://schemas.microsoft.com/office/drawing/2014/main" id="{DF024F2B-9101-4E91-BFF5-6A48B90A4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39" y="46064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04" name="path-102">
            <a:extLst xmlns:a="http://schemas.openxmlformats.org/drawingml/2006/main">
              <a:ext uri="{FF2B5EF4-FFF2-40B4-BE49-F238E27FC236}">
                <a16:creationId xmlns:a16="http://schemas.microsoft.com/office/drawing/2014/main" id="{F1AFE8CB-4894-491A-8398-AE7D7C4CF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43" y="591180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" name="path-103">
            <a:extLst xmlns:a="http://schemas.openxmlformats.org/drawingml/2006/main">
              <a:ext uri="{FF2B5EF4-FFF2-40B4-BE49-F238E27FC236}">
                <a16:creationId xmlns:a16="http://schemas.microsoft.com/office/drawing/2014/main" id="{23159565-1F08-40A6-9E85-D7C0B562B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39" y="59124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06" name="path-104">
            <a:extLst xmlns:a="http://schemas.openxmlformats.org/drawingml/2006/main">
              <a:ext uri="{FF2B5EF4-FFF2-40B4-BE49-F238E27FC236}">
                <a16:creationId xmlns:a16="http://schemas.microsoft.com/office/drawing/2014/main" id="{9E4E122A-AA9F-477C-ABE4-821CC7332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45" y="721783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" name="path-105">
            <a:extLst xmlns:a="http://schemas.openxmlformats.org/drawingml/2006/main">
              <a:ext uri="{FF2B5EF4-FFF2-40B4-BE49-F238E27FC236}">
                <a16:creationId xmlns:a16="http://schemas.microsoft.com/office/drawing/2014/main" id="{1ABF308E-EF7C-4E4F-A0E5-F3A19A6E7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35" y="72175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08" name="path-106">
            <a:extLst xmlns:a="http://schemas.openxmlformats.org/drawingml/2006/main">
              <a:ext uri="{FF2B5EF4-FFF2-40B4-BE49-F238E27FC236}">
                <a16:creationId xmlns:a16="http://schemas.microsoft.com/office/drawing/2014/main" id="{720BDF79-1B42-4B0D-B5D9-A52D9448C5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18" y="721783"/>
            <a:ext cx="130574" cy="130572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" name="path-107">
            <a:extLst xmlns:a="http://schemas.openxmlformats.org/drawingml/2006/main">
              <a:ext uri="{FF2B5EF4-FFF2-40B4-BE49-F238E27FC236}">
                <a16:creationId xmlns:a16="http://schemas.microsoft.com/office/drawing/2014/main" id="{52E1C4B5-26B1-4515-AB56-FDA9160B29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9232" y="72175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10" name="path-108">
            <a:extLst xmlns:a="http://schemas.openxmlformats.org/drawingml/2006/main">
              <a:ext uri="{FF2B5EF4-FFF2-40B4-BE49-F238E27FC236}">
                <a16:creationId xmlns:a16="http://schemas.microsoft.com/office/drawing/2014/main" id="{110C7366-5CDC-452A-ABC8-614D249BA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789" y="721783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109">
            <a:extLst xmlns:a="http://schemas.openxmlformats.org/drawingml/2006/main">
              <a:ext uri="{FF2B5EF4-FFF2-40B4-BE49-F238E27FC236}">
                <a16:creationId xmlns:a16="http://schemas.microsoft.com/office/drawing/2014/main" id="{0C4F467C-84F8-45E4-B6F4-1AB6F256E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836" y="72175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12" name="path-110">
            <a:extLst xmlns:a="http://schemas.openxmlformats.org/drawingml/2006/main">
              <a:ext uri="{FF2B5EF4-FFF2-40B4-BE49-F238E27FC236}">
                <a16:creationId xmlns:a16="http://schemas.microsoft.com/office/drawing/2014/main" id="{90A18CD3-95D4-49F4-B2D5-53E7DF793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62" y="721783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" name="path-111">
            <a:extLst xmlns:a="http://schemas.openxmlformats.org/drawingml/2006/main">
              <a:ext uri="{FF2B5EF4-FFF2-40B4-BE49-F238E27FC236}">
                <a16:creationId xmlns:a16="http://schemas.microsoft.com/office/drawing/2014/main" id="{5F4632D0-2527-4EFB-939E-978128379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342" y="72175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14" name="path-112">
            <a:extLst xmlns:a="http://schemas.openxmlformats.org/drawingml/2006/main">
              <a:ext uri="{FF2B5EF4-FFF2-40B4-BE49-F238E27FC236}">
                <a16:creationId xmlns:a16="http://schemas.microsoft.com/office/drawing/2014/main" id="{30BD949E-AAA0-4B95-9FBA-9207512ED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43" y="721783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" name="path-113">
            <a:extLst xmlns:a="http://schemas.openxmlformats.org/drawingml/2006/main">
              <a:ext uri="{FF2B5EF4-FFF2-40B4-BE49-F238E27FC236}">
                <a16:creationId xmlns:a16="http://schemas.microsoft.com/office/drawing/2014/main" id="{213039CB-B7AD-440B-85DA-2A567BDEA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0939" y="72175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16" name="path-114">
            <a:extLst xmlns:a="http://schemas.openxmlformats.org/drawingml/2006/main">
              <a:ext uri="{FF2B5EF4-FFF2-40B4-BE49-F238E27FC236}">
                <a16:creationId xmlns:a16="http://schemas.microsoft.com/office/drawing/2014/main" id="{5DAB842F-6827-45BF-9398-5C284DE9B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35" y="199541"/>
            <a:ext cx="652908" cy="652817"/>
          </a:xfrm>
          <a:custGeom xmlns:a="http://schemas.openxmlformats.org/drawingml/2006/main">
            <a:pathLst>
              <a:path w="570086" h="570006">
                <a:moveTo>
                  <a:pt x="0" y="0"/>
                </a:moveTo>
                <a:lnTo>
                  <a:pt x="0" y="570006"/>
                </a:lnTo>
                <a:lnTo>
                  <a:pt x="570086" y="570006"/>
                </a:lnTo>
                <a:lnTo>
                  <a:pt x="570086" y="0"/>
                </a:lnTo>
                <a:lnTo>
                  <a:pt x="57006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117" name="path-115">
            <a:extLst xmlns:a="http://schemas.openxmlformats.org/drawingml/2006/main">
              <a:ext uri="{FF2B5EF4-FFF2-40B4-BE49-F238E27FC236}">
                <a16:creationId xmlns:a16="http://schemas.microsoft.com/office/drawing/2014/main" id="{D0C31374-C00B-4481-9165-2E849BF6AB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8635" y="199541"/>
            <a:ext cx="191" cy="191"/>
          </a:xfrm>
          <a:custGeom xmlns:a="http://schemas.openxmlformats.org/drawingml/2006/main">
            <a:pathLst>
              <a:path w="191" h="191">
                <a:moveTo>
                  <a:pt x="9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118" name="path-116">
            <a:extLst xmlns:a="http://schemas.openxmlformats.org/drawingml/2006/main">
              <a:ext uri="{FF2B5EF4-FFF2-40B4-BE49-F238E27FC236}">
                <a16:creationId xmlns:a16="http://schemas.microsoft.com/office/drawing/2014/main" id="{4946B269-AF7C-43B5-AEDB-6755BA049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40" y="2712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" name="path-117">
            <a:extLst xmlns:a="http://schemas.openxmlformats.org/drawingml/2006/main">
              <a:ext uri="{FF2B5EF4-FFF2-40B4-BE49-F238E27FC236}">
                <a16:creationId xmlns:a16="http://schemas.microsoft.com/office/drawing/2014/main" id="{5095D6DE-C1C7-4ED4-9B41-79BBD2AB08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20" y="271311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20" name="path-118">
            <a:extLst xmlns:a="http://schemas.openxmlformats.org/drawingml/2006/main">
              <a:ext uri="{FF2B5EF4-FFF2-40B4-BE49-F238E27FC236}">
                <a16:creationId xmlns:a16="http://schemas.microsoft.com/office/drawing/2014/main" id="{4B315D1B-6C9C-470C-966D-F972A283D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2" y="2712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119">
            <a:extLst xmlns:a="http://schemas.openxmlformats.org/drawingml/2006/main">
              <a:ext uri="{FF2B5EF4-FFF2-40B4-BE49-F238E27FC236}">
                <a16:creationId xmlns:a16="http://schemas.microsoft.com/office/drawing/2014/main" id="{F0AC3AEC-CCAA-4E18-836C-2D2C19F33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7" y="271311"/>
            <a:ext cx="130604" cy="130500"/>
          </a:xfrm>
          <a:custGeom xmlns:a="http://schemas.openxmlformats.org/drawingml/2006/main">
            <a:pathLst>
              <a:path w="114036" h="113946">
                <a:moveTo>
                  <a:pt x="0" y="0"/>
                </a:moveTo>
                <a:lnTo>
                  <a:pt x="0" y="113946"/>
                </a:lnTo>
                <a:lnTo>
                  <a:pt x="114036" y="11394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22" name="path-120">
            <a:extLst xmlns:a="http://schemas.openxmlformats.org/drawingml/2006/main">
              <a:ext uri="{FF2B5EF4-FFF2-40B4-BE49-F238E27FC236}">
                <a16:creationId xmlns:a16="http://schemas.microsoft.com/office/drawing/2014/main" id="{BAEAB336-B07B-4C94-8DAE-CF9E15A82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684" y="2712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" name="path-121">
            <a:extLst xmlns:a="http://schemas.openxmlformats.org/drawingml/2006/main">
              <a:ext uri="{FF2B5EF4-FFF2-40B4-BE49-F238E27FC236}">
                <a16:creationId xmlns:a16="http://schemas.microsoft.com/office/drawing/2014/main" id="{C929C694-EA7A-4E5C-94AD-D6BFC3ADA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721" y="271311"/>
            <a:ext cx="130506" cy="130500"/>
          </a:xfrm>
          <a:custGeom xmlns:a="http://schemas.openxmlformats.org/drawingml/2006/main">
            <a:pathLst>
              <a:path w="113951" h="113946">
                <a:moveTo>
                  <a:pt x="0" y="0"/>
                </a:moveTo>
                <a:lnTo>
                  <a:pt x="0" y="113946"/>
                </a:lnTo>
                <a:lnTo>
                  <a:pt x="113951" y="11394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24" name="path-122">
            <a:extLst xmlns:a="http://schemas.openxmlformats.org/drawingml/2006/main">
              <a:ext uri="{FF2B5EF4-FFF2-40B4-BE49-F238E27FC236}">
                <a16:creationId xmlns:a16="http://schemas.microsoft.com/office/drawing/2014/main" id="{D2A3B2D9-980D-4F14-ADE7-475C88DFC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40" y="4018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" name="path-123">
            <a:extLst xmlns:a="http://schemas.openxmlformats.org/drawingml/2006/main">
              <a:ext uri="{FF2B5EF4-FFF2-40B4-BE49-F238E27FC236}">
                <a16:creationId xmlns:a16="http://schemas.microsoft.com/office/drawing/2014/main" id="{351C5769-20E4-4BD9-95BE-B77D658C4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20" y="401811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26" name="path-124">
            <a:extLst xmlns:a="http://schemas.openxmlformats.org/drawingml/2006/main">
              <a:ext uri="{FF2B5EF4-FFF2-40B4-BE49-F238E27FC236}">
                <a16:creationId xmlns:a16="http://schemas.microsoft.com/office/drawing/2014/main" id="{01406187-A269-4AAE-A275-D7429E68B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2" y="4018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" name="path-125">
            <a:extLst xmlns:a="http://schemas.openxmlformats.org/drawingml/2006/main">
              <a:ext uri="{FF2B5EF4-FFF2-40B4-BE49-F238E27FC236}">
                <a16:creationId xmlns:a16="http://schemas.microsoft.com/office/drawing/2014/main" id="{DB2599E1-12AE-4197-A38A-9F797E3D1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7" y="401811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28" name="path-126">
            <a:extLst xmlns:a="http://schemas.openxmlformats.org/drawingml/2006/main">
              <a:ext uri="{FF2B5EF4-FFF2-40B4-BE49-F238E27FC236}">
                <a16:creationId xmlns:a16="http://schemas.microsoft.com/office/drawing/2014/main" id="{BBF7CCD4-50D7-4A57-9819-D941851234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684" y="4018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" name="path-127">
            <a:extLst xmlns:a="http://schemas.openxmlformats.org/drawingml/2006/main">
              <a:ext uri="{FF2B5EF4-FFF2-40B4-BE49-F238E27FC236}">
                <a16:creationId xmlns:a16="http://schemas.microsoft.com/office/drawing/2014/main" id="{05C091C6-B429-4091-86A7-2250E5CF5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721" y="401811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30" name="path-128">
            <a:extLst xmlns:a="http://schemas.openxmlformats.org/drawingml/2006/main">
              <a:ext uri="{FF2B5EF4-FFF2-40B4-BE49-F238E27FC236}">
                <a16:creationId xmlns:a16="http://schemas.microsoft.com/office/drawing/2014/main" id="{6D21D9EF-2178-442C-A505-36DBE867F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40" y="53244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" name="path-129">
            <a:extLst xmlns:a="http://schemas.openxmlformats.org/drawingml/2006/main">
              <a:ext uri="{FF2B5EF4-FFF2-40B4-BE49-F238E27FC236}">
                <a16:creationId xmlns:a16="http://schemas.microsoft.com/office/drawing/2014/main" id="{42E3CD42-409B-479D-846B-3962109B5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20" y="53241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32" name="path-130">
            <a:extLst xmlns:a="http://schemas.openxmlformats.org/drawingml/2006/main">
              <a:ext uri="{FF2B5EF4-FFF2-40B4-BE49-F238E27FC236}">
                <a16:creationId xmlns:a16="http://schemas.microsoft.com/office/drawing/2014/main" id="{63C2839F-7E77-4432-8F1F-2624BA6CD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2" y="53244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" name="path-131">
            <a:extLst xmlns:a="http://schemas.openxmlformats.org/drawingml/2006/main">
              <a:ext uri="{FF2B5EF4-FFF2-40B4-BE49-F238E27FC236}">
                <a16:creationId xmlns:a16="http://schemas.microsoft.com/office/drawing/2014/main" id="{9890AE87-CAA1-4733-87CE-C53EC70B9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7" y="53241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34" name="path-132">
            <a:extLst xmlns:a="http://schemas.openxmlformats.org/drawingml/2006/main">
              <a:ext uri="{FF2B5EF4-FFF2-40B4-BE49-F238E27FC236}">
                <a16:creationId xmlns:a16="http://schemas.microsoft.com/office/drawing/2014/main" id="{56C9F3A4-B6A3-431E-9636-EC37C335B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684" y="53244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" name="path-133">
            <a:extLst xmlns:a="http://schemas.openxmlformats.org/drawingml/2006/main">
              <a:ext uri="{FF2B5EF4-FFF2-40B4-BE49-F238E27FC236}">
                <a16:creationId xmlns:a16="http://schemas.microsoft.com/office/drawing/2014/main" id="{25411C86-0BA0-4CE1-A1E0-B25E3C7E2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721" y="53241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36" name="path-134">
            <a:extLst xmlns:a="http://schemas.openxmlformats.org/drawingml/2006/main">
              <a:ext uri="{FF2B5EF4-FFF2-40B4-BE49-F238E27FC236}">
                <a16:creationId xmlns:a16="http://schemas.microsoft.com/office/drawing/2014/main" id="{F2C5D326-C52D-49E5-B957-F510DF8AE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56" y="2712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" name="path-135">
            <a:extLst xmlns:a="http://schemas.openxmlformats.org/drawingml/2006/main">
              <a:ext uri="{FF2B5EF4-FFF2-40B4-BE49-F238E27FC236}">
                <a16:creationId xmlns:a16="http://schemas.microsoft.com/office/drawing/2014/main" id="{50370116-6B8E-4AE8-9171-EB036241FB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27" y="271311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38" name="path-136">
            <a:extLst xmlns:a="http://schemas.openxmlformats.org/drawingml/2006/main">
              <a:ext uri="{FF2B5EF4-FFF2-40B4-BE49-F238E27FC236}">
                <a16:creationId xmlns:a16="http://schemas.microsoft.com/office/drawing/2014/main" id="{F8FAFDE4-A401-4D0F-9DB4-4D877B9CC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56" y="4018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" name="path-137">
            <a:extLst xmlns:a="http://schemas.openxmlformats.org/drawingml/2006/main">
              <a:ext uri="{FF2B5EF4-FFF2-40B4-BE49-F238E27FC236}">
                <a16:creationId xmlns:a16="http://schemas.microsoft.com/office/drawing/2014/main" id="{09ACD557-33D6-447B-8890-931E91947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27" y="401811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40" name="path-138">
            <a:extLst xmlns:a="http://schemas.openxmlformats.org/drawingml/2006/main">
              <a:ext uri="{FF2B5EF4-FFF2-40B4-BE49-F238E27FC236}">
                <a16:creationId xmlns:a16="http://schemas.microsoft.com/office/drawing/2014/main" id="{7E4B48C7-D469-45C4-B9E3-707FB695F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56" y="53244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" name="path-139">
            <a:extLst xmlns:a="http://schemas.openxmlformats.org/drawingml/2006/main">
              <a:ext uri="{FF2B5EF4-FFF2-40B4-BE49-F238E27FC236}">
                <a16:creationId xmlns:a16="http://schemas.microsoft.com/office/drawing/2014/main" id="{56D4C175-F9D5-491D-8B13-CD769FFDE4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27" y="53241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42" name="path-140">
            <a:extLst xmlns:a="http://schemas.openxmlformats.org/drawingml/2006/main">
              <a:ext uri="{FF2B5EF4-FFF2-40B4-BE49-F238E27FC236}">
                <a16:creationId xmlns:a16="http://schemas.microsoft.com/office/drawing/2014/main" id="{90BA03EB-EA82-4FDA-98AD-BB2BCCBA0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40" y="662951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" name="path-141">
            <a:extLst xmlns:a="http://schemas.openxmlformats.org/drawingml/2006/main">
              <a:ext uri="{FF2B5EF4-FFF2-40B4-BE49-F238E27FC236}">
                <a16:creationId xmlns:a16="http://schemas.microsoft.com/office/drawing/2014/main" id="{2614D0C4-661E-4C9D-9BE9-2A2B113E1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20" y="663019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44" name="path-142">
            <a:extLst xmlns:a="http://schemas.openxmlformats.org/drawingml/2006/main">
              <a:ext uri="{FF2B5EF4-FFF2-40B4-BE49-F238E27FC236}">
                <a16:creationId xmlns:a16="http://schemas.microsoft.com/office/drawing/2014/main" id="{7CF94F27-9212-47C0-A1A4-CDF9CD130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2" y="662951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" name="path-143">
            <a:extLst xmlns:a="http://schemas.openxmlformats.org/drawingml/2006/main">
              <a:ext uri="{FF2B5EF4-FFF2-40B4-BE49-F238E27FC236}">
                <a16:creationId xmlns:a16="http://schemas.microsoft.com/office/drawing/2014/main" id="{6AE0E1E0-2FBF-473B-94B3-F9BBCDD6F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7" y="663019"/>
            <a:ext cx="130604" cy="130500"/>
          </a:xfrm>
          <a:custGeom xmlns:a="http://schemas.openxmlformats.org/drawingml/2006/main">
            <a:pathLst>
              <a:path w="114036" h="113946">
                <a:moveTo>
                  <a:pt x="0" y="0"/>
                </a:moveTo>
                <a:lnTo>
                  <a:pt x="0" y="113946"/>
                </a:lnTo>
                <a:lnTo>
                  <a:pt x="114036" y="11394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46" name="path-144">
            <a:extLst xmlns:a="http://schemas.openxmlformats.org/drawingml/2006/main">
              <a:ext uri="{FF2B5EF4-FFF2-40B4-BE49-F238E27FC236}">
                <a16:creationId xmlns:a16="http://schemas.microsoft.com/office/drawing/2014/main" id="{73BDE234-BB78-4ECF-B80B-5B0D3E9DD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684" y="662951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" name="path-145">
            <a:extLst xmlns:a="http://schemas.openxmlformats.org/drawingml/2006/main">
              <a:ext uri="{FF2B5EF4-FFF2-40B4-BE49-F238E27FC236}">
                <a16:creationId xmlns:a16="http://schemas.microsoft.com/office/drawing/2014/main" id="{5B9AA36A-F156-4428-B0BC-54F7009FA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721" y="663019"/>
            <a:ext cx="130506" cy="130500"/>
          </a:xfrm>
          <a:custGeom xmlns:a="http://schemas.openxmlformats.org/drawingml/2006/main">
            <a:pathLst>
              <a:path w="113951" h="113946">
                <a:moveTo>
                  <a:pt x="0" y="0"/>
                </a:moveTo>
                <a:lnTo>
                  <a:pt x="0" y="113946"/>
                </a:lnTo>
                <a:lnTo>
                  <a:pt x="113951" y="11394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48" name="path-146">
            <a:extLst xmlns:a="http://schemas.openxmlformats.org/drawingml/2006/main">
              <a:ext uri="{FF2B5EF4-FFF2-40B4-BE49-F238E27FC236}">
                <a16:creationId xmlns:a16="http://schemas.microsoft.com/office/drawing/2014/main" id="{3E822B3B-562E-46A4-AE83-BCEC21853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56" y="662951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" name="path-147">
            <a:extLst xmlns:a="http://schemas.openxmlformats.org/drawingml/2006/main">
              <a:ext uri="{FF2B5EF4-FFF2-40B4-BE49-F238E27FC236}">
                <a16:creationId xmlns:a16="http://schemas.microsoft.com/office/drawing/2014/main" id="{D6FC4238-2FAC-4185-8F99-FE14322EA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27" y="663019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50" name="path-148">
            <a:extLst xmlns:a="http://schemas.openxmlformats.org/drawingml/2006/main">
              <a:ext uri="{FF2B5EF4-FFF2-40B4-BE49-F238E27FC236}">
                <a16:creationId xmlns:a16="http://schemas.microsoft.com/office/drawing/2014/main" id="{5B291435-C7C8-4D6A-B567-7CC65BBF0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38" y="2712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" name="path-149">
            <a:extLst xmlns:a="http://schemas.openxmlformats.org/drawingml/2006/main">
              <a:ext uri="{FF2B5EF4-FFF2-40B4-BE49-F238E27FC236}">
                <a16:creationId xmlns:a16="http://schemas.microsoft.com/office/drawing/2014/main" id="{6F88EBC6-C7CD-4CAC-B806-EA16DB8CA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25" y="271311"/>
            <a:ext cx="130604" cy="130500"/>
          </a:xfrm>
          <a:custGeom xmlns:a="http://schemas.openxmlformats.org/drawingml/2006/main">
            <a:pathLst>
              <a:path w="114036" h="113946">
                <a:moveTo>
                  <a:pt x="0" y="0"/>
                </a:moveTo>
                <a:lnTo>
                  <a:pt x="0" y="113946"/>
                </a:lnTo>
                <a:lnTo>
                  <a:pt x="114036" y="11394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52" name="path-150">
            <a:extLst xmlns:a="http://schemas.openxmlformats.org/drawingml/2006/main">
              <a:ext uri="{FF2B5EF4-FFF2-40B4-BE49-F238E27FC236}">
                <a16:creationId xmlns:a16="http://schemas.microsoft.com/office/drawing/2014/main" id="{9DFA6B1B-3595-4FBC-9024-1A3FC3687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38" y="4018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" name="path-151">
            <a:extLst xmlns:a="http://schemas.openxmlformats.org/drawingml/2006/main">
              <a:ext uri="{FF2B5EF4-FFF2-40B4-BE49-F238E27FC236}">
                <a16:creationId xmlns:a16="http://schemas.microsoft.com/office/drawing/2014/main" id="{F62FF300-6BF5-4ED4-BD1F-B063AC90F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25" y="401811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54" name="path-152">
            <a:extLst xmlns:a="http://schemas.openxmlformats.org/drawingml/2006/main">
              <a:ext uri="{FF2B5EF4-FFF2-40B4-BE49-F238E27FC236}">
                <a16:creationId xmlns:a16="http://schemas.microsoft.com/office/drawing/2014/main" id="{00C91FD4-A5BC-4BC0-8249-A0FBD58FC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38" y="53244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" name="path-153">
            <a:extLst xmlns:a="http://schemas.openxmlformats.org/drawingml/2006/main">
              <a:ext uri="{FF2B5EF4-FFF2-40B4-BE49-F238E27FC236}">
                <a16:creationId xmlns:a16="http://schemas.microsoft.com/office/drawing/2014/main" id="{A51892F7-0B44-4EC0-AD73-FE09524289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25" y="53241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56" name="path-154">
            <a:extLst xmlns:a="http://schemas.openxmlformats.org/drawingml/2006/main">
              <a:ext uri="{FF2B5EF4-FFF2-40B4-BE49-F238E27FC236}">
                <a16:creationId xmlns:a16="http://schemas.microsoft.com/office/drawing/2014/main" id="{2B781348-4622-4382-8BB4-4C44347E4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38" y="662951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" name="path-155">
            <a:extLst xmlns:a="http://schemas.openxmlformats.org/drawingml/2006/main">
              <a:ext uri="{FF2B5EF4-FFF2-40B4-BE49-F238E27FC236}">
                <a16:creationId xmlns:a16="http://schemas.microsoft.com/office/drawing/2014/main" id="{C01AC328-2100-4FC8-8C3F-086DEF942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25" y="663019"/>
            <a:ext cx="130604" cy="130500"/>
          </a:xfrm>
          <a:custGeom xmlns:a="http://schemas.openxmlformats.org/drawingml/2006/main">
            <a:pathLst>
              <a:path w="114036" h="113946">
                <a:moveTo>
                  <a:pt x="0" y="0"/>
                </a:moveTo>
                <a:lnTo>
                  <a:pt x="0" y="113946"/>
                </a:lnTo>
                <a:lnTo>
                  <a:pt x="114036" y="11394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58" name="path-156">
            <a:extLst xmlns:a="http://schemas.openxmlformats.org/drawingml/2006/main">
              <a:ext uri="{FF2B5EF4-FFF2-40B4-BE49-F238E27FC236}">
                <a16:creationId xmlns:a16="http://schemas.microsoft.com/office/drawing/2014/main" id="{C3700308-0019-4F13-8F04-4A339BF81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40" y="793561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" name="path-157">
            <a:extLst xmlns:a="http://schemas.openxmlformats.org/drawingml/2006/main">
              <a:ext uri="{FF2B5EF4-FFF2-40B4-BE49-F238E27FC236}">
                <a16:creationId xmlns:a16="http://schemas.microsoft.com/office/drawing/2014/main" id="{F3D3FCEC-F4DB-4220-BD7F-5FB401333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20" y="79351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60" name="path-158">
            <a:extLst xmlns:a="http://schemas.openxmlformats.org/drawingml/2006/main">
              <a:ext uri="{FF2B5EF4-FFF2-40B4-BE49-F238E27FC236}">
                <a16:creationId xmlns:a16="http://schemas.microsoft.com/office/drawing/2014/main" id="{EEBBF27A-F19D-49E3-9940-D996A5447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2" y="793561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" name="path-159">
            <a:extLst xmlns:a="http://schemas.openxmlformats.org/drawingml/2006/main">
              <a:ext uri="{FF2B5EF4-FFF2-40B4-BE49-F238E27FC236}">
                <a16:creationId xmlns:a16="http://schemas.microsoft.com/office/drawing/2014/main" id="{FF64EC03-F6BE-466D-AFB0-2CFA37FC2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117" y="79351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62" name="path-160">
            <a:extLst xmlns:a="http://schemas.openxmlformats.org/drawingml/2006/main">
              <a:ext uri="{FF2B5EF4-FFF2-40B4-BE49-F238E27FC236}">
                <a16:creationId xmlns:a16="http://schemas.microsoft.com/office/drawing/2014/main" id="{D35AF257-6ED1-4F0B-94CB-B818219FC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684" y="793561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" name="path-161">
            <a:extLst xmlns:a="http://schemas.openxmlformats.org/drawingml/2006/main">
              <a:ext uri="{FF2B5EF4-FFF2-40B4-BE49-F238E27FC236}">
                <a16:creationId xmlns:a16="http://schemas.microsoft.com/office/drawing/2014/main" id="{2B98CB40-1F9E-4D71-83AA-DAF515F46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721" y="793518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64" name="path-162">
            <a:extLst xmlns:a="http://schemas.openxmlformats.org/drawingml/2006/main">
              <a:ext uri="{FF2B5EF4-FFF2-40B4-BE49-F238E27FC236}">
                <a16:creationId xmlns:a16="http://schemas.microsoft.com/office/drawing/2014/main" id="{AE25CB55-40DC-4F23-9182-D77072900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56" y="793561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" name="path-163">
            <a:extLst xmlns:a="http://schemas.openxmlformats.org/drawingml/2006/main">
              <a:ext uri="{FF2B5EF4-FFF2-40B4-BE49-F238E27FC236}">
                <a16:creationId xmlns:a16="http://schemas.microsoft.com/office/drawing/2014/main" id="{AE58D854-9E24-488D-8873-999B76052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227" y="79351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66" name="path-164">
            <a:extLst xmlns:a="http://schemas.openxmlformats.org/drawingml/2006/main">
              <a:ext uri="{FF2B5EF4-FFF2-40B4-BE49-F238E27FC236}">
                <a16:creationId xmlns:a16="http://schemas.microsoft.com/office/drawing/2014/main" id="{D34FDAA1-5136-401B-8D9F-F57FDF737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38" y="793561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" name="path-165">
            <a:extLst xmlns:a="http://schemas.openxmlformats.org/drawingml/2006/main">
              <a:ext uri="{FF2B5EF4-FFF2-40B4-BE49-F238E27FC236}">
                <a16:creationId xmlns:a16="http://schemas.microsoft.com/office/drawing/2014/main" id="{D6210D82-960E-4EFF-9BD3-C3C5E1D43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5825" y="79351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68" name="path-166">
            <a:extLst xmlns:a="http://schemas.openxmlformats.org/drawingml/2006/main">
              <a:ext uri="{FF2B5EF4-FFF2-40B4-BE49-F238E27FC236}">
                <a16:creationId xmlns:a16="http://schemas.microsoft.com/office/drawing/2014/main" id="{FB18CFB7-FA0F-4515-B6CF-F6233C9AD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20" y="271311"/>
            <a:ext cx="191" cy="652811"/>
          </a:xfrm>
          <a:custGeom xmlns:a="http://schemas.openxmlformats.org/drawingml/2006/main">
            <a:pathLst>
              <a:path w="191" h="570001">
                <a:moveTo>
                  <a:pt x="0" y="0"/>
                </a:moveTo>
                <a:lnTo>
                  <a:pt x="0" y="570001"/>
                </a:lnTo>
                <a:lnTo>
                  <a:pt x="17" y="570001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169" name="path-167">
            <a:extLst xmlns:a="http://schemas.openxmlformats.org/drawingml/2006/main">
              <a:ext uri="{FF2B5EF4-FFF2-40B4-BE49-F238E27FC236}">
                <a16:creationId xmlns:a16="http://schemas.microsoft.com/office/drawing/2014/main" id="{B2603B93-968C-4431-981B-3A068E8EC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76410" y="271311"/>
            <a:ext cx="191" cy="652811"/>
          </a:xfrm>
          <a:custGeom xmlns:a="http://schemas.openxmlformats.org/drawingml/2006/main">
            <a:pathLst>
              <a:path w="191" h="570001">
                <a:moveTo>
                  <a:pt x="0" y="570001"/>
                </a:moveTo>
                <a:lnTo>
                  <a:pt x="16" y="570001"/>
                </a:lnTo>
                <a:lnTo>
                  <a:pt x="16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170" name="path-168">
            <a:extLst xmlns:a="http://schemas.openxmlformats.org/drawingml/2006/main">
              <a:ext uri="{FF2B5EF4-FFF2-40B4-BE49-F238E27FC236}">
                <a16:creationId xmlns:a16="http://schemas.microsoft.com/office/drawing/2014/main" id="{34E69A8F-C454-43AE-86DA-F6721D948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3520" y="271311"/>
            <a:ext cx="191" cy="191"/>
          </a:xfrm>
          <a:custGeom xmlns:a="http://schemas.openxmlformats.org/drawingml/2006/main">
            <a:pathLst>
              <a:path w="191" h="191">
                <a:moveTo>
                  <a:pt x="17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171" name="path-169">
            <a:extLst xmlns:a="http://schemas.openxmlformats.org/drawingml/2006/main">
              <a:ext uri="{FF2B5EF4-FFF2-40B4-BE49-F238E27FC236}">
                <a16:creationId xmlns:a16="http://schemas.microsoft.com/office/drawing/2014/main" id="{68D8801F-6189-43B1-92ED-C9AB54DDF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7428" y="443446"/>
            <a:ext cx="298407" cy="295212"/>
          </a:xfrm>
          <a:custGeom xmlns:a="http://schemas.openxmlformats.org/drawingml/2006/main">
            <a:pathLst>
              <a:path w="260554" h="257764">
                <a:moveTo>
                  <a:pt x="0" y="0"/>
                </a:moveTo>
                <a:lnTo>
                  <a:pt x="260554" y="0"/>
                </a:lnTo>
                <a:lnTo>
                  <a:pt x="260554" y="257764"/>
                </a:lnTo>
                <a:lnTo>
                  <a:pt x="0" y="257764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" name="path-171">
            <a:extLst xmlns:a="http://schemas.openxmlformats.org/drawingml/2006/main">
              <a:ext uri="{FF2B5EF4-FFF2-40B4-BE49-F238E27FC236}">
                <a16:creationId xmlns:a16="http://schemas.microsoft.com/office/drawing/2014/main" id="{98DB5BC5-13F8-4D56-864A-1B0850D3C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2868" y="528643"/>
            <a:ext cx="86724" cy="95200"/>
          </a:xfrm>
          <a:custGeom xmlns:a="http://schemas.openxmlformats.org/drawingml/2006/main">
            <a:pathLst>
              <a:path w="75723" h="83124">
                <a:moveTo>
                  <a:pt x="64516" y="10528"/>
                </a:moveTo>
                <a:cubicBezTo>
                  <a:pt x="58554" y="12878"/>
                  <a:pt x="56927" y="18299"/>
                  <a:pt x="56927" y="20831"/>
                </a:cubicBezTo>
                <a:cubicBezTo>
                  <a:pt x="56927" y="25527"/>
                  <a:pt x="60722" y="28237"/>
                  <a:pt x="64698" y="28237"/>
                </a:cubicBezTo>
                <a:cubicBezTo>
                  <a:pt x="69036" y="28237"/>
                  <a:pt x="75723" y="24625"/>
                  <a:pt x="75723" y="15950"/>
                </a:cubicBezTo>
                <a:cubicBezTo>
                  <a:pt x="75723" y="6326"/>
                  <a:pt x="66143" y="0"/>
                  <a:pt x="49879" y="0"/>
                </a:cubicBezTo>
                <a:cubicBezTo>
                  <a:pt x="44637" y="0"/>
                  <a:pt x="34516" y="364"/>
                  <a:pt x="26205" y="6690"/>
                </a:cubicBezTo>
                <a:cubicBezTo>
                  <a:pt x="18073" y="12878"/>
                  <a:pt x="15180" y="23359"/>
                  <a:pt x="15180" y="27876"/>
                </a:cubicBezTo>
                <a:cubicBezTo>
                  <a:pt x="15180" y="33298"/>
                  <a:pt x="17712" y="38355"/>
                  <a:pt x="21685" y="41606"/>
                </a:cubicBezTo>
                <a:cubicBezTo>
                  <a:pt x="26746" y="45583"/>
                  <a:pt x="29820" y="46123"/>
                  <a:pt x="42108" y="48472"/>
                </a:cubicBezTo>
                <a:cubicBezTo>
                  <a:pt x="47529" y="49374"/>
                  <a:pt x="58372" y="51362"/>
                  <a:pt x="58372" y="59494"/>
                </a:cubicBezTo>
                <a:cubicBezTo>
                  <a:pt x="58372" y="60217"/>
                  <a:pt x="58372" y="76619"/>
                  <a:pt x="31444" y="76619"/>
                </a:cubicBezTo>
                <a:cubicBezTo>
                  <a:pt x="22590" y="76619"/>
                  <a:pt x="15903" y="74832"/>
                  <a:pt x="11926" y="71964"/>
                </a:cubicBezTo>
                <a:cubicBezTo>
                  <a:pt x="18073" y="70158"/>
                  <a:pt x="21867" y="64916"/>
                  <a:pt x="21867" y="59494"/>
                </a:cubicBezTo>
                <a:cubicBezTo>
                  <a:pt x="21867" y="52989"/>
                  <a:pt x="16625" y="51180"/>
                  <a:pt x="13013" y="51180"/>
                </a:cubicBezTo>
                <a:cubicBezTo>
                  <a:pt x="6866" y="51180"/>
                  <a:pt x="0" y="56243"/>
                  <a:pt x="0" y="65277"/>
                </a:cubicBezTo>
                <a:cubicBezTo>
                  <a:pt x="0" y="76980"/>
                  <a:pt x="12652" y="83124"/>
                  <a:pt x="31083" y="83124"/>
                </a:cubicBezTo>
                <a:cubicBezTo>
                  <a:pt x="72290" y="83124"/>
                  <a:pt x="72290" y="52267"/>
                  <a:pt x="72290" y="52085"/>
                </a:cubicBezTo>
                <a:cubicBezTo>
                  <a:pt x="72290" y="45944"/>
                  <a:pt x="69215" y="41066"/>
                  <a:pt x="65059" y="37453"/>
                </a:cubicBezTo>
                <a:cubicBezTo>
                  <a:pt x="59456" y="32575"/>
                  <a:pt x="52589" y="31309"/>
                  <a:pt x="46264" y="30226"/>
                </a:cubicBezTo>
                <a:cubicBezTo>
                  <a:pt x="36325" y="28419"/>
                  <a:pt x="29277" y="27154"/>
                  <a:pt x="29277" y="20467"/>
                </a:cubicBezTo>
                <a:cubicBezTo>
                  <a:pt x="29277" y="20105"/>
                  <a:pt x="29277" y="6508"/>
                  <a:pt x="49518" y="6508"/>
                </a:cubicBezTo>
                <a:cubicBezTo>
                  <a:pt x="53133" y="6508"/>
                  <a:pt x="59638" y="6872"/>
                  <a:pt x="64516" y="1052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" name="path-172">
            <a:extLst xmlns:a="http://schemas.openxmlformats.org/drawingml/2006/main">
              <a:ext uri="{FF2B5EF4-FFF2-40B4-BE49-F238E27FC236}">
                <a16:creationId xmlns:a16="http://schemas.microsoft.com/office/drawing/2014/main" id="{3CC2482A-6033-464B-BA62-02BA7E201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6826" y="557074"/>
            <a:ext cx="52737" cy="96211"/>
          </a:xfrm>
          <a:custGeom xmlns:a="http://schemas.openxmlformats.org/drawingml/2006/main">
            <a:pathLst>
              <a:path w="46047" h="84006">
                <a:moveTo>
                  <a:pt x="28590" y="3534"/>
                </a:moveTo>
                <a:cubicBezTo>
                  <a:pt x="28590" y="127"/>
                  <a:pt x="28337" y="0"/>
                  <a:pt x="24795" y="0"/>
                </a:cubicBezTo>
                <a:cubicBezTo>
                  <a:pt x="16699" y="7922"/>
                  <a:pt x="5187" y="8047"/>
                  <a:pt x="0" y="8047"/>
                </a:cubicBezTo>
                <a:lnTo>
                  <a:pt x="0" y="12601"/>
                </a:lnTo>
                <a:cubicBezTo>
                  <a:pt x="3036" y="12601"/>
                  <a:pt x="11385" y="12601"/>
                  <a:pt x="18344" y="9059"/>
                </a:cubicBezTo>
                <a:lnTo>
                  <a:pt x="18344" y="73629"/>
                </a:lnTo>
                <a:cubicBezTo>
                  <a:pt x="18344" y="77808"/>
                  <a:pt x="18344" y="79453"/>
                  <a:pt x="5692" y="79453"/>
                </a:cubicBezTo>
                <a:lnTo>
                  <a:pt x="886" y="79453"/>
                </a:lnTo>
                <a:lnTo>
                  <a:pt x="886" y="84006"/>
                </a:lnTo>
                <a:cubicBezTo>
                  <a:pt x="3162" y="83881"/>
                  <a:pt x="18722" y="83500"/>
                  <a:pt x="23403" y="83500"/>
                </a:cubicBezTo>
                <a:cubicBezTo>
                  <a:pt x="27325" y="83500"/>
                  <a:pt x="43264" y="83881"/>
                  <a:pt x="46047" y="84006"/>
                </a:cubicBezTo>
                <a:lnTo>
                  <a:pt x="46047" y="79453"/>
                </a:lnTo>
                <a:lnTo>
                  <a:pt x="41241" y="79453"/>
                </a:lnTo>
                <a:cubicBezTo>
                  <a:pt x="28590" y="79453"/>
                  <a:pt x="28590" y="77808"/>
                  <a:pt x="28590" y="73629"/>
                </a:cubicBezTo>
                <a:lnTo>
                  <a:pt x="28590" y="353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" name="path-173">
            <a:extLst xmlns:a="http://schemas.openxmlformats.org/drawingml/2006/main">
              <a:ext uri="{FF2B5EF4-FFF2-40B4-BE49-F238E27FC236}">
                <a16:creationId xmlns:a16="http://schemas.microsoft.com/office/drawing/2014/main" id="{B1543C9F-BBE8-4909-AC40-E97B70E22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19" y="127706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" name="path-174">
            <a:extLst xmlns:a="http://schemas.openxmlformats.org/drawingml/2006/main">
              <a:ext uri="{FF2B5EF4-FFF2-40B4-BE49-F238E27FC236}">
                <a16:creationId xmlns:a16="http://schemas.microsoft.com/office/drawing/2014/main" id="{063DDE16-E49B-4835-8132-6A707B8DF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56" y="127771"/>
            <a:ext cx="130506" cy="130506"/>
          </a:xfrm>
          <a:custGeom xmlns:a="http://schemas.openxmlformats.org/drawingml/2006/main">
            <a:pathLst>
              <a:path w="113951" h="113951">
                <a:moveTo>
                  <a:pt x="0" y="0"/>
                </a:moveTo>
                <a:lnTo>
                  <a:pt x="0" y="113951"/>
                </a:lnTo>
                <a:lnTo>
                  <a:pt x="113951" y="11395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76" name="path-175">
            <a:extLst xmlns:a="http://schemas.openxmlformats.org/drawingml/2006/main">
              <a:ext uri="{FF2B5EF4-FFF2-40B4-BE49-F238E27FC236}">
                <a16:creationId xmlns:a16="http://schemas.microsoft.com/office/drawing/2014/main" id="{B7BB4AE6-D341-4FEA-8013-888A0A6DB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92" y="127706"/>
            <a:ext cx="130572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" name="path-176">
            <a:extLst xmlns:a="http://schemas.openxmlformats.org/drawingml/2006/main">
              <a:ext uri="{FF2B5EF4-FFF2-40B4-BE49-F238E27FC236}">
                <a16:creationId xmlns:a16="http://schemas.microsoft.com/office/drawing/2014/main" id="{133437C8-BFDE-4BEE-B0F2-1637795E2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62" y="127771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78" name="path-177">
            <a:extLst xmlns:a="http://schemas.openxmlformats.org/drawingml/2006/main">
              <a:ext uri="{FF2B5EF4-FFF2-40B4-BE49-F238E27FC236}">
                <a16:creationId xmlns:a16="http://schemas.microsoft.com/office/drawing/2014/main" id="{9B43940A-9F82-4FC6-9526-92CE9E631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63" y="127706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" name="path-178">
            <a:extLst xmlns:a="http://schemas.openxmlformats.org/drawingml/2006/main">
              <a:ext uri="{FF2B5EF4-FFF2-40B4-BE49-F238E27FC236}">
                <a16:creationId xmlns:a16="http://schemas.microsoft.com/office/drawing/2014/main" id="{CB6EDF84-355E-43A9-A68D-2F96592CB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59" y="12777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80" name="path-179">
            <a:extLst xmlns:a="http://schemas.openxmlformats.org/drawingml/2006/main">
              <a:ext uri="{FF2B5EF4-FFF2-40B4-BE49-F238E27FC236}">
                <a16:creationId xmlns:a16="http://schemas.microsoft.com/office/drawing/2014/main" id="{9277DDD6-315B-476C-BDBE-DAA7D6D4B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19" y="258307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" name="path-180">
            <a:extLst xmlns:a="http://schemas.openxmlformats.org/drawingml/2006/main">
              <a:ext uri="{FF2B5EF4-FFF2-40B4-BE49-F238E27FC236}">
                <a16:creationId xmlns:a16="http://schemas.microsoft.com/office/drawing/2014/main" id="{8D8D8DC0-645E-49C2-8C7B-C65BDF771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56" y="258278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82" name="path-181">
            <a:extLst xmlns:a="http://schemas.openxmlformats.org/drawingml/2006/main">
              <a:ext uri="{FF2B5EF4-FFF2-40B4-BE49-F238E27FC236}">
                <a16:creationId xmlns:a16="http://schemas.microsoft.com/office/drawing/2014/main" id="{558089B0-0906-4169-951B-08717BCC1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92" y="258307"/>
            <a:ext cx="130572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" name="path-182">
            <a:extLst xmlns:a="http://schemas.openxmlformats.org/drawingml/2006/main">
              <a:ext uri="{FF2B5EF4-FFF2-40B4-BE49-F238E27FC236}">
                <a16:creationId xmlns:a16="http://schemas.microsoft.com/office/drawing/2014/main" id="{675982B6-C2BA-4B79-AAED-65DB6F12C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62" y="25827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84" name="path-183">
            <a:extLst xmlns:a="http://schemas.openxmlformats.org/drawingml/2006/main">
              <a:ext uri="{FF2B5EF4-FFF2-40B4-BE49-F238E27FC236}">
                <a16:creationId xmlns:a16="http://schemas.microsoft.com/office/drawing/2014/main" id="{20E5008A-BA70-45A7-A18C-CB8740209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63" y="258307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" name="path-184">
            <a:extLst xmlns:a="http://schemas.openxmlformats.org/drawingml/2006/main">
              <a:ext uri="{FF2B5EF4-FFF2-40B4-BE49-F238E27FC236}">
                <a16:creationId xmlns:a16="http://schemas.microsoft.com/office/drawing/2014/main" id="{61247707-A0D1-45EF-AFB0-9FCF53646F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59" y="25827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86" name="path-185">
            <a:extLst xmlns:a="http://schemas.openxmlformats.org/drawingml/2006/main">
              <a:ext uri="{FF2B5EF4-FFF2-40B4-BE49-F238E27FC236}">
                <a16:creationId xmlns:a16="http://schemas.microsoft.com/office/drawing/2014/main" id="{DA17C1B2-5DC3-4A70-8B36-3836EDB77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19" y="388907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" name="path-186">
            <a:extLst xmlns:a="http://schemas.openxmlformats.org/drawingml/2006/main">
              <a:ext uri="{FF2B5EF4-FFF2-40B4-BE49-F238E27FC236}">
                <a16:creationId xmlns:a16="http://schemas.microsoft.com/office/drawing/2014/main" id="{A6C6303A-5A0C-4482-9F91-40775DF62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56" y="388881"/>
            <a:ext cx="130506" cy="130597"/>
          </a:xfrm>
          <a:custGeom xmlns:a="http://schemas.openxmlformats.org/drawingml/2006/main">
            <a:pathLst>
              <a:path w="113951" h="114031">
                <a:moveTo>
                  <a:pt x="0" y="0"/>
                </a:moveTo>
                <a:lnTo>
                  <a:pt x="0" y="114031"/>
                </a:lnTo>
                <a:lnTo>
                  <a:pt x="113951" y="11403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88" name="path-187">
            <a:extLst xmlns:a="http://schemas.openxmlformats.org/drawingml/2006/main">
              <a:ext uri="{FF2B5EF4-FFF2-40B4-BE49-F238E27FC236}">
                <a16:creationId xmlns:a16="http://schemas.microsoft.com/office/drawing/2014/main" id="{7C014382-8428-4F8F-8113-8582275B3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92" y="388907"/>
            <a:ext cx="130572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" name="path-188">
            <a:extLst xmlns:a="http://schemas.openxmlformats.org/drawingml/2006/main">
              <a:ext uri="{FF2B5EF4-FFF2-40B4-BE49-F238E27FC236}">
                <a16:creationId xmlns:a16="http://schemas.microsoft.com/office/drawing/2014/main" id="{8775A9C4-8019-406A-9C82-02429DF7DF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62" y="388881"/>
            <a:ext cx="130597" cy="130597"/>
          </a:xfrm>
          <a:custGeom xmlns:a="http://schemas.openxmlformats.org/drawingml/2006/main">
            <a:pathLst>
              <a:path w="114031" h="114031">
                <a:moveTo>
                  <a:pt x="0" y="0"/>
                </a:moveTo>
                <a:lnTo>
                  <a:pt x="0" y="114031"/>
                </a:lnTo>
                <a:lnTo>
                  <a:pt x="114031" y="11403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90" name="path-189">
            <a:extLst xmlns:a="http://schemas.openxmlformats.org/drawingml/2006/main">
              <a:ext uri="{FF2B5EF4-FFF2-40B4-BE49-F238E27FC236}">
                <a16:creationId xmlns:a16="http://schemas.microsoft.com/office/drawing/2014/main" id="{9A0ACA1F-AA79-42A0-9346-8F687DAC7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63" y="388907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" name="path-190">
            <a:extLst xmlns:a="http://schemas.openxmlformats.org/drawingml/2006/main">
              <a:ext uri="{FF2B5EF4-FFF2-40B4-BE49-F238E27FC236}">
                <a16:creationId xmlns:a16="http://schemas.microsoft.com/office/drawing/2014/main" id="{CAEAA0E6-F713-4D6A-93AF-110152EACD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59" y="388881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92" name="path-191">
            <a:extLst xmlns:a="http://schemas.openxmlformats.org/drawingml/2006/main">
              <a:ext uri="{FF2B5EF4-FFF2-40B4-BE49-F238E27FC236}">
                <a16:creationId xmlns:a16="http://schemas.microsoft.com/office/drawing/2014/main" id="{41841E8C-4441-4A82-ADA4-4757A8E63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36" y="127706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" name="path-192">
            <a:extLst xmlns:a="http://schemas.openxmlformats.org/drawingml/2006/main">
              <a:ext uri="{FF2B5EF4-FFF2-40B4-BE49-F238E27FC236}">
                <a16:creationId xmlns:a16="http://schemas.microsoft.com/office/drawing/2014/main" id="{CBB98983-18D5-4B68-96A0-FBEE21B75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63" y="127771"/>
            <a:ext cx="130500" cy="130506"/>
          </a:xfrm>
          <a:custGeom xmlns:a="http://schemas.openxmlformats.org/drawingml/2006/main">
            <a:pathLst>
              <a:path w="113946" h="113951">
                <a:moveTo>
                  <a:pt x="0" y="0"/>
                </a:moveTo>
                <a:lnTo>
                  <a:pt x="0" y="113951"/>
                </a:lnTo>
                <a:lnTo>
                  <a:pt x="113946" y="11395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94" name="path-193">
            <a:extLst xmlns:a="http://schemas.openxmlformats.org/drawingml/2006/main">
              <a:ext uri="{FF2B5EF4-FFF2-40B4-BE49-F238E27FC236}">
                <a16:creationId xmlns:a16="http://schemas.microsoft.com/office/drawing/2014/main" id="{BFF9B5CD-6BE2-4FBB-A092-4D1302FBC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36" y="258307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" name="path-194">
            <a:extLst xmlns:a="http://schemas.openxmlformats.org/drawingml/2006/main">
              <a:ext uri="{FF2B5EF4-FFF2-40B4-BE49-F238E27FC236}">
                <a16:creationId xmlns:a16="http://schemas.microsoft.com/office/drawing/2014/main" id="{560A6A0A-9002-48E2-8724-F753EA5AB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63" y="258278"/>
            <a:ext cx="130500" cy="130604"/>
          </a:xfrm>
          <a:custGeom xmlns:a="http://schemas.openxmlformats.org/drawingml/2006/main">
            <a:pathLst>
              <a:path w="113946" h="114036">
                <a:moveTo>
                  <a:pt x="0" y="0"/>
                </a:moveTo>
                <a:lnTo>
                  <a:pt x="0" y="114036"/>
                </a:lnTo>
                <a:lnTo>
                  <a:pt x="113946" y="114036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96" name="path-195">
            <a:extLst xmlns:a="http://schemas.openxmlformats.org/drawingml/2006/main">
              <a:ext uri="{FF2B5EF4-FFF2-40B4-BE49-F238E27FC236}">
                <a16:creationId xmlns:a16="http://schemas.microsoft.com/office/drawing/2014/main" id="{48F58493-0B62-421B-9C2B-4B5FDE23F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36" y="388907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" name="path-196">
            <a:extLst xmlns:a="http://schemas.openxmlformats.org/drawingml/2006/main">
              <a:ext uri="{FF2B5EF4-FFF2-40B4-BE49-F238E27FC236}">
                <a16:creationId xmlns:a16="http://schemas.microsoft.com/office/drawing/2014/main" id="{8CE29C51-9B06-468B-B3B5-9DA28933D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63" y="388881"/>
            <a:ext cx="130500" cy="130597"/>
          </a:xfrm>
          <a:custGeom xmlns:a="http://schemas.openxmlformats.org/drawingml/2006/main">
            <a:pathLst>
              <a:path w="113946" h="114031">
                <a:moveTo>
                  <a:pt x="0" y="0"/>
                </a:moveTo>
                <a:lnTo>
                  <a:pt x="0" y="114031"/>
                </a:lnTo>
                <a:lnTo>
                  <a:pt x="113946" y="11403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198" name="path-197">
            <a:extLst xmlns:a="http://schemas.openxmlformats.org/drawingml/2006/main">
              <a:ext uri="{FF2B5EF4-FFF2-40B4-BE49-F238E27FC236}">
                <a16:creationId xmlns:a16="http://schemas.microsoft.com/office/drawing/2014/main" id="{329A1144-27BF-4008-B916-5DA46A2F1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19" y="519413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" name="path-198">
            <a:extLst xmlns:a="http://schemas.openxmlformats.org/drawingml/2006/main">
              <a:ext uri="{FF2B5EF4-FFF2-40B4-BE49-F238E27FC236}">
                <a16:creationId xmlns:a16="http://schemas.microsoft.com/office/drawing/2014/main" id="{23D600D7-FF43-43DB-B942-4E5AC4DE3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56" y="519479"/>
            <a:ext cx="130506" cy="130506"/>
          </a:xfrm>
          <a:custGeom xmlns:a="http://schemas.openxmlformats.org/drawingml/2006/main">
            <a:pathLst>
              <a:path w="113951" h="113951">
                <a:moveTo>
                  <a:pt x="0" y="0"/>
                </a:moveTo>
                <a:lnTo>
                  <a:pt x="0" y="113951"/>
                </a:lnTo>
                <a:lnTo>
                  <a:pt x="113951" y="11395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00" name="path-199">
            <a:extLst xmlns:a="http://schemas.openxmlformats.org/drawingml/2006/main">
              <a:ext uri="{FF2B5EF4-FFF2-40B4-BE49-F238E27FC236}">
                <a16:creationId xmlns:a16="http://schemas.microsoft.com/office/drawing/2014/main" id="{1E08A381-51E5-4BF3-8A72-CDFBAFFCB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92" y="519413"/>
            <a:ext cx="130572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" name="path-200">
            <a:extLst xmlns:a="http://schemas.openxmlformats.org/drawingml/2006/main">
              <a:ext uri="{FF2B5EF4-FFF2-40B4-BE49-F238E27FC236}">
                <a16:creationId xmlns:a16="http://schemas.microsoft.com/office/drawing/2014/main" id="{028506B9-2C37-4150-89C6-CF2A07B80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62" y="519479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02" name="path-201">
            <a:extLst xmlns:a="http://schemas.openxmlformats.org/drawingml/2006/main">
              <a:ext uri="{FF2B5EF4-FFF2-40B4-BE49-F238E27FC236}">
                <a16:creationId xmlns:a16="http://schemas.microsoft.com/office/drawing/2014/main" id="{F6518DD3-9DE0-4DCE-93F9-8329B78E40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63" y="519413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" name="path-202">
            <a:extLst xmlns:a="http://schemas.openxmlformats.org/drawingml/2006/main">
              <a:ext uri="{FF2B5EF4-FFF2-40B4-BE49-F238E27FC236}">
                <a16:creationId xmlns:a16="http://schemas.microsoft.com/office/drawing/2014/main" id="{4686851E-CFE0-4A84-8DA6-2B0223FE7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59" y="51947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04" name="path-203">
            <a:extLst xmlns:a="http://schemas.openxmlformats.org/drawingml/2006/main">
              <a:ext uri="{FF2B5EF4-FFF2-40B4-BE49-F238E27FC236}">
                <a16:creationId xmlns:a16="http://schemas.microsoft.com/office/drawing/2014/main" id="{7DCC61DD-FA52-44F9-BEEC-88BE08F42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36" y="519413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" name="path-204">
            <a:extLst xmlns:a="http://schemas.openxmlformats.org/drawingml/2006/main">
              <a:ext uri="{FF2B5EF4-FFF2-40B4-BE49-F238E27FC236}">
                <a16:creationId xmlns:a16="http://schemas.microsoft.com/office/drawing/2014/main" id="{B2E0C5A1-0012-4BF7-A150-A155E9C36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63" y="519479"/>
            <a:ext cx="130500" cy="130506"/>
          </a:xfrm>
          <a:custGeom xmlns:a="http://schemas.openxmlformats.org/drawingml/2006/main">
            <a:pathLst>
              <a:path w="113946" h="113951">
                <a:moveTo>
                  <a:pt x="0" y="0"/>
                </a:moveTo>
                <a:lnTo>
                  <a:pt x="0" y="113951"/>
                </a:lnTo>
                <a:lnTo>
                  <a:pt x="113946" y="11395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06" name="path-205">
            <a:extLst xmlns:a="http://schemas.openxmlformats.org/drawingml/2006/main">
              <a:ext uri="{FF2B5EF4-FFF2-40B4-BE49-F238E27FC236}">
                <a16:creationId xmlns:a16="http://schemas.microsoft.com/office/drawing/2014/main" id="{4DC550AB-2A4D-466E-AB12-2515DABB9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108" y="127706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" name="path-206">
            <a:extLst xmlns:a="http://schemas.openxmlformats.org/drawingml/2006/main">
              <a:ext uri="{FF2B5EF4-FFF2-40B4-BE49-F238E27FC236}">
                <a16:creationId xmlns:a16="http://schemas.microsoft.com/office/drawing/2014/main" id="{A2B05123-BEDA-4C32-B9B2-A6C7222FF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063" y="12777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08" name="path-207">
            <a:extLst xmlns:a="http://schemas.openxmlformats.org/drawingml/2006/main">
              <a:ext uri="{FF2B5EF4-FFF2-40B4-BE49-F238E27FC236}">
                <a16:creationId xmlns:a16="http://schemas.microsoft.com/office/drawing/2014/main" id="{B5B21735-47FC-4C8B-97F6-54CE32B8D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108" y="258307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" name="path-208">
            <a:extLst xmlns:a="http://schemas.openxmlformats.org/drawingml/2006/main">
              <a:ext uri="{FF2B5EF4-FFF2-40B4-BE49-F238E27FC236}">
                <a16:creationId xmlns:a16="http://schemas.microsoft.com/office/drawing/2014/main" id="{2A9568A8-323B-4F7B-8773-5FCCE16B3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063" y="25827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10" name="path-209">
            <a:extLst xmlns:a="http://schemas.openxmlformats.org/drawingml/2006/main">
              <a:ext uri="{FF2B5EF4-FFF2-40B4-BE49-F238E27FC236}">
                <a16:creationId xmlns:a16="http://schemas.microsoft.com/office/drawing/2014/main" id="{9E881F0F-4BE3-420A-905E-F018E94E7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108" y="388907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" name="path-210">
            <a:extLst xmlns:a="http://schemas.openxmlformats.org/drawingml/2006/main">
              <a:ext uri="{FF2B5EF4-FFF2-40B4-BE49-F238E27FC236}">
                <a16:creationId xmlns:a16="http://schemas.microsoft.com/office/drawing/2014/main" id="{85B02F49-3D6D-4354-A46A-AECE12AA3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063" y="388881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12" name="path-211">
            <a:extLst xmlns:a="http://schemas.openxmlformats.org/drawingml/2006/main">
              <a:ext uri="{FF2B5EF4-FFF2-40B4-BE49-F238E27FC236}">
                <a16:creationId xmlns:a16="http://schemas.microsoft.com/office/drawing/2014/main" id="{99D70FE5-9566-4050-8E9C-477CCB7F0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108" y="519413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" name="path-212">
            <a:extLst xmlns:a="http://schemas.openxmlformats.org/drawingml/2006/main">
              <a:ext uri="{FF2B5EF4-FFF2-40B4-BE49-F238E27FC236}">
                <a16:creationId xmlns:a16="http://schemas.microsoft.com/office/drawing/2014/main" id="{14FF9327-50A1-4AB2-97BC-04212E234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063" y="51947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14" name="path-213">
            <a:extLst xmlns:a="http://schemas.openxmlformats.org/drawingml/2006/main">
              <a:ext uri="{FF2B5EF4-FFF2-40B4-BE49-F238E27FC236}">
                <a16:creationId xmlns:a16="http://schemas.microsoft.com/office/drawing/2014/main" id="{D3F28330-D5A6-42F6-B062-114E046A8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19" y="650013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" name="path-214">
            <a:extLst xmlns:a="http://schemas.openxmlformats.org/drawingml/2006/main">
              <a:ext uri="{FF2B5EF4-FFF2-40B4-BE49-F238E27FC236}">
                <a16:creationId xmlns:a16="http://schemas.microsoft.com/office/drawing/2014/main" id="{4BD0462D-D173-4392-B756-A42E27F2B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56" y="64998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16" name="path-215">
            <a:extLst xmlns:a="http://schemas.openxmlformats.org/drawingml/2006/main">
              <a:ext uri="{FF2B5EF4-FFF2-40B4-BE49-F238E27FC236}">
                <a16:creationId xmlns:a16="http://schemas.microsoft.com/office/drawing/2014/main" id="{68E0CE40-8FC2-49FC-A0B6-5C0E0FC6B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92" y="650013"/>
            <a:ext cx="130572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" name="path-216">
            <a:extLst xmlns:a="http://schemas.openxmlformats.org/drawingml/2006/main">
              <a:ext uri="{FF2B5EF4-FFF2-40B4-BE49-F238E27FC236}">
                <a16:creationId xmlns:a16="http://schemas.microsoft.com/office/drawing/2014/main" id="{C3E33051-4B59-45BF-84F8-6F862CAE5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8362" y="64998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18" name="path-217">
            <a:extLst xmlns:a="http://schemas.openxmlformats.org/drawingml/2006/main">
              <a:ext uri="{FF2B5EF4-FFF2-40B4-BE49-F238E27FC236}">
                <a16:creationId xmlns:a16="http://schemas.microsoft.com/office/drawing/2014/main" id="{7CCAE123-D026-49AA-B762-8567073D9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63" y="650013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" name="path-218">
            <a:extLst xmlns:a="http://schemas.openxmlformats.org/drawingml/2006/main">
              <a:ext uri="{FF2B5EF4-FFF2-40B4-BE49-F238E27FC236}">
                <a16:creationId xmlns:a16="http://schemas.microsoft.com/office/drawing/2014/main" id="{5BBED681-D322-429A-BE4A-8FBF03C8B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8959" y="64998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20" name="path-219">
            <a:extLst xmlns:a="http://schemas.openxmlformats.org/drawingml/2006/main">
              <a:ext uri="{FF2B5EF4-FFF2-40B4-BE49-F238E27FC236}">
                <a16:creationId xmlns:a16="http://schemas.microsoft.com/office/drawing/2014/main" id="{8264DE89-9A0C-4BAB-AF8F-36C542608A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36" y="650013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" name="path-220">
            <a:extLst xmlns:a="http://schemas.openxmlformats.org/drawingml/2006/main">
              <a:ext uri="{FF2B5EF4-FFF2-40B4-BE49-F238E27FC236}">
                <a16:creationId xmlns:a16="http://schemas.microsoft.com/office/drawing/2014/main" id="{B8FCDE68-0964-4390-ADFA-AAF763C5B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9563" y="649985"/>
            <a:ext cx="130500" cy="130604"/>
          </a:xfrm>
          <a:custGeom xmlns:a="http://schemas.openxmlformats.org/drawingml/2006/main">
            <a:pathLst>
              <a:path w="113946" h="114036">
                <a:moveTo>
                  <a:pt x="0" y="0"/>
                </a:moveTo>
                <a:lnTo>
                  <a:pt x="0" y="114036"/>
                </a:lnTo>
                <a:lnTo>
                  <a:pt x="113946" y="114036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22" name="path-221">
            <a:extLst xmlns:a="http://schemas.openxmlformats.org/drawingml/2006/main">
              <a:ext uri="{FF2B5EF4-FFF2-40B4-BE49-F238E27FC236}">
                <a16:creationId xmlns:a16="http://schemas.microsoft.com/office/drawing/2014/main" id="{64E3A2A3-EA3D-4DF2-9A92-59DCE7BB4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108" y="650013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" name="path-222">
            <a:extLst xmlns:a="http://schemas.openxmlformats.org/drawingml/2006/main">
              <a:ext uri="{FF2B5EF4-FFF2-40B4-BE49-F238E27FC236}">
                <a16:creationId xmlns:a16="http://schemas.microsoft.com/office/drawing/2014/main" id="{A11A71C4-7164-406D-AEF2-6CD19B444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0063" y="64998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24" name="path-223">
            <a:extLst xmlns:a="http://schemas.openxmlformats.org/drawingml/2006/main">
              <a:ext uri="{FF2B5EF4-FFF2-40B4-BE49-F238E27FC236}">
                <a16:creationId xmlns:a16="http://schemas.microsoft.com/office/drawing/2014/main" id="{187ED758-B8D2-4199-8D06-DBD9A3FA2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7856" y="780586"/>
            <a:ext cx="652811" cy="191"/>
          </a:xfrm>
          <a:custGeom xmlns:a="http://schemas.openxmlformats.org/drawingml/2006/main">
            <a:pathLst>
              <a:path w="570001" h="191">
                <a:moveTo>
                  <a:pt x="0" y="0"/>
                </a:moveTo>
                <a:lnTo>
                  <a:pt x="0" y="2"/>
                </a:lnTo>
                <a:lnTo>
                  <a:pt x="570001" y="2"/>
                </a:lnTo>
                <a:lnTo>
                  <a:pt x="57000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225" name="path-224">
            <a:extLst xmlns:a="http://schemas.openxmlformats.org/drawingml/2006/main">
              <a:ext uri="{FF2B5EF4-FFF2-40B4-BE49-F238E27FC236}">
                <a16:creationId xmlns:a16="http://schemas.microsoft.com/office/drawing/2014/main" id="{13B28CDE-1AEE-40AE-83AF-DEFA3BD78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14" y="199475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" name="path-225">
            <a:extLst xmlns:a="http://schemas.openxmlformats.org/drawingml/2006/main">
              <a:ext uri="{FF2B5EF4-FFF2-40B4-BE49-F238E27FC236}">
                <a16:creationId xmlns:a16="http://schemas.microsoft.com/office/drawing/2014/main" id="{39EB5574-E5C3-4A62-89C6-20EA0C1FF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41" y="199541"/>
            <a:ext cx="130506" cy="130506"/>
          </a:xfrm>
          <a:custGeom xmlns:a="http://schemas.openxmlformats.org/drawingml/2006/main">
            <a:pathLst>
              <a:path w="113951" h="113951">
                <a:moveTo>
                  <a:pt x="0" y="0"/>
                </a:moveTo>
                <a:lnTo>
                  <a:pt x="0" y="113951"/>
                </a:lnTo>
                <a:lnTo>
                  <a:pt x="113951" y="11395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27" name="path-226">
            <a:extLst xmlns:a="http://schemas.openxmlformats.org/drawingml/2006/main">
              <a:ext uri="{FF2B5EF4-FFF2-40B4-BE49-F238E27FC236}">
                <a16:creationId xmlns:a16="http://schemas.microsoft.com/office/drawing/2014/main" id="{78141524-AAA1-4AB4-BD70-9DF54A44B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86" y="199475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" name="path-227">
            <a:extLst xmlns:a="http://schemas.openxmlformats.org/drawingml/2006/main">
              <a:ext uri="{FF2B5EF4-FFF2-40B4-BE49-F238E27FC236}">
                <a16:creationId xmlns:a16="http://schemas.microsoft.com/office/drawing/2014/main" id="{827F1963-4360-4138-AD4A-2EBD66329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47" y="199541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29" name="path-228">
            <a:extLst xmlns:a="http://schemas.openxmlformats.org/drawingml/2006/main">
              <a:ext uri="{FF2B5EF4-FFF2-40B4-BE49-F238E27FC236}">
                <a16:creationId xmlns:a16="http://schemas.microsoft.com/office/drawing/2014/main" id="{C57973E0-1120-4A52-90A9-8BA2E89ED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58" y="199475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" name="path-229">
            <a:extLst xmlns:a="http://schemas.openxmlformats.org/drawingml/2006/main">
              <a:ext uri="{FF2B5EF4-FFF2-40B4-BE49-F238E27FC236}">
                <a16:creationId xmlns:a16="http://schemas.microsoft.com/office/drawing/2014/main" id="{08C0672D-8089-4AA8-BC68-119490BB5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45" y="19954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31" name="path-230">
            <a:extLst xmlns:a="http://schemas.openxmlformats.org/drawingml/2006/main">
              <a:ext uri="{FF2B5EF4-FFF2-40B4-BE49-F238E27FC236}">
                <a16:creationId xmlns:a16="http://schemas.microsoft.com/office/drawing/2014/main" id="{163E4CB2-6FFC-46F2-B33D-202C6788CD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14" y="3300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" name="path-231">
            <a:extLst xmlns:a="http://schemas.openxmlformats.org/drawingml/2006/main">
              <a:ext uri="{FF2B5EF4-FFF2-40B4-BE49-F238E27FC236}">
                <a16:creationId xmlns:a16="http://schemas.microsoft.com/office/drawing/2014/main" id="{EA1F6BDA-6E75-46D3-ABEF-22FF94D6B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41" y="330048"/>
            <a:ext cx="130506" cy="130597"/>
          </a:xfrm>
          <a:custGeom xmlns:a="http://schemas.openxmlformats.org/drawingml/2006/main">
            <a:pathLst>
              <a:path w="113951" h="114031">
                <a:moveTo>
                  <a:pt x="0" y="0"/>
                </a:moveTo>
                <a:lnTo>
                  <a:pt x="0" y="114031"/>
                </a:lnTo>
                <a:lnTo>
                  <a:pt x="113951" y="11403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33" name="path-232">
            <a:extLst xmlns:a="http://schemas.openxmlformats.org/drawingml/2006/main">
              <a:ext uri="{FF2B5EF4-FFF2-40B4-BE49-F238E27FC236}">
                <a16:creationId xmlns:a16="http://schemas.microsoft.com/office/drawing/2014/main" id="{431B8C9D-D5CF-4243-90D0-193341445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86" y="3300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" name="path-233">
            <a:extLst xmlns:a="http://schemas.openxmlformats.org/drawingml/2006/main">
              <a:ext uri="{FF2B5EF4-FFF2-40B4-BE49-F238E27FC236}">
                <a16:creationId xmlns:a16="http://schemas.microsoft.com/office/drawing/2014/main" id="{58F2B23A-895E-4731-B2F4-D7E2AEDC6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47" y="330048"/>
            <a:ext cx="130597" cy="130597"/>
          </a:xfrm>
          <a:custGeom xmlns:a="http://schemas.openxmlformats.org/drawingml/2006/main">
            <a:pathLst>
              <a:path w="114031" h="114031">
                <a:moveTo>
                  <a:pt x="0" y="0"/>
                </a:moveTo>
                <a:lnTo>
                  <a:pt x="0" y="114031"/>
                </a:lnTo>
                <a:lnTo>
                  <a:pt x="114031" y="11403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35" name="path-234">
            <a:extLst xmlns:a="http://schemas.openxmlformats.org/drawingml/2006/main">
              <a:ext uri="{FF2B5EF4-FFF2-40B4-BE49-F238E27FC236}">
                <a16:creationId xmlns:a16="http://schemas.microsoft.com/office/drawing/2014/main" id="{DDEE87F0-FB9D-4C76-9572-521B6379C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58" y="3300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" name="path-235">
            <a:extLst xmlns:a="http://schemas.openxmlformats.org/drawingml/2006/main">
              <a:ext uri="{FF2B5EF4-FFF2-40B4-BE49-F238E27FC236}">
                <a16:creationId xmlns:a16="http://schemas.microsoft.com/office/drawing/2014/main" id="{9556F757-FE43-4622-AD8A-7CD144003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45" y="330048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37" name="path-236">
            <a:extLst xmlns:a="http://schemas.openxmlformats.org/drawingml/2006/main">
              <a:ext uri="{FF2B5EF4-FFF2-40B4-BE49-F238E27FC236}">
                <a16:creationId xmlns:a16="http://schemas.microsoft.com/office/drawing/2014/main" id="{23C0BF20-060F-429C-9C1F-4C26B3926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14" y="4606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" name="path-237">
            <a:extLst xmlns:a="http://schemas.openxmlformats.org/drawingml/2006/main">
              <a:ext uri="{FF2B5EF4-FFF2-40B4-BE49-F238E27FC236}">
                <a16:creationId xmlns:a16="http://schemas.microsoft.com/office/drawing/2014/main" id="{167D03F0-AB95-4868-A99D-E201E5CC8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41" y="46064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39" name="path-238">
            <a:extLst xmlns:a="http://schemas.openxmlformats.org/drawingml/2006/main">
              <a:ext uri="{FF2B5EF4-FFF2-40B4-BE49-F238E27FC236}">
                <a16:creationId xmlns:a16="http://schemas.microsoft.com/office/drawing/2014/main" id="{9813BCAF-7C9F-4648-BFEC-A6BE540CD1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86" y="4606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" name="path-239">
            <a:extLst xmlns:a="http://schemas.openxmlformats.org/drawingml/2006/main">
              <a:ext uri="{FF2B5EF4-FFF2-40B4-BE49-F238E27FC236}">
                <a16:creationId xmlns:a16="http://schemas.microsoft.com/office/drawing/2014/main" id="{5804319C-5A5C-4A82-88E0-63214F60D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47" y="46064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41" name="path-240">
            <a:extLst xmlns:a="http://schemas.openxmlformats.org/drawingml/2006/main">
              <a:ext uri="{FF2B5EF4-FFF2-40B4-BE49-F238E27FC236}">
                <a16:creationId xmlns:a16="http://schemas.microsoft.com/office/drawing/2014/main" id="{D160C6E3-5E12-4341-84EF-6FEBDC15C1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58" y="4606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" name="path-241">
            <a:extLst xmlns:a="http://schemas.openxmlformats.org/drawingml/2006/main">
              <a:ext uri="{FF2B5EF4-FFF2-40B4-BE49-F238E27FC236}">
                <a16:creationId xmlns:a16="http://schemas.microsoft.com/office/drawing/2014/main" id="{D3E9DB18-A4A3-4B68-8B32-402104FAE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45" y="46064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43" name="path-242">
            <a:extLst xmlns:a="http://schemas.openxmlformats.org/drawingml/2006/main">
              <a:ext uri="{FF2B5EF4-FFF2-40B4-BE49-F238E27FC236}">
                <a16:creationId xmlns:a16="http://schemas.microsoft.com/office/drawing/2014/main" id="{F32D2DBD-8D06-4871-80A2-83D8F544A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31" y="199475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" name="path-243">
            <a:extLst xmlns:a="http://schemas.openxmlformats.org/drawingml/2006/main">
              <a:ext uri="{FF2B5EF4-FFF2-40B4-BE49-F238E27FC236}">
                <a16:creationId xmlns:a16="http://schemas.microsoft.com/office/drawing/2014/main" id="{A5284EB8-12A5-4165-94C1-3BC24CDA9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48" y="19954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45" name="path-244">
            <a:extLst xmlns:a="http://schemas.openxmlformats.org/drawingml/2006/main">
              <a:ext uri="{FF2B5EF4-FFF2-40B4-BE49-F238E27FC236}">
                <a16:creationId xmlns:a16="http://schemas.microsoft.com/office/drawing/2014/main" id="{22578C18-6DAD-485A-8596-CEAE696AF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31" y="3300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" name="path-245">
            <a:extLst xmlns:a="http://schemas.openxmlformats.org/drawingml/2006/main">
              <a:ext uri="{FF2B5EF4-FFF2-40B4-BE49-F238E27FC236}">
                <a16:creationId xmlns:a16="http://schemas.microsoft.com/office/drawing/2014/main" id="{7252A3EB-B84E-4DFA-AE4D-17DE617F3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48" y="330048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47" name="path-246">
            <a:extLst xmlns:a="http://schemas.openxmlformats.org/drawingml/2006/main">
              <a:ext uri="{FF2B5EF4-FFF2-40B4-BE49-F238E27FC236}">
                <a16:creationId xmlns:a16="http://schemas.microsoft.com/office/drawing/2014/main" id="{B7311A11-9FB0-4078-952F-E5E966C1D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31" y="4606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" name="path-247">
            <a:extLst xmlns:a="http://schemas.openxmlformats.org/drawingml/2006/main">
              <a:ext uri="{FF2B5EF4-FFF2-40B4-BE49-F238E27FC236}">
                <a16:creationId xmlns:a16="http://schemas.microsoft.com/office/drawing/2014/main" id="{9BC001FB-6338-4FCF-8221-0FCDF8053A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48" y="46064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49" name="path-248">
            <a:extLst xmlns:a="http://schemas.openxmlformats.org/drawingml/2006/main">
              <a:ext uri="{FF2B5EF4-FFF2-40B4-BE49-F238E27FC236}">
                <a16:creationId xmlns:a16="http://schemas.microsoft.com/office/drawing/2014/main" id="{4A587FCE-65CB-432C-A875-D07E691E4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14" y="591180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" name="path-249">
            <a:extLst xmlns:a="http://schemas.openxmlformats.org/drawingml/2006/main">
              <a:ext uri="{FF2B5EF4-FFF2-40B4-BE49-F238E27FC236}">
                <a16:creationId xmlns:a16="http://schemas.microsoft.com/office/drawing/2014/main" id="{89673841-4F4A-4F07-91E1-E63CB65F1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41" y="591249"/>
            <a:ext cx="130506" cy="130506"/>
          </a:xfrm>
          <a:custGeom xmlns:a="http://schemas.openxmlformats.org/drawingml/2006/main">
            <a:pathLst>
              <a:path w="113951" h="113951">
                <a:moveTo>
                  <a:pt x="0" y="0"/>
                </a:moveTo>
                <a:lnTo>
                  <a:pt x="0" y="113951"/>
                </a:lnTo>
                <a:lnTo>
                  <a:pt x="113951" y="11395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51" name="path-250">
            <a:extLst xmlns:a="http://schemas.openxmlformats.org/drawingml/2006/main">
              <a:ext uri="{FF2B5EF4-FFF2-40B4-BE49-F238E27FC236}">
                <a16:creationId xmlns:a16="http://schemas.microsoft.com/office/drawing/2014/main" id="{0DB9B036-E64F-4295-B634-6B819DAB5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86" y="591180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" name="path-251">
            <a:extLst xmlns:a="http://schemas.openxmlformats.org/drawingml/2006/main">
              <a:ext uri="{FF2B5EF4-FFF2-40B4-BE49-F238E27FC236}">
                <a16:creationId xmlns:a16="http://schemas.microsoft.com/office/drawing/2014/main" id="{9A761F5C-66BD-4C0C-9B5C-ED12C14D6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47" y="591249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53" name="path-252">
            <a:extLst xmlns:a="http://schemas.openxmlformats.org/drawingml/2006/main">
              <a:ext uri="{FF2B5EF4-FFF2-40B4-BE49-F238E27FC236}">
                <a16:creationId xmlns:a16="http://schemas.microsoft.com/office/drawing/2014/main" id="{E87BD639-70E1-4C90-9114-0B3059F3D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58" y="591180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" name="path-253">
            <a:extLst xmlns:a="http://schemas.openxmlformats.org/drawingml/2006/main">
              <a:ext uri="{FF2B5EF4-FFF2-40B4-BE49-F238E27FC236}">
                <a16:creationId xmlns:a16="http://schemas.microsoft.com/office/drawing/2014/main" id="{AC875D43-8DD7-4B32-B372-AC14ADCC2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45" y="59124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55" name="path-254">
            <a:extLst xmlns:a="http://schemas.openxmlformats.org/drawingml/2006/main">
              <a:ext uri="{FF2B5EF4-FFF2-40B4-BE49-F238E27FC236}">
                <a16:creationId xmlns:a16="http://schemas.microsoft.com/office/drawing/2014/main" id="{B2F76A50-30CC-4BB9-8854-951F4CFD9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31" y="591180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" name="path-255">
            <a:extLst xmlns:a="http://schemas.openxmlformats.org/drawingml/2006/main">
              <a:ext uri="{FF2B5EF4-FFF2-40B4-BE49-F238E27FC236}">
                <a16:creationId xmlns:a16="http://schemas.microsoft.com/office/drawing/2014/main" id="{ADADDCC1-6D56-4B09-85F9-361946C76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48" y="59124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57" name="path-256">
            <a:extLst xmlns:a="http://schemas.openxmlformats.org/drawingml/2006/main">
              <a:ext uri="{FF2B5EF4-FFF2-40B4-BE49-F238E27FC236}">
                <a16:creationId xmlns:a16="http://schemas.microsoft.com/office/drawing/2014/main" id="{8ED27B9D-508E-436A-84BB-69BCF7F0C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02" y="199475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" name="path-257">
            <a:extLst xmlns:a="http://schemas.openxmlformats.org/drawingml/2006/main">
              <a:ext uri="{FF2B5EF4-FFF2-40B4-BE49-F238E27FC236}">
                <a16:creationId xmlns:a16="http://schemas.microsoft.com/office/drawing/2014/main" id="{E948F970-F7A0-4A2B-B018-C6B0284D4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52" y="199541"/>
            <a:ext cx="130500" cy="130506"/>
          </a:xfrm>
          <a:custGeom xmlns:a="http://schemas.openxmlformats.org/drawingml/2006/main">
            <a:pathLst>
              <a:path w="113946" h="113951">
                <a:moveTo>
                  <a:pt x="0" y="0"/>
                </a:moveTo>
                <a:lnTo>
                  <a:pt x="0" y="113951"/>
                </a:lnTo>
                <a:lnTo>
                  <a:pt x="113946" y="11395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59" name="path-258">
            <a:extLst xmlns:a="http://schemas.openxmlformats.org/drawingml/2006/main">
              <a:ext uri="{FF2B5EF4-FFF2-40B4-BE49-F238E27FC236}">
                <a16:creationId xmlns:a16="http://schemas.microsoft.com/office/drawing/2014/main" id="{569EDF60-69B2-403F-A576-3D18DA5275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02" y="3300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" name="path-259">
            <a:extLst xmlns:a="http://schemas.openxmlformats.org/drawingml/2006/main">
              <a:ext uri="{FF2B5EF4-FFF2-40B4-BE49-F238E27FC236}">
                <a16:creationId xmlns:a16="http://schemas.microsoft.com/office/drawing/2014/main" id="{9276FB3C-EDC4-4E39-959B-A72797C55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52" y="330048"/>
            <a:ext cx="130500" cy="130597"/>
          </a:xfrm>
          <a:custGeom xmlns:a="http://schemas.openxmlformats.org/drawingml/2006/main">
            <a:pathLst>
              <a:path w="113946" h="114031">
                <a:moveTo>
                  <a:pt x="0" y="0"/>
                </a:moveTo>
                <a:lnTo>
                  <a:pt x="0" y="114031"/>
                </a:lnTo>
                <a:lnTo>
                  <a:pt x="113946" y="11403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61" name="path-260">
            <a:extLst xmlns:a="http://schemas.openxmlformats.org/drawingml/2006/main">
              <a:ext uri="{FF2B5EF4-FFF2-40B4-BE49-F238E27FC236}">
                <a16:creationId xmlns:a16="http://schemas.microsoft.com/office/drawing/2014/main" id="{535BE460-9BA6-47BF-9904-94783A993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02" y="460675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" name="path-261">
            <a:extLst xmlns:a="http://schemas.openxmlformats.org/drawingml/2006/main">
              <a:ext uri="{FF2B5EF4-FFF2-40B4-BE49-F238E27FC236}">
                <a16:creationId xmlns:a16="http://schemas.microsoft.com/office/drawing/2014/main" id="{FC12AE61-841D-4D1E-A49F-A405C8C15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52" y="460645"/>
            <a:ext cx="130500" cy="130604"/>
          </a:xfrm>
          <a:custGeom xmlns:a="http://schemas.openxmlformats.org/drawingml/2006/main">
            <a:pathLst>
              <a:path w="113946" h="114036">
                <a:moveTo>
                  <a:pt x="0" y="0"/>
                </a:moveTo>
                <a:lnTo>
                  <a:pt x="0" y="114036"/>
                </a:lnTo>
                <a:lnTo>
                  <a:pt x="113946" y="114036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63" name="path-262">
            <a:extLst xmlns:a="http://schemas.openxmlformats.org/drawingml/2006/main">
              <a:ext uri="{FF2B5EF4-FFF2-40B4-BE49-F238E27FC236}">
                <a16:creationId xmlns:a16="http://schemas.microsoft.com/office/drawing/2014/main" id="{2D60CB47-E197-49DE-A4A1-81D2F825D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02" y="591180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" name="path-263">
            <a:extLst xmlns:a="http://schemas.openxmlformats.org/drawingml/2006/main">
              <a:ext uri="{FF2B5EF4-FFF2-40B4-BE49-F238E27FC236}">
                <a16:creationId xmlns:a16="http://schemas.microsoft.com/office/drawing/2014/main" id="{88BB5B6C-9C7B-42F3-984E-BA1EEB6E2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52" y="591249"/>
            <a:ext cx="130500" cy="130506"/>
          </a:xfrm>
          <a:custGeom xmlns:a="http://schemas.openxmlformats.org/drawingml/2006/main">
            <a:pathLst>
              <a:path w="113946" h="113951">
                <a:moveTo>
                  <a:pt x="0" y="0"/>
                </a:moveTo>
                <a:lnTo>
                  <a:pt x="0" y="113951"/>
                </a:lnTo>
                <a:lnTo>
                  <a:pt x="113946" y="11395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65" name="path-264">
            <a:extLst xmlns:a="http://schemas.openxmlformats.org/drawingml/2006/main">
              <a:ext uri="{FF2B5EF4-FFF2-40B4-BE49-F238E27FC236}">
                <a16:creationId xmlns:a16="http://schemas.microsoft.com/office/drawing/2014/main" id="{EE0F7B65-7011-4734-810B-7414894F8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14" y="721783"/>
            <a:ext cx="130573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" name="path-265">
            <a:extLst xmlns:a="http://schemas.openxmlformats.org/drawingml/2006/main">
              <a:ext uri="{FF2B5EF4-FFF2-40B4-BE49-F238E27FC236}">
                <a16:creationId xmlns:a16="http://schemas.microsoft.com/office/drawing/2014/main" id="{8C970ECA-7C5B-4251-BCC1-EC9BB9C91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41" y="72175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67" name="path-266">
            <a:extLst xmlns:a="http://schemas.openxmlformats.org/drawingml/2006/main">
              <a:ext uri="{FF2B5EF4-FFF2-40B4-BE49-F238E27FC236}">
                <a16:creationId xmlns:a16="http://schemas.microsoft.com/office/drawing/2014/main" id="{40900DEF-A48B-4F1D-A3DB-D9F5C8733B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86" y="721783"/>
            <a:ext cx="130573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" name="path-267">
            <a:extLst xmlns:a="http://schemas.openxmlformats.org/drawingml/2006/main">
              <a:ext uri="{FF2B5EF4-FFF2-40B4-BE49-F238E27FC236}">
                <a16:creationId xmlns:a16="http://schemas.microsoft.com/office/drawing/2014/main" id="{3D52FA17-5F36-41DE-A29F-D402FFAE0A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83247" y="72175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69" name="path-268">
            <a:extLst xmlns:a="http://schemas.openxmlformats.org/drawingml/2006/main">
              <a:ext uri="{FF2B5EF4-FFF2-40B4-BE49-F238E27FC236}">
                <a16:creationId xmlns:a16="http://schemas.microsoft.com/office/drawing/2014/main" id="{47F0DA18-86D3-4A03-A0A9-9AAE96F7E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58" y="721783"/>
            <a:ext cx="130573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" name="path-269">
            <a:extLst xmlns:a="http://schemas.openxmlformats.org/drawingml/2006/main">
              <a:ext uri="{FF2B5EF4-FFF2-40B4-BE49-F238E27FC236}">
                <a16:creationId xmlns:a16="http://schemas.microsoft.com/office/drawing/2014/main" id="{A2A814E4-0017-4F48-A67D-33D2986EB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845" y="72175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71" name="path-270">
            <a:extLst xmlns:a="http://schemas.openxmlformats.org/drawingml/2006/main">
              <a:ext uri="{FF2B5EF4-FFF2-40B4-BE49-F238E27FC236}">
                <a16:creationId xmlns:a16="http://schemas.microsoft.com/office/drawing/2014/main" id="{E799DFC6-D8AE-4D53-BAF6-3E0BB88DC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31" y="721783"/>
            <a:ext cx="130573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" name="path-271">
            <a:extLst xmlns:a="http://schemas.openxmlformats.org/drawingml/2006/main">
              <a:ext uri="{FF2B5EF4-FFF2-40B4-BE49-F238E27FC236}">
                <a16:creationId xmlns:a16="http://schemas.microsoft.com/office/drawing/2014/main" id="{43AFDDD5-AACA-413D-8645-F30ACBE57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448" y="72175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73" name="path-272">
            <a:extLst xmlns:a="http://schemas.openxmlformats.org/drawingml/2006/main">
              <a:ext uri="{FF2B5EF4-FFF2-40B4-BE49-F238E27FC236}">
                <a16:creationId xmlns:a16="http://schemas.microsoft.com/office/drawing/2014/main" id="{43E15ED6-2750-4EEC-988E-4C217A39E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02" y="721783"/>
            <a:ext cx="130573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" name="path-273">
            <a:extLst xmlns:a="http://schemas.openxmlformats.org/drawingml/2006/main">
              <a:ext uri="{FF2B5EF4-FFF2-40B4-BE49-F238E27FC236}">
                <a16:creationId xmlns:a16="http://schemas.microsoft.com/office/drawing/2014/main" id="{4AEEEA5F-5FC8-47D2-80BA-F297E8310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5052" y="721755"/>
            <a:ext cx="130500" cy="130604"/>
          </a:xfrm>
          <a:custGeom xmlns:a="http://schemas.openxmlformats.org/drawingml/2006/main">
            <a:pathLst>
              <a:path w="113946" h="114036">
                <a:moveTo>
                  <a:pt x="0" y="0"/>
                </a:moveTo>
                <a:lnTo>
                  <a:pt x="0" y="114036"/>
                </a:lnTo>
                <a:lnTo>
                  <a:pt x="113946" y="114036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75" name="path-274">
            <a:extLst xmlns:a="http://schemas.openxmlformats.org/drawingml/2006/main">
              <a:ext uri="{FF2B5EF4-FFF2-40B4-BE49-F238E27FC236}">
                <a16:creationId xmlns:a16="http://schemas.microsoft.com/office/drawing/2014/main" id="{85127B98-6A8F-4E71-890A-D1E35B06C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2741" y="852355"/>
            <a:ext cx="652811" cy="191"/>
          </a:xfrm>
          <a:custGeom xmlns:a="http://schemas.openxmlformats.org/drawingml/2006/main">
            <a:pathLst>
              <a:path w="570001" h="191">
                <a:moveTo>
                  <a:pt x="0" y="0"/>
                </a:moveTo>
                <a:lnTo>
                  <a:pt x="0" y="4"/>
                </a:lnTo>
                <a:lnTo>
                  <a:pt x="570001" y="4"/>
                </a:lnTo>
                <a:lnTo>
                  <a:pt x="57000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276" name="path-275">
            <a:extLst xmlns:a="http://schemas.openxmlformats.org/drawingml/2006/main">
              <a:ext uri="{FF2B5EF4-FFF2-40B4-BE49-F238E27FC236}">
                <a16:creationId xmlns:a16="http://schemas.microsoft.com/office/drawing/2014/main" id="{467E437B-4088-4A0E-BD5D-62A5CDC7A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09" y="271244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" name="path-276">
            <a:extLst xmlns:a="http://schemas.openxmlformats.org/drawingml/2006/main">
              <a:ext uri="{FF2B5EF4-FFF2-40B4-BE49-F238E27FC236}">
                <a16:creationId xmlns:a16="http://schemas.microsoft.com/office/drawing/2014/main" id="{B19E5FD0-D32E-46E5-91F9-F51FCA825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26" y="271311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78" name="path-277">
            <a:extLst xmlns:a="http://schemas.openxmlformats.org/drawingml/2006/main">
              <a:ext uri="{FF2B5EF4-FFF2-40B4-BE49-F238E27FC236}">
                <a16:creationId xmlns:a16="http://schemas.microsoft.com/office/drawing/2014/main" id="{78C1A9B0-9213-4B19-B92B-18B16339F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181" y="271244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" name="path-278">
            <a:extLst xmlns:a="http://schemas.openxmlformats.org/drawingml/2006/main">
              <a:ext uri="{FF2B5EF4-FFF2-40B4-BE49-F238E27FC236}">
                <a16:creationId xmlns:a16="http://schemas.microsoft.com/office/drawing/2014/main" id="{44082642-D78A-4EE2-980C-7390F466D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224" y="271311"/>
            <a:ext cx="130506" cy="130500"/>
          </a:xfrm>
          <a:custGeom xmlns:a="http://schemas.openxmlformats.org/drawingml/2006/main">
            <a:pathLst>
              <a:path w="113951" h="113946">
                <a:moveTo>
                  <a:pt x="0" y="0"/>
                </a:moveTo>
                <a:lnTo>
                  <a:pt x="0" y="113946"/>
                </a:lnTo>
                <a:lnTo>
                  <a:pt x="113951" y="11394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80" name="path-279">
            <a:extLst xmlns:a="http://schemas.openxmlformats.org/drawingml/2006/main">
              <a:ext uri="{FF2B5EF4-FFF2-40B4-BE49-F238E27FC236}">
                <a16:creationId xmlns:a16="http://schemas.microsoft.com/office/drawing/2014/main" id="{8A2A5D9C-1278-46EE-960B-E99529DF1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53" y="271244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" name="path-280">
            <a:extLst xmlns:a="http://schemas.openxmlformats.org/drawingml/2006/main">
              <a:ext uri="{FF2B5EF4-FFF2-40B4-BE49-F238E27FC236}">
                <a16:creationId xmlns:a16="http://schemas.microsoft.com/office/drawing/2014/main" id="{D1106BE0-5C46-4F69-95B0-52559FD50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30" y="271311"/>
            <a:ext cx="130604" cy="130500"/>
          </a:xfrm>
          <a:custGeom xmlns:a="http://schemas.openxmlformats.org/drawingml/2006/main">
            <a:pathLst>
              <a:path w="114036" h="113946">
                <a:moveTo>
                  <a:pt x="0" y="0"/>
                </a:moveTo>
                <a:lnTo>
                  <a:pt x="0" y="113946"/>
                </a:lnTo>
                <a:lnTo>
                  <a:pt x="114036" y="11394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82" name="path-281">
            <a:extLst xmlns:a="http://schemas.openxmlformats.org/drawingml/2006/main">
              <a:ext uri="{FF2B5EF4-FFF2-40B4-BE49-F238E27FC236}">
                <a16:creationId xmlns:a16="http://schemas.microsoft.com/office/drawing/2014/main" id="{00972F94-EED0-4CC7-886E-C0F255D7E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09" y="401844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" name="path-282">
            <a:extLst xmlns:a="http://schemas.openxmlformats.org/drawingml/2006/main">
              <a:ext uri="{FF2B5EF4-FFF2-40B4-BE49-F238E27FC236}">
                <a16:creationId xmlns:a16="http://schemas.microsoft.com/office/drawing/2014/main" id="{0A1E85D7-6695-4D0C-B6A3-1A57949F8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26" y="401811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84" name="path-283">
            <a:extLst xmlns:a="http://schemas.openxmlformats.org/drawingml/2006/main">
              <a:ext uri="{FF2B5EF4-FFF2-40B4-BE49-F238E27FC236}">
                <a16:creationId xmlns:a16="http://schemas.microsoft.com/office/drawing/2014/main" id="{786C6B2C-7A10-4695-B6CD-4FA780774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181" y="401844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" name="path-284">
            <a:extLst xmlns:a="http://schemas.openxmlformats.org/drawingml/2006/main">
              <a:ext uri="{FF2B5EF4-FFF2-40B4-BE49-F238E27FC236}">
                <a16:creationId xmlns:a16="http://schemas.microsoft.com/office/drawing/2014/main" id="{7A57BD1B-AF90-429B-99CF-9F37A1CD4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224" y="401811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86" name="path-285">
            <a:extLst xmlns:a="http://schemas.openxmlformats.org/drawingml/2006/main">
              <a:ext uri="{FF2B5EF4-FFF2-40B4-BE49-F238E27FC236}">
                <a16:creationId xmlns:a16="http://schemas.microsoft.com/office/drawing/2014/main" id="{69767585-C0E9-4E9C-B487-30AE40953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53" y="401844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" name="path-286">
            <a:extLst xmlns:a="http://schemas.openxmlformats.org/drawingml/2006/main">
              <a:ext uri="{FF2B5EF4-FFF2-40B4-BE49-F238E27FC236}">
                <a16:creationId xmlns:a16="http://schemas.microsoft.com/office/drawing/2014/main" id="{03A79FA2-9F7F-4460-8DBA-5CD0AF5E2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30" y="401811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88" name="path-287">
            <a:extLst xmlns:a="http://schemas.openxmlformats.org/drawingml/2006/main">
              <a:ext uri="{FF2B5EF4-FFF2-40B4-BE49-F238E27FC236}">
                <a16:creationId xmlns:a16="http://schemas.microsoft.com/office/drawing/2014/main" id="{DB52813C-92FD-40A8-85EE-2D0464022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09" y="532445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" name="path-288">
            <a:extLst xmlns:a="http://schemas.openxmlformats.org/drawingml/2006/main">
              <a:ext uri="{FF2B5EF4-FFF2-40B4-BE49-F238E27FC236}">
                <a16:creationId xmlns:a16="http://schemas.microsoft.com/office/drawing/2014/main" id="{9F849221-B150-4DA5-9083-669CA34C6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26" y="53241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90" name="path-289">
            <a:extLst xmlns:a="http://schemas.openxmlformats.org/drawingml/2006/main">
              <a:ext uri="{FF2B5EF4-FFF2-40B4-BE49-F238E27FC236}">
                <a16:creationId xmlns:a16="http://schemas.microsoft.com/office/drawing/2014/main" id="{C038708A-6E29-4C4E-BDD6-DBDE8068B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181" y="532445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" name="path-290">
            <a:extLst xmlns:a="http://schemas.openxmlformats.org/drawingml/2006/main">
              <a:ext uri="{FF2B5EF4-FFF2-40B4-BE49-F238E27FC236}">
                <a16:creationId xmlns:a16="http://schemas.microsoft.com/office/drawing/2014/main" id="{EFDC5F19-4340-4388-90B6-60EBEFC0A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224" y="53241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92" name="path-291">
            <a:extLst xmlns:a="http://schemas.openxmlformats.org/drawingml/2006/main">
              <a:ext uri="{FF2B5EF4-FFF2-40B4-BE49-F238E27FC236}">
                <a16:creationId xmlns:a16="http://schemas.microsoft.com/office/drawing/2014/main" id="{A84B0E14-C0C4-4AC5-85E2-D672E14A5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53" y="532445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" name="path-292">
            <a:extLst xmlns:a="http://schemas.openxmlformats.org/drawingml/2006/main">
              <a:ext uri="{FF2B5EF4-FFF2-40B4-BE49-F238E27FC236}">
                <a16:creationId xmlns:a16="http://schemas.microsoft.com/office/drawing/2014/main" id="{E17027E5-ACA0-4902-9780-F48398DFF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30" y="53241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94" name="path-293">
            <a:extLst xmlns:a="http://schemas.openxmlformats.org/drawingml/2006/main">
              <a:ext uri="{FF2B5EF4-FFF2-40B4-BE49-F238E27FC236}">
                <a16:creationId xmlns:a16="http://schemas.microsoft.com/office/drawing/2014/main" id="{51068C2C-18D3-4487-B9A0-1CD79B1B1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25" y="271244"/>
            <a:ext cx="130572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" name="path-294">
            <a:extLst xmlns:a="http://schemas.openxmlformats.org/drawingml/2006/main">
              <a:ext uri="{FF2B5EF4-FFF2-40B4-BE49-F238E27FC236}">
                <a16:creationId xmlns:a16="http://schemas.microsoft.com/office/drawing/2014/main" id="{EAA4EB73-7D5E-4561-B3E3-2FC9BED05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34" y="271311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96" name="path-295">
            <a:extLst xmlns:a="http://schemas.openxmlformats.org/drawingml/2006/main">
              <a:ext uri="{FF2B5EF4-FFF2-40B4-BE49-F238E27FC236}">
                <a16:creationId xmlns:a16="http://schemas.microsoft.com/office/drawing/2014/main" id="{C3A3442D-313A-4C8C-A4EF-E02CB5C2B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25" y="401844"/>
            <a:ext cx="130572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" name="path-296">
            <a:extLst xmlns:a="http://schemas.openxmlformats.org/drawingml/2006/main">
              <a:ext uri="{FF2B5EF4-FFF2-40B4-BE49-F238E27FC236}">
                <a16:creationId xmlns:a16="http://schemas.microsoft.com/office/drawing/2014/main" id="{16A5C72D-7B70-4E1E-8583-DE5E30B9D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34" y="401811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298" name="path-297">
            <a:extLst xmlns:a="http://schemas.openxmlformats.org/drawingml/2006/main">
              <a:ext uri="{FF2B5EF4-FFF2-40B4-BE49-F238E27FC236}">
                <a16:creationId xmlns:a16="http://schemas.microsoft.com/office/drawing/2014/main" id="{81BBAD1A-4D54-4147-977B-8E2DCFF68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25" y="532445"/>
            <a:ext cx="130572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" name="path-298">
            <a:extLst xmlns:a="http://schemas.openxmlformats.org/drawingml/2006/main">
              <a:ext uri="{FF2B5EF4-FFF2-40B4-BE49-F238E27FC236}">
                <a16:creationId xmlns:a16="http://schemas.microsoft.com/office/drawing/2014/main" id="{59B96944-51E5-43B2-87FB-BDDAC41DD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34" y="53241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00" name="path-299">
            <a:extLst xmlns:a="http://schemas.openxmlformats.org/drawingml/2006/main">
              <a:ext uri="{FF2B5EF4-FFF2-40B4-BE49-F238E27FC236}">
                <a16:creationId xmlns:a16="http://schemas.microsoft.com/office/drawing/2014/main" id="{344A7095-00E9-4830-92C1-31D336A9C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09" y="662951"/>
            <a:ext cx="130573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" name="path-300">
            <a:extLst xmlns:a="http://schemas.openxmlformats.org/drawingml/2006/main">
              <a:ext uri="{FF2B5EF4-FFF2-40B4-BE49-F238E27FC236}">
                <a16:creationId xmlns:a16="http://schemas.microsoft.com/office/drawing/2014/main" id="{E8159C38-40D3-4825-BE2C-54988B980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26" y="663019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02" name="path-301">
            <a:extLst xmlns:a="http://schemas.openxmlformats.org/drawingml/2006/main">
              <a:ext uri="{FF2B5EF4-FFF2-40B4-BE49-F238E27FC236}">
                <a16:creationId xmlns:a16="http://schemas.microsoft.com/office/drawing/2014/main" id="{1CFA659C-1104-4BE2-BE35-733A9C9F2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181" y="662951"/>
            <a:ext cx="130573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" name="path-302">
            <a:extLst xmlns:a="http://schemas.openxmlformats.org/drawingml/2006/main">
              <a:ext uri="{FF2B5EF4-FFF2-40B4-BE49-F238E27FC236}">
                <a16:creationId xmlns:a16="http://schemas.microsoft.com/office/drawing/2014/main" id="{62A8A192-ADA9-4ABC-A42F-C9E6A572F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224" y="663019"/>
            <a:ext cx="130506" cy="130500"/>
          </a:xfrm>
          <a:custGeom xmlns:a="http://schemas.openxmlformats.org/drawingml/2006/main">
            <a:pathLst>
              <a:path w="113951" h="113946">
                <a:moveTo>
                  <a:pt x="0" y="0"/>
                </a:moveTo>
                <a:lnTo>
                  <a:pt x="0" y="113946"/>
                </a:lnTo>
                <a:lnTo>
                  <a:pt x="113951" y="11394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04" name="path-303">
            <a:extLst xmlns:a="http://schemas.openxmlformats.org/drawingml/2006/main">
              <a:ext uri="{FF2B5EF4-FFF2-40B4-BE49-F238E27FC236}">
                <a16:creationId xmlns:a16="http://schemas.microsoft.com/office/drawing/2014/main" id="{11422CD8-A159-470A-BCA9-8FAE492D82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53" y="662951"/>
            <a:ext cx="130573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" name="path-304">
            <a:extLst xmlns:a="http://schemas.openxmlformats.org/drawingml/2006/main">
              <a:ext uri="{FF2B5EF4-FFF2-40B4-BE49-F238E27FC236}">
                <a16:creationId xmlns:a16="http://schemas.microsoft.com/office/drawing/2014/main" id="{F86A7BE6-F7A2-43CD-8223-F7D470719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30" y="663019"/>
            <a:ext cx="130604" cy="130500"/>
          </a:xfrm>
          <a:custGeom xmlns:a="http://schemas.openxmlformats.org/drawingml/2006/main">
            <a:pathLst>
              <a:path w="114036" h="113946">
                <a:moveTo>
                  <a:pt x="0" y="0"/>
                </a:moveTo>
                <a:lnTo>
                  <a:pt x="0" y="113946"/>
                </a:lnTo>
                <a:lnTo>
                  <a:pt x="114036" y="11394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06" name="path-305">
            <a:extLst xmlns:a="http://schemas.openxmlformats.org/drawingml/2006/main">
              <a:ext uri="{FF2B5EF4-FFF2-40B4-BE49-F238E27FC236}">
                <a16:creationId xmlns:a16="http://schemas.microsoft.com/office/drawing/2014/main" id="{5D650FFE-72EC-456E-9D31-99BB3EE58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25" y="662951"/>
            <a:ext cx="130572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" name="path-306">
            <a:extLst xmlns:a="http://schemas.openxmlformats.org/drawingml/2006/main">
              <a:ext uri="{FF2B5EF4-FFF2-40B4-BE49-F238E27FC236}">
                <a16:creationId xmlns:a16="http://schemas.microsoft.com/office/drawing/2014/main" id="{B684D077-AB77-450A-9CED-2A5A689F5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34" y="663019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08" name="path-307">
            <a:extLst xmlns:a="http://schemas.openxmlformats.org/drawingml/2006/main">
              <a:ext uri="{FF2B5EF4-FFF2-40B4-BE49-F238E27FC236}">
                <a16:creationId xmlns:a16="http://schemas.microsoft.com/office/drawing/2014/main" id="{067DE842-F67B-4A8F-8C41-33F2898F0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897" y="271244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" name="path-308">
            <a:extLst xmlns:a="http://schemas.openxmlformats.org/drawingml/2006/main">
              <a:ext uri="{FF2B5EF4-FFF2-40B4-BE49-F238E27FC236}">
                <a16:creationId xmlns:a16="http://schemas.microsoft.com/office/drawing/2014/main" id="{9CBD0766-EC9A-439F-A1F4-5410BE142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931" y="271311"/>
            <a:ext cx="130506" cy="130500"/>
          </a:xfrm>
          <a:custGeom xmlns:a="http://schemas.openxmlformats.org/drawingml/2006/main">
            <a:pathLst>
              <a:path w="113951" h="113946">
                <a:moveTo>
                  <a:pt x="0" y="0"/>
                </a:moveTo>
                <a:lnTo>
                  <a:pt x="0" y="113946"/>
                </a:lnTo>
                <a:lnTo>
                  <a:pt x="113951" y="11394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10" name="path-309">
            <a:extLst xmlns:a="http://schemas.openxmlformats.org/drawingml/2006/main">
              <a:ext uri="{FF2B5EF4-FFF2-40B4-BE49-F238E27FC236}">
                <a16:creationId xmlns:a16="http://schemas.microsoft.com/office/drawing/2014/main" id="{AC341B9B-581D-4519-9FC1-6DC42F5A6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897" y="401844"/>
            <a:ext cx="130573" cy="130574"/>
          </a:xfrm>
          <a:custGeom xmlns:a="http://schemas.openxmlformats.org/drawingml/2006/main">
            <a:pathLst>
              <a:path w="114009" h="114010">
                <a:moveTo>
                  <a:pt x="0" y="0"/>
                </a:moveTo>
                <a:lnTo>
                  <a:pt x="114009" y="0"/>
                </a:lnTo>
                <a:lnTo>
                  <a:pt x="114009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" name="path-310">
            <a:extLst xmlns:a="http://schemas.openxmlformats.org/drawingml/2006/main">
              <a:ext uri="{FF2B5EF4-FFF2-40B4-BE49-F238E27FC236}">
                <a16:creationId xmlns:a16="http://schemas.microsoft.com/office/drawing/2014/main" id="{A2BBF131-9E1C-481C-8568-3FE527769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931" y="401811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12" name="path-311">
            <a:extLst xmlns:a="http://schemas.openxmlformats.org/drawingml/2006/main">
              <a:ext uri="{FF2B5EF4-FFF2-40B4-BE49-F238E27FC236}">
                <a16:creationId xmlns:a16="http://schemas.microsoft.com/office/drawing/2014/main" id="{575EF707-7A34-4988-89F8-D96F88E49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897" y="532445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" name="path-312">
            <a:extLst xmlns:a="http://schemas.openxmlformats.org/drawingml/2006/main">
              <a:ext uri="{FF2B5EF4-FFF2-40B4-BE49-F238E27FC236}">
                <a16:creationId xmlns:a16="http://schemas.microsoft.com/office/drawing/2014/main" id="{E8C065C9-8A7B-46E0-9059-815AB53B0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931" y="53241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14" name="path-313">
            <a:extLst xmlns:a="http://schemas.openxmlformats.org/drawingml/2006/main">
              <a:ext uri="{FF2B5EF4-FFF2-40B4-BE49-F238E27FC236}">
                <a16:creationId xmlns:a16="http://schemas.microsoft.com/office/drawing/2014/main" id="{34D72572-F7BD-43C5-B210-30404B9F2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897" y="662951"/>
            <a:ext cx="130573" cy="130572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" name="path-314">
            <a:extLst xmlns:a="http://schemas.openxmlformats.org/drawingml/2006/main">
              <a:ext uri="{FF2B5EF4-FFF2-40B4-BE49-F238E27FC236}">
                <a16:creationId xmlns:a16="http://schemas.microsoft.com/office/drawing/2014/main" id="{C3521FF6-0F0C-4439-B48F-73DFD4D807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931" y="663019"/>
            <a:ext cx="130506" cy="130500"/>
          </a:xfrm>
          <a:custGeom xmlns:a="http://schemas.openxmlformats.org/drawingml/2006/main">
            <a:pathLst>
              <a:path w="113951" h="113946">
                <a:moveTo>
                  <a:pt x="0" y="0"/>
                </a:moveTo>
                <a:lnTo>
                  <a:pt x="0" y="113946"/>
                </a:lnTo>
                <a:lnTo>
                  <a:pt x="113951" y="11394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16" name="path-315">
            <a:extLst xmlns:a="http://schemas.openxmlformats.org/drawingml/2006/main">
              <a:ext uri="{FF2B5EF4-FFF2-40B4-BE49-F238E27FC236}">
                <a16:creationId xmlns:a16="http://schemas.microsoft.com/office/drawing/2014/main" id="{6C3B20AF-82CA-46C6-AB48-91640A335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09" y="793561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" name="path-316">
            <a:extLst xmlns:a="http://schemas.openxmlformats.org/drawingml/2006/main">
              <a:ext uri="{FF2B5EF4-FFF2-40B4-BE49-F238E27FC236}">
                <a16:creationId xmlns:a16="http://schemas.microsoft.com/office/drawing/2014/main" id="{3571A3DD-0ED9-4C08-8CE2-58BEC4385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7626" y="79351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18" name="path-317">
            <a:extLst xmlns:a="http://schemas.openxmlformats.org/drawingml/2006/main">
              <a:ext uri="{FF2B5EF4-FFF2-40B4-BE49-F238E27FC236}">
                <a16:creationId xmlns:a16="http://schemas.microsoft.com/office/drawing/2014/main" id="{ABD0AC38-67BD-42AF-9FD5-5C2A04E45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181" y="793561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" name="path-318">
            <a:extLst xmlns:a="http://schemas.openxmlformats.org/drawingml/2006/main">
              <a:ext uri="{FF2B5EF4-FFF2-40B4-BE49-F238E27FC236}">
                <a16:creationId xmlns:a16="http://schemas.microsoft.com/office/drawing/2014/main" id="{0D859BBF-8F49-4135-9307-148AABCB1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8224" y="793518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20" name="path-319">
            <a:extLst xmlns:a="http://schemas.openxmlformats.org/drawingml/2006/main">
              <a:ext uri="{FF2B5EF4-FFF2-40B4-BE49-F238E27FC236}">
                <a16:creationId xmlns:a16="http://schemas.microsoft.com/office/drawing/2014/main" id="{B86F2B12-6769-41ED-9B44-1645D9AF6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53" y="793561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" name="path-320">
            <a:extLst xmlns:a="http://schemas.openxmlformats.org/drawingml/2006/main">
              <a:ext uri="{FF2B5EF4-FFF2-40B4-BE49-F238E27FC236}">
                <a16:creationId xmlns:a16="http://schemas.microsoft.com/office/drawing/2014/main" id="{2296A586-FBE8-4949-8DF5-6B007D2C5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730" y="79351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22" name="path-321">
            <a:extLst xmlns:a="http://schemas.openxmlformats.org/drawingml/2006/main">
              <a:ext uri="{FF2B5EF4-FFF2-40B4-BE49-F238E27FC236}">
                <a16:creationId xmlns:a16="http://schemas.microsoft.com/office/drawing/2014/main" id="{C5A16AD4-E8CB-4DBB-A42B-0F0B6C46B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25" y="793561"/>
            <a:ext cx="130572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" name="path-322">
            <a:extLst xmlns:a="http://schemas.openxmlformats.org/drawingml/2006/main">
              <a:ext uri="{FF2B5EF4-FFF2-40B4-BE49-F238E27FC236}">
                <a16:creationId xmlns:a16="http://schemas.microsoft.com/office/drawing/2014/main" id="{2215A71A-C5ED-4A43-944C-9CDE16034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334" y="79351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24" name="path-323">
            <a:extLst xmlns:a="http://schemas.openxmlformats.org/drawingml/2006/main">
              <a:ext uri="{FF2B5EF4-FFF2-40B4-BE49-F238E27FC236}">
                <a16:creationId xmlns:a16="http://schemas.microsoft.com/office/drawing/2014/main" id="{A932A724-8025-4E81-9C30-EBE195650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897" y="793561"/>
            <a:ext cx="130573" cy="130573"/>
          </a:xfrm>
          <a:custGeom xmlns:a="http://schemas.openxmlformats.org/drawingml/2006/main">
            <a:pathLst>
              <a:path w="114009" h="114009">
                <a:moveTo>
                  <a:pt x="0" y="0"/>
                </a:moveTo>
                <a:lnTo>
                  <a:pt x="114009" y="0"/>
                </a:lnTo>
                <a:lnTo>
                  <a:pt x="114009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" name="path-324">
            <a:extLst xmlns:a="http://schemas.openxmlformats.org/drawingml/2006/main">
              <a:ext uri="{FF2B5EF4-FFF2-40B4-BE49-F238E27FC236}">
                <a16:creationId xmlns:a16="http://schemas.microsoft.com/office/drawing/2014/main" id="{8A0E9413-D7A8-4038-96C7-16CCCE8FA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9931" y="793518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26" name="path-325">
            <a:extLst xmlns:a="http://schemas.openxmlformats.org/drawingml/2006/main">
              <a:ext uri="{FF2B5EF4-FFF2-40B4-BE49-F238E27FC236}">
                <a16:creationId xmlns:a16="http://schemas.microsoft.com/office/drawing/2014/main" id="{752B8784-41B8-423B-A5E8-AE33D7374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8739" y="441841"/>
            <a:ext cx="298406" cy="295212"/>
          </a:xfrm>
          <a:custGeom xmlns:a="http://schemas.openxmlformats.org/drawingml/2006/main">
            <a:pathLst>
              <a:path w="260553" h="257764">
                <a:moveTo>
                  <a:pt x="0" y="0"/>
                </a:moveTo>
                <a:lnTo>
                  <a:pt x="260553" y="0"/>
                </a:lnTo>
                <a:lnTo>
                  <a:pt x="260553" y="257764"/>
                </a:lnTo>
                <a:lnTo>
                  <a:pt x="0" y="257764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" name="path-327">
            <a:extLst xmlns:a="http://schemas.openxmlformats.org/drawingml/2006/main">
              <a:ext uri="{FF2B5EF4-FFF2-40B4-BE49-F238E27FC236}">
                <a16:creationId xmlns:a16="http://schemas.microsoft.com/office/drawing/2014/main" id="{DB957207-78AA-429D-BA1F-238108B90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4183" y="526961"/>
            <a:ext cx="86724" cy="95200"/>
          </a:xfrm>
          <a:custGeom xmlns:a="http://schemas.openxmlformats.org/drawingml/2006/main">
            <a:pathLst>
              <a:path w="75723" h="83124">
                <a:moveTo>
                  <a:pt x="64516" y="10528"/>
                </a:moveTo>
                <a:cubicBezTo>
                  <a:pt x="58554" y="12878"/>
                  <a:pt x="56927" y="18299"/>
                  <a:pt x="56927" y="20831"/>
                </a:cubicBezTo>
                <a:cubicBezTo>
                  <a:pt x="56927" y="25527"/>
                  <a:pt x="60722" y="28237"/>
                  <a:pt x="64698" y="28237"/>
                </a:cubicBezTo>
                <a:cubicBezTo>
                  <a:pt x="69036" y="28237"/>
                  <a:pt x="75723" y="24625"/>
                  <a:pt x="75723" y="15950"/>
                </a:cubicBezTo>
                <a:cubicBezTo>
                  <a:pt x="75723" y="6326"/>
                  <a:pt x="66143" y="0"/>
                  <a:pt x="49879" y="0"/>
                </a:cubicBezTo>
                <a:cubicBezTo>
                  <a:pt x="44637" y="0"/>
                  <a:pt x="34516" y="364"/>
                  <a:pt x="26205" y="6690"/>
                </a:cubicBezTo>
                <a:cubicBezTo>
                  <a:pt x="18073" y="12878"/>
                  <a:pt x="15180" y="23359"/>
                  <a:pt x="15180" y="27876"/>
                </a:cubicBezTo>
                <a:cubicBezTo>
                  <a:pt x="15180" y="33298"/>
                  <a:pt x="17712" y="38355"/>
                  <a:pt x="21685" y="41606"/>
                </a:cubicBezTo>
                <a:cubicBezTo>
                  <a:pt x="26746" y="45583"/>
                  <a:pt x="29820" y="46123"/>
                  <a:pt x="42108" y="48472"/>
                </a:cubicBezTo>
                <a:cubicBezTo>
                  <a:pt x="47529" y="49374"/>
                  <a:pt x="58372" y="51362"/>
                  <a:pt x="58372" y="59494"/>
                </a:cubicBezTo>
                <a:cubicBezTo>
                  <a:pt x="58372" y="60217"/>
                  <a:pt x="58372" y="76619"/>
                  <a:pt x="31444" y="76619"/>
                </a:cubicBezTo>
                <a:cubicBezTo>
                  <a:pt x="22590" y="76619"/>
                  <a:pt x="15903" y="74832"/>
                  <a:pt x="11926" y="71964"/>
                </a:cubicBezTo>
                <a:cubicBezTo>
                  <a:pt x="18073" y="70158"/>
                  <a:pt x="21867" y="64916"/>
                  <a:pt x="21867" y="59494"/>
                </a:cubicBezTo>
                <a:cubicBezTo>
                  <a:pt x="21867" y="52989"/>
                  <a:pt x="16625" y="51180"/>
                  <a:pt x="13013" y="51180"/>
                </a:cubicBezTo>
                <a:cubicBezTo>
                  <a:pt x="6866" y="51180"/>
                  <a:pt x="0" y="56243"/>
                  <a:pt x="0" y="65277"/>
                </a:cubicBezTo>
                <a:cubicBezTo>
                  <a:pt x="0" y="76980"/>
                  <a:pt x="12652" y="83124"/>
                  <a:pt x="31083" y="83124"/>
                </a:cubicBezTo>
                <a:cubicBezTo>
                  <a:pt x="72290" y="83124"/>
                  <a:pt x="72290" y="52267"/>
                  <a:pt x="72290" y="52085"/>
                </a:cubicBezTo>
                <a:cubicBezTo>
                  <a:pt x="72290" y="45944"/>
                  <a:pt x="69215" y="41066"/>
                  <a:pt x="65059" y="37453"/>
                </a:cubicBezTo>
                <a:cubicBezTo>
                  <a:pt x="59456" y="32575"/>
                  <a:pt x="52589" y="31309"/>
                  <a:pt x="46264" y="30226"/>
                </a:cubicBezTo>
                <a:cubicBezTo>
                  <a:pt x="36325" y="28419"/>
                  <a:pt x="29277" y="27154"/>
                  <a:pt x="29277" y="20467"/>
                </a:cubicBezTo>
                <a:cubicBezTo>
                  <a:pt x="29277" y="20105"/>
                  <a:pt x="29277" y="6508"/>
                  <a:pt x="49518" y="6508"/>
                </a:cubicBezTo>
                <a:cubicBezTo>
                  <a:pt x="53133" y="6508"/>
                  <a:pt x="59638" y="6872"/>
                  <a:pt x="64516" y="1052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" name="path-328">
            <a:extLst xmlns:a="http://schemas.openxmlformats.org/drawingml/2006/main">
              <a:ext uri="{FF2B5EF4-FFF2-40B4-BE49-F238E27FC236}">
                <a16:creationId xmlns:a16="http://schemas.microsoft.com/office/drawing/2014/main" id="{7E38471D-1D57-4036-8D1D-53C17F23B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71476" y="555393"/>
            <a:ext cx="64038" cy="96211"/>
          </a:xfrm>
          <a:custGeom xmlns:a="http://schemas.openxmlformats.org/drawingml/2006/main">
            <a:pathLst>
              <a:path w="55915" h="84006">
                <a:moveTo>
                  <a:pt x="55915" y="60978"/>
                </a:moveTo>
                <a:lnTo>
                  <a:pt x="51614" y="60978"/>
                </a:lnTo>
                <a:cubicBezTo>
                  <a:pt x="51234" y="63763"/>
                  <a:pt x="49969" y="71230"/>
                  <a:pt x="48325" y="72496"/>
                </a:cubicBezTo>
                <a:cubicBezTo>
                  <a:pt x="47313" y="73254"/>
                  <a:pt x="37573" y="73254"/>
                  <a:pt x="35801" y="73254"/>
                </a:cubicBezTo>
                <a:lnTo>
                  <a:pt x="12524" y="73254"/>
                </a:lnTo>
                <a:cubicBezTo>
                  <a:pt x="25808" y="61484"/>
                  <a:pt x="30234" y="57941"/>
                  <a:pt x="37826" y="51992"/>
                </a:cubicBezTo>
                <a:cubicBezTo>
                  <a:pt x="47186" y="44526"/>
                  <a:pt x="55915" y="36679"/>
                  <a:pt x="55915" y="24658"/>
                </a:cubicBezTo>
                <a:cubicBezTo>
                  <a:pt x="55915" y="9358"/>
                  <a:pt x="42505" y="0"/>
                  <a:pt x="26314" y="0"/>
                </a:cubicBezTo>
                <a:cubicBezTo>
                  <a:pt x="10626" y="0"/>
                  <a:pt x="0" y="11001"/>
                  <a:pt x="0" y="22633"/>
                </a:cubicBezTo>
                <a:cubicBezTo>
                  <a:pt x="0" y="29086"/>
                  <a:pt x="5440" y="29717"/>
                  <a:pt x="6706" y="29717"/>
                </a:cubicBezTo>
                <a:cubicBezTo>
                  <a:pt x="9742" y="29717"/>
                  <a:pt x="13410" y="27566"/>
                  <a:pt x="13410" y="23013"/>
                </a:cubicBezTo>
                <a:cubicBezTo>
                  <a:pt x="13410" y="20735"/>
                  <a:pt x="12524" y="16307"/>
                  <a:pt x="5945" y="16307"/>
                </a:cubicBezTo>
                <a:cubicBezTo>
                  <a:pt x="9868" y="7335"/>
                  <a:pt x="18471" y="4555"/>
                  <a:pt x="24416" y="4555"/>
                </a:cubicBezTo>
                <a:cubicBezTo>
                  <a:pt x="37065" y="4555"/>
                  <a:pt x="43644" y="14412"/>
                  <a:pt x="43644" y="24658"/>
                </a:cubicBezTo>
                <a:cubicBezTo>
                  <a:pt x="43644" y="35666"/>
                  <a:pt x="35801" y="44399"/>
                  <a:pt x="31753" y="48954"/>
                </a:cubicBezTo>
                <a:lnTo>
                  <a:pt x="1266" y="79074"/>
                </a:lnTo>
                <a:cubicBezTo>
                  <a:pt x="0" y="80211"/>
                  <a:pt x="0" y="80464"/>
                  <a:pt x="0" y="84006"/>
                </a:cubicBezTo>
                <a:lnTo>
                  <a:pt x="52120" y="84006"/>
                </a:lnTo>
                <a:lnTo>
                  <a:pt x="55915" y="6097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" name="path-329">
            <a:extLst xmlns:a="http://schemas.openxmlformats.org/drawingml/2006/main">
              <a:ext uri="{FF2B5EF4-FFF2-40B4-BE49-F238E27FC236}">
                <a16:creationId xmlns:a16="http://schemas.microsoft.com/office/drawing/2014/main" id="{90212514-F07E-485B-A32A-A6F0B453B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82" y="127706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" name="path-330">
            <a:extLst xmlns:a="http://schemas.openxmlformats.org/drawingml/2006/main">
              <a:ext uri="{FF2B5EF4-FFF2-40B4-BE49-F238E27FC236}">
                <a16:creationId xmlns:a16="http://schemas.microsoft.com/office/drawing/2014/main" id="{C3EA0921-209F-478F-953F-38B608E6A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43" y="12777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31" name="path-331">
            <a:extLst xmlns:a="http://schemas.openxmlformats.org/drawingml/2006/main">
              <a:ext uri="{FF2B5EF4-FFF2-40B4-BE49-F238E27FC236}">
                <a16:creationId xmlns:a16="http://schemas.microsoft.com/office/drawing/2014/main" id="{EBD3AAE6-4E0B-43D8-9880-AC7D48C46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64" y="127706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" name="path-332">
            <a:extLst xmlns:a="http://schemas.openxmlformats.org/drawingml/2006/main">
              <a:ext uri="{FF2B5EF4-FFF2-40B4-BE49-F238E27FC236}">
                <a16:creationId xmlns:a16="http://schemas.microsoft.com/office/drawing/2014/main" id="{79C3D40E-2AFC-408A-9AA4-0C89C0E03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47" y="127771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33" name="path-333">
            <a:extLst xmlns:a="http://schemas.openxmlformats.org/drawingml/2006/main">
              <a:ext uri="{FF2B5EF4-FFF2-40B4-BE49-F238E27FC236}">
                <a16:creationId xmlns:a16="http://schemas.microsoft.com/office/drawing/2014/main" id="{FA2AF661-1E55-46EB-BE3F-07DB25DDC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36" y="127706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" name="path-334">
            <a:extLst xmlns:a="http://schemas.openxmlformats.org/drawingml/2006/main">
              <a:ext uri="{FF2B5EF4-FFF2-40B4-BE49-F238E27FC236}">
                <a16:creationId xmlns:a16="http://schemas.microsoft.com/office/drawing/2014/main" id="{B568EF13-3D3E-4F2F-8BF9-16068F612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44" y="127771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35" name="path-335">
            <a:extLst xmlns:a="http://schemas.openxmlformats.org/drawingml/2006/main">
              <a:ext uri="{FF2B5EF4-FFF2-40B4-BE49-F238E27FC236}">
                <a16:creationId xmlns:a16="http://schemas.microsoft.com/office/drawing/2014/main" id="{796DF033-E7D7-40AB-BD91-E416494F9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82" y="258307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" name="path-336">
            <a:extLst xmlns:a="http://schemas.openxmlformats.org/drawingml/2006/main">
              <a:ext uri="{FF2B5EF4-FFF2-40B4-BE49-F238E27FC236}">
                <a16:creationId xmlns:a16="http://schemas.microsoft.com/office/drawing/2014/main" id="{C3FD8F18-1557-4D13-B2E4-02B6AE646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43" y="25827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37" name="path-337">
            <a:extLst xmlns:a="http://schemas.openxmlformats.org/drawingml/2006/main">
              <a:ext uri="{FF2B5EF4-FFF2-40B4-BE49-F238E27FC236}">
                <a16:creationId xmlns:a16="http://schemas.microsoft.com/office/drawing/2014/main" id="{700BFCD1-1874-4245-9AA1-0B94F3B4C1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64" y="258307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" name="path-338">
            <a:extLst xmlns:a="http://schemas.openxmlformats.org/drawingml/2006/main">
              <a:ext uri="{FF2B5EF4-FFF2-40B4-BE49-F238E27FC236}">
                <a16:creationId xmlns:a16="http://schemas.microsoft.com/office/drawing/2014/main" id="{E7BFF35E-5BE2-405F-8B79-D30A8B0EC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47" y="25827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39" name="path-339">
            <a:extLst xmlns:a="http://schemas.openxmlformats.org/drawingml/2006/main">
              <a:ext uri="{FF2B5EF4-FFF2-40B4-BE49-F238E27FC236}">
                <a16:creationId xmlns:a16="http://schemas.microsoft.com/office/drawing/2014/main" id="{57A26A56-492E-430A-AA16-875A98B60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36" y="258307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" name="path-340">
            <a:extLst xmlns:a="http://schemas.openxmlformats.org/drawingml/2006/main">
              <a:ext uri="{FF2B5EF4-FFF2-40B4-BE49-F238E27FC236}">
                <a16:creationId xmlns:a16="http://schemas.microsoft.com/office/drawing/2014/main" id="{DAC63506-8429-49C9-9A69-EB348CA59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44" y="25827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41" name="path-341">
            <a:extLst xmlns:a="http://schemas.openxmlformats.org/drawingml/2006/main">
              <a:ext uri="{FF2B5EF4-FFF2-40B4-BE49-F238E27FC236}">
                <a16:creationId xmlns:a16="http://schemas.microsoft.com/office/drawing/2014/main" id="{8EF82330-66A3-4E3E-B66D-337D4A775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82" y="388907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" name="path-342">
            <a:extLst xmlns:a="http://schemas.openxmlformats.org/drawingml/2006/main">
              <a:ext uri="{FF2B5EF4-FFF2-40B4-BE49-F238E27FC236}">
                <a16:creationId xmlns:a16="http://schemas.microsoft.com/office/drawing/2014/main" id="{61E4349B-FAB8-483C-BB43-6E40F7590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43" y="388881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43" name="path-343">
            <a:extLst xmlns:a="http://schemas.openxmlformats.org/drawingml/2006/main">
              <a:ext uri="{FF2B5EF4-FFF2-40B4-BE49-F238E27FC236}">
                <a16:creationId xmlns:a16="http://schemas.microsoft.com/office/drawing/2014/main" id="{D222C4D4-212C-40AF-9CE9-3062CCC52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64" y="388907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" name="path-344">
            <a:extLst xmlns:a="http://schemas.openxmlformats.org/drawingml/2006/main">
              <a:ext uri="{FF2B5EF4-FFF2-40B4-BE49-F238E27FC236}">
                <a16:creationId xmlns:a16="http://schemas.microsoft.com/office/drawing/2014/main" id="{9C992E0A-672A-435E-8F8E-35530C5DD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47" y="388881"/>
            <a:ext cx="130597" cy="130597"/>
          </a:xfrm>
          <a:custGeom xmlns:a="http://schemas.openxmlformats.org/drawingml/2006/main">
            <a:pathLst>
              <a:path w="114031" h="114031">
                <a:moveTo>
                  <a:pt x="0" y="0"/>
                </a:moveTo>
                <a:lnTo>
                  <a:pt x="0" y="114031"/>
                </a:lnTo>
                <a:lnTo>
                  <a:pt x="114031" y="11403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45" name="path-345">
            <a:extLst xmlns:a="http://schemas.openxmlformats.org/drawingml/2006/main">
              <a:ext uri="{FF2B5EF4-FFF2-40B4-BE49-F238E27FC236}">
                <a16:creationId xmlns:a16="http://schemas.microsoft.com/office/drawing/2014/main" id="{EDB2517B-E45B-4D02-BB95-B79DF8C87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36" y="388907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" name="path-346">
            <a:extLst xmlns:a="http://schemas.openxmlformats.org/drawingml/2006/main">
              <a:ext uri="{FF2B5EF4-FFF2-40B4-BE49-F238E27FC236}">
                <a16:creationId xmlns:a16="http://schemas.microsoft.com/office/drawing/2014/main" id="{91F51D95-3D9F-4B23-939C-D9E77A302E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44" y="388881"/>
            <a:ext cx="130597" cy="130597"/>
          </a:xfrm>
          <a:custGeom xmlns:a="http://schemas.openxmlformats.org/drawingml/2006/main">
            <a:pathLst>
              <a:path w="114031" h="114031">
                <a:moveTo>
                  <a:pt x="0" y="0"/>
                </a:moveTo>
                <a:lnTo>
                  <a:pt x="0" y="114031"/>
                </a:lnTo>
                <a:lnTo>
                  <a:pt x="114031" y="11403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47" name="path-347">
            <a:extLst xmlns:a="http://schemas.openxmlformats.org/drawingml/2006/main">
              <a:ext uri="{FF2B5EF4-FFF2-40B4-BE49-F238E27FC236}">
                <a16:creationId xmlns:a16="http://schemas.microsoft.com/office/drawing/2014/main" id="{B168706C-098A-413B-890F-094AD1BC6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08" y="127706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" name="path-348">
            <a:extLst xmlns:a="http://schemas.openxmlformats.org/drawingml/2006/main">
              <a:ext uri="{FF2B5EF4-FFF2-40B4-BE49-F238E27FC236}">
                <a16:creationId xmlns:a16="http://schemas.microsoft.com/office/drawing/2014/main" id="{03D2CC9C-B194-4D52-B10F-80AF7ED19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41" y="127771"/>
            <a:ext cx="130513" cy="130506"/>
          </a:xfrm>
          <a:custGeom xmlns:a="http://schemas.openxmlformats.org/drawingml/2006/main">
            <a:pathLst>
              <a:path w="113957" h="113951">
                <a:moveTo>
                  <a:pt x="0" y="0"/>
                </a:moveTo>
                <a:lnTo>
                  <a:pt x="0" y="113951"/>
                </a:lnTo>
                <a:lnTo>
                  <a:pt x="113957" y="113951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49" name="path-349">
            <a:extLst xmlns:a="http://schemas.openxmlformats.org/drawingml/2006/main">
              <a:ext uri="{FF2B5EF4-FFF2-40B4-BE49-F238E27FC236}">
                <a16:creationId xmlns:a16="http://schemas.microsoft.com/office/drawing/2014/main" id="{0EE0B889-67C8-43FF-8F94-8204953A4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08" y="258307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" name="path-350">
            <a:extLst xmlns:a="http://schemas.openxmlformats.org/drawingml/2006/main">
              <a:ext uri="{FF2B5EF4-FFF2-40B4-BE49-F238E27FC236}">
                <a16:creationId xmlns:a16="http://schemas.microsoft.com/office/drawing/2014/main" id="{F6302BBF-A636-4702-8E34-16237A0B4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41" y="258278"/>
            <a:ext cx="130513" cy="130604"/>
          </a:xfrm>
          <a:custGeom xmlns:a="http://schemas.openxmlformats.org/drawingml/2006/main">
            <a:pathLst>
              <a:path w="113957" h="114036">
                <a:moveTo>
                  <a:pt x="0" y="0"/>
                </a:moveTo>
                <a:lnTo>
                  <a:pt x="0" y="114036"/>
                </a:lnTo>
                <a:lnTo>
                  <a:pt x="113957" y="114036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51" name="path-351">
            <a:extLst xmlns:a="http://schemas.openxmlformats.org/drawingml/2006/main">
              <a:ext uri="{FF2B5EF4-FFF2-40B4-BE49-F238E27FC236}">
                <a16:creationId xmlns:a16="http://schemas.microsoft.com/office/drawing/2014/main" id="{14F1EC0A-DF82-4E81-9183-35DAECCC4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08" y="388907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" name="path-352">
            <a:extLst xmlns:a="http://schemas.openxmlformats.org/drawingml/2006/main">
              <a:ext uri="{FF2B5EF4-FFF2-40B4-BE49-F238E27FC236}">
                <a16:creationId xmlns:a16="http://schemas.microsoft.com/office/drawing/2014/main" id="{AAA2F2B7-1AD4-45EA-B72F-2AD151EB08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41" y="388881"/>
            <a:ext cx="130513" cy="130597"/>
          </a:xfrm>
          <a:custGeom xmlns:a="http://schemas.openxmlformats.org/drawingml/2006/main">
            <a:pathLst>
              <a:path w="113957" h="114031">
                <a:moveTo>
                  <a:pt x="0" y="0"/>
                </a:moveTo>
                <a:lnTo>
                  <a:pt x="0" y="114031"/>
                </a:lnTo>
                <a:lnTo>
                  <a:pt x="113957" y="114031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53" name="path-353">
            <a:extLst xmlns:a="http://schemas.openxmlformats.org/drawingml/2006/main">
              <a:ext uri="{FF2B5EF4-FFF2-40B4-BE49-F238E27FC236}">
                <a16:creationId xmlns:a16="http://schemas.microsoft.com/office/drawing/2014/main" id="{66D6E00A-7002-4FA4-891A-493EF2B50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82" y="5194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" name="path-354">
            <a:extLst xmlns:a="http://schemas.openxmlformats.org/drawingml/2006/main">
              <a:ext uri="{FF2B5EF4-FFF2-40B4-BE49-F238E27FC236}">
                <a16:creationId xmlns:a16="http://schemas.microsoft.com/office/drawing/2014/main" id="{BB468FA2-3EDE-4169-8E41-5051E9474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43" y="51947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55" name="path-355">
            <a:extLst xmlns:a="http://schemas.openxmlformats.org/drawingml/2006/main">
              <a:ext uri="{FF2B5EF4-FFF2-40B4-BE49-F238E27FC236}">
                <a16:creationId xmlns:a16="http://schemas.microsoft.com/office/drawing/2014/main" id="{C68A84D8-DA96-4C62-9C67-07DAE11F9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64" y="5194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" name="path-356">
            <a:extLst xmlns:a="http://schemas.openxmlformats.org/drawingml/2006/main">
              <a:ext uri="{FF2B5EF4-FFF2-40B4-BE49-F238E27FC236}">
                <a16:creationId xmlns:a16="http://schemas.microsoft.com/office/drawing/2014/main" id="{5B8B5CFB-69E1-42B8-99A9-95DAF8DFD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47" y="519479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57" name="path-357">
            <a:extLst xmlns:a="http://schemas.openxmlformats.org/drawingml/2006/main">
              <a:ext uri="{FF2B5EF4-FFF2-40B4-BE49-F238E27FC236}">
                <a16:creationId xmlns:a16="http://schemas.microsoft.com/office/drawing/2014/main" id="{6D980E35-1C68-491B-A1A9-D531CB59DB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36" y="5194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" name="path-358">
            <a:extLst xmlns:a="http://schemas.openxmlformats.org/drawingml/2006/main">
              <a:ext uri="{FF2B5EF4-FFF2-40B4-BE49-F238E27FC236}">
                <a16:creationId xmlns:a16="http://schemas.microsoft.com/office/drawing/2014/main" id="{C2C074FB-9DB2-4D18-918A-E9D42C6CD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44" y="519479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59" name="path-359">
            <a:extLst xmlns:a="http://schemas.openxmlformats.org/drawingml/2006/main">
              <a:ext uri="{FF2B5EF4-FFF2-40B4-BE49-F238E27FC236}">
                <a16:creationId xmlns:a16="http://schemas.microsoft.com/office/drawing/2014/main" id="{250CC867-C6DB-4FA1-9A89-6E864FB69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08" y="5194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" name="path-360">
            <a:extLst xmlns:a="http://schemas.openxmlformats.org/drawingml/2006/main">
              <a:ext uri="{FF2B5EF4-FFF2-40B4-BE49-F238E27FC236}">
                <a16:creationId xmlns:a16="http://schemas.microsoft.com/office/drawing/2014/main" id="{316CA662-2E27-4377-90D5-AE6152214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41" y="519479"/>
            <a:ext cx="130513" cy="130506"/>
          </a:xfrm>
          <a:custGeom xmlns:a="http://schemas.openxmlformats.org/drawingml/2006/main">
            <a:pathLst>
              <a:path w="113957" h="113951">
                <a:moveTo>
                  <a:pt x="0" y="0"/>
                </a:moveTo>
                <a:lnTo>
                  <a:pt x="0" y="113951"/>
                </a:lnTo>
                <a:lnTo>
                  <a:pt x="113957" y="113951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61" name="path-361">
            <a:extLst xmlns:a="http://schemas.openxmlformats.org/drawingml/2006/main">
              <a:ext uri="{FF2B5EF4-FFF2-40B4-BE49-F238E27FC236}">
                <a16:creationId xmlns:a16="http://schemas.microsoft.com/office/drawing/2014/main" id="{CBFAB2D7-694F-467E-A0CB-BB152B856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80" y="127706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" name="path-362">
            <a:extLst xmlns:a="http://schemas.openxmlformats.org/drawingml/2006/main">
              <a:ext uri="{FF2B5EF4-FFF2-40B4-BE49-F238E27FC236}">
                <a16:creationId xmlns:a16="http://schemas.microsoft.com/office/drawing/2014/main" id="{BD64A6C3-4304-40D4-87A4-99BF730E5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54" y="127771"/>
            <a:ext cx="130591" cy="130506"/>
          </a:xfrm>
          <a:custGeom xmlns:a="http://schemas.openxmlformats.org/drawingml/2006/main">
            <a:pathLst>
              <a:path w="114025" h="113951">
                <a:moveTo>
                  <a:pt x="0" y="0"/>
                </a:moveTo>
                <a:lnTo>
                  <a:pt x="0" y="113951"/>
                </a:lnTo>
                <a:lnTo>
                  <a:pt x="114025" y="113951"/>
                </a:lnTo>
                <a:lnTo>
                  <a:pt x="11402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63" name="path-363">
            <a:extLst xmlns:a="http://schemas.openxmlformats.org/drawingml/2006/main">
              <a:ext uri="{FF2B5EF4-FFF2-40B4-BE49-F238E27FC236}">
                <a16:creationId xmlns:a16="http://schemas.microsoft.com/office/drawing/2014/main" id="{ACDB4183-632B-4306-999D-8BE8EADBD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80" y="258307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" name="path-364">
            <a:extLst xmlns:a="http://schemas.openxmlformats.org/drawingml/2006/main">
              <a:ext uri="{FF2B5EF4-FFF2-40B4-BE49-F238E27FC236}">
                <a16:creationId xmlns:a16="http://schemas.microsoft.com/office/drawing/2014/main" id="{93F3FE65-296C-423C-8156-ED38B7621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54" y="258278"/>
            <a:ext cx="130591" cy="130604"/>
          </a:xfrm>
          <a:custGeom xmlns:a="http://schemas.openxmlformats.org/drawingml/2006/main">
            <a:pathLst>
              <a:path w="114025" h="114036">
                <a:moveTo>
                  <a:pt x="0" y="0"/>
                </a:moveTo>
                <a:lnTo>
                  <a:pt x="0" y="114036"/>
                </a:lnTo>
                <a:lnTo>
                  <a:pt x="114025" y="114036"/>
                </a:lnTo>
                <a:lnTo>
                  <a:pt x="11402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65" name="path-365">
            <a:extLst xmlns:a="http://schemas.openxmlformats.org/drawingml/2006/main">
              <a:ext uri="{FF2B5EF4-FFF2-40B4-BE49-F238E27FC236}">
                <a16:creationId xmlns:a16="http://schemas.microsoft.com/office/drawing/2014/main" id="{CA852A0A-B4A0-4900-B944-8722763DE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80" y="388907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" name="path-366">
            <a:extLst xmlns:a="http://schemas.openxmlformats.org/drawingml/2006/main">
              <a:ext uri="{FF2B5EF4-FFF2-40B4-BE49-F238E27FC236}">
                <a16:creationId xmlns:a16="http://schemas.microsoft.com/office/drawing/2014/main" id="{C6CCB0A0-0E35-4A5C-9927-3D7297CA45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54" y="388881"/>
            <a:ext cx="130591" cy="130597"/>
          </a:xfrm>
          <a:custGeom xmlns:a="http://schemas.openxmlformats.org/drawingml/2006/main">
            <a:pathLst>
              <a:path w="114025" h="114031">
                <a:moveTo>
                  <a:pt x="0" y="0"/>
                </a:moveTo>
                <a:lnTo>
                  <a:pt x="0" y="114031"/>
                </a:lnTo>
                <a:lnTo>
                  <a:pt x="114025" y="114031"/>
                </a:lnTo>
                <a:lnTo>
                  <a:pt x="11402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67" name="path-367">
            <a:extLst xmlns:a="http://schemas.openxmlformats.org/drawingml/2006/main">
              <a:ext uri="{FF2B5EF4-FFF2-40B4-BE49-F238E27FC236}">
                <a16:creationId xmlns:a16="http://schemas.microsoft.com/office/drawing/2014/main" id="{A02C9FD2-9A1F-40A5-A591-DEDAB4EF8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80" y="5194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" name="path-368">
            <a:extLst xmlns:a="http://schemas.openxmlformats.org/drawingml/2006/main">
              <a:ext uri="{FF2B5EF4-FFF2-40B4-BE49-F238E27FC236}">
                <a16:creationId xmlns:a16="http://schemas.microsoft.com/office/drawing/2014/main" id="{3D133E1B-473C-4128-A7CD-72FAD786E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54" y="519479"/>
            <a:ext cx="130591" cy="130506"/>
          </a:xfrm>
          <a:custGeom xmlns:a="http://schemas.openxmlformats.org/drawingml/2006/main">
            <a:pathLst>
              <a:path w="114025" h="113951">
                <a:moveTo>
                  <a:pt x="0" y="0"/>
                </a:moveTo>
                <a:lnTo>
                  <a:pt x="0" y="113951"/>
                </a:lnTo>
                <a:lnTo>
                  <a:pt x="114025" y="113951"/>
                </a:lnTo>
                <a:lnTo>
                  <a:pt x="11402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69" name="path-369">
            <a:extLst xmlns:a="http://schemas.openxmlformats.org/drawingml/2006/main">
              <a:ext uri="{FF2B5EF4-FFF2-40B4-BE49-F238E27FC236}">
                <a16:creationId xmlns:a16="http://schemas.microsoft.com/office/drawing/2014/main" id="{B5C44D0E-5148-45AA-B8DA-D951150CC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82" y="6500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" name="path-370">
            <a:extLst xmlns:a="http://schemas.openxmlformats.org/drawingml/2006/main">
              <a:ext uri="{FF2B5EF4-FFF2-40B4-BE49-F238E27FC236}">
                <a16:creationId xmlns:a16="http://schemas.microsoft.com/office/drawing/2014/main" id="{A4FCFAC5-F06B-41FF-A7D2-70F3CDFD3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43" y="64998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71" name="path-371">
            <a:extLst xmlns:a="http://schemas.openxmlformats.org/drawingml/2006/main">
              <a:ext uri="{FF2B5EF4-FFF2-40B4-BE49-F238E27FC236}">
                <a16:creationId xmlns:a16="http://schemas.microsoft.com/office/drawing/2014/main" id="{C7666C24-3686-4DE4-BC45-EAABD7CF5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64" y="6500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" name="path-372">
            <a:extLst xmlns:a="http://schemas.openxmlformats.org/drawingml/2006/main">
              <a:ext uri="{FF2B5EF4-FFF2-40B4-BE49-F238E27FC236}">
                <a16:creationId xmlns:a16="http://schemas.microsoft.com/office/drawing/2014/main" id="{9865B3B0-CCD2-462A-83F2-A3BAE075A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00247" y="64998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73" name="path-373">
            <a:extLst xmlns:a="http://schemas.openxmlformats.org/drawingml/2006/main">
              <a:ext uri="{FF2B5EF4-FFF2-40B4-BE49-F238E27FC236}">
                <a16:creationId xmlns:a16="http://schemas.microsoft.com/office/drawing/2014/main" id="{C9E52A4B-C825-40E3-ABC7-40D47BA45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36" y="650013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" name="path-374">
            <a:extLst xmlns:a="http://schemas.openxmlformats.org/drawingml/2006/main">
              <a:ext uri="{FF2B5EF4-FFF2-40B4-BE49-F238E27FC236}">
                <a16:creationId xmlns:a16="http://schemas.microsoft.com/office/drawing/2014/main" id="{1DFA1A6C-40CA-4CB5-8471-2E871DC4AE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0844" y="64998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75" name="path-375">
            <a:extLst xmlns:a="http://schemas.openxmlformats.org/drawingml/2006/main">
              <a:ext uri="{FF2B5EF4-FFF2-40B4-BE49-F238E27FC236}">
                <a16:creationId xmlns:a16="http://schemas.microsoft.com/office/drawing/2014/main" id="{64BC783C-8C47-48E2-8D9F-D4CB40F7F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08" y="6500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" name="path-376">
            <a:extLst xmlns:a="http://schemas.openxmlformats.org/drawingml/2006/main">
              <a:ext uri="{FF2B5EF4-FFF2-40B4-BE49-F238E27FC236}">
                <a16:creationId xmlns:a16="http://schemas.microsoft.com/office/drawing/2014/main" id="{4DB088C0-66C2-488E-9C4F-5A6776E45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1441" y="649985"/>
            <a:ext cx="130513" cy="130604"/>
          </a:xfrm>
          <a:custGeom xmlns:a="http://schemas.openxmlformats.org/drawingml/2006/main">
            <a:pathLst>
              <a:path w="113957" h="114036">
                <a:moveTo>
                  <a:pt x="0" y="0"/>
                </a:moveTo>
                <a:lnTo>
                  <a:pt x="0" y="114036"/>
                </a:lnTo>
                <a:lnTo>
                  <a:pt x="113957" y="114036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77" name="path-377">
            <a:extLst xmlns:a="http://schemas.openxmlformats.org/drawingml/2006/main">
              <a:ext uri="{FF2B5EF4-FFF2-40B4-BE49-F238E27FC236}">
                <a16:creationId xmlns:a16="http://schemas.microsoft.com/office/drawing/2014/main" id="{267269EB-3E50-4B25-8827-517FE9AAD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80" y="650013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" name="path-378">
            <a:extLst xmlns:a="http://schemas.openxmlformats.org/drawingml/2006/main">
              <a:ext uri="{FF2B5EF4-FFF2-40B4-BE49-F238E27FC236}">
                <a16:creationId xmlns:a16="http://schemas.microsoft.com/office/drawing/2014/main" id="{D8407957-005D-4637-8149-2561E7421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954" y="649985"/>
            <a:ext cx="130591" cy="130604"/>
          </a:xfrm>
          <a:custGeom xmlns:a="http://schemas.openxmlformats.org/drawingml/2006/main">
            <a:pathLst>
              <a:path w="114025" h="114036">
                <a:moveTo>
                  <a:pt x="0" y="0"/>
                </a:moveTo>
                <a:lnTo>
                  <a:pt x="0" y="114036"/>
                </a:lnTo>
                <a:lnTo>
                  <a:pt x="114025" y="114036"/>
                </a:lnTo>
                <a:lnTo>
                  <a:pt x="11402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79" name="path-379">
            <a:extLst xmlns:a="http://schemas.openxmlformats.org/drawingml/2006/main">
              <a:ext uri="{FF2B5EF4-FFF2-40B4-BE49-F238E27FC236}">
                <a16:creationId xmlns:a16="http://schemas.microsoft.com/office/drawing/2014/main" id="{EEB60FA8-6526-492A-954C-FBE797B684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43" y="127771"/>
            <a:ext cx="652902" cy="652817"/>
          </a:xfrm>
          <a:custGeom xmlns:a="http://schemas.openxmlformats.org/drawingml/2006/main">
            <a:pathLst>
              <a:path w="570080" h="570006">
                <a:moveTo>
                  <a:pt x="0" y="0"/>
                </a:moveTo>
                <a:lnTo>
                  <a:pt x="0" y="570006"/>
                </a:lnTo>
                <a:lnTo>
                  <a:pt x="570080" y="570006"/>
                </a:lnTo>
                <a:lnTo>
                  <a:pt x="570080" y="570004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380" name="path-380">
            <a:extLst xmlns:a="http://schemas.openxmlformats.org/drawingml/2006/main">
              <a:ext uri="{FF2B5EF4-FFF2-40B4-BE49-F238E27FC236}">
                <a16:creationId xmlns:a16="http://schemas.microsoft.com/office/drawing/2014/main" id="{D360B8C4-63EF-440C-94C2-FCE55C2D98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9643" y="127771"/>
            <a:ext cx="191" cy="191"/>
          </a:xfrm>
          <a:custGeom xmlns:a="http://schemas.openxmlformats.org/drawingml/2006/main">
            <a:pathLst>
              <a:path w="191" h="191">
                <a:moveTo>
                  <a:pt x="34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381" name="path-381">
            <a:extLst xmlns:a="http://schemas.openxmlformats.org/drawingml/2006/main">
              <a:ext uri="{FF2B5EF4-FFF2-40B4-BE49-F238E27FC236}">
                <a16:creationId xmlns:a16="http://schemas.microsoft.com/office/drawing/2014/main" id="{2C26BA39-58FC-4777-A334-323858101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577" y="19947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" name="path-382">
            <a:extLst xmlns:a="http://schemas.openxmlformats.org/drawingml/2006/main">
              <a:ext uri="{FF2B5EF4-FFF2-40B4-BE49-F238E27FC236}">
                <a16:creationId xmlns:a16="http://schemas.microsoft.com/office/drawing/2014/main" id="{A79126EA-D79D-423C-B1E5-21FF34E48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626" y="199541"/>
            <a:ext cx="130500" cy="130506"/>
          </a:xfrm>
          <a:custGeom xmlns:a="http://schemas.openxmlformats.org/drawingml/2006/main">
            <a:pathLst>
              <a:path w="113946" h="113951">
                <a:moveTo>
                  <a:pt x="0" y="0"/>
                </a:moveTo>
                <a:lnTo>
                  <a:pt x="0" y="113951"/>
                </a:lnTo>
                <a:lnTo>
                  <a:pt x="113946" y="11395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83" name="path-383">
            <a:extLst xmlns:a="http://schemas.openxmlformats.org/drawingml/2006/main">
              <a:ext uri="{FF2B5EF4-FFF2-40B4-BE49-F238E27FC236}">
                <a16:creationId xmlns:a16="http://schemas.microsoft.com/office/drawing/2014/main" id="{9430C7CC-4575-4F0E-8905-0ECB8702F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49" y="19947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" name="path-384">
            <a:extLst xmlns:a="http://schemas.openxmlformats.org/drawingml/2006/main">
              <a:ext uri="{FF2B5EF4-FFF2-40B4-BE49-F238E27FC236}">
                <a16:creationId xmlns:a16="http://schemas.microsoft.com/office/drawing/2014/main" id="{83C3FF23-80BB-4D34-BF4E-6F03D8E26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26" y="19954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85" name="path-385">
            <a:extLst xmlns:a="http://schemas.openxmlformats.org/drawingml/2006/main">
              <a:ext uri="{FF2B5EF4-FFF2-40B4-BE49-F238E27FC236}">
                <a16:creationId xmlns:a16="http://schemas.microsoft.com/office/drawing/2014/main" id="{B11959DA-F33C-48D0-9564-A8D521778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30" y="19947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" name="path-386">
            <a:extLst xmlns:a="http://schemas.openxmlformats.org/drawingml/2006/main">
              <a:ext uri="{FF2B5EF4-FFF2-40B4-BE49-F238E27FC236}">
                <a16:creationId xmlns:a16="http://schemas.microsoft.com/office/drawing/2014/main" id="{00D323A9-32A6-451C-9F86-667DC594F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29" y="199541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87" name="path-387">
            <a:extLst xmlns:a="http://schemas.openxmlformats.org/drawingml/2006/main">
              <a:ext uri="{FF2B5EF4-FFF2-40B4-BE49-F238E27FC236}">
                <a16:creationId xmlns:a16="http://schemas.microsoft.com/office/drawing/2014/main" id="{80EA8B90-33CB-4592-BC6D-AE8512CE6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577" y="3300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" name="path-388">
            <a:extLst xmlns:a="http://schemas.openxmlformats.org/drawingml/2006/main">
              <a:ext uri="{FF2B5EF4-FFF2-40B4-BE49-F238E27FC236}">
                <a16:creationId xmlns:a16="http://schemas.microsoft.com/office/drawing/2014/main" id="{4913AF08-529C-4595-B49A-64B59D316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626" y="330048"/>
            <a:ext cx="130500" cy="130597"/>
          </a:xfrm>
          <a:custGeom xmlns:a="http://schemas.openxmlformats.org/drawingml/2006/main">
            <a:pathLst>
              <a:path w="113946" h="114031">
                <a:moveTo>
                  <a:pt x="0" y="0"/>
                </a:moveTo>
                <a:lnTo>
                  <a:pt x="0" y="114031"/>
                </a:lnTo>
                <a:lnTo>
                  <a:pt x="113946" y="11403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89" name="path-389">
            <a:extLst xmlns:a="http://schemas.openxmlformats.org/drawingml/2006/main">
              <a:ext uri="{FF2B5EF4-FFF2-40B4-BE49-F238E27FC236}">
                <a16:creationId xmlns:a16="http://schemas.microsoft.com/office/drawing/2014/main" id="{99CB4C0B-431B-4181-8EEB-9D3F54A67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49" y="3300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" name="path-390">
            <a:extLst xmlns:a="http://schemas.openxmlformats.org/drawingml/2006/main">
              <a:ext uri="{FF2B5EF4-FFF2-40B4-BE49-F238E27FC236}">
                <a16:creationId xmlns:a16="http://schemas.microsoft.com/office/drawing/2014/main" id="{52EBEB80-E353-48C9-81E4-747F621AA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26" y="330048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91" name="path-391">
            <a:extLst xmlns:a="http://schemas.openxmlformats.org/drawingml/2006/main">
              <a:ext uri="{FF2B5EF4-FFF2-40B4-BE49-F238E27FC236}">
                <a16:creationId xmlns:a16="http://schemas.microsoft.com/office/drawing/2014/main" id="{2B421F7B-E55D-472F-9CD9-375AC93C3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30" y="3300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" name="path-392">
            <a:extLst xmlns:a="http://schemas.openxmlformats.org/drawingml/2006/main">
              <a:ext uri="{FF2B5EF4-FFF2-40B4-BE49-F238E27FC236}">
                <a16:creationId xmlns:a16="http://schemas.microsoft.com/office/drawing/2014/main" id="{E5903721-78C5-46E1-AE89-D567D7AF8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29" y="330048"/>
            <a:ext cx="130597" cy="130597"/>
          </a:xfrm>
          <a:custGeom xmlns:a="http://schemas.openxmlformats.org/drawingml/2006/main">
            <a:pathLst>
              <a:path w="114031" h="114031">
                <a:moveTo>
                  <a:pt x="0" y="0"/>
                </a:moveTo>
                <a:lnTo>
                  <a:pt x="0" y="114031"/>
                </a:lnTo>
                <a:lnTo>
                  <a:pt x="114031" y="11403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93" name="path-393">
            <a:extLst xmlns:a="http://schemas.openxmlformats.org/drawingml/2006/main">
              <a:ext uri="{FF2B5EF4-FFF2-40B4-BE49-F238E27FC236}">
                <a16:creationId xmlns:a16="http://schemas.microsoft.com/office/drawing/2014/main" id="{635E960D-C858-4045-9384-A9DC43F696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577" y="4606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" name="path-394">
            <a:extLst xmlns:a="http://schemas.openxmlformats.org/drawingml/2006/main">
              <a:ext uri="{FF2B5EF4-FFF2-40B4-BE49-F238E27FC236}">
                <a16:creationId xmlns:a16="http://schemas.microsoft.com/office/drawing/2014/main" id="{D802917F-CBB6-4EFF-9936-D549BE718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626" y="460645"/>
            <a:ext cx="130500" cy="130604"/>
          </a:xfrm>
          <a:custGeom xmlns:a="http://schemas.openxmlformats.org/drawingml/2006/main">
            <a:pathLst>
              <a:path w="113946" h="114036">
                <a:moveTo>
                  <a:pt x="0" y="0"/>
                </a:moveTo>
                <a:lnTo>
                  <a:pt x="0" y="114036"/>
                </a:lnTo>
                <a:lnTo>
                  <a:pt x="113946" y="114036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95" name="path-395">
            <a:extLst xmlns:a="http://schemas.openxmlformats.org/drawingml/2006/main">
              <a:ext uri="{FF2B5EF4-FFF2-40B4-BE49-F238E27FC236}">
                <a16:creationId xmlns:a16="http://schemas.microsoft.com/office/drawing/2014/main" id="{13A0D708-B41A-4C6A-8638-F751AC20F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49" y="4606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" name="path-396">
            <a:extLst xmlns:a="http://schemas.openxmlformats.org/drawingml/2006/main">
              <a:ext uri="{FF2B5EF4-FFF2-40B4-BE49-F238E27FC236}">
                <a16:creationId xmlns:a16="http://schemas.microsoft.com/office/drawing/2014/main" id="{1EB43917-D5DF-46B8-9A13-6111836BE4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26" y="46064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97" name="path-397">
            <a:extLst xmlns:a="http://schemas.openxmlformats.org/drawingml/2006/main">
              <a:ext uri="{FF2B5EF4-FFF2-40B4-BE49-F238E27FC236}">
                <a16:creationId xmlns:a16="http://schemas.microsoft.com/office/drawing/2014/main" id="{54D77E56-EFBE-4531-BB57-8C7B6EC05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30" y="4606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" name="path-398">
            <a:extLst xmlns:a="http://schemas.openxmlformats.org/drawingml/2006/main">
              <a:ext uri="{FF2B5EF4-FFF2-40B4-BE49-F238E27FC236}">
                <a16:creationId xmlns:a16="http://schemas.microsoft.com/office/drawing/2014/main" id="{4004E576-31C6-4A31-BB64-63E91AA50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29" y="46064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399" name="path-399">
            <a:extLst xmlns:a="http://schemas.openxmlformats.org/drawingml/2006/main">
              <a:ext uri="{FF2B5EF4-FFF2-40B4-BE49-F238E27FC236}">
                <a16:creationId xmlns:a16="http://schemas.microsoft.com/office/drawing/2014/main" id="{71DE4280-4B2A-46D4-9C97-55E461F6E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02" y="19947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" name="path-400">
            <a:extLst xmlns:a="http://schemas.openxmlformats.org/drawingml/2006/main">
              <a:ext uri="{FF2B5EF4-FFF2-40B4-BE49-F238E27FC236}">
                <a16:creationId xmlns:a16="http://schemas.microsoft.com/office/drawing/2014/main" id="{FB8EDA83-EE08-4DEC-B67C-B2F43CFF8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27" y="199541"/>
            <a:ext cx="130506" cy="130506"/>
          </a:xfrm>
          <a:custGeom xmlns:a="http://schemas.openxmlformats.org/drawingml/2006/main">
            <a:pathLst>
              <a:path w="113951" h="113951">
                <a:moveTo>
                  <a:pt x="0" y="0"/>
                </a:moveTo>
                <a:lnTo>
                  <a:pt x="0" y="113951"/>
                </a:lnTo>
                <a:lnTo>
                  <a:pt x="113951" y="11395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01" name="path-401">
            <a:extLst xmlns:a="http://schemas.openxmlformats.org/drawingml/2006/main">
              <a:ext uri="{FF2B5EF4-FFF2-40B4-BE49-F238E27FC236}">
                <a16:creationId xmlns:a16="http://schemas.microsoft.com/office/drawing/2014/main" id="{CA21CEB7-1415-4139-BCF7-7207328C8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02" y="3300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" name="path-402">
            <a:extLst xmlns:a="http://schemas.openxmlformats.org/drawingml/2006/main">
              <a:ext uri="{FF2B5EF4-FFF2-40B4-BE49-F238E27FC236}">
                <a16:creationId xmlns:a16="http://schemas.microsoft.com/office/drawing/2014/main" id="{D80942D3-154F-4822-93C7-FADEC1B55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27" y="330048"/>
            <a:ext cx="130506" cy="130597"/>
          </a:xfrm>
          <a:custGeom xmlns:a="http://schemas.openxmlformats.org/drawingml/2006/main">
            <a:pathLst>
              <a:path w="113951" h="114031">
                <a:moveTo>
                  <a:pt x="0" y="0"/>
                </a:moveTo>
                <a:lnTo>
                  <a:pt x="0" y="114031"/>
                </a:lnTo>
                <a:lnTo>
                  <a:pt x="113951" y="11403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03" name="path-403">
            <a:extLst xmlns:a="http://schemas.openxmlformats.org/drawingml/2006/main">
              <a:ext uri="{FF2B5EF4-FFF2-40B4-BE49-F238E27FC236}">
                <a16:creationId xmlns:a16="http://schemas.microsoft.com/office/drawing/2014/main" id="{B65D22B7-EA16-485F-9AB6-6FE75795F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02" y="4606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" name="path-404">
            <a:extLst xmlns:a="http://schemas.openxmlformats.org/drawingml/2006/main">
              <a:ext uri="{FF2B5EF4-FFF2-40B4-BE49-F238E27FC236}">
                <a16:creationId xmlns:a16="http://schemas.microsoft.com/office/drawing/2014/main" id="{1ED27FAE-1D3D-47F3-8D97-FC01F9A6D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27" y="46064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05" name="path-405">
            <a:extLst xmlns:a="http://schemas.openxmlformats.org/drawingml/2006/main">
              <a:ext uri="{FF2B5EF4-FFF2-40B4-BE49-F238E27FC236}">
                <a16:creationId xmlns:a16="http://schemas.microsoft.com/office/drawing/2014/main" id="{5F49F4C0-407D-4E2D-8E05-0815305FE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577" y="591180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" name="path-406">
            <a:extLst xmlns:a="http://schemas.openxmlformats.org/drawingml/2006/main">
              <a:ext uri="{FF2B5EF4-FFF2-40B4-BE49-F238E27FC236}">
                <a16:creationId xmlns:a16="http://schemas.microsoft.com/office/drawing/2014/main" id="{2A86CCD9-681F-4096-BE3B-53B5B9BB1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626" y="591249"/>
            <a:ext cx="130500" cy="130506"/>
          </a:xfrm>
          <a:custGeom xmlns:a="http://schemas.openxmlformats.org/drawingml/2006/main">
            <a:pathLst>
              <a:path w="113946" h="113951">
                <a:moveTo>
                  <a:pt x="0" y="0"/>
                </a:moveTo>
                <a:lnTo>
                  <a:pt x="0" y="113951"/>
                </a:lnTo>
                <a:lnTo>
                  <a:pt x="113946" y="113951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07" name="path-407">
            <a:extLst xmlns:a="http://schemas.openxmlformats.org/drawingml/2006/main">
              <a:ext uri="{FF2B5EF4-FFF2-40B4-BE49-F238E27FC236}">
                <a16:creationId xmlns:a16="http://schemas.microsoft.com/office/drawing/2014/main" id="{3CCC8194-5F13-4A7A-80D5-9779DB7B7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49" y="591180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" name="path-408">
            <a:extLst xmlns:a="http://schemas.openxmlformats.org/drawingml/2006/main">
              <a:ext uri="{FF2B5EF4-FFF2-40B4-BE49-F238E27FC236}">
                <a16:creationId xmlns:a16="http://schemas.microsoft.com/office/drawing/2014/main" id="{DB57EB45-4657-445D-A9A8-6DCDBA08C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26" y="59124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09" name="path-409">
            <a:extLst xmlns:a="http://schemas.openxmlformats.org/drawingml/2006/main">
              <a:ext uri="{FF2B5EF4-FFF2-40B4-BE49-F238E27FC236}">
                <a16:creationId xmlns:a16="http://schemas.microsoft.com/office/drawing/2014/main" id="{4783BE10-AD79-4FC2-97A7-658149AC9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30" y="591180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" name="path-410">
            <a:extLst xmlns:a="http://schemas.openxmlformats.org/drawingml/2006/main">
              <a:ext uri="{FF2B5EF4-FFF2-40B4-BE49-F238E27FC236}">
                <a16:creationId xmlns:a16="http://schemas.microsoft.com/office/drawing/2014/main" id="{EC24DCB3-DDAF-4D11-91E0-6C7ECFC99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29" y="591249"/>
            <a:ext cx="130597" cy="130506"/>
          </a:xfrm>
          <a:custGeom xmlns:a="http://schemas.openxmlformats.org/drawingml/2006/main">
            <a:pathLst>
              <a:path w="114031" h="113951">
                <a:moveTo>
                  <a:pt x="0" y="0"/>
                </a:moveTo>
                <a:lnTo>
                  <a:pt x="0" y="113951"/>
                </a:lnTo>
                <a:lnTo>
                  <a:pt x="114031" y="113951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11" name="path-411">
            <a:extLst xmlns:a="http://schemas.openxmlformats.org/drawingml/2006/main">
              <a:ext uri="{FF2B5EF4-FFF2-40B4-BE49-F238E27FC236}">
                <a16:creationId xmlns:a16="http://schemas.microsoft.com/office/drawing/2014/main" id="{8B7E30C5-04BA-4C01-89D6-606C0ABFE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02" y="591180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" name="path-412">
            <a:extLst xmlns:a="http://schemas.openxmlformats.org/drawingml/2006/main">
              <a:ext uri="{FF2B5EF4-FFF2-40B4-BE49-F238E27FC236}">
                <a16:creationId xmlns:a16="http://schemas.microsoft.com/office/drawing/2014/main" id="{3C75DDC5-30CC-460D-BD0C-FB2A92AA8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27" y="591249"/>
            <a:ext cx="130506" cy="130506"/>
          </a:xfrm>
          <a:custGeom xmlns:a="http://schemas.openxmlformats.org/drawingml/2006/main">
            <a:pathLst>
              <a:path w="113951" h="113951">
                <a:moveTo>
                  <a:pt x="0" y="0"/>
                </a:moveTo>
                <a:lnTo>
                  <a:pt x="0" y="113951"/>
                </a:lnTo>
                <a:lnTo>
                  <a:pt x="113951" y="113951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13" name="path-413">
            <a:extLst xmlns:a="http://schemas.openxmlformats.org/drawingml/2006/main">
              <a:ext uri="{FF2B5EF4-FFF2-40B4-BE49-F238E27FC236}">
                <a16:creationId xmlns:a16="http://schemas.microsoft.com/office/drawing/2014/main" id="{1E53553A-FA27-419B-B8D5-587CA138A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74" y="19947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" name="path-414">
            <a:extLst xmlns:a="http://schemas.openxmlformats.org/drawingml/2006/main">
              <a:ext uri="{FF2B5EF4-FFF2-40B4-BE49-F238E27FC236}">
                <a16:creationId xmlns:a16="http://schemas.microsoft.com/office/drawing/2014/main" id="{D80E2D97-6DF4-4BF2-ADCE-6F94213BA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33" y="199541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15" name="path-415">
            <a:extLst xmlns:a="http://schemas.openxmlformats.org/drawingml/2006/main">
              <a:ext uri="{FF2B5EF4-FFF2-40B4-BE49-F238E27FC236}">
                <a16:creationId xmlns:a16="http://schemas.microsoft.com/office/drawing/2014/main" id="{75BB0053-2CB0-4402-9923-7031602C6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74" y="3300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" name="path-416">
            <a:extLst xmlns:a="http://schemas.openxmlformats.org/drawingml/2006/main">
              <a:ext uri="{FF2B5EF4-FFF2-40B4-BE49-F238E27FC236}">
                <a16:creationId xmlns:a16="http://schemas.microsoft.com/office/drawing/2014/main" id="{5F19C7EA-1032-4792-976C-5A128F401F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33" y="330048"/>
            <a:ext cx="130604" cy="130597"/>
          </a:xfrm>
          <a:custGeom xmlns:a="http://schemas.openxmlformats.org/drawingml/2006/main">
            <a:pathLst>
              <a:path w="114036" h="114031">
                <a:moveTo>
                  <a:pt x="0" y="0"/>
                </a:moveTo>
                <a:lnTo>
                  <a:pt x="0" y="114031"/>
                </a:lnTo>
                <a:lnTo>
                  <a:pt x="114036" y="11403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17" name="path-417">
            <a:extLst xmlns:a="http://schemas.openxmlformats.org/drawingml/2006/main">
              <a:ext uri="{FF2B5EF4-FFF2-40B4-BE49-F238E27FC236}">
                <a16:creationId xmlns:a16="http://schemas.microsoft.com/office/drawing/2014/main" id="{89AF829D-293A-486B-B2DC-9254C2127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74" y="460675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" name="path-418">
            <a:extLst xmlns:a="http://schemas.openxmlformats.org/drawingml/2006/main">
              <a:ext uri="{FF2B5EF4-FFF2-40B4-BE49-F238E27FC236}">
                <a16:creationId xmlns:a16="http://schemas.microsoft.com/office/drawing/2014/main" id="{BCDBA86E-ED23-4451-BC96-FB20D27DC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33" y="46064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19" name="path-419">
            <a:extLst xmlns:a="http://schemas.openxmlformats.org/drawingml/2006/main">
              <a:ext uri="{FF2B5EF4-FFF2-40B4-BE49-F238E27FC236}">
                <a16:creationId xmlns:a16="http://schemas.microsoft.com/office/drawing/2014/main" id="{23681D54-E4C8-488B-998B-4FF548E60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74" y="591180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" name="path-420">
            <a:extLst xmlns:a="http://schemas.openxmlformats.org/drawingml/2006/main">
              <a:ext uri="{FF2B5EF4-FFF2-40B4-BE49-F238E27FC236}">
                <a16:creationId xmlns:a16="http://schemas.microsoft.com/office/drawing/2014/main" id="{F926C326-46DB-4FE3-AC39-C89164DA4C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33" y="591249"/>
            <a:ext cx="130604" cy="130506"/>
          </a:xfrm>
          <a:custGeom xmlns:a="http://schemas.openxmlformats.org/drawingml/2006/main">
            <a:pathLst>
              <a:path w="114036" h="113951">
                <a:moveTo>
                  <a:pt x="0" y="0"/>
                </a:moveTo>
                <a:lnTo>
                  <a:pt x="0" y="113951"/>
                </a:lnTo>
                <a:lnTo>
                  <a:pt x="114036" y="113951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21" name="path-421">
            <a:extLst xmlns:a="http://schemas.openxmlformats.org/drawingml/2006/main">
              <a:ext uri="{FF2B5EF4-FFF2-40B4-BE49-F238E27FC236}">
                <a16:creationId xmlns:a16="http://schemas.microsoft.com/office/drawing/2014/main" id="{583D23D2-1456-4B36-B8F3-DFC7FC3EF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577" y="721783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" name="path-422">
            <a:extLst xmlns:a="http://schemas.openxmlformats.org/drawingml/2006/main">
              <a:ext uri="{FF2B5EF4-FFF2-40B4-BE49-F238E27FC236}">
                <a16:creationId xmlns:a16="http://schemas.microsoft.com/office/drawing/2014/main" id="{536ECF53-C4D9-4894-9C61-16D813AFE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626" y="721755"/>
            <a:ext cx="130500" cy="130604"/>
          </a:xfrm>
          <a:custGeom xmlns:a="http://schemas.openxmlformats.org/drawingml/2006/main">
            <a:pathLst>
              <a:path w="113946" h="114036">
                <a:moveTo>
                  <a:pt x="0" y="0"/>
                </a:moveTo>
                <a:lnTo>
                  <a:pt x="0" y="114036"/>
                </a:lnTo>
                <a:lnTo>
                  <a:pt x="113946" y="114036"/>
                </a:lnTo>
                <a:lnTo>
                  <a:pt x="11394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23" name="path-423">
            <a:extLst xmlns:a="http://schemas.openxmlformats.org/drawingml/2006/main">
              <a:ext uri="{FF2B5EF4-FFF2-40B4-BE49-F238E27FC236}">
                <a16:creationId xmlns:a16="http://schemas.microsoft.com/office/drawing/2014/main" id="{B74FCA59-938C-4A92-B804-6AAEF5592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49" y="721783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" name="path-424">
            <a:extLst xmlns:a="http://schemas.openxmlformats.org/drawingml/2006/main">
              <a:ext uri="{FF2B5EF4-FFF2-40B4-BE49-F238E27FC236}">
                <a16:creationId xmlns:a16="http://schemas.microsoft.com/office/drawing/2014/main" id="{62572269-8293-4F06-9D05-2EAAE2DAA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126" y="72175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25" name="path-425">
            <a:extLst xmlns:a="http://schemas.openxmlformats.org/drawingml/2006/main">
              <a:ext uri="{FF2B5EF4-FFF2-40B4-BE49-F238E27FC236}">
                <a16:creationId xmlns:a16="http://schemas.microsoft.com/office/drawing/2014/main" id="{F8F4744F-F9E0-4DB1-876E-4E4839A68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30" y="721783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" name="path-426">
            <a:extLst xmlns:a="http://schemas.openxmlformats.org/drawingml/2006/main">
              <a:ext uri="{FF2B5EF4-FFF2-40B4-BE49-F238E27FC236}">
                <a16:creationId xmlns:a16="http://schemas.microsoft.com/office/drawing/2014/main" id="{198227A3-1B7D-4093-A81D-D42C64B06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729" y="72175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27" name="path-427">
            <a:extLst xmlns:a="http://schemas.openxmlformats.org/drawingml/2006/main">
              <a:ext uri="{FF2B5EF4-FFF2-40B4-BE49-F238E27FC236}">
                <a16:creationId xmlns:a16="http://schemas.microsoft.com/office/drawing/2014/main" id="{FC5FC145-E713-4EA3-92F1-F96AC81D6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02" y="721783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" name="path-428">
            <a:extLst xmlns:a="http://schemas.openxmlformats.org/drawingml/2006/main">
              <a:ext uri="{FF2B5EF4-FFF2-40B4-BE49-F238E27FC236}">
                <a16:creationId xmlns:a16="http://schemas.microsoft.com/office/drawing/2014/main" id="{71D3436D-96A4-4DDC-B331-61DBAC4A3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6327" y="72175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29" name="path-429">
            <a:extLst xmlns:a="http://schemas.openxmlformats.org/drawingml/2006/main">
              <a:ext uri="{FF2B5EF4-FFF2-40B4-BE49-F238E27FC236}">
                <a16:creationId xmlns:a16="http://schemas.microsoft.com/office/drawing/2014/main" id="{96F2F9FA-865E-4C92-A4AF-9F166426E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74" y="721783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" name="path-430">
            <a:extLst xmlns:a="http://schemas.openxmlformats.org/drawingml/2006/main">
              <a:ext uri="{FF2B5EF4-FFF2-40B4-BE49-F238E27FC236}">
                <a16:creationId xmlns:a16="http://schemas.microsoft.com/office/drawing/2014/main" id="{F601D392-7323-4D62-8D6A-EB874B1E8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6833" y="72175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31" name="path-431">
            <a:extLst xmlns:a="http://schemas.openxmlformats.org/drawingml/2006/main">
              <a:ext uri="{FF2B5EF4-FFF2-40B4-BE49-F238E27FC236}">
                <a16:creationId xmlns:a16="http://schemas.microsoft.com/office/drawing/2014/main" id="{8982CF14-B42B-458B-B2D6-7BF70BA99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4626" y="852355"/>
            <a:ext cx="652811" cy="191"/>
          </a:xfrm>
          <a:custGeom xmlns:a="http://schemas.openxmlformats.org/drawingml/2006/main">
            <a:pathLst>
              <a:path w="570001" h="191">
                <a:moveTo>
                  <a:pt x="0" y="0"/>
                </a:moveTo>
                <a:lnTo>
                  <a:pt x="0" y="4"/>
                </a:lnTo>
                <a:lnTo>
                  <a:pt x="570001" y="4"/>
                </a:lnTo>
                <a:lnTo>
                  <a:pt x="57000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432" name="path-432">
            <a:extLst xmlns:a="http://schemas.openxmlformats.org/drawingml/2006/main">
              <a:ext uri="{FF2B5EF4-FFF2-40B4-BE49-F238E27FC236}">
                <a16:creationId xmlns:a16="http://schemas.microsoft.com/office/drawing/2014/main" id="{A66CDAB2-D43B-4C67-9CEC-1E2E1A013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471" y="2712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3" name="path-433">
            <a:extLst xmlns:a="http://schemas.openxmlformats.org/drawingml/2006/main">
              <a:ext uri="{FF2B5EF4-FFF2-40B4-BE49-F238E27FC236}">
                <a16:creationId xmlns:a16="http://schemas.microsoft.com/office/drawing/2014/main" id="{0E15867E-A703-429B-A584-B925324B0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505" y="271311"/>
            <a:ext cx="130506" cy="130500"/>
          </a:xfrm>
          <a:custGeom xmlns:a="http://schemas.openxmlformats.org/drawingml/2006/main">
            <a:pathLst>
              <a:path w="113951" h="113946">
                <a:moveTo>
                  <a:pt x="0" y="0"/>
                </a:moveTo>
                <a:lnTo>
                  <a:pt x="0" y="113946"/>
                </a:lnTo>
                <a:lnTo>
                  <a:pt x="113951" y="11394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34" name="path-434">
            <a:extLst xmlns:a="http://schemas.openxmlformats.org/drawingml/2006/main">
              <a:ext uri="{FF2B5EF4-FFF2-40B4-BE49-F238E27FC236}">
                <a16:creationId xmlns:a16="http://schemas.microsoft.com/office/drawing/2014/main" id="{5B89692F-CC91-4DB3-9C92-483E4DE68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43" y="271244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" name="path-435">
            <a:extLst xmlns:a="http://schemas.openxmlformats.org/drawingml/2006/main">
              <a:ext uri="{FF2B5EF4-FFF2-40B4-BE49-F238E27FC236}">
                <a16:creationId xmlns:a16="http://schemas.microsoft.com/office/drawing/2014/main" id="{3E070764-5792-4B75-BB79-78F23AE31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11" y="271311"/>
            <a:ext cx="130604" cy="130500"/>
          </a:xfrm>
          <a:custGeom xmlns:a="http://schemas.openxmlformats.org/drawingml/2006/main">
            <a:pathLst>
              <a:path w="114036" h="113946">
                <a:moveTo>
                  <a:pt x="0" y="0"/>
                </a:moveTo>
                <a:lnTo>
                  <a:pt x="0" y="113946"/>
                </a:lnTo>
                <a:lnTo>
                  <a:pt x="114036" y="11394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36" name="path-436">
            <a:extLst xmlns:a="http://schemas.openxmlformats.org/drawingml/2006/main">
              <a:ext uri="{FF2B5EF4-FFF2-40B4-BE49-F238E27FC236}">
                <a16:creationId xmlns:a16="http://schemas.microsoft.com/office/drawing/2014/main" id="{91B57870-63CE-4D48-858F-CD2AFA90A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2712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" name="path-437">
            <a:extLst xmlns:a="http://schemas.openxmlformats.org/drawingml/2006/main">
              <a:ext uri="{FF2B5EF4-FFF2-40B4-BE49-F238E27FC236}">
                <a16:creationId xmlns:a16="http://schemas.microsoft.com/office/drawing/2014/main" id="{6B88E24B-C05F-4E03-843A-782DBE33A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271311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38" name="path-438">
            <a:extLst xmlns:a="http://schemas.openxmlformats.org/drawingml/2006/main">
              <a:ext uri="{FF2B5EF4-FFF2-40B4-BE49-F238E27FC236}">
                <a16:creationId xmlns:a16="http://schemas.microsoft.com/office/drawing/2014/main" id="{3ACD7801-2642-4362-82B1-C7F6F8E22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471" y="4018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" name="path-439">
            <a:extLst xmlns:a="http://schemas.openxmlformats.org/drawingml/2006/main">
              <a:ext uri="{FF2B5EF4-FFF2-40B4-BE49-F238E27FC236}">
                <a16:creationId xmlns:a16="http://schemas.microsoft.com/office/drawing/2014/main" id="{E1D6C493-AB86-4E86-8B46-B421A47FC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505" y="401811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40" name="path-440">
            <a:extLst xmlns:a="http://schemas.openxmlformats.org/drawingml/2006/main">
              <a:ext uri="{FF2B5EF4-FFF2-40B4-BE49-F238E27FC236}">
                <a16:creationId xmlns:a16="http://schemas.microsoft.com/office/drawing/2014/main" id="{426ACFB2-3D3D-4ACF-BA13-2B5C147DC0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43" y="401844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" name="path-441">
            <a:extLst xmlns:a="http://schemas.openxmlformats.org/drawingml/2006/main">
              <a:ext uri="{FF2B5EF4-FFF2-40B4-BE49-F238E27FC236}">
                <a16:creationId xmlns:a16="http://schemas.microsoft.com/office/drawing/2014/main" id="{287AFE35-CE9C-4CEF-ADDD-410465862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11" y="401811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42" name="path-442">
            <a:extLst xmlns:a="http://schemas.openxmlformats.org/drawingml/2006/main">
              <a:ext uri="{FF2B5EF4-FFF2-40B4-BE49-F238E27FC236}">
                <a16:creationId xmlns:a16="http://schemas.microsoft.com/office/drawing/2014/main" id="{AA8CEE16-8D49-4827-A5E9-6A91CD4A2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4018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" name="path-443">
            <a:extLst xmlns:a="http://schemas.openxmlformats.org/drawingml/2006/main">
              <a:ext uri="{FF2B5EF4-FFF2-40B4-BE49-F238E27FC236}">
                <a16:creationId xmlns:a16="http://schemas.microsoft.com/office/drawing/2014/main" id="{1A963FFF-72B0-4B07-93A1-372F8B80DA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401811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44" name="path-444">
            <a:extLst xmlns:a="http://schemas.openxmlformats.org/drawingml/2006/main">
              <a:ext uri="{FF2B5EF4-FFF2-40B4-BE49-F238E27FC236}">
                <a16:creationId xmlns:a16="http://schemas.microsoft.com/office/drawing/2014/main" id="{3D86A5CA-7658-4185-8E19-F75C6F9C9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471" y="53244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" name="path-445">
            <a:extLst xmlns:a="http://schemas.openxmlformats.org/drawingml/2006/main">
              <a:ext uri="{FF2B5EF4-FFF2-40B4-BE49-F238E27FC236}">
                <a16:creationId xmlns:a16="http://schemas.microsoft.com/office/drawing/2014/main" id="{EFD6A8D1-9543-4409-BB90-ADFB739AB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505" y="532415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46" name="path-446">
            <a:extLst xmlns:a="http://schemas.openxmlformats.org/drawingml/2006/main">
              <a:ext uri="{FF2B5EF4-FFF2-40B4-BE49-F238E27FC236}">
                <a16:creationId xmlns:a16="http://schemas.microsoft.com/office/drawing/2014/main" id="{517DD531-A620-42E6-B37A-8336436F7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43" y="532445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" name="path-447">
            <a:extLst xmlns:a="http://schemas.openxmlformats.org/drawingml/2006/main">
              <a:ext uri="{FF2B5EF4-FFF2-40B4-BE49-F238E27FC236}">
                <a16:creationId xmlns:a16="http://schemas.microsoft.com/office/drawing/2014/main" id="{B2885924-A1E9-4C79-933C-A1A4FD2A2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11" y="532415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48" name="path-448">
            <a:extLst xmlns:a="http://schemas.openxmlformats.org/drawingml/2006/main">
              <a:ext uri="{FF2B5EF4-FFF2-40B4-BE49-F238E27FC236}">
                <a16:creationId xmlns:a16="http://schemas.microsoft.com/office/drawing/2014/main" id="{3877D163-7161-421E-B53B-AA5BD95C7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53244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" name="path-449">
            <a:extLst xmlns:a="http://schemas.openxmlformats.org/drawingml/2006/main">
              <a:ext uri="{FF2B5EF4-FFF2-40B4-BE49-F238E27FC236}">
                <a16:creationId xmlns:a16="http://schemas.microsoft.com/office/drawing/2014/main" id="{9276F3BE-E247-444F-A158-CD0E024F4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53241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50" name="path-450">
            <a:extLst xmlns:a="http://schemas.openxmlformats.org/drawingml/2006/main">
              <a:ext uri="{FF2B5EF4-FFF2-40B4-BE49-F238E27FC236}">
                <a16:creationId xmlns:a16="http://schemas.microsoft.com/office/drawing/2014/main" id="{C6E160FB-4A8A-49E0-99C5-19C369319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197" y="271244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" name="path-451">
            <a:extLst xmlns:a="http://schemas.openxmlformats.org/drawingml/2006/main">
              <a:ext uri="{FF2B5EF4-FFF2-40B4-BE49-F238E27FC236}">
                <a16:creationId xmlns:a16="http://schemas.microsoft.com/office/drawing/2014/main" id="{229B0F1A-B44F-4612-BDE1-13B0F85DFC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212" y="271311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52" name="path-452">
            <a:extLst xmlns:a="http://schemas.openxmlformats.org/drawingml/2006/main">
              <a:ext uri="{FF2B5EF4-FFF2-40B4-BE49-F238E27FC236}">
                <a16:creationId xmlns:a16="http://schemas.microsoft.com/office/drawing/2014/main" id="{85336A67-09B3-481B-BE86-2B7E4C57D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197" y="401844"/>
            <a:ext cx="130574" cy="130574"/>
          </a:xfrm>
          <a:custGeom xmlns:a="http://schemas.openxmlformats.org/drawingml/2006/main">
            <a:pathLst>
              <a:path w="114010" h="114010">
                <a:moveTo>
                  <a:pt x="0" y="0"/>
                </a:moveTo>
                <a:lnTo>
                  <a:pt x="114010" y="0"/>
                </a:lnTo>
                <a:lnTo>
                  <a:pt x="114010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" name="path-453">
            <a:extLst xmlns:a="http://schemas.openxmlformats.org/drawingml/2006/main">
              <a:ext uri="{FF2B5EF4-FFF2-40B4-BE49-F238E27FC236}">
                <a16:creationId xmlns:a16="http://schemas.microsoft.com/office/drawing/2014/main" id="{A6DB3D2F-B636-4E94-9332-6E1D872D0E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212" y="401811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54" name="path-454">
            <a:extLst xmlns:a="http://schemas.openxmlformats.org/drawingml/2006/main">
              <a:ext uri="{FF2B5EF4-FFF2-40B4-BE49-F238E27FC236}">
                <a16:creationId xmlns:a16="http://schemas.microsoft.com/office/drawing/2014/main" id="{51F12565-3706-4B4E-8595-04BA99100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197" y="532445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" name="path-455">
            <a:extLst xmlns:a="http://schemas.openxmlformats.org/drawingml/2006/main">
              <a:ext uri="{FF2B5EF4-FFF2-40B4-BE49-F238E27FC236}">
                <a16:creationId xmlns:a16="http://schemas.microsoft.com/office/drawing/2014/main" id="{11CCDB85-BFA7-4F52-A9D6-B8772E0D8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212" y="532415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56" name="path-456">
            <a:extLst xmlns:a="http://schemas.openxmlformats.org/drawingml/2006/main">
              <a:ext uri="{FF2B5EF4-FFF2-40B4-BE49-F238E27FC236}">
                <a16:creationId xmlns:a16="http://schemas.microsoft.com/office/drawing/2014/main" id="{08E04994-4D97-4737-A5B0-3FDC33BD8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471" y="662951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" name="path-457">
            <a:extLst xmlns:a="http://schemas.openxmlformats.org/drawingml/2006/main">
              <a:ext uri="{FF2B5EF4-FFF2-40B4-BE49-F238E27FC236}">
                <a16:creationId xmlns:a16="http://schemas.microsoft.com/office/drawing/2014/main" id="{A90C4586-F225-436F-87F3-D40426CF7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505" y="663019"/>
            <a:ext cx="130506" cy="130500"/>
          </a:xfrm>
          <a:custGeom xmlns:a="http://schemas.openxmlformats.org/drawingml/2006/main">
            <a:pathLst>
              <a:path w="113951" h="113946">
                <a:moveTo>
                  <a:pt x="0" y="0"/>
                </a:moveTo>
                <a:lnTo>
                  <a:pt x="0" y="113946"/>
                </a:lnTo>
                <a:lnTo>
                  <a:pt x="113951" y="11394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58" name="path-458">
            <a:extLst xmlns:a="http://schemas.openxmlformats.org/drawingml/2006/main">
              <a:ext uri="{FF2B5EF4-FFF2-40B4-BE49-F238E27FC236}">
                <a16:creationId xmlns:a16="http://schemas.microsoft.com/office/drawing/2014/main" id="{2797F250-F862-4E3D-8563-C7B4DA6DC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43" y="662951"/>
            <a:ext cx="130574" cy="130572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" name="path-459">
            <a:extLst xmlns:a="http://schemas.openxmlformats.org/drawingml/2006/main">
              <a:ext uri="{FF2B5EF4-FFF2-40B4-BE49-F238E27FC236}">
                <a16:creationId xmlns:a16="http://schemas.microsoft.com/office/drawing/2014/main" id="{41CA41B1-7421-48DE-8F42-F306F02DF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11" y="663019"/>
            <a:ext cx="130604" cy="130500"/>
          </a:xfrm>
          <a:custGeom xmlns:a="http://schemas.openxmlformats.org/drawingml/2006/main">
            <a:pathLst>
              <a:path w="114036" h="113946">
                <a:moveTo>
                  <a:pt x="0" y="0"/>
                </a:moveTo>
                <a:lnTo>
                  <a:pt x="0" y="113946"/>
                </a:lnTo>
                <a:lnTo>
                  <a:pt x="114036" y="11394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60" name="path-460">
            <a:extLst xmlns:a="http://schemas.openxmlformats.org/drawingml/2006/main">
              <a:ext uri="{FF2B5EF4-FFF2-40B4-BE49-F238E27FC236}">
                <a16:creationId xmlns:a16="http://schemas.microsoft.com/office/drawing/2014/main" id="{D21D4791-13E2-48E4-A2D5-AEA850853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662951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" name="path-461">
            <a:extLst xmlns:a="http://schemas.openxmlformats.org/drawingml/2006/main">
              <a:ext uri="{FF2B5EF4-FFF2-40B4-BE49-F238E27FC236}">
                <a16:creationId xmlns:a16="http://schemas.microsoft.com/office/drawing/2014/main" id="{E9FFB5BB-A9B3-4EF5-A12E-18DF8A661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663019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62" name="path-462">
            <a:extLst xmlns:a="http://schemas.openxmlformats.org/drawingml/2006/main">
              <a:ext uri="{FF2B5EF4-FFF2-40B4-BE49-F238E27FC236}">
                <a16:creationId xmlns:a16="http://schemas.microsoft.com/office/drawing/2014/main" id="{19DF3587-9BC7-42DD-9203-A318B0583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197" y="662951"/>
            <a:ext cx="130574" cy="130572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" name="path-463">
            <a:extLst xmlns:a="http://schemas.openxmlformats.org/drawingml/2006/main">
              <a:ext uri="{FF2B5EF4-FFF2-40B4-BE49-F238E27FC236}">
                <a16:creationId xmlns:a16="http://schemas.microsoft.com/office/drawing/2014/main" id="{1BD2ADC3-184F-4F44-A73E-79A4996AB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212" y="663019"/>
            <a:ext cx="130597" cy="130500"/>
          </a:xfrm>
          <a:custGeom xmlns:a="http://schemas.openxmlformats.org/drawingml/2006/main">
            <a:pathLst>
              <a:path w="114031" h="113946">
                <a:moveTo>
                  <a:pt x="0" y="0"/>
                </a:moveTo>
                <a:lnTo>
                  <a:pt x="0" y="113946"/>
                </a:lnTo>
                <a:lnTo>
                  <a:pt x="114031" y="11394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64" name="path-464">
            <a:extLst xmlns:a="http://schemas.openxmlformats.org/drawingml/2006/main">
              <a:ext uri="{FF2B5EF4-FFF2-40B4-BE49-F238E27FC236}">
                <a16:creationId xmlns:a16="http://schemas.microsoft.com/office/drawing/2014/main" id="{46EC9C93-30E5-43DE-99B2-8C4372097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769" y="2712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" name="path-465">
            <a:extLst xmlns:a="http://schemas.openxmlformats.org/drawingml/2006/main">
              <a:ext uri="{FF2B5EF4-FFF2-40B4-BE49-F238E27FC236}">
                <a16:creationId xmlns:a16="http://schemas.microsoft.com/office/drawing/2014/main" id="{7713BD30-434B-4ECC-8671-CDFEA43C8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809" y="271311"/>
            <a:ext cx="130513" cy="130500"/>
          </a:xfrm>
          <a:custGeom xmlns:a="http://schemas.openxmlformats.org/drawingml/2006/main">
            <a:pathLst>
              <a:path w="113957" h="113946">
                <a:moveTo>
                  <a:pt x="0" y="0"/>
                </a:moveTo>
                <a:lnTo>
                  <a:pt x="0" y="113946"/>
                </a:lnTo>
                <a:lnTo>
                  <a:pt x="113957" y="113946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66" name="path-466">
            <a:extLst xmlns:a="http://schemas.openxmlformats.org/drawingml/2006/main">
              <a:ext uri="{FF2B5EF4-FFF2-40B4-BE49-F238E27FC236}">
                <a16:creationId xmlns:a16="http://schemas.microsoft.com/office/drawing/2014/main" id="{ADCCA895-5745-436A-ABA6-FCBA3C419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769" y="401844"/>
            <a:ext cx="130574" cy="130574"/>
          </a:xfrm>
          <a:custGeom xmlns:a="http://schemas.openxmlformats.org/drawingml/2006/main">
            <a:pathLst>
              <a:path w="114011" h="114010">
                <a:moveTo>
                  <a:pt x="0" y="0"/>
                </a:moveTo>
                <a:lnTo>
                  <a:pt x="114011" y="0"/>
                </a:lnTo>
                <a:lnTo>
                  <a:pt x="114011" y="114010"/>
                </a:lnTo>
                <a:lnTo>
                  <a:pt x="0" y="114010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" name="path-467">
            <a:extLst xmlns:a="http://schemas.openxmlformats.org/drawingml/2006/main">
              <a:ext uri="{FF2B5EF4-FFF2-40B4-BE49-F238E27FC236}">
                <a16:creationId xmlns:a16="http://schemas.microsoft.com/office/drawing/2014/main" id="{7612D552-FF1F-49D2-950B-1B7229A36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809" y="401811"/>
            <a:ext cx="130513" cy="130604"/>
          </a:xfrm>
          <a:custGeom xmlns:a="http://schemas.openxmlformats.org/drawingml/2006/main">
            <a:pathLst>
              <a:path w="113957" h="114036">
                <a:moveTo>
                  <a:pt x="0" y="0"/>
                </a:moveTo>
                <a:lnTo>
                  <a:pt x="0" y="114036"/>
                </a:lnTo>
                <a:lnTo>
                  <a:pt x="113957" y="114036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68" name="path-468">
            <a:extLst xmlns:a="http://schemas.openxmlformats.org/drawingml/2006/main">
              <a:ext uri="{FF2B5EF4-FFF2-40B4-BE49-F238E27FC236}">
                <a16:creationId xmlns:a16="http://schemas.microsoft.com/office/drawing/2014/main" id="{2CFDD5EA-EE8E-4315-9367-45763EADF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769" y="532445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" name="path-469">
            <a:extLst xmlns:a="http://schemas.openxmlformats.org/drawingml/2006/main">
              <a:ext uri="{FF2B5EF4-FFF2-40B4-BE49-F238E27FC236}">
                <a16:creationId xmlns:a16="http://schemas.microsoft.com/office/drawing/2014/main" id="{6049B4D2-98A5-4F68-B9ED-D46FB0497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809" y="532415"/>
            <a:ext cx="130513" cy="130604"/>
          </a:xfrm>
          <a:custGeom xmlns:a="http://schemas.openxmlformats.org/drawingml/2006/main">
            <a:pathLst>
              <a:path w="113957" h="114036">
                <a:moveTo>
                  <a:pt x="0" y="0"/>
                </a:moveTo>
                <a:lnTo>
                  <a:pt x="0" y="114036"/>
                </a:lnTo>
                <a:lnTo>
                  <a:pt x="113957" y="114036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70" name="path-470">
            <a:extLst xmlns:a="http://schemas.openxmlformats.org/drawingml/2006/main">
              <a:ext uri="{FF2B5EF4-FFF2-40B4-BE49-F238E27FC236}">
                <a16:creationId xmlns:a16="http://schemas.microsoft.com/office/drawing/2014/main" id="{320844E2-4A75-4B26-ACC6-B874212BC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769" y="662951"/>
            <a:ext cx="130574" cy="130572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" name="path-471">
            <a:extLst xmlns:a="http://schemas.openxmlformats.org/drawingml/2006/main">
              <a:ext uri="{FF2B5EF4-FFF2-40B4-BE49-F238E27FC236}">
                <a16:creationId xmlns:a16="http://schemas.microsoft.com/office/drawing/2014/main" id="{B9472BDA-6D3A-4B50-810D-F8743927B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809" y="663019"/>
            <a:ext cx="130513" cy="130500"/>
          </a:xfrm>
          <a:custGeom xmlns:a="http://schemas.openxmlformats.org/drawingml/2006/main">
            <a:pathLst>
              <a:path w="113957" h="113946">
                <a:moveTo>
                  <a:pt x="0" y="0"/>
                </a:moveTo>
                <a:lnTo>
                  <a:pt x="0" y="113946"/>
                </a:lnTo>
                <a:lnTo>
                  <a:pt x="113957" y="113946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72" name="path-472">
            <a:extLst xmlns:a="http://schemas.openxmlformats.org/drawingml/2006/main">
              <a:ext uri="{FF2B5EF4-FFF2-40B4-BE49-F238E27FC236}">
                <a16:creationId xmlns:a16="http://schemas.microsoft.com/office/drawing/2014/main" id="{C315192E-EE79-424D-A1A3-F465CB0D3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471" y="793561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" name="path-473">
            <a:extLst xmlns:a="http://schemas.openxmlformats.org/drawingml/2006/main">
              <a:ext uri="{FF2B5EF4-FFF2-40B4-BE49-F238E27FC236}">
                <a16:creationId xmlns:a16="http://schemas.microsoft.com/office/drawing/2014/main" id="{08A31215-B551-4B70-B383-28C28CE14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9505" y="793518"/>
            <a:ext cx="130506" cy="130604"/>
          </a:xfrm>
          <a:custGeom xmlns:a="http://schemas.openxmlformats.org/drawingml/2006/main">
            <a:pathLst>
              <a:path w="113951" h="114036">
                <a:moveTo>
                  <a:pt x="0" y="0"/>
                </a:moveTo>
                <a:lnTo>
                  <a:pt x="0" y="114036"/>
                </a:lnTo>
                <a:lnTo>
                  <a:pt x="113951" y="114036"/>
                </a:lnTo>
                <a:lnTo>
                  <a:pt x="11395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74" name="path-474">
            <a:extLst xmlns:a="http://schemas.openxmlformats.org/drawingml/2006/main">
              <a:ext uri="{FF2B5EF4-FFF2-40B4-BE49-F238E27FC236}">
                <a16:creationId xmlns:a16="http://schemas.microsoft.com/office/drawing/2014/main" id="{6A182DEF-9E1E-46B3-8DA3-CEC5033C6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43" y="793561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" name="path-475">
            <a:extLst xmlns:a="http://schemas.openxmlformats.org/drawingml/2006/main">
              <a:ext uri="{FF2B5EF4-FFF2-40B4-BE49-F238E27FC236}">
                <a16:creationId xmlns:a16="http://schemas.microsoft.com/office/drawing/2014/main" id="{F4B18C9F-C596-4924-9B48-B4283C565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011" y="793518"/>
            <a:ext cx="130604" cy="130604"/>
          </a:xfrm>
          <a:custGeom xmlns:a="http://schemas.openxmlformats.org/drawingml/2006/main">
            <a:pathLst>
              <a:path w="114036" h="114036">
                <a:moveTo>
                  <a:pt x="0" y="0"/>
                </a:moveTo>
                <a:lnTo>
                  <a:pt x="0" y="114036"/>
                </a:lnTo>
                <a:lnTo>
                  <a:pt x="114036" y="114036"/>
                </a:lnTo>
                <a:lnTo>
                  <a:pt x="1140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76" name="path-476">
            <a:extLst xmlns:a="http://schemas.openxmlformats.org/drawingml/2006/main">
              <a:ext uri="{FF2B5EF4-FFF2-40B4-BE49-F238E27FC236}">
                <a16:creationId xmlns:a16="http://schemas.microsoft.com/office/drawing/2014/main" id="{0A5E0FAC-D0AF-43FA-B143-9BA7D5539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793561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" name="path-477">
            <a:extLst xmlns:a="http://schemas.openxmlformats.org/drawingml/2006/main">
              <a:ext uri="{FF2B5EF4-FFF2-40B4-BE49-F238E27FC236}">
                <a16:creationId xmlns:a16="http://schemas.microsoft.com/office/drawing/2014/main" id="{08CA31B0-922F-443D-B285-BCD8849080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0615" y="79351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78" name="path-478">
            <a:extLst xmlns:a="http://schemas.openxmlformats.org/drawingml/2006/main">
              <a:ext uri="{FF2B5EF4-FFF2-40B4-BE49-F238E27FC236}">
                <a16:creationId xmlns:a16="http://schemas.microsoft.com/office/drawing/2014/main" id="{3AF0D803-18EB-4B3E-BC3D-5DDCDB478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197" y="793561"/>
            <a:ext cx="130574" cy="130573"/>
          </a:xfrm>
          <a:custGeom xmlns:a="http://schemas.openxmlformats.org/drawingml/2006/main">
            <a:pathLst>
              <a:path w="114010" h="114009">
                <a:moveTo>
                  <a:pt x="0" y="0"/>
                </a:moveTo>
                <a:lnTo>
                  <a:pt x="114010" y="0"/>
                </a:lnTo>
                <a:lnTo>
                  <a:pt x="114010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" name="path-479">
            <a:extLst xmlns:a="http://schemas.openxmlformats.org/drawingml/2006/main">
              <a:ext uri="{FF2B5EF4-FFF2-40B4-BE49-F238E27FC236}">
                <a16:creationId xmlns:a16="http://schemas.microsoft.com/office/drawing/2014/main" id="{D5854B97-6164-437A-84A1-E9A83B2D5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1212" y="793518"/>
            <a:ext cx="130597" cy="130604"/>
          </a:xfrm>
          <a:custGeom xmlns:a="http://schemas.openxmlformats.org/drawingml/2006/main">
            <a:pathLst>
              <a:path w="114031" h="114036">
                <a:moveTo>
                  <a:pt x="0" y="0"/>
                </a:moveTo>
                <a:lnTo>
                  <a:pt x="0" y="114036"/>
                </a:lnTo>
                <a:lnTo>
                  <a:pt x="114031" y="114036"/>
                </a:lnTo>
                <a:lnTo>
                  <a:pt x="1140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80" name="path-480">
            <a:extLst xmlns:a="http://schemas.openxmlformats.org/drawingml/2006/main">
              <a:ext uri="{FF2B5EF4-FFF2-40B4-BE49-F238E27FC236}">
                <a16:creationId xmlns:a16="http://schemas.microsoft.com/office/drawing/2014/main" id="{25978C33-D1B8-41FF-A9E1-0436FACCE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769" y="793561"/>
            <a:ext cx="130574" cy="130573"/>
          </a:xfrm>
          <a:custGeom xmlns:a="http://schemas.openxmlformats.org/drawingml/2006/main">
            <a:pathLst>
              <a:path w="114011" h="114009">
                <a:moveTo>
                  <a:pt x="0" y="0"/>
                </a:moveTo>
                <a:lnTo>
                  <a:pt x="114011" y="0"/>
                </a:lnTo>
                <a:lnTo>
                  <a:pt x="114011" y="114009"/>
                </a:lnTo>
                <a:lnTo>
                  <a:pt x="0" y="114009"/>
                </a:lnTo>
                <a:close/>
              </a:path>
            </a:pathLst>
          </a:custGeom>
          <a:solidFill xmlns:a="http://schemas.openxmlformats.org/drawingml/2006/main">
            <a:srgbClr val="F7C4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" name="path-481">
            <a:extLst xmlns:a="http://schemas.openxmlformats.org/drawingml/2006/main">
              <a:ext uri="{FF2B5EF4-FFF2-40B4-BE49-F238E27FC236}">
                <a16:creationId xmlns:a16="http://schemas.microsoft.com/office/drawing/2014/main" id="{33371F05-8E12-48AB-BFE9-401FCCE84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809" y="793518"/>
            <a:ext cx="130513" cy="130604"/>
          </a:xfrm>
          <a:custGeom xmlns:a="http://schemas.openxmlformats.org/drawingml/2006/main">
            <a:pathLst>
              <a:path w="113957" h="114036">
                <a:moveTo>
                  <a:pt x="0" y="0"/>
                </a:moveTo>
                <a:lnTo>
                  <a:pt x="0" y="114036"/>
                </a:lnTo>
                <a:lnTo>
                  <a:pt x="113957" y="114036"/>
                </a:lnTo>
                <a:lnTo>
                  <a:pt x="11395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8027">
            <a:solidFill>
              <a:srgbClr val="000000"/>
            </a:solidFill>
            <a:prstDash val="solid"/>
          </a:ln>
        </p:spPr>
      </p:sp>
      <p:sp>
        <p:nvSpPr>
          <p:cNvPr id="482" name="path-482">
            <a:extLst xmlns:a="http://schemas.openxmlformats.org/drawingml/2006/main">
              <a:ext uri="{FF2B5EF4-FFF2-40B4-BE49-F238E27FC236}">
                <a16:creationId xmlns:a16="http://schemas.microsoft.com/office/drawing/2014/main" id="{A48A92D0-5FFD-4382-9132-873C2D79C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3359" y="443446"/>
            <a:ext cx="298408" cy="295212"/>
          </a:xfrm>
          <a:custGeom xmlns:a="http://schemas.openxmlformats.org/drawingml/2006/main">
            <a:pathLst>
              <a:path w="260554" h="257764">
                <a:moveTo>
                  <a:pt x="0" y="0"/>
                </a:moveTo>
                <a:lnTo>
                  <a:pt x="260554" y="0"/>
                </a:lnTo>
                <a:lnTo>
                  <a:pt x="260554" y="257764"/>
                </a:lnTo>
                <a:lnTo>
                  <a:pt x="0" y="257764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" name="path-484">
            <a:extLst xmlns:a="http://schemas.openxmlformats.org/drawingml/2006/main">
              <a:ext uri="{FF2B5EF4-FFF2-40B4-BE49-F238E27FC236}">
                <a16:creationId xmlns:a16="http://schemas.microsoft.com/office/drawing/2014/main" id="{06B75834-044F-4EC2-86DD-BE937BB9C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58799" y="525810"/>
            <a:ext cx="86724" cy="95200"/>
          </a:xfrm>
          <a:custGeom xmlns:a="http://schemas.openxmlformats.org/drawingml/2006/main">
            <a:pathLst>
              <a:path w="75723" h="83124">
                <a:moveTo>
                  <a:pt x="64516" y="10528"/>
                </a:moveTo>
                <a:cubicBezTo>
                  <a:pt x="58554" y="12878"/>
                  <a:pt x="56927" y="18299"/>
                  <a:pt x="56927" y="20831"/>
                </a:cubicBezTo>
                <a:cubicBezTo>
                  <a:pt x="56927" y="25527"/>
                  <a:pt x="60722" y="28237"/>
                  <a:pt x="64698" y="28237"/>
                </a:cubicBezTo>
                <a:cubicBezTo>
                  <a:pt x="69036" y="28237"/>
                  <a:pt x="75723" y="24625"/>
                  <a:pt x="75723" y="15950"/>
                </a:cubicBezTo>
                <a:cubicBezTo>
                  <a:pt x="75723" y="6326"/>
                  <a:pt x="66143" y="0"/>
                  <a:pt x="49879" y="0"/>
                </a:cubicBezTo>
                <a:cubicBezTo>
                  <a:pt x="44637" y="0"/>
                  <a:pt x="34516" y="364"/>
                  <a:pt x="26205" y="6690"/>
                </a:cubicBezTo>
                <a:cubicBezTo>
                  <a:pt x="18073" y="12878"/>
                  <a:pt x="15180" y="23359"/>
                  <a:pt x="15180" y="27876"/>
                </a:cubicBezTo>
                <a:cubicBezTo>
                  <a:pt x="15180" y="33298"/>
                  <a:pt x="17712" y="38355"/>
                  <a:pt x="21685" y="41606"/>
                </a:cubicBezTo>
                <a:cubicBezTo>
                  <a:pt x="26746" y="45583"/>
                  <a:pt x="29820" y="46123"/>
                  <a:pt x="42108" y="48472"/>
                </a:cubicBezTo>
                <a:cubicBezTo>
                  <a:pt x="47529" y="49374"/>
                  <a:pt x="58372" y="51362"/>
                  <a:pt x="58372" y="59494"/>
                </a:cubicBezTo>
                <a:cubicBezTo>
                  <a:pt x="58372" y="60217"/>
                  <a:pt x="58372" y="76619"/>
                  <a:pt x="31444" y="76619"/>
                </a:cubicBezTo>
                <a:cubicBezTo>
                  <a:pt x="22590" y="76619"/>
                  <a:pt x="15903" y="74832"/>
                  <a:pt x="11926" y="71964"/>
                </a:cubicBezTo>
                <a:cubicBezTo>
                  <a:pt x="18073" y="70158"/>
                  <a:pt x="21867" y="64916"/>
                  <a:pt x="21867" y="59494"/>
                </a:cubicBezTo>
                <a:cubicBezTo>
                  <a:pt x="21867" y="52989"/>
                  <a:pt x="16625" y="51180"/>
                  <a:pt x="13013" y="51180"/>
                </a:cubicBezTo>
                <a:cubicBezTo>
                  <a:pt x="6866" y="51180"/>
                  <a:pt x="0" y="56243"/>
                  <a:pt x="0" y="65277"/>
                </a:cubicBezTo>
                <a:cubicBezTo>
                  <a:pt x="0" y="76980"/>
                  <a:pt x="12652" y="83124"/>
                  <a:pt x="31083" y="83124"/>
                </a:cubicBezTo>
                <a:cubicBezTo>
                  <a:pt x="72290" y="83124"/>
                  <a:pt x="72290" y="52267"/>
                  <a:pt x="72290" y="52085"/>
                </a:cubicBezTo>
                <a:cubicBezTo>
                  <a:pt x="72290" y="45944"/>
                  <a:pt x="69215" y="41066"/>
                  <a:pt x="65059" y="37453"/>
                </a:cubicBezTo>
                <a:cubicBezTo>
                  <a:pt x="59456" y="32575"/>
                  <a:pt x="52589" y="31309"/>
                  <a:pt x="46264" y="30226"/>
                </a:cubicBezTo>
                <a:cubicBezTo>
                  <a:pt x="36325" y="28419"/>
                  <a:pt x="29277" y="27154"/>
                  <a:pt x="29277" y="20467"/>
                </a:cubicBezTo>
                <a:cubicBezTo>
                  <a:pt x="29277" y="20105"/>
                  <a:pt x="29277" y="6508"/>
                  <a:pt x="49518" y="6508"/>
                </a:cubicBezTo>
                <a:cubicBezTo>
                  <a:pt x="53133" y="6508"/>
                  <a:pt x="59638" y="6872"/>
                  <a:pt x="64516" y="1052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" name="path-485">
            <a:extLst xmlns:a="http://schemas.openxmlformats.org/drawingml/2006/main">
              <a:ext uri="{FF2B5EF4-FFF2-40B4-BE49-F238E27FC236}">
                <a16:creationId xmlns:a16="http://schemas.microsoft.com/office/drawing/2014/main" id="{016CE941-5C30-4D46-98B5-3C6A61366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4499" y="554242"/>
            <a:ext cx="67226" cy="99040"/>
          </a:xfrm>
          <a:custGeom xmlns:a="http://schemas.openxmlformats.org/drawingml/2006/main">
            <a:pathLst>
              <a:path w="58698" h="86477">
                <a:moveTo>
                  <a:pt x="58698" y="43619"/>
                </a:moveTo>
                <a:cubicBezTo>
                  <a:pt x="58698" y="29713"/>
                  <a:pt x="57054" y="19726"/>
                  <a:pt x="51236" y="10875"/>
                </a:cubicBezTo>
                <a:cubicBezTo>
                  <a:pt x="47313" y="5061"/>
                  <a:pt x="39471" y="0"/>
                  <a:pt x="29350" y="0"/>
                </a:cubicBezTo>
                <a:cubicBezTo>
                  <a:pt x="0" y="0"/>
                  <a:pt x="0" y="34517"/>
                  <a:pt x="0" y="43619"/>
                </a:cubicBezTo>
                <a:cubicBezTo>
                  <a:pt x="0" y="52722"/>
                  <a:pt x="0" y="86477"/>
                  <a:pt x="29350" y="86477"/>
                </a:cubicBezTo>
                <a:cubicBezTo>
                  <a:pt x="58698" y="86477"/>
                  <a:pt x="58698" y="52722"/>
                  <a:pt x="58698" y="43619"/>
                </a:cubicBezTo>
                <a:moveTo>
                  <a:pt x="29350" y="82935"/>
                </a:moveTo>
                <a:cubicBezTo>
                  <a:pt x="23530" y="82935"/>
                  <a:pt x="15813" y="79522"/>
                  <a:pt x="13284" y="69156"/>
                </a:cubicBezTo>
                <a:cubicBezTo>
                  <a:pt x="11512" y="61698"/>
                  <a:pt x="11512" y="51330"/>
                  <a:pt x="11512" y="41976"/>
                </a:cubicBezTo>
                <a:cubicBezTo>
                  <a:pt x="11512" y="32747"/>
                  <a:pt x="11512" y="23138"/>
                  <a:pt x="13410" y="16185"/>
                </a:cubicBezTo>
                <a:cubicBezTo>
                  <a:pt x="16066" y="6198"/>
                  <a:pt x="24163" y="3544"/>
                  <a:pt x="29350" y="3544"/>
                </a:cubicBezTo>
                <a:cubicBezTo>
                  <a:pt x="36181" y="3544"/>
                  <a:pt x="42760" y="7715"/>
                  <a:pt x="45036" y="15049"/>
                </a:cubicBezTo>
                <a:cubicBezTo>
                  <a:pt x="47060" y="21874"/>
                  <a:pt x="47186" y="30977"/>
                  <a:pt x="47186" y="41976"/>
                </a:cubicBezTo>
                <a:cubicBezTo>
                  <a:pt x="47186" y="51330"/>
                  <a:pt x="47186" y="60686"/>
                  <a:pt x="45541" y="68651"/>
                </a:cubicBezTo>
                <a:cubicBezTo>
                  <a:pt x="43013" y="80155"/>
                  <a:pt x="34409" y="82935"/>
                  <a:pt x="29350" y="82935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" name="text-486 …">
            <a:extLst xmlns:a="http://schemas.openxmlformats.org/drawingml/2006/main">
              <a:ext uri="{FF2B5EF4-FFF2-40B4-BE49-F238E27FC236}">
                <a16:creationId xmlns:a16="http://schemas.microsoft.com/office/drawing/2014/main" id="{24280EFB-D09E-4FD2-8F81-09012753F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52685" y="375709"/>
            <a:ext cx="267457" cy="3174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8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8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8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486" name="path-487">
            <a:extLst xmlns:a="http://schemas.openxmlformats.org/drawingml/2006/main">
              <a:ext uri="{FF2B5EF4-FFF2-40B4-BE49-F238E27FC236}">
                <a16:creationId xmlns:a16="http://schemas.microsoft.com/office/drawing/2014/main" id="{4F16389F-02EE-45CD-883A-85F455FB5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9655" y="2204724"/>
            <a:ext cx="1761639" cy="191"/>
          </a:xfrm>
          <a:custGeom xmlns:a="http://schemas.openxmlformats.org/drawingml/2006/main">
            <a:pathLst>
              <a:path w="1538172" h="191">
                <a:moveTo>
                  <a:pt x="153817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000000"/>
            </a:solidFill>
            <a:prstDash val="solid"/>
          </a:ln>
        </p:spPr>
      </p:sp>
      <p:sp>
        <p:nvSpPr>
          <p:cNvPr id="487" name="path-488">
            <a:extLst xmlns:a="http://schemas.openxmlformats.org/drawingml/2006/main">
              <a:ext uri="{FF2B5EF4-FFF2-40B4-BE49-F238E27FC236}">
                <a16:creationId xmlns:a16="http://schemas.microsoft.com/office/drawing/2014/main" id="{FD39EEE6-6EFE-4905-A8AE-8C9D33D28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67727" y="2173534"/>
            <a:ext cx="83100" cy="62326"/>
          </a:xfrm>
          <a:custGeom xmlns:a="http://schemas.openxmlformats.org/drawingml/2006/main">
            <a:pathLst>
              <a:path w="72559" h="54419">
                <a:moveTo>
                  <a:pt x="0" y="27210"/>
                </a:moveTo>
                <a:lnTo>
                  <a:pt x="72559" y="54419"/>
                </a:lnTo>
                <a:lnTo>
                  <a:pt x="45350" y="27210"/>
                </a:lnTo>
                <a:lnTo>
                  <a:pt x="72559" y="0"/>
                </a:lnTo>
                <a:lnTo>
                  <a:pt x="0" y="2721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" name="path-489">
            <a:extLst xmlns:a="http://schemas.openxmlformats.org/drawingml/2006/main">
              <a:ext uri="{FF2B5EF4-FFF2-40B4-BE49-F238E27FC236}">
                <a16:creationId xmlns:a16="http://schemas.microsoft.com/office/drawing/2014/main" id="{9B93CC5D-2148-4A42-9F2D-71EE616F0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67715" y="2173557"/>
            <a:ext cx="83100" cy="62333"/>
          </a:xfrm>
          <a:custGeom xmlns:a="http://schemas.openxmlformats.org/drawingml/2006/main">
            <a:pathLst>
              <a:path w="72558" h="54426">
                <a:moveTo>
                  <a:pt x="0" y="27213"/>
                </a:moveTo>
                <a:lnTo>
                  <a:pt x="72558" y="54426"/>
                </a:lnTo>
                <a:lnTo>
                  <a:pt x="45351" y="27213"/>
                </a:lnTo>
                <a:lnTo>
                  <a:pt x="72558" y="0"/>
                </a:lnTo>
                <a:lnTo>
                  <a:pt x="0" y="27213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000000"/>
            </a:solidFill>
            <a:prstDash val="solid"/>
          </a:ln>
        </p:spPr>
      </p:sp>
      <p:sp>
        <p:nvSpPr>
          <p:cNvPr id="489" name="path-490">
            <a:extLst xmlns:a="http://schemas.openxmlformats.org/drawingml/2006/main">
              <a:ext uri="{FF2B5EF4-FFF2-40B4-BE49-F238E27FC236}">
                <a16:creationId xmlns:a16="http://schemas.microsoft.com/office/drawing/2014/main" id="{A79455B9-3CD0-4084-B9BE-11E5422DB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7472" y="1902834"/>
            <a:ext cx="1300724" cy="613178"/>
          </a:xfrm>
          <a:custGeom xmlns:a="http://schemas.openxmlformats.org/drawingml/2006/main">
            <a:pathLst>
              <a:path w="1135725" h="535395">
                <a:moveTo>
                  <a:pt x="0" y="0"/>
                </a:moveTo>
                <a:lnTo>
                  <a:pt x="1135725" y="0"/>
                </a:lnTo>
                <a:lnTo>
                  <a:pt x="1135725" y="535395"/>
                </a:lnTo>
                <a:lnTo>
                  <a:pt x="0" y="53539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" name="path-491">
            <a:extLst xmlns:a="http://schemas.openxmlformats.org/drawingml/2006/main">
              <a:ext uri="{FF2B5EF4-FFF2-40B4-BE49-F238E27FC236}">
                <a16:creationId xmlns:a16="http://schemas.microsoft.com/office/drawing/2014/main" id="{09C8A030-F50D-42F0-B4FC-A589CC3D7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7470" y="1902821"/>
            <a:ext cx="1300711" cy="613157"/>
          </a:xfrm>
          <a:custGeom xmlns:a="http://schemas.openxmlformats.org/drawingml/2006/main">
            <a:pathLst>
              <a:path w="1135714" h="535377">
                <a:moveTo>
                  <a:pt x="0" y="0"/>
                </a:moveTo>
                <a:lnTo>
                  <a:pt x="0" y="535377"/>
                </a:lnTo>
                <a:lnTo>
                  <a:pt x="1135714" y="535377"/>
                </a:lnTo>
                <a:lnTo>
                  <a:pt x="1135714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491" name="text-492 Guiding">
            <a:extLst xmlns:a="http://schemas.openxmlformats.org/drawingml/2006/main">
              <a:ext uri="{FF2B5EF4-FFF2-40B4-BE49-F238E27FC236}">
                <a16:creationId xmlns:a16="http://schemas.microsoft.com/office/drawing/2014/main" id="{1B6A0B1E-C60F-4B6B-8FB9-BB85DC48A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71143" y="1913488"/>
            <a:ext cx="581937" cy="2247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Guiding</a:t>
            </a:r>
          </a:p>
        </p:txBody>
      </p:sp>
      <p:sp>
        <p:nvSpPr>
          <p:cNvPr id="492" name="text-493 the">
            <a:extLst xmlns:a="http://schemas.openxmlformats.org/drawingml/2006/main">
              <a:ext uri="{FF2B5EF4-FFF2-40B4-BE49-F238E27FC236}">
                <a16:creationId xmlns:a16="http://schemas.microsoft.com/office/drawing/2014/main" id="{A59F99F6-FE85-48AE-B556-3E9BF0BEE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57062" y="2098134"/>
            <a:ext cx="252079" cy="2248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493" name="text-493 Behaviors">
            <a:extLst xmlns:a="http://schemas.openxmlformats.org/drawingml/2006/main">
              <a:ext uri="{FF2B5EF4-FFF2-40B4-BE49-F238E27FC236}">
                <a16:creationId xmlns:a16="http://schemas.microsoft.com/office/drawing/2014/main" id="{F45D9BA0-F622-4EC3-951B-384DBF7EE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24838" y="2098094"/>
            <a:ext cx="742822" cy="2249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Behaviors</a:t>
            </a:r>
          </a:p>
        </p:txBody>
      </p:sp>
      <p:sp>
        <p:nvSpPr>
          <p:cNvPr id="494" name="text-494 through">
            <a:extLst xmlns:a="http://schemas.openxmlformats.org/drawingml/2006/main">
              <a:ext uri="{FF2B5EF4-FFF2-40B4-BE49-F238E27FC236}">
                <a16:creationId xmlns:a16="http://schemas.microsoft.com/office/drawing/2014/main" id="{019E2AA9-56FA-4B68-AAF7-F3A8146EFA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67731" y="2282813"/>
            <a:ext cx="573414" cy="2248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through</a:t>
            </a:r>
          </a:p>
        </p:txBody>
      </p:sp>
      <p:sp>
        <p:nvSpPr>
          <p:cNvPr id="495" name="text-494 Training">
            <a:extLst xmlns:a="http://schemas.openxmlformats.org/drawingml/2006/main">
              <a:ext uri="{FF2B5EF4-FFF2-40B4-BE49-F238E27FC236}">
                <a16:creationId xmlns:a16="http://schemas.microsoft.com/office/drawing/2014/main" id="{298DB20F-B74C-4A29-AD98-8ECAC99B9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53949" y="2282809"/>
            <a:ext cx="602975" cy="224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Training</a:t>
            </a:r>
          </a:p>
        </p:txBody>
      </p:sp>
      <p:sp>
        <p:nvSpPr>
          <p:cNvPr id="496" name="path-495">
            <a:extLst xmlns:a="http://schemas.openxmlformats.org/drawingml/2006/main">
              <a:ext uri="{FF2B5EF4-FFF2-40B4-BE49-F238E27FC236}">
                <a16:creationId xmlns:a16="http://schemas.microsoft.com/office/drawing/2014/main" id="{06B6C529-F424-40AE-B578-93A9C330F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8542" y="1632313"/>
            <a:ext cx="240016" cy="1500110"/>
          </a:xfrm>
          <a:custGeom xmlns:a="http://schemas.openxmlformats.org/drawingml/2006/main">
            <a:pathLst>
              <a:path w="209570" h="1309818">
                <a:moveTo>
                  <a:pt x="0" y="0"/>
                </a:moveTo>
                <a:lnTo>
                  <a:pt x="209570" y="0"/>
                </a:lnTo>
                <a:lnTo>
                  <a:pt x="209570" y="1309818"/>
                </a:lnTo>
                <a:lnTo>
                  <a:pt x="0" y="1309818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" name="path-496">
            <a:extLst xmlns:a="http://schemas.openxmlformats.org/drawingml/2006/main">
              <a:ext uri="{FF2B5EF4-FFF2-40B4-BE49-F238E27FC236}">
                <a16:creationId xmlns:a16="http://schemas.microsoft.com/office/drawing/2014/main" id="{3F8AF8DA-5B1D-4295-B5C0-827C75BB7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8578" y="1632274"/>
            <a:ext cx="239953" cy="1500158"/>
          </a:xfrm>
          <a:custGeom xmlns:a="http://schemas.openxmlformats.org/drawingml/2006/main">
            <a:pathLst>
              <a:path w="209515" h="1309861">
                <a:moveTo>
                  <a:pt x="0" y="0"/>
                </a:moveTo>
                <a:lnTo>
                  <a:pt x="0" y="1309861"/>
                </a:lnTo>
                <a:lnTo>
                  <a:pt x="209515" y="1309861"/>
                </a:lnTo>
                <a:lnTo>
                  <a:pt x="20951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531B93"/>
            </a:solidFill>
            <a:prstDash val="solid"/>
          </a:ln>
        </p:spPr>
      </p:sp>
      <p:sp>
        <p:nvSpPr>
          <p:cNvPr id="498" name="path-497">
            <a:extLst xmlns:a="http://schemas.openxmlformats.org/drawingml/2006/main">
              <a:ext uri="{FF2B5EF4-FFF2-40B4-BE49-F238E27FC236}">
                <a16:creationId xmlns:a16="http://schemas.microsoft.com/office/drawing/2014/main" id="{E70FE20D-FC35-418E-8DAF-FC4AE21A5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6025" y="1782318"/>
            <a:ext cx="240016" cy="1200088"/>
          </a:xfrm>
          <a:custGeom xmlns:a="http://schemas.openxmlformats.org/drawingml/2006/main">
            <a:pathLst>
              <a:path w="209570" h="1047854">
                <a:moveTo>
                  <a:pt x="0" y="0"/>
                </a:moveTo>
                <a:lnTo>
                  <a:pt x="209570" y="0"/>
                </a:lnTo>
                <a:lnTo>
                  <a:pt x="209570" y="1047854"/>
                </a:lnTo>
                <a:lnTo>
                  <a:pt x="0" y="1047854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" name="path-498">
            <a:extLst xmlns:a="http://schemas.openxmlformats.org/drawingml/2006/main">
              <a:ext uri="{FF2B5EF4-FFF2-40B4-BE49-F238E27FC236}">
                <a16:creationId xmlns:a16="http://schemas.microsoft.com/office/drawing/2014/main" id="{4655DF69-CCC6-42A7-B245-50FC28EB2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6057" y="1782331"/>
            <a:ext cx="239960" cy="1200045"/>
          </a:xfrm>
          <a:custGeom xmlns:a="http://schemas.openxmlformats.org/drawingml/2006/main">
            <a:pathLst>
              <a:path w="209520" h="1047817">
                <a:moveTo>
                  <a:pt x="0" y="0"/>
                </a:moveTo>
                <a:lnTo>
                  <a:pt x="0" y="1047817"/>
                </a:lnTo>
                <a:lnTo>
                  <a:pt x="209520" y="1047817"/>
                </a:lnTo>
                <a:lnTo>
                  <a:pt x="20952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531B93"/>
            </a:solidFill>
            <a:prstDash val="solid"/>
          </a:ln>
        </p:spPr>
      </p:sp>
      <p:sp>
        <p:nvSpPr>
          <p:cNvPr id="500" name="path-499">
            <a:extLst xmlns:a="http://schemas.openxmlformats.org/drawingml/2006/main">
              <a:ext uri="{FF2B5EF4-FFF2-40B4-BE49-F238E27FC236}">
                <a16:creationId xmlns:a16="http://schemas.microsoft.com/office/drawing/2014/main" id="{395773FC-E72F-4230-A5B4-53B9CE33A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3498" y="1932336"/>
            <a:ext cx="240016" cy="900064"/>
          </a:xfrm>
          <a:custGeom xmlns:a="http://schemas.openxmlformats.org/drawingml/2006/main">
            <a:pathLst>
              <a:path w="209570" h="785890">
                <a:moveTo>
                  <a:pt x="0" y="0"/>
                </a:moveTo>
                <a:lnTo>
                  <a:pt x="209570" y="0"/>
                </a:lnTo>
                <a:lnTo>
                  <a:pt x="209570" y="785890"/>
                </a:lnTo>
                <a:lnTo>
                  <a:pt x="0" y="785890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" name="path-500">
            <a:extLst xmlns:a="http://schemas.openxmlformats.org/drawingml/2006/main">
              <a:ext uri="{FF2B5EF4-FFF2-40B4-BE49-F238E27FC236}">
                <a16:creationId xmlns:a16="http://schemas.microsoft.com/office/drawing/2014/main" id="{2FA4AA1B-F554-4B55-B15B-3D7AC3F50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3542" y="1932381"/>
            <a:ext cx="239953" cy="900035"/>
          </a:xfrm>
          <a:custGeom xmlns:a="http://schemas.openxmlformats.org/drawingml/2006/main">
            <a:pathLst>
              <a:path w="209515" h="785864">
                <a:moveTo>
                  <a:pt x="0" y="0"/>
                </a:moveTo>
                <a:lnTo>
                  <a:pt x="0" y="785864"/>
                </a:lnTo>
                <a:lnTo>
                  <a:pt x="209515" y="785864"/>
                </a:lnTo>
                <a:lnTo>
                  <a:pt x="20951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531B93"/>
            </a:solidFill>
            <a:prstDash val="solid"/>
          </a:ln>
        </p:spPr>
      </p:sp>
      <p:sp>
        <p:nvSpPr>
          <p:cNvPr id="502" name="path-501">
            <a:extLst xmlns:a="http://schemas.openxmlformats.org/drawingml/2006/main">
              <a:ext uri="{FF2B5EF4-FFF2-40B4-BE49-F238E27FC236}">
                <a16:creationId xmlns:a16="http://schemas.microsoft.com/office/drawing/2014/main" id="{E10924B8-6ECB-46B1-A2B8-8DC23B8D73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0971" y="2082350"/>
            <a:ext cx="240016" cy="600044"/>
          </a:xfrm>
          <a:custGeom xmlns:a="http://schemas.openxmlformats.org/drawingml/2006/main">
            <a:pathLst>
              <a:path w="209570" h="523927">
                <a:moveTo>
                  <a:pt x="0" y="0"/>
                </a:moveTo>
                <a:lnTo>
                  <a:pt x="209570" y="0"/>
                </a:lnTo>
                <a:lnTo>
                  <a:pt x="209570" y="523927"/>
                </a:lnTo>
                <a:lnTo>
                  <a:pt x="0" y="523927"/>
                </a:lnTo>
                <a:close/>
              </a:path>
            </a:pathLst>
          </a:custGeom>
          <a:solidFill xmlns:a="http://schemas.openxmlformats.org/drawingml/2006/main">
            <a:srgbClr val="D4C7E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" name="path-502">
            <a:extLst xmlns:a="http://schemas.openxmlformats.org/drawingml/2006/main">
              <a:ext uri="{FF2B5EF4-FFF2-40B4-BE49-F238E27FC236}">
                <a16:creationId xmlns:a16="http://schemas.microsoft.com/office/drawing/2014/main" id="{ACC12A24-C2D2-46CD-9CBC-948FE6BDF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0930" y="2082341"/>
            <a:ext cx="240051" cy="600019"/>
          </a:xfrm>
          <a:custGeom xmlns:a="http://schemas.openxmlformats.org/drawingml/2006/main">
            <a:pathLst>
              <a:path w="209600" h="523906">
                <a:moveTo>
                  <a:pt x="0" y="0"/>
                </a:moveTo>
                <a:lnTo>
                  <a:pt x="0" y="523906"/>
                </a:lnTo>
                <a:lnTo>
                  <a:pt x="209600" y="523906"/>
                </a:lnTo>
                <a:lnTo>
                  <a:pt x="20960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531B93"/>
            </a:solidFill>
            <a:prstDash val="solid"/>
          </a:ln>
        </p:spPr>
      </p:sp>
      <p:sp>
        <p:nvSpPr>
          <p:cNvPr id="504" name="path-503">
            <a:extLst xmlns:a="http://schemas.openxmlformats.org/drawingml/2006/main">
              <a:ext uri="{FF2B5EF4-FFF2-40B4-BE49-F238E27FC236}">
                <a16:creationId xmlns:a16="http://schemas.microsoft.com/office/drawing/2014/main" id="{97B1CF2D-CB99-4057-AC43-84DACF0B5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7936" y="1483356"/>
            <a:ext cx="319469" cy="199343"/>
          </a:xfrm>
          <a:custGeom xmlns:a="http://schemas.openxmlformats.org/drawingml/2006/main">
            <a:pathLst>
              <a:path w="278944" h="174056">
                <a:moveTo>
                  <a:pt x="500" y="119721"/>
                </a:moveTo>
                <a:lnTo>
                  <a:pt x="500" y="48315"/>
                </a:lnTo>
                <a:lnTo>
                  <a:pt x="0" y="48315"/>
                </a:lnTo>
                <a:lnTo>
                  <a:pt x="0" y="0"/>
                </a:lnTo>
                <a:lnTo>
                  <a:pt x="278944" y="0"/>
                </a:lnTo>
                <a:lnTo>
                  <a:pt x="277706" y="134889"/>
                </a:lnTo>
                <a:lnTo>
                  <a:pt x="277706" y="174056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505" name="path-504">
            <a:extLst xmlns:a="http://schemas.openxmlformats.org/drawingml/2006/main">
              <a:ext uri="{FF2B5EF4-FFF2-40B4-BE49-F238E27FC236}">
                <a16:creationId xmlns:a16="http://schemas.microsoft.com/office/drawing/2014/main" id="{23E8A4AA-3095-4F34-9580-ED7904D02B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12034" y="1648705"/>
            <a:ext cx="67992" cy="90656"/>
          </a:xfrm>
          <a:custGeom xmlns:a="http://schemas.openxmlformats.org/drawingml/2006/main">
            <a:pathLst>
              <a:path w="59367" h="79156">
                <a:moveTo>
                  <a:pt x="29684" y="79156"/>
                </a:moveTo>
                <a:lnTo>
                  <a:pt x="59367" y="0"/>
                </a:lnTo>
                <a:lnTo>
                  <a:pt x="29684" y="29683"/>
                </a:lnTo>
                <a:lnTo>
                  <a:pt x="0" y="0"/>
                </a:lnTo>
                <a:lnTo>
                  <a:pt x="29684" y="79156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" name="path-505">
            <a:extLst xmlns:a="http://schemas.openxmlformats.org/drawingml/2006/main">
              <a:ext uri="{FF2B5EF4-FFF2-40B4-BE49-F238E27FC236}">
                <a16:creationId xmlns:a16="http://schemas.microsoft.com/office/drawing/2014/main" id="{93038DEA-B1A1-4352-A5EE-60C4151B4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11992" y="1648703"/>
            <a:ext cx="67991" cy="90657"/>
          </a:xfrm>
          <a:custGeom xmlns:a="http://schemas.openxmlformats.org/drawingml/2006/main">
            <a:pathLst>
              <a:path w="59366" h="79157">
                <a:moveTo>
                  <a:pt x="29683" y="79157"/>
                </a:moveTo>
                <a:lnTo>
                  <a:pt x="59366" y="0"/>
                </a:lnTo>
                <a:lnTo>
                  <a:pt x="29683" y="29683"/>
                </a:lnTo>
                <a:lnTo>
                  <a:pt x="0" y="0"/>
                </a:lnTo>
                <a:lnTo>
                  <a:pt x="29683" y="79157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507" name="path-506">
            <a:extLst xmlns:a="http://schemas.openxmlformats.org/drawingml/2006/main">
              <a:ext uri="{FF2B5EF4-FFF2-40B4-BE49-F238E27FC236}">
                <a16:creationId xmlns:a16="http://schemas.microsoft.com/office/drawing/2014/main" id="{678766C6-7265-430D-85F7-C9E8C5111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6462" y="1593837"/>
            <a:ext cx="320412" cy="238919"/>
          </a:xfrm>
          <a:custGeom xmlns:a="http://schemas.openxmlformats.org/drawingml/2006/main">
            <a:pathLst>
              <a:path w="279767" h="208612">
                <a:moveTo>
                  <a:pt x="0" y="0"/>
                </a:moveTo>
                <a:lnTo>
                  <a:pt x="90696" y="0"/>
                </a:lnTo>
                <a:lnTo>
                  <a:pt x="279767" y="659"/>
                </a:lnTo>
                <a:lnTo>
                  <a:pt x="276797" y="169445"/>
                </a:lnTo>
                <a:lnTo>
                  <a:pt x="276797" y="208612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508" name="path-507">
            <a:extLst xmlns:a="http://schemas.openxmlformats.org/drawingml/2006/main">
              <a:ext uri="{FF2B5EF4-FFF2-40B4-BE49-F238E27FC236}">
                <a16:creationId xmlns:a16="http://schemas.microsoft.com/office/drawing/2014/main" id="{B49EAFFF-D976-45F9-8D58-2C7FAE1F8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9507" y="1798712"/>
            <a:ext cx="67992" cy="90656"/>
          </a:xfrm>
          <a:custGeom xmlns:a="http://schemas.openxmlformats.org/drawingml/2006/main">
            <a:pathLst>
              <a:path w="59367" h="79156">
                <a:moveTo>
                  <a:pt x="29683" y="79156"/>
                </a:moveTo>
                <a:lnTo>
                  <a:pt x="59367" y="0"/>
                </a:lnTo>
                <a:lnTo>
                  <a:pt x="29683" y="29683"/>
                </a:lnTo>
                <a:lnTo>
                  <a:pt x="0" y="0"/>
                </a:lnTo>
                <a:lnTo>
                  <a:pt x="29683" y="79156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" name="path-508">
            <a:extLst xmlns:a="http://schemas.openxmlformats.org/drawingml/2006/main">
              <a:ext uri="{FF2B5EF4-FFF2-40B4-BE49-F238E27FC236}">
                <a16:creationId xmlns:a16="http://schemas.microsoft.com/office/drawing/2014/main" id="{03A96B73-7147-4CF4-8587-48F6556996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9477" y="1798760"/>
            <a:ext cx="67991" cy="90657"/>
          </a:xfrm>
          <a:custGeom xmlns:a="http://schemas.openxmlformats.org/drawingml/2006/main">
            <a:pathLst>
              <a:path w="59366" h="79157">
                <a:moveTo>
                  <a:pt x="29683" y="79157"/>
                </a:moveTo>
                <a:lnTo>
                  <a:pt x="59366" y="0"/>
                </a:lnTo>
                <a:lnTo>
                  <a:pt x="29683" y="29683"/>
                </a:lnTo>
                <a:lnTo>
                  <a:pt x="0" y="0"/>
                </a:lnTo>
                <a:lnTo>
                  <a:pt x="29683" y="79157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510" name="path-509">
            <a:extLst xmlns:a="http://schemas.openxmlformats.org/drawingml/2006/main">
              <a:ext uri="{FF2B5EF4-FFF2-40B4-BE49-F238E27FC236}">
                <a16:creationId xmlns:a16="http://schemas.microsoft.com/office/drawing/2014/main" id="{9FC54FFF-F7B8-44A4-AD27-9E2D2D863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4416" y="1736999"/>
            <a:ext cx="316542" cy="245715"/>
          </a:xfrm>
          <a:custGeom xmlns:a="http://schemas.openxmlformats.org/drawingml/2006/main">
            <a:pathLst>
              <a:path w="276388" h="214546">
                <a:moveTo>
                  <a:pt x="0" y="329"/>
                </a:moveTo>
                <a:lnTo>
                  <a:pt x="90702" y="329"/>
                </a:lnTo>
                <a:lnTo>
                  <a:pt x="174391" y="0"/>
                </a:lnTo>
                <a:lnTo>
                  <a:pt x="276388" y="0"/>
                </a:lnTo>
                <a:lnTo>
                  <a:pt x="276388" y="214546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511" name="path-510">
            <a:extLst xmlns:a="http://schemas.openxmlformats.org/drawingml/2006/main">
              <a:ext uri="{FF2B5EF4-FFF2-40B4-BE49-F238E27FC236}">
                <a16:creationId xmlns:a16="http://schemas.microsoft.com/office/drawing/2014/main" id="{BEFA1CFA-4CA8-44C4-AC20-E7F6DFE2F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6990" y="1948727"/>
            <a:ext cx="67992" cy="90656"/>
          </a:xfrm>
          <a:custGeom xmlns:a="http://schemas.openxmlformats.org/drawingml/2006/main">
            <a:pathLst>
              <a:path w="59367" h="79156">
                <a:moveTo>
                  <a:pt x="29683" y="79156"/>
                </a:moveTo>
                <a:lnTo>
                  <a:pt x="59367" y="0"/>
                </a:lnTo>
                <a:lnTo>
                  <a:pt x="29683" y="29683"/>
                </a:lnTo>
                <a:lnTo>
                  <a:pt x="0" y="0"/>
                </a:lnTo>
                <a:lnTo>
                  <a:pt x="29683" y="79156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" name="path-511">
            <a:extLst xmlns:a="http://schemas.openxmlformats.org/drawingml/2006/main">
              <a:ext uri="{FF2B5EF4-FFF2-40B4-BE49-F238E27FC236}">
                <a16:creationId xmlns:a16="http://schemas.microsoft.com/office/drawing/2014/main" id="{495BC179-5D1F-4E45-A303-AFE055EF0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6963" y="1948713"/>
            <a:ext cx="67985" cy="90657"/>
          </a:xfrm>
          <a:custGeom xmlns:a="http://schemas.openxmlformats.org/drawingml/2006/main">
            <a:pathLst>
              <a:path w="59361" h="79157">
                <a:moveTo>
                  <a:pt x="29683" y="79157"/>
                </a:moveTo>
                <a:lnTo>
                  <a:pt x="59361" y="0"/>
                </a:lnTo>
                <a:lnTo>
                  <a:pt x="29683" y="29689"/>
                </a:lnTo>
                <a:lnTo>
                  <a:pt x="0" y="0"/>
                </a:lnTo>
                <a:lnTo>
                  <a:pt x="29683" y="79157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513" name="path-512">
            <a:extLst xmlns:a="http://schemas.openxmlformats.org/drawingml/2006/main">
              <a:ext uri="{FF2B5EF4-FFF2-40B4-BE49-F238E27FC236}">
                <a16:creationId xmlns:a16="http://schemas.microsoft.com/office/drawing/2014/main" id="{3461ED85-C220-41A9-B68E-3290F426B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9527" y="2046715"/>
            <a:ext cx="1070479" cy="522293"/>
          </a:xfrm>
          <a:custGeom xmlns:a="http://schemas.openxmlformats.org/drawingml/2006/main">
            <a:pathLst>
              <a:path w="934687" h="456039">
                <a:moveTo>
                  <a:pt x="0" y="0"/>
                </a:moveTo>
                <a:lnTo>
                  <a:pt x="934687" y="0"/>
                </a:lnTo>
                <a:lnTo>
                  <a:pt x="934687" y="456039"/>
                </a:lnTo>
                <a:lnTo>
                  <a:pt x="0" y="456039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" name="text-513 Perception">
            <a:extLst xmlns:a="http://schemas.openxmlformats.org/drawingml/2006/main">
              <a:ext uri="{FF2B5EF4-FFF2-40B4-BE49-F238E27FC236}">
                <a16:creationId xmlns:a16="http://schemas.microsoft.com/office/drawing/2014/main" id="{3186F0E7-9123-4AEC-9721-950D942DB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16704" y="2075062"/>
            <a:ext cx="1010064" cy="2644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Perception</a:t>
            </a:r>
          </a:p>
        </p:txBody>
      </p:sp>
      <p:sp>
        <p:nvSpPr>
          <p:cNvPr id="515" name="text-514 Net">
            <a:extLst xmlns:a="http://schemas.openxmlformats.org/drawingml/2006/main">
              <a:ext uri="{FF2B5EF4-FFF2-40B4-BE49-F238E27FC236}">
                <a16:creationId xmlns:a16="http://schemas.microsoft.com/office/drawing/2014/main" id="{2E718839-6E41-4FE9-A32E-B7AA8C29B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52602" y="2288954"/>
            <a:ext cx="338333" cy="2644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</a:t>
            </a:r>
          </a:p>
        </p:txBody>
      </p:sp>
      <p:sp>
        <p:nvSpPr>
          <p:cNvPr id="516" name="path-515">
            <a:extLst xmlns:a="http://schemas.openxmlformats.org/drawingml/2006/main">
              <a:ext uri="{FF2B5EF4-FFF2-40B4-BE49-F238E27FC236}">
                <a16:creationId xmlns:a16="http://schemas.microsoft.com/office/drawing/2014/main" id="{6DD34287-570B-4290-A206-48DB3DA17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80628" y="2165337"/>
            <a:ext cx="285045" cy="285045"/>
          </a:xfrm>
          <a:custGeom xmlns:a="http://schemas.openxmlformats.org/drawingml/2006/main">
            <a:pathLst>
              <a:path w="248887" h="248887">
                <a:moveTo>
                  <a:pt x="204609" y="44278"/>
                </a:moveTo>
                <a:cubicBezTo>
                  <a:pt x="248887" y="88555"/>
                  <a:pt x="248887" y="160339"/>
                  <a:pt x="204609" y="204617"/>
                </a:cubicBezTo>
                <a:cubicBezTo>
                  <a:pt x="160339" y="248887"/>
                  <a:pt x="88556" y="248887"/>
                  <a:pt x="44278" y="204617"/>
                </a:cubicBezTo>
                <a:cubicBezTo>
                  <a:pt x="0" y="160339"/>
                  <a:pt x="0" y="88555"/>
                  <a:pt x="44278" y="44278"/>
                </a:cubicBezTo>
                <a:cubicBezTo>
                  <a:pt x="88556" y="0"/>
                  <a:pt x="160339" y="0"/>
                  <a:pt x="204609" y="44278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" name="path-516">
            <a:extLst xmlns:a="http://schemas.openxmlformats.org/drawingml/2006/main">
              <a:ext uri="{FF2B5EF4-FFF2-40B4-BE49-F238E27FC236}">
                <a16:creationId xmlns:a16="http://schemas.microsoft.com/office/drawing/2014/main" id="{9EFDC016-76CC-4CE6-A53F-D3C35A735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80632" y="2165343"/>
            <a:ext cx="285005" cy="284999"/>
          </a:xfrm>
          <a:custGeom xmlns:a="http://schemas.openxmlformats.org/drawingml/2006/main">
            <a:pathLst>
              <a:path w="248852" h="248846">
                <a:moveTo>
                  <a:pt x="204568" y="44278"/>
                </a:moveTo>
                <a:cubicBezTo>
                  <a:pt x="248852" y="88556"/>
                  <a:pt x="248852" y="160376"/>
                  <a:pt x="204568" y="204653"/>
                </a:cubicBezTo>
                <a:cubicBezTo>
                  <a:pt x="160376" y="248846"/>
                  <a:pt x="88561" y="248846"/>
                  <a:pt x="44283" y="204653"/>
                </a:cubicBezTo>
                <a:cubicBezTo>
                  <a:pt x="0" y="160376"/>
                  <a:pt x="0" y="88556"/>
                  <a:pt x="44283" y="44278"/>
                </a:cubicBezTo>
                <a:cubicBezTo>
                  <a:pt x="88561" y="0"/>
                  <a:pt x="160376" y="0"/>
                  <a:pt x="20456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518" name="path-517">
            <a:extLst xmlns:a="http://schemas.openxmlformats.org/drawingml/2006/main">
              <a:ext uri="{FF2B5EF4-FFF2-40B4-BE49-F238E27FC236}">
                <a16:creationId xmlns:a16="http://schemas.microsoft.com/office/drawing/2014/main" id="{6385FF27-5D7F-48A9-929C-C25DA9C8C8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311" y="1870530"/>
            <a:ext cx="249767" cy="70346"/>
          </a:xfrm>
          <a:custGeom xmlns:a="http://schemas.openxmlformats.org/drawingml/2006/main">
            <a:pathLst>
              <a:path w="218084" h="61422">
                <a:moveTo>
                  <a:pt x="0" y="61422"/>
                </a:moveTo>
                <a:lnTo>
                  <a:pt x="21808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19" name="path-518">
            <a:extLst xmlns:a="http://schemas.openxmlformats.org/drawingml/2006/main">
              <a:ext uri="{FF2B5EF4-FFF2-40B4-BE49-F238E27FC236}">
                <a16:creationId xmlns:a16="http://schemas.microsoft.com/office/drawing/2014/main" id="{97EF5BC9-36F8-478E-8EF1-B55B79326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225" y="1854370"/>
            <a:ext cx="66330" cy="44998"/>
          </a:xfrm>
          <a:custGeom xmlns:a="http://schemas.openxmlformats.org/drawingml/2006/main">
            <a:pathLst>
              <a:path w="57915" h="39290">
                <a:moveTo>
                  <a:pt x="57915" y="4890"/>
                </a:moveTo>
                <a:lnTo>
                  <a:pt x="0" y="0"/>
                </a:lnTo>
                <a:lnTo>
                  <a:pt x="25174" y="14108"/>
                </a:lnTo>
                <a:lnTo>
                  <a:pt x="11066" y="39290"/>
                </a:lnTo>
                <a:lnTo>
                  <a:pt x="57915" y="489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" name="path-519">
            <a:extLst xmlns:a="http://schemas.openxmlformats.org/drawingml/2006/main">
              <a:ext uri="{FF2B5EF4-FFF2-40B4-BE49-F238E27FC236}">
                <a16:creationId xmlns:a16="http://schemas.microsoft.com/office/drawing/2014/main" id="{BF4CD701-931B-4D9D-8976-F509E708A2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181" y="1854381"/>
            <a:ext cx="66391" cy="44948"/>
          </a:xfrm>
          <a:custGeom xmlns:a="http://schemas.openxmlformats.org/drawingml/2006/main">
            <a:pathLst>
              <a:path w="57969" h="39246">
                <a:moveTo>
                  <a:pt x="57969" y="4861"/>
                </a:moveTo>
                <a:lnTo>
                  <a:pt x="0" y="0"/>
                </a:lnTo>
                <a:lnTo>
                  <a:pt x="25231" y="14101"/>
                </a:lnTo>
                <a:lnTo>
                  <a:pt x="11136" y="39246"/>
                </a:lnTo>
                <a:lnTo>
                  <a:pt x="57969" y="4861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21" name="path-520">
            <a:extLst xmlns:a="http://schemas.openxmlformats.org/drawingml/2006/main">
              <a:ext uri="{FF2B5EF4-FFF2-40B4-BE49-F238E27FC236}">
                <a16:creationId xmlns:a16="http://schemas.microsoft.com/office/drawing/2014/main" id="{5B9A402A-60F8-44D2-A43A-20F9726C3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311" y="2017653"/>
            <a:ext cx="249767" cy="70261"/>
          </a:xfrm>
          <a:custGeom xmlns:a="http://schemas.openxmlformats.org/drawingml/2006/main">
            <a:pathLst>
              <a:path w="218084" h="61348">
                <a:moveTo>
                  <a:pt x="0" y="0"/>
                </a:moveTo>
                <a:lnTo>
                  <a:pt x="218084" y="61348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22" name="path-521">
            <a:extLst xmlns:a="http://schemas.openxmlformats.org/drawingml/2006/main">
              <a:ext uri="{FF2B5EF4-FFF2-40B4-BE49-F238E27FC236}">
                <a16:creationId xmlns:a16="http://schemas.microsoft.com/office/drawing/2014/main" id="{3598FCFA-40AA-4531-B752-532B4B3AF3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225" y="2059110"/>
            <a:ext cx="66330" cy="44997"/>
          </a:xfrm>
          <a:custGeom xmlns:a="http://schemas.openxmlformats.org/drawingml/2006/main">
            <a:pathLst>
              <a:path w="57915" h="39289">
                <a:moveTo>
                  <a:pt x="57915" y="34392"/>
                </a:moveTo>
                <a:lnTo>
                  <a:pt x="11066" y="0"/>
                </a:lnTo>
                <a:lnTo>
                  <a:pt x="25174" y="25174"/>
                </a:lnTo>
                <a:lnTo>
                  <a:pt x="0" y="39289"/>
                </a:lnTo>
                <a:lnTo>
                  <a:pt x="57915" y="3439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" name="path-522">
            <a:extLst xmlns:a="http://schemas.openxmlformats.org/drawingml/2006/main">
              <a:ext uri="{FF2B5EF4-FFF2-40B4-BE49-F238E27FC236}">
                <a16:creationId xmlns:a16="http://schemas.microsoft.com/office/drawing/2014/main" id="{2C731819-03C9-4739-8CAC-8C658173D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181" y="2059109"/>
            <a:ext cx="66391" cy="45046"/>
          </a:xfrm>
          <a:custGeom xmlns:a="http://schemas.openxmlformats.org/drawingml/2006/main">
            <a:pathLst>
              <a:path w="57969" h="39332">
                <a:moveTo>
                  <a:pt x="57969" y="34385"/>
                </a:moveTo>
                <a:lnTo>
                  <a:pt x="11136" y="0"/>
                </a:lnTo>
                <a:lnTo>
                  <a:pt x="25231" y="25152"/>
                </a:lnTo>
                <a:lnTo>
                  <a:pt x="0" y="39332"/>
                </a:lnTo>
                <a:lnTo>
                  <a:pt x="57969" y="34385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24" name="path-523">
            <a:extLst xmlns:a="http://schemas.openxmlformats.org/drawingml/2006/main">
              <a:ext uri="{FF2B5EF4-FFF2-40B4-BE49-F238E27FC236}">
                <a16:creationId xmlns:a16="http://schemas.microsoft.com/office/drawing/2014/main" id="{A4E20DA1-46B4-4684-A0C1-41E6C70A2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168" y="2070627"/>
            <a:ext cx="318611" cy="269136"/>
          </a:xfrm>
          <a:custGeom xmlns:a="http://schemas.openxmlformats.org/drawingml/2006/main">
            <a:pathLst>
              <a:path w="278194" h="234995">
                <a:moveTo>
                  <a:pt x="0" y="0"/>
                </a:moveTo>
                <a:lnTo>
                  <a:pt x="278194" y="234995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25" name="path-524">
            <a:extLst xmlns:a="http://schemas.openxmlformats.org/drawingml/2006/main">
              <a:ext uri="{FF2B5EF4-FFF2-40B4-BE49-F238E27FC236}">
                <a16:creationId xmlns:a16="http://schemas.microsoft.com/office/drawing/2014/main" id="{BB5D24C8-93DF-4AD0-9F40-45833A40E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9884" y="2306854"/>
            <a:ext cx="62704" cy="58066"/>
          </a:xfrm>
          <a:custGeom xmlns:a="http://schemas.openxmlformats.org/drawingml/2006/main">
            <a:pathLst>
              <a:path w="54750" h="50701">
                <a:moveTo>
                  <a:pt x="54750" y="50701"/>
                </a:moveTo>
                <a:lnTo>
                  <a:pt x="26344" y="0"/>
                </a:lnTo>
                <a:lnTo>
                  <a:pt x="28760" y="28760"/>
                </a:lnTo>
                <a:lnTo>
                  <a:pt x="0" y="31175"/>
                </a:lnTo>
                <a:lnTo>
                  <a:pt x="54750" y="50701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" name="path-525">
            <a:extLst xmlns:a="http://schemas.openxmlformats.org/drawingml/2006/main">
              <a:ext uri="{FF2B5EF4-FFF2-40B4-BE49-F238E27FC236}">
                <a16:creationId xmlns:a16="http://schemas.microsoft.com/office/drawing/2014/main" id="{E8ECA687-7A03-4C0F-AB2A-023E0F8298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9922" y="2306899"/>
            <a:ext cx="62704" cy="57982"/>
          </a:xfrm>
          <a:custGeom xmlns:a="http://schemas.openxmlformats.org/drawingml/2006/main">
            <a:pathLst>
              <a:path w="54750" h="50627">
                <a:moveTo>
                  <a:pt x="54750" y="50627"/>
                </a:moveTo>
                <a:lnTo>
                  <a:pt x="26299" y="0"/>
                </a:lnTo>
                <a:lnTo>
                  <a:pt x="28689" y="28695"/>
                </a:lnTo>
                <a:lnTo>
                  <a:pt x="0" y="31165"/>
                </a:lnTo>
                <a:lnTo>
                  <a:pt x="54750" y="50627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27" name="path-526">
            <a:extLst xmlns:a="http://schemas.openxmlformats.org/drawingml/2006/main">
              <a:ext uri="{FF2B5EF4-FFF2-40B4-BE49-F238E27FC236}">
                <a16:creationId xmlns:a16="http://schemas.microsoft.com/office/drawing/2014/main" id="{8768D854-4069-413E-9026-CE2FA3C02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8010" y="2094711"/>
            <a:ext cx="382732" cy="538831"/>
          </a:xfrm>
          <a:custGeom xmlns:a="http://schemas.openxmlformats.org/drawingml/2006/main">
            <a:pathLst>
              <a:path w="334182" h="470479">
                <a:moveTo>
                  <a:pt x="0" y="0"/>
                </a:moveTo>
                <a:lnTo>
                  <a:pt x="334182" y="470479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28" name="path-527">
            <a:extLst xmlns:a="http://schemas.openxmlformats.org/drawingml/2006/main">
              <a:ext uri="{FF2B5EF4-FFF2-40B4-BE49-F238E27FC236}">
                <a16:creationId xmlns:a16="http://schemas.microsoft.com/office/drawing/2014/main" id="{A6C44F40-796D-40EE-AAE1-1E6C487FA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148" y="2600945"/>
            <a:ext cx="55149" cy="64347"/>
          </a:xfrm>
          <a:custGeom xmlns:a="http://schemas.openxmlformats.org/drawingml/2006/main">
            <a:pathLst>
              <a:path w="48154" h="56184">
                <a:moveTo>
                  <a:pt x="48154" y="56184"/>
                </a:moveTo>
                <a:lnTo>
                  <a:pt x="33279" y="0"/>
                </a:lnTo>
                <a:lnTo>
                  <a:pt x="28455" y="28455"/>
                </a:lnTo>
                <a:lnTo>
                  <a:pt x="0" y="23631"/>
                </a:lnTo>
                <a:lnTo>
                  <a:pt x="48154" y="56184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" name="path-528">
            <a:extLst xmlns:a="http://schemas.openxmlformats.org/drawingml/2006/main">
              <a:ext uri="{FF2B5EF4-FFF2-40B4-BE49-F238E27FC236}">
                <a16:creationId xmlns:a16="http://schemas.microsoft.com/office/drawing/2014/main" id="{EF17B94F-74AE-4B5B-8372-D56D224FC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164" y="2600964"/>
            <a:ext cx="55153" cy="64310"/>
          </a:xfrm>
          <a:custGeom xmlns:a="http://schemas.openxmlformats.org/drawingml/2006/main">
            <a:pathLst>
              <a:path w="48156" h="56152">
                <a:moveTo>
                  <a:pt x="48156" y="56152"/>
                </a:moveTo>
                <a:lnTo>
                  <a:pt x="33227" y="0"/>
                </a:lnTo>
                <a:lnTo>
                  <a:pt x="28445" y="28445"/>
                </a:lnTo>
                <a:lnTo>
                  <a:pt x="0" y="23584"/>
                </a:lnTo>
                <a:lnTo>
                  <a:pt x="48156" y="56152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30" name="path-529">
            <a:extLst xmlns:a="http://schemas.openxmlformats.org/drawingml/2006/main">
              <a:ext uri="{FF2B5EF4-FFF2-40B4-BE49-F238E27FC236}">
                <a16:creationId xmlns:a16="http://schemas.microsoft.com/office/drawing/2014/main" id="{6FFAC77C-4B45-4375-B0E7-F5F04BF73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38010" y="1982240"/>
            <a:ext cx="382732" cy="538740"/>
          </a:xfrm>
          <a:custGeom xmlns:a="http://schemas.openxmlformats.org/drawingml/2006/main">
            <a:pathLst>
              <a:path w="334182" h="470400">
                <a:moveTo>
                  <a:pt x="0" y="470400"/>
                </a:moveTo>
                <a:lnTo>
                  <a:pt x="33418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31" name="path-530">
            <a:extLst xmlns:a="http://schemas.openxmlformats.org/drawingml/2006/main">
              <a:ext uri="{FF2B5EF4-FFF2-40B4-BE49-F238E27FC236}">
                <a16:creationId xmlns:a16="http://schemas.microsoft.com/office/drawing/2014/main" id="{4BD97614-9561-4EF4-A6E5-F9FA3BA70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148" y="1950437"/>
            <a:ext cx="55149" cy="64347"/>
          </a:xfrm>
          <a:custGeom xmlns:a="http://schemas.openxmlformats.org/drawingml/2006/main">
            <a:pathLst>
              <a:path w="48154" h="56184">
                <a:moveTo>
                  <a:pt x="48154" y="0"/>
                </a:moveTo>
                <a:lnTo>
                  <a:pt x="0" y="32552"/>
                </a:lnTo>
                <a:lnTo>
                  <a:pt x="28455" y="27729"/>
                </a:lnTo>
                <a:lnTo>
                  <a:pt x="33279" y="56184"/>
                </a:lnTo>
                <a:lnTo>
                  <a:pt x="48154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" name="path-531">
            <a:extLst xmlns:a="http://schemas.openxmlformats.org/drawingml/2006/main">
              <a:ext uri="{FF2B5EF4-FFF2-40B4-BE49-F238E27FC236}">
                <a16:creationId xmlns:a16="http://schemas.microsoft.com/office/drawing/2014/main" id="{1F4C5965-729C-4BEC-9952-CDF098E76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8164" y="1950417"/>
            <a:ext cx="55153" cy="64401"/>
          </a:xfrm>
          <a:custGeom xmlns:a="http://schemas.openxmlformats.org/drawingml/2006/main">
            <a:pathLst>
              <a:path w="48156" h="56232">
                <a:moveTo>
                  <a:pt x="48156" y="0"/>
                </a:moveTo>
                <a:lnTo>
                  <a:pt x="0" y="32574"/>
                </a:lnTo>
                <a:lnTo>
                  <a:pt x="28445" y="27786"/>
                </a:lnTo>
                <a:lnTo>
                  <a:pt x="33227" y="56232"/>
                </a:lnTo>
                <a:lnTo>
                  <a:pt x="4815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33" name="path-532">
            <a:extLst xmlns:a="http://schemas.openxmlformats.org/drawingml/2006/main">
              <a:ext uri="{FF2B5EF4-FFF2-40B4-BE49-F238E27FC236}">
                <a16:creationId xmlns:a16="http://schemas.microsoft.com/office/drawing/2014/main" id="{DDC5A669-9E0B-4B8E-A791-B641C012D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168" y="2275928"/>
            <a:ext cx="318611" cy="269136"/>
          </a:xfrm>
          <a:custGeom xmlns:a="http://schemas.openxmlformats.org/drawingml/2006/main">
            <a:pathLst>
              <a:path w="278194" h="234995">
                <a:moveTo>
                  <a:pt x="0" y="234995"/>
                </a:moveTo>
                <a:lnTo>
                  <a:pt x="2781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34" name="path-533">
            <a:extLst xmlns:a="http://schemas.openxmlformats.org/drawingml/2006/main">
              <a:ext uri="{FF2B5EF4-FFF2-40B4-BE49-F238E27FC236}">
                <a16:creationId xmlns:a16="http://schemas.microsoft.com/office/drawing/2014/main" id="{CB761F25-222A-46D9-89FD-BB6CAFAC02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9884" y="2250799"/>
            <a:ext cx="62704" cy="58076"/>
          </a:xfrm>
          <a:custGeom xmlns:a="http://schemas.openxmlformats.org/drawingml/2006/main">
            <a:pathLst>
              <a:path w="54750" h="50709">
                <a:moveTo>
                  <a:pt x="54750" y="0"/>
                </a:moveTo>
                <a:lnTo>
                  <a:pt x="0" y="19525"/>
                </a:lnTo>
                <a:lnTo>
                  <a:pt x="28760" y="21949"/>
                </a:lnTo>
                <a:lnTo>
                  <a:pt x="26344" y="50709"/>
                </a:lnTo>
                <a:lnTo>
                  <a:pt x="54750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" name="path-534">
            <a:extLst xmlns:a="http://schemas.openxmlformats.org/drawingml/2006/main">
              <a:ext uri="{FF2B5EF4-FFF2-40B4-BE49-F238E27FC236}">
                <a16:creationId xmlns:a16="http://schemas.microsoft.com/office/drawing/2014/main" id="{5FD2297C-D8C3-4281-A004-25E440EBA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9922" y="2250810"/>
            <a:ext cx="62704" cy="58073"/>
          </a:xfrm>
          <a:custGeom xmlns:a="http://schemas.openxmlformats.org/drawingml/2006/main">
            <a:pathLst>
              <a:path w="54750" h="50706">
                <a:moveTo>
                  <a:pt x="54750" y="0"/>
                </a:moveTo>
                <a:lnTo>
                  <a:pt x="0" y="19541"/>
                </a:lnTo>
                <a:lnTo>
                  <a:pt x="28689" y="21932"/>
                </a:lnTo>
                <a:lnTo>
                  <a:pt x="26299" y="50706"/>
                </a:lnTo>
                <a:lnTo>
                  <a:pt x="54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36" name="path-535">
            <a:extLst xmlns:a="http://schemas.openxmlformats.org/drawingml/2006/main">
              <a:ext uri="{FF2B5EF4-FFF2-40B4-BE49-F238E27FC236}">
                <a16:creationId xmlns:a16="http://schemas.microsoft.com/office/drawing/2014/main" id="{65262ED8-090A-4B22-831D-280826900B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311" y="2674906"/>
            <a:ext cx="249767" cy="70255"/>
          </a:xfrm>
          <a:custGeom xmlns:a="http://schemas.openxmlformats.org/drawingml/2006/main">
            <a:pathLst>
              <a:path w="218084" h="61343">
                <a:moveTo>
                  <a:pt x="0" y="0"/>
                </a:moveTo>
                <a:lnTo>
                  <a:pt x="218084" y="61343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37" name="path-536">
            <a:extLst xmlns:a="http://schemas.openxmlformats.org/drawingml/2006/main">
              <a:ext uri="{FF2B5EF4-FFF2-40B4-BE49-F238E27FC236}">
                <a16:creationId xmlns:a16="http://schemas.microsoft.com/office/drawing/2014/main" id="{9AB68F59-DD11-4B33-B7AF-0E853B4FF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225" y="2716361"/>
            <a:ext cx="66330" cy="44998"/>
          </a:xfrm>
          <a:custGeom xmlns:a="http://schemas.openxmlformats.org/drawingml/2006/main">
            <a:pathLst>
              <a:path w="57915" h="39290">
                <a:moveTo>
                  <a:pt x="57915" y="34392"/>
                </a:moveTo>
                <a:lnTo>
                  <a:pt x="11066" y="0"/>
                </a:lnTo>
                <a:lnTo>
                  <a:pt x="25174" y="25173"/>
                </a:lnTo>
                <a:lnTo>
                  <a:pt x="0" y="39290"/>
                </a:lnTo>
                <a:lnTo>
                  <a:pt x="57915" y="3439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" name="path-537">
            <a:extLst xmlns:a="http://schemas.openxmlformats.org/drawingml/2006/main">
              <a:ext uri="{FF2B5EF4-FFF2-40B4-BE49-F238E27FC236}">
                <a16:creationId xmlns:a16="http://schemas.microsoft.com/office/drawing/2014/main" id="{32CD21AB-3DFD-4A6E-9615-E27C2C5F8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181" y="2716362"/>
            <a:ext cx="66391" cy="45039"/>
          </a:xfrm>
          <a:custGeom xmlns:a="http://schemas.openxmlformats.org/drawingml/2006/main">
            <a:pathLst>
              <a:path w="57969" h="39326">
                <a:moveTo>
                  <a:pt x="57969" y="34380"/>
                </a:moveTo>
                <a:lnTo>
                  <a:pt x="11136" y="0"/>
                </a:lnTo>
                <a:lnTo>
                  <a:pt x="25231" y="25146"/>
                </a:lnTo>
                <a:lnTo>
                  <a:pt x="0" y="39326"/>
                </a:lnTo>
                <a:lnTo>
                  <a:pt x="57969" y="3438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39" name="path-538">
            <a:extLst xmlns:a="http://schemas.openxmlformats.org/drawingml/2006/main">
              <a:ext uri="{FF2B5EF4-FFF2-40B4-BE49-F238E27FC236}">
                <a16:creationId xmlns:a16="http://schemas.microsoft.com/office/drawing/2014/main" id="{6C5FF10B-46B1-4BC8-A27F-0590DBC7C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311" y="2527783"/>
            <a:ext cx="249767" cy="70346"/>
          </a:xfrm>
          <a:custGeom xmlns:a="http://schemas.openxmlformats.org/drawingml/2006/main">
            <a:pathLst>
              <a:path w="218084" h="61422">
                <a:moveTo>
                  <a:pt x="0" y="61422"/>
                </a:moveTo>
                <a:lnTo>
                  <a:pt x="21808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40" name="path-539">
            <a:extLst xmlns:a="http://schemas.openxmlformats.org/drawingml/2006/main">
              <a:ext uri="{FF2B5EF4-FFF2-40B4-BE49-F238E27FC236}">
                <a16:creationId xmlns:a16="http://schemas.microsoft.com/office/drawing/2014/main" id="{404A0417-AFFC-421E-86D0-23227563D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225" y="2511622"/>
            <a:ext cx="66330" cy="44997"/>
          </a:xfrm>
          <a:custGeom xmlns:a="http://schemas.openxmlformats.org/drawingml/2006/main">
            <a:pathLst>
              <a:path w="57915" h="39289">
                <a:moveTo>
                  <a:pt x="57915" y="4889"/>
                </a:moveTo>
                <a:lnTo>
                  <a:pt x="0" y="0"/>
                </a:lnTo>
                <a:lnTo>
                  <a:pt x="25174" y="14108"/>
                </a:lnTo>
                <a:lnTo>
                  <a:pt x="11066" y="39289"/>
                </a:lnTo>
                <a:lnTo>
                  <a:pt x="57915" y="488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" name="path-540">
            <a:extLst xmlns:a="http://schemas.openxmlformats.org/drawingml/2006/main">
              <a:ext uri="{FF2B5EF4-FFF2-40B4-BE49-F238E27FC236}">
                <a16:creationId xmlns:a16="http://schemas.microsoft.com/office/drawing/2014/main" id="{C331202D-0B20-4EF4-A00D-2C7DA2AE0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181" y="2511634"/>
            <a:ext cx="66391" cy="44948"/>
          </a:xfrm>
          <a:custGeom xmlns:a="http://schemas.openxmlformats.org/drawingml/2006/main">
            <a:pathLst>
              <a:path w="57969" h="39246">
                <a:moveTo>
                  <a:pt x="57969" y="4861"/>
                </a:moveTo>
                <a:lnTo>
                  <a:pt x="0" y="0"/>
                </a:lnTo>
                <a:lnTo>
                  <a:pt x="25231" y="14101"/>
                </a:lnTo>
                <a:lnTo>
                  <a:pt x="11136" y="39246"/>
                </a:lnTo>
                <a:lnTo>
                  <a:pt x="57969" y="4861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42" name="path-541">
            <a:extLst xmlns:a="http://schemas.openxmlformats.org/drawingml/2006/main">
              <a:ext uri="{FF2B5EF4-FFF2-40B4-BE49-F238E27FC236}">
                <a16:creationId xmlns:a16="http://schemas.microsoft.com/office/drawing/2014/main" id="{72C1BE32-6C17-4474-AE69-B825AAD38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3441" y="1836711"/>
            <a:ext cx="285045" cy="285045"/>
          </a:xfrm>
          <a:custGeom xmlns:a="http://schemas.openxmlformats.org/drawingml/2006/main">
            <a:pathLst>
              <a:path w="248887" h="248887">
                <a:moveTo>
                  <a:pt x="204609" y="44278"/>
                </a:moveTo>
                <a:cubicBezTo>
                  <a:pt x="248887" y="88556"/>
                  <a:pt x="248887" y="160339"/>
                  <a:pt x="204609" y="204617"/>
                </a:cubicBezTo>
                <a:cubicBezTo>
                  <a:pt x="160339" y="248887"/>
                  <a:pt x="88555" y="248887"/>
                  <a:pt x="44278" y="204617"/>
                </a:cubicBezTo>
                <a:cubicBezTo>
                  <a:pt x="0" y="160339"/>
                  <a:pt x="0" y="88556"/>
                  <a:pt x="44278" y="44278"/>
                </a:cubicBezTo>
                <a:cubicBezTo>
                  <a:pt x="88555" y="0"/>
                  <a:pt x="160339" y="0"/>
                  <a:pt x="204609" y="44278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" name="path-542">
            <a:extLst xmlns:a="http://schemas.openxmlformats.org/drawingml/2006/main">
              <a:ext uri="{FF2B5EF4-FFF2-40B4-BE49-F238E27FC236}">
                <a16:creationId xmlns:a16="http://schemas.microsoft.com/office/drawing/2014/main" id="{066F073A-2C85-4C2C-880C-B17A204B0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3445" y="1836723"/>
            <a:ext cx="284999" cy="284999"/>
          </a:xfrm>
          <a:custGeom xmlns:a="http://schemas.openxmlformats.org/drawingml/2006/main">
            <a:pathLst>
              <a:path w="248846" h="248846">
                <a:moveTo>
                  <a:pt x="204568" y="44278"/>
                </a:moveTo>
                <a:cubicBezTo>
                  <a:pt x="248846" y="88556"/>
                  <a:pt x="248846" y="160370"/>
                  <a:pt x="204568" y="204648"/>
                </a:cubicBezTo>
                <a:cubicBezTo>
                  <a:pt x="160376" y="248846"/>
                  <a:pt x="88561" y="248846"/>
                  <a:pt x="44278" y="204648"/>
                </a:cubicBezTo>
                <a:cubicBezTo>
                  <a:pt x="0" y="160370"/>
                  <a:pt x="0" y="88556"/>
                  <a:pt x="44278" y="44278"/>
                </a:cubicBezTo>
                <a:cubicBezTo>
                  <a:pt x="88561" y="0"/>
                  <a:pt x="160376" y="0"/>
                  <a:pt x="20456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544" name="path-543">
            <a:extLst xmlns:a="http://schemas.openxmlformats.org/drawingml/2006/main">
              <a:ext uri="{FF2B5EF4-FFF2-40B4-BE49-F238E27FC236}">
                <a16:creationId xmlns:a16="http://schemas.microsoft.com/office/drawing/2014/main" id="{2FFFDD38-A768-4E6A-A13E-A627D741E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3441" y="2165337"/>
            <a:ext cx="285045" cy="285045"/>
          </a:xfrm>
          <a:custGeom xmlns:a="http://schemas.openxmlformats.org/drawingml/2006/main">
            <a:pathLst>
              <a:path w="248887" h="248887">
                <a:moveTo>
                  <a:pt x="204609" y="44278"/>
                </a:moveTo>
                <a:cubicBezTo>
                  <a:pt x="248887" y="88555"/>
                  <a:pt x="248887" y="160339"/>
                  <a:pt x="204609" y="204617"/>
                </a:cubicBezTo>
                <a:cubicBezTo>
                  <a:pt x="160339" y="248887"/>
                  <a:pt x="88555" y="248887"/>
                  <a:pt x="44278" y="204617"/>
                </a:cubicBezTo>
                <a:cubicBezTo>
                  <a:pt x="0" y="160339"/>
                  <a:pt x="0" y="88555"/>
                  <a:pt x="44278" y="44278"/>
                </a:cubicBezTo>
                <a:cubicBezTo>
                  <a:pt x="88555" y="0"/>
                  <a:pt x="160339" y="0"/>
                  <a:pt x="204609" y="44278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" name="path-544">
            <a:extLst xmlns:a="http://schemas.openxmlformats.org/drawingml/2006/main">
              <a:ext uri="{FF2B5EF4-FFF2-40B4-BE49-F238E27FC236}">
                <a16:creationId xmlns:a16="http://schemas.microsoft.com/office/drawing/2014/main" id="{EF7EC224-84E4-4234-9E82-DBD68C9EB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3445" y="2165343"/>
            <a:ext cx="284999" cy="284999"/>
          </a:xfrm>
          <a:custGeom xmlns:a="http://schemas.openxmlformats.org/drawingml/2006/main">
            <a:pathLst>
              <a:path w="248846" h="248846">
                <a:moveTo>
                  <a:pt x="204568" y="44278"/>
                </a:moveTo>
                <a:cubicBezTo>
                  <a:pt x="248846" y="88556"/>
                  <a:pt x="248846" y="160376"/>
                  <a:pt x="204568" y="204653"/>
                </a:cubicBezTo>
                <a:cubicBezTo>
                  <a:pt x="160376" y="248846"/>
                  <a:pt x="88561" y="248846"/>
                  <a:pt x="44278" y="204653"/>
                </a:cubicBezTo>
                <a:cubicBezTo>
                  <a:pt x="0" y="160376"/>
                  <a:pt x="0" y="88556"/>
                  <a:pt x="44278" y="44278"/>
                </a:cubicBezTo>
                <a:cubicBezTo>
                  <a:pt x="88561" y="0"/>
                  <a:pt x="160376" y="0"/>
                  <a:pt x="20456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546" name="path-545">
            <a:extLst xmlns:a="http://schemas.openxmlformats.org/drawingml/2006/main">
              <a:ext uri="{FF2B5EF4-FFF2-40B4-BE49-F238E27FC236}">
                <a16:creationId xmlns:a16="http://schemas.microsoft.com/office/drawing/2014/main" id="{F13B33A6-038E-4AA2-BD9D-FD8760395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3441" y="2493963"/>
            <a:ext cx="285045" cy="285045"/>
          </a:xfrm>
          <a:custGeom xmlns:a="http://schemas.openxmlformats.org/drawingml/2006/main">
            <a:pathLst>
              <a:path w="248887" h="248887">
                <a:moveTo>
                  <a:pt x="204609" y="44277"/>
                </a:moveTo>
                <a:cubicBezTo>
                  <a:pt x="248887" y="88555"/>
                  <a:pt x="248887" y="160339"/>
                  <a:pt x="204609" y="204617"/>
                </a:cubicBezTo>
                <a:cubicBezTo>
                  <a:pt x="160339" y="248887"/>
                  <a:pt x="88555" y="248887"/>
                  <a:pt x="44278" y="204617"/>
                </a:cubicBezTo>
                <a:cubicBezTo>
                  <a:pt x="0" y="160339"/>
                  <a:pt x="0" y="88555"/>
                  <a:pt x="44278" y="44277"/>
                </a:cubicBezTo>
                <a:cubicBezTo>
                  <a:pt x="88555" y="0"/>
                  <a:pt x="160339" y="0"/>
                  <a:pt x="204609" y="4427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" name="path-546">
            <a:extLst xmlns:a="http://schemas.openxmlformats.org/drawingml/2006/main">
              <a:ext uri="{FF2B5EF4-FFF2-40B4-BE49-F238E27FC236}">
                <a16:creationId xmlns:a16="http://schemas.microsoft.com/office/drawing/2014/main" id="{EAAD09C1-BD55-4A4E-A63A-599DF5F88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3445" y="2493969"/>
            <a:ext cx="284999" cy="284999"/>
          </a:xfrm>
          <a:custGeom xmlns:a="http://schemas.openxmlformats.org/drawingml/2006/main">
            <a:pathLst>
              <a:path w="248846" h="248846">
                <a:moveTo>
                  <a:pt x="204568" y="44283"/>
                </a:moveTo>
                <a:cubicBezTo>
                  <a:pt x="248846" y="88556"/>
                  <a:pt x="248846" y="160370"/>
                  <a:pt x="204568" y="204653"/>
                </a:cubicBezTo>
                <a:cubicBezTo>
                  <a:pt x="160376" y="248846"/>
                  <a:pt x="88561" y="248846"/>
                  <a:pt x="44278" y="204653"/>
                </a:cubicBezTo>
                <a:cubicBezTo>
                  <a:pt x="0" y="160370"/>
                  <a:pt x="0" y="88556"/>
                  <a:pt x="44278" y="44283"/>
                </a:cubicBezTo>
                <a:cubicBezTo>
                  <a:pt x="88561" y="0"/>
                  <a:pt x="160376" y="0"/>
                  <a:pt x="204568" y="44283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548" name="path-547">
            <a:extLst xmlns:a="http://schemas.openxmlformats.org/drawingml/2006/main">
              <a:ext uri="{FF2B5EF4-FFF2-40B4-BE49-F238E27FC236}">
                <a16:creationId xmlns:a16="http://schemas.microsoft.com/office/drawing/2014/main" id="{FA29CFBF-C659-403A-8A9A-664A612C4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034" y="1672398"/>
            <a:ext cx="285045" cy="285045"/>
          </a:xfrm>
          <a:custGeom xmlns:a="http://schemas.openxmlformats.org/drawingml/2006/main">
            <a:pathLst>
              <a:path w="248887" h="248887">
                <a:moveTo>
                  <a:pt x="204609" y="44278"/>
                </a:moveTo>
                <a:cubicBezTo>
                  <a:pt x="248887" y="88556"/>
                  <a:pt x="248887" y="160340"/>
                  <a:pt x="204609" y="204618"/>
                </a:cubicBezTo>
                <a:cubicBezTo>
                  <a:pt x="160340" y="248887"/>
                  <a:pt x="88556" y="248887"/>
                  <a:pt x="44278" y="204618"/>
                </a:cubicBezTo>
                <a:cubicBezTo>
                  <a:pt x="0" y="160340"/>
                  <a:pt x="0" y="88556"/>
                  <a:pt x="44278" y="44278"/>
                </a:cubicBezTo>
                <a:cubicBezTo>
                  <a:pt x="88556" y="0"/>
                  <a:pt x="160340" y="0"/>
                  <a:pt x="204609" y="44278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" name="path-548">
            <a:extLst xmlns:a="http://schemas.openxmlformats.org/drawingml/2006/main">
              <a:ext uri="{FF2B5EF4-FFF2-40B4-BE49-F238E27FC236}">
                <a16:creationId xmlns:a16="http://schemas.microsoft.com/office/drawing/2014/main" id="{BA9E9376-922D-470B-942B-B00628DBD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042" y="1672410"/>
            <a:ext cx="284999" cy="284992"/>
          </a:xfrm>
          <a:custGeom xmlns:a="http://schemas.openxmlformats.org/drawingml/2006/main">
            <a:pathLst>
              <a:path w="248846" h="248840">
                <a:moveTo>
                  <a:pt x="204568" y="44278"/>
                </a:moveTo>
                <a:cubicBezTo>
                  <a:pt x="248846" y="88550"/>
                  <a:pt x="248846" y="160370"/>
                  <a:pt x="204568" y="204648"/>
                </a:cubicBezTo>
                <a:cubicBezTo>
                  <a:pt x="160370" y="248840"/>
                  <a:pt x="88556" y="248840"/>
                  <a:pt x="44278" y="204648"/>
                </a:cubicBezTo>
                <a:cubicBezTo>
                  <a:pt x="0" y="160370"/>
                  <a:pt x="0" y="88550"/>
                  <a:pt x="44278" y="44278"/>
                </a:cubicBezTo>
                <a:cubicBezTo>
                  <a:pt x="88556" y="0"/>
                  <a:pt x="160370" y="0"/>
                  <a:pt x="20456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550" name="path-549">
            <a:extLst xmlns:a="http://schemas.openxmlformats.org/drawingml/2006/main">
              <a:ext uri="{FF2B5EF4-FFF2-40B4-BE49-F238E27FC236}">
                <a16:creationId xmlns:a16="http://schemas.microsoft.com/office/drawing/2014/main" id="{D58F5E0D-80C6-4FDD-837B-FBDC757634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034" y="2001025"/>
            <a:ext cx="285045" cy="285045"/>
          </a:xfrm>
          <a:custGeom xmlns:a="http://schemas.openxmlformats.org/drawingml/2006/main">
            <a:pathLst>
              <a:path w="248887" h="248887">
                <a:moveTo>
                  <a:pt x="204609" y="44278"/>
                </a:moveTo>
                <a:cubicBezTo>
                  <a:pt x="248887" y="88555"/>
                  <a:pt x="248887" y="160339"/>
                  <a:pt x="204609" y="204617"/>
                </a:cubicBezTo>
                <a:cubicBezTo>
                  <a:pt x="160340" y="248887"/>
                  <a:pt x="88556" y="248887"/>
                  <a:pt x="44278" y="204617"/>
                </a:cubicBezTo>
                <a:cubicBezTo>
                  <a:pt x="0" y="160339"/>
                  <a:pt x="0" y="88555"/>
                  <a:pt x="44278" y="44278"/>
                </a:cubicBezTo>
                <a:cubicBezTo>
                  <a:pt x="88556" y="0"/>
                  <a:pt x="160340" y="0"/>
                  <a:pt x="204609" y="44278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" name="path-550">
            <a:extLst xmlns:a="http://schemas.openxmlformats.org/drawingml/2006/main">
              <a:ext uri="{FF2B5EF4-FFF2-40B4-BE49-F238E27FC236}">
                <a16:creationId xmlns:a16="http://schemas.microsoft.com/office/drawing/2014/main" id="{E9F29830-AF66-4502-AC96-A4DBAD1D0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042" y="2001030"/>
            <a:ext cx="284999" cy="284999"/>
          </a:xfrm>
          <a:custGeom xmlns:a="http://schemas.openxmlformats.org/drawingml/2006/main">
            <a:pathLst>
              <a:path w="248846" h="248846">
                <a:moveTo>
                  <a:pt x="204568" y="44278"/>
                </a:moveTo>
                <a:cubicBezTo>
                  <a:pt x="248846" y="88561"/>
                  <a:pt x="248846" y="160376"/>
                  <a:pt x="204568" y="204653"/>
                </a:cubicBezTo>
                <a:cubicBezTo>
                  <a:pt x="160370" y="248846"/>
                  <a:pt x="88556" y="248846"/>
                  <a:pt x="44278" y="204653"/>
                </a:cubicBezTo>
                <a:cubicBezTo>
                  <a:pt x="0" y="160376"/>
                  <a:pt x="0" y="88561"/>
                  <a:pt x="44278" y="44278"/>
                </a:cubicBezTo>
                <a:cubicBezTo>
                  <a:pt x="88556" y="0"/>
                  <a:pt x="160370" y="0"/>
                  <a:pt x="20456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552" name="path-551">
            <a:extLst xmlns:a="http://schemas.openxmlformats.org/drawingml/2006/main">
              <a:ext uri="{FF2B5EF4-FFF2-40B4-BE49-F238E27FC236}">
                <a16:creationId xmlns:a16="http://schemas.microsoft.com/office/drawing/2014/main" id="{A2A99B63-FF3F-4CD3-A434-767A43D2D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034" y="2329650"/>
            <a:ext cx="285045" cy="285045"/>
          </a:xfrm>
          <a:custGeom xmlns:a="http://schemas.openxmlformats.org/drawingml/2006/main">
            <a:pathLst>
              <a:path w="248887" h="248887">
                <a:moveTo>
                  <a:pt x="204609" y="44277"/>
                </a:moveTo>
                <a:cubicBezTo>
                  <a:pt x="248887" y="88555"/>
                  <a:pt x="248887" y="160339"/>
                  <a:pt x="204609" y="204617"/>
                </a:cubicBezTo>
                <a:cubicBezTo>
                  <a:pt x="160340" y="248887"/>
                  <a:pt x="88556" y="248887"/>
                  <a:pt x="44278" y="204617"/>
                </a:cubicBezTo>
                <a:cubicBezTo>
                  <a:pt x="0" y="160339"/>
                  <a:pt x="0" y="88555"/>
                  <a:pt x="44278" y="44277"/>
                </a:cubicBezTo>
                <a:cubicBezTo>
                  <a:pt x="88556" y="0"/>
                  <a:pt x="160340" y="0"/>
                  <a:pt x="204609" y="44277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" name="path-552">
            <a:extLst xmlns:a="http://schemas.openxmlformats.org/drawingml/2006/main">
              <a:ext uri="{FF2B5EF4-FFF2-40B4-BE49-F238E27FC236}">
                <a16:creationId xmlns:a16="http://schemas.microsoft.com/office/drawing/2014/main" id="{8B0690CD-C7E4-475C-913C-09E1E8B59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042" y="2329663"/>
            <a:ext cx="284999" cy="284992"/>
          </a:xfrm>
          <a:custGeom xmlns:a="http://schemas.openxmlformats.org/drawingml/2006/main">
            <a:pathLst>
              <a:path w="248846" h="248840">
                <a:moveTo>
                  <a:pt x="204568" y="44272"/>
                </a:moveTo>
                <a:cubicBezTo>
                  <a:pt x="248846" y="88550"/>
                  <a:pt x="248846" y="160370"/>
                  <a:pt x="204568" y="204648"/>
                </a:cubicBezTo>
                <a:cubicBezTo>
                  <a:pt x="160370" y="248840"/>
                  <a:pt x="88556" y="248840"/>
                  <a:pt x="44278" y="204648"/>
                </a:cubicBezTo>
                <a:cubicBezTo>
                  <a:pt x="0" y="160370"/>
                  <a:pt x="0" y="88550"/>
                  <a:pt x="44278" y="44272"/>
                </a:cubicBezTo>
                <a:cubicBezTo>
                  <a:pt x="88556" y="0"/>
                  <a:pt x="160370" y="0"/>
                  <a:pt x="204568" y="44272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554" name="path-553">
            <a:extLst xmlns:a="http://schemas.openxmlformats.org/drawingml/2006/main">
              <a:ext uri="{FF2B5EF4-FFF2-40B4-BE49-F238E27FC236}">
                <a16:creationId xmlns:a16="http://schemas.microsoft.com/office/drawing/2014/main" id="{AF7C335B-B068-402F-9AB1-7DCBD7399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034" y="2658275"/>
            <a:ext cx="285045" cy="285045"/>
          </a:xfrm>
          <a:custGeom xmlns:a="http://schemas.openxmlformats.org/drawingml/2006/main">
            <a:pathLst>
              <a:path w="248887" h="248887">
                <a:moveTo>
                  <a:pt x="204609" y="44278"/>
                </a:moveTo>
                <a:cubicBezTo>
                  <a:pt x="248887" y="88556"/>
                  <a:pt x="248887" y="160339"/>
                  <a:pt x="204609" y="204617"/>
                </a:cubicBezTo>
                <a:cubicBezTo>
                  <a:pt x="160340" y="248887"/>
                  <a:pt x="88556" y="248887"/>
                  <a:pt x="44278" y="204617"/>
                </a:cubicBezTo>
                <a:cubicBezTo>
                  <a:pt x="0" y="160339"/>
                  <a:pt x="0" y="88556"/>
                  <a:pt x="44278" y="44278"/>
                </a:cubicBezTo>
                <a:cubicBezTo>
                  <a:pt x="88556" y="0"/>
                  <a:pt x="160340" y="0"/>
                  <a:pt x="204609" y="44278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" name="path-554">
            <a:extLst xmlns:a="http://schemas.openxmlformats.org/drawingml/2006/main">
              <a:ext uri="{FF2B5EF4-FFF2-40B4-BE49-F238E27FC236}">
                <a16:creationId xmlns:a16="http://schemas.microsoft.com/office/drawing/2014/main" id="{DE7DEB4C-E8FB-4EEC-BAB1-F1B5CE86F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042" y="2658283"/>
            <a:ext cx="284999" cy="284999"/>
          </a:xfrm>
          <a:custGeom xmlns:a="http://schemas.openxmlformats.org/drawingml/2006/main">
            <a:pathLst>
              <a:path w="248846" h="248846">
                <a:moveTo>
                  <a:pt x="204568" y="44278"/>
                </a:moveTo>
                <a:cubicBezTo>
                  <a:pt x="248846" y="88556"/>
                  <a:pt x="248846" y="160376"/>
                  <a:pt x="204568" y="204648"/>
                </a:cubicBezTo>
                <a:cubicBezTo>
                  <a:pt x="160370" y="248846"/>
                  <a:pt x="88556" y="248846"/>
                  <a:pt x="44278" y="204648"/>
                </a:cubicBezTo>
                <a:cubicBezTo>
                  <a:pt x="0" y="160376"/>
                  <a:pt x="0" y="88556"/>
                  <a:pt x="44278" y="44278"/>
                </a:cubicBezTo>
                <a:cubicBezTo>
                  <a:pt x="88556" y="0"/>
                  <a:pt x="160370" y="0"/>
                  <a:pt x="20456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556" name="path-555">
            <a:extLst xmlns:a="http://schemas.openxmlformats.org/drawingml/2006/main">
              <a:ext uri="{FF2B5EF4-FFF2-40B4-BE49-F238E27FC236}">
                <a16:creationId xmlns:a16="http://schemas.microsoft.com/office/drawing/2014/main" id="{626C451E-4FA1-4D32-822F-2239433F8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168" y="1947301"/>
            <a:ext cx="318611" cy="269129"/>
          </a:xfrm>
          <a:custGeom xmlns:a="http://schemas.openxmlformats.org/drawingml/2006/main">
            <a:pathLst>
              <a:path w="278194" h="234990">
                <a:moveTo>
                  <a:pt x="0" y="234990"/>
                </a:moveTo>
                <a:lnTo>
                  <a:pt x="2781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57" name="path-556">
            <a:extLst xmlns:a="http://schemas.openxmlformats.org/drawingml/2006/main">
              <a:ext uri="{FF2B5EF4-FFF2-40B4-BE49-F238E27FC236}">
                <a16:creationId xmlns:a16="http://schemas.microsoft.com/office/drawing/2014/main" id="{9060BD4F-98B5-4973-B69C-17CEF7F45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9884" y="1922173"/>
            <a:ext cx="62704" cy="58076"/>
          </a:xfrm>
          <a:custGeom xmlns:a="http://schemas.openxmlformats.org/drawingml/2006/main">
            <a:pathLst>
              <a:path w="54750" h="50709">
                <a:moveTo>
                  <a:pt x="54750" y="0"/>
                </a:moveTo>
                <a:lnTo>
                  <a:pt x="0" y="19525"/>
                </a:lnTo>
                <a:lnTo>
                  <a:pt x="28760" y="21949"/>
                </a:lnTo>
                <a:lnTo>
                  <a:pt x="26344" y="50709"/>
                </a:lnTo>
                <a:lnTo>
                  <a:pt x="54750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" name="path-557">
            <a:extLst xmlns:a="http://schemas.openxmlformats.org/drawingml/2006/main">
              <a:ext uri="{FF2B5EF4-FFF2-40B4-BE49-F238E27FC236}">
                <a16:creationId xmlns:a16="http://schemas.microsoft.com/office/drawing/2014/main" id="{DF44D518-B998-4FC6-9B08-73F2471D4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9922" y="1922177"/>
            <a:ext cx="62704" cy="58079"/>
          </a:xfrm>
          <a:custGeom xmlns:a="http://schemas.openxmlformats.org/drawingml/2006/main">
            <a:pathLst>
              <a:path w="54750" h="50712">
                <a:moveTo>
                  <a:pt x="54750" y="0"/>
                </a:moveTo>
                <a:lnTo>
                  <a:pt x="0" y="19547"/>
                </a:lnTo>
                <a:lnTo>
                  <a:pt x="28689" y="21937"/>
                </a:lnTo>
                <a:lnTo>
                  <a:pt x="26299" y="50712"/>
                </a:lnTo>
                <a:lnTo>
                  <a:pt x="54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59" name="path-558">
            <a:extLst xmlns:a="http://schemas.openxmlformats.org/drawingml/2006/main">
              <a:ext uri="{FF2B5EF4-FFF2-40B4-BE49-F238E27FC236}">
                <a16:creationId xmlns:a16="http://schemas.microsoft.com/office/drawing/2014/main" id="{1CD0C5D7-274B-4B54-9727-8659A1A75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311" y="2199150"/>
            <a:ext cx="249767" cy="70359"/>
          </a:xfrm>
          <a:custGeom xmlns:a="http://schemas.openxmlformats.org/drawingml/2006/main">
            <a:pathLst>
              <a:path w="218084" h="61434">
                <a:moveTo>
                  <a:pt x="0" y="61434"/>
                </a:moveTo>
                <a:lnTo>
                  <a:pt x="21808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60" name="path-559">
            <a:extLst xmlns:a="http://schemas.openxmlformats.org/drawingml/2006/main">
              <a:ext uri="{FF2B5EF4-FFF2-40B4-BE49-F238E27FC236}">
                <a16:creationId xmlns:a16="http://schemas.microsoft.com/office/drawing/2014/main" id="{21659F0E-1C35-4740-B043-E81F84F659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225" y="2182996"/>
            <a:ext cx="66330" cy="44998"/>
          </a:xfrm>
          <a:custGeom xmlns:a="http://schemas.openxmlformats.org/drawingml/2006/main">
            <a:pathLst>
              <a:path w="57915" h="39290">
                <a:moveTo>
                  <a:pt x="57915" y="4889"/>
                </a:moveTo>
                <a:lnTo>
                  <a:pt x="0" y="0"/>
                </a:lnTo>
                <a:lnTo>
                  <a:pt x="25174" y="14108"/>
                </a:lnTo>
                <a:lnTo>
                  <a:pt x="11066" y="39290"/>
                </a:lnTo>
                <a:lnTo>
                  <a:pt x="57915" y="488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" name="path-560">
            <a:extLst xmlns:a="http://schemas.openxmlformats.org/drawingml/2006/main">
              <a:ext uri="{FF2B5EF4-FFF2-40B4-BE49-F238E27FC236}">
                <a16:creationId xmlns:a16="http://schemas.microsoft.com/office/drawing/2014/main" id="{8FDA48E8-87CF-4573-A8E5-959BB527D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181" y="2183001"/>
            <a:ext cx="66391" cy="44955"/>
          </a:xfrm>
          <a:custGeom xmlns:a="http://schemas.openxmlformats.org/drawingml/2006/main">
            <a:pathLst>
              <a:path w="57969" h="39252">
                <a:moveTo>
                  <a:pt x="57969" y="4872"/>
                </a:moveTo>
                <a:lnTo>
                  <a:pt x="0" y="0"/>
                </a:lnTo>
                <a:lnTo>
                  <a:pt x="25231" y="14101"/>
                </a:lnTo>
                <a:lnTo>
                  <a:pt x="11136" y="39252"/>
                </a:lnTo>
                <a:lnTo>
                  <a:pt x="57969" y="4872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62" name="path-561">
            <a:extLst xmlns:a="http://schemas.openxmlformats.org/drawingml/2006/main">
              <a:ext uri="{FF2B5EF4-FFF2-40B4-BE49-F238E27FC236}">
                <a16:creationId xmlns:a16="http://schemas.microsoft.com/office/drawing/2014/main" id="{C7BFA9CF-375B-475D-B4C1-01B573195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2311" y="2346280"/>
            <a:ext cx="249767" cy="70255"/>
          </a:xfrm>
          <a:custGeom xmlns:a="http://schemas.openxmlformats.org/drawingml/2006/main">
            <a:pathLst>
              <a:path w="218084" h="61343">
                <a:moveTo>
                  <a:pt x="0" y="0"/>
                </a:moveTo>
                <a:lnTo>
                  <a:pt x="218084" y="61343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63" name="path-562">
            <a:extLst xmlns:a="http://schemas.openxmlformats.org/drawingml/2006/main">
              <a:ext uri="{FF2B5EF4-FFF2-40B4-BE49-F238E27FC236}">
                <a16:creationId xmlns:a16="http://schemas.microsoft.com/office/drawing/2014/main" id="{696EAE55-BF0C-4668-A65C-08F2B87E3D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225" y="2387735"/>
            <a:ext cx="66330" cy="44997"/>
          </a:xfrm>
          <a:custGeom xmlns:a="http://schemas.openxmlformats.org/drawingml/2006/main">
            <a:pathLst>
              <a:path w="57915" h="39289">
                <a:moveTo>
                  <a:pt x="57915" y="34391"/>
                </a:moveTo>
                <a:lnTo>
                  <a:pt x="11066" y="0"/>
                </a:lnTo>
                <a:lnTo>
                  <a:pt x="25174" y="25173"/>
                </a:lnTo>
                <a:lnTo>
                  <a:pt x="0" y="39289"/>
                </a:lnTo>
                <a:lnTo>
                  <a:pt x="57915" y="34391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" name="path-563">
            <a:extLst xmlns:a="http://schemas.openxmlformats.org/drawingml/2006/main">
              <a:ext uri="{FF2B5EF4-FFF2-40B4-BE49-F238E27FC236}">
                <a16:creationId xmlns:a16="http://schemas.microsoft.com/office/drawing/2014/main" id="{B3889991-45D4-441B-B597-EE9C817CC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3181" y="2387735"/>
            <a:ext cx="66391" cy="45046"/>
          </a:xfrm>
          <a:custGeom xmlns:a="http://schemas.openxmlformats.org/drawingml/2006/main">
            <a:pathLst>
              <a:path w="57969" h="39332">
                <a:moveTo>
                  <a:pt x="57969" y="34380"/>
                </a:moveTo>
                <a:lnTo>
                  <a:pt x="11136" y="0"/>
                </a:lnTo>
                <a:lnTo>
                  <a:pt x="25231" y="25146"/>
                </a:lnTo>
                <a:lnTo>
                  <a:pt x="0" y="39332"/>
                </a:lnTo>
                <a:lnTo>
                  <a:pt x="57969" y="3438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65" name="path-564">
            <a:extLst xmlns:a="http://schemas.openxmlformats.org/drawingml/2006/main">
              <a:ext uri="{FF2B5EF4-FFF2-40B4-BE49-F238E27FC236}">
                <a16:creationId xmlns:a16="http://schemas.microsoft.com/office/drawing/2014/main" id="{128FFD4E-A5B4-4958-B55E-8043480BE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168" y="2399254"/>
            <a:ext cx="318611" cy="269136"/>
          </a:xfrm>
          <a:custGeom xmlns:a="http://schemas.openxmlformats.org/drawingml/2006/main">
            <a:pathLst>
              <a:path w="278194" h="234995">
                <a:moveTo>
                  <a:pt x="0" y="0"/>
                </a:moveTo>
                <a:lnTo>
                  <a:pt x="278194" y="234995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66" name="path-565">
            <a:extLst xmlns:a="http://schemas.openxmlformats.org/drawingml/2006/main">
              <a:ext uri="{FF2B5EF4-FFF2-40B4-BE49-F238E27FC236}">
                <a16:creationId xmlns:a16="http://schemas.microsoft.com/office/drawing/2014/main" id="{F80B9F9C-3B0E-4805-892A-C2C00E0A8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9884" y="2635479"/>
            <a:ext cx="62704" cy="58067"/>
          </a:xfrm>
          <a:custGeom xmlns:a="http://schemas.openxmlformats.org/drawingml/2006/main">
            <a:pathLst>
              <a:path w="54750" h="50701">
                <a:moveTo>
                  <a:pt x="54750" y="50701"/>
                </a:moveTo>
                <a:lnTo>
                  <a:pt x="26344" y="0"/>
                </a:lnTo>
                <a:lnTo>
                  <a:pt x="28760" y="28760"/>
                </a:lnTo>
                <a:lnTo>
                  <a:pt x="0" y="31176"/>
                </a:lnTo>
                <a:lnTo>
                  <a:pt x="54750" y="50701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" name="path-566">
            <a:extLst xmlns:a="http://schemas.openxmlformats.org/drawingml/2006/main">
              <a:ext uri="{FF2B5EF4-FFF2-40B4-BE49-F238E27FC236}">
                <a16:creationId xmlns:a16="http://schemas.microsoft.com/office/drawing/2014/main" id="{90722BB1-8902-45DA-A90E-AC6F037D2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49922" y="2635526"/>
            <a:ext cx="62704" cy="57982"/>
          </a:xfrm>
          <a:custGeom xmlns:a="http://schemas.openxmlformats.org/drawingml/2006/main">
            <a:pathLst>
              <a:path w="54750" h="50627">
                <a:moveTo>
                  <a:pt x="54750" y="50627"/>
                </a:moveTo>
                <a:lnTo>
                  <a:pt x="26299" y="0"/>
                </a:lnTo>
                <a:lnTo>
                  <a:pt x="28689" y="28695"/>
                </a:lnTo>
                <a:lnTo>
                  <a:pt x="0" y="31171"/>
                </a:lnTo>
                <a:lnTo>
                  <a:pt x="54750" y="50627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68" name="path-567">
            <a:extLst xmlns:a="http://schemas.openxmlformats.org/drawingml/2006/main">
              <a:ext uri="{FF2B5EF4-FFF2-40B4-BE49-F238E27FC236}">
                <a16:creationId xmlns:a16="http://schemas.microsoft.com/office/drawing/2014/main" id="{872FA75F-2BB9-41AF-A1B7-AFDE500D0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7759" y="1906321"/>
            <a:ext cx="318617" cy="269129"/>
          </a:xfrm>
          <a:custGeom xmlns:a="http://schemas.openxmlformats.org/drawingml/2006/main">
            <a:pathLst>
              <a:path w="278200" h="234990">
                <a:moveTo>
                  <a:pt x="0" y="0"/>
                </a:moveTo>
                <a:lnTo>
                  <a:pt x="278200" y="23499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69" name="path-568">
            <a:extLst xmlns:a="http://schemas.openxmlformats.org/drawingml/2006/main">
              <a:ext uri="{FF2B5EF4-FFF2-40B4-BE49-F238E27FC236}">
                <a16:creationId xmlns:a16="http://schemas.microsoft.com/office/drawing/2014/main" id="{C74DADD0-55C5-43A2-92A8-E22D8772C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3478" y="2142541"/>
            <a:ext cx="62704" cy="58066"/>
          </a:xfrm>
          <a:custGeom xmlns:a="http://schemas.openxmlformats.org/drawingml/2006/main">
            <a:pathLst>
              <a:path w="54750" h="50701">
                <a:moveTo>
                  <a:pt x="54750" y="50701"/>
                </a:moveTo>
                <a:lnTo>
                  <a:pt x="26344" y="0"/>
                </a:lnTo>
                <a:lnTo>
                  <a:pt x="28760" y="28760"/>
                </a:lnTo>
                <a:lnTo>
                  <a:pt x="0" y="31176"/>
                </a:lnTo>
                <a:lnTo>
                  <a:pt x="54750" y="50701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" name="path-569">
            <a:extLst xmlns:a="http://schemas.openxmlformats.org/drawingml/2006/main">
              <a:ext uri="{FF2B5EF4-FFF2-40B4-BE49-F238E27FC236}">
                <a16:creationId xmlns:a16="http://schemas.microsoft.com/office/drawing/2014/main" id="{71E6441F-421C-43AE-A2B4-EB4B021AB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3518" y="2142586"/>
            <a:ext cx="62697" cy="57982"/>
          </a:xfrm>
          <a:custGeom xmlns:a="http://schemas.openxmlformats.org/drawingml/2006/main">
            <a:pathLst>
              <a:path w="54744" h="50627">
                <a:moveTo>
                  <a:pt x="54744" y="50627"/>
                </a:moveTo>
                <a:lnTo>
                  <a:pt x="26299" y="0"/>
                </a:lnTo>
                <a:lnTo>
                  <a:pt x="28689" y="28695"/>
                </a:lnTo>
                <a:lnTo>
                  <a:pt x="0" y="31165"/>
                </a:lnTo>
                <a:lnTo>
                  <a:pt x="54744" y="50627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71" name="path-570">
            <a:extLst xmlns:a="http://schemas.openxmlformats.org/drawingml/2006/main">
              <a:ext uri="{FF2B5EF4-FFF2-40B4-BE49-F238E27FC236}">
                <a16:creationId xmlns:a16="http://schemas.microsoft.com/office/drawing/2014/main" id="{9A084D25-87CF-4E9B-AE06-D0575C94C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75901" y="2181967"/>
            <a:ext cx="249774" cy="70255"/>
          </a:xfrm>
          <a:custGeom xmlns:a="http://schemas.openxmlformats.org/drawingml/2006/main">
            <a:pathLst>
              <a:path w="218090" h="61343">
                <a:moveTo>
                  <a:pt x="0" y="0"/>
                </a:moveTo>
                <a:lnTo>
                  <a:pt x="218090" y="61343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72" name="path-571">
            <a:extLst xmlns:a="http://schemas.openxmlformats.org/drawingml/2006/main">
              <a:ext uri="{FF2B5EF4-FFF2-40B4-BE49-F238E27FC236}">
                <a16:creationId xmlns:a16="http://schemas.microsoft.com/office/drawing/2014/main" id="{6B4A1FB0-2B5E-445C-A4E2-835FC8136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6820" y="2223423"/>
            <a:ext cx="66329" cy="44997"/>
          </a:xfrm>
          <a:custGeom xmlns:a="http://schemas.openxmlformats.org/drawingml/2006/main">
            <a:pathLst>
              <a:path w="57915" h="39289">
                <a:moveTo>
                  <a:pt x="57915" y="34391"/>
                </a:moveTo>
                <a:lnTo>
                  <a:pt x="11065" y="0"/>
                </a:lnTo>
                <a:lnTo>
                  <a:pt x="25173" y="25173"/>
                </a:lnTo>
                <a:lnTo>
                  <a:pt x="0" y="39289"/>
                </a:lnTo>
                <a:lnTo>
                  <a:pt x="57915" y="34391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" name="path-572">
            <a:extLst xmlns:a="http://schemas.openxmlformats.org/drawingml/2006/main">
              <a:ext uri="{FF2B5EF4-FFF2-40B4-BE49-F238E27FC236}">
                <a16:creationId xmlns:a16="http://schemas.microsoft.com/office/drawing/2014/main" id="{A393A642-F428-4DBE-B1CC-33FD74D22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6778" y="2223422"/>
            <a:ext cx="66385" cy="45046"/>
          </a:xfrm>
          <a:custGeom xmlns:a="http://schemas.openxmlformats.org/drawingml/2006/main">
            <a:pathLst>
              <a:path w="57964" h="39332">
                <a:moveTo>
                  <a:pt x="57964" y="34385"/>
                </a:moveTo>
                <a:lnTo>
                  <a:pt x="11136" y="0"/>
                </a:lnTo>
                <a:lnTo>
                  <a:pt x="25231" y="25146"/>
                </a:lnTo>
                <a:lnTo>
                  <a:pt x="0" y="39332"/>
                </a:lnTo>
                <a:lnTo>
                  <a:pt x="57964" y="34385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74" name="path-573">
            <a:extLst xmlns:a="http://schemas.openxmlformats.org/drawingml/2006/main">
              <a:ext uri="{FF2B5EF4-FFF2-40B4-BE49-F238E27FC236}">
                <a16:creationId xmlns:a16="http://schemas.microsoft.com/office/drawing/2014/main" id="{23364D6B-051F-4628-AC2F-4F8214D12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75901" y="2363463"/>
            <a:ext cx="249774" cy="70352"/>
          </a:xfrm>
          <a:custGeom xmlns:a="http://schemas.openxmlformats.org/drawingml/2006/main">
            <a:pathLst>
              <a:path w="218090" h="61428">
                <a:moveTo>
                  <a:pt x="0" y="61428"/>
                </a:moveTo>
                <a:lnTo>
                  <a:pt x="2180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75" name="path-574">
            <a:extLst xmlns:a="http://schemas.openxmlformats.org/drawingml/2006/main">
              <a:ext uri="{FF2B5EF4-FFF2-40B4-BE49-F238E27FC236}">
                <a16:creationId xmlns:a16="http://schemas.microsoft.com/office/drawing/2014/main" id="{1E133667-0D8E-48DD-A81C-FBB604AB4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6820" y="2347309"/>
            <a:ext cx="66329" cy="44997"/>
          </a:xfrm>
          <a:custGeom xmlns:a="http://schemas.openxmlformats.org/drawingml/2006/main">
            <a:pathLst>
              <a:path w="57915" h="39289">
                <a:moveTo>
                  <a:pt x="57915" y="4889"/>
                </a:moveTo>
                <a:lnTo>
                  <a:pt x="0" y="0"/>
                </a:lnTo>
                <a:lnTo>
                  <a:pt x="25173" y="14108"/>
                </a:lnTo>
                <a:lnTo>
                  <a:pt x="11065" y="39289"/>
                </a:lnTo>
                <a:lnTo>
                  <a:pt x="57915" y="488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" name="path-575">
            <a:extLst xmlns:a="http://schemas.openxmlformats.org/drawingml/2006/main">
              <a:ext uri="{FF2B5EF4-FFF2-40B4-BE49-F238E27FC236}">
                <a16:creationId xmlns:a16="http://schemas.microsoft.com/office/drawing/2014/main" id="{4C665786-41F5-4C54-A717-72D68B794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6778" y="2347314"/>
            <a:ext cx="66385" cy="44955"/>
          </a:xfrm>
          <a:custGeom xmlns:a="http://schemas.openxmlformats.org/drawingml/2006/main">
            <a:pathLst>
              <a:path w="57964" h="39252">
                <a:moveTo>
                  <a:pt x="57964" y="4867"/>
                </a:moveTo>
                <a:lnTo>
                  <a:pt x="0" y="0"/>
                </a:lnTo>
                <a:lnTo>
                  <a:pt x="25231" y="14101"/>
                </a:lnTo>
                <a:lnTo>
                  <a:pt x="11136" y="39252"/>
                </a:lnTo>
                <a:lnTo>
                  <a:pt x="57964" y="4867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77" name="path-576">
            <a:extLst xmlns:a="http://schemas.openxmlformats.org/drawingml/2006/main">
              <a:ext uri="{FF2B5EF4-FFF2-40B4-BE49-F238E27FC236}">
                <a16:creationId xmlns:a16="http://schemas.microsoft.com/office/drawing/2014/main" id="{2F01F3DC-2E45-4275-B4B4-C284D5D1E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7759" y="2440241"/>
            <a:ext cx="318617" cy="269129"/>
          </a:xfrm>
          <a:custGeom xmlns:a="http://schemas.openxmlformats.org/drawingml/2006/main">
            <a:pathLst>
              <a:path w="278200" h="234990">
                <a:moveTo>
                  <a:pt x="0" y="234990"/>
                </a:moveTo>
                <a:lnTo>
                  <a:pt x="2782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78" name="path-577">
            <a:extLst xmlns:a="http://schemas.openxmlformats.org/drawingml/2006/main">
              <a:ext uri="{FF2B5EF4-FFF2-40B4-BE49-F238E27FC236}">
                <a16:creationId xmlns:a16="http://schemas.microsoft.com/office/drawing/2014/main" id="{B8D3036B-0CD3-47F8-8153-B663C1112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3478" y="2415112"/>
            <a:ext cx="62704" cy="58076"/>
          </a:xfrm>
          <a:custGeom xmlns:a="http://schemas.openxmlformats.org/drawingml/2006/main">
            <a:pathLst>
              <a:path w="54750" h="50709">
                <a:moveTo>
                  <a:pt x="54750" y="0"/>
                </a:moveTo>
                <a:lnTo>
                  <a:pt x="0" y="19525"/>
                </a:lnTo>
                <a:lnTo>
                  <a:pt x="28760" y="21949"/>
                </a:lnTo>
                <a:lnTo>
                  <a:pt x="26344" y="50709"/>
                </a:lnTo>
                <a:lnTo>
                  <a:pt x="54750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" name="path-578">
            <a:extLst xmlns:a="http://schemas.openxmlformats.org/drawingml/2006/main">
              <a:ext uri="{FF2B5EF4-FFF2-40B4-BE49-F238E27FC236}">
                <a16:creationId xmlns:a16="http://schemas.microsoft.com/office/drawing/2014/main" id="{142393FB-88E3-46E3-A8E0-19EB82579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3518" y="2415117"/>
            <a:ext cx="62697" cy="58079"/>
          </a:xfrm>
          <a:custGeom xmlns:a="http://schemas.openxmlformats.org/drawingml/2006/main">
            <a:pathLst>
              <a:path w="54744" h="50712">
                <a:moveTo>
                  <a:pt x="54744" y="0"/>
                </a:moveTo>
                <a:lnTo>
                  <a:pt x="0" y="19547"/>
                </a:lnTo>
                <a:lnTo>
                  <a:pt x="28689" y="21937"/>
                </a:lnTo>
                <a:lnTo>
                  <a:pt x="26299" y="50712"/>
                </a:lnTo>
                <a:lnTo>
                  <a:pt x="5474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580" name="path-579">
            <a:extLst xmlns:a="http://schemas.openxmlformats.org/drawingml/2006/main">
              <a:ext uri="{FF2B5EF4-FFF2-40B4-BE49-F238E27FC236}">
                <a16:creationId xmlns:a16="http://schemas.microsoft.com/office/drawing/2014/main" id="{E3FCC567-1086-475A-B45D-87B6FE9EE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39329" y="2172568"/>
            <a:ext cx="1200456" cy="270590"/>
          </a:xfrm>
          <a:custGeom xmlns:a="http://schemas.openxmlformats.org/drawingml/2006/main">
            <a:pathLst>
              <a:path w="1048176" h="236265">
                <a:moveTo>
                  <a:pt x="0" y="0"/>
                </a:moveTo>
                <a:lnTo>
                  <a:pt x="1048176" y="0"/>
                </a:lnTo>
                <a:lnTo>
                  <a:pt x="1048176" y="236265"/>
                </a:lnTo>
                <a:lnTo>
                  <a:pt x="0" y="236265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" name="text-580 Vision">
            <a:extLst xmlns:a="http://schemas.openxmlformats.org/drawingml/2006/main">
              <a:ext uri="{FF2B5EF4-FFF2-40B4-BE49-F238E27FC236}">
                <a16:creationId xmlns:a16="http://schemas.microsoft.com/office/drawing/2014/main" id="{22394A12-FF9A-4B85-82A7-0B77C642B9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67658" y="2182076"/>
            <a:ext cx="597246" cy="2643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582" name="text-580 Agent">
            <a:extLst xmlns:a="http://schemas.openxmlformats.org/drawingml/2006/main">
              <a:ext uri="{FF2B5EF4-FFF2-40B4-BE49-F238E27FC236}">
                <a16:creationId xmlns:a16="http://schemas.microsoft.com/office/drawing/2014/main" id="{45C2A6C3-C949-4D4E-B7E1-082AA248E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76425" y="2182073"/>
            <a:ext cx="568969" cy="2643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583" name="text-581 Neural">
            <a:extLst xmlns:a="http://schemas.openxmlformats.org/drawingml/2006/main">
              <a:ext uri="{FF2B5EF4-FFF2-40B4-BE49-F238E27FC236}">
                <a16:creationId xmlns:a16="http://schemas.microsoft.com/office/drawing/2014/main" id="{B0DF9293-4B43-4B4C-A8BF-4EC3BFE54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63941" y="1205044"/>
            <a:ext cx="621822" cy="264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Neural</a:t>
            </a:r>
          </a:p>
        </p:txBody>
      </p:sp>
      <p:sp>
        <p:nvSpPr>
          <p:cNvPr id="584" name="text-581 Networks">
            <a:extLst xmlns:a="http://schemas.openxmlformats.org/drawingml/2006/main">
              <a:ext uri="{FF2B5EF4-FFF2-40B4-BE49-F238E27FC236}">
                <a16:creationId xmlns:a16="http://schemas.microsoft.com/office/drawing/2014/main" id="{03BAD4EB-FF7B-41BC-A925-4B7D573FF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04232" y="1205058"/>
            <a:ext cx="884186" cy="2644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Networks</a:t>
            </a:r>
          </a:p>
        </p:txBody>
      </p:sp>
      <p:sp>
        <p:nvSpPr>
          <p:cNvPr id="585" name="path-582">
            <a:extLst xmlns:a="http://schemas.openxmlformats.org/drawingml/2006/main">
              <a:ext uri="{FF2B5EF4-FFF2-40B4-BE49-F238E27FC236}">
                <a16:creationId xmlns:a16="http://schemas.microsoft.com/office/drawing/2014/main" id="{6FCC2C87-7CCA-4CEE-B373-B7C9304D7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74822" y="1096747"/>
            <a:ext cx="3126576" cy="2222756"/>
          </a:xfrm>
          <a:custGeom xmlns:a="http://schemas.openxmlformats.org/drawingml/2006/main">
            <a:pathLst>
              <a:path w="2729964" h="1940795">
                <a:moveTo>
                  <a:pt x="0" y="0"/>
                </a:moveTo>
                <a:lnTo>
                  <a:pt x="0" y="1940795"/>
                </a:lnTo>
                <a:lnTo>
                  <a:pt x="2729964" y="1940795"/>
                </a:lnTo>
                <a:lnTo>
                  <a:pt x="2729964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sp>
        <p:nvSpPr>
          <p:cNvPr id="586" name="path-583">
            <a:extLst xmlns:a="http://schemas.openxmlformats.org/drawingml/2006/main">
              <a:ext uri="{FF2B5EF4-FFF2-40B4-BE49-F238E27FC236}">
                <a16:creationId xmlns:a16="http://schemas.microsoft.com/office/drawing/2014/main" id="{193A73FA-C64C-4FAD-A5FB-E8ACF0368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44729" y="1536907"/>
            <a:ext cx="632699" cy="236082"/>
          </a:xfrm>
          <a:custGeom xmlns:a="http://schemas.openxmlformats.org/drawingml/2006/main">
            <a:pathLst>
              <a:path w="552440" h="206134">
                <a:moveTo>
                  <a:pt x="0" y="0"/>
                </a:moveTo>
                <a:lnTo>
                  <a:pt x="552440" y="0"/>
                </a:lnTo>
                <a:lnTo>
                  <a:pt x="552440" y="206134"/>
                </a:lnTo>
                <a:lnTo>
                  <a:pt x="0" y="206134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" name="text-584 Task">
            <a:extLst xmlns:a="http://schemas.openxmlformats.org/drawingml/2006/main">
              <a:ext uri="{FF2B5EF4-FFF2-40B4-BE49-F238E27FC236}">
                <a16:creationId xmlns:a16="http://schemas.microsoft.com/office/drawing/2014/main" id="{2EBDEFD3-873E-4FC7-9D1B-5D0E0F96B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31456" y="1553232"/>
            <a:ext cx="360517" cy="2116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</a:t>
            </a:r>
          </a:p>
        </p:txBody>
      </p:sp>
      <p:sp>
        <p:nvSpPr>
          <p:cNvPr id="588" name="text-584 1">
            <a:extLst xmlns:a="http://schemas.openxmlformats.org/drawingml/2006/main">
              <a:ext uri="{FF2B5EF4-FFF2-40B4-BE49-F238E27FC236}">
                <a16:creationId xmlns:a16="http://schemas.microsoft.com/office/drawing/2014/main" id="{AC274C0C-B0CC-4550-997B-9C4C1AA04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06774" y="1553294"/>
            <a:ext cx="111233" cy="211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pic>
        <p:nvPicPr>
          <p:cNvPr id="589" name="">
            <a:extLst xmlns:a="http://schemas.openxmlformats.org/drawingml/2006/main">
              <a:ext uri="{FF2B5EF4-FFF2-40B4-BE49-F238E27FC236}">
                <a16:creationId xmlns:a16="http://schemas.microsoft.com/office/drawing/2014/main" id="{2579574D-CC71-4FA6-825F-F1E4726E9D1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87897d787474aed"/>
          <a:stretch xmlns:a="http://schemas.openxmlformats.org/drawingml/2006/main"/>
        </p:blipFill>
        <p:spPr>
          <a:xfrm xmlns:a="http://schemas.openxmlformats.org/drawingml/2006/main">
            <a:off x="3714437" y="1363604"/>
            <a:ext cx="458170" cy="578166"/>
          </a:xfrm>
          <a:prstGeom xmlns:a="http://schemas.openxmlformats.org/drawingml/2006/main" prst="rect">
            <a:avLst/>
          </a:prstGeom>
        </p:spPr>
      </p:pic>
      <p:sp>
        <p:nvSpPr>
          <p:cNvPr id="590" name="path-586">
            <a:extLst xmlns:a="http://schemas.openxmlformats.org/drawingml/2006/main">
              <a:ext uri="{FF2B5EF4-FFF2-40B4-BE49-F238E27FC236}">
                <a16:creationId xmlns:a16="http://schemas.microsoft.com/office/drawing/2014/main" id="{773F3A9D-CA1B-4B42-AC9B-AEBECDADB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4911" y="1654940"/>
            <a:ext cx="264694" cy="191"/>
          </a:xfrm>
          <a:custGeom xmlns:a="http://schemas.openxmlformats.org/drawingml/2006/main">
            <a:pathLst>
              <a:path w="231117" h="191">
                <a:moveTo>
                  <a:pt x="0" y="0"/>
                </a:moveTo>
                <a:lnTo>
                  <a:pt x="231117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591" name="path-587">
            <a:extLst xmlns:a="http://schemas.openxmlformats.org/drawingml/2006/main">
              <a:ext uri="{FF2B5EF4-FFF2-40B4-BE49-F238E27FC236}">
                <a16:creationId xmlns:a16="http://schemas.microsoft.com/office/drawing/2014/main" id="{2C85FCA4-D68F-414D-A3ED-579BCED0D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1241" y="1626618"/>
            <a:ext cx="75546" cy="56660"/>
          </a:xfrm>
          <a:custGeom xmlns:a="http://schemas.openxmlformats.org/drawingml/2006/main">
            <a:pathLst>
              <a:path w="65963" h="49472">
                <a:moveTo>
                  <a:pt x="65963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3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" name="path-588">
            <a:extLst xmlns:a="http://schemas.openxmlformats.org/drawingml/2006/main">
              <a:ext uri="{FF2B5EF4-FFF2-40B4-BE49-F238E27FC236}">
                <a16:creationId xmlns:a16="http://schemas.microsoft.com/office/drawing/2014/main" id="{6D2518C2-C1D1-4083-939F-74A99B6D3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1273" y="1626609"/>
            <a:ext cx="75549" cy="56655"/>
          </a:xfrm>
          <a:custGeom xmlns:a="http://schemas.openxmlformats.org/drawingml/2006/main">
            <a:pathLst>
              <a:path w="65965" h="49468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68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593" name="text-589 1.">
            <a:extLst xmlns:a="http://schemas.openxmlformats.org/drawingml/2006/main">
              <a:ext uri="{FF2B5EF4-FFF2-40B4-BE49-F238E27FC236}">
                <a16:creationId xmlns:a16="http://schemas.microsoft.com/office/drawing/2014/main" id="{2B37C41B-CEF0-48AB-A3C9-336DE5ACC6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99286" y="1143359"/>
            <a:ext cx="172369" cy="2380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</a:t>
            </a:r>
          </a:p>
        </p:txBody>
      </p:sp>
      <p:sp>
        <p:nvSpPr>
          <p:cNvPr id="594" name="text-590 Address">
            <a:extLst xmlns:a="http://schemas.openxmlformats.org/drawingml/2006/main">
              <a:ext uri="{FF2B5EF4-FFF2-40B4-BE49-F238E27FC236}">
                <a16:creationId xmlns:a16="http://schemas.microsoft.com/office/drawing/2014/main" id="{393AAD91-EDA4-428E-B7E1-5B11007C7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78877" y="1143381"/>
            <a:ext cx="654173" cy="2379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Address</a:t>
            </a:r>
          </a:p>
        </p:txBody>
      </p:sp>
      <p:sp>
        <p:nvSpPr>
          <p:cNvPr id="595" name="text-590 a">
            <a:extLst xmlns:a="http://schemas.openxmlformats.org/drawingml/2006/main">
              <a:ext uri="{FF2B5EF4-FFF2-40B4-BE49-F238E27FC236}">
                <a16:creationId xmlns:a16="http://schemas.microsoft.com/office/drawing/2014/main" id="{DA095864-4539-4CFB-877B-02076DEEF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49671" y="1143316"/>
            <a:ext cx="125145" cy="2380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596" name="text-590 pre-defined">
            <a:extLst xmlns:a="http://schemas.openxmlformats.org/drawingml/2006/main">
              <a:ext uri="{FF2B5EF4-FFF2-40B4-BE49-F238E27FC236}">
                <a16:creationId xmlns:a16="http://schemas.microsoft.com/office/drawing/2014/main" id="{CF63B589-F2A0-4819-B049-C83F09317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91429" y="1143370"/>
            <a:ext cx="890567" cy="2380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pre-defined</a:t>
            </a:r>
          </a:p>
        </p:txBody>
      </p:sp>
      <p:sp>
        <p:nvSpPr>
          <p:cNvPr id="597" name="path-591">
            <a:extLst xmlns:a="http://schemas.openxmlformats.org/drawingml/2006/main">
              <a:ext uri="{FF2B5EF4-FFF2-40B4-BE49-F238E27FC236}">
                <a16:creationId xmlns:a16="http://schemas.microsoft.com/office/drawing/2014/main" id="{130B0D32-311E-4E23-9402-11338026D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8605" y="1341136"/>
            <a:ext cx="434581" cy="191"/>
          </a:xfrm>
          <a:custGeom xmlns:a="http://schemas.openxmlformats.org/drawingml/2006/main">
            <a:pathLst>
              <a:path w="379453" h="191">
                <a:moveTo>
                  <a:pt x="0" y="0"/>
                </a:moveTo>
                <a:lnTo>
                  <a:pt x="37945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598" name="text-592 static">
            <a:extLst xmlns:a="http://schemas.openxmlformats.org/drawingml/2006/main">
              <a:ext uri="{FF2B5EF4-FFF2-40B4-BE49-F238E27FC236}">
                <a16:creationId xmlns:a16="http://schemas.microsoft.com/office/drawing/2014/main" id="{436AA78B-24E8-4AD0-B540-0C16B475C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98605" y="1143367"/>
            <a:ext cx="474647" cy="2380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static</a:t>
            </a:r>
          </a:p>
        </p:txBody>
      </p:sp>
      <p:sp>
        <p:nvSpPr>
          <p:cNvPr id="599" name="text-593 task">
            <a:extLst xmlns:a="http://schemas.openxmlformats.org/drawingml/2006/main">
              <a:ext uri="{FF2B5EF4-FFF2-40B4-BE49-F238E27FC236}">
                <a16:creationId xmlns:a16="http://schemas.microsoft.com/office/drawing/2014/main" id="{6E8CA2DF-A0E1-42FA-B2F8-004DFBF20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89854" y="1143410"/>
            <a:ext cx="342327" cy="2379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</a:t>
            </a:r>
          </a:p>
        </p:txBody>
      </p:sp>
      <p:sp>
        <p:nvSpPr>
          <p:cNvPr id="600" name="text-594 2.">
            <a:extLst xmlns:a="http://schemas.openxmlformats.org/drawingml/2006/main">
              <a:ext uri="{FF2B5EF4-FFF2-40B4-BE49-F238E27FC236}">
                <a16:creationId xmlns:a16="http://schemas.microsoft.com/office/drawing/2014/main" id="{E3AD9F3B-6F1E-413C-9322-07FCAED2A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99286" y="2014120"/>
            <a:ext cx="172369" cy="2380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</a:t>
            </a:r>
          </a:p>
        </p:txBody>
      </p:sp>
      <p:sp>
        <p:nvSpPr>
          <p:cNvPr id="601" name="text-595 Adapt">
            <a:extLst xmlns:a="http://schemas.openxmlformats.org/drawingml/2006/main">
              <a:ext uri="{FF2B5EF4-FFF2-40B4-BE49-F238E27FC236}">
                <a16:creationId xmlns:a16="http://schemas.microsoft.com/office/drawing/2014/main" id="{7F77B623-F400-4655-9CA3-7FE4DE53B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88340" y="2014136"/>
            <a:ext cx="474814" cy="2380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Adapt</a:t>
            </a:r>
          </a:p>
        </p:txBody>
      </p:sp>
      <p:sp>
        <p:nvSpPr>
          <p:cNvPr id="602" name="text-595 to">
            <a:extLst xmlns:a="http://schemas.openxmlformats.org/drawingml/2006/main">
              <a:ext uri="{FF2B5EF4-FFF2-40B4-BE49-F238E27FC236}">
                <a16:creationId xmlns:a16="http://schemas.microsoft.com/office/drawing/2014/main" id="{DFEC411A-EBD5-43F4-89A3-B5E171B3F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79771" y="2014128"/>
            <a:ext cx="172360" cy="2380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603" name="path-596">
            <a:extLst xmlns:a="http://schemas.openxmlformats.org/drawingml/2006/main">
              <a:ext uri="{FF2B5EF4-FFF2-40B4-BE49-F238E27FC236}">
                <a16:creationId xmlns:a16="http://schemas.microsoft.com/office/drawing/2014/main" id="{86F6E44C-CEE1-410A-940C-FEAA04438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8727" y="2209920"/>
            <a:ext cx="633072" cy="191"/>
          </a:xfrm>
          <a:custGeom xmlns:a="http://schemas.openxmlformats.org/drawingml/2006/main">
            <a:pathLst>
              <a:path w="552765" h="191">
                <a:moveTo>
                  <a:pt x="0" y="0"/>
                </a:moveTo>
                <a:lnTo>
                  <a:pt x="5527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604" name="text-597 variable">
            <a:extLst xmlns:a="http://schemas.openxmlformats.org/drawingml/2006/main">
              <a:ext uri="{FF2B5EF4-FFF2-40B4-BE49-F238E27FC236}">
                <a16:creationId xmlns:a16="http://schemas.microsoft.com/office/drawing/2014/main" id="{B430D8DA-2BEC-4425-974C-F4EB9AAC3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68727" y="2014075"/>
            <a:ext cx="673394" cy="2380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variable</a:t>
            </a:r>
          </a:p>
        </p:txBody>
      </p:sp>
      <p:sp>
        <p:nvSpPr>
          <p:cNvPr id="605" name="text-598 task">
            <a:extLst xmlns:a="http://schemas.openxmlformats.org/drawingml/2006/main">
              <a:ext uri="{FF2B5EF4-FFF2-40B4-BE49-F238E27FC236}">
                <a16:creationId xmlns:a16="http://schemas.microsoft.com/office/drawing/2014/main" id="{3DA567A0-AB6C-4482-949E-4DC999261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58467" y="2014168"/>
            <a:ext cx="342335" cy="237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</a:t>
            </a:r>
          </a:p>
        </p:txBody>
      </p:sp>
      <p:sp>
        <p:nvSpPr>
          <p:cNvPr id="606" name="text-598 demands">
            <a:extLst xmlns:a="http://schemas.openxmlformats.org/drawingml/2006/main">
              <a:ext uri="{FF2B5EF4-FFF2-40B4-BE49-F238E27FC236}">
                <a16:creationId xmlns:a16="http://schemas.microsoft.com/office/drawing/2014/main" id="{3CEC27D1-E223-49DB-8136-90E8744AB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17427" y="2014150"/>
            <a:ext cx="729870" cy="2379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demands</a:t>
            </a:r>
          </a:p>
        </p:txBody>
      </p:sp>
      <p:sp>
        <p:nvSpPr>
          <p:cNvPr id="607" name="path-599">
            <a:extLst xmlns:a="http://schemas.openxmlformats.org/drawingml/2006/main">
              <a:ext uri="{FF2B5EF4-FFF2-40B4-BE49-F238E27FC236}">
                <a16:creationId xmlns:a16="http://schemas.microsoft.com/office/drawing/2014/main" id="{D52E5D4C-604C-41EE-86DB-68E2C5C3C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6653" y="2252982"/>
            <a:ext cx="803434" cy="864999"/>
          </a:xfrm>
          <a:custGeom xmlns:a="http://schemas.openxmlformats.org/drawingml/2006/main">
            <a:pathLst>
              <a:path w="701516" h="755272">
                <a:moveTo>
                  <a:pt x="0" y="0"/>
                </a:moveTo>
                <a:lnTo>
                  <a:pt x="0" y="755272"/>
                </a:lnTo>
                <a:lnTo>
                  <a:pt x="701516" y="755272"/>
                </a:lnTo>
                <a:lnTo>
                  <a:pt x="70151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7082">
            <a:solidFill>
              <a:srgbClr val="000000"/>
            </a:solidFill>
            <a:prstDash val="dash"/>
          </a:ln>
        </p:spPr>
      </p:sp>
      <p:sp>
        <p:nvSpPr>
          <p:cNvPr id="608" name="path-600">
            <a:extLst xmlns:a="http://schemas.openxmlformats.org/drawingml/2006/main">
              <a:ext uri="{FF2B5EF4-FFF2-40B4-BE49-F238E27FC236}">
                <a16:creationId xmlns:a16="http://schemas.microsoft.com/office/drawing/2014/main" id="{9CBA55A4-36B4-45E2-AEBC-202898582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2482" y="2507683"/>
            <a:ext cx="311118" cy="355558"/>
          </a:xfrm>
          <a:custGeom xmlns:a="http://schemas.openxmlformats.org/drawingml/2006/main">
            <a:pathLst>
              <a:path w="271652" h="310455">
                <a:moveTo>
                  <a:pt x="271652" y="220424"/>
                </a:moveTo>
                <a:lnTo>
                  <a:pt x="271652" y="0"/>
                </a:lnTo>
                <a:lnTo>
                  <a:pt x="0" y="0"/>
                </a:lnTo>
                <a:lnTo>
                  <a:pt x="0" y="310455"/>
                </a:lnTo>
                <a:lnTo>
                  <a:pt x="133880" y="310455"/>
                </a:lnTo>
                <a:lnTo>
                  <a:pt x="133880" y="291053"/>
                </a:lnTo>
                <a:lnTo>
                  <a:pt x="19401" y="291053"/>
                </a:lnTo>
                <a:lnTo>
                  <a:pt x="19401" y="19402"/>
                </a:lnTo>
                <a:lnTo>
                  <a:pt x="252242" y="19402"/>
                </a:lnTo>
                <a:lnTo>
                  <a:pt x="252242" y="213440"/>
                </a:lnTo>
                <a:lnTo>
                  <a:pt x="174629" y="213440"/>
                </a:lnTo>
                <a:lnTo>
                  <a:pt x="174629" y="310455"/>
                </a:lnTo>
                <a:lnTo>
                  <a:pt x="192092" y="310455"/>
                </a:lnTo>
                <a:lnTo>
                  <a:pt x="271652" y="231093"/>
                </a:lnTo>
                <a:lnTo>
                  <a:pt x="271652" y="220424"/>
                </a:lnTo>
                <a:moveTo>
                  <a:pt x="192092" y="282907"/>
                </a:moveTo>
                <a:lnTo>
                  <a:pt x="192092" y="231093"/>
                </a:lnTo>
                <a:lnTo>
                  <a:pt x="244294" y="231093"/>
                </a:lnTo>
                <a:lnTo>
                  <a:pt x="192092" y="28290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" name="path-601">
            <a:extLst xmlns:a="http://schemas.openxmlformats.org/drawingml/2006/main">
              <a:ext uri="{FF2B5EF4-FFF2-40B4-BE49-F238E27FC236}">
                <a16:creationId xmlns:a16="http://schemas.microsoft.com/office/drawing/2014/main" id="{21D99E3F-4EB6-47C8-BE60-45D534D2F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9151" y="2595459"/>
            <a:ext cx="177779" cy="159118"/>
          </a:xfrm>
          <a:custGeom xmlns:a="http://schemas.openxmlformats.org/drawingml/2006/main">
            <a:pathLst>
              <a:path w="155227" h="138934">
                <a:moveTo>
                  <a:pt x="0" y="0"/>
                </a:moveTo>
                <a:lnTo>
                  <a:pt x="0" y="19401"/>
                </a:lnTo>
                <a:lnTo>
                  <a:pt x="155227" y="19401"/>
                </a:lnTo>
                <a:lnTo>
                  <a:pt x="155227" y="0"/>
                </a:lnTo>
                <a:close/>
                <a:moveTo>
                  <a:pt x="0" y="58212"/>
                </a:moveTo>
                <a:lnTo>
                  <a:pt x="0" y="77613"/>
                </a:lnTo>
                <a:lnTo>
                  <a:pt x="155227" y="77613"/>
                </a:lnTo>
                <a:lnTo>
                  <a:pt x="155227" y="58212"/>
                </a:lnTo>
                <a:close/>
                <a:moveTo>
                  <a:pt x="0" y="119524"/>
                </a:moveTo>
                <a:lnTo>
                  <a:pt x="0" y="138934"/>
                </a:lnTo>
                <a:lnTo>
                  <a:pt x="97015" y="138934"/>
                </a:lnTo>
                <a:lnTo>
                  <a:pt x="97015" y="1195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610" name="">
            <a:extLst xmlns:a="http://schemas.openxmlformats.org/drawingml/2006/main">
              <a:ext uri="{FF2B5EF4-FFF2-40B4-BE49-F238E27FC236}">
                <a16:creationId xmlns:a16="http://schemas.microsoft.com/office/drawing/2014/main" id="{1F2E63B8-E27B-43DE-A305-2F29C0C8B85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134124b30264485"/>
          <a:stretch xmlns:a="http://schemas.openxmlformats.org/drawingml/2006/main"/>
        </p:blipFill>
        <p:spPr>
          <a:xfrm xmlns:a="http://schemas.openxmlformats.org/drawingml/2006/main">
            <a:off x="4532597" y="2399941"/>
            <a:ext cx="447261" cy="578166"/>
          </a:xfrm>
          <a:prstGeom xmlns:a="http://schemas.openxmlformats.org/drawingml/2006/main" prst="rect">
            <a:avLst/>
          </a:prstGeom>
        </p:spPr>
      </p:pic>
      <p:sp>
        <p:nvSpPr>
          <p:cNvPr id="611" name="path-603">
            <a:extLst xmlns:a="http://schemas.openxmlformats.org/drawingml/2006/main">
              <a:ext uri="{FF2B5EF4-FFF2-40B4-BE49-F238E27FC236}">
                <a16:creationId xmlns:a16="http://schemas.microsoft.com/office/drawing/2014/main" id="{E20D8EC5-583E-4FCD-A29E-AB85DFE3B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8887" y="2680760"/>
            <a:ext cx="205392" cy="191"/>
          </a:xfrm>
          <a:custGeom xmlns:a="http://schemas.openxmlformats.org/drawingml/2006/main">
            <a:pathLst>
              <a:path w="179337" h="191">
                <a:moveTo>
                  <a:pt x="0" y="0"/>
                </a:moveTo>
                <a:lnTo>
                  <a:pt x="179337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612" name="path-604">
            <a:extLst xmlns:a="http://schemas.openxmlformats.org/drawingml/2006/main">
              <a:ext uri="{FF2B5EF4-FFF2-40B4-BE49-F238E27FC236}">
                <a16:creationId xmlns:a16="http://schemas.microsoft.com/office/drawing/2014/main" id="{11831261-D3D3-4F0B-8491-189513812B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05932" y="2652411"/>
            <a:ext cx="75546" cy="56659"/>
          </a:xfrm>
          <a:custGeom xmlns:a="http://schemas.openxmlformats.org/drawingml/2006/main">
            <a:pathLst>
              <a:path w="65963" h="49472">
                <a:moveTo>
                  <a:pt x="65963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3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" name="path-605">
            <a:extLst xmlns:a="http://schemas.openxmlformats.org/drawingml/2006/main">
              <a:ext uri="{FF2B5EF4-FFF2-40B4-BE49-F238E27FC236}">
                <a16:creationId xmlns:a16="http://schemas.microsoft.com/office/drawing/2014/main" id="{60384CB9-4047-419F-9EA6-22BCE4C8E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05948" y="2652429"/>
            <a:ext cx="75549" cy="56662"/>
          </a:xfrm>
          <a:custGeom xmlns:a="http://schemas.openxmlformats.org/drawingml/2006/main">
            <a:pathLst>
              <a:path w="65965" h="49474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614" name="path-606">
            <a:extLst xmlns:a="http://schemas.openxmlformats.org/drawingml/2006/main">
              <a:ext uri="{FF2B5EF4-FFF2-40B4-BE49-F238E27FC236}">
                <a16:creationId xmlns:a16="http://schemas.microsoft.com/office/drawing/2014/main" id="{F3E5ACC6-949C-4293-AF7A-EF87C375A3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7086" y="2301008"/>
            <a:ext cx="632699" cy="236082"/>
          </a:xfrm>
          <a:custGeom xmlns:a="http://schemas.openxmlformats.org/drawingml/2006/main">
            <a:pathLst>
              <a:path w="552440" h="206134">
                <a:moveTo>
                  <a:pt x="0" y="0"/>
                </a:moveTo>
                <a:lnTo>
                  <a:pt x="552440" y="0"/>
                </a:lnTo>
                <a:lnTo>
                  <a:pt x="552440" y="206134"/>
                </a:lnTo>
                <a:lnTo>
                  <a:pt x="0" y="206134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" name="text-607 Task">
            <a:extLst xmlns:a="http://schemas.openxmlformats.org/drawingml/2006/main">
              <a:ext uri="{FF2B5EF4-FFF2-40B4-BE49-F238E27FC236}">
                <a16:creationId xmlns:a16="http://schemas.microsoft.com/office/drawing/2014/main" id="{3506091E-4F91-4D91-AE18-EAB83954E6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33849" y="2317383"/>
            <a:ext cx="360517" cy="2116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</a:t>
            </a:r>
          </a:p>
        </p:txBody>
      </p:sp>
      <p:sp>
        <p:nvSpPr>
          <p:cNvPr id="616" name="text-607 1">
            <a:extLst xmlns:a="http://schemas.openxmlformats.org/drawingml/2006/main">
              <a:ext uri="{FF2B5EF4-FFF2-40B4-BE49-F238E27FC236}">
                <a16:creationId xmlns:a16="http://schemas.microsoft.com/office/drawing/2014/main" id="{AADF1986-C2CE-4B65-AB35-77E11E7A2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09167" y="2317444"/>
            <a:ext cx="111233" cy="211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617" name="path-608">
            <a:extLst xmlns:a="http://schemas.openxmlformats.org/drawingml/2006/main">
              <a:ext uri="{FF2B5EF4-FFF2-40B4-BE49-F238E27FC236}">
                <a16:creationId xmlns:a16="http://schemas.microsoft.com/office/drawing/2014/main" id="{175C552D-D9F3-453D-B076-E7F4001009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17212" y="2419084"/>
            <a:ext cx="264694" cy="266398"/>
          </a:xfrm>
          <a:custGeom xmlns:a="http://schemas.openxmlformats.org/drawingml/2006/main">
            <a:pathLst>
              <a:path w="231117" h="232605">
                <a:moveTo>
                  <a:pt x="0" y="232605"/>
                </a:moveTo>
                <a:lnTo>
                  <a:pt x="123844" y="232605"/>
                </a:lnTo>
                <a:lnTo>
                  <a:pt x="123844" y="0"/>
                </a:lnTo>
                <a:lnTo>
                  <a:pt x="231117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618" name="path-609">
            <a:extLst xmlns:a="http://schemas.openxmlformats.org/drawingml/2006/main">
              <a:ext uri="{FF2B5EF4-FFF2-40B4-BE49-F238E27FC236}">
                <a16:creationId xmlns:a16="http://schemas.microsoft.com/office/drawing/2014/main" id="{A2AD739D-940B-4486-8899-1A21A83C0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3597" y="2390720"/>
            <a:ext cx="75546" cy="56659"/>
          </a:xfrm>
          <a:custGeom xmlns:a="http://schemas.openxmlformats.org/drawingml/2006/main">
            <a:pathLst>
              <a:path w="65963" h="49472">
                <a:moveTo>
                  <a:pt x="65963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3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" name="path-610">
            <a:extLst xmlns:a="http://schemas.openxmlformats.org/drawingml/2006/main">
              <a:ext uri="{FF2B5EF4-FFF2-40B4-BE49-F238E27FC236}">
                <a16:creationId xmlns:a16="http://schemas.microsoft.com/office/drawing/2014/main" id="{E3BEA69C-21B0-4F5E-B84F-B9044537A3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3575" y="2390753"/>
            <a:ext cx="75549" cy="56662"/>
          </a:xfrm>
          <a:custGeom xmlns:a="http://schemas.openxmlformats.org/drawingml/2006/main">
            <a:pathLst>
              <a:path w="65965" h="49474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620" name="path-611">
            <a:extLst xmlns:a="http://schemas.openxmlformats.org/drawingml/2006/main">
              <a:ext uri="{FF2B5EF4-FFF2-40B4-BE49-F238E27FC236}">
                <a16:creationId xmlns:a16="http://schemas.microsoft.com/office/drawing/2014/main" id="{530C64AA-0B4B-4D7C-8926-6D97773AC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7086" y="2567421"/>
            <a:ext cx="632699" cy="236082"/>
          </a:xfrm>
          <a:custGeom xmlns:a="http://schemas.openxmlformats.org/drawingml/2006/main">
            <a:pathLst>
              <a:path w="552440" h="206134">
                <a:moveTo>
                  <a:pt x="0" y="0"/>
                </a:moveTo>
                <a:lnTo>
                  <a:pt x="552440" y="0"/>
                </a:lnTo>
                <a:lnTo>
                  <a:pt x="552440" y="206134"/>
                </a:lnTo>
                <a:lnTo>
                  <a:pt x="0" y="206134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" name="text-612 Task">
            <a:extLst xmlns:a="http://schemas.openxmlformats.org/drawingml/2006/main">
              <a:ext uri="{FF2B5EF4-FFF2-40B4-BE49-F238E27FC236}">
                <a16:creationId xmlns:a16="http://schemas.microsoft.com/office/drawing/2014/main" id="{A7E24897-2E4E-42B4-99C9-B833486EB4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33849" y="2583774"/>
            <a:ext cx="360517" cy="2116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</a:t>
            </a:r>
          </a:p>
        </p:txBody>
      </p:sp>
      <p:sp>
        <p:nvSpPr>
          <p:cNvPr id="622" name="text-612 2">
            <a:extLst xmlns:a="http://schemas.openxmlformats.org/drawingml/2006/main">
              <a:ext uri="{FF2B5EF4-FFF2-40B4-BE49-F238E27FC236}">
                <a16:creationId xmlns:a16="http://schemas.microsoft.com/office/drawing/2014/main" id="{85F10595-8BA0-4934-B3C5-7428AEC00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09167" y="2583835"/>
            <a:ext cx="111233" cy="211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623" name="path-613">
            <a:extLst xmlns:a="http://schemas.openxmlformats.org/drawingml/2006/main">
              <a:ext uri="{FF2B5EF4-FFF2-40B4-BE49-F238E27FC236}">
                <a16:creationId xmlns:a16="http://schemas.microsoft.com/office/drawing/2014/main" id="{36513A0C-90CD-429A-B4F5-BA6A72A93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7086" y="2833835"/>
            <a:ext cx="632699" cy="236082"/>
          </a:xfrm>
          <a:custGeom xmlns:a="http://schemas.openxmlformats.org/drawingml/2006/main">
            <a:pathLst>
              <a:path w="552440" h="206134">
                <a:moveTo>
                  <a:pt x="0" y="0"/>
                </a:moveTo>
                <a:lnTo>
                  <a:pt x="552440" y="0"/>
                </a:lnTo>
                <a:lnTo>
                  <a:pt x="552440" y="206134"/>
                </a:lnTo>
                <a:lnTo>
                  <a:pt x="0" y="206134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" name="text-614 …">
            <a:extLst xmlns:a="http://schemas.openxmlformats.org/drawingml/2006/main">
              <a:ext uri="{FF2B5EF4-FFF2-40B4-BE49-F238E27FC236}">
                <a16:creationId xmlns:a16="http://schemas.microsoft.com/office/drawing/2014/main" id="{122A986D-1145-4168-B7D0-5C7061F14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78423" y="2835765"/>
            <a:ext cx="200585" cy="238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625" name="path-615">
            <a:extLst xmlns:a="http://schemas.openxmlformats.org/drawingml/2006/main">
              <a:ext uri="{FF2B5EF4-FFF2-40B4-BE49-F238E27FC236}">
                <a16:creationId xmlns:a16="http://schemas.microsoft.com/office/drawing/2014/main" id="{58152DE8-6C68-4B44-BB0E-0EE9E1046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17212" y="2685482"/>
            <a:ext cx="264694" cy="266391"/>
          </a:xfrm>
          <a:custGeom xmlns:a="http://schemas.openxmlformats.org/drawingml/2006/main">
            <a:pathLst>
              <a:path w="231117" h="232599">
                <a:moveTo>
                  <a:pt x="0" y="0"/>
                </a:moveTo>
                <a:lnTo>
                  <a:pt x="123929" y="0"/>
                </a:lnTo>
                <a:lnTo>
                  <a:pt x="123929" y="232599"/>
                </a:lnTo>
                <a:lnTo>
                  <a:pt x="231117" y="232599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626" name="path-616">
            <a:extLst xmlns:a="http://schemas.openxmlformats.org/drawingml/2006/main">
              <a:ext uri="{FF2B5EF4-FFF2-40B4-BE49-F238E27FC236}">
                <a16:creationId xmlns:a16="http://schemas.microsoft.com/office/drawing/2014/main" id="{F68CBE68-A375-4577-9912-83CAA3DFC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3597" y="2923546"/>
            <a:ext cx="75546" cy="56660"/>
          </a:xfrm>
          <a:custGeom xmlns:a="http://schemas.openxmlformats.org/drawingml/2006/main">
            <a:pathLst>
              <a:path w="65963" h="49472">
                <a:moveTo>
                  <a:pt x="65963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3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" name="path-617">
            <a:extLst xmlns:a="http://schemas.openxmlformats.org/drawingml/2006/main">
              <a:ext uri="{FF2B5EF4-FFF2-40B4-BE49-F238E27FC236}">
                <a16:creationId xmlns:a16="http://schemas.microsoft.com/office/drawing/2014/main" id="{1563B940-D95F-4D9E-8D12-402CB549F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3575" y="2923542"/>
            <a:ext cx="75549" cy="56662"/>
          </a:xfrm>
          <a:custGeom xmlns:a="http://schemas.openxmlformats.org/drawingml/2006/main">
            <a:pathLst>
              <a:path w="65965" h="49474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628" name="path-618">
            <a:extLst xmlns:a="http://schemas.openxmlformats.org/drawingml/2006/main">
              <a:ext uri="{FF2B5EF4-FFF2-40B4-BE49-F238E27FC236}">
                <a16:creationId xmlns:a16="http://schemas.microsoft.com/office/drawing/2014/main" id="{51965515-9256-448C-ADB3-B6FCB3FCF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17212" y="2685482"/>
            <a:ext cx="264694" cy="191"/>
          </a:xfrm>
          <a:custGeom xmlns:a="http://schemas.openxmlformats.org/drawingml/2006/main">
            <a:pathLst>
              <a:path w="231117" h="191">
                <a:moveTo>
                  <a:pt x="0" y="0"/>
                </a:moveTo>
                <a:lnTo>
                  <a:pt x="231117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629" name="path-619">
            <a:extLst xmlns:a="http://schemas.openxmlformats.org/drawingml/2006/main">
              <a:ext uri="{FF2B5EF4-FFF2-40B4-BE49-F238E27FC236}">
                <a16:creationId xmlns:a16="http://schemas.microsoft.com/office/drawing/2014/main" id="{728A2A07-E398-42A1-9473-F17308084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3597" y="2657133"/>
            <a:ext cx="75546" cy="56659"/>
          </a:xfrm>
          <a:custGeom xmlns:a="http://schemas.openxmlformats.org/drawingml/2006/main">
            <a:pathLst>
              <a:path w="65963" h="49472">
                <a:moveTo>
                  <a:pt x="65963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3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" name="path-620">
            <a:extLst xmlns:a="http://schemas.openxmlformats.org/drawingml/2006/main">
              <a:ext uri="{FF2B5EF4-FFF2-40B4-BE49-F238E27FC236}">
                <a16:creationId xmlns:a16="http://schemas.microsoft.com/office/drawing/2014/main" id="{EFDE2756-ACEA-4A28-AA80-C4843ECD2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3575" y="2657151"/>
            <a:ext cx="75549" cy="56662"/>
          </a:xfrm>
          <a:custGeom xmlns:a="http://schemas.openxmlformats.org/drawingml/2006/main">
            <a:pathLst>
              <a:path w="65965" h="49474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631" name="path-621">
            <a:extLst xmlns:a="http://schemas.openxmlformats.org/drawingml/2006/main">
              <a:ext uri="{FF2B5EF4-FFF2-40B4-BE49-F238E27FC236}">
                <a16:creationId xmlns:a16="http://schemas.microsoft.com/office/drawing/2014/main" id="{C5B4FB83-712B-41BE-B7BD-53EEA3763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19906" y="2951593"/>
            <a:ext cx="1598464" cy="281506"/>
          </a:xfrm>
          <a:custGeom xmlns:a="http://schemas.openxmlformats.org/drawingml/2006/main">
            <a:pathLst>
              <a:path w="1395696" h="245797">
                <a:moveTo>
                  <a:pt x="0" y="0"/>
                </a:moveTo>
                <a:lnTo>
                  <a:pt x="0" y="245797"/>
                </a:lnTo>
                <a:lnTo>
                  <a:pt x="1395696" y="245797"/>
                </a:lnTo>
                <a:lnTo>
                  <a:pt x="1395696" y="188980"/>
                </a:lnTo>
              </a:path>
            </a:pathLst>
          </a:custGeom>
          <a:noFill xmlns:a="http://schemas.openxmlformats.org/drawingml/2006/main"/>
          <a:ln xmlns:a="http://schemas.openxmlformats.org/drawingml/2006/main" w="7082">
            <a:solidFill>
              <a:srgbClr val="000000"/>
            </a:solidFill>
            <a:prstDash val="dash"/>
          </a:ln>
        </p:spPr>
      </p:sp>
      <p:sp>
        <p:nvSpPr>
          <p:cNvPr id="632" name="path-622">
            <a:extLst xmlns:a="http://schemas.openxmlformats.org/drawingml/2006/main">
              <a:ext uri="{FF2B5EF4-FFF2-40B4-BE49-F238E27FC236}">
                <a16:creationId xmlns:a16="http://schemas.microsoft.com/office/drawing/2014/main" id="{E7A479D2-7B95-4E89-8B5F-66359D9C67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7115" y="3132601"/>
            <a:ext cx="42495" cy="56660"/>
          </a:xfrm>
          <a:custGeom xmlns:a="http://schemas.openxmlformats.org/drawingml/2006/main">
            <a:pathLst>
              <a:path w="37104" h="49472">
                <a:moveTo>
                  <a:pt x="18552" y="0"/>
                </a:moveTo>
                <a:lnTo>
                  <a:pt x="0" y="49472"/>
                </a:lnTo>
                <a:lnTo>
                  <a:pt x="18552" y="30920"/>
                </a:lnTo>
                <a:lnTo>
                  <a:pt x="37104" y="49472"/>
                </a:lnTo>
                <a:lnTo>
                  <a:pt x="18552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" name="path-623">
            <a:extLst xmlns:a="http://schemas.openxmlformats.org/drawingml/2006/main">
              <a:ext uri="{FF2B5EF4-FFF2-40B4-BE49-F238E27FC236}">
                <a16:creationId xmlns:a16="http://schemas.microsoft.com/office/drawing/2014/main" id="{3BF44BF7-725A-4754-8362-75A0DA5EB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7122" y="3132621"/>
            <a:ext cx="42496" cy="56655"/>
          </a:xfrm>
          <a:custGeom xmlns:a="http://schemas.openxmlformats.org/drawingml/2006/main">
            <a:pathLst>
              <a:path w="37105" h="49468">
                <a:moveTo>
                  <a:pt x="18553" y="0"/>
                </a:moveTo>
                <a:lnTo>
                  <a:pt x="0" y="49468"/>
                </a:lnTo>
                <a:lnTo>
                  <a:pt x="18553" y="30916"/>
                </a:lnTo>
                <a:lnTo>
                  <a:pt x="37105" y="49468"/>
                </a:lnTo>
                <a:lnTo>
                  <a:pt x="1855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082">
            <a:solidFill>
              <a:srgbClr val="000000"/>
            </a:solidFill>
            <a:prstDash val="solid"/>
          </a:ln>
        </p:spPr>
      </p:sp>
      <p:sp>
        <p:nvSpPr>
          <p:cNvPr id="634" name="text-624 Prompt">
            <a:extLst xmlns:a="http://schemas.openxmlformats.org/drawingml/2006/main">
              <a:ext uri="{FF2B5EF4-FFF2-40B4-BE49-F238E27FC236}">
                <a16:creationId xmlns:a16="http://schemas.microsoft.com/office/drawing/2014/main" id="{6CD5A33B-8519-4A9A-B251-E24ED3216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30078" y="2418301"/>
            <a:ext cx="514206" cy="2115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Prompt</a:t>
            </a:r>
          </a:p>
        </p:txBody>
      </p:sp>
      <p:sp>
        <p:nvSpPr>
          <p:cNvPr id="635" name="text-625 Input">
            <a:extLst xmlns:a="http://schemas.openxmlformats.org/drawingml/2006/main">
              <a:ext uri="{FF2B5EF4-FFF2-40B4-BE49-F238E27FC236}">
                <a16:creationId xmlns:a16="http://schemas.microsoft.com/office/drawing/2014/main" id="{B399D3B5-C370-4586-8A78-55090B3FB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05523" y="2583900"/>
            <a:ext cx="363072" cy="2114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8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Input</a:t>
            </a:r>
          </a:p>
        </p:txBody>
      </p:sp>
      <p:sp>
        <p:nvSpPr>
          <p:cNvPr id="636" name="text-626 (">
            <a:extLst xmlns:a="http://schemas.openxmlformats.org/drawingml/2006/main">
              <a:ext uri="{FF2B5EF4-FFF2-40B4-BE49-F238E27FC236}">
                <a16:creationId xmlns:a16="http://schemas.microsoft.com/office/drawing/2014/main" id="{85801868-8A30-44CB-B364-1C7A8A086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33470" y="2749247"/>
            <a:ext cx="77524" cy="211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(</a:t>
            </a:r>
          </a:p>
        </p:txBody>
      </p:sp>
      <p:sp>
        <p:nvSpPr>
          <p:cNvPr id="637" name="text-627 e.g.">
            <a:extLst xmlns:a="http://schemas.openxmlformats.org/drawingml/2006/main">
              <a:ext uri="{FF2B5EF4-FFF2-40B4-BE49-F238E27FC236}">
                <a16:creationId xmlns:a16="http://schemas.microsoft.com/office/drawing/2014/main" id="{BD04A169-5D52-4C53-A711-E3456CF56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83797" y="2749222"/>
            <a:ext cx="279305" cy="2116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e.g.</a:t>
            </a:r>
          </a:p>
        </p:txBody>
      </p:sp>
      <p:sp>
        <p:nvSpPr>
          <p:cNvPr id="638" name="text-628 ,">
            <a:extLst xmlns:a="http://schemas.openxmlformats.org/drawingml/2006/main">
              <a:ext uri="{FF2B5EF4-FFF2-40B4-BE49-F238E27FC236}">
                <a16:creationId xmlns:a16="http://schemas.microsoft.com/office/drawing/2014/main" id="{EA476B46-E172-4A6B-A66E-22CB595C99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35847" y="2749413"/>
            <a:ext cx="69157" cy="211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8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639" name="text-628 text)">
            <a:extLst xmlns:a="http://schemas.openxmlformats.org/drawingml/2006/main">
              <a:ext uri="{FF2B5EF4-FFF2-40B4-BE49-F238E27FC236}">
                <a16:creationId xmlns:a16="http://schemas.microsoft.com/office/drawing/2014/main" id="{87D860CA-C2CD-4D68-AA6A-588F959BC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19792" y="2749267"/>
            <a:ext cx="321050" cy="2115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text)</a:t>
            </a:r>
          </a:p>
        </p:txBody>
      </p:sp>
      <p:sp>
        <p:nvSpPr>
          <p:cNvPr id="640" name="text-629 Specify">
            <a:extLst xmlns:a="http://schemas.openxmlformats.org/drawingml/2006/main">
              <a:ext uri="{FF2B5EF4-FFF2-40B4-BE49-F238E27FC236}">
                <a16:creationId xmlns:a16="http://schemas.microsoft.com/office/drawing/2014/main" id="{47BC158A-1E87-49D7-831A-581E03E05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57215" y="3018044"/>
            <a:ext cx="522695" cy="2115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Specify</a:t>
            </a:r>
          </a:p>
        </p:txBody>
      </p:sp>
      <p:sp>
        <p:nvSpPr>
          <p:cNvPr id="641" name="path-630">
            <a:extLst xmlns:a="http://schemas.openxmlformats.org/drawingml/2006/main">
              <a:ext uri="{FF2B5EF4-FFF2-40B4-BE49-F238E27FC236}">
                <a16:creationId xmlns:a16="http://schemas.microsoft.com/office/drawing/2014/main" id="{54CB1DE5-B1AA-4857-89A9-1E2037784F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8883" y="3325447"/>
            <a:ext cx="4518536" cy="191"/>
          </a:xfrm>
          <a:custGeom xmlns:a="http://schemas.openxmlformats.org/drawingml/2006/main">
            <a:pathLst>
              <a:path w="3945351" h="191">
                <a:moveTo>
                  <a:pt x="0" y="0"/>
                </a:moveTo>
                <a:lnTo>
                  <a:pt x="39453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546">
            <a:solidFill>
              <a:srgbClr val="EEEFF3"/>
            </a:solidFill>
            <a:prstDash val="solid"/>
          </a:ln>
        </p:spPr>
      </p:sp>
      <p:sp>
        <p:nvSpPr>
          <p:cNvPr id="642" name="path-631">
            <a:extLst xmlns:a="http://schemas.openxmlformats.org/drawingml/2006/main">
              <a:ext uri="{FF2B5EF4-FFF2-40B4-BE49-F238E27FC236}">
                <a16:creationId xmlns:a16="http://schemas.microsoft.com/office/drawing/2014/main" id="{5475FB30-54F8-4F33-84B5-54FBF1691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8883" y="274615"/>
            <a:ext cx="4518536" cy="191"/>
          </a:xfrm>
          <a:custGeom xmlns:a="http://schemas.openxmlformats.org/drawingml/2006/main">
            <a:pathLst>
              <a:path w="3945351" h="191">
                <a:moveTo>
                  <a:pt x="3945351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546">
            <a:solidFill>
              <a:srgbClr val="EEEFF3"/>
            </a:solidFill>
            <a:prstDash val="solid"/>
          </a:ln>
        </p:spPr>
      </p:sp>
      <p:sp>
        <p:nvSpPr>
          <p:cNvPr id="643" name="path-632">
            <a:extLst xmlns:a="http://schemas.openxmlformats.org/drawingml/2006/main">
              <a:ext uri="{FF2B5EF4-FFF2-40B4-BE49-F238E27FC236}">
                <a16:creationId xmlns:a16="http://schemas.microsoft.com/office/drawing/2014/main" id="{1BECBF3C-F709-4129-92B1-528E4375F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8883" y="52713"/>
            <a:ext cx="4518536" cy="522293"/>
          </a:xfrm>
          <a:custGeom xmlns:a="http://schemas.openxmlformats.org/drawingml/2006/main">
            <a:pathLst>
              <a:path w="3945351" h="456039">
                <a:moveTo>
                  <a:pt x="0" y="0"/>
                </a:moveTo>
                <a:lnTo>
                  <a:pt x="3945351" y="0"/>
                </a:lnTo>
                <a:lnTo>
                  <a:pt x="3945351" y="456039"/>
                </a:lnTo>
                <a:lnTo>
                  <a:pt x="0" y="456039"/>
                </a:lnTo>
                <a:close/>
              </a:path>
            </a:pathLst>
          </a:custGeom>
          <a:solidFill xmlns:a="http://schemas.openxmlformats.org/drawingml/2006/main">
            <a:srgbClr val="EEEF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" name="text-633 Various">
            <a:extLst xmlns:a="http://schemas.openxmlformats.org/drawingml/2006/main">
              <a:ext uri="{FF2B5EF4-FFF2-40B4-BE49-F238E27FC236}">
                <a16:creationId xmlns:a16="http://schemas.microsoft.com/office/drawing/2014/main" id="{4B94C0A1-87C0-4D4E-9619-CAA857AC3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12135" y="115993"/>
            <a:ext cx="716174" cy="2643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Various</a:t>
            </a:r>
          </a:p>
        </p:txBody>
      </p:sp>
      <p:sp>
        <p:nvSpPr>
          <p:cNvPr id="645" name="text-633 Vision">
            <a:extLst xmlns:a="http://schemas.openxmlformats.org/drawingml/2006/main">
              <a:ext uri="{FF2B5EF4-FFF2-40B4-BE49-F238E27FC236}">
                <a16:creationId xmlns:a16="http://schemas.microsoft.com/office/drawing/2014/main" id="{D8C9ADF2-538D-4F7D-8353-BF1EC242A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46718" y="116011"/>
            <a:ext cx="597163" cy="2643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646" name="text-633 Tasks">
            <a:extLst xmlns:a="http://schemas.openxmlformats.org/drawingml/2006/main">
              <a:ext uri="{FF2B5EF4-FFF2-40B4-BE49-F238E27FC236}">
                <a16:creationId xmlns:a16="http://schemas.microsoft.com/office/drawing/2014/main" id="{01F2CF08-681C-49E5-A4B6-3D6B20058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62360" y="116022"/>
            <a:ext cx="555329" cy="2643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Tasks</a:t>
            </a:r>
          </a:p>
        </p:txBody>
      </p:sp>
      <p:sp>
        <p:nvSpPr>
          <p:cNvPr id="647" name="text-635 (without">
            <a:extLst xmlns:a="http://schemas.openxmlformats.org/drawingml/2006/main">
              <a:ext uri="{FF2B5EF4-FFF2-40B4-BE49-F238E27FC236}">
                <a16:creationId xmlns:a16="http://schemas.microsoft.com/office/drawing/2014/main" id="{B7EBB0F3-BBCF-4145-B6C9-BFE98A975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02952" y="339634"/>
            <a:ext cx="556282" cy="2115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(without</a:t>
            </a:r>
          </a:p>
        </p:txBody>
      </p:sp>
      <p:sp>
        <p:nvSpPr>
          <p:cNvPr id="648" name="text-635 relying">
            <a:extLst xmlns:a="http://schemas.openxmlformats.org/drawingml/2006/main">
              <a:ext uri="{FF2B5EF4-FFF2-40B4-BE49-F238E27FC236}">
                <a16:creationId xmlns:a16="http://schemas.microsoft.com/office/drawing/2014/main" id="{0D5808ED-AB2E-4BBA-9689-B7AA864CB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74003" y="339643"/>
            <a:ext cx="472314" cy="2115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relying</a:t>
            </a:r>
          </a:p>
        </p:txBody>
      </p:sp>
      <p:sp>
        <p:nvSpPr>
          <p:cNvPr id="649" name="text-635 on">
            <a:extLst xmlns:a="http://schemas.openxmlformats.org/drawingml/2006/main">
              <a:ext uri="{FF2B5EF4-FFF2-40B4-BE49-F238E27FC236}">
                <a16:creationId xmlns:a16="http://schemas.microsoft.com/office/drawing/2014/main" id="{E11817D3-BB40-4989-B7E9-ED16D71C7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61095" y="339631"/>
            <a:ext cx="195278" cy="2115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</a:t>
            </a:r>
          </a:p>
        </p:txBody>
      </p:sp>
      <p:sp>
        <p:nvSpPr>
          <p:cNvPr id="650" name="text-635 specialized">
            <a:extLst xmlns:a="http://schemas.openxmlformats.org/drawingml/2006/main">
              <a:ext uri="{FF2B5EF4-FFF2-40B4-BE49-F238E27FC236}">
                <a16:creationId xmlns:a16="http://schemas.microsoft.com/office/drawing/2014/main" id="{B6090F4A-91AF-4406-88D1-0F38C62F1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71150" y="339635"/>
            <a:ext cx="774751" cy="2115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specialized</a:t>
            </a:r>
          </a:p>
        </p:txBody>
      </p:sp>
      <p:sp>
        <p:nvSpPr>
          <p:cNvPr id="651" name="text-635 task">
            <a:extLst xmlns:a="http://schemas.openxmlformats.org/drawingml/2006/main">
              <a:ext uri="{FF2B5EF4-FFF2-40B4-BE49-F238E27FC236}">
                <a16:creationId xmlns:a16="http://schemas.microsoft.com/office/drawing/2014/main" id="{FACFC07B-2420-4011-B1D7-D08F55359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60678" y="339665"/>
            <a:ext cx="304306" cy="2115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</a:t>
            </a:r>
          </a:p>
        </p:txBody>
      </p:sp>
      <p:sp>
        <p:nvSpPr>
          <p:cNvPr id="652" name="text-635 structures)">
            <a:extLst xmlns:a="http://schemas.openxmlformats.org/drawingml/2006/main">
              <a:ext uri="{FF2B5EF4-FFF2-40B4-BE49-F238E27FC236}">
                <a16:creationId xmlns:a16="http://schemas.microsoft.com/office/drawing/2014/main" id="{93A3C987-D732-4063-A8A3-C067B3EE3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79757" y="339651"/>
            <a:ext cx="740851" cy="2115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structures)</a:t>
            </a:r>
          </a:p>
        </p:txBody>
      </p:sp>
      <p:sp>
        <p:nvSpPr>
          <p:cNvPr id="653" name="text-636 …">
            <a:extLst xmlns:a="http://schemas.openxmlformats.org/drawingml/2006/main">
              <a:ext uri="{FF2B5EF4-FFF2-40B4-BE49-F238E27FC236}">
                <a16:creationId xmlns:a16="http://schemas.microsoft.com/office/drawing/2014/main" id="{20E464FC-FF1B-4A14-9A9D-11E497C98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27793" y="2952306"/>
            <a:ext cx="267457" cy="3174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8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8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8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654" name="text-637 …">
            <a:extLst xmlns:a="http://schemas.openxmlformats.org/drawingml/2006/main">
              <a:ext uri="{FF2B5EF4-FFF2-40B4-BE49-F238E27FC236}">
                <a16:creationId xmlns:a16="http://schemas.microsoft.com/office/drawing/2014/main" id="{6BA63F7F-58CE-478D-B81F-30D85EE18F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35685" y="2952306"/>
            <a:ext cx="267457" cy="3174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8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8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8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655" name="text-638 …">
            <a:extLst xmlns:a="http://schemas.openxmlformats.org/drawingml/2006/main">
              <a:ext uri="{FF2B5EF4-FFF2-40B4-BE49-F238E27FC236}">
                <a16:creationId xmlns:a16="http://schemas.microsoft.com/office/drawing/2014/main" id="{6FBB5652-87DB-4C41-A12A-27FB528EA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41872" y="2952306"/>
            <a:ext cx="267457" cy="3174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8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86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86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656" name="text-639 Visual">
            <a:extLst xmlns:a="http://schemas.openxmlformats.org/drawingml/2006/main">
              <a:ext uri="{FF2B5EF4-FFF2-40B4-BE49-F238E27FC236}">
                <a16:creationId xmlns:a16="http://schemas.microsoft.com/office/drawing/2014/main" id="{1E3022A0-AC90-4891-A7FB-50ABA87808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10204" y="1418818"/>
            <a:ext cx="469559" cy="2115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657" name="text-639 Recognition">
            <a:extLst xmlns:a="http://schemas.openxmlformats.org/drawingml/2006/main">
              <a:ext uri="{FF2B5EF4-FFF2-40B4-BE49-F238E27FC236}">
                <a16:creationId xmlns:a16="http://schemas.microsoft.com/office/drawing/2014/main" id="{C7B6FB38-523B-402F-8C9F-96F3F9996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94526" y="1418836"/>
            <a:ext cx="900092" cy="2115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Recognition</a:t>
            </a:r>
          </a:p>
        </p:txBody>
      </p:sp>
      <p:sp>
        <p:nvSpPr>
          <p:cNvPr id="658" name="text-640 Medical">
            <a:extLst xmlns:a="http://schemas.openxmlformats.org/drawingml/2006/main">
              <a:ext uri="{FF2B5EF4-FFF2-40B4-BE49-F238E27FC236}">
                <a16:creationId xmlns:a16="http://schemas.microsoft.com/office/drawing/2014/main" id="{4767A8B6-A46C-4B23-8891-A32C53B26E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53205" y="2349920"/>
            <a:ext cx="581418" cy="2115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Medical</a:t>
            </a:r>
          </a:p>
        </p:txBody>
      </p:sp>
      <p:sp>
        <p:nvSpPr>
          <p:cNvPr id="659" name="text-640 Image">
            <a:extLst xmlns:a="http://schemas.openxmlformats.org/drawingml/2006/main">
              <a:ext uri="{FF2B5EF4-FFF2-40B4-BE49-F238E27FC236}">
                <a16:creationId xmlns:a16="http://schemas.microsoft.com/office/drawing/2014/main" id="{9E03BFB2-6F7A-4888-98B1-28416036F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49394" y="2349943"/>
            <a:ext cx="463875" cy="2115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sp>
        <p:nvSpPr>
          <p:cNvPr id="660" name="text-641 Analysis">
            <a:extLst xmlns:a="http://schemas.openxmlformats.org/drawingml/2006/main">
              <a:ext uri="{FF2B5EF4-FFF2-40B4-BE49-F238E27FC236}">
                <a16:creationId xmlns:a16="http://schemas.microsoft.com/office/drawing/2014/main" id="{C4658283-AD04-4763-B22C-A230F0153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58876" y="2515322"/>
            <a:ext cx="648896" cy="2116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Analysis</a:t>
            </a:r>
          </a:p>
        </p:txBody>
      </p:sp>
      <p:sp>
        <p:nvSpPr>
          <p:cNvPr id="661" name="text-642 Object">
            <a:extLst xmlns:a="http://schemas.openxmlformats.org/drawingml/2006/main">
              <a:ext uri="{FF2B5EF4-FFF2-40B4-BE49-F238E27FC236}">
                <a16:creationId xmlns:a16="http://schemas.microsoft.com/office/drawing/2014/main" id="{6083BD45-ACE2-4046-86EE-777C4926E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05826" y="1418820"/>
            <a:ext cx="497374" cy="211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Object</a:t>
            </a:r>
          </a:p>
        </p:txBody>
      </p:sp>
      <p:sp>
        <p:nvSpPr>
          <p:cNvPr id="662" name="text-642 Localization">
            <a:extLst xmlns:a="http://schemas.openxmlformats.org/drawingml/2006/main">
              <a:ext uri="{FF2B5EF4-FFF2-40B4-BE49-F238E27FC236}">
                <a16:creationId xmlns:a16="http://schemas.microsoft.com/office/drawing/2014/main" id="{B2890913-388A-49C8-94FB-322299855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17971" y="1418825"/>
            <a:ext cx="900250" cy="211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Localization</a:t>
            </a:r>
          </a:p>
        </p:txBody>
      </p:sp>
      <p:pic>
        <p:nvPicPr>
          <p:cNvPr id="663" name="">
            <a:extLst xmlns:a="http://schemas.openxmlformats.org/drawingml/2006/main">
              <a:ext uri="{FF2B5EF4-FFF2-40B4-BE49-F238E27FC236}">
                <a16:creationId xmlns:a16="http://schemas.microsoft.com/office/drawing/2014/main" id="{CB795D32-633E-4784-AA59-30EDB923D1A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3a78c77ab1f4d73"/>
          <a:stretch xmlns:a="http://schemas.openxmlformats.org/drawingml/2006/main"/>
        </p:blipFill>
        <p:spPr>
          <a:xfrm xmlns:a="http://schemas.openxmlformats.org/drawingml/2006/main">
            <a:off x="14590512" y="1603598"/>
            <a:ext cx="752707" cy="709072"/>
          </a:xfrm>
          <a:prstGeom xmlns:a="http://schemas.openxmlformats.org/drawingml/2006/main" prst="rect">
            <a:avLst/>
          </a:prstGeom>
        </p:spPr>
      </p:pic>
      <p:sp>
        <p:nvSpPr>
          <p:cNvPr id="664" name="path-644">
            <a:extLst xmlns:a="http://schemas.openxmlformats.org/drawingml/2006/main">
              <a:ext uri="{FF2B5EF4-FFF2-40B4-BE49-F238E27FC236}">
                <a16:creationId xmlns:a16="http://schemas.microsoft.com/office/drawing/2014/main" id="{E8B44546-49AB-4D3F-820C-AD3609DB9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99288" y="1606207"/>
            <a:ext cx="740639" cy="705414"/>
          </a:xfrm>
          <a:custGeom xmlns:a="http://schemas.openxmlformats.org/drawingml/2006/main">
            <a:pathLst>
              <a:path w="646687" h="615931">
                <a:moveTo>
                  <a:pt x="0" y="0"/>
                </a:moveTo>
                <a:lnTo>
                  <a:pt x="0" y="615931"/>
                </a:lnTo>
                <a:lnTo>
                  <a:pt x="646687" y="615931"/>
                </a:lnTo>
                <a:lnTo>
                  <a:pt x="64668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pic>
        <p:nvPicPr>
          <p:cNvPr id="665" name="">
            <a:extLst xmlns:a="http://schemas.openxmlformats.org/drawingml/2006/main">
              <a:ext uri="{FF2B5EF4-FFF2-40B4-BE49-F238E27FC236}">
                <a16:creationId xmlns:a16="http://schemas.microsoft.com/office/drawing/2014/main" id="{FAB20832-3BE4-4B0D-840D-6A7A4369EF6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ed7147a24e84c5f"/>
          <a:stretch xmlns:a="http://schemas.openxmlformats.org/drawingml/2006/main"/>
        </p:blipFill>
        <p:spPr>
          <a:xfrm xmlns:a="http://schemas.openxmlformats.org/drawingml/2006/main">
            <a:off x="14590512" y="850891"/>
            <a:ext cx="752707" cy="752707"/>
          </a:xfrm>
          <a:prstGeom xmlns:a="http://schemas.openxmlformats.org/drawingml/2006/main" prst="rect">
            <a:avLst/>
          </a:prstGeom>
        </p:spPr>
      </p:pic>
      <p:sp>
        <p:nvSpPr>
          <p:cNvPr id="666" name="path-646">
            <a:extLst xmlns:a="http://schemas.openxmlformats.org/drawingml/2006/main">
              <a:ext uri="{FF2B5EF4-FFF2-40B4-BE49-F238E27FC236}">
                <a16:creationId xmlns:a16="http://schemas.microsoft.com/office/drawing/2014/main" id="{F1593883-D891-4529-A72F-3E259AE09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99288" y="857549"/>
            <a:ext cx="740639" cy="738649"/>
          </a:xfrm>
          <a:custGeom xmlns:a="http://schemas.openxmlformats.org/drawingml/2006/main">
            <a:pathLst>
              <a:path w="646687" h="644950">
                <a:moveTo>
                  <a:pt x="0" y="0"/>
                </a:moveTo>
                <a:lnTo>
                  <a:pt x="0" y="644950"/>
                </a:lnTo>
                <a:lnTo>
                  <a:pt x="646687" y="644950"/>
                </a:lnTo>
                <a:lnTo>
                  <a:pt x="64668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pic>
        <p:nvPicPr>
          <p:cNvPr id="667" name="">
            <a:extLst xmlns:a="http://schemas.openxmlformats.org/drawingml/2006/main">
              <a:ext uri="{FF2B5EF4-FFF2-40B4-BE49-F238E27FC236}">
                <a16:creationId xmlns:a16="http://schemas.microsoft.com/office/drawing/2014/main" id="{C0B93D0C-8969-47B1-B119-0FB79683BFF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2a128ae091c4260"/>
          <a:stretch xmlns:a="http://schemas.openxmlformats.org/drawingml/2006/main"/>
        </p:blipFill>
        <p:spPr>
          <a:xfrm xmlns:a="http://schemas.openxmlformats.org/drawingml/2006/main">
            <a:off x="11230601" y="719985"/>
            <a:ext cx="665437" cy="665437"/>
          </a:xfrm>
          <a:prstGeom xmlns:a="http://schemas.openxmlformats.org/drawingml/2006/main" prst="rect">
            <a:avLst/>
          </a:prstGeom>
        </p:spPr>
      </p:pic>
      <p:sp>
        <p:nvSpPr>
          <p:cNvPr id="668" name="path-648">
            <a:extLst xmlns:a="http://schemas.openxmlformats.org/drawingml/2006/main">
              <a:ext uri="{FF2B5EF4-FFF2-40B4-BE49-F238E27FC236}">
                <a16:creationId xmlns:a16="http://schemas.microsoft.com/office/drawing/2014/main" id="{FCC76D1E-1B95-4D17-A718-A0201F7D17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0986" y="730821"/>
            <a:ext cx="644688" cy="649130"/>
          </a:xfrm>
          <a:custGeom xmlns:a="http://schemas.openxmlformats.org/drawingml/2006/main">
            <a:pathLst>
              <a:path w="562908" h="566786">
                <a:moveTo>
                  <a:pt x="0" y="0"/>
                </a:moveTo>
                <a:lnTo>
                  <a:pt x="0" y="566786"/>
                </a:lnTo>
                <a:lnTo>
                  <a:pt x="562908" y="566786"/>
                </a:lnTo>
                <a:lnTo>
                  <a:pt x="56290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669" name="path-649">
            <a:extLst xmlns:a="http://schemas.openxmlformats.org/drawingml/2006/main">
              <a:ext uri="{FF2B5EF4-FFF2-40B4-BE49-F238E27FC236}">
                <a16:creationId xmlns:a16="http://schemas.microsoft.com/office/drawing/2014/main" id="{B203585F-EAD6-443F-8E93-859F899E5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5106" y="910951"/>
            <a:ext cx="528823" cy="288860"/>
          </a:xfrm>
          <a:custGeom xmlns:a="http://schemas.openxmlformats.org/drawingml/2006/main">
            <a:pathLst>
              <a:path w="461741" h="252217">
                <a:moveTo>
                  <a:pt x="0" y="0"/>
                </a:moveTo>
                <a:lnTo>
                  <a:pt x="461741" y="0"/>
                </a:lnTo>
                <a:lnTo>
                  <a:pt x="461741" y="252217"/>
                </a:lnTo>
                <a:lnTo>
                  <a:pt x="0" y="252217"/>
                </a:lnTo>
                <a:close/>
              </a:path>
            </a:pathLst>
          </a:custGeom>
          <a:solidFill xmlns:a="http://schemas.openxmlformats.org/drawingml/2006/main">
            <a:srgbClr val="D2D2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" name="text-650 “Cat”">
            <a:extLst xmlns:a="http://schemas.openxmlformats.org/drawingml/2006/main">
              <a:ext uri="{FF2B5EF4-FFF2-40B4-BE49-F238E27FC236}">
                <a16:creationId xmlns:a16="http://schemas.microsoft.com/office/drawing/2014/main" id="{368C1663-EADA-42D8-86B4-40BDAF5998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0670" y="939301"/>
            <a:ext cx="408327" cy="2380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“Cat”</a:t>
            </a:r>
          </a:p>
        </p:txBody>
      </p:sp>
      <p:pic>
        <p:nvPicPr>
          <p:cNvPr id="671" name="">
            <a:extLst xmlns:a="http://schemas.openxmlformats.org/drawingml/2006/main">
              <a:ext uri="{FF2B5EF4-FFF2-40B4-BE49-F238E27FC236}">
                <a16:creationId xmlns:a16="http://schemas.microsoft.com/office/drawing/2014/main" id="{1FDFCA4E-E35B-436F-963A-4ECE8FA997C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91866e0295f4c9a"/>
          <a:stretch xmlns:a="http://schemas.openxmlformats.org/drawingml/2006/main"/>
        </p:blipFill>
        <p:spPr>
          <a:xfrm xmlns:a="http://schemas.openxmlformats.org/drawingml/2006/main">
            <a:off x="12736016" y="621806"/>
            <a:ext cx="1527232" cy="763616"/>
          </a:xfrm>
          <a:prstGeom xmlns:a="http://schemas.openxmlformats.org/drawingml/2006/main" prst="rect">
            <a:avLst/>
          </a:prstGeom>
        </p:spPr>
      </p:pic>
      <p:sp>
        <p:nvSpPr>
          <p:cNvPr id="672" name="path-652">
            <a:extLst xmlns:a="http://schemas.openxmlformats.org/drawingml/2006/main">
              <a:ext uri="{FF2B5EF4-FFF2-40B4-BE49-F238E27FC236}">
                <a16:creationId xmlns:a16="http://schemas.microsoft.com/office/drawing/2014/main" id="{4E3F0F45-BE2D-4E17-A242-377B83BA1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40007" y="623918"/>
            <a:ext cx="1516873" cy="756033"/>
          </a:xfrm>
          <a:custGeom xmlns:a="http://schemas.openxmlformats.org/drawingml/2006/main">
            <a:pathLst>
              <a:path w="1324455" h="660129">
                <a:moveTo>
                  <a:pt x="0" y="0"/>
                </a:moveTo>
                <a:lnTo>
                  <a:pt x="0" y="660129"/>
                </a:lnTo>
                <a:lnTo>
                  <a:pt x="1324455" y="660129"/>
                </a:lnTo>
                <a:lnTo>
                  <a:pt x="132445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pic>
        <p:nvPicPr>
          <p:cNvPr id="673" name="">
            <a:extLst xmlns:a="http://schemas.openxmlformats.org/drawingml/2006/main">
              <a:ext uri="{FF2B5EF4-FFF2-40B4-BE49-F238E27FC236}">
                <a16:creationId xmlns:a16="http://schemas.microsoft.com/office/drawing/2014/main" id="{99599DEF-A544-4EF7-92F4-58027CF1DB7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807ba8a13054fbe"/>
          <a:stretch xmlns:a="http://schemas.openxmlformats.org/drawingml/2006/main"/>
        </p:blipFill>
        <p:spPr>
          <a:xfrm xmlns:a="http://schemas.openxmlformats.org/drawingml/2006/main">
            <a:off x="12026944" y="1723595"/>
            <a:ext cx="785434" cy="654528"/>
          </a:xfrm>
          <a:prstGeom xmlns:a="http://schemas.openxmlformats.org/drawingml/2006/main" prst="rect">
            <a:avLst/>
          </a:prstGeom>
        </p:spPr>
      </p:pic>
      <p:sp>
        <p:nvSpPr>
          <p:cNvPr id="674" name="path-654">
            <a:extLst xmlns:a="http://schemas.openxmlformats.org/drawingml/2006/main">
              <a:ext uri="{FF2B5EF4-FFF2-40B4-BE49-F238E27FC236}">
                <a16:creationId xmlns:a16="http://schemas.microsoft.com/office/drawing/2014/main" id="{D4442EDA-F1E1-48BF-BC6C-152E27763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337" y="1731998"/>
            <a:ext cx="768209" cy="645728"/>
          </a:xfrm>
          <a:custGeom xmlns:a="http://schemas.openxmlformats.org/drawingml/2006/main">
            <a:pathLst>
              <a:path w="670760" h="563816">
                <a:moveTo>
                  <a:pt x="0" y="0"/>
                </a:moveTo>
                <a:lnTo>
                  <a:pt x="0" y="563816"/>
                </a:lnTo>
                <a:lnTo>
                  <a:pt x="670760" y="563816"/>
                </a:lnTo>
                <a:lnTo>
                  <a:pt x="67076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pic>
        <p:nvPicPr>
          <p:cNvPr id="675" name="">
            <a:extLst xmlns:a="http://schemas.openxmlformats.org/drawingml/2006/main">
              <a:ext uri="{FF2B5EF4-FFF2-40B4-BE49-F238E27FC236}">
                <a16:creationId xmlns:a16="http://schemas.microsoft.com/office/drawing/2014/main" id="{9358448D-E769-4C61-A3DF-3D303DF0EEB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567ef9e6fcb4d93"/>
          <a:stretch xmlns:a="http://schemas.openxmlformats.org/drawingml/2006/main"/>
        </p:blipFill>
        <p:spPr>
          <a:xfrm xmlns:a="http://schemas.openxmlformats.org/drawingml/2006/main">
            <a:off x="12801468" y="1723595"/>
            <a:ext cx="774525" cy="654528"/>
          </a:xfrm>
          <a:prstGeom xmlns:a="http://schemas.openxmlformats.org/drawingml/2006/main" prst="rect">
            <a:avLst/>
          </a:prstGeom>
        </p:spPr>
      </p:pic>
      <p:sp>
        <p:nvSpPr>
          <p:cNvPr id="676" name="path-656">
            <a:extLst xmlns:a="http://schemas.openxmlformats.org/drawingml/2006/main">
              <a:ext uri="{FF2B5EF4-FFF2-40B4-BE49-F238E27FC236}">
                <a16:creationId xmlns:a16="http://schemas.microsoft.com/office/drawing/2014/main" id="{F0B85B5C-31EF-4244-8384-03B60BA61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05546" y="1731998"/>
            <a:ext cx="764430" cy="645728"/>
          </a:xfrm>
          <a:custGeom xmlns:a="http://schemas.openxmlformats.org/drawingml/2006/main">
            <a:pathLst>
              <a:path w="667461" h="563816">
                <a:moveTo>
                  <a:pt x="0" y="0"/>
                </a:moveTo>
                <a:lnTo>
                  <a:pt x="0" y="563816"/>
                </a:lnTo>
                <a:lnTo>
                  <a:pt x="667461" y="563816"/>
                </a:lnTo>
                <a:lnTo>
                  <a:pt x="66746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pic>
        <p:nvPicPr>
          <p:cNvPr id="677" name="">
            <a:extLst xmlns:a="http://schemas.openxmlformats.org/drawingml/2006/main">
              <a:ext uri="{FF2B5EF4-FFF2-40B4-BE49-F238E27FC236}">
                <a16:creationId xmlns:a16="http://schemas.microsoft.com/office/drawing/2014/main" id="{ACD876AB-2D1A-452E-8A92-B03F68F95B7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ce7c1cab0714516"/>
          <a:stretch xmlns:a="http://schemas.openxmlformats.org/drawingml/2006/main"/>
        </p:blipFill>
        <p:spPr>
          <a:xfrm xmlns:a="http://schemas.openxmlformats.org/drawingml/2006/main">
            <a:off x="13565085" y="1723595"/>
            <a:ext cx="774525" cy="654528"/>
          </a:xfrm>
          <a:prstGeom xmlns:a="http://schemas.openxmlformats.org/drawingml/2006/main" prst="rect">
            <a:avLst/>
          </a:prstGeom>
        </p:spPr>
      </p:pic>
      <p:sp>
        <p:nvSpPr>
          <p:cNvPr id="678" name="path-658">
            <a:extLst xmlns:a="http://schemas.openxmlformats.org/drawingml/2006/main">
              <a:ext uri="{FF2B5EF4-FFF2-40B4-BE49-F238E27FC236}">
                <a16:creationId xmlns:a16="http://schemas.microsoft.com/office/drawing/2014/main" id="{18E80FBF-6E22-43F8-B687-FDB0A3E73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69976" y="1731998"/>
            <a:ext cx="769535" cy="645728"/>
          </a:xfrm>
          <a:custGeom xmlns:a="http://schemas.openxmlformats.org/drawingml/2006/main">
            <a:pathLst>
              <a:path w="671918" h="563816">
                <a:moveTo>
                  <a:pt x="0" y="0"/>
                </a:moveTo>
                <a:lnTo>
                  <a:pt x="0" y="563816"/>
                </a:lnTo>
                <a:lnTo>
                  <a:pt x="671918" y="563816"/>
                </a:lnTo>
                <a:lnTo>
                  <a:pt x="67191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679" name="path-659">
            <a:extLst xmlns:a="http://schemas.openxmlformats.org/drawingml/2006/main">
              <a:ext uri="{FF2B5EF4-FFF2-40B4-BE49-F238E27FC236}">
                <a16:creationId xmlns:a16="http://schemas.microsoft.com/office/drawing/2014/main" id="{26D2AA61-792F-4AB7-AC5C-96E8C3D24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2289" y="2204611"/>
            <a:ext cx="495223" cy="515989"/>
          </a:xfrm>
          <a:custGeom xmlns:a="http://schemas.openxmlformats.org/drawingml/2006/main">
            <a:pathLst>
              <a:path w="432403" h="450535">
                <a:moveTo>
                  <a:pt x="51814" y="131909"/>
                </a:moveTo>
                <a:cubicBezTo>
                  <a:pt x="45770" y="127589"/>
                  <a:pt x="41450" y="121545"/>
                  <a:pt x="41450" y="113794"/>
                </a:cubicBezTo>
                <a:cubicBezTo>
                  <a:pt x="41450" y="106044"/>
                  <a:pt x="45770" y="99110"/>
                  <a:pt x="51814" y="95680"/>
                </a:cubicBezTo>
                <a:cubicBezTo>
                  <a:pt x="58287" y="92233"/>
                  <a:pt x="66062" y="92233"/>
                  <a:pt x="72534" y="95680"/>
                </a:cubicBezTo>
                <a:cubicBezTo>
                  <a:pt x="78570" y="99967"/>
                  <a:pt x="82858" y="106003"/>
                  <a:pt x="82858" y="113794"/>
                </a:cubicBezTo>
                <a:cubicBezTo>
                  <a:pt x="82858" y="121545"/>
                  <a:pt x="78570" y="128480"/>
                  <a:pt x="72534" y="131909"/>
                </a:cubicBezTo>
                <a:cubicBezTo>
                  <a:pt x="66062" y="135364"/>
                  <a:pt x="58287" y="135364"/>
                  <a:pt x="51814" y="131909"/>
                </a:cubicBezTo>
                <a:moveTo>
                  <a:pt x="236493" y="368362"/>
                </a:moveTo>
                <a:lnTo>
                  <a:pt x="306381" y="368362"/>
                </a:lnTo>
                <a:cubicBezTo>
                  <a:pt x="314132" y="368362"/>
                  <a:pt x="321067" y="370976"/>
                  <a:pt x="326244" y="375305"/>
                </a:cubicBezTo>
                <a:cubicBezTo>
                  <a:pt x="331406" y="380590"/>
                  <a:pt x="334202" y="387747"/>
                  <a:pt x="334003" y="395127"/>
                </a:cubicBezTo>
                <a:lnTo>
                  <a:pt x="334003" y="422749"/>
                </a:lnTo>
                <a:cubicBezTo>
                  <a:pt x="334202" y="430128"/>
                  <a:pt x="331406" y="437285"/>
                  <a:pt x="326244" y="442570"/>
                </a:cubicBezTo>
                <a:cubicBezTo>
                  <a:pt x="320951" y="447740"/>
                  <a:pt x="313777" y="450535"/>
                  <a:pt x="306381" y="450329"/>
                </a:cubicBezTo>
                <a:lnTo>
                  <a:pt x="55236" y="450329"/>
                </a:lnTo>
                <a:cubicBezTo>
                  <a:pt x="47897" y="450412"/>
                  <a:pt x="40831" y="447535"/>
                  <a:pt x="35636" y="442348"/>
                </a:cubicBezTo>
                <a:cubicBezTo>
                  <a:pt x="30450" y="437153"/>
                  <a:pt x="27572" y="430087"/>
                  <a:pt x="27663" y="422749"/>
                </a:cubicBezTo>
                <a:lnTo>
                  <a:pt x="27663" y="395127"/>
                </a:lnTo>
                <a:cubicBezTo>
                  <a:pt x="27663" y="387376"/>
                  <a:pt x="30228" y="380441"/>
                  <a:pt x="35414" y="375264"/>
                </a:cubicBezTo>
                <a:cubicBezTo>
                  <a:pt x="40699" y="370102"/>
                  <a:pt x="47856" y="367306"/>
                  <a:pt x="55236" y="367513"/>
                </a:cubicBezTo>
                <a:lnTo>
                  <a:pt x="125164" y="367513"/>
                </a:lnTo>
                <a:lnTo>
                  <a:pt x="13827" y="181967"/>
                </a:lnTo>
                <a:cubicBezTo>
                  <a:pt x="13827" y="181967"/>
                  <a:pt x="32800" y="198367"/>
                  <a:pt x="48342" y="202688"/>
                </a:cubicBezTo>
                <a:cubicBezTo>
                  <a:pt x="64743" y="206975"/>
                  <a:pt x="94970" y="207874"/>
                  <a:pt x="125164" y="175075"/>
                </a:cubicBezTo>
                <a:lnTo>
                  <a:pt x="236493" y="368362"/>
                </a:lnTo>
                <a:moveTo>
                  <a:pt x="409960" y="131052"/>
                </a:moveTo>
                <a:cubicBezTo>
                  <a:pt x="416168" y="126855"/>
                  <a:pt x="424587" y="128373"/>
                  <a:pt x="428932" y="134482"/>
                </a:cubicBezTo>
                <a:cubicBezTo>
                  <a:pt x="431505" y="137946"/>
                  <a:pt x="432403" y="141416"/>
                  <a:pt x="432403" y="145696"/>
                </a:cubicBezTo>
                <a:cubicBezTo>
                  <a:pt x="431538" y="149233"/>
                  <a:pt x="429386" y="152317"/>
                  <a:pt x="426360" y="154345"/>
                </a:cubicBezTo>
                <a:lnTo>
                  <a:pt x="346075" y="207874"/>
                </a:lnTo>
                <a:cubicBezTo>
                  <a:pt x="339858" y="212063"/>
                  <a:pt x="331431" y="210530"/>
                  <a:pt x="327102" y="204403"/>
                </a:cubicBezTo>
                <a:cubicBezTo>
                  <a:pt x="325338" y="201559"/>
                  <a:pt x="324431" y="198252"/>
                  <a:pt x="324497" y="194896"/>
                </a:cubicBezTo>
                <a:lnTo>
                  <a:pt x="292595" y="157775"/>
                </a:lnTo>
                <a:cubicBezTo>
                  <a:pt x="289454" y="160447"/>
                  <a:pt x="285496" y="161972"/>
                  <a:pt x="281373" y="162096"/>
                </a:cubicBezTo>
                <a:lnTo>
                  <a:pt x="255466" y="162096"/>
                </a:lnTo>
                <a:cubicBezTo>
                  <a:pt x="250544" y="162244"/>
                  <a:pt x="245762" y="160406"/>
                  <a:pt x="242199" y="157000"/>
                </a:cubicBezTo>
                <a:cubicBezTo>
                  <a:pt x="238637" y="153604"/>
                  <a:pt x="236584" y="148912"/>
                  <a:pt x="236493" y="143989"/>
                </a:cubicBezTo>
                <a:lnTo>
                  <a:pt x="236493" y="148310"/>
                </a:lnTo>
                <a:lnTo>
                  <a:pt x="145885" y="148310"/>
                </a:lnTo>
                <a:lnTo>
                  <a:pt x="145885" y="147452"/>
                </a:lnTo>
                <a:cubicBezTo>
                  <a:pt x="150173" y="138803"/>
                  <a:pt x="152778" y="126731"/>
                  <a:pt x="152778" y="113794"/>
                </a:cubicBezTo>
                <a:cubicBezTo>
                  <a:pt x="152778" y="100825"/>
                  <a:pt x="150173" y="88745"/>
                  <a:pt x="145844" y="80137"/>
                </a:cubicBezTo>
                <a:lnTo>
                  <a:pt x="145844" y="79279"/>
                </a:lnTo>
                <a:lnTo>
                  <a:pt x="235603" y="79279"/>
                </a:lnTo>
                <a:lnTo>
                  <a:pt x="235603" y="83567"/>
                </a:lnTo>
                <a:cubicBezTo>
                  <a:pt x="235603" y="74102"/>
                  <a:pt x="244244" y="65452"/>
                  <a:pt x="254609" y="65452"/>
                </a:cubicBezTo>
                <a:lnTo>
                  <a:pt x="279617" y="65452"/>
                </a:lnTo>
                <a:lnTo>
                  <a:pt x="321924" y="16293"/>
                </a:lnTo>
                <a:cubicBezTo>
                  <a:pt x="321067" y="13721"/>
                  <a:pt x="321924" y="10257"/>
                  <a:pt x="323639" y="7685"/>
                </a:cubicBezTo>
                <a:cubicBezTo>
                  <a:pt x="327968" y="1542"/>
                  <a:pt x="336427" y="0"/>
                  <a:pt x="342652" y="4214"/>
                </a:cubicBezTo>
                <a:lnTo>
                  <a:pt x="423754" y="58600"/>
                </a:lnTo>
                <a:cubicBezTo>
                  <a:pt x="427217" y="60315"/>
                  <a:pt x="428932" y="63778"/>
                  <a:pt x="429790" y="67208"/>
                </a:cubicBezTo>
                <a:cubicBezTo>
                  <a:pt x="429790" y="70671"/>
                  <a:pt x="428973" y="74143"/>
                  <a:pt x="427217" y="77573"/>
                </a:cubicBezTo>
                <a:cubicBezTo>
                  <a:pt x="422889" y="83716"/>
                  <a:pt x="414429" y="85258"/>
                  <a:pt x="408212" y="81035"/>
                </a:cubicBezTo>
                <a:lnTo>
                  <a:pt x="341754" y="36164"/>
                </a:lnTo>
                <a:lnTo>
                  <a:pt x="299488" y="86222"/>
                </a:lnTo>
                <a:lnTo>
                  <a:pt x="299488" y="124159"/>
                </a:lnTo>
                <a:lnTo>
                  <a:pt x="343502" y="175973"/>
                </a:lnTo>
                <a:lnTo>
                  <a:pt x="409960" y="131093"/>
                </a:lnTo>
                <a:lnTo>
                  <a:pt x="409960" y="131052"/>
                </a:lnTo>
                <a:moveTo>
                  <a:pt x="126022" y="112937"/>
                </a:moveTo>
                <a:cubicBezTo>
                  <a:pt x="126022" y="147452"/>
                  <a:pt x="97542" y="175075"/>
                  <a:pt x="63028" y="175075"/>
                </a:cubicBezTo>
                <a:cubicBezTo>
                  <a:pt x="46487" y="175527"/>
                  <a:pt x="30458" y="169269"/>
                  <a:pt x="18585" y="157734"/>
                </a:cubicBezTo>
                <a:cubicBezTo>
                  <a:pt x="6719" y="146191"/>
                  <a:pt x="16" y="130351"/>
                  <a:pt x="0" y="113794"/>
                </a:cubicBezTo>
                <a:cubicBezTo>
                  <a:pt x="0" y="96537"/>
                  <a:pt x="6893" y="80994"/>
                  <a:pt x="19830" y="68923"/>
                </a:cubicBezTo>
                <a:cubicBezTo>
                  <a:pt x="31464" y="57199"/>
                  <a:pt x="47337" y="50668"/>
                  <a:pt x="63844" y="50808"/>
                </a:cubicBezTo>
                <a:cubicBezTo>
                  <a:pt x="80244" y="50808"/>
                  <a:pt x="95786" y="57701"/>
                  <a:pt x="107866" y="68923"/>
                </a:cubicBezTo>
                <a:cubicBezTo>
                  <a:pt x="119088" y="80994"/>
                  <a:pt x="125980" y="96537"/>
                  <a:pt x="125980" y="112937"/>
                </a:cubicBezTo>
                <a:lnTo>
                  <a:pt x="126022" y="112937"/>
                </a:lnTo>
                <a:moveTo>
                  <a:pt x="92323" y="84507"/>
                </a:moveTo>
                <a:cubicBezTo>
                  <a:pt x="84548" y="76740"/>
                  <a:pt x="74019" y="72378"/>
                  <a:pt x="63028" y="72386"/>
                </a:cubicBezTo>
                <a:cubicBezTo>
                  <a:pt x="39735" y="72386"/>
                  <a:pt x="20721" y="90501"/>
                  <a:pt x="21578" y="113794"/>
                </a:cubicBezTo>
                <a:cubicBezTo>
                  <a:pt x="21504" y="124811"/>
                  <a:pt x="25849" y="135389"/>
                  <a:pt x="33641" y="143173"/>
                </a:cubicBezTo>
                <a:cubicBezTo>
                  <a:pt x="41433" y="150956"/>
                  <a:pt x="52020" y="155293"/>
                  <a:pt x="63028" y="155203"/>
                </a:cubicBezTo>
                <a:cubicBezTo>
                  <a:pt x="85759" y="154873"/>
                  <a:pt x="104106" y="136527"/>
                  <a:pt x="104436" y="113794"/>
                </a:cubicBezTo>
                <a:cubicBezTo>
                  <a:pt x="104436" y="102779"/>
                  <a:pt x="100074" y="92257"/>
                  <a:pt x="92323" y="8450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" name="path-660">
            <a:extLst xmlns:a="http://schemas.openxmlformats.org/drawingml/2006/main">
              <a:ext uri="{FF2B5EF4-FFF2-40B4-BE49-F238E27FC236}">
                <a16:creationId xmlns:a16="http://schemas.microsoft.com/office/drawing/2014/main" id="{B11F2517-8C84-4597-9F7D-6F5116B28F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8051" y="1993857"/>
            <a:ext cx="156391" cy="139109"/>
          </a:xfrm>
          <a:custGeom xmlns:a="http://schemas.openxmlformats.org/drawingml/2006/main">
            <a:pathLst>
              <a:path w="136552" h="121463">
                <a:moveTo>
                  <a:pt x="114990" y="0"/>
                </a:moveTo>
                <a:lnTo>
                  <a:pt x="21562" y="0"/>
                </a:lnTo>
                <a:cubicBezTo>
                  <a:pt x="9351" y="0"/>
                  <a:pt x="0" y="9342"/>
                  <a:pt x="0" y="21562"/>
                </a:cubicBezTo>
                <a:lnTo>
                  <a:pt x="0" y="32347"/>
                </a:lnTo>
                <a:cubicBezTo>
                  <a:pt x="0" y="33064"/>
                  <a:pt x="726" y="34499"/>
                  <a:pt x="1443" y="35216"/>
                </a:cubicBezTo>
                <a:cubicBezTo>
                  <a:pt x="2161" y="35933"/>
                  <a:pt x="2878" y="35933"/>
                  <a:pt x="4312" y="35933"/>
                </a:cubicBezTo>
                <a:lnTo>
                  <a:pt x="7190" y="35933"/>
                </a:lnTo>
                <a:cubicBezTo>
                  <a:pt x="33781" y="35933"/>
                  <a:pt x="40971" y="51031"/>
                  <a:pt x="42406" y="55343"/>
                </a:cubicBezTo>
                <a:cubicBezTo>
                  <a:pt x="42406" y="56061"/>
                  <a:pt x="43124" y="56061"/>
                  <a:pt x="43124" y="56778"/>
                </a:cubicBezTo>
                <a:cubicBezTo>
                  <a:pt x="48154" y="61808"/>
                  <a:pt x="50314" y="68997"/>
                  <a:pt x="50314" y="79057"/>
                </a:cubicBezTo>
                <a:lnTo>
                  <a:pt x="50314" y="82652"/>
                </a:lnTo>
                <a:cubicBezTo>
                  <a:pt x="50314" y="84804"/>
                  <a:pt x="51748" y="86247"/>
                  <a:pt x="53908" y="86247"/>
                </a:cubicBezTo>
                <a:lnTo>
                  <a:pt x="56778" y="86247"/>
                </a:lnTo>
                <a:lnTo>
                  <a:pt x="53908" y="101336"/>
                </a:lnTo>
                <a:lnTo>
                  <a:pt x="53908" y="104214"/>
                </a:lnTo>
                <a:cubicBezTo>
                  <a:pt x="53908" y="107091"/>
                  <a:pt x="53191" y="111395"/>
                  <a:pt x="51748" y="116434"/>
                </a:cubicBezTo>
                <a:cubicBezTo>
                  <a:pt x="51031" y="117868"/>
                  <a:pt x="51748" y="120020"/>
                  <a:pt x="53191" y="120745"/>
                </a:cubicBezTo>
                <a:cubicBezTo>
                  <a:pt x="53908" y="120745"/>
                  <a:pt x="54626" y="121463"/>
                  <a:pt x="54626" y="121463"/>
                </a:cubicBezTo>
                <a:cubicBezTo>
                  <a:pt x="55344" y="121463"/>
                  <a:pt x="56778" y="120745"/>
                  <a:pt x="57495" y="120020"/>
                </a:cubicBezTo>
                <a:lnTo>
                  <a:pt x="87682" y="86964"/>
                </a:lnTo>
                <a:lnTo>
                  <a:pt x="114990" y="86964"/>
                </a:lnTo>
                <a:cubicBezTo>
                  <a:pt x="127210" y="86964"/>
                  <a:pt x="136552" y="77622"/>
                  <a:pt x="136552" y="65402"/>
                </a:cubicBezTo>
                <a:lnTo>
                  <a:pt x="136552" y="21562"/>
                </a:lnTo>
                <a:cubicBezTo>
                  <a:pt x="136552" y="9342"/>
                  <a:pt x="127210" y="0"/>
                  <a:pt x="114990" y="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" name="path-661">
            <a:extLst xmlns:a="http://schemas.openxmlformats.org/drawingml/2006/main">
              <a:ext uri="{FF2B5EF4-FFF2-40B4-BE49-F238E27FC236}">
                <a16:creationId xmlns:a16="http://schemas.microsoft.com/office/drawing/2014/main" id="{06930A6E-EF41-4F50-8F56-6D4D4EAD8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519" y="2043245"/>
            <a:ext cx="197544" cy="197543"/>
          </a:xfrm>
          <a:custGeom xmlns:a="http://schemas.openxmlformats.org/drawingml/2006/main">
            <a:pathLst>
              <a:path w="172485" h="172484">
                <a:moveTo>
                  <a:pt x="168173" y="150923"/>
                </a:moveTo>
                <a:cubicBezTo>
                  <a:pt x="166012" y="142299"/>
                  <a:pt x="160265" y="135834"/>
                  <a:pt x="151640" y="132956"/>
                </a:cubicBezTo>
                <a:lnTo>
                  <a:pt x="120019" y="122180"/>
                </a:lnTo>
                <a:cubicBezTo>
                  <a:pt x="112112" y="119302"/>
                  <a:pt x="108517" y="106365"/>
                  <a:pt x="107800" y="102053"/>
                </a:cubicBezTo>
                <a:cubicBezTo>
                  <a:pt x="113547" y="97023"/>
                  <a:pt x="118577" y="89116"/>
                  <a:pt x="118577" y="82652"/>
                </a:cubicBezTo>
                <a:cubicBezTo>
                  <a:pt x="118577" y="79774"/>
                  <a:pt x="119302" y="79056"/>
                  <a:pt x="119302" y="79056"/>
                </a:cubicBezTo>
                <a:cubicBezTo>
                  <a:pt x="120737" y="79056"/>
                  <a:pt x="121454" y="77622"/>
                  <a:pt x="121454" y="76896"/>
                </a:cubicBezTo>
                <a:cubicBezTo>
                  <a:pt x="122171" y="76179"/>
                  <a:pt x="125049" y="66837"/>
                  <a:pt x="125049" y="61090"/>
                </a:cubicBezTo>
                <a:lnTo>
                  <a:pt x="125049" y="60372"/>
                </a:lnTo>
                <a:cubicBezTo>
                  <a:pt x="124331" y="58930"/>
                  <a:pt x="123615" y="56778"/>
                  <a:pt x="121454" y="55343"/>
                </a:cubicBezTo>
                <a:lnTo>
                  <a:pt x="121454" y="35933"/>
                </a:lnTo>
                <a:cubicBezTo>
                  <a:pt x="121454" y="24440"/>
                  <a:pt x="117859" y="19401"/>
                  <a:pt x="114264" y="16532"/>
                </a:cubicBezTo>
                <a:cubicBezTo>
                  <a:pt x="114264" y="11502"/>
                  <a:pt x="108517" y="0"/>
                  <a:pt x="86238" y="0"/>
                </a:cubicBezTo>
                <a:cubicBezTo>
                  <a:pt x="63959" y="0"/>
                  <a:pt x="50305" y="20844"/>
                  <a:pt x="50305" y="35933"/>
                </a:cubicBezTo>
                <a:lnTo>
                  <a:pt x="50305" y="55343"/>
                </a:lnTo>
                <a:cubicBezTo>
                  <a:pt x="48152" y="56778"/>
                  <a:pt x="47427" y="58930"/>
                  <a:pt x="46710" y="60372"/>
                </a:cubicBezTo>
                <a:lnTo>
                  <a:pt x="46710" y="61090"/>
                </a:lnTo>
                <a:cubicBezTo>
                  <a:pt x="46710" y="66837"/>
                  <a:pt x="50305" y="75462"/>
                  <a:pt x="50305" y="76896"/>
                </a:cubicBezTo>
                <a:cubicBezTo>
                  <a:pt x="51022" y="77622"/>
                  <a:pt x="51022" y="78339"/>
                  <a:pt x="52457" y="79056"/>
                </a:cubicBezTo>
                <a:cubicBezTo>
                  <a:pt x="53183" y="79056"/>
                  <a:pt x="53900" y="80491"/>
                  <a:pt x="53900" y="82652"/>
                </a:cubicBezTo>
                <a:cubicBezTo>
                  <a:pt x="53900" y="89116"/>
                  <a:pt x="58929" y="97023"/>
                  <a:pt x="64676" y="102053"/>
                </a:cubicBezTo>
                <a:cubicBezTo>
                  <a:pt x="63959" y="107082"/>
                  <a:pt x="60364" y="119302"/>
                  <a:pt x="53183" y="122180"/>
                </a:cubicBezTo>
                <a:lnTo>
                  <a:pt x="21561" y="132956"/>
                </a:lnTo>
                <a:cubicBezTo>
                  <a:pt x="13654" y="135834"/>
                  <a:pt x="7182" y="142299"/>
                  <a:pt x="5029" y="150923"/>
                </a:cubicBezTo>
                <a:lnTo>
                  <a:pt x="0" y="168172"/>
                </a:lnTo>
                <a:cubicBezTo>
                  <a:pt x="0" y="168890"/>
                  <a:pt x="0" y="170333"/>
                  <a:pt x="717" y="171050"/>
                </a:cubicBezTo>
                <a:cubicBezTo>
                  <a:pt x="1435" y="171767"/>
                  <a:pt x="2152" y="172484"/>
                  <a:pt x="3587" y="172484"/>
                </a:cubicBezTo>
                <a:lnTo>
                  <a:pt x="168890" y="172484"/>
                </a:lnTo>
                <a:cubicBezTo>
                  <a:pt x="170324" y="172484"/>
                  <a:pt x="171041" y="171767"/>
                  <a:pt x="171759" y="171050"/>
                </a:cubicBezTo>
                <a:cubicBezTo>
                  <a:pt x="172485" y="170333"/>
                  <a:pt x="172485" y="168890"/>
                  <a:pt x="172485" y="168172"/>
                </a:cubicBezTo>
                <a:lnTo>
                  <a:pt x="168173" y="15092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" name="path-662">
            <a:extLst xmlns:a="http://schemas.openxmlformats.org/drawingml/2006/main">
              <a:ext uri="{FF2B5EF4-FFF2-40B4-BE49-F238E27FC236}">
                <a16:creationId xmlns:a16="http://schemas.microsoft.com/office/drawing/2014/main" id="{5A35A7EB-0411-414F-9D8F-9796E5D62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519" y="1714515"/>
            <a:ext cx="246923" cy="223494"/>
          </a:xfrm>
          <a:custGeom xmlns:a="http://schemas.openxmlformats.org/drawingml/2006/main">
            <a:pathLst>
              <a:path w="215600" h="195144">
                <a:moveTo>
                  <a:pt x="69005" y="3117"/>
                </a:moveTo>
                <a:cubicBezTo>
                  <a:pt x="65715" y="1080"/>
                  <a:pt x="61906" y="0"/>
                  <a:pt x="58030" y="0"/>
                </a:cubicBezTo>
                <a:cubicBezTo>
                  <a:pt x="54691" y="0"/>
                  <a:pt x="51443" y="800"/>
                  <a:pt x="48565" y="2276"/>
                </a:cubicBezTo>
                <a:cubicBezTo>
                  <a:pt x="45679" y="3752"/>
                  <a:pt x="43131" y="5920"/>
                  <a:pt x="41169" y="8616"/>
                </a:cubicBezTo>
                <a:lnTo>
                  <a:pt x="16416" y="42926"/>
                </a:lnTo>
                <a:cubicBezTo>
                  <a:pt x="14520" y="45539"/>
                  <a:pt x="13513" y="48697"/>
                  <a:pt x="13513" y="51938"/>
                </a:cubicBezTo>
                <a:cubicBezTo>
                  <a:pt x="13513" y="54585"/>
                  <a:pt x="14181" y="57133"/>
                  <a:pt x="15427" y="59367"/>
                </a:cubicBezTo>
                <a:cubicBezTo>
                  <a:pt x="16672" y="61618"/>
                  <a:pt x="18461" y="63539"/>
                  <a:pt x="20712" y="64949"/>
                </a:cubicBezTo>
                <a:lnTo>
                  <a:pt x="153248" y="148161"/>
                </a:lnTo>
                <a:cubicBezTo>
                  <a:pt x="156572" y="150247"/>
                  <a:pt x="160430" y="151361"/>
                  <a:pt x="164363" y="151361"/>
                </a:cubicBezTo>
                <a:cubicBezTo>
                  <a:pt x="167752" y="151361"/>
                  <a:pt x="171033" y="150536"/>
                  <a:pt x="173986" y="149027"/>
                </a:cubicBezTo>
                <a:cubicBezTo>
                  <a:pt x="176912" y="147510"/>
                  <a:pt x="179476" y="145301"/>
                  <a:pt x="181439" y="142521"/>
                </a:cubicBezTo>
                <a:lnTo>
                  <a:pt x="215600" y="94105"/>
                </a:lnTo>
                <a:lnTo>
                  <a:pt x="69005" y="3117"/>
                </a:lnTo>
                <a:moveTo>
                  <a:pt x="170424" y="134754"/>
                </a:moveTo>
                <a:cubicBezTo>
                  <a:pt x="169038" y="136733"/>
                  <a:pt x="166787" y="137888"/>
                  <a:pt x="164363" y="137888"/>
                </a:cubicBezTo>
                <a:cubicBezTo>
                  <a:pt x="163670" y="137888"/>
                  <a:pt x="162978" y="137780"/>
                  <a:pt x="162301" y="137591"/>
                </a:cubicBezTo>
                <a:cubicBezTo>
                  <a:pt x="161626" y="137401"/>
                  <a:pt x="160999" y="137112"/>
                  <a:pt x="160405" y="136750"/>
                </a:cubicBezTo>
                <a:lnTo>
                  <a:pt x="27870" y="53537"/>
                </a:lnTo>
                <a:cubicBezTo>
                  <a:pt x="27324" y="53174"/>
                  <a:pt x="26987" y="52565"/>
                  <a:pt x="26987" y="51913"/>
                </a:cubicBezTo>
                <a:cubicBezTo>
                  <a:pt x="26987" y="51517"/>
                  <a:pt x="27110" y="51113"/>
                  <a:pt x="27341" y="50800"/>
                </a:cubicBezTo>
                <a:lnTo>
                  <a:pt x="52102" y="16483"/>
                </a:lnTo>
                <a:cubicBezTo>
                  <a:pt x="53463" y="14595"/>
                  <a:pt x="55681" y="13457"/>
                  <a:pt x="58030" y="13457"/>
                </a:cubicBezTo>
                <a:cubicBezTo>
                  <a:pt x="58707" y="13457"/>
                  <a:pt x="59399" y="13555"/>
                  <a:pt x="60034" y="13729"/>
                </a:cubicBezTo>
                <a:cubicBezTo>
                  <a:pt x="60685" y="13918"/>
                  <a:pt x="61296" y="14191"/>
                  <a:pt x="61889" y="14545"/>
                </a:cubicBezTo>
                <a:lnTo>
                  <a:pt x="196339" y="97997"/>
                </a:lnTo>
                <a:lnTo>
                  <a:pt x="170424" y="134754"/>
                </a:lnTo>
                <a:moveTo>
                  <a:pt x="158739" y="154725"/>
                </a:moveTo>
                <a:cubicBezTo>
                  <a:pt x="156406" y="154725"/>
                  <a:pt x="154114" y="154411"/>
                  <a:pt x="151879" y="153785"/>
                </a:cubicBezTo>
                <a:cubicBezTo>
                  <a:pt x="149653" y="153149"/>
                  <a:pt x="147526" y="152226"/>
                  <a:pt x="145522" y="151006"/>
                </a:cubicBezTo>
                <a:lnTo>
                  <a:pt x="16730" y="72485"/>
                </a:lnTo>
                <a:cubicBezTo>
                  <a:pt x="15319" y="71619"/>
                  <a:pt x="13513" y="72625"/>
                  <a:pt x="13513" y="74291"/>
                </a:cubicBezTo>
                <a:lnTo>
                  <a:pt x="13513" y="79049"/>
                </a:lnTo>
                <a:cubicBezTo>
                  <a:pt x="13513" y="82124"/>
                  <a:pt x="15113" y="84985"/>
                  <a:pt x="17719" y="86584"/>
                </a:cubicBezTo>
                <a:lnTo>
                  <a:pt x="56142" y="110224"/>
                </a:lnTo>
                <a:cubicBezTo>
                  <a:pt x="50774" y="113464"/>
                  <a:pt x="47196" y="119360"/>
                  <a:pt x="47196" y="126096"/>
                </a:cubicBezTo>
                <a:cubicBezTo>
                  <a:pt x="47196" y="130352"/>
                  <a:pt x="48623" y="134268"/>
                  <a:pt x="51047" y="137401"/>
                </a:cubicBezTo>
                <a:cubicBezTo>
                  <a:pt x="48582" y="139867"/>
                  <a:pt x="45234" y="141260"/>
                  <a:pt x="41738" y="141260"/>
                </a:cubicBezTo>
                <a:lnTo>
                  <a:pt x="13513" y="141260"/>
                </a:lnTo>
                <a:lnTo>
                  <a:pt x="13513" y="131407"/>
                </a:lnTo>
                <a:cubicBezTo>
                  <a:pt x="13513" y="125297"/>
                  <a:pt x="9408" y="119954"/>
                  <a:pt x="3488" y="118371"/>
                </a:cubicBezTo>
                <a:lnTo>
                  <a:pt x="41" y="117472"/>
                </a:lnTo>
                <a:lnTo>
                  <a:pt x="0" y="195144"/>
                </a:lnTo>
                <a:lnTo>
                  <a:pt x="6060" y="192134"/>
                </a:lnTo>
                <a:cubicBezTo>
                  <a:pt x="10628" y="189866"/>
                  <a:pt x="13531" y="185191"/>
                  <a:pt x="13531" y="180071"/>
                </a:cubicBezTo>
                <a:lnTo>
                  <a:pt x="13531" y="154725"/>
                </a:lnTo>
                <a:lnTo>
                  <a:pt x="42060" y="154725"/>
                </a:lnTo>
                <a:cubicBezTo>
                  <a:pt x="47509" y="154725"/>
                  <a:pt x="52754" y="152564"/>
                  <a:pt x="56621" y="148689"/>
                </a:cubicBezTo>
                <a:lnTo>
                  <a:pt x="57280" y="148038"/>
                </a:lnTo>
                <a:cubicBezTo>
                  <a:pt x="59506" y="145803"/>
                  <a:pt x="62541" y="144599"/>
                  <a:pt x="65698" y="144599"/>
                </a:cubicBezTo>
                <a:lnTo>
                  <a:pt x="65740" y="144599"/>
                </a:lnTo>
                <a:cubicBezTo>
                  <a:pt x="75511" y="144599"/>
                  <a:pt x="83509" y="137046"/>
                  <a:pt x="84226" y="127465"/>
                </a:cubicBezTo>
                <a:lnTo>
                  <a:pt x="141927" y="162978"/>
                </a:lnTo>
                <a:cubicBezTo>
                  <a:pt x="143857" y="164182"/>
                  <a:pt x="146116" y="164809"/>
                  <a:pt x="148383" y="164809"/>
                </a:cubicBezTo>
                <a:cubicBezTo>
                  <a:pt x="150453" y="164809"/>
                  <a:pt x="152449" y="164289"/>
                  <a:pt x="154221" y="163358"/>
                </a:cubicBezTo>
                <a:cubicBezTo>
                  <a:pt x="155985" y="162409"/>
                  <a:pt x="157519" y="161041"/>
                  <a:pt x="158657" y="159317"/>
                </a:cubicBezTo>
                <a:lnTo>
                  <a:pt x="160092" y="157190"/>
                </a:lnTo>
                <a:cubicBezTo>
                  <a:pt x="160768" y="156143"/>
                  <a:pt x="160009" y="154725"/>
                  <a:pt x="158739" y="154725"/>
                </a:cubicBezTo>
                <a:moveTo>
                  <a:pt x="65715" y="131151"/>
                </a:moveTo>
                <a:cubicBezTo>
                  <a:pt x="62937" y="131151"/>
                  <a:pt x="60669" y="128875"/>
                  <a:pt x="60669" y="126096"/>
                </a:cubicBezTo>
                <a:cubicBezTo>
                  <a:pt x="60669" y="123318"/>
                  <a:pt x="62937" y="121051"/>
                  <a:pt x="65715" y="121051"/>
                </a:cubicBezTo>
                <a:cubicBezTo>
                  <a:pt x="68494" y="121051"/>
                  <a:pt x="70770" y="123318"/>
                  <a:pt x="70770" y="126096"/>
                </a:cubicBezTo>
                <a:cubicBezTo>
                  <a:pt x="70770" y="128875"/>
                  <a:pt x="68494" y="131151"/>
                  <a:pt x="65715" y="13115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" name="path-663">
            <a:extLst xmlns:a="http://schemas.openxmlformats.org/drawingml/2006/main">
              <a:ext uri="{FF2B5EF4-FFF2-40B4-BE49-F238E27FC236}">
                <a16:creationId xmlns:a16="http://schemas.microsoft.com/office/drawing/2014/main" id="{56158E08-2B00-4015-A80C-9BCFD1745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9874" y="1884311"/>
            <a:ext cx="407661" cy="222679"/>
          </a:xfrm>
          <a:custGeom xmlns:a="http://schemas.openxmlformats.org/drawingml/2006/main">
            <a:pathLst>
              <a:path w="355949" h="194432">
                <a:moveTo>
                  <a:pt x="0" y="0"/>
                </a:moveTo>
                <a:lnTo>
                  <a:pt x="0" y="194432"/>
                </a:lnTo>
                <a:lnTo>
                  <a:pt x="355949" y="194432"/>
                </a:lnTo>
                <a:lnTo>
                  <a:pt x="355949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684" name="text-664 MLLM">
            <a:extLst xmlns:a="http://schemas.openxmlformats.org/drawingml/2006/main">
              <a:ext uri="{FF2B5EF4-FFF2-40B4-BE49-F238E27FC236}">
                <a16:creationId xmlns:a16="http://schemas.microsoft.com/office/drawing/2014/main" id="{BFB1FDFE-1268-49B6-AF7B-89917444F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90100" y="1918165"/>
            <a:ext cx="347633" cy="1587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9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9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9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MLLM</a:t>
            </a:r>
          </a:p>
        </p:txBody>
      </p:sp>
      <p:sp>
        <p:nvSpPr>
          <p:cNvPr id="685" name="path-665">
            <a:extLst xmlns:a="http://schemas.openxmlformats.org/drawingml/2006/main">
              <a:ext uri="{FF2B5EF4-FFF2-40B4-BE49-F238E27FC236}">
                <a16:creationId xmlns:a16="http://schemas.microsoft.com/office/drawing/2014/main" id="{B9E968AB-890A-46E6-8E66-A6944A955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4485" y="1865808"/>
            <a:ext cx="59302" cy="24832"/>
          </a:xfrm>
          <a:custGeom xmlns:a="http://schemas.openxmlformats.org/drawingml/2006/main">
            <a:pathLst>
              <a:path w="51780" h="21682">
                <a:moveTo>
                  <a:pt x="0" y="0"/>
                </a:moveTo>
                <a:lnTo>
                  <a:pt x="51780" y="21682"/>
                </a:lnTo>
              </a:path>
            </a:pathLst>
          </a:custGeom>
          <a:noFill xmlns:a="http://schemas.openxmlformats.org/drawingml/2006/main"/>
          <a:ln xmlns:a="http://schemas.openxmlformats.org/drawingml/2006/main" w="7082">
            <a:solidFill>
              <a:srgbClr val="000000"/>
            </a:solidFill>
            <a:prstDash val="solid"/>
          </a:ln>
        </p:spPr>
      </p:sp>
      <p:sp>
        <p:nvSpPr>
          <p:cNvPr id="686" name="path-666">
            <a:extLst xmlns:a="http://schemas.openxmlformats.org/drawingml/2006/main">
              <a:ext uri="{FF2B5EF4-FFF2-40B4-BE49-F238E27FC236}">
                <a16:creationId xmlns:a16="http://schemas.microsoft.com/office/drawing/2014/main" id="{1497B702-0947-45C8-A317-7F37BDB61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5925" y="1862850"/>
            <a:ext cx="60465" cy="41522"/>
          </a:xfrm>
          <a:custGeom xmlns:a="http://schemas.openxmlformats.org/drawingml/2006/main">
            <a:pathLst>
              <a:path w="52795" h="36255">
                <a:moveTo>
                  <a:pt x="52795" y="36255"/>
                </a:moveTo>
                <a:lnTo>
                  <a:pt x="14372" y="0"/>
                </a:lnTo>
                <a:lnTo>
                  <a:pt x="24290" y="24283"/>
                </a:lnTo>
                <a:lnTo>
                  <a:pt x="0" y="34202"/>
                </a:lnTo>
                <a:lnTo>
                  <a:pt x="52795" y="3625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" name="path-667">
            <a:extLst xmlns:a="http://schemas.openxmlformats.org/drawingml/2006/main">
              <a:ext uri="{FF2B5EF4-FFF2-40B4-BE49-F238E27FC236}">
                <a16:creationId xmlns:a16="http://schemas.microsoft.com/office/drawing/2014/main" id="{3AC900A0-ACFC-4054-9D93-84CBF9481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5932" y="1862875"/>
            <a:ext cx="60434" cy="41553"/>
          </a:xfrm>
          <a:custGeom xmlns:a="http://schemas.openxmlformats.org/drawingml/2006/main">
            <a:pathLst>
              <a:path w="52768" h="36282">
                <a:moveTo>
                  <a:pt x="52768" y="36282"/>
                </a:moveTo>
                <a:lnTo>
                  <a:pt x="14350" y="0"/>
                </a:lnTo>
                <a:lnTo>
                  <a:pt x="24322" y="24243"/>
                </a:lnTo>
                <a:lnTo>
                  <a:pt x="0" y="34221"/>
                </a:lnTo>
                <a:lnTo>
                  <a:pt x="52768" y="36282"/>
                </a:lnTo>
              </a:path>
            </a:pathLst>
          </a:custGeom>
          <a:noFill xmlns:a="http://schemas.openxmlformats.org/drawingml/2006/main"/>
          <a:ln xmlns:a="http://schemas.openxmlformats.org/drawingml/2006/main" w="7082">
            <a:solidFill>
              <a:srgbClr val="000000"/>
            </a:solidFill>
            <a:prstDash val="solid"/>
          </a:ln>
        </p:spPr>
      </p:sp>
      <p:sp>
        <p:nvSpPr>
          <p:cNvPr id="688" name="path-668">
            <a:extLst xmlns:a="http://schemas.openxmlformats.org/drawingml/2006/main">
              <a:ext uri="{FF2B5EF4-FFF2-40B4-BE49-F238E27FC236}">
                <a16:creationId xmlns:a16="http://schemas.microsoft.com/office/drawing/2014/main" id="{5F3D1E97-1CB6-4F6A-B237-819CBCD95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4485" y="2112467"/>
            <a:ext cx="60063" cy="28233"/>
          </a:xfrm>
          <a:custGeom xmlns:a="http://schemas.openxmlformats.org/drawingml/2006/main">
            <a:pathLst>
              <a:path w="52444" h="24652">
                <a:moveTo>
                  <a:pt x="0" y="24652"/>
                </a:moveTo>
                <a:lnTo>
                  <a:pt x="5244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082">
            <a:solidFill>
              <a:srgbClr val="000000"/>
            </a:solidFill>
            <a:prstDash val="solid"/>
          </a:ln>
        </p:spPr>
      </p:sp>
      <p:sp>
        <p:nvSpPr>
          <p:cNvPr id="689" name="path-669">
            <a:extLst xmlns:a="http://schemas.openxmlformats.org/drawingml/2006/main">
              <a:ext uri="{FF2B5EF4-FFF2-40B4-BE49-F238E27FC236}">
                <a16:creationId xmlns:a16="http://schemas.microsoft.com/office/drawing/2014/main" id="{5D96E62F-475B-44CC-9837-62C6FF8E6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312" y="2097468"/>
            <a:ext cx="60324" cy="43298"/>
          </a:xfrm>
          <a:custGeom xmlns:a="http://schemas.openxmlformats.org/drawingml/2006/main">
            <a:pathLst>
              <a:path w="52672" h="37805">
                <a:moveTo>
                  <a:pt x="52672" y="0"/>
                </a:moveTo>
                <a:lnTo>
                  <a:pt x="0" y="4206"/>
                </a:lnTo>
                <a:lnTo>
                  <a:pt x="24679" y="13127"/>
                </a:lnTo>
                <a:lnTo>
                  <a:pt x="15757" y="37805"/>
                </a:lnTo>
                <a:lnTo>
                  <a:pt x="52672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" name="path-670">
            <a:extLst xmlns:a="http://schemas.openxmlformats.org/drawingml/2006/main">
              <a:ext uri="{FF2B5EF4-FFF2-40B4-BE49-F238E27FC236}">
                <a16:creationId xmlns:a16="http://schemas.microsoft.com/office/drawing/2014/main" id="{A9D75753-62A9-41D2-A6E9-637E7772B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309" y="2097449"/>
            <a:ext cx="60343" cy="43348"/>
          </a:xfrm>
          <a:custGeom xmlns:a="http://schemas.openxmlformats.org/drawingml/2006/main">
            <a:pathLst>
              <a:path w="52688" h="37849">
                <a:moveTo>
                  <a:pt x="52688" y="0"/>
                </a:moveTo>
                <a:lnTo>
                  <a:pt x="0" y="4208"/>
                </a:lnTo>
                <a:lnTo>
                  <a:pt x="24657" y="13112"/>
                </a:lnTo>
                <a:lnTo>
                  <a:pt x="15747" y="37849"/>
                </a:lnTo>
                <a:lnTo>
                  <a:pt x="5268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082">
            <a:solidFill>
              <a:srgbClr val="000000"/>
            </a:solidFill>
            <a:prstDash val="solid"/>
          </a:ln>
        </p:spPr>
      </p:sp>
      <p:sp>
        <p:nvSpPr>
          <p:cNvPr id="691" name="path-671">
            <a:extLst xmlns:a="http://schemas.openxmlformats.org/drawingml/2006/main">
              <a:ext uri="{FF2B5EF4-FFF2-40B4-BE49-F238E27FC236}">
                <a16:creationId xmlns:a16="http://schemas.microsoft.com/office/drawing/2014/main" id="{C2B736A3-4F4E-408A-B245-27A682F37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59" y="2106990"/>
            <a:ext cx="191" cy="83757"/>
          </a:xfrm>
          <a:custGeom xmlns:a="http://schemas.openxmlformats.org/drawingml/2006/main">
            <a:pathLst>
              <a:path w="191" h="73132">
                <a:moveTo>
                  <a:pt x="0" y="0"/>
                </a:moveTo>
                <a:lnTo>
                  <a:pt x="0" y="73132"/>
                </a:lnTo>
              </a:path>
            </a:pathLst>
          </a:custGeom>
          <a:noFill xmlns:a="http://schemas.openxmlformats.org/drawingml/2006/main"/>
          <a:ln xmlns:a="http://schemas.openxmlformats.org/drawingml/2006/main" w="7082">
            <a:solidFill>
              <a:srgbClr val="000000"/>
            </a:solidFill>
            <a:prstDash val="solid"/>
          </a:ln>
        </p:spPr>
      </p:sp>
      <p:sp>
        <p:nvSpPr>
          <p:cNvPr id="692" name="path-672">
            <a:extLst xmlns:a="http://schemas.openxmlformats.org/drawingml/2006/main">
              <a:ext uri="{FF2B5EF4-FFF2-40B4-BE49-F238E27FC236}">
                <a16:creationId xmlns:a16="http://schemas.microsoft.com/office/drawing/2014/main" id="{9C77FC5A-5D8C-4FE1-A54E-1355959B3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2451" y="2169492"/>
            <a:ext cx="42495" cy="56659"/>
          </a:xfrm>
          <a:custGeom xmlns:a="http://schemas.openxmlformats.org/drawingml/2006/main">
            <a:pathLst>
              <a:path w="37105" h="49472">
                <a:moveTo>
                  <a:pt x="18552" y="49472"/>
                </a:moveTo>
                <a:lnTo>
                  <a:pt x="37105" y="0"/>
                </a:lnTo>
                <a:lnTo>
                  <a:pt x="18552" y="18552"/>
                </a:lnTo>
                <a:lnTo>
                  <a:pt x="0" y="0"/>
                </a:lnTo>
                <a:lnTo>
                  <a:pt x="18552" y="4947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" name="path-673">
            <a:extLst xmlns:a="http://schemas.openxmlformats.org/drawingml/2006/main">
              <a:ext uri="{FF2B5EF4-FFF2-40B4-BE49-F238E27FC236}">
                <a16:creationId xmlns:a16="http://schemas.microsoft.com/office/drawing/2014/main" id="{605F0D29-9224-4E83-9371-D29C61C0C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2411" y="2169505"/>
            <a:ext cx="42496" cy="56655"/>
          </a:xfrm>
          <a:custGeom xmlns:a="http://schemas.openxmlformats.org/drawingml/2006/main">
            <a:pathLst>
              <a:path w="37105" h="49468">
                <a:moveTo>
                  <a:pt x="18553" y="49468"/>
                </a:moveTo>
                <a:lnTo>
                  <a:pt x="37105" y="0"/>
                </a:lnTo>
                <a:lnTo>
                  <a:pt x="18553" y="18547"/>
                </a:lnTo>
                <a:lnTo>
                  <a:pt x="0" y="0"/>
                </a:lnTo>
                <a:lnTo>
                  <a:pt x="18553" y="49468"/>
                </a:lnTo>
              </a:path>
            </a:pathLst>
          </a:custGeom>
          <a:noFill xmlns:a="http://schemas.openxmlformats.org/drawingml/2006/main"/>
          <a:ln xmlns:a="http://schemas.openxmlformats.org/drawingml/2006/main" w="7082">
            <a:solidFill>
              <a:srgbClr val="000000"/>
            </a:solidFill>
            <a:prstDash val="solid"/>
          </a:ln>
        </p:spPr>
      </p:sp>
      <p:sp>
        <p:nvSpPr>
          <p:cNvPr id="694" name="text-674 “move">
            <a:extLst xmlns:a="http://schemas.openxmlformats.org/drawingml/2006/main">
              <a:ext uri="{FF2B5EF4-FFF2-40B4-BE49-F238E27FC236}">
                <a16:creationId xmlns:a16="http://schemas.microsoft.com/office/drawing/2014/main" id="{D8D1E33F-9D55-41E7-B95A-F1245BB56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91635" y="2387170"/>
            <a:ext cx="279385" cy="1323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“move</a:t>
            </a:r>
          </a:p>
        </p:txBody>
      </p:sp>
      <p:sp>
        <p:nvSpPr>
          <p:cNvPr id="695" name="text-674 the">
            <a:extLst xmlns:a="http://schemas.openxmlformats.org/drawingml/2006/main">
              <a:ext uri="{FF2B5EF4-FFF2-40B4-BE49-F238E27FC236}">
                <a16:creationId xmlns:a16="http://schemas.microsoft.com/office/drawing/2014/main" id="{29A2E4DB-06CF-48B6-B61D-9766489B4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80243" y="2387175"/>
            <a:ext cx="148286" cy="1323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696" name="text-675 switch">
            <a:extLst xmlns:a="http://schemas.openxmlformats.org/drawingml/2006/main">
              <a:ext uri="{FF2B5EF4-FFF2-40B4-BE49-F238E27FC236}">
                <a16:creationId xmlns:a16="http://schemas.microsoft.com/office/drawing/2014/main" id="{3335C6A2-A526-4ECB-AFC8-2FBF17C24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57824" y="2494164"/>
            <a:ext cx="279385" cy="1323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switch</a:t>
            </a:r>
          </a:p>
        </p:txBody>
      </p:sp>
      <p:sp>
        <p:nvSpPr>
          <p:cNvPr id="697" name="text-675 to">
            <a:extLst xmlns:a="http://schemas.openxmlformats.org/drawingml/2006/main">
              <a:ext uri="{FF2B5EF4-FFF2-40B4-BE49-F238E27FC236}">
                <a16:creationId xmlns:a16="http://schemas.microsoft.com/office/drawing/2014/main" id="{336C01E7-DC01-4A1F-91BF-7677ECF58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46433" y="2494166"/>
            <a:ext cx="95762" cy="1323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698" name="text-675 turn">
            <a:extLst xmlns:a="http://schemas.openxmlformats.org/drawingml/2006/main">
              <a:ext uri="{FF2B5EF4-FFF2-40B4-BE49-F238E27FC236}">
                <a16:creationId xmlns:a16="http://schemas.microsoft.com/office/drawing/2014/main" id="{B43EFE10-2AEC-4628-BE0F-A7B8616F6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51418" y="2494178"/>
            <a:ext cx="179731" cy="1323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turn</a:t>
            </a:r>
          </a:p>
        </p:txBody>
      </p:sp>
      <p:sp>
        <p:nvSpPr>
          <p:cNvPr id="699" name="text-675 on">
            <a:extLst xmlns:a="http://schemas.openxmlformats.org/drawingml/2006/main">
              <a:ext uri="{FF2B5EF4-FFF2-40B4-BE49-F238E27FC236}">
                <a16:creationId xmlns:a16="http://schemas.microsoft.com/office/drawing/2014/main" id="{3BBED913-F34C-4666-9693-734D440E20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40374" y="2494182"/>
            <a:ext cx="122054" cy="1323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</a:t>
            </a:r>
          </a:p>
        </p:txBody>
      </p:sp>
      <p:sp>
        <p:nvSpPr>
          <p:cNvPr id="700" name="text-676 the">
            <a:extLst xmlns:a="http://schemas.openxmlformats.org/drawingml/2006/main">
              <a:ext uri="{FF2B5EF4-FFF2-40B4-BE49-F238E27FC236}">
                <a16:creationId xmlns:a16="http://schemas.microsoft.com/office/drawing/2014/main" id="{DA916D3B-EC26-446F-94C1-DA60247E2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18167" y="2601188"/>
            <a:ext cx="148250" cy="1322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701" name="text-676 light">
            <a:extLst xmlns:a="http://schemas.openxmlformats.org/drawingml/2006/main">
              <a:ext uri="{FF2B5EF4-FFF2-40B4-BE49-F238E27FC236}">
                <a16:creationId xmlns:a16="http://schemas.microsoft.com/office/drawing/2014/main" id="{8C507E6D-84F7-4397-95CA-CED959D01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75606" y="2601234"/>
            <a:ext cx="190094" cy="1322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light</a:t>
            </a:r>
          </a:p>
        </p:txBody>
      </p:sp>
      <p:sp>
        <p:nvSpPr>
          <p:cNvPr id="702" name="text-676 bulb”">
            <a:extLst xmlns:a="http://schemas.openxmlformats.org/drawingml/2006/main">
              <a:ext uri="{FF2B5EF4-FFF2-40B4-BE49-F238E27FC236}">
                <a16:creationId xmlns:a16="http://schemas.microsoft.com/office/drawing/2014/main" id="{330C44CD-9102-4824-BAFB-312FB51C8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74929" y="2601242"/>
            <a:ext cx="226846" cy="1322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bulb”</a:t>
            </a:r>
          </a:p>
        </p:txBody>
      </p:sp>
      <p:sp>
        <p:nvSpPr>
          <p:cNvPr id="703" name="text-677 “push">
            <a:extLst xmlns:a="http://schemas.openxmlformats.org/drawingml/2006/main">
              <a:ext uri="{FF2B5EF4-FFF2-40B4-BE49-F238E27FC236}">
                <a16:creationId xmlns:a16="http://schemas.microsoft.com/office/drawing/2014/main" id="{FF33FED1-E656-4378-8556-47CB8E46E3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31516" y="2494173"/>
            <a:ext cx="253238" cy="1323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“push</a:t>
            </a:r>
          </a:p>
        </p:txBody>
      </p:sp>
      <p:sp>
        <p:nvSpPr>
          <p:cNvPr id="704" name="text-677 the">
            <a:extLst xmlns:a="http://schemas.openxmlformats.org/drawingml/2006/main">
              <a:ext uri="{FF2B5EF4-FFF2-40B4-BE49-F238E27FC236}">
                <a16:creationId xmlns:a16="http://schemas.microsoft.com/office/drawing/2014/main" id="{A8938528-78EE-49FE-AEAC-F34A78AF7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93979" y="2494170"/>
            <a:ext cx="148286" cy="1323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705" name="text-677 button”">
            <a:extLst xmlns:a="http://schemas.openxmlformats.org/drawingml/2006/main">
              <a:ext uri="{FF2B5EF4-FFF2-40B4-BE49-F238E27FC236}">
                <a16:creationId xmlns:a16="http://schemas.microsoft.com/office/drawing/2014/main" id="{2CE7524D-02EC-42FC-9557-B2D1C0B2B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51489" y="2494170"/>
            <a:ext cx="311020" cy="1323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button”</a:t>
            </a:r>
          </a:p>
        </p:txBody>
      </p:sp>
      <p:sp>
        <p:nvSpPr>
          <p:cNvPr id="706" name="text-678 “place">
            <a:extLst xmlns:a="http://schemas.openxmlformats.org/drawingml/2006/main">
              <a:ext uri="{FF2B5EF4-FFF2-40B4-BE49-F238E27FC236}">
                <a16:creationId xmlns:a16="http://schemas.microsoft.com/office/drawing/2014/main" id="{DD2CF7E6-E5AE-4370-AECA-A51D7F5150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72906" y="2387173"/>
            <a:ext cx="274227" cy="1323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“place</a:t>
            </a:r>
          </a:p>
        </p:txBody>
      </p:sp>
      <p:sp>
        <p:nvSpPr>
          <p:cNvPr id="707" name="text-678 the">
            <a:extLst xmlns:a="http://schemas.openxmlformats.org/drawingml/2006/main">
              <a:ext uri="{FF2B5EF4-FFF2-40B4-BE49-F238E27FC236}">
                <a16:creationId xmlns:a16="http://schemas.microsoft.com/office/drawing/2014/main" id="{AAD4204B-3900-4275-94AB-A65AF6A36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56357" y="2387175"/>
            <a:ext cx="148286" cy="1323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708" name="text-678 red">
            <a:extLst xmlns:a="http://schemas.openxmlformats.org/drawingml/2006/main">
              <a:ext uri="{FF2B5EF4-FFF2-40B4-BE49-F238E27FC236}">
                <a16:creationId xmlns:a16="http://schemas.microsoft.com/office/drawing/2014/main" id="{5EEEDEFA-ED64-46A9-89C6-98E622CCA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13867" y="2387194"/>
            <a:ext cx="153499" cy="1322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red</a:t>
            </a:r>
          </a:p>
        </p:txBody>
      </p:sp>
      <p:sp>
        <p:nvSpPr>
          <p:cNvPr id="709" name="text-679 block">
            <a:extLst xmlns:a="http://schemas.openxmlformats.org/drawingml/2006/main">
              <a:ext uri="{FF2B5EF4-FFF2-40B4-BE49-F238E27FC236}">
                <a16:creationId xmlns:a16="http://schemas.microsoft.com/office/drawing/2014/main" id="{A6D361A3-0C46-443E-84FB-2A9C86ED1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22862" y="2494187"/>
            <a:ext cx="237476" cy="1322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block</a:t>
            </a:r>
          </a:p>
        </p:txBody>
      </p:sp>
      <p:sp>
        <p:nvSpPr>
          <p:cNvPr id="710" name="text-679 in">
            <a:extLst xmlns:a="http://schemas.openxmlformats.org/drawingml/2006/main">
              <a:ext uri="{FF2B5EF4-FFF2-40B4-BE49-F238E27FC236}">
                <a16:creationId xmlns:a16="http://schemas.microsoft.com/office/drawing/2014/main" id="{AB67CA2B-A592-422B-8337-EDC2BDD56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69559" y="2494172"/>
            <a:ext cx="90512" cy="1323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</a:t>
            </a:r>
          </a:p>
        </p:txBody>
      </p:sp>
      <p:sp>
        <p:nvSpPr>
          <p:cNvPr id="711" name="text-679 the">
            <a:extLst xmlns:a="http://schemas.openxmlformats.org/drawingml/2006/main">
              <a:ext uri="{FF2B5EF4-FFF2-40B4-BE49-F238E27FC236}">
                <a16:creationId xmlns:a16="http://schemas.microsoft.com/office/drawing/2014/main" id="{66A59110-5B9F-4A29-91C2-8E5061B42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69296" y="2494170"/>
            <a:ext cx="148286" cy="1323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712" name="text-680 slider”">
            <a:extLst xmlns:a="http://schemas.openxmlformats.org/drawingml/2006/main">
              <a:ext uri="{FF2B5EF4-FFF2-40B4-BE49-F238E27FC236}">
                <a16:creationId xmlns:a16="http://schemas.microsoft.com/office/drawing/2014/main" id="{061DD119-08BB-4185-8ADC-C58B0B7EF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33161" y="2601161"/>
            <a:ext cx="274137" cy="1323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4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74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slider”</a:t>
            </a:r>
          </a:p>
        </p:txBody>
      </p:sp>
      <p:sp>
        <p:nvSpPr>
          <p:cNvPr id="713" name="text-681 Vision-language">
            <a:extLst xmlns:a="http://schemas.openxmlformats.org/drawingml/2006/main">
              <a:ext uri="{FF2B5EF4-FFF2-40B4-BE49-F238E27FC236}">
                <a16:creationId xmlns:a16="http://schemas.microsoft.com/office/drawing/2014/main" id="{B421A100-DE07-4B96-B80D-14C12DEFF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09166" y="2786215"/>
            <a:ext cx="1191332" cy="2115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Vision-language</a:t>
            </a:r>
          </a:p>
        </p:txBody>
      </p:sp>
      <p:sp>
        <p:nvSpPr>
          <p:cNvPr id="714" name="text-681 Driven">
            <a:extLst xmlns:a="http://schemas.openxmlformats.org/drawingml/2006/main">
              <a:ext uri="{FF2B5EF4-FFF2-40B4-BE49-F238E27FC236}">
                <a16:creationId xmlns:a16="http://schemas.microsoft.com/office/drawing/2014/main" id="{7ADEC95C-E6A4-4CC8-B5CF-AF83262D4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15279" y="2786201"/>
            <a:ext cx="497474" cy="2115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Driven</a:t>
            </a:r>
          </a:p>
        </p:txBody>
      </p:sp>
      <p:sp>
        <p:nvSpPr>
          <p:cNvPr id="715" name="text-681 Robot">
            <a:extLst xmlns:a="http://schemas.openxmlformats.org/drawingml/2006/main">
              <a:ext uri="{FF2B5EF4-FFF2-40B4-BE49-F238E27FC236}">
                <a16:creationId xmlns:a16="http://schemas.microsoft.com/office/drawing/2014/main" id="{6A74A5E9-B8D7-4711-A06D-17E865772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27516" y="2786224"/>
            <a:ext cx="463485" cy="2115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Robot</a:t>
            </a:r>
          </a:p>
        </p:txBody>
      </p:sp>
      <p:sp>
        <p:nvSpPr>
          <p:cNvPr id="716" name="text-681 Execution">
            <a:extLst xmlns:a="http://schemas.openxmlformats.org/drawingml/2006/main">
              <a:ext uri="{FF2B5EF4-FFF2-40B4-BE49-F238E27FC236}">
                <a16:creationId xmlns:a16="http://schemas.microsoft.com/office/drawing/2014/main" id="{2695B2E5-3D9B-44B8-850E-71AF3A2D40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05776" y="2786207"/>
            <a:ext cx="749250" cy="211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Execution</a:t>
            </a:r>
          </a:p>
        </p:txBody>
      </p:sp>
      <p:sp>
        <p:nvSpPr>
          <p:cNvPr id="717" name="path-682">
            <a:extLst xmlns:a="http://schemas.openxmlformats.org/drawingml/2006/main">
              <a:ext uri="{FF2B5EF4-FFF2-40B4-BE49-F238E27FC236}">
                <a16:creationId xmlns:a16="http://schemas.microsoft.com/office/drawing/2014/main" id="{92871428-D979-4BAE-9FBF-C64384592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677" y="8385722"/>
            <a:ext cx="3492742" cy="191"/>
          </a:xfrm>
          <a:custGeom xmlns:a="http://schemas.openxmlformats.org/drawingml/2006/main">
            <a:pathLst>
              <a:path w="3049681" h="191">
                <a:moveTo>
                  <a:pt x="3049681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546">
            <a:solidFill>
              <a:srgbClr val="EEEFF3"/>
            </a:solidFill>
            <a:prstDash val="solid"/>
          </a:ln>
        </p:spPr>
      </p:sp>
      <p:sp>
        <p:nvSpPr>
          <p:cNvPr id="718" name="path-683">
            <a:extLst xmlns:a="http://schemas.openxmlformats.org/drawingml/2006/main">
              <a:ext uri="{FF2B5EF4-FFF2-40B4-BE49-F238E27FC236}">
                <a16:creationId xmlns:a16="http://schemas.microsoft.com/office/drawing/2014/main" id="{CF26ECFF-5A4A-41F1-8F57-6646EC157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677" y="8159038"/>
            <a:ext cx="3493091" cy="522293"/>
          </a:xfrm>
          <a:custGeom xmlns:a="http://schemas.openxmlformats.org/drawingml/2006/main">
            <a:pathLst>
              <a:path w="3049986" h="456039">
                <a:moveTo>
                  <a:pt x="0" y="0"/>
                </a:moveTo>
                <a:lnTo>
                  <a:pt x="3049986" y="0"/>
                </a:lnTo>
                <a:lnTo>
                  <a:pt x="3049986" y="456039"/>
                </a:lnTo>
                <a:lnTo>
                  <a:pt x="0" y="456039"/>
                </a:lnTo>
                <a:close/>
              </a:path>
            </a:pathLst>
          </a:custGeom>
          <a:solidFill xmlns:a="http://schemas.openxmlformats.org/drawingml/2006/main">
            <a:srgbClr val="EEEF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" name="path-684">
            <a:extLst xmlns:a="http://schemas.openxmlformats.org/drawingml/2006/main">
              <a:ext uri="{FF2B5EF4-FFF2-40B4-BE49-F238E27FC236}">
                <a16:creationId xmlns:a16="http://schemas.microsoft.com/office/drawing/2014/main" id="{88A80DD9-BADC-46C1-9F64-BA20201BA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677" y="8159082"/>
            <a:ext cx="3493059" cy="522214"/>
          </a:xfrm>
          <a:custGeom xmlns:a="http://schemas.openxmlformats.org/drawingml/2006/main">
            <a:pathLst>
              <a:path w="3049958" h="455970">
                <a:moveTo>
                  <a:pt x="0" y="455970"/>
                </a:moveTo>
                <a:lnTo>
                  <a:pt x="3049958" y="455970"/>
                </a:lnTo>
                <a:lnTo>
                  <a:pt x="3049958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773">
            <a:solidFill>
              <a:srgbClr val="EEEFF3"/>
            </a:solidFill>
            <a:prstDash val="solid"/>
          </a:ln>
        </p:spPr>
      </p:sp>
      <p:sp>
        <p:nvSpPr>
          <p:cNvPr id="720" name="text-685 Challenge:">
            <a:extLst xmlns:a="http://schemas.openxmlformats.org/drawingml/2006/main">
              <a:ext uri="{FF2B5EF4-FFF2-40B4-BE49-F238E27FC236}">
                <a16:creationId xmlns:a16="http://schemas.microsoft.com/office/drawing/2014/main" id="{F2930CEB-BD64-4B71-88CC-F15D18548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54354" y="8187390"/>
            <a:ext cx="937079" cy="2644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Challenge:</a:t>
            </a:r>
          </a:p>
        </p:txBody>
      </p:sp>
      <p:sp>
        <p:nvSpPr>
          <p:cNvPr id="721" name="text-686 Behavior">
            <a:extLst xmlns:a="http://schemas.openxmlformats.org/drawingml/2006/main">
              <a:ext uri="{FF2B5EF4-FFF2-40B4-BE49-F238E27FC236}">
                <a16:creationId xmlns:a16="http://schemas.microsoft.com/office/drawing/2014/main" id="{00DAF462-0191-4D7C-BCA2-F8643D65F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09880" y="8187476"/>
            <a:ext cx="841911" cy="2643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Behavior</a:t>
            </a:r>
          </a:p>
        </p:txBody>
      </p:sp>
      <p:sp>
        <p:nvSpPr>
          <p:cNvPr id="722" name="text-686 Learning">
            <a:extLst xmlns:a="http://schemas.openxmlformats.org/drawingml/2006/main">
              <a:ext uri="{FF2B5EF4-FFF2-40B4-BE49-F238E27FC236}">
                <a16:creationId xmlns:a16="http://schemas.microsoft.com/office/drawing/2014/main" id="{E993AA08-D0BF-4BE3-8C89-16519CA2EB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70203" y="8187471"/>
            <a:ext cx="831268" cy="2643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Learning</a:t>
            </a:r>
          </a:p>
        </p:txBody>
      </p:sp>
      <p:sp>
        <p:nvSpPr>
          <p:cNvPr id="723" name="text-687 for">
            <a:extLst xmlns:a="http://schemas.openxmlformats.org/drawingml/2006/main">
              <a:ext uri="{FF2B5EF4-FFF2-40B4-BE49-F238E27FC236}">
                <a16:creationId xmlns:a16="http://schemas.microsoft.com/office/drawing/2014/main" id="{62D9964A-6963-4F43-9DF2-D28D68F16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12515" y="8401358"/>
            <a:ext cx="254324" cy="2643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for</a:t>
            </a:r>
          </a:p>
        </p:txBody>
      </p:sp>
      <p:sp>
        <p:nvSpPr>
          <p:cNvPr id="724" name="path-689">
            <a:extLst xmlns:a="http://schemas.openxmlformats.org/drawingml/2006/main">
              <a:ext uri="{FF2B5EF4-FFF2-40B4-BE49-F238E27FC236}">
                <a16:creationId xmlns:a16="http://schemas.microsoft.com/office/drawing/2014/main" id="{B25C578F-6847-41CB-8E26-AEF5DF01A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8347" y="8617174"/>
            <a:ext cx="341276" cy="191"/>
          </a:xfrm>
          <a:custGeom xmlns:a="http://schemas.openxmlformats.org/drawingml/2006/main">
            <a:pathLst>
              <a:path w="297985" h="191">
                <a:moveTo>
                  <a:pt x="0" y="0"/>
                </a:moveTo>
                <a:lnTo>
                  <a:pt x="297985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725" name="path-690">
            <a:extLst xmlns:a="http://schemas.openxmlformats.org/drawingml/2006/main">
              <a:ext uri="{FF2B5EF4-FFF2-40B4-BE49-F238E27FC236}">
                <a16:creationId xmlns:a16="http://schemas.microsoft.com/office/drawing/2014/main" id="{D90CAA52-CAAF-4F85-9997-A66626FF8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2255" y="8617174"/>
            <a:ext cx="364320" cy="191"/>
          </a:xfrm>
          <a:custGeom xmlns:a="http://schemas.openxmlformats.org/drawingml/2006/main">
            <a:pathLst>
              <a:path w="318105" h="191">
                <a:moveTo>
                  <a:pt x="0" y="0"/>
                </a:moveTo>
                <a:lnTo>
                  <a:pt x="318105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726" name="text-691 Adaptive">
            <a:extLst xmlns:a="http://schemas.openxmlformats.org/drawingml/2006/main">
              <a:ext uri="{FF2B5EF4-FFF2-40B4-BE49-F238E27FC236}">
                <a16:creationId xmlns:a16="http://schemas.microsoft.com/office/drawing/2014/main" id="{4F75E69D-7A72-4CB7-BA0E-64C1556E0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78347" y="8401301"/>
            <a:ext cx="831609" cy="2644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Adaptive</a:t>
            </a:r>
          </a:p>
        </p:txBody>
      </p:sp>
      <p:sp>
        <p:nvSpPr>
          <p:cNvPr id="727" name="text-692 Visual">
            <a:extLst xmlns:a="http://schemas.openxmlformats.org/drawingml/2006/main">
              <a:ext uri="{FF2B5EF4-FFF2-40B4-BE49-F238E27FC236}">
                <a16:creationId xmlns:a16="http://schemas.microsoft.com/office/drawing/2014/main" id="{4C092B17-532D-4A47-8F71-9B54EC58C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28491" y="8401290"/>
            <a:ext cx="586948" cy="2644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728" name="text-692 Perception">
            <a:extLst xmlns:a="http://schemas.openxmlformats.org/drawingml/2006/main">
              <a:ext uri="{FF2B5EF4-FFF2-40B4-BE49-F238E27FC236}">
                <a16:creationId xmlns:a16="http://schemas.microsoft.com/office/drawing/2014/main" id="{24E897AD-52E4-4DD6-B8C4-42C7AD158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33902" y="8401290"/>
            <a:ext cx="1010071" cy="2644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Perception</a:t>
            </a:r>
          </a:p>
        </p:txBody>
      </p:sp>
      <p:sp>
        <p:nvSpPr>
          <p:cNvPr id="729" name="path-693">
            <a:extLst xmlns:a="http://schemas.openxmlformats.org/drawingml/2006/main">
              <a:ext uri="{FF2B5EF4-FFF2-40B4-BE49-F238E27FC236}">
                <a16:creationId xmlns:a16="http://schemas.microsoft.com/office/drawing/2014/main" id="{78390225-7EDC-46F5-B39B-244312675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10862" y="9117665"/>
            <a:ext cx="1354635" cy="191"/>
          </a:xfrm>
          <a:custGeom xmlns:a="http://schemas.openxmlformats.org/drawingml/2006/main">
            <a:pathLst>
              <a:path w="1182797" h="191">
                <a:moveTo>
                  <a:pt x="0" y="0"/>
                </a:moveTo>
                <a:lnTo>
                  <a:pt x="1182797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730" name="text-694 Where">
            <a:extLst xmlns:a="http://schemas.openxmlformats.org/drawingml/2006/main">
              <a:ext uri="{FF2B5EF4-FFF2-40B4-BE49-F238E27FC236}">
                <a16:creationId xmlns:a16="http://schemas.microsoft.com/office/drawing/2014/main" id="{40E8D0FF-A86B-40FA-82DC-FAC2A831A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10862" y="8899252"/>
            <a:ext cx="611193" cy="2644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Where</a:t>
            </a:r>
          </a:p>
        </p:txBody>
      </p:sp>
      <p:sp>
        <p:nvSpPr>
          <p:cNvPr id="731" name="text-694 to">
            <a:extLst xmlns:a="http://schemas.openxmlformats.org/drawingml/2006/main">
              <a:ext uri="{FF2B5EF4-FFF2-40B4-BE49-F238E27FC236}">
                <a16:creationId xmlns:a16="http://schemas.microsoft.com/office/drawing/2014/main" id="{FB677A16-47E7-4A86-AB3B-9D5B4DF391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40539" y="8899198"/>
            <a:ext cx="212263" cy="2644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8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8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8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732" name="text-694 look?">
            <a:extLst xmlns:a="http://schemas.openxmlformats.org/drawingml/2006/main">
              <a:ext uri="{FF2B5EF4-FFF2-40B4-BE49-F238E27FC236}">
                <a16:creationId xmlns:a16="http://schemas.microsoft.com/office/drawing/2014/main" id="{4D3AB039-C62E-453B-89E0-6EB897779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71263" y="8899238"/>
            <a:ext cx="537605" cy="2644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look?</a:t>
            </a:r>
          </a:p>
        </p:txBody>
      </p:sp>
      <p:sp>
        <p:nvSpPr>
          <p:cNvPr id="733" name="path-695">
            <a:extLst xmlns:a="http://schemas.openxmlformats.org/drawingml/2006/main">
              <a:ext uri="{FF2B5EF4-FFF2-40B4-BE49-F238E27FC236}">
                <a16:creationId xmlns:a16="http://schemas.microsoft.com/office/drawing/2014/main" id="{3CFC8DEF-8D06-4F0C-9099-E96FEEB3B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10862" y="9599275"/>
            <a:ext cx="1626314" cy="191"/>
          </a:xfrm>
          <a:custGeom xmlns:a="http://schemas.openxmlformats.org/drawingml/2006/main">
            <a:pathLst>
              <a:path w="1420013" h="191">
                <a:moveTo>
                  <a:pt x="0" y="0"/>
                </a:moveTo>
                <a:lnTo>
                  <a:pt x="1420013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734" name="text-696 When">
            <a:extLst xmlns:a="http://schemas.openxmlformats.org/drawingml/2006/main">
              <a:ext uri="{FF2B5EF4-FFF2-40B4-BE49-F238E27FC236}">
                <a16:creationId xmlns:a16="http://schemas.microsoft.com/office/drawing/2014/main" id="{823F5329-38D4-4D2F-834A-CABAFC7D3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10862" y="9384454"/>
            <a:ext cx="548019" cy="2643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When</a:t>
            </a:r>
          </a:p>
        </p:txBody>
      </p:sp>
      <p:sp>
        <p:nvSpPr>
          <p:cNvPr id="735" name="text-696 to">
            <a:extLst xmlns:a="http://schemas.openxmlformats.org/drawingml/2006/main">
              <a:ext uri="{FF2B5EF4-FFF2-40B4-BE49-F238E27FC236}">
                <a16:creationId xmlns:a16="http://schemas.microsoft.com/office/drawing/2014/main" id="{9D499DC0-141E-4CDE-BB72-BB1F18C37E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77354" y="9384392"/>
            <a:ext cx="212263" cy="2644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8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8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8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736" name="text-696 conclude">
            <a:extLst xmlns:a="http://schemas.openxmlformats.org/drawingml/2006/main">
              <a:ext uri="{FF2B5EF4-FFF2-40B4-BE49-F238E27FC236}">
                <a16:creationId xmlns:a16="http://schemas.microsoft.com/office/drawing/2014/main" id="{29F82117-0CE0-4B2D-9CC9-9581569EB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08078" y="9384442"/>
            <a:ext cx="863041" cy="2644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conclude</a:t>
            </a:r>
          </a:p>
        </p:txBody>
      </p:sp>
      <p:sp>
        <p:nvSpPr>
          <p:cNvPr id="737" name="path-697">
            <a:extLst xmlns:a="http://schemas.openxmlformats.org/drawingml/2006/main">
              <a:ext uri="{FF2B5EF4-FFF2-40B4-BE49-F238E27FC236}">
                <a16:creationId xmlns:a16="http://schemas.microsoft.com/office/drawing/2014/main" id="{4DF66A01-C95F-4B95-A956-5D92FA618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10862" y="9816465"/>
            <a:ext cx="1176442" cy="191"/>
          </a:xfrm>
          <a:custGeom xmlns:a="http://schemas.openxmlformats.org/drawingml/2006/main">
            <a:pathLst>
              <a:path w="1027208" h="191">
                <a:moveTo>
                  <a:pt x="0" y="0"/>
                </a:moveTo>
                <a:lnTo>
                  <a:pt x="1027208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738" name="text-698 observation?">
            <a:extLst xmlns:a="http://schemas.openxmlformats.org/drawingml/2006/main">
              <a:ext uri="{FF2B5EF4-FFF2-40B4-BE49-F238E27FC236}">
                <a16:creationId xmlns:a16="http://schemas.microsoft.com/office/drawing/2014/main" id="{B51E1B10-D57C-4B1D-AEE5-1AC0F026F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10862" y="9598422"/>
            <a:ext cx="1219863" cy="2644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observation?</a:t>
            </a:r>
          </a:p>
        </p:txBody>
      </p:sp>
      <p:pic>
        <p:nvPicPr>
          <p:cNvPr id="739" name="">
            <a:extLst xmlns:a="http://schemas.openxmlformats.org/drawingml/2006/main">
              <a:ext uri="{FF2B5EF4-FFF2-40B4-BE49-F238E27FC236}">
                <a16:creationId xmlns:a16="http://schemas.microsoft.com/office/drawing/2014/main" id="{58C121C2-71FB-49D9-94A8-BEF9266C5E9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818de0c45ac44ee"/>
          <a:stretch xmlns:a="http://schemas.openxmlformats.org/drawingml/2006/main"/>
        </p:blipFill>
        <p:spPr>
          <a:xfrm xmlns:a="http://schemas.openxmlformats.org/drawingml/2006/main">
            <a:off x="12616019" y="8672502"/>
            <a:ext cx="719981" cy="676346"/>
          </a:xfrm>
          <a:prstGeom xmlns:a="http://schemas.openxmlformats.org/drawingml/2006/main" prst="rect">
            <a:avLst/>
          </a:prstGeom>
        </p:spPr>
      </p:pic>
      <p:sp>
        <p:nvSpPr>
          <p:cNvPr id="740" name="path-700">
            <a:extLst xmlns:a="http://schemas.openxmlformats.org/drawingml/2006/main">
              <a:ext uri="{FF2B5EF4-FFF2-40B4-BE49-F238E27FC236}">
                <a16:creationId xmlns:a16="http://schemas.microsoft.com/office/drawing/2014/main" id="{5494B4F1-6075-44E0-B762-F08C89DA88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23291" y="9460018"/>
            <a:ext cx="330609" cy="437532"/>
          </a:xfrm>
          <a:custGeom xmlns:a="http://schemas.openxmlformats.org/drawingml/2006/main">
            <a:pathLst>
              <a:path w="288670" h="382030">
                <a:moveTo>
                  <a:pt x="176945" y="152508"/>
                </a:moveTo>
                <a:cubicBezTo>
                  <a:pt x="176945" y="144848"/>
                  <a:pt x="183129" y="138644"/>
                  <a:pt x="190715" y="138644"/>
                </a:cubicBezTo>
                <a:cubicBezTo>
                  <a:pt x="198301" y="138644"/>
                  <a:pt x="204485" y="144848"/>
                  <a:pt x="204485" y="152508"/>
                </a:cubicBezTo>
                <a:cubicBezTo>
                  <a:pt x="204485" y="160163"/>
                  <a:pt x="198301" y="166373"/>
                  <a:pt x="190715" y="166373"/>
                </a:cubicBezTo>
                <a:cubicBezTo>
                  <a:pt x="183129" y="166370"/>
                  <a:pt x="176945" y="160160"/>
                  <a:pt x="176945" y="152508"/>
                </a:cubicBezTo>
                <a:moveTo>
                  <a:pt x="134152" y="34404"/>
                </a:moveTo>
                <a:lnTo>
                  <a:pt x="134069" y="34404"/>
                </a:lnTo>
                <a:lnTo>
                  <a:pt x="134069" y="53407"/>
                </a:lnTo>
                <a:lnTo>
                  <a:pt x="151549" y="53407"/>
                </a:lnTo>
                <a:lnTo>
                  <a:pt x="151549" y="34960"/>
                </a:lnTo>
                <a:cubicBezTo>
                  <a:pt x="157486" y="31916"/>
                  <a:pt x="161691" y="25724"/>
                  <a:pt x="161691" y="18486"/>
                </a:cubicBezTo>
                <a:cubicBezTo>
                  <a:pt x="161691" y="8274"/>
                  <a:pt x="153446" y="0"/>
                  <a:pt x="143387" y="0"/>
                </a:cubicBezTo>
                <a:cubicBezTo>
                  <a:pt x="133245" y="0"/>
                  <a:pt x="125000" y="8274"/>
                  <a:pt x="125000" y="18486"/>
                </a:cubicBezTo>
                <a:cubicBezTo>
                  <a:pt x="125000" y="25319"/>
                  <a:pt x="128710" y="31208"/>
                  <a:pt x="134152" y="34404"/>
                </a:cubicBezTo>
                <a:moveTo>
                  <a:pt x="95976" y="166370"/>
                </a:moveTo>
                <a:cubicBezTo>
                  <a:pt x="103562" y="166370"/>
                  <a:pt x="109746" y="160160"/>
                  <a:pt x="109746" y="152501"/>
                </a:cubicBezTo>
                <a:cubicBezTo>
                  <a:pt x="109746" y="144846"/>
                  <a:pt x="103562" y="138639"/>
                  <a:pt x="95976" y="138639"/>
                </a:cubicBezTo>
                <a:cubicBezTo>
                  <a:pt x="88390" y="138639"/>
                  <a:pt x="82288" y="144846"/>
                  <a:pt x="82288" y="152501"/>
                </a:cubicBezTo>
                <a:cubicBezTo>
                  <a:pt x="82288" y="160160"/>
                  <a:pt x="88390" y="166370"/>
                  <a:pt x="95976" y="166370"/>
                </a:cubicBezTo>
                <a:moveTo>
                  <a:pt x="143387" y="382030"/>
                </a:moveTo>
                <a:cubicBezTo>
                  <a:pt x="164000" y="382030"/>
                  <a:pt x="181646" y="368757"/>
                  <a:pt x="188324" y="350195"/>
                </a:cubicBezTo>
                <a:lnTo>
                  <a:pt x="98367" y="350195"/>
                </a:lnTo>
                <a:cubicBezTo>
                  <a:pt x="105045" y="368757"/>
                  <a:pt x="122691" y="382030"/>
                  <a:pt x="143387" y="382030"/>
                </a:cubicBezTo>
                <a:moveTo>
                  <a:pt x="0" y="325703"/>
                </a:moveTo>
                <a:cubicBezTo>
                  <a:pt x="0" y="318368"/>
                  <a:pt x="4288" y="312083"/>
                  <a:pt x="10389" y="309098"/>
                </a:cubicBezTo>
                <a:lnTo>
                  <a:pt x="10389" y="230495"/>
                </a:lnTo>
                <a:cubicBezTo>
                  <a:pt x="10389" y="214992"/>
                  <a:pt x="22344" y="202332"/>
                  <a:pt x="37516" y="201329"/>
                </a:cubicBezTo>
                <a:lnTo>
                  <a:pt x="37516" y="163292"/>
                </a:lnTo>
                <a:cubicBezTo>
                  <a:pt x="37516" y="163292"/>
                  <a:pt x="41227" y="93968"/>
                  <a:pt x="98367" y="72405"/>
                </a:cubicBezTo>
                <a:cubicBezTo>
                  <a:pt x="115353" y="66002"/>
                  <a:pt x="130854" y="63413"/>
                  <a:pt x="144294" y="62927"/>
                </a:cubicBezTo>
                <a:cubicBezTo>
                  <a:pt x="157734" y="63413"/>
                  <a:pt x="173318" y="66002"/>
                  <a:pt x="190221" y="72401"/>
                </a:cubicBezTo>
                <a:cubicBezTo>
                  <a:pt x="247443" y="93965"/>
                  <a:pt x="251153" y="163289"/>
                  <a:pt x="251153" y="163289"/>
                </a:cubicBezTo>
                <a:lnTo>
                  <a:pt x="251153" y="201321"/>
                </a:lnTo>
                <a:cubicBezTo>
                  <a:pt x="266243" y="202329"/>
                  <a:pt x="278198" y="214993"/>
                  <a:pt x="278198" y="230492"/>
                </a:cubicBezTo>
                <a:lnTo>
                  <a:pt x="278198" y="309100"/>
                </a:lnTo>
                <a:cubicBezTo>
                  <a:pt x="284383" y="312083"/>
                  <a:pt x="288670" y="318372"/>
                  <a:pt x="288670" y="325706"/>
                </a:cubicBezTo>
                <a:cubicBezTo>
                  <a:pt x="288670" y="335911"/>
                  <a:pt x="280425" y="344185"/>
                  <a:pt x="270283" y="344185"/>
                </a:cubicBezTo>
                <a:cubicBezTo>
                  <a:pt x="260224" y="344185"/>
                  <a:pt x="251979" y="335911"/>
                  <a:pt x="251979" y="325706"/>
                </a:cubicBezTo>
                <a:cubicBezTo>
                  <a:pt x="251979" y="318368"/>
                  <a:pt x="256265" y="312083"/>
                  <a:pt x="262368" y="309100"/>
                </a:cubicBezTo>
                <a:lnTo>
                  <a:pt x="262368" y="256554"/>
                </a:lnTo>
                <a:cubicBezTo>
                  <a:pt x="258987" y="258311"/>
                  <a:pt x="255194" y="259372"/>
                  <a:pt x="251153" y="259646"/>
                </a:cubicBezTo>
                <a:lnTo>
                  <a:pt x="251153" y="277909"/>
                </a:lnTo>
                <a:cubicBezTo>
                  <a:pt x="251236" y="279385"/>
                  <a:pt x="251401" y="280849"/>
                  <a:pt x="251401" y="282362"/>
                </a:cubicBezTo>
                <a:cubicBezTo>
                  <a:pt x="251401" y="283962"/>
                  <a:pt x="251236" y="285545"/>
                  <a:pt x="251153" y="287128"/>
                </a:cubicBezTo>
                <a:lnTo>
                  <a:pt x="251153" y="287552"/>
                </a:lnTo>
                <a:cubicBezTo>
                  <a:pt x="248681" y="317979"/>
                  <a:pt x="225099" y="342354"/>
                  <a:pt x="195168" y="345677"/>
                </a:cubicBezTo>
                <a:lnTo>
                  <a:pt x="195168" y="346092"/>
                </a:lnTo>
                <a:lnTo>
                  <a:pt x="144294" y="346092"/>
                </a:lnTo>
                <a:lnTo>
                  <a:pt x="93502" y="346092"/>
                </a:lnTo>
                <a:lnTo>
                  <a:pt x="93502" y="345677"/>
                </a:lnTo>
                <a:cubicBezTo>
                  <a:pt x="63571" y="342354"/>
                  <a:pt x="39990" y="317977"/>
                  <a:pt x="37516" y="287552"/>
                </a:cubicBezTo>
                <a:lnTo>
                  <a:pt x="37516" y="287128"/>
                </a:lnTo>
                <a:cubicBezTo>
                  <a:pt x="37434" y="285545"/>
                  <a:pt x="37269" y="283962"/>
                  <a:pt x="37269" y="282362"/>
                </a:cubicBezTo>
                <a:cubicBezTo>
                  <a:pt x="37269" y="280853"/>
                  <a:pt x="37434" y="279385"/>
                  <a:pt x="37516" y="277909"/>
                </a:cubicBezTo>
                <a:lnTo>
                  <a:pt x="37516" y="259649"/>
                </a:lnTo>
                <a:cubicBezTo>
                  <a:pt x="33477" y="259372"/>
                  <a:pt x="29683" y="258318"/>
                  <a:pt x="26221" y="256552"/>
                </a:cubicBezTo>
                <a:lnTo>
                  <a:pt x="26221" y="309107"/>
                </a:lnTo>
                <a:cubicBezTo>
                  <a:pt x="32405" y="312091"/>
                  <a:pt x="36692" y="318378"/>
                  <a:pt x="36692" y="325706"/>
                </a:cubicBezTo>
                <a:cubicBezTo>
                  <a:pt x="36692" y="335919"/>
                  <a:pt x="28447" y="344189"/>
                  <a:pt x="18304" y="344189"/>
                </a:cubicBezTo>
                <a:cubicBezTo>
                  <a:pt x="8245" y="344188"/>
                  <a:pt x="0" y="335918"/>
                  <a:pt x="0" y="325703"/>
                </a:cubicBezTo>
                <a:moveTo>
                  <a:pt x="174884" y="229027"/>
                </a:moveTo>
                <a:cubicBezTo>
                  <a:pt x="174884" y="224120"/>
                  <a:pt x="171009" y="220131"/>
                  <a:pt x="166062" y="220131"/>
                </a:cubicBezTo>
                <a:cubicBezTo>
                  <a:pt x="161197" y="220131"/>
                  <a:pt x="157240" y="224115"/>
                  <a:pt x="157240" y="229027"/>
                </a:cubicBezTo>
                <a:cubicBezTo>
                  <a:pt x="157240" y="233943"/>
                  <a:pt x="161197" y="237931"/>
                  <a:pt x="166062" y="237931"/>
                </a:cubicBezTo>
                <a:cubicBezTo>
                  <a:pt x="171009" y="237931"/>
                  <a:pt x="174884" y="233943"/>
                  <a:pt x="174884" y="229027"/>
                </a:cubicBezTo>
                <a:moveTo>
                  <a:pt x="196651" y="229027"/>
                </a:moveTo>
                <a:cubicBezTo>
                  <a:pt x="196651" y="224120"/>
                  <a:pt x="192694" y="220131"/>
                  <a:pt x="187829" y="220131"/>
                </a:cubicBezTo>
                <a:cubicBezTo>
                  <a:pt x="182965" y="220131"/>
                  <a:pt x="179006" y="224115"/>
                  <a:pt x="179006" y="229027"/>
                </a:cubicBezTo>
                <a:cubicBezTo>
                  <a:pt x="179006" y="233943"/>
                  <a:pt x="182965" y="237931"/>
                  <a:pt x="187829" y="237931"/>
                </a:cubicBezTo>
                <a:cubicBezTo>
                  <a:pt x="192694" y="237931"/>
                  <a:pt x="196651" y="233943"/>
                  <a:pt x="196651" y="229027"/>
                </a:cubicBezTo>
                <a:moveTo>
                  <a:pt x="218337" y="229027"/>
                </a:moveTo>
                <a:cubicBezTo>
                  <a:pt x="218337" y="224120"/>
                  <a:pt x="214462" y="220131"/>
                  <a:pt x="209515" y="220131"/>
                </a:cubicBezTo>
                <a:cubicBezTo>
                  <a:pt x="204651" y="220131"/>
                  <a:pt x="200692" y="224115"/>
                  <a:pt x="200692" y="229027"/>
                </a:cubicBezTo>
                <a:cubicBezTo>
                  <a:pt x="200692" y="233943"/>
                  <a:pt x="204651" y="237931"/>
                  <a:pt x="209515" y="237931"/>
                </a:cubicBezTo>
                <a:cubicBezTo>
                  <a:pt x="214462" y="237931"/>
                  <a:pt x="218337" y="233943"/>
                  <a:pt x="218337" y="229027"/>
                </a:cubicBezTo>
                <a:moveTo>
                  <a:pt x="70003" y="155074"/>
                </a:moveTo>
                <a:cubicBezTo>
                  <a:pt x="70003" y="178693"/>
                  <a:pt x="88390" y="180237"/>
                  <a:pt x="88390" y="180237"/>
                </a:cubicBezTo>
                <a:cubicBezTo>
                  <a:pt x="94739" y="182270"/>
                  <a:pt x="108262" y="181261"/>
                  <a:pt x="114363" y="180237"/>
                </a:cubicBezTo>
                <a:cubicBezTo>
                  <a:pt x="119970" y="179282"/>
                  <a:pt x="140584" y="177487"/>
                  <a:pt x="143799" y="177195"/>
                </a:cubicBezTo>
                <a:cubicBezTo>
                  <a:pt x="143964" y="177208"/>
                  <a:pt x="144129" y="177229"/>
                  <a:pt x="144294" y="177235"/>
                </a:cubicBezTo>
                <a:cubicBezTo>
                  <a:pt x="144459" y="177228"/>
                  <a:pt x="144706" y="177208"/>
                  <a:pt x="144789" y="177195"/>
                </a:cubicBezTo>
                <a:cubicBezTo>
                  <a:pt x="148086" y="177483"/>
                  <a:pt x="168699" y="179282"/>
                  <a:pt x="174307" y="180237"/>
                </a:cubicBezTo>
                <a:cubicBezTo>
                  <a:pt x="180408" y="181261"/>
                  <a:pt x="193849" y="182270"/>
                  <a:pt x="200280" y="180237"/>
                </a:cubicBezTo>
                <a:cubicBezTo>
                  <a:pt x="200280" y="180237"/>
                  <a:pt x="218584" y="178698"/>
                  <a:pt x="218584" y="155074"/>
                </a:cubicBezTo>
                <a:cubicBezTo>
                  <a:pt x="218584" y="155074"/>
                  <a:pt x="218584" y="128887"/>
                  <a:pt x="200280" y="112967"/>
                </a:cubicBezTo>
                <a:cubicBezTo>
                  <a:pt x="182470" y="97530"/>
                  <a:pt x="155755" y="94179"/>
                  <a:pt x="145283" y="93980"/>
                </a:cubicBezTo>
                <a:lnTo>
                  <a:pt x="145283" y="93963"/>
                </a:lnTo>
                <a:cubicBezTo>
                  <a:pt x="145118" y="93963"/>
                  <a:pt x="144953" y="93976"/>
                  <a:pt x="144789" y="93976"/>
                </a:cubicBezTo>
                <a:cubicBezTo>
                  <a:pt x="144624" y="93976"/>
                  <a:pt x="144459" y="93963"/>
                  <a:pt x="144294" y="93963"/>
                </a:cubicBezTo>
                <a:cubicBezTo>
                  <a:pt x="144129" y="93963"/>
                  <a:pt x="143964" y="93976"/>
                  <a:pt x="143799" y="93976"/>
                </a:cubicBezTo>
                <a:cubicBezTo>
                  <a:pt x="143634" y="93976"/>
                  <a:pt x="143469" y="93963"/>
                  <a:pt x="143304" y="93963"/>
                </a:cubicBezTo>
                <a:lnTo>
                  <a:pt x="143304" y="93980"/>
                </a:lnTo>
                <a:cubicBezTo>
                  <a:pt x="132833" y="94179"/>
                  <a:pt x="106117" y="97530"/>
                  <a:pt x="88390" y="112967"/>
                </a:cubicBezTo>
                <a:cubicBezTo>
                  <a:pt x="70003" y="128887"/>
                  <a:pt x="70003" y="155074"/>
                  <a:pt x="70003" y="15507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" name="path-701">
            <a:extLst xmlns:a="http://schemas.openxmlformats.org/drawingml/2006/main">
              <a:ext uri="{FF2B5EF4-FFF2-40B4-BE49-F238E27FC236}">
                <a16:creationId xmlns:a16="http://schemas.microsoft.com/office/drawing/2014/main" id="{BB56C345-F1EB-4D24-8FDB-61482C5D2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04519" y="9786490"/>
            <a:ext cx="32769" cy="32833"/>
          </a:xfrm>
          <a:custGeom xmlns:a="http://schemas.openxmlformats.org/drawingml/2006/main">
            <a:pathLst>
              <a:path w="28612" h="28668">
                <a:moveTo>
                  <a:pt x="28612" y="14333"/>
                </a:moveTo>
                <a:cubicBezTo>
                  <a:pt x="28612" y="6430"/>
                  <a:pt x="22181" y="0"/>
                  <a:pt x="14265" y="0"/>
                </a:cubicBezTo>
                <a:cubicBezTo>
                  <a:pt x="6432" y="0"/>
                  <a:pt x="0" y="6430"/>
                  <a:pt x="0" y="14333"/>
                </a:cubicBezTo>
                <a:cubicBezTo>
                  <a:pt x="0" y="22235"/>
                  <a:pt x="6432" y="28668"/>
                  <a:pt x="14265" y="28668"/>
                </a:cubicBezTo>
                <a:cubicBezTo>
                  <a:pt x="22181" y="28668"/>
                  <a:pt x="28612" y="22235"/>
                  <a:pt x="28612" y="14333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" name="path-702">
            <a:extLst xmlns:a="http://schemas.openxmlformats.org/drawingml/2006/main">
              <a:ext uri="{FF2B5EF4-FFF2-40B4-BE49-F238E27FC236}">
                <a16:creationId xmlns:a16="http://schemas.microsoft.com/office/drawing/2014/main" id="{35E02D10-9C77-426C-8EF0-CADCCF7B3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04515" y="9786534"/>
            <a:ext cx="32773" cy="32766"/>
          </a:xfrm>
          <a:custGeom xmlns:a="http://schemas.openxmlformats.org/drawingml/2006/main">
            <a:pathLst>
              <a:path w="28616" h="28610">
                <a:moveTo>
                  <a:pt x="28616" y="14265"/>
                </a:moveTo>
                <a:cubicBezTo>
                  <a:pt x="28616" y="6428"/>
                  <a:pt x="22181" y="0"/>
                  <a:pt x="14265" y="0"/>
                </a:cubicBezTo>
                <a:cubicBezTo>
                  <a:pt x="6434" y="0"/>
                  <a:pt x="0" y="6428"/>
                  <a:pt x="0" y="14265"/>
                </a:cubicBezTo>
                <a:cubicBezTo>
                  <a:pt x="0" y="22181"/>
                  <a:pt x="6434" y="28610"/>
                  <a:pt x="14265" y="28610"/>
                </a:cubicBezTo>
                <a:cubicBezTo>
                  <a:pt x="22181" y="28610"/>
                  <a:pt x="28616" y="22181"/>
                  <a:pt x="28616" y="14265"/>
                </a:cubicBezTo>
              </a:path>
            </a:pathLst>
          </a:custGeom>
          <a:noFill xmlns:a="http://schemas.openxmlformats.org/drawingml/2006/main"/>
          <a:ln xmlns:a="http://schemas.openxmlformats.org/drawingml/2006/main" w="7555">
            <a:solidFill>
              <a:srgbClr val="931100"/>
            </a:solidFill>
            <a:prstDash val="solid"/>
          </a:ln>
        </p:spPr>
      </p:sp>
      <p:sp>
        <p:nvSpPr>
          <p:cNvPr id="743" name="path-703">
            <a:extLst xmlns:a="http://schemas.openxmlformats.org/drawingml/2006/main">
              <a:ext uri="{FF2B5EF4-FFF2-40B4-BE49-F238E27FC236}">
                <a16:creationId xmlns:a16="http://schemas.microsoft.com/office/drawing/2014/main" id="{9922972C-BF51-46B1-9303-E166C3961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3380" y="9797482"/>
            <a:ext cx="32862" cy="32835"/>
          </a:xfrm>
          <a:custGeom xmlns:a="http://schemas.openxmlformats.org/drawingml/2006/main">
            <a:pathLst>
              <a:path w="28694" h="28670">
                <a:moveTo>
                  <a:pt x="14347" y="28670"/>
                </a:moveTo>
                <a:cubicBezTo>
                  <a:pt x="22263" y="28670"/>
                  <a:pt x="28694" y="22237"/>
                  <a:pt x="28694" y="14333"/>
                </a:cubicBezTo>
                <a:cubicBezTo>
                  <a:pt x="28694" y="6431"/>
                  <a:pt x="22263" y="0"/>
                  <a:pt x="14347" y="0"/>
                </a:cubicBezTo>
                <a:cubicBezTo>
                  <a:pt x="6432" y="0"/>
                  <a:pt x="0" y="6431"/>
                  <a:pt x="0" y="14333"/>
                </a:cubicBezTo>
                <a:cubicBezTo>
                  <a:pt x="0" y="22237"/>
                  <a:pt x="6432" y="28670"/>
                  <a:pt x="14347" y="28670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" name="path-704">
            <a:extLst xmlns:a="http://schemas.openxmlformats.org/drawingml/2006/main">
              <a:ext uri="{FF2B5EF4-FFF2-40B4-BE49-F238E27FC236}">
                <a16:creationId xmlns:a16="http://schemas.microsoft.com/office/drawing/2014/main" id="{6091E139-A882-47E6-916F-BAEA86FF4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3377" y="9797486"/>
            <a:ext cx="32864" cy="32864"/>
          </a:xfrm>
          <a:custGeom xmlns:a="http://schemas.openxmlformats.org/drawingml/2006/main">
            <a:pathLst>
              <a:path w="28695" h="28695">
                <a:moveTo>
                  <a:pt x="14350" y="28695"/>
                </a:moveTo>
                <a:cubicBezTo>
                  <a:pt x="22267" y="28695"/>
                  <a:pt x="28695" y="22261"/>
                  <a:pt x="28695" y="14345"/>
                </a:cubicBezTo>
                <a:cubicBezTo>
                  <a:pt x="28695" y="6434"/>
                  <a:pt x="22267" y="0"/>
                  <a:pt x="14350" y="0"/>
                </a:cubicBezTo>
                <a:cubicBezTo>
                  <a:pt x="6428" y="0"/>
                  <a:pt x="0" y="6434"/>
                  <a:pt x="0" y="14345"/>
                </a:cubicBezTo>
                <a:cubicBezTo>
                  <a:pt x="0" y="22261"/>
                  <a:pt x="6428" y="28695"/>
                  <a:pt x="14350" y="28695"/>
                </a:cubicBezTo>
              </a:path>
            </a:pathLst>
          </a:custGeom>
          <a:noFill xmlns:a="http://schemas.openxmlformats.org/drawingml/2006/main"/>
          <a:ln xmlns:a="http://schemas.openxmlformats.org/drawingml/2006/main" w="7555">
            <a:solidFill>
              <a:srgbClr val="931100"/>
            </a:solidFill>
            <a:prstDash val="solid"/>
          </a:ln>
        </p:spPr>
      </p:sp>
      <p:sp>
        <p:nvSpPr>
          <p:cNvPr id="745" name="path-705">
            <a:extLst xmlns:a="http://schemas.openxmlformats.org/drawingml/2006/main">
              <a:ext uri="{FF2B5EF4-FFF2-40B4-BE49-F238E27FC236}">
                <a16:creationId xmlns:a16="http://schemas.microsoft.com/office/drawing/2014/main" id="{AE288ECD-D564-4016-BCA0-C21EEF0DF5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16512" y="9877628"/>
            <a:ext cx="93867" cy="30840"/>
          </a:xfrm>
          <a:custGeom xmlns:a="http://schemas.openxmlformats.org/drawingml/2006/main">
            <a:pathLst>
              <a:path w="81960" h="26928">
                <a:moveTo>
                  <a:pt x="495" y="13575"/>
                </a:moveTo>
                <a:cubicBezTo>
                  <a:pt x="990" y="16152"/>
                  <a:pt x="3381" y="17881"/>
                  <a:pt x="6019" y="17411"/>
                </a:cubicBezTo>
                <a:cubicBezTo>
                  <a:pt x="6432" y="17340"/>
                  <a:pt x="49307" y="9995"/>
                  <a:pt x="73962" y="26154"/>
                </a:cubicBezTo>
                <a:cubicBezTo>
                  <a:pt x="74787" y="26678"/>
                  <a:pt x="75693" y="26928"/>
                  <a:pt x="76600" y="26928"/>
                </a:cubicBezTo>
                <a:cubicBezTo>
                  <a:pt x="78085" y="26928"/>
                  <a:pt x="79650" y="26177"/>
                  <a:pt x="80558" y="24787"/>
                </a:cubicBezTo>
                <a:cubicBezTo>
                  <a:pt x="81960" y="22602"/>
                  <a:pt x="81382" y="19662"/>
                  <a:pt x="79156" y="18228"/>
                </a:cubicBezTo>
                <a:cubicBezTo>
                  <a:pt x="51369" y="0"/>
                  <a:pt x="6267" y="7744"/>
                  <a:pt x="4288" y="8087"/>
                </a:cubicBezTo>
                <a:cubicBezTo>
                  <a:pt x="1732" y="8542"/>
                  <a:pt x="0" y="10998"/>
                  <a:pt x="495" y="13575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" name="path-706">
            <a:extLst xmlns:a="http://schemas.openxmlformats.org/drawingml/2006/main">
              <a:ext uri="{FF2B5EF4-FFF2-40B4-BE49-F238E27FC236}">
                <a16:creationId xmlns:a16="http://schemas.microsoft.com/office/drawing/2014/main" id="{09EF8A38-F50A-46C3-9F26-33D7BA6C6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16508" y="9877659"/>
            <a:ext cx="93864" cy="30789"/>
          </a:xfrm>
          <a:custGeom xmlns:a="http://schemas.openxmlformats.org/drawingml/2006/main">
            <a:pathLst>
              <a:path w="81957" h="26884">
                <a:moveTo>
                  <a:pt x="494" y="13521"/>
                </a:moveTo>
                <a:cubicBezTo>
                  <a:pt x="994" y="16162"/>
                  <a:pt x="3385" y="17894"/>
                  <a:pt x="6020" y="17394"/>
                </a:cubicBezTo>
                <a:cubicBezTo>
                  <a:pt x="6434" y="17315"/>
                  <a:pt x="49309" y="9978"/>
                  <a:pt x="73961" y="26140"/>
                </a:cubicBezTo>
                <a:cubicBezTo>
                  <a:pt x="74790" y="26634"/>
                  <a:pt x="75693" y="26884"/>
                  <a:pt x="76602" y="26884"/>
                </a:cubicBezTo>
                <a:cubicBezTo>
                  <a:pt x="78084" y="26884"/>
                  <a:pt x="79651" y="26140"/>
                  <a:pt x="80560" y="24737"/>
                </a:cubicBezTo>
                <a:cubicBezTo>
                  <a:pt x="81957" y="22596"/>
                  <a:pt x="81383" y="19626"/>
                  <a:pt x="79157" y="18223"/>
                </a:cubicBezTo>
                <a:cubicBezTo>
                  <a:pt x="51371" y="0"/>
                  <a:pt x="6269" y="7752"/>
                  <a:pt x="4288" y="8081"/>
                </a:cubicBezTo>
                <a:cubicBezTo>
                  <a:pt x="1732" y="8490"/>
                  <a:pt x="0" y="10966"/>
                  <a:pt x="494" y="13521"/>
                </a:cubicBezTo>
              </a:path>
            </a:pathLst>
          </a:custGeom>
          <a:noFill xmlns:a="http://schemas.openxmlformats.org/drawingml/2006/main"/>
          <a:ln xmlns:a="http://schemas.openxmlformats.org/drawingml/2006/main" w="7555">
            <a:solidFill>
              <a:srgbClr val="931100"/>
            </a:solidFill>
            <a:prstDash val="solid"/>
          </a:ln>
        </p:spPr>
      </p:sp>
      <p:sp>
        <p:nvSpPr>
          <p:cNvPr id="747" name="path-707">
            <a:extLst xmlns:a="http://schemas.openxmlformats.org/drawingml/2006/main">
              <a:ext uri="{FF2B5EF4-FFF2-40B4-BE49-F238E27FC236}">
                <a16:creationId xmlns:a16="http://schemas.microsoft.com/office/drawing/2014/main" id="{7E76F66C-FF18-4FA5-B824-93E7CE1E6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71468" y="9741038"/>
            <a:ext cx="70258" cy="36282"/>
          </a:xfrm>
          <a:custGeom xmlns:a="http://schemas.openxmlformats.org/drawingml/2006/main">
            <a:pathLst>
              <a:path w="61345" h="31679">
                <a:moveTo>
                  <a:pt x="5194" y="31679"/>
                </a:moveTo>
                <a:cubicBezTo>
                  <a:pt x="6514" y="31679"/>
                  <a:pt x="7833" y="31161"/>
                  <a:pt x="8740" y="30142"/>
                </a:cubicBezTo>
                <a:cubicBezTo>
                  <a:pt x="9565" y="29232"/>
                  <a:pt x="29436" y="8112"/>
                  <a:pt x="53018" y="27105"/>
                </a:cubicBezTo>
                <a:cubicBezTo>
                  <a:pt x="55079" y="28746"/>
                  <a:pt x="58048" y="28421"/>
                  <a:pt x="59697" y="26381"/>
                </a:cubicBezTo>
                <a:cubicBezTo>
                  <a:pt x="61345" y="24342"/>
                  <a:pt x="61015" y="21362"/>
                  <a:pt x="58954" y="19725"/>
                </a:cubicBezTo>
                <a:cubicBezTo>
                  <a:pt x="34465" y="0"/>
                  <a:pt x="10802" y="13753"/>
                  <a:pt x="1732" y="23776"/>
                </a:cubicBezTo>
                <a:cubicBezTo>
                  <a:pt x="0" y="25712"/>
                  <a:pt x="82" y="28695"/>
                  <a:pt x="2061" y="30451"/>
                </a:cubicBezTo>
                <a:cubicBezTo>
                  <a:pt x="2969" y="31275"/>
                  <a:pt x="4122" y="31679"/>
                  <a:pt x="5194" y="31679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" name="path-708">
            <a:extLst xmlns:a="http://schemas.openxmlformats.org/drawingml/2006/main">
              <a:ext uri="{FF2B5EF4-FFF2-40B4-BE49-F238E27FC236}">
                <a16:creationId xmlns:a16="http://schemas.microsoft.com/office/drawing/2014/main" id="{574C3BB5-C51A-4AF9-B319-4012F3418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71462" y="9741014"/>
            <a:ext cx="70261" cy="36265"/>
          </a:xfrm>
          <a:custGeom xmlns:a="http://schemas.openxmlformats.org/drawingml/2006/main">
            <a:pathLst>
              <a:path w="61348" h="31665">
                <a:moveTo>
                  <a:pt x="5202" y="31665"/>
                </a:moveTo>
                <a:cubicBezTo>
                  <a:pt x="6514" y="31665"/>
                  <a:pt x="7837" y="31171"/>
                  <a:pt x="8740" y="30177"/>
                </a:cubicBezTo>
                <a:cubicBezTo>
                  <a:pt x="9569" y="29274"/>
                  <a:pt x="29439" y="8166"/>
                  <a:pt x="53023" y="27128"/>
                </a:cubicBezTo>
                <a:cubicBezTo>
                  <a:pt x="55085" y="28780"/>
                  <a:pt x="58049" y="28451"/>
                  <a:pt x="59701" y="26389"/>
                </a:cubicBezTo>
                <a:cubicBezTo>
                  <a:pt x="61348" y="24328"/>
                  <a:pt x="61019" y="21358"/>
                  <a:pt x="58958" y="19791"/>
                </a:cubicBezTo>
                <a:cubicBezTo>
                  <a:pt x="34470" y="0"/>
                  <a:pt x="10801" y="13771"/>
                  <a:pt x="1732" y="23828"/>
                </a:cubicBezTo>
                <a:cubicBezTo>
                  <a:pt x="0" y="25725"/>
                  <a:pt x="85" y="28695"/>
                  <a:pt x="2061" y="30512"/>
                </a:cubicBezTo>
                <a:cubicBezTo>
                  <a:pt x="2976" y="31336"/>
                  <a:pt x="4123" y="31665"/>
                  <a:pt x="5202" y="31665"/>
                </a:cubicBezTo>
              </a:path>
            </a:pathLst>
          </a:custGeom>
          <a:noFill xmlns:a="http://schemas.openxmlformats.org/drawingml/2006/main"/>
          <a:ln xmlns:a="http://schemas.openxmlformats.org/drawingml/2006/main" w="7555">
            <a:solidFill>
              <a:srgbClr val="931100"/>
            </a:solidFill>
            <a:prstDash val="solid"/>
          </a:ln>
        </p:spPr>
      </p:sp>
      <p:sp>
        <p:nvSpPr>
          <p:cNvPr id="749" name="path-709">
            <a:extLst xmlns:a="http://schemas.openxmlformats.org/drawingml/2006/main">
              <a:ext uri="{FF2B5EF4-FFF2-40B4-BE49-F238E27FC236}">
                <a16:creationId xmlns:a16="http://schemas.microsoft.com/office/drawing/2014/main" id="{611E9415-F237-4A6F-ACCC-50AA935AC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4042" y="9764229"/>
            <a:ext cx="69408" cy="22269"/>
          </a:xfrm>
          <a:custGeom xmlns:a="http://schemas.openxmlformats.org/drawingml/2006/main">
            <a:pathLst>
              <a:path w="60604" h="19444">
                <a:moveTo>
                  <a:pt x="5359" y="18817"/>
                </a:moveTo>
                <a:cubicBezTo>
                  <a:pt x="5854" y="18817"/>
                  <a:pt x="6348" y="18733"/>
                  <a:pt x="6844" y="18557"/>
                </a:cubicBezTo>
                <a:cubicBezTo>
                  <a:pt x="7091" y="18477"/>
                  <a:pt x="32074" y="10077"/>
                  <a:pt x="53512" y="18490"/>
                </a:cubicBezTo>
                <a:cubicBezTo>
                  <a:pt x="55903" y="19444"/>
                  <a:pt x="58707" y="18246"/>
                  <a:pt x="59614" y="15810"/>
                </a:cubicBezTo>
                <a:cubicBezTo>
                  <a:pt x="60604" y="13375"/>
                  <a:pt x="59366" y="10625"/>
                  <a:pt x="56975" y="9671"/>
                </a:cubicBezTo>
                <a:cubicBezTo>
                  <a:pt x="32239" y="0"/>
                  <a:pt x="4947" y="9207"/>
                  <a:pt x="3793" y="9604"/>
                </a:cubicBezTo>
                <a:cubicBezTo>
                  <a:pt x="1319" y="10458"/>
                  <a:pt x="0" y="13151"/>
                  <a:pt x="825" y="15622"/>
                </a:cubicBezTo>
                <a:cubicBezTo>
                  <a:pt x="1567" y="17584"/>
                  <a:pt x="3380" y="18817"/>
                  <a:pt x="5359" y="18817"/>
                </a:cubicBez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" name="path-710">
            <a:extLst xmlns:a="http://schemas.openxmlformats.org/drawingml/2006/main">
              <a:ext uri="{FF2B5EF4-FFF2-40B4-BE49-F238E27FC236}">
                <a16:creationId xmlns:a16="http://schemas.microsoft.com/office/drawing/2014/main" id="{FDF283F0-F0BE-4365-8A8D-E9649FB25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4040" y="9764245"/>
            <a:ext cx="69409" cy="22289"/>
          </a:xfrm>
          <a:custGeom xmlns:a="http://schemas.openxmlformats.org/drawingml/2006/main">
            <a:pathLst>
              <a:path w="60604" h="19461">
                <a:moveTo>
                  <a:pt x="5361" y="18803"/>
                </a:moveTo>
                <a:cubicBezTo>
                  <a:pt x="5849" y="18803"/>
                  <a:pt x="6349" y="18717"/>
                  <a:pt x="6843" y="18553"/>
                </a:cubicBezTo>
                <a:cubicBezTo>
                  <a:pt x="7093" y="18468"/>
                  <a:pt x="32074" y="10057"/>
                  <a:pt x="53512" y="18468"/>
                </a:cubicBezTo>
                <a:cubicBezTo>
                  <a:pt x="55902" y="19461"/>
                  <a:pt x="58708" y="18223"/>
                  <a:pt x="59611" y="15833"/>
                </a:cubicBezTo>
                <a:cubicBezTo>
                  <a:pt x="60604" y="13357"/>
                  <a:pt x="59366" y="10636"/>
                  <a:pt x="56976" y="9648"/>
                </a:cubicBezTo>
                <a:cubicBezTo>
                  <a:pt x="32324" y="0"/>
                  <a:pt x="4946" y="9234"/>
                  <a:pt x="3788" y="9563"/>
                </a:cubicBezTo>
                <a:cubicBezTo>
                  <a:pt x="1317" y="10472"/>
                  <a:pt x="0" y="13112"/>
                  <a:pt x="823" y="15583"/>
                </a:cubicBezTo>
                <a:cubicBezTo>
                  <a:pt x="1567" y="17565"/>
                  <a:pt x="3379" y="18803"/>
                  <a:pt x="5361" y="18803"/>
                </a:cubicBezTo>
              </a:path>
            </a:pathLst>
          </a:custGeom>
          <a:noFill xmlns:a="http://schemas.openxmlformats.org/drawingml/2006/main"/>
          <a:ln xmlns:a="http://schemas.openxmlformats.org/drawingml/2006/main" w="7555">
            <a:solidFill>
              <a:srgbClr val="931100"/>
            </a:solidFill>
            <a:prstDash val="solid"/>
          </a:ln>
        </p:spPr>
      </p:sp>
      <p:sp>
        <p:nvSpPr>
          <p:cNvPr id="751" name="path-711">
            <a:extLst xmlns:a="http://schemas.openxmlformats.org/drawingml/2006/main">
              <a:ext uri="{FF2B5EF4-FFF2-40B4-BE49-F238E27FC236}">
                <a16:creationId xmlns:a16="http://schemas.microsoft.com/office/drawing/2014/main" id="{27700137-8562-4A39-A423-BD7F968EF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06876" y="9691880"/>
            <a:ext cx="320411" cy="330514"/>
          </a:xfrm>
          <a:custGeom xmlns:a="http://schemas.openxmlformats.org/drawingml/2006/main">
            <a:pathLst>
              <a:path w="279766" h="288588">
                <a:moveTo>
                  <a:pt x="36528" y="248671"/>
                </a:moveTo>
                <a:cubicBezTo>
                  <a:pt x="38507" y="265593"/>
                  <a:pt x="45020" y="288141"/>
                  <a:pt x="78662" y="288569"/>
                </a:cubicBezTo>
                <a:cubicBezTo>
                  <a:pt x="79650" y="288582"/>
                  <a:pt x="80558" y="288588"/>
                  <a:pt x="81464" y="288588"/>
                </a:cubicBezTo>
                <a:cubicBezTo>
                  <a:pt x="102902" y="288588"/>
                  <a:pt x="116920" y="285358"/>
                  <a:pt x="124094" y="278771"/>
                </a:cubicBezTo>
                <a:cubicBezTo>
                  <a:pt x="129453" y="279387"/>
                  <a:pt x="134812" y="279756"/>
                  <a:pt x="139924" y="279756"/>
                </a:cubicBezTo>
                <a:cubicBezTo>
                  <a:pt x="217019" y="279756"/>
                  <a:pt x="279766" y="217005"/>
                  <a:pt x="279766" y="139877"/>
                </a:cubicBezTo>
                <a:cubicBezTo>
                  <a:pt x="279766" y="62748"/>
                  <a:pt x="217019" y="0"/>
                  <a:pt x="139924" y="0"/>
                </a:cubicBezTo>
                <a:cubicBezTo>
                  <a:pt x="62830" y="0"/>
                  <a:pt x="0" y="62751"/>
                  <a:pt x="0" y="139879"/>
                </a:cubicBezTo>
                <a:cubicBezTo>
                  <a:pt x="0" y="175099"/>
                  <a:pt x="13193" y="208585"/>
                  <a:pt x="36939" y="234484"/>
                </a:cubicBezTo>
                <a:cubicBezTo>
                  <a:pt x="36198" y="239686"/>
                  <a:pt x="36032" y="244371"/>
                  <a:pt x="36528" y="248671"/>
                </a:cubicBezTo>
                <a:moveTo>
                  <a:pt x="78826" y="279094"/>
                </a:moveTo>
                <a:cubicBezTo>
                  <a:pt x="53184" y="278769"/>
                  <a:pt x="47907" y="263752"/>
                  <a:pt x="46010" y="247571"/>
                </a:cubicBezTo>
                <a:cubicBezTo>
                  <a:pt x="45515" y="243612"/>
                  <a:pt x="45762" y="238971"/>
                  <a:pt x="46669" y="233786"/>
                </a:cubicBezTo>
                <a:cubicBezTo>
                  <a:pt x="48483" y="223672"/>
                  <a:pt x="52523" y="213461"/>
                  <a:pt x="55245" y="206702"/>
                </a:cubicBezTo>
                <a:cubicBezTo>
                  <a:pt x="56069" y="204751"/>
                  <a:pt x="56729" y="203046"/>
                  <a:pt x="57223" y="201648"/>
                </a:cubicBezTo>
                <a:cubicBezTo>
                  <a:pt x="59202" y="196371"/>
                  <a:pt x="58131" y="190009"/>
                  <a:pt x="57306" y="184394"/>
                </a:cubicBezTo>
                <a:cubicBezTo>
                  <a:pt x="56893" y="182127"/>
                  <a:pt x="56399" y="178870"/>
                  <a:pt x="56481" y="177279"/>
                </a:cubicBezTo>
                <a:cubicBezTo>
                  <a:pt x="58213" y="176792"/>
                  <a:pt x="60109" y="176536"/>
                  <a:pt x="61264" y="177338"/>
                </a:cubicBezTo>
                <a:cubicBezTo>
                  <a:pt x="64562" y="179642"/>
                  <a:pt x="64809" y="189958"/>
                  <a:pt x="64974" y="196121"/>
                </a:cubicBezTo>
                <a:cubicBezTo>
                  <a:pt x="64974" y="199121"/>
                  <a:pt x="65057" y="201953"/>
                  <a:pt x="65387" y="204283"/>
                </a:cubicBezTo>
                <a:cubicBezTo>
                  <a:pt x="66293" y="211972"/>
                  <a:pt x="72560" y="220773"/>
                  <a:pt x="96966" y="219055"/>
                </a:cubicBezTo>
                <a:cubicBezTo>
                  <a:pt x="102737" y="218650"/>
                  <a:pt x="111891" y="215970"/>
                  <a:pt x="122526" y="212872"/>
                </a:cubicBezTo>
                <a:cubicBezTo>
                  <a:pt x="132586" y="209939"/>
                  <a:pt x="143964" y="206620"/>
                  <a:pt x="153942" y="204824"/>
                </a:cubicBezTo>
                <a:cubicBezTo>
                  <a:pt x="160043" y="203731"/>
                  <a:pt x="162434" y="204770"/>
                  <a:pt x="162681" y="205419"/>
                </a:cubicBezTo>
                <a:cubicBezTo>
                  <a:pt x="163094" y="206889"/>
                  <a:pt x="161198" y="210258"/>
                  <a:pt x="159054" y="211117"/>
                </a:cubicBezTo>
                <a:cubicBezTo>
                  <a:pt x="151798" y="214012"/>
                  <a:pt x="120053" y="226014"/>
                  <a:pt x="119723" y="226134"/>
                </a:cubicBezTo>
                <a:cubicBezTo>
                  <a:pt x="117497" y="226971"/>
                  <a:pt x="116260" y="229304"/>
                  <a:pt x="116755" y="231609"/>
                </a:cubicBezTo>
                <a:cubicBezTo>
                  <a:pt x="117332" y="233911"/>
                  <a:pt x="119393" y="235455"/>
                  <a:pt x="121785" y="235285"/>
                </a:cubicBezTo>
                <a:cubicBezTo>
                  <a:pt x="122032" y="235259"/>
                  <a:pt x="122197" y="235267"/>
                  <a:pt x="122280" y="235275"/>
                </a:cubicBezTo>
                <a:cubicBezTo>
                  <a:pt x="123022" y="236886"/>
                  <a:pt x="122197" y="242538"/>
                  <a:pt x="120465" y="247063"/>
                </a:cubicBezTo>
                <a:cubicBezTo>
                  <a:pt x="119805" y="248957"/>
                  <a:pt x="120383" y="251089"/>
                  <a:pt x="121949" y="252370"/>
                </a:cubicBezTo>
                <a:cubicBezTo>
                  <a:pt x="125412" y="255194"/>
                  <a:pt x="121785" y="259958"/>
                  <a:pt x="121043" y="260865"/>
                </a:cubicBezTo>
                <a:cubicBezTo>
                  <a:pt x="120136" y="261949"/>
                  <a:pt x="119723" y="263378"/>
                  <a:pt x="119971" y="264764"/>
                </a:cubicBezTo>
                <a:cubicBezTo>
                  <a:pt x="120465" y="267214"/>
                  <a:pt x="119971" y="269144"/>
                  <a:pt x="118651" y="270833"/>
                </a:cubicBezTo>
                <a:cubicBezTo>
                  <a:pt x="115930" y="274074"/>
                  <a:pt x="107355" y="279478"/>
                  <a:pt x="78826" y="279093"/>
                </a:cubicBezTo>
                <a:lnTo>
                  <a:pt x="78826" y="279094"/>
                </a:lnTo>
                <a:moveTo>
                  <a:pt x="139924" y="9467"/>
                </a:moveTo>
                <a:cubicBezTo>
                  <a:pt x="211824" y="9467"/>
                  <a:pt x="270366" y="67966"/>
                  <a:pt x="270366" y="139874"/>
                </a:cubicBezTo>
                <a:cubicBezTo>
                  <a:pt x="270366" y="211780"/>
                  <a:pt x="211824" y="270279"/>
                  <a:pt x="139924" y="270279"/>
                </a:cubicBezTo>
                <a:cubicBezTo>
                  <a:pt x="136461" y="270279"/>
                  <a:pt x="132916" y="270125"/>
                  <a:pt x="129288" y="269822"/>
                </a:cubicBezTo>
                <a:cubicBezTo>
                  <a:pt x="129371" y="269503"/>
                  <a:pt x="129371" y="269169"/>
                  <a:pt x="129453" y="268844"/>
                </a:cubicBezTo>
                <a:cubicBezTo>
                  <a:pt x="129453" y="268569"/>
                  <a:pt x="129535" y="268300"/>
                  <a:pt x="129535" y="268022"/>
                </a:cubicBezTo>
                <a:cubicBezTo>
                  <a:pt x="129617" y="267088"/>
                  <a:pt x="129617" y="266137"/>
                  <a:pt x="129535" y="265158"/>
                </a:cubicBezTo>
                <a:cubicBezTo>
                  <a:pt x="131102" y="262847"/>
                  <a:pt x="133246" y="258611"/>
                  <a:pt x="132833" y="253922"/>
                </a:cubicBezTo>
                <a:cubicBezTo>
                  <a:pt x="132586" y="251572"/>
                  <a:pt x="131761" y="249400"/>
                  <a:pt x="130360" y="247512"/>
                </a:cubicBezTo>
                <a:cubicBezTo>
                  <a:pt x="131514" y="243426"/>
                  <a:pt x="132916" y="236855"/>
                  <a:pt x="131102" y="231944"/>
                </a:cubicBezTo>
                <a:cubicBezTo>
                  <a:pt x="141078" y="228148"/>
                  <a:pt x="157487" y="221933"/>
                  <a:pt x="162516" y="219905"/>
                </a:cubicBezTo>
                <a:cubicBezTo>
                  <a:pt x="168536" y="217510"/>
                  <a:pt x="173731" y="209691"/>
                  <a:pt x="171752" y="202801"/>
                </a:cubicBezTo>
                <a:cubicBezTo>
                  <a:pt x="171669" y="202608"/>
                  <a:pt x="171669" y="202399"/>
                  <a:pt x="171587" y="202182"/>
                </a:cubicBezTo>
                <a:cubicBezTo>
                  <a:pt x="170926" y="200426"/>
                  <a:pt x="169443" y="197928"/>
                  <a:pt x="166145" y="196362"/>
                </a:cubicBezTo>
                <a:cubicBezTo>
                  <a:pt x="163176" y="194988"/>
                  <a:pt x="158806" y="194329"/>
                  <a:pt x="152292" y="195496"/>
                </a:cubicBezTo>
                <a:cubicBezTo>
                  <a:pt x="141821" y="197382"/>
                  <a:pt x="130195" y="200778"/>
                  <a:pt x="119888" y="203776"/>
                </a:cubicBezTo>
                <a:cubicBezTo>
                  <a:pt x="110159" y="206601"/>
                  <a:pt x="101006" y="209268"/>
                  <a:pt x="96306" y="209605"/>
                </a:cubicBezTo>
                <a:cubicBezTo>
                  <a:pt x="86907" y="210261"/>
                  <a:pt x="75528" y="209678"/>
                  <a:pt x="74704" y="203122"/>
                </a:cubicBezTo>
                <a:cubicBezTo>
                  <a:pt x="74539" y="201269"/>
                  <a:pt x="74456" y="198669"/>
                  <a:pt x="74373" y="195917"/>
                </a:cubicBezTo>
                <a:cubicBezTo>
                  <a:pt x="74209" y="186426"/>
                  <a:pt x="73961" y="174612"/>
                  <a:pt x="66623" y="169554"/>
                </a:cubicBezTo>
                <a:cubicBezTo>
                  <a:pt x="62912" y="166949"/>
                  <a:pt x="58131" y="166637"/>
                  <a:pt x="52358" y="168638"/>
                </a:cubicBezTo>
                <a:cubicBezTo>
                  <a:pt x="45515" y="171029"/>
                  <a:pt x="46835" y="178916"/>
                  <a:pt x="47907" y="185878"/>
                </a:cubicBezTo>
                <a:cubicBezTo>
                  <a:pt x="48648" y="190350"/>
                  <a:pt x="49390" y="195421"/>
                  <a:pt x="48318" y="198383"/>
                </a:cubicBezTo>
                <a:cubicBezTo>
                  <a:pt x="47824" y="199709"/>
                  <a:pt x="47163" y="201327"/>
                  <a:pt x="46422" y="203178"/>
                </a:cubicBezTo>
                <a:cubicBezTo>
                  <a:pt x="46010" y="204252"/>
                  <a:pt x="45515" y="205431"/>
                  <a:pt x="45102" y="206664"/>
                </a:cubicBezTo>
                <a:cubicBezTo>
                  <a:pt x="44938" y="207058"/>
                  <a:pt x="44773" y="207440"/>
                  <a:pt x="44608" y="207848"/>
                </a:cubicBezTo>
                <a:cubicBezTo>
                  <a:pt x="44195" y="208999"/>
                  <a:pt x="43701" y="210197"/>
                  <a:pt x="43206" y="211451"/>
                </a:cubicBezTo>
                <a:cubicBezTo>
                  <a:pt x="43124" y="211731"/>
                  <a:pt x="43041" y="211989"/>
                  <a:pt x="42958" y="212274"/>
                </a:cubicBezTo>
                <a:cubicBezTo>
                  <a:pt x="42382" y="213742"/>
                  <a:pt x="41887" y="215277"/>
                  <a:pt x="41310" y="216856"/>
                </a:cubicBezTo>
                <a:cubicBezTo>
                  <a:pt x="41227" y="217259"/>
                  <a:pt x="41062" y="217671"/>
                  <a:pt x="40979" y="218081"/>
                </a:cubicBezTo>
                <a:cubicBezTo>
                  <a:pt x="40485" y="219384"/>
                  <a:pt x="40155" y="220710"/>
                  <a:pt x="39743" y="222063"/>
                </a:cubicBezTo>
                <a:cubicBezTo>
                  <a:pt x="39661" y="222366"/>
                  <a:pt x="39496" y="222652"/>
                  <a:pt x="39413" y="222959"/>
                </a:cubicBezTo>
                <a:cubicBezTo>
                  <a:pt x="20119" y="199599"/>
                  <a:pt x="9483" y="170420"/>
                  <a:pt x="9483" y="139871"/>
                </a:cubicBezTo>
                <a:cubicBezTo>
                  <a:pt x="9483" y="67966"/>
                  <a:pt x="68025" y="9464"/>
                  <a:pt x="139924" y="9464"/>
                </a:cubicBezTo>
                <a:lnTo>
                  <a:pt x="139924" y="9467"/>
                </a:lnTo>
              </a:path>
            </a:pathLst>
          </a:custGeom>
          <a:solidFill xmlns:a="http://schemas.openxmlformats.org/drawingml/2006/main">
            <a:srgbClr val="9311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" name="path-712">
            <a:extLst xmlns:a="http://schemas.openxmlformats.org/drawingml/2006/main">
              <a:ext uri="{FF2B5EF4-FFF2-40B4-BE49-F238E27FC236}">
                <a16:creationId xmlns:a16="http://schemas.microsoft.com/office/drawing/2014/main" id="{F0A7D3D9-1D65-467D-8E06-9534E773A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06873" y="9691909"/>
            <a:ext cx="320412" cy="330519"/>
          </a:xfrm>
          <a:custGeom xmlns:a="http://schemas.openxmlformats.org/drawingml/2006/main">
            <a:pathLst>
              <a:path w="279767" h="288592">
                <a:moveTo>
                  <a:pt x="36532" y="248681"/>
                </a:moveTo>
                <a:cubicBezTo>
                  <a:pt x="38508" y="265587"/>
                  <a:pt x="45022" y="288092"/>
                  <a:pt x="78663" y="288507"/>
                </a:cubicBezTo>
                <a:cubicBezTo>
                  <a:pt x="79651" y="288592"/>
                  <a:pt x="80560" y="288592"/>
                  <a:pt x="81463" y="288592"/>
                </a:cubicBezTo>
                <a:cubicBezTo>
                  <a:pt x="102906" y="288592"/>
                  <a:pt x="116921" y="285372"/>
                  <a:pt x="124094" y="278779"/>
                </a:cubicBezTo>
                <a:cubicBezTo>
                  <a:pt x="129454" y="279353"/>
                  <a:pt x="134815" y="279767"/>
                  <a:pt x="139926" y="279767"/>
                </a:cubicBezTo>
                <a:cubicBezTo>
                  <a:pt x="217016" y="279767"/>
                  <a:pt x="279767" y="217016"/>
                  <a:pt x="279767" y="139841"/>
                </a:cubicBezTo>
                <a:cubicBezTo>
                  <a:pt x="279767" y="62745"/>
                  <a:pt x="217016" y="0"/>
                  <a:pt x="139926" y="0"/>
                </a:cubicBezTo>
                <a:cubicBezTo>
                  <a:pt x="62831" y="0"/>
                  <a:pt x="0" y="62745"/>
                  <a:pt x="0" y="139841"/>
                </a:cubicBezTo>
                <a:cubicBezTo>
                  <a:pt x="0" y="175050"/>
                  <a:pt x="13192" y="208526"/>
                  <a:pt x="37026" y="234501"/>
                </a:cubicBezTo>
                <a:cubicBezTo>
                  <a:pt x="36197" y="239692"/>
                  <a:pt x="36032" y="244309"/>
                  <a:pt x="36532" y="248681"/>
                </a:cubicBezTo>
                <a:moveTo>
                  <a:pt x="78828" y="279109"/>
                </a:moveTo>
                <a:cubicBezTo>
                  <a:pt x="53188" y="278779"/>
                  <a:pt x="47907" y="263770"/>
                  <a:pt x="46010" y="247529"/>
                </a:cubicBezTo>
                <a:cubicBezTo>
                  <a:pt x="45516" y="243570"/>
                  <a:pt x="45760" y="238954"/>
                  <a:pt x="46669" y="233757"/>
                </a:cubicBezTo>
                <a:cubicBezTo>
                  <a:pt x="48486" y="223615"/>
                  <a:pt x="52523" y="213473"/>
                  <a:pt x="55249" y="206709"/>
                </a:cubicBezTo>
                <a:cubicBezTo>
                  <a:pt x="56067" y="204733"/>
                  <a:pt x="56726" y="203001"/>
                  <a:pt x="57226" y="201598"/>
                </a:cubicBezTo>
                <a:cubicBezTo>
                  <a:pt x="59202" y="196323"/>
                  <a:pt x="58128" y="189974"/>
                  <a:pt x="57311" y="184369"/>
                </a:cubicBezTo>
                <a:cubicBezTo>
                  <a:pt x="56896" y="182143"/>
                  <a:pt x="56396" y="178843"/>
                  <a:pt x="56482" y="177276"/>
                </a:cubicBezTo>
                <a:cubicBezTo>
                  <a:pt x="58214" y="176782"/>
                  <a:pt x="60110" y="176538"/>
                  <a:pt x="61263" y="177276"/>
                </a:cubicBezTo>
                <a:cubicBezTo>
                  <a:pt x="64563" y="179581"/>
                  <a:pt x="64807" y="189974"/>
                  <a:pt x="64971" y="196073"/>
                </a:cubicBezTo>
                <a:cubicBezTo>
                  <a:pt x="64971" y="199128"/>
                  <a:pt x="65057" y="201928"/>
                  <a:pt x="65386" y="204239"/>
                </a:cubicBezTo>
                <a:cubicBezTo>
                  <a:pt x="66295" y="211990"/>
                  <a:pt x="72558" y="220730"/>
                  <a:pt x="96972" y="218998"/>
                </a:cubicBezTo>
                <a:cubicBezTo>
                  <a:pt x="102736" y="218669"/>
                  <a:pt x="111890" y="215949"/>
                  <a:pt x="122526" y="212814"/>
                </a:cubicBezTo>
                <a:cubicBezTo>
                  <a:pt x="132589" y="209929"/>
                  <a:pt x="143964" y="206630"/>
                  <a:pt x="153942" y="204818"/>
                </a:cubicBezTo>
                <a:cubicBezTo>
                  <a:pt x="160046" y="203745"/>
                  <a:pt x="162437" y="204733"/>
                  <a:pt x="162681" y="205397"/>
                </a:cubicBezTo>
                <a:cubicBezTo>
                  <a:pt x="163090" y="206874"/>
                  <a:pt x="161199" y="210258"/>
                  <a:pt x="159053" y="211082"/>
                </a:cubicBezTo>
                <a:cubicBezTo>
                  <a:pt x="151801" y="213967"/>
                  <a:pt x="120056" y="226006"/>
                  <a:pt x="119727" y="226091"/>
                </a:cubicBezTo>
                <a:cubicBezTo>
                  <a:pt x="117495" y="226914"/>
                  <a:pt x="116263" y="229305"/>
                  <a:pt x="116757" y="231611"/>
                </a:cubicBezTo>
                <a:cubicBezTo>
                  <a:pt x="117330" y="233922"/>
                  <a:pt x="119392" y="235404"/>
                  <a:pt x="121788" y="235240"/>
                </a:cubicBezTo>
                <a:cubicBezTo>
                  <a:pt x="122032" y="235240"/>
                  <a:pt x="122197" y="235240"/>
                  <a:pt x="122282" y="235240"/>
                </a:cubicBezTo>
                <a:cubicBezTo>
                  <a:pt x="123020" y="236892"/>
                  <a:pt x="122197" y="242497"/>
                  <a:pt x="120465" y="247035"/>
                </a:cubicBezTo>
                <a:cubicBezTo>
                  <a:pt x="119806" y="248931"/>
                  <a:pt x="120385" y="251072"/>
                  <a:pt x="121953" y="252310"/>
                </a:cubicBezTo>
                <a:cubicBezTo>
                  <a:pt x="125411" y="255195"/>
                  <a:pt x="121788" y="259897"/>
                  <a:pt x="121044" y="260800"/>
                </a:cubicBezTo>
                <a:cubicBezTo>
                  <a:pt x="120136" y="261958"/>
                  <a:pt x="119727" y="263355"/>
                  <a:pt x="119971" y="264758"/>
                </a:cubicBezTo>
                <a:cubicBezTo>
                  <a:pt x="120465" y="267234"/>
                  <a:pt x="119971" y="269131"/>
                  <a:pt x="118653" y="270778"/>
                </a:cubicBezTo>
                <a:cubicBezTo>
                  <a:pt x="115933" y="274077"/>
                  <a:pt x="107358" y="279438"/>
                  <a:pt x="78828" y="279109"/>
                </a:cubicBezTo>
                <a:moveTo>
                  <a:pt x="139926" y="9484"/>
                </a:moveTo>
                <a:cubicBezTo>
                  <a:pt x="211826" y="9484"/>
                  <a:pt x="270369" y="67941"/>
                  <a:pt x="270369" y="139841"/>
                </a:cubicBezTo>
                <a:cubicBezTo>
                  <a:pt x="270369" y="211746"/>
                  <a:pt x="211826" y="270284"/>
                  <a:pt x="139926" y="270284"/>
                </a:cubicBezTo>
                <a:cubicBezTo>
                  <a:pt x="136462" y="270284"/>
                  <a:pt x="132919" y="270119"/>
                  <a:pt x="129290" y="269790"/>
                </a:cubicBezTo>
                <a:cubicBezTo>
                  <a:pt x="129369" y="269460"/>
                  <a:pt x="129369" y="269131"/>
                  <a:pt x="129454" y="268801"/>
                </a:cubicBezTo>
                <a:cubicBezTo>
                  <a:pt x="129454" y="268552"/>
                  <a:pt x="129534" y="268307"/>
                  <a:pt x="129534" y="267978"/>
                </a:cubicBezTo>
                <a:cubicBezTo>
                  <a:pt x="129619" y="267069"/>
                  <a:pt x="129619" y="266081"/>
                  <a:pt x="129534" y="265173"/>
                </a:cubicBezTo>
                <a:cubicBezTo>
                  <a:pt x="131101" y="262861"/>
                  <a:pt x="133248" y="258574"/>
                  <a:pt x="132833" y="253878"/>
                </a:cubicBezTo>
                <a:cubicBezTo>
                  <a:pt x="132589" y="251566"/>
                  <a:pt x="131760" y="249340"/>
                  <a:pt x="130363" y="247529"/>
                </a:cubicBezTo>
                <a:cubicBezTo>
                  <a:pt x="131516" y="243406"/>
                  <a:pt x="132919" y="236807"/>
                  <a:pt x="131101" y="231940"/>
                </a:cubicBezTo>
                <a:cubicBezTo>
                  <a:pt x="141079" y="228152"/>
                  <a:pt x="157491" y="221883"/>
                  <a:pt x="162517" y="219907"/>
                </a:cubicBezTo>
                <a:cubicBezTo>
                  <a:pt x="168536" y="217516"/>
                  <a:pt x="173732" y="209685"/>
                  <a:pt x="171750" y="202757"/>
                </a:cubicBezTo>
                <a:cubicBezTo>
                  <a:pt x="171671" y="202586"/>
                  <a:pt x="171671" y="202342"/>
                  <a:pt x="171586" y="202177"/>
                </a:cubicBezTo>
                <a:cubicBezTo>
                  <a:pt x="170927" y="200360"/>
                  <a:pt x="169439" y="197890"/>
                  <a:pt x="166145" y="196323"/>
                </a:cubicBezTo>
                <a:cubicBezTo>
                  <a:pt x="163175" y="195005"/>
                  <a:pt x="158808" y="194346"/>
                  <a:pt x="152295" y="195499"/>
                </a:cubicBezTo>
                <a:cubicBezTo>
                  <a:pt x="141823" y="197396"/>
                  <a:pt x="130198" y="200775"/>
                  <a:pt x="119891" y="203745"/>
                </a:cubicBezTo>
                <a:cubicBezTo>
                  <a:pt x="110158" y="206545"/>
                  <a:pt x="101009" y="209270"/>
                  <a:pt x="96307" y="209600"/>
                </a:cubicBezTo>
                <a:cubicBezTo>
                  <a:pt x="86909" y="210258"/>
                  <a:pt x="75528" y="209685"/>
                  <a:pt x="74705" y="203086"/>
                </a:cubicBezTo>
                <a:cubicBezTo>
                  <a:pt x="74540" y="201275"/>
                  <a:pt x="74455" y="198634"/>
                  <a:pt x="74376" y="195908"/>
                </a:cubicBezTo>
                <a:cubicBezTo>
                  <a:pt x="74211" y="186430"/>
                  <a:pt x="73967" y="174556"/>
                  <a:pt x="66624" y="169524"/>
                </a:cubicBezTo>
                <a:cubicBezTo>
                  <a:pt x="62910" y="166884"/>
                  <a:pt x="58128" y="166639"/>
                  <a:pt x="52359" y="168616"/>
                </a:cubicBezTo>
                <a:cubicBezTo>
                  <a:pt x="45516" y="171006"/>
                  <a:pt x="46839" y="178923"/>
                  <a:pt x="47907" y="185851"/>
                </a:cubicBezTo>
                <a:cubicBezTo>
                  <a:pt x="48650" y="190303"/>
                  <a:pt x="49394" y="195414"/>
                  <a:pt x="48315" y="198384"/>
                </a:cubicBezTo>
                <a:cubicBezTo>
                  <a:pt x="47821" y="199702"/>
                  <a:pt x="47168" y="201275"/>
                  <a:pt x="46424" y="203171"/>
                </a:cubicBezTo>
                <a:cubicBezTo>
                  <a:pt x="46010" y="204239"/>
                  <a:pt x="45516" y="205397"/>
                  <a:pt x="45107" y="206630"/>
                </a:cubicBezTo>
                <a:cubicBezTo>
                  <a:pt x="44942" y="207044"/>
                  <a:pt x="44778" y="207459"/>
                  <a:pt x="44607" y="207782"/>
                </a:cubicBezTo>
                <a:cubicBezTo>
                  <a:pt x="44193" y="208935"/>
                  <a:pt x="43699" y="210173"/>
                  <a:pt x="43210" y="211411"/>
                </a:cubicBezTo>
                <a:cubicBezTo>
                  <a:pt x="43125" y="211746"/>
                  <a:pt x="43045" y="211990"/>
                  <a:pt x="42960" y="212235"/>
                </a:cubicBezTo>
                <a:cubicBezTo>
                  <a:pt x="42381" y="213723"/>
                  <a:pt x="41887" y="215290"/>
                  <a:pt x="41313" y="216852"/>
                </a:cubicBezTo>
                <a:cubicBezTo>
                  <a:pt x="41228" y="217266"/>
                  <a:pt x="41064" y="217681"/>
                  <a:pt x="40984" y="218090"/>
                </a:cubicBezTo>
                <a:cubicBezTo>
                  <a:pt x="40490" y="219328"/>
                  <a:pt x="40155" y="220730"/>
                  <a:pt x="39740" y="222053"/>
                </a:cubicBezTo>
                <a:cubicBezTo>
                  <a:pt x="39661" y="222377"/>
                  <a:pt x="39496" y="222627"/>
                  <a:pt x="39411" y="222956"/>
                </a:cubicBezTo>
                <a:cubicBezTo>
                  <a:pt x="20120" y="199537"/>
                  <a:pt x="9484" y="170433"/>
                  <a:pt x="9484" y="139841"/>
                </a:cubicBezTo>
                <a:cubicBezTo>
                  <a:pt x="9484" y="67941"/>
                  <a:pt x="68027" y="9484"/>
                  <a:pt x="139926" y="9484"/>
                </a:cubicBezTo>
              </a:path>
            </a:pathLst>
          </a:custGeom>
          <a:noFill xmlns:a="http://schemas.openxmlformats.org/drawingml/2006/main"/>
          <a:ln xmlns:a="http://schemas.openxmlformats.org/drawingml/2006/main" w="7555">
            <a:solidFill>
              <a:srgbClr val="931100"/>
            </a:solidFill>
            <a:prstDash val="solid"/>
          </a:ln>
        </p:spPr>
      </p:sp>
      <p:sp>
        <p:nvSpPr>
          <p:cNvPr id="753" name="path-713">
            <a:extLst xmlns:a="http://schemas.openxmlformats.org/drawingml/2006/main">
              <a:ext uri="{FF2B5EF4-FFF2-40B4-BE49-F238E27FC236}">
                <a16:creationId xmlns:a16="http://schemas.microsoft.com/office/drawing/2014/main" id="{7EDFA477-C3D3-4120-A696-AC46EB4A6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53998" y="9390692"/>
            <a:ext cx="191699" cy="275036"/>
          </a:xfrm>
          <a:custGeom xmlns:a="http://schemas.openxmlformats.org/drawingml/2006/main">
            <a:pathLst>
              <a:path w="167381" h="240148">
                <a:moveTo>
                  <a:pt x="167381" y="84647"/>
                </a:moveTo>
                <a:cubicBezTo>
                  <a:pt x="167299" y="61213"/>
                  <a:pt x="157323" y="38808"/>
                  <a:pt x="139842" y="23150"/>
                </a:cubicBezTo>
                <a:cubicBezTo>
                  <a:pt x="122362" y="7497"/>
                  <a:pt x="98862" y="0"/>
                  <a:pt x="75363" y="2573"/>
                </a:cubicBezTo>
                <a:cubicBezTo>
                  <a:pt x="36939" y="6832"/>
                  <a:pt x="6349" y="37905"/>
                  <a:pt x="2557" y="76445"/>
                </a:cubicBezTo>
                <a:cubicBezTo>
                  <a:pt x="0" y="102281"/>
                  <a:pt x="9482" y="127235"/>
                  <a:pt x="28364" y="144887"/>
                </a:cubicBezTo>
                <a:cubicBezTo>
                  <a:pt x="35456" y="151565"/>
                  <a:pt x="39496" y="161117"/>
                  <a:pt x="39743" y="171188"/>
                </a:cubicBezTo>
                <a:cubicBezTo>
                  <a:pt x="36445" y="173836"/>
                  <a:pt x="34301" y="177869"/>
                  <a:pt x="34301" y="182436"/>
                </a:cubicBezTo>
                <a:lnTo>
                  <a:pt x="34301" y="204081"/>
                </a:lnTo>
                <a:cubicBezTo>
                  <a:pt x="34301" y="212039"/>
                  <a:pt x="40733" y="218508"/>
                  <a:pt x="48731" y="218507"/>
                </a:cubicBezTo>
                <a:lnTo>
                  <a:pt x="51205" y="218506"/>
                </a:lnTo>
                <a:lnTo>
                  <a:pt x="58955" y="235863"/>
                </a:lnTo>
                <a:cubicBezTo>
                  <a:pt x="60109" y="238467"/>
                  <a:pt x="62664" y="240148"/>
                  <a:pt x="65551" y="240148"/>
                </a:cubicBezTo>
                <a:lnTo>
                  <a:pt x="104057" y="240139"/>
                </a:lnTo>
                <a:cubicBezTo>
                  <a:pt x="106861" y="240139"/>
                  <a:pt x="109416" y="238464"/>
                  <a:pt x="110653" y="235851"/>
                </a:cubicBezTo>
                <a:lnTo>
                  <a:pt x="118321" y="218491"/>
                </a:lnTo>
                <a:lnTo>
                  <a:pt x="120877" y="218491"/>
                </a:lnTo>
                <a:cubicBezTo>
                  <a:pt x="128793" y="218490"/>
                  <a:pt x="135306" y="212016"/>
                  <a:pt x="135306" y="204060"/>
                </a:cubicBezTo>
                <a:lnTo>
                  <a:pt x="135306" y="182415"/>
                </a:lnTo>
                <a:cubicBezTo>
                  <a:pt x="135306" y="177841"/>
                  <a:pt x="133080" y="173809"/>
                  <a:pt x="129782" y="171163"/>
                </a:cubicBezTo>
                <a:cubicBezTo>
                  <a:pt x="130029" y="161003"/>
                  <a:pt x="133905" y="151602"/>
                  <a:pt x="140749" y="145294"/>
                </a:cubicBezTo>
                <a:cubicBezTo>
                  <a:pt x="157651" y="129758"/>
                  <a:pt x="167381" y="107649"/>
                  <a:pt x="167381" y="84653"/>
                </a:cubicBezTo>
                <a:lnTo>
                  <a:pt x="167381" y="84647"/>
                </a:lnTo>
                <a:moveTo>
                  <a:pt x="99357" y="225706"/>
                </a:moveTo>
                <a:lnTo>
                  <a:pt x="70251" y="225713"/>
                </a:lnTo>
                <a:lnTo>
                  <a:pt x="67035" y="218500"/>
                </a:lnTo>
                <a:lnTo>
                  <a:pt x="102573" y="218491"/>
                </a:lnTo>
                <a:lnTo>
                  <a:pt x="99357" y="225706"/>
                </a:lnTo>
                <a:moveTo>
                  <a:pt x="48731" y="204074"/>
                </a:moveTo>
                <a:lnTo>
                  <a:pt x="48731" y="182431"/>
                </a:lnTo>
                <a:lnTo>
                  <a:pt x="120877" y="182414"/>
                </a:lnTo>
                <a:lnTo>
                  <a:pt x="120877" y="204059"/>
                </a:lnTo>
                <a:lnTo>
                  <a:pt x="48731" y="204074"/>
                </a:lnTo>
                <a:moveTo>
                  <a:pt x="115435" y="167987"/>
                </a:moveTo>
                <a:lnTo>
                  <a:pt x="54090" y="167999"/>
                </a:lnTo>
                <a:cubicBezTo>
                  <a:pt x="53101" y="155128"/>
                  <a:pt x="47411" y="143045"/>
                  <a:pt x="38176" y="134354"/>
                </a:cubicBezTo>
                <a:cubicBezTo>
                  <a:pt x="22592" y="119778"/>
                  <a:pt x="14842" y="99172"/>
                  <a:pt x="16904" y="77840"/>
                </a:cubicBezTo>
                <a:cubicBezTo>
                  <a:pt x="19954" y="46556"/>
                  <a:pt x="45762" y="20361"/>
                  <a:pt x="76930" y="16916"/>
                </a:cubicBezTo>
                <a:cubicBezTo>
                  <a:pt x="96718" y="14746"/>
                  <a:pt x="115600" y="20787"/>
                  <a:pt x="130195" y="33894"/>
                </a:cubicBezTo>
                <a:cubicBezTo>
                  <a:pt x="144624" y="46820"/>
                  <a:pt x="152952" y="65316"/>
                  <a:pt x="152952" y="84651"/>
                </a:cubicBezTo>
                <a:cubicBezTo>
                  <a:pt x="152952" y="103626"/>
                  <a:pt x="144954" y="121860"/>
                  <a:pt x="130937" y="134692"/>
                </a:cubicBezTo>
                <a:cubicBezTo>
                  <a:pt x="121949" y="143047"/>
                  <a:pt x="116424" y="155025"/>
                  <a:pt x="115435" y="167991"/>
                </a:cubicBezTo>
                <a:lnTo>
                  <a:pt x="115435" y="167987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" name="path-714">
            <a:extLst xmlns:a="http://schemas.openxmlformats.org/drawingml/2006/main">
              <a:ext uri="{FF2B5EF4-FFF2-40B4-BE49-F238E27FC236}">
                <a16:creationId xmlns:a16="http://schemas.microsoft.com/office/drawing/2014/main" id="{49802CF6-D981-4331-BEF8-56DE3406E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54000" y="9390671"/>
            <a:ext cx="191694" cy="275080"/>
          </a:xfrm>
          <a:custGeom xmlns:a="http://schemas.openxmlformats.org/drawingml/2006/main">
            <a:pathLst>
              <a:path w="167378" h="240186">
                <a:moveTo>
                  <a:pt x="167378" y="84683"/>
                </a:moveTo>
                <a:cubicBezTo>
                  <a:pt x="167292" y="61263"/>
                  <a:pt x="157315" y="38837"/>
                  <a:pt x="139841" y="23170"/>
                </a:cubicBezTo>
                <a:cubicBezTo>
                  <a:pt x="122356" y="7502"/>
                  <a:pt x="98857" y="0"/>
                  <a:pt x="75358" y="2555"/>
                </a:cubicBezTo>
                <a:cubicBezTo>
                  <a:pt x="36935" y="6843"/>
                  <a:pt x="6349" y="37929"/>
                  <a:pt x="2550" y="76437"/>
                </a:cubicBezTo>
                <a:cubicBezTo>
                  <a:pt x="0" y="102321"/>
                  <a:pt x="9478" y="127223"/>
                  <a:pt x="28360" y="144872"/>
                </a:cubicBezTo>
                <a:cubicBezTo>
                  <a:pt x="35453" y="151551"/>
                  <a:pt x="39491" y="161114"/>
                  <a:pt x="39740" y="171171"/>
                </a:cubicBezTo>
                <a:cubicBezTo>
                  <a:pt x="36441" y="173897"/>
                  <a:pt x="34294" y="177855"/>
                  <a:pt x="34294" y="182472"/>
                </a:cubicBezTo>
                <a:lnTo>
                  <a:pt x="34294" y="204074"/>
                </a:lnTo>
                <a:cubicBezTo>
                  <a:pt x="34294" y="212070"/>
                  <a:pt x="40729" y="218504"/>
                  <a:pt x="48724" y="218504"/>
                </a:cubicBezTo>
                <a:lnTo>
                  <a:pt x="51200" y="218504"/>
                </a:lnTo>
                <a:lnTo>
                  <a:pt x="58952" y="235898"/>
                </a:lnTo>
                <a:cubicBezTo>
                  <a:pt x="60105" y="238459"/>
                  <a:pt x="62660" y="240186"/>
                  <a:pt x="65545" y="240186"/>
                </a:cubicBezTo>
                <a:lnTo>
                  <a:pt x="104053" y="240186"/>
                </a:lnTo>
                <a:cubicBezTo>
                  <a:pt x="106858" y="240186"/>
                  <a:pt x="109414" y="238459"/>
                  <a:pt x="110652" y="235898"/>
                </a:cubicBezTo>
                <a:lnTo>
                  <a:pt x="118318" y="218504"/>
                </a:lnTo>
                <a:lnTo>
                  <a:pt x="120874" y="218504"/>
                </a:lnTo>
                <a:cubicBezTo>
                  <a:pt x="128790" y="218504"/>
                  <a:pt x="135304" y="212070"/>
                  <a:pt x="135304" y="204074"/>
                </a:cubicBezTo>
                <a:lnTo>
                  <a:pt x="135304" y="182472"/>
                </a:lnTo>
                <a:cubicBezTo>
                  <a:pt x="135304" y="177855"/>
                  <a:pt x="133078" y="173812"/>
                  <a:pt x="129778" y="171171"/>
                </a:cubicBezTo>
                <a:cubicBezTo>
                  <a:pt x="130028" y="161034"/>
                  <a:pt x="133901" y="151630"/>
                  <a:pt x="140744" y="145281"/>
                </a:cubicBezTo>
                <a:cubicBezTo>
                  <a:pt x="157650" y="129784"/>
                  <a:pt x="167378" y="107688"/>
                  <a:pt x="167378" y="84683"/>
                </a:cubicBezTo>
                <a:moveTo>
                  <a:pt x="99351" y="225756"/>
                </a:moveTo>
                <a:lnTo>
                  <a:pt x="102571" y="218504"/>
                </a:lnTo>
                <a:lnTo>
                  <a:pt x="67033" y="218504"/>
                </a:lnTo>
                <a:lnTo>
                  <a:pt x="70247" y="225756"/>
                </a:lnTo>
                <a:close/>
                <a:moveTo>
                  <a:pt x="48724" y="204074"/>
                </a:moveTo>
                <a:lnTo>
                  <a:pt x="120874" y="204074"/>
                </a:lnTo>
                <a:lnTo>
                  <a:pt x="120874" y="182472"/>
                </a:lnTo>
                <a:lnTo>
                  <a:pt x="48724" y="182472"/>
                </a:lnTo>
                <a:close/>
                <a:moveTo>
                  <a:pt x="115433" y="168042"/>
                </a:moveTo>
                <a:lnTo>
                  <a:pt x="54085" y="168042"/>
                </a:lnTo>
                <a:cubicBezTo>
                  <a:pt x="53097" y="155180"/>
                  <a:pt x="47407" y="143055"/>
                  <a:pt x="38173" y="134401"/>
                </a:cubicBezTo>
                <a:cubicBezTo>
                  <a:pt x="22590" y="119806"/>
                  <a:pt x="14839" y="99192"/>
                  <a:pt x="16900" y="77840"/>
                </a:cubicBezTo>
                <a:cubicBezTo>
                  <a:pt x="19950" y="46589"/>
                  <a:pt x="45760" y="20364"/>
                  <a:pt x="76925" y="16900"/>
                </a:cubicBezTo>
                <a:cubicBezTo>
                  <a:pt x="96716" y="14759"/>
                  <a:pt x="115598" y="20779"/>
                  <a:pt x="130187" y="33891"/>
                </a:cubicBezTo>
                <a:cubicBezTo>
                  <a:pt x="144617" y="46833"/>
                  <a:pt x="152948" y="65306"/>
                  <a:pt x="152948" y="84683"/>
                </a:cubicBezTo>
                <a:cubicBezTo>
                  <a:pt x="152948" y="103644"/>
                  <a:pt x="144946" y="121868"/>
                  <a:pt x="130937" y="134730"/>
                </a:cubicBezTo>
                <a:cubicBezTo>
                  <a:pt x="121941" y="143055"/>
                  <a:pt x="116422" y="155015"/>
                  <a:pt x="115433" y="168042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9051"/>
            </a:solidFill>
            <a:prstDash val="solid"/>
          </a:ln>
        </p:spPr>
      </p:sp>
      <p:sp>
        <p:nvSpPr>
          <p:cNvPr id="755" name="path-715">
            <a:extLst xmlns:a="http://schemas.openxmlformats.org/drawingml/2006/main">
              <a:ext uri="{FF2B5EF4-FFF2-40B4-BE49-F238E27FC236}">
                <a16:creationId xmlns:a16="http://schemas.microsoft.com/office/drawing/2014/main" id="{D5DBB093-A657-47D3-8968-82950A18EA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89693" y="9429908"/>
            <a:ext cx="61476" cy="61661"/>
          </a:xfrm>
          <a:custGeom xmlns:a="http://schemas.openxmlformats.org/drawingml/2006/main">
            <a:pathLst>
              <a:path w="53678" h="53840">
                <a:moveTo>
                  <a:pt x="45267" y="392"/>
                </a:moveTo>
                <a:cubicBezTo>
                  <a:pt x="21603" y="3010"/>
                  <a:pt x="2721" y="22160"/>
                  <a:pt x="413" y="45926"/>
                </a:cubicBezTo>
                <a:cubicBezTo>
                  <a:pt x="0" y="49894"/>
                  <a:pt x="2886" y="53414"/>
                  <a:pt x="6844" y="53804"/>
                </a:cubicBezTo>
                <a:cubicBezTo>
                  <a:pt x="7091" y="53825"/>
                  <a:pt x="7338" y="53840"/>
                  <a:pt x="7586" y="53840"/>
                </a:cubicBezTo>
                <a:cubicBezTo>
                  <a:pt x="11214" y="53840"/>
                  <a:pt x="14430" y="51046"/>
                  <a:pt x="14760" y="47323"/>
                </a:cubicBezTo>
                <a:cubicBezTo>
                  <a:pt x="16408" y="30592"/>
                  <a:pt x="30179" y="16585"/>
                  <a:pt x="46835" y="14741"/>
                </a:cubicBezTo>
                <a:cubicBezTo>
                  <a:pt x="50792" y="14301"/>
                  <a:pt x="53678" y="10736"/>
                  <a:pt x="53182" y="6775"/>
                </a:cubicBezTo>
                <a:cubicBezTo>
                  <a:pt x="52770" y="2814"/>
                  <a:pt x="49225" y="0"/>
                  <a:pt x="45267" y="390"/>
                </a:cubicBezTo>
                <a:lnTo>
                  <a:pt x="45267" y="392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" name="path-716">
            <a:extLst xmlns:a="http://schemas.openxmlformats.org/drawingml/2006/main">
              <a:ext uri="{FF2B5EF4-FFF2-40B4-BE49-F238E27FC236}">
                <a16:creationId xmlns:a16="http://schemas.microsoft.com/office/drawing/2014/main" id="{D2345C52-BFAA-4C4B-8250-1AD922064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89693" y="9429954"/>
            <a:ext cx="61474" cy="61663"/>
          </a:xfrm>
          <a:custGeom xmlns:a="http://schemas.openxmlformats.org/drawingml/2006/main">
            <a:pathLst>
              <a:path w="53676" h="53841">
                <a:moveTo>
                  <a:pt x="45266" y="329"/>
                </a:moveTo>
                <a:cubicBezTo>
                  <a:pt x="21602" y="2970"/>
                  <a:pt x="2720" y="22096"/>
                  <a:pt x="409" y="45930"/>
                </a:cubicBezTo>
                <a:cubicBezTo>
                  <a:pt x="0" y="49888"/>
                  <a:pt x="2885" y="53347"/>
                  <a:pt x="6843" y="53761"/>
                </a:cubicBezTo>
                <a:cubicBezTo>
                  <a:pt x="7087" y="53761"/>
                  <a:pt x="7337" y="53841"/>
                  <a:pt x="7587" y="53841"/>
                </a:cubicBezTo>
                <a:cubicBezTo>
                  <a:pt x="11210" y="53841"/>
                  <a:pt x="14430" y="51036"/>
                  <a:pt x="14759" y="47248"/>
                </a:cubicBezTo>
                <a:cubicBezTo>
                  <a:pt x="16412" y="30592"/>
                  <a:pt x="30177" y="16576"/>
                  <a:pt x="46833" y="14680"/>
                </a:cubicBezTo>
                <a:cubicBezTo>
                  <a:pt x="50791" y="14265"/>
                  <a:pt x="53676" y="10722"/>
                  <a:pt x="53182" y="6763"/>
                </a:cubicBezTo>
                <a:cubicBezTo>
                  <a:pt x="52768" y="2805"/>
                  <a:pt x="49224" y="0"/>
                  <a:pt x="45266" y="329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9051"/>
            </a:solidFill>
            <a:prstDash val="solid"/>
          </a:ln>
        </p:spPr>
      </p:sp>
      <p:sp>
        <p:nvSpPr>
          <p:cNvPr id="757" name="path-717">
            <a:extLst xmlns:a="http://schemas.openxmlformats.org/drawingml/2006/main">
              <a:ext uri="{FF2B5EF4-FFF2-40B4-BE49-F238E27FC236}">
                <a16:creationId xmlns:a16="http://schemas.microsoft.com/office/drawing/2014/main" id="{E34E3C86-8561-4A1D-9B0E-AD7A1D971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2765" y="9335211"/>
            <a:ext cx="16525" cy="41312"/>
          </a:xfrm>
          <a:custGeom xmlns:a="http://schemas.openxmlformats.org/drawingml/2006/main">
            <a:pathLst>
              <a:path w="14429" h="36072">
                <a:moveTo>
                  <a:pt x="7256" y="36072"/>
                </a:moveTo>
                <a:cubicBezTo>
                  <a:pt x="11214" y="36070"/>
                  <a:pt x="14429" y="32845"/>
                  <a:pt x="14429" y="28856"/>
                </a:cubicBezTo>
                <a:lnTo>
                  <a:pt x="14429" y="7206"/>
                </a:lnTo>
                <a:cubicBezTo>
                  <a:pt x="14429" y="3224"/>
                  <a:pt x="11214" y="0"/>
                  <a:pt x="7256" y="0"/>
                </a:cubicBezTo>
                <a:cubicBezTo>
                  <a:pt x="3216" y="0"/>
                  <a:pt x="0" y="3224"/>
                  <a:pt x="0" y="7215"/>
                </a:cubicBezTo>
                <a:lnTo>
                  <a:pt x="0" y="28858"/>
                </a:lnTo>
                <a:cubicBezTo>
                  <a:pt x="0" y="32848"/>
                  <a:pt x="3216" y="36072"/>
                  <a:pt x="7256" y="36072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" name="path-718">
            <a:extLst xmlns:a="http://schemas.openxmlformats.org/drawingml/2006/main">
              <a:ext uri="{FF2B5EF4-FFF2-40B4-BE49-F238E27FC236}">
                <a16:creationId xmlns:a16="http://schemas.microsoft.com/office/drawing/2014/main" id="{C074D683-F0FA-4826-B17D-C3DA4734B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2764" y="9335238"/>
            <a:ext cx="16526" cy="41267"/>
          </a:xfrm>
          <a:custGeom xmlns:a="http://schemas.openxmlformats.org/drawingml/2006/main">
            <a:pathLst>
              <a:path w="14430" h="36032">
                <a:moveTo>
                  <a:pt x="7258" y="36032"/>
                </a:moveTo>
                <a:cubicBezTo>
                  <a:pt x="11210" y="36032"/>
                  <a:pt x="14430" y="32818"/>
                  <a:pt x="14430" y="28860"/>
                </a:cubicBezTo>
                <a:lnTo>
                  <a:pt x="14430" y="7172"/>
                </a:lnTo>
                <a:cubicBezTo>
                  <a:pt x="14430" y="3220"/>
                  <a:pt x="11210" y="0"/>
                  <a:pt x="7258" y="0"/>
                </a:cubicBezTo>
                <a:cubicBezTo>
                  <a:pt x="3214" y="0"/>
                  <a:pt x="0" y="3220"/>
                  <a:pt x="0" y="7172"/>
                </a:cubicBezTo>
                <a:lnTo>
                  <a:pt x="0" y="28860"/>
                </a:lnTo>
                <a:cubicBezTo>
                  <a:pt x="0" y="32818"/>
                  <a:pt x="3214" y="36032"/>
                  <a:pt x="7258" y="36032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9051"/>
            </a:solidFill>
            <a:prstDash val="solid"/>
          </a:ln>
        </p:spPr>
      </p:sp>
      <p:sp>
        <p:nvSpPr>
          <p:cNvPr id="759" name="path-719">
            <a:extLst xmlns:a="http://schemas.openxmlformats.org/drawingml/2006/main">
              <a:ext uri="{FF2B5EF4-FFF2-40B4-BE49-F238E27FC236}">
                <a16:creationId xmlns:a16="http://schemas.microsoft.com/office/drawing/2014/main" id="{671883A6-EC01-47A3-A10B-5855920940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0957" y="9380414"/>
            <a:ext cx="35696" cy="34856"/>
          </a:xfrm>
          <a:custGeom xmlns:a="http://schemas.openxmlformats.org/drawingml/2006/main">
            <a:pathLst>
              <a:path w="31168" h="30434">
                <a:moveTo>
                  <a:pt x="18139" y="28322"/>
                </a:moveTo>
                <a:cubicBezTo>
                  <a:pt x="19542" y="29729"/>
                  <a:pt x="21355" y="30434"/>
                  <a:pt x="23251" y="30434"/>
                </a:cubicBezTo>
                <a:cubicBezTo>
                  <a:pt x="25065" y="30434"/>
                  <a:pt x="26962" y="29726"/>
                  <a:pt x="28364" y="28319"/>
                </a:cubicBezTo>
                <a:cubicBezTo>
                  <a:pt x="31168" y="25498"/>
                  <a:pt x="31168" y="20938"/>
                  <a:pt x="28364" y="18117"/>
                </a:cubicBezTo>
                <a:lnTo>
                  <a:pt x="13027" y="2820"/>
                </a:lnTo>
                <a:cubicBezTo>
                  <a:pt x="10224" y="0"/>
                  <a:pt x="5606" y="0"/>
                  <a:pt x="2803" y="2821"/>
                </a:cubicBezTo>
                <a:cubicBezTo>
                  <a:pt x="0" y="5642"/>
                  <a:pt x="0" y="10202"/>
                  <a:pt x="2803" y="13023"/>
                </a:cubicBezTo>
                <a:lnTo>
                  <a:pt x="18139" y="28322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" name="path-720">
            <a:extLst xmlns:a="http://schemas.openxmlformats.org/drawingml/2006/main">
              <a:ext uri="{FF2B5EF4-FFF2-40B4-BE49-F238E27FC236}">
                <a16:creationId xmlns:a16="http://schemas.microsoft.com/office/drawing/2014/main" id="{DF370B51-B33C-4DE5-B8BB-F7CCD34E3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0950" y="9380375"/>
            <a:ext cx="35700" cy="34945"/>
          </a:xfrm>
          <a:custGeom xmlns:a="http://schemas.openxmlformats.org/drawingml/2006/main">
            <a:pathLst>
              <a:path w="31171" h="30512">
                <a:moveTo>
                  <a:pt x="18144" y="28366"/>
                </a:moveTo>
                <a:cubicBezTo>
                  <a:pt x="19547" y="29768"/>
                  <a:pt x="21358" y="30512"/>
                  <a:pt x="23255" y="30512"/>
                </a:cubicBezTo>
                <a:cubicBezTo>
                  <a:pt x="25066" y="30512"/>
                  <a:pt x="26963" y="29768"/>
                  <a:pt x="28371" y="28366"/>
                </a:cubicBezTo>
                <a:cubicBezTo>
                  <a:pt x="31171" y="25560"/>
                  <a:pt x="31171" y="20944"/>
                  <a:pt x="28371" y="18144"/>
                </a:cubicBezTo>
                <a:lnTo>
                  <a:pt x="13033" y="2885"/>
                </a:lnTo>
                <a:cubicBezTo>
                  <a:pt x="10228" y="0"/>
                  <a:pt x="5611" y="0"/>
                  <a:pt x="2811" y="2885"/>
                </a:cubicBezTo>
                <a:cubicBezTo>
                  <a:pt x="0" y="5690"/>
                  <a:pt x="0" y="10228"/>
                  <a:pt x="2811" y="13027"/>
                </a:cubicBezTo>
                <a:lnTo>
                  <a:pt x="18144" y="28366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9051"/>
            </a:solidFill>
            <a:prstDash val="solid"/>
          </a:ln>
        </p:spPr>
      </p:sp>
      <p:sp>
        <p:nvSpPr>
          <p:cNvPr id="761" name="path-721">
            <a:extLst xmlns:a="http://schemas.openxmlformats.org/drawingml/2006/main">
              <a:ext uri="{FF2B5EF4-FFF2-40B4-BE49-F238E27FC236}">
                <a16:creationId xmlns:a16="http://schemas.microsoft.com/office/drawing/2014/main" id="{32E86F28-E4A0-4400-96DC-E6CCD2C91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498" y="9584848"/>
            <a:ext cx="35696" cy="34857"/>
          </a:xfrm>
          <a:custGeom xmlns:a="http://schemas.openxmlformats.org/drawingml/2006/main">
            <a:pathLst>
              <a:path w="31168" h="30436">
                <a:moveTo>
                  <a:pt x="13028" y="2820"/>
                </a:moveTo>
                <a:cubicBezTo>
                  <a:pt x="10225" y="0"/>
                  <a:pt x="5607" y="1"/>
                  <a:pt x="2804" y="2821"/>
                </a:cubicBezTo>
                <a:cubicBezTo>
                  <a:pt x="0" y="5643"/>
                  <a:pt x="0" y="10202"/>
                  <a:pt x="2804" y="13023"/>
                </a:cubicBezTo>
                <a:lnTo>
                  <a:pt x="18140" y="28322"/>
                </a:lnTo>
                <a:cubicBezTo>
                  <a:pt x="19542" y="29729"/>
                  <a:pt x="21356" y="30436"/>
                  <a:pt x="23252" y="30434"/>
                </a:cubicBezTo>
                <a:cubicBezTo>
                  <a:pt x="25066" y="30434"/>
                  <a:pt x="26962" y="29727"/>
                  <a:pt x="28364" y="28320"/>
                </a:cubicBezTo>
                <a:cubicBezTo>
                  <a:pt x="31168" y="25499"/>
                  <a:pt x="31168" y="20939"/>
                  <a:pt x="28364" y="18118"/>
                </a:cubicBezTo>
                <a:lnTo>
                  <a:pt x="13028" y="2820"/>
                </a:ln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" name="path-722">
            <a:extLst xmlns:a="http://schemas.openxmlformats.org/drawingml/2006/main">
              <a:ext uri="{FF2B5EF4-FFF2-40B4-BE49-F238E27FC236}">
                <a16:creationId xmlns:a16="http://schemas.microsoft.com/office/drawing/2014/main" id="{C7F9A82A-DA87-40F9-A820-E0ED384E7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496" y="9584824"/>
            <a:ext cx="35700" cy="34848"/>
          </a:xfrm>
          <a:custGeom xmlns:a="http://schemas.openxmlformats.org/drawingml/2006/main">
            <a:pathLst>
              <a:path w="31171" h="30427">
                <a:moveTo>
                  <a:pt x="13027" y="2805"/>
                </a:moveTo>
                <a:cubicBezTo>
                  <a:pt x="10228" y="0"/>
                  <a:pt x="5605" y="0"/>
                  <a:pt x="2800" y="2885"/>
                </a:cubicBezTo>
                <a:cubicBezTo>
                  <a:pt x="0" y="5690"/>
                  <a:pt x="0" y="10222"/>
                  <a:pt x="2800" y="13027"/>
                </a:cubicBezTo>
                <a:lnTo>
                  <a:pt x="18138" y="28366"/>
                </a:lnTo>
                <a:cubicBezTo>
                  <a:pt x="19541" y="29768"/>
                  <a:pt x="21352" y="30427"/>
                  <a:pt x="23249" y="30427"/>
                </a:cubicBezTo>
                <a:cubicBezTo>
                  <a:pt x="25066" y="30427"/>
                  <a:pt x="26963" y="29768"/>
                  <a:pt x="28360" y="28366"/>
                </a:cubicBezTo>
                <a:cubicBezTo>
                  <a:pt x="31171" y="25560"/>
                  <a:pt x="31171" y="20944"/>
                  <a:pt x="28360" y="18138"/>
                </a:cubicBezTo>
                <a:lnTo>
                  <a:pt x="13027" y="2805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9051"/>
            </a:solidFill>
            <a:prstDash val="solid"/>
          </a:ln>
        </p:spPr>
      </p:sp>
      <p:sp>
        <p:nvSpPr>
          <p:cNvPr id="763" name="path-723">
            <a:extLst xmlns:a="http://schemas.openxmlformats.org/drawingml/2006/main">
              <a:ext uri="{FF2B5EF4-FFF2-40B4-BE49-F238E27FC236}">
                <a16:creationId xmlns:a16="http://schemas.microsoft.com/office/drawing/2014/main" id="{CC1D8847-8334-4805-B9F8-8809B74B5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85818" y="9492228"/>
            <a:ext cx="41267" cy="16533"/>
          </a:xfrm>
          <a:custGeom xmlns:a="http://schemas.openxmlformats.org/drawingml/2006/main">
            <a:pathLst>
              <a:path w="36032" h="14436">
                <a:moveTo>
                  <a:pt x="28858" y="1"/>
                </a:moveTo>
                <a:lnTo>
                  <a:pt x="7173" y="6"/>
                </a:lnTo>
                <a:cubicBezTo>
                  <a:pt x="3216" y="7"/>
                  <a:pt x="0" y="3233"/>
                  <a:pt x="0" y="7221"/>
                </a:cubicBezTo>
                <a:cubicBezTo>
                  <a:pt x="0" y="11211"/>
                  <a:pt x="3216" y="14436"/>
                  <a:pt x="7256" y="14434"/>
                </a:cubicBezTo>
                <a:lnTo>
                  <a:pt x="28858" y="14430"/>
                </a:lnTo>
                <a:cubicBezTo>
                  <a:pt x="32817" y="14430"/>
                  <a:pt x="36032" y="11203"/>
                  <a:pt x="36032" y="7214"/>
                </a:cubicBezTo>
                <a:cubicBezTo>
                  <a:pt x="36032" y="3224"/>
                  <a:pt x="32817" y="0"/>
                  <a:pt x="28858" y="1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" name="path-724">
            <a:extLst xmlns:a="http://schemas.openxmlformats.org/drawingml/2006/main">
              <a:ext uri="{FF2B5EF4-FFF2-40B4-BE49-F238E27FC236}">
                <a16:creationId xmlns:a16="http://schemas.microsoft.com/office/drawing/2014/main" id="{19C8F9D0-2E91-4DA5-BEBD-1AFDA052C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85813" y="9492189"/>
            <a:ext cx="41273" cy="16617"/>
          </a:xfrm>
          <a:custGeom xmlns:a="http://schemas.openxmlformats.org/drawingml/2006/main">
            <a:pathLst>
              <a:path w="36038" h="14509">
                <a:moveTo>
                  <a:pt x="28860" y="80"/>
                </a:moveTo>
                <a:lnTo>
                  <a:pt x="7178" y="80"/>
                </a:lnTo>
                <a:cubicBezTo>
                  <a:pt x="3220" y="80"/>
                  <a:pt x="0" y="3294"/>
                  <a:pt x="0" y="7252"/>
                </a:cubicBezTo>
                <a:cubicBezTo>
                  <a:pt x="0" y="11210"/>
                  <a:pt x="3220" y="14509"/>
                  <a:pt x="7258" y="14509"/>
                </a:cubicBezTo>
                <a:lnTo>
                  <a:pt x="28860" y="14430"/>
                </a:lnTo>
                <a:cubicBezTo>
                  <a:pt x="32818" y="14430"/>
                  <a:pt x="36038" y="11210"/>
                  <a:pt x="36038" y="7252"/>
                </a:cubicBezTo>
                <a:cubicBezTo>
                  <a:pt x="36038" y="3294"/>
                  <a:pt x="32818" y="0"/>
                  <a:pt x="28860" y="8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9051"/>
            </a:solidFill>
            <a:prstDash val="solid"/>
          </a:ln>
        </p:spPr>
      </p:sp>
      <p:sp>
        <p:nvSpPr>
          <p:cNvPr id="765" name="path-725">
            <a:extLst xmlns:a="http://schemas.openxmlformats.org/drawingml/2006/main">
              <a:ext uri="{FF2B5EF4-FFF2-40B4-BE49-F238E27FC236}">
                <a16:creationId xmlns:a16="http://schemas.microsoft.com/office/drawing/2014/main" id="{0B86DB07-1D78-40E1-B4AF-045834792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4970" y="9492166"/>
            <a:ext cx="41362" cy="16533"/>
          </a:xfrm>
          <a:custGeom xmlns:a="http://schemas.openxmlformats.org/drawingml/2006/main">
            <a:pathLst>
              <a:path w="36115" h="14436">
                <a:moveTo>
                  <a:pt x="28859" y="1"/>
                </a:moveTo>
                <a:lnTo>
                  <a:pt x="7256" y="6"/>
                </a:lnTo>
                <a:cubicBezTo>
                  <a:pt x="3299" y="6"/>
                  <a:pt x="0" y="3233"/>
                  <a:pt x="0" y="7222"/>
                </a:cubicBezTo>
                <a:cubicBezTo>
                  <a:pt x="0" y="11211"/>
                  <a:pt x="3299" y="14436"/>
                  <a:pt x="7256" y="14434"/>
                </a:cubicBezTo>
                <a:lnTo>
                  <a:pt x="28859" y="14430"/>
                </a:lnTo>
                <a:cubicBezTo>
                  <a:pt x="32900" y="14428"/>
                  <a:pt x="36115" y="11203"/>
                  <a:pt x="36115" y="7214"/>
                </a:cubicBezTo>
                <a:cubicBezTo>
                  <a:pt x="36115" y="3224"/>
                  <a:pt x="32900" y="0"/>
                  <a:pt x="28859" y="1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" name="path-726">
            <a:extLst xmlns:a="http://schemas.openxmlformats.org/drawingml/2006/main">
              <a:ext uri="{FF2B5EF4-FFF2-40B4-BE49-F238E27FC236}">
                <a16:creationId xmlns:a16="http://schemas.microsoft.com/office/drawing/2014/main" id="{C19E4069-D09E-4289-A402-C7F0573C6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4968" y="9492189"/>
            <a:ext cx="41364" cy="16526"/>
          </a:xfrm>
          <a:custGeom xmlns:a="http://schemas.openxmlformats.org/drawingml/2006/main">
            <a:pathLst>
              <a:path w="36117" h="14430">
                <a:moveTo>
                  <a:pt x="28860" y="0"/>
                </a:moveTo>
                <a:lnTo>
                  <a:pt x="7258" y="0"/>
                </a:lnTo>
                <a:cubicBezTo>
                  <a:pt x="3299" y="0"/>
                  <a:pt x="0" y="3209"/>
                  <a:pt x="0" y="7167"/>
                </a:cubicBezTo>
                <a:cubicBezTo>
                  <a:pt x="0" y="11210"/>
                  <a:pt x="3299" y="14430"/>
                  <a:pt x="7258" y="14430"/>
                </a:cubicBezTo>
                <a:lnTo>
                  <a:pt x="28860" y="14430"/>
                </a:lnTo>
                <a:cubicBezTo>
                  <a:pt x="32897" y="14430"/>
                  <a:pt x="36117" y="11210"/>
                  <a:pt x="36117" y="7167"/>
                </a:cubicBezTo>
                <a:cubicBezTo>
                  <a:pt x="36117" y="3209"/>
                  <a:pt x="32897" y="0"/>
                  <a:pt x="28860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9051"/>
            </a:solidFill>
            <a:prstDash val="solid"/>
          </a:ln>
        </p:spPr>
      </p:sp>
      <p:sp>
        <p:nvSpPr>
          <p:cNvPr id="767" name="path-727">
            <a:extLst xmlns:a="http://schemas.openxmlformats.org/drawingml/2006/main">
              <a:ext uri="{FF2B5EF4-FFF2-40B4-BE49-F238E27FC236}">
                <a16:creationId xmlns:a16="http://schemas.microsoft.com/office/drawing/2014/main" id="{94FBF798-5DE3-408F-9879-2DC97C8227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1052" y="9584887"/>
            <a:ext cx="35601" cy="34866"/>
          </a:xfrm>
          <a:custGeom xmlns:a="http://schemas.openxmlformats.org/drawingml/2006/main">
            <a:pathLst>
              <a:path w="31085" h="30443">
                <a:moveTo>
                  <a:pt x="18057" y="2822"/>
                </a:moveTo>
                <a:lnTo>
                  <a:pt x="2803" y="18127"/>
                </a:lnTo>
                <a:cubicBezTo>
                  <a:pt x="0" y="20949"/>
                  <a:pt x="0" y="25508"/>
                  <a:pt x="2803" y="28330"/>
                </a:cubicBezTo>
                <a:cubicBezTo>
                  <a:pt x="4205" y="29736"/>
                  <a:pt x="6019" y="30443"/>
                  <a:pt x="7915" y="30443"/>
                </a:cubicBezTo>
                <a:cubicBezTo>
                  <a:pt x="9729" y="30441"/>
                  <a:pt x="11543" y="29734"/>
                  <a:pt x="12945" y="28327"/>
                </a:cubicBezTo>
                <a:lnTo>
                  <a:pt x="28281" y="13023"/>
                </a:lnTo>
                <a:cubicBezTo>
                  <a:pt x="31085" y="10202"/>
                  <a:pt x="31085" y="5642"/>
                  <a:pt x="28281" y="2821"/>
                </a:cubicBezTo>
                <a:cubicBezTo>
                  <a:pt x="25478" y="0"/>
                  <a:pt x="20943" y="1"/>
                  <a:pt x="18057" y="2822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" name="path-728">
            <a:extLst xmlns:a="http://schemas.openxmlformats.org/drawingml/2006/main">
              <a:ext uri="{FF2B5EF4-FFF2-40B4-BE49-F238E27FC236}">
                <a16:creationId xmlns:a16="http://schemas.microsoft.com/office/drawing/2014/main" id="{58E9819A-D4F5-45A1-A7F9-C0935C93D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1047" y="9584921"/>
            <a:ext cx="35602" cy="34841"/>
          </a:xfrm>
          <a:custGeom xmlns:a="http://schemas.openxmlformats.org/drawingml/2006/main">
            <a:pathLst>
              <a:path w="31086" h="30421">
                <a:moveTo>
                  <a:pt x="18059" y="2800"/>
                </a:moveTo>
                <a:lnTo>
                  <a:pt x="2805" y="18138"/>
                </a:lnTo>
                <a:cubicBezTo>
                  <a:pt x="0" y="20944"/>
                  <a:pt x="0" y="25475"/>
                  <a:pt x="2805" y="28281"/>
                </a:cubicBezTo>
                <a:cubicBezTo>
                  <a:pt x="4202" y="29683"/>
                  <a:pt x="6020" y="30421"/>
                  <a:pt x="7916" y="30421"/>
                </a:cubicBezTo>
                <a:cubicBezTo>
                  <a:pt x="9734" y="30421"/>
                  <a:pt x="11545" y="29683"/>
                  <a:pt x="12948" y="28281"/>
                </a:cubicBezTo>
                <a:lnTo>
                  <a:pt x="28286" y="13027"/>
                </a:lnTo>
                <a:cubicBezTo>
                  <a:pt x="31086" y="10137"/>
                  <a:pt x="31086" y="5605"/>
                  <a:pt x="28286" y="2800"/>
                </a:cubicBezTo>
                <a:cubicBezTo>
                  <a:pt x="25481" y="0"/>
                  <a:pt x="20944" y="0"/>
                  <a:pt x="18059" y="280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9051"/>
            </a:solidFill>
            <a:prstDash val="solid"/>
          </a:ln>
        </p:spPr>
      </p:sp>
      <p:sp>
        <p:nvSpPr>
          <p:cNvPr id="769" name="path-729">
            <a:extLst xmlns:a="http://schemas.openxmlformats.org/drawingml/2006/main">
              <a:ext uri="{FF2B5EF4-FFF2-40B4-BE49-F238E27FC236}">
                <a16:creationId xmlns:a16="http://schemas.microsoft.com/office/drawing/2014/main" id="{440C849F-67E4-4761-9541-FCE261E8D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498" y="9380357"/>
            <a:ext cx="35601" cy="34866"/>
          </a:xfrm>
          <a:custGeom xmlns:a="http://schemas.openxmlformats.org/drawingml/2006/main">
            <a:pathLst>
              <a:path w="31085" h="30443">
                <a:moveTo>
                  <a:pt x="18057" y="2822"/>
                </a:moveTo>
                <a:lnTo>
                  <a:pt x="2804" y="18127"/>
                </a:lnTo>
                <a:cubicBezTo>
                  <a:pt x="0" y="20948"/>
                  <a:pt x="0" y="25508"/>
                  <a:pt x="2804" y="28329"/>
                </a:cubicBezTo>
                <a:cubicBezTo>
                  <a:pt x="4205" y="29736"/>
                  <a:pt x="6020" y="30443"/>
                  <a:pt x="7916" y="30441"/>
                </a:cubicBezTo>
                <a:cubicBezTo>
                  <a:pt x="9730" y="30441"/>
                  <a:pt x="11626" y="29734"/>
                  <a:pt x="13028" y="28326"/>
                </a:cubicBezTo>
                <a:lnTo>
                  <a:pt x="28282" y="13023"/>
                </a:lnTo>
                <a:cubicBezTo>
                  <a:pt x="31085" y="10201"/>
                  <a:pt x="31085" y="5640"/>
                  <a:pt x="28282" y="2821"/>
                </a:cubicBezTo>
                <a:cubicBezTo>
                  <a:pt x="25479" y="0"/>
                  <a:pt x="20944" y="1"/>
                  <a:pt x="18057" y="2822"/>
                </a:cubicBezTo>
              </a:path>
            </a:pathLst>
          </a:custGeom>
          <a:solidFill xmlns:a="http://schemas.openxmlformats.org/drawingml/2006/main">
            <a:srgbClr val="00905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" name="path-730">
            <a:extLst xmlns:a="http://schemas.openxmlformats.org/drawingml/2006/main">
              <a:ext uri="{FF2B5EF4-FFF2-40B4-BE49-F238E27FC236}">
                <a16:creationId xmlns:a16="http://schemas.microsoft.com/office/drawing/2014/main" id="{C316C958-F786-44EA-B1B5-2A5831208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496" y="9380375"/>
            <a:ext cx="35602" cy="34848"/>
          </a:xfrm>
          <a:custGeom xmlns:a="http://schemas.openxmlformats.org/drawingml/2006/main">
            <a:pathLst>
              <a:path w="31086" h="30427">
                <a:moveTo>
                  <a:pt x="18059" y="2805"/>
                </a:moveTo>
                <a:lnTo>
                  <a:pt x="2800" y="18144"/>
                </a:lnTo>
                <a:cubicBezTo>
                  <a:pt x="0" y="20944"/>
                  <a:pt x="0" y="25481"/>
                  <a:pt x="2800" y="28286"/>
                </a:cubicBezTo>
                <a:cubicBezTo>
                  <a:pt x="4208" y="29683"/>
                  <a:pt x="6020" y="30427"/>
                  <a:pt x="7916" y="30427"/>
                </a:cubicBezTo>
                <a:cubicBezTo>
                  <a:pt x="9728" y="30427"/>
                  <a:pt x="11625" y="29683"/>
                  <a:pt x="13027" y="28286"/>
                </a:cubicBezTo>
                <a:lnTo>
                  <a:pt x="28281" y="13027"/>
                </a:lnTo>
                <a:cubicBezTo>
                  <a:pt x="31086" y="10228"/>
                  <a:pt x="31086" y="5611"/>
                  <a:pt x="28281" y="2805"/>
                </a:cubicBezTo>
                <a:cubicBezTo>
                  <a:pt x="25475" y="0"/>
                  <a:pt x="20944" y="0"/>
                  <a:pt x="18059" y="2805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9051"/>
            </a:solidFill>
            <a:prstDash val="solid"/>
          </a:ln>
        </p:spPr>
      </p:sp>
      <p:sp>
        <p:nvSpPr>
          <p:cNvPr id="771" name="path-731">
            <a:extLst xmlns:a="http://schemas.openxmlformats.org/drawingml/2006/main">
              <a:ext uri="{FF2B5EF4-FFF2-40B4-BE49-F238E27FC236}">
                <a16:creationId xmlns:a16="http://schemas.microsoft.com/office/drawing/2014/main" id="{1B052CDF-5DDF-4C3B-95E9-2243A7BEC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2945" y="7948026"/>
            <a:ext cx="8975917" cy="2334368"/>
          </a:xfrm>
          <a:custGeom xmlns:a="http://schemas.openxmlformats.org/drawingml/2006/main">
            <a:pathLst>
              <a:path w="7837305" h="2038249">
                <a:moveTo>
                  <a:pt x="0" y="0"/>
                </a:moveTo>
                <a:lnTo>
                  <a:pt x="0" y="2038249"/>
                </a:lnTo>
                <a:lnTo>
                  <a:pt x="7837305" y="2038249"/>
                </a:lnTo>
                <a:lnTo>
                  <a:pt x="783730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7773">
            <a:solidFill>
              <a:srgbClr val="EEEFF3"/>
            </a:solidFill>
            <a:prstDash val="solid"/>
          </a:ln>
        </p:spPr>
      </p:sp>
      <p:sp>
        <p:nvSpPr>
          <p:cNvPr id="772" name="path-732">
            <a:extLst xmlns:a="http://schemas.openxmlformats.org/drawingml/2006/main">
              <a:ext uri="{FF2B5EF4-FFF2-40B4-BE49-F238E27FC236}">
                <a16:creationId xmlns:a16="http://schemas.microsoft.com/office/drawing/2014/main" id="{3B148EAA-5763-4C8D-8D5B-A0C95FD26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2957" y="7947984"/>
            <a:ext cx="8975908" cy="349790"/>
          </a:xfrm>
          <a:custGeom xmlns:a="http://schemas.openxmlformats.org/drawingml/2006/main">
            <a:pathLst>
              <a:path w="7837297" h="305419">
                <a:moveTo>
                  <a:pt x="0" y="0"/>
                </a:moveTo>
                <a:lnTo>
                  <a:pt x="7837297" y="0"/>
                </a:lnTo>
                <a:lnTo>
                  <a:pt x="7837297" y="305419"/>
                </a:lnTo>
                <a:lnTo>
                  <a:pt x="0" y="305419"/>
                </a:lnTo>
                <a:close/>
              </a:path>
            </a:pathLst>
          </a:custGeom>
          <a:solidFill xmlns:a="http://schemas.openxmlformats.org/drawingml/2006/main">
            <a:srgbClr val="EEEF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" name="path-733">
            <a:extLst xmlns:a="http://schemas.openxmlformats.org/drawingml/2006/main">
              <a:ext uri="{FF2B5EF4-FFF2-40B4-BE49-F238E27FC236}">
                <a16:creationId xmlns:a16="http://schemas.microsoft.com/office/drawing/2014/main" id="{5FCCE5EC-5696-4A83-A00B-5A40EB7B1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2945" y="7948026"/>
            <a:ext cx="8975917" cy="349777"/>
          </a:xfrm>
          <a:custGeom xmlns:a="http://schemas.openxmlformats.org/drawingml/2006/main">
            <a:pathLst>
              <a:path w="7837305" h="305407">
                <a:moveTo>
                  <a:pt x="0" y="0"/>
                </a:moveTo>
                <a:lnTo>
                  <a:pt x="0" y="305407"/>
                </a:lnTo>
                <a:lnTo>
                  <a:pt x="7837305" y="305407"/>
                </a:lnTo>
                <a:lnTo>
                  <a:pt x="7837305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EEEFF3"/>
            </a:solidFill>
            <a:prstDash val="solid"/>
          </a:ln>
        </p:spPr>
      </p:sp>
      <p:sp>
        <p:nvSpPr>
          <p:cNvPr id="774" name="text-734 Specific">
            <a:extLst xmlns:a="http://schemas.openxmlformats.org/drawingml/2006/main">
              <a:ext uri="{FF2B5EF4-FFF2-40B4-BE49-F238E27FC236}">
                <a16:creationId xmlns:a16="http://schemas.microsoft.com/office/drawing/2014/main" id="{2604464E-7DE8-41F5-B58B-EEE07591D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68382" y="7997029"/>
            <a:ext cx="758292" cy="2644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Specific</a:t>
            </a:r>
          </a:p>
        </p:txBody>
      </p:sp>
      <p:sp>
        <p:nvSpPr>
          <p:cNvPr id="775" name="text-734 Formulation">
            <a:extLst xmlns:a="http://schemas.openxmlformats.org/drawingml/2006/main">
              <a:ext uri="{FF2B5EF4-FFF2-40B4-BE49-F238E27FC236}">
                <a16:creationId xmlns:a16="http://schemas.microsoft.com/office/drawing/2014/main" id="{3F8F33EE-6F60-4E9B-ABFF-08A46DCD0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45156" y="7997025"/>
            <a:ext cx="1125130" cy="2644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Formulation</a:t>
            </a:r>
          </a:p>
        </p:txBody>
      </p:sp>
      <p:sp>
        <p:nvSpPr>
          <p:cNvPr id="776" name="text-735 of">
            <a:extLst xmlns:a="http://schemas.openxmlformats.org/drawingml/2006/main">
              <a:ext uri="{FF2B5EF4-FFF2-40B4-BE49-F238E27FC236}">
                <a16:creationId xmlns:a16="http://schemas.microsoft.com/office/drawing/2014/main" id="{CBF00F55-C3B4-4EA2-8294-84352F720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88760" y="7997057"/>
            <a:ext cx="191514" cy="2643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777" name="text-735 the">
            <a:extLst xmlns:a="http://schemas.openxmlformats.org/drawingml/2006/main">
              <a:ext uri="{FF2B5EF4-FFF2-40B4-BE49-F238E27FC236}">
                <a16:creationId xmlns:a16="http://schemas.microsoft.com/office/drawing/2014/main" id="{89BF21AA-AB53-451B-A807-F86DAAAB1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98893" y="7996948"/>
            <a:ext cx="296637" cy="2645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778" name="text-736 Decision-making">
            <a:extLst xmlns:a="http://schemas.openxmlformats.org/drawingml/2006/main">
              <a:ext uri="{FF2B5EF4-FFF2-40B4-BE49-F238E27FC236}">
                <a16:creationId xmlns:a16="http://schemas.microsoft.com/office/drawing/2014/main" id="{798A452F-BF2E-4C11-AF46-A7EB51D68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13770" y="7997022"/>
            <a:ext cx="1545317" cy="264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Decision-making</a:t>
            </a:r>
          </a:p>
        </p:txBody>
      </p:sp>
      <p:sp>
        <p:nvSpPr>
          <p:cNvPr id="779" name="text-737 Neural">
            <a:extLst xmlns:a="http://schemas.openxmlformats.org/drawingml/2006/main">
              <a:ext uri="{FF2B5EF4-FFF2-40B4-BE49-F238E27FC236}">
                <a16:creationId xmlns:a16="http://schemas.microsoft.com/office/drawing/2014/main" id="{65EEBFA6-06C5-486F-AF16-B405DC56D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77517" y="7997019"/>
            <a:ext cx="590393" cy="2644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Neural</a:t>
            </a:r>
          </a:p>
        </p:txBody>
      </p:sp>
      <p:sp>
        <p:nvSpPr>
          <p:cNvPr id="780" name="text-737 Networks">
            <a:extLst xmlns:a="http://schemas.openxmlformats.org/drawingml/2006/main">
              <a:ext uri="{FF2B5EF4-FFF2-40B4-BE49-F238E27FC236}">
                <a16:creationId xmlns:a16="http://schemas.microsoft.com/office/drawing/2014/main" id="{AC5D69B0-2ED0-4D84-8F6D-D5A15E7D0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86381" y="7997016"/>
            <a:ext cx="821117" cy="2644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Networks</a:t>
            </a:r>
          </a:p>
        </p:txBody>
      </p:sp>
      <p:sp>
        <p:nvSpPr>
          <p:cNvPr id="781" name="path-738">
            <a:extLst xmlns:a="http://schemas.openxmlformats.org/drawingml/2006/main">
              <a:ext uri="{FF2B5EF4-FFF2-40B4-BE49-F238E27FC236}">
                <a16:creationId xmlns:a16="http://schemas.microsoft.com/office/drawing/2014/main" id="{18CF34A1-D632-4B4B-B50A-3829A6419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3269" y="8390705"/>
            <a:ext cx="6893121" cy="1780056"/>
          </a:xfrm>
          <a:custGeom xmlns:a="http://schemas.openxmlformats.org/drawingml/2006/main">
            <a:pathLst>
              <a:path w="6018715" h="1554253">
                <a:moveTo>
                  <a:pt x="41227" y="0"/>
                </a:moveTo>
                <a:lnTo>
                  <a:pt x="5977489" y="0"/>
                </a:lnTo>
                <a:cubicBezTo>
                  <a:pt x="6000254" y="0"/>
                  <a:pt x="6018715" y="18462"/>
                  <a:pt x="6018715" y="41227"/>
                </a:cubicBezTo>
                <a:lnTo>
                  <a:pt x="6018715" y="1513026"/>
                </a:lnTo>
                <a:cubicBezTo>
                  <a:pt x="6018715" y="1535795"/>
                  <a:pt x="6000254" y="1554253"/>
                  <a:pt x="5977489" y="1554253"/>
                </a:cubicBezTo>
                <a:lnTo>
                  <a:pt x="41227" y="1554253"/>
                </a:lnTo>
                <a:cubicBezTo>
                  <a:pt x="18453" y="1554253"/>
                  <a:pt x="0" y="1535795"/>
                  <a:pt x="0" y="1513026"/>
                </a:cubicBezTo>
                <a:lnTo>
                  <a:pt x="0" y="41227"/>
                </a:lnTo>
                <a:cubicBezTo>
                  <a:pt x="0" y="18462"/>
                  <a:pt x="18453" y="0"/>
                  <a:pt x="41227" y="0"/>
                </a:cubicBezTo>
              </a:path>
            </a:pathLst>
          </a:custGeom>
          <a:solidFill xmlns:a="http://schemas.openxmlformats.org/drawingml/2006/main">
            <a:srgbClr val="FFF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" name="path-739">
            <a:extLst xmlns:a="http://schemas.openxmlformats.org/drawingml/2006/main">
              <a:ext uri="{FF2B5EF4-FFF2-40B4-BE49-F238E27FC236}">
                <a16:creationId xmlns:a16="http://schemas.microsoft.com/office/drawing/2014/main" id="{9246E1E5-DB81-4F49-8677-8BBCFC9CC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3276" y="8390723"/>
            <a:ext cx="6893111" cy="1780058"/>
          </a:xfrm>
          <a:custGeom xmlns:a="http://schemas.openxmlformats.org/drawingml/2006/main">
            <a:pathLst>
              <a:path w="6018707" h="1554254">
                <a:moveTo>
                  <a:pt x="41223" y="0"/>
                </a:moveTo>
                <a:lnTo>
                  <a:pt x="5977479" y="0"/>
                </a:lnTo>
                <a:cubicBezTo>
                  <a:pt x="6000234" y="0"/>
                  <a:pt x="6018707" y="18468"/>
                  <a:pt x="6018707" y="41228"/>
                </a:cubicBezTo>
                <a:lnTo>
                  <a:pt x="6018707" y="1513026"/>
                </a:lnTo>
                <a:cubicBezTo>
                  <a:pt x="6018707" y="1535781"/>
                  <a:pt x="6000234" y="1554254"/>
                  <a:pt x="5977479" y="1554254"/>
                </a:cubicBezTo>
                <a:lnTo>
                  <a:pt x="41223" y="1554254"/>
                </a:lnTo>
                <a:cubicBezTo>
                  <a:pt x="18468" y="1554254"/>
                  <a:pt x="0" y="1535781"/>
                  <a:pt x="0" y="1513026"/>
                </a:cubicBezTo>
                <a:lnTo>
                  <a:pt x="0" y="41228"/>
                </a:lnTo>
                <a:cubicBezTo>
                  <a:pt x="0" y="18468"/>
                  <a:pt x="18468" y="0"/>
                  <a:pt x="41223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F9F4EA"/>
            </a:solidFill>
            <a:prstDash val="solid"/>
          </a:ln>
        </p:spPr>
      </p:sp>
      <p:sp>
        <p:nvSpPr>
          <p:cNvPr id="783" name="path-740">
            <a:extLst xmlns:a="http://schemas.openxmlformats.org/drawingml/2006/main">
              <a:ext uri="{FF2B5EF4-FFF2-40B4-BE49-F238E27FC236}">
                <a16:creationId xmlns:a16="http://schemas.microsoft.com/office/drawing/2014/main" id="{9CF28C8F-03FC-4BBA-86FE-61CE54B52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9620" y="8557189"/>
            <a:ext cx="578891" cy="566597"/>
          </a:xfrm>
          <a:custGeom xmlns:a="http://schemas.openxmlformats.org/drawingml/2006/main">
            <a:pathLst>
              <a:path w="505458" h="494724">
                <a:moveTo>
                  <a:pt x="242142" y="263324"/>
                </a:moveTo>
                <a:cubicBezTo>
                  <a:pt x="244764" y="221669"/>
                  <a:pt x="231093" y="191870"/>
                  <a:pt x="203817" y="172156"/>
                </a:cubicBezTo>
                <a:cubicBezTo>
                  <a:pt x="179510" y="154602"/>
                  <a:pt x="144566" y="145375"/>
                  <a:pt x="104683" y="144418"/>
                </a:cubicBezTo>
                <a:cubicBezTo>
                  <a:pt x="98474" y="160604"/>
                  <a:pt x="82849" y="172048"/>
                  <a:pt x="64487" y="172048"/>
                </a:cubicBezTo>
                <a:cubicBezTo>
                  <a:pt x="40740" y="172048"/>
                  <a:pt x="21479" y="152787"/>
                  <a:pt x="21479" y="129041"/>
                </a:cubicBezTo>
                <a:cubicBezTo>
                  <a:pt x="21479" y="105285"/>
                  <a:pt x="40740" y="86024"/>
                  <a:pt x="64487" y="86024"/>
                </a:cubicBezTo>
                <a:cubicBezTo>
                  <a:pt x="86172" y="86024"/>
                  <a:pt x="104123" y="102111"/>
                  <a:pt x="107099" y="122989"/>
                </a:cubicBezTo>
                <a:cubicBezTo>
                  <a:pt x="150214" y="124300"/>
                  <a:pt x="188489" y="134581"/>
                  <a:pt x="216425" y="154758"/>
                </a:cubicBezTo>
                <a:cubicBezTo>
                  <a:pt x="240122" y="171851"/>
                  <a:pt x="255450" y="195400"/>
                  <a:pt x="261304" y="225001"/>
                </a:cubicBezTo>
                <a:cubicBezTo>
                  <a:pt x="261857" y="223689"/>
                  <a:pt x="262359" y="222378"/>
                  <a:pt x="262912" y="221018"/>
                </a:cubicBezTo>
                <a:cubicBezTo>
                  <a:pt x="275370" y="191162"/>
                  <a:pt x="279353" y="164281"/>
                  <a:pt x="274060" y="141343"/>
                </a:cubicBezTo>
                <a:cubicBezTo>
                  <a:pt x="268510" y="117134"/>
                  <a:pt x="252581" y="96916"/>
                  <a:pt x="224645" y="80929"/>
                </a:cubicBezTo>
                <a:cubicBezTo>
                  <a:pt x="218593" y="84162"/>
                  <a:pt x="211683" y="86024"/>
                  <a:pt x="204321" y="86024"/>
                </a:cubicBezTo>
                <a:cubicBezTo>
                  <a:pt x="180574" y="86024"/>
                  <a:pt x="161304" y="66763"/>
                  <a:pt x="161304" y="43017"/>
                </a:cubicBezTo>
                <a:cubicBezTo>
                  <a:pt x="161304" y="19263"/>
                  <a:pt x="180574" y="0"/>
                  <a:pt x="204321" y="0"/>
                </a:cubicBezTo>
                <a:cubicBezTo>
                  <a:pt x="228067" y="0"/>
                  <a:pt x="247336" y="19213"/>
                  <a:pt x="247336" y="43017"/>
                </a:cubicBezTo>
                <a:cubicBezTo>
                  <a:pt x="247336" y="51337"/>
                  <a:pt x="244962" y="59046"/>
                  <a:pt x="240929" y="65650"/>
                </a:cubicBezTo>
                <a:cubicBezTo>
                  <a:pt x="270531" y="84112"/>
                  <a:pt x="288481" y="108065"/>
                  <a:pt x="295036" y="136553"/>
                </a:cubicBezTo>
                <a:cubicBezTo>
                  <a:pt x="301443" y="164439"/>
                  <a:pt x="296800" y="195647"/>
                  <a:pt x="282783" y="229338"/>
                </a:cubicBezTo>
                <a:cubicBezTo>
                  <a:pt x="270077" y="259846"/>
                  <a:pt x="264330" y="283287"/>
                  <a:pt x="266894" y="295844"/>
                </a:cubicBezTo>
                <a:cubicBezTo>
                  <a:pt x="267908" y="300685"/>
                  <a:pt x="269772" y="302803"/>
                  <a:pt x="273606" y="303661"/>
                </a:cubicBezTo>
                <a:cubicBezTo>
                  <a:pt x="279906" y="305071"/>
                  <a:pt x="290550" y="303158"/>
                  <a:pt x="305425" y="297056"/>
                </a:cubicBezTo>
                <a:cubicBezTo>
                  <a:pt x="325189" y="288984"/>
                  <a:pt x="346973" y="258781"/>
                  <a:pt x="358921" y="219954"/>
                </a:cubicBezTo>
                <a:cubicBezTo>
                  <a:pt x="372089" y="177144"/>
                  <a:pt x="372031" y="129899"/>
                  <a:pt x="356505" y="85975"/>
                </a:cubicBezTo>
                <a:cubicBezTo>
                  <a:pt x="356002" y="85975"/>
                  <a:pt x="355441" y="86024"/>
                  <a:pt x="354939" y="86024"/>
                </a:cubicBezTo>
                <a:cubicBezTo>
                  <a:pt x="331192" y="86024"/>
                  <a:pt x="311931" y="66763"/>
                  <a:pt x="311931" y="43017"/>
                </a:cubicBezTo>
                <a:cubicBezTo>
                  <a:pt x="311931" y="19263"/>
                  <a:pt x="331192" y="0"/>
                  <a:pt x="354939" y="0"/>
                </a:cubicBezTo>
                <a:cubicBezTo>
                  <a:pt x="378693" y="0"/>
                  <a:pt x="397955" y="19263"/>
                  <a:pt x="397955" y="43017"/>
                </a:cubicBezTo>
                <a:cubicBezTo>
                  <a:pt x="397955" y="58642"/>
                  <a:pt x="389635" y="72362"/>
                  <a:pt x="377127" y="79874"/>
                </a:cubicBezTo>
                <a:cubicBezTo>
                  <a:pt x="390789" y="119155"/>
                  <a:pt x="393263" y="160702"/>
                  <a:pt x="385900" y="200091"/>
                </a:cubicBezTo>
                <a:cubicBezTo>
                  <a:pt x="403100" y="200034"/>
                  <a:pt x="410661" y="199077"/>
                  <a:pt x="419483" y="195194"/>
                </a:cubicBezTo>
                <a:cubicBezTo>
                  <a:pt x="419483" y="194690"/>
                  <a:pt x="419434" y="194138"/>
                  <a:pt x="419434" y="193635"/>
                </a:cubicBezTo>
                <a:cubicBezTo>
                  <a:pt x="419434" y="169881"/>
                  <a:pt x="438695" y="150619"/>
                  <a:pt x="462450" y="150619"/>
                </a:cubicBezTo>
                <a:cubicBezTo>
                  <a:pt x="486196" y="150619"/>
                  <a:pt x="505458" y="169881"/>
                  <a:pt x="505458" y="193635"/>
                </a:cubicBezTo>
                <a:cubicBezTo>
                  <a:pt x="505458" y="217381"/>
                  <a:pt x="486196" y="236642"/>
                  <a:pt x="462450" y="236642"/>
                </a:cubicBezTo>
                <a:cubicBezTo>
                  <a:pt x="446817" y="236642"/>
                  <a:pt x="433146" y="228323"/>
                  <a:pt x="425634" y="215872"/>
                </a:cubicBezTo>
                <a:cubicBezTo>
                  <a:pt x="420489" y="217933"/>
                  <a:pt x="415451" y="219303"/>
                  <a:pt x="410059" y="220161"/>
                </a:cubicBezTo>
                <a:cubicBezTo>
                  <a:pt x="403149" y="221265"/>
                  <a:pt x="396388" y="221571"/>
                  <a:pt x="383682" y="221571"/>
                </a:cubicBezTo>
                <a:cubicBezTo>
                  <a:pt x="382725" y="221571"/>
                  <a:pt x="381818" y="221471"/>
                  <a:pt x="380961" y="221216"/>
                </a:cubicBezTo>
                <a:cubicBezTo>
                  <a:pt x="380507" y="222931"/>
                  <a:pt x="380004" y="224596"/>
                  <a:pt x="379444" y="226261"/>
                </a:cubicBezTo>
                <a:cubicBezTo>
                  <a:pt x="365831" y="270680"/>
                  <a:pt x="340270" y="305978"/>
                  <a:pt x="313538" y="316920"/>
                </a:cubicBezTo>
                <a:cubicBezTo>
                  <a:pt x="303611" y="321010"/>
                  <a:pt x="294780" y="323632"/>
                  <a:pt x="286963" y="324843"/>
                </a:cubicBezTo>
                <a:cubicBezTo>
                  <a:pt x="290699" y="327408"/>
                  <a:pt x="294780" y="329576"/>
                  <a:pt x="299373" y="331447"/>
                </a:cubicBezTo>
                <a:cubicBezTo>
                  <a:pt x="321965" y="340724"/>
                  <a:pt x="356703" y="342341"/>
                  <a:pt x="409753" y="334821"/>
                </a:cubicBezTo>
                <a:cubicBezTo>
                  <a:pt x="414041" y="315559"/>
                  <a:pt x="431233" y="301138"/>
                  <a:pt x="451755" y="301138"/>
                </a:cubicBezTo>
                <a:cubicBezTo>
                  <a:pt x="475510" y="301138"/>
                  <a:pt x="494771" y="320399"/>
                  <a:pt x="494771" y="344154"/>
                </a:cubicBezTo>
                <a:cubicBezTo>
                  <a:pt x="494771" y="367901"/>
                  <a:pt x="475510" y="387162"/>
                  <a:pt x="451755" y="387162"/>
                </a:cubicBezTo>
                <a:cubicBezTo>
                  <a:pt x="432239" y="387162"/>
                  <a:pt x="415806" y="374209"/>
                  <a:pt x="410512" y="356407"/>
                </a:cubicBezTo>
                <a:cubicBezTo>
                  <a:pt x="355243" y="364017"/>
                  <a:pt x="317628" y="362105"/>
                  <a:pt x="291202" y="351312"/>
                </a:cubicBezTo>
                <a:cubicBezTo>
                  <a:pt x="278751" y="346224"/>
                  <a:pt x="268766" y="339158"/>
                  <a:pt x="260142" y="329832"/>
                </a:cubicBezTo>
                <a:cubicBezTo>
                  <a:pt x="261601" y="351360"/>
                  <a:pt x="266490" y="369112"/>
                  <a:pt x="274464" y="383081"/>
                </a:cubicBezTo>
                <a:cubicBezTo>
                  <a:pt x="285760" y="402844"/>
                  <a:pt x="303306" y="414999"/>
                  <a:pt x="326146" y="419739"/>
                </a:cubicBezTo>
                <a:cubicBezTo>
                  <a:pt x="333764" y="412879"/>
                  <a:pt x="343849" y="408699"/>
                  <a:pt x="354939" y="408699"/>
                </a:cubicBezTo>
                <a:cubicBezTo>
                  <a:pt x="378693" y="408699"/>
                  <a:pt x="397955" y="427960"/>
                  <a:pt x="397955" y="451706"/>
                </a:cubicBezTo>
                <a:cubicBezTo>
                  <a:pt x="397955" y="475462"/>
                  <a:pt x="378693" y="494724"/>
                  <a:pt x="354939" y="494724"/>
                </a:cubicBezTo>
                <a:cubicBezTo>
                  <a:pt x="331192" y="494724"/>
                  <a:pt x="311873" y="475560"/>
                  <a:pt x="311873" y="451756"/>
                </a:cubicBezTo>
                <a:cubicBezTo>
                  <a:pt x="311873" y="447271"/>
                  <a:pt x="312582" y="442934"/>
                  <a:pt x="313843" y="438902"/>
                </a:cubicBezTo>
                <a:cubicBezTo>
                  <a:pt x="288885" y="431843"/>
                  <a:pt x="268914" y="416763"/>
                  <a:pt x="255804" y="393824"/>
                </a:cubicBezTo>
                <a:cubicBezTo>
                  <a:pt x="242142" y="369921"/>
                  <a:pt x="236288" y="338151"/>
                  <a:pt x="238712" y="298672"/>
                </a:cubicBezTo>
                <a:cubicBezTo>
                  <a:pt x="237244" y="296149"/>
                  <a:pt x="235182" y="292572"/>
                  <a:pt x="234325" y="291153"/>
                </a:cubicBezTo>
                <a:cubicBezTo>
                  <a:pt x="232058" y="287327"/>
                  <a:pt x="230136" y="284144"/>
                  <a:pt x="228174" y="281167"/>
                </a:cubicBezTo>
                <a:cubicBezTo>
                  <a:pt x="217529" y="264735"/>
                  <a:pt x="205986" y="252631"/>
                  <a:pt x="189446" y="242645"/>
                </a:cubicBezTo>
                <a:cubicBezTo>
                  <a:pt x="180170" y="247790"/>
                  <a:pt x="170135" y="258476"/>
                  <a:pt x="162615" y="272098"/>
                </a:cubicBezTo>
                <a:cubicBezTo>
                  <a:pt x="153389" y="288787"/>
                  <a:pt x="148697" y="308048"/>
                  <a:pt x="150115" y="326856"/>
                </a:cubicBezTo>
                <a:cubicBezTo>
                  <a:pt x="151269" y="342341"/>
                  <a:pt x="155813" y="360084"/>
                  <a:pt x="162722" y="377334"/>
                </a:cubicBezTo>
                <a:cubicBezTo>
                  <a:pt x="167917" y="390237"/>
                  <a:pt x="174167" y="402095"/>
                  <a:pt x="180219" y="410817"/>
                </a:cubicBezTo>
                <a:cubicBezTo>
                  <a:pt x="184400" y="409449"/>
                  <a:pt x="188893" y="408699"/>
                  <a:pt x="193577" y="408699"/>
                </a:cubicBezTo>
                <a:cubicBezTo>
                  <a:pt x="217331" y="408699"/>
                  <a:pt x="236593" y="427960"/>
                  <a:pt x="236593" y="451706"/>
                </a:cubicBezTo>
                <a:cubicBezTo>
                  <a:pt x="236593" y="475462"/>
                  <a:pt x="217331" y="494724"/>
                  <a:pt x="193577" y="494724"/>
                </a:cubicBezTo>
                <a:cubicBezTo>
                  <a:pt x="169830" y="494724"/>
                  <a:pt x="150519" y="475560"/>
                  <a:pt x="150519" y="451756"/>
                </a:cubicBezTo>
                <a:cubicBezTo>
                  <a:pt x="150519" y="440411"/>
                  <a:pt x="154906" y="430128"/>
                  <a:pt x="162063" y="422460"/>
                </a:cubicBezTo>
                <a:cubicBezTo>
                  <a:pt x="145424" y="398260"/>
                  <a:pt x="131002" y="359788"/>
                  <a:pt x="128686" y="328472"/>
                </a:cubicBezTo>
                <a:cubicBezTo>
                  <a:pt x="126970" y="305277"/>
                  <a:pt x="132619" y="281927"/>
                  <a:pt x="143807" y="261659"/>
                </a:cubicBezTo>
                <a:cubicBezTo>
                  <a:pt x="150264" y="250058"/>
                  <a:pt x="158278" y="239974"/>
                  <a:pt x="166952" y="232413"/>
                </a:cubicBezTo>
                <a:cubicBezTo>
                  <a:pt x="142901" y="225701"/>
                  <a:pt x="115172" y="230590"/>
                  <a:pt x="92628" y="246479"/>
                </a:cubicBezTo>
                <a:cubicBezTo>
                  <a:pt x="64339" y="266401"/>
                  <a:pt x="47650" y="300536"/>
                  <a:pt x="48153" y="344509"/>
                </a:cubicBezTo>
                <a:cubicBezTo>
                  <a:pt x="69484" y="347073"/>
                  <a:pt x="86024" y="365229"/>
                  <a:pt x="86024" y="387212"/>
                </a:cubicBezTo>
                <a:cubicBezTo>
                  <a:pt x="86024" y="410967"/>
                  <a:pt x="66763" y="430228"/>
                  <a:pt x="43008" y="430228"/>
                </a:cubicBezTo>
                <a:cubicBezTo>
                  <a:pt x="19261" y="430228"/>
                  <a:pt x="0" y="410967"/>
                  <a:pt x="0" y="387212"/>
                </a:cubicBezTo>
                <a:cubicBezTo>
                  <a:pt x="0" y="369212"/>
                  <a:pt x="11041" y="353785"/>
                  <a:pt x="26723" y="347378"/>
                </a:cubicBezTo>
                <a:cubicBezTo>
                  <a:pt x="25462" y="295242"/>
                  <a:pt x="45481" y="253439"/>
                  <a:pt x="80277" y="228884"/>
                </a:cubicBezTo>
                <a:cubicBezTo>
                  <a:pt x="113704" y="205335"/>
                  <a:pt x="156720" y="201294"/>
                  <a:pt x="190658" y="218643"/>
                </a:cubicBezTo>
                <a:cubicBezTo>
                  <a:pt x="213143" y="230195"/>
                  <a:pt x="228727" y="244312"/>
                  <a:pt x="242142" y="263324"/>
                </a:cubicBezTo>
                <a:moveTo>
                  <a:pt x="354889" y="473293"/>
                </a:moveTo>
                <a:cubicBezTo>
                  <a:pt x="366787" y="473293"/>
                  <a:pt x="376418" y="463662"/>
                  <a:pt x="376418" y="451756"/>
                </a:cubicBezTo>
                <a:cubicBezTo>
                  <a:pt x="376418" y="439858"/>
                  <a:pt x="366787" y="430228"/>
                  <a:pt x="354889" y="430228"/>
                </a:cubicBezTo>
                <a:cubicBezTo>
                  <a:pt x="342991" y="430228"/>
                  <a:pt x="333360" y="439858"/>
                  <a:pt x="333360" y="451756"/>
                </a:cubicBezTo>
                <a:cubicBezTo>
                  <a:pt x="333360" y="463662"/>
                  <a:pt x="343040" y="473293"/>
                  <a:pt x="354889" y="473293"/>
                </a:cubicBezTo>
                <a:moveTo>
                  <a:pt x="193527" y="473293"/>
                </a:moveTo>
                <a:cubicBezTo>
                  <a:pt x="205425" y="473293"/>
                  <a:pt x="215064" y="463662"/>
                  <a:pt x="215064" y="451756"/>
                </a:cubicBezTo>
                <a:cubicBezTo>
                  <a:pt x="215064" y="439858"/>
                  <a:pt x="205425" y="430228"/>
                  <a:pt x="193527" y="430228"/>
                </a:cubicBezTo>
                <a:cubicBezTo>
                  <a:pt x="181629" y="430228"/>
                  <a:pt x="171998" y="439858"/>
                  <a:pt x="171998" y="451756"/>
                </a:cubicBezTo>
                <a:cubicBezTo>
                  <a:pt x="171998" y="463662"/>
                  <a:pt x="181679" y="473293"/>
                  <a:pt x="193527" y="473293"/>
                </a:cubicBezTo>
                <a:moveTo>
                  <a:pt x="451706" y="365732"/>
                </a:moveTo>
                <a:cubicBezTo>
                  <a:pt x="463604" y="365732"/>
                  <a:pt x="473235" y="356102"/>
                  <a:pt x="473235" y="344203"/>
                </a:cubicBezTo>
                <a:cubicBezTo>
                  <a:pt x="473235" y="332305"/>
                  <a:pt x="463604" y="322675"/>
                  <a:pt x="451706" y="322675"/>
                </a:cubicBezTo>
                <a:cubicBezTo>
                  <a:pt x="439808" y="322675"/>
                  <a:pt x="430178" y="332305"/>
                  <a:pt x="430178" y="344203"/>
                </a:cubicBezTo>
                <a:cubicBezTo>
                  <a:pt x="430178" y="356102"/>
                  <a:pt x="439858" y="365732"/>
                  <a:pt x="451706" y="365732"/>
                </a:cubicBezTo>
                <a:moveTo>
                  <a:pt x="462499" y="215114"/>
                </a:moveTo>
                <a:cubicBezTo>
                  <a:pt x="474397" y="215114"/>
                  <a:pt x="484028" y="205484"/>
                  <a:pt x="484028" y="193585"/>
                </a:cubicBezTo>
                <a:cubicBezTo>
                  <a:pt x="484028" y="181680"/>
                  <a:pt x="474397" y="172048"/>
                  <a:pt x="462499" y="172048"/>
                </a:cubicBezTo>
                <a:cubicBezTo>
                  <a:pt x="450593" y="172048"/>
                  <a:pt x="440962" y="181728"/>
                  <a:pt x="440962" y="193585"/>
                </a:cubicBezTo>
                <a:cubicBezTo>
                  <a:pt x="440962" y="205434"/>
                  <a:pt x="450593" y="215114"/>
                  <a:pt x="462499" y="215114"/>
                </a:cubicBezTo>
                <a:moveTo>
                  <a:pt x="64438" y="150570"/>
                </a:moveTo>
                <a:cubicBezTo>
                  <a:pt x="76344" y="150570"/>
                  <a:pt x="85975" y="140938"/>
                  <a:pt x="85975" y="129041"/>
                </a:cubicBezTo>
                <a:cubicBezTo>
                  <a:pt x="85975" y="117134"/>
                  <a:pt x="76344" y="107504"/>
                  <a:pt x="64438" y="107504"/>
                </a:cubicBezTo>
                <a:cubicBezTo>
                  <a:pt x="52539" y="107504"/>
                  <a:pt x="42909" y="117134"/>
                  <a:pt x="42909" y="129041"/>
                </a:cubicBezTo>
                <a:cubicBezTo>
                  <a:pt x="42909" y="140938"/>
                  <a:pt x="52589" y="150570"/>
                  <a:pt x="64438" y="150570"/>
                </a:cubicBezTo>
                <a:moveTo>
                  <a:pt x="354889" y="64496"/>
                </a:moveTo>
                <a:cubicBezTo>
                  <a:pt x="366787" y="64496"/>
                  <a:pt x="376418" y="54866"/>
                  <a:pt x="376418" y="42959"/>
                </a:cubicBezTo>
                <a:cubicBezTo>
                  <a:pt x="376418" y="31060"/>
                  <a:pt x="366787" y="21480"/>
                  <a:pt x="354889" y="21480"/>
                </a:cubicBezTo>
                <a:cubicBezTo>
                  <a:pt x="342991" y="21480"/>
                  <a:pt x="333360" y="31110"/>
                  <a:pt x="333360" y="43017"/>
                </a:cubicBezTo>
                <a:cubicBezTo>
                  <a:pt x="333360" y="54914"/>
                  <a:pt x="343040" y="64496"/>
                  <a:pt x="354889" y="64496"/>
                </a:cubicBezTo>
                <a:moveTo>
                  <a:pt x="204321" y="64496"/>
                </a:moveTo>
                <a:cubicBezTo>
                  <a:pt x="216218" y="64496"/>
                  <a:pt x="225849" y="54866"/>
                  <a:pt x="225849" y="42959"/>
                </a:cubicBezTo>
                <a:cubicBezTo>
                  <a:pt x="225849" y="31060"/>
                  <a:pt x="216169" y="21480"/>
                  <a:pt x="204321" y="21480"/>
                </a:cubicBezTo>
                <a:cubicBezTo>
                  <a:pt x="192472" y="21480"/>
                  <a:pt x="182791" y="31110"/>
                  <a:pt x="182791" y="43017"/>
                </a:cubicBezTo>
                <a:cubicBezTo>
                  <a:pt x="182791" y="54914"/>
                  <a:pt x="192422" y="64496"/>
                  <a:pt x="204321" y="64496"/>
                </a:cubicBezTo>
                <a:moveTo>
                  <a:pt x="42959" y="408749"/>
                </a:moveTo>
                <a:cubicBezTo>
                  <a:pt x="54856" y="408749"/>
                  <a:pt x="64487" y="399118"/>
                  <a:pt x="64487" y="387212"/>
                </a:cubicBezTo>
                <a:cubicBezTo>
                  <a:pt x="64487" y="375313"/>
                  <a:pt x="54856" y="365682"/>
                  <a:pt x="42959" y="365682"/>
                </a:cubicBezTo>
                <a:cubicBezTo>
                  <a:pt x="31060" y="365682"/>
                  <a:pt x="21430" y="375363"/>
                  <a:pt x="21430" y="387212"/>
                </a:cubicBezTo>
                <a:cubicBezTo>
                  <a:pt x="21430" y="399068"/>
                  <a:pt x="31060" y="408749"/>
                  <a:pt x="42959" y="408749"/>
                </a:cubicBez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" name="path-741">
            <a:extLst xmlns:a="http://schemas.openxmlformats.org/drawingml/2006/main">
              <a:ext uri="{FF2B5EF4-FFF2-40B4-BE49-F238E27FC236}">
                <a16:creationId xmlns:a16="http://schemas.microsoft.com/office/drawing/2014/main" id="{D966DD9A-D1CA-4DD0-AEB8-13229CFFB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5921" y="9423179"/>
            <a:ext cx="475799" cy="566596"/>
          </a:xfrm>
          <a:custGeom xmlns:a="http://schemas.openxmlformats.org/drawingml/2006/main">
            <a:pathLst>
              <a:path w="415443" h="494722">
                <a:moveTo>
                  <a:pt x="359399" y="308573"/>
                </a:moveTo>
                <a:cubicBezTo>
                  <a:pt x="346405" y="308573"/>
                  <a:pt x="334424" y="313018"/>
                  <a:pt x="324950" y="320411"/>
                </a:cubicBezTo>
                <a:lnTo>
                  <a:pt x="271660" y="263160"/>
                </a:lnTo>
                <a:lnTo>
                  <a:pt x="323936" y="207358"/>
                </a:lnTo>
                <a:cubicBezTo>
                  <a:pt x="333599" y="215233"/>
                  <a:pt x="345918" y="219968"/>
                  <a:pt x="359399" y="219968"/>
                </a:cubicBezTo>
                <a:cubicBezTo>
                  <a:pt x="390369" y="219968"/>
                  <a:pt x="415443" y="194894"/>
                  <a:pt x="415443" y="163925"/>
                </a:cubicBezTo>
                <a:cubicBezTo>
                  <a:pt x="415443" y="132957"/>
                  <a:pt x="390369" y="107883"/>
                  <a:pt x="359399" y="107883"/>
                </a:cubicBezTo>
                <a:cubicBezTo>
                  <a:pt x="337368" y="107883"/>
                  <a:pt x="318288" y="120588"/>
                  <a:pt x="309152" y="139093"/>
                </a:cubicBezTo>
                <a:lnTo>
                  <a:pt x="109721" y="72228"/>
                </a:lnTo>
                <a:cubicBezTo>
                  <a:pt x="111263" y="67107"/>
                  <a:pt x="112088" y="61646"/>
                  <a:pt x="112088" y="56043"/>
                </a:cubicBezTo>
                <a:cubicBezTo>
                  <a:pt x="112088" y="25075"/>
                  <a:pt x="87013" y="0"/>
                  <a:pt x="56044" y="0"/>
                </a:cubicBezTo>
                <a:cubicBezTo>
                  <a:pt x="25074" y="0"/>
                  <a:pt x="0" y="25075"/>
                  <a:pt x="0" y="56043"/>
                </a:cubicBezTo>
                <a:cubicBezTo>
                  <a:pt x="0" y="87011"/>
                  <a:pt x="25074" y="112086"/>
                  <a:pt x="56044" y="112086"/>
                </a:cubicBezTo>
                <a:cubicBezTo>
                  <a:pt x="69377" y="112086"/>
                  <a:pt x="81604" y="107448"/>
                  <a:pt x="91219" y="99669"/>
                </a:cubicBezTo>
                <a:lnTo>
                  <a:pt x="191993" y="208035"/>
                </a:lnTo>
                <a:lnTo>
                  <a:pt x="109523" y="235718"/>
                </a:lnTo>
                <a:cubicBezTo>
                  <a:pt x="102375" y="212963"/>
                  <a:pt x="81167" y="196489"/>
                  <a:pt x="56044" y="196489"/>
                </a:cubicBezTo>
                <a:cubicBezTo>
                  <a:pt x="25074" y="196489"/>
                  <a:pt x="0" y="221562"/>
                  <a:pt x="0" y="252530"/>
                </a:cubicBezTo>
                <a:cubicBezTo>
                  <a:pt x="0" y="283500"/>
                  <a:pt x="25074" y="308573"/>
                  <a:pt x="56044" y="308573"/>
                </a:cubicBezTo>
                <a:cubicBezTo>
                  <a:pt x="75272" y="308573"/>
                  <a:pt x="92274" y="298862"/>
                  <a:pt x="102375" y="284079"/>
                </a:cubicBezTo>
                <a:lnTo>
                  <a:pt x="194607" y="315048"/>
                </a:lnTo>
                <a:lnTo>
                  <a:pt x="104741" y="410948"/>
                </a:lnTo>
                <a:cubicBezTo>
                  <a:pt x="95077" y="394038"/>
                  <a:pt x="76913" y="382636"/>
                  <a:pt x="56044" y="382636"/>
                </a:cubicBezTo>
                <a:cubicBezTo>
                  <a:pt x="25074" y="382636"/>
                  <a:pt x="0" y="407711"/>
                  <a:pt x="0" y="438679"/>
                </a:cubicBezTo>
                <a:cubicBezTo>
                  <a:pt x="0" y="469649"/>
                  <a:pt x="25074" y="494722"/>
                  <a:pt x="56044" y="494722"/>
                </a:cubicBezTo>
                <a:cubicBezTo>
                  <a:pt x="82957" y="494722"/>
                  <a:pt x="105417" y="475736"/>
                  <a:pt x="110826" y="450468"/>
                </a:cubicBezTo>
                <a:lnTo>
                  <a:pt x="307025" y="384570"/>
                </a:lnTo>
                <a:cubicBezTo>
                  <a:pt x="315097" y="405634"/>
                  <a:pt x="335488" y="420659"/>
                  <a:pt x="359399" y="420659"/>
                </a:cubicBezTo>
                <a:cubicBezTo>
                  <a:pt x="390369" y="420659"/>
                  <a:pt x="415443" y="395584"/>
                  <a:pt x="415443" y="364616"/>
                </a:cubicBezTo>
                <a:cubicBezTo>
                  <a:pt x="415443" y="333648"/>
                  <a:pt x="390369" y="308573"/>
                  <a:pt x="359399" y="308573"/>
                </a:cubicBezTo>
                <a:moveTo>
                  <a:pt x="305920" y="330508"/>
                </a:moveTo>
                <a:lnTo>
                  <a:pt x="231851" y="305675"/>
                </a:lnTo>
                <a:lnTo>
                  <a:pt x="257412" y="278379"/>
                </a:lnTo>
                <a:lnTo>
                  <a:pt x="305920" y="330508"/>
                </a:lnTo>
                <a:moveTo>
                  <a:pt x="310504" y="191368"/>
                </a:moveTo>
                <a:lnTo>
                  <a:pt x="257511" y="247942"/>
                </a:lnTo>
                <a:lnTo>
                  <a:pt x="229197" y="217505"/>
                </a:lnTo>
                <a:lnTo>
                  <a:pt x="309927" y="190353"/>
                </a:lnTo>
                <a:lnTo>
                  <a:pt x="310504" y="191368"/>
                </a:lnTo>
                <a:moveTo>
                  <a:pt x="116672" y="96482"/>
                </a:moveTo>
                <a:lnTo>
                  <a:pt x="303595" y="159190"/>
                </a:lnTo>
                <a:cubicBezTo>
                  <a:pt x="303454" y="160785"/>
                  <a:pt x="303405" y="162379"/>
                  <a:pt x="303405" y="163973"/>
                </a:cubicBezTo>
                <a:cubicBezTo>
                  <a:pt x="303405" y="166196"/>
                  <a:pt x="303545" y="168370"/>
                  <a:pt x="303793" y="170545"/>
                </a:cubicBezTo>
                <a:lnTo>
                  <a:pt x="213687" y="200788"/>
                </a:lnTo>
                <a:lnTo>
                  <a:pt x="116672" y="96482"/>
                </a:lnTo>
                <a:moveTo>
                  <a:pt x="110686" y="264995"/>
                </a:moveTo>
                <a:cubicBezTo>
                  <a:pt x="111263" y="262339"/>
                  <a:pt x="111700" y="259633"/>
                  <a:pt x="111890" y="256830"/>
                </a:cubicBezTo>
                <a:lnTo>
                  <a:pt x="207552" y="224703"/>
                </a:lnTo>
                <a:lnTo>
                  <a:pt x="243255" y="263111"/>
                </a:lnTo>
                <a:lnTo>
                  <a:pt x="210208" y="298380"/>
                </a:lnTo>
                <a:lnTo>
                  <a:pt x="110686" y="264995"/>
                </a:lnTo>
                <a:moveTo>
                  <a:pt x="304757" y="352006"/>
                </a:moveTo>
                <a:cubicBezTo>
                  <a:pt x="303891" y="355824"/>
                  <a:pt x="303405" y="359833"/>
                  <a:pt x="303355" y="363892"/>
                </a:cubicBezTo>
                <a:lnTo>
                  <a:pt x="119385" y="425683"/>
                </a:lnTo>
                <a:lnTo>
                  <a:pt x="216251" y="322343"/>
                </a:lnTo>
                <a:lnTo>
                  <a:pt x="304757" y="352006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" name="path-742">
            <a:extLst xmlns:a="http://schemas.openxmlformats.org/drawingml/2006/main">
              <a:ext uri="{FF2B5EF4-FFF2-40B4-BE49-F238E27FC236}">
                <a16:creationId xmlns:a16="http://schemas.microsoft.com/office/drawing/2014/main" id="{7D669A30-D181-488D-9522-C83E43B3E9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24673" y="9138216"/>
            <a:ext cx="285045" cy="285041"/>
          </a:xfrm>
          <a:custGeom xmlns:a="http://schemas.openxmlformats.org/drawingml/2006/main">
            <a:pathLst>
              <a:path w="248887" h="248883">
                <a:moveTo>
                  <a:pt x="204609" y="44269"/>
                </a:moveTo>
                <a:cubicBezTo>
                  <a:pt x="248887" y="88547"/>
                  <a:pt x="248887" y="160332"/>
                  <a:pt x="204609" y="204608"/>
                </a:cubicBezTo>
                <a:cubicBezTo>
                  <a:pt x="160331" y="248883"/>
                  <a:pt x="88547" y="248883"/>
                  <a:pt x="44277" y="204608"/>
                </a:cubicBezTo>
                <a:cubicBezTo>
                  <a:pt x="0" y="160332"/>
                  <a:pt x="0" y="88547"/>
                  <a:pt x="44277" y="44269"/>
                </a:cubicBezTo>
                <a:cubicBezTo>
                  <a:pt x="88547" y="0"/>
                  <a:pt x="160331" y="0"/>
                  <a:pt x="204609" y="44269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" name="path-743">
            <a:extLst xmlns:a="http://schemas.openxmlformats.org/drawingml/2006/main">
              <a:ext uri="{FF2B5EF4-FFF2-40B4-BE49-F238E27FC236}">
                <a16:creationId xmlns:a16="http://schemas.microsoft.com/office/drawing/2014/main" id="{1B83D9AA-2EC3-4C46-8897-CE77A2DE3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24644" y="9138256"/>
            <a:ext cx="285090" cy="284992"/>
          </a:xfrm>
          <a:custGeom xmlns:a="http://schemas.openxmlformats.org/drawingml/2006/main">
            <a:pathLst>
              <a:path w="248926" h="248840">
                <a:moveTo>
                  <a:pt x="204648" y="44272"/>
                </a:moveTo>
                <a:cubicBezTo>
                  <a:pt x="248926" y="88550"/>
                  <a:pt x="248926" y="160285"/>
                  <a:pt x="204648" y="204568"/>
                </a:cubicBezTo>
                <a:cubicBezTo>
                  <a:pt x="160370" y="248840"/>
                  <a:pt x="88556" y="248840"/>
                  <a:pt x="44278" y="204568"/>
                </a:cubicBezTo>
                <a:cubicBezTo>
                  <a:pt x="0" y="160285"/>
                  <a:pt x="0" y="88550"/>
                  <a:pt x="44278" y="44272"/>
                </a:cubicBezTo>
                <a:cubicBezTo>
                  <a:pt x="88556" y="0"/>
                  <a:pt x="160370" y="0"/>
                  <a:pt x="204648" y="44272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787" name="path-744">
            <a:extLst xmlns:a="http://schemas.openxmlformats.org/drawingml/2006/main">
              <a:ext uri="{FF2B5EF4-FFF2-40B4-BE49-F238E27FC236}">
                <a16:creationId xmlns:a16="http://schemas.microsoft.com/office/drawing/2014/main" id="{8707360E-8387-4D37-B5C7-84FF005B4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6406" y="8843430"/>
            <a:ext cx="249683" cy="70261"/>
          </a:xfrm>
          <a:custGeom xmlns:a="http://schemas.openxmlformats.org/drawingml/2006/main">
            <a:pathLst>
              <a:path w="218010" h="61348">
                <a:moveTo>
                  <a:pt x="0" y="61348"/>
                </a:moveTo>
                <a:lnTo>
                  <a:pt x="2180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788" name="path-745">
            <a:extLst xmlns:a="http://schemas.openxmlformats.org/drawingml/2006/main">
              <a:ext uri="{FF2B5EF4-FFF2-40B4-BE49-F238E27FC236}">
                <a16:creationId xmlns:a16="http://schemas.microsoft.com/office/drawing/2014/main" id="{A18A0364-3039-43F1-9B80-559F575B5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70" y="8827239"/>
            <a:ext cx="66329" cy="44997"/>
          </a:xfrm>
          <a:custGeom xmlns:a="http://schemas.openxmlformats.org/drawingml/2006/main">
            <a:pathLst>
              <a:path w="57915" h="39289">
                <a:moveTo>
                  <a:pt x="57915" y="4898"/>
                </a:moveTo>
                <a:lnTo>
                  <a:pt x="0" y="0"/>
                </a:lnTo>
                <a:lnTo>
                  <a:pt x="25173" y="14116"/>
                </a:lnTo>
                <a:lnTo>
                  <a:pt x="11057" y="39289"/>
                </a:lnTo>
                <a:lnTo>
                  <a:pt x="57915" y="489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" name="path-746">
            <a:extLst xmlns:a="http://schemas.openxmlformats.org/drawingml/2006/main">
              <a:ext uri="{FF2B5EF4-FFF2-40B4-BE49-F238E27FC236}">
                <a16:creationId xmlns:a16="http://schemas.microsoft.com/office/drawing/2014/main" id="{1F895A89-16E8-451B-8336-6CFB43C22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84" y="8827288"/>
            <a:ext cx="66294" cy="44948"/>
          </a:xfrm>
          <a:custGeom xmlns:a="http://schemas.openxmlformats.org/drawingml/2006/main">
            <a:pathLst>
              <a:path w="57884" h="39246">
                <a:moveTo>
                  <a:pt x="57884" y="4861"/>
                </a:moveTo>
                <a:lnTo>
                  <a:pt x="0" y="0"/>
                </a:lnTo>
                <a:lnTo>
                  <a:pt x="25152" y="14095"/>
                </a:lnTo>
                <a:lnTo>
                  <a:pt x="11051" y="39246"/>
                </a:lnTo>
                <a:lnTo>
                  <a:pt x="57884" y="4861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790" name="path-747">
            <a:extLst xmlns:a="http://schemas.openxmlformats.org/drawingml/2006/main">
              <a:ext uri="{FF2B5EF4-FFF2-40B4-BE49-F238E27FC236}">
                <a16:creationId xmlns:a16="http://schemas.microsoft.com/office/drawing/2014/main" id="{96713FE0-796D-4A11-9E4C-C7F02836C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6406" y="8990463"/>
            <a:ext cx="249683" cy="70352"/>
          </a:xfrm>
          <a:custGeom xmlns:a="http://schemas.openxmlformats.org/drawingml/2006/main">
            <a:pathLst>
              <a:path w="218010" h="61428">
                <a:moveTo>
                  <a:pt x="0" y="0"/>
                </a:moveTo>
                <a:lnTo>
                  <a:pt x="218010" y="61428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791" name="path-748">
            <a:extLst xmlns:a="http://schemas.openxmlformats.org/drawingml/2006/main">
              <a:ext uri="{FF2B5EF4-FFF2-40B4-BE49-F238E27FC236}">
                <a16:creationId xmlns:a16="http://schemas.microsoft.com/office/drawing/2014/main" id="{435848E8-D36C-41DF-A596-02EBC0F1A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70" y="9031978"/>
            <a:ext cx="66329" cy="44997"/>
          </a:xfrm>
          <a:custGeom xmlns:a="http://schemas.openxmlformats.org/drawingml/2006/main">
            <a:pathLst>
              <a:path w="57915" h="39289">
                <a:moveTo>
                  <a:pt x="57915" y="34399"/>
                </a:moveTo>
                <a:lnTo>
                  <a:pt x="11057" y="0"/>
                </a:lnTo>
                <a:lnTo>
                  <a:pt x="25173" y="25181"/>
                </a:lnTo>
                <a:lnTo>
                  <a:pt x="0" y="39289"/>
                </a:lnTo>
                <a:lnTo>
                  <a:pt x="57915" y="3439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" name="path-749">
            <a:extLst xmlns:a="http://schemas.openxmlformats.org/drawingml/2006/main">
              <a:ext uri="{FF2B5EF4-FFF2-40B4-BE49-F238E27FC236}">
                <a16:creationId xmlns:a16="http://schemas.microsoft.com/office/drawing/2014/main" id="{E7B664AF-76F6-463D-9856-E682E46D2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84" y="9032016"/>
            <a:ext cx="66294" cy="44948"/>
          </a:xfrm>
          <a:custGeom xmlns:a="http://schemas.openxmlformats.org/drawingml/2006/main">
            <a:pathLst>
              <a:path w="57884" h="39246">
                <a:moveTo>
                  <a:pt x="57884" y="34385"/>
                </a:moveTo>
                <a:lnTo>
                  <a:pt x="11051" y="0"/>
                </a:lnTo>
                <a:lnTo>
                  <a:pt x="25152" y="25146"/>
                </a:lnTo>
                <a:lnTo>
                  <a:pt x="0" y="39246"/>
                </a:lnTo>
                <a:lnTo>
                  <a:pt x="57884" y="34385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793" name="path-750">
            <a:extLst xmlns:a="http://schemas.openxmlformats.org/drawingml/2006/main">
              <a:ext uri="{FF2B5EF4-FFF2-40B4-BE49-F238E27FC236}">
                <a16:creationId xmlns:a16="http://schemas.microsoft.com/office/drawing/2014/main" id="{D05436BB-C977-459E-A2DC-33F370DFD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8264" y="9043534"/>
            <a:ext cx="318617" cy="269136"/>
          </a:xfrm>
          <a:custGeom xmlns:a="http://schemas.openxmlformats.org/drawingml/2006/main">
            <a:pathLst>
              <a:path w="278200" h="234995">
                <a:moveTo>
                  <a:pt x="0" y="0"/>
                </a:moveTo>
                <a:lnTo>
                  <a:pt x="278200" y="234995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794" name="path-751">
            <a:extLst xmlns:a="http://schemas.openxmlformats.org/drawingml/2006/main">
              <a:ext uri="{FF2B5EF4-FFF2-40B4-BE49-F238E27FC236}">
                <a16:creationId xmlns:a16="http://schemas.microsoft.com/office/drawing/2014/main" id="{D4082E26-E14F-447B-AA8B-430C027B8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929" y="9279723"/>
            <a:ext cx="62694" cy="58076"/>
          </a:xfrm>
          <a:custGeom xmlns:a="http://schemas.openxmlformats.org/drawingml/2006/main">
            <a:pathLst>
              <a:path w="54741" h="50709">
                <a:moveTo>
                  <a:pt x="54741" y="50709"/>
                </a:moveTo>
                <a:lnTo>
                  <a:pt x="26336" y="0"/>
                </a:lnTo>
                <a:lnTo>
                  <a:pt x="28760" y="28759"/>
                </a:lnTo>
                <a:lnTo>
                  <a:pt x="0" y="31184"/>
                </a:lnTo>
                <a:lnTo>
                  <a:pt x="54741" y="5070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" name="path-752">
            <a:extLst xmlns:a="http://schemas.openxmlformats.org/drawingml/2006/main">
              <a:ext uri="{FF2B5EF4-FFF2-40B4-BE49-F238E27FC236}">
                <a16:creationId xmlns:a16="http://schemas.microsoft.com/office/drawing/2014/main" id="{188AC9F2-0B45-4D72-A1A8-E3DC028ED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926" y="9279715"/>
            <a:ext cx="62704" cy="58073"/>
          </a:xfrm>
          <a:custGeom xmlns:a="http://schemas.openxmlformats.org/drawingml/2006/main">
            <a:pathLst>
              <a:path w="54750" h="50706">
                <a:moveTo>
                  <a:pt x="54750" y="50706"/>
                </a:moveTo>
                <a:lnTo>
                  <a:pt x="26304" y="0"/>
                </a:lnTo>
                <a:lnTo>
                  <a:pt x="28775" y="28775"/>
                </a:lnTo>
                <a:lnTo>
                  <a:pt x="0" y="31165"/>
                </a:lnTo>
                <a:lnTo>
                  <a:pt x="54750" y="50706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796" name="path-753">
            <a:extLst xmlns:a="http://schemas.openxmlformats.org/drawingml/2006/main">
              <a:ext uri="{FF2B5EF4-FFF2-40B4-BE49-F238E27FC236}">
                <a16:creationId xmlns:a16="http://schemas.microsoft.com/office/drawing/2014/main" id="{8138F278-A96B-44CD-A483-BAD81BF90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82015" y="9067618"/>
            <a:ext cx="382732" cy="538831"/>
          </a:xfrm>
          <a:custGeom xmlns:a="http://schemas.openxmlformats.org/drawingml/2006/main">
            <a:pathLst>
              <a:path w="334182" h="470479">
                <a:moveTo>
                  <a:pt x="0" y="0"/>
                </a:moveTo>
                <a:lnTo>
                  <a:pt x="334182" y="470479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797" name="path-754">
            <a:extLst xmlns:a="http://schemas.openxmlformats.org/drawingml/2006/main">
              <a:ext uri="{FF2B5EF4-FFF2-40B4-BE49-F238E27FC236}">
                <a16:creationId xmlns:a16="http://schemas.microsoft.com/office/drawing/2014/main" id="{4DF7301C-0DC0-405E-8E39-970BC1DBB2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2193" y="9573813"/>
            <a:ext cx="55149" cy="64347"/>
          </a:xfrm>
          <a:custGeom xmlns:a="http://schemas.openxmlformats.org/drawingml/2006/main">
            <a:pathLst>
              <a:path w="48153" h="56185">
                <a:moveTo>
                  <a:pt x="48153" y="56185"/>
                </a:moveTo>
                <a:lnTo>
                  <a:pt x="33270" y="0"/>
                </a:lnTo>
                <a:lnTo>
                  <a:pt x="28455" y="28457"/>
                </a:lnTo>
                <a:lnTo>
                  <a:pt x="0" y="23637"/>
                </a:lnTo>
                <a:lnTo>
                  <a:pt x="48153" y="56185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" name="path-755">
            <a:extLst xmlns:a="http://schemas.openxmlformats.org/drawingml/2006/main">
              <a:ext uri="{FF2B5EF4-FFF2-40B4-BE49-F238E27FC236}">
                <a16:creationId xmlns:a16="http://schemas.microsoft.com/office/drawing/2014/main" id="{876032A2-54DE-4589-B49E-073B3BED5E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2175" y="9573774"/>
            <a:ext cx="55146" cy="64408"/>
          </a:xfrm>
          <a:custGeom xmlns:a="http://schemas.openxmlformats.org/drawingml/2006/main">
            <a:pathLst>
              <a:path w="48151" h="56237">
                <a:moveTo>
                  <a:pt x="48151" y="56237"/>
                </a:moveTo>
                <a:lnTo>
                  <a:pt x="33312" y="0"/>
                </a:lnTo>
                <a:lnTo>
                  <a:pt x="28440" y="28530"/>
                </a:lnTo>
                <a:lnTo>
                  <a:pt x="0" y="23664"/>
                </a:lnTo>
                <a:lnTo>
                  <a:pt x="48151" y="56237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799" name="path-756">
            <a:extLst xmlns:a="http://schemas.openxmlformats.org/drawingml/2006/main">
              <a:ext uri="{FF2B5EF4-FFF2-40B4-BE49-F238E27FC236}">
                <a16:creationId xmlns:a16="http://schemas.microsoft.com/office/drawing/2014/main" id="{4FB5E0E5-65F7-4897-9C26-A46A237B0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82015" y="8955049"/>
            <a:ext cx="382732" cy="538837"/>
          </a:xfrm>
          <a:custGeom xmlns:a="http://schemas.openxmlformats.org/drawingml/2006/main">
            <a:pathLst>
              <a:path w="334182" h="470485">
                <a:moveTo>
                  <a:pt x="0" y="470485"/>
                </a:moveTo>
                <a:lnTo>
                  <a:pt x="33418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00" name="path-757">
            <a:extLst xmlns:a="http://schemas.openxmlformats.org/drawingml/2006/main">
              <a:ext uri="{FF2B5EF4-FFF2-40B4-BE49-F238E27FC236}">
                <a16:creationId xmlns:a16="http://schemas.microsoft.com/office/drawing/2014/main" id="{CB75F5D1-95B3-42D6-8491-472D47CC3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2193" y="8923306"/>
            <a:ext cx="55149" cy="64346"/>
          </a:xfrm>
          <a:custGeom xmlns:a="http://schemas.openxmlformats.org/drawingml/2006/main">
            <a:pathLst>
              <a:path w="48153" h="56183">
                <a:moveTo>
                  <a:pt x="48153" y="0"/>
                </a:moveTo>
                <a:lnTo>
                  <a:pt x="0" y="32552"/>
                </a:lnTo>
                <a:lnTo>
                  <a:pt x="28455" y="27730"/>
                </a:lnTo>
                <a:lnTo>
                  <a:pt x="33270" y="56183"/>
                </a:lnTo>
                <a:lnTo>
                  <a:pt x="48153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" name="path-758">
            <a:extLst xmlns:a="http://schemas.openxmlformats.org/drawingml/2006/main">
              <a:ext uri="{FF2B5EF4-FFF2-40B4-BE49-F238E27FC236}">
                <a16:creationId xmlns:a16="http://schemas.microsoft.com/office/drawing/2014/main" id="{8C1DE1C6-0710-4BE3-915A-1D20C1FE9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2175" y="8923324"/>
            <a:ext cx="55146" cy="64310"/>
          </a:xfrm>
          <a:custGeom xmlns:a="http://schemas.openxmlformats.org/drawingml/2006/main">
            <a:pathLst>
              <a:path w="48151" h="56152">
                <a:moveTo>
                  <a:pt x="48151" y="0"/>
                </a:moveTo>
                <a:lnTo>
                  <a:pt x="0" y="32568"/>
                </a:lnTo>
                <a:lnTo>
                  <a:pt x="28440" y="27701"/>
                </a:lnTo>
                <a:lnTo>
                  <a:pt x="33312" y="56152"/>
                </a:lnTo>
                <a:lnTo>
                  <a:pt x="481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02" name="path-759">
            <a:extLst xmlns:a="http://schemas.openxmlformats.org/drawingml/2006/main">
              <a:ext uri="{FF2B5EF4-FFF2-40B4-BE49-F238E27FC236}">
                <a16:creationId xmlns:a16="http://schemas.microsoft.com/office/drawing/2014/main" id="{AFA36630-A8C1-4FC5-ABCB-F5A8A4216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8264" y="9248835"/>
            <a:ext cx="318617" cy="269129"/>
          </a:xfrm>
          <a:custGeom xmlns:a="http://schemas.openxmlformats.org/drawingml/2006/main">
            <a:pathLst>
              <a:path w="278200" h="234990">
                <a:moveTo>
                  <a:pt x="0" y="234990"/>
                </a:moveTo>
                <a:lnTo>
                  <a:pt x="2782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03" name="path-760">
            <a:extLst xmlns:a="http://schemas.openxmlformats.org/drawingml/2006/main">
              <a:ext uri="{FF2B5EF4-FFF2-40B4-BE49-F238E27FC236}">
                <a16:creationId xmlns:a16="http://schemas.microsoft.com/office/drawing/2014/main" id="{DB94FA9A-9393-4A46-B208-50E80235D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929" y="9223676"/>
            <a:ext cx="62694" cy="58068"/>
          </a:xfrm>
          <a:custGeom xmlns:a="http://schemas.openxmlformats.org/drawingml/2006/main">
            <a:pathLst>
              <a:path w="54741" h="50702">
                <a:moveTo>
                  <a:pt x="54741" y="0"/>
                </a:moveTo>
                <a:lnTo>
                  <a:pt x="0" y="19525"/>
                </a:lnTo>
                <a:lnTo>
                  <a:pt x="28760" y="21942"/>
                </a:lnTo>
                <a:lnTo>
                  <a:pt x="26336" y="50702"/>
                </a:lnTo>
                <a:lnTo>
                  <a:pt x="54741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" name="path-761">
            <a:extLst xmlns:a="http://schemas.openxmlformats.org/drawingml/2006/main">
              <a:ext uri="{FF2B5EF4-FFF2-40B4-BE49-F238E27FC236}">
                <a16:creationId xmlns:a16="http://schemas.microsoft.com/office/drawing/2014/main" id="{DEECBF87-F11A-4088-91F2-22CF6C213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926" y="9223710"/>
            <a:ext cx="62704" cy="58079"/>
          </a:xfrm>
          <a:custGeom xmlns:a="http://schemas.openxmlformats.org/drawingml/2006/main">
            <a:pathLst>
              <a:path w="54750" h="50712">
                <a:moveTo>
                  <a:pt x="54750" y="0"/>
                </a:moveTo>
                <a:lnTo>
                  <a:pt x="0" y="19461"/>
                </a:lnTo>
                <a:lnTo>
                  <a:pt x="28775" y="21937"/>
                </a:lnTo>
                <a:lnTo>
                  <a:pt x="26304" y="50712"/>
                </a:lnTo>
                <a:lnTo>
                  <a:pt x="54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05" name="path-762">
            <a:extLst xmlns:a="http://schemas.openxmlformats.org/drawingml/2006/main">
              <a:ext uri="{FF2B5EF4-FFF2-40B4-BE49-F238E27FC236}">
                <a16:creationId xmlns:a16="http://schemas.microsoft.com/office/drawing/2014/main" id="{8A97DD2A-30F6-4BA0-A619-E0DFA5228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6406" y="9647716"/>
            <a:ext cx="249683" cy="70352"/>
          </a:xfrm>
          <a:custGeom xmlns:a="http://schemas.openxmlformats.org/drawingml/2006/main">
            <a:pathLst>
              <a:path w="218010" h="61428">
                <a:moveTo>
                  <a:pt x="0" y="0"/>
                </a:moveTo>
                <a:lnTo>
                  <a:pt x="218010" y="61428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06" name="path-763">
            <a:extLst xmlns:a="http://schemas.openxmlformats.org/drawingml/2006/main">
              <a:ext uri="{FF2B5EF4-FFF2-40B4-BE49-F238E27FC236}">
                <a16:creationId xmlns:a16="http://schemas.microsoft.com/office/drawing/2014/main" id="{F31424B6-7241-4B6C-9942-ABB5D64C2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70" y="9689235"/>
            <a:ext cx="66329" cy="44995"/>
          </a:xfrm>
          <a:custGeom xmlns:a="http://schemas.openxmlformats.org/drawingml/2006/main">
            <a:pathLst>
              <a:path w="57915" h="39288">
                <a:moveTo>
                  <a:pt x="57915" y="34392"/>
                </a:moveTo>
                <a:lnTo>
                  <a:pt x="11057" y="0"/>
                </a:lnTo>
                <a:lnTo>
                  <a:pt x="25173" y="25174"/>
                </a:lnTo>
                <a:lnTo>
                  <a:pt x="0" y="39288"/>
                </a:lnTo>
                <a:lnTo>
                  <a:pt x="57915" y="3439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" name="path-764">
            <a:extLst xmlns:a="http://schemas.openxmlformats.org/drawingml/2006/main">
              <a:ext uri="{FF2B5EF4-FFF2-40B4-BE49-F238E27FC236}">
                <a16:creationId xmlns:a16="http://schemas.microsoft.com/office/drawing/2014/main" id="{6CF5CF76-29E1-40EF-BDC5-CE47D5C2F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84" y="9689262"/>
            <a:ext cx="66294" cy="44955"/>
          </a:xfrm>
          <a:custGeom xmlns:a="http://schemas.openxmlformats.org/drawingml/2006/main">
            <a:pathLst>
              <a:path w="57884" h="39252">
                <a:moveTo>
                  <a:pt x="57884" y="34391"/>
                </a:moveTo>
                <a:lnTo>
                  <a:pt x="11051" y="0"/>
                </a:lnTo>
                <a:lnTo>
                  <a:pt x="25152" y="25152"/>
                </a:lnTo>
                <a:lnTo>
                  <a:pt x="0" y="39252"/>
                </a:lnTo>
                <a:lnTo>
                  <a:pt x="57884" y="34391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08" name="path-765">
            <a:extLst xmlns:a="http://schemas.openxmlformats.org/drawingml/2006/main">
              <a:ext uri="{FF2B5EF4-FFF2-40B4-BE49-F238E27FC236}">
                <a16:creationId xmlns:a16="http://schemas.microsoft.com/office/drawing/2014/main" id="{1439247C-31B2-4096-9EEC-729B0AAA7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6406" y="9500683"/>
            <a:ext cx="249683" cy="70261"/>
          </a:xfrm>
          <a:custGeom xmlns:a="http://schemas.openxmlformats.org/drawingml/2006/main">
            <a:pathLst>
              <a:path w="218010" h="61348">
                <a:moveTo>
                  <a:pt x="0" y="61348"/>
                </a:moveTo>
                <a:lnTo>
                  <a:pt x="2180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09" name="path-766">
            <a:extLst xmlns:a="http://schemas.openxmlformats.org/drawingml/2006/main">
              <a:ext uri="{FF2B5EF4-FFF2-40B4-BE49-F238E27FC236}">
                <a16:creationId xmlns:a16="http://schemas.microsoft.com/office/drawing/2014/main" id="{05229966-C987-46A1-ADC7-3F8FB111A9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70" y="9484492"/>
            <a:ext cx="66329" cy="44995"/>
          </a:xfrm>
          <a:custGeom xmlns:a="http://schemas.openxmlformats.org/drawingml/2006/main">
            <a:pathLst>
              <a:path w="57915" h="39288">
                <a:moveTo>
                  <a:pt x="57915" y="4895"/>
                </a:moveTo>
                <a:lnTo>
                  <a:pt x="0" y="0"/>
                </a:lnTo>
                <a:lnTo>
                  <a:pt x="25173" y="14113"/>
                </a:lnTo>
                <a:lnTo>
                  <a:pt x="11057" y="39288"/>
                </a:lnTo>
                <a:lnTo>
                  <a:pt x="57915" y="4895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" name="path-767">
            <a:extLst xmlns:a="http://schemas.openxmlformats.org/drawingml/2006/main">
              <a:ext uri="{FF2B5EF4-FFF2-40B4-BE49-F238E27FC236}">
                <a16:creationId xmlns:a16="http://schemas.microsoft.com/office/drawing/2014/main" id="{E8017B5E-B7E4-4E81-81A3-A5E18E878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84" y="9484541"/>
            <a:ext cx="66294" cy="44942"/>
          </a:xfrm>
          <a:custGeom xmlns:a="http://schemas.openxmlformats.org/drawingml/2006/main">
            <a:pathLst>
              <a:path w="57884" h="39241">
                <a:moveTo>
                  <a:pt x="57884" y="4861"/>
                </a:moveTo>
                <a:lnTo>
                  <a:pt x="0" y="0"/>
                </a:lnTo>
                <a:lnTo>
                  <a:pt x="25152" y="14095"/>
                </a:lnTo>
                <a:lnTo>
                  <a:pt x="11051" y="39241"/>
                </a:lnTo>
                <a:lnTo>
                  <a:pt x="57884" y="4861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11" name="path-768">
            <a:extLst xmlns:a="http://schemas.openxmlformats.org/drawingml/2006/main">
              <a:ext uri="{FF2B5EF4-FFF2-40B4-BE49-F238E27FC236}">
                <a16:creationId xmlns:a16="http://schemas.microsoft.com/office/drawing/2014/main" id="{94F5B8B6-B915-4579-B8CF-1FA649CDA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7485" y="8809589"/>
            <a:ext cx="285044" cy="285046"/>
          </a:xfrm>
          <a:custGeom xmlns:a="http://schemas.openxmlformats.org/drawingml/2006/main">
            <a:pathLst>
              <a:path w="248886" h="248887">
                <a:moveTo>
                  <a:pt x="204610" y="44269"/>
                </a:moveTo>
                <a:cubicBezTo>
                  <a:pt x="248886" y="88547"/>
                  <a:pt x="248886" y="160332"/>
                  <a:pt x="204610" y="204609"/>
                </a:cubicBezTo>
                <a:cubicBezTo>
                  <a:pt x="160334" y="248887"/>
                  <a:pt x="88550" y="248887"/>
                  <a:pt x="44275" y="204609"/>
                </a:cubicBezTo>
                <a:cubicBezTo>
                  <a:pt x="0" y="160332"/>
                  <a:pt x="0" y="88547"/>
                  <a:pt x="44275" y="44269"/>
                </a:cubicBezTo>
                <a:cubicBezTo>
                  <a:pt x="88550" y="0"/>
                  <a:pt x="160334" y="0"/>
                  <a:pt x="204610" y="44269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" name="path-769">
            <a:extLst xmlns:a="http://schemas.openxmlformats.org/drawingml/2006/main">
              <a:ext uri="{FF2B5EF4-FFF2-40B4-BE49-F238E27FC236}">
                <a16:creationId xmlns:a16="http://schemas.microsoft.com/office/drawing/2014/main" id="{B1FAE2C6-EDE3-4061-9025-E03104F8C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7456" y="8809623"/>
            <a:ext cx="285090" cy="284999"/>
          </a:xfrm>
          <a:custGeom xmlns:a="http://schemas.openxmlformats.org/drawingml/2006/main">
            <a:pathLst>
              <a:path w="248926" h="248846">
                <a:moveTo>
                  <a:pt x="204648" y="44278"/>
                </a:moveTo>
                <a:cubicBezTo>
                  <a:pt x="248926" y="88561"/>
                  <a:pt x="248926" y="160290"/>
                  <a:pt x="204648" y="204568"/>
                </a:cubicBezTo>
                <a:cubicBezTo>
                  <a:pt x="160370" y="248846"/>
                  <a:pt x="88556" y="248846"/>
                  <a:pt x="44278" y="204568"/>
                </a:cubicBezTo>
                <a:cubicBezTo>
                  <a:pt x="0" y="160290"/>
                  <a:pt x="0" y="88561"/>
                  <a:pt x="44278" y="44278"/>
                </a:cubicBezTo>
                <a:cubicBezTo>
                  <a:pt x="88556" y="0"/>
                  <a:pt x="160370" y="0"/>
                  <a:pt x="20464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45306"/>
            </a:solidFill>
            <a:prstDash val="solid"/>
          </a:ln>
        </p:spPr>
      </p:sp>
      <p:sp>
        <p:nvSpPr>
          <p:cNvPr id="813" name="path-770">
            <a:extLst xmlns:a="http://schemas.openxmlformats.org/drawingml/2006/main">
              <a:ext uri="{FF2B5EF4-FFF2-40B4-BE49-F238E27FC236}">
                <a16:creationId xmlns:a16="http://schemas.microsoft.com/office/drawing/2014/main" id="{A7DAAF3C-5D59-4790-B3FC-B232E9B23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7485" y="9138216"/>
            <a:ext cx="285044" cy="285041"/>
          </a:xfrm>
          <a:custGeom xmlns:a="http://schemas.openxmlformats.org/drawingml/2006/main">
            <a:pathLst>
              <a:path w="248886" h="248883">
                <a:moveTo>
                  <a:pt x="204610" y="44269"/>
                </a:moveTo>
                <a:cubicBezTo>
                  <a:pt x="248886" y="88547"/>
                  <a:pt x="248886" y="160332"/>
                  <a:pt x="204610" y="204608"/>
                </a:cubicBezTo>
                <a:cubicBezTo>
                  <a:pt x="160334" y="248883"/>
                  <a:pt x="88550" y="248883"/>
                  <a:pt x="44275" y="204608"/>
                </a:cubicBezTo>
                <a:cubicBezTo>
                  <a:pt x="0" y="160332"/>
                  <a:pt x="0" y="88547"/>
                  <a:pt x="44275" y="44269"/>
                </a:cubicBezTo>
                <a:cubicBezTo>
                  <a:pt x="88550" y="0"/>
                  <a:pt x="160334" y="0"/>
                  <a:pt x="204610" y="44269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" name="path-771">
            <a:extLst xmlns:a="http://schemas.openxmlformats.org/drawingml/2006/main">
              <a:ext uri="{FF2B5EF4-FFF2-40B4-BE49-F238E27FC236}">
                <a16:creationId xmlns:a16="http://schemas.microsoft.com/office/drawing/2014/main" id="{32AB2E96-E2C3-4D6E-9019-F02B65A82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7456" y="9138256"/>
            <a:ext cx="285090" cy="284992"/>
          </a:xfrm>
          <a:custGeom xmlns:a="http://schemas.openxmlformats.org/drawingml/2006/main">
            <a:pathLst>
              <a:path w="248926" h="248840">
                <a:moveTo>
                  <a:pt x="204648" y="44272"/>
                </a:moveTo>
                <a:cubicBezTo>
                  <a:pt x="248926" y="88550"/>
                  <a:pt x="248926" y="160285"/>
                  <a:pt x="204648" y="204568"/>
                </a:cubicBezTo>
                <a:cubicBezTo>
                  <a:pt x="160370" y="248840"/>
                  <a:pt x="88556" y="248840"/>
                  <a:pt x="44278" y="204568"/>
                </a:cubicBezTo>
                <a:cubicBezTo>
                  <a:pt x="0" y="160285"/>
                  <a:pt x="0" y="88550"/>
                  <a:pt x="44278" y="44272"/>
                </a:cubicBezTo>
                <a:cubicBezTo>
                  <a:pt x="88556" y="0"/>
                  <a:pt x="160370" y="0"/>
                  <a:pt x="204648" y="44272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815" name="path-772">
            <a:extLst xmlns:a="http://schemas.openxmlformats.org/drawingml/2006/main">
              <a:ext uri="{FF2B5EF4-FFF2-40B4-BE49-F238E27FC236}">
                <a16:creationId xmlns:a16="http://schemas.microsoft.com/office/drawing/2014/main" id="{FE21ABD2-8C3A-43F8-A1B8-BECC8B8FE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7485" y="9466839"/>
            <a:ext cx="285044" cy="285043"/>
          </a:xfrm>
          <a:custGeom xmlns:a="http://schemas.openxmlformats.org/drawingml/2006/main">
            <a:pathLst>
              <a:path w="248886" h="248884">
                <a:moveTo>
                  <a:pt x="204610" y="44275"/>
                </a:moveTo>
                <a:cubicBezTo>
                  <a:pt x="248886" y="88550"/>
                  <a:pt x="248886" y="160334"/>
                  <a:pt x="204610" y="204609"/>
                </a:cubicBezTo>
                <a:cubicBezTo>
                  <a:pt x="160334" y="248884"/>
                  <a:pt x="88550" y="248884"/>
                  <a:pt x="44275" y="204609"/>
                </a:cubicBezTo>
                <a:cubicBezTo>
                  <a:pt x="0" y="160334"/>
                  <a:pt x="0" y="88550"/>
                  <a:pt x="44275" y="44275"/>
                </a:cubicBezTo>
                <a:cubicBezTo>
                  <a:pt x="88550" y="0"/>
                  <a:pt x="160334" y="0"/>
                  <a:pt x="204610" y="44275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" name="path-773">
            <a:extLst xmlns:a="http://schemas.openxmlformats.org/drawingml/2006/main">
              <a:ext uri="{FF2B5EF4-FFF2-40B4-BE49-F238E27FC236}">
                <a16:creationId xmlns:a16="http://schemas.microsoft.com/office/drawing/2014/main" id="{0D3020C6-AE50-4FD8-A263-FAA8F3A53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7456" y="9466876"/>
            <a:ext cx="285090" cy="284999"/>
          </a:xfrm>
          <a:custGeom xmlns:a="http://schemas.openxmlformats.org/drawingml/2006/main">
            <a:pathLst>
              <a:path w="248926" h="248846">
                <a:moveTo>
                  <a:pt x="204648" y="44278"/>
                </a:moveTo>
                <a:cubicBezTo>
                  <a:pt x="248926" y="88556"/>
                  <a:pt x="248926" y="160290"/>
                  <a:pt x="204648" y="204568"/>
                </a:cubicBezTo>
                <a:cubicBezTo>
                  <a:pt x="160370" y="248846"/>
                  <a:pt x="88556" y="248846"/>
                  <a:pt x="44278" y="204568"/>
                </a:cubicBezTo>
                <a:cubicBezTo>
                  <a:pt x="0" y="160290"/>
                  <a:pt x="0" y="88556"/>
                  <a:pt x="44278" y="44278"/>
                </a:cubicBezTo>
                <a:cubicBezTo>
                  <a:pt x="88556" y="0"/>
                  <a:pt x="160370" y="0"/>
                  <a:pt x="20464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817" name="path-774">
            <a:extLst xmlns:a="http://schemas.openxmlformats.org/drawingml/2006/main">
              <a:ext uri="{FF2B5EF4-FFF2-40B4-BE49-F238E27FC236}">
                <a16:creationId xmlns:a16="http://schemas.microsoft.com/office/drawing/2014/main" id="{6BB621F5-7DB1-42D5-803A-E32A38675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079" y="8645277"/>
            <a:ext cx="285045" cy="285044"/>
          </a:xfrm>
          <a:custGeom xmlns:a="http://schemas.openxmlformats.org/drawingml/2006/main">
            <a:pathLst>
              <a:path w="248886" h="248886">
                <a:moveTo>
                  <a:pt x="204609" y="44269"/>
                </a:moveTo>
                <a:cubicBezTo>
                  <a:pt x="248886" y="88547"/>
                  <a:pt x="248886" y="160330"/>
                  <a:pt x="204609" y="204608"/>
                </a:cubicBezTo>
                <a:cubicBezTo>
                  <a:pt x="160331" y="248886"/>
                  <a:pt x="88547" y="248886"/>
                  <a:pt x="44277" y="204608"/>
                </a:cubicBezTo>
                <a:cubicBezTo>
                  <a:pt x="0" y="160330"/>
                  <a:pt x="0" y="88547"/>
                  <a:pt x="44277" y="44269"/>
                </a:cubicBezTo>
                <a:cubicBezTo>
                  <a:pt x="88547" y="0"/>
                  <a:pt x="160331" y="0"/>
                  <a:pt x="204609" y="44269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" name="path-775">
            <a:extLst xmlns:a="http://schemas.openxmlformats.org/drawingml/2006/main">
              <a:ext uri="{FF2B5EF4-FFF2-40B4-BE49-F238E27FC236}">
                <a16:creationId xmlns:a16="http://schemas.microsoft.com/office/drawing/2014/main" id="{D3559538-0E0A-4405-8966-2FF2DDAA8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047" y="8645317"/>
            <a:ext cx="285096" cy="284999"/>
          </a:xfrm>
          <a:custGeom xmlns:a="http://schemas.openxmlformats.org/drawingml/2006/main">
            <a:pathLst>
              <a:path w="248931" h="248846">
                <a:moveTo>
                  <a:pt x="204648" y="44278"/>
                </a:moveTo>
                <a:cubicBezTo>
                  <a:pt x="248931" y="88556"/>
                  <a:pt x="248931" y="160285"/>
                  <a:pt x="204648" y="204568"/>
                </a:cubicBezTo>
                <a:cubicBezTo>
                  <a:pt x="160376" y="248846"/>
                  <a:pt x="88556" y="248846"/>
                  <a:pt x="44278" y="204568"/>
                </a:cubicBezTo>
                <a:cubicBezTo>
                  <a:pt x="0" y="160285"/>
                  <a:pt x="0" y="88556"/>
                  <a:pt x="44278" y="44278"/>
                </a:cubicBezTo>
                <a:cubicBezTo>
                  <a:pt x="88556" y="0"/>
                  <a:pt x="160376" y="0"/>
                  <a:pt x="20464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819" name="path-776">
            <a:extLst xmlns:a="http://schemas.openxmlformats.org/drawingml/2006/main">
              <a:ext uri="{FF2B5EF4-FFF2-40B4-BE49-F238E27FC236}">
                <a16:creationId xmlns:a16="http://schemas.microsoft.com/office/drawing/2014/main" id="{E0EABDCD-7F6D-48D9-934B-7F64D242F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079" y="8973902"/>
            <a:ext cx="285045" cy="285046"/>
          </a:xfrm>
          <a:custGeom xmlns:a="http://schemas.openxmlformats.org/drawingml/2006/main">
            <a:pathLst>
              <a:path w="248886" h="248887">
                <a:moveTo>
                  <a:pt x="204609" y="44269"/>
                </a:moveTo>
                <a:cubicBezTo>
                  <a:pt x="248886" y="88547"/>
                  <a:pt x="248886" y="160332"/>
                  <a:pt x="204609" y="204609"/>
                </a:cubicBezTo>
                <a:cubicBezTo>
                  <a:pt x="160331" y="248887"/>
                  <a:pt x="88547" y="248887"/>
                  <a:pt x="44277" y="204609"/>
                </a:cubicBezTo>
                <a:cubicBezTo>
                  <a:pt x="0" y="160332"/>
                  <a:pt x="0" y="88547"/>
                  <a:pt x="44277" y="44269"/>
                </a:cubicBezTo>
                <a:cubicBezTo>
                  <a:pt x="88547" y="0"/>
                  <a:pt x="160331" y="0"/>
                  <a:pt x="204609" y="44269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" name="path-777">
            <a:extLst xmlns:a="http://schemas.openxmlformats.org/drawingml/2006/main">
              <a:ext uri="{FF2B5EF4-FFF2-40B4-BE49-F238E27FC236}">
                <a16:creationId xmlns:a16="http://schemas.microsoft.com/office/drawing/2014/main" id="{6B7C3040-470B-498D-A103-B914F29F7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047" y="8973937"/>
            <a:ext cx="285096" cy="284999"/>
          </a:xfrm>
          <a:custGeom xmlns:a="http://schemas.openxmlformats.org/drawingml/2006/main">
            <a:pathLst>
              <a:path w="248931" h="248846">
                <a:moveTo>
                  <a:pt x="204648" y="44278"/>
                </a:moveTo>
                <a:cubicBezTo>
                  <a:pt x="248931" y="88556"/>
                  <a:pt x="248931" y="160296"/>
                  <a:pt x="204648" y="204568"/>
                </a:cubicBezTo>
                <a:cubicBezTo>
                  <a:pt x="160376" y="248846"/>
                  <a:pt x="88556" y="248846"/>
                  <a:pt x="44278" y="204568"/>
                </a:cubicBezTo>
                <a:cubicBezTo>
                  <a:pt x="0" y="160296"/>
                  <a:pt x="0" y="88556"/>
                  <a:pt x="44278" y="44278"/>
                </a:cubicBezTo>
                <a:cubicBezTo>
                  <a:pt x="88556" y="0"/>
                  <a:pt x="160376" y="0"/>
                  <a:pt x="20464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821" name="path-778">
            <a:extLst xmlns:a="http://schemas.openxmlformats.org/drawingml/2006/main">
              <a:ext uri="{FF2B5EF4-FFF2-40B4-BE49-F238E27FC236}">
                <a16:creationId xmlns:a16="http://schemas.microsoft.com/office/drawing/2014/main" id="{0B5A4046-A66B-4443-A571-10B707377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079" y="9302529"/>
            <a:ext cx="285045" cy="285041"/>
          </a:xfrm>
          <a:custGeom xmlns:a="http://schemas.openxmlformats.org/drawingml/2006/main">
            <a:pathLst>
              <a:path w="248886" h="248883">
                <a:moveTo>
                  <a:pt x="204609" y="44269"/>
                </a:moveTo>
                <a:cubicBezTo>
                  <a:pt x="248886" y="88548"/>
                  <a:pt x="248886" y="160332"/>
                  <a:pt x="204609" y="204608"/>
                </a:cubicBezTo>
                <a:cubicBezTo>
                  <a:pt x="160331" y="248883"/>
                  <a:pt x="88547" y="248883"/>
                  <a:pt x="44277" y="204608"/>
                </a:cubicBezTo>
                <a:cubicBezTo>
                  <a:pt x="0" y="160332"/>
                  <a:pt x="0" y="88548"/>
                  <a:pt x="44277" y="44269"/>
                </a:cubicBezTo>
                <a:cubicBezTo>
                  <a:pt x="88547" y="0"/>
                  <a:pt x="160331" y="0"/>
                  <a:pt x="204609" y="44269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" name="path-779">
            <a:extLst xmlns:a="http://schemas.openxmlformats.org/drawingml/2006/main">
              <a:ext uri="{FF2B5EF4-FFF2-40B4-BE49-F238E27FC236}">
                <a16:creationId xmlns:a16="http://schemas.microsoft.com/office/drawing/2014/main" id="{3817B84E-636A-4833-AD4D-FE031713C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047" y="9302563"/>
            <a:ext cx="285096" cy="284999"/>
          </a:xfrm>
          <a:custGeom xmlns:a="http://schemas.openxmlformats.org/drawingml/2006/main">
            <a:pathLst>
              <a:path w="248931" h="248846">
                <a:moveTo>
                  <a:pt x="204648" y="44283"/>
                </a:moveTo>
                <a:cubicBezTo>
                  <a:pt x="248931" y="88556"/>
                  <a:pt x="248931" y="160290"/>
                  <a:pt x="204648" y="204568"/>
                </a:cubicBezTo>
                <a:cubicBezTo>
                  <a:pt x="160376" y="248846"/>
                  <a:pt x="88556" y="248846"/>
                  <a:pt x="44278" y="204568"/>
                </a:cubicBezTo>
                <a:cubicBezTo>
                  <a:pt x="0" y="160290"/>
                  <a:pt x="0" y="88556"/>
                  <a:pt x="44278" y="44283"/>
                </a:cubicBezTo>
                <a:cubicBezTo>
                  <a:pt x="88556" y="0"/>
                  <a:pt x="160376" y="0"/>
                  <a:pt x="204648" y="44283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823" name="path-780">
            <a:extLst xmlns:a="http://schemas.openxmlformats.org/drawingml/2006/main">
              <a:ext uri="{FF2B5EF4-FFF2-40B4-BE49-F238E27FC236}">
                <a16:creationId xmlns:a16="http://schemas.microsoft.com/office/drawing/2014/main" id="{70CBEBAF-11DA-40F4-B34B-F0E5CB1EE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079" y="9631152"/>
            <a:ext cx="285045" cy="285043"/>
          </a:xfrm>
          <a:custGeom xmlns:a="http://schemas.openxmlformats.org/drawingml/2006/main">
            <a:pathLst>
              <a:path w="248886" h="248884">
                <a:moveTo>
                  <a:pt x="204609" y="44275"/>
                </a:moveTo>
                <a:cubicBezTo>
                  <a:pt x="248886" y="88550"/>
                  <a:pt x="248886" y="160334"/>
                  <a:pt x="204609" y="204609"/>
                </a:cubicBezTo>
                <a:cubicBezTo>
                  <a:pt x="160331" y="248884"/>
                  <a:pt x="88547" y="248884"/>
                  <a:pt x="44277" y="204609"/>
                </a:cubicBezTo>
                <a:cubicBezTo>
                  <a:pt x="0" y="160334"/>
                  <a:pt x="0" y="88550"/>
                  <a:pt x="44277" y="44275"/>
                </a:cubicBezTo>
                <a:cubicBezTo>
                  <a:pt x="88547" y="0"/>
                  <a:pt x="160331" y="0"/>
                  <a:pt x="204609" y="44275"/>
                </a:cubicBezTo>
              </a:path>
            </a:pathLst>
          </a:custGeom>
          <a:solidFill xmlns:a="http://schemas.openxmlformats.org/drawingml/2006/main">
            <a:srgbClr val="FCE6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4" name="path-781">
            <a:extLst xmlns:a="http://schemas.openxmlformats.org/drawingml/2006/main">
              <a:ext uri="{FF2B5EF4-FFF2-40B4-BE49-F238E27FC236}">
                <a16:creationId xmlns:a16="http://schemas.microsoft.com/office/drawing/2014/main" id="{5DDBF724-CE88-45E5-96B1-98238E01D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1047" y="9631190"/>
            <a:ext cx="285096" cy="284999"/>
          </a:xfrm>
          <a:custGeom xmlns:a="http://schemas.openxmlformats.org/drawingml/2006/main">
            <a:pathLst>
              <a:path w="248931" h="248846">
                <a:moveTo>
                  <a:pt x="204648" y="44278"/>
                </a:moveTo>
                <a:cubicBezTo>
                  <a:pt x="248931" y="88556"/>
                  <a:pt x="248931" y="160290"/>
                  <a:pt x="204648" y="204568"/>
                </a:cubicBezTo>
                <a:cubicBezTo>
                  <a:pt x="160376" y="248846"/>
                  <a:pt x="88556" y="248846"/>
                  <a:pt x="44278" y="204568"/>
                </a:cubicBezTo>
                <a:cubicBezTo>
                  <a:pt x="0" y="160290"/>
                  <a:pt x="0" y="88556"/>
                  <a:pt x="44278" y="44278"/>
                </a:cubicBezTo>
                <a:cubicBezTo>
                  <a:pt x="88556" y="0"/>
                  <a:pt x="160376" y="0"/>
                  <a:pt x="204648" y="44278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608">
            <a:solidFill>
              <a:srgbClr val="935206"/>
            </a:solidFill>
            <a:prstDash val="solid"/>
          </a:ln>
        </p:spPr>
      </p:sp>
      <p:sp>
        <p:nvSpPr>
          <p:cNvPr id="825" name="path-782">
            <a:extLst xmlns:a="http://schemas.openxmlformats.org/drawingml/2006/main">
              <a:ext uri="{FF2B5EF4-FFF2-40B4-BE49-F238E27FC236}">
                <a16:creationId xmlns:a16="http://schemas.microsoft.com/office/drawing/2014/main" id="{2CB707AC-70F2-478D-9257-465DA5981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8264" y="8920208"/>
            <a:ext cx="318617" cy="269129"/>
          </a:xfrm>
          <a:custGeom xmlns:a="http://schemas.openxmlformats.org/drawingml/2006/main">
            <a:pathLst>
              <a:path w="278200" h="234990">
                <a:moveTo>
                  <a:pt x="0" y="234990"/>
                </a:moveTo>
                <a:lnTo>
                  <a:pt x="2782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26" name="path-783">
            <a:extLst xmlns:a="http://schemas.openxmlformats.org/drawingml/2006/main">
              <a:ext uri="{FF2B5EF4-FFF2-40B4-BE49-F238E27FC236}">
                <a16:creationId xmlns:a16="http://schemas.microsoft.com/office/drawing/2014/main" id="{D541B998-754C-436C-A8A5-0C318D6ED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929" y="8895051"/>
            <a:ext cx="62694" cy="58066"/>
          </a:xfrm>
          <a:custGeom xmlns:a="http://schemas.openxmlformats.org/drawingml/2006/main">
            <a:pathLst>
              <a:path w="54741" h="50701">
                <a:moveTo>
                  <a:pt x="54741" y="0"/>
                </a:moveTo>
                <a:lnTo>
                  <a:pt x="0" y="19525"/>
                </a:lnTo>
                <a:lnTo>
                  <a:pt x="28760" y="21942"/>
                </a:lnTo>
                <a:lnTo>
                  <a:pt x="26336" y="50701"/>
                </a:lnTo>
                <a:lnTo>
                  <a:pt x="54741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7" name="path-784">
            <a:extLst xmlns:a="http://schemas.openxmlformats.org/drawingml/2006/main">
              <a:ext uri="{FF2B5EF4-FFF2-40B4-BE49-F238E27FC236}">
                <a16:creationId xmlns:a16="http://schemas.microsoft.com/office/drawing/2014/main" id="{B596C588-5854-4F4C-8CB7-30F95EAB4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926" y="8895090"/>
            <a:ext cx="62704" cy="58073"/>
          </a:xfrm>
          <a:custGeom xmlns:a="http://schemas.openxmlformats.org/drawingml/2006/main">
            <a:pathLst>
              <a:path w="54750" h="50706">
                <a:moveTo>
                  <a:pt x="54750" y="0"/>
                </a:moveTo>
                <a:lnTo>
                  <a:pt x="0" y="19456"/>
                </a:lnTo>
                <a:lnTo>
                  <a:pt x="28775" y="21932"/>
                </a:lnTo>
                <a:lnTo>
                  <a:pt x="26304" y="50706"/>
                </a:lnTo>
                <a:lnTo>
                  <a:pt x="54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28" name="path-785">
            <a:extLst xmlns:a="http://schemas.openxmlformats.org/drawingml/2006/main">
              <a:ext uri="{FF2B5EF4-FFF2-40B4-BE49-F238E27FC236}">
                <a16:creationId xmlns:a16="http://schemas.microsoft.com/office/drawing/2014/main" id="{6169B2BA-3FDA-4E08-A167-E02161107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6406" y="9172057"/>
            <a:ext cx="249683" cy="70261"/>
          </a:xfrm>
          <a:custGeom xmlns:a="http://schemas.openxmlformats.org/drawingml/2006/main">
            <a:pathLst>
              <a:path w="218010" h="61348">
                <a:moveTo>
                  <a:pt x="0" y="61348"/>
                </a:moveTo>
                <a:lnTo>
                  <a:pt x="2180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29" name="path-786">
            <a:extLst xmlns:a="http://schemas.openxmlformats.org/drawingml/2006/main">
              <a:ext uri="{FF2B5EF4-FFF2-40B4-BE49-F238E27FC236}">
                <a16:creationId xmlns:a16="http://schemas.microsoft.com/office/drawing/2014/main" id="{37A90F4F-292C-41DD-916D-E9D07ADE3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70" y="9155865"/>
            <a:ext cx="66329" cy="44997"/>
          </a:xfrm>
          <a:custGeom xmlns:a="http://schemas.openxmlformats.org/drawingml/2006/main">
            <a:pathLst>
              <a:path w="57915" h="39289">
                <a:moveTo>
                  <a:pt x="57915" y="4897"/>
                </a:moveTo>
                <a:lnTo>
                  <a:pt x="0" y="0"/>
                </a:lnTo>
                <a:lnTo>
                  <a:pt x="25173" y="14116"/>
                </a:lnTo>
                <a:lnTo>
                  <a:pt x="11057" y="39289"/>
                </a:lnTo>
                <a:lnTo>
                  <a:pt x="57915" y="4897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0" name="path-787">
            <a:extLst xmlns:a="http://schemas.openxmlformats.org/drawingml/2006/main">
              <a:ext uri="{FF2B5EF4-FFF2-40B4-BE49-F238E27FC236}">
                <a16:creationId xmlns:a16="http://schemas.microsoft.com/office/drawing/2014/main" id="{7681CB5D-381D-4C3B-B179-EA9C1AA7F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84" y="9155908"/>
            <a:ext cx="66294" cy="44955"/>
          </a:xfrm>
          <a:custGeom xmlns:a="http://schemas.openxmlformats.org/drawingml/2006/main">
            <a:pathLst>
              <a:path w="57884" h="39252">
                <a:moveTo>
                  <a:pt x="57884" y="4867"/>
                </a:moveTo>
                <a:lnTo>
                  <a:pt x="0" y="0"/>
                </a:lnTo>
                <a:lnTo>
                  <a:pt x="25152" y="14101"/>
                </a:lnTo>
                <a:lnTo>
                  <a:pt x="11051" y="39252"/>
                </a:lnTo>
                <a:lnTo>
                  <a:pt x="57884" y="4867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31" name="path-788">
            <a:extLst xmlns:a="http://schemas.openxmlformats.org/drawingml/2006/main">
              <a:ext uri="{FF2B5EF4-FFF2-40B4-BE49-F238E27FC236}">
                <a16:creationId xmlns:a16="http://schemas.microsoft.com/office/drawing/2014/main" id="{34077456-58AB-40E2-8A8D-34AFB4279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6406" y="9319089"/>
            <a:ext cx="249683" cy="70352"/>
          </a:xfrm>
          <a:custGeom xmlns:a="http://schemas.openxmlformats.org/drawingml/2006/main">
            <a:pathLst>
              <a:path w="218010" h="61428">
                <a:moveTo>
                  <a:pt x="0" y="0"/>
                </a:moveTo>
                <a:lnTo>
                  <a:pt x="218010" y="61428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32" name="path-789">
            <a:extLst xmlns:a="http://schemas.openxmlformats.org/drawingml/2006/main">
              <a:ext uri="{FF2B5EF4-FFF2-40B4-BE49-F238E27FC236}">
                <a16:creationId xmlns:a16="http://schemas.microsoft.com/office/drawing/2014/main" id="{95E580C3-1476-4FEA-B383-770BD50C8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70" y="9360608"/>
            <a:ext cx="66329" cy="44995"/>
          </a:xfrm>
          <a:custGeom xmlns:a="http://schemas.openxmlformats.org/drawingml/2006/main">
            <a:pathLst>
              <a:path w="57915" h="39288">
                <a:moveTo>
                  <a:pt x="57915" y="34392"/>
                </a:moveTo>
                <a:lnTo>
                  <a:pt x="11057" y="0"/>
                </a:lnTo>
                <a:lnTo>
                  <a:pt x="25173" y="25176"/>
                </a:lnTo>
                <a:lnTo>
                  <a:pt x="0" y="39288"/>
                </a:lnTo>
                <a:lnTo>
                  <a:pt x="57915" y="34392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3" name="path-790">
            <a:extLst xmlns:a="http://schemas.openxmlformats.org/drawingml/2006/main">
              <a:ext uri="{FF2B5EF4-FFF2-40B4-BE49-F238E27FC236}">
                <a16:creationId xmlns:a16="http://schemas.microsoft.com/office/drawing/2014/main" id="{5C2CC888-3A6F-4391-8C27-1A7D0243C6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7284" y="9360642"/>
            <a:ext cx="66294" cy="44948"/>
          </a:xfrm>
          <a:custGeom xmlns:a="http://schemas.openxmlformats.org/drawingml/2006/main">
            <a:pathLst>
              <a:path w="57884" h="39246">
                <a:moveTo>
                  <a:pt x="57884" y="34380"/>
                </a:moveTo>
                <a:lnTo>
                  <a:pt x="11051" y="0"/>
                </a:lnTo>
                <a:lnTo>
                  <a:pt x="25152" y="25146"/>
                </a:lnTo>
                <a:lnTo>
                  <a:pt x="0" y="39246"/>
                </a:lnTo>
                <a:lnTo>
                  <a:pt x="57884" y="3438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34" name="path-791">
            <a:extLst xmlns:a="http://schemas.openxmlformats.org/drawingml/2006/main">
              <a:ext uri="{FF2B5EF4-FFF2-40B4-BE49-F238E27FC236}">
                <a16:creationId xmlns:a16="http://schemas.microsoft.com/office/drawing/2014/main" id="{8DADD373-169B-4BBE-9574-A6F954227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8264" y="9372161"/>
            <a:ext cx="318617" cy="269136"/>
          </a:xfrm>
          <a:custGeom xmlns:a="http://schemas.openxmlformats.org/drawingml/2006/main">
            <a:pathLst>
              <a:path w="278200" h="234995">
                <a:moveTo>
                  <a:pt x="0" y="0"/>
                </a:moveTo>
                <a:lnTo>
                  <a:pt x="278200" y="234995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35" name="path-792">
            <a:extLst xmlns:a="http://schemas.openxmlformats.org/drawingml/2006/main">
              <a:ext uri="{FF2B5EF4-FFF2-40B4-BE49-F238E27FC236}">
                <a16:creationId xmlns:a16="http://schemas.microsoft.com/office/drawing/2014/main" id="{F8C90C3C-F563-4A9F-9417-215E387BC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929" y="9608350"/>
            <a:ext cx="62694" cy="58073"/>
          </a:xfrm>
          <a:custGeom xmlns:a="http://schemas.openxmlformats.org/drawingml/2006/main">
            <a:pathLst>
              <a:path w="54741" h="50706">
                <a:moveTo>
                  <a:pt x="54741" y="50706"/>
                </a:moveTo>
                <a:lnTo>
                  <a:pt x="26336" y="0"/>
                </a:lnTo>
                <a:lnTo>
                  <a:pt x="28760" y="28759"/>
                </a:lnTo>
                <a:lnTo>
                  <a:pt x="0" y="31181"/>
                </a:lnTo>
                <a:lnTo>
                  <a:pt x="54741" y="50706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6" name="path-793">
            <a:extLst xmlns:a="http://schemas.openxmlformats.org/drawingml/2006/main">
              <a:ext uri="{FF2B5EF4-FFF2-40B4-BE49-F238E27FC236}">
                <a16:creationId xmlns:a16="http://schemas.microsoft.com/office/drawing/2014/main" id="{0182AFD9-9376-4E2D-9FFE-6C33B2F52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3926" y="9608335"/>
            <a:ext cx="62704" cy="58079"/>
          </a:xfrm>
          <a:custGeom xmlns:a="http://schemas.openxmlformats.org/drawingml/2006/main">
            <a:pathLst>
              <a:path w="54750" h="50712">
                <a:moveTo>
                  <a:pt x="54750" y="50712"/>
                </a:moveTo>
                <a:lnTo>
                  <a:pt x="26304" y="0"/>
                </a:lnTo>
                <a:lnTo>
                  <a:pt x="28775" y="28780"/>
                </a:lnTo>
                <a:lnTo>
                  <a:pt x="0" y="31171"/>
                </a:lnTo>
                <a:lnTo>
                  <a:pt x="54750" y="50712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37" name="path-794">
            <a:extLst xmlns:a="http://schemas.openxmlformats.org/drawingml/2006/main">
              <a:ext uri="{FF2B5EF4-FFF2-40B4-BE49-F238E27FC236}">
                <a16:creationId xmlns:a16="http://schemas.microsoft.com/office/drawing/2014/main" id="{EBC4C6CF-667D-4757-9860-4DF479F56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1861" y="8879221"/>
            <a:ext cx="318617" cy="269136"/>
          </a:xfrm>
          <a:custGeom xmlns:a="http://schemas.openxmlformats.org/drawingml/2006/main">
            <a:pathLst>
              <a:path w="278200" h="234995">
                <a:moveTo>
                  <a:pt x="0" y="0"/>
                </a:moveTo>
                <a:lnTo>
                  <a:pt x="278200" y="234995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38" name="path-795">
            <a:extLst xmlns:a="http://schemas.openxmlformats.org/drawingml/2006/main">
              <a:ext uri="{FF2B5EF4-FFF2-40B4-BE49-F238E27FC236}">
                <a16:creationId xmlns:a16="http://schemas.microsoft.com/office/drawing/2014/main" id="{954FF51F-1525-444D-B15F-09361075C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7523" y="9115410"/>
            <a:ext cx="62694" cy="58076"/>
          </a:xfrm>
          <a:custGeom xmlns:a="http://schemas.openxmlformats.org/drawingml/2006/main">
            <a:pathLst>
              <a:path w="54741" h="50709">
                <a:moveTo>
                  <a:pt x="54741" y="50709"/>
                </a:moveTo>
                <a:lnTo>
                  <a:pt x="26336" y="0"/>
                </a:lnTo>
                <a:lnTo>
                  <a:pt x="28760" y="28760"/>
                </a:lnTo>
                <a:lnTo>
                  <a:pt x="0" y="31184"/>
                </a:lnTo>
                <a:lnTo>
                  <a:pt x="54741" y="5070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9" name="path-796">
            <a:extLst xmlns:a="http://schemas.openxmlformats.org/drawingml/2006/main">
              <a:ext uri="{FF2B5EF4-FFF2-40B4-BE49-F238E27FC236}">
                <a16:creationId xmlns:a16="http://schemas.microsoft.com/office/drawing/2014/main" id="{F455189D-25A2-40DB-AD58-6D3D4EBF0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7523" y="9115395"/>
            <a:ext cx="62704" cy="58079"/>
          </a:xfrm>
          <a:custGeom xmlns:a="http://schemas.openxmlformats.org/drawingml/2006/main">
            <a:pathLst>
              <a:path w="54750" h="50712">
                <a:moveTo>
                  <a:pt x="54750" y="50712"/>
                </a:moveTo>
                <a:lnTo>
                  <a:pt x="26299" y="0"/>
                </a:lnTo>
                <a:lnTo>
                  <a:pt x="28775" y="28780"/>
                </a:lnTo>
                <a:lnTo>
                  <a:pt x="0" y="31171"/>
                </a:lnTo>
                <a:lnTo>
                  <a:pt x="54750" y="50712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40" name="path-797">
            <a:extLst xmlns:a="http://schemas.openxmlformats.org/drawingml/2006/main">
              <a:ext uri="{FF2B5EF4-FFF2-40B4-BE49-F238E27FC236}">
                <a16:creationId xmlns:a16="http://schemas.microsoft.com/office/drawing/2014/main" id="{24435F8A-38B9-43CA-A5DF-78B550E7E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0003" y="9154783"/>
            <a:ext cx="249676" cy="70346"/>
          </a:xfrm>
          <a:custGeom xmlns:a="http://schemas.openxmlformats.org/drawingml/2006/main">
            <a:pathLst>
              <a:path w="218004" h="61422">
                <a:moveTo>
                  <a:pt x="0" y="0"/>
                </a:moveTo>
                <a:lnTo>
                  <a:pt x="218004" y="61422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41" name="path-798">
            <a:extLst xmlns:a="http://schemas.openxmlformats.org/drawingml/2006/main">
              <a:ext uri="{FF2B5EF4-FFF2-40B4-BE49-F238E27FC236}">
                <a16:creationId xmlns:a16="http://schemas.microsoft.com/office/drawing/2014/main" id="{2B844A14-6252-44A3-B29A-83E6A9C6E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40864" y="9196292"/>
            <a:ext cx="66330" cy="44997"/>
          </a:xfrm>
          <a:custGeom xmlns:a="http://schemas.openxmlformats.org/drawingml/2006/main">
            <a:pathLst>
              <a:path w="57915" h="39289">
                <a:moveTo>
                  <a:pt x="57915" y="34399"/>
                </a:moveTo>
                <a:lnTo>
                  <a:pt x="11057" y="0"/>
                </a:lnTo>
                <a:lnTo>
                  <a:pt x="25173" y="25181"/>
                </a:lnTo>
                <a:lnTo>
                  <a:pt x="0" y="39289"/>
                </a:lnTo>
                <a:lnTo>
                  <a:pt x="57915" y="34399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2" name="path-799">
            <a:extLst xmlns:a="http://schemas.openxmlformats.org/drawingml/2006/main">
              <a:ext uri="{FF2B5EF4-FFF2-40B4-BE49-F238E27FC236}">
                <a16:creationId xmlns:a16="http://schemas.microsoft.com/office/drawing/2014/main" id="{EBD7A9DB-843D-4B00-BB81-7C5C232E5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40880" y="9196329"/>
            <a:ext cx="66294" cy="44948"/>
          </a:xfrm>
          <a:custGeom xmlns:a="http://schemas.openxmlformats.org/drawingml/2006/main">
            <a:pathLst>
              <a:path w="57884" h="39246">
                <a:moveTo>
                  <a:pt x="57884" y="34385"/>
                </a:moveTo>
                <a:lnTo>
                  <a:pt x="11051" y="0"/>
                </a:lnTo>
                <a:lnTo>
                  <a:pt x="25146" y="25146"/>
                </a:lnTo>
                <a:lnTo>
                  <a:pt x="0" y="39246"/>
                </a:lnTo>
                <a:lnTo>
                  <a:pt x="57884" y="34385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43" name="path-800">
            <a:extLst xmlns:a="http://schemas.openxmlformats.org/drawingml/2006/main">
              <a:ext uri="{FF2B5EF4-FFF2-40B4-BE49-F238E27FC236}">
                <a16:creationId xmlns:a16="http://schemas.microsoft.com/office/drawing/2014/main" id="{C5885372-5720-496D-B521-4D53DD072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0003" y="9336377"/>
            <a:ext cx="249676" cy="70255"/>
          </a:xfrm>
          <a:custGeom xmlns:a="http://schemas.openxmlformats.org/drawingml/2006/main">
            <a:pathLst>
              <a:path w="218004" h="61343">
                <a:moveTo>
                  <a:pt x="0" y="61343"/>
                </a:moveTo>
                <a:lnTo>
                  <a:pt x="21800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44" name="path-801">
            <a:extLst xmlns:a="http://schemas.openxmlformats.org/drawingml/2006/main">
              <a:ext uri="{FF2B5EF4-FFF2-40B4-BE49-F238E27FC236}">
                <a16:creationId xmlns:a16="http://schemas.microsoft.com/office/drawing/2014/main" id="{C8005384-F42A-41B2-89A1-1AD701FA2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40864" y="9320177"/>
            <a:ext cx="66330" cy="44997"/>
          </a:xfrm>
          <a:custGeom xmlns:a="http://schemas.openxmlformats.org/drawingml/2006/main">
            <a:pathLst>
              <a:path w="57915" h="39289">
                <a:moveTo>
                  <a:pt x="57915" y="4898"/>
                </a:moveTo>
                <a:lnTo>
                  <a:pt x="0" y="0"/>
                </a:lnTo>
                <a:lnTo>
                  <a:pt x="25173" y="14116"/>
                </a:lnTo>
                <a:lnTo>
                  <a:pt x="11057" y="39289"/>
                </a:lnTo>
                <a:lnTo>
                  <a:pt x="57915" y="4898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5" name="path-802">
            <a:extLst xmlns:a="http://schemas.openxmlformats.org/drawingml/2006/main">
              <a:ext uri="{FF2B5EF4-FFF2-40B4-BE49-F238E27FC236}">
                <a16:creationId xmlns:a16="http://schemas.microsoft.com/office/drawing/2014/main" id="{943AFA1B-13A8-4EE6-812B-ADDD2C6C6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40880" y="9320227"/>
            <a:ext cx="66294" cy="44948"/>
          </a:xfrm>
          <a:custGeom xmlns:a="http://schemas.openxmlformats.org/drawingml/2006/main">
            <a:pathLst>
              <a:path w="57884" h="39246">
                <a:moveTo>
                  <a:pt x="57884" y="4861"/>
                </a:moveTo>
                <a:lnTo>
                  <a:pt x="0" y="0"/>
                </a:lnTo>
                <a:lnTo>
                  <a:pt x="25146" y="14101"/>
                </a:lnTo>
                <a:lnTo>
                  <a:pt x="11051" y="39246"/>
                </a:lnTo>
                <a:lnTo>
                  <a:pt x="57884" y="4861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46" name="path-803">
            <a:extLst xmlns:a="http://schemas.openxmlformats.org/drawingml/2006/main">
              <a:ext uri="{FF2B5EF4-FFF2-40B4-BE49-F238E27FC236}">
                <a16:creationId xmlns:a16="http://schemas.microsoft.com/office/drawing/2014/main" id="{2FEC77EC-B1A7-48B7-8F86-DB94E3BAE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1861" y="9413148"/>
            <a:ext cx="318617" cy="269129"/>
          </a:xfrm>
          <a:custGeom xmlns:a="http://schemas.openxmlformats.org/drawingml/2006/main">
            <a:pathLst>
              <a:path w="278200" h="234990">
                <a:moveTo>
                  <a:pt x="0" y="234990"/>
                </a:moveTo>
                <a:lnTo>
                  <a:pt x="2782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47" name="path-804">
            <a:extLst xmlns:a="http://schemas.openxmlformats.org/drawingml/2006/main">
              <a:ext uri="{FF2B5EF4-FFF2-40B4-BE49-F238E27FC236}">
                <a16:creationId xmlns:a16="http://schemas.microsoft.com/office/drawing/2014/main" id="{9590521B-9FD7-441C-B891-8850287FE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7523" y="9387986"/>
            <a:ext cx="62694" cy="58071"/>
          </a:xfrm>
          <a:custGeom xmlns:a="http://schemas.openxmlformats.org/drawingml/2006/main">
            <a:pathLst>
              <a:path w="54741" h="50705">
                <a:moveTo>
                  <a:pt x="54741" y="0"/>
                </a:moveTo>
                <a:lnTo>
                  <a:pt x="0" y="19525"/>
                </a:lnTo>
                <a:lnTo>
                  <a:pt x="28760" y="21947"/>
                </a:lnTo>
                <a:lnTo>
                  <a:pt x="26336" y="50705"/>
                </a:lnTo>
                <a:lnTo>
                  <a:pt x="54741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8" name="path-805">
            <a:extLst xmlns:a="http://schemas.openxmlformats.org/drawingml/2006/main">
              <a:ext uri="{FF2B5EF4-FFF2-40B4-BE49-F238E27FC236}">
                <a16:creationId xmlns:a16="http://schemas.microsoft.com/office/drawing/2014/main" id="{68020AE8-058E-4326-8AE3-EE6F1048D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7523" y="9388024"/>
            <a:ext cx="62704" cy="58079"/>
          </a:xfrm>
          <a:custGeom xmlns:a="http://schemas.openxmlformats.org/drawingml/2006/main">
            <a:pathLst>
              <a:path w="54750" h="50712">
                <a:moveTo>
                  <a:pt x="54750" y="0"/>
                </a:moveTo>
                <a:lnTo>
                  <a:pt x="0" y="19461"/>
                </a:lnTo>
                <a:lnTo>
                  <a:pt x="28775" y="21937"/>
                </a:lnTo>
                <a:lnTo>
                  <a:pt x="26299" y="50712"/>
                </a:lnTo>
                <a:lnTo>
                  <a:pt x="54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935300"/>
            </a:solidFill>
            <a:prstDash val="solid"/>
          </a:ln>
        </p:spPr>
      </p:sp>
      <p:sp>
        <p:nvSpPr>
          <p:cNvPr id="849" name="path-806">
            <a:extLst xmlns:a="http://schemas.openxmlformats.org/drawingml/2006/main">
              <a:ext uri="{FF2B5EF4-FFF2-40B4-BE49-F238E27FC236}">
                <a16:creationId xmlns:a16="http://schemas.microsoft.com/office/drawing/2014/main" id="{9C03374B-A85B-4E35-9EE1-155F3B31D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3372" y="9145440"/>
            <a:ext cx="1200456" cy="270591"/>
          </a:xfrm>
          <a:custGeom xmlns:a="http://schemas.openxmlformats.org/drawingml/2006/main">
            <a:pathLst>
              <a:path w="1048176" h="236266">
                <a:moveTo>
                  <a:pt x="0" y="0"/>
                </a:moveTo>
                <a:lnTo>
                  <a:pt x="1048176" y="0"/>
                </a:lnTo>
                <a:lnTo>
                  <a:pt x="1048176" y="236266"/>
                </a:lnTo>
                <a:lnTo>
                  <a:pt x="0" y="236266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0" name="text-807 Vision">
            <a:extLst xmlns:a="http://schemas.openxmlformats.org/drawingml/2006/main">
              <a:ext uri="{FF2B5EF4-FFF2-40B4-BE49-F238E27FC236}">
                <a16:creationId xmlns:a16="http://schemas.microsoft.com/office/drawing/2014/main" id="{B4FAD48B-3368-4A08-9AFC-BE2C419B0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11662" y="9154892"/>
            <a:ext cx="597247" cy="2643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851" name="text-807 Agent">
            <a:extLst xmlns:a="http://schemas.openxmlformats.org/drawingml/2006/main">
              <a:ext uri="{FF2B5EF4-FFF2-40B4-BE49-F238E27FC236}">
                <a16:creationId xmlns:a16="http://schemas.microsoft.com/office/drawing/2014/main" id="{34BA3808-4C03-4CA2-B43A-E6B4F02C7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20429" y="9154889"/>
            <a:ext cx="568969" cy="2643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852" name="path-808">
            <a:extLst xmlns:a="http://schemas.openxmlformats.org/drawingml/2006/main">
              <a:ext uri="{FF2B5EF4-FFF2-40B4-BE49-F238E27FC236}">
                <a16:creationId xmlns:a16="http://schemas.microsoft.com/office/drawing/2014/main" id="{34ED59AA-04E6-4927-994C-773FBB029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3518" y="8390723"/>
            <a:ext cx="1038951" cy="267243"/>
          </a:xfrm>
          <a:custGeom xmlns:a="http://schemas.openxmlformats.org/drawingml/2006/main">
            <a:pathLst>
              <a:path w="907158" h="233343">
                <a:moveTo>
                  <a:pt x="0" y="233343"/>
                </a:moveTo>
                <a:lnTo>
                  <a:pt x="907158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935300"/>
            </a:solidFill>
            <a:prstDash val="dash"/>
          </a:ln>
        </p:spPr>
      </p:sp>
      <p:sp>
        <p:nvSpPr>
          <p:cNvPr id="853" name="path-809">
            <a:extLst xmlns:a="http://schemas.openxmlformats.org/drawingml/2006/main">
              <a:ext uri="{FF2B5EF4-FFF2-40B4-BE49-F238E27FC236}">
                <a16:creationId xmlns:a16="http://schemas.microsoft.com/office/drawing/2014/main" id="{B15A4F28-D4ED-4737-885F-D93FE1F5D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3518" y="9901834"/>
            <a:ext cx="1038951" cy="267243"/>
          </a:xfrm>
          <a:custGeom xmlns:a="http://schemas.openxmlformats.org/drawingml/2006/main">
            <a:pathLst>
              <a:path w="907158" h="233343">
                <a:moveTo>
                  <a:pt x="0" y="0"/>
                </a:moveTo>
                <a:lnTo>
                  <a:pt x="907158" y="233343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935300"/>
            </a:solidFill>
            <a:prstDash val="dash"/>
          </a:ln>
        </p:spPr>
      </p:sp>
      <p:sp>
        <p:nvSpPr>
          <p:cNvPr id="854" name="text-810 Policy">
            <a:extLst xmlns:a="http://schemas.openxmlformats.org/drawingml/2006/main">
              <a:ext uri="{FF2B5EF4-FFF2-40B4-BE49-F238E27FC236}">
                <a16:creationId xmlns:a16="http://schemas.microsoft.com/office/drawing/2014/main" id="{FF5B3A8F-0275-4C64-8220-DD9F2F66CE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81360" y="8431705"/>
            <a:ext cx="590349" cy="2644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Policy</a:t>
            </a:r>
          </a:p>
        </p:txBody>
      </p:sp>
      <p:sp>
        <p:nvSpPr>
          <p:cNvPr id="855" name="text-810 Network">
            <a:extLst xmlns:a="http://schemas.openxmlformats.org/drawingml/2006/main">
              <a:ext uri="{FF2B5EF4-FFF2-40B4-BE49-F238E27FC236}">
                <a16:creationId xmlns:a16="http://schemas.microsoft.com/office/drawing/2014/main" id="{51D9DA4D-7484-48AD-88C6-0ACFECC26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90191" y="8431704"/>
            <a:ext cx="779136" cy="264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Network</a:t>
            </a:r>
          </a:p>
        </p:txBody>
      </p:sp>
      <p:sp>
        <p:nvSpPr>
          <p:cNvPr id="856" name="text-811 (">
            <a:extLst xmlns:a="http://schemas.openxmlformats.org/drawingml/2006/main">
              <a:ext uri="{FF2B5EF4-FFF2-40B4-BE49-F238E27FC236}">
                <a16:creationId xmlns:a16="http://schemas.microsoft.com/office/drawing/2014/main" id="{A4F32884-3843-43BE-854C-68443C958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50169" y="8469408"/>
            <a:ext cx="77524" cy="2116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(</a:t>
            </a:r>
          </a:p>
        </p:txBody>
      </p:sp>
      <p:sp>
        <p:nvSpPr>
          <p:cNvPr id="857" name="text-812 localizing">
            <a:extLst xmlns:a="http://schemas.openxmlformats.org/drawingml/2006/main">
              <a:ext uri="{FF2B5EF4-FFF2-40B4-BE49-F238E27FC236}">
                <a16:creationId xmlns:a16="http://schemas.microsoft.com/office/drawing/2014/main" id="{804CE104-22E8-4036-9C9A-D6A6ED803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00405" y="8469424"/>
            <a:ext cx="648741" cy="2116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localizing</a:t>
            </a:r>
          </a:p>
        </p:txBody>
      </p:sp>
      <p:sp>
        <p:nvSpPr>
          <p:cNvPr id="858" name="text-812 proper">
            <a:extLst xmlns:a="http://schemas.openxmlformats.org/drawingml/2006/main">
              <a:ext uri="{FF2B5EF4-FFF2-40B4-BE49-F238E27FC236}">
                <a16:creationId xmlns:a16="http://schemas.microsoft.com/office/drawing/2014/main" id="{2712F263-211A-42A3-9D43-6F78BC7C7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63921" y="8469422"/>
            <a:ext cx="463993" cy="2116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proper</a:t>
            </a:r>
          </a:p>
        </p:txBody>
      </p:sp>
      <p:sp>
        <p:nvSpPr>
          <p:cNvPr id="859" name="text-812 visual">
            <a:extLst xmlns:a="http://schemas.openxmlformats.org/drawingml/2006/main">
              <a:ext uri="{FF2B5EF4-FFF2-40B4-BE49-F238E27FC236}">
                <a16:creationId xmlns:a16="http://schemas.microsoft.com/office/drawing/2014/main" id="{CA359B52-00CE-40B6-ADA1-35EDCD8E9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42682" y="8469449"/>
            <a:ext cx="413512" cy="2115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860" name="text-812 fixations">
            <a:extLst xmlns:a="http://schemas.openxmlformats.org/drawingml/2006/main">
              <a:ext uri="{FF2B5EF4-FFF2-40B4-BE49-F238E27FC236}">
                <a16:creationId xmlns:a16="http://schemas.microsoft.com/office/drawing/2014/main" id="{06B056CC-E170-4382-BCEB-35F78AB00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70974" y="8469440"/>
            <a:ext cx="581504" cy="2115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fixations</a:t>
            </a:r>
          </a:p>
        </p:txBody>
      </p:sp>
      <p:sp>
        <p:nvSpPr>
          <p:cNvPr id="861" name="text-813 )">
            <a:extLst xmlns:a="http://schemas.openxmlformats.org/drawingml/2006/main">
              <a:ext uri="{FF2B5EF4-FFF2-40B4-BE49-F238E27FC236}">
                <a16:creationId xmlns:a16="http://schemas.microsoft.com/office/drawing/2014/main" id="{330AF3CD-5D77-4AE3-8942-4B5AC4D1F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25141" y="8469409"/>
            <a:ext cx="77523" cy="2116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)</a:t>
            </a:r>
          </a:p>
        </p:txBody>
      </p:sp>
      <p:sp>
        <p:nvSpPr>
          <p:cNvPr id="862" name="path-815">
            <a:extLst xmlns:a="http://schemas.openxmlformats.org/drawingml/2006/main">
              <a:ext uri="{FF2B5EF4-FFF2-40B4-BE49-F238E27FC236}">
                <a16:creationId xmlns:a16="http://schemas.microsoft.com/office/drawing/2014/main" id="{2F1BF9F0-D233-4E48-8928-8E172A8D2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7754" y="8518703"/>
            <a:ext cx="143831" cy="102311"/>
          </a:xfrm>
          <a:custGeom xmlns:a="http://schemas.openxmlformats.org/drawingml/2006/main">
            <a:pathLst>
              <a:path w="125585" h="89333">
                <a:moveTo>
                  <a:pt x="55400" y="18928"/>
                </a:moveTo>
                <a:lnTo>
                  <a:pt x="77481" y="18928"/>
                </a:lnTo>
                <a:cubicBezTo>
                  <a:pt x="73143" y="37269"/>
                  <a:pt x="70974" y="49299"/>
                  <a:pt x="70974" y="60935"/>
                </a:cubicBezTo>
                <a:cubicBezTo>
                  <a:pt x="70974" y="74346"/>
                  <a:pt x="74523" y="89333"/>
                  <a:pt x="83987" y="89333"/>
                </a:cubicBezTo>
                <a:cubicBezTo>
                  <a:pt x="90491" y="89333"/>
                  <a:pt x="97591" y="82829"/>
                  <a:pt x="97591" y="76518"/>
                </a:cubicBezTo>
                <a:cubicBezTo>
                  <a:pt x="97591" y="74150"/>
                  <a:pt x="96998" y="72965"/>
                  <a:pt x="95223" y="70008"/>
                </a:cubicBezTo>
                <a:cubicBezTo>
                  <a:pt x="86153" y="54034"/>
                  <a:pt x="86153" y="38849"/>
                  <a:pt x="86153" y="33521"/>
                </a:cubicBezTo>
                <a:cubicBezTo>
                  <a:pt x="86153" y="28789"/>
                  <a:pt x="86153" y="26816"/>
                  <a:pt x="87339" y="18928"/>
                </a:cubicBezTo>
                <a:lnTo>
                  <a:pt x="111784" y="18928"/>
                </a:lnTo>
                <a:cubicBezTo>
                  <a:pt x="115529" y="18928"/>
                  <a:pt x="118685" y="18928"/>
                  <a:pt x="121642" y="15971"/>
                </a:cubicBezTo>
                <a:cubicBezTo>
                  <a:pt x="123022" y="14590"/>
                  <a:pt x="125585" y="12226"/>
                  <a:pt x="125585" y="7689"/>
                </a:cubicBezTo>
                <a:cubicBezTo>
                  <a:pt x="125585" y="0"/>
                  <a:pt x="118685" y="0"/>
                  <a:pt x="115135" y="0"/>
                </a:cubicBezTo>
                <a:lnTo>
                  <a:pt x="37657" y="0"/>
                </a:lnTo>
                <a:cubicBezTo>
                  <a:pt x="33515" y="0"/>
                  <a:pt x="25038" y="0"/>
                  <a:pt x="14590" y="9464"/>
                </a:cubicBezTo>
                <a:cubicBezTo>
                  <a:pt x="7689" y="15772"/>
                  <a:pt x="0" y="25832"/>
                  <a:pt x="0" y="27802"/>
                </a:cubicBezTo>
                <a:cubicBezTo>
                  <a:pt x="0" y="30564"/>
                  <a:pt x="2367" y="30564"/>
                  <a:pt x="4533" y="30564"/>
                </a:cubicBezTo>
                <a:cubicBezTo>
                  <a:pt x="7491" y="30564"/>
                  <a:pt x="7689" y="30365"/>
                  <a:pt x="9464" y="28196"/>
                </a:cubicBezTo>
                <a:cubicBezTo>
                  <a:pt x="16955" y="18928"/>
                  <a:pt x="29968" y="18928"/>
                  <a:pt x="33713" y="18928"/>
                </a:cubicBezTo>
                <a:lnTo>
                  <a:pt x="45542" y="18928"/>
                </a:lnTo>
                <a:cubicBezTo>
                  <a:pt x="40614" y="34508"/>
                  <a:pt x="32727" y="50680"/>
                  <a:pt x="22081" y="70601"/>
                </a:cubicBezTo>
                <a:cubicBezTo>
                  <a:pt x="18928" y="76518"/>
                  <a:pt x="18335" y="77502"/>
                  <a:pt x="18335" y="80263"/>
                </a:cubicBezTo>
                <a:cubicBezTo>
                  <a:pt x="18335" y="85588"/>
                  <a:pt x="22673" y="89137"/>
                  <a:pt x="27799" y="89137"/>
                </a:cubicBezTo>
                <a:cubicBezTo>
                  <a:pt x="31939" y="89137"/>
                  <a:pt x="34896" y="86969"/>
                  <a:pt x="36277" y="85786"/>
                </a:cubicBezTo>
                <a:cubicBezTo>
                  <a:pt x="39234" y="82829"/>
                  <a:pt x="39429" y="82038"/>
                  <a:pt x="40416" y="77899"/>
                </a:cubicBezTo>
                <a:lnTo>
                  <a:pt x="55400" y="18928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3" name="text-816 Value">
            <a:extLst xmlns:a="http://schemas.openxmlformats.org/drawingml/2006/main">
              <a:ext uri="{FF2B5EF4-FFF2-40B4-BE49-F238E27FC236}">
                <a16:creationId xmlns:a16="http://schemas.microsoft.com/office/drawing/2014/main" id="{796A8F4B-63B4-407F-8935-DF7361A33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81360" y="9321175"/>
            <a:ext cx="527455" cy="2643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Value</a:t>
            </a:r>
          </a:p>
        </p:txBody>
      </p:sp>
      <p:sp>
        <p:nvSpPr>
          <p:cNvPr id="864" name="text-816 Network">
            <a:extLst xmlns:a="http://schemas.openxmlformats.org/drawingml/2006/main">
              <a:ext uri="{FF2B5EF4-FFF2-40B4-BE49-F238E27FC236}">
                <a16:creationId xmlns:a16="http://schemas.microsoft.com/office/drawing/2014/main" id="{37A54CCA-2E75-4A37-9C27-560124CDC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27299" y="9321164"/>
            <a:ext cx="779136" cy="264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Network</a:t>
            </a:r>
          </a:p>
        </p:txBody>
      </p:sp>
      <p:sp>
        <p:nvSpPr>
          <p:cNvPr id="865" name="text-817 (">
            <a:extLst xmlns:a="http://schemas.openxmlformats.org/drawingml/2006/main">
              <a:ext uri="{FF2B5EF4-FFF2-40B4-BE49-F238E27FC236}">
                <a16:creationId xmlns:a16="http://schemas.microsoft.com/office/drawing/2014/main" id="{0FF2EC35-58F9-4EF8-B73B-876C407FD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44696" y="9358868"/>
            <a:ext cx="77524" cy="2116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(</a:t>
            </a:r>
          </a:p>
        </p:txBody>
      </p:sp>
      <p:sp>
        <p:nvSpPr>
          <p:cNvPr id="866" name="text-818 predicting">
            <a:extLst xmlns:a="http://schemas.openxmlformats.org/drawingml/2006/main">
              <a:ext uri="{FF2B5EF4-FFF2-40B4-BE49-F238E27FC236}">
                <a16:creationId xmlns:a16="http://schemas.microsoft.com/office/drawing/2014/main" id="{2464AF5F-ABD4-4B02-AC2A-B71543744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94938" y="9358907"/>
            <a:ext cx="682368" cy="211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predicting</a:t>
            </a:r>
          </a:p>
        </p:txBody>
      </p:sp>
      <p:sp>
        <p:nvSpPr>
          <p:cNvPr id="867" name="text-818 the">
            <a:extLst xmlns:a="http://schemas.openxmlformats.org/drawingml/2006/main">
              <a:ext uri="{FF2B5EF4-FFF2-40B4-BE49-F238E27FC236}">
                <a16:creationId xmlns:a16="http://schemas.microsoft.com/office/drawing/2014/main" id="{CE73BABD-D667-4804-B6DA-0340C1BFC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92086" y="9358925"/>
            <a:ext cx="237241" cy="2115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868" name="text-818 expected">
            <a:extLst xmlns:a="http://schemas.openxmlformats.org/drawingml/2006/main">
              <a:ext uri="{FF2B5EF4-FFF2-40B4-BE49-F238E27FC236}">
                <a16:creationId xmlns:a16="http://schemas.microsoft.com/office/drawing/2014/main" id="{CEF93199-6D13-4CA7-A3A9-8D4316219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44110" y="9358905"/>
            <a:ext cx="640458" cy="2115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expected</a:t>
            </a:r>
          </a:p>
        </p:txBody>
      </p:sp>
      <p:sp>
        <p:nvSpPr>
          <p:cNvPr id="869" name="text-818 gains">
            <a:extLst xmlns:a="http://schemas.openxmlformats.org/drawingml/2006/main">
              <a:ext uri="{FF2B5EF4-FFF2-40B4-BE49-F238E27FC236}">
                <a16:creationId xmlns:a16="http://schemas.microsoft.com/office/drawing/2014/main" id="{E3F084BD-14B6-48D1-AD4A-64DE43267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99347" y="9358875"/>
            <a:ext cx="388449" cy="2116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gains</a:t>
            </a:r>
          </a:p>
        </p:txBody>
      </p:sp>
      <p:sp>
        <p:nvSpPr>
          <p:cNvPr id="870" name="text-818 of">
            <a:extLst xmlns:a="http://schemas.openxmlformats.org/drawingml/2006/main">
              <a:ext uri="{FF2B5EF4-FFF2-40B4-BE49-F238E27FC236}">
                <a16:creationId xmlns:a16="http://schemas.microsoft.com/office/drawing/2014/main" id="{76D6AF79-C1F3-4B0E-B631-0D7604D405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02560" y="9358931"/>
            <a:ext cx="153219" cy="2115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871" name="text-818 further">
            <a:extLst xmlns:a="http://schemas.openxmlformats.org/drawingml/2006/main">
              <a:ext uri="{FF2B5EF4-FFF2-40B4-BE49-F238E27FC236}">
                <a16:creationId xmlns:a16="http://schemas.microsoft.com/office/drawing/2014/main" id="{6B278633-4152-4938-B71C-4869B1F20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0548" y="9358913"/>
            <a:ext cx="463896" cy="2115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further</a:t>
            </a:r>
          </a:p>
        </p:txBody>
      </p:sp>
      <p:sp>
        <p:nvSpPr>
          <p:cNvPr id="872" name="text-818 observing">
            <a:extLst xmlns:a="http://schemas.openxmlformats.org/drawingml/2006/main">
              <a:ext uri="{FF2B5EF4-FFF2-40B4-BE49-F238E27FC236}">
                <a16:creationId xmlns:a16="http://schemas.microsoft.com/office/drawing/2014/main" id="{C0B3D285-4D12-487A-981E-4399F91C67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49218" y="9358907"/>
            <a:ext cx="682368" cy="211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observing</a:t>
            </a:r>
          </a:p>
        </p:txBody>
      </p:sp>
      <p:sp>
        <p:nvSpPr>
          <p:cNvPr id="873" name="text-819 )">
            <a:extLst xmlns:a="http://schemas.openxmlformats.org/drawingml/2006/main">
              <a:ext uri="{FF2B5EF4-FFF2-40B4-BE49-F238E27FC236}">
                <a16:creationId xmlns:a16="http://schemas.microsoft.com/office/drawing/2014/main" id="{94F432C8-4B10-480C-9CA4-12FF3EEFD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04234" y="9358869"/>
            <a:ext cx="77523" cy="2116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)</a:t>
            </a:r>
          </a:p>
        </p:txBody>
      </p:sp>
      <p:sp>
        <p:nvSpPr>
          <p:cNvPr id="874" name="path-821">
            <a:extLst xmlns:a="http://schemas.openxmlformats.org/drawingml/2006/main">
              <a:ext uri="{FF2B5EF4-FFF2-40B4-BE49-F238E27FC236}">
                <a16:creationId xmlns:a16="http://schemas.microsoft.com/office/drawing/2014/main" id="{439B92DB-A2A7-46AD-8C22-5BCCCC187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8380" y="9371551"/>
            <a:ext cx="160988" cy="159200"/>
          </a:xfrm>
          <a:custGeom xmlns:a="http://schemas.openxmlformats.org/drawingml/2006/main">
            <a:pathLst>
              <a:path w="140567" h="139005">
                <a:moveTo>
                  <a:pt x="112767" y="22478"/>
                </a:moveTo>
                <a:cubicBezTo>
                  <a:pt x="122427" y="7099"/>
                  <a:pt x="130709" y="6507"/>
                  <a:pt x="138004" y="6113"/>
                </a:cubicBezTo>
                <a:cubicBezTo>
                  <a:pt x="140368" y="5917"/>
                  <a:pt x="140567" y="2563"/>
                  <a:pt x="140567" y="2368"/>
                </a:cubicBezTo>
                <a:cubicBezTo>
                  <a:pt x="140567" y="791"/>
                  <a:pt x="139580" y="0"/>
                  <a:pt x="138004" y="0"/>
                </a:cubicBezTo>
                <a:cubicBezTo>
                  <a:pt x="132877" y="0"/>
                  <a:pt x="127159" y="593"/>
                  <a:pt x="121837" y="593"/>
                </a:cubicBezTo>
                <a:cubicBezTo>
                  <a:pt x="115330" y="593"/>
                  <a:pt x="108628" y="0"/>
                  <a:pt x="102320" y="0"/>
                </a:cubicBezTo>
                <a:cubicBezTo>
                  <a:pt x="101137" y="0"/>
                  <a:pt x="98574" y="0"/>
                  <a:pt x="98574" y="3748"/>
                </a:cubicBezTo>
                <a:cubicBezTo>
                  <a:pt x="98574" y="5917"/>
                  <a:pt x="100346" y="6113"/>
                  <a:pt x="101727" y="6113"/>
                </a:cubicBezTo>
                <a:cubicBezTo>
                  <a:pt x="107052" y="6507"/>
                  <a:pt x="110797" y="8480"/>
                  <a:pt x="110797" y="12620"/>
                </a:cubicBezTo>
                <a:cubicBezTo>
                  <a:pt x="110797" y="15577"/>
                  <a:pt x="107840" y="19915"/>
                  <a:pt x="107840" y="20113"/>
                </a:cubicBezTo>
                <a:lnTo>
                  <a:pt x="47314" y="116332"/>
                </a:lnTo>
                <a:lnTo>
                  <a:pt x="33909" y="12027"/>
                </a:lnTo>
                <a:cubicBezTo>
                  <a:pt x="33909" y="8676"/>
                  <a:pt x="38442" y="6113"/>
                  <a:pt x="47512" y="6113"/>
                </a:cubicBezTo>
                <a:cubicBezTo>
                  <a:pt x="50271" y="6113"/>
                  <a:pt x="52440" y="6113"/>
                  <a:pt x="52440" y="2169"/>
                </a:cubicBezTo>
                <a:cubicBezTo>
                  <a:pt x="52440" y="397"/>
                  <a:pt x="50864" y="0"/>
                  <a:pt x="49681" y="0"/>
                </a:cubicBezTo>
                <a:cubicBezTo>
                  <a:pt x="41794" y="0"/>
                  <a:pt x="33316" y="593"/>
                  <a:pt x="25233" y="593"/>
                </a:cubicBezTo>
                <a:cubicBezTo>
                  <a:pt x="21683" y="593"/>
                  <a:pt x="17938" y="397"/>
                  <a:pt x="14391" y="397"/>
                </a:cubicBezTo>
                <a:cubicBezTo>
                  <a:pt x="10842" y="397"/>
                  <a:pt x="7096" y="0"/>
                  <a:pt x="3745" y="0"/>
                </a:cubicBezTo>
                <a:cubicBezTo>
                  <a:pt x="2364" y="0"/>
                  <a:pt x="0" y="0"/>
                  <a:pt x="0" y="3748"/>
                </a:cubicBezTo>
                <a:cubicBezTo>
                  <a:pt x="0" y="6113"/>
                  <a:pt x="1772" y="6113"/>
                  <a:pt x="4928" y="6113"/>
                </a:cubicBezTo>
                <a:cubicBezTo>
                  <a:pt x="15968" y="6113"/>
                  <a:pt x="16163" y="7888"/>
                  <a:pt x="16756" y="12818"/>
                </a:cubicBezTo>
                <a:lnTo>
                  <a:pt x="32330" y="134472"/>
                </a:lnTo>
                <a:cubicBezTo>
                  <a:pt x="32922" y="138416"/>
                  <a:pt x="33710" y="139005"/>
                  <a:pt x="36273" y="139005"/>
                </a:cubicBezTo>
                <a:cubicBezTo>
                  <a:pt x="39429" y="139005"/>
                  <a:pt x="40217" y="138022"/>
                  <a:pt x="41794" y="135459"/>
                </a:cubicBezTo>
                <a:lnTo>
                  <a:pt x="112767" y="22478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5" name="path-822">
            <a:extLst xmlns:a="http://schemas.openxmlformats.org/drawingml/2006/main">
              <a:ext uri="{FF2B5EF4-FFF2-40B4-BE49-F238E27FC236}">
                <a16:creationId xmlns:a16="http://schemas.microsoft.com/office/drawing/2014/main" id="{89B3A2F7-7CDC-4B6C-A137-A3FD16FE2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4250" y="9362234"/>
            <a:ext cx="112219" cy="71618"/>
          </a:xfrm>
          <a:custGeom xmlns:a="http://schemas.openxmlformats.org/drawingml/2006/main">
            <a:pathLst>
              <a:path w="97984" h="62533">
                <a:moveTo>
                  <a:pt x="44023" y="14905"/>
                </a:moveTo>
                <a:lnTo>
                  <a:pt x="59755" y="14905"/>
                </a:lnTo>
                <a:cubicBezTo>
                  <a:pt x="58652" y="19598"/>
                  <a:pt x="56030" y="30506"/>
                  <a:pt x="56030" y="39618"/>
                </a:cubicBezTo>
                <a:cubicBezTo>
                  <a:pt x="56030" y="49557"/>
                  <a:pt x="59755" y="62533"/>
                  <a:pt x="67484" y="62533"/>
                </a:cubicBezTo>
                <a:cubicBezTo>
                  <a:pt x="72314" y="62533"/>
                  <a:pt x="77833" y="57565"/>
                  <a:pt x="77833" y="52596"/>
                </a:cubicBezTo>
                <a:cubicBezTo>
                  <a:pt x="77833" y="50387"/>
                  <a:pt x="76869" y="49005"/>
                  <a:pt x="75627" y="47072"/>
                </a:cubicBezTo>
                <a:cubicBezTo>
                  <a:pt x="68450" y="36857"/>
                  <a:pt x="68450" y="25949"/>
                  <a:pt x="68450" y="22361"/>
                </a:cubicBezTo>
                <a:cubicBezTo>
                  <a:pt x="68450" y="22222"/>
                  <a:pt x="68450" y="17804"/>
                  <a:pt x="68865" y="14905"/>
                </a:cubicBezTo>
                <a:lnTo>
                  <a:pt x="87495" y="14905"/>
                </a:lnTo>
                <a:cubicBezTo>
                  <a:pt x="90392" y="14905"/>
                  <a:pt x="92325" y="14905"/>
                  <a:pt x="94947" y="12698"/>
                </a:cubicBezTo>
                <a:cubicBezTo>
                  <a:pt x="95914" y="11870"/>
                  <a:pt x="97984" y="9661"/>
                  <a:pt x="97984" y="6212"/>
                </a:cubicBezTo>
                <a:cubicBezTo>
                  <a:pt x="97984" y="0"/>
                  <a:pt x="92462" y="0"/>
                  <a:pt x="89980" y="0"/>
                </a:cubicBezTo>
                <a:lnTo>
                  <a:pt x="29119" y="0"/>
                </a:lnTo>
                <a:cubicBezTo>
                  <a:pt x="25806" y="0"/>
                  <a:pt x="19320" y="0"/>
                  <a:pt x="10213" y="7591"/>
                </a:cubicBezTo>
                <a:cubicBezTo>
                  <a:pt x="6901" y="10352"/>
                  <a:pt x="0" y="17253"/>
                  <a:pt x="0" y="19462"/>
                </a:cubicBezTo>
                <a:cubicBezTo>
                  <a:pt x="0" y="21946"/>
                  <a:pt x="2070" y="21946"/>
                  <a:pt x="4279" y="21946"/>
                </a:cubicBezTo>
                <a:cubicBezTo>
                  <a:pt x="7037" y="21946"/>
                  <a:pt x="7313" y="21946"/>
                  <a:pt x="8280" y="20841"/>
                </a:cubicBezTo>
                <a:cubicBezTo>
                  <a:pt x="10489" y="18356"/>
                  <a:pt x="13662" y="14905"/>
                  <a:pt x="25669" y="14905"/>
                </a:cubicBezTo>
                <a:lnTo>
                  <a:pt x="34777" y="14905"/>
                </a:lnTo>
                <a:cubicBezTo>
                  <a:pt x="30913" y="27192"/>
                  <a:pt x="22770" y="41964"/>
                  <a:pt x="18630" y="49005"/>
                </a:cubicBezTo>
                <a:cubicBezTo>
                  <a:pt x="17250" y="51353"/>
                  <a:pt x="16147" y="53284"/>
                  <a:pt x="16147" y="55493"/>
                </a:cubicBezTo>
                <a:cubicBezTo>
                  <a:pt x="16147" y="58669"/>
                  <a:pt x="18630" y="62396"/>
                  <a:pt x="23736" y="62396"/>
                </a:cubicBezTo>
                <a:cubicBezTo>
                  <a:pt x="27876" y="62396"/>
                  <a:pt x="31328" y="59360"/>
                  <a:pt x="32707" y="56323"/>
                </a:cubicBezTo>
                <a:cubicBezTo>
                  <a:pt x="33259" y="55081"/>
                  <a:pt x="34916" y="49972"/>
                  <a:pt x="36295" y="44727"/>
                </a:cubicBezTo>
                <a:lnTo>
                  <a:pt x="44023" y="1490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6" name="path-824">
            <a:extLst xmlns:a="http://schemas.openxmlformats.org/drawingml/2006/main">
              <a:ext uri="{FF2B5EF4-FFF2-40B4-BE49-F238E27FC236}">
                <a16:creationId xmlns:a16="http://schemas.microsoft.com/office/drawing/2014/main" id="{F5BE5329-B747-4F5B-A93E-D9AD2A9DC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5475" y="8887882"/>
            <a:ext cx="138860" cy="134688"/>
          </a:xfrm>
          <a:custGeom xmlns:a="http://schemas.openxmlformats.org/drawingml/2006/main">
            <a:pathLst>
              <a:path w="121245" h="117603">
                <a:moveTo>
                  <a:pt x="120425" y="3615"/>
                </a:moveTo>
                <a:cubicBezTo>
                  <a:pt x="120754" y="3124"/>
                  <a:pt x="121245" y="1973"/>
                  <a:pt x="121245" y="1316"/>
                </a:cubicBezTo>
                <a:cubicBezTo>
                  <a:pt x="121245" y="165"/>
                  <a:pt x="121082" y="0"/>
                  <a:pt x="117302" y="0"/>
                </a:cubicBezTo>
                <a:lnTo>
                  <a:pt x="3943" y="0"/>
                </a:lnTo>
                <a:cubicBezTo>
                  <a:pt x="163" y="0"/>
                  <a:pt x="0" y="165"/>
                  <a:pt x="0" y="1316"/>
                </a:cubicBezTo>
                <a:cubicBezTo>
                  <a:pt x="0" y="1973"/>
                  <a:pt x="491" y="3124"/>
                  <a:pt x="820" y="3615"/>
                </a:cubicBezTo>
                <a:lnTo>
                  <a:pt x="56187" y="114482"/>
                </a:lnTo>
                <a:cubicBezTo>
                  <a:pt x="57337" y="116617"/>
                  <a:pt x="57829" y="117603"/>
                  <a:pt x="60624" y="117603"/>
                </a:cubicBezTo>
                <a:cubicBezTo>
                  <a:pt x="63416" y="117603"/>
                  <a:pt x="63908" y="116617"/>
                  <a:pt x="65058" y="114482"/>
                </a:cubicBezTo>
                <a:lnTo>
                  <a:pt x="120425" y="3615"/>
                </a:lnTo>
                <a:moveTo>
                  <a:pt x="20371" y="11830"/>
                </a:moveTo>
                <a:lnTo>
                  <a:pt x="110568" y="11830"/>
                </a:lnTo>
                <a:lnTo>
                  <a:pt x="65552" y="102163"/>
                </a:lnTo>
                <a:lnTo>
                  <a:pt x="20371" y="1183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7" name="path-825">
            <a:extLst xmlns:a="http://schemas.openxmlformats.org/drawingml/2006/main">
              <a:ext uri="{FF2B5EF4-FFF2-40B4-BE49-F238E27FC236}">
                <a16:creationId xmlns:a16="http://schemas.microsoft.com/office/drawing/2014/main" id="{A84860EE-B21E-4000-91E2-9B9C791CB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1198" y="8952077"/>
            <a:ext cx="71652" cy="93510"/>
          </a:xfrm>
          <a:custGeom xmlns:a="http://schemas.openxmlformats.org/drawingml/2006/main">
            <a:pathLst>
              <a:path w="62562" h="81648">
                <a:moveTo>
                  <a:pt x="62562" y="25513"/>
                </a:moveTo>
                <a:cubicBezTo>
                  <a:pt x="62562" y="5521"/>
                  <a:pt x="50142" y="0"/>
                  <a:pt x="40941" y="0"/>
                </a:cubicBezTo>
                <a:cubicBezTo>
                  <a:pt x="35537" y="0"/>
                  <a:pt x="22886" y="1841"/>
                  <a:pt x="11845" y="17817"/>
                </a:cubicBezTo>
                <a:cubicBezTo>
                  <a:pt x="4026" y="29075"/>
                  <a:pt x="0" y="45974"/>
                  <a:pt x="0" y="56103"/>
                </a:cubicBezTo>
                <a:cubicBezTo>
                  <a:pt x="0" y="73828"/>
                  <a:pt x="10120" y="81648"/>
                  <a:pt x="21735" y="81648"/>
                </a:cubicBezTo>
                <a:cubicBezTo>
                  <a:pt x="27715" y="81648"/>
                  <a:pt x="39216" y="79233"/>
                  <a:pt x="49566" y="65540"/>
                </a:cubicBezTo>
                <a:cubicBezTo>
                  <a:pt x="57731" y="54606"/>
                  <a:pt x="62562" y="37462"/>
                  <a:pt x="62562" y="25513"/>
                </a:cubicBezTo>
                <a:moveTo>
                  <a:pt x="18515" y="37577"/>
                </a:moveTo>
                <a:cubicBezTo>
                  <a:pt x="20701" y="29649"/>
                  <a:pt x="22656" y="22411"/>
                  <a:pt x="26566" y="15748"/>
                </a:cubicBezTo>
                <a:cubicBezTo>
                  <a:pt x="29211" y="11382"/>
                  <a:pt x="34617" y="5291"/>
                  <a:pt x="40712" y="5291"/>
                </a:cubicBezTo>
                <a:cubicBezTo>
                  <a:pt x="44621" y="5291"/>
                  <a:pt x="48877" y="8165"/>
                  <a:pt x="48877" y="18046"/>
                </a:cubicBezTo>
                <a:cubicBezTo>
                  <a:pt x="48877" y="24250"/>
                  <a:pt x="47382" y="30223"/>
                  <a:pt x="45657" y="37577"/>
                </a:cubicBezTo>
                <a:lnTo>
                  <a:pt x="18515" y="37577"/>
                </a:lnTo>
                <a:moveTo>
                  <a:pt x="44046" y="44018"/>
                </a:moveTo>
                <a:cubicBezTo>
                  <a:pt x="42782" y="49082"/>
                  <a:pt x="40252" y="58981"/>
                  <a:pt x="35881" y="66002"/>
                </a:cubicBezTo>
                <a:cubicBezTo>
                  <a:pt x="32087" y="72216"/>
                  <a:pt x="26796" y="76359"/>
                  <a:pt x="21967" y="76359"/>
                </a:cubicBezTo>
                <a:cubicBezTo>
                  <a:pt x="16446" y="76359"/>
                  <a:pt x="13686" y="71066"/>
                  <a:pt x="13686" y="63584"/>
                </a:cubicBezTo>
                <a:cubicBezTo>
                  <a:pt x="13686" y="57714"/>
                  <a:pt x="15527" y="49658"/>
                  <a:pt x="16906" y="44018"/>
                </a:cubicBezTo>
                <a:lnTo>
                  <a:pt x="44046" y="44018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8" name="path-826">
            <a:extLst xmlns:a="http://schemas.openxmlformats.org/drawingml/2006/main">
              <a:ext uri="{FF2B5EF4-FFF2-40B4-BE49-F238E27FC236}">
                <a16:creationId xmlns:a16="http://schemas.microsoft.com/office/drawing/2014/main" id="{842C3C45-3931-4F88-8394-7AE45A9FE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6524" y="8887882"/>
            <a:ext cx="103301" cy="128441"/>
          </a:xfrm>
          <a:custGeom xmlns:a="http://schemas.openxmlformats.org/drawingml/2006/main">
            <a:pathLst>
              <a:path w="90197" h="112148">
                <a:moveTo>
                  <a:pt x="90197" y="69791"/>
                </a:moveTo>
                <a:lnTo>
                  <a:pt x="86089" y="69791"/>
                </a:lnTo>
                <a:cubicBezTo>
                  <a:pt x="84281" y="86537"/>
                  <a:pt x="81982" y="107056"/>
                  <a:pt x="53066" y="107056"/>
                </a:cubicBezTo>
                <a:lnTo>
                  <a:pt x="39594" y="107056"/>
                </a:lnTo>
                <a:cubicBezTo>
                  <a:pt x="31872" y="107056"/>
                  <a:pt x="31544" y="105908"/>
                  <a:pt x="31544" y="100491"/>
                </a:cubicBezTo>
                <a:lnTo>
                  <a:pt x="31544" y="12976"/>
                </a:lnTo>
                <a:cubicBezTo>
                  <a:pt x="31544" y="7393"/>
                  <a:pt x="31544" y="5094"/>
                  <a:pt x="47152" y="5094"/>
                </a:cubicBezTo>
                <a:lnTo>
                  <a:pt x="52574" y="5094"/>
                </a:lnTo>
                <a:lnTo>
                  <a:pt x="52574" y="0"/>
                </a:lnTo>
                <a:cubicBezTo>
                  <a:pt x="46658" y="494"/>
                  <a:pt x="31709" y="494"/>
                  <a:pt x="24973" y="494"/>
                </a:cubicBezTo>
                <a:cubicBezTo>
                  <a:pt x="18566" y="494"/>
                  <a:pt x="5751" y="494"/>
                  <a:pt x="0" y="0"/>
                </a:cubicBezTo>
                <a:lnTo>
                  <a:pt x="0" y="5094"/>
                </a:lnTo>
                <a:lnTo>
                  <a:pt x="3943" y="5094"/>
                </a:lnTo>
                <a:cubicBezTo>
                  <a:pt x="16593" y="5094"/>
                  <a:pt x="16921" y="6901"/>
                  <a:pt x="16921" y="12813"/>
                </a:cubicBezTo>
                <a:lnTo>
                  <a:pt x="16921" y="99340"/>
                </a:lnTo>
                <a:cubicBezTo>
                  <a:pt x="16921" y="105251"/>
                  <a:pt x="16593" y="107056"/>
                  <a:pt x="3943" y="107056"/>
                </a:cubicBezTo>
                <a:lnTo>
                  <a:pt x="0" y="107056"/>
                </a:lnTo>
                <a:lnTo>
                  <a:pt x="0" y="112148"/>
                </a:lnTo>
                <a:lnTo>
                  <a:pt x="85597" y="112148"/>
                </a:lnTo>
                <a:lnTo>
                  <a:pt x="90197" y="6979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9" name="path-827">
            <a:extLst xmlns:a="http://schemas.openxmlformats.org/drawingml/2006/main">
              <a:ext uri="{FF2B5EF4-FFF2-40B4-BE49-F238E27FC236}">
                <a16:creationId xmlns:a16="http://schemas.microsoft.com/office/drawing/2014/main" id="{88C70B5D-7733-4E37-B74A-EFE5E321A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4243" y="8986420"/>
            <a:ext cx="47285" cy="58009"/>
          </a:xfrm>
          <a:custGeom xmlns:a="http://schemas.openxmlformats.org/drawingml/2006/main">
            <a:pathLst>
              <a:path w="41287" h="50651">
                <a:moveTo>
                  <a:pt x="0" y="1265"/>
                </a:moveTo>
                <a:lnTo>
                  <a:pt x="0" y="5408"/>
                </a:lnTo>
                <a:lnTo>
                  <a:pt x="1611" y="5408"/>
                </a:lnTo>
                <a:cubicBezTo>
                  <a:pt x="5175" y="5408"/>
                  <a:pt x="8625" y="5754"/>
                  <a:pt x="8625" y="11166"/>
                </a:cubicBezTo>
                <a:lnTo>
                  <a:pt x="8625" y="41791"/>
                </a:lnTo>
                <a:cubicBezTo>
                  <a:pt x="8625" y="46397"/>
                  <a:pt x="5866" y="46511"/>
                  <a:pt x="0" y="46511"/>
                </a:cubicBezTo>
                <a:lnTo>
                  <a:pt x="0" y="50651"/>
                </a:lnTo>
                <a:lnTo>
                  <a:pt x="28177" y="50651"/>
                </a:lnTo>
                <a:lnTo>
                  <a:pt x="28177" y="46511"/>
                </a:lnTo>
                <a:cubicBezTo>
                  <a:pt x="26912" y="46511"/>
                  <a:pt x="25531" y="46627"/>
                  <a:pt x="24265" y="46627"/>
                </a:cubicBezTo>
                <a:cubicBezTo>
                  <a:pt x="20472" y="46627"/>
                  <a:pt x="17366" y="46051"/>
                  <a:pt x="17366" y="41907"/>
                </a:cubicBezTo>
                <a:lnTo>
                  <a:pt x="17366" y="32925"/>
                </a:lnTo>
                <a:cubicBezTo>
                  <a:pt x="17366" y="30737"/>
                  <a:pt x="17252" y="28435"/>
                  <a:pt x="17252" y="26248"/>
                </a:cubicBezTo>
                <a:cubicBezTo>
                  <a:pt x="17252" y="17151"/>
                  <a:pt x="20242" y="3222"/>
                  <a:pt x="32776" y="3222"/>
                </a:cubicBezTo>
                <a:lnTo>
                  <a:pt x="32776" y="3336"/>
                </a:lnTo>
                <a:cubicBezTo>
                  <a:pt x="31397" y="4141"/>
                  <a:pt x="30821" y="5754"/>
                  <a:pt x="30821" y="7365"/>
                </a:cubicBezTo>
                <a:cubicBezTo>
                  <a:pt x="30821" y="10589"/>
                  <a:pt x="33236" y="12661"/>
                  <a:pt x="36112" y="12661"/>
                </a:cubicBezTo>
                <a:cubicBezTo>
                  <a:pt x="39216" y="12661"/>
                  <a:pt x="41287" y="10129"/>
                  <a:pt x="41287" y="7597"/>
                </a:cubicBezTo>
                <a:cubicBezTo>
                  <a:pt x="41287" y="2646"/>
                  <a:pt x="36686" y="0"/>
                  <a:pt x="32201" y="0"/>
                </a:cubicBezTo>
                <a:cubicBezTo>
                  <a:pt x="24841" y="0"/>
                  <a:pt x="18171" y="6330"/>
                  <a:pt x="16676" y="12661"/>
                </a:cubicBezTo>
                <a:lnTo>
                  <a:pt x="16560" y="0"/>
                </a:lnTo>
                <a:lnTo>
                  <a:pt x="10811" y="462"/>
                </a:lnTo>
                <a:lnTo>
                  <a:pt x="0" y="126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0" name="path-828">
            <a:extLst xmlns:a="http://schemas.openxmlformats.org/drawingml/2006/main">
              <a:ext uri="{FF2B5EF4-FFF2-40B4-BE49-F238E27FC236}">
                <a16:creationId xmlns:a16="http://schemas.microsoft.com/office/drawing/2014/main" id="{F2CDDC5F-D8C3-4F54-BC54-A5C2A337A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53949" y="8952977"/>
            <a:ext cx="29766" cy="91452"/>
          </a:xfrm>
          <a:custGeom xmlns:a="http://schemas.openxmlformats.org/drawingml/2006/main">
            <a:pathLst>
              <a:path w="25990" h="79851">
                <a:moveTo>
                  <a:pt x="0" y="1267"/>
                </a:moveTo>
                <a:lnTo>
                  <a:pt x="0" y="5408"/>
                </a:lnTo>
                <a:lnTo>
                  <a:pt x="2071" y="5408"/>
                </a:lnTo>
                <a:cubicBezTo>
                  <a:pt x="5635" y="5408"/>
                  <a:pt x="8625" y="5870"/>
                  <a:pt x="8625" y="11162"/>
                </a:cubicBezTo>
                <a:lnTo>
                  <a:pt x="8625" y="68462"/>
                </a:lnTo>
                <a:cubicBezTo>
                  <a:pt x="8625" y="69268"/>
                  <a:pt x="8741" y="70073"/>
                  <a:pt x="8741" y="70994"/>
                </a:cubicBezTo>
                <a:cubicBezTo>
                  <a:pt x="8741" y="75597"/>
                  <a:pt x="5291" y="75711"/>
                  <a:pt x="690" y="75711"/>
                </a:cubicBezTo>
                <a:lnTo>
                  <a:pt x="0" y="75711"/>
                </a:lnTo>
                <a:lnTo>
                  <a:pt x="0" y="79851"/>
                </a:lnTo>
                <a:lnTo>
                  <a:pt x="25990" y="79851"/>
                </a:lnTo>
                <a:lnTo>
                  <a:pt x="25990" y="75711"/>
                </a:lnTo>
                <a:lnTo>
                  <a:pt x="23230" y="75711"/>
                </a:lnTo>
                <a:cubicBezTo>
                  <a:pt x="20010" y="75711"/>
                  <a:pt x="17366" y="75365"/>
                  <a:pt x="17366" y="71454"/>
                </a:cubicBezTo>
                <a:lnTo>
                  <a:pt x="17366" y="0"/>
                </a:lnTo>
                <a:lnTo>
                  <a:pt x="0" y="1267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1" name="path-829">
            <a:extLst xmlns:a="http://schemas.openxmlformats.org/drawingml/2006/main">
              <a:ext uri="{FF2B5EF4-FFF2-40B4-BE49-F238E27FC236}">
                <a16:creationId xmlns:a16="http://schemas.microsoft.com/office/drawing/2014/main" id="{EEADF6C4-8A90-4A81-9730-F840D7543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0136" y="8947241"/>
            <a:ext cx="125124" cy="44085"/>
          </a:xfrm>
          <a:custGeom xmlns:a="http://schemas.openxmlformats.org/drawingml/2006/main">
            <a:pathLst>
              <a:path w="109252" h="38493">
                <a:moveTo>
                  <a:pt x="103667" y="6571"/>
                </a:moveTo>
                <a:cubicBezTo>
                  <a:pt x="106131" y="6571"/>
                  <a:pt x="109252" y="6571"/>
                  <a:pt x="109252" y="3287"/>
                </a:cubicBezTo>
                <a:cubicBezTo>
                  <a:pt x="109252" y="0"/>
                  <a:pt x="106131" y="0"/>
                  <a:pt x="103830" y="0"/>
                </a:cubicBezTo>
                <a:lnTo>
                  <a:pt x="5420" y="0"/>
                </a:lnTo>
                <a:cubicBezTo>
                  <a:pt x="3121" y="0"/>
                  <a:pt x="0" y="0"/>
                  <a:pt x="0" y="3287"/>
                </a:cubicBezTo>
                <a:cubicBezTo>
                  <a:pt x="0" y="6571"/>
                  <a:pt x="3121" y="6571"/>
                  <a:pt x="5585" y="6571"/>
                </a:cubicBezTo>
                <a:lnTo>
                  <a:pt x="103667" y="6571"/>
                </a:lnTo>
                <a:moveTo>
                  <a:pt x="103830" y="38493"/>
                </a:moveTo>
                <a:cubicBezTo>
                  <a:pt x="106131" y="38493"/>
                  <a:pt x="109252" y="38493"/>
                  <a:pt x="109252" y="35207"/>
                </a:cubicBezTo>
                <a:cubicBezTo>
                  <a:pt x="109252" y="31920"/>
                  <a:pt x="106131" y="31920"/>
                  <a:pt x="103667" y="31920"/>
                </a:cubicBezTo>
                <a:lnTo>
                  <a:pt x="5585" y="31920"/>
                </a:lnTo>
                <a:cubicBezTo>
                  <a:pt x="3121" y="31920"/>
                  <a:pt x="0" y="31920"/>
                  <a:pt x="0" y="35207"/>
                </a:cubicBezTo>
                <a:cubicBezTo>
                  <a:pt x="0" y="38493"/>
                  <a:pt x="3121" y="38493"/>
                  <a:pt x="5420" y="38493"/>
                </a:cubicBezTo>
                <a:lnTo>
                  <a:pt x="103830" y="3849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2" name="path-830">
            <a:extLst xmlns:a="http://schemas.openxmlformats.org/drawingml/2006/main">
              <a:ext uri="{FF2B5EF4-FFF2-40B4-BE49-F238E27FC236}">
                <a16:creationId xmlns:a16="http://schemas.microsoft.com/office/drawing/2014/main" id="{FABC7CD1-2EF7-4533-94D9-0CA996B690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02475" y="8965433"/>
            <a:ext cx="114967" cy="7525"/>
          </a:xfrm>
          <a:custGeom xmlns:a="http://schemas.openxmlformats.org/drawingml/2006/main">
            <a:pathLst>
              <a:path w="100383" h="6571">
                <a:moveTo>
                  <a:pt x="94632" y="6571"/>
                </a:moveTo>
                <a:cubicBezTo>
                  <a:pt x="97425" y="6571"/>
                  <a:pt x="100383" y="6571"/>
                  <a:pt x="100383" y="3287"/>
                </a:cubicBezTo>
                <a:cubicBezTo>
                  <a:pt x="100383" y="0"/>
                  <a:pt x="97425" y="0"/>
                  <a:pt x="94632" y="0"/>
                </a:cubicBezTo>
                <a:lnTo>
                  <a:pt x="5751" y="0"/>
                </a:lnTo>
                <a:cubicBezTo>
                  <a:pt x="2958" y="0"/>
                  <a:pt x="0" y="0"/>
                  <a:pt x="0" y="3287"/>
                </a:cubicBezTo>
                <a:cubicBezTo>
                  <a:pt x="0" y="6571"/>
                  <a:pt x="2958" y="6571"/>
                  <a:pt x="5751" y="6571"/>
                </a:cubicBezTo>
                <a:lnTo>
                  <a:pt x="94632" y="65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3" name="path-831">
            <a:extLst xmlns:a="http://schemas.openxmlformats.org/drawingml/2006/main">
              <a:ext uri="{FF2B5EF4-FFF2-40B4-BE49-F238E27FC236}">
                <a16:creationId xmlns:a16="http://schemas.microsoft.com/office/drawing/2014/main" id="{871E1020-31A0-4E24-907A-BB59E2EB1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30941" y="8905286"/>
            <a:ext cx="117599" cy="128808"/>
          </a:xfrm>
          <a:custGeom xmlns:a="http://schemas.openxmlformats.org/drawingml/2006/main">
            <a:pathLst>
              <a:path w="102682" h="112468">
                <a:moveTo>
                  <a:pt x="40250" y="57277"/>
                </a:moveTo>
                <a:cubicBezTo>
                  <a:pt x="44359" y="57277"/>
                  <a:pt x="52243" y="57277"/>
                  <a:pt x="57994" y="60727"/>
                </a:cubicBezTo>
                <a:cubicBezTo>
                  <a:pt x="65881" y="65821"/>
                  <a:pt x="66538" y="74690"/>
                  <a:pt x="66538" y="75675"/>
                </a:cubicBezTo>
                <a:cubicBezTo>
                  <a:pt x="66703" y="77974"/>
                  <a:pt x="66703" y="80110"/>
                  <a:pt x="69496" y="80110"/>
                </a:cubicBezTo>
                <a:cubicBezTo>
                  <a:pt x="72288" y="80110"/>
                  <a:pt x="72288" y="77811"/>
                  <a:pt x="72288" y="74853"/>
                </a:cubicBezTo>
                <a:lnTo>
                  <a:pt x="72288" y="30363"/>
                </a:lnTo>
                <a:cubicBezTo>
                  <a:pt x="72288" y="27736"/>
                  <a:pt x="72288" y="25111"/>
                  <a:pt x="69496" y="25111"/>
                </a:cubicBezTo>
                <a:cubicBezTo>
                  <a:pt x="66703" y="25111"/>
                  <a:pt x="66538" y="27573"/>
                  <a:pt x="66538" y="28887"/>
                </a:cubicBezTo>
                <a:cubicBezTo>
                  <a:pt x="65552" y="50052"/>
                  <a:pt x="48794" y="51200"/>
                  <a:pt x="40250" y="51363"/>
                </a:cubicBezTo>
                <a:lnTo>
                  <a:pt x="40250" y="16743"/>
                </a:lnTo>
                <a:cubicBezTo>
                  <a:pt x="40250" y="5751"/>
                  <a:pt x="43374" y="5751"/>
                  <a:pt x="47315" y="5751"/>
                </a:cubicBezTo>
                <a:lnTo>
                  <a:pt x="55201" y="5751"/>
                </a:lnTo>
                <a:cubicBezTo>
                  <a:pt x="77382" y="5751"/>
                  <a:pt x="88387" y="17072"/>
                  <a:pt x="89375" y="28393"/>
                </a:cubicBezTo>
                <a:cubicBezTo>
                  <a:pt x="89538" y="29706"/>
                  <a:pt x="89704" y="32168"/>
                  <a:pt x="92331" y="32168"/>
                </a:cubicBezTo>
                <a:cubicBezTo>
                  <a:pt x="95123" y="32168"/>
                  <a:pt x="95123" y="29541"/>
                  <a:pt x="95123" y="26753"/>
                </a:cubicBezTo>
                <a:lnTo>
                  <a:pt x="95123" y="5422"/>
                </a:lnTo>
                <a:cubicBezTo>
                  <a:pt x="95123" y="331"/>
                  <a:pt x="94795" y="0"/>
                  <a:pt x="89704" y="0"/>
                </a:cubicBezTo>
                <a:lnTo>
                  <a:pt x="5585" y="0"/>
                </a:lnTo>
                <a:cubicBezTo>
                  <a:pt x="2630" y="0"/>
                  <a:pt x="0" y="0"/>
                  <a:pt x="0" y="2958"/>
                </a:cubicBezTo>
                <a:cubicBezTo>
                  <a:pt x="0" y="5751"/>
                  <a:pt x="3121" y="5751"/>
                  <a:pt x="4435" y="5751"/>
                </a:cubicBezTo>
                <a:cubicBezTo>
                  <a:pt x="13800" y="5751"/>
                  <a:pt x="14457" y="7064"/>
                  <a:pt x="14457" y="15104"/>
                </a:cubicBezTo>
                <a:lnTo>
                  <a:pt x="14457" y="97357"/>
                </a:lnTo>
                <a:cubicBezTo>
                  <a:pt x="14457" y="105078"/>
                  <a:pt x="13966" y="106720"/>
                  <a:pt x="5257" y="106720"/>
                </a:cubicBezTo>
                <a:cubicBezTo>
                  <a:pt x="2793" y="106720"/>
                  <a:pt x="0" y="106720"/>
                  <a:pt x="0" y="109513"/>
                </a:cubicBezTo>
                <a:cubicBezTo>
                  <a:pt x="0" y="112468"/>
                  <a:pt x="2630" y="112468"/>
                  <a:pt x="5585" y="112468"/>
                </a:cubicBezTo>
                <a:lnTo>
                  <a:pt x="92659" y="112468"/>
                </a:lnTo>
                <a:cubicBezTo>
                  <a:pt x="95783" y="112468"/>
                  <a:pt x="97425" y="112468"/>
                  <a:pt x="97919" y="110170"/>
                </a:cubicBezTo>
                <a:cubicBezTo>
                  <a:pt x="98082" y="110004"/>
                  <a:pt x="102682" y="82574"/>
                  <a:pt x="102682" y="81752"/>
                </a:cubicBezTo>
                <a:cubicBezTo>
                  <a:pt x="102682" y="79947"/>
                  <a:pt x="101203" y="78796"/>
                  <a:pt x="99889" y="78796"/>
                </a:cubicBezTo>
                <a:cubicBezTo>
                  <a:pt x="97588" y="78796"/>
                  <a:pt x="96931" y="80932"/>
                  <a:pt x="96931" y="81095"/>
                </a:cubicBezTo>
                <a:cubicBezTo>
                  <a:pt x="95946" y="85367"/>
                  <a:pt x="94304" y="92266"/>
                  <a:pt x="82311" y="99327"/>
                </a:cubicBezTo>
                <a:cubicBezTo>
                  <a:pt x="73767" y="104419"/>
                  <a:pt x="65387" y="106720"/>
                  <a:pt x="56352" y="106720"/>
                </a:cubicBezTo>
                <a:lnTo>
                  <a:pt x="47315" y="106720"/>
                </a:lnTo>
                <a:cubicBezTo>
                  <a:pt x="43374" y="106720"/>
                  <a:pt x="40250" y="106720"/>
                  <a:pt x="40250" y="95715"/>
                </a:cubicBezTo>
                <a:lnTo>
                  <a:pt x="40250" y="57277"/>
                </a:lnTo>
                <a:moveTo>
                  <a:pt x="89375" y="5751"/>
                </a:moveTo>
                <a:lnTo>
                  <a:pt x="89375" y="13627"/>
                </a:lnTo>
                <a:cubicBezTo>
                  <a:pt x="86582" y="10509"/>
                  <a:pt x="83459" y="7884"/>
                  <a:pt x="80009" y="5751"/>
                </a:cubicBezTo>
                <a:lnTo>
                  <a:pt x="89375" y="5751"/>
                </a:lnTo>
                <a:moveTo>
                  <a:pt x="57337" y="53828"/>
                </a:moveTo>
                <a:cubicBezTo>
                  <a:pt x="59967" y="52677"/>
                  <a:pt x="63579" y="50215"/>
                  <a:pt x="66538" y="46771"/>
                </a:cubicBezTo>
                <a:lnTo>
                  <a:pt x="66538" y="60564"/>
                </a:lnTo>
                <a:cubicBezTo>
                  <a:pt x="62594" y="56129"/>
                  <a:pt x="57503" y="53993"/>
                  <a:pt x="57337" y="53993"/>
                </a:cubicBezTo>
                <a:lnTo>
                  <a:pt x="57337" y="53828"/>
                </a:lnTo>
                <a:moveTo>
                  <a:pt x="20208" y="14776"/>
                </a:moveTo>
                <a:cubicBezTo>
                  <a:pt x="20208" y="12805"/>
                  <a:pt x="20208" y="8704"/>
                  <a:pt x="18894" y="5751"/>
                </a:cubicBezTo>
                <a:lnTo>
                  <a:pt x="36307" y="5751"/>
                </a:lnTo>
                <a:cubicBezTo>
                  <a:pt x="34502" y="9524"/>
                  <a:pt x="34502" y="14938"/>
                  <a:pt x="34502" y="16415"/>
                </a:cubicBezTo>
                <a:lnTo>
                  <a:pt x="34502" y="96043"/>
                </a:lnTo>
                <a:cubicBezTo>
                  <a:pt x="34502" y="101957"/>
                  <a:pt x="35650" y="105241"/>
                  <a:pt x="36307" y="106720"/>
                </a:cubicBezTo>
                <a:lnTo>
                  <a:pt x="18894" y="106720"/>
                </a:lnTo>
                <a:cubicBezTo>
                  <a:pt x="20208" y="103762"/>
                  <a:pt x="20208" y="99656"/>
                  <a:pt x="20208" y="97685"/>
                </a:cubicBezTo>
                <a:lnTo>
                  <a:pt x="20208" y="14776"/>
                </a:lnTo>
                <a:moveTo>
                  <a:pt x="81323" y="106720"/>
                </a:moveTo>
                <a:lnTo>
                  <a:pt x="81323" y="106555"/>
                </a:lnTo>
                <a:cubicBezTo>
                  <a:pt x="86582" y="103928"/>
                  <a:pt x="91017" y="100478"/>
                  <a:pt x="94304" y="97520"/>
                </a:cubicBezTo>
                <a:cubicBezTo>
                  <a:pt x="94138" y="98179"/>
                  <a:pt x="92988" y="105407"/>
                  <a:pt x="92825" y="106720"/>
                </a:cubicBezTo>
                <a:lnTo>
                  <a:pt x="81323" y="10672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4" name="path-832">
            <a:extLst xmlns:a="http://schemas.openxmlformats.org/drawingml/2006/main">
              <a:ext uri="{FF2B5EF4-FFF2-40B4-BE49-F238E27FC236}">
                <a16:creationId xmlns:a16="http://schemas.microsoft.com/office/drawing/2014/main" id="{FAA2B87E-F4A3-4869-8F76-4DD4C04B1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09346" y="9066639"/>
            <a:ext cx="128945" cy="90294"/>
          </a:xfrm>
          <a:custGeom xmlns:a="http://schemas.openxmlformats.org/drawingml/2006/main">
            <a:pathLst>
              <a:path w="112588" h="78840">
                <a:moveTo>
                  <a:pt x="68313" y="35744"/>
                </a:moveTo>
                <a:cubicBezTo>
                  <a:pt x="68197" y="35628"/>
                  <a:pt x="67507" y="34480"/>
                  <a:pt x="67507" y="34364"/>
                </a:cubicBezTo>
                <a:cubicBezTo>
                  <a:pt x="67507" y="34250"/>
                  <a:pt x="69806" y="32181"/>
                  <a:pt x="71071" y="31032"/>
                </a:cubicBezTo>
                <a:lnTo>
                  <a:pt x="90392" y="13337"/>
                </a:lnTo>
                <a:cubicBezTo>
                  <a:pt x="96718" y="7705"/>
                  <a:pt x="97983" y="6556"/>
                  <a:pt x="109828" y="6442"/>
                </a:cubicBezTo>
                <a:cubicBezTo>
                  <a:pt x="112129" y="6442"/>
                  <a:pt x="112588" y="3452"/>
                  <a:pt x="112588" y="2530"/>
                </a:cubicBezTo>
                <a:cubicBezTo>
                  <a:pt x="112588" y="691"/>
                  <a:pt x="111093" y="0"/>
                  <a:pt x="110058" y="0"/>
                </a:cubicBezTo>
                <a:cubicBezTo>
                  <a:pt x="107184" y="0"/>
                  <a:pt x="100168" y="462"/>
                  <a:pt x="97294" y="462"/>
                </a:cubicBezTo>
                <a:cubicBezTo>
                  <a:pt x="94877" y="462"/>
                  <a:pt x="91773" y="462"/>
                  <a:pt x="89358" y="346"/>
                </a:cubicBezTo>
                <a:cubicBezTo>
                  <a:pt x="86828" y="232"/>
                  <a:pt x="83952" y="0"/>
                  <a:pt x="81537" y="0"/>
                </a:cubicBezTo>
                <a:cubicBezTo>
                  <a:pt x="80732" y="0"/>
                  <a:pt x="77973" y="0"/>
                  <a:pt x="77973" y="3911"/>
                </a:cubicBezTo>
                <a:cubicBezTo>
                  <a:pt x="77973" y="6326"/>
                  <a:pt x="80388" y="6442"/>
                  <a:pt x="81307" y="6442"/>
                </a:cubicBezTo>
                <a:cubicBezTo>
                  <a:pt x="82918" y="6442"/>
                  <a:pt x="84527" y="6672"/>
                  <a:pt x="86252" y="7246"/>
                </a:cubicBezTo>
                <a:lnTo>
                  <a:pt x="63598" y="27815"/>
                </a:lnTo>
                <a:lnTo>
                  <a:pt x="51407" y="6902"/>
                </a:lnTo>
                <a:cubicBezTo>
                  <a:pt x="53822" y="6556"/>
                  <a:pt x="54281" y="6556"/>
                  <a:pt x="57387" y="6442"/>
                </a:cubicBezTo>
                <a:cubicBezTo>
                  <a:pt x="60146" y="6326"/>
                  <a:pt x="60378" y="3336"/>
                  <a:pt x="60378" y="2530"/>
                </a:cubicBezTo>
                <a:cubicBezTo>
                  <a:pt x="60378" y="805"/>
                  <a:pt x="58997" y="0"/>
                  <a:pt x="57731" y="0"/>
                </a:cubicBezTo>
                <a:cubicBezTo>
                  <a:pt x="55777" y="0"/>
                  <a:pt x="51407" y="232"/>
                  <a:pt x="49222" y="346"/>
                </a:cubicBezTo>
                <a:cubicBezTo>
                  <a:pt x="46576" y="462"/>
                  <a:pt x="42321" y="462"/>
                  <a:pt x="39676" y="462"/>
                </a:cubicBezTo>
                <a:cubicBezTo>
                  <a:pt x="37146" y="462"/>
                  <a:pt x="34271" y="346"/>
                  <a:pt x="31741" y="346"/>
                </a:cubicBezTo>
                <a:cubicBezTo>
                  <a:pt x="29096" y="346"/>
                  <a:pt x="26220" y="0"/>
                  <a:pt x="23692" y="0"/>
                </a:cubicBezTo>
                <a:cubicBezTo>
                  <a:pt x="22886" y="0"/>
                  <a:pt x="20126" y="0"/>
                  <a:pt x="20126" y="3911"/>
                </a:cubicBezTo>
                <a:cubicBezTo>
                  <a:pt x="20126" y="6442"/>
                  <a:pt x="22426" y="6442"/>
                  <a:pt x="24955" y="6442"/>
                </a:cubicBezTo>
                <a:cubicBezTo>
                  <a:pt x="26450" y="6442"/>
                  <a:pt x="27945" y="6442"/>
                  <a:pt x="29440" y="6556"/>
                </a:cubicBezTo>
                <a:cubicBezTo>
                  <a:pt x="31281" y="6672"/>
                  <a:pt x="31395" y="6786"/>
                  <a:pt x="32201" y="8165"/>
                </a:cubicBezTo>
                <a:lnTo>
                  <a:pt x="50602" y="39650"/>
                </a:lnTo>
                <a:lnTo>
                  <a:pt x="19206" y="68148"/>
                </a:lnTo>
                <a:cubicBezTo>
                  <a:pt x="16906" y="70217"/>
                  <a:pt x="13800" y="72286"/>
                  <a:pt x="4485" y="72400"/>
                </a:cubicBezTo>
                <a:cubicBezTo>
                  <a:pt x="2415" y="72400"/>
                  <a:pt x="0" y="72400"/>
                  <a:pt x="0" y="76311"/>
                </a:cubicBezTo>
                <a:cubicBezTo>
                  <a:pt x="0" y="77691"/>
                  <a:pt x="1149" y="78840"/>
                  <a:pt x="2530" y="78840"/>
                </a:cubicBezTo>
                <a:cubicBezTo>
                  <a:pt x="5405" y="78840"/>
                  <a:pt x="12421" y="78380"/>
                  <a:pt x="15295" y="78380"/>
                </a:cubicBezTo>
                <a:cubicBezTo>
                  <a:pt x="17711" y="78380"/>
                  <a:pt x="20816" y="78380"/>
                  <a:pt x="23230" y="78496"/>
                </a:cubicBezTo>
                <a:cubicBezTo>
                  <a:pt x="25761" y="78610"/>
                  <a:pt x="28637" y="78840"/>
                  <a:pt x="31165" y="78840"/>
                </a:cubicBezTo>
                <a:cubicBezTo>
                  <a:pt x="32890" y="78840"/>
                  <a:pt x="34731" y="78036"/>
                  <a:pt x="34731" y="74930"/>
                </a:cubicBezTo>
                <a:cubicBezTo>
                  <a:pt x="34731" y="74700"/>
                  <a:pt x="34731" y="72516"/>
                  <a:pt x="31741" y="72400"/>
                </a:cubicBezTo>
                <a:cubicBezTo>
                  <a:pt x="29440" y="72400"/>
                  <a:pt x="27945" y="72056"/>
                  <a:pt x="26336" y="71596"/>
                </a:cubicBezTo>
                <a:lnTo>
                  <a:pt x="54281" y="46201"/>
                </a:lnTo>
                <a:lnTo>
                  <a:pt x="69347" y="71940"/>
                </a:lnTo>
                <a:cubicBezTo>
                  <a:pt x="67392" y="72170"/>
                  <a:pt x="64747" y="72286"/>
                  <a:pt x="63366" y="72400"/>
                </a:cubicBezTo>
                <a:cubicBezTo>
                  <a:pt x="62562" y="72516"/>
                  <a:pt x="60378" y="72861"/>
                  <a:pt x="60378" y="76311"/>
                </a:cubicBezTo>
                <a:cubicBezTo>
                  <a:pt x="60378" y="77347"/>
                  <a:pt x="61181" y="78840"/>
                  <a:pt x="63136" y="78840"/>
                </a:cubicBezTo>
                <a:cubicBezTo>
                  <a:pt x="65782" y="78840"/>
                  <a:pt x="69003" y="78610"/>
                  <a:pt x="71647" y="78496"/>
                </a:cubicBezTo>
                <a:cubicBezTo>
                  <a:pt x="74177" y="78380"/>
                  <a:pt x="78547" y="78380"/>
                  <a:pt x="81077" y="78380"/>
                </a:cubicBezTo>
                <a:cubicBezTo>
                  <a:pt x="83608" y="78380"/>
                  <a:pt x="86482" y="78496"/>
                  <a:pt x="89013" y="78496"/>
                </a:cubicBezTo>
                <a:cubicBezTo>
                  <a:pt x="91657" y="78496"/>
                  <a:pt x="94647" y="78840"/>
                  <a:pt x="97178" y="78840"/>
                </a:cubicBezTo>
                <a:cubicBezTo>
                  <a:pt x="98789" y="78840"/>
                  <a:pt x="100744" y="78150"/>
                  <a:pt x="100744" y="74930"/>
                </a:cubicBezTo>
                <a:cubicBezTo>
                  <a:pt x="100744" y="72400"/>
                  <a:pt x="98327" y="72400"/>
                  <a:pt x="95798" y="72400"/>
                </a:cubicBezTo>
                <a:cubicBezTo>
                  <a:pt x="94303" y="72400"/>
                  <a:pt x="92808" y="72400"/>
                  <a:pt x="91313" y="72286"/>
                </a:cubicBezTo>
                <a:cubicBezTo>
                  <a:pt x="89472" y="72170"/>
                  <a:pt x="89358" y="72056"/>
                  <a:pt x="88553" y="70677"/>
                </a:cubicBezTo>
                <a:lnTo>
                  <a:pt x="68313" y="35744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5" name="path-833">
            <a:extLst xmlns:a="http://schemas.openxmlformats.org/drawingml/2006/main">
              <a:ext uri="{FF2B5EF4-FFF2-40B4-BE49-F238E27FC236}">
                <a16:creationId xmlns:a16="http://schemas.microsoft.com/office/drawing/2014/main" id="{2514C161-6AD7-474C-A2C2-08B4564132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65380" y="9141787"/>
            <a:ext cx="16727" cy="40611"/>
          </a:xfrm>
          <a:custGeom xmlns:a="http://schemas.openxmlformats.org/drawingml/2006/main">
            <a:pathLst>
              <a:path w="14605" h="35459">
                <a:moveTo>
                  <a:pt x="11385" y="11385"/>
                </a:moveTo>
                <a:cubicBezTo>
                  <a:pt x="11385" y="17718"/>
                  <a:pt x="10234" y="25094"/>
                  <a:pt x="2415" y="32467"/>
                </a:cubicBezTo>
                <a:cubicBezTo>
                  <a:pt x="1955" y="32929"/>
                  <a:pt x="1609" y="33275"/>
                  <a:pt x="1609" y="33848"/>
                </a:cubicBezTo>
                <a:cubicBezTo>
                  <a:pt x="1609" y="34654"/>
                  <a:pt x="2529" y="35459"/>
                  <a:pt x="3220" y="35459"/>
                </a:cubicBezTo>
                <a:cubicBezTo>
                  <a:pt x="4829" y="35459"/>
                  <a:pt x="14605" y="26245"/>
                  <a:pt x="14605" y="12535"/>
                </a:cubicBezTo>
                <a:cubicBezTo>
                  <a:pt x="14605" y="5405"/>
                  <a:pt x="11845" y="0"/>
                  <a:pt x="6554" y="0"/>
                </a:cubicBezTo>
                <a:cubicBezTo>
                  <a:pt x="2759" y="0"/>
                  <a:pt x="0" y="2990"/>
                  <a:pt x="0" y="6554"/>
                </a:cubicBezTo>
                <a:cubicBezTo>
                  <a:pt x="0" y="10236"/>
                  <a:pt x="2644" y="13224"/>
                  <a:pt x="6670" y="13224"/>
                </a:cubicBezTo>
                <a:cubicBezTo>
                  <a:pt x="9430" y="13224"/>
                  <a:pt x="11269" y="11385"/>
                  <a:pt x="11385" y="1138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6" name="path-834">
            <a:extLst xmlns:a="http://schemas.openxmlformats.org/drawingml/2006/main">
              <a:ext uri="{FF2B5EF4-FFF2-40B4-BE49-F238E27FC236}">
                <a16:creationId xmlns:a16="http://schemas.microsoft.com/office/drawing/2014/main" id="{1C4ABAF1-8987-4C84-A1B8-78C11279E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1508" y="9098794"/>
            <a:ext cx="67568" cy="85020"/>
          </a:xfrm>
          <a:custGeom xmlns:a="http://schemas.openxmlformats.org/drawingml/2006/main">
            <a:pathLst>
              <a:path w="58997" h="74235">
                <a:moveTo>
                  <a:pt x="58537" y="7363"/>
                </a:moveTo>
                <a:cubicBezTo>
                  <a:pt x="58997" y="5752"/>
                  <a:pt x="58997" y="5522"/>
                  <a:pt x="58997" y="4831"/>
                </a:cubicBezTo>
                <a:cubicBezTo>
                  <a:pt x="58997" y="2530"/>
                  <a:pt x="57156" y="1151"/>
                  <a:pt x="55201" y="1151"/>
                </a:cubicBezTo>
                <a:cubicBezTo>
                  <a:pt x="53936" y="1151"/>
                  <a:pt x="51751" y="1727"/>
                  <a:pt x="50486" y="3911"/>
                </a:cubicBezTo>
                <a:cubicBezTo>
                  <a:pt x="50140" y="4601"/>
                  <a:pt x="49221" y="8283"/>
                  <a:pt x="48645" y="10585"/>
                </a:cubicBezTo>
                <a:lnTo>
                  <a:pt x="46230" y="20135"/>
                </a:lnTo>
                <a:cubicBezTo>
                  <a:pt x="45541" y="22895"/>
                  <a:pt x="41975" y="37391"/>
                  <a:pt x="41631" y="38657"/>
                </a:cubicBezTo>
                <a:cubicBezTo>
                  <a:pt x="41515" y="38657"/>
                  <a:pt x="36456" y="48666"/>
                  <a:pt x="27486" y="48666"/>
                </a:cubicBezTo>
                <a:cubicBezTo>
                  <a:pt x="19664" y="48666"/>
                  <a:pt x="19664" y="41189"/>
                  <a:pt x="19664" y="39118"/>
                </a:cubicBezTo>
                <a:cubicBezTo>
                  <a:pt x="19664" y="32904"/>
                  <a:pt x="22311" y="25657"/>
                  <a:pt x="25761" y="16797"/>
                </a:cubicBezTo>
                <a:cubicBezTo>
                  <a:pt x="27140" y="13115"/>
                  <a:pt x="27715" y="11734"/>
                  <a:pt x="27715" y="9780"/>
                </a:cubicBezTo>
                <a:cubicBezTo>
                  <a:pt x="27715" y="4257"/>
                  <a:pt x="23000" y="0"/>
                  <a:pt x="16790" y="0"/>
                </a:cubicBezTo>
                <a:cubicBezTo>
                  <a:pt x="5175" y="0"/>
                  <a:pt x="0" y="15646"/>
                  <a:pt x="0" y="17602"/>
                </a:cubicBezTo>
                <a:cubicBezTo>
                  <a:pt x="0" y="19098"/>
                  <a:pt x="1609" y="19098"/>
                  <a:pt x="1955" y="19098"/>
                </a:cubicBezTo>
                <a:cubicBezTo>
                  <a:pt x="3564" y="19098"/>
                  <a:pt x="3680" y="18524"/>
                  <a:pt x="4024" y="17257"/>
                </a:cubicBezTo>
                <a:cubicBezTo>
                  <a:pt x="6900" y="7709"/>
                  <a:pt x="11845" y="3222"/>
                  <a:pt x="16444" y="3222"/>
                </a:cubicBezTo>
                <a:cubicBezTo>
                  <a:pt x="18399" y="3222"/>
                  <a:pt x="19320" y="4487"/>
                  <a:pt x="19320" y="7247"/>
                </a:cubicBezTo>
                <a:cubicBezTo>
                  <a:pt x="19320" y="9894"/>
                  <a:pt x="18285" y="12426"/>
                  <a:pt x="17710" y="13921"/>
                </a:cubicBezTo>
                <a:cubicBezTo>
                  <a:pt x="12191" y="27958"/>
                  <a:pt x="11039" y="32215"/>
                  <a:pt x="11039" y="37277"/>
                </a:cubicBezTo>
                <a:cubicBezTo>
                  <a:pt x="11039" y="39232"/>
                  <a:pt x="11039" y="44641"/>
                  <a:pt x="15525" y="48322"/>
                </a:cubicBezTo>
                <a:cubicBezTo>
                  <a:pt x="19091" y="51312"/>
                  <a:pt x="23920" y="51886"/>
                  <a:pt x="27026" y="51886"/>
                </a:cubicBezTo>
                <a:cubicBezTo>
                  <a:pt x="31625" y="51886"/>
                  <a:pt x="35765" y="50161"/>
                  <a:pt x="39560" y="46711"/>
                </a:cubicBezTo>
                <a:cubicBezTo>
                  <a:pt x="38065" y="53037"/>
                  <a:pt x="36800" y="57868"/>
                  <a:pt x="31971" y="63619"/>
                </a:cubicBezTo>
                <a:cubicBezTo>
                  <a:pt x="28865" y="67185"/>
                  <a:pt x="24265" y="71015"/>
                  <a:pt x="18169" y="71015"/>
                </a:cubicBezTo>
                <a:cubicBezTo>
                  <a:pt x="17366" y="71015"/>
                  <a:pt x="11959" y="71015"/>
                  <a:pt x="9544" y="67185"/>
                </a:cubicBezTo>
                <a:cubicBezTo>
                  <a:pt x="15755" y="66495"/>
                  <a:pt x="15755" y="60974"/>
                  <a:pt x="15755" y="60858"/>
                </a:cubicBezTo>
                <a:cubicBezTo>
                  <a:pt x="15755" y="57179"/>
                  <a:pt x="12421" y="56489"/>
                  <a:pt x="11269" y="56489"/>
                </a:cubicBezTo>
                <a:cubicBezTo>
                  <a:pt x="8395" y="56489"/>
                  <a:pt x="4599" y="58790"/>
                  <a:pt x="4599" y="64079"/>
                </a:cubicBezTo>
                <a:cubicBezTo>
                  <a:pt x="4599" y="69971"/>
                  <a:pt x="10120" y="74235"/>
                  <a:pt x="18285" y="74235"/>
                </a:cubicBezTo>
                <a:cubicBezTo>
                  <a:pt x="29900" y="74235"/>
                  <a:pt x="44046" y="65230"/>
                  <a:pt x="47611" y="50853"/>
                </a:cubicBezTo>
                <a:lnTo>
                  <a:pt x="58537" y="736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7" name="path-835">
            <a:extLst xmlns:a="http://schemas.openxmlformats.org/drawingml/2006/main">
              <a:ext uri="{FF2B5EF4-FFF2-40B4-BE49-F238E27FC236}">
                <a16:creationId xmlns:a16="http://schemas.microsoft.com/office/drawing/2014/main" id="{F06125AA-2D76-408B-A52B-E85EA14093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1111" y="9141787"/>
            <a:ext cx="16727" cy="40611"/>
          </a:xfrm>
          <a:custGeom xmlns:a="http://schemas.openxmlformats.org/drawingml/2006/main">
            <a:pathLst>
              <a:path w="14605" h="35459">
                <a:moveTo>
                  <a:pt x="11385" y="11385"/>
                </a:moveTo>
                <a:cubicBezTo>
                  <a:pt x="11385" y="17718"/>
                  <a:pt x="10234" y="25094"/>
                  <a:pt x="2415" y="32467"/>
                </a:cubicBezTo>
                <a:cubicBezTo>
                  <a:pt x="1955" y="32929"/>
                  <a:pt x="1609" y="33275"/>
                  <a:pt x="1609" y="33848"/>
                </a:cubicBezTo>
                <a:cubicBezTo>
                  <a:pt x="1609" y="34654"/>
                  <a:pt x="2529" y="35459"/>
                  <a:pt x="3220" y="35459"/>
                </a:cubicBezTo>
                <a:cubicBezTo>
                  <a:pt x="4829" y="35459"/>
                  <a:pt x="14605" y="26245"/>
                  <a:pt x="14605" y="12535"/>
                </a:cubicBezTo>
                <a:cubicBezTo>
                  <a:pt x="14605" y="5405"/>
                  <a:pt x="11845" y="0"/>
                  <a:pt x="6554" y="0"/>
                </a:cubicBezTo>
                <a:cubicBezTo>
                  <a:pt x="2759" y="0"/>
                  <a:pt x="0" y="2990"/>
                  <a:pt x="0" y="6554"/>
                </a:cubicBezTo>
                <a:cubicBezTo>
                  <a:pt x="0" y="10236"/>
                  <a:pt x="2644" y="13224"/>
                  <a:pt x="6670" y="13224"/>
                </a:cubicBezTo>
                <a:cubicBezTo>
                  <a:pt x="9430" y="13224"/>
                  <a:pt x="11269" y="11385"/>
                  <a:pt x="11385" y="1138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8" name="path-836">
            <a:extLst xmlns:a="http://schemas.openxmlformats.org/drawingml/2006/main">
              <a:ext uri="{FF2B5EF4-FFF2-40B4-BE49-F238E27FC236}">
                <a16:creationId xmlns:a16="http://schemas.microsoft.com/office/drawing/2014/main" id="{63FA845D-FE6B-4BF0-9AC9-6B4C49BB8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6572" y="9065481"/>
            <a:ext cx="37012" cy="92481"/>
          </a:xfrm>
          <a:custGeom xmlns:a="http://schemas.openxmlformats.org/drawingml/2006/main">
            <a:pathLst>
              <a:path w="32317" h="80749">
                <a:moveTo>
                  <a:pt x="30130" y="4947"/>
                </a:moveTo>
                <a:cubicBezTo>
                  <a:pt x="30592" y="3336"/>
                  <a:pt x="30592" y="3106"/>
                  <a:pt x="30592" y="2530"/>
                </a:cubicBezTo>
                <a:cubicBezTo>
                  <a:pt x="30592" y="1957"/>
                  <a:pt x="30246" y="0"/>
                  <a:pt x="27601" y="0"/>
                </a:cubicBezTo>
                <a:cubicBezTo>
                  <a:pt x="27142" y="0"/>
                  <a:pt x="26910" y="0"/>
                  <a:pt x="26796" y="116"/>
                </a:cubicBezTo>
                <a:lnTo>
                  <a:pt x="11271" y="805"/>
                </a:lnTo>
                <a:cubicBezTo>
                  <a:pt x="10006" y="921"/>
                  <a:pt x="7246" y="1035"/>
                  <a:pt x="7246" y="4831"/>
                </a:cubicBezTo>
                <a:cubicBezTo>
                  <a:pt x="7246" y="7361"/>
                  <a:pt x="9776" y="7361"/>
                  <a:pt x="11271" y="7361"/>
                </a:cubicBezTo>
                <a:cubicBezTo>
                  <a:pt x="13340" y="7361"/>
                  <a:pt x="14951" y="7361"/>
                  <a:pt x="14951" y="7935"/>
                </a:cubicBezTo>
                <a:cubicBezTo>
                  <a:pt x="14951" y="8167"/>
                  <a:pt x="14835" y="8857"/>
                  <a:pt x="14605" y="9546"/>
                </a:cubicBezTo>
                <a:lnTo>
                  <a:pt x="576" y="65453"/>
                </a:lnTo>
                <a:cubicBezTo>
                  <a:pt x="230" y="66718"/>
                  <a:pt x="0" y="67753"/>
                  <a:pt x="0" y="69364"/>
                </a:cubicBezTo>
                <a:cubicBezTo>
                  <a:pt x="0" y="77415"/>
                  <a:pt x="8971" y="80749"/>
                  <a:pt x="16216" y="80749"/>
                </a:cubicBezTo>
                <a:cubicBezTo>
                  <a:pt x="28521" y="80749"/>
                  <a:pt x="32317" y="63382"/>
                  <a:pt x="32317" y="62806"/>
                </a:cubicBezTo>
                <a:cubicBezTo>
                  <a:pt x="32317" y="60736"/>
                  <a:pt x="30362" y="60736"/>
                  <a:pt x="28637" y="60736"/>
                </a:cubicBezTo>
                <a:cubicBezTo>
                  <a:pt x="25990" y="60736"/>
                  <a:pt x="25531" y="60851"/>
                  <a:pt x="24955" y="63268"/>
                </a:cubicBezTo>
                <a:cubicBezTo>
                  <a:pt x="23576" y="68674"/>
                  <a:pt x="21391" y="75460"/>
                  <a:pt x="17020" y="75460"/>
                </a:cubicBezTo>
                <a:cubicBezTo>
                  <a:pt x="14260" y="75460"/>
                  <a:pt x="13916" y="72584"/>
                  <a:pt x="13916" y="70859"/>
                </a:cubicBezTo>
                <a:cubicBezTo>
                  <a:pt x="13916" y="69594"/>
                  <a:pt x="13916" y="69248"/>
                  <a:pt x="14491" y="67064"/>
                </a:cubicBezTo>
                <a:lnTo>
                  <a:pt x="30130" y="4947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9" name="path-837">
            <a:extLst xmlns:a="http://schemas.openxmlformats.org/drawingml/2006/main">
              <a:ext uri="{FF2B5EF4-FFF2-40B4-BE49-F238E27FC236}">
                <a16:creationId xmlns:a16="http://schemas.microsoft.com/office/drawing/2014/main" id="{2AF88F34-299A-4754-96B8-25F63A828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7679" y="9113199"/>
            <a:ext cx="38668" cy="62658"/>
          </a:xfrm>
          <a:custGeom xmlns:a="http://schemas.openxmlformats.org/drawingml/2006/main">
            <a:pathLst>
              <a:path w="33763" h="54710">
                <a:moveTo>
                  <a:pt x="20947" y="2473"/>
                </a:moveTo>
                <a:cubicBezTo>
                  <a:pt x="20947" y="0"/>
                  <a:pt x="20701" y="0"/>
                  <a:pt x="17991" y="0"/>
                </a:cubicBezTo>
                <a:cubicBezTo>
                  <a:pt x="12158" y="5291"/>
                  <a:pt x="3040" y="5291"/>
                  <a:pt x="1396" y="5291"/>
                </a:cubicBezTo>
                <a:lnTo>
                  <a:pt x="0" y="5291"/>
                </a:lnTo>
                <a:lnTo>
                  <a:pt x="0" y="8904"/>
                </a:lnTo>
                <a:lnTo>
                  <a:pt x="1396" y="8904"/>
                </a:lnTo>
                <a:cubicBezTo>
                  <a:pt x="3287" y="8904"/>
                  <a:pt x="8625" y="8659"/>
                  <a:pt x="13390" y="6604"/>
                </a:cubicBezTo>
                <a:lnTo>
                  <a:pt x="13390" y="47648"/>
                </a:lnTo>
                <a:cubicBezTo>
                  <a:pt x="13390" y="50194"/>
                  <a:pt x="13390" y="51096"/>
                  <a:pt x="4683" y="51096"/>
                </a:cubicBezTo>
                <a:lnTo>
                  <a:pt x="575" y="51096"/>
                </a:lnTo>
                <a:lnTo>
                  <a:pt x="575" y="54710"/>
                </a:lnTo>
                <a:cubicBezTo>
                  <a:pt x="5093" y="54382"/>
                  <a:pt x="12404" y="54382"/>
                  <a:pt x="17168" y="54382"/>
                </a:cubicBezTo>
                <a:cubicBezTo>
                  <a:pt x="21933" y="54382"/>
                  <a:pt x="29244" y="54382"/>
                  <a:pt x="33763" y="54710"/>
                </a:cubicBezTo>
                <a:lnTo>
                  <a:pt x="33763" y="51096"/>
                </a:lnTo>
                <a:lnTo>
                  <a:pt x="29655" y="51096"/>
                </a:lnTo>
                <a:cubicBezTo>
                  <a:pt x="20947" y="51096"/>
                  <a:pt x="20947" y="50194"/>
                  <a:pt x="20947" y="47648"/>
                </a:cubicBezTo>
                <a:lnTo>
                  <a:pt x="20947" y="247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0" name="path-838">
            <a:extLst xmlns:a="http://schemas.openxmlformats.org/drawingml/2006/main">
              <a:ext uri="{FF2B5EF4-FFF2-40B4-BE49-F238E27FC236}">
                <a16:creationId xmlns:a16="http://schemas.microsoft.com/office/drawing/2014/main" id="{CB43F488-575B-4F99-9794-9EBEABF6F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1427" y="9135341"/>
            <a:ext cx="11477" cy="40517"/>
          </a:xfrm>
          <a:custGeom xmlns:a="http://schemas.openxmlformats.org/drawingml/2006/main">
            <a:pathLst>
              <a:path w="10021" h="35377">
                <a:moveTo>
                  <a:pt x="10021" y="5011"/>
                </a:moveTo>
                <a:cubicBezTo>
                  <a:pt x="10021" y="2219"/>
                  <a:pt x="7803" y="0"/>
                  <a:pt x="5010" y="0"/>
                </a:cubicBezTo>
                <a:cubicBezTo>
                  <a:pt x="2300" y="0"/>
                  <a:pt x="0" y="2219"/>
                  <a:pt x="0" y="5011"/>
                </a:cubicBezTo>
                <a:cubicBezTo>
                  <a:pt x="0" y="7804"/>
                  <a:pt x="2217" y="10022"/>
                  <a:pt x="5010" y="10022"/>
                </a:cubicBezTo>
                <a:cubicBezTo>
                  <a:pt x="7721" y="10022"/>
                  <a:pt x="10021" y="7804"/>
                  <a:pt x="10021" y="5011"/>
                </a:cubicBezTo>
                <a:moveTo>
                  <a:pt x="10021" y="30367"/>
                </a:moveTo>
                <a:cubicBezTo>
                  <a:pt x="10021" y="27574"/>
                  <a:pt x="7803" y="25356"/>
                  <a:pt x="5010" y="25356"/>
                </a:cubicBezTo>
                <a:cubicBezTo>
                  <a:pt x="2300" y="25356"/>
                  <a:pt x="0" y="27574"/>
                  <a:pt x="0" y="30367"/>
                </a:cubicBezTo>
                <a:cubicBezTo>
                  <a:pt x="0" y="33160"/>
                  <a:pt x="2217" y="35377"/>
                  <a:pt x="5010" y="35377"/>
                </a:cubicBezTo>
                <a:cubicBezTo>
                  <a:pt x="7721" y="35377"/>
                  <a:pt x="10021" y="33160"/>
                  <a:pt x="10021" y="30367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1" name="path-839">
            <a:extLst xmlns:a="http://schemas.openxmlformats.org/drawingml/2006/main">
              <a:ext uri="{FF2B5EF4-FFF2-40B4-BE49-F238E27FC236}">
                <a16:creationId xmlns:a16="http://schemas.microsoft.com/office/drawing/2014/main" id="{8DE0FA38-40DF-49C6-9877-47F5ADF7E6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4247" y="9112365"/>
            <a:ext cx="79120" cy="63492"/>
          </a:xfrm>
          <a:custGeom xmlns:a="http://schemas.openxmlformats.org/drawingml/2006/main">
            <a:pathLst>
              <a:path w="69083" h="55438">
                <a:moveTo>
                  <a:pt x="40662" y="6408"/>
                </a:moveTo>
                <a:cubicBezTo>
                  <a:pt x="41318" y="3862"/>
                  <a:pt x="41318" y="3696"/>
                  <a:pt x="44769" y="3696"/>
                </a:cubicBezTo>
                <a:lnTo>
                  <a:pt x="53558" y="3696"/>
                </a:lnTo>
                <a:cubicBezTo>
                  <a:pt x="62758" y="3696"/>
                  <a:pt x="63909" y="6243"/>
                  <a:pt x="63909" y="11335"/>
                </a:cubicBezTo>
                <a:cubicBezTo>
                  <a:pt x="63909" y="11910"/>
                  <a:pt x="63909" y="13471"/>
                  <a:pt x="63334" y="17413"/>
                </a:cubicBezTo>
                <a:lnTo>
                  <a:pt x="63251" y="18152"/>
                </a:lnTo>
                <a:cubicBezTo>
                  <a:pt x="63251" y="18973"/>
                  <a:pt x="63745" y="19630"/>
                  <a:pt x="64977" y="19630"/>
                </a:cubicBezTo>
                <a:cubicBezTo>
                  <a:pt x="66538" y="19630"/>
                  <a:pt x="66702" y="18891"/>
                  <a:pt x="66866" y="17413"/>
                </a:cubicBezTo>
                <a:lnTo>
                  <a:pt x="68919" y="2711"/>
                </a:lnTo>
                <a:cubicBezTo>
                  <a:pt x="69083" y="1890"/>
                  <a:pt x="69083" y="1726"/>
                  <a:pt x="69083" y="1396"/>
                </a:cubicBezTo>
                <a:cubicBezTo>
                  <a:pt x="69083" y="0"/>
                  <a:pt x="67770" y="0"/>
                  <a:pt x="66373" y="0"/>
                </a:cubicBezTo>
                <a:lnTo>
                  <a:pt x="8789" y="0"/>
                </a:lnTo>
                <a:cubicBezTo>
                  <a:pt x="6653" y="0"/>
                  <a:pt x="6571" y="0"/>
                  <a:pt x="5914" y="1726"/>
                </a:cubicBezTo>
                <a:lnTo>
                  <a:pt x="493" y="16837"/>
                </a:lnTo>
                <a:cubicBezTo>
                  <a:pt x="410" y="17002"/>
                  <a:pt x="0" y="18152"/>
                  <a:pt x="0" y="18234"/>
                </a:cubicBezTo>
                <a:cubicBezTo>
                  <a:pt x="0" y="18726"/>
                  <a:pt x="328" y="19630"/>
                  <a:pt x="1725" y="19630"/>
                </a:cubicBezTo>
                <a:cubicBezTo>
                  <a:pt x="3038" y="19630"/>
                  <a:pt x="3121" y="19384"/>
                  <a:pt x="3861" y="17413"/>
                </a:cubicBezTo>
                <a:cubicBezTo>
                  <a:pt x="7557" y="7640"/>
                  <a:pt x="9939" y="3696"/>
                  <a:pt x="21110" y="3696"/>
                </a:cubicBezTo>
                <a:lnTo>
                  <a:pt x="29982" y="3696"/>
                </a:lnTo>
                <a:cubicBezTo>
                  <a:pt x="30640" y="3696"/>
                  <a:pt x="31790" y="3696"/>
                  <a:pt x="32611" y="3862"/>
                </a:cubicBezTo>
                <a:lnTo>
                  <a:pt x="32611" y="4354"/>
                </a:lnTo>
                <a:lnTo>
                  <a:pt x="21604" y="48292"/>
                </a:lnTo>
                <a:cubicBezTo>
                  <a:pt x="20946" y="50921"/>
                  <a:pt x="20701" y="51742"/>
                  <a:pt x="12074" y="51742"/>
                </a:cubicBezTo>
                <a:lnTo>
                  <a:pt x="10268" y="51742"/>
                </a:lnTo>
                <a:cubicBezTo>
                  <a:pt x="8542" y="51742"/>
                  <a:pt x="8461" y="51825"/>
                  <a:pt x="8050" y="52153"/>
                </a:cubicBezTo>
                <a:cubicBezTo>
                  <a:pt x="7638" y="52564"/>
                  <a:pt x="7310" y="53468"/>
                  <a:pt x="7310" y="54042"/>
                </a:cubicBezTo>
                <a:cubicBezTo>
                  <a:pt x="7310" y="54536"/>
                  <a:pt x="7638" y="55438"/>
                  <a:pt x="8953" y="55438"/>
                </a:cubicBezTo>
                <a:cubicBezTo>
                  <a:pt x="11418" y="55438"/>
                  <a:pt x="14046" y="55193"/>
                  <a:pt x="16510" y="55193"/>
                </a:cubicBezTo>
                <a:cubicBezTo>
                  <a:pt x="19057" y="55193"/>
                  <a:pt x="21604" y="55110"/>
                  <a:pt x="24150" y="55110"/>
                </a:cubicBezTo>
                <a:cubicBezTo>
                  <a:pt x="26778" y="55110"/>
                  <a:pt x="29490" y="55193"/>
                  <a:pt x="32118" y="55193"/>
                </a:cubicBezTo>
                <a:cubicBezTo>
                  <a:pt x="34582" y="55193"/>
                  <a:pt x="37211" y="55438"/>
                  <a:pt x="39676" y="55438"/>
                </a:cubicBezTo>
                <a:cubicBezTo>
                  <a:pt x="40250" y="55438"/>
                  <a:pt x="41811" y="55438"/>
                  <a:pt x="41811" y="53138"/>
                </a:cubicBezTo>
                <a:cubicBezTo>
                  <a:pt x="41811" y="51742"/>
                  <a:pt x="40579" y="51742"/>
                  <a:pt x="39182" y="51742"/>
                </a:cubicBezTo>
                <a:lnTo>
                  <a:pt x="37376" y="51742"/>
                </a:lnTo>
                <a:cubicBezTo>
                  <a:pt x="35240" y="51742"/>
                  <a:pt x="33022" y="51742"/>
                  <a:pt x="30886" y="51332"/>
                </a:cubicBezTo>
                <a:cubicBezTo>
                  <a:pt x="30229" y="51249"/>
                  <a:pt x="29737" y="51168"/>
                  <a:pt x="29737" y="50264"/>
                </a:cubicBezTo>
                <a:cubicBezTo>
                  <a:pt x="29737" y="49853"/>
                  <a:pt x="29737" y="49689"/>
                  <a:pt x="30065" y="48539"/>
                </a:cubicBezTo>
                <a:lnTo>
                  <a:pt x="40662" y="6408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2" name="path-840">
            <a:extLst xmlns:a="http://schemas.openxmlformats.org/drawingml/2006/main">
              <a:ext uri="{FF2B5EF4-FFF2-40B4-BE49-F238E27FC236}">
                <a16:creationId xmlns:a16="http://schemas.microsoft.com/office/drawing/2014/main" id="{DF643348-271A-4721-BC32-4724D0B1E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2091" y="8837580"/>
            <a:ext cx="250438" cy="263496"/>
          </a:xfrm>
          <a:custGeom xmlns:a="http://schemas.openxmlformats.org/drawingml/2006/main">
            <a:pathLst>
              <a:path w="218670" h="230071">
                <a:moveTo>
                  <a:pt x="198790" y="230071"/>
                </a:moveTo>
                <a:lnTo>
                  <a:pt x="218670" y="177487"/>
                </a:lnTo>
                <a:lnTo>
                  <a:pt x="214564" y="177487"/>
                </a:lnTo>
                <a:cubicBezTo>
                  <a:pt x="208156" y="194579"/>
                  <a:pt x="190741" y="205754"/>
                  <a:pt x="171846" y="210685"/>
                </a:cubicBezTo>
                <a:cubicBezTo>
                  <a:pt x="168397" y="211505"/>
                  <a:pt x="152298" y="215779"/>
                  <a:pt x="120754" y="215779"/>
                </a:cubicBezTo>
                <a:lnTo>
                  <a:pt x="21684" y="215779"/>
                </a:lnTo>
                <a:lnTo>
                  <a:pt x="105309" y="117668"/>
                </a:lnTo>
                <a:cubicBezTo>
                  <a:pt x="106460" y="116352"/>
                  <a:pt x="106788" y="115858"/>
                  <a:pt x="106788" y="115038"/>
                </a:cubicBezTo>
                <a:cubicBezTo>
                  <a:pt x="106788" y="114710"/>
                  <a:pt x="106788" y="114216"/>
                  <a:pt x="105637" y="112571"/>
                </a:cubicBezTo>
                <a:lnTo>
                  <a:pt x="29077" y="7887"/>
                </a:lnTo>
                <a:lnTo>
                  <a:pt x="119109" y="7887"/>
                </a:lnTo>
                <a:cubicBezTo>
                  <a:pt x="141125" y="7887"/>
                  <a:pt x="156076" y="10185"/>
                  <a:pt x="157555" y="10516"/>
                </a:cubicBezTo>
                <a:cubicBezTo>
                  <a:pt x="166426" y="11830"/>
                  <a:pt x="180718" y="14625"/>
                  <a:pt x="193699" y="22840"/>
                </a:cubicBezTo>
                <a:cubicBezTo>
                  <a:pt x="197805" y="25470"/>
                  <a:pt x="208976" y="32865"/>
                  <a:pt x="214564" y="46177"/>
                </a:cubicBezTo>
                <a:lnTo>
                  <a:pt x="218670" y="46177"/>
                </a:lnTo>
                <a:lnTo>
                  <a:pt x="198790" y="0"/>
                </a:lnTo>
                <a:lnTo>
                  <a:pt x="4600" y="0"/>
                </a:lnTo>
                <a:cubicBezTo>
                  <a:pt x="820" y="0"/>
                  <a:pt x="657" y="165"/>
                  <a:pt x="163" y="1151"/>
                </a:cubicBezTo>
                <a:cubicBezTo>
                  <a:pt x="0" y="1645"/>
                  <a:pt x="0" y="4766"/>
                  <a:pt x="0" y="6573"/>
                </a:cubicBezTo>
                <a:lnTo>
                  <a:pt x="86908" y="125554"/>
                </a:lnTo>
                <a:lnTo>
                  <a:pt x="1805" y="225308"/>
                </a:lnTo>
                <a:cubicBezTo>
                  <a:pt x="163" y="227278"/>
                  <a:pt x="163" y="228101"/>
                  <a:pt x="163" y="228266"/>
                </a:cubicBezTo>
                <a:cubicBezTo>
                  <a:pt x="163" y="230071"/>
                  <a:pt x="1642" y="230071"/>
                  <a:pt x="4600" y="230071"/>
                </a:cubicBezTo>
                <a:lnTo>
                  <a:pt x="198790" y="2300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3" name="path-841">
            <a:extLst xmlns:a="http://schemas.openxmlformats.org/drawingml/2006/main">
              <a:ext uri="{FF2B5EF4-FFF2-40B4-BE49-F238E27FC236}">
                <a16:creationId xmlns:a16="http://schemas.microsoft.com/office/drawing/2014/main" id="{6569D5BA-C89B-4A5D-A298-AC8BABD91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89014" y="8776302"/>
            <a:ext cx="98387" cy="88986"/>
          </a:xfrm>
          <a:custGeom xmlns:a="http://schemas.openxmlformats.org/drawingml/2006/main">
            <a:pathLst>
              <a:path w="85907" h="77698">
                <a:moveTo>
                  <a:pt x="50946" y="8163"/>
                </a:moveTo>
                <a:cubicBezTo>
                  <a:pt x="51751" y="4831"/>
                  <a:pt x="51981" y="4485"/>
                  <a:pt x="54511" y="4255"/>
                </a:cubicBezTo>
                <a:cubicBezTo>
                  <a:pt x="55085" y="4141"/>
                  <a:pt x="59111" y="4141"/>
                  <a:pt x="61411" y="4141"/>
                </a:cubicBezTo>
                <a:cubicBezTo>
                  <a:pt x="68427" y="4141"/>
                  <a:pt x="71415" y="4141"/>
                  <a:pt x="74292" y="5061"/>
                </a:cubicBezTo>
                <a:cubicBezTo>
                  <a:pt x="79466" y="6670"/>
                  <a:pt x="79696" y="10002"/>
                  <a:pt x="79696" y="14140"/>
                </a:cubicBezTo>
                <a:cubicBezTo>
                  <a:pt x="79696" y="15979"/>
                  <a:pt x="79696" y="17473"/>
                  <a:pt x="78891" y="23450"/>
                </a:cubicBezTo>
                <a:lnTo>
                  <a:pt x="78661" y="24713"/>
                </a:lnTo>
                <a:cubicBezTo>
                  <a:pt x="78661" y="25862"/>
                  <a:pt x="79466" y="26438"/>
                  <a:pt x="80616" y="26438"/>
                </a:cubicBezTo>
                <a:cubicBezTo>
                  <a:pt x="82341" y="26438"/>
                  <a:pt x="82571" y="25403"/>
                  <a:pt x="82802" y="23564"/>
                </a:cubicBezTo>
                <a:lnTo>
                  <a:pt x="85907" y="1611"/>
                </a:lnTo>
                <a:cubicBezTo>
                  <a:pt x="85907" y="0"/>
                  <a:pt x="84527" y="0"/>
                  <a:pt x="82457" y="0"/>
                </a:cubicBezTo>
                <a:lnTo>
                  <a:pt x="11729" y="0"/>
                </a:lnTo>
                <a:cubicBezTo>
                  <a:pt x="8855" y="0"/>
                  <a:pt x="8625" y="0"/>
                  <a:pt x="7819" y="2416"/>
                </a:cubicBezTo>
                <a:lnTo>
                  <a:pt x="574" y="22760"/>
                </a:lnTo>
                <a:cubicBezTo>
                  <a:pt x="460" y="23220"/>
                  <a:pt x="0" y="24253"/>
                  <a:pt x="0" y="24829"/>
                </a:cubicBezTo>
                <a:cubicBezTo>
                  <a:pt x="0" y="25289"/>
                  <a:pt x="230" y="26438"/>
                  <a:pt x="1955" y="26438"/>
                </a:cubicBezTo>
                <a:cubicBezTo>
                  <a:pt x="3450" y="26438"/>
                  <a:pt x="3680" y="25862"/>
                  <a:pt x="4369" y="23679"/>
                </a:cubicBezTo>
                <a:cubicBezTo>
                  <a:pt x="11039" y="5291"/>
                  <a:pt x="14835" y="4141"/>
                  <a:pt x="32315" y="4141"/>
                </a:cubicBezTo>
                <a:lnTo>
                  <a:pt x="37146" y="4141"/>
                </a:lnTo>
                <a:cubicBezTo>
                  <a:pt x="40596" y="4141"/>
                  <a:pt x="40710" y="4255"/>
                  <a:pt x="40710" y="5291"/>
                </a:cubicBezTo>
                <a:cubicBezTo>
                  <a:pt x="40710" y="5405"/>
                  <a:pt x="40710" y="5980"/>
                  <a:pt x="40250" y="7704"/>
                </a:cubicBezTo>
                <a:lnTo>
                  <a:pt x="25069" y="68157"/>
                </a:lnTo>
                <a:cubicBezTo>
                  <a:pt x="24036" y="72409"/>
                  <a:pt x="23690" y="73558"/>
                  <a:pt x="11615" y="73558"/>
                </a:cubicBezTo>
                <a:cubicBezTo>
                  <a:pt x="7474" y="73558"/>
                  <a:pt x="6440" y="73558"/>
                  <a:pt x="6440" y="76088"/>
                </a:cubicBezTo>
                <a:cubicBezTo>
                  <a:pt x="6440" y="76434"/>
                  <a:pt x="6670" y="77698"/>
                  <a:pt x="8395" y="77698"/>
                </a:cubicBezTo>
                <a:cubicBezTo>
                  <a:pt x="11615" y="77698"/>
                  <a:pt x="15065" y="77354"/>
                  <a:pt x="18285" y="77354"/>
                </a:cubicBezTo>
                <a:cubicBezTo>
                  <a:pt x="21505" y="77354"/>
                  <a:pt x="24955" y="77238"/>
                  <a:pt x="28175" y="77238"/>
                </a:cubicBezTo>
                <a:cubicBezTo>
                  <a:pt x="31395" y="77238"/>
                  <a:pt x="35305" y="77238"/>
                  <a:pt x="38525" y="77354"/>
                </a:cubicBezTo>
                <a:cubicBezTo>
                  <a:pt x="41631" y="77468"/>
                  <a:pt x="45081" y="77698"/>
                  <a:pt x="48185" y="77698"/>
                </a:cubicBezTo>
                <a:cubicBezTo>
                  <a:pt x="49105" y="77698"/>
                  <a:pt x="50832" y="77698"/>
                  <a:pt x="50832" y="75169"/>
                </a:cubicBezTo>
                <a:cubicBezTo>
                  <a:pt x="50832" y="73558"/>
                  <a:pt x="49680" y="73558"/>
                  <a:pt x="46116" y="73558"/>
                </a:cubicBezTo>
                <a:cubicBezTo>
                  <a:pt x="43930" y="73558"/>
                  <a:pt x="41631" y="73444"/>
                  <a:pt x="39445" y="73328"/>
                </a:cubicBezTo>
                <a:cubicBezTo>
                  <a:pt x="35535" y="72984"/>
                  <a:pt x="35305" y="72524"/>
                  <a:pt x="35305" y="71145"/>
                </a:cubicBezTo>
                <a:cubicBezTo>
                  <a:pt x="35305" y="70340"/>
                  <a:pt x="35305" y="70110"/>
                  <a:pt x="35765" y="68501"/>
                </a:cubicBezTo>
                <a:lnTo>
                  <a:pt x="50946" y="816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4" name="path-842">
            <a:extLst xmlns:a="http://schemas.openxmlformats.org/drawingml/2006/main">
              <a:ext uri="{FF2B5EF4-FFF2-40B4-BE49-F238E27FC236}">
                <a16:creationId xmlns:a16="http://schemas.microsoft.com/office/drawing/2014/main" id="{543353B2-112D-4AD1-8390-A05A33F41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88881" y="9046973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5" name="path-843">
            <a:extLst xmlns:a="http://schemas.openxmlformats.org/drawingml/2006/main">
              <a:ext uri="{FF2B5EF4-FFF2-40B4-BE49-F238E27FC236}">
                <a16:creationId xmlns:a16="http://schemas.microsoft.com/office/drawing/2014/main" id="{099BAA03-CD37-4FB6-AC86-917209310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49398" y="9078525"/>
            <a:ext cx="96940" cy="35418"/>
          </a:xfrm>
          <a:custGeom xmlns:a="http://schemas.openxmlformats.org/drawingml/2006/main">
            <a:pathLst>
              <a:path w="84643" h="30925">
                <a:moveTo>
                  <a:pt x="80272" y="5635"/>
                </a:moveTo>
                <a:cubicBezTo>
                  <a:pt x="81997" y="5635"/>
                  <a:pt x="84643" y="5635"/>
                  <a:pt x="84643" y="2760"/>
                </a:cubicBezTo>
                <a:cubicBezTo>
                  <a:pt x="84643" y="0"/>
                  <a:pt x="81883" y="0"/>
                  <a:pt x="80388" y="0"/>
                </a:cubicBezTo>
                <a:lnTo>
                  <a:pt x="4255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5"/>
                  <a:pt x="2644" y="5635"/>
                  <a:pt x="4369" y="5635"/>
                </a:cubicBezTo>
                <a:lnTo>
                  <a:pt x="80272" y="5635"/>
                </a:lnTo>
                <a:moveTo>
                  <a:pt x="80388" y="30925"/>
                </a:moveTo>
                <a:cubicBezTo>
                  <a:pt x="81883" y="30925"/>
                  <a:pt x="84643" y="30925"/>
                  <a:pt x="84643" y="28165"/>
                </a:cubicBezTo>
                <a:cubicBezTo>
                  <a:pt x="84643" y="25289"/>
                  <a:pt x="81997" y="25289"/>
                  <a:pt x="80272" y="25289"/>
                </a:cubicBezTo>
                <a:lnTo>
                  <a:pt x="4369" y="25289"/>
                </a:lnTo>
                <a:cubicBezTo>
                  <a:pt x="2644" y="25289"/>
                  <a:pt x="0" y="25289"/>
                  <a:pt x="0" y="28165"/>
                </a:cubicBezTo>
                <a:cubicBezTo>
                  <a:pt x="0" y="30925"/>
                  <a:pt x="2760" y="30925"/>
                  <a:pt x="4255" y="30925"/>
                </a:cubicBezTo>
                <a:lnTo>
                  <a:pt x="80388" y="3092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6" name="path-844">
            <a:extLst xmlns:a="http://schemas.openxmlformats.org/drawingml/2006/main">
              <a:ext uri="{FF2B5EF4-FFF2-40B4-BE49-F238E27FC236}">
                <a16:creationId xmlns:a16="http://schemas.microsoft.com/office/drawing/2014/main" id="{A0337E22-FBC8-4E7F-8532-DBFB0D350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70046" y="9041760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7" name="path-845">
            <a:extLst xmlns:a="http://schemas.openxmlformats.org/drawingml/2006/main">
              <a:ext uri="{FF2B5EF4-FFF2-40B4-BE49-F238E27FC236}">
                <a16:creationId xmlns:a16="http://schemas.microsoft.com/office/drawing/2014/main" id="{9EBC043B-8BFE-4748-863E-8D404BEFC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8504" y="8743431"/>
            <a:ext cx="49486" cy="451405"/>
          </a:xfrm>
          <a:custGeom xmlns:a="http://schemas.openxmlformats.org/drawingml/2006/main">
            <a:pathLst>
              <a:path w="43209" h="394144">
                <a:moveTo>
                  <a:pt x="0" y="394144"/>
                </a:moveTo>
                <a:lnTo>
                  <a:pt x="43209" y="394144"/>
                </a:lnTo>
                <a:lnTo>
                  <a:pt x="43209" y="385106"/>
                </a:lnTo>
                <a:lnTo>
                  <a:pt x="9035" y="385106"/>
                </a:lnTo>
                <a:lnTo>
                  <a:pt x="9035" y="9035"/>
                </a:lnTo>
                <a:lnTo>
                  <a:pt x="43209" y="9035"/>
                </a:lnTo>
                <a:lnTo>
                  <a:pt x="43209" y="0"/>
                </a:lnTo>
                <a:lnTo>
                  <a:pt x="0" y="0"/>
                </a:lnTo>
                <a:lnTo>
                  <a:pt x="0" y="394144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8" name="path-846">
            <a:extLst xmlns:a="http://schemas.openxmlformats.org/drawingml/2006/main">
              <a:ext uri="{FF2B5EF4-FFF2-40B4-BE49-F238E27FC236}">
                <a16:creationId xmlns:a16="http://schemas.microsoft.com/office/drawing/2014/main" id="{0569E766-038D-40FA-9E51-8F94787FD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9910" y="8743489"/>
            <a:ext cx="92575" cy="451382"/>
          </a:xfrm>
          <a:custGeom xmlns:a="http://schemas.openxmlformats.org/drawingml/2006/main">
            <a:pathLst>
              <a:path w="80832" h="394124">
                <a:moveTo>
                  <a:pt x="80832" y="392479"/>
                </a:moveTo>
                <a:cubicBezTo>
                  <a:pt x="80832" y="391822"/>
                  <a:pt x="80503" y="391494"/>
                  <a:pt x="80175" y="391002"/>
                </a:cubicBezTo>
                <a:cubicBezTo>
                  <a:pt x="74096" y="384923"/>
                  <a:pt x="63088" y="373916"/>
                  <a:pt x="52080" y="356172"/>
                </a:cubicBezTo>
                <a:cubicBezTo>
                  <a:pt x="25630" y="313788"/>
                  <a:pt x="13637" y="260394"/>
                  <a:pt x="13637" y="197143"/>
                </a:cubicBezTo>
                <a:cubicBezTo>
                  <a:pt x="13637" y="152952"/>
                  <a:pt x="19551" y="95943"/>
                  <a:pt x="46658" y="46986"/>
                </a:cubicBezTo>
                <a:cubicBezTo>
                  <a:pt x="59639" y="23657"/>
                  <a:pt x="73111" y="10185"/>
                  <a:pt x="80338" y="2958"/>
                </a:cubicBezTo>
                <a:cubicBezTo>
                  <a:pt x="80832" y="2467"/>
                  <a:pt x="80832" y="2136"/>
                  <a:pt x="80832" y="1645"/>
                </a:cubicBezTo>
                <a:cubicBezTo>
                  <a:pt x="80832" y="0"/>
                  <a:pt x="79681" y="0"/>
                  <a:pt x="77382" y="0"/>
                </a:cubicBezTo>
                <a:cubicBezTo>
                  <a:pt x="75081" y="0"/>
                  <a:pt x="74753" y="0"/>
                  <a:pt x="72288" y="2467"/>
                </a:cubicBezTo>
                <a:cubicBezTo>
                  <a:pt x="17250" y="52572"/>
                  <a:pt x="0" y="127816"/>
                  <a:pt x="0" y="196980"/>
                </a:cubicBezTo>
                <a:cubicBezTo>
                  <a:pt x="0" y="261545"/>
                  <a:pt x="14786" y="326601"/>
                  <a:pt x="56515" y="375723"/>
                </a:cubicBezTo>
                <a:cubicBezTo>
                  <a:pt x="59802" y="379501"/>
                  <a:pt x="66046" y="386237"/>
                  <a:pt x="72782" y="392151"/>
                </a:cubicBezTo>
                <a:cubicBezTo>
                  <a:pt x="74753" y="394124"/>
                  <a:pt x="75081" y="394124"/>
                  <a:pt x="77382" y="394124"/>
                </a:cubicBezTo>
                <a:cubicBezTo>
                  <a:pt x="79681" y="394124"/>
                  <a:pt x="80832" y="394124"/>
                  <a:pt x="80832" y="39247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9" name="path-847">
            <a:extLst xmlns:a="http://schemas.openxmlformats.org/drawingml/2006/main">
              <a:ext uri="{FF2B5EF4-FFF2-40B4-BE49-F238E27FC236}">
                <a16:creationId xmlns:a16="http://schemas.microsoft.com/office/drawing/2014/main" id="{FE06B803-B3D7-4FBC-AFFB-21135887F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9820" y="8837580"/>
            <a:ext cx="250438" cy="263496"/>
          </a:xfrm>
          <a:custGeom xmlns:a="http://schemas.openxmlformats.org/drawingml/2006/main">
            <a:pathLst>
              <a:path w="218670" h="230071">
                <a:moveTo>
                  <a:pt x="198790" y="230071"/>
                </a:moveTo>
                <a:lnTo>
                  <a:pt x="218670" y="177487"/>
                </a:lnTo>
                <a:lnTo>
                  <a:pt x="214564" y="177487"/>
                </a:lnTo>
                <a:cubicBezTo>
                  <a:pt x="208156" y="194579"/>
                  <a:pt x="190741" y="205754"/>
                  <a:pt x="171846" y="210685"/>
                </a:cubicBezTo>
                <a:cubicBezTo>
                  <a:pt x="168397" y="211505"/>
                  <a:pt x="152298" y="215779"/>
                  <a:pt x="120754" y="215779"/>
                </a:cubicBezTo>
                <a:lnTo>
                  <a:pt x="21684" y="215779"/>
                </a:lnTo>
                <a:lnTo>
                  <a:pt x="105309" y="117668"/>
                </a:lnTo>
                <a:cubicBezTo>
                  <a:pt x="106460" y="116352"/>
                  <a:pt x="106788" y="115858"/>
                  <a:pt x="106788" y="115038"/>
                </a:cubicBezTo>
                <a:cubicBezTo>
                  <a:pt x="106788" y="114710"/>
                  <a:pt x="106788" y="114216"/>
                  <a:pt x="105637" y="112571"/>
                </a:cubicBezTo>
                <a:lnTo>
                  <a:pt x="29077" y="7887"/>
                </a:lnTo>
                <a:lnTo>
                  <a:pt x="119109" y="7887"/>
                </a:lnTo>
                <a:cubicBezTo>
                  <a:pt x="141125" y="7887"/>
                  <a:pt x="156076" y="10185"/>
                  <a:pt x="157555" y="10516"/>
                </a:cubicBezTo>
                <a:cubicBezTo>
                  <a:pt x="166426" y="11830"/>
                  <a:pt x="180718" y="14625"/>
                  <a:pt x="193699" y="22840"/>
                </a:cubicBezTo>
                <a:cubicBezTo>
                  <a:pt x="197805" y="25470"/>
                  <a:pt x="208976" y="32865"/>
                  <a:pt x="214564" y="46177"/>
                </a:cubicBezTo>
                <a:lnTo>
                  <a:pt x="218670" y="46177"/>
                </a:lnTo>
                <a:lnTo>
                  <a:pt x="198790" y="0"/>
                </a:lnTo>
                <a:lnTo>
                  <a:pt x="4600" y="0"/>
                </a:lnTo>
                <a:cubicBezTo>
                  <a:pt x="820" y="0"/>
                  <a:pt x="657" y="165"/>
                  <a:pt x="163" y="1151"/>
                </a:cubicBezTo>
                <a:cubicBezTo>
                  <a:pt x="0" y="1645"/>
                  <a:pt x="0" y="4766"/>
                  <a:pt x="0" y="6573"/>
                </a:cubicBezTo>
                <a:lnTo>
                  <a:pt x="86908" y="125554"/>
                </a:lnTo>
                <a:lnTo>
                  <a:pt x="1805" y="225308"/>
                </a:lnTo>
                <a:cubicBezTo>
                  <a:pt x="163" y="227278"/>
                  <a:pt x="163" y="228101"/>
                  <a:pt x="163" y="228266"/>
                </a:cubicBezTo>
                <a:cubicBezTo>
                  <a:pt x="163" y="230071"/>
                  <a:pt x="1642" y="230071"/>
                  <a:pt x="4600" y="230071"/>
                </a:cubicBezTo>
                <a:lnTo>
                  <a:pt x="198790" y="2300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0" name="path-848">
            <a:extLst xmlns:a="http://schemas.openxmlformats.org/drawingml/2006/main">
              <a:ext uri="{FF2B5EF4-FFF2-40B4-BE49-F238E27FC236}">
                <a16:creationId xmlns:a16="http://schemas.microsoft.com/office/drawing/2014/main" id="{C4FB32CB-20C3-43DB-A578-DE0F76125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6724" y="8776302"/>
            <a:ext cx="98387" cy="88986"/>
          </a:xfrm>
          <a:custGeom xmlns:a="http://schemas.openxmlformats.org/drawingml/2006/main">
            <a:pathLst>
              <a:path w="85907" h="77698">
                <a:moveTo>
                  <a:pt x="50946" y="8163"/>
                </a:moveTo>
                <a:cubicBezTo>
                  <a:pt x="51751" y="4831"/>
                  <a:pt x="51981" y="4485"/>
                  <a:pt x="54511" y="4255"/>
                </a:cubicBezTo>
                <a:cubicBezTo>
                  <a:pt x="55085" y="4141"/>
                  <a:pt x="59111" y="4141"/>
                  <a:pt x="61411" y="4141"/>
                </a:cubicBezTo>
                <a:cubicBezTo>
                  <a:pt x="68427" y="4141"/>
                  <a:pt x="71415" y="4141"/>
                  <a:pt x="74292" y="5061"/>
                </a:cubicBezTo>
                <a:cubicBezTo>
                  <a:pt x="79466" y="6670"/>
                  <a:pt x="79696" y="10002"/>
                  <a:pt x="79696" y="14140"/>
                </a:cubicBezTo>
                <a:cubicBezTo>
                  <a:pt x="79696" y="15979"/>
                  <a:pt x="79696" y="17473"/>
                  <a:pt x="78891" y="23450"/>
                </a:cubicBezTo>
                <a:lnTo>
                  <a:pt x="78661" y="24713"/>
                </a:lnTo>
                <a:cubicBezTo>
                  <a:pt x="78661" y="25862"/>
                  <a:pt x="79466" y="26438"/>
                  <a:pt x="80616" y="26438"/>
                </a:cubicBezTo>
                <a:cubicBezTo>
                  <a:pt x="82341" y="26438"/>
                  <a:pt x="82571" y="25403"/>
                  <a:pt x="82802" y="23564"/>
                </a:cubicBezTo>
                <a:lnTo>
                  <a:pt x="85907" y="1611"/>
                </a:lnTo>
                <a:cubicBezTo>
                  <a:pt x="85907" y="0"/>
                  <a:pt x="84527" y="0"/>
                  <a:pt x="82457" y="0"/>
                </a:cubicBezTo>
                <a:lnTo>
                  <a:pt x="11729" y="0"/>
                </a:lnTo>
                <a:cubicBezTo>
                  <a:pt x="8855" y="0"/>
                  <a:pt x="8625" y="0"/>
                  <a:pt x="7819" y="2416"/>
                </a:cubicBezTo>
                <a:lnTo>
                  <a:pt x="574" y="22760"/>
                </a:lnTo>
                <a:cubicBezTo>
                  <a:pt x="460" y="23220"/>
                  <a:pt x="0" y="24253"/>
                  <a:pt x="0" y="24829"/>
                </a:cubicBezTo>
                <a:cubicBezTo>
                  <a:pt x="0" y="25289"/>
                  <a:pt x="230" y="26438"/>
                  <a:pt x="1955" y="26438"/>
                </a:cubicBezTo>
                <a:cubicBezTo>
                  <a:pt x="3450" y="26438"/>
                  <a:pt x="3680" y="25862"/>
                  <a:pt x="4369" y="23679"/>
                </a:cubicBezTo>
                <a:cubicBezTo>
                  <a:pt x="11039" y="5291"/>
                  <a:pt x="14835" y="4141"/>
                  <a:pt x="32315" y="4141"/>
                </a:cubicBezTo>
                <a:lnTo>
                  <a:pt x="37146" y="4141"/>
                </a:lnTo>
                <a:cubicBezTo>
                  <a:pt x="40596" y="4141"/>
                  <a:pt x="40710" y="4255"/>
                  <a:pt x="40710" y="5291"/>
                </a:cubicBezTo>
                <a:cubicBezTo>
                  <a:pt x="40710" y="5405"/>
                  <a:pt x="40710" y="5980"/>
                  <a:pt x="40250" y="7704"/>
                </a:cubicBezTo>
                <a:lnTo>
                  <a:pt x="25069" y="68157"/>
                </a:lnTo>
                <a:cubicBezTo>
                  <a:pt x="24036" y="72409"/>
                  <a:pt x="23690" y="73558"/>
                  <a:pt x="11615" y="73558"/>
                </a:cubicBezTo>
                <a:cubicBezTo>
                  <a:pt x="7474" y="73558"/>
                  <a:pt x="6440" y="73558"/>
                  <a:pt x="6440" y="76088"/>
                </a:cubicBezTo>
                <a:cubicBezTo>
                  <a:pt x="6440" y="76434"/>
                  <a:pt x="6670" y="77698"/>
                  <a:pt x="8395" y="77698"/>
                </a:cubicBezTo>
                <a:cubicBezTo>
                  <a:pt x="11615" y="77698"/>
                  <a:pt x="15065" y="77354"/>
                  <a:pt x="18285" y="77354"/>
                </a:cubicBezTo>
                <a:cubicBezTo>
                  <a:pt x="21505" y="77354"/>
                  <a:pt x="24955" y="77238"/>
                  <a:pt x="28175" y="77238"/>
                </a:cubicBezTo>
                <a:cubicBezTo>
                  <a:pt x="31395" y="77238"/>
                  <a:pt x="35305" y="77238"/>
                  <a:pt x="38525" y="77354"/>
                </a:cubicBezTo>
                <a:cubicBezTo>
                  <a:pt x="41631" y="77468"/>
                  <a:pt x="45081" y="77698"/>
                  <a:pt x="48185" y="77698"/>
                </a:cubicBezTo>
                <a:cubicBezTo>
                  <a:pt x="49105" y="77698"/>
                  <a:pt x="50832" y="77698"/>
                  <a:pt x="50832" y="75169"/>
                </a:cubicBezTo>
                <a:cubicBezTo>
                  <a:pt x="50832" y="73558"/>
                  <a:pt x="49680" y="73558"/>
                  <a:pt x="46116" y="73558"/>
                </a:cubicBezTo>
                <a:cubicBezTo>
                  <a:pt x="43930" y="73558"/>
                  <a:pt x="41631" y="73444"/>
                  <a:pt x="39445" y="73328"/>
                </a:cubicBezTo>
                <a:cubicBezTo>
                  <a:pt x="35535" y="72984"/>
                  <a:pt x="35305" y="72524"/>
                  <a:pt x="35305" y="71145"/>
                </a:cubicBezTo>
                <a:cubicBezTo>
                  <a:pt x="35305" y="70340"/>
                  <a:pt x="35305" y="70110"/>
                  <a:pt x="35765" y="68501"/>
                </a:cubicBezTo>
                <a:lnTo>
                  <a:pt x="50946" y="816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1" name="path-849">
            <a:extLst xmlns:a="http://schemas.openxmlformats.org/drawingml/2006/main">
              <a:ext uri="{FF2B5EF4-FFF2-40B4-BE49-F238E27FC236}">
                <a16:creationId xmlns:a16="http://schemas.microsoft.com/office/drawing/2014/main" id="{776192CF-3201-4F85-BDB8-7DFED0A554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6592" y="9046973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2" name="path-850">
            <a:extLst xmlns:a="http://schemas.openxmlformats.org/drawingml/2006/main">
              <a:ext uri="{FF2B5EF4-FFF2-40B4-BE49-F238E27FC236}">
                <a16:creationId xmlns:a16="http://schemas.microsoft.com/office/drawing/2014/main" id="{B640473D-CF83-4EFB-BF6F-18F8BBF656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6657" y="9039009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3" name="path-851">
            <a:extLst xmlns:a="http://schemas.openxmlformats.org/drawingml/2006/main">
              <a:ext uri="{FF2B5EF4-FFF2-40B4-BE49-F238E27FC236}">
                <a16:creationId xmlns:a16="http://schemas.microsoft.com/office/drawing/2014/main" id="{288F6920-A15F-426E-A3FD-3DA7A217E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98027" y="9078525"/>
            <a:ext cx="96940" cy="35418"/>
          </a:xfrm>
          <a:custGeom xmlns:a="http://schemas.openxmlformats.org/drawingml/2006/main">
            <a:pathLst>
              <a:path w="84643" h="30925">
                <a:moveTo>
                  <a:pt x="80272" y="5635"/>
                </a:moveTo>
                <a:cubicBezTo>
                  <a:pt x="81997" y="5635"/>
                  <a:pt x="84643" y="5635"/>
                  <a:pt x="84643" y="2760"/>
                </a:cubicBezTo>
                <a:cubicBezTo>
                  <a:pt x="84643" y="0"/>
                  <a:pt x="81883" y="0"/>
                  <a:pt x="80388" y="0"/>
                </a:cubicBezTo>
                <a:lnTo>
                  <a:pt x="4255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5"/>
                  <a:pt x="2644" y="5635"/>
                  <a:pt x="4369" y="5635"/>
                </a:cubicBezTo>
                <a:lnTo>
                  <a:pt x="80272" y="5635"/>
                </a:lnTo>
                <a:moveTo>
                  <a:pt x="80388" y="30925"/>
                </a:moveTo>
                <a:cubicBezTo>
                  <a:pt x="81883" y="30925"/>
                  <a:pt x="84643" y="30925"/>
                  <a:pt x="84643" y="28165"/>
                </a:cubicBezTo>
                <a:cubicBezTo>
                  <a:pt x="84643" y="25289"/>
                  <a:pt x="81997" y="25289"/>
                  <a:pt x="80272" y="25289"/>
                </a:cubicBezTo>
                <a:lnTo>
                  <a:pt x="4369" y="25289"/>
                </a:lnTo>
                <a:cubicBezTo>
                  <a:pt x="2644" y="25289"/>
                  <a:pt x="0" y="25289"/>
                  <a:pt x="0" y="28165"/>
                </a:cubicBezTo>
                <a:cubicBezTo>
                  <a:pt x="0" y="30925"/>
                  <a:pt x="2760" y="30925"/>
                  <a:pt x="4255" y="30925"/>
                </a:cubicBezTo>
                <a:lnTo>
                  <a:pt x="80388" y="3092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4" name="path-852">
            <a:extLst xmlns:a="http://schemas.openxmlformats.org/drawingml/2006/main">
              <a:ext uri="{FF2B5EF4-FFF2-40B4-BE49-F238E27FC236}">
                <a16:creationId xmlns:a16="http://schemas.microsoft.com/office/drawing/2014/main" id="{40D44B68-FF0F-465C-AE96-711D90730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9849" y="9046973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5" name="path-853">
            <a:extLst xmlns:a="http://schemas.openxmlformats.org/drawingml/2006/main">
              <a:ext uri="{FF2B5EF4-FFF2-40B4-BE49-F238E27FC236}">
                <a16:creationId xmlns:a16="http://schemas.microsoft.com/office/drawing/2014/main" id="{D7DE449C-48AE-4336-84C2-D0D73B68C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05308" y="8933084"/>
            <a:ext cx="98785" cy="123663"/>
          </a:xfrm>
          <a:custGeom xmlns:a="http://schemas.openxmlformats.org/drawingml/2006/main">
            <a:pathLst>
              <a:path w="86254" h="107976">
                <a:moveTo>
                  <a:pt x="3778" y="30895"/>
                </a:moveTo>
                <a:cubicBezTo>
                  <a:pt x="10185" y="11995"/>
                  <a:pt x="28095" y="11830"/>
                  <a:pt x="29902" y="11830"/>
                </a:cubicBezTo>
                <a:cubicBezTo>
                  <a:pt x="54710" y="11830"/>
                  <a:pt x="56518" y="40591"/>
                  <a:pt x="56518" y="53577"/>
                </a:cubicBezTo>
                <a:cubicBezTo>
                  <a:pt x="56518" y="63602"/>
                  <a:pt x="55695" y="66397"/>
                  <a:pt x="54545" y="69684"/>
                </a:cubicBezTo>
                <a:cubicBezTo>
                  <a:pt x="50930" y="81682"/>
                  <a:pt x="46001" y="100746"/>
                  <a:pt x="46001" y="105021"/>
                </a:cubicBezTo>
                <a:cubicBezTo>
                  <a:pt x="46001" y="106828"/>
                  <a:pt x="46823" y="107976"/>
                  <a:pt x="48137" y="107976"/>
                </a:cubicBezTo>
                <a:cubicBezTo>
                  <a:pt x="50273" y="107976"/>
                  <a:pt x="51586" y="104364"/>
                  <a:pt x="53394" y="98117"/>
                </a:cubicBezTo>
                <a:cubicBezTo>
                  <a:pt x="57174" y="84311"/>
                  <a:pt x="58816" y="74943"/>
                  <a:pt x="59473" y="69849"/>
                </a:cubicBezTo>
                <a:cubicBezTo>
                  <a:pt x="59802" y="67711"/>
                  <a:pt x="60130" y="65575"/>
                  <a:pt x="60789" y="63439"/>
                </a:cubicBezTo>
                <a:cubicBezTo>
                  <a:pt x="66046" y="47167"/>
                  <a:pt x="76560" y="22677"/>
                  <a:pt x="83131" y="9694"/>
                </a:cubicBezTo>
                <a:cubicBezTo>
                  <a:pt x="84281" y="7724"/>
                  <a:pt x="86254" y="4109"/>
                  <a:pt x="86254" y="3452"/>
                </a:cubicBezTo>
                <a:cubicBezTo>
                  <a:pt x="86254" y="1807"/>
                  <a:pt x="84610" y="1807"/>
                  <a:pt x="84281" y="1807"/>
                </a:cubicBezTo>
                <a:cubicBezTo>
                  <a:pt x="83790" y="1807"/>
                  <a:pt x="82802" y="1807"/>
                  <a:pt x="82311" y="2958"/>
                </a:cubicBezTo>
                <a:cubicBezTo>
                  <a:pt x="73767" y="18568"/>
                  <a:pt x="67194" y="35004"/>
                  <a:pt x="60624" y="51604"/>
                </a:cubicBezTo>
                <a:cubicBezTo>
                  <a:pt x="60458" y="46510"/>
                  <a:pt x="60295" y="34018"/>
                  <a:pt x="53888" y="18075"/>
                </a:cubicBezTo>
                <a:cubicBezTo>
                  <a:pt x="49944" y="8052"/>
                  <a:pt x="43374" y="0"/>
                  <a:pt x="32038" y="0"/>
                </a:cubicBezTo>
                <a:cubicBezTo>
                  <a:pt x="11502" y="0"/>
                  <a:pt x="0" y="24979"/>
                  <a:pt x="0" y="30072"/>
                </a:cubicBezTo>
                <a:cubicBezTo>
                  <a:pt x="0" y="31717"/>
                  <a:pt x="1479" y="31717"/>
                  <a:pt x="3121" y="31717"/>
                </a:cubicBezTo>
                <a:lnTo>
                  <a:pt x="3778" y="3089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6" name="path-854">
            <a:extLst xmlns:a="http://schemas.openxmlformats.org/drawingml/2006/main">
              <a:ext uri="{FF2B5EF4-FFF2-40B4-BE49-F238E27FC236}">
                <a16:creationId xmlns:a16="http://schemas.microsoft.com/office/drawing/2014/main" id="{DEBB077B-D882-4033-97A9-4C14362DB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15315" y="8856392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7" name="path-855">
            <a:extLst xmlns:a="http://schemas.openxmlformats.org/drawingml/2006/main">
              <a:ext uri="{FF2B5EF4-FFF2-40B4-BE49-F238E27FC236}">
                <a16:creationId xmlns:a16="http://schemas.microsoft.com/office/drawing/2014/main" id="{C8EACFBD-3808-404E-81B0-15E45E033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75381" y="8829254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8" name="path-856">
            <a:extLst xmlns:a="http://schemas.openxmlformats.org/drawingml/2006/main">
              <a:ext uri="{FF2B5EF4-FFF2-40B4-BE49-F238E27FC236}">
                <a16:creationId xmlns:a16="http://schemas.microsoft.com/office/drawing/2014/main" id="{0CC150DB-3476-44D9-8AB4-DF3C86D33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1737" y="8902371"/>
            <a:ext cx="89038" cy="6455"/>
          </a:xfrm>
          <a:custGeom xmlns:a="http://schemas.openxmlformats.org/drawingml/2006/main">
            <a:pathLst>
              <a:path w="77743" h="5636">
                <a:moveTo>
                  <a:pt x="73142" y="5636"/>
                </a:moveTo>
                <a:cubicBezTo>
                  <a:pt x="74983" y="5636"/>
                  <a:pt x="77743" y="5636"/>
                  <a:pt x="77743" y="2876"/>
                </a:cubicBezTo>
                <a:cubicBezTo>
                  <a:pt x="77743" y="0"/>
                  <a:pt x="75097" y="0"/>
                  <a:pt x="73142" y="0"/>
                </a:cubicBezTo>
                <a:lnTo>
                  <a:pt x="4601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6"/>
                  <a:pt x="2646" y="5636"/>
                  <a:pt x="4601" y="5636"/>
                </a:cubicBezTo>
                <a:lnTo>
                  <a:pt x="73142" y="563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9" name="path-857">
            <a:extLst xmlns:a="http://schemas.openxmlformats.org/drawingml/2006/main">
              <a:ext uri="{FF2B5EF4-FFF2-40B4-BE49-F238E27FC236}">
                <a16:creationId xmlns:a16="http://schemas.microsoft.com/office/drawing/2014/main" id="{D2E5E336-4B55-4071-8DF5-B35820C48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40651" y="8856392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0" name="path-858">
            <a:extLst xmlns:a="http://schemas.openxmlformats.org/drawingml/2006/main">
              <a:ext uri="{FF2B5EF4-FFF2-40B4-BE49-F238E27FC236}">
                <a16:creationId xmlns:a16="http://schemas.microsoft.com/office/drawing/2014/main" id="{0A117C47-0BD7-43BC-8383-B129FE3068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1353" y="887520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1" name="path-859">
            <a:extLst xmlns:a="http://schemas.openxmlformats.org/drawingml/2006/main">
              <a:ext uri="{FF2B5EF4-FFF2-40B4-BE49-F238E27FC236}">
                <a16:creationId xmlns:a16="http://schemas.microsoft.com/office/drawing/2014/main" id="{E82790E5-9942-4CD1-B93A-50C7E1414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1347" y="8933084"/>
            <a:ext cx="76580" cy="85260"/>
          </a:xfrm>
          <a:custGeom xmlns:a="http://schemas.openxmlformats.org/drawingml/2006/main">
            <a:pathLst>
              <a:path w="66866" h="74444">
                <a:moveTo>
                  <a:pt x="9694" y="62943"/>
                </a:moveTo>
                <a:cubicBezTo>
                  <a:pt x="9200" y="65407"/>
                  <a:pt x="8215" y="69187"/>
                  <a:pt x="8215" y="70010"/>
                </a:cubicBezTo>
                <a:cubicBezTo>
                  <a:pt x="8215" y="72968"/>
                  <a:pt x="10514" y="74444"/>
                  <a:pt x="12978" y="74444"/>
                </a:cubicBezTo>
                <a:cubicBezTo>
                  <a:pt x="14951" y="74444"/>
                  <a:pt x="17907" y="73131"/>
                  <a:pt x="19057" y="69844"/>
                </a:cubicBezTo>
                <a:cubicBezTo>
                  <a:pt x="19386" y="69187"/>
                  <a:pt x="24973" y="46836"/>
                  <a:pt x="25630" y="43878"/>
                </a:cubicBezTo>
                <a:cubicBezTo>
                  <a:pt x="26944" y="38455"/>
                  <a:pt x="29902" y="26951"/>
                  <a:pt x="30887" y="22514"/>
                </a:cubicBezTo>
                <a:cubicBezTo>
                  <a:pt x="31544" y="20376"/>
                  <a:pt x="36144" y="12655"/>
                  <a:pt x="40087" y="9042"/>
                </a:cubicBezTo>
                <a:cubicBezTo>
                  <a:pt x="41401" y="7892"/>
                  <a:pt x="46167" y="3615"/>
                  <a:pt x="53231" y="3615"/>
                </a:cubicBezTo>
                <a:cubicBezTo>
                  <a:pt x="57503" y="3615"/>
                  <a:pt x="59967" y="5590"/>
                  <a:pt x="60130" y="5590"/>
                </a:cubicBezTo>
                <a:cubicBezTo>
                  <a:pt x="55201" y="6413"/>
                  <a:pt x="51586" y="10356"/>
                  <a:pt x="51586" y="14628"/>
                </a:cubicBezTo>
                <a:cubicBezTo>
                  <a:pt x="51586" y="17255"/>
                  <a:pt x="53394" y="20376"/>
                  <a:pt x="57831" y="20376"/>
                </a:cubicBezTo>
                <a:cubicBezTo>
                  <a:pt x="62266" y="20376"/>
                  <a:pt x="66866" y="16598"/>
                  <a:pt x="66866" y="10684"/>
                </a:cubicBezTo>
                <a:cubicBezTo>
                  <a:pt x="66866" y="4934"/>
                  <a:pt x="61609" y="0"/>
                  <a:pt x="53231" y="0"/>
                </a:cubicBezTo>
                <a:cubicBezTo>
                  <a:pt x="42552" y="0"/>
                  <a:pt x="35322" y="8055"/>
                  <a:pt x="32201" y="12655"/>
                </a:cubicBezTo>
                <a:cubicBezTo>
                  <a:pt x="30887" y="5262"/>
                  <a:pt x="24973" y="0"/>
                  <a:pt x="17250" y="0"/>
                </a:cubicBezTo>
                <a:cubicBezTo>
                  <a:pt x="9694" y="0"/>
                  <a:pt x="6571" y="6413"/>
                  <a:pt x="5094" y="9371"/>
                </a:cubicBezTo>
                <a:cubicBezTo>
                  <a:pt x="2136" y="14956"/>
                  <a:pt x="0" y="24816"/>
                  <a:pt x="0" y="25307"/>
                </a:cubicBezTo>
                <a:cubicBezTo>
                  <a:pt x="0" y="26951"/>
                  <a:pt x="1642" y="26951"/>
                  <a:pt x="1970" y="26951"/>
                </a:cubicBezTo>
                <a:cubicBezTo>
                  <a:pt x="3615" y="26951"/>
                  <a:pt x="3778" y="26786"/>
                  <a:pt x="4766" y="23171"/>
                </a:cubicBezTo>
                <a:cubicBezTo>
                  <a:pt x="7558" y="11507"/>
                  <a:pt x="10842" y="3615"/>
                  <a:pt x="16758" y="3615"/>
                </a:cubicBezTo>
                <a:cubicBezTo>
                  <a:pt x="19551" y="3615"/>
                  <a:pt x="21850" y="4934"/>
                  <a:pt x="21850" y="11176"/>
                </a:cubicBezTo>
                <a:cubicBezTo>
                  <a:pt x="21850" y="14628"/>
                  <a:pt x="21359" y="16435"/>
                  <a:pt x="19223" y="24979"/>
                </a:cubicBezTo>
                <a:lnTo>
                  <a:pt x="9694" y="6294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2" name="path-860">
            <a:extLst xmlns:a="http://schemas.openxmlformats.org/drawingml/2006/main">
              <a:ext uri="{FF2B5EF4-FFF2-40B4-BE49-F238E27FC236}">
                <a16:creationId xmlns:a16="http://schemas.microsoft.com/office/drawing/2014/main" id="{E6FE9409-C9FE-4852-AA4E-A71DFD0BE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6317" y="8962307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3" name="path-861">
            <a:extLst xmlns:a="http://schemas.openxmlformats.org/drawingml/2006/main">
              <a:ext uri="{FF2B5EF4-FFF2-40B4-BE49-F238E27FC236}">
                <a16:creationId xmlns:a16="http://schemas.microsoft.com/office/drawing/2014/main" id="{B09566C2-94BD-4949-AE56-2E12B173D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6383" y="8954321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4" name="path-862">
            <a:extLst xmlns:a="http://schemas.openxmlformats.org/drawingml/2006/main">
              <a:ext uri="{FF2B5EF4-FFF2-40B4-BE49-F238E27FC236}">
                <a16:creationId xmlns:a16="http://schemas.microsoft.com/office/drawing/2014/main" id="{FA06AB0A-BEAE-4CEB-8CC9-7F943AE5F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5352" y="8965433"/>
            <a:ext cx="114967" cy="7525"/>
          </a:xfrm>
          <a:custGeom xmlns:a="http://schemas.openxmlformats.org/drawingml/2006/main">
            <a:pathLst>
              <a:path w="100383" h="6571">
                <a:moveTo>
                  <a:pt x="94632" y="6571"/>
                </a:moveTo>
                <a:cubicBezTo>
                  <a:pt x="97425" y="6571"/>
                  <a:pt x="100383" y="6571"/>
                  <a:pt x="100383" y="3287"/>
                </a:cubicBezTo>
                <a:cubicBezTo>
                  <a:pt x="100383" y="0"/>
                  <a:pt x="97425" y="0"/>
                  <a:pt x="94632" y="0"/>
                </a:cubicBezTo>
                <a:lnTo>
                  <a:pt x="5751" y="0"/>
                </a:lnTo>
                <a:cubicBezTo>
                  <a:pt x="2958" y="0"/>
                  <a:pt x="0" y="0"/>
                  <a:pt x="0" y="3287"/>
                </a:cubicBezTo>
                <a:cubicBezTo>
                  <a:pt x="0" y="6571"/>
                  <a:pt x="2958" y="6571"/>
                  <a:pt x="5751" y="6571"/>
                </a:cubicBezTo>
                <a:lnTo>
                  <a:pt x="94632" y="65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5" name="path-863">
            <a:extLst xmlns:a="http://schemas.openxmlformats.org/drawingml/2006/main">
              <a:ext uri="{FF2B5EF4-FFF2-40B4-BE49-F238E27FC236}">
                <a16:creationId xmlns:a16="http://schemas.microsoft.com/office/drawing/2014/main" id="{E617DFB3-A350-4B24-AB70-8328FF622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3357" y="8933084"/>
            <a:ext cx="76580" cy="85260"/>
          </a:xfrm>
          <a:custGeom xmlns:a="http://schemas.openxmlformats.org/drawingml/2006/main">
            <a:pathLst>
              <a:path w="66866" h="74444">
                <a:moveTo>
                  <a:pt x="9694" y="62943"/>
                </a:moveTo>
                <a:cubicBezTo>
                  <a:pt x="9200" y="65407"/>
                  <a:pt x="8215" y="69187"/>
                  <a:pt x="8215" y="70010"/>
                </a:cubicBezTo>
                <a:cubicBezTo>
                  <a:pt x="8215" y="72968"/>
                  <a:pt x="10514" y="74444"/>
                  <a:pt x="12978" y="74444"/>
                </a:cubicBezTo>
                <a:cubicBezTo>
                  <a:pt x="14951" y="74444"/>
                  <a:pt x="17907" y="73131"/>
                  <a:pt x="19057" y="69844"/>
                </a:cubicBezTo>
                <a:cubicBezTo>
                  <a:pt x="19386" y="69187"/>
                  <a:pt x="24973" y="46836"/>
                  <a:pt x="25630" y="43878"/>
                </a:cubicBezTo>
                <a:cubicBezTo>
                  <a:pt x="26944" y="38455"/>
                  <a:pt x="29902" y="26951"/>
                  <a:pt x="30887" y="22514"/>
                </a:cubicBezTo>
                <a:cubicBezTo>
                  <a:pt x="31544" y="20376"/>
                  <a:pt x="36144" y="12655"/>
                  <a:pt x="40087" y="9042"/>
                </a:cubicBezTo>
                <a:cubicBezTo>
                  <a:pt x="41401" y="7892"/>
                  <a:pt x="46167" y="3615"/>
                  <a:pt x="53231" y="3615"/>
                </a:cubicBezTo>
                <a:cubicBezTo>
                  <a:pt x="57503" y="3615"/>
                  <a:pt x="59967" y="5590"/>
                  <a:pt x="60130" y="5590"/>
                </a:cubicBezTo>
                <a:cubicBezTo>
                  <a:pt x="55201" y="6413"/>
                  <a:pt x="51586" y="10356"/>
                  <a:pt x="51586" y="14628"/>
                </a:cubicBezTo>
                <a:cubicBezTo>
                  <a:pt x="51586" y="17255"/>
                  <a:pt x="53394" y="20376"/>
                  <a:pt x="57831" y="20376"/>
                </a:cubicBezTo>
                <a:cubicBezTo>
                  <a:pt x="62266" y="20376"/>
                  <a:pt x="66866" y="16598"/>
                  <a:pt x="66866" y="10684"/>
                </a:cubicBezTo>
                <a:cubicBezTo>
                  <a:pt x="66866" y="4934"/>
                  <a:pt x="61609" y="0"/>
                  <a:pt x="53231" y="0"/>
                </a:cubicBezTo>
                <a:cubicBezTo>
                  <a:pt x="42552" y="0"/>
                  <a:pt x="35322" y="8055"/>
                  <a:pt x="32201" y="12655"/>
                </a:cubicBezTo>
                <a:cubicBezTo>
                  <a:pt x="30887" y="5262"/>
                  <a:pt x="24973" y="0"/>
                  <a:pt x="17250" y="0"/>
                </a:cubicBezTo>
                <a:cubicBezTo>
                  <a:pt x="9694" y="0"/>
                  <a:pt x="6571" y="6413"/>
                  <a:pt x="5094" y="9371"/>
                </a:cubicBezTo>
                <a:cubicBezTo>
                  <a:pt x="2136" y="14956"/>
                  <a:pt x="0" y="24816"/>
                  <a:pt x="0" y="25307"/>
                </a:cubicBezTo>
                <a:cubicBezTo>
                  <a:pt x="0" y="26951"/>
                  <a:pt x="1642" y="26951"/>
                  <a:pt x="1970" y="26951"/>
                </a:cubicBezTo>
                <a:cubicBezTo>
                  <a:pt x="3615" y="26951"/>
                  <a:pt x="3778" y="26786"/>
                  <a:pt x="4766" y="23171"/>
                </a:cubicBezTo>
                <a:cubicBezTo>
                  <a:pt x="7558" y="11507"/>
                  <a:pt x="10842" y="3615"/>
                  <a:pt x="16758" y="3615"/>
                </a:cubicBezTo>
                <a:cubicBezTo>
                  <a:pt x="19551" y="3615"/>
                  <a:pt x="21850" y="4934"/>
                  <a:pt x="21850" y="11176"/>
                </a:cubicBezTo>
                <a:cubicBezTo>
                  <a:pt x="21850" y="14628"/>
                  <a:pt x="21359" y="16435"/>
                  <a:pt x="19223" y="24979"/>
                </a:cubicBezTo>
                <a:lnTo>
                  <a:pt x="9694" y="6294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6" name="path-864">
            <a:extLst xmlns:a="http://schemas.openxmlformats.org/drawingml/2006/main">
              <a:ext uri="{FF2B5EF4-FFF2-40B4-BE49-F238E27FC236}">
                <a16:creationId xmlns:a16="http://schemas.microsoft.com/office/drawing/2014/main" id="{70256079-EC20-4A48-8E41-FE65D41722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28328" y="8962307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7" name="path-865">
            <a:extLst xmlns:a="http://schemas.openxmlformats.org/drawingml/2006/main">
              <a:ext uri="{FF2B5EF4-FFF2-40B4-BE49-F238E27FC236}">
                <a16:creationId xmlns:a16="http://schemas.microsoft.com/office/drawing/2014/main" id="{31106DEB-53E9-44CE-8D52-54D70F7079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375" y="8954321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8" name="path-866">
            <a:extLst xmlns:a="http://schemas.openxmlformats.org/drawingml/2006/main">
              <a:ext uri="{FF2B5EF4-FFF2-40B4-BE49-F238E27FC236}">
                <a16:creationId xmlns:a16="http://schemas.microsoft.com/office/drawing/2014/main" id="{6E677484-52F1-48EE-9C33-A483EE22F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4749" y="9008286"/>
            <a:ext cx="89038" cy="6455"/>
          </a:xfrm>
          <a:custGeom xmlns:a="http://schemas.openxmlformats.org/drawingml/2006/main">
            <a:pathLst>
              <a:path w="77743" h="5636">
                <a:moveTo>
                  <a:pt x="73142" y="5636"/>
                </a:moveTo>
                <a:cubicBezTo>
                  <a:pt x="74983" y="5636"/>
                  <a:pt x="77743" y="5636"/>
                  <a:pt x="77743" y="2876"/>
                </a:cubicBezTo>
                <a:cubicBezTo>
                  <a:pt x="77743" y="0"/>
                  <a:pt x="75097" y="0"/>
                  <a:pt x="73142" y="0"/>
                </a:cubicBezTo>
                <a:lnTo>
                  <a:pt x="4601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6"/>
                  <a:pt x="2646" y="5636"/>
                  <a:pt x="4601" y="5636"/>
                </a:cubicBezTo>
                <a:lnTo>
                  <a:pt x="73142" y="563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9" name="path-867">
            <a:extLst xmlns:a="http://schemas.openxmlformats.org/drawingml/2006/main">
              <a:ext uri="{FF2B5EF4-FFF2-40B4-BE49-F238E27FC236}">
                <a16:creationId xmlns:a16="http://schemas.microsoft.com/office/drawing/2014/main" id="{A2B477B8-B649-4364-948C-7727C060F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2488" y="8957093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0" name="path-868">
            <a:extLst xmlns:a="http://schemas.openxmlformats.org/drawingml/2006/main">
              <a:ext uri="{FF2B5EF4-FFF2-40B4-BE49-F238E27FC236}">
                <a16:creationId xmlns:a16="http://schemas.microsoft.com/office/drawing/2014/main" id="{E4A908F4-8434-43FC-ADAC-EAB4F09E6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259" y="887520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1" name="path-869">
            <a:extLst xmlns:a="http://schemas.openxmlformats.org/drawingml/2006/main">
              <a:ext uri="{FF2B5EF4-FFF2-40B4-BE49-F238E27FC236}">
                <a16:creationId xmlns:a16="http://schemas.microsoft.com/office/drawing/2014/main" id="{5429A62C-D369-420F-9DE1-97AD8A513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2305" y="8743489"/>
            <a:ext cx="92575" cy="451382"/>
          </a:xfrm>
          <a:custGeom xmlns:a="http://schemas.openxmlformats.org/drawingml/2006/main">
            <a:pathLst>
              <a:path w="80832" h="394124">
                <a:moveTo>
                  <a:pt x="80832" y="197143"/>
                </a:moveTo>
                <a:cubicBezTo>
                  <a:pt x="80832" y="132579"/>
                  <a:pt x="66046" y="67523"/>
                  <a:pt x="24317" y="18400"/>
                </a:cubicBezTo>
                <a:cubicBezTo>
                  <a:pt x="21030" y="14623"/>
                  <a:pt x="14788" y="7887"/>
                  <a:pt x="8052" y="1973"/>
                </a:cubicBezTo>
                <a:cubicBezTo>
                  <a:pt x="6079" y="0"/>
                  <a:pt x="5751" y="0"/>
                  <a:pt x="3452" y="0"/>
                </a:cubicBezTo>
                <a:cubicBezTo>
                  <a:pt x="1479" y="0"/>
                  <a:pt x="0" y="0"/>
                  <a:pt x="0" y="1645"/>
                </a:cubicBezTo>
                <a:cubicBezTo>
                  <a:pt x="0" y="2301"/>
                  <a:pt x="657" y="2958"/>
                  <a:pt x="985" y="3287"/>
                </a:cubicBezTo>
                <a:cubicBezTo>
                  <a:pt x="6736" y="9200"/>
                  <a:pt x="17744" y="20208"/>
                  <a:pt x="28751" y="37952"/>
                </a:cubicBezTo>
                <a:cubicBezTo>
                  <a:pt x="55201" y="80335"/>
                  <a:pt x="67197" y="133729"/>
                  <a:pt x="67197" y="196980"/>
                </a:cubicBezTo>
                <a:cubicBezTo>
                  <a:pt x="67197" y="241171"/>
                  <a:pt x="61281" y="298180"/>
                  <a:pt x="34174" y="347137"/>
                </a:cubicBezTo>
                <a:cubicBezTo>
                  <a:pt x="21193" y="370466"/>
                  <a:pt x="7558" y="384101"/>
                  <a:pt x="657" y="391002"/>
                </a:cubicBezTo>
                <a:cubicBezTo>
                  <a:pt x="328" y="391494"/>
                  <a:pt x="0" y="391988"/>
                  <a:pt x="0" y="392479"/>
                </a:cubicBezTo>
                <a:cubicBezTo>
                  <a:pt x="0" y="394124"/>
                  <a:pt x="1479" y="394124"/>
                  <a:pt x="3452" y="394124"/>
                </a:cubicBezTo>
                <a:cubicBezTo>
                  <a:pt x="5751" y="394124"/>
                  <a:pt x="6079" y="394124"/>
                  <a:pt x="8543" y="391659"/>
                </a:cubicBezTo>
                <a:cubicBezTo>
                  <a:pt x="63582" y="341552"/>
                  <a:pt x="80832" y="266308"/>
                  <a:pt x="80832" y="197143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2" name="path-870">
            <a:extLst xmlns:a="http://schemas.openxmlformats.org/drawingml/2006/main">
              <a:ext uri="{FF2B5EF4-FFF2-40B4-BE49-F238E27FC236}">
                <a16:creationId xmlns:a16="http://schemas.microsoft.com/office/drawing/2014/main" id="{820E1AA6-4045-44D4-B37C-297F13E80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4430" y="8887882"/>
            <a:ext cx="138860" cy="134688"/>
          </a:xfrm>
          <a:custGeom xmlns:a="http://schemas.openxmlformats.org/drawingml/2006/main">
            <a:pathLst>
              <a:path w="121245" h="117603">
                <a:moveTo>
                  <a:pt x="120425" y="3615"/>
                </a:moveTo>
                <a:cubicBezTo>
                  <a:pt x="120754" y="3124"/>
                  <a:pt x="121245" y="1973"/>
                  <a:pt x="121245" y="1316"/>
                </a:cubicBezTo>
                <a:cubicBezTo>
                  <a:pt x="121245" y="165"/>
                  <a:pt x="121082" y="0"/>
                  <a:pt x="117302" y="0"/>
                </a:cubicBezTo>
                <a:lnTo>
                  <a:pt x="3943" y="0"/>
                </a:lnTo>
                <a:cubicBezTo>
                  <a:pt x="163" y="0"/>
                  <a:pt x="0" y="165"/>
                  <a:pt x="0" y="1316"/>
                </a:cubicBezTo>
                <a:cubicBezTo>
                  <a:pt x="0" y="1973"/>
                  <a:pt x="491" y="3124"/>
                  <a:pt x="820" y="3615"/>
                </a:cubicBezTo>
                <a:lnTo>
                  <a:pt x="56187" y="114482"/>
                </a:lnTo>
                <a:cubicBezTo>
                  <a:pt x="57337" y="116617"/>
                  <a:pt x="57829" y="117603"/>
                  <a:pt x="60624" y="117603"/>
                </a:cubicBezTo>
                <a:cubicBezTo>
                  <a:pt x="63416" y="117603"/>
                  <a:pt x="63908" y="116617"/>
                  <a:pt x="65058" y="114482"/>
                </a:cubicBezTo>
                <a:lnTo>
                  <a:pt x="120425" y="3615"/>
                </a:lnTo>
                <a:moveTo>
                  <a:pt x="20371" y="11830"/>
                </a:moveTo>
                <a:lnTo>
                  <a:pt x="110568" y="11830"/>
                </a:lnTo>
                <a:lnTo>
                  <a:pt x="65552" y="102163"/>
                </a:lnTo>
                <a:lnTo>
                  <a:pt x="20371" y="1183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3" name="path-871">
            <a:extLst xmlns:a="http://schemas.openxmlformats.org/drawingml/2006/main">
              <a:ext uri="{FF2B5EF4-FFF2-40B4-BE49-F238E27FC236}">
                <a16:creationId xmlns:a16="http://schemas.microsoft.com/office/drawing/2014/main" id="{575A313D-5E6D-4C6C-A944-5D9A92F84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0153" y="8952077"/>
            <a:ext cx="71652" cy="93510"/>
          </a:xfrm>
          <a:custGeom xmlns:a="http://schemas.openxmlformats.org/drawingml/2006/main">
            <a:pathLst>
              <a:path w="62562" h="81648">
                <a:moveTo>
                  <a:pt x="62562" y="25513"/>
                </a:moveTo>
                <a:cubicBezTo>
                  <a:pt x="62562" y="5521"/>
                  <a:pt x="50142" y="0"/>
                  <a:pt x="40941" y="0"/>
                </a:cubicBezTo>
                <a:cubicBezTo>
                  <a:pt x="35537" y="0"/>
                  <a:pt x="22886" y="1841"/>
                  <a:pt x="11845" y="17817"/>
                </a:cubicBezTo>
                <a:cubicBezTo>
                  <a:pt x="4026" y="29075"/>
                  <a:pt x="0" y="45974"/>
                  <a:pt x="0" y="56103"/>
                </a:cubicBezTo>
                <a:cubicBezTo>
                  <a:pt x="0" y="73828"/>
                  <a:pt x="10120" y="81648"/>
                  <a:pt x="21735" y="81648"/>
                </a:cubicBezTo>
                <a:cubicBezTo>
                  <a:pt x="27715" y="81648"/>
                  <a:pt x="39216" y="79233"/>
                  <a:pt x="49566" y="65540"/>
                </a:cubicBezTo>
                <a:cubicBezTo>
                  <a:pt x="57731" y="54606"/>
                  <a:pt x="62562" y="37462"/>
                  <a:pt x="62562" y="25513"/>
                </a:cubicBezTo>
                <a:moveTo>
                  <a:pt x="18515" y="37577"/>
                </a:moveTo>
                <a:cubicBezTo>
                  <a:pt x="20701" y="29649"/>
                  <a:pt x="22656" y="22411"/>
                  <a:pt x="26566" y="15748"/>
                </a:cubicBezTo>
                <a:cubicBezTo>
                  <a:pt x="29211" y="11382"/>
                  <a:pt x="34617" y="5291"/>
                  <a:pt x="40712" y="5291"/>
                </a:cubicBezTo>
                <a:cubicBezTo>
                  <a:pt x="44621" y="5291"/>
                  <a:pt x="48877" y="8165"/>
                  <a:pt x="48877" y="18046"/>
                </a:cubicBezTo>
                <a:cubicBezTo>
                  <a:pt x="48877" y="24250"/>
                  <a:pt x="47382" y="30223"/>
                  <a:pt x="45657" y="37577"/>
                </a:cubicBezTo>
                <a:lnTo>
                  <a:pt x="18515" y="37577"/>
                </a:lnTo>
                <a:moveTo>
                  <a:pt x="44046" y="44018"/>
                </a:moveTo>
                <a:cubicBezTo>
                  <a:pt x="42782" y="49082"/>
                  <a:pt x="40252" y="58981"/>
                  <a:pt x="35881" y="66002"/>
                </a:cubicBezTo>
                <a:cubicBezTo>
                  <a:pt x="32087" y="72216"/>
                  <a:pt x="26796" y="76359"/>
                  <a:pt x="21967" y="76359"/>
                </a:cubicBezTo>
                <a:cubicBezTo>
                  <a:pt x="16446" y="76359"/>
                  <a:pt x="13686" y="71066"/>
                  <a:pt x="13686" y="63584"/>
                </a:cubicBezTo>
                <a:cubicBezTo>
                  <a:pt x="13686" y="57714"/>
                  <a:pt x="15527" y="49658"/>
                  <a:pt x="16906" y="44018"/>
                </a:cubicBezTo>
                <a:lnTo>
                  <a:pt x="44046" y="44018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4" name="path-872">
            <a:extLst xmlns:a="http://schemas.openxmlformats.org/drawingml/2006/main">
              <a:ext uri="{FF2B5EF4-FFF2-40B4-BE49-F238E27FC236}">
                <a16:creationId xmlns:a16="http://schemas.microsoft.com/office/drawing/2014/main" id="{2EC548C9-83D7-46E1-AE72-FBCAD642C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6830" y="8885677"/>
            <a:ext cx="41771" cy="130646"/>
          </a:xfrm>
          <a:custGeom xmlns:a="http://schemas.openxmlformats.org/drawingml/2006/main">
            <a:pathLst>
              <a:path w="36473" h="114073">
                <a:moveTo>
                  <a:pt x="23657" y="0"/>
                </a:moveTo>
                <a:lnTo>
                  <a:pt x="0" y="1807"/>
                </a:lnTo>
                <a:lnTo>
                  <a:pt x="0" y="6901"/>
                </a:lnTo>
                <a:cubicBezTo>
                  <a:pt x="11502" y="6901"/>
                  <a:pt x="12815" y="8052"/>
                  <a:pt x="12815" y="16107"/>
                </a:cubicBezTo>
                <a:lnTo>
                  <a:pt x="12815" y="101584"/>
                </a:lnTo>
                <a:cubicBezTo>
                  <a:pt x="12815" y="108981"/>
                  <a:pt x="11008" y="108981"/>
                  <a:pt x="0" y="108981"/>
                </a:cubicBezTo>
                <a:lnTo>
                  <a:pt x="0" y="114073"/>
                </a:lnTo>
                <a:cubicBezTo>
                  <a:pt x="5422" y="113910"/>
                  <a:pt x="14129" y="113582"/>
                  <a:pt x="18238" y="113582"/>
                </a:cubicBezTo>
                <a:cubicBezTo>
                  <a:pt x="22344" y="113582"/>
                  <a:pt x="30393" y="113910"/>
                  <a:pt x="36473" y="114073"/>
                </a:cubicBezTo>
                <a:lnTo>
                  <a:pt x="36473" y="108981"/>
                </a:lnTo>
                <a:cubicBezTo>
                  <a:pt x="25465" y="108981"/>
                  <a:pt x="23657" y="108981"/>
                  <a:pt x="23657" y="101584"/>
                </a:cubicBezTo>
                <a:lnTo>
                  <a:pt x="23657" y="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5" name="path-873">
            <a:extLst xmlns:a="http://schemas.openxmlformats.org/drawingml/2006/main">
              <a:ext uri="{FF2B5EF4-FFF2-40B4-BE49-F238E27FC236}">
                <a16:creationId xmlns:a16="http://schemas.microsoft.com/office/drawing/2014/main" id="{326852C1-81A9-4998-BEDB-0794A9063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8162" y="8931982"/>
            <a:ext cx="83353" cy="86362"/>
          </a:xfrm>
          <a:custGeom xmlns:a="http://schemas.openxmlformats.org/drawingml/2006/main">
            <a:pathLst>
              <a:path w="72780" h="75407">
                <a:moveTo>
                  <a:pt x="72780" y="38443"/>
                </a:moveTo>
                <a:cubicBezTo>
                  <a:pt x="72780" y="17415"/>
                  <a:pt x="56350" y="0"/>
                  <a:pt x="36473" y="0"/>
                </a:cubicBezTo>
                <a:cubicBezTo>
                  <a:pt x="15936" y="0"/>
                  <a:pt x="0" y="17909"/>
                  <a:pt x="0" y="38443"/>
                </a:cubicBezTo>
                <a:cubicBezTo>
                  <a:pt x="0" y="59636"/>
                  <a:pt x="17084" y="75407"/>
                  <a:pt x="36307" y="75407"/>
                </a:cubicBezTo>
                <a:cubicBezTo>
                  <a:pt x="56187" y="75407"/>
                  <a:pt x="72780" y="59308"/>
                  <a:pt x="72780" y="38443"/>
                </a:cubicBezTo>
                <a:moveTo>
                  <a:pt x="36473" y="71301"/>
                </a:moveTo>
                <a:cubicBezTo>
                  <a:pt x="29406" y="71301"/>
                  <a:pt x="22178" y="67851"/>
                  <a:pt x="17741" y="60293"/>
                </a:cubicBezTo>
                <a:cubicBezTo>
                  <a:pt x="13635" y="53066"/>
                  <a:pt x="13635" y="43043"/>
                  <a:pt x="13635" y="37129"/>
                </a:cubicBezTo>
                <a:cubicBezTo>
                  <a:pt x="13635" y="30722"/>
                  <a:pt x="13635" y="21852"/>
                  <a:pt x="17578" y="14623"/>
                </a:cubicBezTo>
                <a:cubicBezTo>
                  <a:pt x="22013" y="7067"/>
                  <a:pt x="29737" y="3615"/>
                  <a:pt x="36307" y="3615"/>
                </a:cubicBezTo>
                <a:cubicBezTo>
                  <a:pt x="43537" y="3615"/>
                  <a:pt x="50601" y="7230"/>
                  <a:pt x="54873" y="14294"/>
                </a:cubicBezTo>
                <a:cubicBezTo>
                  <a:pt x="59145" y="21359"/>
                  <a:pt x="59145" y="30887"/>
                  <a:pt x="59145" y="37129"/>
                </a:cubicBezTo>
                <a:cubicBezTo>
                  <a:pt x="59145" y="43043"/>
                  <a:pt x="59145" y="51915"/>
                  <a:pt x="55530" y="59145"/>
                </a:cubicBezTo>
                <a:cubicBezTo>
                  <a:pt x="51915" y="66538"/>
                  <a:pt x="44685" y="71301"/>
                  <a:pt x="36473" y="71301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6" name="path-874">
            <a:extLst xmlns:a="http://schemas.openxmlformats.org/drawingml/2006/main">
              <a:ext uri="{FF2B5EF4-FFF2-40B4-BE49-F238E27FC236}">
                <a16:creationId xmlns:a16="http://schemas.microsoft.com/office/drawing/2014/main" id="{51DEA609-FD00-4F75-ACFC-5D9BA6B95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2240" y="8931017"/>
            <a:ext cx="85989" cy="124076"/>
          </a:xfrm>
          <a:custGeom xmlns:a="http://schemas.openxmlformats.org/drawingml/2006/main">
            <a:pathLst>
              <a:path w="75081" h="108337">
                <a:moveTo>
                  <a:pt x="31872" y="46159"/>
                </a:moveTo>
                <a:cubicBezTo>
                  <a:pt x="17578" y="46159"/>
                  <a:pt x="17578" y="29732"/>
                  <a:pt x="17578" y="25954"/>
                </a:cubicBezTo>
                <a:cubicBezTo>
                  <a:pt x="17578" y="21519"/>
                  <a:pt x="17741" y="16262"/>
                  <a:pt x="20205" y="12156"/>
                </a:cubicBezTo>
                <a:cubicBezTo>
                  <a:pt x="21522" y="10185"/>
                  <a:pt x="25299" y="5585"/>
                  <a:pt x="31872" y="5585"/>
                </a:cubicBezTo>
                <a:cubicBezTo>
                  <a:pt x="46164" y="5585"/>
                  <a:pt x="46164" y="22013"/>
                  <a:pt x="46164" y="25791"/>
                </a:cubicBezTo>
                <a:cubicBezTo>
                  <a:pt x="46164" y="30225"/>
                  <a:pt x="46001" y="35482"/>
                  <a:pt x="43537" y="39589"/>
                </a:cubicBezTo>
                <a:cubicBezTo>
                  <a:pt x="42221" y="41559"/>
                  <a:pt x="38443" y="46159"/>
                  <a:pt x="31872" y="46159"/>
                </a:cubicBezTo>
                <a:moveTo>
                  <a:pt x="12813" y="52584"/>
                </a:moveTo>
                <a:cubicBezTo>
                  <a:pt x="12813" y="51922"/>
                  <a:pt x="12813" y="48132"/>
                  <a:pt x="15605" y="44846"/>
                </a:cubicBezTo>
                <a:cubicBezTo>
                  <a:pt x="22013" y="49446"/>
                  <a:pt x="28749" y="49937"/>
                  <a:pt x="31872" y="49937"/>
                </a:cubicBezTo>
                <a:cubicBezTo>
                  <a:pt x="47149" y="49937"/>
                  <a:pt x="58485" y="38603"/>
                  <a:pt x="58485" y="25954"/>
                </a:cubicBezTo>
                <a:cubicBezTo>
                  <a:pt x="58485" y="19877"/>
                  <a:pt x="55858" y="13798"/>
                  <a:pt x="51749" y="10020"/>
                </a:cubicBezTo>
                <a:cubicBezTo>
                  <a:pt x="57666" y="4435"/>
                  <a:pt x="63579" y="3612"/>
                  <a:pt x="66538" y="3612"/>
                </a:cubicBezTo>
                <a:cubicBezTo>
                  <a:pt x="66866" y="3612"/>
                  <a:pt x="67686" y="3612"/>
                  <a:pt x="68180" y="3778"/>
                </a:cubicBezTo>
                <a:cubicBezTo>
                  <a:pt x="66372" y="4435"/>
                  <a:pt x="65550" y="6242"/>
                  <a:pt x="65550" y="8213"/>
                </a:cubicBezTo>
                <a:cubicBezTo>
                  <a:pt x="65550" y="11005"/>
                  <a:pt x="67686" y="12978"/>
                  <a:pt x="70315" y="12978"/>
                </a:cubicBezTo>
                <a:cubicBezTo>
                  <a:pt x="71957" y="12978"/>
                  <a:pt x="75081" y="11827"/>
                  <a:pt x="75081" y="8050"/>
                </a:cubicBezTo>
                <a:cubicBezTo>
                  <a:pt x="75081" y="5257"/>
                  <a:pt x="73108" y="0"/>
                  <a:pt x="66700" y="0"/>
                </a:cubicBezTo>
                <a:cubicBezTo>
                  <a:pt x="63414" y="0"/>
                  <a:pt x="56187" y="985"/>
                  <a:pt x="49285" y="7721"/>
                </a:cubicBezTo>
                <a:cubicBezTo>
                  <a:pt x="42386" y="2299"/>
                  <a:pt x="35485" y="1805"/>
                  <a:pt x="31872" y="1805"/>
                </a:cubicBezTo>
                <a:cubicBezTo>
                  <a:pt x="16593" y="1805"/>
                  <a:pt x="5257" y="13141"/>
                  <a:pt x="5257" y="25791"/>
                </a:cubicBezTo>
                <a:cubicBezTo>
                  <a:pt x="5257" y="33018"/>
                  <a:pt x="8869" y="39260"/>
                  <a:pt x="12978" y="42710"/>
                </a:cubicBezTo>
                <a:cubicBezTo>
                  <a:pt x="10842" y="45174"/>
                  <a:pt x="7884" y="50599"/>
                  <a:pt x="7884" y="56390"/>
                </a:cubicBezTo>
                <a:cubicBezTo>
                  <a:pt x="7884" y="61519"/>
                  <a:pt x="10020" y="67776"/>
                  <a:pt x="15114" y="71062"/>
                </a:cubicBezTo>
                <a:cubicBezTo>
                  <a:pt x="5257" y="73855"/>
                  <a:pt x="0" y="80914"/>
                  <a:pt x="0" y="87482"/>
                </a:cubicBezTo>
                <a:cubicBezTo>
                  <a:pt x="0" y="99305"/>
                  <a:pt x="16265" y="108337"/>
                  <a:pt x="36307" y="108337"/>
                </a:cubicBezTo>
                <a:cubicBezTo>
                  <a:pt x="55693" y="108337"/>
                  <a:pt x="72780" y="99962"/>
                  <a:pt x="72780" y="87154"/>
                </a:cubicBezTo>
                <a:cubicBezTo>
                  <a:pt x="72780" y="81408"/>
                  <a:pt x="70481" y="73033"/>
                  <a:pt x="62100" y="68433"/>
                </a:cubicBezTo>
                <a:cubicBezTo>
                  <a:pt x="53394" y="63833"/>
                  <a:pt x="43865" y="63833"/>
                  <a:pt x="33843" y="63833"/>
                </a:cubicBezTo>
                <a:cubicBezTo>
                  <a:pt x="29737" y="63833"/>
                  <a:pt x="22670" y="63833"/>
                  <a:pt x="21522" y="63667"/>
                </a:cubicBezTo>
                <a:cubicBezTo>
                  <a:pt x="16265" y="63005"/>
                  <a:pt x="12813" y="57879"/>
                  <a:pt x="12813" y="52584"/>
                </a:cubicBezTo>
                <a:moveTo>
                  <a:pt x="36473" y="104559"/>
                </a:moveTo>
                <a:cubicBezTo>
                  <a:pt x="19877" y="104559"/>
                  <a:pt x="8541" y="96186"/>
                  <a:pt x="8541" y="87482"/>
                </a:cubicBezTo>
                <a:cubicBezTo>
                  <a:pt x="8541" y="79929"/>
                  <a:pt x="14786" y="73855"/>
                  <a:pt x="22013" y="73361"/>
                </a:cubicBezTo>
                <a:lnTo>
                  <a:pt x="31707" y="73361"/>
                </a:lnTo>
                <a:cubicBezTo>
                  <a:pt x="45836" y="73361"/>
                  <a:pt x="64236" y="73361"/>
                  <a:pt x="64236" y="87482"/>
                </a:cubicBezTo>
                <a:cubicBezTo>
                  <a:pt x="64236" y="96349"/>
                  <a:pt x="52572" y="104559"/>
                  <a:pt x="36473" y="10455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7" name="path-875">
            <a:extLst xmlns:a="http://schemas.openxmlformats.org/drawingml/2006/main">
              <a:ext uri="{FF2B5EF4-FFF2-40B4-BE49-F238E27FC236}">
                <a16:creationId xmlns:a16="http://schemas.microsoft.com/office/drawing/2014/main" id="{7BC21796-D952-43B5-B91D-8648C1B23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002" y="8933084"/>
            <a:ext cx="98220" cy="119804"/>
          </a:xfrm>
          <a:custGeom xmlns:a="http://schemas.openxmlformats.org/drawingml/2006/main">
            <a:pathLst>
              <a:path w="85760" h="104607">
                <a:moveTo>
                  <a:pt x="12652" y="92752"/>
                </a:moveTo>
                <a:cubicBezTo>
                  <a:pt x="11336" y="98360"/>
                  <a:pt x="11008" y="99515"/>
                  <a:pt x="3780" y="99515"/>
                </a:cubicBezTo>
                <a:cubicBezTo>
                  <a:pt x="1807" y="99515"/>
                  <a:pt x="0" y="99515"/>
                  <a:pt x="0" y="102637"/>
                </a:cubicBezTo>
                <a:cubicBezTo>
                  <a:pt x="0" y="103950"/>
                  <a:pt x="822" y="104607"/>
                  <a:pt x="2136" y="104607"/>
                </a:cubicBezTo>
                <a:cubicBezTo>
                  <a:pt x="6573" y="104607"/>
                  <a:pt x="11336" y="104116"/>
                  <a:pt x="15936" y="104116"/>
                </a:cubicBezTo>
                <a:cubicBezTo>
                  <a:pt x="21359" y="104116"/>
                  <a:pt x="26944" y="104607"/>
                  <a:pt x="32201" y="104607"/>
                </a:cubicBezTo>
                <a:cubicBezTo>
                  <a:pt x="33023" y="104607"/>
                  <a:pt x="35159" y="104607"/>
                  <a:pt x="35159" y="101323"/>
                </a:cubicBezTo>
                <a:cubicBezTo>
                  <a:pt x="35159" y="99515"/>
                  <a:pt x="33517" y="99515"/>
                  <a:pt x="31216" y="99515"/>
                </a:cubicBezTo>
                <a:cubicBezTo>
                  <a:pt x="23001" y="99515"/>
                  <a:pt x="23001" y="98360"/>
                  <a:pt x="23001" y="96876"/>
                </a:cubicBezTo>
                <a:cubicBezTo>
                  <a:pt x="23001" y="94898"/>
                  <a:pt x="29902" y="68037"/>
                  <a:pt x="31053" y="63928"/>
                </a:cubicBezTo>
                <a:cubicBezTo>
                  <a:pt x="33189" y="68693"/>
                  <a:pt x="37789" y="74444"/>
                  <a:pt x="46167" y="74444"/>
                </a:cubicBezTo>
                <a:cubicBezTo>
                  <a:pt x="65224" y="74444"/>
                  <a:pt x="85760" y="50453"/>
                  <a:pt x="85760" y="26295"/>
                </a:cubicBezTo>
                <a:cubicBezTo>
                  <a:pt x="85760" y="10847"/>
                  <a:pt x="76397" y="0"/>
                  <a:pt x="63910" y="0"/>
                </a:cubicBezTo>
                <a:cubicBezTo>
                  <a:pt x="55695" y="0"/>
                  <a:pt x="47809" y="5916"/>
                  <a:pt x="42389" y="12326"/>
                </a:cubicBezTo>
                <a:cubicBezTo>
                  <a:pt x="40744" y="3452"/>
                  <a:pt x="33680" y="0"/>
                  <a:pt x="27601" y="0"/>
                </a:cubicBezTo>
                <a:cubicBezTo>
                  <a:pt x="20045" y="0"/>
                  <a:pt x="16924" y="6410"/>
                  <a:pt x="15445" y="9368"/>
                </a:cubicBezTo>
                <a:cubicBezTo>
                  <a:pt x="12487" y="14956"/>
                  <a:pt x="10351" y="24816"/>
                  <a:pt x="10351" y="25309"/>
                </a:cubicBezTo>
                <a:cubicBezTo>
                  <a:pt x="10351" y="26951"/>
                  <a:pt x="11993" y="26951"/>
                  <a:pt x="12324" y="26951"/>
                </a:cubicBezTo>
                <a:cubicBezTo>
                  <a:pt x="13966" y="26951"/>
                  <a:pt x="14129" y="26788"/>
                  <a:pt x="15116" y="23174"/>
                </a:cubicBezTo>
                <a:cubicBezTo>
                  <a:pt x="17909" y="11504"/>
                  <a:pt x="21196" y="3615"/>
                  <a:pt x="27109" y="3615"/>
                </a:cubicBezTo>
                <a:cubicBezTo>
                  <a:pt x="29902" y="3615"/>
                  <a:pt x="32201" y="4931"/>
                  <a:pt x="32201" y="11176"/>
                </a:cubicBezTo>
                <a:cubicBezTo>
                  <a:pt x="32201" y="14956"/>
                  <a:pt x="31709" y="16763"/>
                  <a:pt x="31053" y="19556"/>
                </a:cubicBezTo>
                <a:lnTo>
                  <a:pt x="12652" y="92752"/>
                </a:lnTo>
                <a:moveTo>
                  <a:pt x="41567" y="21364"/>
                </a:moveTo>
                <a:cubicBezTo>
                  <a:pt x="42717" y="16926"/>
                  <a:pt x="47152" y="12326"/>
                  <a:pt x="50110" y="9862"/>
                </a:cubicBezTo>
                <a:cubicBezTo>
                  <a:pt x="55861" y="4766"/>
                  <a:pt x="60624" y="3615"/>
                  <a:pt x="63416" y="3615"/>
                </a:cubicBezTo>
                <a:cubicBezTo>
                  <a:pt x="69989" y="3615"/>
                  <a:pt x="73933" y="9368"/>
                  <a:pt x="73933" y="19065"/>
                </a:cubicBezTo>
                <a:cubicBezTo>
                  <a:pt x="73933" y="28759"/>
                  <a:pt x="68510" y="47658"/>
                  <a:pt x="65552" y="53903"/>
                </a:cubicBezTo>
                <a:cubicBezTo>
                  <a:pt x="59967" y="65407"/>
                  <a:pt x="52080" y="70832"/>
                  <a:pt x="46001" y="70832"/>
                </a:cubicBezTo>
                <a:cubicBezTo>
                  <a:pt x="35159" y="70832"/>
                  <a:pt x="33023" y="57192"/>
                  <a:pt x="33023" y="56204"/>
                </a:cubicBezTo>
                <a:cubicBezTo>
                  <a:pt x="33023" y="55876"/>
                  <a:pt x="33023" y="55547"/>
                  <a:pt x="33517" y="53574"/>
                </a:cubicBezTo>
                <a:lnTo>
                  <a:pt x="41567" y="21364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8" name="path-876">
            <a:extLst xmlns:a="http://schemas.openxmlformats.org/drawingml/2006/main">
              <a:ext uri="{FF2B5EF4-FFF2-40B4-BE49-F238E27FC236}">
                <a16:creationId xmlns:a16="http://schemas.microsoft.com/office/drawing/2014/main" id="{1D2296BC-0EC5-40A9-A71A-F8AC6FACC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235" y="8986034"/>
            <a:ext cx="93516" cy="59681"/>
          </a:xfrm>
          <a:custGeom xmlns:a="http://schemas.openxmlformats.org/drawingml/2006/main">
            <a:pathLst>
              <a:path w="81653" h="52111">
                <a:moveTo>
                  <a:pt x="36686" y="12421"/>
                </a:moveTo>
                <a:lnTo>
                  <a:pt x="49796" y="12421"/>
                </a:lnTo>
                <a:cubicBezTo>
                  <a:pt x="48877" y="16332"/>
                  <a:pt x="46692" y="25422"/>
                  <a:pt x="46692" y="33015"/>
                </a:cubicBezTo>
                <a:cubicBezTo>
                  <a:pt x="46692" y="41298"/>
                  <a:pt x="49796" y="52111"/>
                  <a:pt x="56236" y="52111"/>
                </a:cubicBezTo>
                <a:cubicBezTo>
                  <a:pt x="60262" y="52111"/>
                  <a:pt x="64861" y="47971"/>
                  <a:pt x="64861" y="43830"/>
                </a:cubicBezTo>
                <a:cubicBezTo>
                  <a:pt x="64861" y="41989"/>
                  <a:pt x="64058" y="40838"/>
                  <a:pt x="63022" y="39227"/>
                </a:cubicBezTo>
                <a:cubicBezTo>
                  <a:pt x="57042" y="30714"/>
                  <a:pt x="57042" y="21625"/>
                  <a:pt x="57042" y="18634"/>
                </a:cubicBezTo>
                <a:cubicBezTo>
                  <a:pt x="57042" y="18518"/>
                  <a:pt x="57042" y="14837"/>
                  <a:pt x="57387" y="12421"/>
                </a:cubicBezTo>
                <a:lnTo>
                  <a:pt x="72912" y="12421"/>
                </a:lnTo>
                <a:cubicBezTo>
                  <a:pt x="75327" y="12421"/>
                  <a:pt x="76938" y="12421"/>
                  <a:pt x="79123" y="10581"/>
                </a:cubicBezTo>
                <a:cubicBezTo>
                  <a:pt x="79928" y="9892"/>
                  <a:pt x="81653" y="8051"/>
                  <a:pt x="81653" y="5177"/>
                </a:cubicBezTo>
                <a:cubicBezTo>
                  <a:pt x="81653" y="0"/>
                  <a:pt x="77052" y="0"/>
                  <a:pt x="74983" y="0"/>
                </a:cubicBezTo>
                <a:lnTo>
                  <a:pt x="24265" y="0"/>
                </a:lnTo>
                <a:cubicBezTo>
                  <a:pt x="21505" y="0"/>
                  <a:pt x="16100" y="0"/>
                  <a:pt x="8511" y="6326"/>
                </a:cubicBezTo>
                <a:cubicBezTo>
                  <a:pt x="5751" y="8627"/>
                  <a:pt x="0" y="14377"/>
                  <a:pt x="0" y="16218"/>
                </a:cubicBezTo>
                <a:cubicBezTo>
                  <a:pt x="0" y="18289"/>
                  <a:pt x="1725" y="18289"/>
                  <a:pt x="3566" y="18289"/>
                </a:cubicBezTo>
                <a:cubicBezTo>
                  <a:pt x="5865" y="18289"/>
                  <a:pt x="6094" y="18289"/>
                  <a:pt x="6900" y="17367"/>
                </a:cubicBezTo>
                <a:cubicBezTo>
                  <a:pt x="8741" y="15297"/>
                  <a:pt x="11385" y="12421"/>
                  <a:pt x="21391" y="12421"/>
                </a:cubicBezTo>
                <a:lnTo>
                  <a:pt x="28981" y="12421"/>
                </a:lnTo>
                <a:cubicBezTo>
                  <a:pt x="25761" y="22660"/>
                  <a:pt x="18975" y="34970"/>
                  <a:pt x="15525" y="40838"/>
                </a:cubicBezTo>
                <a:cubicBezTo>
                  <a:pt x="14375" y="42795"/>
                  <a:pt x="13456" y="44404"/>
                  <a:pt x="13456" y="46244"/>
                </a:cubicBezTo>
                <a:cubicBezTo>
                  <a:pt x="13456" y="48891"/>
                  <a:pt x="15525" y="51997"/>
                  <a:pt x="19780" y="51997"/>
                </a:cubicBezTo>
                <a:cubicBezTo>
                  <a:pt x="23230" y="51997"/>
                  <a:pt x="26106" y="49466"/>
                  <a:pt x="27256" y="46936"/>
                </a:cubicBezTo>
                <a:cubicBezTo>
                  <a:pt x="27715" y="45901"/>
                  <a:pt x="29096" y="41643"/>
                  <a:pt x="30246" y="37272"/>
                </a:cubicBezTo>
                <a:lnTo>
                  <a:pt x="36686" y="124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9" name="path-877">
            <a:extLst xmlns:a="http://schemas.openxmlformats.org/drawingml/2006/main">
              <a:ext uri="{FF2B5EF4-FFF2-40B4-BE49-F238E27FC236}">
                <a16:creationId xmlns:a16="http://schemas.microsoft.com/office/drawing/2014/main" id="{13EBCF7A-295F-40C7-80CB-0EE10545D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5314" y="887520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0" name="path-878">
            <a:extLst xmlns:a="http://schemas.openxmlformats.org/drawingml/2006/main">
              <a:ext uri="{FF2B5EF4-FFF2-40B4-BE49-F238E27FC236}">
                <a16:creationId xmlns:a16="http://schemas.microsoft.com/office/drawing/2014/main" id="{5B11AF71-1957-407B-B538-61274FF60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6079" y="8885677"/>
            <a:ext cx="47981" cy="132116"/>
          </a:xfrm>
          <a:custGeom xmlns:a="http://schemas.openxmlformats.org/drawingml/2006/main">
            <a:pathLst>
              <a:path w="41895" h="115356">
                <a:moveTo>
                  <a:pt x="41238" y="5751"/>
                </a:moveTo>
                <a:cubicBezTo>
                  <a:pt x="41895" y="3452"/>
                  <a:pt x="41895" y="3124"/>
                  <a:pt x="41895" y="2958"/>
                </a:cubicBezTo>
                <a:cubicBezTo>
                  <a:pt x="41895" y="822"/>
                  <a:pt x="40087" y="0"/>
                  <a:pt x="38280" y="0"/>
                </a:cubicBezTo>
                <a:cubicBezTo>
                  <a:pt x="37623" y="0"/>
                  <a:pt x="37458" y="0"/>
                  <a:pt x="37129" y="165"/>
                </a:cubicBezTo>
                <a:lnTo>
                  <a:pt x="15936" y="1151"/>
                </a:lnTo>
                <a:cubicBezTo>
                  <a:pt x="13637" y="1316"/>
                  <a:pt x="10679" y="1479"/>
                  <a:pt x="10679" y="6079"/>
                </a:cubicBezTo>
                <a:cubicBezTo>
                  <a:pt x="10679" y="9037"/>
                  <a:pt x="13800" y="9037"/>
                  <a:pt x="14951" y="9037"/>
                </a:cubicBezTo>
                <a:cubicBezTo>
                  <a:pt x="16758" y="9037"/>
                  <a:pt x="19717" y="9037"/>
                  <a:pt x="21850" y="9366"/>
                </a:cubicBezTo>
                <a:lnTo>
                  <a:pt x="822" y="93667"/>
                </a:lnTo>
                <a:cubicBezTo>
                  <a:pt x="328" y="95474"/>
                  <a:pt x="0" y="96953"/>
                  <a:pt x="0" y="99255"/>
                </a:cubicBezTo>
                <a:cubicBezTo>
                  <a:pt x="0" y="110099"/>
                  <a:pt x="10845" y="115356"/>
                  <a:pt x="20536" y="115356"/>
                </a:cubicBezTo>
                <a:cubicBezTo>
                  <a:pt x="26616" y="115356"/>
                  <a:pt x="31216" y="111907"/>
                  <a:pt x="34831" y="105993"/>
                </a:cubicBezTo>
                <a:cubicBezTo>
                  <a:pt x="38774" y="99583"/>
                  <a:pt x="41073" y="90709"/>
                  <a:pt x="41073" y="89724"/>
                </a:cubicBezTo>
                <a:cubicBezTo>
                  <a:pt x="41073" y="87422"/>
                  <a:pt x="38608" y="87422"/>
                  <a:pt x="37129" y="87422"/>
                </a:cubicBezTo>
                <a:cubicBezTo>
                  <a:pt x="35322" y="87422"/>
                  <a:pt x="34665" y="87422"/>
                  <a:pt x="33845" y="88245"/>
                </a:cubicBezTo>
                <a:cubicBezTo>
                  <a:pt x="33517" y="88573"/>
                  <a:pt x="33517" y="88901"/>
                  <a:pt x="32529" y="93010"/>
                </a:cubicBezTo>
                <a:cubicBezTo>
                  <a:pt x="29408" y="105499"/>
                  <a:pt x="25793" y="109443"/>
                  <a:pt x="21359" y="109443"/>
                </a:cubicBezTo>
                <a:cubicBezTo>
                  <a:pt x="18894" y="109443"/>
                  <a:pt x="17581" y="107801"/>
                  <a:pt x="17581" y="103526"/>
                </a:cubicBezTo>
                <a:cubicBezTo>
                  <a:pt x="17581" y="100240"/>
                  <a:pt x="18072" y="98598"/>
                  <a:pt x="18566" y="96297"/>
                </a:cubicBezTo>
                <a:lnTo>
                  <a:pt x="41238" y="575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1" name="path-879">
            <a:extLst xmlns:a="http://schemas.openxmlformats.org/drawingml/2006/main">
              <a:ext uri="{FF2B5EF4-FFF2-40B4-BE49-F238E27FC236}">
                <a16:creationId xmlns:a16="http://schemas.microsoft.com/office/drawing/2014/main" id="{485D4E7A-E7AB-4821-8B9A-3F45C8028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901" y="8962307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2" name="path-880">
            <a:extLst xmlns:a="http://schemas.openxmlformats.org/drawingml/2006/main">
              <a:ext uri="{FF2B5EF4-FFF2-40B4-BE49-F238E27FC236}">
                <a16:creationId xmlns:a16="http://schemas.microsoft.com/office/drawing/2014/main" id="{CDE0BC7A-6A5C-44D2-8B9B-F7F2C4ABA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4013" y="8875203"/>
            <a:ext cx="7528" cy="188159"/>
          </a:xfrm>
          <a:custGeom xmlns:a="http://schemas.openxmlformats.org/drawingml/2006/main">
            <a:pathLst>
              <a:path w="6573" h="164291">
                <a:moveTo>
                  <a:pt x="6573" y="5916"/>
                </a:moveTo>
                <a:cubicBezTo>
                  <a:pt x="6573" y="2958"/>
                  <a:pt x="6573" y="0"/>
                  <a:pt x="3287" y="0"/>
                </a:cubicBezTo>
                <a:cubicBezTo>
                  <a:pt x="0" y="0"/>
                  <a:pt x="0" y="2958"/>
                  <a:pt x="0" y="5916"/>
                </a:cubicBezTo>
                <a:lnTo>
                  <a:pt x="0" y="158377"/>
                </a:lnTo>
                <a:cubicBezTo>
                  <a:pt x="0" y="161335"/>
                  <a:pt x="0" y="164291"/>
                  <a:pt x="3287" y="164291"/>
                </a:cubicBezTo>
                <a:cubicBezTo>
                  <a:pt x="6573" y="164291"/>
                  <a:pt x="6573" y="161335"/>
                  <a:pt x="6573" y="158377"/>
                </a:cubicBezTo>
                <a:lnTo>
                  <a:pt x="6573" y="591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3" name="path-881">
            <a:extLst xmlns:a="http://schemas.openxmlformats.org/drawingml/2006/main">
              <a:ext uri="{FF2B5EF4-FFF2-40B4-BE49-F238E27FC236}">
                <a16:creationId xmlns:a16="http://schemas.microsoft.com/office/drawing/2014/main" id="{A2F92839-2CCF-440A-8DD1-F3E5B37AC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4607" y="8931247"/>
            <a:ext cx="78840" cy="86546"/>
          </a:xfrm>
          <a:custGeom xmlns:a="http://schemas.openxmlformats.org/drawingml/2006/main">
            <a:pathLst>
              <a:path w="68839" h="75567">
                <a:moveTo>
                  <a:pt x="58651" y="9571"/>
                </a:moveTo>
                <a:cubicBezTo>
                  <a:pt x="53231" y="11707"/>
                  <a:pt x="51752" y="16636"/>
                  <a:pt x="51752" y="18937"/>
                </a:cubicBezTo>
                <a:cubicBezTo>
                  <a:pt x="51752" y="23206"/>
                  <a:pt x="55201" y="25670"/>
                  <a:pt x="58816" y="25670"/>
                </a:cubicBezTo>
                <a:cubicBezTo>
                  <a:pt x="62760" y="25670"/>
                  <a:pt x="68839" y="22386"/>
                  <a:pt x="68839" y="14500"/>
                </a:cubicBezTo>
                <a:cubicBezTo>
                  <a:pt x="68839" y="5751"/>
                  <a:pt x="60130" y="0"/>
                  <a:pt x="45344" y="0"/>
                </a:cubicBezTo>
                <a:cubicBezTo>
                  <a:pt x="40579" y="0"/>
                  <a:pt x="31379" y="331"/>
                  <a:pt x="23823" y="6082"/>
                </a:cubicBezTo>
                <a:cubicBezTo>
                  <a:pt x="16430" y="11707"/>
                  <a:pt x="13800" y="21236"/>
                  <a:pt x="13800" y="25342"/>
                </a:cubicBezTo>
                <a:cubicBezTo>
                  <a:pt x="13800" y="30271"/>
                  <a:pt x="16102" y="34868"/>
                  <a:pt x="19714" y="37824"/>
                </a:cubicBezTo>
                <a:cubicBezTo>
                  <a:pt x="24314" y="41439"/>
                  <a:pt x="27109" y="41930"/>
                  <a:pt x="38280" y="44066"/>
                </a:cubicBezTo>
                <a:cubicBezTo>
                  <a:pt x="43209" y="44886"/>
                  <a:pt x="53066" y="46693"/>
                  <a:pt x="53066" y="54086"/>
                </a:cubicBezTo>
                <a:cubicBezTo>
                  <a:pt x="53066" y="54743"/>
                  <a:pt x="53066" y="69654"/>
                  <a:pt x="28586" y="69654"/>
                </a:cubicBezTo>
                <a:cubicBezTo>
                  <a:pt x="20536" y="69654"/>
                  <a:pt x="14457" y="68029"/>
                  <a:pt x="10842" y="65422"/>
                </a:cubicBezTo>
                <a:cubicBezTo>
                  <a:pt x="16430" y="63780"/>
                  <a:pt x="19880" y="59014"/>
                  <a:pt x="19880" y="54086"/>
                </a:cubicBezTo>
                <a:cubicBezTo>
                  <a:pt x="19880" y="48172"/>
                  <a:pt x="15114" y="46528"/>
                  <a:pt x="11830" y="46528"/>
                </a:cubicBezTo>
                <a:cubicBezTo>
                  <a:pt x="6242" y="46528"/>
                  <a:pt x="0" y="51130"/>
                  <a:pt x="0" y="59343"/>
                </a:cubicBezTo>
                <a:cubicBezTo>
                  <a:pt x="0" y="69982"/>
                  <a:pt x="11502" y="75567"/>
                  <a:pt x="28258" y="75567"/>
                </a:cubicBezTo>
                <a:cubicBezTo>
                  <a:pt x="65718" y="75567"/>
                  <a:pt x="65718" y="47515"/>
                  <a:pt x="65718" y="47350"/>
                </a:cubicBezTo>
                <a:cubicBezTo>
                  <a:pt x="65718" y="41767"/>
                  <a:pt x="62923" y="37332"/>
                  <a:pt x="59145" y="34048"/>
                </a:cubicBezTo>
                <a:cubicBezTo>
                  <a:pt x="54051" y="29614"/>
                  <a:pt x="47809" y="28463"/>
                  <a:pt x="42058" y="27478"/>
                </a:cubicBezTo>
                <a:cubicBezTo>
                  <a:pt x="33023" y="25836"/>
                  <a:pt x="26616" y="24685"/>
                  <a:pt x="26616" y="18606"/>
                </a:cubicBezTo>
                <a:cubicBezTo>
                  <a:pt x="26616" y="18278"/>
                  <a:pt x="26616" y="5916"/>
                  <a:pt x="45016" y="5916"/>
                </a:cubicBezTo>
                <a:cubicBezTo>
                  <a:pt x="48302" y="5916"/>
                  <a:pt x="54216" y="6247"/>
                  <a:pt x="58651" y="9571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4" name="path-882">
            <a:extLst xmlns:a="http://schemas.openxmlformats.org/drawingml/2006/main">
              <a:ext uri="{FF2B5EF4-FFF2-40B4-BE49-F238E27FC236}">
                <a16:creationId xmlns:a16="http://schemas.microsoft.com/office/drawing/2014/main" id="{D9BB6E48-13B0-403F-9CA1-5713246EB9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9380" y="8962307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5" name="path-883">
            <a:extLst xmlns:a="http://schemas.openxmlformats.org/drawingml/2006/main">
              <a:ext uri="{FF2B5EF4-FFF2-40B4-BE49-F238E27FC236}">
                <a16:creationId xmlns:a16="http://schemas.microsoft.com/office/drawing/2014/main" id="{16362B8D-0283-4CA3-A070-2A41BCD70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921" y="9008286"/>
            <a:ext cx="89038" cy="6455"/>
          </a:xfrm>
          <a:custGeom xmlns:a="http://schemas.openxmlformats.org/drawingml/2006/main">
            <a:pathLst>
              <a:path w="77743" h="5636">
                <a:moveTo>
                  <a:pt x="73142" y="5636"/>
                </a:moveTo>
                <a:cubicBezTo>
                  <a:pt x="74983" y="5636"/>
                  <a:pt x="77743" y="5636"/>
                  <a:pt x="77743" y="2876"/>
                </a:cubicBezTo>
                <a:cubicBezTo>
                  <a:pt x="77743" y="0"/>
                  <a:pt x="75097" y="0"/>
                  <a:pt x="73142" y="0"/>
                </a:cubicBezTo>
                <a:lnTo>
                  <a:pt x="4601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6"/>
                  <a:pt x="2646" y="5636"/>
                  <a:pt x="4601" y="5636"/>
                </a:cubicBezTo>
                <a:lnTo>
                  <a:pt x="73142" y="563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6" name="path-884">
            <a:extLst xmlns:a="http://schemas.openxmlformats.org/drawingml/2006/main">
              <a:ext uri="{FF2B5EF4-FFF2-40B4-BE49-F238E27FC236}">
                <a16:creationId xmlns:a16="http://schemas.microsoft.com/office/drawing/2014/main" id="{915A3675-58FB-40F8-BF2E-9B1DAB645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2641" y="8957093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7" name="path-885">
            <a:extLst xmlns:a="http://schemas.openxmlformats.org/drawingml/2006/main">
              <a:ext uri="{FF2B5EF4-FFF2-40B4-BE49-F238E27FC236}">
                <a16:creationId xmlns:a16="http://schemas.microsoft.com/office/drawing/2014/main" id="{1472B582-A3BD-4A2A-8880-9979F5A62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431" y="887520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8" name="path-886">
            <a:extLst xmlns:a="http://schemas.openxmlformats.org/drawingml/2006/main">
              <a:ext uri="{FF2B5EF4-FFF2-40B4-BE49-F238E27FC236}">
                <a16:creationId xmlns:a16="http://schemas.microsoft.com/office/drawing/2014/main" id="{9414A22D-7B23-4103-9439-B279BFA60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8507" y="8743431"/>
            <a:ext cx="49486" cy="451405"/>
          </a:xfrm>
          <a:custGeom xmlns:a="http://schemas.openxmlformats.org/drawingml/2006/main">
            <a:pathLst>
              <a:path w="43209" h="394144">
                <a:moveTo>
                  <a:pt x="34174" y="385106"/>
                </a:moveTo>
                <a:lnTo>
                  <a:pt x="0" y="385106"/>
                </a:lnTo>
                <a:lnTo>
                  <a:pt x="0" y="394144"/>
                </a:lnTo>
                <a:lnTo>
                  <a:pt x="43209" y="394144"/>
                </a:lnTo>
                <a:lnTo>
                  <a:pt x="43209" y="0"/>
                </a:lnTo>
                <a:lnTo>
                  <a:pt x="0" y="0"/>
                </a:lnTo>
                <a:lnTo>
                  <a:pt x="0" y="9035"/>
                </a:lnTo>
                <a:lnTo>
                  <a:pt x="34174" y="9035"/>
                </a:lnTo>
                <a:lnTo>
                  <a:pt x="34174" y="38510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9" name="path-888">
            <a:extLst xmlns:a="http://schemas.openxmlformats.org/drawingml/2006/main">
              <a:ext uri="{FF2B5EF4-FFF2-40B4-BE49-F238E27FC236}">
                <a16:creationId xmlns:a16="http://schemas.microsoft.com/office/drawing/2014/main" id="{A7929E37-3D69-40DD-8CED-57F9FA01B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5751" y="9791985"/>
            <a:ext cx="146764" cy="83055"/>
          </a:xfrm>
          <a:custGeom xmlns:a="http://schemas.openxmlformats.org/drawingml/2006/main">
            <a:pathLst>
              <a:path w="128146" h="72519">
                <a:moveTo>
                  <a:pt x="0" y="1807"/>
                </a:moveTo>
                <a:lnTo>
                  <a:pt x="0" y="6904"/>
                </a:lnTo>
                <a:lnTo>
                  <a:pt x="2464" y="6904"/>
                </a:lnTo>
                <a:cubicBezTo>
                  <a:pt x="7884" y="6904"/>
                  <a:pt x="12813" y="7398"/>
                  <a:pt x="12813" y="15129"/>
                </a:cubicBezTo>
                <a:lnTo>
                  <a:pt x="12813" y="60518"/>
                </a:lnTo>
                <a:cubicBezTo>
                  <a:pt x="12813" y="67262"/>
                  <a:pt x="8213" y="67427"/>
                  <a:pt x="985" y="67427"/>
                </a:cubicBezTo>
                <a:lnTo>
                  <a:pt x="0" y="67427"/>
                </a:lnTo>
                <a:lnTo>
                  <a:pt x="0" y="72519"/>
                </a:lnTo>
                <a:lnTo>
                  <a:pt x="37129" y="72519"/>
                </a:lnTo>
                <a:lnTo>
                  <a:pt x="37129" y="67427"/>
                </a:lnTo>
                <a:lnTo>
                  <a:pt x="32858" y="67427"/>
                </a:lnTo>
                <a:cubicBezTo>
                  <a:pt x="28258" y="67427"/>
                  <a:pt x="24314" y="66768"/>
                  <a:pt x="24314" y="60684"/>
                </a:cubicBezTo>
                <a:lnTo>
                  <a:pt x="24314" y="30586"/>
                </a:lnTo>
                <a:cubicBezTo>
                  <a:pt x="24314" y="18581"/>
                  <a:pt x="30885" y="3615"/>
                  <a:pt x="46658" y="3615"/>
                </a:cubicBezTo>
                <a:cubicBezTo>
                  <a:pt x="57172" y="3615"/>
                  <a:pt x="58322" y="14470"/>
                  <a:pt x="58322" y="22035"/>
                </a:cubicBezTo>
                <a:lnTo>
                  <a:pt x="58322" y="61178"/>
                </a:lnTo>
                <a:cubicBezTo>
                  <a:pt x="58322" y="67099"/>
                  <a:pt x="53394" y="67427"/>
                  <a:pt x="47972" y="67427"/>
                </a:cubicBezTo>
                <a:lnTo>
                  <a:pt x="45507" y="67427"/>
                </a:lnTo>
                <a:lnTo>
                  <a:pt x="45507" y="72519"/>
                </a:lnTo>
                <a:lnTo>
                  <a:pt x="82637" y="72519"/>
                </a:lnTo>
                <a:lnTo>
                  <a:pt x="82637" y="67427"/>
                </a:lnTo>
                <a:lnTo>
                  <a:pt x="78365" y="67427"/>
                </a:lnTo>
                <a:cubicBezTo>
                  <a:pt x="73765" y="67427"/>
                  <a:pt x="69824" y="66768"/>
                  <a:pt x="69824" y="60684"/>
                </a:cubicBezTo>
                <a:lnTo>
                  <a:pt x="69824" y="30586"/>
                </a:lnTo>
                <a:cubicBezTo>
                  <a:pt x="69824" y="18581"/>
                  <a:pt x="76395" y="3615"/>
                  <a:pt x="92165" y="3615"/>
                </a:cubicBezTo>
                <a:cubicBezTo>
                  <a:pt x="102682" y="3615"/>
                  <a:pt x="103830" y="14470"/>
                  <a:pt x="103830" y="22035"/>
                </a:cubicBezTo>
                <a:lnTo>
                  <a:pt x="103830" y="61178"/>
                </a:lnTo>
                <a:cubicBezTo>
                  <a:pt x="103830" y="67099"/>
                  <a:pt x="98901" y="67427"/>
                  <a:pt x="93481" y="67427"/>
                </a:cubicBezTo>
                <a:lnTo>
                  <a:pt x="91017" y="67427"/>
                </a:lnTo>
                <a:lnTo>
                  <a:pt x="91017" y="72519"/>
                </a:lnTo>
                <a:lnTo>
                  <a:pt x="128146" y="72519"/>
                </a:lnTo>
                <a:lnTo>
                  <a:pt x="128146" y="67427"/>
                </a:lnTo>
                <a:lnTo>
                  <a:pt x="124697" y="67427"/>
                </a:lnTo>
                <a:cubicBezTo>
                  <a:pt x="119766" y="67427"/>
                  <a:pt x="115331" y="66934"/>
                  <a:pt x="115331" y="61178"/>
                </a:cubicBezTo>
                <a:lnTo>
                  <a:pt x="115331" y="24008"/>
                </a:lnTo>
                <a:cubicBezTo>
                  <a:pt x="115331" y="17924"/>
                  <a:pt x="115003" y="12497"/>
                  <a:pt x="111060" y="6904"/>
                </a:cubicBezTo>
                <a:cubicBezTo>
                  <a:pt x="106788" y="1479"/>
                  <a:pt x="99724" y="0"/>
                  <a:pt x="93153" y="0"/>
                </a:cubicBezTo>
                <a:cubicBezTo>
                  <a:pt x="82474" y="0"/>
                  <a:pt x="73765" y="6247"/>
                  <a:pt x="69330" y="15786"/>
                </a:cubicBezTo>
                <a:cubicBezTo>
                  <a:pt x="66209" y="4109"/>
                  <a:pt x="58816" y="0"/>
                  <a:pt x="47480" y="0"/>
                </a:cubicBezTo>
                <a:cubicBezTo>
                  <a:pt x="36964" y="0"/>
                  <a:pt x="26944" y="6576"/>
                  <a:pt x="23492" y="16774"/>
                </a:cubicBezTo>
                <a:lnTo>
                  <a:pt x="23329" y="0"/>
                </a:lnTo>
                <a:lnTo>
                  <a:pt x="0" y="1807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0" name="path-889">
            <a:extLst xmlns:a="http://schemas.openxmlformats.org/drawingml/2006/main">
              <a:ext uri="{FF2B5EF4-FFF2-40B4-BE49-F238E27FC236}">
                <a16:creationId xmlns:a16="http://schemas.microsoft.com/office/drawing/2014/main" id="{138F8D87-9D75-4C9F-A3FC-461A9A2A6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2693" y="9749169"/>
            <a:ext cx="40453" cy="125871"/>
          </a:xfrm>
          <a:custGeom xmlns:a="http://schemas.openxmlformats.org/drawingml/2006/main">
            <a:pathLst>
              <a:path w="35322" h="109904">
                <a:moveTo>
                  <a:pt x="657" y="39330"/>
                </a:moveTo>
                <a:lnTo>
                  <a:pt x="657" y="44417"/>
                </a:lnTo>
                <a:lnTo>
                  <a:pt x="3780" y="44417"/>
                </a:lnTo>
                <a:cubicBezTo>
                  <a:pt x="8543" y="44417"/>
                  <a:pt x="12815" y="45074"/>
                  <a:pt x="12815" y="52624"/>
                </a:cubicBezTo>
                <a:lnTo>
                  <a:pt x="12815" y="98084"/>
                </a:lnTo>
                <a:cubicBezTo>
                  <a:pt x="12815" y="103827"/>
                  <a:pt x="9857" y="104812"/>
                  <a:pt x="0" y="104812"/>
                </a:cubicBezTo>
                <a:lnTo>
                  <a:pt x="0" y="109904"/>
                </a:lnTo>
                <a:lnTo>
                  <a:pt x="35322" y="109904"/>
                </a:lnTo>
                <a:lnTo>
                  <a:pt x="35322" y="104812"/>
                </a:lnTo>
                <a:lnTo>
                  <a:pt x="32038" y="104812"/>
                </a:lnTo>
                <a:cubicBezTo>
                  <a:pt x="27766" y="104812"/>
                  <a:pt x="23823" y="104319"/>
                  <a:pt x="23823" y="99069"/>
                </a:cubicBezTo>
                <a:lnTo>
                  <a:pt x="23823" y="37523"/>
                </a:lnTo>
                <a:lnTo>
                  <a:pt x="657" y="39330"/>
                </a:lnTo>
                <a:moveTo>
                  <a:pt x="14457" y="163"/>
                </a:moveTo>
                <a:cubicBezTo>
                  <a:pt x="10351" y="664"/>
                  <a:pt x="7064" y="4289"/>
                  <a:pt x="7064" y="8741"/>
                </a:cubicBezTo>
                <a:cubicBezTo>
                  <a:pt x="7064" y="13522"/>
                  <a:pt x="11173" y="17480"/>
                  <a:pt x="15773" y="17480"/>
                </a:cubicBezTo>
                <a:cubicBezTo>
                  <a:pt x="20208" y="17480"/>
                  <a:pt x="24480" y="13853"/>
                  <a:pt x="24480" y="8741"/>
                </a:cubicBezTo>
                <a:cubicBezTo>
                  <a:pt x="24480" y="3961"/>
                  <a:pt x="20373" y="3"/>
                  <a:pt x="15773" y="3"/>
                </a:cubicBezTo>
                <a:cubicBezTo>
                  <a:pt x="15279" y="0"/>
                  <a:pt x="14951" y="163"/>
                  <a:pt x="14457" y="163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1" name="path-890">
            <a:extLst xmlns:a="http://schemas.openxmlformats.org/drawingml/2006/main">
              <a:ext uri="{FF2B5EF4-FFF2-40B4-BE49-F238E27FC236}">
                <a16:creationId xmlns:a16="http://schemas.microsoft.com/office/drawing/2014/main" id="{2F13D561-AD9E-4499-BF7A-9FE967138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34833" y="9791985"/>
            <a:ext cx="94456" cy="83055"/>
          </a:xfrm>
          <a:custGeom xmlns:a="http://schemas.openxmlformats.org/drawingml/2006/main">
            <a:pathLst>
              <a:path w="82474" h="72519">
                <a:moveTo>
                  <a:pt x="0" y="1807"/>
                </a:moveTo>
                <a:lnTo>
                  <a:pt x="0" y="6904"/>
                </a:lnTo>
                <a:lnTo>
                  <a:pt x="2464" y="6904"/>
                </a:lnTo>
                <a:cubicBezTo>
                  <a:pt x="7884" y="6904"/>
                  <a:pt x="12813" y="7398"/>
                  <a:pt x="12813" y="15129"/>
                </a:cubicBezTo>
                <a:lnTo>
                  <a:pt x="12813" y="60518"/>
                </a:lnTo>
                <a:cubicBezTo>
                  <a:pt x="12813" y="67262"/>
                  <a:pt x="8213" y="67427"/>
                  <a:pt x="985" y="67427"/>
                </a:cubicBezTo>
                <a:lnTo>
                  <a:pt x="0" y="67427"/>
                </a:lnTo>
                <a:lnTo>
                  <a:pt x="0" y="72519"/>
                </a:lnTo>
                <a:lnTo>
                  <a:pt x="37129" y="72519"/>
                </a:lnTo>
                <a:lnTo>
                  <a:pt x="37129" y="67427"/>
                </a:lnTo>
                <a:lnTo>
                  <a:pt x="32858" y="67427"/>
                </a:lnTo>
                <a:cubicBezTo>
                  <a:pt x="28258" y="67427"/>
                  <a:pt x="24314" y="66768"/>
                  <a:pt x="24314" y="60684"/>
                </a:cubicBezTo>
                <a:lnTo>
                  <a:pt x="24314" y="30586"/>
                </a:lnTo>
                <a:cubicBezTo>
                  <a:pt x="24314" y="18746"/>
                  <a:pt x="30393" y="3615"/>
                  <a:pt x="46658" y="3615"/>
                </a:cubicBezTo>
                <a:cubicBezTo>
                  <a:pt x="57172" y="3615"/>
                  <a:pt x="58157" y="14964"/>
                  <a:pt x="58157" y="22035"/>
                </a:cubicBezTo>
                <a:lnTo>
                  <a:pt x="58157" y="61343"/>
                </a:lnTo>
                <a:cubicBezTo>
                  <a:pt x="58157" y="66934"/>
                  <a:pt x="53394" y="67427"/>
                  <a:pt x="48300" y="67427"/>
                </a:cubicBezTo>
                <a:lnTo>
                  <a:pt x="45344" y="67427"/>
                </a:lnTo>
                <a:lnTo>
                  <a:pt x="45344" y="72519"/>
                </a:lnTo>
                <a:lnTo>
                  <a:pt x="82474" y="72519"/>
                </a:lnTo>
                <a:lnTo>
                  <a:pt x="82474" y="67427"/>
                </a:lnTo>
                <a:lnTo>
                  <a:pt x="78365" y="67427"/>
                </a:lnTo>
                <a:cubicBezTo>
                  <a:pt x="73930" y="67427"/>
                  <a:pt x="69659" y="66768"/>
                  <a:pt x="69659" y="61178"/>
                </a:cubicBezTo>
                <a:lnTo>
                  <a:pt x="69659" y="25162"/>
                </a:lnTo>
                <a:cubicBezTo>
                  <a:pt x="69659" y="19734"/>
                  <a:pt x="69493" y="14141"/>
                  <a:pt x="66866" y="9208"/>
                </a:cubicBezTo>
                <a:cubicBezTo>
                  <a:pt x="63088" y="1973"/>
                  <a:pt x="54708" y="0"/>
                  <a:pt x="47152" y="0"/>
                </a:cubicBezTo>
                <a:cubicBezTo>
                  <a:pt x="37129" y="0"/>
                  <a:pt x="26778" y="6904"/>
                  <a:pt x="23492" y="16774"/>
                </a:cubicBezTo>
                <a:lnTo>
                  <a:pt x="23329" y="0"/>
                </a:lnTo>
                <a:lnTo>
                  <a:pt x="0" y="1807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2" name="path-891">
            <a:extLst xmlns:a="http://schemas.openxmlformats.org/drawingml/2006/main">
              <a:ext uri="{FF2B5EF4-FFF2-40B4-BE49-F238E27FC236}">
                <a16:creationId xmlns:a16="http://schemas.microsoft.com/office/drawing/2014/main" id="{0C236374-F137-4F44-890F-A64EB3EFD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9467" y="9749169"/>
            <a:ext cx="40453" cy="125871"/>
          </a:xfrm>
          <a:custGeom xmlns:a="http://schemas.openxmlformats.org/drawingml/2006/main">
            <a:pathLst>
              <a:path w="35322" h="109904">
                <a:moveTo>
                  <a:pt x="657" y="39330"/>
                </a:moveTo>
                <a:lnTo>
                  <a:pt x="657" y="44417"/>
                </a:lnTo>
                <a:lnTo>
                  <a:pt x="3780" y="44417"/>
                </a:lnTo>
                <a:cubicBezTo>
                  <a:pt x="8543" y="44417"/>
                  <a:pt x="12815" y="45074"/>
                  <a:pt x="12815" y="52624"/>
                </a:cubicBezTo>
                <a:lnTo>
                  <a:pt x="12815" y="98084"/>
                </a:lnTo>
                <a:cubicBezTo>
                  <a:pt x="12815" y="103827"/>
                  <a:pt x="9857" y="104812"/>
                  <a:pt x="0" y="104812"/>
                </a:cubicBezTo>
                <a:lnTo>
                  <a:pt x="0" y="109904"/>
                </a:lnTo>
                <a:lnTo>
                  <a:pt x="35322" y="109904"/>
                </a:lnTo>
                <a:lnTo>
                  <a:pt x="35322" y="104812"/>
                </a:lnTo>
                <a:lnTo>
                  <a:pt x="32038" y="104812"/>
                </a:lnTo>
                <a:cubicBezTo>
                  <a:pt x="27766" y="104812"/>
                  <a:pt x="23823" y="104319"/>
                  <a:pt x="23823" y="99069"/>
                </a:cubicBezTo>
                <a:lnTo>
                  <a:pt x="23823" y="37523"/>
                </a:lnTo>
                <a:lnTo>
                  <a:pt x="657" y="39330"/>
                </a:lnTo>
                <a:moveTo>
                  <a:pt x="14457" y="163"/>
                </a:moveTo>
                <a:cubicBezTo>
                  <a:pt x="10351" y="664"/>
                  <a:pt x="7064" y="4289"/>
                  <a:pt x="7064" y="8741"/>
                </a:cubicBezTo>
                <a:cubicBezTo>
                  <a:pt x="7064" y="13522"/>
                  <a:pt x="11173" y="17480"/>
                  <a:pt x="15773" y="17480"/>
                </a:cubicBezTo>
                <a:cubicBezTo>
                  <a:pt x="20208" y="17480"/>
                  <a:pt x="24480" y="13853"/>
                  <a:pt x="24480" y="8741"/>
                </a:cubicBezTo>
                <a:cubicBezTo>
                  <a:pt x="24480" y="3961"/>
                  <a:pt x="20373" y="3"/>
                  <a:pt x="15773" y="3"/>
                </a:cubicBezTo>
                <a:cubicBezTo>
                  <a:pt x="15279" y="0"/>
                  <a:pt x="14951" y="163"/>
                  <a:pt x="14457" y="163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3" name="path-892">
            <a:extLst xmlns:a="http://schemas.openxmlformats.org/drawingml/2006/main">
              <a:ext uri="{FF2B5EF4-FFF2-40B4-BE49-F238E27FC236}">
                <a16:creationId xmlns:a16="http://schemas.microsoft.com/office/drawing/2014/main" id="{99FED0EF-0288-42D5-9E8B-AFBCFB6C6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1607" y="9791985"/>
            <a:ext cx="146764" cy="83055"/>
          </a:xfrm>
          <a:custGeom xmlns:a="http://schemas.openxmlformats.org/drawingml/2006/main">
            <a:pathLst>
              <a:path w="128146" h="72519">
                <a:moveTo>
                  <a:pt x="0" y="1807"/>
                </a:moveTo>
                <a:lnTo>
                  <a:pt x="0" y="6904"/>
                </a:lnTo>
                <a:lnTo>
                  <a:pt x="2464" y="6904"/>
                </a:lnTo>
                <a:cubicBezTo>
                  <a:pt x="7884" y="6904"/>
                  <a:pt x="12813" y="7398"/>
                  <a:pt x="12813" y="15129"/>
                </a:cubicBezTo>
                <a:lnTo>
                  <a:pt x="12813" y="60518"/>
                </a:lnTo>
                <a:cubicBezTo>
                  <a:pt x="12813" y="67262"/>
                  <a:pt x="8213" y="67427"/>
                  <a:pt x="985" y="67427"/>
                </a:cubicBezTo>
                <a:lnTo>
                  <a:pt x="0" y="67427"/>
                </a:lnTo>
                <a:lnTo>
                  <a:pt x="0" y="72519"/>
                </a:lnTo>
                <a:lnTo>
                  <a:pt x="37129" y="72519"/>
                </a:lnTo>
                <a:lnTo>
                  <a:pt x="37129" y="67427"/>
                </a:lnTo>
                <a:lnTo>
                  <a:pt x="32858" y="67427"/>
                </a:lnTo>
                <a:cubicBezTo>
                  <a:pt x="28258" y="67427"/>
                  <a:pt x="24314" y="66768"/>
                  <a:pt x="24314" y="60684"/>
                </a:cubicBezTo>
                <a:lnTo>
                  <a:pt x="24314" y="30586"/>
                </a:lnTo>
                <a:cubicBezTo>
                  <a:pt x="24314" y="18581"/>
                  <a:pt x="30885" y="3615"/>
                  <a:pt x="46658" y="3615"/>
                </a:cubicBezTo>
                <a:cubicBezTo>
                  <a:pt x="57172" y="3615"/>
                  <a:pt x="58322" y="14470"/>
                  <a:pt x="58322" y="22035"/>
                </a:cubicBezTo>
                <a:lnTo>
                  <a:pt x="58322" y="61178"/>
                </a:lnTo>
                <a:cubicBezTo>
                  <a:pt x="58322" y="67099"/>
                  <a:pt x="53394" y="67427"/>
                  <a:pt x="47972" y="67427"/>
                </a:cubicBezTo>
                <a:lnTo>
                  <a:pt x="45507" y="67427"/>
                </a:lnTo>
                <a:lnTo>
                  <a:pt x="45507" y="72519"/>
                </a:lnTo>
                <a:lnTo>
                  <a:pt x="82637" y="72519"/>
                </a:lnTo>
                <a:lnTo>
                  <a:pt x="82637" y="67427"/>
                </a:lnTo>
                <a:lnTo>
                  <a:pt x="78365" y="67427"/>
                </a:lnTo>
                <a:cubicBezTo>
                  <a:pt x="73765" y="67427"/>
                  <a:pt x="69824" y="66768"/>
                  <a:pt x="69824" y="60684"/>
                </a:cubicBezTo>
                <a:lnTo>
                  <a:pt x="69824" y="30586"/>
                </a:lnTo>
                <a:cubicBezTo>
                  <a:pt x="69824" y="18581"/>
                  <a:pt x="76395" y="3615"/>
                  <a:pt x="92165" y="3615"/>
                </a:cubicBezTo>
                <a:cubicBezTo>
                  <a:pt x="102682" y="3615"/>
                  <a:pt x="103830" y="14470"/>
                  <a:pt x="103830" y="22035"/>
                </a:cubicBezTo>
                <a:lnTo>
                  <a:pt x="103830" y="61178"/>
                </a:lnTo>
                <a:cubicBezTo>
                  <a:pt x="103830" y="67099"/>
                  <a:pt x="98901" y="67427"/>
                  <a:pt x="93481" y="67427"/>
                </a:cubicBezTo>
                <a:lnTo>
                  <a:pt x="91017" y="67427"/>
                </a:lnTo>
                <a:lnTo>
                  <a:pt x="91017" y="72519"/>
                </a:lnTo>
                <a:lnTo>
                  <a:pt x="128146" y="72519"/>
                </a:lnTo>
                <a:lnTo>
                  <a:pt x="128146" y="67427"/>
                </a:lnTo>
                <a:lnTo>
                  <a:pt x="124697" y="67427"/>
                </a:lnTo>
                <a:cubicBezTo>
                  <a:pt x="119766" y="67427"/>
                  <a:pt x="115331" y="66934"/>
                  <a:pt x="115331" y="61178"/>
                </a:cubicBezTo>
                <a:lnTo>
                  <a:pt x="115331" y="24008"/>
                </a:lnTo>
                <a:cubicBezTo>
                  <a:pt x="115331" y="17924"/>
                  <a:pt x="115003" y="12497"/>
                  <a:pt x="111060" y="6904"/>
                </a:cubicBezTo>
                <a:cubicBezTo>
                  <a:pt x="106788" y="1479"/>
                  <a:pt x="99724" y="0"/>
                  <a:pt x="93153" y="0"/>
                </a:cubicBezTo>
                <a:cubicBezTo>
                  <a:pt x="82474" y="0"/>
                  <a:pt x="73765" y="6247"/>
                  <a:pt x="69330" y="15786"/>
                </a:cubicBezTo>
                <a:cubicBezTo>
                  <a:pt x="66209" y="4109"/>
                  <a:pt x="58816" y="0"/>
                  <a:pt x="47480" y="0"/>
                </a:cubicBezTo>
                <a:cubicBezTo>
                  <a:pt x="36964" y="0"/>
                  <a:pt x="26944" y="6576"/>
                  <a:pt x="23492" y="16774"/>
                </a:cubicBezTo>
                <a:lnTo>
                  <a:pt x="23329" y="0"/>
                </a:lnTo>
                <a:lnTo>
                  <a:pt x="0" y="1807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4" name="path-893">
            <a:extLst xmlns:a="http://schemas.openxmlformats.org/drawingml/2006/main">
              <a:ext uri="{FF2B5EF4-FFF2-40B4-BE49-F238E27FC236}">
                <a16:creationId xmlns:a16="http://schemas.microsoft.com/office/drawing/2014/main" id="{C712ED69-42DA-4ED1-B53C-181D0BF40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8549" y="9749169"/>
            <a:ext cx="40453" cy="125871"/>
          </a:xfrm>
          <a:custGeom xmlns:a="http://schemas.openxmlformats.org/drawingml/2006/main">
            <a:pathLst>
              <a:path w="35322" h="109904">
                <a:moveTo>
                  <a:pt x="657" y="39330"/>
                </a:moveTo>
                <a:lnTo>
                  <a:pt x="657" y="44417"/>
                </a:lnTo>
                <a:lnTo>
                  <a:pt x="3780" y="44417"/>
                </a:lnTo>
                <a:cubicBezTo>
                  <a:pt x="8543" y="44417"/>
                  <a:pt x="12815" y="45074"/>
                  <a:pt x="12815" y="52624"/>
                </a:cubicBezTo>
                <a:lnTo>
                  <a:pt x="12815" y="98084"/>
                </a:lnTo>
                <a:cubicBezTo>
                  <a:pt x="12815" y="103827"/>
                  <a:pt x="9857" y="104812"/>
                  <a:pt x="0" y="104812"/>
                </a:cubicBezTo>
                <a:lnTo>
                  <a:pt x="0" y="109904"/>
                </a:lnTo>
                <a:lnTo>
                  <a:pt x="35322" y="109904"/>
                </a:lnTo>
                <a:lnTo>
                  <a:pt x="35322" y="104812"/>
                </a:lnTo>
                <a:lnTo>
                  <a:pt x="32038" y="104812"/>
                </a:lnTo>
                <a:cubicBezTo>
                  <a:pt x="27766" y="104812"/>
                  <a:pt x="23823" y="104319"/>
                  <a:pt x="23823" y="99069"/>
                </a:cubicBezTo>
                <a:lnTo>
                  <a:pt x="23823" y="37523"/>
                </a:lnTo>
                <a:lnTo>
                  <a:pt x="657" y="39330"/>
                </a:lnTo>
                <a:moveTo>
                  <a:pt x="14457" y="163"/>
                </a:moveTo>
                <a:cubicBezTo>
                  <a:pt x="10351" y="664"/>
                  <a:pt x="7064" y="4289"/>
                  <a:pt x="7064" y="8741"/>
                </a:cubicBezTo>
                <a:cubicBezTo>
                  <a:pt x="7064" y="13522"/>
                  <a:pt x="11173" y="17480"/>
                  <a:pt x="15773" y="17480"/>
                </a:cubicBezTo>
                <a:cubicBezTo>
                  <a:pt x="20208" y="17480"/>
                  <a:pt x="24480" y="13853"/>
                  <a:pt x="24480" y="8741"/>
                </a:cubicBezTo>
                <a:cubicBezTo>
                  <a:pt x="24480" y="3961"/>
                  <a:pt x="20373" y="3"/>
                  <a:pt x="15773" y="3"/>
                </a:cubicBezTo>
                <a:cubicBezTo>
                  <a:pt x="15279" y="0"/>
                  <a:pt x="14951" y="163"/>
                  <a:pt x="14457" y="163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5" name="path-894">
            <a:extLst xmlns:a="http://schemas.openxmlformats.org/drawingml/2006/main">
              <a:ext uri="{FF2B5EF4-FFF2-40B4-BE49-F238E27FC236}">
                <a16:creationId xmlns:a16="http://schemas.microsoft.com/office/drawing/2014/main" id="{C67257C9-EDCC-4836-B01E-0ADE034BE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9937" y="9794190"/>
            <a:ext cx="70181" cy="80850"/>
          </a:xfrm>
          <a:custGeom xmlns:a="http://schemas.openxmlformats.org/drawingml/2006/main">
            <a:pathLst>
              <a:path w="61278" h="70594">
                <a:moveTo>
                  <a:pt x="4106" y="0"/>
                </a:moveTo>
                <a:lnTo>
                  <a:pt x="2299" y="26432"/>
                </a:lnTo>
                <a:lnTo>
                  <a:pt x="6405" y="26432"/>
                </a:lnTo>
                <a:cubicBezTo>
                  <a:pt x="6733" y="20689"/>
                  <a:pt x="7064" y="13958"/>
                  <a:pt x="10677" y="9361"/>
                </a:cubicBezTo>
                <a:cubicBezTo>
                  <a:pt x="14620" y="4109"/>
                  <a:pt x="22341" y="3615"/>
                  <a:pt x="28914" y="3615"/>
                </a:cubicBezTo>
                <a:lnTo>
                  <a:pt x="47149" y="3615"/>
                </a:lnTo>
                <a:cubicBezTo>
                  <a:pt x="31707" y="23479"/>
                  <a:pt x="16921" y="44490"/>
                  <a:pt x="1805" y="64682"/>
                </a:cubicBezTo>
                <a:cubicBezTo>
                  <a:pt x="985" y="65668"/>
                  <a:pt x="0" y="67144"/>
                  <a:pt x="0" y="68460"/>
                </a:cubicBezTo>
                <a:cubicBezTo>
                  <a:pt x="0" y="70102"/>
                  <a:pt x="1148" y="70594"/>
                  <a:pt x="2793" y="70594"/>
                </a:cubicBezTo>
                <a:lnTo>
                  <a:pt x="58485" y="70594"/>
                </a:lnTo>
                <a:lnTo>
                  <a:pt x="61278" y="39894"/>
                </a:lnTo>
                <a:lnTo>
                  <a:pt x="57172" y="39894"/>
                </a:lnTo>
                <a:cubicBezTo>
                  <a:pt x="56021" y="51058"/>
                  <a:pt x="55201" y="64517"/>
                  <a:pt x="39428" y="66159"/>
                </a:cubicBezTo>
                <a:cubicBezTo>
                  <a:pt x="35650" y="66487"/>
                  <a:pt x="32035" y="66487"/>
                  <a:pt x="28258" y="66487"/>
                </a:cubicBezTo>
                <a:lnTo>
                  <a:pt x="13963" y="66487"/>
                </a:lnTo>
                <a:cubicBezTo>
                  <a:pt x="25956" y="50072"/>
                  <a:pt x="38115" y="33657"/>
                  <a:pt x="50273" y="17405"/>
                </a:cubicBezTo>
                <a:cubicBezTo>
                  <a:pt x="53885" y="12645"/>
                  <a:pt x="60950" y="4766"/>
                  <a:pt x="60950" y="1973"/>
                </a:cubicBezTo>
                <a:cubicBezTo>
                  <a:pt x="60950" y="494"/>
                  <a:pt x="59636" y="0"/>
                  <a:pt x="58322" y="0"/>
                </a:cubicBezTo>
                <a:lnTo>
                  <a:pt x="4106" y="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6" name="path-895">
            <a:extLst xmlns:a="http://schemas.openxmlformats.org/drawingml/2006/main">
              <a:ext uri="{FF2B5EF4-FFF2-40B4-BE49-F238E27FC236}">
                <a16:creationId xmlns:a16="http://schemas.microsoft.com/office/drawing/2014/main" id="{4F7BD56E-D4EC-41D0-9225-B3D7B44BC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3498" y="9790882"/>
            <a:ext cx="73006" cy="86178"/>
          </a:xfrm>
          <a:custGeom xmlns:a="http://schemas.openxmlformats.org/drawingml/2006/main">
            <a:pathLst>
              <a:path w="63745" h="75246">
                <a:moveTo>
                  <a:pt x="13800" y="35457"/>
                </a:moveTo>
                <a:lnTo>
                  <a:pt x="61115" y="35457"/>
                </a:lnTo>
                <a:cubicBezTo>
                  <a:pt x="62923" y="35457"/>
                  <a:pt x="63745" y="34309"/>
                  <a:pt x="63745" y="32502"/>
                </a:cubicBezTo>
                <a:cubicBezTo>
                  <a:pt x="63745" y="15104"/>
                  <a:pt x="53066" y="0"/>
                  <a:pt x="34665" y="0"/>
                </a:cubicBezTo>
                <a:cubicBezTo>
                  <a:pt x="14457" y="0"/>
                  <a:pt x="0" y="17894"/>
                  <a:pt x="0" y="37433"/>
                </a:cubicBezTo>
                <a:cubicBezTo>
                  <a:pt x="0" y="52559"/>
                  <a:pt x="8378" y="66044"/>
                  <a:pt x="22835" y="72619"/>
                </a:cubicBezTo>
                <a:cubicBezTo>
                  <a:pt x="26613" y="74261"/>
                  <a:pt x="31050" y="75246"/>
                  <a:pt x="35156" y="75246"/>
                </a:cubicBezTo>
                <a:lnTo>
                  <a:pt x="35650" y="75246"/>
                </a:lnTo>
                <a:cubicBezTo>
                  <a:pt x="48300" y="75246"/>
                  <a:pt x="58814" y="68180"/>
                  <a:pt x="63251" y="55520"/>
                </a:cubicBezTo>
                <a:cubicBezTo>
                  <a:pt x="63414" y="55026"/>
                  <a:pt x="63414" y="54369"/>
                  <a:pt x="63414" y="53875"/>
                </a:cubicBezTo>
                <a:cubicBezTo>
                  <a:pt x="63414" y="52725"/>
                  <a:pt x="62757" y="51902"/>
                  <a:pt x="61609" y="51902"/>
                </a:cubicBezTo>
                <a:cubicBezTo>
                  <a:pt x="59145" y="51902"/>
                  <a:pt x="58157" y="57327"/>
                  <a:pt x="57172" y="59137"/>
                </a:cubicBezTo>
                <a:cubicBezTo>
                  <a:pt x="53066" y="66372"/>
                  <a:pt x="45179" y="71140"/>
                  <a:pt x="36635" y="71140"/>
                </a:cubicBezTo>
                <a:cubicBezTo>
                  <a:pt x="30556" y="71140"/>
                  <a:pt x="25299" y="67688"/>
                  <a:pt x="20865" y="63248"/>
                </a:cubicBezTo>
                <a:cubicBezTo>
                  <a:pt x="14292" y="55683"/>
                  <a:pt x="13800" y="44996"/>
                  <a:pt x="13800" y="35457"/>
                </a:cubicBezTo>
                <a:moveTo>
                  <a:pt x="13963" y="32008"/>
                </a:moveTo>
                <a:cubicBezTo>
                  <a:pt x="13963" y="19371"/>
                  <a:pt x="20699" y="3615"/>
                  <a:pt x="34171" y="3615"/>
                </a:cubicBezTo>
                <a:lnTo>
                  <a:pt x="34993" y="3615"/>
                </a:lnTo>
                <a:cubicBezTo>
                  <a:pt x="51093" y="5094"/>
                  <a:pt x="50930" y="22161"/>
                  <a:pt x="52572" y="32008"/>
                </a:cubicBezTo>
                <a:lnTo>
                  <a:pt x="13963" y="32008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7" name="path-896">
            <a:extLst xmlns:a="http://schemas.openxmlformats.org/drawingml/2006/main">
              <a:ext uri="{FF2B5EF4-FFF2-40B4-BE49-F238E27FC236}">
                <a16:creationId xmlns:a16="http://schemas.microsoft.com/office/drawing/2014/main" id="{A64448D2-FA90-429B-BFBD-BC09D5824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0126" y="9906681"/>
            <a:ext cx="102998" cy="92481"/>
          </a:xfrm>
          <a:custGeom xmlns:a="http://schemas.openxmlformats.org/drawingml/2006/main">
            <a:pathLst>
              <a:path w="89932" h="80749">
                <a:moveTo>
                  <a:pt x="73142" y="13673"/>
                </a:moveTo>
                <a:cubicBezTo>
                  <a:pt x="77398" y="7472"/>
                  <a:pt x="81077" y="4601"/>
                  <a:pt x="87288" y="4141"/>
                </a:cubicBezTo>
                <a:cubicBezTo>
                  <a:pt x="88667" y="4026"/>
                  <a:pt x="89932" y="3911"/>
                  <a:pt x="89932" y="1611"/>
                </a:cubicBezTo>
                <a:cubicBezTo>
                  <a:pt x="89932" y="1265"/>
                  <a:pt x="89702" y="0"/>
                  <a:pt x="88323" y="0"/>
                </a:cubicBezTo>
                <a:cubicBezTo>
                  <a:pt x="85563" y="0"/>
                  <a:pt x="81997" y="462"/>
                  <a:pt x="79123" y="462"/>
                </a:cubicBezTo>
                <a:cubicBezTo>
                  <a:pt x="75443" y="462"/>
                  <a:pt x="70612" y="0"/>
                  <a:pt x="67162" y="0"/>
                </a:cubicBezTo>
                <a:cubicBezTo>
                  <a:pt x="66126" y="0"/>
                  <a:pt x="64861" y="346"/>
                  <a:pt x="64861" y="2530"/>
                </a:cubicBezTo>
                <a:cubicBezTo>
                  <a:pt x="64861" y="4026"/>
                  <a:pt x="66472" y="4141"/>
                  <a:pt x="66932" y="4141"/>
                </a:cubicBezTo>
                <a:cubicBezTo>
                  <a:pt x="70612" y="4371"/>
                  <a:pt x="71647" y="5749"/>
                  <a:pt x="71647" y="7472"/>
                </a:cubicBezTo>
                <a:cubicBezTo>
                  <a:pt x="71647" y="9079"/>
                  <a:pt x="70842" y="10229"/>
                  <a:pt x="69576" y="12066"/>
                </a:cubicBezTo>
                <a:lnTo>
                  <a:pt x="31855" y="67653"/>
                </a:lnTo>
                <a:lnTo>
                  <a:pt x="21391" y="8965"/>
                </a:lnTo>
                <a:cubicBezTo>
                  <a:pt x="21161" y="7932"/>
                  <a:pt x="21161" y="7702"/>
                  <a:pt x="21161" y="7242"/>
                </a:cubicBezTo>
                <a:cubicBezTo>
                  <a:pt x="21161" y="4141"/>
                  <a:pt x="27601" y="4141"/>
                  <a:pt x="28405" y="4141"/>
                </a:cubicBezTo>
                <a:cubicBezTo>
                  <a:pt x="30360" y="4141"/>
                  <a:pt x="31855" y="4141"/>
                  <a:pt x="31855" y="1611"/>
                </a:cubicBezTo>
                <a:cubicBezTo>
                  <a:pt x="31855" y="1495"/>
                  <a:pt x="31741" y="0"/>
                  <a:pt x="29900" y="0"/>
                </a:cubicBezTo>
                <a:cubicBezTo>
                  <a:pt x="26566" y="0"/>
                  <a:pt x="18401" y="462"/>
                  <a:pt x="15065" y="462"/>
                </a:cubicBezTo>
                <a:cubicBezTo>
                  <a:pt x="12191" y="462"/>
                  <a:pt x="5175" y="0"/>
                  <a:pt x="2301" y="0"/>
                </a:cubicBezTo>
                <a:cubicBezTo>
                  <a:pt x="1265" y="0"/>
                  <a:pt x="0" y="346"/>
                  <a:pt x="0" y="2530"/>
                </a:cubicBezTo>
                <a:cubicBezTo>
                  <a:pt x="0" y="4141"/>
                  <a:pt x="1609" y="4141"/>
                  <a:pt x="2874" y="4141"/>
                </a:cubicBezTo>
                <a:cubicBezTo>
                  <a:pt x="9315" y="4141"/>
                  <a:pt x="9430" y="4831"/>
                  <a:pt x="10004" y="7816"/>
                </a:cubicBezTo>
                <a:lnTo>
                  <a:pt x="22541" y="77647"/>
                </a:lnTo>
                <a:cubicBezTo>
                  <a:pt x="23000" y="80060"/>
                  <a:pt x="23116" y="80749"/>
                  <a:pt x="25301" y="80749"/>
                </a:cubicBezTo>
                <a:cubicBezTo>
                  <a:pt x="27486" y="80749"/>
                  <a:pt x="28061" y="79946"/>
                  <a:pt x="29211" y="78221"/>
                </a:cubicBezTo>
                <a:lnTo>
                  <a:pt x="73142" y="1367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8" name="path-897">
            <a:extLst xmlns:a="http://schemas.openxmlformats.org/drawingml/2006/main">
              <a:ext uri="{FF2B5EF4-FFF2-40B4-BE49-F238E27FC236}">
                <a16:creationId xmlns:a16="http://schemas.microsoft.com/office/drawing/2014/main" id="{85B47F9D-D12E-47B4-A7A6-DA6521ECE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7672" y="9917146"/>
            <a:ext cx="75640" cy="42814"/>
          </a:xfrm>
          <a:custGeom xmlns:a="http://schemas.openxmlformats.org/drawingml/2006/main">
            <a:pathLst>
              <a:path w="66045" h="37383">
                <a:moveTo>
                  <a:pt x="59637" y="9366"/>
                </a:moveTo>
                <a:cubicBezTo>
                  <a:pt x="65798" y="9366"/>
                  <a:pt x="66045" y="4601"/>
                  <a:pt x="66045" y="3943"/>
                </a:cubicBezTo>
                <a:cubicBezTo>
                  <a:pt x="66045" y="0"/>
                  <a:pt x="62347" y="0"/>
                  <a:pt x="61034" y="0"/>
                </a:cubicBezTo>
                <a:lnTo>
                  <a:pt x="19550" y="0"/>
                </a:lnTo>
                <a:cubicBezTo>
                  <a:pt x="17742" y="0"/>
                  <a:pt x="13225" y="0"/>
                  <a:pt x="7064" y="4272"/>
                </a:cubicBezTo>
                <a:cubicBezTo>
                  <a:pt x="5668" y="5258"/>
                  <a:pt x="0" y="9858"/>
                  <a:pt x="0" y="11584"/>
                </a:cubicBezTo>
                <a:cubicBezTo>
                  <a:pt x="0" y="13392"/>
                  <a:pt x="1396" y="13392"/>
                  <a:pt x="3449" y="13392"/>
                </a:cubicBezTo>
                <a:cubicBezTo>
                  <a:pt x="5668" y="13392"/>
                  <a:pt x="5750" y="13309"/>
                  <a:pt x="6571" y="12569"/>
                </a:cubicBezTo>
                <a:cubicBezTo>
                  <a:pt x="7968" y="11255"/>
                  <a:pt x="9857" y="9366"/>
                  <a:pt x="17168" y="9366"/>
                </a:cubicBezTo>
                <a:lnTo>
                  <a:pt x="23410" y="9366"/>
                </a:lnTo>
                <a:cubicBezTo>
                  <a:pt x="21850" y="14213"/>
                  <a:pt x="18810" y="21525"/>
                  <a:pt x="14457" y="28674"/>
                </a:cubicBezTo>
                <a:cubicBezTo>
                  <a:pt x="13142" y="30811"/>
                  <a:pt x="12732" y="31468"/>
                  <a:pt x="12732" y="32864"/>
                </a:cubicBezTo>
                <a:cubicBezTo>
                  <a:pt x="12732" y="35576"/>
                  <a:pt x="14868" y="37301"/>
                  <a:pt x="17414" y="37301"/>
                </a:cubicBezTo>
                <a:cubicBezTo>
                  <a:pt x="22014" y="37301"/>
                  <a:pt x="23740" y="32535"/>
                  <a:pt x="25382" y="27606"/>
                </a:cubicBezTo>
                <a:cubicBezTo>
                  <a:pt x="25793" y="26702"/>
                  <a:pt x="27682" y="21197"/>
                  <a:pt x="30558" y="9366"/>
                </a:cubicBezTo>
                <a:lnTo>
                  <a:pt x="40169" y="9366"/>
                </a:lnTo>
                <a:cubicBezTo>
                  <a:pt x="39018" y="15281"/>
                  <a:pt x="38773" y="18486"/>
                  <a:pt x="38773" y="21115"/>
                </a:cubicBezTo>
                <a:cubicBezTo>
                  <a:pt x="38773" y="30153"/>
                  <a:pt x="42797" y="37383"/>
                  <a:pt x="46986" y="37383"/>
                </a:cubicBezTo>
                <a:cubicBezTo>
                  <a:pt x="50109" y="37383"/>
                  <a:pt x="53312" y="34261"/>
                  <a:pt x="53312" y="31221"/>
                </a:cubicBezTo>
                <a:cubicBezTo>
                  <a:pt x="53312" y="29660"/>
                  <a:pt x="52409" y="28592"/>
                  <a:pt x="52079" y="28181"/>
                </a:cubicBezTo>
                <a:cubicBezTo>
                  <a:pt x="50765" y="26538"/>
                  <a:pt x="47069" y="22101"/>
                  <a:pt x="47069" y="13556"/>
                </a:cubicBezTo>
                <a:cubicBezTo>
                  <a:pt x="47069" y="13228"/>
                  <a:pt x="47069" y="9694"/>
                  <a:pt x="47479" y="9447"/>
                </a:cubicBezTo>
                <a:cubicBezTo>
                  <a:pt x="47644" y="9366"/>
                  <a:pt x="47809" y="9366"/>
                  <a:pt x="49041" y="9366"/>
                </a:cubicBezTo>
                <a:lnTo>
                  <a:pt x="59637" y="936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9" name="path-898">
            <a:extLst xmlns:a="http://schemas.openxmlformats.org/drawingml/2006/main">
              <a:ext uri="{FF2B5EF4-FFF2-40B4-BE49-F238E27FC236}">
                <a16:creationId xmlns:a16="http://schemas.microsoft.com/office/drawing/2014/main" id="{D7D63C7F-AD08-44B2-B1B7-220538565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3838" y="9746415"/>
            <a:ext cx="117599" cy="128808"/>
          </a:xfrm>
          <a:custGeom xmlns:a="http://schemas.openxmlformats.org/drawingml/2006/main">
            <a:pathLst>
              <a:path w="102682" h="112468">
                <a:moveTo>
                  <a:pt x="40250" y="57277"/>
                </a:moveTo>
                <a:cubicBezTo>
                  <a:pt x="44359" y="57277"/>
                  <a:pt x="52243" y="57277"/>
                  <a:pt x="57994" y="60727"/>
                </a:cubicBezTo>
                <a:cubicBezTo>
                  <a:pt x="65881" y="65821"/>
                  <a:pt x="66538" y="74690"/>
                  <a:pt x="66538" y="75675"/>
                </a:cubicBezTo>
                <a:cubicBezTo>
                  <a:pt x="66703" y="77974"/>
                  <a:pt x="66703" y="80110"/>
                  <a:pt x="69496" y="80110"/>
                </a:cubicBezTo>
                <a:cubicBezTo>
                  <a:pt x="72288" y="80110"/>
                  <a:pt x="72288" y="77811"/>
                  <a:pt x="72288" y="74853"/>
                </a:cubicBezTo>
                <a:lnTo>
                  <a:pt x="72288" y="30363"/>
                </a:lnTo>
                <a:cubicBezTo>
                  <a:pt x="72288" y="27736"/>
                  <a:pt x="72288" y="25111"/>
                  <a:pt x="69496" y="25111"/>
                </a:cubicBezTo>
                <a:cubicBezTo>
                  <a:pt x="66703" y="25111"/>
                  <a:pt x="66538" y="27573"/>
                  <a:pt x="66538" y="28887"/>
                </a:cubicBezTo>
                <a:cubicBezTo>
                  <a:pt x="65552" y="50052"/>
                  <a:pt x="48794" y="51200"/>
                  <a:pt x="40250" y="51363"/>
                </a:cubicBezTo>
                <a:lnTo>
                  <a:pt x="40250" y="16743"/>
                </a:lnTo>
                <a:cubicBezTo>
                  <a:pt x="40250" y="5751"/>
                  <a:pt x="43374" y="5751"/>
                  <a:pt x="47315" y="5751"/>
                </a:cubicBezTo>
                <a:lnTo>
                  <a:pt x="55201" y="5751"/>
                </a:lnTo>
                <a:cubicBezTo>
                  <a:pt x="77382" y="5751"/>
                  <a:pt x="88387" y="17072"/>
                  <a:pt x="89375" y="28393"/>
                </a:cubicBezTo>
                <a:cubicBezTo>
                  <a:pt x="89538" y="29706"/>
                  <a:pt x="89704" y="32168"/>
                  <a:pt x="92331" y="32168"/>
                </a:cubicBezTo>
                <a:cubicBezTo>
                  <a:pt x="95123" y="32168"/>
                  <a:pt x="95123" y="29541"/>
                  <a:pt x="95123" y="26753"/>
                </a:cubicBezTo>
                <a:lnTo>
                  <a:pt x="95123" y="5422"/>
                </a:lnTo>
                <a:cubicBezTo>
                  <a:pt x="95123" y="331"/>
                  <a:pt x="94795" y="0"/>
                  <a:pt x="89704" y="0"/>
                </a:cubicBezTo>
                <a:lnTo>
                  <a:pt x="5585" y="0"/>
                </a:lnTo>
                <a:cubicBezTo>
                  <a:pt x="2630" y="0"/>
                  <a:pt x="0" y="0"/>
                  <a:pt x="0" y="2958"/>
                </a:cubicBezTo>
                <a:cubicBezTo>
                  <a:pt x="0" y="5751"/>
                  <a:pt x="3121" y="5751"/>
                  <a:pt x="4435" y="5751"/>
                </a:cubicBezTo>
                <a:cubicBezTo>
                  <a:pt x="13800" y="5751"/>
                  <a:pt x="14457" y="7064"/>
                  <a:pt x="14457" y="15104"/>
                </a:cubicBezTo>
                <a:lnTo>
                  <a:pt x="14457" y="97357"/>
                </a:lnTo>
                <a:cubicBezTo>
                  <a:pt x="14457" y="105078"/>
                  <a:pt x="13966" y="106720"/>
                  <a:pt x="5257" y="106720"/>
                </a:cubicBezTo>
                <a:cubicBezTo>
                  <a:pt x="2793" y="106720"/>
                  <a:pt x="0" y="106720"/>
                  <a:pt x="0" y="109513"/>
                </a:cubicBezTo>
                <a:cubicBezTo>
                  <a:pt x="0" y="112468"/>
                  <a:pt x="2630" y="112468"/>
                  <a:pt x="5585" y="112468"/>
                </a:cubicBezTo>
                <a:lnTo>
                  <a:pt x="92659" y="112468"/>
                </a:lnTo>
                <a:cubicBezTo>
                  <a:pt x="95783" y="112468"/>
                  <a:pt x="97425" y="112468"/>
                  <a:pt x="97919" y="110170"/>
                </a:cubicBezTo>
                <a:cubicBezTo>
                  <a:pt x="98082" y="110004"/>
                  <a:pt x="102682" y="82574"/>
                  <a:pt x="102682" y="81752"/>
                </a:cubicBezTo>
                <a:cubicBezTo>
                  <a:pt x="102682" y="79947"/>
                  <a:pt x="101203" y="78796"/>
                  <a:pt x="99889" y="78796"/>
                </a:cubicBezTo>
                <a:cubicBezTo>
                  <a:pt x="97588" y="78796"/>
                  <a:pt x="96931" y="80932"/>
                  <a:pt x="96931" y="81095"/>
                </a:cubicBezTo>
                <a:cubicBezTo>
                  <a:pt x="95946" y="85367"/>
                  <a:pt x="94304" y="92266"/>
                  <a:pt x="82311" y="99327"/>
                </a:cubicBezTo>
                <a:cubicBezTo>
                  <a:pt x="73767" y="104419"/>
                  <a:pt x="65387" y="106720"/>
                  <a:pt x="56352" y="106720"/>
                </a:cubicBezTo>
                <a:lnTo>
                  <a:pt x="47315" y="106720"/>
                </a:lnTo>
                <a:cubicBezTo>
                  <a:pt x="43374" y="106720"/>
                  <a:pt x="40250" y="106720"/>
                  <a:pt x="40250" y="95715"/>
                </a:cubicBezTo>
                <a:lnTo>
                  <a:pt x="40250" y="57277"/>
                </a:lnTo>
                <a:moveTo>
                  <a:pt x="89375" y="5751"/>
                </a:moveTo>
                <a:lnTo>
                  <a:pt x="89375" y="13627"/>
                </a:lnTo>
                <a:cubicBezTo>
                  <a:pt x="86582" y="10509"/>
                  <a:pt x="83459" y="7884"/>
                  <a:pt x="80009" y="5751"/>
                </a:cubicBezTo>
                <a:lnTo>
                  <a:pt x="89375" y="5751"/>
                </a:lnTo>
                <a:moveTo>
                  <a:pt x="57337" y="53828"/>
                </a:moveTo>
                <a:cubicBezTo>
                  <a:pt x="59967" y="52677"/>
                  <a:pt x="63579" y="50215"/>
                  <a:pt x="66538" y="46771"/>
                </a:cubicBezTo>
                <a:lnTo>
                  <a:pt x="66538" y="60564"/>
                </a:lnTo>
                <a:cubicBezTo>
                  <a:pt x="62594" y="56129"/>
                  <a:pt x="57503" y="53993"/>
                  <a:pt x="57337" y="53993"/>
                </a:cubicBezTo>
                <a:lnTo>
                  <a:pt x="57337" y="53828"/>
                </a:lnTo>
                <a:moveTo>
                  <a:pt x="20208" y="14776"/>
                </a:moveTo>
                <a:cubicBezTo>
                  <a:pt x="20208" y="12805"/>
                  <a:pt x="20208" y="8704"/>
                  <a:pt x="18894" y="5751"/>
                </a:cubicBezTo>
                <a:lnTo>
                  <a:pt x="36307" y="5751"/>
                </a:lnTo>
                <a:cubicBezTo>
                  <a:pt x="34502" y="9524"/>
                  <a:pt x="34502" y="14938"/>
                  <a:pt x="34502" y="16415"/>
                </a:cubicBezTo>
                <a:lnTo>
                  <a:pt x="34502" y="96043"/>
                </a:lnTo>
                <a:cubicBezTo>
                  <a:pt x="34502" y="101957"/>
                  <a:pt x="35650" y="105241"/>
                  <a:pt x="36307" y="106720"/>
                </a:cubicBezTo>
                <a:lnTo>
                  <a:pt x="18894" y="106720"/>
                </a:lnTo>
                <a:cubicBezTo>
                  <a:pt x="20208" y="103762"/>
                  <a:pt x="20208" y="99656"/>
                  <a:pt x="20208" y="97685"/>
                </a:cubicBezTo>
                <a:lnTo>
                  <a:pt x="20208" y="14776"/>
                </a:lnTo>
                <a:moveTo>
                  <a:pt x="81323" y="106720"/>
                </a:moveTo>
                <a:lnTo>
                  <a:pt x="81323" y="106555"/>
                </a:lnTo>
                <a:cubicBezTo>
                  <a:pt x="86582" y="103928"/>
                  <a:pt x="91017" y="100478"/>
                  <a:pt x="94304" y="97520"/>
                </a:cubicBezTo>
                <a:cubicBezTo>
                  <a:pt x="94138" y="98179"/>
                  <a:pt x="92988" y="105407"/>
                  <a:pt x="92825" y="106720"/>
                </a:cubicBezTo>
                <a:lnTo>
                  <a:pt x="81323" y="10672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0" name="path-899">
            <a:extLst xmlns:a="http://schemas.openxmlformats.org/drawingml/2006/main">
              <a:ext uri="{FF2B5EF4-FFF2-40B4-BE49-F238E27FC236}">
                <a16:creationId xmlns:a16="http://schemas.microsoft.com/office/drawing/2014/main" id="{96AF3D2D-9CD8-4487-B769-C6F95AF9B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5041" y="9602315"/>
            <a:ext cx="49486" cy="451405"/>
          </a:xfrm>
          <a:custGeom xmlns:a="http://schemas.openxmlformats.org/drawingml/2006/main">
            <a:pathLst>
              <a:path w="43209" h="394144">
                <a:moveTo>
                  <a:pt x="0" y="394144"/>
                </a:moveTo>
                <a:lnTo>
                  <a:pt x="43209" y="394144"/>
                </a:lnTo>
                <a:lnTo>
                  <a:pt x="43209" y="385106"/>
                </a:lnTo>
                <a:lnTo>
                  <a:pt x="9035" y="385106"/>
                </a:lnTo>
                <a:lnTo>
                  <a:pt x="9035" y="9035"/>
                </a:lnTo>
                <a:lnTo>
                  <a:pt x="43209" y="9035"/>
                </a:lnTo>
                <a:lnTo>
                  <a:pt x="43209" y="0"/>
                </a:lnTo>
                <a:lnTo>
                  <a:pt x="0" y="0"/>
                </a:lnTo>
                <a:lnTo>
                  <a:pt x="0" y="394144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1" name="path-900">
            <a:extLst xmlns:a="http://schemas.openxmlformats.org/drawingml/2006/main">
              <a:ext uri="{FF2B5EF4-FFF2-40B4-BE49-F238E27FC236}">
                <a16:creationId xmlns:a16="http://schemas.microsoft.com/office/drawing/2014/main" id="{E5653A2B-D83B-4B84-97F1-1860456C8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7844" y="9746783"/>
            <a:ext cx="134157" cy="132667"/>
          </a:xfrm>
          <a:custGeom xmlns:a="http://schemas.openxmlformats.org/drawingml/2006/main">
            <a:pathLst>
              <a:path w="117139" h="115838">
                <a:moveTo>
                  <a:pt x="93973" y="18731"/>
                </a:moveTo>
                <a:cubicBezTo>
                  <a:pt x="102022" y="5916"/>
                  <a:pt x="108924" y="5422"/>
                  <a:pt x="115003" y="5094"/>
                </a:cubicBezTo>
                <a:cubicBezTo>
                  <a:pt x="116973" y="4931"/>
                  <a:pt x="117139" y="2136"/>
                  <a:pt x="117139" y="1973"/>
                </a:cubicBezTo>
                <a:cubicBezTo>
                  <a:pt x="117139" y="659"/>
                  <a:pt x="116317" y="0"/>
                  <a:pt x="115003" y="0"/>
                </a:cubicBezTo>
                <a:cubicBezTo>
                  <a:pt x="110731" y="0"/>
                  <a:pt x="105966" y="494"/>
                  <a:pt x="101531" y="494"/>
                </a:cubicBezTo>
                <a:cubicBezTo>
                  <a:pt x="96109" y="494"/>
                  <a:pt x="90523" y="0"/>
                  <a:pt x="85266" y="0"/>
                </a:cubicBezTo>
                <a:cubicBezTo>
                  <a:pt x="84281" y="0"/>
                  <a:pt x="82145" y="0"/>
                  <a:pt x="82145" y="3124"/>
                </a:cubicBezTo>
                <a:cubicBezTo>
                  <a:pt x="82145" y="4931"/>
                  <a:pt x="83622" y="5094"/>
                  <a:pt x="84773" y="5094"/>
                </a:cubicBezTo>
                <a:cubicBezTo>
                  <a:pt x="89210" y="5422"/>
                  <a:pt x="92331" y="7067"/>
                  <a:pt x="92331" y="10516"/>
                </a:cubicBezTo>
                <a:cubicBezTo>
                  <a:pt x="92331" y="12981"/>
                  <a:pt x="89866" y="16596"/>
                  <a:pt x="89866" y="16761"/>
                </a:cubicBezTo>
                <a:lnTo>
                  <a:pt x="39428" y="96943"/>
                </a:lnTo>
                <a:lnTo>
                  <a:pt x="28258" y="10022"/>
                </a:lnTo>
                <a:cubicBezTo>
                  <a:pt x="28258" y="7230"/>
                  <a:pt x="32035" y="5094"/>
                  <a:pt x="39594" y="5094"/>
                </a:cubicBezTo>
                <a:cubicBezTo>
                  <a:pt x="41892" y="5094"/>
                  <a:pt x="43700" y="5094"/>
                  <a:pt x="43700" y="1807"/>
                </a:cubicBezTo>
                <a:cubicBezTo>
                  <a:pt x="43700" y="331"/>
                  <a:pt x="42386" y="0"/>
                  <a:pt x="41401" y="0"/>
                </a:cubicBezTo>
                <a:cubicBezTo>
                  <a:pt x="34828" y="0"/>
                  <a:pt x="27764" y="494"/>
                  <a:pt x="21028" y="494"/>
                </a:cubicBezTo>
                <a:cubicBezTo>
                  <a:pt x="18070" y="494"/>
                  <a:pt x="14949" y="331"/>
                  <a:pt x="11993" y="331"/>
                </a:cubicBezTo>
                <a:cubicBezTo>
                  <a:pt x="9035" y="331"/>
                  <a:pt x="5914" y="0"/>
                  <a:pt x="3121" y="0"/>
                </a:cubicBezTo>
                <a:cubicBezTo>
                  <a:pt x="1970" y="0"/>
                  <a:pt x="0" y="0"/>
                  <a:pt x="0" y="3124"/>
                </a:cubicBezTo>
                <a:cubicBezTo>
                  <a:pt x="0" y="5094"/>
                  <a:pt x="1477" y="5094"/>
                  <a:pt x="4106" y="5094"/>
                </a:cubicBezTo>
                <a:cubicBezTo>
                  <a:pt x="13306" y="5094"/>
                  <a:pt x="13469" y="6573"/>
                  <a:pt x="13963" y="10682"/>
                </a:cubicBezTo>
                <a:lnTo>
                  <a:pt x="26941" y="112060"/>
                </a:lnTo>
                <a:cubicBezTo>
                  <a:pt x="27435" y="115346"/>
                  <a:pt x="28092" y="115838"/>
                  <a:pt x="30228" y="115838"/>
                </a:cubicBezTo>
                <a:cubicBezTo>
                  <a:pt x="32858" y="115838"/>
                  <a:pt x="33514" y="115018"/>
                  <a:pt x="34828" y="112882"/>
                </a:cubicBezTo>
                <a:lnTo>
                  <a:pt x="93973" y="187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2" name="path-901">
            <a:extLst xmlns:a="http://schemas.openxmlformats.org/drawingml/2006/main">
              <a:ext uri="{FF2B5EF4-FFF2-40B4-BE49-F238E27FC236}">
                <a16:creationId xmlns:a16="http://schemas.microsoft.com/office/drawing/2014/main" id="{EAB58F62-4CC3-49B2-96A1-317BC1DF4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4402" y="9739002"/>
            <a:ext cx="93516" cy="59681"/>
          </a:xfrm>
          <a:custGeom xmlns:a="http://schemas.openxmlformats.org/drawingml/2006/main">
            <a:pathLst>
              <a:path w="81653" h="52111">
                <a:moveTo>
                  <a:pt x="36686" y="12421"/>
                </a:moveTo>
                <a:lnTo>
                  <a:pt x="49796" y="12421"/>
                </a:lnTo>
                <a:cubicBezTo>
                  <a:pt x="48877" y="16332"/>
                  <a:pt x="46692" y="25422"/>
                  <a:pt x="46692" y="33015"/>
                </a:cubicBezTo>
                <a:cubicBezTo>
                  <a:pt x="46692" y="41298"/>
                  <a:pt x="49796" y="52111"/>
                  <a:pt x="56236" y="52111"/>
                </a:cubicBezTo>
                <a:cubicBezTo>
                  <a:pt x="60262" y="52111"/>
                  <a:pt x="64861" y="47971"/>
                  <a:pt x="64861" y="43830"/>
                </a:cubicBezTo>
                <a:cubicBezTo>
                  <a:pt x="64861" y="41989"/>
                  <a:pt x="64058" y="40838"/>
                  <a:pt x="63022" y="39227"/>
                </a:cubicBezTo>
                <a:cubicBezTo>
                  <a:pt x="57042" y="30714"/>
                  <a:pt x="57042" y="21625"/>
                  <a:pt x="57042" y="18634"/>
                </a:cubicBezTo>
                <a:cubicBezTo>
                  <a:pt x="57042" y="18518"/>
                  <a:pt x="57042" y="14837"/>
                  <a:pt x="57387" y="12421"/>
                </a:cubicBezTo>
                <a:lnTo>
                  <a:pt x="72912" y="12421"/>
                </a:lnTo>
                <a:cubicBezTo>
                  <a:pt x="75327" y="12421"/>
                  <a:pt x="76938" y="12421"/>
                  <a:pt x="79123" y="10581"/>
                </a:cubicBezTo>
                <a:cubicBezTo>
                  <a:pt x="79928" y="9892"/>
                  <a:pt x="81653" y="8051"/>
                  <a:pt x="81653" y="5177"/>
                </a:cubicBezTo>
                <a:cubicBezTo>
                  <a:pt x="81653" y="0"/>
                  <a:pt x="77052" y="0"/>
                  <a:pt x="74983" y="0"/>
                </a:cubicBezTo>
                <a:lnTo>
                  <a:pt x="24265" y="0"/>
                </a:lnTo>
                <a:cubicBezTo>
                  <a:pt x="21505" y="0"/>
                  <a:pt x="16100" y="0"/>
                  <a:pt x="8511" y="6326"/>
                </a:cubicBezTo>
                <a:cubicBezTo>
                  <a:pt x="5751" y="8627"/>
                  <a:pt x="0" y="14377"/>
                  <a:pt x="0" y="16218"/>
                </a:cubicBezTo>
                <a:cubicBezTo>
                  <a:pt x="0" y="18289"/>
                  <a:pt x="1725" y="18289"/>
                  <a:pt x="3566" y="18289"/>
                </a:cubicBezTo>
                <a:cubicBezTo>
                  <a:pt x="5865" y="18289"/>
                  <a:pt x="6094" y="18289"/>
                  <a:pt x="6900" y="17367"/>
                </a:cubicBezTo>
                <a:cubicBezTo>
                  <a:pt x="8741" y="15297"/>
                  <a:pt x="11385" y="12421"/>
                  <a:pt x="21391" y="12421"/>
                </a:cubicBezTo>
                <a:lnTo>
                  <a:pt x="28981" y="12421"/>
                </a:lnTo>
                <a:cubicBezTo>
                  <a:pt x="25761" y="22660"/>
                  <a:pt x="18975" y="34970"/>
                  <a:pt x="15525" y="40838"/>
                </a:cubicBezTo>
                <a:cubicBezTo>
                  <a:pt x="14375" y="42795"/>
                  <a:pt x="13456" y="44404"/>
                  <a:pt x="13456" y="46244"/>
                </a:cubicBezTo>
                <a:cubicBezTo>
                  <a:pt x="13456" y="48891"/>
                  <a:pt x="15525" y="51997"/>
                  <a:pt x="19780" y="51997"/>
                </a:cubicBezTo>
                <a:cubicBezTo>
                  <a:pt x="23230" y="51997"/>
                  <a:pt x="26106" y="49466"/>
                  <a:pt x="27256" y="46936"/>
                </a:cubicBezTo>
                <a:cubicBezTo>
                  <a:pt x="27715" y="45901"/>
                  <a:pt x="29096" y="41643"/>
                  <a:pt x="30246" y="37272"/>
                </a:cubicBezTo>
                <a:lnTo>
                  <a:pt x="36686" y="124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3" name="path-902">
            <a:extLst xmlns:a="http://schemas.openxmlformats.org/drawingml/2006/main">
              <a:ext uri="{FF2B5EF4-FFF2-40B4-BE49-F238E27FC236}">
                <a16:creationId xmlns:a16="http://schemas.microsoft.com/office/drawing/2014/main" id="{D37DC9F4-22E1-467F-8F81-9FF69C588D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24501" y="9734104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4" name="path-903">
            <a:extLst xmlns:a="http://schemas.openxmlformats.org/drawingml/2006/main">
              <a:ext uri="{FF2B5EF4-FFF2-40B4-BE49-F238E27FC236}">
                <a16:creationId xmlns:a16="http://schemas.microsoft.com/office/drawing/2014/main" id="{4AA2C694-303E-4E90-9A5E-08D667276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89782" y="9790147"/>
            <a:ext cx="78840" cy="86546"/>
          </a:xfrm>
          <a:custGeom xmlns:a="http://schemas.openxmlformats.org/drawingml/2006/main">
            <a:pathLst>
              <a:path w="68839" h="75567">
                <a:moveTo>
                  <a:pt x="58651" y="9571"/>
                </a:moveTo>
                <a:cubicBezTo>
                  <a:pt x="53231" y="11707"/>
                  <a:pt x="51752" y="16636"/>
                  <a:pt x="51752" y="18937"/>
                </a:cubicBezTo>
                <a:cubicBezTo>
                  <a:pt x="51752" y="23206"/>
                  <a:pt x="55201" y="25670"/>
                  <a:pt x="58816" y="25670"/>
                </a:cubicBezTo>
                <a:cubicBezTo>
                  <a:pt x="62760" y="25670"/>
                  <a:pt x="68839" y="22386"/>
                  <a:pt x="68839" y="14500"/>
                </a:cubicBezTo>
                <a:cubicBezTo>
                  <a:pt x="68839" y="5751"/>
                  <a:pt x="60130" y="0"/>
                  <a:pt x="45344" y="0"/>
                </a:cubicBezTo>
                <a:cubicBezTo>
                  <a:pt x="40579" y="0"/>
                  <a:pt x="31379" y="331"/>
                  <a:pt x="23823" y="6082"/>
                </a:cubicBezTo>
                <a:cubicBezTo>
                  <a:pt x="16430" y="11707"/>
                  <a:pt x="13800" y="21236"/>
                  <a:pt x="13800" y="25342"/>
                </a:cubicBezTo>
                <a:cubicBezTo>
                  <a:pt x="13800" y="30271"/>
                  <a:pt x="16102" y="34868"/>
                  <a:pt x="19714" y="37824"/>
                </a:cubicBezTo>
                <a:cubicBezTo>
                  <a:pt x="24314" y="41439"/>
                  <a:pt x="27109" y="41930"/>
                  <a:pt x="38280" y="44066"/>
                </a:cubicBezTo>
                <a:cubicBezTo>
                  <a:pt x="43209" y="44886"/>
                  <a:pt x="53066" y="46693"/>
                  <a:pt x="53066" y="54086"/>
                </a:cubicBezTo>
                <a:cubicBezTo>
                  <a:pt x="53066" y="54743"/>
                  <a:pt x="53066" y="69654"/>
                  <a:pt x="28586" y="69654"/>
                </a:cubicBezTo>
                <a:cubicBezTo>
                  <a:pt x="20536" y="69654"/>
                  <a:pt x="14457" y="68029"/>
                  <a:pt x="10842" y="65422"/>
                </a:cubicBezTo>
                <a:cubicBezTo>
                  <a:pt x="16430" y="63780"/>
                  <a:pt x="19880" y="59014"/>
                  <a:pt x="19880" y="54086"/>
                </a:cubicBezTo>
                <a:cubicBezTo>
                  <a:pt x="19880" y="48172"/>
                  <a:pt x="15114" y="46528"/>
                  <a:pt x="11830" y="46528"/>
                </a:cubicBezTo>
                <a:cubicBezTo>
                  <a:pt x="6242" y="46528"/>
                  <a:pt x="0" y="51130"/>
                  <a:pt x="0" y="59343"/>
                </a:cubicBezTo>
                <a:cubicBezTo>
                  <a:pt x="0" y="69982"/>
                  <a:pt x="11502" y="75567"/>
                  <a:pt x="28258" y="75567"/>
                </a:cubicBezTo>
                <a:cubicBezTo>
                  <a:pt x="65718" y="75567"/>
                  <a:pt x="65718" y="47515"/>
                  <a:pt x="65718" y="47350"/>
                </a:cubicBezTo>
                <a:cubicBezTo>
                  <a:pt x="65718" y="41767"/>
                  <a:pt x="62923" y="37332"/>
                  <a:pt x="59145" y="34048"/>
                </a:cubicBezTo>
                <a:cubicBezTo>
                  <a:pt x="54051" y="29614"/>
                  <a:pt x="47809" y="28463"/>
                  <a:pt x="42058" y="27478"/>
                </a:cubicBezTo>
                <a:cubicBezTo>
                  <a:pt x="33023" y="25836"/>
                  <a:pt x="26616" y="24685"/>
                  <a:pt x="26616" y="18606"/>
                </a:cubicBezTo>
                <a:cubicBezTo>
                  <a:pt x="26616" y="18278"/>
                  <a:pt x="26616" y="5916"/>
                  <a:pt x="45016" y="5916"/>
                </a:cubicBezTo>
                <a:cubicBezTo>
                  <a:pt x="48302" y="5916"/>
                  <a:pt x="54216" y="6247"/>
                  <a:pt x="58651" y="9571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5" name="path-904">
            <a:extLst xmlns:a="http://schemas.openxmlformats.org/drawingml/2006/main">
              <a:ext uri="{FF2B5EF4-FFF2-40B4-BE49-F238E27FC236}">
                <a16:creationId xmlns:a16="http://schemas.microsoft.com/office/drawing/2014/main" id="{051E2290-38A4-4C02-9429-F9CC35C14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84537" y="9821189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6" name="path-905">
            <a:extLst xmlns:a="http://schemas.openxmlformats.org/drawingml/2006/main">
              <a:ext uri="{FF2B5EF4-FFF2-40B4-BE49-F238E27FC236}">
                <a16:creationId xmlns:a16="http://schemas.microsoft.com/office/drawing/2014/main" id="{CCB7DD27-BDDF-4259-9F23-43E48B212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50077" y="9867168"/>
            <a:ext cx="89038" cy="6455"/>
          </a:xfrm>
          <a:custGeom xmlns:a="http://schemas.openxmlformats.org/drawingml/2006/main">
            <a:pathLst>
              <a:path w="77743" h="5636">
                <a:moveTo>
                  <a:pt x="73142" y="5636"/>
                </a:moveTo>
                <a:cubicBezTo>
                  <a:pt x="74983" y="5636"/>
                  <a:pt x="77743" y="5636"/>
                  <a:pt x="77743" y="2876"/>
                </a:cubicBezTo>
                <a:cubicBezTo>
                  <a:pt x="77743" y="0"/>
                  <a:pt x="75097" y="0"/>
                  <a:pt x="73142" y="0"/>
                </a:cubicBezTo>
                <a:lnTo>
                  <a:pt x="4601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6"/>
                  <a:pt x="2646" y="5636"/>
                  <a:pt x="4601" y="5636"/>
                </a:cubicBezTo>
                <a:lnTo>
                  <a:pt x="73142" y="563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7" name="path-906">
            <a:extLst xmlns:a="http://schemas.openxmlformats.org/drawingml/2006/main">
              <a:ext uri="{FF2B5EF4-FFF2-40B4-BE49-F238E27FC236}">
                <a16:creationId xmlns:a16="http://schemas.microsoft.com/office/drawing/2014/main" id="{974C0E98-B193-4C26-9845-84DF195BF3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67816" y="9815976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8" name="path-907">
            <a:extLst xmlns:a="http://schemas.openxmlformats.org/drawingml/2006/main">
              <a:ext uri="{FF2B5EF4-FFF2-40B4-BE49-F238E27FC236}">
                <a16:creationId xmlns:a16="http://schemas.microsoft.com/office/drawing/2014/main" id="{93AB1FC9-E195-43B3-95B5-8ABCFD8113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48588" y="9734104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9" name="path-908">
            <a:extLst xmlns:a="http://schemas.openxmlformats.org/drawingml/2006/main">
              <a:ext uri="{FF2B5EF4-FFF2-40B4-BE49-F238E27FC236}">
                <a16:creationId xmlns:a16="http://schemas.microsoft.com/office/drawing/2014/main" id="{39807F0C-FEF7-4E28-9BB7-A307A67AEB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68462" y="9824333"/>
            <a:ext cx="114967" cy="7525"/>
          </a:xfrm>
          <a:custGeom xmlns:a="http://schemas.openxmlformats.org/drawingml/2006/main">
            <a:pathLst>
              <a:path w="100383" h="6571">
                <a:moveTo>
                  <a:pt x="94632" y="6571"/>
                </a:moveTo>
                <a:cubicBezTo>
                  <a:pt x="97425" y="6571"/>
                  <a:pt x="100383" y="6571"/>
                  <a:pt x="100383" y="3287"/>
                </a:cubicBezTo>
                <a:cubicBezTo>
                  <a:pt x="100383" y="0"/>
                  <a:pt x="97425" y="0"/>
                  <a:pt x="94632" y="0"/>
                </a:cubicBezTo>
                <a:lnTo>
                  <a:pt x="5751" y="0"/>
                </a:lnTo>
                <a:cubicBezTo>
                  <a:pt x="2958" y="0"/>
                  <a:pt x="0" y="0"/>
                  <a:pt x="0" y="3287"/>
                </a:cubicBezTo>
                <a:cubicBezTo>
                  <a:pt x="0" y="6571"/>
                  <a:pt x="2958" y="6571"/>
                  <a:pt x="5751" y="6571"/>
                </a:cubicBezTo>
                <a:lnTo>
                  <a:pt x="94632" y="65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0" name="path-909">
            <a:extLst xmlns:a="http://schemas.openxmlformats.org/drawingml/2006/main">
              <a:ext uri="{FF2B5EF4-FFF2-40B4-BE49-F238E27FC236}">
                <a16:creationId xmlns:a16="http://schemas.microsoft.com/office/drawing/2014/main" id="{5B987508-6EA4-4E04-B773-FD53FB7B4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1550" y="9696464"/>
            <a:ext cx="250438" cy="263496"/>
          </a:xfrm>
          <a:custGeom xmlns:a="http://schemas.openxmlformats.org/drawingml/2006/main">
            <a:pathLst>
              <a:path w="218670" h="230071">
                <a:moveTo>
                  <a:pt x="198790" y="230071"/>
                </a:moveTo>
                <a:lnTo>
                  <a:pt x="218670" y="177487"/>
                </a:lnTo>
                <a:lnTo>
                  <a:pt x="214564" y="177487"/>
                </a:lnTo>
                <a:cubicBezTo>
                  <a:pt x="208156" y="194579"/>
                  <a:pt x="190741" y="205754"/>
                  <a:pt x="171846" y="210685"/>
                </a:cubicBezTo>
                <a:cubicBezTo>
                  <a:pt x="168397" y="211505"/>
                  <a:pt x="152298" y="215779"/>
                  <a:pt x="120754" y="215779"/>
                </a:cubicBezTo>
                <a:lnTo>
                  <a:pt x="21684" y="215779"/>
                </a:lnTo>
                <a:lnTo>
                  <a:pt x="105309" y="117668"/>
                </a:lnTo>
                <a:cubicBezTo>
                  <a:pt x="106460" y="116352"/>
                  <a:pt x="106788" y="115858"/>
                  <a:pt x="106788" y="115038"/>
                </a:cubicBezTo>
                <a:cubicBezTo>
                  <a:pt x="106788" y="114710"/>
                  <a:pt x="106788" y="114216"/>
                  <a:pt x="105637" y="112571"/>
                </a:cubicBezTo>
                <a:lnTo>
                  <a:pt x="29077" y="7887"/>
                </a:lnTo>
                <a:lnTo>
                  <a:pt x="119109" y="7887"/>
                </a:lnTo>
                <a:cubicBezTo>
                  <a:pt x="141125" y="7887"/>
                  <a:pt x="156076" y="10185"/>
                  <a:pt x="157555" y="10516"/>
                </a:cubicBezTo>
                <a:cubicBezTo>
                  <a:pt x="166426" y="11830"/>
                  <a:pt x="180718" y="14625"/>
                  <a:pt x="193699" y="22840"/>
                </a:cubicBezTo>
                <a:cubicBezTo>
                  <a:pt x="197805" y="25470"/>
                  <a:pt x="208976" y="32865"/>
                  <a:pt x="214564" y="46177"/>
                </a:cubicBezTo>
                <a:lnTo>
                  <a:pt x="218670" y="46177"/>
                </a:lnTo>
                <a:lnTo>
                  <a:pt x="198790" y="0"/>
                </a:lnTo>
                <a:lnTo>
                  <a:pt x="4600" y="0"/>
                </a:lnTo>
                <a:cubicBezTo>
                  <a:pt x="820" y="0"/>
                  <a:pt x="657" y="165"/>
                  <a:pt x="163" y="1151"/>
                </a:cubicBezTo>
                <a:cubicBezTo>
                  <a:pt x="0" y="1645"/>
                  <a:pt x="0" y="4766"/>
                  <a:pt x="0" y="6573"/>
                </a:cubicBezTo>
                <a:lnTo>
                  <a:pt x="86908" y="125554"/>
                </a:lnTo>
                <a:lnTo>
                  <a:pt x="1805" y="225308"/>
                </a:lnTo>
                <a:cubicBezTo>
                  <a:pt x="163" y="227278"/>
                  <a:pt x="163" y="228101"/>
                  <a:pt x="163" y="228266"/>
                </a:cubicBezTo>
                <a:cubicBezTo>
                  <a:pt x="163" y="230071"/>
                  <a:pt x="1642" y="230071"/>
                  <a:pt x="4600" y="230071"/>
                </a:cubicBezTo>
                <a:lnTo>
                  <a:pt x="198790" y="2300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1" name="path-910">
            <a:extLst xmlns:a="http://schemas.openxmlformats.org/drawingml/2006/main">
              <a:ext uri="{FF2B5EF4-FFF2-40B4-BE49-F238E27FC236}">
                <a16:creationId xmlns:a16="http://schemas.microsoft.com/office/drawing/2014/main" id="{AD4B0446-ECC0-4EB0-876D-3B4E388D0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18453" y="9635185"/>
            <a:ext cx="98387" cy="88986"/>
          </a:xfrm>
          <a:custGeom xmlns:a="http://schemas.openxmlformats.org/drawingml/2006/main">
            <a:pathLst>
              <a:path w="85907" h="77698">
                <a:moveTo>
                  <a:pt x="50946" y="8163"/>
                </a:moveTo>
                <a:cubicBezTo>
                  <a:pt x="51751" y="4831"/>
                  <a:pt x="51981" y="4485"/>
                  <a:pt x="54511" y="4255"/>
                </a:cubicBezTo>
                <a:cubicBezTo>
                  <a:pt x="55085" y="4141"/>
                  <a:pt x="59111" y="4141"/>
                  <a:pt x="61411" y="4141"/>
                </a:cubicBezTo>
                <a:cubicBezTo>
                  <a:pt x="68427" y="4141"/>
                  <a:pt x="71415" y="4141"/>
                  <a:pt x="74292" y="5061"/>
                </a:cubicBezTo>
                <a:cubicBezTo>
                  <a:pt x="79466" y="6670"/>
                  <a:pt x="79696" y="10002"/>
                  <a:pt x="79696" y="14140"/>
                </a:cubicBezTo>
                <a:cubicBezTo>
                  <a:pt x="79696" y="15979"/>
                  <a:pt x="79696" y="17473"/>
                  <a:pt x="78891" y="23450"/>
                </a:cubicBezTo>
                <a:lnTo>
                  <a:pt x="78661" y="24713"/>
                </a:lnTo>
                <a:cubicBezTo>
                  <a:pt x="78661" y="25862"/>
                  <a:pt x="79466" y="26438"/>
                  <a:pt x="80616" y="26438"/>
                </a:cubicBezTo>
                <a:cubicBezTo>
                  <a:pt x="82341" y="26438"/>
                  <a:pt x="82571" y="25403"/>
                  <a:pt x="82802" y="23564"/>
                </a:cubicBezTo>
                <a:lnTo>
                  <a:pt x="85907" y="1611"/>
                </a:lnTo>
                <a:cubicBezTo>
                  <a:pt x="85907" y="0"/>
                  <a:pt x="84527" y="0"/>
                  <a:pt x="82457" y="0"/>
                </a:cubicBezTo>
                <a:lnTo>
                  <a:pt x="11729" y="0"/>
                </a:lnTo>
                <a:cubicBezTo>
                  <a:pt x="8855" y="0"/>
                  <a:pt x="8625" y="0"/>
                  <a:pt x="7819" y="2416"/>
                </a:cubicBezTo>
                <a:lnTo>
                  <a:pt x="574" y="22760"/>
                </a:lnTo>
                <a:cubicBezTo>
                  <a:pt x="460" y="23220"/>
                  <a:pt x="0" y="24253"/>
                  <a:pt x="0" y="24829"/>
                </a:cubicBezTo>
                <a:cubicBezTo>
                  <a:pt x="0" y="25289"/>
                  <a:pt x="230" y="26438"/>
                  <a:pt x="1955" y="26438"/>
                </a:cubicBezTo>
                <a:cubicBezTo>
                  <a:pt x="3450" y="26438"/>
                  <a:pt x="3680" y="25862"/>
                  <a:pt x="4369" y="23679"/>
                </a:cubicBezTo>
                <a:cubicBezTo>
                  <a:pt x="11039" y="5291"/>
                  <a:pt x="14835" y="4141"/>
                  <a:pt x="32315" y="4141"/>
                </a:cubicBezTo>
                <a:lnTo>
                  <a:pt x="37146" y="4141"/>
                </a:lnTo>
                <a:cubicBezTo>
                  <a:pt x="40596" y="4141"/>
                  <a:pt x="40710" y="4255"/>
                  <a:pt x="40710" y="5291"/>
                </a:cubicBezTo>
                <a:cubicBezTo>
                  <a:pt x="40710" y="5405"/>
                  <a:pt x="40710" y="5980"/>
                  <a:pt x="40250" y="7704"/>
                </a:cubicBezTo>
                <a:lnTo>
                  <a:pt x="25069" y="68157"/>
                </a:lnTo>
                <a:cubicBezTo>
                  <a:pt x="24036" y="72409"/>
                  <a:pt x="23690" y="73558"/>
                  <a:pt x="11615" y="73558"/>
                </a:cubicBezTo>
                <a:cubicBezTo>
                  <a:pt x="7474" y="73558"/>
                  <a:pt x="6440" y="73558"/>
                  <a:pt x="6440" y="76088"/>
                </a:cubicBezTo>
                <a:cubicBezTo>
                  <a:pt x="6440" y="76434"/>
                  <a:pt x="6670" y="77698"/>
                  <a:pt x="8395" y="77698"/>
                </a:cubicBezTo>
                <a:cubicBezTo>
                  <a:pt x="11615" y="77698"/>
                  <a:pt x="15065" y="77354"/>
                  <a:pt x="18285" y="77354"/>
                </a:cubicBezTo>
                <a:cubicBezTo>
                  <a:pt x="21505" y="77354"/>
                  <a:pt x="24955" y="77238"/>
                  <a:pt x="28175" y="77238"/>
                </a:cubicBezTo>
                <a:cubicBezTo>
                  <a:pt x="31395" y="77238"/>
                  <a:pt x="35305" y="77238"/>
                  <a:pt x="38525" y="77354"/>
                </a:cubicBezTo>
                <a:cubicBezTo>
                  <a:pt x="41631" y="77468"/>
                  <a:pt x="45081" y="77698"/>
                  <a:pt x="48185" y="77698"/>
                </a:cubicBezTo>
                <a:cubicBezTo>
                  <a:pt x="49105" y="77698"/>
                  <a:pt x="50832" y="77698"/>
                  <a:pt x="50832" y="75169"/>
                </a:cubicBezTo>
                <a:cubicBezTo>
                  <a:pt x="50832" y="73558"/>
                  <a:pt x="49680" y="73558"/>
                  <a:pt x="46116" y="73558"/>
                </a:cubicBezTo>
                <a:cubicBezTo>
                  <a:pt x="43930" y="73558"/>
                  <a:pt x="41631" y="73444"/>
                  <a:pt x="39445" y="73328"/>
                </a:cubicBezTo>
                <a:cubicBezTo>
                  <a:pt x="35535" y="72984"/>
                  <a:pt x="35305" y="72524"/>
                  <a:pt x="35305" y="71145"/>
                </a:cubicBezTo>
                <a:cubicBezTo>
                  <a:pt x="35305" y="70340"/>
                  <a:pt x="35305" y="70110"/>
                  <a:pt x="35765" y="68501"/>
                </a:cubicBezTo>
                <a:lnTo>
                  <a:pt x="50946" y="816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2" name="path-911">
            <a:extLst xmlns:a="http://schemas.openxmlformats.org/drawingml/2006/main">
              <a:ext uri="{FF2B5EF4-FFF2-40B4-BE49-F238E27FC236}">
                <a16:creationId xmlns:a16="http://schemas.microsoft.com/office/drawing/2014/main" id="{C85A527B-B4D0-4DDA-868A-C3759C2C8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18321" y="9905857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3" name="path-912">
            <a:extLst xmlns:a="http://schemas.openxmlformats.org/drawingml/2006/main">
              <a:ext uri="{FF2B5EF4-FFF2-40B4-BE49-F238E27FC236}">
                <a16:creationId xmlns:a16="http://schemas.microsoft.com/office/drawing/2014/main" id="{95859EE4-D1C1-4E71-A270-FFDD82B9A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78386" y="9897891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4" name="path-913">
            <a:extLst xmlns:a="http://schemas.openxmlformats.org/drawingml/2006/main">
              <a:ext uri="{FF2B5EF4-FFF2-40B4-BE49-F238E27FC236}">
                <a16:creationId xmlns:a16="http://schemas.microsoft.com/office/drawing/2014/main" id="{265219AE-A082-4581-BB0B-F64217BA0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29756" y="9937408"/>
            <a:ext cx="96940" cy="35418"/>
          </a:xfrm>
          <a:custGeom xmlns:a="http://schemas.openxmlformats.org/drawingml/2006/main">
            <a:pathLst>
              <a:path w="84643" h="30925">
                <a:moveTo>
                  <a:pt x="80272" y="5635"/>
                </a:moveTo>
                <a:cubicBezTo>
                  <a:pt x="81997" y="5635"/>
                  <a:pt x="84643" y="5635"/>
                  <a:pt x="84643" y="2760"/>
                </a:cubicBezTo>
                <a:cubicBezTo>
                  <a:pt x="84643" y="0"/>
                  <a:pt x="81883" y="0"/>
                  <a:pt x="80388" y="0"/>
                </a:cubicBezTo>
                <a:lnTo>
                  <a:pt x="4255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5"/>
                  <a:pt x="2644" y="5635"/>
                  <a:pt x="4369" y="5635"/>
                </a:cubicBezTo>
                <a:lnTo>
                  <a:pt x="80272" y="5635"/>
                </a:lnTo>
                <a:moveTo>
                  <a:pt x="80388" y="30925"/>
                </a:moveTo>
                <a:cubicBezTo>
                  <a:pt x="81883" y="30925"/>
                  <a:pt x="84643" y="30925"/>
                  <a:pt x="84643" y="28165"/>
                </a:cubicBezTo>
                <a:cubicBezTo>
                  <a:pt x="84643" y="25289"/>
                  <a:pt x="81997" y="25289"/>
                  <a:pt x="80272" y="25289"/>
                </a:cubicBezTo>
                <a:lnTo>
                  <a:pt x="4369" y="25289"/>
                </a:lnTo>
                <a:cubicBezTo>
                  <a:pt x="2644" y="25289"/>
                  <a:pt x="0" y="25289"/>
                  <a:pt x="0" y="28165"/>
                </a:cubicBezTo>
                <a:cubicBezTo>
                  <a:pt x="0" y="30925"/>
                  <a:pt x="2760" y="30925"/>
                  <a:pt x="4255" y="30925"/>
                </a:cubicBezTo>
                <a:lnTo>
                  <a:pt x="80388" y="3092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5" name="path-914">
            <a:extLst xmlns:a="http://schemas.openxmlformats.org/drawingml/2006/main">
              <a:ext uri="{FF2B5EF4-FFF2-40B4-BE49-F238E27FC236}">
                <a16:creationId xmlns:a16="http://schemas.microsoft.com/office/drawing/2014/main" id="{14472410-B58C-42FC-A856-32C6565F9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1578" y="9905857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6" name="path-915">
            <a:extLst xmlns:a="http://schemas.openxmlformats.org/drawingml/2006/main">
              <a:ext uri="{FF2B5EF4-FFF2-40B4-BE49-F238E27FC236}">
                <a16:creationId xmlns:a16="http://schemas.microsoft.com/office/drawing/2014/main" id="{EF7EB92B-5817-4D33-8116-FCDA1CAEF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37038" y="9791985"/>
            <a:ext cx="98785" cy="123663"/>
          </a:xfrm>
          <a:custGeom xmlns:a="http://schemas.openxmlformats.org/drawingml/2006/main">
            <a:pathLst>
              <a:path w="86254" h="107976">
                <a:moveTo>
                  <a:pt x="3778" y="30895"/>
                </a:moveTo>
                <a:cubicBezTo>
                  <a:pt x="10185" y="11995"/>
                  <a:pt x="28095" y="11830"/>
                  <a:pt x="29902" y="11830"/>
                </a:cubicBezTo>
                <a:cubicBezTo>
                  <a:pt x="54710" y="11830"/>
                  <a:pt x="56518" y="40591"/>
                  <a:pt x="56518" y="53577"/>
                </a:cubicBezTo>
                <a:cubicBezTo>
                  <a:pt x="56518" y="63602"/>
                  <a:pt x="55695" y="66397"/>
                  <a:pt x="54545" y="69684"/>
                </a:cubicBezTo>
                <a:cubicBezTo>
                  <a:pt x="50930" y="81682"/>
                  <a:pt x="46001" y="100746"/>
                  <a:pt x="46001" y="105021"/>
                </a:cubicBezTo>
                <a:cubicBezTo>
                  <a:pt x="46001" y="106828"/>
                  <a:pt x="46823" y="107976"/>
                  <a:pt x="48137" y="107976"/>
                </a:cubicBezTo>
                <a:cubicBezTo>
                  <a:pt x="50273" y="107976"/>
                  <a:pt x="51586" y="104364"/>
                  <a:pt x="53394" y="98117"/>
                </a:cubicBezTo>
                <a:cubicBezTo>
                  <a:pt x="57174" y="84311"/>
                  <a:pt x="58816" y="74943"/>
                  <a:pt x="59473" y="69849"/>
                </a:cubicBezTo>
                <a:cubicBezTo>
                  <a:pt x="59802" y="67711"/>
                  <a:pt x="60130" y="65575"/>
                  <a:pt x="60789" y="63439"/>
                </a:cubicBezTo>
                <a:cubicBezTo>
                  <a:pt x="66046" y="47167"/>
                  <a:pt x="76560" y="22677"/>
                  <a:pt x="83131" y="9694"/>
                </a:cubicBezTo>
                <a:cubicBezTo>
                  <a:pt x="84281" y="7724"/>
                  <a:pt x="86254" y="4109"/>
                  <a:pt x="86254" y="3452"/>
                </a:cubicBezTo>
                <a:cubicBezTo>
                  <a:pt x="86254" y="1807"/>
                  <a:pt x="84610" y="1807"/>
                  <a:pt x="84281" y="1807"/>
                </a:cubicBezTo>
                <a:cubicBezTo>
                  <a:pt x="83790" y="1807"/>
                  <a:pt x="82802" y="1807"/>
                  <a:pt x="82311" y="2958"/>
                </a:cubicBezTo>
                <a:cubicBezTo>
                  <a:pt x="73767" y="18568"/>
                  <a:pt x="67194" y="35004"/>
                  <a:pt x="60624" y="51604"/>
                </a:cubicBezTo>
                <a:cubicBezTo>
                  <a:pt x="60458" y="46510"/>
                  <a:pt x="60295" y="34018"/>
                  <a:pt x="53888" y="18075"/>
                </a:cubicBezTo>
                <a:cubicBezTo>
                  <a:pt x="49944" y="8052"/>
                  <a:pt x="43374" y="0"/>
                  <a:pt x="32038" y="0"/>
                </a:cubicBezTo>
                <a:cubicBezTo>
                  <a:pt x="11502" y="0"/>
                  <a:pt x="0" y="24979"/>
                  <a:pt x="0" y="30072"/>
                </a:cubicBezTo>
                <a:cubicBezTo>
                  <a:pt x="0" y="31717"/>
                  <a:pt x="1479" y="31717"/>
                  <a:pt x="3121" y="31717"/>
                </a:cubicBezTo>
                <a:lnTo>
                  <a:pt x="3778" y="3089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7" name="path-916">
            <a:extLst xmlns:a="http://schemas.openxmlformats.org/drawingml/2006/main">
              <a:ext uri="{FF2B5EF4-FFF2-40B4-BE49-F238E27FC236}">
                <a16:creationId xmlns:a16="http://schemas.microsoft.com/office/drawing/2014/main" id="{1AE9D847-2F5C-43A3-A7B4-C1015BBB9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47045" y="9715275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8" name="path-917">
            <a:extLst xmlns:a="http://schemas.openxmlformats.org/drawingml/2006/main">
              <a:ext uri="{FF2B5EF4-FFF2-40B4-BE49-F238E27FC236}">
                <a16:creationId xmlns:a16="http://schemas.microsoft.com/office/drawing/2014/main" id="{7AE34621-D90F-403F-95D8-05EFA8802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7110" y="9688156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9" name="path-918">
            <a:extLst xmlns:a="http://schemas.openxmlformats.org/drawingml/2006/main">
              <a:ext uri="{FF2B5EF4-FFF2-40B4-BE49-F238E27FC236}">
                <a16:creationId xmlns:a16="http://schemas.microsoft.com/office/drawing/2014/main" id="{94F2F5C7-440B-4E9E-B15D-5D5236C3D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3466" y="9761254"/>
            <a:ext cx="89038" cy="6455"/>
          </a:xfrm>
          <a:custGeom xmlns:a="http://schemas.openxmlformats.org/drawingml/2006/main">
            <a:pathLst>
              <a:path w="77743" h="5636">
                <a:moveTo>
                  <a:pt x="73142" y="5636"/>
                </a:moveTo>
                <a:cubicBezTo>
                  <a:pt x="74983" y="5636"/>
                  <a:pt x="77743" y="5636"/>
                  <a:pt x="77743" y="2876"/>
                </a:cubicBezTo>
                <a:cubicBezTo>
                  <a:pt x="77743" y="0"/>
                  <a:pt x="75097" y="0"/>
                  <a:pt x="73142" y="0"/>
                </a:cubicBezTo>
                <a:lnTo>
                  <a:pt x="4601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6"/>
                  <a:pt x="2646" y="5636"/>
                  <a:pt x="4601" y="5636"/>
                </a:cubicBezTo>
                <a:lnTo>
                  <a:pt x="73142" y="563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0" name="path-919">
            <a:extLst xmlns:a="http://schemas.openxmlformats.org/drawingml/2006/main">
              <a:ext uri="{FF2B5EF4-FFF2-40B4-BE49-F238E27FC236}">
                <a16:creationId xmlns:a16="http://schemas.microsoft.com/office/drawing/2014/main" id="{D7CCF324-F4BF-407C-90AC-1388B5378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2380" y="9715275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1" name="path-920">
            <a:extLst xmlns:a="http://schemas.openxmlformats.org/drawingml/2006/main">
              <a:ext uri="{FF2B5EF4-FFF2-40B4-BE49-F238E27FC236}">
                <a16:creationId xmlns:a16="http://schemas.microsoft.com/office/drawing/2014/main" id="{8B80EB41-3C96-4112-8F11-A76CD6C5A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3083" y="9734104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2" name="path-921">
            <a:extLst xmlns:a="http://schemas.openxmlformats.org/drawingml/2006/main">
              <a:ext uri="{FF2B5EF4-FFF2-40B4-BE49-F238E27FC236}">
                <a16:creationId xmlns:a16="http://schemas.microsoft.com/office/drawing/2014/main" id="{4698FC08-5627-41CE-832F-1E636D013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3095" y="9791985"/>
            <a:ext cx="76580" cy="85260"/>
          </a:xfrm>
          <a:custGeom xmlns:a="http://schemas.openxmlformats.org/drawingml/2006/main">
            <a:pathLst>
              <a:path w="66866" h="74444">
                <a:moveTo>
                  <a:pt x="9694" y="62943"/>
                </a:moveTo>
                <a:cubicBezTo>
                  <a:pt x="9200" y="65407"/>
                  <a:pt x="8215" y="69187"/>
                  <a:pt x="8215" y="70010"/>
                </a:cubicBezTo>
                <a:cubicBezTo>
                  <a:pt x="8215" y="72968"/>
                  <a:pt x="10514" y="74444"/>
                  <a:pt x="12978" y="74444"/>
                </a:cubicBezTo>
                <a:cubicBezTo>
                  <a:pt x="14951" y="74444"/>
                  <a:pt x="17907" y="73131"/>
                  <a:pt x="19057" y="69844"/>
                </a:cubicBezTo>
                <a:cubicBezTo>
                  <a:pt x="19386" y="69187"/>
                  <a:pt x="24973" y="46836"/>
                  <a:pt x="25630" y="43878"/>
                </a:cubicBezTo>
                <a:cubicBezTo>
                  <a:pt x="26944" y="38455"/>
                  <a:pt x="29902" y="26951"/>
                  <a:pt x="30887" y="22514"/>
                </a:cubicBezTo>
                <a:cubicBezTo>
                  <a:pt x="31544" y="20376"/>
                  <a:pt x="36144" y="12655"/>
                  <a:pt x="40087" y="9042"/>
                </a:cubicBezTo>
                <a:cubicBezTo>
                  <a:pt x="41401" y="7892"/>
                  <a:pt x="46167" y="3615"/>
                  <a:pt x="53231" y="3615"/>
                </a:cubicBezTo>
                <a:cubicBezTo>
                  <a:pt x="57503" y="3615"/>
                  <a:pt x="59967" y="5590"/>
                  <a:pt x="60130" y="5590"/>
                </a:cubicBezTo>
                <a:cubicBezTo>
                  <a:pt x="55201" y="6413"/>
                  <a:pt x="51586" y="10356"/>
                  <a:pt x="51586" y="14628"/>
                </a:cubicBezTo>
                <a:cubicBezTo>
                  <a:pt x="51586" y="17255"/>
                  <a:pt x="53394" y="20376"/>
                  <a:pt x="57831" y="20376"/>
                </a:cubicBezTo>
                <a:cubicBezTo>
                  <a:pt x="62266" y="20376"/>
                  <a:pt x="66866" y="16598"/>
                  <a:pt x="66866" y="10684"/>
                </a:cubicBezTo>
                <a:cubicBezTo>
                  <a:pt x="66866" y="4934"/>
                  <a:pt x="61609" y="0"/>
                  <a:pt x="53231" y="0"/>
                </a:cubicBezTo>
                <a:cubicBezTo>
                  <a:pt x="42552" y="0"/>
                  <a:pt x="35322" y="8055"/>
                  <a:pt x="32201" y="12655"/>
                </a:cubicBezTo>
                <a:cubicBezTo>
                  <a:pt x="30887" y="5262"/>
                  <a:pt x="24973" y="0"/>
                  <a:pt x="17250" y="0"/>
                </a:cubicBezTo>
                <a:cubicBezTo>
                  <a:pt x="9694" y="0"/>
                  <a:pt x="6571" y="6413"/>
                  <a:pt x="5094" y="9371"/>
                </a:cubicBezTo>
                <a:cubicBezTo>
                  <a:pt x="2136" y="14956"/>
                  <a:pt x="0" y="24816"/>
                  <a:pt x="0" y="25307"/>
                </a:cubicBezTo>
                <a:cubicBezTo>
                  <a:pt x="0" y="26951"/>
                  <a:pt x="1642" y="26951"/>
                  <a:pt x="1970" y="26951"/>
                </a:cubicBezTo>
                <a:cubicBezTo>
                  <a:pt x="3615" y="26951"/>
                  <a:pt x="3778" y="26786"/>
                  <a:pt x="4766" y="23171"/>
                </a:cubicBezTo>
                <a:cubicBezTo>
                  <a:pt x="7558" y="11507"/>
                  <a:pt x="10842" y="3615"/>
                  <a:pt x="16758" y="3615"/>
                </a:cubicBezTo>
                <a:cubicBezTo>
                  <a:pt x="19551" y="3615"/>
                  <a:pt x="21850" y="4934"/>
                  <a:pt x="21850" y="11176"/>
                </a:cubicBezTo>
                <a:cubicBezTo>
                  <a:pt x="21850" y="14628"/>
                  <a:pt x="21359" y="16435"/>
                  <a:pt x="19223" y="24979"/>
                </a:cubicBezTo>
                <a:lnTo>
                  <a:pt x="9694" y="6294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3" name="path-922">
            <a:extLst xmlns:a="http://schemas.openxmlformats.org/drawingml/2006/main">
              <a:ext uri="{FF2B5EF4-FFF2-40B4-BE49-F238E27FC236}">
                <a16:creationId xmlns:a16="http://schemas.microsoft.com/office/drawing/2014/main" id="{ED470DC5-0784-4AF0-B394-1248891A3F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8047" y="9821189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4" name="path-923">
            <a:extLst xmlns:a="http://schemas.openxmlformats.org/drawingml/2006/main">
              <a:ext uri="{FF2B5EF4-FFF2-40B4-BE49-F238E27FC236}">
                <a16:creationId xmlns:a16="http://schemas.microsoft.com/office/drawing/2014/main" id="{D4922BF4-5E64-4C0F-A9CA-A77CBDE0D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8113" y="9813224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5" name="path-924">
            <a:extLst xmlns:a="http://schemas.openxmlformats.org/drawingml/2006/main">
              <a:ext uri="{FF2B5EF4-FFF2-40B4-BE49-F238E27FC236}">
                <a16:creationId xmlns:a16="http://schemas.microsoft.com/office/drawing/2014/main" id="{6D31A277-5B5D-4E3B-8F3D-8DAE30613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7100" y="9824333"/>
            <a:ext cx="114967" cy="7525"/>
          </a:xfrm>
          <a:custGeom xmlns:a="http://schemas.openxmlformats.org/drawingml/2006/main">
            <a:pathLst>
              <a:path w="100383" h="6571">
                <a:moveTo>
                  <a:pt x="94632" y="6571"/>
                </a:moveTo>
                <a:cubicBezTo>
                  <a:pt x="97425" y="6571"/>
                  <a:pt x="100383" y="6571"/>
                  <a:pt x="100383" y="3287"/>
                </a:cubicBezTo>
                <a:cubicBezTo>
                  <a:pt x="100383" y="0"/>
                  <a:pt x="97425" y="0"/>
                  <a:pt x="94632" y="0"/>
                </a:cubicBezTo>
                <a:lnTo>
                  <a:pt x="5751" y="0"/>
                </a:lnTo>
                <a:cubicBezTo>
                  <a:pt x="2958" y="0"/>
                  <a:pt x="0" y="0"/>
                  <a:pt x="0" y="3287"/>
                </a:cubicBezTo>
                <a:cubicBezTo>
                  <a:pt x="0" y="6571"/>
                  <a:pt x="2958" y="6571"/>
                  <a:pt x="5751" y="6571"/>
                </a:cubicBezTo>
                <a:lnTo>
                  <a:pt x="94632" y="65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6" name="path-925">
            <a:extLst xmlns:a="http://schemas.openxmlformats.org/drawingml/2006/main">
              <a:ext uri="{FF2B5EF4-FFF2-40B4-BE49-F238E27FC236}">
                <a16:creationId xmlns:a16="http://schemas.microsoft.com/office/drawing/2014/main" id="{6A247680-BAD3-44C5-91F4-429E318936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5087" y="9791985"/>
            <a:ext cx="76580" cy="85260"/>
          </a:xfrm>
          <a:custGeom xmlns:a="http://schemas.openxmlformats.org/drawingml/2006/main">
            <a:pathLst>
              <a:path w="66866" h="74444">
                <a:moveTo>
                  <a:pt x="9694" y="62943"/>
                </a:moveTo>
                <a:cubicBezTo>
                  <a:pt x="9200" y="65407"/>
                  <a:pt x="8215" y="69187"/>
                  <a:pt x="8215" y="70010"/>
                </a:cubicBezTo>
                <a:cubicBezTo>
                  <a:pt x="8215" y="72968"/>
                  <a:pt x="10514" y="74444"/>
                  <a:pt x="12978" y="74444"/>
                </a:cubicBezTo>
                <a:cubicBezTo>
                  <a:pt x="14951" y="74444"/>
                  <a:pt x="17907" y="73131"/>
                  <a:pt x="19057" y="69844"/>
                </a:cubicBezTo>
                <a:cubicBezTo>
                  <a:pt x="19386" y="69187"/>
                  <a:pt x="24973" y="46836"/>
                  <a:pt x="25630" y="43878"/>
                </a:cubicBezTo>
                <a:cubicBezTo>
                  <a:pt x="26944" y="38455"/>
                  <a:pt x="29902" y="26951"/>
                  <a:pt x="30887" y="22514"/>
                </a:cubicBezTo>
                <a:cubicBezTo>
                  <a:pt x="31544" y="20376"/>
                  <a:pt x="36144" y="12655"/>
                  <a:pt x="40087" y="9042"/>
                </a:cubicBezTo>
                <a:cubicBezTo>
                  <a:pt x="41401" y="7892"/>
                  <a:pt x="46167" y="3615"/>
                  <a:pt x="53231" y="3615"/>
                </a:cubicBezTo>
                <a:cubicBezTo>
                  <a:pt x="57503" y="3615"/>
                  <a:pt x="59967" y="5590"/>
                  <a:pt x="60130" y="5590"/>
                </a:cubicBezTo>
                <a:cubicBezTo>
                  <a:pt x="55201" y="6413"/>
                  <a:pt x="51586" y="10356"/>
                  <a:pt x="51586" y="14628"/>
                </a:cubicBezTo>
                <a:cubicBezTo>
                  <a:pt x="51586" y="17255"/>
                  <a:pt x="53394" y="20376"/>
                  <a:pt x="57831" y="20376"/>
                </a:cubicBezTo>
                <a:cubicBezTo>
                  <a:pt x="62266" y="20376"/>
                  <a:pt x="66866" y="16598"/>
                  <a:pt x="66866" y="10684"/>
                </a:cubicBezTo>
                <a:cubicBezTo>
                  <a:pt x="66866" y="4934"/>
                  <a:pt x="61609" y="0"/>
                  <a:pt x="53231" y="0"/>
                </a:cubicBezTo>
                <a:cubicBezTo>
                  <a:pt x="42552" y="0"/>
                  <a:pt x="35322" y="8055"/>
                  <a:pt x="32201" y="12655"/>
                </a:cubicBezTo>
                <a:cubicBezTo>
                  <a:pt x="30887" y="5262"/>
                  <a:pt x="24973" y="0"/>
                  <a:pt x="17250" y="0"/>
                </a:cubicBezTo>
                <a:cubicBezTo>
                  <a:pt x="9694" y="0"/>
                  <a:pt x="6571" y="6413"/>
                  <a:pt x="5094" y="9371"/>
                </a:cubicBezTo>
                <a:cubicBezTo>
                  <a:pt x="2136" y="14956"/>
                  <a:pt x="0" y="24816"/>
                  <a:pt x="0" y="25307"/>
                </a:cubicBezTo>
                <a:cubicBezTo>
                  <a:pt x="0" y="26951"/>
                  <a:pt x="1642" y="26951"/>
                  <a:pt x="1970" y="26951"/>
                </a:cubicBezTo>
                <a:cubicBezTo>
                  <a:pt x="3615" y="26951"/>
                  <a:pt x="3778" y="26786"/>
                  <a:pt x="4766" y="23171"/>
                </a:cubicBezTo>
                <a:cubicBezTo>
                  <a:pt x="7558" y="11507"/>
                  <a:pt x="10842" y="3615"/>
                  <a:pt x="16758" y="3615"/>
                </a:cubicBezTo>
                <a:cubicBezTo>
                  <a:pt x="19551" y="3615"/>
                  <a:pt x="21850" y="4934"/>
                  <a:pt x="21850" y="11176"/>
                </a:cubicBezTo>
                <a:cubicBezTo>
                  <a:pt x="21850" y="14628"/>
                  <a:pt x="21359" y="16435"/>
                  <a:pt x="19223" y="24979"/>
                </a:cubicBezTo>
                <a:lnTo>
                  <a:pt x="9694" y="6294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7" name="path-926">
            <a:extLst xmlns:a="http://schemas.openxmlformats.org/drawingml/2006/main">
              <a:ext uri="{FF2B5EF4-FFF2-40B4-BE49-F238E27FC236}">
                <a16:creationId xmlns:a16="http://schemas.microsoft.com/office/drawing/2014/main" id="{1F59C0A8-638F-498C-9D2D-AB6BE7A39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057" y="9821189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8" name="path-927">
            <a:extLst xmlns:a="http://schemas.openxmlformats.org/drawingml/2006/main">
              <a:ext uri="{FF2B5EF4-FFF2-40B4-BE49-F238E27FC236}">
                <a16:creationId xmlns:a16="http://schemas.microsoft.com/office/drawing/2014/main" id="{B3AA05DA-3321-4008-916C-2C6A5F0E4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104" y="9813224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9" name="path-928">
            <a:extLst xmlns:a="http://schemas.openxmlformats.org/drawingml/2006/main">
              <a:ext uri="{FF2B5EF4-FFF2-40B4-BE49-F238E27FC236}">
                <a16:creationId xmlns:a16="http://schemas.microsoft.com/office/drawing/2014/main" id="{BC3565F3-ED5E-4B2B-9E46-FA4D382DF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478" y="9867168"/>
            <a:ext cx="89038" cy="6455"/>
          </a:xfrm>
          <a:custGeom xmlns:a="http://schemas.openxmlformats.org/drawingml/2006/main">
            <a:pathLst>
              <a:path w="77743" h="5636">
                <a:moveTo>
                  <a:pt x="73142" y="5636"/>
                </a:moveTo>
                <a:cubicBezTo>
                  <a:pt x="74983" y="5636"/>
                  <a:pt x="77743" y="5636"/>
                  <a:pt x="77743" y="2876"/>
                </a:cubicBezTo>
                <a:cubicBezTo>
                  <a:pt x="77743" y="0"/>
                  <a:pt x="75097" y="0"/>
                  <a:pt x="73142" y="0"/>
                </a:cubicBezTo>
                <a:lnTo>
                  <a:pt x="4601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6"/>
                  <a:pt x="2646" y="5636"/>
                  <a:pt x="4601" y="5636"/>
                </a:cubicBezTo>
                <a:lnTo>
                  <a:pt x="73142" y="563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0" name="path-929">
            <a:extLst xmlns:a="http://schemas.openxmlformats.org/drawingml/2006/main">
              <a:ext uri="{FF2B5EF4-FFF2-40B4-BE49-F238E27FC236}">
                <a16:creationId xmlns:a16="http://schemas.microsoft.com/office/drawing/2014/main" id="{2AB18474-BA2A-45BF-8013-C6A988D52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218" y="9815976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1" name="path-930">
            <a:extLst xmlns:a="http://schemas.openxmlformats.org/drawingml/2006/main">
              <a:ext uri="{FF2B5EF4-FFF2-40B4-BE49-F238E27FC236}">
                <a16:creationId xmlns:a16="http://schemas.microsoft.com/office/drawing/2014/main" id="{CB7864D3-6DD0-4A75-AC40-F46027C1A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4989" y="9734104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2" name="path-931">
            <a:extLst xmlns:a="http://schemas.openxmlformats.org/drawingml/2006/main">
              <a:ext uri="{FF2B5EF4-FFF2-40B4-BE49-F238E27FC236}">
                <a16:creationId xmlns:a16="http://schemas.microsoft.com/office/drawing/2014/main" id="{88A90981-46D8-467C-B574-BC735DBCA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0084" y="9602315"/>
            <a:ext cx="49486" cy="451405"/>
          </a:xfrm>
          <a:custGeom xmlns:a="http://schemas.openxmlformats.org/drawingml/2006/main">
            <a:pathLst>
              <a:path w="43209" h="394144">
                <a:moveTo>
                  <a:pt x="34174" y="385106"/>
                </a:moveTo>
                <a:lnTo>
                  <a:pt x="0" y="385106"/>
                </a:lnTo>
                <a:lnTo>
                  <a:pt x="0" y="394144"/>
                </a:lnTo>
                <a:lnTo>
                  <a:pt x="43209" y="394144"/>
                </a:lnTo>
                <a:lnTo>
                  <a:pt x="43209" y="0"/>
                </a:lnTo>
                <a:lnTo>
                  <a:pt x="0" y="0"/>
                </a:lnTo>
                <a:lnTo>
                  <a:pt x="0" y="9035"/>
                </a:lnTo>
                <a:lnTo>
                  <a:pt x="34174" y="9035"/>
                </a:lnTo>
                <a:lnTo>
                  <a:pt x="34174" y="38510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3" name="path-932">
            <a:extLst xmlns:a="http://schemas.openxmlformats.org/drawingml/2006/main">
              <a:ext uri="{FF2B5EF4-FFF2-40B4-BE49-F238E27FC236}">
                <a16:creationId xmlns:a16="http://schemas.microsoft.com/office/drawing/2014/main" id="{EDE4E0AF-F381-45C0-B693-BEDA6DE1E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5052" y="9561443"/>
            <a:ext cx="58216" cy="87464"/>
          </a:xfrm>
          <a:custGeom xmlns:a="http://schemas.openxmlformats.org/drawingml/2006/main">
            <a:pathLst>
              <a:path w="50832" h="76369">
                <a:moveTo>
                  <a:pt x="50832" y="55434"/>
                </a:moveTo>
                <a:lnTo>
                  <a:pt x="46922" y="55434"/>
                </a:lnTo>
                <a:cubicBezTo>
                  <a:pt x="46576" y="57967"/>
                  <a:pt x="45427" y="64754"/>
                  <a:pt x="43932" y="65905"/>
                </a:cubicBezTo>
                <a:cubicBezTo>
                  <a:pt x="43012" y="66595"/>
                  <a:pt x="34157" y="66595"/>
                  <a:pt x="32546" y="66595"/>
                </a:cubicBezTo>
                <a:lnTo>
                  <a:pt x="11385" y="66595"/>
                </a:lnTo>
                <a:cubicBezTo>
                  <a:pt x="23462" y="55894"/>
                  <a:pt x="27486" y="52674"/>
                  <a:pt x="34387" y="47266"/>
                </a:cubicBezTo>
                <a:cubicBezTo>
                  <a:pt x="42896" y="40478"/>
                  <a:pt x="50832" y="33345"/>
                  <a:pt x="50832" y="22416"/>
                </a:cubicBezTo>
                <a:cubicBezTo>
                  <a:pt x="50832" y="8507"/>
                  <a:pt x="38641" y="0"/>
                  <a:pt x="23922" y="0"/>
                </a:cubicBezTo>
                <a:cubicBezTo>
                  <a:pt x="9660" y="0"/>
                  <a:pt x="0" y="10001"/>
                  <a:pt x="0" y="20575"/>
                </a:cubicBezTo>
                <a:cubicBezTo>
                  <a:pt x="0" y="26441"/>
                  <a:pt x="4945" y="27015"/>
                  <a:pt x="6096" y="27015"/>
                </a:cubicBezTo>
                <a:cubicBezTo>
                  <a:pt x="8857" y="27015"/>
                  <a:pt x="12191" y="25060"/>
                  <a:pt x="12191" y="20921"/>
                </a:cubicBezTo>
                <a:cubicBezTo>
                  <a:pt x="12191" y="18850"/>
                  <a:pt x="11385" y="14825"/>
                  <a:pt x="5405" y="14825"/>
                </a:cubicBezTo>
                <a:cubicBezTo>
                  <a:pt x="8971" y="6668"/>
                  <a:pt x="16792" y="4141"/>
                  <a:pt x="22197" y="4141"/>
                </a:cubicBezTo>
                <a:cubicBezTo>
                  <a:pt x="33696" y="4141"/>
                  <a:pt x="39676" y="13101"/>
                  <a:pt x="39676" y="22416"/>
                </a:cubicBezTo>
                <a:cubicBezTo>
                  <a:pt x="39676" y="32424"/>
                  <a:pt x="32546" y="40362"/>
                  <a:pt x="28867" y="44504"/>
                </a:cubicBezTo>
                <a:lnTo>
                  <a:pt x="1151" y="71886"/>
                </a:lnTo>
                <a:cubicBezTo>
                  <a:pt x="0" y="72919"/>
                  <a:pt x="0" y="73149"/>
                  <a:pt x="0" y="76369"/>
                </a:cubicBezTo>
                <a:lnTo>
                  <a:pt x="47382" y="76369"/>
                </a:lnTo>
                <a:lnTo>
                  <a:pt x="50832" y="55434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4" name="path-933">
            <a:extLst xmlns:a="http://schemas.openxmlformats.org/drawingml/2006/main">
              <a:ext uri="{FF2B5EF4-FFF2-40B4-BE49-F238E27FC236}">
                <a16:creationId xmlns:a16="http://schemas.microsoft.com/office/drawing/2014/main" id="{FAF28B9F-7584-40DF-9DCE-42EBBF922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84659" y="8711792"/>
            <a:ext cx="2271008" cy="508048"/>
          </a:xfrm>
          <a:custGeom xmlns:a="http://schemas.openxmlformats.org/drawingml/2006/main">
            <a:pathLst>
              <a:path w="1982926" h="443601">
                <a:moveTo>
                  <a:pt x="0" y="0"/>
                </a:moveTo>
                <a:lnTo>
                  <a:pt x="0" y="443601"/>
                </a:lnTo>
                <a:lnTo>
                  <a:pt x="1982926" y="443601"/>
                </a:lnTo>
                <a:lnTo>
                  <a:pt x="198292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sp>
        <p:nvSpPr>
          <p:cNvPr id="985" name="path-934">
            <a:extLst xmlns:a="http://schemas.openxmlformats.org/drawingml/2006/main">
              <a:ext uri="{FF2B5EF4-FFF2-40B4-BE49-F238E27FC236}">
                <a16:creationId xmlns:a16="http://schemas.microsoft.com/office/drawing/2014/main" id="{53882975-BC8D-427D-AD5D-42ED4AD118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7877" y="9675195"/>
            <a:ext cx="776234" cy="308419"/>
          </a:xfrm>
          <a:custGeom xmlns:a="http://schemas.openxmlformats.org/drawingml/2006/main">
            <a:pathLst>
              <a:path w="677768" h="269296">
                <a:moveTo>
                  <a:pt x="0" y="0"/>
                </a:moveTo>
                <a:lnTo>
                  <a:pt x="0" y="269296"/>
                </a:lnTo>
                <a:lnTo>
                  <a:pt x="677768" y="269296"/>
                </a:lnTo>
                <a:lnTo>
                  <a:pt x="67776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sp>
        <p:nvSpPr>
          <p:cNvPr id="986" name="path-935">
            <a:extLst xmlns:a="http://schemas.openxmlformats.org/drawingml/2006/main">
              <a:ext uri="{FF2B5EF4-FFF2-40B4-BE49-F238E27FC236}">
                <a16:creationId xmlns:a16="http://schemas.microsoft.com/office/drawing/2014/main" id="{EE700FA6-CE18-489C-AE99-8B6B4410E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48560" y="9242220"/>
            <a:ext cx="477168" cy="432974"/>
          </a:xfrm>
          <a:custGeom xmlns:a="http://schemas.openxmlformats.org/drawingml/2006/main">
            <a:pathLst>
              <a:path w="416638" h="378051">
                <a:moveTo>
                  <a:pt x="6763" y="378051"/>
                </a:moveTo>
                <a:cubicBezTo>
                  <a:pt x="0" y="296094"/>
                  <a:pt x="42466" y="186595"/>
                  <a:pt x="241424" y="78828"/>
                </a:cubicBezTo>
                <a:cubicBezTo>
                  <a:pt x="293289" y="50712"/>
                  <a:pt x="352655" y="24493"/>
                  <a:pt x="416638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sp>
        <p:nvSpPr>
          <p:cNvPr id="987" name="path-936">
            <a:extLst xmlns:a="http://schemas.openxmlformats.org/drawingml/2006/main">
              <a:ext uri="{FF2B5EF4-FFF2-40B4-BE49-F238E27FC236}">
                <a16:creationId xmlns:a16="http://schemas.microsoft.com/office/drawing/2014/main" id="{6FB59865-520E-4CA9-88DD-14CE383B4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89336" y="9225434"/>
            <a:ext cx="80684" cy="53184"/>
          </a:xfrm>
          <a:custGeom xmlns:a="http://schemas.openxmlformats.org/drawingml/2006/main">
            <a:pathLst>
              <a:path w="70449" h="46437">
                <a:moveTo>
                  <a:pt x="70449" y="486"/>
                </a:moveTo>
                <a:lnTo>
                  <a:pt x="0" y="0"/>
                </a:lnTo>
                <a:lnTo>
                  <a:pt x="31745" y="14693"/>
                </a:lnTo>
                <a:lnTo>
                  <a:pt x="17051" y="46437"/>
                </a:lnTo>
                <a:lnTo>
                  <a:pt x="70449" y="48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8" name="path-937">
            <a:extLst xmlns:a="http://schemas.openxmlformats.org/drawingml/2006/main">
              <a:ext uri="{FF2B5EF4-FFF2-40B4-BE49-F238E27FC236}">
                <a16:creationId xmlns:a16="http://schemas.microsoft.com/office/drawing/2014/main" id="{EBC07720-1B8E-4115-844D-86C75CD194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89371" y="9225414"/>
            <a:ext cx="80648" cy="53162"/>
          </a:xfrm>
          <a:custGeom xmlns:a="http://schemas.openxmlformats.org/drawingml/2006/main">
            <a:pathLst>
              <a:path w="70417" h="46419">
                <a:moveTo>
                  <a:pt x="70417" y="494"/>
                </a:moveTo>
                <a:lnTo>
                  <a:pt x="0" y="0"/>
                </a:lnTo>
                <a:lnTo>
                  <a:pt x="31745" y="14674"/>
                </a:lnTo>
                <a:lnTo>
                  <a:pt x="16985" y="46419"/>
                </a:lnTo>
                <a:lnTo>
                  <a:pt x="70417" y="494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989" name="text-938 Offer">
            <a:extLst xmlns:a="http://schemas.openxmlformats.org/drawingml/2006/main">
              <a:ext uri="{FF2B5EF4-FFF2-40B4-BE49-F238E27FC236}">
                <a16:creationId xmlns:a16="http://schemas.microsoft.com/office/drawing/2014/main" id="{632D8629-F5EA-45BB-AB1B-D65D562F4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85186" y="10041353"/>
            <a:ext cx="360315" cy="2116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Offer</a:t>
            </a:r>
          </a:p>
        </p:txBody>
      </p:sp>
      <p:sp>
        <p:nvSpPr>
          <p:cNvPr id="990" name="text-938 a">
            <a:extLst xmlns:a="http://schemas.openxmlformats.org/drawingml/2006/main">
              <a:ext uri="{FF2B5EF4-FFF2-40B4-BE49-F238E27FC236}">
                <a16:creationId xmlns:a16="http://schemas.microsoft.com/office/drawing/2014/main" id="{5AF1E1A4-32EA-4FE2-9310-D6B4A5EE4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60270" y="10041370"/>
            <a:ext cx="111233" cy="211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991" name="text-938 Baseline">
            <a:extLst xmlns:a="http://schemas.openxmlformats.org/drawingml/2006/main">
              <a:ext uri="{FF2B5EF4-FFF2-40B4-BE49-F238E27FC236}">
                <a16:creationId xmlns:a16="http://schemas.microsoft.com/office/drawing/2014/main" id="{0C46C5CC-D7DA-4C52-9469-EFE2435CC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86282" y="10041375"/>
            <a:ext cx="606819" cy="211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Baseline</a:t>
            </a:r>
          </a:p>
        </p:txBody>
      </p:sp>
      <p:sp>
        <p:nvSpPr>
          <p:cNvPr id="992" name="text-938 Function">
            <a:extLst xmlns:a="http://schemas.openxmlformats.org/drawingml/2006/main">
              <a:ext uri="{FF2B5EF4-FFF2-40B4-BE49-F238E27FC236}">
                <a16:creationId xmlns:a16="http://schemas.microsoft.com/office/drawing/2014/main" id="{88A67251-40FA-4563-A60B-ABC43C6B2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07881" y="10041374"/>
            <a:ext cx="606729" cy="2115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Function</a:t>
            </a:r>
          </a:p>
        </p:txBody>
      </p:sp>
      <p:sp>
        <p:nvSpPr>
          <p:cNvPr id="993" name="text-938 for">
            <a:extLst xmlns:a="http://schemas.openxmlformats.org/drawingml/2006/main">
              <a:ext uri="{FF2B5EF4-FFF2-40B4-BE49-F238E27FC236}">
                <a16:creationId xmlns:a16="http://schemas.microsoft.com/office/drawing/2014/main" id="{10422005-FBBD-4834-9354-CB1FAAFBC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29388" y="10041389"/>
            <a:ext cx="203526" cy="2115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for</a:t>
            </a:r>
          </a:p>
        </p:txBody>
      </p:sp>
      <p:sp>
        <p:nvSpPr>
          <p:cNvPr id="994" name="text-938 Stabilizing">
            <a:extLst xmlns:a="http://schemas.openxmlformats.org/drawingml/2006/main">
              <a:ext uri="{FF2B5EF4-FFF2-40B4-BE49-F238E27FC236}">
                <a16:creationId xmlns:a16="http://schemas.microsoft.com/office/drawing/2014/main" id="{C8AA5106-56B7-4EEF-9B7D-C868F58F96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47690" y="10041367"/>
            <a:ext cx="715943" cy="2115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Stabilizing</a:t>
            </a:r>
          </a:p>
        </p:txBody>
      </p:sp>
      <p:sp>
        <p:nvSpPr>
          <p:cNvPr id="995" name="text-938 Training">
            <a:extLst xmlns:a="http://schemas.openxmlformats.org/drawingml/2006/main">
              <a:ext uri="{FF2B5EF4-FFF2-40B4-BE49-F238E27FC236}">
                <a16:creationId xmlns:a16="http://schemas.microsoft.com/office/drawing/2014/main" id="{05E07463-D0E0-4326-AA7E-78AC91EA9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5692" y="10041370"/>
            <a:ext cx="567492" cy="2115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Training</a:t>
            </a:r>
          </a:p>
        </p:txBody>
      </p:sp>
      <p:sp>
        <p:nvSpPr>
          <p:cNvPr id="996" name="path-939">
            <a:extLst xmlns:a="http://schemas.openxmlformats.org/drawingml/2006/main">
              <a:ext uri="{FF2B5EF4-FFF2-40B4-BE49-F238E27FC236}">
                <a16:creationId xmlns:a16="http://schemas.microsoft.com/office/drawing/2014/main" id="{58AA40F1-7107-452A-8B67-829646D55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4348" y="8805549"/>
            <a:ext cx="841782" cy="481446"/>
          </a:xfrm>
          <a:custGeom xmlns:a="http://schemas.openxmlformats.org/drawingml/2006/main">
            <a:pathLst>
              <a:path w="735000" h="420374">
                <a:moveTo>
                  <a:pt x="0" y="260652"/>
                </a:moveTo>
                <a:lnTo>
                  <a:pt x="17216" y="63810"/>
                </a:lnTo>
                <a:lnTo>
                  <a:pt x="565394" y="111765"/>
                </a:lnTo>
                <a:lnTo>
                  <a:pt x="575122" y="0"/>
                </a:lnTo>
                <a:lnTo>
                  <a:pt x="735000" y="225783"/>
                </a:lnTo>
                <a:lnTo>
                  <a:pt x="538348" y="420374"/>
                </a:lnTo>
                <a:lnTo>
                  <a:pt x="548160" y="308607"/>
                </a:lnTo>
                <a:lnTo>
                  <a:pt x="0" y="26065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7" name="path-940">
            <a:extLst xmlns:a="http://schemas.openxmlformats.org/drawingml/2006/main">
              <a:ext uri="{FF2B5EF4-FFF2-40B4-BE49-F238E27FC236}">
                <a16:creationId xmlns:a16="http://schemas.microsoft.com/office/drawing/2014/main" id="{8EC79F35-A6AF-48E7-ABF2-28B3DCECBC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4357" y="8805565"/>
            <a:ext cx="841767" cy="481421"/>
          </a:xfrm>
          <a:custGeom xmlns:a="http://schemas.openxmlformats.org/drawingml/2006/main">
            <a:pathLst>
              <a:path w="734987" h="420352">
                <a:moveTo>
                  <a:pt x="0" y="260635"/>
                </a:moveTo>
                <a:lnTo>
                  <a:pt x="17230" y="63819"/>
                </a:lnTo>
                <a:lnTo>
                  <a:pt x="565384" y="111725"/>
                </a:lnTo>
                <a:lnTo>
                  <a:pt x="575117" y="0"/>
                </a:lnTo>
                <a:lnTo>
                  <a:pt x="734987" y="225762"/>
                </a:lnTo>
                <a:lnTo>
                  <a:pt x="538335" y="420352"/>
                </a:lnTo>
                <a:lnTo>
                  <a:pt x="548154" y="308621"/>
                </a:lnTo>
                <a:lnTo>
                  <a:pt x="0" y="260635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998" name="text-941 Address">
            <a:extLst xmlns:a="http://schemas.openxmlformats.org/drawingml/2006/main">
              <a:ext uri="{FF2B5EF4-FFF2-40B4-BE49-F238E27FC236}">
                <a16:creationId xmlns:a16="http://schemas.microsoft.com/office/drawing/2014/main" id="{7D50A9B9-B2B9-439C-8F8B-70ABBDD77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300000">
            <a:off x="11783704" y="8927829"/>
            <a:ext cx="555374" cy="2021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37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37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37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Address</a:t>
            </a:r>
          </a:p>
        </p:txBody>
      </p:sp>
      <p:sp>
        <p:nvSpPr>
          <p:cNvPr id="999" name="path-942">
            <a:extLst xmlns:a="http://schemas.openxmlformats.org/drawingml/2006/main">
              <a:ext uri="{FF2B5EF4-FFF2-40B4-BE49-F238E27FC236}">
                <a16:creationId xmlns:a16="http://schemas.microsoft.com/office/drawing/2014/main" id="{8D7089A2-E7AA-4CD5-84BF-D0450E28B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2401" y="9475882"/>
            <a:ext cx="1335900" cy="508355"/>
          </a:xfrm>
          <a:custGeom xmlns:a="http://schemas.openxmlformats.org/drawingml/2006/main">
            <a:pathLst>
              <a:path w="1166439" h="443870">
                <a:moveTo>
                  <a:pt x="27498" y="443870"/>
                </a:moveTo>
                <a:lnTo>
                  <a:pt x="0" y="248196"/>
                </a:lnTo>
                <a:lnTo>
                  <a:pt x="975476" y="111099"/>
                </a:lnTo>
                <a:lnTo>
                  <a:pt x="959893" y="0"/>
                </a:lnTo>
                <a:lnTo>
                  <a:pt x="1166439" y="184036"/>
                </a:lnTo>
                <a:lnTo>
                  <a:pt x="1018600" y="417872"/>
                </a:lnTo>
                <a:lnTo>
                  <a:pt x="1003017" y="306773"/>
                </a:lnTo>
                <a:lnTo>
                  <a:pt x="27498" y="44387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0" name="path-943">
            <a:extLst xmlns:a="http://schemas.openxmlformats.org/drawingml/2006/main">
              <a:ext uri="{FF2B5EF4-FFF2-40B4-BE49-F238E27FC236}">
                <a16:creationId xmlns:a16="http://schemas.microsoft.com/office/drawing/2014/main" id="{F68D015F-A060-4E1D-9FDF-80F28BB89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2360" y="9475852"/>
            <a:ext cx="1335936" cy="508425"/>
          </a:xfrm>
          <a:custGeom xmlns:a="http://schemas.openxmlformats.org/drawingml/2006/main">
            <a:pathLst>
              <a:path w="1166470" h="443931">
                <a:moveTo>
                  <a:pt x="27542" y="443931"/>
                </a:moveTo>
                <a:lnTo>
                  <a:pt x="0" y="248267"/>
                </a:lnTo>
                <a:lnTo>
                  <a:pt x="975514" y="111146"/>
                </a:lnTo>
                <a:lnTo>
                  <a:pt x="959926" y="0"/>
                </a:lnTo>
                <a:lnTo>
                  <a:pt x="1166470" y="184034"/>
                </a:lnTo>
                <a:lnTo>
                  <a:pt x="1018633" y="417871"/>
                </a:lnTo>
                <a:lnTo>
                  <a:pt x="1003051" y="306810"/>
                </a:lnTo>
                <a:lnTo>
                  <a:pt x="27542" y="443931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1001" name="text-944 Address">
            <a:extLst xmlns:a="http://schemas.openxmlformats.org/drawingml/2006/main">
              <a:ext uri="{FF2B5EF4-FFF2-40B4-BE49-F238E27FC236}">
                <a16:creationId xmlns:a16="http://schemas.microsoft.com/office/drawing/2014/main" id="{0F10C0BE-E9D3-4D90-B55E-049B57129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480000">
            <a:off x="11569628" y="9691358"/>
            <a:ext cx="548367" cy="1996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3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3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23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Address</a:t>
            </a:r>
          </a:p>
        </p:txBody>
      </p:sp>
      <p:sp>
        <p:nvSpPr>
          <p:cNvPr id="1002" name="path-945">
            <a:extLst xmlns:a="http://schemas.openxmlformats.org/drawingml/2006/main">
              <a:ext uri="{FF2B5EF4-FFF2-40B4-BE49-F238E27FC236}">
                <a16:creationId xmlns:a16="http://schemas.microsoft.com/office/drawing/2014/main" id="{95615C5F-B9C5-489A-9EEA-FD7CB60BC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2957" y="4177894"/>
            <a:ext cx="4718596" cy="3356100"/>
          </a:xfrm>
          <a:custGeom xmlns:a="http://schemas.openxmlformats.org/drawingml/2006/main">
            <a:pathLst>
              <a:path w="4120033" h="2930373">
                <a:moveTo>
                  <a:pt x="4120033" y="2930373"/>
                </a:moveTo>
                <a:lnTo>
                  <a:pt x="4120033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546">
            <a:solidFill>
              <a:srgbClr val="EEEFF3"/>
            </a:solidFill>
            <a:prstDash val="solid"/>
          </a:ln>
        </p:spPr>
      </p:sp>
      <p:sp>
        <p:nvSpPr>
          <p:cNvPr id="1003" name="path-946">
            <a:extLst xmlns:a="http://schemas.openxmlformats.org/drawingml/2006/main">
              <a:ext uri="{FF2B5EF4-FFF2-40B4-BE49-F238E27FC236}">
                <a16:creationId xmlns:a16="http://schemas.microsoft.com/office/drawing/2014/main" id="{E60706CA-0D8D-4DDF-936D-CC0EA675C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2957" y="3749624"/>
            <a:ext cx="4718601" cy="543007"/>
          </a:xfrm>
          <a:custGeom xmlns:a="http://schemas.openxmlformats.org/drawingml/2006/main">
            <a:pathLst>
              <a:path w="4120038" h="474126">
                <a:moveTo>
                  <a:pt x="0" y="0"/>
                </a:moveTo>
                <a:lnTo>
                  <a:pt x="4120038" y="0"/>
                </a:lnTo>
                <a:lnTo>
                  <a:pt x="4120038" y="474126"/>
                </a:lnTo>
                <a:lnTo>
                  <a:pt x="0" y="474126"/>
                </a:lnTo>
                <a:close/>
              </a:path>
            </a:pathLst>
          </a:custGeom>
          <a:solidFill xmlns:a="http://schemas.openxmlformats.org/drawingml/2006/main">
            <a:srgbClr val="EEEF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4" name="path-947">
            <a:extLst xmlns:a="http://schemas.openxmlformats.org/drawingml/2006/main">
              <a:ext uri="{FF2B5EF4-FFF2-40B4-BE49-F238E27FC236}">
                <a16:creationId xmlns:a16="http://schemas.microsoft.com/office/drawing/2014/main" id="{CE314F6C-C767-4923-B10D-6EAE6A812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2957" y="3749641"/>
            <a:ext cx="4718596" cy="542987"/>
          </a:xfrm>
          <a:custGeom xmlns:a="http://schemas.openxmlformats.org/drawingml/2006/main">
            <a:pathLst>
              <a:path w="4120033" h="474108">
                <a:moveTo>
                  <a:pt x="0" y="474108"/>
                </a:moveTo>
                <a:lnTo>
                  <a:pt x="4120033" y="474108"/>
                </a:lnTo>
                <a:lnTo>
                  <a:pt x="4120033" y="0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773">
            <a:solidFill>
              <a:srgbClr val="EEEFF3"/>
            </a:solidFill>
            <a:prstDash val="solid"/>
          </a:ln>
        </p:spPr>
      </p:sp>
      <p:sp>
        <p:nvSpPr>
          <p:cNvPr id="1005" name="path-948">
            <a:extLst xmlns:a="http://schemas.openxmlformats.org/drawingml/2006/main">
              <a:ext uri="{FF2B5EF4-FFF2-40B4-BE49-F238E27FC236}">
                <a16:creationId xmlns:a16="http://schemas.microsoft.com/office/drawing/2014/main" id="{8FCE6DFF-E270-445D-82B4-E540150AB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258" y="3980528"/>
            <a:ext cx="1017982" cy="191"/>
          </a:xfrm>
          <a:custGeom xmlns:a="http://schemas.openxmlformats.org/drawingml/2006/main">
            <a:pathLst>
              <a:path w="888850" h="191">
                <a:moveTo>
                  <a:pt x="0" y="0"/>
                </a:moveTo>
                <a:lnTo>
                  <a:pt x="8888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30">
            <a:solidFill>
              <a:srgbClr val="000000"/>
            </a:solidFill>
            <a:prstDash val="solid"/>
          </a:ln>
        </p:spPr>
      </p:sp>
      <p:sp>
        <p:nvSpPr>
          <p:cNvPr id="1006" name="text-949 Theorem">
            <a:extLst xmlns:a="http://schemas.openxmlformats.org/drawingml/2006/main">
              <a:ext uri="{FF2B5EF4-FFF2-40B4-BE49-F238E27FC236}">
                <a16:creationId xmlns:a16="http://schemas.microsoft.com/office/drawing/2014/main" id="{B937A0E6-999F-48E8-88CD-94111CE11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33258" y="3767832"/>
            <a:ext cx="831366" cy="2643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Theorem</a:t>
            </a:r>
          </a:p>
        </p:txBody>
      </p:sp>
      <p:sp>
        <p:nvSpPr>
          <p:cNvPr id="1007" name="text-949 1:">
            <a:extLst xmlns:a="http://schemas.openxmlformats.org/drawingml/2006/main">
              <a:ext uri="{FF2B5EF4-FFF2-40B4-BE49-F238E27FC236}">
                <a16:creationId xmlns:a16="http://schemas.microsoft.com/office/drawing/2014/main" id="{9C62CC8A-EB64-4547-928D-03CB446DC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83038" y="3767842"/>
            <a:ext cx="201849" cy="2643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1:</a:t>
            </a:r>
          </a:p>
        </p:txBody>
      </p:sp>
      <p:sp>
        <p:nvSpPr>
          <p:cNvPr id="1008" name="text-950 Enabling">
            <a:extLst xmlns:a="http://schemas.openxmlformats.org/drawingml/2006/main">
              <a:ext uri="{FF2B5EF4-FFF2-40B4-BE49-F238E27FC236}">
                <a16:creationId xmlns:a16="http://schemas.microsoft.com/office/drawing/2014/main" id="{53D8F155-4BC8-4AC1-AFD5-09CB3941D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30198" y="4022724"/>
            <a:ext cx="769124" cy="2644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Enabling</a:t>
            </a:r>
          </a:p>
        </p:txBody>
      </p:sp>
      <p:sp>
        <p:nvSpPr>
          <p:cNvPr id="1009" name="text-950 End-to-end">
            <a:extLst xmlns:a="http://schemas.openxmlformats.org/drawingml/2006/main">
              <a:ext uri="{FF2B5EF4-FFF2-40B4-BE49-F238E27FC236}">
                <a16:creationId xmlns:a16="http://schemas.microsoft.com/office/drawing/2014/main" id="{E882AB89-BCF7-46DA-91A9-8636AAC2C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17801" y="4022725"/>
            <a:ext cx="968499" cy="2644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End-to-end</a:t>
            </a:r>
          </a:p>
        </p:txBody>
      </p:sp>
      <p:sp>
        <p:nvSpPr>
          <p:cNvPr id="1010" name="text-950 Optimization">
            <a:extLst xmlns:a="http://schemas.openxmlformats.org/drawingml/2006/main">
              <a:ext uri="{FF2B5EF4-FFF2-40B4-BE49-F238E27FC236}">
                <a16:creationId xmlns:a16="http://schemas.microsoft.com/office/drawing/2014/main" id="{AA9D3F2F-3507-40EC-B012-EB79C5F93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04780" y="4022743"/>
            <a:ext cx="1083660" cy="2644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Optimization</a:t>
            </a:r>
          </a:p>
        </p:txBody>
      </p:sp>
      <p:sp>
        <p:nvSpPr>
          <p:cNvPr id="1011" name="path-951">
            <a:extLst xmlns:a="http://schemas.openxmlformats.org/drawingml/2006/main">
              <a:ext uri="{FF2B5EF4-FFF2-40B4-BE49-F238E27FC236}">
                <a16:creationId xmlns:a16="http://schemas.microsoft.com/office/drawing/2014/main" id="{C968EBE0-F268-4880-AC13-B9E916C63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43725" y="6048284"/>
            <a:ext cx="395824" cy="535055"/>
          </a:xfrm>
          <a:custGeom xmlns:a="http://schemas.openxmlformats.org/drawingml/2006/main">
            <a:pathLst>
              <a:path w="345613" h="467183">
                <a:moveTo>
                  <a:pt x="172807" y="0"/>
                </a:moveTo>
                <a:lnTo>
                  <a:pt x="345613" y="162813"/>
                </a:lnTo>
                <a:lnTo>
                  <a:pt x="274323" y="162813"/>
                </a:lnTo>
                <a:lnTo>
                  <a:pt x="274323" y="304362"/>
                </a:lnTo>
                <a:lnTo>
                  <a:pt x="345613" y="304362"/>
                </a:lnTo>
                <a:lnTo>
                  <a:pt x="172807" y="467183"/>
                </a:lnTo>
                <a:lnTo>
                  <a:pt x="0" y="304362"/>
                </a:lnTo>
                <a:lnTo>
                  <a:pt x="71298" y="304362"/>
                </a:lnTo>
                <a:lnTo>
                  <a:pt x="71298" y="162813"/>
                </a:lnTo>
                <a:lnTo>
                  <a:pt x="0" y="162813"/>
                </a:lnTo>
                <a:lnTo>
                  <a:pt x="172807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2" name="path-952">
            <a:extLst xmlns:a="http://schemas.openxmlformats.org/drawingml/2006/main">
              <a:ext uri="{FF2B5EF4-FFF2-40B4-BE49-F238E27FC236}">
                <a16:creationId xmlns:a16="http://schemas.microsoft.com/office/drawing/2014/main" id="{FA08F233-5E8F-45D0-BEAE-7B217DD99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43751" y="6048323"/>
            <a:ext cx="395772" cy="535052"/>
          </a:xfrm>
          <a:custGeom xmlns:a="http://schemas.openxmlformats.org/drawingml/2006/main">
            <a:pathLst>
              <a:path w="345568" h="467180">
                <a:moveTo>
                  <a:pt x="172824" y="0"/>
                </a:moveTo>
                <a:lnTo>
                  <a:pt x="345568" y="162761"/>
                </a:lnTo>
                <a:lnTo>
                  <a:pt x="274321" y="162761"/>
                </a:lnTo>
                <a:lnTo>
                  <a:pt x="274321" y="304334"/>
                </a:lnTo>
                <a:lnTo>
                  <a:pt x="345568" y="304334"/>
                </a:lnTo>
                <a:lnTo>
                  <a:pt x="172824" y="467180"/>
                </a:lnTo>
                <a:lnTo>
                  <a:pt x="0" y="304334"/>
                </a:lnTo>
                <a:lnTo>
                  <a:pt x="71241" y="304334"/>
                </a:lnTo>
                <a:lnTo>
                  <a:pt x="71241" y="162761"/>
                </a:lnTo>
                <a:lnTo>
                  <a:pt x="0" y="162761"/>
                </a:lnTo>
                <a:lnTo>
                  <a:pt x="17282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1013" name="path-953">
            <a:extLst xmlns:a="http://schemas.openxmlformats.org/drawingml/2006/main">
              <a:ext uri="{FF2B5EF4-FFF2-40B4-BE49-F238E27FC236}">
                <a16:creationId xmlns:a16="http://schemas.microsoft.com/office/drawing/2014/main" id="{C89BDF51-C3B5-48E2-927E-4BDB9CCF3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7953" y="6214191"/>
            <a:ext cx="948604" cy="203250"/>
          </a:xfrm>
          <a:custGeom xmlns:a="http://schemas.openxmlformats.org/drawingml/2006/main">
            <a:pathLst>
              <a:path w="828272" h="177468">
                <a:moveTo>
                  <a:pt x="0" y="0"/>
                </a:moveTo>
                <a:lnTo>
                  <a:pt x="828272" y="0"/>
                </a:lnTo>
                <a:lnTo>
                  <a:pt x="828272" y="177468"/>
                </a:lnTo>
                <a:lnTo>
                  <a:pt x="0" y="177468"/>
                </a:ln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4" name="text-954 Equivalent">
            <a:extLst xmlns:a="http://schemas.openxmlformats.org/drawingml/2006/main">
              <a:ext uri="{FF2B5EF4-FFF2-40B4-BE49-F238E27FC236}">
                <a16:creationId xmlns:a16="http://schemas.microsoft.com/office/drawing/2014/main" id="{09CB6F2C-E84B-4445-89BE-FB0A6F400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67917" y="6214123"/>
            <a:ext cx="791209" cy="2115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Equivalent</a:t>
            </a:r>
          </a:p>
        </p:txBody>
      </p:sp>
      <p:sp>
        <p:nvSpPr>
          <p:cNvPr id="1015" name="text-954 to">
            <a:extLst xmlns:a="http://schemas.openxmlformats.org/drawingml/2006/main">
              <a:ext uri="{FF2B5EF4-FFF2-40B4-BE49-F238E27FC236}">
                <a16:creationId xmlns:a16="http://schemas.microsoft.com/office/drawing/2014/main" id="{BAA6140C-EDA1-431A-99A5-2854CDAAC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73900" y="6214125"/>
            <a:ext cx="169807" cy="2115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1016" name="path-955">
            <a:extLst xmlns:a="http://schemas.openxmlformats.org/drawingml/2006/main">
              <a:ext uri="{FF2B5EF4-FFF2-40B4-BE49-F238E27FC236}">
                <a16:creationId xmlns:a16="http://schemas.microsoft.com/office/drawing/2014/main" id="{0B0795C0-F199-496A-8C34-47A33E64B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25558" y="6670917"/>
            <a:ext cx="3433473" cy="718818"/>
          </a:xfrm>
          <a:custGeom xmlns:a="http://schemas.openxmlformats.org/drawingml/2006/main">
            <a:pathLst>
              <a:path w="2997931" h="627635">
                <a:moveTo>
                  <a:pt x="0" y="0"/>
                </a:moveTo>
                <a:lnTo>
                  <a:pt x="0" y="627635"/>
                </a:lnTo>
                <a:lnTo>
                  <a:pt x="2997931" y="627635"/>
                </a:lnTo>
                <a:lnTo>
                  <a:pt x="299793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sp>
        <p:nvSpPr>
          <p:cNvPr id="1017" name="text-956 Integration">
            <a:extLst xmlns:a="http://schemas.openxmlformats.org/drawingml/2006/main">
              <a:ext uri="{FF2B5EF4-FFF2-40B4-BE49-F238E27FC236}">
                <a16:creationId xmlns:a16="http://schemas.microsoft.com/office/drawing/2014/main" id="{40F5C746-4EA5-437E-AC87-F331A3AAF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20978" y="6719817"/>
            <a:ext cx="908783" cy="2379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Integration</a:t>
            </a:r>
          </a:p>
        </p:txBody>
      </p:sp>
      <p:sp>
        <p:nvSpPr>
          <p:cNvPr id="1018" name="text-956 of">
            <a:extLst xmlns:a="http://schemas.openxmlformats.org/drawingml/2006/main">
              <a:ext uri="{FF2B5EF4-FFF2-40B4-BE49-F238E27FC236}">
                <a16:creationId xmlns:a16="http://schemas.microsoft.com/office/drawing/2014/main" id="{E7C9E6CE-764B-4423-B693-124518946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46385" y="6719806"/>
            <a:ext cx="191026" cy="2380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1019" name="text-957 Representation">
            <a:extLst xmlns:a="http://schemas.openxmlformats.org/drawingml/2006/main">
              <a:ext uri="{FF2B5EF4-FFF2-40B4-BE49-F238E27FC236}">
                <a16:creationId xmlns:a16="http://schemas.microsoft.com/office/drawing/2014/main" id="{13F90A25-D6C7-44E3-8DAB-3B1398371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89516" y="6914154"/>
            <a:ext cx="1267940" cy="2379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531B9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531B93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531B93"/>
                </a:solidFill>
                <a:latin typeface="Arial"/>
                <a:ea typeface="Arial"/>
                <a:cs typeface="Arial"/>
              </a:rPr>
              <a:t>Representation</a:t>
            </a:r>
          </a:p>
        </p:txBody>
      </p:sp>
      <p:sp>
        <p:nvSpPr>
          <p:cNvPr id="1020" name="text-957 Learning">
            <a:extLst xmlns:a="http://schemas.openxmlformats.org/drawingml/2006/main">
              <a:ext uri="{FF2B5EF4-FFF2-40B4-BE49-F238E27FC236}">
                <a16:creationId xmlns:a16="http://schemas.microsoft.com/office/drawing/2014/main" id="{8D5F553B-CF23-4F3F-9252-494AEFA5E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74072" y="6914162"/>
            <a:ext cx="748352" cy="2379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531B9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531B93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531B93"/>
                </a:solidFill>
                <a:latin typeface="Arial"/>
                <a:ea typeface="Arial"/>
                <a:cs typeface="Arial"/>
              </a:rPr>
              <a:t>Learning</a:t>
            </a:r>
          </a:p>
        </p:txBody>
      </p:sp>
      <p:sp>
        <p:nvSpPr>
          <p:cNvPr id="1021" name="text-958 +">
            <a:extLst xmlns:a="http://schemas.openxmlformats.org/drawingml/2006/main">
              <a:ext uri="{FF2B5EF4-FFF2-40B4-BE49-F238E27FC236}">
                <a16:creationId xmlns:a16="http://schemas.microsoft.com/office/drawing/2014/main" id="{95EE6AEC-379D-4538-9F84-71BF1BD30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38990" y="6914148"/>
            <a:ext cx="129866" cy="2380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1022" name="text-959 Self-rewarding">
            <a:extLst xmlns:a="http://schemas.openxmlformats.org/drawingml/2006/main">
              <a:ext uri="{FF2B5EF4-FFF2-40B4-BE49-F238E27FC236}">
                <a16:creationId xmlns:a16="http://schemas.microsoft.com/office/drawing/2014/main" id="{6C5F0B92-5121-4864-87FF-D9CE2D482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72402" y="7108597"/>
            <a:ext cx="1211232" cy="2379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Self-rewarding</a:t>
            </a:r>
          </a:p>
        </p:txBody>
      </p:sp>
      <p:sp>
        <p:nvSpPr>
          <p:cNvPr id="1023" name="text-959 Reinforcement">
            <a:extLst xmlns:a="http://schemas.openxmlformats.org/drawingml/2006/main">
              <a:ext uri="{FF2B5EF4-FFF2-40B4-BE49-F238E27FC236}">
                <a16:creationId xmlns:a16="http://schemas.microsoft.com/office/drawing/2014/main" id="{51B962CC-302E-44C2-81BF-CEF301C69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00257" y="7108591"/>
            <a:ext cx="1220708" cy="238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Reinforcement</a:t>
            </a:r>
          </a:p>
        </p:txBody>
      </p:sp>
      <p:sp>
        <p:nvSpPr>
          <p:cNvPr id="1024" name="text-959 Learning">
            <a:extLst xmlns:a="http://schemas.openxmlformats.org/drawingml/2006/main">
              <a:ext uri="{FF2B5EF4-FFF2-40B4-BE49-F238E27FC236}">
                <a16:creationId xmlns:a16="http://schemas.microsoft.com/office/drawing/2014/main" id="{308C2E55-24DB-4946-9CFA-2ABF65F0C4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37588" y="7108600"/>
            <a:ext cx="748359" cy="2379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935300"/>
                </a:solidFill>
                <a:latin typeface="Arial"/>
                <a:ea typeface="Arial"/>
                <a:cs typeface="Arial"/>
              </a:rPr>
              <a:t>Learning</a:t>
            </a:r>
          </a:p>
        </p:txBody>
      </p:sp>
      <p:sp>
        <p:nvSpPr>
          <p:cNvPr id="1025" name="path-960">
            <a:extLst xmlns:a="http://schemas.openxmlformats.org/drawingml/2006/main">
              <a:ext uri="{FF2B5EF4-FFF2-40B4-BE49-F238E27FC236}">
                <a16:creationId xmlns:a16="http://schemas.microsoft.com/office/drawing/2014/main" id="{7A6AAD06-E3C3-4E37-BBAA-A1217833B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5857" y="6892910"/>
            <a:ext cx="103649" cy="103649"/>
          </a:xfrm>
          <a:custGeom xmlns:a="http://schemas.openxmlformats.org/drawingml/2006/main">
            <a:pathLst>
              <a:path w="90501" h="90501">
                <a:moveTo>
                  <a:pt x="16103" y="16094"/>
                </a:moveTo>
                <a:cubicBezTo>
                  <a:pt x="0" y="32198"/>
                  <a:pt x="0" y="58303"/>
                  <a:pt x="16103" y="74405"/>
                </a:cubicBezTo>
                <a:cubicBezTo>
                  <a:pt x="32198" y="90501"/>
                  <a:pt x="58303" y="90501"/>
                  <a:pt x="74406" y="74405"/>
                </a:cubicBezTo>
                <a:cubicBezTo>
                  <a:pt x="90501" y="58303"/>
                  <a:pt x="90501" y="32198"/>
                  <a:pt x="74406" y="16094"/>
                </a:cubicBezTo>
                <a:cubicBezTo>
                  <a:pt x="58303" y="0"/>
                  <a:pt x="32198" y="0"/>
                  <a:pt x="16103" y="16094"/>
                </a:cubicBezTo>
              </a:path>
            </a:pathLst>
          </a:custGeom>
          <a:solidFill xmlns:a="http://schemas.openxmlformats.org/drawingml/2006/main">
            <a:srgbClr val="66666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6" name="path-961">
            <a:extLst xmlns:a="http://schemas.openxmlformats.org/drawingml/2006/main">
              <a:ext uri="{FF2B5EF4-FFF2-40B4-BE49-F238E27FC236}">
                <a16:creationId xmlns:a16="http://schemas.microsoft.com/office/drawing/2014/main" id="{6C0D608A-5C38-4FAE-8756-E0A5E4283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08820" y="4355430"/>
            <a:ext cx="4466850" cy="1605352"/>
          </a:xfrm>
          <a:custGeom xmlns:a="http://schemas.openxmlformats.org/drawingml/2006/main">
            <a:pathLst>
              <a:path w="3900222" h="1401710">
                <a:moveTo>
                  <a:pt x="0" y="0"/>
                </a:moveTo>
                <a:lnTo>
                  <a:pt x="0" y="1401710"/>
                </a:lnTo>
                <a:lnTo>
                  <a:pt x="3900222" y="1401710"/>
                </a:lnTo>
                <a:lnTo>
                  <a:pt x="390022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sp>
        <p:nvSpPr>
          <p:cNvPr id="1027" name="text-962 Minimize">
            <a:extLst xmlns:a="http://schemas.openxmlformats.org/drawingml/2006/main">
              <a:ext uri="{FF2B5EF4-FFF2-40B4-BE49-F238E27FC236}">
                <a16:creationId xmlns:a16="http://schemas.microsoft.com/office/drawing/2014/main" id="{CC2FBEE3-1071-49C8-90E0-F9D5D1BDD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46601" y="4412097"/>
            <a:ext cx="831497" cy="2644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7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87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Minimize</a:t>
            </a:r>
          </a:p>
        </p:txBody>
      </p:sp>
      <p:sp>
        <p:nvSpPr>
          <p:cNvPr id="1028" name="path-964">
            <a:extLst xmlns:a="http://schemas.openxmlformats.org/drawingml/2006/main">
              <a:ext uri="{FF2B5EF4-FFF2-40B4-BE49-F238E27FC236}">
                <a16:creationId xmlns:a16="http://schemas.microsoft.com/office/drawing/2014/main" id="{94117E2B-5878-408D-AD6D-8DD82A96BC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90335" y="4456635"/>
            <a:ext cx="141119" cy="154570"/>
          </a:xfrm>
          <a:custGeom xmlns:a="http://schemas.openxmlformats.org/drawingml/2006/main">
            <a:pathLst>
              <a:path w="123218" h="134962">
                <a:moveTo>
                  <a:pt x="48300" y="68733"/>
                </a:moveTo>
                <a:cubicBezTo>
                  <a:pt x="53231" y="68733"/>
                  <a:pt x="62692" y="68733"/>
                  <a:pt x="69593" y="72872"/>
                </a:cubicBezTo>
                <a:cubicBezTo>
                  <a:pt x="79057" y="78985"/>
                  <a:pt x="79845" y="89628"/>
                  <a:pt x="79845" y="90810"/>
                </a:cubicBezTo>
                <a:cubicBezTo>
                  <a:pt x="80044" y="93569"/>
                  <a:pt x="80044" y="96132"/>
                  <a:pt x="83395" y="96132"/>
                </a:cubicBezTo>
                <a:cubicBezTo>
                  <a:pt x="86746" y="96132"/>
                  <a:pt x="86746" y="93373"/>
                  <a:pt x="86746" y="89823"/>
                </a:cubicBezTo>
                <a:lnTo>
                  <a:pt x="86746" y="36436"/>
                </a:lnTo>
                <a:cubicBezTo>
                  <a:pt x="86746" y="33283"/>
                  <a:pt x="86746" y="30134"/>
                  <a:pt x="83395" y="30134"/>
                </a:cubicBezTo>
                <a:cubicBezTo>
                  <a:pt x="80044" y="30134"/>
                  <a:pt x="79845" y="33088"/>
                  <a:pt x="79845" y="34664"/>
                </a:cubicBezTo>
                <a:cubicBezTo>
                  <a:pt x="78663" y="60063"/>
                  <a:pt x="58553" y="61441"/>
                  <a:pt x="48300" y="61636"/>
                </a:cubicBezTo>
                <a:lnTo>
                  <a:pt x="48300" y="20092"/>
                </a:lnTo>
                <a:cubicBezTo>
                  <a:pt x="48300" y="6901"/>
                  <a:pt x="52049" y="6901"/>
                  <a:pt x="56778" y="6901"/>
                </a:cubicBezTo>
                <a:lnTo>
                  <a:pt x="66242" y="6901"/>
                </a:lnTo>
                <a:cubicBezTo>
                  <a:pt x="92859" y="6901"/>
                  <a:pt x="106065" y="20486"/>
                  <a:pt x="107250" y="34071"/>
                </a:cubicBezTo>
                <a:cubicBezTo>
                  <a:pt x="107446" y="35648"/>
                  <a:pt x="107644" y="38602"/>
                  <a:pt x="110797" y="38602"/>
                </a:cubicBezTo>
                <a:cubicBezTo>
                  <a:pt x="114148" y="38602"/>
                  <a:pt x="114148" y="35449"/>
                  <a:pt x="114148" y="32104"/>
                </a:cubicBezTo>
                <a:lnTo>
                  <a:pt x="114148" y="6507"/>
                </a:lnTo>
                <a:cubicBezTo>
                  <a:pt x="114148" y="397"/>
                  <a:pt x="113754" y="0"/>
                  <a:pt x="107644" y="0"/>
                </a:cubicBezTo>
                <a:lnTo>
                  <a:pt x="6702" y="0"/>
                </a:lnTo>
                <a:cubicBezTo>
                  <a:pt x="3156" y="0"/>
                  <a:pt x="0" y="0"/>
                  <a:pt x="0" y="3550"/>
                </a:cubicBezTo>
                <a:cubicBezTo>
                  <a:pt x="0" y="6901"/>
                  <a:pt x="3745" y="6901"/>
                  <a:pt x="5322" y="6901"/>
                </a:cubicBezTo>
                <a:cubicBezTo>
                  <a:pt x="16560" y="6901"/>
                  <a:pt x="17349" y="8477"/>
                  <a:pt x="17349" y="18125"/>
                </a:cubicBezTo>
                <a:lnTo>
                  <a:pt x="17349" y="116828"/>
                </a:lnTo>
                <a:cubicBezTo>
                  <a:pt x="17349" y="126094"/>
                  <a:pt x="16759" y="128064"/>
                  <a:pt x="6308" y="128064"/>
                </a:cubicBezTo>
                <a:cubicBezTo>
                  <a:pt x="3351" y="128064"/>
                  <a:pt x="0" y="128064"/>
                  <a:pt x="0" y="131415"/>
                </a:cubicBezTo>
                <a:cubicBezTo>
                  <a:pt x="0" y="134962"/>
                  <a:pt x="3156" y="134962"/>
                  <a:pt x="6702" y="134962"/>
                </a:cubicBezTo>
                <a:lnTo>
                  <a:pt x="111191" y="134962"/>
                </a:lnTo>
                <a:cubicBezTo>
                  <a:pt x="114939" y="134962"/>
                  <a:pt x="116910" y="134962"/>
                  <a:pt x="117502" y="132204"/>
                </a:cubicBezTo>
                <a:cubicBezTo>
                  <a:pt x="117698" y="132005"/>
                  <a:pt x="123218" y="99089"/>
                  <a:pt x="123218" y="98102"/>
                </a:cubicBezTo>
                <a:cubicBezTo>
                  <a:pt x="123218" y="95936"/>
                  <a:pt x="121443" y="94555"/>
                  <a:pt x="119867" y="94555"/>
                </a:cubicBezTo>
                <a:cubicBezTo>
                  <a:pt x="117105" y="94555"/>
                  <a:pt x="116317" y="97118"/>
                  <a:pt x="116317" y="97314"/>
                </a:cubicBezTo>
                <a:cubicBezTo>
                  <a:pt x="115135" y="102440"/>
                  <a:pt x="113164" y="110719"/>
                  <a:pt x="98773" y="119193"/>
                </a:cubicBezTo>
                <a:cubicBezTo>
                  <a:pt x="88521" y="125303"/>
                  <a:pt x="78464" y="128064"/>
                  <a:pt x="67622" y="128064"/>
                </a:cubicBezTo>
                <a:lnTo>
                  <a:pt x="56778" y="128064"/>
                </a:lnTo>
                <a:cubicBezTo>
                  <a:pt x="52049" y="128064"/>
                  <a:pt x="48300" y="128064"/>
                  <a:pt x="48300" y="114858"/>
                </a:cubicBezTo>
                <a:lnTo>
                  <a:pt x="48300" y="68733"/>
                </a:lnTo>
                <a:moveTo>
                  <a:pt x="107250" y="6901"/>
                </a:moveTo>
                <a:lnTo>
                  <a:pt x="107250" y="16353"/>
                </a:lnTo>
                <a:cubicBezTo>
                  <a:pt x="103899" y="12611"/>
                  <a:pt x="100151" y="9461"/>
                  <a:pt x="96011" y="6901"/>
                </a:cubicBezTo>
                <a:lnTo>
                  <a:pt x="107250" y="6901"/>
                </a:lnTo>
                <a:moveTo>
                  <a:pt x="68805" y="64593"/>
                </a:moveTo>
                <a:cubicBezTo>
                  <a:pt x="71960" y="63212"/>
                  <a:pt x="76295" y="60258"/>
                  <a:pt x="79845" y="56125"/>
                </a:cubicBezTo>
                <a:lnTo>
                  <a:pt x="79845" y="72676"/>
                </a:lnTo>
                <a:cubicBezTo>
                  <a:pt x="75113" y="67355"/>
                  <a:pt x="69003" y="64792"/>
                  <a:pt x="68805" y="64792"/>
                </a:cubicBezTo>
                <a:lnTo>
                  <a:pt x="68805" y="64593"/>
                </a:lnTo>
                <a:moveTo>
                  <a:pt x="24250" y="17731"/>
                </a:moveTo>
                <a:cubicBezTo>
                  <a:pt x="24250" y="15366"/>
                  <a:pt x="24250" y="10445"/>
                  <a:pt x="22673" y="6901"/>
                </a:cubicBezTo>
                <a:lnTo>
                  <a:pt x="43569" y="6901"/>
                </a:lnTo>
                <a:cubicBezTo>
                  <a:pt x="41403" y="11428"/>
                  <a:pt x="41403" y="17926"/>
                  <a:pt x="41403" y="19698"/>
                </a:cubicBezTo>
                <a:lnTo>
                  <a:pt x="41403" y="115252"/>
                </a:lnTo>
                <a:cubicBezTo>
                  <a:pt x="41403" y="122349"/>
                  <a:pt x="42780" y="126289"/>
                  <a:pt x="43569" y="128064"/>
                </a:cubicBezTo>
                <a:lnTo>
                  <a:pt x="22673" y="128064"/>
                </a:lnTo>
                <a:cubicBezTo>
                  <a:pt x="24250" y="124515"/>
                  <a:pt x="24250" y="119587"/>
                  <a:pt x="24250" y="117223"/>
                </a:cubicBezTo>
                <a:lnTo>
                  <a:pt x="24250" y="17731"/>
                </a:lnTo>
                <a:moveTo>
                  <a:pt x="97588" y="128064"/>
                </a:moveTo>
                <a:lnTo>
                  <a:pt x="97588" y="127866"/>
                </a:lnTo>
                <a:cubicBezTo>
                  <a:pt x="103899" y="124713"/>
                  <a:pt x="109221" y="120574"/>
                  <a:pt x="113164" y="117024"/>
                </a:cubicBezTo>
                <a:cubicBezTo>
                  <a:pt x="112966" y="117815"/>
                  <a:pt x="111585" y="126488"/>
                  <a:pt x="111390" y="128064"/>
                </a:cubicBezTo>
                <a:lnTo>
                  <a:pt x="97588" y="12806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9" name="path-965">
            <a:extLst xmlns:a="http://schemas.openxmlformats.org/drawingml/2006/main">
              <a:ext uri="{FF2B5EF4-FFF2-40B4-BE49-F238E27FC236}">
                <a16:creationId xmlns:a16="http://schemas.microsoft.com/office/drawing/2014/main" id="{D7E1C66E-DE43-4D47-A2DE-84A1DF5A3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46717" y="4536736"/>
            <a:ext cx="154735" cy="108353"/>
          </a:xfrm>
          <a:custGeom xmlns:a="http://schemas.openxmlformats.org/drawingml/2006/main">
            <a:pathLst>
              <a:path w="135106" h="94608">
                <a:moveTo>
                  <a:pt x="81976" y="42892"/>
                </a:moveTo>
                <a:cubicBezTo>
                  <a:pt x="81837" y="42753"/>
                  <a:pt x="81009" y="41376"/>
                  <a:pt x="81009" y="41237"/>
                </a:cubicBezTo>
                <a:cubicBezTo>
                  <a:pt x="81009" y="41100"/>
                  <a:pt x="83768" y="38618"/>
                  <a:pt x="85286" y="37238"/>
                </a:cubicBezTo>
                <a:lnTo>
                  <a:pt x="108470" y="16004"/>
                </a:lnTo>
                <a:cubicBezTo>
                  <a:pt x="116062" y="9246"/>
                  <a:pt x="117580" y="7867"/>
                  <a:pt x="131794" y="7730"/>
                </a:cubicBezTo>
                <a:cubicBezTo>
                  <a:pt x="134554" y="7730"/>
                  <a:pt x="135106" y="4142"/>
                  <a:pt x="135106" y="3037"/>
                </a:cubicBezTo>
                <a:cubicBezTo>
                  <a:pt x="135106" y="830"/>
                  <a:pt x="133312" y="0"/>
                  <a:pt x="132070" y="0"/>
                </a:cubicBezTo>
                <a:cubicBezTo>
                  <a:pt x="128620" y="0"/>
                  <a:pt x="120202" y="554"/>
                  <a:pt x="116752" y="554"/>
                </a:cubicBezTo>
                <a:cubicBezTo>
                  <a:pt x="113853" y="554"/>
                  <a:pt x="110128" y="554"/>
                  <a:pt x="107230" y="415"/>
                </a:cubicBezTo>
                <a:cubicBezTo>
                  <a:pt x="104194" y="278"/>
                  <a:pt x="100742" y="0"/>
                  <a:pt x="97845" y="0"/>
                </a:cubicBezTo>
                <a:cubicBezTo>
                  <a:pt x="96878" y="0"/>
                  <a:pt x="93568" y="0"/>
                  <a:pt x="93568" y="4694"/>
                </a:cubicBezTo>
                <a:cubicBezTo>
                  <a:pt x="93568" y="7591"/>
                  <a:pt x="96465" y="7730"/>
                  <a:pt x="97569" y="7730"/>
                </a:cubicBezTo>
                <a:cubicBezTo>
                  <a:pt x="99502" y="7730"/>
                  <a:pt x="101433" y="8006"/>
                  <a:pt x="103503" y="8695"/>
                </a:cubicBezTo>
                <a:lnTo>
                  <a:pt x="76317" y="33379"/>
                </a:lnTo>
                <a:lnTo>
                  <a:pt x="61689" y="8282"/>
                </a:lnTo>
                <a:cubicBezTo>
                  <a:pt x="64586" y="7867"/>
                  <a:pt x="65138" y="7867"/>
                  <a:pt x="68865" y="7730"/>
                </a:cubicBezTo>
                <a:cubicBezTo>
                  <a:pt x="72175" y="7591"/>
                  <a:pt x="72453" y="4003"/>
                  <a:pt x="72453" y="3037"/>
                </a:cubicBezTo>
                <a:cubicBezTo>
                  <a:pt x="72453" y="967"/>
                  <a:pt x="70796" y="0"/>
                  <a:pt x="69278" y="0"/>
                </a:cubicBezTo>
                <a:cubicBezTo>
                  <a:pt x="66932" y="0"/>
                  <a:pt x="61689" y="278"/>
                  <a:pt x="59067" y="415"/>
                </a:cubicBezTo>
                <a:cubicBezTo>
                  <a:pt x="55891" y="554"/>
                  <a:pt x="50785" y="554"/>
                  <a:pt x="47611" y="554"/>
                </a:cubicBezTo>
                <a:cubicBezTo>
                  <a:pt x="44575" y="554"/>
                  <a:pt x="41126" y="415"/>
                  <a:pt x="38089" y="415"/>
                </a:cubicBezTo>
                <a:cubicBezTo>
                  <a:pt x="34916" y="415"/>
                  <a:pt x="31464" y="0"/>
                  <a:pt x="28430" y="0"/>
                </a:cubicBezTo>
                <a:cubicBezTo>
                  <a:pt x="27463" y="0"/>
                  <a:pt x="24151" y="0"/>
                  <a:pt x="24151" y="4694"/>
                </a:cubicBezTo>
                <a:cubicBezTo>
                  <a:pt x="24151" y="7730"/>
                  <a:pt x="26912" y="7730"/>
                  <a:pt x="29946" y="7730"/>
                </a:cubicBezTo>
                <a:cubicBezTo>
                  <a:pt x="31740" y="7730"/>
                  <a:pt x="33534" y="7730"/>
                  <a:pt x="35329" y="7867"/>
                </a:cubicBezTo>
                <a:cubicBezTo>
                  <a:pt x="37537" y="8006"/>
                  <a:pt x="37674" y="8143"/>
                  <a:pt x="38641" y="9798"/>
                </a:cubicBezTo>
                <a:lnTo>
                  <a:pt x="60722" y="47580"/>
                </a:lnTo>
                <a:lnTo>
                  <a:pt x="23048" y="81778"/>
                </a:lnTo>
                <a:cubicBezTo>
                  <a:pt x="20287" y="84260"/>
                  <a:pt x="16560" y="86743"/>
                  <a:pt x="5382" y="86880"/>
                </a:cubicBezTo>
                <a:cubicBezTo>
                  <a:pt x="2898" y="86880"/>
                  <a:pt x="0" y="86880"/>
                  <a:pt x="0" y="91574"/>
                </a:cubicBezTo>
                <a:cubicBezTo>
                  <a:pt x="0" y="93229"/>
                  <a:pt x="1379" y="94608"/>
                  <a:pt x="3037" y="94608"/>
                </a:cubicBezTo>
                <a:cubicBezTo>
                  <a:pt x="6486" y="94608"/>
                  <a:pt x="14905" y="94056"/>
                  <a:pt x="18354" y="94056"/>
                </a:cubicBezTo>
                <a:cubicBezTo>
                  <a:pt x="21254" y="94056"/>
                  <a:pt x="24979" y="94056"/>
                  <a:pt x="27876" y="94195"/>
                </a:cubicBezTo>
                <a:cubicBezTo>
                  <a:pt x="30913" y="94332"/>
                  <a:pt x="34364" y="94608"/>
                  <a:pt x="37398" y="94608"/>
                </a:cubicBezTo>
                <a:cubicBezTo>
                  <a:pt x="39468" y="94608"/>
                  <a:pt x="41677" y="93644"/>
                  <a:pt x="41677" y="89916"/>
                </a:cubicBezTo>
                <a:cubicBezTo>
                  <a:pt x="41677" y="89641"/>
                  <a:pt x="41677" y="87019"/>
                  <a:pt x="38089" y="86880"/>
                </a:cubicBezTo>
                <a:cubicBezTo>
                  <a:pt x="35329" y="86880"/>
                  <a:pt x="33534" y="86467"/>
                  <a:pt x="31603" y="85915"/>
                </a:cubicBezTo>
                <a:lnTo>
                  <a:pt x="65138" y="55441"/>
                </a:lnTo>
                <a:lnTo>
                  <a:pt x="83216" y="86328"/>
                </a:lnTo>
                <a:cubicBezTo>
                  <a:pt x="80870" y="86604"/>
                  <a:pt x="77697" y="86743"/>
                  <a:pt x="76039" y="86880"/>
                </a:cubicBezTo>
                <a:cubicBezTo>
                  <a:pt x="75075" y="87019"/>
                  <a:pt x="72453" y="87434"/>
                  <a:pt x="72453" y="91574"/>
                </a:cubicBezTo>
                <a:cubicBezTo>
                  <a:pt x="72453" y="92816"/>
                  <a:pt x="73418" y="94608"/>
                  <a:pt x="75764" y="94608"/>
                </a:cubicBezTo>
                <a:cubicBezTo>
                  <a:pt x="78939" y="94608"/>
                  <a:pt x="82803" y="94332"/>
                  <a:pt x="85976" y="94195"/>
                </a:cubicBezTo>
                <a:cubicBezTo>
                  <a:pt x="89013" y="94056"/>
                  <a:pt x="94256" y="94056"/>
                  <a:pt x="97293" y="94056"/>
                </a:cubicBezTo>
                <a:cubicBezTo>
                  <a:pt x="100329" y="94056"/>
                  <a:pt x="103779" y="94195"/>
                  <a:pt x="106815" y="94195"/>
                </a:cubicBezTo>
                <a:cubicBezTo>
                  <a:pt x="109989" y="94195"/>
                  <a:pt x="113577" y="94608"/>
                  <a:pt x="116613" y="94608"/>
                </a:cubicBezTo>
                <a:cubicBezTo>
                  <a:pt x="118546" y="94608"/>
                  <a:pt x="120892" y="93780"/>
                  <a:pt x="120892" y="89916"/>
                </a:cubicBezTo>
                <a:cubicBezTo>
                  <a:pt x="120892" y="86880"/>
                  <a:pt x="117993" y="86880"/>
                  <a:pt x="114958" y="86880"/>
                </a:cubicBezTo>
                <a:cubicBezTo>
                  <a:pt x="113164" y="86880"/>
                  <a:pt x="111370" y="86880"/>
                  <a:pt x="109576" y="86743"/>
                </a:cubicBezTo>
                <a:cubicBezTo>
                  <a:pt x="107367" y="86604"/>
                  <a:pt x="107230" y="86467"/>
                  <a:pt x="106263" y="84812"/>
                </a:cubicBezTo>
                <a:lnTo>
                  <a:pt x="81976" y="4289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0" name="path-966">
            <a:extLst xmlns:a="http://schemas.openxmlformats.org/drawingml/2006/main">
              <a:ext uri="{FF2B5EF4-FFF2-40B4-BE49-F238E27FC236}">
                <a16:creationId xmlns:a16="http://schemas.microsoft.com/office/drawing/2014/main" id="{FEB74B66-F238-4C9C-9350-1683F3C12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33934" y="4626914"/>
            <a:ext cx="20073" cy="48733"/>
          </a:xfrm>
          <a:custGeom xmlns:a="http://schemas.openxmlformats.org/drawingml/2006/main">
            <a:pathLst>
              <a:path w="17526" h="42551">
                <a:moveTo>
                  <a:pt x="13662" y="13662"/>
                </a:moveTo>
                <a:cubicBezTo>
                  <a:pt x="13662" y="21262"/>
                  <a:pt x="12281" y="30113"/>
                  <a:pt x="2898" y="38961"/>
                </a:cubicBezTo>
                <a:cubicBezTo>
                  <a:pt x="2346" y="39515"/>
                  <a:pt x="1931" y="39930"/>
                  <a:pt x="1931" y="40618"/>
                </a:cubicBezTo>
                <a:cubicBezTo>
                  <a:pt x="1931" y="41585"/>
                  <a:pt x="3034" y="42551"/>
                  <a:pt x="3864" y="42551"/>
                </a:cubicBezTo>
                <a:cubicBezTo>
                  <a:pt x="5795" y="42551"/>
                  <a:pt x="17526" y="31494"/>
                  <a:pt x="17526" y="15042"/>
                </a:cubicBezTo>
                <a:cubicBezTo>
                  <a:pt x="17526" y="6486"/>
                  <a:pt x="14214" y="0"/>
                  <a:pt x="7865" y="0"/>
                </a:cubicBezTo>
                <a:cubicBezTo>
                  <a:pt x="3310" y="0"/>
                  <a:pt x="0" y="3588"/>
                  <a:pt x="0" y="7865"/>
                </a:cubicBezTo>
                <a:cubicBezTo>
                  <a:pt x="0" y="12283"/>
                  <a:pt x="3173" y="15869"/>
                  <a:pt x="8004" y="15869"/>
                </a:cubicBezTo>
                <a:cubicBezTo>
                  <a:pt x="11316" y="15869"/>
                  <a:pt x="13523" y="13662"/>
                  <a:pt x="13662" y="1366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1" name="path-967">
            <a:extLst xmlns:a="http://schemas.openxmlformats.org/drawingml/2006/main">
              <a:ext uri="{FF2B5EF4-FFF2-40B4-BE49-F238E27FC236}">
                <a16:creationId xmlns:a16="http://schemas.microsoft.com/office/drawing/2014/main" id="{0B503CFB-8503-4E08-87EB-18A2141FD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77288" y="4575323"/>
            <a:ext cx="81081" cy="102024"/>
          </a:xfrm>
          <a:custGeom xmlns:a="http://schemas.openxmlformats.org/drawingml/2006/main">
            <a:pathLst>
              <a:path w="70796" h="89082">
                <a:moveTo>
                  <a:pt x="70244" y="8836"/>
                </a:moveTo>
                <a:cubicBezTo>
                  <a:pt x="70796" y="6903"/>
                  <a:pt x="70796" y="6627"/>
                  <a:pt x="70796" y="5797"/>
                </a:cubicBezTo>
                <a:cubicBezTo>
                  <a:pt x="70796" y="3037"/>
                  <a:pt x="68587" y="1381"/>
                  <a:pt x="66241" y="1381"/>
                </a:cubicBezTo>
                <a:cubicBezTo>
                  <a:pt x="64723" y="1381"/>
                  <a:pt x="62101" y="2072"/>
                  <a:pt x="60583" y="4694"/>
                </a:cubicBezTo>
                <a:cubicBezTo>
                  <a:pt x="60168" y="5521"/>
                  <a:pt x="59065" y="9939"/>
                  <a:pt x="58374" y="12702"/>
                </a:cubicBezTo>
                <a:lnTo>
                  <a:pt x="55477" y="24162"/>
                </a:lnTo>
                <a:cubicBezTo>
                  <a:pt x="54649" y="27474"/>
                  <a:pt x="50370" y="44870"/>
                  <a:pt x="49957" y="46388"/>
                </a:cubicBezTo>
                <a:cubicBezTo>
                  <a:pt x="49818" y="46388"/>
                  <a:pt x="43747" y="58399"/>
                  <a:pt x="32983" y="58399"/>
                </a:cubicBezTo>
                <a:cubicBezTo>
                  <a:pt x="23597" y="58399"/>
                  <a:pt x="23597" y="49427"/>
                  <a:pt x="23597" y="46942"/>
                </a:cubicBezTo>
                <a:cubicBezTo>
                  <a:pt x="23597" y="39485"/>
                  <a:pt x="26773" y="30788"/>
                  <a:pt x="30913" y="20156"/>
                </a:cubicBezTo>
                <a:cubicBezTo>
                  <a:pt x="32568" y="15739"/>
                  <a:pt x="33259" y="14081"/>
                  <a:pt x="33259" y="11735"/>
                </a:cubicBezTo>
                <a:cubicBezTo>
                  <a:pt x="33259" y="5109"/>
                  <a:pt x="27600" y="0"/>
                  <a:pt x="20148" y="0"/>
                </a:cubicBezTo>
                <a:cubicBezTo>
                  <a:pt x="6210" y="0"/>
                  <a:pt x="0" y="18775"/>
                  <a:pt x="0" y="21123"/>
                </a:cubicBezTo>
                <a:cubicBezTo>
                  <a:pt x="0" y="22917"/>
                  <a:pt x="1931" y="22917"/>
                  <a:pt x="2346" y="22917"/>
                </a:cubicBezTo>
                <a:cubicBezTo>
                  <a:pt x="4277" y="22917"/>
                  <a:pt x="4416" y="22229"/>
                  <a:pt x="4829" y="20708"/>
                </a:cubicBezTo>
                <a:cubicBezTo>
                  <a:pt x="8280" y="9251"/>
                  <a:pt x="14214" y="3866"/>
                  <a:pt x="19733" y="3866"/>
                </a:cubicBezTo>
                <a:cubicBezTo>
                  <a:pt x="22079" y="3866"/>
                  <a:pt x="23185" y="5384"/>
                  <a:pt x="23185" y="8697"/>
                </a:cubicBezTo>
                <a:cubicBezTo>
                  <a:pt x="23185" y="11872"/>
                  <a:pt x="21942" y="14911"/>
                  <a:pt x="21251" y="16705"/>
                </a:cubicBezTo>
                <a:cubicBezTo>
                  <a:pt x="14629" y="33549"/>
                  <a:pt x="13247" y="38658"/>
                  <a:pt x="13247" y="44733"/>
                </a:cubicBezTo>
                <a:cubicBezTo>
                  <a:pt x="13247" y="47079"/>
                  <a:pt x="13247" y="53569"/>
                  <a:pt x="18630" y="57987"/>
                </a:cubicBezTo>
                <a:cubicBezTo>
                  <a:pt x="22909" y="61575"/>
                  <a:pt x="28704" y="62263"/>
                  <a:pt x="32431" y="62263"/>
                </a:cubicBezTo>
                <a:cubicBezTo>
                  <a:pt x="37950" y="62263"/>
                  <a:pt x="42918" y="60193"/>
                  <a:pt x="47472" y="56053"/>
                </a:cubicBezTo>
                <a:cubicBezTo>
                  <a:pt x="45678" y="63645"/>
                  <a:pt x="44160" y="69442"/>
                  <a:pt x="38365" y="76343"/>
                </a:cubicBezTo>
                <a:cubicBezTo>
                  <a:pt x="34638" y="80622"/>
                  <a:pt x="29119" y="85218"/>
                  <a:pt x="21803" y="85218"/>
                </a:cubicBezTo>
                <a:cubicBezTo>
                  <a:pt x="20839" y="85218"/>
                  <a:pt x="14351" y="85218"/>
                  <a:pt x="11453" y="80622"/>
                </a:cubicBezTo>
                <a:cubicBezTo>
                  <a:pt x="18906" y="79794"/>
                  <a:pt x="18906" y="73169"/>
                  <a:pt x="18906" y="73030"/>
                </a:cubicBezTo>
                <a:cubicBezTo>
                  <a:pt x="18906" y="68614"/>
                  <a:pt x="14905" y="67787"/>
                  <a:pt x="13523" y="67787"/>
                </a:cubicBezTo>
                <a:cubicBezTo>
                  <a:pt x="10074" y="67787"/>
                  <a:pt x="5519" y="70548"/>
                  <a:pt x="5519" y="76894"/>
                </a:cubicBezTo>
                <a:cubicBezTo>
                  <a:pt x="5519" y="83965"/>
                  <a:pt x="12144" y="89082"/>
                  <a:pt x="21942" y="89082"/>
                </a:cubicBezTo>
                <a:cubicBezTo>
                  <a:pt x="35880" y="89082"/>
                  <a:pt x="52855" y="78276"/>
                  <a:pt x="57134" y="61023"/>
                </a:cubicBezTo>
                <a:lnTo>
                  <a:pt x="70244" y="883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2" name="path-968">
            <a:extLst xmlns:a="http://schemas.openxmlformats.org/drawingml/2006/main">
              <a:ext uri="{FF2B5EF4-FFF2-40B4-BE49-F238E27FC236}">
                <a16:creationId xmlns:a16="http://schemas.microsoft.com/office/drawing/2014/main" id="{E5AEE535-225C-4D1A-BF96-722C1833B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4812" y="4626914"/>
            <a:ext cx="20073" cy="48733"/>
          </a:xfrm>
          <a:custGeom xmlns:a="http://schemas.openxmlformats.org/drawingml/2006/main">
            <a:pathLst>
              <a:path w="17526" h="42551">
                <a:moveTo>
                  <a:pt x="13662" y="13662"/>
                </a:moveTo>
                <a:cubicBezTo>
                  <a:pt x="13662" y="21262"/>
                  <a:pt x="12281" y="30113"/>
                  <a:pt x="2898" y="38961"/>
                </a:cubicBezTo>
                <a:cubicBezTo>
                  <a:pt x="2346" y="39515"/>
                  <a:pt x="1931" y="39930"/>
                  <a:pt x="1931" y="40618"/>
                </a:cubicBezTo>
                <a:cubicBezTo>
                  <a:pt x="1931" y="41585"/>
                  <a:pt x="3034" y="42551"/>
                  <a:pt x="3864" y="42551"/>
                </a:cubicBezTo>
                <a:cubicBezTo>
                  <a:pt x="5795" y="42551"/>
                  <a:pt x="17526" y="31494"/>
                  <a:pt x="17526" y="15042"/>
                </a:cubicBezTo>
                <a:cubicBezTo>
                  <a:pt x="17526" y="6486"/>
                  <a:pt x="14214" y="0"/>
                  <a:pt x="7865" y="0"/>
                </a:cubicBezTo>
                <a:cubicBezTo>
                  <a:pt x="3310" y="0"/>
                  <a:pt x="0" y="3588"/>
                  <a:pt x="0" y="7865"/>
                </a:cubicBezTo>
                <a:cubicBezTo>
                  <a:pt x="0" y="12283"/>
                  <a:pt x="3173" y="15869"/>
                  <a:pt x="8004" y="15869"/>
                </a:cubicBezTo>
                <a:cubicBezTo>
                  <a:pt x="11316" y="15869"/>
                  <a:pt x="13523" y="13662"/>
                  <a:pt x="13662" y="1366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3" name="path-969">
            <a:extLst xmlns:a="http://schemas.openxmlformats.org/drawingml/2006/main">
              <a:ext uri="{FF2B5EF4-FFF2-40B4-BE49-F238E27FC236}">
                <a16:creationId xmlns:a16="http://schemas.microsoft.com/office/drawing/2014/main" id="{98771DF7-71BB-47F9-948B-D4520C504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7374" y="4546387"/>
            <a:ext cx="53422" cy="100245"/>
          </a:xfrm>
          <a:custGeom xmlns:a="http://schemas.openxmlformats.org/drawingml/2006/main">
            <a:pathLst>
              <a:path w="46645" h="87528">
                <a:moveTo>
                  <a:pt x="28152" y="31717"/>
                </a:moveTo>
                <a:lnTo>
                  <a:pt x="42229" y="31717"/>
                </a:lnTo>
                <a:cubicBezTo>
                  <a:pt x="44851" y="31717"/>
                  <a:pt x="46645" y="31717"/>
                  <a:pt x="46645" y="28681"/>
                </a:cubicBezTo>
                <a:cubicBezTo>
                  <a:pt x="46645" y="26747"/>
                  <a:pt x="44851" y="26747"/>
                  <a:pt x="42505" y="26747"/>
                </a:cubicBezTo>
                <a:lnTo>
                  <a:pt x="29394" y="26747"/>
                </a:lnTo>
                <a:lnTo>
                  <a:pt x="34501" y="6345"/>
                </a:lnTo>
                <a:cubicBezTo>
                  <a:pt x="34640" y="5654"/>
                  <a:pt x="34916" y="4965"/>
                  <a:pt x="34916" y="4414"/>
                </a:cubicBezTo>
                <a:cubicBezTo>
                  <a:pt x="34916" y="1931"/>
                  <a:pt x="32983" y="0"/>
                  <a:pt x="30222" y="0"/>
                </a:cubicBezTo>
                <a:cubicBezTo>
                  <a:pt x="26773" y="0"/>
                  <a:pt x="24703" y="2346"/>
                  <a:pt x="23736" y="5930"/>
                </a:cubicBezTo>
                <a:cubicBezTo>
                  <a:pt x="22770" y="9377"/>
                  <a:pt x="24564" y="2759"/>
                  <a:pt x="18493" y="26747"/>
                </a:cubicBezTo>
                <a:lnTo>
                  <a:pt x="4416" y="26747"/>
                </a:lnTo>
                <a:cubicBezTo>
                  <a:pt x="1794" y="26747"/>
                  <a:pt x="0" y="26747"/>
                  <a:pt x="0" y="29784"/>
                </a:cubicBezTo>
                <a:cubicBezTo>
                  <a:pt x="0" y="31717"/>
                  <a:pt x="1655" y="31717"/>
                  <a:pt x="4140" y="31717"/>
                </a:cubicBezTo>
                <a:lnTo>
                  <a:pt x="17250" y="31717"/>
                </a:lnTo>
                <a:lnTo>
                  <a:pt x="9107" y="64237"/>
                </a:lnTo>
                <a:cubicBezTo>
                  <a:pt x="8280" y="67682"/>
                  <a:pt x="7037" y="72643"/>
                  <a:pt x="7037" y="74433"/>
                </a:cubicBezTo>
                <a:cubicBezTo>
                  <a:pt x="7037" y="82563"/>
                  <a:pt x="13938" y="87528"/>
                  <a:pt x="21805" y="87528"/>
                </a:cubicBezTo>
                <a:cubicBezTo>
                  <a:pt x="37123" y="87528"/>
                  <a:pt x="45817" y="68233"/>
                  <a:pt x="45817" y="66441"/>
                </a:cubicBezTo>
                <a:cubicBezTo>
                  <a:pt x="45817" y="64649"/>
                  <a:pt x="44023" y="64649"/>
                  <a:pt x="43608" y="64649"/>
                </a:cubicBezTo>
                <a:cubicBezTo>
                  <a:pt x="41953" y="64649"/>
                  <a:pt x="41814" y="64925"/>
                  <a:pt x="40711" y="67269"/>
                </a:cubicBezTo>
                <a:cubicBezTo>
                  <a:pt x="36847" y="75949"/>
                  <a:pt x="29809" y="83664"/>
                  <a:pt x="22218" y="83664"/>
                </a:cubicBezTo>
                <a:cubicBezTo>
                  <a:pt x="19320" y="83664"/>
                  <a:pt x="17389" y="81874"/>
                  <a:pt x="17389" y="76913"/>
                </a:cubicBezTo>
                <a:cubicBezTo>
                  <a:pt x="17389" y="75536"/>
                  <a:pt x="17941" y="72643"/>
                  <a:pt x="18217" y="71263"/>
                </a:cubicBezTo>
                <a:lnTo>
                  <a:pt x="28152" y="317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4" name="path-970">
            <a:extLst xmlns:a="http://schemas.openxmlformats.org/drawingml/2006/main">
              <a:ext uri="{FF2B5EF4-FFF2-40B4-BE49-F238E27FC236}">
                <a16:creationId xmlns:a16="http://schemas.microsoft.com/office/drawing/2014/main" id="{F8CFE712-46E6-42A9-8CCE-015875C82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96283" y="4616945"/>
            <a:ext cx="61981" cy="51817"/>
          </a:xfrm>
          <a:custGeom xmlns:a="http://schemas.openxmlformats.org/drawingml/2006/main">
            <a:pathLst>
              <a:path w="54118" h="45244">
                <a:moveTo>
                  <a:pt x="25236" y="99"/>
                </a:moveTo>
                <a:cubicBezTo>
                  <a:pt x="15477" y="1184"/>
                  <a:pt x="5126" y="5422"/>
                  <a:pt x="1084" y="16660"/>
                </a:cubicBezTo>
                <a:cubicBezTo>
                  <a:pt x="394" y="18729"/>
                  <a:pt x="0" y="20898"/>
                  <a:pt x="0" y="23066"/>
                </a:cubicBezTo>
                <a:cubicBezTo>
                  <a:pt x="0" y="37557"/>
                  <a:pt x="14787" y="45244"/>
                  <a:pt x="27306" y="45244"/>
                </a:cubicBezTo>
                <a:cubicBezTo>
                  <a:pt x="37656" y="45244"/>
                  <a:pt x="48893" y="40120"/>
                  <a:pt x="52935" y="29770"/>
                </a:cubicBezTo>
                <a:cubicBezTo>
                  <a:pt x="53625" y="27798"/>
                  <a:pt x="54118" y="25629"/>
                  <a:pt x="54118" y="23559"/>
                </a:cubicBezTo>
                <a:cubicBezTo>
                  <a:pt x="54118" y="8774"/>
                  <a:pt x="40022" y="0"/>
                  <a:pt x="27010" y="0"/>
                </a:cubicBezTo>
                <a:cubicBezTo>
                  <a:pt x="26418" y="0"/>
                  <a:pt x="25827" y="0"/>
                  <a:pt x="25236" y="99"/>
                </a:cubicBezTo>
                <a:moveTo>
                  <a:pt x="9858" y="24544"/>
                </a:moveTo>
                <a:lnTo>
                  <a:pt x="9858" y="23066"/>
                </a:lnTo>
                <a:cubicBezTo>
                  <a:pt x="9858" y="14393"/>
                  <a:pt x="11830" y="3450"/>
                  <a:pt x="27010" y="3450"/>
                </a:cubicBezTo>
                <a:cubicBezTo>
                  <a:pt x="32136" y="3450"/>
                  <a:pt x="37361" y="5126"/>
                  <a:pt x="40712" y="9070"/>
                </a:cubicBezTo>
                <a:cubicBezTo>
                  <a:pt x="43570" y="12421"/>
                  <a:pt x="44260" y="17152"/>
                  <a:pt x="44260" y="21292"/>
                </a:cubicBezTo>
                <a:cubicBezTo>
                  <a:pt x="44260" y="26813"/>
                  <a:pt x="43866" y="32627"/>
                  <a:pt x="39923" y="36866"/>
                </a:cubicBezTo>
                <a:cubicBezTo>
                  <a:pt x="36671" y="40120"/>
                  <a:pt x="31939" y="41696"/>
                  <a:pt x="27207" y="41696"/>
                </a:cubicBezTo>
                <a:cubicBezTo>
                  <a:pt x="19123" y="41696"/>
                  <a:pt x="12027" y="37754"/>
                  <a:pt x="10252" y="28488"/>
                </a:cubicBezTo>
                <a:cubicBezTo>
                  <a:pt x="10055" y="27207"/>
                  <a:pt x="10055" y="25826"/>
                  <a:pt x="9858" y="2454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5" name="path-971">
            <a:extLst xmlns:a="http://schemas.openxmlformats.org/drawingml/2006/main">
              <a:ext uri="{FF2B5EF4-FFF2-40B4-BE49-F238E27FC236}">
                <a16:creationId xmlns:a16="http://schemas.microsoft.com/office/drawing/2014/main" id="{7674DEBB-E6F9-4A7D-B807-B6B50D74F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4743" y="4626914"/>
            <a:ext cx="20073" cy="48733"/>
          </a:xfrm>
          <a:custGeom xmlns:a="http://schemas.openxmlformats.org/drawingml/2006/main">
            <a:pathLst>
              <a:path w="17526" h="42551">
                <a:moveTo>
                  <a:pt x="13662" y="13662"/>
                </a:moveTo>
                <a:cubicBezTo>
                  <a:pt x="13662" y="21262"/>
                  <a:pt x="12281" y="30113"/>
                  <a:pt x="2898" y="38961"/>
                </a:cubicBezTo>
                <a:cubicBezTo>
                  <a:pt x="2346" y="39515"/>
                  <a:pt x="1931" y="39930"/>
                  <a:pt x="1931" y="40618"/>
                </a:cubicBezTo>
                <a:cubicBezTo>
                  <a:pt x="1931" y="41585"/>
                  <a:pt x="3034" y="42551"/>
                  <a:pt x="3864" y="42551"/>
                </a:cubicBezTo>
                <a:cubicBezTo>
                  <a:pt x="5795" y="42551"/>
                  <a:pt x="17526" y="31494"/>
                  <a:pt x="17526" y="15042"/>
                </a:cubicBezTo>
                <a:cubicBezTo>
                  <a:pt x="17526" y="6486"/>
                  <a:pt x="14214" y="0"/>
                  <a:pt x="7865" y="0"/>
                </a:cubicBezTo>
                <a:cubicBezTo>
                  <a:pt x="3310" y="0"/>
                  <a:pt x="0" y="3588"/>
                  <a:pt x="0" y="7865"/>
                </a:cubicBezTo>
                <a:cubicBezTo>
                  <a:pt x="0" y="12283"/>
                  <a:pt x="3173" y="15869"/>
                  <a:pt x="8004" y="15869"/>
                </a:cubicBezTo>
                <a:cubicBezTo>
                  <a:pt x="11316" y="15869"/>
                  <a:pt x="13523" y="13662"/>
                  <a:pt x="13662" y="13662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6" name="path-972">
            <a:extLst xmlns:a="http://schemas.openxmlformats.org/drawingml/2006/main">
              <a:ext uri="{FF2B5EF4-FFF2-40B4-BE49-F238E27FC236}">
                <a16:creationId xmlns:a16="http://schemas.microsoft.com/office/drawing/2014/main" id="{32AEB443-AF7A-425C-B9F7-0FD230981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7300" y="4535346"/>
            <a:ext cx="44414" cy="110977"/>
          </a:xfrm>
          <a:custGeom xmlns:a="http://schemas.openxmlformats.org/drawingml/2006/main">
            <a:pathLst>
              <a:path w="38780" h="96899">
                <a:moveTo>
                  <a:pt x="36156" y="5936"/>
                </a:moveTo>
                <a:cubicBezTo>
                  <a:pt x="36710" y="4003"/>
                  <a:pt x="36710" y="3727"/>
                  <a:pt x="36710" y="3037"/>
                </a:cubicBezTo>
                <a:cubicBezTo>
                  <a:pt x="36710" y="2348"/>
                  <a:pt x="36295" y="0"/>
                  <a:pt x="33122" y="0"/>
                </a:cubicBezTo>
                <a:cubicBezTo>
                  <a:pt x="32570" y="0"/>
                  <a:pt x="32292" y="0"/>
                  <a:pt x="32155" y="139"/>
                </a:cubicBezTo>
                <a:lnTo>
                  <a:pt x="13525" y="967"/>
                </a:lnTo>
                <a:cubicBezTo>
                  <a:pt x="12007" y="1106"/>
                  <a:pt x="8695" y="1242"/>
                  <a:pt x="8695" y="5797"/>
                </a:cubicBezTo>
                <a:cubicBezTo>
                  <a:pt x="8695" y="8834"/>
                  <a:pt x="11731" y="8834"/>
                  <a:pt x="13525" y="8834"/>
                </a:cubicBezTo>
                <a:cubicBezTo>
                  <a:pt x="16008" y="8834"/>
                  <a:pt x="17941" y="8834"/>
                  <a:pt x="17941" y="9522"/>
                </a:cubicBezTo>
                <a:cubicBezTo>
                  <a:pt x="17941" y="9800"/>
                  <a:pt x="17802" y="10628"/>
                  <a:pt x="17526" y="11455"/>
                </a:cubicBezTo>
                <a:lnTo>
                  <a:pt x="691" y="78543"/>
                </a:lnTo>
                <a:cubicBezTo>
                  <a:pt x="276" y="80061"/>
                  <a:pt x="0" y="81304"/>
                  <a:pt x="0" y="83237"/>
                </a:cubicBezTo>
                <a:cubicBezTo>
                  <a:pt x="0" y="92898"/>
                  <a:pt x="10765" y="96899"/>
                  <a:pt x="19459" y="96899"/>
                </a:cubicBezTo>
                <a:cubicBezTo>
                  <a:pt x="34225" y="96899"/>
                  <a:pt x="38780" y="76058"/>
                  <a:pt x="38780" y="75368"/>
                </a:cubicBezTo>
                <a:cubicBezTo>
                  <a:pt x="38780" y="72883"/>
                  <a:pt x="36434" y="72883"/>
                  <a:pt x="34364" y="72883"/>
                </a:cubicBezTo>
                <a:cubicBezTo>
                  <a:pt x="31189" y="72883"/>
                  <a:pt x="30637" y="73022"/>
                  <a:pt x="29946" y="75921"/>
                </a:cubicBezTo>
                <a:cubicBezTo>
                  <a:pt x="28291" y="82409"/>
                  <a:pt x="25669" y="90552"/>
                  <a:pt x="20424" y="90552"/>
                </a:cubicBezTo>
                <a:cubicBezTo>
                  <a:pt x="17111" y="90552"/>
                  <a:pt x="16699" y="87101"/>
                  <a:pt x="16699" y="85031"/>
                </a:cubicBezTo>
                <a:cubicBezTo>
                  <a:pt x="16699" y="83513"/>
                  <a:pt x="16699" y="83098"/>
                  <a:pt x="17389" y="80476"/>
                </a:cubicBezTo>
                <a:lnTo>
                  <a:pt x="36156" y="593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7" name="path-973">
            <a:extLst xmlns:a="http://schemas.openxmlformats.org/drawingml/2006/main">
              <a:ext uri="{FF2B5EF4-FFF2-40B4-BE49-F238E27FC236}">
                <a16:creationId xmlns:a16="http://schemas.microsoft.com/office/drawing/2014/main" id="{0E6E01BE-EE08-40B7-BE1E-73F874F4E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0650" y="4592470"/>
            <a:ext cx="46401" cy="75190"/>
          </a:xfrm>
          <a:custGeom xmlns:a="http://schemas.openxmlformats.org/drawingml/2006/main">
            <a:pathLst>
              <a:path w="40515" h="65652">
                <a:moveTo>
                  <a:pt x="25137" y="2968"/>
                </a:moveTo>
                <a:cubicBezTo>
                  <a:pt x="25137" y="0"/>
                  <a:pt x="24841" y="0"/>
                  <a:pt x="21589" y="0"/>
                </a:cubicBezTo>
                <a:cubicBezTo>
                  <a:pt x="14590" y="6349"/>
                  <a:pt x="3648" y="6349"/>
                  <a:pt x="1676" y="6349"/>
                </a:cubicBezTo>
                <a:lnTo>
                  <a:pt x="0" y="6349"/>
                </a:lnTo>
                <a:lnTo>
                  <a:pt x="0" y="10685"/>
                </a:lnTo>
                <a:lnTo>
                  <a:pt x="1676" y="10685"/>
                </a:lnTo>
                <a:cubicBezTo>
                  <a:pt x="3944" y="10685"/>
                  <a:pt x="10350" y="10390"/>
                  <a:pt x="16069" y="7925"/>
                </a:cubicBezTo>
                <a:lnTo>
                  <a:pt x="16069" y="57178"/>
                </a:lnTo>
                <a:cubicBezTo>
                  <a:pt x="16069" y="60233"/>
                  <a:pt x="16069" y="61316"/>
                  <a:pt x="5619" y="61316"/>
                </a:cubicBezTo>
                <a:lnTo>
                  <a:pt x="690" y="61316"/>
                </a:lnTo>
                <a:lnTo>
                  <a:pt x="690" y="65652"/>
                </a:lnTo>
                <a:cubicBezTo>
                  <a:pt x="6111" y="65258"/>
                  <a:pt x="14885" y="65258"/>
                  <a:pt x="20602" y="65258"/>
                </a:cubicBezTo>
                <a:cubicBezTo>
                  <a:pt x="26319" y="65258"/>
                  <a:pt x="35093" y="65258"/>
                  <a:pt x="40515" y="65652"/>
                </a:cubicBezTo>
                <a:lnTo>
                  <a:pt x="40515" y="61316"/>
                </a:lnTo>
                <a:lnTo>
                  <a:pt x="35586" y="61316"/>
                </a:lnTo>
                <a:cubicBezTo>
                  <a:pt x="25137" y="61316"/>
                  <a:pt x="25137" y="60233"/>
                  <a:pt x="25137" y="57178"/>
                </a:cubicBezTo>
                <a:lnTo>
                  <a:pt x="25137" y="29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8" name="path-974">
            <a:extLst xmlns:a="http://schemas.openxmlformats.org/drawingml/2006/main">
              <a:ext uri="{FF2B5EF4-FFF2-40B4-BE49-F238E27FC236}">
                <a16:creationId xmlns:a16="http://schemas.microsoft.com/office/drawing/2014/main" id="{C37B7E70-8598-48D0-BD9C-D128F23C3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7149" y="4619040"/>
            <a:ext cx="13773" cy="48620"/>
          </a:xfrm>
          <a:custGeom xmlns:a="http://schemas.openxmlformats.org/drawingml/2006/main">
            <a:pathLst>
              <a:path w="12025" h="42452">
                <a:moveTo>
                  <a:pt x="12025" y="6013"/>
                </a:moveTo>
                <a:cubicBezTo>
                  <a:pt x="12025" y="2662"/>
                  <a:pt x="9363" y="0"/>
                  <a:pt x="6012" y="0"/>
                </a:cubicBezTo>
                <a:cubicBezTo>
                  <a:pt x="2760" y="0"/>
                  <a:pt x="0" y="2662"/>
                  <a:pt x="0" y="6013"/>
                </a:cubicBezTo>
                <a:cubicBezTo>
                  <a:pt x="0" y="9365"/>
                  <a:pt x="2661" y="12027"/>
                  <a:pt x="6012" y="12027"/>
                </a:cubicBezTo>
                <a:cubicBezTo>
                  <a:pt x="9265" y="12027"/>
                  <a:pt x="12025" y="9365"/>
                  <a:pt x="12025" y="6013"/>
                </a:cubicBezTo>
                <a:moveTo>
                  <a:pt x="12025" y="36440"/>
                </a:moveTo>
                <a:cubicBezTo>
                  <a:pt x="12025" y="33089"/>
                  <a:pt x="9363" y="30427"/>
                  <a:pt x="6012" y="30427"/>
                </a:cubicBezTo>
                <a:cubicBezTo>
                  <a:pt x="2760" y="30427"/>
                  <a:pt x="0" y="33089"/>
                  <a:pt x="0" y="36440"/>
                </a:cubicBezTo>
                <a:cubicBezTo>
                  <a:pt x="0" y="39792"/>
                  <a:pt x="2661" y="42452"/>
                  <a:pt x="6012" y="42452"/>
                </a:cubicBezTo>
                <a:cubicBezTo>
                  <a:pt x="9265" y="42452"/>
                  <a:pt x="12025" y="39792"/>
                  <a:pt x="12025" y="3644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9" name="path-975">
            <a:extLst xmlns:a="http://schemas.openxmlformats.org/drawingml/2006/main">
              <a:ext uri="{FF2B5EF4-FFF2-40B4-BE49-F238E27FC236}">
                <a16:creationId xmlns:a16="http://schemas.microsoft.com/office/drawing/2014/main" id="{1198DC2C-94AD-400E-BD1F-CC66E997F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6307" y="4597049"/>
            <a:ext cx="43915" cy="71824"/>
          </a:xfrm>
          <a:custGeom xmlns:a="http://schemas.openxmlformats.org/drawingml/2006/main">
            <a:pathLst>
              <a:path w="38345" h="62713">
                <a:moveTo>
                  <a:pt x="22672" y="23637"/>
                </a:moveTo>
                <a:lnTo>
                  <a:pt x="34303" y="23637"/>
                </a:lnTo>
                <a:cubicBezTo>
                  <a:pt x="36373" y="23637"/>
                  <a:pt x="36472" y="23540"/>
                  <a:pt x="36965" y="23145"/>
                </a:cubicBezTo>
                <a:cubicBezTo>
                  <a:pt x="37457" y="22751"/>
                  <a:pt x="37754" y="21470"/>
                  <a:pt x="37754" y="20879"/>
                </a:cubicBezTo>
                <a:cubicBezTo>
                  <a:pt x="37754" y="19202"/>
                  <a:pt x="36275" y="19202"/>
                  <a:pt x="34599" y="19202"/>
                </a:cubicBezTo>
                <a:lnTo>
                  <a:pt x="23756" y="19202"/>
                </a:lnTo>
                <a:lnTo>
                  <a:pt x="25826" y="11030"/>
                </a:lnTo>
                <a:cubicBezTo>
                  <a:pt x="26417" y="8470"/>
                  <a:pt x="27601" y="4039"/>
                  <a:pt x="27601" y="3447"/>
                </a:cubicBezTo>
                <a:cubicBezTo>
                  <a:pt x="27601" y="1773"/>
                  <a:pt x="26319" y="0"/>
                  <a:pt x="23953" y="0"/>
                </a:cubicBezTo>
                <a:cubicBezTo>
                  <a:pt x="22278" y="0"/>
                  <a:pt x="19912" y="1084"/>
                  <a:pt x="19123" y="3744"/>
                </a:cubicBezTo>
                <a:cubicBezTo>
                  <a:pt x="18630" y="5418"/>
                  <a:pt x="19812" y="788"/>
                  <a:pt x="15180" y="19202"/>
                </a:cubicBezTo>
                <a:lnTo>
                  <a:pt x="3449" y="19202"/>
                </a:lnTo>
                <a:cubicBezTo>
                  <a:pt x="1479" y="19202"/>
                  <a:pt x="0" y="19202"/>
                  <a:pt x="0" y="21963"/>
                </a:cubicBezTo>
                <a:cubicBezTo>
                  <a:pt x="0" y="23637"/>
                  <a:pt x="1379" y="23637"/>
                  <a:pt x="3154" y="23637"/>
                </a:cubicBezTo>
                <a:lnTo>
                  <a:pt x="14095" y="23637"/>
                </a:lnTo>
                <a:lnTo>
                  <a:pt x="8280" y="46765"/>
                </a:lnTo>
                <a:cubicBezTo>
                  <a:pt x="7787" y="48931"/>
                  <a:pt x="6999" y="51981"/>
                  <a:pt x="6999" y="53162"/>
                </a:cubicBezTo>
                <a:cubicBezTo>
                  <a:pt x="6999" y="58772"/>
                  <a:pt x="12223" y="62713"/>
                  <a:pt x="19123" y="62713"/>
                </a:cubicBezTo>
                <a:cubicBezTo>
                  <a:pt x="31050" y="62713"/>
                  <a:pt x="38345" y="49423"/>
                  <a:pt x="38345" y="47454"/>
                </a:cubicBezTo>
                <a:cubicBezTo>
                  <a:pt x="38345" y="46076"/>
                  <a:pt x="36669" y="46076"/>
                  <a:pt x="36275" y="46076"/>
                </a:cubicBezTo>
                <a:cubicBezTo>
                  <a:pt x="34697" y="46076"/>
                  <a:pt x="34500" y="46470"/>
                  <a:pt x="34008" y="47750"/>
                </a:cubicBezTo>
                <a:cubicBezTo>
                  <a:pt x="30755" y="54836"/>
                  <a:pt x="24644" y="59362"/>
                  <a:pt x="19518" y="59362"/>
                </a:cubicBezTo>
                <a:cubicBezTo>
                  <a:pt x="16363" y="59362"/>
                  <a:pt x="15377" y="57098"/>
                  <a:pt x="15377" y="54147"/>
                </a:cubicBezTo>
                <a:cubicBezTo>
                  <a:pt x="15377" y="52572"/>
                  <a:pt x="15476" y="52276"/>
                  <a:pt x="15673" y="51391"/>
                </a:cubicBezTo>
                <a:lnTo>
                  <a:pt x="22672" y="2363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0" name="path-976">
            <a:extLst xmlns:a="http://schemas.openxmlformats.org/drawingml/2006/main">
              <a:ext uri="{FF2B5EF4-FFF2-40B4-BE49-F238E27FC236}">
                <a16:creationId xmlns:a16="http://schemas.microsoft.com/office/drawing/2014/main" id="{60530188-8ACD-435A-9902-E6FD473B9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7778" y="4639520"/>
            <a:ext cx="61981" cy="51817"/>
          </a:xfrm>
          <a:custGeom xmlns:a="http://schemas.openxmlformats.org/drawingml/2006/main">
            <a:pathLst>
              <a:path w="54118" h="45244">
                <a:moveTo>
                  <a:pt x="25236" y="99"/>
                </a:moveTo>
                <a:cubicBezTo>
                  <a:pt x="15477" y="1184"/>
                  <a:pt x="5126" y="5422"/>
                  <a:pt x="1084" y="16660"/>
                </a:cubicBezTo>
                <a:cubicBezTo>
                  <a:pt x="394" y="18729"/>
                  <a:pt x="0" y="20898"/>
                  <a:pt x="0" y="23066"/>
                </a:cubicBezTo>
                <a:cubicBezTo>
                  <a:pt x="0" y="37557"/>
                  <a:pt x="14787" y="45244"/>
                  <a:pt x="27306" y="45244"/>
                </a:cubicBezTo>
                <a:cubicBezTo>
                  <a:pt x="37656" y="45244"/>
                  <a:pt x="48893" y="40120"/>
                  <a:pt x="52935" y="29770"/>
                </a:cubicBezTo>
                <a:cubicBezTo>
                  <a:pt x="53625" y="27798"/>
                  <a:pt x="54118" y="25629"/>
                  <a:pt x="54118" y="23559"/>
                </a:cubicBezTo>
                <a:cubicBezTo>
                  <a:pt x="54118" y="8774"/>
                  <a:pt x="40022" y="0"/>
                  <a:pt x="27010" y="0"/>
                </a:cubicBezTo>
                <a:cubicBezTo>
                  <a:pt x="26418" y="0"/>
                  <a:pt x="25827" y="0"/>
                  <a:pt x="25236" y="99"/>
                </a:cubicBezTo>
                <a:moveTo>
                  <a:pt x="9858" y="24544"/>
                </a:moveTo>
                <a:lnTo>
                  <a:pt x="9858" y="23066"/>
                </a:lnTo>
                <a:cubicBezTo>
                  <a:pt x="9858" y="14393"/>
                  <a:pt x="11830" y="3450"/>
                  <a:pt x="27010" y="3450"/>
                </a:cubicBezTo>
                <a:cubicBezTo>
                  <a:pt x="32136" y="3450"/>
                  <a:pt x="37361" y="5126"/>
                  <a:pt x="40712" y="9070"/>
                </a:cubicBezTo>
                <a:cubicBezTo>
                  <a:pt x="43570" y="12421"/>
                  <a:pt x="44260" y="17152"/>
                  <a:pt x="44260" y="21292"/>
                </a:cubicBezTo>
                <a:cubicBezTo>
                  <a:pt x="44260" y="26813"/>
                  <a:pt x="43866" y="32627"/>
                  <a:pt x="39923" y="36866"/>
                </a:cubicBezTo>
                <a:cubicBezTo>
                  <a:pt x="36671" y="40120"/>
                  <a:pt x="31939" y="41696"/>
                  <a:pt x="27207" y="41696"/>
                </a:cubicBezTo>
                <a:cubicBezTo>
                  <a:pt x="19123" y="41696"/>
                  <a:pt x="12027" y="37754"/>
                  <a:pt x="10252" y="28488"/>
                </a:cubicBezTo>
                <a:cubicBezTo>
                  <a:pt x="10055" y="27207"/>
                  <a:pt x="10055" y="25826"/>
                  <a:pt x="9858" y="2454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1" name="path-977">
            <a:extLst xmlns:a="http://schemas.openxmlformats.org/drawingml/2006/main">
              <a:ext uri="{FF2B5EF4-FFF2-40B4-BE49-F238E27FC236}">
                <a16:creationId xmlns:a16="http://schemas.microsoft.com/office/drawing/2014/main" id="{1AE749B7-76D4-4664-9339-940AE3535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55396" y="4441862"/>
            <a:ext cx="30932" cy="225791"/>
          </a:xfrm>
          <a:custGeom xmlns:a="http://schemas.openxmlformats.org/drawingml/2006/main">
            <a:pathLst>
              <a:path w="27008" h="197149">
                <a:moveTo>
                  <a:pt x="27008" y="197149"/>
                </a:moveTo>
                <a:lnTo>
                  <a:pt x="27008" y="189264"/>
                </a:lnTo>
                <a:lnTo>
                  <a:pt x="7885" y="189264"/>
                </a:lnTo>
                <a:lnTo>
                  <a:pt x="7885" y="7888"/>
                </a:lnTo>
                <a:lnTo>
                  <a:pt x="27008" y="7888"/>
                </a:lnTo>
                <a:lnTo>
                  <a:pt x="27008" y="0"/>
                </a:lnTo>
                <a:lnTo>
                  <a:pt x="0" y="0"/>
                </a:lnTo>
                <a:lnTo>
                  <a:pt x="0" y="197149"/>
                </a:lnTo>
                <a:lnTo>
                  <a:pt x="27008" y="19714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2" name="path-978">
            <a:extLst xmlns:a="http://schemas.openxmlformats.org/drawingml/2006/main">
              <a:ext uri="{FF2B5EF4-FFF2-40B4-BE49-F238E27FC236}">
                <a16:creationId xmlns:a16="http://schemas.microsoft.com/office/drawing/2014/main" id="{E2BDE214-5AA6-42CA-9B0F-EE6246064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98485" y="4452005"/>
            <a:ext cx="140895" cy="164272"/>
          </a:xfrm>
          <a:custGeom xmlns:a="http://schemas.openxmlformats.org/drawingml/2006/main">
            <a:pathLst>
              <a:path w="123022" h="143433">
                <a:moveTo>
                  <a:pt x="29376" y="120754"/>
                </a:moveTo>
                <a:cubicBezTo>
                  <a:pt x="40022" y="104179"/>
                  <a:pt x="43373" y="91550"/>
                  <a:pt x="45936" y="81090"/>
                </a:cubicBezTo>
                <a:cubicBezTo>
                  <a:pt x="52837" y="53860"/>
                  <a:pt x="60327" y="30182"/>
                  <a:pt x="72550" y="16566"/>
                </a:cubicBezTo>
                <a:cubicBezTo>
                  <a:pt x="74917" y="14000"/>
                  <a:pt x="76494" y="12226"/>
                  <a:pt x="82802" y="12226"/>
                </a:cubicBezTo>
                <a:cubicBezTo>
                  <a:pt x="96405" y="12226"/>
                  <a:pt x="96800" y="25841"/>
                  <a:pt x="96800" y="28602"/>
                </a:cubicBezTo>
                <a:cubicBezTo>
                  <a:pt x="96800" y="32155"/>
                  <a:pt x="95816" y="34917"/>
                  <a:pt x="95816" y="35903"/>
                </a:cubicBezTo>
                <a:cubicBezTo>
                  <a:pt x="95816" y="37284"/>
                  <a:pt x="96998" y="37284"/>
                  <a:pt x="97194" y="37284"/>
                </a:cubicBezTo>
                <a:cubicBezTo>
                  <a:pt x="100349" y="37284"/>
                  <a:pt x="105671" y="35115"/>
                  <a:pt x="110601" y="31563"/>
                </a:cubicBezTo>
                <a:cubicBezTo>
                  <a:pt x="114151" y="28801"/>
                  <a:pt x="115923" y="26828"/>
                  <a:pt x="115923" y="18735"/>
                </a:cubicBezTo>
                <a:cubicBezTo>
                  <a:pt x="115923" y="8083"/>
                  <a:pt x="110403" y="0"/>
                  <a:pt x="99363" y="0"/>
                </a:cubicBezTo>
                <a:cubicBezTo>
                  <a:pt x="93054" y="0"/>
                  <a:pt x="75706" y="1579"/>
                  <a:pt x="56384" y="21103"/>
                </a:cubicBezTo>
                <a:cubicBezTo>
                  <a:pt x="40614" y="37284"/>
                  <a:pt x="31346" y="72803"/>
                  <a:pt x="27601" y="87603"/>
                </a:cubicBezTo>
                <a:cubicBezTo>
                  <a:pt x="24054" y="101219"/>
                  <a:pt x="22475" y="107334"/>
                  <a:pt x="16560" y="119175"/>
                </a:cubicBezTo>
                <a:cubicBezTo>
                  <a:pt x="15180" y="121542"/>
                  <a:pt x="10054" y="130224"/>
                  <a:pt x="7295" y="132790"/>
                </a:cubicBezTo>
                <a:cubicBezTo>
                  <a:pt x="1970" y="137718"/>
                  <a:pt x="0" y="141267"/>
                  <a:pt x="0" y="142251"/>
                </a:cubicBezTo>
                <a:cubicBezTo>
                  <a:pt x="0" y="142645"/>
                  <a:pt x="394" y="143433"/>
                  <a:pt x="1775" y="143433"/>
                </a:cubicBezTo>
                <a:cubicBezTo>
                  <a:pt x="2563" y="143433"/>
                  <a:pt x="6702" y="142645"/>
                  <a:pt x="11828" y="139294"/>
                </a:cubicBezTo>
                <a:cubicBezTo>
                  <a:pt x="15180" y="137324"/>
                  <a:pt x="15574" y="136930"/>
                  <a:pt x="20110" y="132198"/>
                </a:cubicBezTo>
                <a:cubicBezTo>
                  <a:pt x="29968" y="132393"/>
                  <a:pt x="36866" y="134168"/>
                  <a:pt x="49287" y="137718"/>
                </a:cubicBezTo>
                <a:cubicBezTo>
                  <a:pt x="59341" y="140476"/>
                  <a:pt x="69397" y="143433"/>
                  <a:pt x="79451" y="143433"/>
                </a:cubicBezTo>
                <a:cubicBezTo>
                  <a:pt x="95422" y="143433"/>
                  <a:pt x="111588" y="131409"/>
                  <a:pt x="117896" y="122728"/>
                </a:cubicBezTo>
                <a:cubicBezTo>
                  <a:pt x="121837" y="117400"/>
                  <a:pt x="123022" y="112466"/>
                  <a:pt x="123022" y="111874"/>
                </a:cubicBezTo>
                <a:cubicBezTo>
                  <a:pt x="123022" y="110493"/>
                  <a:pt x="121837" y="110493"/>
                  <a:pt x="121642" y="110493"/>
                </a:cubicBezTo>
                <a:cubicBezTo>
                  <a:pt x="118486" y="110493"/>
                  <a:pt x="113754" y="112662"/>
                  <a:pt x="110403" y="115030"/>
                </a:cubicBezTo>
                <a:cubicBezTo>
                  <a:pt x="105081" y="118387"/>
                  <a:pt x="104687" y="119569"/>
                  <a:pt x="103505" y="122923"/>
                </a:cubicBezTo>
                <a:cubicBezTo>
                  <a:pt x="102518" y="126082"/>
                  <a:pt x="101336" y="127661"/>
                  <a:pt x="100548" y="128843"/>
                </a:cubicBezTo>
                <a:cubicBezTo>
                  <a:pt x="98968" y="131211"/>
                  <a:pt x="98773" y="131211"/>
                  <a:pt x="95816" y="131211"/>
                </a:cubicBezTo>
                <a:cubicBezTo>
                  <a:pt x="86352" y="131211"/>
                  <a:pt x="76494" y="128251"/>
                  <a:pt x="63483" y="124701"/>
                </a:cubicBezTo>
                <a:cubicBezTo>
                  <a:pt x="57963" y="123122"/>
                  <a:pt x="47118" y="119963"/>
                  <a:pt x="37260" y="119963"/>
                </a:cubicBezTo>
                <a:cubicBezTo>
                  <a:pt x="34697" y="119963"/>
                  <a:pt x="31939" y="120162"/>
                  <a:pt x="29376" y="12075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3" name="path-979">
            <a:extLst xmlns:a="http://schemas.openxmlformats.org/drawingml/2006/main">
              <a:ext uri="{FF2B5EF4-FFF2-40B4-BE49-F238E27FC236}">
                <a16:creationId xmlns:a16="http://schemas.microsoft.com/office/drawing/2014/main" id="{2C888654-CD00-4F53-A153-4139804240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9563" y="4441862"/>
            <a:ext cx="52382" cy="225791"/>
          </a:xfrm>
          <a:custGeom xmlns:a="http://schemas.openxmlformats.org/drawingml/2006/main">
            <a:pathLst>
              <a:path w="45737" h="197149">
                <a:moveTo>
                  <a:pt x="45737" y="195178"/>
                </a:moveTo>
                <a:cubicBezTo>
                  <a:pt x="45737" y="194589"/>
                  <a:pt x="45737" y="194192"/>
                  <a:pt x="42386" y="190840"/>
                </a:cubicBezTo>
                <a:cubicBezTo>
                  <a:pt x="17743" y="166001"/>
                  <a:pt x="11434" y="128738"/>
                  <a:pt x="11434" y="98574"/>
                </a:cubicBezTo>
                <a:cubicBezTo>
                  <a:pt x="11434" y="64271"/>
                  <a:pt x="18925" y="29968"/>
                  <a:pt x="43174" y="5325"/>
                </a:cubicBezTo>
                <a:cubicBezTo>
                  <a:pt x="45737" y="2960"/>
                  <a:pt x="45737" y="2563"/>
                  <a:pt x="45737" y="1973"/>
                </a:cubicBezTo>
                <a:cubicBezTo>
                  <a:pt x="45737" y="593"/>
                  <a:pt x="44949" y="0"/>
                  <a:pt x="43767" y="0"/>
                </a:cubicBezTo>
                <a:cubicBezTo>
                  <a:pt x="41794" y="0"/>
                  <a:pt x="24051" y="13408"/>
                  <a:pt x="12418" y="38445"/>
                </a:cubicBezTo>
                <a:cubicBezTo>
                  <a:pt x="2364" y="60132"/>
                  <a:pt x="0" y="82014"/>
                  <a:pt x="0" y="98574"/>
                </a:cubicBezTo>
                <a:cubicBezTo>
                  <a:pt x="0" y="113953"/>
                  <a:pt x="2166" y="137808"/>
                  <a:pt x="13011" y="160087"/>
                </a:cubicBezTo>
                <a:cubicBezTo>
                  <a:pt x="24839" y="184337"/>
                  <a:pt x="41794" y="197149"/>
                  <a:pt x="43767" y="197149"/>
                </a:cubicBezTo>
                <a:cubicBezTo>
                  <a:pt x="44949" y="197149"/>
                  <a:pt x="45737" y="196559"/>
                  <a:pt x="45737" y="19517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4" name="path-980">
            <a:extLst xmlns:a="http://schemas.openxmlformats.org/drawingml/2006/main">
              <a:ext uri="{FF2B5EF4-FFF2-40B4-BE49-F238E27FC236}">
                <a16:creationId xmlns:a16="http://schemas.microsoft.com/office/drawing/2014/main" id="{230FF39A-2388-4876-B499-8AF947E9B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1579" y="4511319"/>
            <a:ext cx="104089" cy="146191"/>
          </a:xfrm>
          <a:custGeom xmlns:a="http://schemas.openxmlformats.org/drawingml/2006/main">
            <a:pathLst>
              <a:path w="90885" h="127646">
                <a:moveTo>
                  <a:pt x="90097" y="12030"/>
                </a:moveTo>
                <a:cubicBezTo>
                  <a:pt x="90885" y="9268"/>
                  <a:pt x="90885" y="8874"/>
                  <a:pt x="90885" y="7494"/>
                </a:cubicBezTo>
                <a:cubicBezTo>
                  <a:pt x="90885" y="3944"/>
                  <a:pt x="88127" y="2169"/>
                  <a:pt x="85170" y="2169"/>
                </a:cubicBezTo>
                <a:cubicBezTo>
                  <a:pt x="83196" y="2169"/>
                  <a:pt x="80044" y="3354"/>
                  <a:pt x="78269" y="6311"/>
                </a:cubicBezTo>
                <a:cubicBezTo>
                  <a:pt x="77875" y="7298"/>
                  <a:pt x="76298" y="13411"/>
                  <a:pt x="75507" y="16961"/>
                </a:cubicBezTo>
                <a:cubicBezTo>
                  <a:pt x="74129" y="22087"/>
                  <a:pt x="72749" y="27411"/>
                  <a:pt x="71566" y="32736"/>
                </a:cubicBezTo>
                <a:lnTo>
                  <a:pt x="62695" y="68233"/>
                </a:lnTo>
                <a:cubicBezTo>
                  <a:pt x="61904" y="71193"/>
                  <a:pt x="53427" y="84998"/>
                  <a:pt x="40416" y="84998"/>
                </a:cubicBezTo>
                <a:cubicBezTo>
                  <a:pt x="30362" y="84998"/>
                  <a:pt x="28193" y="76319"/>
                  <a:pt x="28193" y="69024"/>
                </a:cubicBezTo>
                <a:cubicBezTo>
                  <a:pt x="28193" y="59951"/>
                  <a:pt x="31545" y="47726"/>
                  <a:pt x="38247" y="30371"/>
                </a:cubicBezTo>
                <a:cubicBezTo>
                  <a:pt x="41403" y="22285"/>
                  <a:pt x="42191" y="20116"/>
                  <a:pt x="42191" y="16172"/>
                </a:cubicBezTo>
                <a:cubicBezTo>
                  <a:pt x="42191" y="7298"/>
                  <a:pt x="35882" y="0"/>
                  <a:pt x="26024" y="0"/>
                </a:cubicBezTo>
                <a:cubicBezTo>
                  <a:pt x="7295" y="0"/>
                  <a:pt x="0" y="28596"/>
                  <a:pt x="0" y="30371"/>
                </a:cubicBezTo>
                <a:cubicBezTo>
                  <a:pt x="0" y="32342"/>
                  <a:pt x="1970" y="32342"/>
                  <a:pt x="2364" y="32342"/>
                </a:cubicBezTo>
                <a:cubicBezTo>
                  <a:pt x="4338" y="32342"/>
                  <a:pt x="4533" y="31948"/>
                  <a:pt x="5520" y="28792"/>
                </a:cubicBezTo>
                <a:cubicBezTo>
                  <a:pt x="10845" y="10255"/>
                  <a:pt x="18729" y="4338"/>
                  <a:pt x="25432" y="4338"/>
                </a:cubicBezTo>
                <a:cubicBezTo>
                  <a:pt x="27008" y="4338"/>
                  <a:pt x="30362" y="4338"/>
                  <a:pt x="30362" y="10649"/>
                </a:cubicBezTo>
                <a:cubicBezTo>
                  <a:pt x="30362" y="15580"/>
                  <a:pt x="28389" y="20709"/>
                  <a:pt x="27008" y="24454"/>
                </a:cubicBezTo>
                <a:cubicBezTo>
                  <a:pt x="19123" y="45358"/>
                  <a:pt x="15574" y="56600"/>
                  <a:pt x="15574" y="65869"/>
                </a:cubicBezTo>
                <a:cubicBezTo>
                  <a:pt x="15574" y="83419"/>
                  <a:pt x="27995" y="89333"/>
                  <a:pt x="39628" y="89333"/>
                </a:cubicBezTo>
                <a:cubicBezTo>
                  <a:pt x="47317" y="89333"/>
                  <a:pt x="54019" y="85982"/>
                  <a:pt x="59539" y="80462"/>
                </a:cubicBezTo>
                <a:cubicBezTo>
                  <a:pt x="56976" y="90714"/>
                  <a:pt x="54612" y="100373"/>
                  <a:pt x="46724" y="110821"/>
                </a:cubicBezTo>
                <a:cubicBezTo>
                  <a:pt x="41598" y="117547"/>
                  <a:pt x="34108" y="123311"/>
                  <a:pt x="25038" y="123311"/>
                </a:cubicBezTo>
                <a:cubicBezTo>
                  <a:pt x="22279" y="123311"/>
                  <a:pt x="13408" y="122713"/>
                  <a:pt x="10054" y="114963"/>
                </a:cubicBezTo>
                <a:cubicBezTo>
                  <a:pt x="13209" y="114963"/>
                  <a:pt x="15772" y="114963"/>
                  <a:pt x="18531" y="112596"/>
                </a:cubicBezTo>
                <a:cubicBezTo>
                  <a:pt x="20504" y="110821"/>
                  <a:pt x="22475" y="108258"/>
                  <a:pt x="22475" y="104513"/>
                </a:cubicBezTo>
                <a:cubicBezTo>
                  <a:pt x="22475" y="98403"/>
                  <a:pt x="17153" y="97612"/>
                  <a:pt x="15180" y="97612"/>
                </a:cubicBezTo>
                <a:cubicBezTo>
                  <a:pt x="10646" y="97612"/>
                  <a:pt x="4139" y="100767"/>
                  <a:pt x="4139" y="110427"/>
                </a:cubicBezTo>
                <a:cubicBezTo>
                  <a:pt x="4139" y="120330"/>
                  <a:pt x="12815" y="127646"/>
                  <a:pt x="25038" y="127646"/>
                </a:cubicBezTo>
                <a:cubicBezTo>
                  <a:pt x="45343" y="127646"/>
                  <a:pt x="65652" y="109639"/>
                  <a:pt x="71172" y="87363"/>
                </a:cubicBezTo>
                <a:lnTo>
                  <a:pt x="90097" y="1203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5" name="path-981">
            <a:extLst xmlns:a="http://schemas.openxmlformats.org/drawingml/2006/main">
              <a:ext uri="{FF2B5EF4-FFF2-40B4-BE49-F238E27FC236}">
                <a16:creationId xmlns:a16="http://schemas.microsoft.com/office/drawing/2014/main" id="{AA7E12FF-E267-4525-A823-9B6FEEBC1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73284" y="4587274"/>
            <a:ext cx="26415" cy="67590"/>
          </a:xfrm>
          <a:custGeom xmlns:a="http://schemas.openxmlformats.org/drawingml/2006/main">
            <a:pathLst>
              <a:path w="23064" h="59016">
                <a:moveTo>
                  <a:pt x="23064" y="20700"/>
                </a:moveTo>
                <a:cubicBezTo>
                  <a:pt x="23064" y="7689"/>
                  <a:pt x="18137" y="0"/>
                  <a:pt x="10448" y="0"/>
                </a:cubicBezTo>
                <a:cubicBezTo>
                  <a:pt x="3941" y="0"/>
                  <a:pt x="0" y="4928"/>
                  <a:pt x="0" y="10448"/>
                </a:cubicBezTo>
                <a:cubicBezTo>
                  <a:pt x="0" y="15772"/>
                  <a:pt x="3941" y="20895"/>
                  <a:pt x="10448" y="20895"/>
                </a:cubicBezTo>
                <a:cubicBezTo>
                  <a:pt x="12812" y="20895"/>
                  <a:pt x="15375" y="20107"/>
                  <a:pt x="17349" y="18335"/>
                </a:cubicBezTo>
                <a:cubicBezTo>
                  <a:pt x="17938" y="17938"/>
                  <a:pt x="18137" y="17743"/>
                  <a:pt x="18332" y="17743"/>
                </a:cubicBezTo>
                <a:cubicBezTo>
                  <a:pt x="18531" y="17743"/>
                  <a:pt x="18729" y="17938"/>
                  <a:pt x="18729" y="20700"/>
                </a:cubicBezTo>
                <a:cubicBezTo>
                  <a:pt x="18729" y="35320"/>
                  <a:pt x="11828" y="47172"/>
                  <a:pt x="5322" y="53691"/>
                </a:cubicBezTo>
                <a:cubicBezTo>
                  <a:pt x="3153" y="55863"/>
                  <a:pt x="3153" y="56257"/>
                  <a:pt x="3153" y="56850"/>
                </a:cubicBezTo>
                <a:cubicBezTo>
                  <a:pt x="3153" y="58228"/>
                  <a:pt x="4139" y="59016"/>
                  <a:pt x="5126" y="59016"/>
                </a:cubicBezTo>
                <a:cubicBezTo>
                  <a:pt x="7292" y="59016"/>
                  <a:pt x="23064" y="43815"/>
                  <a:pt x="23064" y="2070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6" name="path-982">
            <a:extLst xmlns:a="http://schemas.openxmlformats.org/drawingml/2006/main">
              <a:ext uri="{FF2B5EF4-FFF2-40B4-BE49-F238E27FC236}">
                <a16:creationId xmlns:a16="http://schemas.microsoft.com/office/drawing/2014/main" id="{A12752C2-0DDC-4CC2-BBA2-E73606C21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3215" y="4511319"/>
            <a:ext cx="93026" cy="143765"/>
          </a:xfrm>
          <a:custGeom xmlns:a="http://schemas.openxmlformats.org/drawingml/2006/main">
            <a:pathLst>
              <a:path w="81226" h="125528">
                <a:moveTo>
                  <a:pt x="81226" y="2169"/>
                </a:moveTo>
                <a:cubicBezTo>
                  <a:pt x="81226" y="1381"/>
                  <a:pt x="80633" y="199"/>
                  <a:pt x="79252" y="199"/>
                </a:cubicBezTo>
                <a:cubicBezTo>
                  <a:pt x="77086" y="199"/>
                  <a:pt x="69199" y="8086"/>
                  <a:pt x="65848" y="13805"/>
                </a:cubicBezTo>
                <a:cubicBezTo>
                  <a:pt x="61510" y="3156"/>
                  <a:pt x="53821" y="0"/>
                  <a:pt x="47512" y="0"/>
                </a:cubicBezTo>
                <a:cubicBezTo>
                  <a:pt x="24250" y="0"/>
                  <a:pt x="0" y="29186"/>
                  <a:pt x="0" y="57782"/>
                </a:cubicBezTo>
                <a:cubicBezTo>
                  <a:pt x="0" y="77107"/>
                  <a:pt x="11633" y="89333"/>
                  <a:pt x="26024" y="89333"/>
                </a:cubicBezTo>
                <a:cubicBezTo>
                  <a:pt x="34502" y="89333"/>
                  <a:pt x="42191" y="84604"/>
                  <a:pt x="49287" y="77505"/>
                </a:cubicBezTo>
                <a:cubicBezTo>
                  <a:pt x="47512" y="84406"/>
                  <a:pt x="41005" y="111107"/>
                  <a:pt x="40416" y="112888"/>
                </a:cubicBezTo>
                <a:cubicBezTo>
                  <a:pt x="38840" y="118429"/>
                  <a:pt x="37260" y="119220"/>
                  <a:pt x="26220" y="119419"/>
                </a:cubicBezTo>
                <a:cubicBezTo>
                  <a:pt x="23657" y="119419"/>
                  <a:pt x="21686" y="119419"/>
                  <a:pt x="21686" y="123362"/>
                </a:cubicBezTo>
                <a:cubicBezTo>
                  <a:pt x="21686" y="123558"/>
                  <a:pt x="21686" y="125528"/>
                  <a:pt x="24250" y="125528"/>
                </a:cubicBezTo>
                <a:cubicBezTo>
                  <a:pt x="30558" y="125528"/>
                  <a:pt x="37459" y="124939"/>
                  <a:pt x="43966" y="124939"/>
                </a:cubicBezTo>
                <a:cubicBezTo>
                  <a:pt x="50668" y="124939"/>
                  <a:pt x="57764" y="125528"/>
                  <a:pt x="64271" y="125528"/>
                </a:cubicBezTo>
                <a:cubicBezTo>
                  <a:pt x="65255" y="125528"/>
                  <a:pt x="67818" y="125528"/>
                  <a:pt x="67818" y="121587"/>
                </a:cubicBezTo>
                <a:cubicBezTo>
                  <a:pt x="67818" y="119419"/>
                  <a:pt x="65848" y="119419"/>
                  <a:pt x="62692" y="119419"/>
                </a:cubicBezTo>
                <a:cubicBezTo>
                  <a:pt x="53231" y="119419"/>
                  <a:pt x="53231" y="118032"/>
                  <a:pt x="53231" y="116251"/>
                </a:cubicBezTo>
                <a:cubicBezTo>
                  <a:pt x="53231" y="114867"/>
                  <a:pt x="53625" y="113679"/>
                  <a:pt x="54019" y="111898"/>
                </a:cubicBezTo>
                <a:lnTo>
                  <a:pt x="81226" y="2169"/>
                </a:lnTo>
                <a:moveTo>
                  <a:pt x="26614" y="84998"/>
                </a:moveTo>
                <a:cubicBezTo>
                  <a:pt x="14786" y="84998"/>
                  <a:pt x="13997" y="69812"/>
                  <a:pt x="13997" y="66458"/>
                </a:cubicBezTo>
                <a:cubicBezTo>
                  <a:pt x="13997" y="56994"/>
                  <a:pt x="19716" y="35497"/>
                  <a:pt x="23067" y="27216"/>
                </a:cubicBezTo>
                <a:cubicBezTo>
                  <a:pt x="29177" y="12623"/>
                  <a:pt x="39429" y="4338"/>
                  <a:pt x="47512" y="4338"/>
                </a:cubicBezTo>
                <a:cubicBezTo>
                  <a:pt x="60327" y="4338"/>
                  <a:pt x="63089" y="20312"/>
                  <a:pt x="63089" y="21692"/>
                </a:cubicBezTo>
                <a:cubicBezTo>
                  <a:pt x="63089" y="22878"/>
                  <a:pt x="52244" y="66064"/>
                  <a:pt x="51652" y="66855"/>
                </a:cubicBezTo>
                <a:cubicBezTo>
                  <a:pt x="48695" y="72376"/>
                  <a:pt x="37654" y="84998"/>
                  <a:pt x="26614" y="8499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7" name="path-983">
            <a:extLst xmlns:a="http://schemas.openxmlformats.org/drawingml/2006/main">
              <a:ext uri="{FF2B5EF4-FFF2-40B4-BE49-F238E27FC236}">
                <a16:creationId xmlns:a16="http://schemas.microsoft.com/office/drawing/2014/main" id="{F398E2CF-E010-41EE-AA66-BE0032785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85423" y="4441862"/>
            <a:ext cx="52382" cy="225791"/>
          </a:xfrm>
          <a:custGeom xmlns:a="http://schemas.openxmlformats.org/drawingml/2006/main">
            <a:pathLst>
              <a:path w="45737" h="197149">
                <a:moveTo>
                  <a:pt x="45737" y="195178"/>
                </a:moveTo>
                <a:cubicBezTo>
                  <a:pt x="45737" y="194589"/>
                  <a:pt x="45737" y="194192"/>
                  <a:pt x="42386" y="190840"/>
                </a:cubicBezTo>
                <a:cubicBezTo>
                  <a:pt x="17743" y="166001"/>
                  <a:pt x="11434" y="128738"/>
                  <a:pt x="11434" y="98574"/>
                </a:cubicBezTo>
                <a:cubicBezTo>
                  <a:pt x="11434" y="64271"/>
                  <a:pt x="18925" y="29968"/>
                  <a:pt x="43174" y="5325"/>
                </a:cubicBezTo>
                <a:cubicBezTo>
                  <a:pt x="45737" y="2960"/>
                  <a:pt x="45737" y="2563"/>
                  <a:pt x="45737" y="1973"/>
                </a:cubicBezTo>
                <a:cubicBezTo>
                  <a:pt x="45737" y="593"/>
                  <a:pt x="44949" y="0"/>
                  <a:pt x="43767" y="0"/>
                </a:cubicBezTo>
                <a:cubicBezTo>
                  <a:pt x="41794" y="0"/>
                  <a:pt x="24051" y="13408"/>
                  <a:pt x="12418" y="38445"/>
                </a:cubicBezTo>
                <a:cubicBezTo>
                  <a:pt x="2364" y="60132"/>
                  <a:pt x="0" y="82014"/>
                  <a:pt x="0" y="98574"/>
                </a:cubicBezTo>
                <a:cubicBezTo>
                  <a:pt x="0" y="113953"/>
                  <a:pt x="2166" y="137808"/>
                  <a:pt x="13011" y="160087"/>
                </a:cubicBezTo>
                <a:cubicBezTo>
                  <a:pt x="24839" y="184337"/>
                  <a:pt x="41794" y="197149"/>
                  <a:pt x="43767" y="197149"/>
                </a:cubicBezTo>
                <a:cubicBezTo>
                  <a:pt x="44949" y="197149"/>
                  <a:pt x="45737" y="196559"/>
                  <a:pt x="45737" y="19517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8" name="path-984">
            <a:extLst xmlns:a="http://schemas.openxmlformats.org/drawingml/2006/main">
              <a:ext uri="{FF2B5EF4-FFF2-40B4-BE49-F238E27FC236}">
                <a16:creationId xmlns:a16="http://schemas.microsoft.com/office/drawing/2014/main" id="{C2C0F45B-93EF-4319-9A25-43D21D0BB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1276" y="4452666"/>
            <a:ext cx="113123" cy="160303"/>
          </a:xfrm>
          <a:custGeom xmlns:a="http://schemas.openxmlformats.org/drawingml/2006/main">
            <a:pathLst>
              <a:path w="98773" h="139968">
                <a:moveTo>
                  <a:pt x="98773" y="41788"/>
                </a:moveTo>
                <a:cubicBezTo>
                  <a:pt x="98773" y="7099"/>
                  <a:pt x="78269" y="0"/>
                  <a:pt x="66242" y="0"/>
                </a:cubicBezTo>
                <a:cubicBezTo>
                  <a:pt x="50668" y="0"/>
                  <a:pt x="30952" y="10252"/>
                  <a:pt x="16166" y="37056"/>
                </a:cubicBezTo>
                <a:cubicBezTo>
                  <a:pt x="6113" y="55583"/>
                  <a:pt x="0" y="82393"/>
                  <a:pt x="0" y="98364"/>
                </a:cubicBezTo>
                <a:cubicBezTo>
                  <a:pt x="0" y="126957"/>
                  <a:pt x="14984" y="139968"/>
                  <a:pt x="32727" y="139968"/>
                </a:cubicBezTo>
                <a:cubicBezTo>
                  <a:pt x="45936" y="139968"/>
                  <a:pt x="63285" y="132282"/>
                  <a:pt x="76888" y="112169"/>
                </a:cubicBezTo>
                <a:cubicBezTo>
                  <a:pt x="93448" y="87913"/>
                  <a:pt x="98773" y="56567"/>
                  <a:pt x="98773" y="41788"/>
                </a:cubicBezTo>
                <a:moveTo>
                  <a:pt x="29968" y="65240"/>
                </a:moveTo>
                <a:cubicBezTo>
                  <a:pt x="32727" y="53809"/>
                  <a:pt x="37853" y="35873"/>
                  <a:pt x="43767" y="25624"/>
                </a:cubicBezTo>
                <a:cubicBezTo>
                  <a:pt x="48303" y="17544"/>
                  <a:pt x="56384" y="7099"/>
                  <a:pt x="65848" y="7099"/>
                </a:cubicBezTo>
                <a:cubicBezTo>
                  <a:pt x="74129" y="7099"/>
                  <a:pt x="77676" y="15772"/>
                  <a:pt x="77676" y="27399"/>
                </a:cubicBezTo>
                <a:cubicBezTo>
                  <a:pt x="77676" y="39814"/>
                  <a:pt x="73341" y="56961"/>
                  <a:pt x="71172" y="65240"/>
                </a:cubicBezTo>
                <a:lnTo>
                  <a:pt x="29968" y="65240"/>
                </a:lnTo>
                <a:moveTo>
                  <a:pt x="68805" y="74701"/>
                </a:moveTo>
                <a:cubicBezTo>
                  <a:pt x="56582" y="127547"/>
                  <a:pt x="40022" y="132871"/>
                  <a:pt x="33121" y="132871"/>
                </a:cubicBezTo>
                <a:cubicBezTo>
                  <a:pt x="30362" y="132871"/>
                  <a:pt x="26220" y="132083"/>
                  <a:pt x="23461" y="125971"/>
                </a:cubicBezTo>
                <a:cubicBezTo>
                  <a:pt x="21097" y="120646"/>
                  <a:pt x="21097" y="112957"/>
                  <a:pt x="21097" y="112758"/>
                </a:cubicBezTo>
                <a:cubicBezTo>
                  <a:pt x="21097" y="101519"/>
                  <a:pt x="25432" y="83181"/>
                  <a:pt x="27601" y="74701"/>
                </a:cubicBezTo>
                <a:lnTo>
                  <a:pt x="68805" y="7470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9" name="path-985">
            <a:extLst xmlns:a="http://schemas.openxmlformats.org/drawingml/2006/main">
              <a:ext uri="{FF2B5EF4-FFF2-40B4-BE49-F238E27FC236}">
                <a16:creationId xmlns:a16="http://schemas.microsoft.com/office/drawing/2014/main" id="{47D1CBD0-7254-4541-AAFD-5302B6D30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4365" y="4587274"/>
            <a:ext cx="26415" cy="67590"/>
          </a:xfrm>
          <a:custGeom xmlns:a="http://schemas.openxmlformats.org/drawingml/2006/main">
            <a:pathLst>
              <a:path w="23064" h="59016">
                <a:moveTo>
                  <a:pt x="23064" y="20700"/>
                </a:moveTo>
                <a:cubicBezTo>
                  <a:pt x="23064" y="7689"/>
                  <a:pt x="18137" y="0"/>
                  <a:pt x="10448" y="0"/>
                </a:cubicBezTo>
                <a:cubicBezTo>
                  <a:pt x="3941" y="0"/>
                  <a:pt x="0" y="4928"/>
                  <a:pt x="0" y="10448"/>
                </a:cubicBezTo>
                <a:cubicBezTo>
                  <a:pt x="0" y="15772"/>
                  <a:pt x="3941" y="20895"/>
                  <a:pt x="10448" y="20895"/>
                </a:cubicBezTo>
                <a:cubicBezTo>
                  <a:pt x="12812" y="20895"/>
                  <a:pt x="15375" y="20107"/>
                  <a:pt x="17349" y="18335"/>
                </a:cubicBezTo>
                <a:cubicBezTo>
                  <a:pt x="17938" y="17938"/>
                  <a:pt x="18137" y="17743"/>
                  <a:pt x="18332" y="17743"/>
                </a:cubicBezTo>
                <a:cubicBezTo>
                  <a:pt x="18531" y="17743"/>
                  <a:pt x="18729" y="17938"/>
                  <a:pt x="18729" y="20700"/>
                </a:cubicBezTo>
                <a:cubicBezTo>
                  <a:pt x="18729" y="35320"/>
                  <a:pt x="11828" y="47172"/>
                  <a:pt x="5322" y="53691"/>
                </a:cubicBezTo>
                <a:cubicBezTo>
                  <a:pt x="3153" y="55863"/>
                  <a:pt x="3153" y="56257"/>
                  <a:pt x="3153" y="56850"/>
                </a:cubicBezTo>
                <a:cubicBezTo>
                  <a:pt x="3153" y="58228"/>
                  <a:pt x="4139" y="59016"/>
                  <a:pt x="5126" y="59016"/>
                </a:cubicBezTo>
                <a:cubicBezTo>
                  <a:pt x="7292" y="59016"/>
                  <a:pt x="23064" y="43815"/>
                  <a:pt x="23064" y="2070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0" name="path-986">
            <a:extLst xmlns:a="http://schemas.openxmlformats.org/drawingml/2006/main">
              <a:ext uri="{FF2B5EF4-FFF2-40B4-BE49-F238E27FC236}">
                <a16:creationId xmlns:a16="http://schemas.microsoft.com/office/drawing/2014/main" id="{279EFBFD-A37E-4BBB-8B43-4A6E1AED0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4107" y="4456415"/>
            <a:ext cx="206373" cy="154790"/>
          </a:xfrm>
          <a:custGeom xmlns:a="http://schemas.openxmlformats.org/drawingml/2006/main">
            <a:pathLst>
              <a:path w="180194" h="135155">
                <a:moveTo>
                  <a:pt x="107055" y="57334"/>
                </a:moveTo>
                <a:lnTo>
                  <a:pt x="133076" y="31725"/>
                </a:lnTo>
                <a:lnTo>
                  <a:pt x="145302" y="19316"/>
                </a:lnTo>
                <a:cubicBezTo>
                  <a:pt x="153186" y="11828"/>
                  <a:pt x="155551" y="9464"/>
                  <a:pt x="176055" y="9268"/>
                </a:cubicBezTo>
                <a:cubicBezTo>
                  <a:pt x="179800" y="9268"/>
                  <a:pt x="180194" y="4142"/>
                  <a:pt x="180194" y="3550"/>
                </a:cubicBezTo>
                <a:cubicBezTo>
                  <a:pt x="180194" y="2368"/>
                  <a:pt x="179406" y="0"/>
                  <a:pt x="176253" y="0"/>
                </a:cubicBezTo>
                <a:cubicBezTo>
                  <a:pt x="169353" y="0"/>
                  <a:pt x="161862" y="593"/>
                  <a:pt x="154762" y="593"/>
                </a:cubicBezTo>
                <a:cubicBezTo>
                  <a:pt x="149047" y="593"/>
                  <a:pt x="134851" y="0"/>
                  <a:pt x="129135" y="0"/>
                </a:cubicBezTo>
                <a:cubicBezTo>
                  <a:pt x="127556" y="0"/>
                  <a:pt x="123615" y="0"/>
                  <a:pt x="123615" y="5523"/>
                </a:cubicBezTo>
                <a:cubicBezTo>
                  <a:pt x="123615" y="9070"/>
                  <a:pt x="126768" y="9268"/>
                  <a:pt x="128543" y="9268"/>
                </a:cubicBezTo>
                <a:cubicBezTo>
                  <a:pt x="134457" y="9464"/>
                  <a:pt x="139583" y="11040"/>
                  <a:pt x="140371" y="11239"/>
                </a:cubicBezTo>
                <a:lnTo>
                  <a:pt x="102717" y="48472"/>
                </a:lnTo>
                <a:lnTo>
                  <a:pt x="84577" y="10451"/>
                </a:lnTo>
                <a:cubicBezTo>
                  <a:pt x="86550" y="10057"/>
                  <a:pt x="92660" y="9268"/>
                  <a:pt x="96014" y="9268"/>
                </a:cubicBezTo>
                <a:cubicBezTo>
                  <a:pt x="98180" y="9268"/>
                  <a:pt x="101730" y="9268"/>
                  <a:pt x="101730" y="3748"/>
                </a:cubicBezTo>
                <a:cubicBezTo>
                  <a:pt x="101730" y="987"/>
                  <a:pt x="99955" y="0"/>
                  <a:pt x="97392" y="0"/>
                </a:cubicBezTo>
                <a:cubicBezTo>
                  <a:pt x="90690" y="0"/>
                  <a:pt x="74129" y="593"/>
                  <a:pt x="67427" y="593"/>
                </a:cubicBezTo>
                <a:cubicBezTo>
                  <a:pt x="62891" y="593"/>
                  <a:pt x="58357" y="397"/>
                  <a:pt x="53824" y="397"/>
                </a:cubicBezTo>
                <a:cubicBezTo>
                  <a:pt x="49287" y="397"/>
                  <a:pt x="44558" y="0"/>
                  <a:pt x="40022" y="0"/>
                </a:cubicBezTo>
                <a:cubicBezTo>
                  <a:pt x="38247" y="0"/>
                  <a:pt x="34502" y="0"/>
                  <a:pt x="34502" y="5523"/>
                </a:cubicBezTo>
                <a:cubicBezTo>
                  <a:pt x="34502" y="9268"/>
                  <a:pt x="37065" y="9268"/>
                  <a:pt x="42585" y="9268"/>
                </a:cubicBezTo>
                <a:cubicBezTo>
                  <a:pt x="45346" y="9268"/>
                  <a:pt x="47515" y="9268"/>
                  <a:pt x="50274" y="9464"/>
                </a:cubicBezTo>
                <a:cubicBezTo>
                  <a:pt x="53035" y="9858"/>
                  <a:pt x="53231" y="10057"/>
                  <a:pt x="54413" y="12421"/>
                </a:cubicBezTo>
                <a:lnTo>
                  <a:pt x="81620" y="69352"/>
                </a:lnTo>
                <a:lnTo>
                  <a:pt x="32137" y="118206"/>
                </a:lnTo>
                <a:cubicBezTo>
                  <a:pt x="28587" y="121557"/>
                  <a:pt x="24448" y="125694"/>
                  <a:pt x="6901" y="125889"/>
                </a:cubicBezTo>
                <a:cubicBezTo>
                  <a:pt x="3354" y="125889"/>
                  <a:pt x="0" y="125889"/>
                  <a:pt x="0" y="131608"/>
                </a:cubicBezTo>
                <a:cubicBezTo>
                  <a:pt x="0" y="132989"/>
                  <a:pt x="987" y="135155"/>
                  <a:pt x="3944" y="135155"/>
                </a:cubicBezTo>
                <a:cubicBezTo>
                  <a:pt x="8676" y="135155"/>
                  <a:pt x="20703" y="134565"/>
                  <a:pt x="25435" y="134565"/>
                </a:cubicBezTo>
                <a:cubicBezTo>
                  <a:pt x="31150" y="134565"/>
                  <a:pt x="45346" y="135155"/>
                  <a:pt x="51062" y="135155"/>
                </a:cubicBezTo>
                <a:cubicBezTo>
                  <a:pt x="52641" y="135155"/>
                  <a:pt x="56582" y="135155"/>
                  <a:pt x="56582" y="129439"/>
                </a:cubicBezTo>
                <a:cubicBezTo>
                  <a:pt x="56582" y="125889"/>
                  <a:pt x="53035" y="125889"/>
                  <a:pt x="51456" y="125889"/>
                </a:cubicBezTo>
                <a:cubicBezTo>
                  <a:pt x="47515" y="125889"/>
                  <a:pt x="43572" y="125300"/>
                  <a:pt x="39826" y="123919"/>
                </a:cubicBezTo>
                <a:lnTo>
                  <a:pt x="85762" y="78218"/>
                </a:lnTo>
                <a:lnTo>
                  <a:pt x="108038" y="124707"/>
                </a:lnTo>
                <a:cubicBezTo>
                  <a:pt x="107843" y="124707"/>
                  <a:pt x="101336" y="125889"/>
                  <a:pt x="96604" y="125889"/>
                </a:cubicBezTo>
                <a:cubicBezTo>
                  <a:pt x="94634" y="125889"/>
                  <a:pt x="90888" y="125889"/>
                  <a:pt x="90888" y="131608"/>
                </a:cubicBezTo>
                <a:cubicBezTo>
                  <a:pt x="90888" y="132198"/>
                  <a:pt x="91084" y="135155"/>
                  <a:pt x="95223" y="135155"/>
                </a:cubicBezTo>
                <a:cubicBezTo>
                  <a:pt x="101929" y="135155"/>
                  <a:pt x="118685" y="134565"/>
                  <a:pt x="125387" y="134565"/>
                </a:cubicBezTo>
                <a:cubicBezTo>
                  <a:pt x="129923" y="134565"/>
                  <a:pt x="134457" y="134761"/>
                  <a:pt x="138990" y="134761"/>
                </a:cubicBezTo>
                <a:cubicBezTo>
                  <a:pt x="143527" y="134761"/>
                  <a:pt x="148259" y="135155"/>
                  <a:pt x="152792" y="135155"/>
                </a:cubicBezTo>
                <a:cubicBezTo>
                  <a:pt x="154368" y="135155"/>
                  <a:pt x="158312" y="135155"/>
                  <a:pt x="158312" y="129439"/>
                </a:cubicBezTo>
                <a:cubicBezTo>
                  <a:pt x="158312" y="125889"/>
                  <a:pt x="155157" y="125889"/>
                  <a:pt x="150425" y="125889"/>
                </a:cubicBezTo>
                <a:cubicBezTo>
                  <a:pt x="147666" y="125889"/>
                  <a:pt x="145696" y="125889"/>
                  <a:pt x="142739" y="125694"/>
                </a:cubicBezTo>
                <a:cubicBezTo>
                  <a:pt x="139781" y="125300"/>
                  <a:pt x="139583" y="125101"/>
                  <a:pt x="138202" y="122541"/>
                </a:cubicBezTo>
                <a:lnTo>
                  <a:pt x="107055" y="5733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1" name="path-987">
            <a:extLst xmlns:a="http://schemas.openxmlformats.org/drawingml/2006/main">
              <a:ext uri="{FF2B5EF4-FFF2-40B4-BE49-F238E27FC236}">
                <a16:creationId xmlns:a16="http://schemas.microsoft.com/office/drawing/2014/main" id="{6458DFEC-A87E-46BF-A95E-C0503602D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36141" y="4587274"/>
            <a:ext cx="26415" cy="67590"/>
          </a:xfrm>
          <a:custGeom xmlns:a="http://schemas.openxmlformats.org/drawingml/2006/main">
            <a:pathLst>
              <a:path w="23064" h="59016">
                <a:moveTo>
                  <a:pt x="23064" y="20700"/>
                </a:moveTo>
                <a:cubicBezTo>
                  <a:pt x="23064" y="7689"/>
                  <a:pt x="18137" y="0"/>
                  <a:pt x="10448" y="0"/>
                </a:cubicBezTo>
                <a:cubicBezTo>
                  <a:pt x="3941" y="0"/>
                  <a:pt x="0" y="4928"/>
                  <a:pt x="0" y="10448"/>
                </a:cubicBezTo>
                <a:cubicBezTo>
                  <a:pt x="0" y="15772"/>
                  <a:pt x="3941" y="20895"/>
                  <a:pt x="10448" y="20895"/>
                </a:cubicBezTo>
                <a:cubicBezTo>
                  <a:pt x="12812" y="20895"/>
                  <a:pt x="15375" y="20107"/>
                  <a:pt x="17349" y="18335"/>
                </a:cubicBezTo>
                <a:cubicBezTo>
                  <a:pt x="17938" y="17938"/>
                  <a:pt x="18137" y="17743"/>
                  <a:pt x="18332" y="17743"/>
                </a:cubicBezTo>
                <a:cubicBezTo>
                  <a:pt x="18531" y="17743"/>
                  <a:pt x="18729" y="17938"/>
                  <a:pt x="18729" y="20700"/>
                </a:cubicBezTo>
                <a:cubicBezTo>
                  <a:pt x="18729" y="35320"/>
                  <a:pt x="11828" y="47172"/>
                  <a:pt x="5322" y="53691"/>
                </a:cubicBezTo>
                <a:cubicBezTo>
                  <a:pt x="3153" y="55863"/>
                  <a:pt x="3153" y="56257"/>
                  <a:pt x="3153" y="56850"/>
                </a:cubicBezTo>
                <a:cubicBezTo>
                  <a:pt x="3153" y="58228"/>
                  <a:pt x="4139" y="59016"/>
                  <a:pt x="5126" y="59016"/>
                </a:cubicBezTo>
                <a:cubicBezTo>
                  <a:pt x="7292" y="59016"/>
                  <a:pt x="23064" y="43815"/>
                  <a:pt x="23064" y="2070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2" name="path-988">
            <a:extLst xmlns:a="http://schemas.openxmlformats.org/drawingml/2006/main">
              <a:ext uri="{FF2B5EF4-FFF2-40B4-BE49-F238E27FC236}">
                <a16:creationId xmlns:a16="http://schemas.microsoft.com/office/drawing/2014/main" id="{F21A945E-6384-49BB-8ED8-A9B9D3C16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4528" y="4454430"/>
            <a:ext cx="57578" cy="158539"/>
          </a:xfrm>
          <a:custGeom xmlns:a="http://schemas.openxmlformats.org/drawingml/2006/main">
            <a:pathLst>
              <a:path w="50274" h="138428">
                <a:moveTo>
                  <a:pt x="49486" y="6901"/>
                </a:moveTo>
                <a:cubicBezTo>
                  <a:pt x="50274" y="4142"/>
                  <a:pt x="50274" y="3748"/>
                  <a:pt x="50274" y="3550"/>
                </a:cubicBezTo>
                <a:cubicBezTo>
                  <a:pt x="50274" y="987"/>
                  <a:pt x="48105" y="0"/>
                  <a:pt x="45936" y="0"/>
                </a:cubicBezTo>
                <a:cubicBezTo>
                  <a:pt x="45148" y="0"/>
                  <a:pt x="44949" y="0"/>
                  <a:pt x="44555" y="199"/>
                </a:cubicBezTo>
                <a:lnTo>
                  <a:pt x="19123" y="1381"/>
                </a:lnTo>
                <a:cubicBezTo>
                  <a:pt x="16365" y="1579"/>
                  <a:pt x="12815" y="1775"/>
                  <a:pt x="12815" y="7295"/>
                </a:cubicBezTo>
                <a:cubicBezTo>
                  <a:pt x="12815" y="10845"/>
                  <a:pt x="16560" y="10845"/>
                  <a:pt x="17941" y="10845"/>
                </a:cubicBezTo>
                <a:cubicBezTo>
                  <a:pt x="20110" y="10845"/>
                  <a:pt x="23660" y="10845"/>
                  <a:pt x="26220" y="11239"/>
                </a:cubicBezTo>
                <a:lnTo>
                  <a:pt x="987" y="112400"/>
                </a:lnTo>
                <a:cubicBezTo>
                  <a:pt x="394" y="114569"/>
                  <a:pt x="0" y="116344"/>
                  <a:pt x="0" y="119106"/>
                </a:cubicBezTo>
                <a:cubicBezTo>
                  <a:pt x="0" y="132119"/>
                  <a:pt x="13014" y="138428"/>
                  <a:pt x="24644" y="138428"/>
                </a:cubicBezTo>
                <a:cubicBezTo>
                  <a:pt x="31939" y="138428"/>
                  <a:pt x="37459" y="134288"/>
                  <a:pt x="41797" y="127192"/>
                </a:cubicBezTo>
                <a:cubicBezTo>
                  <a:pt x="46529" y="119500"/>
                  <a:pt x="49287" y="108851"/>
                  <a:pt x="49287" y="107668"/>
                </a:cubicBezTo>
                <a:cubicBezTo>
                  <a:pt x="49287" y="104907"/>
                  <a:pt x="46330" y="104907"/>
                  <a:pt x="44555" y="104907"/>
                </a:cubicBezTo>
                <a:cubicBezTo>
                  <a:pt x="42386" y="104907"/>
                  <a:pt x="41598" y="104907"/>
                  <a:pt x="40614" y="105893"/>
                </a:cubicBezTo>
                <a:cubicBezTo>
                  <a:pt x="40220" y="106288"/>
                  <a:pt x="40220" y="106682"/>
                  <a:pt x="39035" y="111612"/>
                </a:cubicBezTo>
                <a:cubicBezTo>
                  <a:pt x="35290" y="126599"/>
                  <a:pt x="30952" y="131331"/>
                  <a:pt x="25630" y="131331"/>
                </a:cubicBezTo>
                <a:cubicBezTo>
                  <a:pt x="22673" y="131331"/>
                  <a:pt x="21097" y="129361"/>
                  <a:pt x="21097" y="124232"/>
                </a:cubicBezTo>
                <a:cubicBezTo>
                  <a:pt x="21097" y="120288"/>
                  <a:pt x="21686" y="118318"/>
                  <a:pt x="22279" y="115556"/>
                </a:cubicBezTo>
                <a:lnTo>
                  <a:pt x="49486" y="690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3" name="path-989">
            <a:extLst xmlns:a="http://schemas.openxmlformats.org/drawingml/2006/main">
              <a:ext uri="{FF2B5EF4-FFF2-40B4-BE49-F238E27FC236}">
                <a16:creationId xmlns:a16="http://schemas.microsoft.com/office/drawing/2014/main" id="{D89F0F1D-6DEE-4BB8-9E9E-9DFB0A3C9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2927" y="4540131"/>
            <a:ext cx="57531" cy="104957"/>
          </a:xfrm>
          <a:custGeom xmlns:a="http://schemas.openxmlformats.org/drawingml/2006/main">
            <a:pathLst>
              <a:path w="50233" h="91643">
                <a:moveTo>
                  <a:pt x="31189" y="3856"/>
                </a:moveTo>
                <a:cubicBezTo>
                  <a:pt x="31189" y="139"/>
                  <a:pt x="30913" y="0"/>
                  <a:pt x="27049" y="0"/>
                </a:cubicBezTo>
                <a:cubicBezTo>
                  <a:pt x="18217" y="8642"/>
                  <a:pt x="5658" y="8779"/>
                  <a:pt x="0" y="8779"/>
                </a:cubicBezTo>
                <a:lnTo>
                  <a:pt x="0" y="13746"/>
                </a:lnTo>
                <a:cubicBezTo>
                  <a:pt x="3312" y="13746"/>
                  <a:pt x="12420" y="13746"/>
                  <a:pt x="20011" y="9882"/>
                </a:cubicBezTo>
                <a:lnTo>
                  <a:pt x="20011" y="80322"/>
                </a:lnTo>
                <a:cubicBezTo>
                  <a:pt x="20011" y="84881"/>
                  <a:pt x="20011" y="86676"/>
                  <a:pt x="6210" y="86676"/>
                </a:cubicBezTo>
                <a:lnTo>
                  <a:pt x="967" y="86676"/>
                </a:lnTo>
                <a:lnTo>
                  <a:pt x="967" y="91643"/>
                </a:lnTo>
                <a:cubicBezTo>
                  <a:pt x="3449" y="91506"/>
                  <a:pt x="20424" y="91091"/>
                  <a:pt x="25530" y="91091"/>
                </a:cubicBezTo>
                <a:cubicBezTo>
                  <a:pt x="29809" y="91091"/>
                  <a:pt x="47197" y="91506"/>
                  <a:pt x="50233" y="91643"/>
                </a:cubicBezTo>
                <a:lnTo>
                  <a:pt x="50233" y="86676"/>
                </a:lnTo>
                <a:lnTo>
                  <a:pt x="44990" y="86676"/>
                </a:lnTo>
                <a:cubicBezTo>
                  <a:pt x="31189" y="86676"/>
                  <a:pt x="31189" y="84881"/>
                  <a:pt x="31189" y="80322"/>
                </a:cubicBezTo>
                <a:lnTo>
                  <a:pt x="31189" y="385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4" name="path-990">
            <a:extLst xmlns:a="http://schemas.openxmlformats.org/drawingml/2006/main">
              <a:ext uri="{FF2B5EF4-FFF2-40B4-BE49-F238E27FC236}">
                <a16:creationId xmlns:a16="http://schemas.microsoft.com/office/drawing/2014/main" id="{26904BA3-809D-471F-9A1A-31B1C4EB6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2147" y="4577021"/>
            <a:ext cx="18177" cy="68068"/>
          </a:xfrm>
          <a:custGeom xmlns:a="http://schemas.openxmlformats.org/drawingml/2006/main">
            <a:pathLst>
              <a:path w="15871" h="59433">
                <a:moveTo>
                  <a:pt x="15871" y="8006"/>
                </a:moveTo>
                <a:cubicBezTo>
                  <a:pt x="15871" y="3176"/>
                  <a:pt x="12007" y="0"/>
                  <a:pt x="8004" y="0"/>
                </a:cubicBezTo>
                <a:cubicBezTo>
                  <a:pt x="3176" y="0"/>
                  <a:pt x="0" y="3866"/>
                  <a:pt x="0" y="7867"/>
                </a:cubicBezTo>
                <a:cubicBezTo>
                  <a:pt x="0" y="12698"/>
                  <a:pt x="3864" y="15871"/>
                  <a:pt x="7867" y="15871"/>
                </a:cubicBezTo>
                <a:cubicBezTo>
                  <a:pt x="12698" y="15871"/>
                  <a:pt x="15871" y="12007"/>
                  <a:pt x="15871" y="8006"/>
                </a:cubicBezTo>
                <a:moveTo>
                  <a:pt x="15871" y="51568"/>
                </a:moveTo>
                <a:cubicBezTo>
                  <a:pt x="15871" y="46738"/>
                  <a:pt x="12007" y="43564"/>
                  <a:pt x="8004" y="43564"/>
                </a:cubicBezTo>
                <a:cubicBezTo>
                  <a:pt x="3176" y="43564"/>
                  <a:pt x="0" y="47428"/>
                  <a:pt x="0" y="51429"/>
                </a:cubicBezTo>
                <a:cubicBezTo>
                  <a:pt x="0" y="56260"/>
                  <a:pt x="3864" y="59433"/>
                  <a:pt x="7867" y="59433"/>
                </a:cubicBezTo>
                <a:cubicBezTo>
                  <a:pt x="12698" y="59433"/>
                  <a:pt x="15871" y="55569"/>
                  <a:pt x="15871" y="5156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5" name="path-991">
            <a:extLst xmlns:a="http://schemas.openxmlformats.org/drawingml/2006/main">
              <a:ext uri="{FF2B5EF4-FFF2-40B4-BE49-F238E27FC236}">
                <a16:creationId xmlns:a16="http://schemas.microsoft.com/office/drawing/2014/main" id="{67B6C324-789D-4B69-B3F0-3FCAA278A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3442" y="4546387"/>
            <a:ext cx="53422" cy="100245"/>
          </a:xfrm>
          <a:custGeom xmlns:a="http://schemas.openxmlformats.org/drawingml/2006/main">
            <a:pathLst>
              <a:path w="46645" h="87528">
                <a:moveTo>
                  <a:pt x="28152" y="31717"/>
                </a:moveTo>
                <a:lnTo>
                  <a:pt x="42229" y="31717"/>
                </a:lnTo>
                <a:cubicBezTo>
                  <a:pt x="44851" y="31717"/>
                  <a:pt x="46645" y="31717"/>
                  <a:pt x="46645" y="28681"/>
                </a:cubicBezTo>
                <a:cubicBezTo>
                  <a:pt x="46645" y="26747"/>
                  <a:pt x="44851" y="26747"/>
                  <a:pt x="42505" y="26747"/>
                </a:cubicBezTo>
                <a:lnTo>
                  <a:pt x="29394" y="26747"/>
                </a:lnTo>
                <a:lnTo>
                  <a:pt x="34501" y="6345"/>
                </a:lnTo>
                <a:cubicBezTo>
                  <a:pt x="34640" y="5654"/>
                  <a:pt x="34916" y="4965"/>
                  <a:pt x="34916" y="4414"/>
                </a:cubicBezTo>
                <a:cubicBezTo>
                  <a:pt x="34916" y="1931"/>
                  <a:pt x="32983" y="0"/>
                  <a:pt x="30222" y="0"/>
                </a:cubicBezTo>
                <a:cubicBezTo>
                  <a:pt x="26773" y="0"/>
                  <a:pt x="24703" y="2346"/>
                  <a:pt x="23736" y="5930"/>
                </a:cubicBezTo>
                <a:cubicBezTo>
                  <a:pt x="22770" y="9377"/>
                  <a:pt x="24564" y="2759"/>
                  <a:pt x="18493" y="26747"/>
                </a:cubicBezTo>
                <a:lnTo>
                  <a:pt x="4416" y="26747"/>
                </a:lnTo>
                <a:cubicBezTo>
                  <a:pt x="1794" y="26747"/>
                  <a:pt x="0" y="26747"/>
                  <a:pt x="0" y="29784"/>
                </a:cubicBezTo>
                <a:cubicBezTo>
                  <a:pt x="0" y="31717"/>
                  <a:pt x="1655" y="31717"/>
                  <a:pt x="4140" y="31717"/>
                </a:cubicBezTo>
                <a:lnTo>
                  <a:pt x="17250" y="31717"/>
                </a:lnTo>
                <a:lnTo>
                  <a:pt x="9107" y="64237"/>
                </a:lnTo>
                <a:cubicBezTo>
                  <a:pt x="8280" y="67682"/>
                  <a:pt x="7037" y="72643"/>
                  <a:pt x="7037" y="74433"/>
                </a:cubicBezTo>
                <a:cubicBezTo>
                  <a:pt x="7037" y="82563"/>
                  <a:pt x="13938" y="87528"/>
                  <a:pt x="21805" y="87528"/>
                </a:cubicBezTo>
                <a:cubicBezTo>
                  <a:pt x="37123" y="87528"/>
                  <a:pt x="45817" y="68233"/>
                  <a:pt x="45817" y="66441"/>
                </a:cubicBezTo>
                <a:cubicBezTo>
                  <a:pt x="45817" y="64649"/>
                  <a:pt x="44023" y="64649"/>
                  <a:pt x="43608" y="64649"/>
                </a:cubicBezTo>
                <a:cubicBezTo>
                  <a:pt x="41953" y="64649"/>
                  <a:pt x="41814" y="64925"/>
                  <a:pt x="40711" y="67269"/>
                </a:cubicBezTo>
                <a:cubicBezTo>
                  <a:pt x="36847" y="75949"/>
                  <a:pt x="29809" y="83664"/>
                  <a:pt x="22218" y="83664"/>
                </a:cubicBezTo>
                <a:cubicBezTo>
                  <a:pt x="19320" y="83664"/>
                  <a:pt x="17389" y="81874"/>
                  <a:pt x="17389" y="76913"/>
                </a:cubicBezTo>
                <a:cubicBezTo>
                  <a:pt x="17389" y="75536"/>
                  <a:pt x="17941" y="72643"/>
                  <a:pt x="18217" y="71263"/>
                </a:cubicBezTo>
                <a:lnTo>
                  <a:pt x="28152" y="317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6" name="path-992">
            <a:extLst xmlns:a="http://schemas.openxmlformats.org/drawingml/2006/main">
              <a:ext uri="{FF2B5EF4-FFF2-40B4-BE49-F238E27FC236}">
                <a16:creationId xmlns:a16="http://schemas.microsoft.com/office/drawing/2014/main" id="{89CA6CE9-E68E-425A-8695-404D5EC52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2360" y="4616945"/>
            <a:ext cx="61981" cy="51817"/>
          </a:xfrm>
          <a:custGeom xmlns:a="http://schemas.openxmlformats.org/drawingml/2006/main">
            <a:pathLst>
              <a:path w="54118" h="45244">
                <a:moveTo>
                  <a:pt x="25236" y="99"/>
                </a:moveTo>
                <a:cubicBezTo>
                  <a:pt x="15477" y="1184"/>
                  <a:pt x="5126" y="5422"/>
                  <a:pt x="1084" y="16660"/>
                </a:cubicBezTo>
                <a:cubicBezTo>
                  <a:pt x="394" y="18729"/>
                  <a:pt x="0" y="20898"/>
                  <a:pt x="0" y="23066"/>
                </a:cubicBezTo>
                <a:cubicBezTo>
                  <a:pt x="0" y="37557"/>
                  <a:pt x="14787" y="45244"/>
                  <a:pt x="27306" y="45244"/>
                </a:cubicBezTo>
                <a:cubicBezTo>
                  <a:pt x="37656" y="45244"/>
                  <a:pt x="48893" y="40120"/>
                  <a:pt x="52935" y="29770"/>
                </a:cubicBezTo>
                <a:cubicBezTo>
                  <a:pt x="53625" y="27798"/>
                  <a:pt x="54118" y="25629"/>
                  <a:pt x="54118" y="23559"/>
                </a:cubicBezTo>
                <a:cubicBezTo>
                  <a:pt x="54118" y="8774"/>
                  <a:pt x="40022" y="0"/>
                  <a:pt x="27010" y="0"/>
                </a:cubicBezTo>
                <a:cubicBezTo>
                  <a:pt x="26418" y="0"/>
                  <a:pt x="25827" y="0"/>
                  <a:pt x="25236" y="99"/>
                </a:cubicBezTo>
                <a:moveTo>
                  <a:pt x="9858" y="24544"/>
                </a:moveTo>
                <a:lnTo>
                  <a:pt x="9858" y="23066"/>
                </a:lnTo>
                <a:cubicBezTo>
                  <a:pt x="9858" y="14393"/>
                  <a:pt x="11830" y="3450"/>
                  <a:pt x="27010" y="3450"/>
                </a:cubicBezTo>
                <a:cubicBezTo>
                  <a:pt x="32136" y="3450"/>
                  <a:pt x="37361" y="5126"/>
                  <a:pt x="40712" y="9070"/>
                </a:cubicBezTo>
                <a:cubicBezTo>
                  <a:pt x="43570" y="12421"/>
                  <a:pt x="44260" y="17152"/>
                  <a:pt x="44260" y="21292"/>
                </a:cubicBezTo>
                <a:cubicBezTo>
                  <a:pt x="44260" y="26813"/>
                  <a:pt x="43866" y="32627"/>
                  <a:pt x="39923" y="36866"/>
                </a:cubicBezTo>
                <a:cubicBezTo>
                  <a:pt x="36671" y="40120"/>
                  <a:pt x="31939" y="41696"/>
                  <a:pt x="27207" y="41696"/>
                </a:cubicBezTo>
                <a:cubicBezTo>
                  <a:pt x="19123" y="41696"/>
                  <a:pt x="12027" y="37754"/>
                  <a:pt x="10252" y="28488"/>
                </a:cubicBezTo>
                <a:cubicBezTo>
                  <a:pt x="10055" y="27207"/>
                  <a:pt x="10055" y="25826"/>
                  <a:pt x="9858" y="2454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7" name="path-993">
            <a:extLst xmlns:a="http://schemas.openxmlformats.org/drawingml/2006/main">
              <a:ext uri="{FF2B5EF4-FFF2-40B4-BE49-F238E27FC236}">
                <a16:creationId xmlns:a16="http://schemas.microsoft.com/office/drawing/2014/main" id="{CAC0F21D-1520-4B49-AF0C-49A0F75AF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17272" y="4441862"/>
            <a:ext cx="52382" cy="225791"/>
          </a:xfrm>
          <a:custGeom xmlns:a="http://schemas.openxmlformats.org/drawingml/2006/main">
            <a:pathLst>
              <a:path w="45737" h="197149">
                <a:moveTo>
                  <a:pt x="45737" y="98574"/>
                </a:moveTo>
                <a:cubicBezTo>
                  <a:pt x="45737" y="83199"/>
                  <a:pt x="43572" y="59344"/>
                  <a:pt x="32727" y="37065"/>
                </a:cubicBezTo>
                <a:cubicBezTo>
                  <a:pt x="20898" y="12815"/>
                  <a:pt x="3944" y="0"/>
                  <a:pt x="1970" y="0"/>
                </a:cubicBezTo>
                <a:cubicBezTo>
                  <a:pt x="788" y="0"/>
                  <a:pt x="0" y="791"/>
                  <a:pt x="0" y="1973"/>
                </a:cubicBezTo>
                <a:cubicBezTo>
                  <a:pt x="0" y="2563"/>
                  <a:pt x="0" y="2960"/>
                  <a:pt x="3745" y="6507"/>
                </a:cubicBezTo>
                <a:cubicBezTo>
                  <a:pt x="23067" y="26024"/>
                  <a:pt x="34303" y="57370"/>
                  <a:pt x="34303" y="98574"/>
                </a:cubicBezTo>
                <a:cubicBezTo>
                  <a:pt x="34303" y="132288"/>
                  <a:pt x="27011" y="166985"/>
                  <a:pt x="2563" y="191827"/>
                </a:cubicBezTo>
                <a:cubicBezTo>
                  <a:pt x="0" y="194192"/>
                  <a:pt x="0" y="194589"/>
                  <a:pt x="0" y="195178"/>
                </a:cubicBezTo>
                <a:cubicBezTo>
                  <a:pt x="0" y="196361"/>
                  <a:pt x="788" y="197149"/>
                  <a:pt x="1970" y="197149"/>
                </a:cubicBezTo>
                <a:cubicBezTo>
                  <a:pt x="3944" y="197149"/>
                  <a:pt x="21686" y="183744"/>
                  <a:pt x="33319" y="158706"/>
                </a:cubicBezTo>
                <a:cubicBezTo>
                  <a:pt x="43373" y="137020"/>
                  <a:pt x="45737" y="115135"/>
                  <a:pt x="45737" y="9857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8" name="path-994">
            <a:extLst xmlns:a="http://schemas.openxmlformats.org/drawingml/2006/main">
              <a:ext uri="{FF2B5EF4-FFF2-40B4-BE49-F238E27FC236}">
                <a16:creationId xmlns:a16="http://schemas.microsoft.com/office/drawing/2014/main" id="{9F8FADE1-5B23-4488-9359-C2194036C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05083" y="4441862"/>
            <a:ext cx="52382" cy="225791"/>
          </a:xfrm>
          <a:custGeom xmlns:a="http://schemas.openxmlformats.org/drawingml/2006/main">
            <a:pathLst>
              <a:path w="45737" h="197149">
                <a:moveTo>
                  <a:pt x="45737" y="98574"/>
                </a:moveTo>
                <a:cubicBezTo>
                  <a:pt x="45737" y="83199"/>
                  <a:pt x="43572" y="59344"/>
                  <a:pt x="32727" y="37065"/>
                </a:cubicBezTo>
                <a:cubicBezTo>
                  <a:pt x="20898" y="12815"/>
                  <a:pt x="3944" y="0"/>
                  <a:pt x="1970" y="0"/>
                </a:cubicBezTo>
                <a:cubicBezTo>
                  <a:pt x="788" y="0"/>
                  <a:pt x="0" y="791"/>
                  <a:pt x="0" y="1973"/>
                </a:cubicBezTo>
                <a:cubicBezTo>
                  <a:pt x="0" y="2563"/>
                  <a:pt x="0" y="2960"/>
                  <a:pt x="3745" y="6507"/>
                </a:cubicBezTo>
                <a:cubicBezTo>
                  <a:pt x="23067" y="26024"/>
                  <a:pt x="34303" y="57370"/>
                  <a:pt x="34303" y="98574"/>
                </a:cubicBezTo>
                <a:cubicBezTo>
                  <a:pt x="34303" y="132288"/>
                  <a:pt x="27011" y="166985"/>
                  <a:pt x="2563" y="191827"/>
                </a:cubicBezTo>
                <a:cubicBezTo>
                  <a:pt x="0" y="194192"/>
                  <a:pt x="0" y="194589"/>
                  <a:pt x="0" y="195178"/>
                </a:cubicBezTo>
                <a:cubicBezTo>
                  <a:pt x="0" y="196361"/>
                  <a:pt x="788" y="197149"/>
                  <a:pt x="1970" y="197149"/>
                </a:cubicBezTo>
                <a:cubicBezTo>
                  <a:pt x="3944" y="197149"/>
                  <a:pt x="21686" y="183744"/>
                  <a:pt x="33319" y="158706"/>
                </a:cubicBezTo>
                <a:cubicBezTo>
                  <a:pt x="43373" y="137020"/>
                  <a:pt x="45737" y="115135"/>
                  <a:pt x="45737" y="9857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9" name="path-995">
            <a:extLst xmlns:a="http://schemas.openxmlformats.org/drawingml/2006/main">
              <a:ext uri="{FF2B5EF4-FFF2-40B4-BE49-F238E27FC236}">
                <a16:creationId xmlns:a16="http://schemas.microsoft.com/office/drawing/2014/main" id="{65F3F4B4-99B6-42EE-BDD1-DA926F758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84989" y="4441862"/>
            <a:ext cx="30935" cy="225791"/>
          </a:xfrm>
          <a:custGeom xmlns:a="http://schemas.openxmlformats.org/drawingml/2006/main">
            <a:pathLst>
              <a:path w="27011" h="197149">
                <a:moveTo>
                  <a:pt x="27011" y="0"/>
                </a:moveTo>
                <a:lnTo>
                  <a:pt x="0" y="0"/>
                </a:lnTo>
                <a:lnTo>
                  <a:pt x="0" y="7888"/>
                </a:lnTo>
                <a:lnTo>
                  <a:pt x="19123" y="7888"/>
                </a:lnTo>
                <a:lnTo>
                  <a:pt x="19123" y="189264"/>
                </a:lnTo>
                <a:lnTo>
                  <a:pt x="0" y="189264"/>
                </a:lnTo>
                <a:lnTo>
                  <a:pt x="0" y="197149"/>
                </a:lnTo>
                <a:lnTo>
                  <a:pt x="27011" y="197149"/>
                </a:lnTo>
                <a:lnTo>
                  <a:pt x="27011" y="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0" name="text-996 (the">
            <a:extLst xmlns:a="http://schemas.openxmlformats.org/drawingml/2006/main">
              <a:ext uri="{FF2B5EF4-FFF2-40B4-BE49-F238E27FC236}">
                <a16:creationId xmlns:a16="http://schemas.microsoft.com/office/drawing/2014/main" id="{A22556BD-4FE8-4775-A36E-897739F94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40545" y="4678648"/>
            <a:ext cx="287557" cy="2115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(the</a:t>
            </a:r>
          </a:p>
        </p:txBody>
      </p:sp>
      <p:sp>
        <p:nvSpPr>
          <p:cNvPr id="1061" name="text-996 expected">
            <a:extLst xmlns:a="http://schemas.openxmlformats.org/drawingml/2006/main">
              <a:ext uri="{FF2B5EF4-FFF2-40B4-BE49-F238E27FC236}">
                <a16:creationId xmlns:a16="http://schemas.microsoft.com/office/drawing/2014/main" id="{EE618366-E13A-4F52-8E79-F6D6277AE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42883" y="4678637"/>
            <a:ext cx="640457" cy="2115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expected</a:t>
            </a:r>
          </a:p>
        </p:txBody>
      </p:sp>
      <p:sp>
        <p:nvSpPr>
          <p:cNvPr id="1062" name="text-996 loss)">
            <a:extLst xmlns:a="http://schemas.openxmlformats.org/drawingml/2006/main">
              <a:ext uri="{FF2B5EF4-FFF2-40B4-BE49-F238E27FC236}">
                <a16:creationId xmlns:a16="http://schemas.microsoft.com/office/drawing/2014/main" id="{0910AB7C-883B-420A-834E-B65DB3DFD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98120" y="4678611"/>
            <a:ext cx="346229" cy="2116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loss)</a:t>
            </a:r>
          </a:p>
        </p:txBody>
      </p:sp>
      <p:sp>
        <p:nvSpPr>
          <p:cNvPr id="1063" name="path-998">
            <a:extLst xmlns:a="http://schemas.openxmlformats.org/drawingml/2006/main">
              <a:ext uri="{FF2B5EF4-FFF2-40B4-BE49-F238E27FC236}">
                <a16:creationId xmlns:a16="http://schemas.microsoft.com/office/drawing/2014/main" id="{15D2D3A1-6BA5-4FB9-8771-583C0AA37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5882" y="4990308"/>
            <a:ext cx="208465" cy="156359"/>
          </a:xfrm>
          <a:custGeom xmlns:a="http://schemas.openxmlformats.org/drawingml/2006/main">
            <a:pathLst>
              <a:path w="182021" h="136525">
                <a:moveTo>
                  <a:pt x="108140" y="57915"/>
                </a:moveTo>
                <a:lnTo>
                  <a:pt x="134425" y="32047"/>
                </a:lnTo>
                <a:lnTo>
                  <a:pt x="146775" y="19512"/>
                </a:lnTo>
                <a:cubicBezTo>
                  <a:pt x="154739" y="11948"/>
                  <a:pt x="157128" y="9560"/>
                  <a:pt x="177840" y="9362"/>
                </a:cubicBezTo>
                <a:cubicBezTo>
                  <a:pt x="181623" y="9362"/>
                  <a:pt x="182021" y="4184"/>
                  <a:pt x="182021" y="3586"/>
                </a:cubicBezTo>
                <a:cubicBezTo>
                  <a:pt x="182021" y="2392"/>
                  <a:pt x="181225" y="0"/>
                  <a:pt x="178040" y="0"/>
                </a:cubicBezTo>
                <a:cubicBezTo>
                  <a:pt x="171069" y="0"/>
                  <a:pt x="163503" y="599"/>
                  <a:pt x="156331" y="599"/>
                </a:cubicBezTo>
                <a:cubicBezTo>
                  <a:pt x="150558" y="599"/>
                  <a:pt x="136218" y="0"/>
                  <a:pt x="130444" y="0"/>
                </a:cubicBezTo>
                <a:cubicBezTo>
                  <a:pt x="128849" y="0"/>
                  <a:pt x="124868" y="0"/>
                  <a:pt x="124868" y="5579"/>
                </a:cubicBezTo>
                <a:cubicBezTo>
                  <a:pt x="124868" y="9162"/>
                  <a:pt x="128053" y="9362"/>
                  <a:pt x="129846" y="9362"/>
                </a:cubicBezTo>
                <a:cubicBezTo>
                  <a:pt x="135820" y="9560"/>
                  <a:pt x="140998" y="11152"/>
                  <a:pt x="141794" y="11353"/>
                </a:cubicBezTo>
                <a:lnTo>
                  <a:pt x="103758" y="48963"/>
                </a:lnTo>
                <a:lnTo>
                  <a:pt x="85434" y="10557"/>
                </a:lnTo>
                <a:cubicBezTo>
                  <a:pt x="87428" y="10159"/>
                  <a:pt x="93599" y="9362"/>
                  <a:pt x="96988" y="9362"/>
                </a:cubicBezTo>
                <a:cubicBezTo>
                  <a:pt x="99176" y="9362"/>
                  <a:pt x="102761" y="9362"/>
                  <a:pt x="102761" y="3786"/>
                </a:cubicBezTo>
                <a:cubicBezTo>
                  <a:pt x="102761" y="997"/>
                  <a:pt x="100968" y="0"/>
                  <a:pt x="98379" y="0"/>
                </a:cubicBezTo>
                <a:cubicBezTo>
                  <a:pt x="91609" y="0"/>
                  <a:pt x="74881" y="599"/>
                  <a:pt x="68110" y="599"/>
                </a:cubicBezTo>
                <a:cubicBezTo>
                  <a:pt x="63528" y="599"/>
                  <a:pt x="58949" y="401"/>
                  <a:pt x="54369" y="401"/>
                </a:cubicBezTo>
                <a:cubicBezTo>
                  <a:pt x="49787" y="401"/>
                  <a:pt x="45010" y="0"/>
                  <a:pt x="40427" y="0"/>
                </a:cubicBezTo>
                <a:cubicBezTo>
                  <a:pt x="38635" y="0"/>
                  <a:pt x="34851" y="0"/>
                  <a:pt x="34851" y="5579"/>
                </a:cubicBezTo>
                <a:cubicBezTo>
                  <a:pt x="34851" y="9362"/>
                  <a:pt x="37440" y="9362"/>
                  <a:pt x="43017" y="9362"/>
                </a:cubicBezTo>
                <a:cubicBezTo>
                  <a:pt x="45806" y="9362"/>
                  <a:pt x="47997" y="9362"/>
                  <a:pt x="50784" y="9560"/>
                </a:cubicBezTo>
                <a:cubicBezTo>
                  <a:pt x="53573" y="9958"/>
                  <a:pt x="53771" y="10159"/>
                  <a:pt x="54965" y="12547"/>
                </a:cubicBezTo>
                <a:lnTo>
                  <a:pt x="82447" y="70055"/>
                </a:lnTo>
                <a:lnTo>
                  <a:pt x="32463" y="119405"/>
                </a:lnTo>
                <a:cubicBezTo>
                  <a:pt x="28877" y="122790"/>
                  <a:pt x="24696" y="126968"/>
                  <a:pt x="6971" y="127165"/>
                </a:cubicBezTo>
                <a:cubicBezTo>
                  <a:pt x="3388" y="127165"/>
                  <a:pt x="0" y="127165"/>
                  <a:pt x="0" y="132942"/>
                </a:cubicBezTo>
                <a:cubicBezTo>
                  <a:pt x="0" y="134337"/>
                  <a:pt x="997" y="136525"/>
                  <a:pt x="3984" y="136525"/>
                </a:cubicBezTo>
                <a:cubicBezTo>
                  <a:pt x="8764" y="136525"/>
                  <a:pt x="20913" y="135929"/>
                  <a:pt x="25693" y="135929"/>
                </a:cubicBezTo>
                <a:cubicBezTo>
                  <a:pt x="31466" y="135929"/>
                  <a:pt x="45806" y="136525"/>
                  <a:pt x="51580" y="136525"/>
                </a:cubicBezTo>
                <a:cubicBezTo>
                  <a:pt x="53175" y="136525"/>
                  <a:pt x="57156" y="136525"/>
                  <a:pt x="57156" y="130751"/>
                </a:cubicBezTo>
                <a:cubicBezTo>
                  <a:pt x="57156" y="127165"/>
                  <a:pt x="53573" y="127165"/>
                  <a:pt x="51978" y="127165"/>
                </a:cubicBezTo>
                <a:cubicBezTo>
                  <a:pt x="47997" y="127165"/>
                  <a:pt x="44013" y="126570"/>
                  <a:pt x="40230" y="125175"/>
                </a:cubicBezTo>
                <a:lnTo>
                  <a:pt x="86632" y="79010"/>
                </a:lnTo>
                <a:lnTo>
                  <a:pt x="109134" y="125971"/>
                </a:lnTo>
                <a:cubicBezTo>
                  <a:pt x="108936" y="125971"/>
                  <a:pt x="102363" y="127165"/>
                  <a:pt x="97583" y="127165"/>
                </a:cubicBezTo>
                <a:cubicBezTo>
                  <a:pt x="95593" y="127165"/>
                  <a:pt x="91810" y="127165"/>
                  <a:pt x="91810" y="132942"/>
                </a:cubicBezTo>
                <a:cubicBezTo>
                  <a:pt x="91810" y="133538"/>
                  <a:pt x="92007" y="136525"/>
                  <a:pt x="96189" y="136525"/>
                </a:cubicBezTo>
                <a:cubicBezTo>
                  <a:pt x="102962" y="136525"/>
                  <a:pt x="119888" y="135929"/>
                  <a:pt x="126658" y="135929"/>
                </a:cubicBezTo>
                <a:cubicBezTo>
                  <a:pt x="131240" y="135929"/>
                  <a:pt x="135820" y="136127"/>
                  <a:pt x="140399" y="136127"/>
                </a:cubicBezTo>
                <a:cubicBezTo>
                  <a:pt x="144982" y="136127"/>
                  <a:pt x="149762" y="136525"/>
                  <a:pt x="154341" y="136525"/>
                </a:cubicBezTo>
                <a:cubicBezTo>
                  <a:pt x="155933" y="136525"/>
                  <a:pt x="159917" y="136525"/>
                  <a:pt x="159917" y="130751"/>
                </a:cubicBezTo>
                <a:cubicBezTo>
                  <a:pt x="159917" y="127165"/>
                  <a:pt x="156729" y="127165"/>
                  <a:pt x="151950" y="127165"/>
                </a:cubicBezTo>
                <a:cubicBezTo>
                  <a:pt x="149163" y="127165"/>
                  <a:pt x="147173" y="127165"/>
                  <a:pt x="144186" y="126968"/>
                </a:cubicBezTo>
                <a:cubicBezTo>
                  <a:pt x="141198" y="126570"/>
                  <a:pt x="140998" y="126369"/>
                  <a:pt x="139603" y="123783"/>
                </a:cubicBezTo>
                <a:lnTo>
                  <a:pt x="108140" y="5791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4" name="path-999">
            <a:extLst xmlns:a="http://schemas.openxmlformats.org/drawingml/2006/main">
              <a:ext uri="{FF2B5EF4-FFF2-40B4-BE49-F238E27FC236}">
                <a16:creationId xmlns:a16="http://schemas.microsoft.com/office/drawing/2014/main" id="{0F22B0F2-B29C-4AAC-B7F7-700118ED1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0371" y="5122494"/>
            <a:ext cx="26683" cy="68275"/>
          </a:xfrm>
          <a:custGeom xmlns:a="http://schemas.openxmlformats.org/drawingml/2006/main">
            <a:pathLst>
              <a:path w="23298" h="59614">
                <a:moveTo>
                  <a:pt x="23298" y="20910"/>
                </a:moveTo>
                <a:cubicBezTo>
                  <a:pt x="23298" y="7767"/>
                  <a:pt x="18321" y="0"/>
                  <a:pt x="10554" y="0"/>
                </a:cubicBezTo>
                <a:cubicBezTo>
                  <a:pt x="3981" y="0"/>
                  <a:pt x="0" y="4977"/>
                  <a:pt x="0" y="10554"/>
                </a:cubicBezTo>
                <a:cubicBezTo>
                  <a:pt x="0" y="15932"/>
                  <a:pt x="3981" y="21107"/>
                  <a:pt x="10554" y="21107"/>
                </a:cubicBezTo>
                <a:cubicBezTo>
                  <a:pt x="12942" y="21107"/>
                  <a:pt x="15531" y="20311"/>
                  <a:pt x="17524" y="18521"/>
                </a:cubicBezTo>
                <a:cubicBezTo>
                  <a:pt x="18120" y="18120"/>
                  <a:pt x="18321" y="17923"/>
                  <a:pt x="18518" y="17923"/>
                </a:cubicBezTo>
                <a:cubicBezTo>
                  <a:pt x="18719" y="17923"/>
                  <a:pt x="18919" y="18120"/>
                  <a:pt x="18919" y="20910"/>
                </a:cubicBezTo>
                <a:cubicBezTo>
                  <a:pt x="18919" y="35678"/>
                  <a:pt x="11948" y="47651"/>
                  <a:pt x="5376" y="54236"/>
                </a:cubicBezTo>
                <a:cubicBezTo>
                  <a:pt x="3185" y="56430"/>
                  <a:pt x="3185" y="56828"/>
                  <a:pt x="3185" y="57426"/>
                </a:cubicBezTo>
                <a:cubicBezTo>
                  <a:pt x="3185" y="58818"/>
                  <a:pt x="4181" y="59614"/>
                  <a:pt x="5178" y="59614"/>
                </a:cubicBezTo>
                <a:cubicBezTo>
                  <a:pt x="7366" y="59614"/>
                  <a:pt x="23298" y="44259"/>
                  <a:pt x="23298" y="209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5" name="path-1000">
            <a:extLst xmlns:a="http://schemas.openxmlformats.org/drawingml/2006/main">
              <a:ext uri="{FF2B5EF4-FFF2-40B4-BE49-F238E27FC236}">
                <a16:creationId xmlns:a16="http://schemas.microsoft.com/office/drawing/2014/main" id="{7048A8AE-C522-442B-937E-49C4C0CD7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8818" y="5045769"/>
            <a:ext cx="105144" cy="147673"/>
          </a:xfrm>
          <a:custGeom xmlns:a="http://schemas.openxmlformats.org/drawingml/2006/main">
            <a:pathLst>
              <a:path w="91807" h="128940">
                <a:moveTo>
                  <a:pt x="91010" y="12152"/>
                </a:moveTo>
                <a:cubicBezTo>
                  <a:pt x="91807" y="9362"/>
                  <a:pt x="91807" y="8964"/>
                  <a:pt x="91807" y="7570"/>
                </a:cubicBezTo>
                <a:cubicBezTo>
                  <a:pt x="91807" y="3984"/>
                  <a:pt x="89020" y="2191"/>
                  <a:pt x="86033" y="2191"/>
                </a:cubicBezTo>
                <a:cubicBezTo>
                  <a:pt x="84040" y="2191"/>
                  <a:pt x="80855" y="3388"/>
                  <a:pt x="79062" y="6375"/>
                </a:cubicBezTo>
                <a:cubicBezTo>
                  <a:pt x="78664" y="7372"/>
                  <a:pt x="77072" y="13547"/>
                  <a:pt x="76273" y="17132"/>
                </a:cubicBezTo>
                <a:cubicBezTo>
                  <a:pt x="74881" y="22310"/>
                  <a:pt x="73486" y="27689"/>
                  <a:pt x="72292" y="33068"/>
                </a:cubicBezTo>
                <a:lnTo>
                  <a:pt x="63331" y="68925"/>
                </a:lnTo>
                <a:cubicBezTo>
                  <a:pt x="62531" y="71915"/>
                  <a:pt x="53968" y="85860"/>
                  <a:pt x="40826" y="85860"/>
                </a:cubicBezTo>
                <a:cubicBezTo>
                  <a:pt x="30670" y="85860"/>
                  <a:pt x="28479" y="77093"/>
                  <a:pt x="28479" y="69724"/>
                </a:cubicBezTo>
                <a:cubicBezTo>
                  <a:pt x="28479" y="60559"/>
                  <a:pt x="31864" y="48210"/>
                  <a:pt x="38635" y="30679"/>
                </a:cubicBezTo>
                <a:cubicBezTo>
                  <a:pt x="41822" y="22511"/>
                  <a:pt x="42618" y="20320"/>
                  <a:pt x="42618" y="16336"/>
                </a:cubicBezTo>
                <a:cubicBezTo>
                  <a:pt x="42618" y="7372"/>
                  <a:pt x="36246" y="0"/>
                  <a:pt x="26288" y="0"/>
                </a:cubicBezTo>
                <a:cubicBezTo>
                  <a:pt x="7369" y="0"/>
                  <a:pt x="0" y="28886"/>
                  <a:pt x="0" y="30679"/>
                </a:cubicBezTo>
                <a:cubicBezTo>
                  <a:pt x="0" y="32670"/>
                  <a:pt x="1990" y="32670"/>
                  <a:pt x="2388" y="32670"/>
                </a:cubicBezTo>
                <a:cubicBezTo>
                  <a:pt x="4382" y="32670"/>
                  <a:pt x="4579" y="32271"/>
                  <a:pt x="5576" y="29084"/>
                </a:cubicBezTo>
                <a:cubicBezTo>
                  <a:pt x="10955" y="10359"/>
                  <a:pt x="18919" y="4382"/>
                  <a:pt x="25690" y="4382"/>
                </a:cubicBezTo>
                <a:cubicBezTo>
                  <a:pt x="27282" y="4382"/>
                  <a:pt x="30670" y="4382"/>
                  <a:pt x="30670" y="10757"/>
                </a:cubicBezTo>
                <a:cubicBezTo>
                  <a:pt x="30670" y="15738"/>
                  <a:pt x="28677" y="20919"/>
                  <a:pt x="27282" y="24702"/>
                </a:cubicBezTo>
                <a:cubicBezTo>
                  <a:pt x="19317" y="45818"/>
                  <a:pt x="15732" y="57174"/>
                  <a:pt x="15732" y="66536"/>
                </a:cubicBezTo>
                <a:cubicBezTo>
                  <a:pt x="15732" y="84264"/>
                  <a:pt x="28279" y="90239"/>
                  <a:pt x="40029" y="90239"/>
                </a:cubicBezTo>
                <a:cubicBezTo>
                  <a:pt x="47796" y="90239"/>
                  <a:pt x="54567" y="86853"/>
                  <a:pt x="60143" y="81277"/>
                </a:cubicBezTo>
                <a:cubicBezTo>
                  <a:pt x="57554" y="91633"/>
                  <a:pt x="55165" y="101391"/>
                  <a:pt x="47198" y="111944"/>
                </a:cubicBezTo>
                <a:cubicBezTo>
                  <a:pt x="42020" y="118739"/>
                  <a:pt x="34453" y="124561"/>
                  <a:pt x="25291" y="124561"/>
                </a:cubicBezTo>
                <a:cubicBezTo>
                  <a:pt x="22505" y="124561"/>
                  <a:pt x="13544" y="123957"/>
                  <a:pt x="10155" y="116129"/>
                </a:cubicBezTo>
                <a:cubicBezTo>
                  <a:pt x="13343" y="116129"/>
                  <a:pt x="15932" y="116129"/>
                  <a:pt x="18719" y="113737"/>
                </a:cubicBezTo>
                <a:cubicBezTo>
                  <a:pt x="20712" y="111944"/>
                  <a:pt x="22702" y="109355"/>
                  <a:pt x="22702" y="105572"/>
                </a:cubicBezTo>
                <a:cubicBezTo>
                  <a:pt x="22702" y="99400"/>
                  <a:pt x="17327" y="98601"/>
                  <a:pt x="15334" y="98601"/>
                </a:cubicBezTo>
                <a:cubicBezTo>
                  <a:pt x="10754" y="98601"/>
                  <a:pt x="4181" y="101789"/>
                  <a:pt x="4181" y="111546"/>
                </a:cubicBezTo>
                <a:cubicBezTo>
                  <a:pt x="4181" y="121550"/>
                  <a:pt x="12945" y="128940"/>
                  <a:pt x="25291" y="128940"/>
                </a:cubicBezTo>
                <a:cubicBezTo>
                  <a:pt x="45803" y="128940"/>
                  <a:pt x="66318" y="110750"/>
                  <a:pt x="71894" y="88248"/>
                </a:cubicBezTo>
                <a:lnTo>
                  <a:pt x="91010" y="1215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6" name="path-1001">
            <a:extLst xmlns:a="http://schemas.openxmlformats.org/drawingml/2006/main">
              <a:ext uri="{FF2B5EF4-FFF2-40B4-BE49-F238E27FC236}">
                <a16:creationId xmlns:a16="http://schemas.microsoft.com/office/drawing/2014/main" id="{F3AF47B8-9EE2-4377-B571-BFF31AC9F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1745" y="5122494"/>
            <a:ext cx="26683" cy="68275"/>
          </a:xfrm>
          <a:custGeom xmlns:a="http://schemas.openxmlformats.org/drawingml/2006/main">
            <a:pathLst>
              <a:path w="23298" h="59614">
                <a:moveTo>
                  <a:pt x="23298" y="20910"/>
                </a:moveTo>
                <a:cubicBezTo>
                  <a:pt x="23298" y="7767"/>
                  <a:pt x="18321" y="0"/>
                  <a:pt x="10554" y="0"/>
                </a:cubicBezTo>
                <a:cubicBezTo>
                  <a:pt x="3981" y="0"/>
                  <a:pt x="0" y="4977"/>
                  <a:pt x="0" y="10554"/>
                </a:cubicBezTo>
                <a:cubicBezTo>
                  <a:pt x="0" y="15932"/>
                  <a:pt x="3981" y="21107"/>
                  <a:pt x="10554" y="21107"/>
                </a:cubicBezTo>
                <a:cubicBezTo>
                  <a:pt x="12942" y="21107"/>
                  <a:pt x="15531" y="20311"/>
                  <a:pt x="17524" y="18521"/>
                </a:cubicBezTo>
                <a:cubicBezTo>
                  <a:pt x="18120" y="18120"/>
                  <a:pt x="18321" y="17923"/>
                  <a:pt x="18518" y="17923"/>
                </a:cubicBezTo>
                <a:cubicBezTo>
                  <a:pt x="18719" y="17923"/>
                  <a:pt x="18919" y="18120"/>
                  <a:pt x="18919" y="20910"/>
                </a:cubicBezTo>
                <a:cubicBezTo>
                  <a:pt x="18919" y="35678"/>
                  <a:pt x="11948" y="47651"/>
                  <a:pt x="5376" y="54236"/>
                </a:cubicBezTo>
                <a:cubicBezTo>
                  <a:pt x="3185" y="56430"/>
                  <a:pt x="3185" y="56828"/>
                  <a:pt x="3185" y="57426"/>
                </a:cubicBezTo>
                <a:cubicBezTo>
                  <a:pt x="3185" y="58818"/>
                  <a:pt x="4181" y="59614"/>
                  <a:pt x="5178" y="59614"/>
                </a:cubicBezTo>
                <a:cubicBezTo>
                  <a:pt x="7366" y="59614"/>
                  <a:pt x="23298" y="44259"/>
                  <a:pt x="23298" y="2091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7" name="path-1002">
            <a:extLst xmlns:a="http://schemas.openxmlformats.org/drawingml/2006/main">
              <a:ext uri="{FF2B5EF4-FFF2-40B4-BE49-F238E27FC236}">
                <a16:creationId xmlns:a16="http://schemas.microsoft.com/office/drawing/2014/main" id="{85AC8A9E-FD2B-4D41-9C6F-39E7432B4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0579" y="4985853"/>
            <a:ext cx="142324" cy="165937"/>
          </a:xfrm>
          <a:custGeom xmlns:a="http://schemas.openxmlformats.org/drawingml/2006/main">
            <a:pathLst>
              <a:path w="124270" h="144887">
                <a:moveTo>
                  <a:pt x="29673" y="121978"/>
                </a:moveTo>
                <a:cubicBezTo>
                  <a:pt x="40427" y="105235"/>
                  <a:pt x="43813" y="92478"/>
                  <a:pt x="46402" y="81912"/>
                </a:cubicBezTo>
                <a:cubicBezTo>
                  <a:pt x="53373" y="54406"/>
                  <a:pt x="60939" y="30488"/>
                  <a:pt x="73285" y="16734"/>
                </a:cubicBezTo>
                <a:cubicBezTo>
                  <a:pt x="75677" y="14142"/>
                  <a:pt x="77269" y="12349"/>
                  <a:pt x="83642" y="12349"/>
                </a:cubicBezTo>
                <a:cubicBezTo>
                  <a:pt x="97383" y="12349"/>
                  <a:pt x="97781" y="26103"/>
                  <a:pt x="97781" y="28892"/>
                </a:cubicBezTo>
                <a:cubicBezTo>
                  <a:pt x="97781" y="32481"/>
                  <a:pt x="96787" y="35271"/>
                  <a:pt x="96787" y="36267"/>
                </a:cubicBezTo>
                <a:cubicBezTo>
                  <a:pt x="96787" y="37662"/>
                  <a:pt x="97981" y="37662"/>
                  <a:pt x="98179" y="37662"/>
                </a:cubicBezTo>
                <a:cubicBezTo>
                  <a:pt x="101367" y="37662"/>
                  <a:pt x="106742" y="35471"/>
                  <a:pt x="111723" y="31883"/>
                </a:cubicBezTo>
                <a:cubicBezTo>
                  <a:pt x="115308" y="29093"/>
                  <a:pt x="117098" y="27100"/>
                  <a:pt x="117098" y="18925"/>
                </a:cubicBezTo>
                <a:cubicBezTo>
                  <a:pt x="117098" y="8165"/>
                  <a:pt x="111522" y="0"/>
                  <a:pt x="100370" y="0"/>
                </a:cubicBezTo>
                <a:cubicBezTo>
                  <a:pt x="93998" y="0"/>
                  <a:pt x="76473" y="1595"/>
                  <a:pt x="56955" y="21317"/>
                </a:cubicBezTo>
                <a:cubicBezTo>
                  <a:pt x="41026" y="37662"/>
                  <a:pt x="31664" y="73541"/>
                  <a:pt x="27881" y="88491"/>
                </a:cubicBezTo>
                <a:cubicBezTo>
                  <a:pt x="24298" y="102245"/>
                  <a:pt x="22702" y="108422"/>
                  <a:pt x="16728" y="120383"/>
                </a:cubicBezTo>
                <a:cubicBezTo>
                  <a:pt x="15334" y="122774"/>
                  <a:pt x="10155" y="131544"/>
                  <a:pt x="7369" y="134136"/>
                </a:cubicBezTo>
                <a:cubicBezTo>
                  <a:pt x="1990" y="139114"/>
                  <a:pt x="0" y="142700"/>
                  <a:pt x="0" y="143693"/>
                </a:cubicBezTo>
                <a:cubicBezTo>
                  <a:pt x="0" y="144091"/>
                  <a:pt x="398" y="144887"/>
                  <a:pt x="1793" y="144887"/>
                </a:cubicBezTo>
                <a:cubicBezTo>
                  <a:pt x="2589" y="144887"/>
                  <a:pt x="6770" y="144091"/>
                  <a:pt x="11948" y="140706"/>
                </a:cubicBezTo>
                <a:cubicBezTo>
                  <a:pt x="15334" y="138716"/>
                  <a:pt x="15732" y="138318"/>
                  <a:pt x="20314" y="133538"/>
                </a:cubicBezTo>
                <a:cubicBezTo>
                  <a:pt x="30272" y="133735"/>
                  <a:pt x="37240" y="135528"/>
                  <a:pt x="49787" y="139114"/>
                </a:cubicBezTo>
                <a:cubicBezTo>
                  <a:pt x="59942" y="141900"/>
                  <a:pt x="70101" y="144887"/>
                  <a:pt x="80256" y="144887"/>
                </a:cubicBezTo>
                <a:cubicBezTo>
                  <a:pt x="96389" y="144887"/>
                  <a:pt x="112719" y="132742"/>
                  <a:pt x="119092" y="123972"/>
                </a:cubicBezTo>
                <a:cubicBezTo>
                  <a:pt x="123072" y="118590"/>
                  <a:pt x="124270" y="113607"/>
                  <a:pt x="124270" y="113008"/>
                </a:cubicBezTo>
                <a:cubicBezTo>
                  <a:pt x="124270" y="111613"/>
                  <a:pt x="123072" y="111613"/>
                  <a:pt x="122875" y="111613"/>
                </a:cubicBezTo>
                <a:cubicBezTo>
                  <a:pt x="119687" y="111613"/>
                  <a:pt x="114907" y="113804"/>
                  <a:pt x="111522" y="116196"/>
                </a:cubicBezTo>
                <a:cubicBezTo>
                  <a:pt x="106146" y="119587"/>
                  <a:pt x="105748" y="120781"/>
                  <a:pt x="104554" y="124169"/>
                </a:cubicBezTo>
                <a:cubicBezTo>
                  <a:pt x="103557" y="127360"/>
                  <a:pt x="102363" y="128955"/>
                  <a:pt x="101567" y="130150"/>
                </a:cubicBezTo>
                <a:cubicBezTo>
                  <a:pt x="99972" y="132541"/>
                  <a:pt x="99774" y="132541"/>
                  <a:pt x="96787" y="132541"/>
                </a:cubicBezTo>
                <a:cubicBezTo>
                  <a:pt x="87227" y="132541"/>
                  <a:pt x="77269" y="129551"/>
                  <a:pt x="64127" y="125965"/>
                </a:cubicBezTo>
                <a:cubicBezTo>
                  <a:pt x="58551" y="124370"/>
                  <a:pt x="47596" y="121179"/>
                  <a:pt x="37638" y="121179"/>
                </a:cubicBezTo>
                <a:cubicBezTo>
                  <a:pt x="35049" y="121179"/>
                  <a:pt x="32262" y="121380"/>
                  <a:pt x="29673" y="12197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8" name="text-1003 :">
            <a:extLst xmlns:a="http://schemas.openxmlformats.org/drawingml/2006/main">
              <a:ext uri="{FF2B5EF4-FFF2-40B4-BE49-F238E27FC236}">
                <a16:creationId xmlns:a16="http://schemas.microsoft.com/office/drawing/2014/main" id="{4F794C5D-9844-4E0C-A2DD-4B5F0A0CD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52977" y="4966881"/>
            <a:ext cx="69157" cy="211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8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:</a:t>
            </a:r>
          </a:p>
        </p:txBody>
      </p:sp>
      <p:sp>
        <p:nvSpPr>
          <p:cNvPr id="1069" name="text-1004 training">
            <a:extLst xmlns:a="http://schemas.openxmlformats.org/drawingml/2006/main">
              <a:ext uri="{FF2B5EF4-FFF2-40B4-BE49-F238E27FC236}">
                <a16:creationId xmlns:a16="http://schemas.microsoft.com/office/drawing/2014/main" id="{329662BC-9388-4E3A-8FB3-E35423667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36923" y="4966754"/>
            <a:ext cx="522789" cy="2115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training</a:t>
            </a:r>
          </a:p>
        </p:txBody>
      </p:sp>
      <p:sp>
        <p:nvSpPr>
          <p:cNvPr id="1070" name="text-1006 data,">
            <a:extLst xmlns:a="http://schemas.openxmlformats.org/drawingml/2006/main">
              <a:ext uri="{FF2B5EF4-FFF2-40B4-BE49-F238E27FC236}">
                <a16:creationId xmlns:a16="http://schemas.microsoft.com/office/drawing/2014/main" id="{B5FEB3D7-9A64-447F-8212-D34585634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74440" y="4966728"/>
            <a:ext cx="363276" cy="2116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data,</a:t>
            </a:r>
          </a:p>
        </p:txBody>
      </p:sp>
      <p:sp>
        <p:nvSpPr>
          <p:cNvPr id="1071" name="text-1006 label,">
            <a:extLst xmlns:a="http://schemas.openxmlformats.org/drawingml/2006/main">
              <a:ext uri="{FF2B5EF4-FFF2-40B4-BE49-F238E27FC236}">
                <a16:creationId xmlns:a16="http://schemas.microsoft.com/office/drawing/2014/main" id="{C706CC3D-D6D6-45B2-878E-8D760EEE5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52476" y="4966720"/>
            <a:ext cx="388454" cy="2116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label,</a:t>
            </a:r>
          </a:p>
        </p:txBody>
      </p:sp>
      <p:sp>
        <p:nvSpPr>
          <p:cNvPr id="1072" name="text-1006 and">
            <a:extLst xmlns:a="http://schemas.openxmlformats.org/drawingml/2006/main">
              <a:ext uri="{FF2B5EF4-FFF2-40B4-BE49-F238E27FC236}">
                <a16:creationId xmlns:a16="http://schemas.microsoft.com/office/drawing/2014/main" id="{4ED827CC-9935-4D8D-9633-AA3F6158F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55689" y="4966737"/>
            <a:ext cx="279314" cy="2115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and</a:t>
            </a:r>
          </a:p>
        </p:txBody>
      </p:sp>
      <p:sp>
        <p:nvSpPr>
          <p:cNvPr id="1073" name="text-1006 loss">
            <a:extLst xmlns:a="http://schemas.openxmlformats.org/drawingml/2006/main">
              <a:ext uri="{FF2B5EF4-FFF2-40B4-BE49-F238E27FC236}">
                <a16:creationId xmlns:a16="http://schemas.microsoft.com/office/drawing/2014/main" id="{0C3AFDDB-A301-464C-957F-D643B6A7B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49780" y="4966728"/>
            <a:ext cx="295911" cy="2116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loss</a:t>
            </a:r>
          </a:p>
        </p:txBody>
      </p:sp>
      <p:sp>
        <p:nvSpPr>
          <p:cNvPr id="1074" name="text-1006 of">
            <a:extLst xmlns:a="http://schemas.openxmlformats.org/drawingml/2006/main">
              <a:ext uri="{FF2B5EF4-FFF2-40B4-BE49-F238E27FC236}">
                <a16:creationId xmlns:a16="http://schemas.microsoft.com/office/drawing/2014/main" id="{297FA500-A18D-429C-9534-1918F02FE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60462" y="4966785"/>
            <a:ext cx="153211" cy="2115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1075" name="text-1006 a">
            <a:extLst xmlns:a="http://schemas.openxmlformats.org/drawingml/2006/main">
              <a:ext uri="{FF2B5EF4-FFF2-40B4-BE49-F238E27FC236}">
                <a16:creationId xmlns:a16="http://schemas.microsoft.com/office/drawing/2014/main" id="{5C382E36-E827-4B15-98D4-77D5080CE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28444" y="4966748"/>
            <a:ext cx="111233" cy="211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076" name="text-1006 vision">
            <a:extLst xmlns:a="http://schemas.openxmlformats.org/drawingml/2006/main">
              <a:ext uri="{FF2B5EF4-FFF2-40B4-BE49-F238E27FC236}">
                <a16:creationId xmlns:a16="http://schemas.microsoft.com/office/drawing/2014/main" id="{E9D589A5-6FA9-40BF-8390-CE7F3D98A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54462" y="4966758"/>
            <a:ext cx="413504" cy="21156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1077" name="text-1006 task">
            <a:extLst xmlns:a="http://schemas.openxmlformats.org/drawingml/2006/main">
              <a:ext uri="{FF2B5EF4-FFF2-40B4-BE49-F238E27FC236}">
                <a16:creationId xmlns:a16="http://schemas.microsoft.com/office/drawing/2014/main" id="{416FDCD5-FDA2-4D9B-808B-8AAD1FB0D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82747" y="4966770"/>
            <a:ext cx="304306" cy="2115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</a:t>
            </a:r>
          </a:p>
        </p:txBody>
      </p:sp>
      <p:sp>
        <p:nvSpPr>
          <p:cNvPr id="1078" name="path-1008">
            <a:extLst xmlns:a="http://schemas.openxmlformats.org/drawingml/2006/main">
              <a:ext uri="{FF2B5EF4-FFF2-40B4-BE49-F238E27FC236}">
                <a16:creationId xmlns:a16="http://schemas.microsoft.com/office/drawing/2014/main" id="{57225F5C-0F42-4E3E-A10C-A85897F8B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64900" y="5256145"/>
            <a:ext cx="69316" cy="143648"/>
          </a:xfrm>
          <a:custGeom xmlns:a="http://schemas.openxmlformats.org/drawingml/2006/main">
            <a:pathLst>
              <a:path w="60523" h="125426">
                <a:moveTo>
                  <a:pt x="36078" y="44516"/>
                </a:moveTo>
                <a:lnTo>
                  <a:pt x="54609" y="44516"/>
                </a:lnTo>
                <a:cubicBezTo>
                  <a:pt x="58553" y="44516"/>
                  <a:pt x="60523" y="44516"/>
                  <a:pt x="60523" y="40572"/>
                </a:cubicBezTo>
                <a:cubicBezTo>
                  <a:pt x="60523" y="38403"/>
                  <a:pt x="58553" y="38403"/>
                  <a:pt x="55003" y="38403"/>
                </a:cubicBezTo>
                <a:lnTo>
                  <a:pt x="37654" y="38403"/>
                </a:lnTo>
                <a:cubicBezTo>
                  <a:pt x="44754" y="10442"/>
                  <a:pt x="45737" y="6504"/>
                  <a:pt x="45737" y="5322"/>
                </a:cubicBezTo>
                <a:cubicBezTo>
                  <a:pt x="45737" y="1970"/>
                  <a:pt x="43373" y="0"/>
                  <a:pt x="40022" y="0"/>
                </a:cubicBezTo>
                <a:cubicBezTo>
                  <a:pt x="39429" y="0"/>
                  <a:pt x="33909" y="196"/>
                  <a:pt x="32134" y="7093"/>
                </a:cubicBezTo>
                <a:lnTo>
                  <a:pt x="24445" y="38403"/>
                </a:lnTo>
                <a:lnTo>
                  <a:pt x="5914" y="38403"/>
                </a:lnTo>
                <a:cubicBezTo>
                  <a:pt x="1970" y="38403"/>
                  <a:pt x="0" y="38403"/>
                  <a:pt x="0" y="42152"/>
                </a:cubicBezTo>
                <a:cubicBezTo>
                  <a:pt x="0" y="44516"/>
                  <a:pt x="1576" y="44516"/>
                  <a:pt x="5520" y="44516"/>
                </a:cubicBezTo>
                <a:lnTo>
                  <a:pt x="22869" y="44516"/>
                </a:lnTo>
                <a:cubicBezTo>
                  <a:pt x="8673" y="100421"/>
                  <a:pt x="7885" y="103767"/>
                  <a:pt x="7885" y="107310"/>
                </a:cubicBezTo>
                <a:cubicBezTo>
                  <a:pt x="7885" y="117942"/>
                  <a:pt x="15378" y="125426"/>
                  <a:pt x="26024" y="125426"/>
                </a:cubicBezTo>
                <a:cubicBezTo>
                  <a:pt x="46132" y="125426"/>
                  <a:pt x="57370" y="96682"/>
                  <a:pt x="57370" y="95106"/>
                </a:cubicBezTo>
                <a:cubicBezTo>
                  <a:pt x="57370" y="93138"/>
                  <a:pt x="55794" y="93138"/>
                  <a:pt x="55003" y="93138"/>
                </a:cubicBezTo>
                <a:cubicBezTo>
                  <a:pt x="53231" y="93138"/>
                  <a:pt x="53032" y="93728"/>
                  <a:pt x="52046" y="95894"/>
                </a:cubicBezTo>
                <a:cubicBezTo>
                  <a:pt x="43569" y="116365"/>
                  <a:pt x="33121" y="121091"/>
                  <a:pt x="26418" y="121091"/>
                </a:cubicBezTo>
                <a:cubicBezTo>
                  <a:pt x="22276" y="121091"/>
                  <a:pt x="20306" y="118531"/>
                  <a:pt x="20306" y="112036"/>
                </a:cubicBezTo>
                <a:cubicBezTo>
                  <a:pt x="20306" y="107310"/>
                  <a:pt x="20700" y="105933"/>
                  <a:pt x="21488" y="102587"/>
                </a:cubicBezTo>
                <a:lnTo>
                  <a:pt x="36078" y="4451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9" name="path-1009">
            <a:extLst xmlns:a="http://schemas.openxmlformats.org/drawingml/2006/main">
              <a:ext uri="{FF2B5EF4-FFF2-40B4-BE49-F238E27FC236}">
                <a16:creationId xmlns:a16="http://schemas.microsoft.com/office/drawing/2014/main" id="{80767C78-BEBF-4A13-921A-57AC68B70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7414" y="5360714"/>
            <a:ext cx="77447" cy="71926"/>
          </a:xfrm>
          <a:custGeom xmlns:a="http://schemas.openxmlformats.org/drawingml/2006/main">
            <a:pathLst>
              <a:path w="67623" h="62802">
                <a:moveTo>
                  <a:pt x="31603" y="0"/>
                </a:moveTo>
                <a:cubicBezTo>
                  <a:pt x="15734" y="1657"/>
                  <a:pt x="0" y="12976"/>
                  <a:pt x="0" y="32161"/>
                </a:cubicBezTo>
                <a:lnTo>
                  <a:pt x="0" y="33404"/>
                </a:lnTo>
                <a:cubicBezTo>
                  <a:pt x="967" y="51901"/>
                  <a:pt x="17941" y="62802"/>
                  <a:pt x="34225" y="62802"/>
                </a:cubicBezTo>
                <a:cubicBezTo>
                  <a:pt x="49820" y="62802"/>
                  <a:pt x="66656" y="51762"/>
                  <a:pt x="67623" y="33404"/>
                </a:cubicBezTo>
                <a:lnTo>
                  <a:pt x="67623" y="32713"/>
                </a:lnTo>
                <a:cubicBezTo>
                  <a:pt x="67623" y="13527"/>
                  <a:pt x="51615" y="0"/>
                  <a:pt x="33122" y="0"/>
                </a:cubicBezTo>
                <a:lnTo>
                  <a:pt x="31603" y="0"/>
                </a:lnTo>
                <a:moveTo>
                  <a:pt x="12559" y="34507"/>
                </a:moveTo>
                <a:cubicBezTo>
                  <a:pt x="12559" y="33404"/>
                  <a:pt x="12422" y="32300"/>
                  <a:pt x="12422" y="31195"/>
                </a:cubicBezTo>
                <a:cubicBezTo>
                  <a:pt x="12422" y="23604"/>
                  <a:pt x="13111" y="14631"/>
                  <a:pt x="19735" y="8834"/>
                </a:cubicBezTo>
                <a:cubicBezTo>
                  <a:pt x="23599" y="5521"/>
                  <a:pt x="28567" y="3866"/>
                  <a:pt x="33536" y="3866"/>
                </a:cubicBezTo>
                <a:cubicBezTo>
                  <a:pt x="39746" y="3866"/>
                  <a:pt x="46093" y="6349"/>
                  <a:pt x="50096" y="11182"/>
                </a:cubicBezTo>
                <a:cubicBezTo>
                  <a:pt x="54375" y="16149"/>
                  <a:pt x="55064" y="23328"/>
                  <a:pt x="55064" y="29264"/>
                </a:cubicBezTo>
                <a:cubicBezTo>
                  <a:pt x="55064" y="36992"/>
                  <a:pt x="54927" y="45826"/>
                  <a:pt x="49406" y="51901"/>
                </a:cubicBezTo>
                <a:cubicBezTo>
                  <a:pt x="45541" y="56317"/>
                  <a:pt x="39607" y="58387"/>
                  <a:pt x="33812" y="58387"/>
                </a:cubicBezTo>
                <a:cubicBezTo>
                  <a:pt x="23185" y="58387"/>
                  <a:pt x="15044" y="51623"/>
                  <a:pt x="13111" y="40168"/>
                </a:cubicBezTo>
                <a:cubicBezTo>
                  <a:pt x="12835" y="38234"/>
                  <a:pt x="12835" y="36440"/>
                  <a:pt x="12559" y="34507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0" name="text-1010 :">
            <a:extLst xmlns:a="http://schemas.openxmlformats.org/drawingml/2006/main">
              <a:ext uri="{FF2B5EF4-FFF2-40B4-BE49-F238E27FC236}">
                <a16:creationId xmlns:a16="http://schemas.microsoft.com/office/drawing/2014/main" id="{11F33DFD-85FB-4AC8-BD27-44DE2086A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52977" y="5212882"/>
            <a:ext cx="69157" cy="211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8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:</a:t>
            </a:r>
          </a:p>
        </p:txBody>
      </p:sp>
      <p:sp>
        <p:nvSpPr>
          <p:cNvPr id="1081" name="text-1011 length">
            <a:extLst xmlns:a="http://schemas.openxmlformats.org/drawingml/2006/main">
              <a:ext uri="{FF2B5EF4-FFF2-40B4-BE49-F238E27FC236}">
                <a16:creationId xmlns:a16="http://schemas.microsoft.com/office/drawing/2014/main" id="{8F96D327-D03C-407E-96D5-E61D39C3C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36923" y="5212742"/>
            <a:ext cx="438899" cy="2115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length</a:t>
            </a:r>
          </a:p>
        </p:txBody>
      </p:sp>
      <p:sp>
        <p:nvSpPr>
          <p:cNvPr id="1082" name="text-1011 of">
            <a:extLst xmlns:a="http://schemas.openxmlformats.org/drawingml/2006/main">
              <a:ext uri="{FF2B5EF4-FFF2-40B4-BE49-F238E27FC236}">
                <a16:creationId xmlns:a16="http://schemas.microsoft.com/office/drawing/2014/main" id="{69ACE6B7-F3FE-4496-8455-9158C77C0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90605" y="5212787"/>
            <a:ext cx="153211" cy="2115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1083" name="text-1011 the">
            <a:extLst xmlns:a="http://schemas.openxmlformats.org/drawingml/2006/main">
              <a:ext uri="{FF2B5EF4-FFF2-40B4-BE49-F238E27FC236}">
                <a16:creationId xmlns:a16="http://schemas.microsoft.com/office/drawing/2014/main" id="{9CF23C12-69A0-4C5C-9BD0-E4247E94F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58587" y="5212769"/>
            <a:ext cx="237248" cy="2115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1084" name="text-1011 visual">
            <a:extLst xmlns:a="http://schemas.openxmlformats.org/drawingml/2006/main">
              <a:ext uri="{FF2B5EF4-FFF2-40B4-BE49-F238E27FC236}">
                <a16:creationId xmlns:a16="http://schemas.microsoft.com/office/drawing/2014/main" id="{92801026-BD03-49AF-A757-F3A2663B4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10617" y="5212757"/>
            <a:ext cx="413512" cy="2115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1085" name="text-1011 perception">
            <a:extLst xmlns:a="http://schemas.openxmlformats.org/drawingml/2006/main">
              <a:ext uri="{FF2B5EF4-FFF2-40B4-BE49-F238E27FC236}">
                <a16:creationId xmlns:a16="http://schemas.microsoft.com/office/drawing/2014/main" id="{1E47A0E4-299A-4E7F-9675-4F3523958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38909" y="5212741"/>
            <a:ext cx="732834" cy="2115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perception</a:t>
            </a:r>
          </a:p>
        </p:txBody>
      </p:sp>
      <p:sp>
        <p:nvSpPr>
          <p:cNvPr id="1086" name="text-1011 process">
            <a:extLst xmlns:a="http://schemas.openxmlformats.org/drawingml/2006/main">
              <a:ext uri="{FF2B5EF4-FFF2-40B4-BE49-F238E27FC236}">
                <a16:creationId xmlns:a16="http://schemas.microsoft.com/office/drawing/2014/main" id="{2BB85E82-8412-4E48-A189-03D9ED0E14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86526" y="5212742"/>
            <a:ext cx="556277" cy="211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process</a:t>
            </a:r>
          </a:p>
        </p:txBody>
      </p:sp>
      <p:sp>
        <p:nvSpPr>
          <p:cNvPr id="1087" name="path-1013">
            <a:extLst xmlns:a="http://schemas.openxmlformats.org/drawingml/2006/main">
              <a:ext uri="{FF2B5EF4-FFF2-40B4-BE49-F238E27FC236}">
                <a16:creationId xmlns:a16="http://schemas.microsoft.com/office/drawing/2014/main" id="{92F62B21-764A-4543-9D4F-379242222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96518" y="5453539"/>
            <a:ext cx="57578" cy="158539"/>
          </a:xfrm>
          <a:custGeom xmlns:a="http://schemas.openxmlformats.org/drawingml/2006/main">
            <a:pathLst>
              <a:path w="50274" h="138428">
                <a:moveTo>
                  <a:pt x="49486" y="6901"/>
                </a:moveTo>
                <a:cubicBezTo>
                  <a:pt x="50274" y="4142"/>
                  <a:pt x="50274" y="3748"/>
                  <a:pt x="50274" y="3550"/>
                </a:cubicBezTo>
                <a:cubicBezTo>
                  <a:pt x="50274" y="987"/>
                  <a:pt x="48105" y="0"/>
                  <a:pt x="45936" y="0"/>
                </a:cubicBezTo>
                <a:cubicBezTo>
                  <a:pt x="45148" y="0"/>
                  <a:pt x="44949" y="0"/>
                  <a:pt x="44555" y="199"/>
                </a:cubicBezTo>
                <a:lnTo>
                  <a:pt x="19123" y="1381"/>
                </a:lnTo>
                <a:cubicBezTo>
                  <a:pt x="16365" y="1579"/>
                  <a:pt x="12815" y="1775"/>
                  <a:pt x="12815" y="7295"/>
                </a:cubicBezTo>
                <a:cubicBezTo>
                  <a:pt x="12815" y="10845"/>
                  <a:pt x="16560" y="10845"/>
                  <a:pt x="17941" y="10845"/>
                </a:cubicBezTo>
                <a:cubicBezTo>
                  <a:pt x="20110" y="10845"/>
                  <a:pt x="23660" y="10845"/>
                  <a:pt x="26220" y="11239"/>
                </a:cubicBezTo>
                <a:lnTo>
                  <a:pt x="987" y="112400"/>
                </a:lnTo>
                <a:cubicBezTo>
                  <a:pt x="394" y="114569"/>
                  <a:pt x="0" y="116344"/>
                  <a:pt x="0" y="119106"/>
                </a:cubicBezTo>
                <a:cubicBezTo>
                  <a:pt x="0" y="132119"/>
                  <a:pt x="13014" y="138428"/>
                  <a:pt x="24644" y="138428"/>
                </a:cubicBezTo>
                <a:cubicBezTo>
                  <a:pt x="31939" y="138428"/>
                  <a:pt x="37459" y="134288"/>
                  <a:pt x="41797" y="127192"/>
                </a:cubicBezTo>
                <a:cubicBezTo>
                  <a:pt x="46529" y="119500"/>
                  <a:pt x="49287" y="108851"/>
                  <a:pt x="49287" y="107668"/>
                </a:cubicBezTo>
                <a:cubicBezTo>
                  <a:pt x="49287" y="104907"/>
                  <a:pt x="46330" y="104907"/>
                  <a:pt x="44555" y="104907"/>
                </a:cubicBezTo>
                <a:cubicBezTo>
                  <a:pt x="42386" y="104907"/>
                  <a:pt x="41598" y="104907"/>
                  <a:pt x="40614" y="105893"/>
                </a:cubicBezTo>
                <a:cubicBezTo>
                  <a:pt x="40220" y="106288"/>
                  <a:pt x="40220" y="106682"/>
                  <a:pt x="39035" y="111612"/>
                </a:cubicBezTo>
                <a:cubicBezTo>
                  <a:pt x="35290" y="126599"/>
                  <a:pt x="30952" y="131331"/>
                  <a:pt x="25630" y="131331"/>
                </a:cubicBezTo>
                <a:cubicBezTo>
                  <a:pt x="22673" y="131331"/>
                  <a:pt x="21097" y="129361"/>
                  <a:pt x="21097" y="124232"/>
                </a:cubicBezTo>
                <a:cubicBezTo>
                  <a:pt x="21097" y="120288"/>
                  <a:pt x="21686" y="118318"/>
                  <a:pt x="22279" y="115556"/>
                </a:cubicBezTo>
                <a:lnTo>
                  <a:pt x="49486" y="690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8" name="path-1014">
            <a:extLst xmlns:a="http://schemas.openxmlformats.org/drawingml/2006/main">
              <a:ext uri="{FF2B5EF4-FFF2-40B4-BE49-F238E27FC236}">
                <a16:creationId xmlns:a16="http://schemas.microsoft.com/office/drawing/2014/main" id="{7B0542AD-2565-4ECA-865B-A4D711015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4894" y="5539240"/>
            <a:ext cx="57531" cy="104957"/>
          </a:xfrm>
          <a:custGeom xmlns:a="http://schemas.openxmlformats.org/drawingml/2006/main">
            <a:pathLst>
              <a:path w="50233" h="91643">
                <a:moveTo>
                  <a:pt x="31189" y="3856"/>
                </a:moveTo>
                <a:cubicBezTo>
                  <a:pt x="31189" y="139"/>
                  <a:pt x="30913" y="0"/>
                  <a:pt x="27049" y="0"/>
                </a:cubicBezTo>
                <a:cubicBezTo>
                  <a:pt x="18217" y="8642"/>
                  <a:pt x="5658" y="8779"/>
                  <a:pt x="0" y="8779"/>
                </a:cubicBezTo>
                <a:lnTo>
                  <a:pt x="0" y="13746"/>
                </a:lnTo>
                <a:cubicBezTo>
                  <a:pt x="3312" y="13746"/>
                  <a:pt x="12420" y="13746"/>
                  <a:pt x="20011" y="9882"/>
                </a:cubicBezTo>
                <a:lnTo>
                  <a:pt x="20011" y="80322"/>
                </a:lnTo>
                <a:cubicBezTo>
                  <a:pt x="20011" y="84881"/>
                  <a:pt x="20011" y="86676"/>
                  <a:pt x="6210" y="86676"/>
                </a:cubicBezTo>
                <a:lnTo>
                  <a:pt x="967" y="86676"/>
                </a:lnTo>
                <a:lnTo>
                  <a:pt x="967" y="91643"/>
                </a:lnTo>
                <a:cubicBezTo>
                  <a:pt x="3449" y="91506"/>
                  <a:pt x="20424" y="91091"/>
                  <a:pt x="25530" y="91091"/>
                </a:cubicBezTo>
                <a:cubicBezTo>
                  <a:pt x="29809" y="91091"/>
                  <a:pt x="47197" y="91506"/>
                  <a:pt x="50233" y="91643"/>
                </a:cubicBezTo>
                <a:lnTo>
                  <a:pt x="50233" y="86676"/>
                </a:lnTo>
                <a:lnTo>
                  <a:pt x="44990" y="86676"/>
                </a:lnTo>
                <a:cubicBezTo>
                  <a:pt x="31189" y="86676"/>
                  <a:pt x="31189" y="84881"/>
                  <a:pt x="31189" y="80322"/>
                </a:cubicBezTo>
                <a:lnTo>
                  <a:pt x="31189" y="385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9" name="path-1015">
            <a:extLst xmlns:a="http://schemas.openxmlformats.org/drawingml/2006/main">
              <a:ext uri="{FF2B5EF4-FFF2-40B4-BE49-F238E27FC236}">
                <a16:creationId xmlns:a16="http://schemas.microsoft.com/office/drawing/2014/main" id="{73EEBE67-9549-40DA-9470-6D4182CA1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4115" y="5576129"/>
            <a:ext cx="18177" cy="68068"/>
          </a:xfrm>
          <a:custGeom xmlns:a="http://schemas.openxmlformats.org/drawingml/2006/main">
            <a:pathLst>
              <a:path w="15871" h="59433">
                <a:moveTo>
                  <a:pt x="15871" y="8006"/>
                </a:moveTo>
                <a:cubicBezTo>
                  <a:pt x="15871" y="3176"/>
                  <a:pt x="12007" y="0"/>
                  <a:pt x="8004" y="0"/>
                </a:cubicBezTo>
                <a:cubicBezTo>
                  <a:pt x="3176" y="0"/>
                  <a:pt x="0" y="3866"/>
                  <a:pt x="0" y="7867"/>
                </a:cubicBezTo>
                <a:cubicBezTo>
                  <a:pt x="0" y="12698"/>
                  <a:pt x="3864" y="15871"/>
                  <a:pt x="7867" y="15871"/>
                </a:cubicBezTo>
                <a:cubicBezTo>
                  <a:pt x="12698" y="15871"/>
                  <a:pt x="15871" y="12007"/>
                  <a:pt x="15871" y="8006"/>
                </a:cubicBezTo>
                <a:moveTo>
                  <a:pt x="15871" y="51568"/>
                </a:moveTo>
                <a:cubicBezTo>
                  <a:pt x="15871" y="46738"/>
                  <a:pt x="12007" y="43564"/>
                  <a:pt x="8004" y="43564"/>
                </a:cubicBezTo>
                <a:cubicBezTo>
                  <a:pt x="3176" y="43564"/>
                  <a:pt x="0" y="47428"/>
                  <a:pt x="0" y="51429"/>
                </a:cubicBezTo>
                <a:cubicBezTo>
                  <a:pt x="0" y="56260"/>
                  <a:pt x="3864" y="59433"/>
                  <a:pt x="7867" y="59433"/>
                </a:cubicBezTo>
                <a:cubicBezTo>
                  <a:pt x="12698" y="59433"/>
                  <a:pt x="15871" y="55569"/>
                  <a:pt x="15871" y="5156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0" name="path-1016">
            <a:extLst xmlns:a="http://schemas.openxmlformats.org/drawingml/2006/main">
              <a:ext uri="{FF2B5EF4-FFF2-40B4-BE49-F238E27FC236}">
                <a16:creationId xmlns:a16="http://schemas.microsoft.com/office/drawing/2014/main" id="{0C6FD4EC-62B5-46F4-954E-B59541E5C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15431" y="5545496"/>
            <a:ext cx="53422" cy="100245"/>
          </a:xfrm>
          <a:custGeom xmlns:a="http://schemas.openxmlformats.org/drawingml/2006/main">
            <a:pathLst>
              <a:path w="46645" h="87528">
                <a:moveTo>
                  <a:pt x="28152" y="31717"/>
                </a:moveTo>
                <a:lnTo>
                  <a:pt x="42229" y="31717"/>
                </a:lnTo>
                <a:cubicBezTo>
                  <a:pt x="44851" y="31717"/>
                  <a:pt x="46645" y="31717"/>
                  <a:pt x="46645" y="28681"/>
                </a:cubicBezTo>
                <a:cubicBezTo>
                  <a:pt x="46645" y="26747"/>
                  <a:pt x="44851" y="26747"/>
                  <a:pt x="42505" y="26747"/>
                </a:cubicBezTo>
                <a:lnTo>
                  <a:pt x="29394" y="26747"/>
                </a:lnTo>
                <a:lnTo>
                  <a:pt x="34501" y="6345"/>
                </a:lnTo>
                <a:cubicBezTo>
                  <a:pt x="34640" y="5654"/>
                  <a:pt x="34916" y="4965"/>
                  <a:pt x="34916" y="4414"/>
                </a:cubicBezTo>
                <a:cubicBezTo>
                  <a:pt x="34916" y="1931"/>
                  <a:pt x="32983" y="0"/>
                  <a:pt x="30222" y="0"/>
                </a:cubicBezTo>
                <a:cubicBezTo>
                  <a:pt x="26773" y="0"/>
                  <a:pt x="24703" y="2346"/>
                  <a:pt x="23736" y="5930"/>
                </a:cubicBezTo>
                <a:cubicBezTo>
                  <a:pt x="22770" y="9377"/>
                  <a:pt x="24564" y="2759"/>
                  <a:pt x="18493" y="26747"/>
                </a:cubicBezTo>
                <a:lnTo>
                  <a:pt x="4416" y="26747"/>
                </a:lnTo>
                <a:cubicBezTo>
                  <a:pt x="1794" y="26747"/>
                  <a:pt x="0" y="26747"/>
                  <a:pt x="0" y="29784"/>
                </a:cubicBezTo>
                <a:cubicBezTo>
                  <a:pt x="0" y="31717"/>
                  <a:pt x="1655" y="31717"/>
                  <a:pt x="4140" y="31717"/>
                </a:cubicBezTo>
                <a:lnTo>
                  <a:pt x="17250" y="31717"/>
                </a:lnTo>
                <a:lnTo>
                  <a:pt x="9107" y="64237"/>
                </a:lnTo>
                <a:cubicBezTo>
                  <a:pt x="8280" y="67682"/>
                  <a:pt x="7037" y="72643"/>
                  <a:pt x="7037" y="74433"/>
                </a:cubicBezTo>
                <a:cubicBezTo>
                  <a:pt x="7037" y="82563"/>
                  <a:pt x="13938" y="87528"/>
                  <a:pt x="21805" y="87528"/>
                </a:cubicBezTo>
                <a:cubicBezTo>
                  <a:pt x="37123" y="87528"/>
                  <a:pt x="45817" y="68233"/>
                  <a:pt x="45817" y="66441"/>
                </a:cubicBezTo>
                <a:cubicBezTo>
                  <a:pt x="45817" y="64649"/>
                  <a:pt x="44023" y="64649"/>
                  <a:pt x="43608" y="64649"/>
                </a:cubicBezTo>
                <a:cubicBezTo>
                  <a:pt x="41953" y="64649"/>
                  <a:pt x="41814" y="64925"/>
                  <a:pt x="40711" y="67269"/>
                </a:cubicBezTo>
                <a:cubicBezTo>
                  <a:pt x="36847" y="75949"/>
                  <a:pt x="29809" y="83664"/>
                  <a:pt x="22218" y="83664"/>
                </a:cubicBezTo>
                <a:cubicBezTo>
                  <a:pt x="19320" y="83664"/>
                  <a:pt x="17389" y="81874"/>
                  <a:pt x="17389" y="76913"/>
                </a:cubicBezTo>
                <a:cubicBezTo>
                  <a:pt x="17389" y="75536"/>
                  <a:pt x="17941" y="72643"/>
                  <a:pt x="18217" y="71263"/>
                </a:cubicBezTo>
                <a:lnTo>
                  <a:pt x="28152" y="317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1" name="path-1017">
            <a:extLst xmlns:a="http://schemas.openxmlformats.org/drawingml/2006/main">
              <a:ext uri="{FF2B5EF4-FFF2-40B4-BE49-F238E27FC236}">
                <a16:creationId xmlns:a16="http://schemas.microsoft.com/office/drawing/2014/main" id="{3C48DA3E-439D-42D1-A45A-0BF4502CF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84327" y="5616054"/>
            <a:ext cx="61981" cy="51817"/>
          </a:xfrm>
          <a:custGeom xmlns:a="http://schemas.openxmlformats.org/drawingml/2006/main">
            <a:pathLst>
              <a:path w="54118" h="45244">
                <a:moveTo>
                  <a:pt x="25236" y="99"/>
                </a:moveTo>
                <a:cubicBezTo>
                  <a:pt x="15477" y="1184"/>
                  <a:pt x="5126" y="5422"/>
                  <a:pt x="1084" y="16660"/>
                </a:cubicBezTo>
                <a:cubicBezTo>
                  <a:pt x="394" y="18729"/>
                  <a:pt x="0" y="20898"/>
                  <a:pt x="0" y="23066"/>
                </a:cubicBezTo>
                <a:cubicBezTo>
                  <a:pt x="0" y="37557"/>
                  <a:pt x="14787" y="45244"/>
                  <a:pt x="27306" y="45244"/>
                </a:cubicBezTo>
                <a:cubicBezTo>
                  <a:pt x="37656" y="45244"/>
                  <a:pt x="48893" y="40120"/>
                  <a:pt x="52935" y="29770"/>
                </a:cubicBezTo>
                <a:cubicBezTo>
                  <a:pt x="53625" y="27798"/>
                  <a:pt x="54118" y="25629"/>
                  <a:pt x="54118" y="23559"/>
                </a:cubicBezTo>
                <a:cubicBezTo>
                  <a:pt x="54118" y="8774"/>
                  <a:pt x="40022" y="0"/>
                  <a:pt x="27010" y="0"/>
                </a:cubicBezTo>
                <a:cubicBezTo>
                  <a:pt x="26418" y="0"/>
                  <a:pt x="25827" y="0"/>
                  <a:pt x="25236" y="99"/>
                </a:cubicBezTo>
                <a:moveTo>
                  <a:pt x="9858" y="24544"/>
                </a:moveTo>
                <a:lnTo>
                  <a:pt x="9858" y="23066"/>
                </a:lnTo>
                <a:cubicBezTo>
                  <a:pt x="9858" y="14393"/>
                  <a:pt x="11830" y="3450"/>
                  <a:pt x="27010" y="3450"/>
                </a:cubicBezTo>
                <a:cubicBezTo>
                  <a:pt x="32136" y="3450"/>
                  <a:pt x="37361" y="5126"/>
                  <a:pt x="40712" y="9070"/>
                </a:cubicBezTo>
                <a:cubicBezTo>
                  <a:pt x="43570" y="12421"/>
                  <a:pt x="44260" y="17152"/>
                  <a:pt x="44260" y="21292"/>
                </a:cubicBezTo>
                <a:cubicBezTo>
                  <a:pt x="44260" y="26813"/>
                  <a:pt x="43866" y="32627"/>
                  <a:pt x="39923" y="36866"/>
                </a:cubicBezTo>
                <a:cubicBezTo>
                  <a:pt x="36671" y="40120"/>
                  <a:pt x="31939" y="41696"/>
                  <a:pt x="27207" y="41696"/>
                </a:cubicBezTo>
                <a:cubicBezTo>
                  <a:pt x="19123" y="41696"/>
                  <a:pt x="12027" y="37754"/>
                  <a:pt x="10252" y="28488"/>
                </a:cubicBezTo>
                <a:cubicBezTo>
                  <a:pt x="10055" y="27207"/>
                  <a:pt x="10055" y="25826"/>
                  <a:pt x="9858" y="2454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2" name="text-1018 :">
            <a:extLst xmlns:a="http://schemas.openxmlformats.org/drawingml/2006/main">
              <a:ext uri="{FF2B5EF4-FFF2-40B4-BE49-F238E27FC236}">
                <a16:creationId xmlns:a16="http://schemas.microsoft.com/office/drawing/2014/main" id="{6FC4F1C7-5644-4227-9DAA-814FF3E9D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52977" y="5457459"/>
            <a:ext cx="69157" cy="211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8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:</a:t>
            </a:r>
          </a:p>
        </p:txBody>
      </p:sp>
      <p:sp>
        <p:nvSpPr>
          <p:cNvPr id="1093" name="text-1019 visual">
            <a:extLst xmlns:a="http://schemas.openxmlformats.org/drawingml/2006/main">
              <a:ext uri="{FF2B5EF4-FFF2-40B4-BE49-F238E27FC236}">
                <a16:creationId xmlns:a16="http://schemas.microsoft.com/office/drawing/2014/main" id="{C257949B-84A4-43CA-83CB-F701DF157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36923" y="5457332"/>
            <a:ext cx="413519" cy="211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1094" name="text-1019 fixation">
            <a:extLst xmlns:a="http://schemas.openxmlformats.org/drawingml/2006/main">
              <a:ext uri="{FF2B5EF4-FFF2-40B4-BE49-F238E27FC236}">
                <a16:creationId xmlns:a16="http://schemas.microsoft.com/office/drawing/2014/main" id="{EDCB80EE-A0A9-49F9-B70A-4A98114D5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65214" y="5457325"/>
            <a:ext cx="505952" cy="2115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1095" name="text-1019 locations">
            <a:extLst xmlns:a="http://schemas.openxmlformats.org/drawingml/2006/main">
              <a:ext uri="{FF2B5EF4-FFF2-40B4-BE49-F238E27FC236}">
                <a16:creationId xmlns:a16="http://schemas.microsoft.com/office/drawing/2014/main" id="{6EC8971A-8787-487F-99CA-60B9D30B5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85945" y="5457312"/>
            <a:ext cx="623574" cy="2115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locations</a:t>
            </a:r>
          </a:p>
        </p:txBody>
      </p:sp>
      <p:sp>
        <p:nvSpPr>
          <p:cNvPr id="1096" name="path-1021">
            <a:extLst xmlns:a="http://schemas.openxmlformats.org/drawingml/2006/main">
              <a:ext uri="{FF2B5EF4-FFF2-40B4-BE49-F238E27FC236}">
                <a16:creationId xmlns:a16="http://schemas.microsoft.com/office/drawing/2014/main" id="{662FB796-CE7A-45A6-85ED-A0B3C953C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0760" y="5719113"/>
            <a:ext cx="113123" cy="160303"/>
          </a:xfrm>
          <a:custGeom xmlns:a="http://schemas.openxmlformats.org/drawingml/2006/main">
            <a:pathLst>
              <a:path w="98773" h="139968">
                <a:moveTo>
                  <a:pt x="98773" y="41788"/>
                </a:moveTo>
                <a:cubicBezTo>
                  <a:pt x="98773" y="7099"/>
                  <a:pt x="78269" y="0"/>
                  <a:pt x="66242" y="0"/>
                </a:cubicBezTo>
                <a:cubicBezTo>
                  <a:pt x="50668" y="0"/>
                  <a:pt x="30952" y="10252"/>
                  <a:pt x="16166" y="37056"/>
                </a:cubicBezTo>
                <a:cubicBezTo>
                  <a:pt x="6113" y="55583"/>
                  <a:pt x="0" y="82393"/>
                  <a:pt x="0" y="98364"/>
                </a:cubicBezTo>
                <a:cubicBezTo>
                  <a:pt x="0" y="126957"/>
                  <a:pt x="14984" y="139968"/>
                  <a:pt x="32727" y="139968"/>
                </a:cubicBezTo>
                <a:cubicBezTo>
                  <a:pt x="45936" y="139968"/>
                  <a:pt x="63285" y="132282"/>
                  <a:pt x="76888" y="112169"/>
                </a:cubicBezTo>
                <a:cubicBezTo>
                  <a:pt x="93448" y="87913"/>
                  <a:pt x="98773" y="56567"/>
                  <a:pt x="98773" y="41788"/>
                </a:cubicBezTo>
                <a:moveTo>
                  <a:pt x="29968" y="65240"/>
                </a:moveTo>
                <a:cubicBezTo>
                  <a:pt x="32727" y="53809"/>
                  <a:pt x="37853" y="35873"/>
                  <a:pt x="43767" y="25624"/>
                </a:cubicBezTo>
                <a:cubicBezTo>
                  <a:pt x="48303" y="17544"/>
                  <a:pt x="56384" y="7099"/>
                  <a:pt x="65848" y="7099"/>
                </a:cubicBezTo>
                <a:cubicBezTo>
                  <a:pt x="74129" y="7099"/>
                  <a:pt x="77676" y="15772"/>
                  <a:pt x="77676" y="27399"/>
                </a:cubicBezTo>
                <a:cubicBezTo>
                  <a:pt x="77676" y="39814"/>
                  <a:pt x="73341" y="56961"/>
                  <a:pt x="71172" y="65240"/>
                </a:cubicBezTo>
                <a:lnTo>
                  <a:pt x="29968" y="65240"/>
                </a:lnTo>
                <a:moveTo>
                  <a:pt x="68805" y="74701"/>
                </a:moveTo>
                <a:cubicBezTo>
                  <a:pt x="56582" y="127547"/>
                  <a:pt x="40022" y="132871"/>
                  <a:pt x="33121" y="132871"/>
                </a:cubicBezTo>
                <a:cubicBezTo>
                  <a:pt x="30362" y="132871"/>
                  <a:pt x="26220" y="132083"/>
                  <a:pt x="23461" y="125971"/>
                </a:cubicBezTo>
                <a:cubicBezTo>
                  <a:pt x="21097" y="120646"/>
                  <a:pt x="21097" y="112957"/>
                  <a:pt x="21097" y="112758"/>
                </a:cubicBezTo>
                <a:cubicBezTo>
                  <a:pt x="21097" y="101519"/>
                  <a:pt x="25432" y="83181"/>
                  <a:pt x="27601" y="74701"/>
                </a:cubicBezTo>
                <a:lnTo>
                  <a:pt x="68805" y="7470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7" name="text-1022 :">
            <a:extLst xmlns:a="http://schemas.openxmlformats.org/drawingml/2006/main">
              <a:ext uri="{FF2B5EF4-FFF2-40B4-BE49-F238E27FC236}">
                <a16:creationId xmlns:a16="http://schemas.microsoft.com/office/drawing/2014/main" id="{F8FD38AB-04B3-441E-965B-71BB19760E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52977" y="5702134"/>
            <a:ext cx="69157" cy="211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8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:</a:t>
            </a:r>
          </a:p>
        </p:txBody>
      </p:sp>
      <p:sp>
        <p:nvSpPr>
          <p:cNvPr id="1098" name="text-1023 outputs">
            <a:extLst xmlns:a="http://schemas.openxmlformats.org/drawingml/2006/main">
              <a:ext uri="{FF2B5EF4-FFF2-40B4-BE49-F238E27FC236}">
                <a16:creationId xmlns:a16="http://schemas.microsoft.com/office/drawing/2014/main" id="{8C0C3E38-9AEB-41FA-AF35-1A21B732D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36923" y="5701987"/>
            <a:ext cx="522862" cy="2116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outputs</a:t>
            </a:r>
          </a:p>
        </p:txBody>
      </p:sp>
      <p:sp>
        <p:nvSpPr>
          <p:cNvPr id="1099" name="text-1023 of">
            <a:extLst xmlns:a="http://schemas.openxmlformats.org/drawingml/2006/main">
              <a:ext uri="{FF2B5EF4-FFF2-40B4-BE49-F238E27FC236}">
                <a16:creationId xmlns:a16="http://schemas.microsoft.com/office/drawing/2014/main" id="{8D58DFC4-D399-4651-81B5-38B062783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74550" y="5702039"/>
            <a:ext cx="153211" cy="2115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1100" name="text-1023 the">
            <a:extLst xmlns:a="http://schemas.openxmlformats.org/drawingml/2006/main">
              <a:ext uri="{FF2B5EF4-FFF2-40B4-BE49-F238E27FC236}">
                <a16:creationId xmlns:a16="http://schemas.microsoft.com/office/drawing/2014/main" id="{1E9B1B3B-14AD-48D0-80A0-6AD1AC2AD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42538" y="5702026"/>
            <a:ext cx="237241" cy="2115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1101" name="text-1025 model">
            <a:extLst xmlns:a="http://schemas.openxmlformats.org/drawingml/2006/main">
              <a:ext uri="{FF2B5EF4-FFF2-40B4-BE49-F238E27FC236}">
                <a16:creationId xmlns:a16="http://schemas.microsoft.com/office/drawing/2014/main" id="{84CD1D47-AAAA-4E44-B6BA-DA24A14F0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94478" y="5702013"/>
            <a:ext cx="438747" cy="2115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model</a:t>
            </a:r>
          </a:p>
        </p:txBody>
      </p:sp>
      <p:sp>
        <p:nvSpPr>
          <p:cNvPr id="1102" name="text-1025 parameterized">
            <a:extLst xmlns:a="http://schemas.openxmlformats.org/drawingml/2006/main">
              <a:ext uri="{FF2B5EF4-FFF2-40B4-BE49-F238E27FC236}">
                <a16:creationId xmlns:a16="http://schemas.microsoft.com/office/drawing/2014/main" id="{A976233C-DF16-47CD-A75A-9FCA1C661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48004" y="5701990"/>
            <a:ext cx="993053" cy="2115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parameterized</a:t>
            </a:r>
          </a:p>
        </p:txBody>
      </p:sp>
      <p:sp>
        <p:nvSpPr>
          <p:cNvPr id="1103" name="text-1025 by">
            <a:extLst xmlns:a="http://schemas.openxmlformats.org/drawingml/2006/main">
              <a:ext uri="{FF2B5EF4-FFF2-40B4-BE49-F238E27FC236}">
                <a16:creationId xmlns:a16="http://schemas.microsoft.com/office/drawing/2014/main" id="{DB998472-B4D4-4A67-B9FA-8F5731943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55834" y="5701994"/>
            <a:ext cx="186793" cy="211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1">
                <a:solidFill>
                  <a:srgbClr val="000000"/>
                </a:solidFill>
                <a:latin typeface="Arial"/>
                <a:ea typeface="Arial"/>
                <a:cs typeface="Arial"/>
              </a:rPr>
              <a:t>by</a:t>
            </a:r>
          </a:p>
        </p:txBody>
      </p:sp>
      <p:sp>
        <p:nvSpPr>
          <p:cNvPr id="1104" name="path-1027">
            <a:extLst xmlns:a="http://schemas.openxmlformats.org/drawingml/2006/main">
              <a:ext uri="{FF2B5EF4-FFF2-40B4-BE49-F238E27FC236}">
                <a16:creationId xmlns:a16="http://schemas.microsoft.com/office/drawing/2014/main" id="{7E6F1601-2667-4FF5-B7B4-CBA904218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08051" y="5763411"/>
            <a:ext cx="93026" cy="143765"/>
          </a:xfrm>
          <a:custGeom xmlns:a="http://schemas.openxmlformats.org/drawingml/2006/main">
            <a:pathLst>
              <a:path w="81226" h="125528">
                <a:moveTo>
                  <a:pt x="81226" y="2169"/>
                </a:moveTo>
                <a:cubicBezTo>
                  <a:pt x="81226" y="1381"/>
                  <a:pt x="80633" y="199"/>
                  <a:pt x="79252" y="199"/>
                </a:cubicBezTo>
                <a:cubicBezTo>
                  <a:pt x="77086" y="199"/>
                  <a:pt x="69199" y="8086"/>
                  <a:pt x="65848" y="13805"/>
                </a:cubicBezTo>
                <a:cubicBezTo>
                  <a:pt x="61510" y="3156"/>
                  <a:pt x="53821" y="0"/>
                  <a:pt x="47512" y="0"/>
                </a:cubicBezTo>
                <a:cubicBezTo>
                  <a:pt x="24250" y="0"/>
                  <a:pt x="0" y="29186"/>
                  <a:pt x="0" y="57782"/>
                </a:cubicBezTo>
                <a:cubicBezTo>
                  <a:pt x="0" y="77107"/>
                  <a:pt x="11633" y="89333"/>
                  <a:pt x="26024" y="89333"/>
                </a:cubicBezTo>
                <a:cubicBezTo>
                  <a:pt x="34502" y="89333"/>
                  <a:pt x="42191" y="84604"/>
                  <a:pt x="49287" y="77505"/>
                </a:cubicBezTo>
                <a:cubicBezTo>
                  <a:pt x="47512" y="84406"/>
                  <a:pt x="41005" y="111107"/>
                  <a:pt x="40416" y="112888"/>
                </a:cubicBezTo>
                <a:cubicBezTo>
                  <a:pt x="38840" y="118429"/>
                  <a:pt x="37260" y="119220"/>
                  <a:pt x="26220" y="119419"/>
                </a:cubicBezTo>
                <a:cubicBezTo>
                  <a:pt x="23657" y="119419"/>
                  <a:pt x="21686" y="119419"/>
                  <a:pt x="21686" y="123362"/>
                </a:cubicBezTo>
                <a:cubicBezTo>
                  <a:pt x="21686" y="123558"/>
                  <a:pt x="21686" y="125528"/>
                  <a:pt x="24250" y="125528"/>
                </a:cubicBezTo>
                <a:cubicBezTo>
                  <a:pt x="30558" y="125528"/>
                  <a:pt x="37459" y="124939"/>
                  <a:pt x="43966" y="124939"/>
                </a:cubicBezTo>
                <a:cubicBezTo>
                  <a:pt x="50668" y="124939"/>
                  <a:pt x="57764" y="125528"/>
                  <a:pt x="64271" y="125528"/>
                </a:cubicBezTo>
                <a:cubicBezTo>
                  <a:pt x="65255" y="125528"/>
                  <a:pt x="67818" y="125528"/>
                  <a:pt x="67818" y="121587"/>
                </a:cubicBezTo>
                <a:cubicBezTo>
                  <a:pt x="67818" y="119419"/>
                  <a:pt x="65848" y="119419"/>
                  <a:pt x="62692" y="119419"/>
                </a:cubicBezTo>
                <a:cubicBezTo>
                  <a:pt x="53231" y="119419"/>
                  <a:pt x="53231" y="118032"/>
                  <a:pt x="53231" y="116251"/>
                </a:cubicBezTo>
                <a:cubicBezTo>
                  <a:pt x="53231" y="114867"/>
                  <a:pt x="53625" y="113679"/>
                  <a:pt x="54019" y="111898"/>
                </a:cubicBezTo>
                <a:lnTo>
                  <a:pt x="81226" y="2169"/>
                </a:lnTo>
                <a:moveTo>
                  <a:pt x="26614" y="84998"/>
                </a:moveTo>
                <a:cubicBezTo>
                  <a:pt x="14786" y="84998"/>
                  <a:pt x="13997" y="69812"/>
                  <a:pt x="13997" y="66458"/>
                </a:cubicBezTo>
                <a:cubicBezTo>
                  <a:pt x="13997" y="56994"/>
                  <a:pt x="19716" y="35497"/>
                  <a:pt x="23067" y="27216"/>
                </a:cubicBezTo>
                <a:cubicBezTo>
                  <a:pt x="29177" y="12623"/>
                  <a:pt x="39429" y="4338"/>
                  <a:pt x="47512" y="4338"/>
                </a:cubicBezTo>
                <a:cubicBezTo>
                  <a:pt x="60327" y="4338"/>
                  <a:pt x="63089" y="20312"/>
                  <a:pt x="63089" y="21692"/>
                </a:cubicBezTo>
                <a:cubicBezTo>
                  <a:pt x="63089" y="22878"/>
                  <a:pt x="52244" y="66064"/>
                  <a:pt x="51652" y="66855"/>
                </a:cubicBezTo>
                <a:cubicBezTo>
                  <a:pt x="48695" y="72376"/>
                  <a:pt x="37654" y="84998"/>
                  <a:pt x="26614" y="8499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5" name="path-1028">
            <a:extLst xmlns:a="http://schemas.openxmlformats.org/drawingml/2006/main">
              <a:ext uri="{FF2B5EF4-FFF2-40B4-BE49-F238E27FC236}">
                <a16:creationId xmlns:a16="http://schemas.microsoft.com/office/drawing/2014/main" id="{F7AD6E9D-6B12-4EC8-BDA2-8CD66045D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30273" y="5693954"/>
            <a:ext cx="52382" cy="225791"/>
          </a:xfrm>
          <a:custGeom xmlns:a="http://schemas.openxmlformats.org/drawingml/2006/main">
            <a:pathLst>
              <a:path w="45737" h="197149">
                <a:moveTo>
                  <a:pt x="45737" y="195178"/>
                </a:moveTo>
                <a:cubicBezTo>
                  <a:pt x="45737" y="194589"/>
                  <a:pt x="45737" y="194192"/>
                  <a:pt x="42386" y="190840"/>
                </a:cubicBezTo>
                <a:cubicBezTo>
                  <a:pt x="17743" y="166001"/>
                  <a:pt x="11434" y="128738"/>
                  <a:pt x="11434" y="98574"/>
                </a:cubicBezTo>
                <a:cubicBezTo>
                  <a:pt x="11434" y="64271"/>
                  <a:pt x="18925" y="29968"/>
                  <a:pt x="43174" y="5325"/>
                </a:cubicBezTo>
                <a:cubicBezTo>
                  <a:pt x="45737" y="2960"/>
                  <a:pt x="45737" y="2563"/>
                  <a:pt x="45737" y="1973"/>
                </a:cubicBezTo>
                <a:cubicBezTo>
                  <a:pt x="45737" y="593"/>
                  <a:pt x="44949" y="0"/>
                  <a:pt x="43767" y="0"/>
                </a:cubicBezTo>
                <a:cubicBezTo>
                  <a:pt x="41794" y="0"/>
                  <a:pt x="24051" y="13408"/>
                  <a:pt x="12418" y="38445"/>
                </a:cubicBezTo>
                <a:cubicBezTo>
                  <a:pt x="2364" y="60132"/>
                  <a:pt x="0" y="82014"/>
                  <a:pt x="0" y="98574"/>
                </a:cubicBezTo>
                <a:cubicBezTo>
                  <a:pt x="0" y="113953"/>
                  <a:pt x="2166" y="137808"/>
                  <a:pt x="13011" y="160087"/>
                </a:cubicBezTo>
                <a:cubicBezTo>
                  <a:pt x="24839" y="184337"/>
                  <a:pt x="41794" y="197149"/>
                  <a:pt x="43767" y="197149"/>
                </a:cubicBezTo>
                <a:cubicBezTo>
                  <a:pt x="44949" y="197149"/>
                  <a:pt x="45737" y="196559"/>
                  <a:pt x="45737" y="19517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6" name="path-1029">
            <a:extLst xmlns:a="http://schemas.openxmlformats.org/drawingml/2006/main">
              <a:ext uri="{FF2B5EF4-FFF2-40B4-BE49-F238E27FC236}">
                <a16:creationId xmlns:a16="http://schemas.microsoft.com/office/drawing/2014/main" id="{52CC31C1-64DB-426E-B482-827E0F745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6104" y="5704759"/>
            <a:ext cx="113123" cy="160303"/>
          </a:xfrm>
          <a:custGeom xmlns:a="http://schemas.openxmlformats.org/drawingml/2006/main">
            <a:pathLst>
              <a:path w="98773" h="139968">
                <a:moveTo>
                  <a:pt x="98773" y="41788"/>
                </a:moveTo>
                <a:cubicBezTo>
                  <a:pt x="98773" y="7099"/>
                  <a:pt x="78269" y="0"/>
                  <a:pt x="66242" y="0"/>
                </a:cubicBezTo>
                <a:cubicBezTo>
                  <a:pt x="50668" y="0"/>
                  <a:pt x="30952" y="10252"/>
                  <a:pt x="16166" y="37056"/>
                </a:cubicBezTo>
                <a:cubicBezTo>
                  <a:pt x="6113" y="55583"/>
                  <a:pt x="0" y="82393"/>
                  <a:pt x="0" y="98364"/>
                </a:cubicBezTo>
                <a:cubicBezTo>
                  <a:pt x="0" y="126957"/>
                  <a:pt x="14984" y="139968"/>
                  <a:pt x="32727" y="139968"/>
                </a:cubicBezTo>
                <a:cubicBezTo>
                  <a:pt x="45936" y="139968"/>
                  <a:pt x="63285" y="132282"/>
                  <a:pt x="76888" y="112169"/>
                </a:cubicBezTo>
                <a:cubicBezTo>
                  <a:pt x="93448" y="87913"/>
                  <a:pt x="98773" y="56567"/>
                  <a:pt x="98773" y="41788"/>
                </a:cubicBezTo>
                <a:moveTo>
                  <a:pt x="29968" y="65240"/>
                </a:moveTo>
                <a:cubicBezTo>
                  <a:pt x="32727" y="53809"/>
                  <a:pt x="37853" y="35873"/>
                  <a:pt x="43767" y="25624"/>
                </a:cubicBezTo>
                <a:cubicBezTo>
                  <a:pt x="48303" y="17544"/>
                  <a:pt x="56384" y="7099"/>
                  <a:pt x="65848" y="7099"/>
                </a:cubicBezTo>
                <a:cubicBezTo>
                  <a:pt x="74129" y="7099"/>
                  <a:pt x="77676" y="15772"/>
                  <a:pt x="77676" y="27399"/>
                </a:cubicBezTo>
                <a:cubicBezTo>
                  <a:pt x="77676" y="39814"/>
                  <a:pt x="73341" y="56961"/>
                  <a:pt x="71172" y="65240"/>
                </a:cubicBezTo>
                <a:lnTo>
                  <a:pt x="29968" y="65240"/>
                </a:lnTo>
                <a:moveTo>
                  <a:pt x="68805" y="74701"/>
                </a:moveTo>
                <a:cubicBezTo>
                  <a:pt x="56582" y="127547"/>
                  <a:pt x="40022" y="132871"/>
                  <a:pt x="33121" y="132871"/>
                </a:cubicBezTo>
                <a:cubicBezTo>
                  <a:pt x="30362" y="132871"/>
                  <a:pt x="26220" y="132083"/>
                  <a:pt x="23461" y="125971"/>
                </a:cubicBezTo>
                <a:cubicBezTo>
                  <a:pt x="21097" y="120646"/>
                  <a:pt x="21097" y="112957"/>
                  <a:pt x="21097" y="112758"/>
                </a:cubicBezTo>
                <a:cubicBezTo>
                  <a:pt x="21097" y="101519"/>
                  <a:pt x="25432" y="83181"/>
                  <a:pt x="27601" y="74701"/>
                </a:cubicBezTo>
                <a:lnTo>
                  <a:pt x="68805" y="7470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7" name="path-1030">
            <a:extLst xmlns:a="http://schemas.openxmlformats.org/drawingml/2006/main">
              <a:ext uri="{FF2B5EF4-FFF2-40B4-BE49-F238E27FC236}">
                <a16:creationId xmlns:a16="http://schemas.microsoft.com/office/drawing/2014/main" id="{CD931439-109F-476D-A1D5-4AA7169EB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9195" y="5839366"/>
            <a:ext cx="26415" cy="67590"/>
          </a:xfrm>
          <a:custGeom xmlns:a="http://schemas.openxmlformats.org/drawingml/2006/main">
            <a:pathLst>
              <a:path w="23064" h="59016">
                <a:moveTo>
                  <a:pt x="23064" y="20700"/>
                </a:moveTo>
                <a:cubicBezTo>
                  <a:pt x="23064" y="7689"/>
                  <a:pt x="18137" y="0"/>
                  <a:pt x="10448" y="0"/>
                </a:cubicBezTo>
                <a:cubicBezTo>
                  <a:pt x="3941" y="0"/>
                  <a:pt x="0" y="4928"/>
                  <a:pt x="0" y="10448"/>
                </a:cubicBezTo>
                <a:cubicBezTo>
                  <a:pt x="0" y="15772"/>
                  <a:pt x="3941" y="20895"/>
                  <a:pt x="10448" y="20895"/>
                </a:cubicBezTo>
                <a:cubicBezTo>
                  <a:pt x="12812" y="20895"/>
                  <a:pt x="15375" y="20107"/>
                  <a:pt x="17349" y="18335"/>
                </a:cubicBezTo>
                <a:cubicBezTo>
                  <a:pt x="17938" y="17938"/>
                  <a:pt x="18137" y="17743"/>
                  <a:pt x="18332" y="17743"/>
                </a:cubicBezTo>
                <a:cubicBezTo>
                  <a:pt x="18531" y="17743"/>
                  <a:pt x="18729" y="17938"/>
                  <a:pt x="18729" y="20700"/>
                </a:cubicBezTo>
                <a:cubicBezTo>
                  <a:pt x="18729" y="35320"/>
                  <a:pt x="11828" y="47172"/>
                  <a:pt x="5322" y="53691"/>
                </a:cubicBezTo>
                <a:cubicBezTo>
                  <a:pt x="3153" y="55863"/>
                  <a:pt x="3153" y="56257"/>
                  <a:pt x="3153" y="56850"/>
                </a:cubicBezTo>
                <a:cubicBezTo>
                  <a:pt x="3153" y="58228"/>
                  <a:pt x="4139" y="59016"/>
                  <a:pt x="5126" y="59016"/>
                </a:cubicBezTo>
                <a:cubicBezTo>
                  <a:pt x="7292" y="59016"/>
                  <a:pt x="23064" y="43815"/>
                  <a:pt x="23064" y="2070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8" name="path-1031">
            <a:extLst xmlns:a="http://schemas.openxmlformats.org/drawingml/2006/main">
              <a:ext uri="{FF2B5EF4-FFF2-40B4-BE49-F238E27FC236}">
                <a16:creationId xmlns:a16="http://schemas.microsoft.com/office/drawing/2014/main" id="{99BD0127-9143-4898-A329-A98932880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38935" y="5708507"/>
            <a:ext cx="206373" cy="154790"/>
          </a:xfrm>
          <a:custGeom xmlns:a="http://schemas.openxmlformats.org/drawingml/2006/main">
            <a:pathLst>
              <a:path w="180194" h="135155">
                <a:moveTo>
                  <a:pt x="107055" y="57334"/>
                </a:moveTo>
                <a:lnTo>
                  <a:pt x="133076" y="31725"/>
                </a:lnTo>
                <a:lnTo>
                  <a:pt x="145302" y="19316"/>
                </a:lnTo>
                <a:cubicBezTo>
                  <a:pt x="153186" y="11828"/>
                  <a:pt x="155551" y="9464"/>
                  <a:pt x="176055" y="9268"/>
                </a:cubicBezTo>
                <a:cubicBezTo>
                  <a:pt x="179800" y="9268"/>
                  <a:pt x="180194" y="4142"/>
                  <a:pt x="180194" y="3550"/>
                </a:cubicBezTo>
                <a:cubicBezTo>
                  <a:pt x="180194" y="2368"/>
                  <a:pt x="179406" y="0"/>
                  <a:pt x="176253" y="0"/>
                </a:cubicBezTo>
                <a:cubicBezTo>
                  <a:pt x="169353" y="0"/>
                  <a:pt x="161862" y="593"/>
                  <a:pt x="154762" y="593"/>
                </a:cubicBezTo>
                <a:cubicBezTo>
                  <a:pt x="149047" y="593"/>
                  <a:pt x="134851" y="0"/>
                  <a:pt x="129135" y="0"/>
                </a:cubicBezTo>
                <a:cubicBezTo>
                  <a:pt x="127556" y="0"/>
                  <a:pt x="123615" y="0"/>
                  <a:pt x="123615" y="5523"/>
                </a:cubicBezTo>
                <a:cubicBezTo>
                  <a:pt x="123615" y="9070"/>
                  <a:pt x="126768" y="9268"/>
                  <a:pt x="128543" y="9268"/>
                </a:cubicBezTo>
                <a:cubicBezTo>
                  <a:pt x="134457" y="9464"/>
                  <a:pt x="139583" y="11040"/>
                  <a:pt x="140371" y="11239"/>
                </a:cubicBezTo>
                <a:lnTo>
                  <a:pt x="102717" y="48472"/>
                </a:lnTo>
                <a:lnTo>
                  <a:pt x="84577" y="10451"/>
                </a:lnTo>
                <a:cubicBezTo>
                  <a:pt x="86550" y="10057"/>
                  <a:pt x="92660" y="9268"/>
                  <a:pt x="96014" y="9268"/>
                </a:cubicBezTo>
                <a:cubicBezTo>
                  <a:pt x="98180" y="9268"/>
                  <a:pt x="101730" y="9268"/>
                  <a:pt x="101730" y="3748"/>
                </a:cubicBezTo>
                <a:cubicBezTo>
                  <a:pt x="101730" y="987"/>
                  <a:pt x="99955" y="0"/>
                  <a:pt x="97392" y="0"/>
                </a:cubicBezTo>
                <a:cubicBezTo>
                  <a:pt x="90690" y="0"/>
                  <a:pt x="74129" y="593"/>
                  <a:pt x="67427" y="593"/>
                </a:cubicBezTo>
                <a:cubicBezTo>
                  <a:pt x="62891" y="593"/>
                  <a:pt x="58357" y="397"/>
                  <a:pt x="53824" y="397"/>
                </a:cubicBezTo>
                <a:cubicBezTo>
                  <a:pt x="49287" y="397"/>
                  <a:pt x="44558" y="0"/>
                  <a:pt x="40022" y="0"/>
                </a:cubicBezTo>
                <a:cubicBezTo>
                  <a:pt x="38247" y="0"/>
                  <a:pt x="34502" y="0"/>
                  <a:pt x="34502" y="5523"/>
                </a:cubicBezTo>
                <a:cubicBezTo>
                  <a:pt x="34502" y="9268"/>
                  <a:pt x="37065" y="9268"/>
                  <a:pt x="42585" y="9268"/>
                </a:cubicBezTo>
                <a:cubicBezTo>
                  <a:pt x="45346" y="9268"/>
                  <a:pt x="47515" y="9268"/>
                  <a:pt x="50274" y="9464"/>
                </a:cubicBezTo>
                <a:cubicBezTo>
                  <a:pt x="53035" y="9858"/>
                  <a:pt x="53231" y="10057"/>
                  <a:pt x="54413" y="12421"/>
                </a:cubicBezTo>
                <a:lnTo>
                  <a:pt x="81620" y="69352"/>
                </a:lnTo>
                <a:lnTo>
                  <a:pt x="32137" y="118206"/>
                </a:lnTo>
                <a:cubicBezTo>
                  <a:pt x="28587" y="121557"/>
                  <a:pt x="24448" y="125694"/>
                  <a:pt x="6901" y="125889"/>
                </a:cubicBezTo>
                <a:cubicBezTo>
                  <a:pt x="3354" y="125889"/>
                  <a:pt x="0" y="125889"/>
                  <a:pt x="0" y="131608"/>
                </a:cubicBezTo>
                <a:cubicBezTo>
                  <a:pt x="0" y="132989"/>
                  <a:pt x="987" y="135155"/>
                  <a:pt x="3944" y="135155"/>
                </a:cubicBezTo>
                <a:cubicBezTo>
                  <a:pt x="8676" y="135155"/>
                  <a:pt x="20703" y="134565"/>
                  <a:pt x="25435" y="134565"/>
                </a:cubicBezTo>
                <a:cubicBezTo>
                  <a:pt x="31150" y="134565"/>
                  <a:pt x="45346" y="135155"/>
                  <a:pt x="51062" y="135155"/>
                </a:cubicBezTo>
                <a:cubicBezTo>
                  <a:pt x="52641" y="135155"/>
                  <a:pt x="56582" y="135155"/>
                  <a:pt x="56582" y="129439"/>
                </a:cubicBezTo>
                <a:cubicBezTo>
                  <a:pt x="56582" y="125889"/>
                  <a:pt x="53035" y="125889"/>
                  <a:pt x="51456" y="125889"/>
                </a:cubicBezTo>
                <a:cubicBezTo>
                  <a:pt x="47515" y="125889"/>
                  <a:pt x="43572" y="125300"/>
                  <a:pt x="39826" y="123919"/>
                </a:cubicBezTo>
                <a:lnTo>
                  <a:pt x="85762" y="78218"/>
                </a:lnTo>
                <a:lnTo>
                  <a:pt x="108038" y="124707"/>
                </a:lnTo>
                <a:cubicBezTo>
                  <a:pt x="107843" y="124707"/>
                  <a:pt x="101336" y="125889"/>
                  <a:pt x="96604" y="125889"/>
                </a:cubicBezTo>
                <a:cubicBezTo>
                  <a:pt x="94634" y="125889"/>
                  <a:pt x="90888" y="125889"/>
                  <a:pt x="90888" y="131608"/>
                </a:cubicBezTo>
                <a:cubicBezTo>
                  <a:pt x="90888" y="132198"/>
                  <a:pt x="91084" y="135155"/>
                  <a:pt x="95223" y="135155"/>
                </a:cubicBezTo>
                <a:cubicBezTo>
                  <a:pt x="101929" y="135155"/>
                  <a:pt x="118685" y="134565"/>
                  <a:pt x="125387" y="134565"/>
                </a:cubicBezTo>
                <a:cubicBezTo>
                  <a:pt x="129923" y="134565"/>
                  <a:pt x="134457" y="134761"/>
                  <a:pt x="138990" y="134761"/>
                </a:cubicBezTo>
                <a:cubicBezTo>
                  <a:pt x="143527" y="134761"/>
                  <a:pt x="148259" y="135155"/>
                  <a:pt x="152792" y="135155"/>
                </a:cubicBezTo>
                <a:cubicBezTo>
                  <a:pt x="154368" y="135155"/>
                  <a:pt x="158312" y="135155"/>
                  <a:pt x="158312" y="129439"/>
                </a:cubicBezTo>
                <a:cubicBezTo>
                  <a:pt x="158312" y="125889"/>
                  <a:pt x="155157" y="125889"/>
                  <a:pt x="150425" y="125889"/>
                </a:cubicBezTo>
                <a:cubicBezTo>
                  <a:pt x="147666" y="125889"/>
                  <a:pt x="145696" y="125889"/>
                  <a:pt x="142739" y="125694"/>
                </a:cubicBezTo>
                <a:cubicBezTo>
                  <a:pt x="139781" y="125300"/>
                  <a:pt x="139583" y="125101"/>
                  <a:pt x="138202" y="122541"/>
                </a:cubicBezTo>
                <a:lnTo>
                  <a:pt x="107055" y="5733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9" name="path-1032">
            <a:extLst xmlns:a="http://schemas.openxmlformats.org/drawingml/2006/main">
              <a:ext uri="{FF2B5EF4-FFF2-40B4-BE49-F238E27FC236}">
                <a16:creationId xmlns:a16="http://schemas.microsoft.com/office/drawing/2014/main" id="{CC6B9239-B39B-4907-BA8D-B281A0C7E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0994" y="5839366"/>
            <a:ext cx="26415" cy="67590"/>
          </a:xfrm>
          <a:custGeom xmlns:a="http://schemas.openxmlformats.org/drawingml/2006/main">
            <a:pathLst>
              <a:path w="23064" h="59016">
                <a:moveTo>
                  <a:pt x="23064" y="20700"/>
                </a:moveTo>
                <a:cubicBezTo>
                  <a:pt x="23064" y="7689"/>
                  <a:pt x="18137" y="0"/>
                  <a:pt x="10448" y="0"/>
                </a:cubicBezTo>
                <a:cubicBezTo>
                  <a:pt x="3941" y="0"/>
                  <a:pt x="0" y="4928"/>
                  <a:pt x="0" y="10448"/>
                </a:cubicBezTo>
                <a:cubicBezTo>
                  <a:pt x="0" y="15772"/>
                  <a:pt x="3941" y="20895"/>
                  <a:pt x="10448" y="20895"/>
                </a:cubicBezTo>
                <a:cubicBezTo>
                  <a:pt x="12812" y="20895"/>
                  <a:pt x="15375" y="20107"/>
                  <a:pt x="17349" y="18335"/>
                </a:cubicBezTo>
                <a:cubicBezTo>
                  <a:pt x="17938" y="17938"/>
                  <a:pt x="18137" y="17743"/>
                  <a:pt x="18332" y="17743"/>
                </a:cubicBezTo>
                <a:cubicBezTo>
                  <a:pt x="18531" y="17743"/>
                  <a:pt x="18729" y="17938"/>
                  <a:pt x="18729" y="20700"/>
                </a:cubicBezTo>
                <a:cubicBezTo>
                  <a:pt x="18729" y="35320"/>
                  <a:pt x="11828" y="47172"/>
                  <a:pt x="5322" y="53691"/>
                </a:cubicBezTo>
                <a:cubicBezTo>
                  <a:pt x="3153" y="55863"/>
                  <a:pt x="3153" y="56257"/>
                  <a:pt x="3153" y="56850"/>
                </a:cubicBezTo>
                <a:cubicBezTo>
                  <a:pt x="3153" y="58228"/>
                  <a:pt x="4139" y="59016"/>
                  <a:pt x="5126" y="59016"/>
                </a:cubicBezTo>
                <a:cubicBezTo>
                  <a:pt x="7292" y="59016"/>
                  <a:pt x="23064" y="43815"/>
                  <a:pt x="23064" y="2070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0" name="path-1033">
            <a:extLst xmlns:a="http://schemas.openxmlformats.org/drawingml/2006/main">
              <a:ext uri="{FF2B5EF4-FFF2-40B4-BE49-F238E27FC236}">
                <a16:creationId xmlns:a16="http://schemas.microsoft.com/office/drawing/2014/main" id="{90F5DCFF-F415-49E9-AC20-38A30E5D0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9379" y="5706523"/>
            <a:ext cx="57578" cy="158539"/>
          </a:xfrm>
          <a:custGeom xmlns:a="http://schemas.openxmlformats.org/drawingml/2006/main">
            <a:pathLst>
              <a:path w="50274" h="138428">
                <a:moveTo>
                  <a:pt x="49486" y="6901"/>
                </a:moveTo>
                <a:cubicBezTo>
                  <a:pt x="50274" y="4142"/>
                  <a:pt x="50274" y="3748"/>
                  <a:pt x="50274" y="3550"/>
                </a:cubicBezTo>
                <a:cubicBezTo>
                  <a:pt x="50274" y="987"/>
                  <a:pt x="48105" y="0"/>
                  <a:pt x="45936" y="0"/>
                </a:cubicBezTo>
                <a:cubicBezTo>
                  <a:pt x="45148" y="0"/>
                  <a:pt x="44949" y="0"/>
                  <a:pt x="44555" y="199"/>
                </a:cubicBezTo>
                <a:lnTo>
                  <a:pt x="19123" y="1381"/>
                </a:lnTo>
                <a:cubicBezTo>
                  <a:pt x="16365" y="1579"/>
                  <a:pt x="12815" y="1775"/>
                  <a:pt x="12815" y="7295"/>
                </a:cubicBezTo>
                <a:cubicBezTo>
                  <a:pt x="12815" y="10845"/>
                  <a:pt x="16560" y="10845"/>
                  <a:pt x="17941" y="10845"/>
                </a:cubicBezTo>
                <a:cubicBezTo>
                  <a:pt x="20110" y="10845"/>
                  <a:pt x="23660" y="10845"/>
                  <a:pt x="26220" y="11239"/>
                </a:cubicBezTo>
                <a:lnTo>
                  <a:pt x="987" y="112400"/>
                </a:lnTo>
                <a:cubicBezTo>
                  <a:pt x="394" y="114569"/>
                  <a:pt x="0" y="116344"/>
                  <a:pt x="0" y="119106"/>
                </a:cubicBezTo>
                <a:cubicBezTo>
                  <a:pt x="0" y="132119"/>
                  <a:pt x="13014" y="138428"/>
                  <a:pt x="24644" y="138428"/>
                </a:cubicBezTo>
                <a:cubicBezTo>
                  <a:pt x="31939" y="138428"/>
                  <a:pt x="37459" y="134288"/>
                  <a:pt x="41797" y="127192"/>
                </a:cubicBezTo>
                <a:cubicBezTo>
                  <a:pt x="46529" y="119500"/>
                  <a:pt x="49287" y="108851"/>
                  <a:pt x="49287" y="107668"/>
                </a:cubicBezTo>
                <a:cubicBezTo>
                  <a:pt x="49287" y="104907"/>
                  <a:pt x="46330" y="104907"/>
                  <a:pt x="44555" y="104907"/>
                </a:cubicBezTo>
                <a:cubicBezTo>
                  <a:pt x="42386" y="104907"/>
                  <a:pt x="41598" y="104907"/>
                  <a:pt x="40614" y="105893"/>
                </a:cubicBezTo>
                <a:cubicBezTo>
                  <a:pt x="40220" y="106288"/>
                  <a:pt x="40220" y="106682"/>
                  <a:pt x="39035" y="111612"/>
                </a:cubicBezTo>
                <a:cubicBezTo>
                  <a:pt x="35290" y="126599"/>
                  <a:pt x="30952" y="131331"/>
                  <a:pt x="25630" y="131331"/>
                </a:cubicBezTo>
                <a:cubicBezTo>
                  <a:pt x="22673" y="131331"/>
                  <a:pt x="21097" y="129361"/>
                  <a:pt x="21097" y="124232"/>
                </a:cubicBezTo>
                <a:cubicBezTo>
                  <a:pt x="21097" y="120288"/>
                  <a:pt x="21686" y="118318"/>
                  <a:pt x="22279" y="115556"/>
                </a:cubicBezTo>
                <a:lnTo>
                  <a:pt x="49486" y="690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1" name="path-1034">
            <a:extLst xmlns:a="http://schemas.openxmlformats.org/drawingml/2006/main">
              <a:ext uri="{FF2B5EF4-FFF2-40B4-BE49-F238E27FC236}">
                <a16:creationId xmlns:a16="http://schemas.microsoft.com/office/drawing/2014/main" id="{642A4DDE-461F-4E29-8E64-63714F4FC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57756" y="5792223"/>
            <a:ext cx="57531" cy="104957"/>
          </a:xfrm>
          <a:custGeom xmlns:a="http://schemas.openxmlformats.org/drawingml/2006/main">
            <a:pathLst>
              <a:path w="50233" h="91643">
                <a:moveTo>
                  <a:pt x="31189" y="3856"/>
                </a:moveTo>
                <a:cubicBezTo>
                  <a:pt x="31189" y="139"/>
                  <a:pt x="30913" y="0"/>
                  <a:pt x="27049" y="0"/>
                </a:cubicBezTo>
                <a:cubicBezTo>
                  <a:pt x="18217" y="8642"/>
                  <a:pt x="5658" y="8779"/>
                  <a:pt x="0" y="8779"/>
                </a:cubicBezTo>
                <a:lnTo>
                  <a:pt x="0" y="13746"/>
                </a:lnTo>
                <a:cubicBezTo>
                  <a:pt x="3312" y="13746"/>
                  <a:pt x="12420" y="13746"/>
                  <a:pt x="20011" y="9882"/>
                </a:cubicBezTo>
                <a:lnTo>
                  <a:pt x="20011" y="80322"/>
                </a:lnTo>
                <a:cubicBezTo>
                  <a:pt x="20011" y="84881"/>
                  <a:pt x="20011" y="86676"/>
                  <a:pt x="6210" y="86676"/>
                </a:cubicBezTo>
                <a:lnTo>
                  <a:pt x="967" y="86676"/>
                </a:lnTo>
                <a:lnTo>
                  <a:pt x="967" y="91643"/>
                </a:lnTo>
                <a:cubicBezTo>
                  <a:pt x="3449" y="91506"/>
                  <a:pt x="20424" y="91091"/>
                  <a:pt x="25530" y="91091"/>
                </a:cubicBezTo>
                <a:cubicBezTo>
                  <a:pt x="29809" y="91091"/>
                  <a:pt x="47197" y="91506"/>
                  <a:pt x="50233" y="91643"/>
                </a:cubicBezTo>
                <a:lnTo>
                  <a:pt x="50233" y="86676"/>
                </a:lnTo>
                <a:lnTo>
                  <a:pt x="44990" y="86676"/>
                </a:lnTo>
                <a:cubicBezTo>
                  <a:pt x="31189" y="86676"/>
                  <a:pt x="31189" y="84881"/>
                  <a:pt x="31189" y="80322"/>
                </a:cubicBezTo>
                <a:lnTo>
                  <a:pt x="31189" y="385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2" name="path-1035">
            <a:extLst xmlns:a="http://schemas.openxmlformats.org/drawingml/2006/main">
              <a:ext uri="{FF2B5EF4-FFF2-40B4-BE49-F238E27FC236}">
                <a16:creationId xmlns:a16="http://schemas.microsoft.com/office/drawing/2014/main" id="{F2BF6B8F-8F93-4B8F-84F9-8D9564DA8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46977" y="5829113"/>
            <a:ext cx="18177" cy="68068"/>
          </a:xfrm>
          <a:custGeom xmlns:a="http://schemas.openxmlformats.org/drawingml/2006/main">
            <a:pathLst>
              <a:path w="15871" h="59433">
                <a:moveTo>
                  <a:pt x="15871" y="8006"/>
                </a:moveTo>
                <a:cubicBezTo>
                  <a:pt x="15871" y="3176"/>
                  <a:pt x="12007" y="0"/>
                  <a:pt x="8004" y="0"/>
                </a:cubicBezTo>
                <a:cubicBezTo>
                  <a:pt x="3176" y="0"/>
                  <a:pt x="0" y="3866"/>
                  <a:pt x="0" y="7867"/>
                </a:cubicBezTo>
                <a:cubicBezTo>
                  <a:pt x="0" y="12698"/>
                  <a:pt x="3864" y="15871"/>
                  <a:pt x="7867" y="15871"/>
                </a:cubicBezTo>
                <a:cubicBezTo>
                  <a:pt x="12698" y="15871"/>
                  <a:pt x="15871" y="12007"/>
                  <a:pt x="15871" y="8006"/>
                </a:cubicBezTo>
                <a:moveTo>
                  <a:pt x="15871" y="51568"/>
                </a:moveTo>
                <a:cubicBezTo>
                  <a:pt x="15871" y="46738"/>
                  <a:pt x="12007" y="43564"/>
                  <a:pt x="8004" y="43564"/>
                </a:cubicBezTo>
                <a:cubicBezTo>
                  <a:pt x="3176" y="43564"/>
                  <a:pt x="0" y="47428"/>
                  <a:pt x="0" y="51429"/>
                </a:cubicBezTo>
                <a:cubicBezTo>
                  <a:pt x="0" y="56260"/>
                  <a:pt x="3864" y="59433"/>
                  <a:pt x="7867" y="59433"/>
                </a:cubicBezTo>
                <a:cubicBezTo>
                  <a:pt x="12698" y="59433"/>
                  <a:pt x="15871" y="55569"/>
                  <a:pt x="15871" y="51568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3" name="path-1036">
            <a:extLst xmlns:a="http://schemas.openxmlformats.org/drawingml/2006/main">
              <a:ext uri="{FF2B5EF4-FFF2-40B4-BE49-F238E27FC236}">
                <a16:creationId xmlns:a16="http://schemas.microsoft.com/office/drawing/2014/main" id="{53236EC8-C076-4480-8F91-4B9463E3A3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8293" y="5798479"/>
            <a:ext cx="53422" cy="100245"/>
          </a:xfrm>
          <a:custGeom xmlns:a="http://schemas.openxmlformats.org/drawingml/2006/main">
            <a:pathLst>
              <a:path w="46645" h="87528">
                <a:moveTo>
                  <a:pt x="28152" y="31717"/>
                </a:moveTo>
                <a:lnTo>
                  <a:pt x="42229" y="31717"/>
                </a:lnTo>
                <a:cubicBezTo>
                  <a:pt x="44851" y="31717"/>
                  <a:pt x="46645" y="31717"/>
                  <a:pt x="46645" y="28681"/>
                </a:cubicBezTo>
                <a:cubicBezTo>
                  <a:pt x="46645" y="26747"/>
                  <a:pt x="44851" y="26747"/>
                  <a:pt x="42505" y="26747"/>
                </a:cubicBezTo>
                <a:lnTo>
                  <a:pt x="29394" y="26747"/>
                </a:lnTo>
                <a:lnTo>
                  <a:pt x="34501" y="6345"/>
                </a:lnTo>
                <a:cubicBezTo>
                  <a:pt x="34640" y="5654"/>
                  <a:pt x="34916" y="4965"/>
                  <a:pt x="34916" y="4414"/>
                </a:cubicBezTo>
                <a:cubicBezTo>
                  <a:pt x="34916" y="1931"/>
                  <a:pt x="32983" y="0"/>
                  <a:pt x="30222" y="0"/>
                </a:cubicBezTo>
                <a:cubicBezTo>
                  <a:pt x="26773" y="0"/>
                  <a:pt x="24703" y="2346"/>
                  <a:pt x="23736" y="5930"/>
                </a:cubicBezTo>
                <a:cubicBezTo>
                  <a:pt x="22770" y="9377"/>
                  <a:pt x="24564" y="2759"/>
                  <a:pt x="18493" y="26747"/>
                </a:cubicBezTo>
                <a:lnTo>
                  <a:pt x="4416" y="26747"/>
                </a:lnTo>
                <a:cubicBezTo>
                  <a:pt x="1794" y="26747"/>
                  <a:pt x="0" y="26747"/>
                  <a:pt x="0" y="29784"/>
                </a:cubicBezTo>
                <a:cubicBezTo>
                  <a:pt x="0" y="31717"/>
                  <a:pt x="1655" y="31717"/>
                  <a:pt x="4140" y="31717"/>
                </a:cubicBezTo>
                <a:lnTo>
                  <a:pt x="17250" y="31717"/>
                </a:lnTo>
                <a:lnTo>
                  <a:pt x="9107" y="64237"/>
                </a:lnTo>
                <a:cubicBezTo>
                  <a:pt x="8280" y="67682"/>
                  <a:pt x="7037" y="72643"/>
                  <a:pt x="7037" y="74433"/>
                </a:cubicBezTo>
                <a:cubicBezTo>
                  <a:pt x="7037" y="82563"/>
                  <a:pt x="13938" y="87528"/>
                  <a:pt x="21805" y="87528"/>
                </a:cubicBezTo>
                <a:cubicBezTo>
                  <a:pt x="37123" y="87528"/>
                  <a:pt x="45817" y="68233"/>
                  <a:pt x="45817" y="66441"/>
                </a:cubicBezTo>
                <a:cubicBezTo>
                  <a:pt x="45817" y="64649"/>
                  <a:pt x="44023" y="64649"/>
                  <a:pt x="43608" y="64649"/>
                </a:cubicBezTo>
                <a:cubicBezTo>
                  <a:pt x="41953" y="64649"/>
                  <a:pt x="41814" y="64925"/>
                  <a:pt x="40711" y="67269"/>
                </a:cubicBezTo>
                <a:cubicBezTo>
                  <a:pt x="36847" y="75949"/>
                  <a:pt x="29809" y="83664"/>
                  <a:pt x="22218" y="83664"/>
                </a:cubicBezTo>
                <a:cubicBezTo>
                  <a:pt x="19320" y="83664"/>
                  <a:pt x="17389" y="81874"/>
                  <a:pt x="17389" y="76913"/>
                </a:cubicBezTo>
                <a:cubicBezTo>
                  <a:pt x="17389" y="75536"/>
                  <a:pt x="17941" y="72643"/>
                  <a:pt x="18217" y="71263"/>
                </a:cubicBezTo>
                <a:lnTo>
                  <a:pt x="28152" y="317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4" name="path-1037">
            <a:extLst xmlns:a="http://schemas.openxmlformats.org/drawingml/2006/main">
              <a:ext uri="{FF2B5EF4-FFF2-40B4-BE49-F238E27FC236}">
                <a16:creationId xmlns:a16="http://schemas.microsoft.com/office/drawing/2014/main" id="{0345891A-995C-4B6E-A89A-18A7C5DC2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57189" y="5869037"/>
            <a:ext cx="61981" cy="51817"/>
          </a:xfrm>
          <a:custGeom xmlns:a="http://schemas.openxmlformats.org/drawingml/2006/main">
            <a:pathLst>
              <a:path w="54118" h="45244">
                <a:moveTo>
                  <a:pt x="25236" y="99"/>
                </a:moveTo>
                <a:cubicBezTo>
                  <a:pt x="15477" y="1184"/>
                  <a:pt x="5126" y="5422"/>
                  <a:pt x="1084" y="16660"/>
                </a:cubicBezTo>
                <a:cubicBezTo>
                  <a:pt x="394" y="18729"/>
                  <a:pt x="0" y="20898"/>
                  <a:pt x="0" y="23066"/>
                </a:cubicBezTo>
                <a:cubicBezTo>
                  <a:pt x="0" y="37557"/>
                  <a:pt x="14787" y="45244"/>
                  <a:pt x="27306" y="45244"/>
                </a:cubicBezTo>
                <a:cubicBezTo>
                  <a:pt x="37656" y="45244"/>
                  <a:pt x="48893" y="40120"/>
                  <a:pt x="52935" y="29770"/>
                </a:cubicBezTo>
                <a:cubicBezTo>
                  <a:pt x="53625" y="27798"/>
                  <a:pt x="54118" y="25629"/>
                  <a:pt x="54118" y="23559"/>
                </a:cubicBezTo>
                <a:cubicBezTo>
                  <a:pt x="54118" y="8774"/>
                  <a:pt x="40022" y="0"/>
                  <a:pt x="27010" y="0"/>
                </a:cubicBezTo>
                <a:cubicBezTo>
                  <a:pt x="26418" y="0"/>
                  <a:pt x="25827" y="0"/>
                  <a:pt x="25236" y="99"/>
                </a:cubicBezTo>
                <a:moveTo>
                  <a:pt x="9858" y="24544"/>
                </a:moveTo>
                <a:lnTo>
                  <a:pt x="9858" y="23066"/>
                </a:lnTo>
                <a:cubicBezTo>
                  <a:pt x="9858" y="14393"/>
                  <a:pt x="11830" y="3450"/>
                  <a:pt x="27010" y="3450"/>
                </a:cubicBezTo>
                <a:cubicBezTo>
                  <a:pt x="32136" y="3450"/>
                  <a:pt x="37361" y="5126"/>
                  <a:pt x="40712" y="9070"/>
                </a:cubicBezTo>
                <a:cubicBezTo>
                  <a:pt x="43570" y="12421"/>
                  <a:pt x="44260" y="17152"/>
                  <a:pt x="44260" y="21292"/>
                </a:cubicBezTo>
                <a:cubicBezTo>
                  <a:pt x="44260" y="26813"/>
                  <a:pt x="43866" y="32627"/>
                  <a:pt x="39923" y="36866"/>
                </a:cubicBezTo>
                <a:cubicBezTo>
                  <a:pt x="36671" y="40120"/>
                  <a:pt x="31939" y="41696"/>
                  <a:pt x="27207" y="41696"/>
                </a:cubicBezTo>
                <a:cubicBezTo>
                  <a:pt x="19123" y="41696"/>
                  <a:pt x="12027" y="37754"/>
                  <a:pt x="10252" y="28488"/>
                </a:cubicBezTo>
                <a:cubicBezTo>
                  <a:pt x="10055" y="27207"/>
                  <a:pt x="10055" y="25826"/>
                  <a:pt x="9858" y="2454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5" name="path-1038">
            <a:extLst xmlns:a="http://schemas.openxmlformats.org/drawingml/2006/main">
              <a:ext uri="{FF2B5EF4-FFF2-40B4-BE49-F238E27FC236}">
                <a16:creationId xmlns:a16="http://schemas.microsoft.com/office/drawing/2014/main" id="{5A5FB27E-8992-447F-A01D-633CF6824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62124" y="5693954"/>
            <a:ext cx="52382" cy="225791"/>
          </a:xfrm>
          <a:custGeom xmlns:a="http://schemas.openxmlformats.org/drawingml/2006/main">
            <a:pathLst>
              <a:path w="45737" h="197149">
                <a:moveTo>
                  <a:pt x="45737" y="98574"/>
                </a:moveTo>
                <a:cubicBezTo>
                  <a:pt x="45737" y="83199"/>
                  <a:pt x="43572" y="59344"/>
                  <a:pt x="32727" y="37065"/>
                </a:cubicBezTo>
                <a:cubicBezTo>
                  <a:pt x="20898" y="12815"/>
                  <a:pt x="3944" y="0"/>
                  <a:pt x="1970" y="0"/>
                </a:cubicBezTo>
                <a:cubicBezTo>
                  <a:pt x="788" y="0"/>
                  <a:pt x="0" y="791"/>
                  <a:pt x="0" y="1973"/>
                </a:cubicBezTo>
                <a:cubicBezTo>
                  <a:pt x="0" y="2563"/>
                  <a:pt x="0" y="2960"/>
                  <a:pt x="3745" y="6507"/>
                </a:cubicBezTo>
                <a:cubicBezTo>
                  <a:pt x="23067" y="26024"/>
                  <a:pt x="34303" y="57370"/>
                  <a:pt x="34303" y="98574"/>
                </a:cubicBezTo>
                <a:cubicBezTo>
                  <a:pt x="34303" y="132288"/>
                  <a:pt x="27011" y="166985"/>
                  <a:pt x="2563" y="191827"/>
                </a:cubicBezTo>
                <a:cubicBezTo>
                  <a:pt x="0" y="194192"/>
                  <a:pt x="0" y="194589"/>
                  <a:pt x="0" y="195178"/>
                </a:cubicBezTo>
                <a:cubicBezTo>
                  <a:pt x="0" y="196361"/>
                  <a:pt x="788" y="197149"/>
                  <a:pt x="1970" y="197149"/>
                </a:cubicBezTo>
                <a:cubicBezTo>
                  <a:pt x="3944" y="197149"/>
                  <a:pt x="21686" y="183744"/>
                  <a:pt x="33319" y="158706"/>
                </a:cubicBezTo>
                <a:cubicBezTo>
                  <a:pt x="43373" y="137020"/>
                  <a:pt x="45737" y="115135"/>
                  <a:pt x="45737" y="9857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6" name="path-1039">
            <a:extLst xmlns:a="http://schemas.openxmlformats.org/drawingml/2006/main">
              <a:ext uri="{FF2B5EF4-FFF2-40B4-BE49-F238E27FC236}">
                <a16:creationId xmlns:a16="http://schemas.microsoft.com/office/drawing/2014/main" id="{F8398BB1-98D3-48C7-B799-4ACB53A7F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3482" y="6593573"/>
            <a:ext cx="1331026" cy="339488"/>
          </a:xfrm>
          <a:custGeom xmlns:a="http://schemas.openxmlformats.org/drawingml/2006/main">
            <a:pathLst>
              <a:path w="1162183" h="296423">
                <a:moveTo>
                  <a:pt x="1162183" y="0"/>
                </a:moveTo>
                <a:lnTo>
                  <a:pt x="0" y="296423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666666"/>
            </a:solidFill>
            <a:prstDash val="solid"/>
          </a:ln>
        </p:spPr>
      </p:sp>
      <p:sp>
        <p:nvSpPr>
          <p:cNvPr id="1117" name="path-1040">
            <a:extLst xmlns:a="http://schemas.openxmlformats.org/drawingml/2006/main">
              <a:ext uri="{FF2B5EF4-FFF2-40B4-BE49-F238E27FC236}">
                <a16:creationId xmlns:a16="http://schemas.microsoft.com/office/drawing/2014/main" id="{0FB8C0A5-3B65-4A64-82F5-BA11831AA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3952" y="3455297"/>
            <a:ext cx="7483784" cy="4362789"/>
          </a:xfrm>
          <a:custGeom xmlns:a="http://schemas.openxmlformats.org/drawingml/2006/main">
            <a:pathLst>
              <a:path w="6534452" h="3809361">
                <a:moveTo>
                  <a:pt x="0" y="0"/>
                </a:moveTo>
                <a:lnTo>
                  <a:pt x="0" y="3809361"/>
                </a:lnTo>
                <a:lnTo>
                  <a:pt x="6534452" y="3809361"/>
                </a:lnTo>
                <a:lnTo>
                  <a:pt x="653445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666666"/>
            </a:solidFill>
            <a:prstDash val="solid"/>
          </a:ln>
        </p:spPr>
      </p:sp>
      <p:sp>
        <p:nvSpPr>
          <p:cNvPr id="1118" name="path-1041">
            <a:extLst xmlns:a="http://schemas.openxmlformats.org/drawingml/2006/main">
              <a:ext uri="{FF2B5EF4-FFF2-40B4-BE49-F238E27FC236}">
                <a16:creationId xmlns:a16="http://schemas.microsoft.com/office/drawing/2014/main" id="{8CB3830D-BF04-49A6-B831-9DEEC1080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82177" y="4101877"/>
            <a:ext cx="731761" cy="1202789"/>
          </a:xfrm>
          <a:custGeom xmlns:a="http://schemas.openxmlformats.org/drawingml/2006/main">
            <a:pathLst>
              <a:path w="638936" h="1050213">
                <a:moveTo>
                  <a:pt x="0" y="1050213"/>
                </a:moveTo>
                <a:lnTo>
                  <a:pt x="123679" y="1050213"/>
                </a:lnTo>
                <a:cubicBezTo>
                  <a:pt x="146519" y="1050213"/>
                  <a:pt x="164907" y="1031740"/>
                  <a:pt x="164907" y="1008985"/>
                </a:cubicBezTo>
                <a:lnTo>
                  <a:pt x="164907" y="41228"/>
                </a:lnTo>
                <a:cubicBezTo>
                  <a:pt x="164907" y="18468"/>
                  <a:pt x="183381" y="0"/>
                  <a:pt x="206136" y="0"/>
                </a:cubicBezTo>
                <a:lnTo>
                  <a:pt x="638936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19" name="path-1042">
            <a:extLst xmlns:a="http://schemas.openxmlformats.org/drawingml/2006/main">
              <a:ext uri="{FF2B5EF4-FFF2-40B4-BE49-F238E27FC236}">
                <a16:creationId xmlns:a16="http://schemas.microsoft.com/office/drawing/2014/main" id="{7D9C4786-A67B-4701-AFF2-A98ED353B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5560" y="4073557"/>
            <a:ext cx="75546" cy="56659"/>
          </a:xfrm>
          <a:custGeom xmlns:a="http://schemas.openxmlformats.org/drawingml/2006/main">
            <a:pathLst>
              <a:path w="65963" h="49472">
                <a:moveTo>
                  <a:pt x="65963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3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0" name="path-1043">
            <a:extLst xmlns:a="http://schemas.openxmlformats.org/drawingml/2006/main">
              <a:ext uri="{FF2B5EF4-FFF2-40B4-BE49-F238E27FC236}">
                <a16:creationId xmlns:a16="http://schemas.microsoft.com/office/drawing/2014/main" id="{311AF107-8CAE-40A7-80EC-19AB02064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5607" y="4073546"/>
            <a:ext cx="75549" cy="56662"/>
          </a:xfrm>
          <a:custGeom xmlns:a="http://schemas.openxmlformats.org/drawingml/2006/main">
            <a:pathLst>
              <a:path w="65965" h="49474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21" name="path-1044">
            <a:extLst xmlns:a="http://schemas.openxmlformats.org/drawingml/2006/main">
              <a:ext uri="{FF2B5EF4-FFF2-40B4-BE49-F238E27FC236}">
                <a16:creationId xmlns:a16="http://schemas.microsoft.com/office/drawing/2014/main" id="{FAAB89C5-C9B5-4F7C-91BF-BBF9B36BB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7455" y="5304289"/>
            <a:ext cx="337407" cy="191"/>
          </a:xfrm>
          <a:custGeom xmlns:a="http://schemas.openxmlformats.org/drawingml/2006/main">
            <a:pathLst>
              <a:path w="294606" h="191">
                <a:moveTo>
                  <a:pt x="0" y="165"/>
                </a:moveTo>
                <a:lnTo>
                  <a:pt x="294606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22" name="path-1045">
            <a:extLst xmlns:a="http://schemas.openxmlformats.org/drawingml/2006/main">
              <a:ext uri="{FF2B5EF4-FFF2-40B4-BE49-F238E27FC236}">
                <a16:creationId xmlns:a16="http://schemas.microsoft.com/office/drawing/2014/main" id="{7304535D-6251-47E1-B340-8CFA78E96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6497" y="5275996"/>
            <a:ext cx="75555" cy="56660"/>
          </a:xfrm>
          <a:custGeom xmlns:a="http://schemas.openxmlformats.org/drawingml/2006/main">
            <a:pathLst>
              <a:path w="65971" h="49472">
                <a:moveTo>
                  <a:pt x="65971" y="24720"/>
                </a:moveTo>
                <a:lnTo>
                  <a:pt x="0" y="0"/>
                </a:lnTo>
                <a:lnTo>
                  <a:pt x="24744" y="24727"/>
                </a:lnTo>
                <a:lnTo>
                  <a:pt x="16" y="49472"/>
                </a:lnTo>
                <a:lnTo>
                  <a:pt x="65971" y="2472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3" name="path-1046">
            <a:extLst xmlns:a="http://schemas.openxmlformats.org/drawingml/2006/main">
              <a:ext uri="{FF2B5EF4-FFF2-40B4-BE49-F238E27FC236}">
                <a16:creationId xmlns:a16="http://schemas.microsoft.com/office/drawing/2014/main" id="{CFEB80EA-F237-4485-90B9-39093A1E5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6531" y="5275958"/>
            <a:ext cx="75549" cy="56662"/>
          </a:xfrm>
          <a:custGeom xmlns:a="http://schemas.openxmlformats.org/drawingml/2006/main">
            <a:pathLst>
              <a:path w="65965" h="49474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24" name="path-1047">
            <a:extLst xmlns:a="http://schemas.openxmlformats.org/drawingml/2006/main">
              <a:ext uri="{FF2B5EF4-FFF2-40B4-BE49-F238E27FC236}">
                <a16:creationId xmlns:a16="http://schemas.microsoft.com/office/drawing/2014/main" id="{F5A50044-3C0E-4F44-87E0-7279B0C6A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82177" y="5304666"/>
            <a:ext cx="332685" cy="1097212"/>
          </a:xfrm>
          <a:custGeom xmlns:a="http://schemas.openxmlformats.org/drawingml/2006/main">
            <a:pathLst>
              <a:path w="290483" h="958029">
                <a:moveTo>
                  <a:pt x="0" y="0"/>
                </a:moveTo>
                <a:lnTo>
                  <a:pt x="122191" y="0"/>
                </a:lnTo>
                <a:cubicBezTo>
                  <a:pt x="144952" y="0"/>
                  <a:pt x="163420" y="18468"/>
                  <a:pt x="163420" y="41228"/>
                </a:cubicBezTo>
                <a:lnTo>
                  <a:pt x="163420" y="916801"/>
                </a:lnTo>
                <a:cubicBezTo>
                  <a:pt x="163420" y="939556"/>
                  <a:pt x="181893" y="958029"/>
                  <a:pt x="204648" y="958029"/>
                </a:cubicBezTo>
                <a:lnTo>
                  <a:pt x="290483" y="958029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25" name="path-1048">
            <a:extLst xmlns:a="http://schemas.openxmlformats.org/drawingml/2006/main">
              <a:ext uri="{FF2B5EF4-FFF2-40B4-BE49-F238E27FC236}">
                <a16:creationId xmlns:a16="http://schemas.microsoft.com/office/drawing/2014/main" id="{B6BAAD80-158F-4EFF-A872-AEBB04C37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6505" y="6373520"/>
            <a:ext cx="75546" cy="56660"/>
          </a:xfrm>
          <a:custGeom xmlns:a="http://schemas.openxmlformats.org/drawingml/2006/main">
            <a:pathLst>
              <a:path w="65963" h="49472">
                <a:moveTo>
                  <a:pt x="65963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3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6" name="path-1049">
            <a:extLst xmlns:a="http://schemas.openxmlformats.org/drawingml/2006/main">
              <a:ext uri="{FF2B5EF4-FFF2-40B4-BE49-F238E27FC236}">
                <a16:creationId xmlns:a16="http://schemas.microsoft.com/office/drawing/2014/main" id="{17A0C161-090A-44E8-B710-FB297A217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6531" y="6373548"/>
            <a:ext cx="75549" cy="56662"/>
          </a:xfrm>
          <a:custGeom xmlns:a="http://schemas.openxmlformats.org/drawingml/2006/main">
            <a:pathLst>
              <a:path w="65965" h="49474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27" name="path-1050">
            <a:extLst xmlns:a="http://schemas.openxmlformats.org/drawingml/2006/main">
              <a:ext uri="{FF2B5EF4-FFF2-40B4-BE49-F238E27FC236}">
                <a16:creationId xmlns:a16="http://schemas.microsoft.com/office/drawing/2014/main" id="{45003F0A-CB0D-454C-870A-B20FC79DA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461" y="6127546"/>
            <a:ext cx="1641624" cy="548567"/>
          </a:xfrm>
          <a:custGeom xmlns:a="http://schemas.openxmlformats.org/drawingml/2006/main">
            <a:pathLst>
              <a:path w="1433381" h="478980">
                <a:moveTo>
                  <a:pt x="0" y="0"/>
                </a:moveTo>
                <a:lnTo>
                  <a:pt x="0" y="478980"/>
                </a:lnTo>
                <a:lnTo>
                  <a:pt x="1433381" y="478980"/>
                </a:lnTo>
                <a:lnTo>
                  <a:pt x="143338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sp>
        <p:nvSpPr>
          <p:cNvPr id="1128" name="text-1051 …">
            <a:extLst xmlns:a="http://schemas.openxmlformats.org/drawingml/2006/main">
              <a:ext uri="{FF2B5EF4-FFF2-40B4-BE49-F238E27FC236}">
                <a16:creationId xmlns:a16="http://schemas.microsoft.com/office/drawing/2014/main" id="{C6B4E4BB-2305-4F80-9ECB-0FEF258CB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21788" y="6190957"/>
            <a:ext cx="200585" cy="238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29" name="text-1052 Fixation">
            <a:extLst xmlns:a="http://schemas.openxmlformats.org/drawingml/2006/main">
              <a:ext uri="{FF2B5EF4-FFF2-40B4-BE49-F238E27FC236}">
                <a16:creationId xmlns:a16="http://schemas.microsoft.com/office/drawing/2014/main" id="{861F3C7C-41D2-4BFC-A312-3613763E0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47829" y="6479840"/>
            <a:ext cx="556260" cy="2115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1130" name="text-1053 1+2+">
            <a:extLst xmlns:a="http://schemas.openxmlformats.org/drawingml/2006/main">
              <a:ext uri="{FF2B5EF4-FFF2-40B4-BE49-F238E27FC236}">
                <a16:creationId xmlns:a16="http://schemas.microsoft.com/office/drawing/2014/main" id="{B30D0CC4-9827-444B-A868-B22AF07F1D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18763" y="6479819"/>
            <a:ext cx="371766" cy="2116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1+2+</a:t>
            </a:r>
          </a:p>
        </p:txBody>
      </p:sp>
      <p:sp>
        <p:nvSpPr>
          <p:cNvPr id="1131" name="text-1053 …">
            <a:extLst xmlns:a="http://schemas.openxmlformats.org/drawingml/2006/main">
              <a:ext uri="{FF2B5EF4-FFF2-40B4-BE49-F238E27FC236}">
                <a16:creationId xmlns:a16="http://schemas.microsoft.com/office/drawing/2014/main" id="{E3F7B0CF-C4F4-41D3-9002-614DE97D1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05300" y="6479852"/>
            <a:ext cx="178294" cy="2115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32" name="text-1053 +T">
            <a:extLst xmlns:a="http://schemas.openxmlformats.org/drawingml/2006/main">
              <a:ext uri="{FF2B5EF4-FFF2-40B4-BE49-F238E27FC236}">
                <a16:creationId xmlns:a16="http://schemas.microsoft.com/office/drawing/2014/main" id="{2787B794-08EA-444E-8934-B9BBAA392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98367" y="6479851"/>
            <a:ext cx="207732" cy="2115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+T</a:t>
            </a:r>
          </a:p>
        </p:txBody>
      </p:sp>
      <p:sp>
        <p:nvSpPr>
          <p:cNvPr id="1133" name="text-1054 Decision-">
            <a:extLst xmlns:a="http://schemas.openxmlformats.org/drawingml/2006/main">
              <a:ext uri="{FF2B5EF4-FFF2-40B4-BE49-F238E27FC236}">
                <a16:creationId xmlns:a16="http://schemas.microsoft.com/office/drawing/2014/main" id="{047591BF-76C1-4230-9C5A-494157EE7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66935" y="4188758"/>
            <a:ext cx="795961" cy="2380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Decision-</a:t>
            </a:r>
          </a:p>
        </p:txBody>
      </p:sp>
      <p:sp>
        <p:nvSpPr>
          <p:cNvPr id="1134" name="text-1055 making">
            <a:extLst xmlns:a="http://schemas.openxmlformats.org/drawingml/2006/main">
              <a:ext uri="{FF2B5EF4-FFF2-40B4-BE49-F238E27FC236}">
                <a16:creationId xmlns:a16="http://schemas.microsoft.com/office/drawing/2014/main" id="{D2CE65B3-9BCB-45C9-8FB5-75BA73674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51928" y="4383225"/>
            <a:ext cx="625842" cy="2380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making</a:t>
            </a:r>
          </a:p>
        </p:txBody>
      </p:sp>
      <p:sp>
        <p:nvSpPr>
          <p:cNvPr id="1135" name="text-1056 (non-differentiable)">
            <a:extLst xmlns:a="http://schemas.openxmlformats.org/drawingml/2006/main">
              <a:ext uri="{FF2B5EF4-FFF2-40B4-BE49-F238E27FC236}">
                <a16:creationId xmlns:a16="http://schemas.microsoft.com/office/drawing/2014/main" id="{09941D0E-9C56-4A54-ADE7-4F207F266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05546" y="4587060"/>
            <a:ext cx="1313406" cy="1984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16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16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16" b="1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(non-differentiable)</a:t>
            </a:r>
          </a:p>
        </p:txBody>
      </p:sp>
      <p:sp>
        <p:nvSpPr>
          <p:cNvPr id="1136" name="path-1057">
            <a:extLst xmlns:a="http://schemas.openxmlformats.org/drawingml/2006/main">
              <a:ext uri="{FF2B5EF4-FFF2-40B4-BE49-F238E27FC236}">
                <a16:creationId xmlns:a16="http://schemas.microsoft.com/office/drawing/2014/main" id="{B499D0E6-ABB1-4E72-BB97-F496DDE02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8434" y="4101877"/>
            <a:ext cx="726656" cy="1202789"/>
          </a:xfrm>
          <a:custGeom xmlns:a="http://schemas.openxmlformats.org/drawingml/2006/main">
            <a:pathLst>
              <a:path w="634478" h="1050213">
                <a:moveTo>
                  <a:pt x="0" y="0"/>
                </a:moveTo>
                <a:lnTo>
                  <a:pt x="418035" y="0"/>
                </a:lnTo>
                <a:cubicBezTo>
                  <a:pt x="440796" y="0"/>
                  <a:pt x="459264" y="18468"/>
                  <a:pt x="459264" y="41228"/>
                </a:cubicBezTo>
                <a:lnTo>
                  <a:pt x="459264" y="1008985"/>
                </a:lnTo>
                <a:cubicBezTo>
                  <a:pt x="459264" y="1031740"/>
                  <a:pt x="477731" y="1050213"/>
                  <a:pt x="500492" y="1050213"/>
                </a:cubicBezTo>
                <a:lnTo>
                  <a:pt x="634478" y="1050213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37" name="path-1058">
            <a:extLst xmlns:a="http://schemas.openxmlformats.org/drawingml/2006/main">
              <a:ext uri="{FF2B5EF4-FFF2-40B4-BE49-F238E27FC236}">
                <a16:creationId xmlns:a16="http://schemas.microsoft.com/office/drawing/2014/main" id="{5EDF1E8F-1D79-4FD1-9374-220E04205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799" y="5276298"/>
            <a:ext cx="75545" cy="56660"/>
          </a:xfrm>
          <a:custGeom xmlns:a="http://schemas.openxmlformats.org/drawingml/2006/main">
            <a:pathLst>
              <a:path w="65962" h="49472">
                <a:moveTo>
                  <a:pt x="65962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2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8" name="path-1059">
            <a:extLst xmlns:a="http://schemas.openxmlformats.org/drawingml/2006/main">
              <a:ext uri="{FF2B5EF4-FFF2-40B4-BE49-F238E27FC236}">
                <a16:creationId xmlns:a16="http://schemas.microsoft.com/office/drawing/2014/main" id="{DDEB8ECB-D599-4251-9372-239ECDC1B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759" y="5276336"/>
            <a:ext cx="75542" cy="56662"/>
          </a:xfrm>
          <a:custGeom xmlns:a="http://schemas.openxmlformats.org/drawingml/2006/main">
            <a:pathLst>
              <a:path w="65960" h="49474">
                <a:moveTo>
                  <a:pt x="65960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0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39" name="path-1060">
            <a:extLst xmlns:a="http://schemas.openxmlformats.org/drawingml/2006/main">
              <a:ext uri="{FF2B5EF4-FFF2-40B4-BE49-F238E27FC236}">
                <a16:creationId xmlns:a16="http://schemas.microsoft.com/office/drawing/2014/main" id="{1A43F724-1A4F-4A55-A6E5-FB9BAE7E2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8537" y="3563235"/>
            <a:ext cx="840453" cy="1077376"/>
          </a:xfrm>
          <a:custGeom xmlns:a="http://schemas.openxmlformats.org/drawingml/2006/main">
            <a:pathLst>
              <a:path w="733840" h="940709">
                <a:moveTo>
                  <a:pt x="0" y="0"/>
                </a:moveTo>
                <a:lnTo>
                  <a:pt x="0" y="940709"/>
                </a:lnTo>
                <a:lnTo>
                  <a:pt x="733840" y="940709"/>
                </a:lnTo>
                <a:lnTo>
                  <a:pt x="73384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pic>
        <p:nvPicPr>
          <p:cNvPr id="1140" name="">
            <a:extLst xmlns:a="http://schemas.openxmlformats.org/drawingml/2006/main">
              <a:ext uri="{FF2B5EF4-FFF2-40B4-BE49-F238E27FC236}">
                <a16:creationId xmlns:a16="http://schemas.microsoft.com/office/drawing/2014/main" id="{0F4BABE2-5E68-41B5-B0A8-9F860EA9894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004b4989937442c"/>
          <a:stretch xmlns:a="http://schemas.openxmlformats.org/drawingml/2006/main"/>
        </p:blipFill>
        <p:spPr>
          <a:xfrm xmlns:a="http://schemas.openxmlformats.org/drawingml/2006/main">
            <a:off x="10314262" y="3621726"/>
            <a:ext cx="785434" cy="807251"/>
          </a:xfrm>
          <a:prstGeom xmlns:a="http://schemas.openxmlformats.org/drawingml/2006/main" prst="rect">
            <a:avLst/>
          </a:prstGeom>
        </p:spPr>
      </p:pic>
      <p:sp>
        <p:nvSpPr>
          <p:cNvPr id="1141" name="text-1062 Fixation">
            <a:extLst xmlns:a="http://schemas.openxmlformats.org/drawingml/2006/main">
              <a:ext uri="{FF2B5EF4-FFF2-40B4-BE49-F238E27FC236}">
                <a16:creationId xmlns:a16="http://schemas.microsoft.com/office/drawing/2014/main" id="{5A1F3D6F-251A-4957-90CF-349130222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1178" y="4429515"/>
            <a:ext cx="556260" cy="2115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1142" name="text-1063 1">
            <a:extLst xmlns:a="http://schemas.openxmlformats.org/drawingml/2006/main">
              <a:ext uri="{FF2B5EF4-FFF2-40B4-BE49-F238E27FC236}">
                <a16:creationId xmlns:a16="http://schemas.microsoft.com/office/drawing/2014/main" id="{B885D39B-7E7A-4189-B80B-BA951024C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2209" y="4429517"/>
            <a:ext cx="111234" cy="2115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143" name="path-1064">
            <a:extLst xmlns:a="http://schemas.openxmlformats.org/drawingml/2006/main">
              <a:ext uri="{FF2B5EF4-FFF2-40B4-BE49-F238E27FC236}">
                <a16:creationId xmlns:a16="http://schemas.microsoft.com/office/drawing/2014/main" id="{FCB78ED1-B535-4176-9642-BD9CA8E1E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461" y="4765263"/>
            <a:ext cx="1641624" cy="1077382"/>
          </a:xfrm>
          <a:custGeom xmlns:a="http://schemas.openxmlformats.org/drawingml/2006/main">
            <a:pathLst>
              <a:path w="1433381" h="940714">
                <a:moveTo>
                  <a:pt x="0" y="0"/>
                </a:moveTo>
                <a:lnTo>
                  <a:pt x="0" y="940714"/>
                </a:lnTo>
                <a:lnTo>
                  <a:pt x="1433381" y="940714"/>
                </a:lnTo>
                <a:lnTo>
                  <a:pt x="143338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000000"/>
            </a:solidFill>
            <a:prstDash val="solid"/>
          </a:ln>
        </p:spPr>
      </p:sp>
      <p:pic>
        <p:nvPicPr>
          <p:cNvPr id="1144" name="">
            <a:extLst xmlns:a="http://schemas.openxmlformats.org/drawingml/2006/main">
              <a:ext uri="{FF2B5EF4-FFF2-40B4-BE49-F238E27FC236}">
                <a16:creationId xmlns:a16="http://schemas.microsoft.com/office/drawing/2014/main" id="{718094CE-9741-4223-90F2-27168E2EB70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42076f3ce924ed1"/>
          <a:stretch xmlns:a="http://schemas.openxmlformats.org/drawingml/2006/main"/>
        </p:blipFill>
        <p:spPr>
          <a:xfrm xmlns:a="http://schemas.openxmlformats.org/drawingml/2006/main">
            <a:off x="10706979" y="4821695"/>
            <a:ext cx="785434" cy="807251"/>
          </a:xfrm>
          <a:prstGeom xmlns:a="http://schemas.openxmlformats.org/drawingml/2006/main" prst="rect">
            <a:avLst/>
          </a:prstGeom>
        </p:spPr>
      </p:pic>
      <p:pic>
        <p:nvPicPr>
          <p:cNvPr id="1145" name="">
            <a:extLst xmlns:a="http://schemas.openxmlformats.org/drawingml/2006/main">
              <a:ext uri="{FF2B5EF4-FFF2-40B4-BE49-F238E27FC236}">
                <a16:creationId xmlns:a16="http://schemas.microsoft.com/office/drawing/2014/main" id="{AEEF9E94-B1F7-444A-AF25-8C3B668B96B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a4d68350cc34361"/>
          <a:stretch xmlns:a="http://schemas.openxmlformats.org/drawingml/2006/main"/>
        </p:blipFill>
        <p:spPr>
          <a:xfrm xmlns:a="http://schemas.openxmlformats.org/drawingml/2006/main">
            <a:off x="9910636" y="4821695"/>
            <a:ext cx="785434" cy="807251"/>
          </a:xfrm>
          <a:prstGeom xmlns:a="http://schemas.openxmlformats.org/drawingml/2006/main" prst="rect">
            <a:avLst/>
          </a:prstGeom>
        </p:spPr>
      </p:pic>
      <p:sp>
        <p:nvSpPr>
          <p:cNvPr id="1146" name="text-1067 Fixation">
            <a:extLst xmlns:a="http://schemas.openxmlformats.org/drawingml/2006/main">
              <a:ext uri="{FF2B5EF4-FFF2-40B4-BE49-F238E27FC236}">
                <a16:creationId xmlns:a16="http://schemas.microsoft.com/office/drawing/2014/main" id="{3C10B9D3-4DA6-4425-9885-A1D54F64E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89389" y="5629475"/>
            <a:ext cx="556260" cy="2115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Fixation</a:t>
            </a:r>
          </a:p>
        </p:txBody>
      </p:sp>
      <p:sp>
        <p:nvSpPr>
          <p:cNvPr id="1147" name="text-1068 1+2">
            <a:extLst xmlns:a="http://schemas.openxmlformats.org/drawingml/2006/main">
              <a:ext uri="{FF2B5EF4-FFF2-40B4-BE49-F238E27FC236}">
                <a16:creationId xmlns:a16="http://schemas.microsoft.com/office/drawing/2014/main" id="{B05DE98F-ACD8-462F-8D8A-9D67169B0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60323" y="5629461"/>
            <a:ext cx="283517" cy="2116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1+2</a:t>
            </a:r>
          </a:p>
        </p:txBody>
      </p:sp>
      <p:sp>
        <p:nvSpPr>
          <p:cNvPr id="1148" name="path-1069">
            <a:extLst xmlns:a="http://schemas.openxmlformats.org/drawingml/2006/main">
              <a:ext uri="{FF2B5EF4-FFF2-40B4-BE49-F238E27FC236}">
                <a16:creationId xmlns:a16="http://schemas.microsoft.com/office/drawing/2014/main" id="{7E2B10A1-D0B8-41E0-9D43-9E88493A2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83735" y="5308536"/>
            <a:ext cx="380846" cy="191"/>
          </a:xfrm>
          <a:custGeom xmlns:a="http://schemas.openxmlformats.org/drawingml/2006/main">
            <a:pathLst>
              <a:path w="332535" h="191">
                <a:moveTo>
                  <a:pt x="0" y="0"/>
                </a:moveTo>
                <a:lnTo>
                  <a:pt x="332535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49" name="path-1070">
            <a:extLst xmlns:a="http://schemas.openxmlformats.org/drawingml/2006/main">
              <a:ext uri="{FF2B5EF4-FFF2-40B4-BE49-F238E27FC236}">
                <a16:creationId xmlns:a16="http://schemas.microsoft.com/office/drawing/2014/main" id="{3026299F-2BDD-4B3E-8087-BC458A415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254" y="5280170"/>
            <a:ext cx="75545" cy="56660"/>
          </a:xfrm>
          <a:custGeom xmlns:a="http://schemas.openxmlformats.org/drawingml/2006/main">
            <a:pathLst>
              <a:path w="65962" h="49472">
                <a:moveTo>
                  <a:pt x="65962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2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0" name="path-1071">
            <a:extLst xmlns:a="http://schemas.openxmlformats.org/drawingml/2006/main">
              <a:ext uri="{FF2B5EF4-FFF2-40B4-BE49-F238E27FC236}">
                <a16:creationId xmlns:a16="http://schemas.microsoft.com/office/drawing/2014/main" id="{B1085E81-6BD4-4B28-A5DF-717C9F578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250" y="5280205"/>
            <a:ext cx="75549" cy="56662"/>
          </a:xfrm>
          <a:custGeom xmlns:a="http://schemas.openxmlformats.org/drawingml/2006/main">
            <a:pathLst>
              <a:path w="65965" h="49474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51" name="path-1072">
            <a:extLst xmlns:a="http://schemas.openxmlformats.org/drawingml/2006/main">
              <a:ext uri="{FF2B5EF4-FFF2-40B4-BE49-F238E27FC236}">
                <a16:creationId xmlns:a16="http://schemas.microsoft.com/office/drawing/2014/main" id="{4593E3A7-0F7E-4F48-B70B-7BFB569F9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2701" y="4438438"/>
            <a:ext cx="1677687" cy="352131"/>
          </a:xfrm>
          <a:custGeom xmlns:a="http://schemas.openxmlformats.org/drawingml/2006/main">
            <a:pathLst>
              <a:path w="1464870" h="307463">
                <a:moveTo>
                  <a:pt x="1464870" y="307463"/>
                </a:moveTo>
                <a:lnTo>
                  <a:pt x="1464870" y="202916"/>
                </a:lnTo>
                <a:cubicBezTo>
                  <a:pt x="1464870" y="202501"/>
                  <a:pt x="1464870" y="202092"/>
                  <a:pt x="1464870" y="201678"/>
                </a:cubicBezTo>
                <a:lnTo>
                  <a:pt x="1463632" y="159047"/>
                </a:lnTo>
                <a:cubicBezTo>
                  <a:pt x="1463552" y="158638"/>
                  <a:pt x="1463552" y="158229"/>
                  <a:pt x="1463552" y="157894"/>
                </a:cubicBezTo>
                <a:lnTo>
                  <a:pt x="1463552" y="41223"/>
                </a:lnTo>
                <a:cubicBezTo>
                  <a:pt x="1463552" y="18468"/>
                  <a:pt x="1445164" y="0"/>
                  <a:pt x="1422324" y="0"/>
                </a:cubicBez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2495">
            <a:solidFill>
              <a:srgbClr val="531B93"/>
            </a:solidFill>
            <a:prstDash val="solid"/>
          </a:ln>
        </p:spPr>
      </p:sp>
      <p:sp>
        <p:nvSpPr>
          <p:cNvPr id="1152" name="path-1073">
            <a:extLst xmlns:a="http://schemas.openxmlformats.org/drawingml/2006/main">
              <a:ext uri="{FF2B5EF4-FFF2-40B4-BE49-F238E27FC236}">
                <a16:creationId xmlns:a16="http://schemas.microsoft.com/office/drawing/2014/main" id="{C9A89EB7-9F15-4D7B-B10F-C9AD438C1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92432" y="4390293"/>
            <a:ext cx="128428" cy="96320"/>
          </a:xfrm>
          <a:custGeom xmlns:a="http://schemas.openxmlformats.org/drawingml/2006/main">
            <a:pathLst>
              <a:path w="112137" h="84102">
                <a:moveTo>
                  <a:pt x="0" y="42051"/>
                </a:moveTo>
                <a:lnTo>
                  <a:pt x="112137" y="84102"/>
                </a:lnTo>
                <a:lnTo>
                  <a:pt x="70086" y="42051"/>
                </a:lnTo>
                <a:lnTo>
                  <a:pt x="112137" y="0"/>
                </a:lnTo>
                <a:lnTo>
                  <a:pt x="0" y="42051"/>
                </a:lnTo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3" name="path-1074">
            <a:extLst xmlns:a="http://schemas.openxmlformats.org/drawingml/2006/main">
              <a:ext uri="{FF2B5EF4-FFF2-40B4-BE49-F238E27FC236}">
                <a16:creationId xmlns:a16="http://schemas.microsoft.com/office/drawing/2014/main" id="{53C76BD8-4206-4386-99E3-779E2DA6D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92431" y="4390277"/>
            <a:ext cx="128432" cy="96316"/>
          </a:xfrm>
          <a:custGeom xmlns:a="http://schemas.openxmlformats.org/drawingml/2006/main">
            <a:pathLst>
              <a:path w="112140" h="84098">
                <a:moveTo>
                  <a:pt x="0" y="42052"/>
                </a:moveTo>
                <a:lnTo>
                  <a:pt x="112140" y="84098"/>
                </a:lnTo>
                <a:lnTo>
                  <a:pt x="70088" y="42052"/>
                </a:lnTo>
                <a:lnTo>
                  <a:pt x="112140" y="0"/>
                </a:lnTo>
                <a:lnTo>
                  <a:pt x="0" y="42052"/>
                </a:lnTo>
              </a:path>
            </a:pathLst>
          </a:custGeom>
          <a:noFill xmlns:a="http://schemas.openxmlformats.org/drawingml/2006/main"/>
          <a:ln xmlns:a="http://schemas.openxmlformats.org/drawingml/2006/main" w="42495">
            <a:solidFill>
              <a:srgbClr val="531B93"/>
            </a:solidFill>
            <a:prstDash val="solid"/>
          </a:ln>
        </p:spPr>
      </p:sp>
      <p:sp>
        <p:nvSpPr>
          <p:cNvPr id="1154" name="path-1075">
            <a:extLst xmlns:a="http://schemas.openxmlformats.org/drawingml/2006/main">
              <a:ext uri="{FF2B5EF4-FFF2-40B4-BE49-F238E27FC236}">
                <a16:creationId xmlns:a16="http://schemas.microsoft.com/office/drawing/2014/main" id="{B02982F9-4924-481E-B02B-42A6C4003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251" y="4765926"/>
            <a:ext cx="864056" cy="1077382"/>
          </a:xfrm>
          <a:custGeom xmlns:a="http://schemas.openxmlformats.org/drawingml/2006/main">
            <a:pathLst>
              <a:path w="754449" h="940714">
                <a:moveTo>
                  <a:pt x="82451" y="0"/>
                </a:moveTo>
                <a:lnTo>
                  <a:pt x="671998" y="0"/>
                </a:lnTo>
                <a:cubicBezTo>
                  <a:pt x="717593" y="0"/>
                  <a:pt x="754449" y="36941"/>
                  <a:pt x="754449" y="82451"/>
                </a:cubicBezTo>
                <a:lnTo>
                  <a:pt x="754449" y="858258"/>
                </a:lnTo>
                <a:cubicBezTo>
                  <a:pt x="754449" y="903773"/>
                  <a:pt x="717593" y="940714"/>
                  <a:pt x="671998" y="940714"/>
                </a:cubicBezTo>
                <a:lnTo>
                  <a:pt x="82451" y="940714"/>
                </a:lnTo>
                <a:cubicBezTo>
                  <a:pt x="36935" y="940714"/>
                  <a:pt x="0" y="903773"/>
                  <a:pt x="0" y="858258"/>
                </a:cubicBezTo>
                <a:lnTo>
                  <a:pt x="0" y="82451"/>
                </a:lnTo>
                <a:cubicBezTo>
                  <a:pt x="0" y="36941"/>
                  <a:pt x="36935" y="0"/>
                  <a:pt x="82451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pic>
        <p:nvPicPr>
          <p:cNvPr id="1155" name="">
            <a:extLst xmlns:a="http://schemas.openxmlformats.org/drawingml/2006/main">
              <a:ext uri="{FF2B5EF4-FFF2-40B4-BE49-F238E27FC236}">
                <a16:creationId xmlns:a16="http://schemas.microsoft.com/office/drawing/2014/main" id="{E531F9D8-9C8B-4009-A37E-9DD88D0FBEB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eeaf86df0374799"/>
          <a:stretch xmlns:a="http://schemas.openxmlformats.org/drawingml/2006/main"/>
        </p:blipFill>
        <p:spPr>
          <a:xfrm xmlns:a="http://schemas.openxmlformats.org/drawingml/2006/main">
            <a:off x="11994217" y="4810786"/>
            <a:ext cx="741799" cy="992701"/>
          </a:xfrm>
          <a:prstGeom xmlns:a="http://schemas.openxmlformats.org/drawingml/2006/main" prst="rect">
            <a:avLst/>
          </a:prstGeom>
        </p:spPr>
      </p:pic>
      <p:sp>
        <p:nvSpPr>
          <p:cNvPr id="1156" name="path-1077">
            <a:extLst xmlns:a="http://schemas.openxmlformats.org/drawingml/2006/main">
              <a:ext uri="{FF2B5EF4-FFF2-40B4-BE49-F238E27FC236}">
                <a16:creationId xmlns:a16="http://schemas.microsoft.com/office/drawing/2014/main" id="{F459DBCC-8404-4030-9BEF-803A30C06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9479" y="5926408"/>
            <a:ext cx="5900910" cy="973886"/>
          </a:xfrm>
          <a:custGeom xmlns:a="http://schemas.openxmlformats.org/drawingml/2006/main">
            <a:pathLst>
              <a:path w="5152369" h="850347">
                <a:moveTo>
                  <a:pt x="5152369" y="285043"/>
                </a:moveTo>
                <a:lnTo>
                  <a:pt x="5152369" y="809119"/>
                </a:lnTo>
                <a:cubicBezTo>
                  <a:pt x="5152369" y="831880"/>
                  <a:pt x="5133901" y="850347"/>
                  <a:pt x="5111140" y="850347"/>
                </a:cubicBezTo>
                <a:lnTo>
                  <a:pt x="41228" y="850347"/>
                </a:lnTo>
                <a:cubicBezTo>
                  <a:pt x="18473" y="850347"/>
                  <a:pt x="0" y="831880"/>
                  <a:pt x="0" y="809119"/>
                </a:cubicBez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2495">
            <a:solidFill>
              <a:srgbClr val="935300"/>
            </a:solidFill>
            <a:prstDash val="dash"/>
          </a:ln>
        </p:spPr>
      </p:sp>
      <p:sp>
        <p:nvSpPr>
          <p:cNvPr id="1157" name="path-1078">
            <a:extLst xmlns:a="http://schemas.openxmlformats.org/drawingml/2006/main">
              <a:ext uri="{FF2B5EF4-FFF2-40B4-BE49-F238E27FC236}">
                <a16:creationId xmlns:a16="http://schemas.microsoft.com/office/drawing/2014/main" id="{04E8C1EC-A159-4A29-AF40-B133570F7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1332" y="5846161"/>
            <a:ext cx="96322" cy="128428"/>
          </a:xfrm>
          <a:custGeom xmlns:a="http://schemas.openxmlformats.org/drawingml/2006/main">
            <a:pathLst>
              <a:path w="84103" h="112137">
                <a:moveTo>
                  <a:pt x="42052" y="0"/>
                </a:moveTo>
                <a:lnTo>
                  <a:pt x="0" y="112137"/>
                </a:lnTo>
                <a:lnTo>
                  <a:pt x="42052" y="70087"/>
                </a:lnTo>
                <a:lnTo>
                  <a:pt x="84103" y="112137"/>
                </a:lnTo>
                <a:lnTo>
                  <a:pt x="42052" y="0"/>
                </a:lnTo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8" name="path-1079">
            <a:extLst xmlns:a="http://schemas.openxmlformats.org/drawingml/2006/main">
              <a:ext uri="{FF2B5EF4-FFF2-40B4-BE49-F238E27FC236}">
                <a16:creationId xmlns:a16="http://schemas.microsoft.com/office/drawing/2014/main" id="{E9863CC3-7C56-49B3-9CAD-4AB61F019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1324" y="5846144"/>
            <a:ext cx="96316" cy="128425"/>
          </a:xfrm>
          <a:custGeom xmlns:a="http://schemas.openxmlformats.org/drawingml/2006/main">
            <a:pathLst>
              <a:path w="84098" h="112134">
                <a:moveTo>
                  <a:pt x="42046" y="0"/>
                </a:moveTo>
                <a:lnTo>
                  <a:pt x="0" y="112134"/>
                </a:lnTo>
                <a:lnTo>
                  <a:pt x="42046" y="70082"/>
                </a:lnTo>
                <a:lnTo>
                  <a:pt x="84098" y="112134"/>
                </a:lnTo>
                <a:lnTo>
                  <a:pt x="42046" y="0"/>
                </a:lnTo>
              </a:path>
            </a:pathLst>
          </a:custGeom>
          <a:noFill xmlns:a="http://schemas.openxmlformats.org/drawingml/2006/main"/>
          <a:ln xmlns:a="http://schemas.openxmlformats.org/drawingml/2006/main" w="42495">
            <a:solidFill>
              <a:srgbClr val="935300"/>
            </a:solidFill>
            <a:prstDash val="solid"/>
          </a:ln>
        </p:spPr>
      </p:sp>
      <p:sp>
        <p:nvSpPr>
          <p:cNvPr id="1159" name="text-1080 …">
            <a:extLst xmlns:a="http://schemas.openxmlformats.org/drawingml/2006/main">
              <a:ext uri="{FF2B5EF4-FFF2-40B4-BE49-F238E27FC236}">
                <a16:creationId xmlns:a16="http://schemas.microsoft.com/office/drawing/2014/main" id="{8B6F766D-276D-419E-A44A-A574469C1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25280" y="5835698"/>
            <a:ext cx="200585" cy="238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60" name="path-1081">
            <a:extLst xmlns:a="http://schemas.openxmlformats.org/drawingml/2006/main">
              <a:ext uri="{FF2B5EF4-FFF2-40B4-BE49-F238E27FC236}">
                <a16:creationId xmlns:a16="http://schemas.microsoft.com/office/drawing/2014/main" id="{62D4AF0E-241C-4F5A-82B2-3273A44AC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0528" y="5304289"/>
            <a:ext cx="324562" cy="191"/>
          </a:xfrm>
          <a:custGeom xmlns:a="http://schemas.openxmlformats.org/drawingml/2006/main">
            <a:pathLst>
              <a:path w="283390" h="191">
                <a:moveTo>
                  <a:pt x="0" y="0"/>
                </a:moveTo>
                <a:lnTo>
                  <a:pt x="283390" y="165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61" name="path-1082">
            <a:extLst xmlns:a="http://schemas.openxmlformats.org/drawingml/2006/main">
              <a:ext uri="{FF2B5EF4-FFF2-40B4-BE49-F238E27FC236}">
                <a16:creationId xmlns:a16="http://schemas.microsoft.com/office/drawing/2014/main" id="{F269A66E-5979-4D15-92A8-EE4AEE545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790" y="5276100"/>
            <a:ext cx="75555" cy="56660"/>
          </a:xfrm>
          <a:custGeom xmlns:a="http://schemas.openxmlformats.org/drawingml/2006/main">
            <a:pathLst>
              <a:path w="65971" h="49472">
                <a:moveTo>
                  <a:pt x="65971" y="24761"/>
                </a:moveTo>
                <a:lnTo>
                  <a:pt x="17" y="0"/>
                </a:lnTo>
                <a:lnTo>
                  <a:pt x="24744" y="24744"/>
                </a:lnTo>
                <a:lnTo>
                  <a:pt x="0" y="49472"/>
                </a:lnTo>
                <a:lnTo>
                  <a:pt x="65971" y="2476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2" name="path-1083">
            <a:extLst xmlns:a="http://schemas.openxmlformats.org/drawingml/2006/main">
              <a:ext uri="{FF2B5EF4-FFF2-40B4-BE49-F238E27FC236}">
                <a16:creationId xmlns:a16="http://schemas.microsoft.com/office/drawing/2014/main" id="{BE197395-7C94-4515-8B78-4648D647CB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759" y="5276147"/>
            <a:ext cx="75542" cy="56662"/>
          </a:xfrm>
          <a:custGeom xmlns:a="http://schemas.openxmlformats.org/drawingml/2006/main">
            <a:pathLst>
              <a:path w="65960" h="49474">
                <a:moveTo>
                  <a:pt x="65960" y="24737"/>
                </a:moveTo>
                <a:lnTo>
                  <a:pt x="85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0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63" name="path-1084">
            <a:extLst xmlns:a="http://schemas.openxmlformats.org/drawingml/2006/main">
              <a:ext uri="{FF2B5EF4-FFF2-40B4-BE49-F238E27FC236}">
                <a16:creationId xmlns:a16="http://schemas.microsoft.com/office/drawing/2014/main" id="{DAC9F2F6-8F09-433B-A411-22936D29F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0528" y="5304666"/>
            <a:ext cx="324562" cy="1098344"/>
          </a:xfrm>
          <a:custGeom xmlns:a="http://schemas.openxmlformats.org/drawingml/2006/main">
            <a:pathLst>
              <a:path w="283390" h="959017">
                <a:moveTo>
                  <a:pt x="0" y="958029"/>
                </a:moveTo>
                <a:lnTo>
                  <a:pt x="52274" y="958029"/>
                </a:lnTo>
                <a:lnTo>
                  <a:pt x="52274" y="959017"/>
                </a:lnTo>
                <a:lnTo>
                  <a:pt x="80140" y="959017"/>
                </a:lnTo>
                <a:cubicBezTo>
                  <a:pt x="95563" y="959017"/>
                  <a:pt x="108011" y="946569"/>
                  <a:pt x="108011" y="931145"/>
                </a:cubicBezTo>
                <a:lnTo>
                  <a:pt x="108011" y="41228"/>
                </a:lnTo>
                <a:cubicBezTo>
                  <a:pt x="108011" y="18468"/>
                  <a:pt x="126479" y="0"/>
                  <a:pt x="149234" y="0"/>
                </a:cubicBezTo>
                <a:lnTo>
                  <a:pt x="28339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64" name="path-1085">
            <a:extLst xmlns:a="http://schemas.openxmlformats.org/drawingml/2006/main">
              <a:ext uri="{FF2B5EF4-FFF2-40B4-BE49-F238E27FC236}">
                <a16:creationId xmlns:a16="http://schemas.microsoft.com/office/drawing/2014/main" id="{FED7F88A-78F2-4A84-9ED9-585926EC5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799" y="5276298"/>
            <a:ext cx="75545" cy="56660"/>
          </a:xfrm>
          <a:custGeom xmlns:a="http://schemas.openxmlformats.org/drawingml/2006/main">
            <a:pathLst>
              <a:path w="65962" h="49472">
                <a:moveTo>
                  <a:pt x="65962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2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5" name="path-1086">
            <a:extLst xmlns:a="http://schemas.openxmlformats.org/drawingml/2006/main">
              <a:ext uri="{FF2B5EF4-FFF2-40B4-BE49-F238E27FC236}">
                <a16:creationId xmlns:a16="http://schemas.microsoft.com/office/drawing/2014/main" id="{EC8DC7CA-015C-4DE6-B99A-E9D4CFAEC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759" y="5276336"/>
            <a:ext cx="75542" cy="56662"/>
          </a:xfrm>
          <a:custGeom xmlns:a="http://schemas.openxmlformats.org/drawingml/2006/main">
            <a:pathLst>
              <a:path w="65960" h="49474">
                <a:moveTo>
                  <a:pt x="65960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0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66" name="text-1087 Representation">
            <a:extLst xmlns:a="http://schemas.openxmlformats.org/drawingml/2006/main">
              <a:ext uri="{FF2B5EF4-FFF2-40B4-BE49-F238E27FC236}">
                <a16:creationId xmlns:a16="http://schemas.microsoft.com/office/drawing/2014/main" id="{31E1F8AB-316E-4DF7-BEB6-BD5CB5F24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43650" y="4142558"/>
            <a:ext cx="1267940" cy="2379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Representation</a:t>
            </a:r>
          </a:p>
        </p:txBody>
      </p:sp>
      <p:sp>
        <p:nvSpPr>
          <p:cNvPr id="1167" name="text-1088 Learning">
            <a:extLst xmlns:a="http://schemas.openxmlformats.org/drawingml/2006/main">
              <a:ext uri="{FF2B5EF4-FFF2-40B4-BE49-F238E27FC236}">
                <a16:creationId xmlns:a16="http://schemas.microsoft.com/office/drawing/2014/main" id="{9A1ADF7B-E1F8-43CB-A1CA-0FAD5F103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03433" y="4337050"/>
            <a:ext cx="748156" cy="2379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8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8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Learning</a:t>
            </a:r>
          </a:p>
        </p:txBody>
      </p:sp>
      <p:sp>
        <p:nvSpPr>
          <p:cNvPr id="1168" name="text-1089 (differentiable)">
            <a:extLst xmlns:a="http://schemas.openxmlformats.org/drawingml/2006/main">
              <a:ext uri="{FF2B5EF4-FFF2-40B4-BE49-F238E27FC236}">
                <a16:creationId xmlns:a16="http://schemas.microsoft.com/office/drawing/2014/main" id="{A255F80F-05EA-4041-83F3-A79936266E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71697" y="4540783"/>
            <a:ext cx="1006678" cy="1984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16" b="1" i="1">
                <a:solidFill>
                  <a:srgbClr val="531B9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16" b="1" i="1">
                <a:solidFill>
                  <a:srgbClr val="531B93"/>
                </a:solidFill>
                <a:latin typeface="Arial"/>
                <a:ea typeface="Arial"/>
                <a:cs typeface="Arial"/>
              </a:defRPr>
            </a:pPr>
            <a:r>
              <a:rPr sz="1116" b="1" i="1">
                <a:solidFill>
                  <a:srgbClr val="531B93"/>
                </a:solidFill>
                <a:latin typeface="Arial"/>
                <a:ea typeface="Arial"/>
                <a:cs typeface="Arial"/>
              </a:rPr>
              <a:t>(differentiable)</a:t>
            </a:r>
          </a:p>
        </p:txBody>
      </p:sp>
      <p:sp>
        <p:nvSpPr>
          <p:cNvPr id="1169" name="path-1090">
            <a:extLst xmlns:a="http://schemas.openxmlformats.org/drawingml/2006/main">
              <a:ext uri="{FF2B5EF4-FFF2-40B4-BE49-F238E27FC236}">
                <a16:creationId xmlns:a16="http://schemas.microsoft.com/office/drawing/2014/main" id="{2DA6777C-59F1-498A-9014-6B7589B6B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19074" y="4811447"/>
            <a:ext cx="340899" cy="1031198"/>
          </a:xfrm>
          <a:custGeom xmlns:a="http://schemas.openxmlformats.org/drawingml/2006/main">
            <a:pathLst>
              <a:path w="297656" h="900389">
                <a:moveTo>
                  <a:pt x="0" y="0"/>
                </a:moveTo>
                <a:lnTo>
                  <a:pt x="0" y="900389"/>
                </a:lnTo>
                <a:lnTo>
                  <a:pt x="297656" y="900389"/>
                </a:lnTo>
                <a:lnTo>
                  <a:pt x="29765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000000"/>
            </a:solidFill>
            <a:prstDash val="dash"/>
          </a:ln>
        </p:spPr>
      </p:sp>
      <p:sp>
        <p:nvSpPr>
          <p:cNvPr id="1170" name="path-1092">
            <a:extLst xmlns:a="http://schemas.openxmlformats.org/drawingml/2006/main">
              <a:ext uri="{FF2B5EF4-FFF2-40B4-BE49-F238E27FC236}">
                <a16:creationId xmlns:a16="http://schemas.microsoft.com/office/drawing/2014/main" id="{70A74668-D336-45D7-A6A1-792D9B8FD9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88776" y="4902775"/>
            <a:ext cx="94608" cy="103855"/>
          </a:xfrm>
          <a:custGeom xmlns:a="http://schemas.openxmlformats.org/drawingml/2006/main">
            <a:pathLst>
              <a:path w="82607" h="90681">
                <a:moveTo>
                  <a:pt x="70381" y="11486"/>
                </a:moveTo>
                <a:cubicBezTo>
                  <a:pt x="63877" y="14049"/>
                  <a:pt x="62102" y="19963"/>
                  <a:pt x="62102" y="22724"/>
                </a:cubicBezTo>
                <a:cubicBezTo>
                  <a:pt x="62102" y="27847"/>
                  <a:pt x="66242" y="30804"/>
                  <a:pt x="70580" y="30804"/>
                </a:cubicBezTo>
                <a:cubicBezTo>
                  <a:pt x="75312" y="30804"/>
                  <a:pt x="82607" y="26864"/>
                  <a:pt x="82607" y="17400"/>
                </a:cubicBezTo>
                <a:cubicBezTo>
                  <a:pt x="82607" y="6901"/>
                  <a:pt x="72156" y="0"/>
                  <a:pt x="54413" y="0"/>
                </a:cubicBezTo>
                <a:cubicBezTo>
                  <a:pt x="48695" y="0"/>
                  <a:pt x="37654" y="397"/>
                  <a:pt x="28587" y="7298"/>
                </a:cubicBezTo>
                <a:cubicBezTo>
                  <a:pt x="19716" y="14049"/>
                  <a:pt x="16560" y="25483"/>
                  <a:pt x="16560" y="30410"/>
                </a:cubicBezTo>
                <a:cubicBezTo>
                  <a:pt x="16560" y="36325"/>
                  <a:pt x="19322" y="41842"/>
                  <a:pt x="23657" y="45388"/>
                </a:cubicBezTo>
                <a:cubicBezTo>
                  <a:pt x="29177" y="49726"/>
                  <a:pt x="32531" y="50316"/>
                  <a:pt x="45936" y="52879"/>
                </a:cubicBezTo>
                <a:cubicBezTo>
                  <a:pt x="51850" y="53863"/>
                  <a:pt x="63679" y="56032"/>
                  <a:pt x="63679" y="64903"/>
                </a:cubicBezTo>
                <a:cubicBezTo>
                  <a:pt x="63679" y="65691"/>
                  <a:pt x="63679" y="83584"/>
                  <a:pt x="34303" y="83584"/>
                </a:cubicBezTo>
                <a:cubicBezTo>
                  <a:pt x="24644" y="83584"/>
                  <a:pt x="17349" y="81635"/>
                  <a:pt x="13011" y="78506"/>
                </a:cubicBezTo>
                <a:cubicBezTo>
                  <a:pt x="19716" y="76536"/>
                  <a:pt x="23855" y="70817"/>
                  <a:pt x="23855" y="64903"/>
                </a:cubicBezTo>
                <a:cubicBezTo>
                  <a:pt x="23855" y="57807"/>
                  <a:pt x="18137" y="55833"/>
                  <a:pt x="14196" y="55833"/>
                </a:cubicBezTo>
                <a:cubicBezTo>
                  <a:pt x="7491" y="55833"/>
                  <a:pt x="0" y="61356"/>
                  <a:pt x="0" y="71211"/>
                </a:cubicBezTo>
                <a:cubicBezTo>
                  <a:pt x="0" y="83978"/>
                  <a:pt x="13802" y="90681"/>
                  <a:pt x="33909" y="90681"/>
                </a:cubicBezTo>
                <a:cubicBezTo>
                  <a:pt x="78861" y="90681"/>
                  <a:pt x="78861" y="57018"/>
                  <a:pt x="78861" y="56820"/>
                </a:cubicBezTo>
                <a:cubicBezTo>
                  <a:pt x="78861" y="50120"/>
                  <a:pt x="75507" y="44799"/>
                  <a:pt x="70974" y="40858"/>
                </a:cubicBezTo>
                <a:cubicBezTo>
                  <a:pt x="64861" y="35536"/>
                  <a:pt x="57370" y="34156"/>
                  <a:pt x="50469" y="32973"/>
                </a:cubicBezTo>
                <a:cubicBezTo>
                  <a:pt x="39628" y="31003"/>
                  <a:pt x="31939" y="29622"/>
                  <a:pt x="31939" y="22327"/>
                </a:cubicBezTo>
                <a:cubicBezTo>
                  <a:pt x="31939" y="21933"/>
                  <a:pt x="31939" y="7099"/>
                  <a:pt x="54019" y="7099"/>
                </a:cubicBezTo>
                <a:cubicBezTo>
                  <a:pt x="57963" y="7099"/>
                  <a:pt x="65059" y="7497"/>
                  <a:pt x="70381" y="1148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1" name="path-1093">
            <a:extLst xmlns:a="http://schemas.openxmlformats.org/drawingml/2006/main">
              <a:ext uri="{FF2B5EF4-FFF2-40B4-BE49-F238E27FC236}">
                <a16:creationId xmlns:a16="http://schemas.microsoft.com/office/drawing/2014/main" id="{5171E6B8-797F-49FC-A3B3-70E3A17E7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13094" y="4933793"/>
            <a:ext cx="57531" cy="104957"/>
          </a:xfrm>
          <a:custGeom xmlns:a="http://schemas.openxmlformats.org/drawingml/2006/main">
            <a:pathLst>
              <a:path w="50233" h="91643">
                <a:moveTo>
                  <a:pt x="31189" y="3856"/>
                </a:moveTo>
                <a:cubicBezTo>
                  <a:pt x="31189" y="139"/>
                  <a:pt x="30913" y="0"/>
                  <a:pt x="27049" y="0"/>
                </a:cubicBezTo>
                <a:cubicBezTo>
                  <a:pt x="18217" y="8642"/>
                  <a:pt x="5658" y="8779"/>
                  <a:pt x="0" y="8779"/>
                </a:cubicBezTo>
                <a:lnTo>
                  <a:pt x="0" y="13746"/>
                </a:lnTo>
                <a:cubicBezTo>
                  <a:pt x="3312" y="13746"/>
                  <a:pt x="12420" y="13746"/>
                  <a:pt x="20011" y="9882"/>
                </a:cubicBezTo>
                <a:lnTo>
                  <a:pt x="20011" y="80322"/>
                </a:lnTo>
                <a:cubicBezTo>
                  <a:pt x="20011" y="84881"/>
                  <a:pt x="20011" y="86676"/>
                  <a:pt x="6210" y="86676"/>
                </a:cubicBezTo>
                <a:lnTo>
                  <a:pt x="967" y="86676"/>
                </a:lnTo>
                <a:lnTo>
                  <a:pt x="967" y="91643"/>
                </a:lnTo>
                <a:cubicBezTo>
                  <a:pt x="3449" y="91506"/>
                  <a:pt x="20424" y="91091"/>
                  <a:pt x="25530" y="91091"/>
                </a:cubicBezTo>
                <a:cubicBezTo>
                  <a:pt x="29809" y="91091"/>
                  <a:pt x="47197" y="91506"/>
                  <a:pt x="50233" y="91643"/>
                </a:cubicBezTo>
                <a:lnTo>
                  <a:pt x="50233" y="86676"/>
                </a:lnTo>
                <a:lnTo>
                  <a:pt x="44990" y="86676"/>
                </a:lnTo>
                <a:cubicBezTo>
                  <a:pt x="31189" y="86676"/>
                  <a:pt x="31189" y="84881"/>
                  <a:pt x="31189" y="80322"/>
                </a:cubicBezTo>
                <a:lnTo>
                  <a:pt x="31189" y="385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2" name="path-1095">
            <a:extLst xmlns:a="http://schemas.openxmlformats.org/drawingml/2006/main">
              <a:ext uri="{FF2B5EF4-FFF2-40B4-BE49-F238E27FC236}">
                <a16:creationId xmlns:a16="http://schemas.microsoft.com/office/drawing/2014/main" id="{951B3ADA-ABCB-4D06-A024-FF286401A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84054" y="5162465"/>
            <a:ext cx="94608" cy="103855"/>
          </a:xfrm>
          <a:custGeom xmlns:a="http://schemas.openxmlformats.org/drawingml/2006/main">
            <a:pathLst>
              <a:path w="82607" h="90681">
                <a:moveTo>
                  <a:pt x="70381" y="11486"/>
                </a:moveTo>
                <a:cubicBezTo>
                  <a:pt x="63877" y="14049"/>
                  <a:pt x="62102" y="19963"/>
                  <a:pt x="62102" y="22724"/>
                </a:cubicBezTo>
                <a:cubicBezTo>
                  <a:pt x="62102" y="27847"/>
                  <a:pt x="66242" y="30804"/>
                  <a:pt x="70580" y="30804"/>
                </a:cubicBezTo>
                <a:cubicBezTo>
                  <a:pt x="75312" y="30804"/>
                  <a:pt x="82607" y="26864"/>
                  <a:pt x="82607" y="17400"/>
                </a:cubicBezTo>
                <a:cubicBezTo>
                  <a:pt x="82607" y="6901"/>
                  <a:pt x="72156" y="0"/>
                  <a:pt x="54413" y="0"/>
                </a:cubicBezTo>
                <a:cubicBezTo>
                  <a:pt x="48695" y="0"/>
                  <a:pt x="37654" y="397"/>
                  <a:pt x="28587" y="7298"/>
                </a:cubicBezTo>
                <a:cubicBezTo>
                  <a:pt x="19716" y="14049"/>
                  <a:pt x="16560" y="25483"/>
                  <a:pt x="16560" y="30410"/>
                </a:cubicBezTo>
                <a:cubicBezTo>
                  <a:pt x="16560" y="36325"/>
                  <a:pt x="19322" y="41842"/>
                  <a:pt x="23657" y="45388"/>
                </a:cubicBezTo>
                <a:cubicBezTo>
                  <a:pt x="29177" y="49726"/>
                  <a:pt x="32531" y="50316"/>
                  <a:pt x="45936" y="52879"/>
                </a:cubicBezTo>
                <a:cubicBezTo>
                  <a:pt x="51850" y="53863"/>
                  <a:pt x="63679" y="56032"/>
                  <a:pt x="63679" y="64903"/>
                </a:cubicBezTo>
                <a:cubicBezTo>
                  <a:pt x="63679" y="65691"/>
                  <a:pt x="63679" y="83584"/>
                  <a:pt x="34303" y="83584"/>
                </a:cubicBezTo>
                <a:cubicBezTo>
                  <a:pt x="24644" y="83584"/>
                  <a:pt x="17349" y="81635"/>
                  <a:pt x="13011" y="78506"/>
                </a:cubicBezTo>
                <a:cubicBezTo>
                  <a:pt x="19716" y="76536"/>
                  <a:pt x="23855" y="70817"/>
                  <a:pt x="23855" y="64903"/>
                </a:cubicBezTo>
                <a:cubicBezTo>
                  <a:pt x="23855" y="57807"/>
                  <a:pt x="18137" y="55833"/>
                  <a:pt x="14196" y="55833"/>
                </a:cubicBezTo>
                <a:cubicBezTo>
                  <a:pt x="7491" y="55833"/>
                  <a:pt x="0" y="61356"/>
                  <a:pt x="0" y="71211"/>
                </a:cubicBezTo>
                <a:cubicBezTo>
                  <a:pt x="0" y="83978"/>
                  <a:pt x="13802" y="90681"/>
                  <a:pt x="33909" y="90681"/>
                </a:cubicBezTo>
                <a:cubicBezTo>
                  <a:pt x="78861" y="90681"/>
                  <a:pt x="78861" y="57018"/>
                  <a:pt x="78861" y="56820"/>
                </a:cubicBezTo>
                <a:cubicBezTo>
                  <a:pt x="78861" y="50120"/>
                  <a:pt x="75507" y="44799"/>
                  <a:pt x="70974" y="40858"/>
                </a:cubicBezTo>
                <a:cubicBezTo>
                  <a:pt x="64861" y="35536"/>
                  <a:pt x="57370" y="34156"/>
                  <a:pt x="50469" y="32973"/>
                </a:cubicBezTo>
                <a:cubicBezTo>
                  <a:pt x="39628" y="31003"/>
                  <a:pt x="31939" y="29622"/>
                  <a:pt x="31939" y="22327"/>
                </a:cubicBezTo>
                <a:cubicBezTo>
                  <a:pt x="31939" y="21933"/>
                  <a:pt x="31939" y="7099"/>
                  <a:pt x="54019" y="7099"/>
                </a:cubicBezTo>
                <a:cubicBezTo>
                  <a:pt x="57963" y="7099"/>
                  <a:pt x="65059" y="7497"/>
                  <a:pt x="70381" y="1148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3" name="path-1096">
            <a:extLst xmlns:a="http://schemas.openxmlformats.org/drawingml/2006/main">
              <a:ext uri="{FF2B5EF4-FFF2-40B4-BE49-F238E27FC236}">
                <a16:creationId xmlns:a16="http://schemas.microsoft.com/office/drawing/2014/main" id="{C72CCC9D-8C21-4A02-BBF6-EB7B5A616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01101" y="5193482"/>
            <a:ext cx="69860" cy="104957"/>
          </a:xfrm>
          <a:custGeom xmlns:a="http://schemas.openxmlformats.org/drawingml/2006/main">
            <a:pathLst>
              <a:path w="60998" h="91643">
                <a:moveTo>
                  <a:pt x="60998" y="66521"/>
                </a:moveTo>
                <a:lnTo>
                  <a:pt x="56306" y="66521"/>
                </a:lnTo>
                <a:cubicBezTo>
                  <a:pt x="55891" y="69560"/>
                  <a:pt x="54512" y="77705"/>
                  <a:pt x="52718" y="79086"/>
                </a:cubicBezTo>
                <a:cubicBezTo>
                  <a:pt x="51615" y="79914"/>
                  <a:pt x="40989" y="79914"/>
                  <a:pt x="39056" y="79914"/>
                </a:cubicBezTo>
                <a:lnTo>
                  <a:pt x="13662" y="79914"/>
                </a:lnTo>
                <a:cubicBezTo>
                  <a:pt x="28154" y="67073"/>
                  <a:pt x="32983" y="63209"/>
                  <a:pt x="41265" y="56719"/>
                </a:cubicBezTo>
                <a:cubicBezTo>
                  <a:pt x="51476" y="48574"/>
                  <a:pt x="60998" y="40014"/>
                  <a:pt x="60998" y="26899"/>
                </a:cubicBezTo>
                <a:cubicBezTo>
                  <a:pt x="60998" y="10209"/>
                  <a:pt x="46369" y="0"/>
                  <a:pt x="28706" y="0"/>
                </a:cubicBezTo>
                <a:cubicBezTo>
                  <a:pt x="11592" y="0"/>
                  <a:pt x="0" y="12001"/>
                  <a:pt x="0" y="24690"/>
                </a:cubicBezTo>
                <a:cubicBezTo>
                  <a:pt x="0" y="31730"/>
                  <a:pt x="5934" y="32418"/>
                  <a:pt x="7315" y="32418"/>
                </a:cubicBezTo>
                <a:cubicBezTo>
                  <a:pt x="10628" y="32418"/>
                  <a:pt x="14629" y="30073"/>
                  <a:pt x="14629" y="25105"/>
                </a:cubicBezTo>
                <a:cubicBezTo>
                  <a:pt x="14629" y="22620"/>
                  <a:pt x="13662" y="17790"/>
                  <a:pt x="6486" y="17790"/>
                </a:cubicBezTo>
                <a:cubicBezTo>
                  <a:pt x="10765" y="8002"/>
                  <a:pt x="20150" y="4970"/>
                  <a:pt x="26636" y="4970"/>
                </a:cubicBezTo>
                <a:cubicBezTo>
                  <a:pt x="40435" y="4970"/>
                  <a:pt x="47611" y="15722"/>
                  <a:pt x="47611" y="26899"/>
                </a:cubicBezTo>
                <a:cubicBezTo>
                  <a:pt x="47611" y="38908"/>
                  <a:pt x="39056" y="48435"/>
                  <a:pt x="34640" y="53404"/>
                </a:cubicBezTo>
                <a:lnTo>
                  <a:pt x="1381" y="86263"/>
                </a:lnTo>
                <a:cubicBezTo>
                  <a:pt x="0" y="87503"/>
                  <a:pt x="0" y="87779"/>
                  <a:pt x="0" y="91643"/>
                </a:cubicBezTo>
                <a:lnTo>
                  <a:pt x="56858" y="91643"/>
                </a:lnTo>
                <a:lnTo>
                  <a:pt x="60998" y="665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4" name="path-1098">
            <a:extLst xmlns:a="http://schemas.openxmlformats.org/drawingml/2006/main">
              <a:ext uri="{FF2B5EF4-FFF2-40B4-BE49-F238E27FC236}">
                <a16:creationId xmlns:a16="http://schemas.microsoft.com/office/drawing/2014/main" id="{2A0B6B19-BF32-4B49-B937-6D41B62B2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80623" y="5606148"/>
            <a:ext cx="94608" cy="103855"/>
          </a:xfrm>
          <a:custGeom xmlns:a="http://schemas.openxmlformats.org/drawingml/2006/main">
            <a:pathLst>
              <a:path w="82607" h="90681">
                <a:moveTo>
                  <a:pt x="70381" y="11486"/>
                </a:moveTo>
                <a:cubicBezTo>
                  <a:pt x="63877" y="14049"/>
                  <a:pt x="62102" y="19963"/>
                  <a:pt x="62102" y="22724"/>
                </a:cubicBezTo>
                <a:cubicBezTo>
                  <a:pt x="62102" y="27847"/>
                  <a:pt x="66242" y="30804"/>
                  <a:pt x="70580" y="30804"/>
                </a:cubicBezTo>
                <a:cubicBezTo>
                  <a:pt x="75312" y="30804"/>
                  <a:pt x="82607" y="26864"/>
                  <a:pt x="82607" y="17400"/>
                </a:cubicBezTo>
                <a:cubicBezTo>
                  <a:pt x="82607" y="6901"/>
                  <a:pt x="72156" y="0"/>
                  <a:pt x="54413" y="0"/>
                </a:cubicBezTo>
                <a:cubicBezTo>
                  <a:pt x="48695" y="0"/>
                  <a:pt x="37654" y="397"/>
                  <a:pt x="28587" y="7298"/>
                </a:cubicBezTo>
                <a:cubicBezTo>
                  <a:pt x="19716" y="14049"/>
                  <a:pt x="16560" y="25483"/>
                  <a:pt x="16560" y="30410"/>
                </a:cubicBezTo>
                <a:cubicBezTo>
                  <a:pt x="16560" y="36325"/>
                  <a:pt x="19322" y="41842"/>
                  <a:pt x="23657" y="45388"/>
                </a:cubicBezTo>
                <a:cubicBezTo>
                  <a:pt x="29177" y="49726"/>
                  <a:pt x="32531" y="50316"/>
                  <a:pt x="45936" y="52879"/>
                </a:cubicBezTo>
                <a:cubicBezTo>
                  <a:pt x="51850" y="53863"/>
                  <a:pt x="63679" y="56032"/>
                  <a:pt x="63679" y="64903"/>
                </a:cubicBezTo>
                <a:cubicBezTo>
                  <a:pt x="63679" y="65691"/>
                  <a:pt x="63679" y="83584"/>
                  <a:pt x="34303" y="83584"/>
                </a:cubicBezTo>
                <a:cubicBezTo>
                  <a:pt x="24644" y="83584"/>
                  <a:pt x="17349" y="81635"/>
                  <a:pt x="13011" y="78506"/>
                </a:cubicBezTo>
                <a:cubicBezTo>
                  <a:pt x="19716" y="76536"/>
                  <a:pt x="23855" y="70817"/>
                  <a:pt x="23855" y="64903"/>
                </a:cubicBezTo>
                <a:cubicBezTo>
                  <a:pt x="23855" y="57807"/>
                  <a:pt x="18137" y="55833"/>
                  <a:pt x="14196" y="55833"/>
                </a:cubicBezTo>
                <a:cubicBezTo>
                  <a:pt x="7491" y="55833"/>
                  <a:pt x="0" y="61356"/>
                  <a:pt x="0" y="71211"/>
                </a:cubicBezTo>
                <a:cubicBezTo>
                  <a:pt x="0" y="83978"/>
                  <a:pt x="13802" y="90681"/>
                  <a:pt x="33909" y="90681"/>
                </a:cubicBezTo>
                <a:cubicBezTo>
                  <a:pt x="78861" y="90681"/>
                  <a:pt x="78861" y="57018"/>
                  <a:pt x="78861" y="56820"/>
                </a:cubicBezTo>
                <a:cubicBezTo>
                  <a:pt x="78861" y="50120"/>
                  <a:pt x="75507" y="44799"/>
                  <a:pt x="70974" y="40858"/>
                </a:cubicBezTo>
                <a:cubicBezTo>
                  <a:pt x="64861" y="35536"/>
                  <a:pt x="57370" y="34156"/>
                  <a:pt x="50469" y="32973"/>
                </a:cubicBezTo>
                <a:cubicBezTo>
                  <a:pt x="39628" y="31003"/>
                  <a:pt x="31939" y="29622"/>
                  <a:pt x="31939" y="22327"/>
                </a:cubicBezTo>
                <a:cubicBezTo>
                  <a:pt x="31939" y="21933"/>
                  <a:pt x="31939" y="7099"/>
                  <a:pt x="54019" y="7099"/>
                </a:cubicBezTo>
                <a:cubicBezTo>
                  <a:pt x="57963" y="7099"/>
                  <a:pt x="65059" y="7497"/>
                  <a:pt x="70381" y="1148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5" name="path-1099">
            <a:extLst xmlns:a="http://schemas.openxmlformats.org/drawingml/2006/main">
              <a:ext uri="{FF2B5EF4-FFF2-40B4-BE49-F238E27FC236}">
                <a16:creationId xmlns:a16="http://schemas.microsoft.com/office/drawing/2014/main" id="{466C42F9-2A5F-4CD6-A02B-6D52E7B08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94489" y="5635339"/>
            <a:ext cx="118065" cy="106783"/>
          </a:xfrm>
          <a:custGeom xmlns:a="http://schemas.openxmlformats.org/drawingml/2006/main">
            <a:pathLst>
              <a:path w="103088" h="93237">
                <a:moveTo>
                  <a:pt x="61135" y="9796"/>
                </a:moveTo>
                <a:cubicBezTo>
                  <a:pt x="62101" y="5797"/>
                  <a:pt x="62377" y="5382"/>
                  <a:pt x="65414" y="5106"/>
                </a:cubicBezTo>
                <a:cubicBezTo>
                  <a:pt x="66102" y="4970"/>
                  <a:pt x="70933" y="4970"/>
                  <a:pt x="73694" y="4970"/>
                </a:cubicBezTo>
                <a:cubicBezTo>
                  <a:pt x="82112" y="4970"/>
                  <a:pt x="85699" y="4970"/>
                  <a:pt x="89150" y="6073"/>
                </a:cubicBezTo>
                <a:cubicBezTo>
                  <a:pt x="95360" y="8004"/>
                  <a:pt x="95636" y="12003"/>
                  <a:pt x="95636" y="16968"/>
                </a:cubicBezTo>
                <a:cubicBezTo>
                  <a:pt x="95636" y="19175"/>
                  <a:pt x="95636" y="20967"/>
                  <a:pt x="94669" y="28139"/>
                </a:cubicBezTo>
                <a:lnTo>
                  <a:pt x="94393" y="29656"/>
                </a:lnTo>
                <a:cubicBezTo>
                  <a:pt x="94393" y="31035"/>
                  <a:pt x="95360" y="31726"/>
                  <a:pt x="96739" y="31726"/>
                </a:cubicBezTo>
                <a:cubicBezTo>
                  <a:pt x="98809" y="31726"/>
                  <a:pt x="99085" y="30483"/>
                  <a:pt x="99363" y="28276"/>
                </a:cubicBezTo>
                <a:lnTo>
                  <a:pt x="103088" y="1933"/>
                </a:lnTo>
                <a:cubicBezTo>
                  <a:pt x="103088" y="0"/>
                  <a:pt x="101433" y="0"/>
                  <a:pt x="98948" y="0"/>
                </a:cubicBezTo>
                <a:lnTo>
                  <a:pt x="14075" y="0"/>
                </a:lnTo>
                <a:cubicBezTo>
                  <a:pt x="10626" y="0"/>
                  <a:pt x="10350" y="0"/>
                  <a:pt x="9383" y="2900"/>
                </a:cubicBezTo>
                <a:lnTo>
                  <a:pt x="689" y="27312"/>
                </a:lnTo>
                <a:cubicBezTo>
                  <a:pt x="552" y="27864"/>
                  <a:pt x="0" y="29104"/>
                  <a:pt x="0" y="29795"/>
                </a:cubicBezTo>
                <a:cubicBezTo>
                  <a:pt x="0" y="30346"/>
                  <a:pt x="276" y="31726"/>
                  <a:pt x="2346" y="31726"/>
                </a:cubicBezTo>
                <a:cubicBezTo>
                  <a:pt x="4140" y="31726"/>
                  <a:pt x="4416" y="31035"/>
                  <a:pt x="5243" y="28415"/>
                </a:cubicBezTo>
                <a:cubicBezTo>
                  <a:pt x="13247" y="6349"/>
                  <a:pt x="17802" y="4970"/>
                  <a:pt x="38778" y="4970"/>
                </a:cubicBezTo>
                <a:lnTo>
                  <a:pt x="44575" y="4970"/>
                </a:lnTo>
                <a:cubicBezTo>
                  <a:pt x="48715" y="4970"/>
                  <a:pt x="48852" y="5106"/>
                  <a:pt x="48852" y="6349"/>
                </a:cubicBezTo>
                <a:cubicBezTo>
                  <a:pt x="48852" y="6486"/>
                  <a:pt x="48852" y="7176"/>
                  <a:pt x="48300" y="9244"/>
                </a:cubicBezTo>
                <a:lnTo>
                  <a:pt x="30083" y="81788"/>
                </a:lnTo>
                <a:cubicBezTo>
                  <a:pt x="28843" y="86890"/>
                  <a:pt x="28428" y="88270"/>
                  <a:pt x="13938" y="88270"/>
                </a:cubicBezTo>
                <a:cubicBezTo>
                  <a:pt x="8968" y="88270"/>
                  <a:pt x="7728" y="88270"/>
                  <a:pt x="7728" y="91306"/>
                </a:cubicBezTo>
                <a:cubicBezTo>
                  <a:pt x="7728" y="91721"/>
                  <a:pt x="8004" y="93237"/>
                  <a:pt x="10074" y="93237"/>
                </a:cubicBezTo>
                <a:cubicBezTo>
                  <a:pt x="13938" y="93237"/>
                  <a:pt x="18078" y="92824"/>
                  <a:pt x="21942" y="92824"/>
                </a:cubicBezTo>
                <a:cubicBezTo>
                  <a:pt x="25806" y="92824"/>
                  <a:pt x="29946" y="92685"/>
                  <a:pt x="33810" y="92685"/>
                </a:cubicBezTo>
                <a:cubicBezTo>
                  <a:pt x="37674" y="92685"/>
                  <a:pt x="42366" y="92685"/>
                  <a:pt x="46230" y="92824"/>
                </a:cubicBezTo>
                <a:cubicBezTo>
                  <a:pt x="49957" y="92961"/>
                  <a:pt x="54097" y="93237"/>
                  <a:pt x="57822" y="93237"/>
                </a:cubicBezTo>
                <a:cubicBezTo>
                  <a:pt x="58926" y="93237"/>
                  <a:pt x="60998" y="93237"/>
                  <a:pt x="60998" y="90203"/>
                </a:cubicBezTo>
                <a:cubicBezTo>
                  <a:pt x="60998" y="88270"/>
                  <a:pt x="59616" y="88270"/>
                  <a:pt x="55340" y="88270"/>
                </a:cubicBezTo>
                <a:cubicBezTo>
                  <a:pt x="52716" y="88270"/>
                  <a:pt x="49957" y="88133"/>
                  <a:pt x="47334" y="87994"/>
                </a:cubicBezTo>
                <a:cubicBezTo>
                  <a:pt x="42642" y="87581"/>
                  <a:pt x="42366" y="87029"/>
                  <a:pt x="42366" y="85374"/>
                </a:cubicBezTo>
                <a:cubicBezTo>
                  <a:pt x="42366" y="84408"/>
                  <a:pt x="42366" y="84132"/>
                  <a:pt x="42918" y="82201"/>
                </a:cubicBezTo>
                <a:lnTo>
                  <a:pt x="61135" y="979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6" name="text-1100 …">
            <a:extLst xmlns:a="http://schemas.openxmlformats.org/drawingml/2006/main">
              <a:ext uri="{FF2B5EF4-FFF2-40B4-BE49-F238E27FC236}">
                <a16:creationId xmlns:a16="http://schemas.microsoft.com/office/drawing/2014/main" id="{66F6B832-B3D5-489A-B343-6BBF76EEB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400000">
            <a:off x="13523529" y="5347411"/>
            <a:ext cx="200584" cy="2380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177" name="text-1101 Task">
            <a:extLst xmlns:a="http://schemas.openxmlformats.org/drawingml/2006/main">
              <a:ext uri="{FF2B5EF4-FFF2-40B4-BE49-F238E27FC236}">
                <a16:creationId xmlns:a16="http://schemas.microsoft.com/office/drawing/2014/main" id="{99744943-403C-45A0-B92B-9B5E38BBB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14491" y="5855741"/>
            <a:ext cx="337883" cy="2115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Task</a:t>
            </a:r>
          </a:p>
        </p:txBody>
      </p:sp>
      <p:sp>
        <p:nvSpPr>
          <p:cNvPr id="1178" name="text-1101 Loss">
            <a:extLst xmlns:a="http://schemas.openxmlformats.org/drawingml/2006/main">
              <a:ext uri="{FF2B5EF4-FFF2-40B4-BE49-F238E27FC236}">
                <a16:creationId xmlns:a16="http://schemas.microsoft.com/office/drawing/2014/main" id="{97E6E71B-E66C-4AD8-BAB6-D6FED9D23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67143" y="5855738"/>
            <a:ext cx="346370" cy="2115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Loss</a:t>
            </a:r>
          </a:p>
        </p:txBody>
      </p:sp>
      <p:sp>
        <p:nvSpPr>
          <p:cNvPr id="1179" name="text-1102 at">
            <a:extLst xmlns:a="http://schemas.openxmlformats.org/drawingml/2006/main">
              <a:ext uri="{FF2B5EF4-FFF2-40B4-BE49-F238E27FC236}">
                <a16:creationId xmlns:a16="http://schemas.microsoft.com/office/drawing/2014/main" id="{F296FAD9-4942-4876-8818-E3AFCD7DA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17792" y="6021305"/>
            <a:ext cx="153219" cy="2115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at</a:t>
            </a:r>
          </a:p>
        </p:txBody>
      </p:sp>
      <p:sp>
        <p:nvSpPr>
          <p:cNvPr id="1180" name="text-1102 Each">
            <a:extLst xmlns:a="http://schemas.openxmlformats.org/drawingml/2006/main">
              <a:ext uri="{FF2B5EF4-FFF2-40B4-BE49-F238E27FC236}">
                <a16:creationId xmlns:a16="http://schemas.microsoft.com/office/drawing/2014/main" id="{8F15074A-13B3-4EE2-86C6-9F874B90F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85780" y="6021284"/>
            <a:ext cx="371593" cy="2115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Each</a:t>
            </a:r>
          </a:p>
        </p:txBody>
      </p:sp>
      <p:sp>
        <p:nvSpPr>
          <p:cNvPr id="1181" name="text-1102 Step">
            <a:extLst xmlns:a="http://schemas.openxmlformats.org/drawingml/2006/main">
              <a:ext uri="{FF2B5EF4-FFF2-40B4-BE49-F238E27FC236}">
                <a16:creationId xmlns:a16="http://schemas.microsoft.com/office/drawing/2014/main" id="{92021604-79AF-45D5-AE46-4110FC5F7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72154" y="6021253"/>
            <a:ext cx="338033" cy="2116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Step</a:t>
            </a:r>
          </a:p>
        </p:txBody>
      </p:sp>
      <p:sp>
        <p:nvSpPr>
          <p:cNvPr id="1182" name="path-1103">
            <a:extLst xmlns:a="http://schemas.openxmlformats.org/drawingml/2006/main">
              <a:ext uri="{FF2B5EF4-FFF2-40B4-BE49-F238E27FC236}">
                <a16:creationId xmlns:a16="http://schemas.microsoft.com/office/drawing/2014/main" id="{39448405-0517-4A5C-9162-0EA4BB5A4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61960" y="5299945"/>
            <a:ext cx="661975" cy="191"/>
          </a:xfrm>
          <a:custGeom xmlns:a="http://schemas.openxmlformats.org/drawingml/2006/main">
            <a:pathLst>
              <a:path w="578002" h="191">
                <a:moveTo>
                  <a:pt x="0" y="0"/>
                </a:moveTo>
                <a:lnTo>
                  <a:pt x="578002" y="0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83" name="path-1104">
            <a:extLst xmlns:a="http://schemas.openxmlformats.org/drawingml/2006/main">
              <a:ext uri="{FF2B5EF4-FFF2-40B4-BE49-F238E27FC236}">
                <a16:creationId xmlns:a16="http://schemas.microsoft.com/office/drawing/2014/main" id="{DD8F9C7E-5894-407D-9302-98C2E37AF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5607" y="5271576"/>
            <a:ext cx="75546" cy="56660"/>
          </a:xfrm>
          <a:custGeom xmlns:a="http://schemas.openxmlformats.org/drawingml/2006/main">
            <a:pathLst>
              <a:path w="65963" h="49472">
                <a:moveTo>
                  <a:pt x="65963" y="24736"/>
                </a:moveTo>
                <a:lnTo>
                  <a:pt x="0" y="0"/>
                </a:lnTo>
                <a:lnTo>
                  <a:pt x="24736" y="24736"/>
                </a:lnTo>
                <a:lnTo>
                  <a:pt x="0" y="49472"/>
                </a:lnTo>
                <a:lnTo>
                  <a:pt x="65963" y="24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4" name="path-1105">
            <a:extLst xmlns:a="http://schemas.openxmlformats.org/drawingml/2006/main">
              <a:ext uri="{FF2B5EF4-FFF2-40B4-BE49-F238E27FC236}">
                <a16:creationId xmlns:a16="http://schemas.microsoft.com/office/drawing/2014/main" id="{43EE67A2-3512-4432-910B-16EB21652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5604" y="5271614"/>
            <a:ext cx="75549" cy="56662"/>
          </a:xfrm>
          <a:custGeom xmlns:a="http://schemas.openxmlformats.org/drawingml/2006/main">
            <a:pathLst>
              <a:path w="65965" h="49474">
                <a:moveTo>
                  <a:pt x="65965" y="24737"/>
                </a:moveTo>
                <a:lnTo>
                  <a:pt x="0" y="0"/>
                </a:lnTo>
                <a:lnTo>
                  <a:pt x="24737" y="24737"/>
                </a:lnTo>
                <a:lnTo>
                  <a:pt x="0" y="49474"/>
                </a:lnTo>
                <a:lnTo>
                  <a:pt x="65965" y="2473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185" name="text-1106 Vision">
            <a:extLst xmlns:a="http://schemas.openxmlformats.org/drawingml/2006/main">
              <a:ext uri="{FF2B5EF4-FFF2-40B4-BE49-F238E27FC236}">
                <a16:creationId xmlns:a16="http://schemas.microsoft.com/office/drawing/2014/main" id="{14FDB04E-E6F3-414A-AEDA-EA41635C2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57388" y="5855745"/>
            <a:ext cx="436002" cy="211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Vision</a:t>
            </a:r>
          </a:p>
        </p:txBody>
      </p:sp>
      <p:sp>
        <p:nvSpPr>
          <p:cNvPr id="1186" name="text-1106 Representation">
            <a:extLst xmlns:a="http://schemas.openxmlformats.org/drawingml/2006/main">
              <a:ext uri="{FF2B5EF4-FFF2-40B4-BE49-F238E27FC236}">
                <a16:creationId xmlns:a16="http://schemas.microsoft.com/office/drawing/2014/main" id="{88C6CED8-6049-4A43-B9B9-6A113F1B61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08170" y="5855730"/>
            <a:ext cx="1052017" cy="2115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Representation</a:t>
            </a:r>
          </a:p>
        </p:txBody>
      </p:sp>
      <p:sp>
        <p:nvSpPr>
          <p:cNvPr id="1187" name="text-1107 at">
            <a:extLst xmlns:a="http://schemas.openxmlformats.org/drawingml/2006/main">
              <a:ext uri="{FF2B5EF4-FFF2-40B4-BE49-F238E27FC236}">
                <a16:creationId xmlns:a16="http://schemas.microsoft.com/office/drawing/2014/main" id="{EA19CF54-DDA3-44FA-8165-E746B9D4AB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62497" y="6021305"/>
            <a:ext cx="153219" cy="2115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at</a:t>
            </a:r>
          </a:p>
        </p:txBody>
      </p:sp>
      <p:sp>
        <p:nvSpPr>
          <p:cNvPr id="1188" name="text-1107 Each">
            <a:extLst xmlns:a="http://schemas.openxmlformats.org/drawingml/2006/main">
              <a:ext uri="{FF2B5EF4-FFF2-40B4-BE49-F238E27FC236}">
                <a16:creationId xmlns:a16="http://schemas.microsoft.com/office/drawing/2014/main" id="{C87CD378-1AB5-455C-A2B4-0D2A08862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30485" y="6021283"/>
            <a:ext cx="371594" cy="2115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Each</a:t>
            </a:r>
          </a:p>
        </p:txBody>
      </p:sp>
      <p:sp>
        <p:nvSpPr>
          <p:cNvPr id="1189" name="text-1107 Step">
            <a:extLst xmlns:a="http://schemas.openxmlformats.org/drawingml/2006/main">
              <a:ext uri="{FF2B5EF4-FFF2-40B4-BE49-F238E27FC236}">
                <a16:creationId xmlns:a16="http://schemas.microsoft.com/office/drawing/2014/main" id="{EF56754D-AFFA-4F4C-B55D-2A00090A2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16859" y="6021252"/>
            <a:ext cx="338033" cy="2116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Step</a:t>
            </a:r>
          </a:p>
        </p:txBody>
      </p:sp>
      <p:sp>
        <p:nvSpPr>
          <p:cNvPr id="1190" name="path-1108">
            <a:extLst xmlns:a="http://schemas.openxmlformats.org/drawingml/2006/main">
              <a:ext uri="{FF2B5EF4-FFF2-40B4-BE49-F238E27FC236}">
                <a16:creationId xmlns:a16="http://schemas.microsoft.com/office/drawing/2014/main" id="{6B9FF0C2-5C3F-42C0-8E02-55CA4D9CE7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74143" y="6954659"/>
            <a:ext cx="5330722" cy="808344"/>
          </a:xfrm>
          <a:custGeom xmlns:a="http://schemas.openxmlformats.org/drawingml/2006/main">
            <a:pathLst>
              <a:path w="4654510" h="705804">
                <a:moveTo>
                  <a:pt x="41227" y="0"/>
                </a:moveTo>
                <a:lnTo>
                  <a:pt x="4613284" y="0"/>
                </a:lnTo>
                <a:cubicBezTo>
                  <a:pt x="4636041" y="0"/>
                  <a:pt x="4654510" y="18453"/>
                  <a:pt x="4654510" y="41227"/>
                </a:cubicBezTo>
                <a:lnTo>
                  <a:pt x="4654510" y="664577"/>
                </a:lnTo>
                <a:cubicBezTo>
                  <a:pt x="4654510" y="687342"/>
                  <a:pt x="4636041" y="705804"/>
                  <a:pt x="4613284" y="705804"/>
                </a:cubicBezTo>
                <a:lnTo>
                  <a:pt x="41227" y="705804"/>
                </a:lnTo>
                <a:cubicBezTo>
                  <a:pt x="18461" y="705804"/>
                  <a:pt x="0" y="687342"/>
                  <a:pt x="0" y="664577"/>
                </a:cubicBezTo>
                <a:lnTo>
                  <a:pt x="0" y="41227"/>
                </a:lnTo>
                <a:cubicBezTo>
                  <a:pt x="0" y="18453"/>
                  <a:pt x="18461" y="0"/>
                  <a:pt x="41227" y="0"/>
                </a:cubicBezTo>
              </a:path>
            </a:pathLst>
          </a:custGeom>
          <a:solidFill xmlns:a="http://schemas.openxmlformats.org/drawingml/2006/main">
            <a:srgbClr val="FFF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1" name="path-1110">
            <a:extLst xmlns:a="http://schemas.openxmlformats.org/drawingml/2006/main">
              <a:ext uri="{FF2B5EF4-FFF2-40B4-BE49-F238E27FC236}">
                <a16:creationId xmlns:a16="http://schemas.microsoft.com/office/drawing/2014/main" id="{CCA5750A-6806-4A74-AE04-55B4D62EE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24754" y="7139661"/>
            <a:ext cx="138860" cy="134688"/>
          </a:xfrm>
          <a:custGeom xmlns:a="http://schemas.openxmlformats.org/drawingml/2006/main">
            <a:pathLst>
              <a:path w="121245" h="117603">
                <a:moveTo>
                  <a:pt x="120425" y="3615"/>
                </a:moveTo>
                <a:cubicBezTo>
                  <a:pt x="120754" y="3124"/>
                  <a:pt x="121245" y="1973"/>
                  <a:pt x="121245" y="1316"/>
                </a:cubicBezTo>
                <a:cubicBezTo>
                  <a:pt x="121245" y="165"/>
                  <a:pt x="121082" y="0"/>
                  <a:pt x="117302" y="0"/>
                </a:cubicBezTo>
                <a:lnTo>
                  <a:pt x="3943" y="0"/>
                </a:lnTo>
                <a:cubicBezTo>
                  <a:pt x="163" y="0"/>
                  <a:pt x="0" y="165"/>
                  <a:pt x="0" y="1316"/>
                </a:cubicBezTo>
                <a:cubicBezTo>
                  <a:pt x="0" y="1973"/>
                  <a:pt x="491" y="3124"/>
                  <a:pt x="820" y="3615"/>
                </a:cubicBezTo>
                <a:lnTo>
                  <a:pt x="56187" y="114482"/>
                </a:lnTo>
                <a:cubicBezTo>
                  <a:pt x="57337" y="116617"/>
                  <a:pt x="57829" y="117603"/>
                  <a:pt x="60624" y="117603"/>
                </a:cubicBezTo>
                <a:cubicBezTo>
                  <a:pt x="63416" y="117603"/>
                  <a:pt x="63908" y="116617"/>
                  <a:pt x="65058" y="114482"/>
                </a:cubicBezTo>
                <a:lnTo>
                  <a:pt x="120425" y="3615"/>
                </a:lnTo>
                <a:moveTo>
                  <a:pt x="20371" y="11830"/>
                </a:moveTo>
                <a:lnTo>
                  <a:pt x="110568" y="11830"/>
                </a:lnTo>
                <a:lnTo>
                  <a:pt x="65552" y="102163"/>
                </a:lnTo>
                <a:lnTo>
                  <a:pt x="20371" y="1183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2" name="path-1111">
            <a:extLst xmlns:a="http://schemas.openxmlformats.org/drawingml/2006/main">
              <a:ext uri="{FF2B5EF4-FFF2-40B4-BE49-F238E27FC236}">
                <a16:creationId xmlns:a16="http://schemas.microsoft.com/office/drawing/2014/main" id="{B66BD7EE-6768-4A8A-814C-CBF152588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80476" y="7203855"/>
            <a:ext cx="71652" cy="93510"/>
          </a:xfrm>
          <a:custGeom xmlns:a="http://schemas.openxmlformats.org/drawingml/2006/main">
            <a:pathLst>
              <a:path w="62562" h="81648">
                <a:moveTo>
                  <a:pt x="62562" y="25513"/>
                </a:moveTo>
                <a:cubicBezTo>
                  <a:pt x="62562" y="5521"/>
                  <a:pt x="50142" y="0"/>
                  <a:pt x="40941" y="0"/>
                </a:cubicBezTo>
                <a:cubicBezTo>
                  <a:pt x="35537" y="0"/>
                  <a:pt x="22886" y="1841"/>
                  <a:pt x="11845" y="17817"/>
                </a:cubicBezTo>
                <a:cubicBezTo>
                  <a:pt x="4026" y="29075"/>
                  <a:pt x="0" y="45974"/>
                  <a:pt x="0" y="56103"/>
                </a:cubicBezTo>
                <a:cubicBezTo>
                  <a:pt x="0" y="73828"/>
                  <a:pt x="10120" y="81648"/>
                  <a:pt x="21735" y="81648"/>
                </a:cubicBezTo>
                <a:cubicBezTo>
                  <a:pt x="27715" y="81648"/>
                  <a:pt x="39216" y="79233"/>
                  <a:pt x="49566" y="65540"/>
                </a:cubicBezTo>
                <a:cubicBezTo>
                  <a:pt x="57731" y="54606"/>
                  <a:pt x="62562" y="37462"/>
                  <a:pt x="62562" y="25513"/>
                </a:cubicBezTo>
                <a:moveTo>
                  <a:pt x="18515" y="37577"/>
                </a:moveTo>
                <a:cubicBezTo>
                  <a:pt x="20701" y="29649"/>
                  <a:pt x="22656" y="22411"/>
                  <a:pt x="26566" y="15748"/>
                </a:cubicBezTo>
                <a:cubicBezTo>
                  <a:pt x="29211" y="11382"/>
                  <a:pt x="34617" y="5291"/>
                  <a:pt x="40712" y="5291"/>
                </a:cubicBezTo>
                <a:cubicBezTo>
                  <a:pt x="44621" y="5291"/>
                  <a:pt x="48877" y="8165"/>
                  <a:pt x="48877" y="18046"/>
                </a:cubicBezTo>
                <a:cubicBezTo>
                  <a:pt x="48877" y="24250"/>
                  <a:pt x="47382" y="30223"/>
                  <a:pt x="45657" y="37577"/>
                </a:cubicBezTo>
                <a:lnTo>
                  <a:pt x="18515" y="37577"/>
                </a:lnTo>
                <a:moveTo>
                  <a:pt x="44046" y="44018"/>
                </a:moveTo>
                <a:cubicBezTo>
                  <a:pt x="42782" y="49082"/>
                  <a:pt x="40252" y="58981"/>
                  <a:pt x="35881" y="66002"/>
                </a:cubicBezTo>
                <a:cubicBezTo>
                  <a:pt x="32087" y="72216"/>
                  <a:pt x="26796" y="76359"/>
                  <a:pt x="21967" y="76359"/>
                </a:cubicBezTo>
                <a:cubicBezTo>
                  <a:pt x="16446" y="76359"/>
                  <a:pt x="13686" y="71066"/>
                  <a:pt x="13686" y="63584"/>
                </a:cubicBezTo>
                <a:cubicBezTo>
                  <a:pt x="13686" y="57714"/>
                  <a:pt x="15527" y="49658"/>
                  <a:pt x="16906" y="44018"/>
                </a:cubicBezTo>
                <a:lnTo>
                  <a:pt x="44046" y="44018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3" name="path-1112">
            <a:extLst xmlns:a="http://schemas.openxmlformats.org/drawingml/2006/main">
              <a:ext uri="{FF2B5EF4-FFF2-40B4-BE49-F238E27FC236}">
                <a16:creationId xmlns:a16="http://schemas.microsoft.com/office/drawing/2014/main" id="{6675E8F5-0952-4662-9365-2C7BC6BAF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5802" y="7139661"/>
            <a:ext cx="103301" cy="128441"/>
          </a:xfrm>
          <a:custGeom xmlns:a="http://schemas.openxmlformats.org/drawingml/2006/main">
            <a:pathLst>
              <a:path w="90197" h="112148">
                <a:moveTo>
                  <a:pt x="90197" y="69791"/>
                </a:moveTo>
                <a:lnTo>
                  <a:pt x="86089" y="69791"/>
                </a:lnTo>
                <a:cubicBezTo>
                  <a:pt x="84281" y="86537"/>
                  <a:pt x="81982" y="107056"/>
                  <a:pt x="53066" y="107056"/>
                </a:cubicBezTo>
                <a:lnTo>
                  <a:pt x="39594" y="107056"/>
                </a:lnTo>
                <a:cubicBezTo>
                  <a:pt x="31872" y="107056"/>
                  <a:pt x="31544" y="105908"/>
                  <a:pt x="31544" y="100491"/>
                </a:cubicBezTo>
                <a:lnTo>
                  <a:pt x="31544" y="12976"/>
                </a:lnTo>
                <a:cubicBezTo>
                  <a:pt x="31544" y="7393"/>
                  <a:pt x="31544" y="5094"/>
                  <a:pt x="47152" y="5094"/>
                </a:cubicBezTo>
                <a:lnTo>
                  <a:pt x="52574" y="5094"/>
                </a:lnTo>
                <a:lnTo>
                  <a:pt x="52574" y="0"/>
                </a:lnTo>
                <a:cubicBezTo>
                  <a:pt x="46658" y="494"/>
                  <a:pt x="31709" y="494"/>
                  <a:pt x="24973" y="494"/>
                </a:cubicBezTo>
                <a:cubicBezTo>
                  <a:pt x="18566" y="494"/>
                  <a:pt x="5751" y="494"/>
                  <a:pt x="0" y="0"/>
                </a:cubicBezTo>
                <a:lnTo>
                  <a:pt x="0" y="5094"/>
                </a:lnTo>
                <a:lnTo>
                  <a:pt x="3943" y="5094"/>
                </a:lnTo>
                <a:cubicBezTo>
                  <a:pt x="16593" y="5094"/>
                  <a:pt x="16921" y="6901"/>
                  <a:pt x="16921" y="12813"/>
                </a:cubicBezTo>
                <a:lnTo>
                  <a:pt x="16921" y="99340"/>
                </a:lnTo>
                <a:cubicBezTo>
                  <a:pt x="16921" y="105251"/>
                  <a:pt x="16593" y="107056"/>
                  <a:pt x="3943" y="107056"/>
                </a:cubicBezTo>
                <a:lnTo>
                  <a:pt x="0" y="107056"/>
                </a:lnTo>
                <a:lnTo>
                  <a:pt x="0" y="112148"/>
                </a:lnTo>
                <a:lnTo>
                  <a:pt x="85597" y="112148"/>
                </a:lnTo>
                <a:lnTo>
                  <a:pt x="90197" y="6979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4" name="path-1113">
            <a:extLst xmlns:a="http://schemas.openxmlformats.org/drawingml/2006/main">
              <a:ext uri="{FF2B5EF4-FFF2-40B4-BE49-F238E27FC236}">
                <a16:creationId xmlns:a16="http://schemas.microsoft.com/office/drawing/2014/main" id="{96388A6F-EF73-4E27-B4CC-71FFDB1A3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3522" y="7238198"/>
            <a:ext cx="47285" cy="58009"/>
          </a:xfrm>
          <a:custGeom xmlns:a="http://schemas.openxmlformats.org/drawingml/2006/main">
            <a:pathLst>
              <a:path w="41287" h="50651">
                <a:moveTo>
                  <a:pt x="0" y="1265"/>
                </a:moveTo>
                <a:lnTo>
                  <a:pt x="0" y="5408"/>
                </a:lnTo>
                <a:lnTo>
                  <a:pt x="1611" y="5408"/>
                </a:lnTo>
                <a:cubicBezTo>
                  <a:pt x="5175" y="5408"/>
                  <a:pt x="8625" y="5754"/>
                  <a:pt x="8625" y="11166"/>
                </a:cubicBezTo>
                <a:lnTo>
                  <a:pt x="8625" y="41791"/>
                </a:lnTo>
                <a:cubicBezTo>
                  <a:pt x="8625" y="46397"/>
                  <a:pt x="5866" y="46511"/>
                  <a:pt x="0" y="46511"/>
                </a:cubicBezTo>
                <a:lnTo>
                  <a:pt x="0" y="50651"/>
                </a:lnTo>
                <a:lnTo>
                  <a:pt x="28177" y="50651"/>
                </a:lnTo>
                <a:lnTo>
                  <a:pt x="28177" y="46511"/>
                </a:lnTo>
                <a:cubicBezTo>
                  <a:pt x="26912" y="46511"/>
                  <a:pt x="25531" y="46627"/>
                  <a:pt x="24265" y="46627"/>
                </a:cubicBezTo>
                <a:cubicBezTo>
                  <a:pt x="20472" y="46627"/>
                  <a:pt x="17366" y="46051"/>
                  <a:pt x="17366" y="41907"/>
                </a:cubicBezTo>
                <a:lnTo>
                  <a:pt x="17366" y="32925"/>
                </a:lnTo>
                <a:cubicBezTo>
                  <a:pt x="17366" y="30737"/>
                  <a:pt x="17252" y="28435"/>
                  <a:pt x="17252" y="26248"/>
                </a:cubicBezTo>
                <a:cubicBezTo>
                  <a:pt x="17252" y="17151"/>
                  <a:pt x="20242" y="3222"/>
                  <a:pt x="32776" y="3222"/>
                </a:cubicBezTo>
                <a:lnTo>
                  <a:pt x="32776" y="3336"/>
                </a:lnTo>
                <a:cubicBezTo>
                  <a:pt x="31397" y="4141"/>
                  <a:pt x="30821" y="5754"/>
                  <a:pt x="30821" y="7365"/>
                </a:cubicBezTo>
                <a:cubicBezTo>
                  <a:pt x="30821" y="10589"/>
                  <a:pt x="33236" y="12661"/>
                  <a:pt x="36112" y="12661"/>
                </a:cubicBezTo>
                <a:cubicBezTo>
                  <a:pt x="39216" y="12661"/>
                  <a:pt x="41287" y="10129"/>
                  <a:pt x="41287" y="7597"/>
                </a:cubicBezTo>
                <a:cubicBezTo>
                  <a:pt x="41287" y="2646"/>
                  <a:pt x="36686" y="0"/>
                  <a:pt x="32201" y="0"/>
                </a:cubicBezTo>
                <a:cubicBezTo>
                  <a:pt x="24841" y="0"/>
                  <a:pt x="18171" y="6330"/>
                  <a:pt x="16676" y="12661"/>
                </a:cubicBezTo>
                <a:lnTo>
                  <a:pt x="16560" y="0"/>
                </a:lnTo>
                <a:lnTo>
                  <a:pt x="10811" y="462"/>
                </a:lnTo>
                <a:lnTo>
                  <a:pt x="0" y="126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5" name="path-1114">
            <a:extLst xmlns:a="http://schemas.openxmlformats.org/drawingml/2006/main">
              <a:ext uri="{FF2B5EF4-FFF2-40B4-BE49-F238E27FC236}">
                <a16:creationId xmlns:a16="http://schemas.microsoft.com/office/drawing/2014/main" id="{5C7A2018-24EA-41F3-A48E-16D475410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3226" y="7204756"/>
            <a:ext cx="29766" cy="91452"/>
          </a:xfrm>
          <a:custGeom xmlns:a="http://schemas.openxmlformats.org/drawingml/2006/main">
            <a:pathLst>
              <a:path w="25990" h="79851">
                <a:moveTo>
                  <a:pt x="0" y="1267"/>
                </a:moveTo>
                <a:lnTo>
                  <a:pt x="0" y="5408"/>
                </a:lnTo>
                <a:lnTo>
                  <a:pt x="2071" y="5408"/>
                </a:lnTo>
                <a:cubicBezTo>
                  <a:pt x="5635" y="5408"/>
                  <a:pt x="8625" y="5870"/>
                  <a:pt x="8625" y="11162"/>
                </a:cubicBezTo>
                <a:lnTo>
                  <a:pt x="8625" y="68462"/>
                </a:lnTo>
                <a:cubicBezTo>
                  <a:pt x="8625" y="69268"/>
                  <a:pt x="8741" y="70073"/>
                  <a:pt x="8741" y="70994"/>
                </a:cubicBezTo>
                <a:cubicBezTo>
                  <a:pt x="8741" y="75597"/>
                  <a:pt x="5291" y="75711"/>
                  <a:pt x="690" y="75711"/>
                </a:cubicBezTo>
                <a:lnTo>
                  <a:pt x="0" y="75711"/>
                </a:lnTo>
                <a:lnTo>
                  <a:pt x="0" y="79851"/>
                </a:lnTo>
                <a:lnTo>
                  <a:pt x="25990" y="79851"/>
                </a:lnTo>
                <a:lnTo>
                  <a:pt x="25990" y="75711"/>
                </a:lnTo>
                <a:lnTo>
                  <a:pt x="23230" y="75711"/>
                </a:lnTo>
                <a:cubicBezTo>
                  <a:pt x="20010" y="75711"/>
                  <a:pt x="17366" y="75365"/>
                  <a:pt x="17366" y="71454"/>
                </a:cubicBezTo>
                <a:lnTo>
                  <a:pt x="17366" y="0"/>
                </a:lnTo>
                <a:lnTo>
                  <a:pt x="0" y="1267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6" name="path-1115">
            <a:extLst xmlns:a="http://schemas.openxmlformats.org/drawingml/2006/main">
              <a:ext uri="{FF2B5EF4-FFF2-40B4-BE49-F238E27FC236}">
                <a16:creationId xmlns:a16="http://schemas.microsoft.com/office/drawing/2014/main" id="{01E65066-AE0D-4CD9-A194-868E82B00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414" y="7199020"/>
            <a:ext cx="125124" cy="44085"/>
          </a:xfrm>
          <a:custGeom xmlns:a="http://schemas.openxmlformats.org/drawingml/2006/main">
            <a:pathLst>
              <a:path w="109252" h="38493">
                <a:moveTo>
                  <a:pt x="103667" y="6571"/>
                </a:moveTo>
                <a:cubicBezTo>
                  <a:pt x="106131" y="6571"/>
                  <a:pt x="109252" y="6571"/>
                  <a:pt x="109252" y="3287"/>
                </a:cubicBezTo>
                <a:cubicBezTo>
                  <a:pt x="109252" y="0"/>
                  <a:pt x="106131" y="0"/>
                  <a:pt x="103830" y="0"/>
                </a:cubicBezTo>
                <a:lnTo>
                  <a:pt x="5420" y="0"/>
                </a:lnTo>
                <a:cubicBezTo>
                  <a:pt x="3121" y="0"/>
                  <a:pt x="0" y="0"/>
                  <a:pt x="0" y="3287"/>
                </a:cubicBezTo>
                <a:cubicBezTo>
                  <a:pt x="0" y="6571"/>
                  <a:pt x="3121" y="6571"/>
                  <a:pt x="5585" y="6571"/>
                </a:cubicBezTo>
                <a:lnTo>
                  <a:pt x="103667" y="6571"/>
                </a:lnTo>
                <a:moveTo>
                  <a:pt x="103830" y="38493"/>
                </a:moveTo>
                <a:cubicBezTo>
                  <a:pt x="106131" y="38493"/>
                  <a:pt x="109252" y="38493"/>
                  <a:pt x="109252" y="35207"/>
                </a:cubicBezTo>
                <a:cubicBezTo>
                  <a:pt x="109252" y="31920"/>
                  <a:pt x="106131" y="31920"/>
                  <a:pt x="103667" y="31920"/>
                </a:cubicBezTo>
                <a:lnTo>
                  <a:pt x="5585" y="31920"/>
                </a:lnTo>
                <a:cubicBezTo>
                  <a:pt x="3121" y="31920"/>
                  <a:pt x="0" y="31920"/>
                  <a:pt x="0" y="35207"/>
                </a:cubicBezTo>
                <a:cubicBezTo>
                  <a:pt x="0" y="38493"/>
                  <a:pt x="3121" y="38493"/>
                  <a:pt x="5420" y="38493"/>
                </a:cubicBezTo>
                <a:lnTo>
                  <a:pt x="103830" y="3849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7" name="path-1116">
            <a:extLst xmlns:a="http://schemas.openxmlformats.org/drawingml/2006/main">
              <a:ext uri="{FF2B5EF4-FFF2-40B4-BE49-F238E27FC236}">
                <a16:creationId xmlns:a16="http://schemas.microsoft.com/office/drawing/2014/main" id="{DA9D19BB-B86C-403C-94DB-3221E403E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53" y="7217211"/>
            <a:ext cx="114967" cy="7525"/>
          </a:xfrm>
          <a:custGeom xmlns:a="http://schemas.openxmlformats.org/drawingml/2006/main">
            <a:pathLst>
              <a:path w="100383" h="6571">
                <a:moveTo>
                  <a:pt x="94632" y="6571"/>
                </a:moveTo>
                <a:cubicBezTo>
                  <a:pt x="97425" y="6571"/>
                  <a:pt x="100383" y="6571"/>
                  <a:pt x="100383" y="3287"/>
                </a:cubicBezTo>
                <a:cubicBezTo>
                  <a:pt x="100383" y="0"/>
                  <a:pt x="97425" y="0"/>
                  <a:pt x="94632" y="0"/>
                </a:cubicBezTo>
                <a:lnTo>
                  <a:pt x="5751" y="0"/>
                </a:lnTo>
                <a:cubicBezTo>
                  <a:pt x="2958" y="0"/>
                  <a:pt x="0" y="0"/>
                  <a:pt x="0" y="3287"/>
                </a:cubicBezTo>
                <a:cubicBezTo>
                  <a:pt x="0" y="6571"/>
                  <a:pt x="2958" y="6571"/>
                  <a:pt x="5751" y="6571"/>
                </a:cubicBezTo>
                <a:lnTo>
                  <a:pt x="94632" y="65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8" name="path-1117">
            <a:extLst xmlns:a="http://schemas.openxmlformats.org/drawingml/2006/main">
              <a:ext uri="{FF2B5EF4-FFF2-40B4-BE49-F238E27FC236}">
                <a16:creationId xmlns:a16="http://schemas.microsoft.com/office/drawing/2014/main" id="{44138266-F470-4A95-8B61-B2CDE38D3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0219" y="7157064"/>
            <a:ext cx="117599" cy="128808"/>
          </a:xfrm>
          <a:custGeom xmlns:a="http://schemas.openxmlformats.org/drawingml/2006/main">
            <a:pathLst>
              <a:path w="102682" h="112468">
                <a:moveTo>
                  <a:pt x="40250" y="57277"/>
                </a:moveTo>
                <a:cubicBezTo>
                  <a:pt x="44359" y="57277"/>
                  <a:pt x="52243" y="57277"/>
                  <a:pt x="57994" y="60727"/>
                </a:cubicBezTo>
                <a:cubicBezTo>
                  <a:pt x="65881" y="65821"/>
                  <a:pt x="66538" y="74690"/>
                  <a:pt x="66538" y="75675"/>
                </a:cubicBezTo>
                <a:cubicBezTo>
                  <a:pt x="66703" y="77974"/>
                  <a:pt x="66703" y="80110"/>
                  <a:pt x="69496" y="80110"/>
                </a:cubicBezTo>
                <a:cubicBezTo>
                  <a:pt x="72288" y="80110"/>
                  <a:pt x="72288" y="77811"/>
                  <a:pt x="72288" y="74853"/>
                </a:cubicBezTo>
                <a:lnTo>
                  <a:pt x="72288" y="30363"/>
                </a:lnTo>
                <a:cubicBezTo>
                  <a:pt x="72288" y="27736"/>
                  <a:pt x="72288" y="25111"/>
                  <a:pt x="69496" y="25111"/>
                </a:cubicBezTo>
                <a:cubicBezTo>
                  <a:pt x="66703" y="25111"/>
                  <a:pt x="66538" y="27573"/>
                  <a:pt x="66538" y="28887"/>
                </a:cubicBezTo>
                <a:cubicBezTo>
                  <a:pt x="65552" y="50052"/>
                  <a:pt x="48794" y="51200"/>
                  <a:pt x="40250" y="51363"/>
                </a:cubicBezTo>
                <a:lnTo>
                  <a:pt x="40250" y="16743"/>
                </a:lnTo>
                <a:cubicBezTo>
                  <a:pt x="40250" y="5751"/>
                  <a:pt x="43374" y="5751"/>
                  <a:pt x="47315" y="5751"/>
                </a:cubicBezTo>
                <a:lnTo>
                  <a:pt x="55201" y="5751"/>
                </a:lnTo>
                <a:cubicBezTo>
                  <a:pt x="77382" y="5751"/>
                  <a:pt x="88387" y="17072"/>
                  <a:pt x="89375" y="28393"/>
                </a:cubicBezTo>
                <a:cubicBezTo>
                  <a:pt x="89538" y="29706"/>
                  <a:pt x="89704" y="32168"/>
                  <a:pt x="92331" y="32168"/>
                </a:cubicBezTo>
                <a:cubicBezTo>
                  <a:pt x="95123" y="32168"/>
                  <a:pt x="95123" y="29541"/>
                  <a:pt x="95123" y="26753"/>
                </a:cubicBezTo>
                <a:lnTo>
                  <a:pt x="95123" y="5422"/>
                </a:lnTo>
                <a:cubicBezTo>
                  <a:pt x="95123" y="331"/>
                  <a:pt x="94795" y="0"/>
                  <a:pt x="89704" y="0"/>
                </a:cubicBezTo>
                <a:lnTo>
                  <a:pt x="5585" y="0"/>
                </a:lnTo>
                <a:cubicBezTo>
                  <a:pt x="2630" y="0"/>
                  <a:pt x="0" y="0"/>
                  <a:pt x="0" y="2958"/>
                </a:cubicBezTo>
                <a:cubicBezTo>
                  <a:pt x="0" y="5751"/>
                  <a:pt x="3121" y="5751"/>
                  <a:pt x="4435" y="5751"/>
                </a:cubicBezTo>
                <a:cubicBezTo>
                  <a:pt x="13800" y="5751"/>
                  <a:pt x="14457" y="7064"/>
                  <a:pt x="14457" y="15104"/>
                </a:cubicBezTo>
                <a:lnTo>
                  <a:pt x="14457" y="97357"/>
                </a:lnTo>
                <a:cubicBezTo>
                  <a:pt x="14457" y="105078"/>
                  <a:pt x="13966" y="106720"/>
                  <a:pt x="5257" y="106720"/>
                </a:cubicBezTo>
                <a:cubicBezTo>
                  <a:pt x="2793" y="106720"/>
                  <a:pt x="0" y="106720"/>
                  <a:pt x="0" y="109513"/>
                </a:cubicBezTo>
                <a:cubicBezTo>
                  <a:pt x="0" y="112468"/>
                  <a:pt x="2630" y="112468"/>
                  <a:pt x="5585" y="112468"/>
                </a:cubicBezTo>
                <a:lnTo>
                  <a:pt x="92659" y="112468"/>
                </a:lnTo>
                <a:cubicBezTo>
                  <a:pt x="95783" y="112468"/>
                  <a:pt x="97425" y="112468"/>
                  <a:pt x="97919" y="110170"/>
                </a:cubicBezTo>
                <a:cubicBezTo>
                  <a:pt x="98082" y="110004"/>
                  <a:pt x="102682" y="82574"/>
                  <a:pt x="102682" y="81752"/>
                </a:cubicBezTo>
                <a:cubicBezTo>
                  <a:pt x="102682" y="79947"/>
                  <a:pt x="101203" y="78796"/>
                  <a:pt x="99889" y="78796"/>
                </a:cubicBezTo>
                <a:cubicBezTo>
                  <a:pt x="97588" y="78796"/>
                  <a:pt x="96931" y="80932"/>
                  <a:pt x="96931" y="81095"/>
                </a:cubicBezTo>
                <a:cubicBezTo>
                  <a:pt x="95946" y="85367"/>
                  <a:pt x="94304" y="92266"/>
                  <a:pt x="82311" y="99327"/>
                </a:cubicBezTo>
                <a:cubicBezTo>
                  <a:pt x="73767" y="104419"/>
                  <a:pt x="65387" y="106720"/>
                  <a:pt x="56352" y="106720"/>
                </a:cubicBezTo>
                <a:lnTo>
                  <a:pt x="47315" y="106720"/>
                </a:lnTo>
                <a:cubicBezTo>
                  <a:pt x="43374" y="106720"/>
                  <a:pt x="40250" y="106720"/>
                  <a:pt x="40250" y="95715"/>
                </a:cubicBezTo>
                <a:lnTo>
                  <a:pt x="40250" y="57277"/>
                </a:lnTo>
                <a:moveTo>
                  <a:pt x="89375" y="5751"/>
                </a:moveTo>
                <a:lnTo>
                  <a:pt x="89375" y="13627"/>
                </a:lnTo>
                <a:cubicBezTo>
                  <a:pt x="86582" y="10509"/>
                  <a:pt x="83459" y="7884"/>
                  <a:pt x="80009" y="5751"/>
                </a:cubicBezTo>
                <a:lnTo>
                  <a:pt x="89375" y="5751"/>
                </a:lnTo>
                <a:moveTo>
                  <a:pt x="57337" y="53828"/>
                </a:moveTo>
                <a:cubicBezTo>
                  <a:pt x="59967" y="52677"/>
                  <a:pt x="63579" y="50215"/>
                  <a:pt x="66538" y="46771"/>
                </a:cubicBezTo>
                <a:lnTo>
                  <a:pt x="66538" y="60564"/>
                </a:lnTo>
                <a:cubicBezTo>
                  <a:pt x="62594" y="56129"/>
                  <a:pt x="57503" y="53993"/>
                  <a:pt x="57337" y="53993"/>
                </a:cubicBezTo>
                <a:lnTo>
                  <a:pt x="57337" y="53828"/>
                </a:lnTo>
                <a:moveTo>
                  <a:pt x="20208" y="14776"/>
                </a:moveTo>
                <a:cubicBezTo>
                  <a:pt x="20208" y="12805"/>
                  <a:pt x="20208" y="8704"/>
                  <a:pt x="18894" y="5751"/>
                </a:cubicBezTo>
                <a:lnTo>
                  <a:pt x="36307" y="5751"/>
                </a:lnTo>
                <a:cubicBezTo>
                  <a:pt x="34502" y="9524"/>
                  <a:pt x="34502" y="14938"/>
                  <a:pt x="34502" y="16415"/>
                </a:cubicBezTo>
                <a:lnTo>
                  <a:pt x="34502" y="96043"/>
                </a:lnTo>
                <a:cubicBezTo>
                  <a:pt x="34502" y="101957"/>
                  <a:pt x="35650" y="105241"/>
                  <a:pt x="36307" y="106720"/>
                </a:cubicBezTo>
                <a:lnTo>
                  <a:pt x="18894" y="106720"/>
                </a:lnTo>
                <a:cubicBezTo>
                  <a:pt x="20208" y="103762"/>
                  <a:pt x="20208" y="99656"/>
                  <a:pt x="20208" y="97685"/>
                </a:cubicBezTo>
                <a:lnTo>
                  <a:pt x="20208" y="14776"/>
                </a:lnTo>
                <a:moveTo>
                  <a:pt x="81323" y="106720"/>
                </a:moveTo>
                <a:lnTo>
                  <a:pt x="81323" y="106555"/>
                </a:lnTo>
                <a:cubicBezTo>
                  <a:pt x="86582" y="103928"/>
                  <a:pt x="91017" y="100478"/>
                  <a:pt x="94304" y="97520"/>
                </a:cubicBezTo>
                <a:cubicBezTo>
                  <a:pt x="94138" y="98179"/>
                  <a:pt x="92988" y="105407"/>
                  <a:pt x="92825" y="106720"/>
                </a:cubicBezTo>
                <a:lnTo>
                  <a:pt x="81323" y="10672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9" name="path-1118">
            <a:extLst xmlns:a="http://schemas.openxmlformats.org/drawingml/2006/main">
              <a:ext uri="{FF2B5EF4-FFF2-40B4-BE49-F238E27FC236}">
                <a16:creationId xmlns:a16="http://schemas.microsoft.com/office/drawing/2014/main" id="{524D5142-8511-4C92-AB40-F2FB5CE67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8624" y="7318417"/>
            <a:ext cx="128945" cy="90294"/>
          </a:xfrm>
          <a:custGeom xmlns:a="http://schemas.openxmlformats.org/drawingml/2006/main">
            <a:pathLst>
              <a:path w="112588" h="78840">
                <a:moveTo>
                  <a:pt x="68313" y="35744"/>
                </a:moveTo>
                <a:cubicBezTo>
                  <a:pt x="68197" y="35628"/>
                  <a:pt x="67507" y="34480"/>
                  <a:pt x="67507" y="34364"/>
                </a:cubicBezTo>
                <a:cubicBezTo>
                  <a:pt x="67507" y="34250"/>
                  <a:pt x="69806" y="32181"/>
                  <a:pt x="71071" y="31032"/>
                </a:cubicBezTo>
                <a:lnTo>
                  <a:pt x="90392" y="13337"/>
                </a:lnTo>
                <a:cubicBezTo>
                  <a:pt x="96718" y="7705"/>
                  <a:pt x="97983" y="6556"/>
                  <a:pt x="109828" y="6442"/>
                </a:cubicBezTo>
                <a:cubicBezTo>
                  <a:pt x="112129" y="6442"/>
                  <a:pt x="112588" y="3452"/>
                  <a:pt x="112588" y="2530"/>
                </a:cubicBezTo>
                <a:cubicBezTo>
                  <a:pt x="112588" y="691"/>
                  <a:pt x="111093" y="0"/>
                  <a:pt x="110058" y="0"/>
                </a:cubicBezTo>
                <a:cubicBezTo>
                  <a:pt x="107184" y="0"/>
                  <a:pt x="100168" y="462"/>
                  <a:pt x="97294" y="462"/>
                </a:cubicBezTo>
                <a:cubicBezTo>
                  <a:pt x="94877" y="462"/>
                  <a:pt x="91773" y="462"/>
                  <a:pt x="89358" y="346"/>
                </a:cubicBezTo>
                <a:cubicBezTo>
                  <a:pt x="86828" y="232"/>
                  <a:pt x="83952" y="0"/>
                  <a:pt x="81537" y="0"/>
                </a:cubicBezTo>
                <a:cubicBezTo>
                  <a:pt x="80732" y="0"/>
                  <a:pt x="77973" y="0"/>
                  <a:pt x="77973" y="3911"/>
                </a:cubicBezTo>
                <a:cubicBezTo>
                  <a:pt x="77973" y="6326"/>
                  <a:pt x="80388" y="6442"/>
                  <a:pt x="81307" y="6442"/>
                </a:cubicBezTo>
                <a:cubicBezTo>
                  <a:pt x="82918" y="6442"/>
                  <a:pt x="84527" y="6672"/>
                  <a:pt x="86252" y="7246"/>
                </a:cubicBezTo>
                <a:lnTo>
                  <a:pt x="63598" y="27815"/>
                </a:lnTo>
                <a:lnTo>
                  <a:pt x="51407" y="6902"/>
                </a:lnTo>
                <a:cubicBezTo>
                  <a:pt x="53822" y="6556"/>
                  <a:pt x="54281" y="6556"/>
                  <a:pt x="57387" y="6442"/>
                </a:cubicBezTo>
                <a:cubicBezTo>
                  <a:pt x="60146" y="6326"/>
                  <a:pt x="60378" y="3336"/>
                  <a:pt x="60378" y="2530"/>
                </a:cubicBezTo>
                <a:cubicBezTo>
                  <a:pt x="60378" y="805"/>
                  <a:pt x="58997" y="0"/>
                  <a:pt x="57731" y="0"/>
                </a:cubicBezTo>
                <a:cubicBezTo>
                  <a:pt x="55777" y="0"/>
                  <a:pt x="51407" y="232"/>
                  <a:pt x="49222" y="346"/>
                </a:cubicBezTo>
                <a:cubicBezTo>
                  <a:pt x="46576" y="462"/>
                  <a:pt x="42321" y="462"/>
                  <a:pt x="39676" y="462"/>
                </a:cubicBezTo>
                <a:cubicBezTo>
                  <a:pt x="37146" y="462"/>
                  <a:pt x="34271" y="346"/>
                  <a:pt x="31741" y="346"/>
                </a:cubicBezTo>
                <a:cubicBezTo>
                  <a:pt x="29096" y="346"/>
                  <a:pt x="26220" y="0"/>
                  <a:pt x="23692" y="0"/>
                </a:cubicBezTo>
                <a:cubicBezTo>
                  <a:pt x="22886" y="0"/>
                  <a:pt x="20126" y="0"/>
                  <a:pt x="20126" y="3911"/>
                </a:cubicBezTo>
                <a:cubicBezTo>
                  <a:pt x="20126" y="6442"/>
                  <a:pt x="22426" y="6442"/>
                  <a:pt x="24955" y="6442"/>
                </a:cubicBezTo>
                <a:cubicBezTo>
                  <a:pt x="26450" y="6442"/>
                  <a:pt x="27945" y="6442"/>
                  <a:pt x="29440" y="6556"/>
                </a:cubicBezTo>
                <a:cubicBezTo>
                  <a:pt x="31281" y="6672"/>
                  <a:pt x="31395" y="6786"/>
                  <a:pt x="32201" y="8165"/>
                </a:cubicBezTo>
                <a:lnTo>
                  <a:pt x="50602" y="39650"/>
                </a:lnTo>
                <a:lnTo>
                  <a:pt x="19206" y="68148"/>
                </a:lnTo>
                <a:cubicBezTo>
                  <a:pt x="16906" y="70217"/>
                  <a:pt x="13800" y="72286"/>
                  <a:pt x="4485" y="72400"/>
                </a:cubicBezTo>
                <a:cubicBezTo>
                  <a:pt x="2415" y="72400"/>
                  <a:pt x="0" y="72400"/>
                  <a:pt x="0" y="76311"/>
                </a:cubicBezTo>
                <a:cubicBezTo>
                  <a:pt x="0" y="77691"/>
                  <a:pt x="1149" y="78840"/>
                  <a:pt x="2530" y="78840"/>
                </a:cubicBezTo>
                <a:cubicBezTo>
                  <a:pt x="5405" y="78840"/>
                  <a:pt x="12421" y="78380"/>
                  <a:pt x="15295" y="78380"/>
                </a:cubicBezTo>
                <a:cubicBezTo>
                  <a:pt x="17711" y="78380"/>
                  <a:pt x="20816" y="78380"/>
                  <a:pt x="23230" y="78496"/>
                </a:cubicBezTo>
                <a:cubicBezTo>
                  <a:pt x="25761" y="78610"/>
                  <a:pt x="28637" y="78840"/>
                  <a:pt x="31165" y="78840"/>
                </a:cubicBezTo>
                <a:cubicBezTo>
                  <a:pt x="32890" y="78840"/>
                  <a:pt x="34731" y="78036"/>
                  <a:pt x="34731" y="74930"/>
                </a:cubicBezTo>
                <a:cubicBezTo>
                  <a:pt x="34731" y="74700"/>
                  <a:pt x="34731" y="72516"/>
                  <a:pt x="31741" y="72400"/>
                </a:cubicBezTo>
                <a:cubicBezTo>
                  <a:pt x="29440" y="72400"/>
                  <a:pt x="27945" y="72056"/>
                  <a:pt x="26336" y="71596"/>
                </a:cubicBezTo>
                <a:lnTo>
                  <a:pt x="54281" y="46201"/>
                </a:lnTo>
                <a:lnTo>
                  <a:pt x="69347" y="71940"/>
                </a:lnTo>
                <a:cubicBezTo>
                  <a:pt x="67392" y="72170"/>
                  <a:pt x="64747" y="72286"/>
                  <a:pt x="63366" y="72400"/>
                </a:cubicBezTo>
                <a:cubicBezTo>
                  <a:pt x="62562" y="72516"/>
                  <a:pt x="60378" y="72861"/>
                  <a:pt x="60378" y="76311"/>
                </a:cubicBezTo>
                <a:cubicBezTo>
                  <a:pt x="60378" y="77347"/>
                  <a:pt x="61181" y="78840"/>
                  <a:pt x="63136" y="78840"/>
                </a:cubicBezTo>
                <a:cubicBezTo>
                  <a:pt x="65782" y="78840"/>
                  <a:pt x="69003" y="78610"/>
                  <a:pt x="71647" y="78496"/>
                </a:cubicBezTo>
                <a:cubicBezTo>
                  <a:pt x="74177" y="78380"/>
                  <a:pt x="78547" y="78380"/>
                  <a:pt x="81077" y="78380"/>
                </a:cubicBezTo>
                <a:cubicBezTo>
                  <a:pt x="83608" y="78380"/>
                  <a:pt x="86482" y="78496"/>
                  <a:pt x="89013" y="78496"/>
                </a:cubicBezTo>
                <a:cubicBezTo>
                  <a:pt x="91657" y="78496"/>
                  <a:pt x="94647" y="78840"/>
                  <a:pt x="97178" y="78840"/>
                </a:cubicBezTo>
                <a:cubicBezTo>
                  <a:pt x="98789" y="78840"/>
                  <a:pt x="100744" y="78150"/>
                  <a:pt x="100744" y="74930"/>
                </a:cubicBezTo>
                <a:cubicBezTo>
                  <a:pt x="100744" y="72400"/>
                  <a:pt x="98327" y="72400"/>
                  <a:pt x="95798" y="72400"/>
                </a:cubicBezTo>
                <a:cubicBezTo>
                  <a:pt x="94303" y="72400"/>
                  <a:pt x="92808" y="72400"/>
                  <a:pt x="91313" y="72286"/>
                </a:cubicBezTo>
                <a:cubicBezTo>
                  <a:pt x="89472" y="72170"/>
                  <a:pt x="89358" y="72056"/>
                  <a:pt x="88553" y="70677"/>
                </a:cubicBezTo>
                <a:lnTo>
                  <a:pt x="68313" y="35744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0" name="path-1119">
            <a:extLst xmlns:a="http://schemas.openxmlformats.org/drawingml/2006/main">
              <a:ext uri="{FF2B5EF4-FFF2-40B4-BE49-F238E27FC236}">
                <a16:creationId xmlns:a16="http://schemas.microsoft.com/office/drawing/2014/main" id="{A953F9A3-94CD-4431-84D1-69C7DA5CB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4657" y="7393566"/>
            <a:ext cx="16727" cy="40611"/>
          </a:xfrm>
          <a:custGeom xmlns:a="http://schemas.openxmlformats.org/drawingml/2006/main">
            <a:pathLst>
              <a:path w="14605" h="35459">
                <a:moveTo>
                  <a:pt x="11385" y="11385"/>
                </a:moveTo>
                <a:cubicBezTo>
                  <a:pt x="11385" y="17718"/>
                  <a:pt x="10234" y="25094"/>
                  <a:pt x="2415" y="32467"/>
                </a:cubicBezTo>
                <a:cubicBezTo>
                  <a:pt x="1955" y="32929"/>
                  <a:pt x="1609" y="33275"/>
                  <a:pt x="1609" y="33848"/>
                </a:cubicBezTo>
                <a:cubicBezTo>
                  <a:pt x="1609" y="34654"/>
                  <a:pt x="2529" y="35459"/>
                  <a:pt x="3220" y="35459"/>
                </a:cubicBezTo>
                <a:cubicBezTo>
                  <a:pt x="4829" y="35459"/>
                  <a:pt x="14605" y="26245"/>
                  <a:pt x="14605" y="12535"/>
                </a:cubicBezTo>
                <a:cubicBezTo>
                  <a:pt x="14605" y="5405"/>
                  <a:pt x="11845" y="0"/>
                  <a:pt x="6554" y="0"/>
                </a:cubicBezTo>
                <a:cubicBezTo>
                  <a:pt x="2759" y="0"/>
                  <a:pt x="0" y="2990"/>
                  <a:pt x="0" y="6554"/>
                </a:cubicBezTo>
                <a:cubicBezTo>
                  <a:pt x="0" y="10236"/>
                  <a:pt x="2644" y="13224"/>
                  <a:pt x="6670" y="13224"/>
                </a:cubicBezTo>
                <a:cubicBezTo>
                  <a:pt x="9430" y="13224"/>
                  <a:pt x="11269" y="11385"/>
                  <a:pt x="11385" y="1138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1" name="path-1120">
            <a:extLst xmlns:a="http://schemas.openxmlformats.org/drawingml/2006/main">
              <a:ext uri="{FF2B5EF4-FFF2-40B4-BE49-F238E27FC236}">
                <a16:creationId xmlns:a16="http://schemas.microsoft.com/office/drawing/2014/main" id="{01260F2E-507B-47A0-939F-E3F0F39269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785" y="7350573"/>
            <a:ext cx="67568" cy="85020"/>
          </a:xfrm>
          <a:custGeom xmlns:a="http://schemas.openxmlformats.org/drawingml/2006/main">
            <a:pathLst>
              <a:path w="58997" h="74235">
                <a:moveTo>
                  <a:pt x="58537" y="7363"/>
                </a:moveTo>
                <a:cubicBezTo>
                  <a:pt x="58997" y="5752"/>
                  <a:pt x="58997" y="5522"/>
                  <a:pt x="58997" y="4831"/>
                </a:cubicBezTo>
                <a:cubicBezTo>
                  <a:pt x="58997" y="2530"/>
                  <a:pt x="57156" y="1151"/>
                  <a:pt x="55201" y="1151"/>
                </a:cubicBezTo>
                <a:cubicBezTo>
                  <a:pt x="53936" y="1151"/>
                  <a:pt x="51751" y="1727"/>
                  <a:pt x="50486" y="3911"/>
                </a:cubicBezTo>
                <a:cubicBezTo>
                  <a:pt x="50140" y="4601"/>
                  <a:pt x="49221" y="8283"/>
                  <a:pt x="48645" y="10585"/>
                </a:cubicBezTo>
                <a:lnTo>
                  <a:pt x="46230" y="20135"/>
                </a:lnTo>
                <a:cubicBezTo>
                  <a:pt x="45541" y="22895"/>
                  <a:pt x="41975" y="37391"/>
                  <a:pt x="41631" y="38657"/>
                </a:cubicBezTo>
                <a:cubicBezTo>
                  <a:pt x="41515" y="38657"/>
                  <a:pt x="36456" y="48666"/>
                  <a:pt x="27486" y="48666"/>
                </a:cubicBezTo>
                <a:cubicBezTo>
                  <a:pt x="19664" y="48666"/>
                  <a:pt x="19664" y="41189"/>
                  <a:pt x="19664" y="39118"/>
                </a:cubicBezTo>
                <a:cubicBezTo>
                  <a:pt x="19664" y="32904"/>
                  <a:pt x="22311" y="25657"/>
                  <a:pt x="25761" y="16797"/>
                </a:cubicBezTo>
                <a:cubicBezTo>
                  <a:pt x="27140" y="13115"/>
                  <a:pt x="27715" y="11734"/>
                  <a:pt x="27715" y="9780"/>
                </a:cubicBezTo>
                <a:cubicBezTo>
                  <a:pt x="27715" y="4257"/>
                  <a:pt x="23000" y="0"/>
                  <a:pt x="16790" y="0"/>
                </a:cubicBezTo>
                <a:cubicBezTo>
                  <a:pt x="5175" y="0"/>
                  <a:pt x="0" y="15646"/>
                  <a:pt x="0" y="17602"/>
                </a:cubicBezTo>
                <a:cubicBezTo>
                  <a:pt x="0" y="19098"/>
                  <a:pt x="1609" y="19098"/>
                  <a:pt x="1955" y="19098"/>
                </a:cubicBezTo>
                <a:cubicBezTo>
                  <a:pt x="3564" y="19098"/>
                  <a:pt x="3680" y="18524"/>
                  <a:pt x="4024" y="17257"/>
                </a:cubicBezTo>
                <a:cubicBezTo>
                  <a:pt x="6900" y="7709"/>
                  <a:pt x="11845" y="3222"/>
                  <a:pt x="16444" y="3222"/>
                </a:cubicBezTo>
                <a:cubicBezTo>
                  <a:pt x="18399" y="3222"/>
                  <a:pt x="19320" y="4487"/>
                  <a:pt x="19320" y="7247"/>
                </a:cubicBezTo>
                <a:cubicBezTo>
                  <a:pt x="19320" y="9894"/>
                  <a:pt x="18285" y="12426"/>
                  <a:pt x="17710" y="13921"/>
                </a:cubicBezTo>
                <a:cubicBezTo>
                  <a:pt x="12191" y="27958"/>
                  <a:pt x="11039" y="32215"/>
                  <a:pt x="11039" y="37277"/>
                </a:cubicBezTo>
                <a:cubicBezTo>
                  <a:pt x="11039" y="39232"/>
                  <a:pt x="11039" y="44641"/>
                  <a:pt x="15525" y="48322"/>
                </a:cubicBezTo>
                <a:cubicBezTo>
                  <a:pt x="19091" y="51312"/>
                  <a:pt x="23920" y="51886"/>
                  <a:pt x="27026" y="51886"/>
                </a:cubicBezTo>
                <a:cubicBezTo>
                  <a:pt x="31625" y="51886"/>
                  <a:pt x="35765" y="50161"/>
                  <a:pt x="39560" y="46711"/>
                </a:cubicBezTo>
                <a:cubicBezTo>
                  <a:pt x="38065" y="53037"/>
                  <a:pt x="36800" y="57868"/>
                  <a:pt x="31971" y="63619"/>
                </a:cubicBezTo>
                <a:cubicBezTo>
                  <a:pt x="28865" y="67185"/>
                  <a:pt x="24265" y="71015"/>
                  <a:pt x="18169" y="71015"/>
                </a:cubicBezTo>
                <a:cubicBezTo>
                  <a:pt x="17366" y="71015"/>
                  <a:pt x="11959" y="71015"/>
                  <a:pt x="9544" y="67185"/>
                </a:cubicBezTo>
                <a:cubicBezTo>
                  <a:pt x="15755" y="66495"/>
                  <a:pt x="15755" y="60974"/>
                  <a:pt x="15755" y="60858"/>
                </a:cubicBezTo>
                <a:cubicBezTo>
                  <a:pt x="15755" y="57179"/>
                  <a:pt x="12421" y="56489"/>
                  <a:pt x="11269" y="56489"/>
                </a:cubicBezTo>
                <a:cubicBezTo>
                  <a:pt x="8395" y="56489"/>
                  <a:pt x="4599" y="58790"/>
                  <a:pt x="4599" y="64079"/>
                </a:cubicBezTo>
                <a:cubicBezTo>
                  <a:pt x="4599" y="69971"/>
                  <a:pt x="10120" y="74235"/>
                  <a:pt x="18285" y="74235"/>
                </a:cubicBezTo>
                <a:cubicBezTo>
                  <a:pt x="29900" y="74235"/>
                  <a:pt x="44046" y="65230"/>
                  <a:pt x="47611" y="50853"/>
                </a:cubicBezTo>
                <a:lnTo>
                  <a:pt x="58537" y="736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2" name="path-1121">
            <a:extLst xmlns:a="http://schemas.openxmlformats.org/drawingml/2006/main">
              <a:ext uri="{FF2B5EF4-FFF2-40B4-BE49-F238E27FC236}">
                <a16:creationId xmlns:a16="http://schemas.microsoft.com/office/drawing/2014/main" id="{4167DF14-2FBF-4BCD-BC44-B4D835C9F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0388" y="7393566"/>
            <a:ext cx="16727" cy="40611"/>
          </a:xfrm>
          <a:custGeom xmlns:a="http://schemas.openxmlformats.org/drawingml/2006/main">
            <a:pathLst>
              <a:path w="14605" h="35459">
                <a:moveTo>
                  <a:pt x="11385" y="11385"/>
                </a:moveTo>
                <a:cubicBezTo>
                  <a:pt x="11385" y="17718"/>
                  <a:pt x="10234" y="25094"/>
                  <a:pt x="2415" y="32467"/>
                </a:cubicBezTo>
                <a:cubicBezTo>
                  <a:pt x="1955" y="32929"/>
                  <a:pt x="1609" y="33275"/>
                  <a:pt x="1609" y="33848"/>
                </a:cubicBezTo>
                <a:cubicBezTo>
                  <a:pt x="1609" y="34654"/>
                  <a:pt x="2529" y="35459"/>
                  <a:pt x="3220" y="35459"/>
                </a:cubicBezTo>
                <a:cubicBezTo>
                  <a:pt x="4829" y="35459"/>
                  <a:pt x="14605" y="26245"/>
                  <a:pt x="14605" y="12535"/>
                </a:cubicBezTo>
                <a:cubicBezTo>
                  <a:pt x="14605" y="5405"/>
                  <a:pt x="11845" y="0"/>
                  <a:pt x="6554" y="0"/>
                </a:cubicBezTo>
                <a:cubicBezTo>
                  <a:pt x="2759" y="0"/>
                  <a:pt x="0" y="2990"/>
                  <a:pt x="0" y="6554"/>
                </a:cubicBezTo>
                <a:cubicBezTo>
                  <a:pt x="0" y="10236"/>
                  <a:pt x="2644" y="13224"/>
                  <a:pt x="6670" y="13224"/>
                </a:cubicBezTo>
                <a:cubicBezTo>
                  <a:pt x="9430" y="13224"/>
                  <a:pt x="11269" y="11385"/>
                  <a:pt x="11385" y="1138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3" name="path-1122">
            <a:extLst xmlns:a="http://schemas.openxmlformats.org/drawingml/2006/main">
              <a:ext uri="{FF2B5EF4-FFF2-40B4-BE49-F238E27FC236}">
                <a16:creationId xmlns:a16="http://schemas.microsoft.com/office/drawing/2014/main" id="{96FEAFB1-1366-44A1-A59B-EF1EC20EC2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5850" y="7317260"/>
            <a:ext cx="37012" cy="92481"/>
          </a:xfrm>
          <a:custGeom xmlns:a="http://schemas.openxmlformats.org/drawingml/2006/main">
            <a:pathLst>
              <a:path w="32317" h="80749">
                <a:moveTo>
                  <a:pt x="30130" y="4947"/>
                </a:moveTo>
                <a:cubicBezTo>
                  <a:pt x="30592" y="3336"/>
                  <a:pt x="30592" y="3106"/>
                  <a:pt x="30592" y="2530"/>
                </a:cubicBezTo>
                <a:cubicBezTo>
                  <a:pt x="30592" y="1957"/>
                  <a:pt x="30246" y="0"/>
                  <a:pt x="27601" y="0"/>
                </a:cubicBezTo>
                <a:cubicBezTo>
                  <a:pt x="27142" y="0"/>
                  <a:pt x="26910" y="0"/>
                  <a:pt x="26796" y="116"/>
                </a:cubicBezTo>
                <a:lnTo>
                  <a:pt x="11271" y="805"/>
                </a:lnTo>
                <a:cubicBezTo>
                  <a:pt x="10006" y="921"/>
                  <a:pt x="7246" y="1035"/>
                  <a:pt x="7246" y="4831"/>
                </a:cubicBezTo>
                <a:cubicBezTo>
                  <a:pt x="7246" y="7361"/>
                  <a:pt x="9776" y="7361"/>
                  <a:pt x="11271" y="7361"/>
                </a:cubicBezTo>
                <a:cubicBezTo>
                  <a:pt x="13340" y="7361"/>
                  <a:pt x="14951" y="7361"/>
                  <a:pt x="14951" y="7935"/>
                </a:cubicBezTo>
                <a:cubicBezTo>
                  <a:pt x="14951" y="8167"/>
                  <a:pt x="14835" y="8857"/>
                  <a:pt x="14605" y="9546"/>
                </a:cubicBezTo>
                <a:lnTo>
                  <a:pt x="576" y="65453"/>
                </a:lnTo>
                <a:cubicBezTo>
                  <a:pt x="230" y="66718"/>
                  <a:pt x="0" y="67753"/>
                  <a:pt x="0" y="69364"/>
                </a:cubicBezTo>
                <a:cubicBezTo>
                  <a:pt x="0" y="77415"/>
                  <a:pt x="8971" y="80749"/>
                  <a:pt x="16216" y="80749"/>
                </a:cubicBezTo>
                <a:cubicBezTo>
                  <a:pt x="28521" y="80749"/>
                  <a:pt x="32317" y="63382"/>
                  <a:pt x="32317" y="62806"/>
                </a:cubicBezTo>
                <a:cubicBezTo>
                  <a:pt x="32317" y="60736"/>
                  <a:pt x="30362" y="60736"/>
                  <a:pt x="28637" y="60736"/>
                </a:cubicBezTo>
                <a:cubicBezTo>
                  <a:pt x="25990" y="60736"/>
                  <a:pt x="25531" y="60851"/>
                  <a:pt x="24955" y="63268"/>
                </a:cubicBezTo>
                <a:cubicBezTo>
                  <a:pt x="23576" y="68674"/>
                  <a:pt x="21391" y="75460"/>
                  <a:pt x="17020" y="75460"/>
                </a:cubicBezTo>
                <a:cubicBezTo>
                  <a:pt x="14260" y="75460"/>
                  <a:pt x="13916" y="72584"/>
                  <a:pt x="13916" y="70859"/>
                </a:cubicBezTo>
                <a:cubicBezTo>
                  <a:pt x="13916" y="69594"/>
                  <a:pt x="13916" y="69248"/>
                  <a:pt x="14491" y="67064"/>
                </a:cubicBezTo>
                <a:lnTo>
                  <a:pt x="30130" y="4947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4" name="path-1123">
            <a:extLst xmlns:a="http://schemas.openxmlformats.org/drawingml/2006/main">
              <a:ext uri="{FF2B5EF4-FFF2-40B4-BE49-F238E27FC236}">
                <a16:creationId xmlns:a16="http://schemas.microsoft.com/office/drawing/2014/main" id="{DED1F01F-53E3-439E-B193-BC274550C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6956" y="7364977"/>
            <a:ext cx="38668" cy="62658"/>
          </a:xfrm>
          <a:custGeom xmlns:a="http://schemas.openxmlformats.org/drawingml/2006/main">
            <a:pathLst>
              <a:path w="33763" h="54710">
                <a:moveTo>
                  <a:pt x="20947" y="2473"/>
                </a:moveTo>
                <a:cubicBezTo>
                  <a:pt x="20947" y="0"/>
                  <a:pt x="20701" y="0"/>
                  <a:pt x="17991" y="0"/>
                </a:cubicBezTo>
                <a:cubicBezTo>
                  <a:pt x="12158" y="5291"/>
                  <a:pt x="3040" y="5291"/>
                  <a:pt x="1396" y="5291"/>
                </a:cubicBezTo>
                <a:lnTo>
                  <a:pt x="0" y="5291"/>
                </a:lnTo>
                <a:lnTo>
                  <a:pt x="0" y="8904"/>
                </a:lnTo>
                <a:lnTo>
                  <a:pt x="1396" y="8904"/>
                </a:lnTo>
                <a:cubicBezTo>
                  <a:pt x="3287" y="8904"/>
                  <a:pt x="8625" y="8659"/>
                  <a:pt x="13390" y="6604"/>
                </a:cubicBezTo>
                <a:lnTo>
                  <a:pt x="13390" y="47648"/>
                </a:lnTo>
                <a:cubicBezTo>
                  <a:pt x="13390" y="50194"/>
                  <a:pt x="13390" y="51096"/>
                  <a:pt x="4683" y="51096"/>
                </a:cubicBezTo>
                <a:lnTo>
                  <a:pt x="575" y="51096"/>
                </a:lnTo>
                <a:lnTo>
                  <a:pt x="575" y="54710"/>
                </a:lnTo>
                <a:cubicBezTo>
                  <a:pt x="5093" y="54382"/>
                  <a:pt x="12404" y="54382"/>
                  <a:pt x="17168" y="54382"/>
                </a:cubicBezTo>
                <a:cubicBezTo>
                  <a:pt x="21933" y="54382"/>
                  <a:pt x="29244" y="54382"/>
                  <a:pt x="33763" y="54710"/>
                </a:cubicBezTo>
                <a:lnTo>
                  <a:pt x="33763" y="51096"/>
                </a:lnTo>
                <a:lnTo>
                  <a:pt x="29655" y="51096"/>
                </a:lnTo>
                <a:cubicBezTo>
                  <a:pt x="20947" y="51096"/>
                  <a:pt x="20947" y="50194"/>
                  <a:pt x="20947" y="47648"/>
                </a:cubicBezTo>
                <a:lnTo>
                  <a:pt x="20947" y="247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5" name="path-1124">
            <a:extLst xmlns:a="http://schemas.openxmlformats.org/drawingml/2006/main">
              <a:ext uri="{FF2B5EF4-FFF2-40B4-BE49-F238E27FC236}">
                <a16:creationId xmlns:a16="http://schemas.microsoft.com/office/drawing/2014/main" id="{9055D24B-0198-4165-B4E0-E0F2592E0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0704" y="7387119"/>
            <a:ext cx="11477" cy="40517"/>
          </a:xfrm>
          <a:custGeom xmlns:a="http://schemas.openxmlformats.org/drawingml/2006/main">
            <a:pathLst>
              <a:path w="10021" h="35377">
                <a:moveTo>
                  <a:pt x="10021" y="5011"/>
                </a:moveTo>
                <a:cubicBezTo>
                  <a:pt x="10021" y="2219"/>
                  <a:pt x="7803" y="0"/>
                  <a:pt x="5010" y="0"/>
                </a:cubicBezTo>
                <a:cubicBezTo>
                  <a:pt x="2300" y="0"/>
                  <a:pt x="0" y="2219"/>
                  <a:pt x="0" y="5011"/>
                </a:cubicBezTo>
                <a:cubicBezTo>
                  <a:pt x="0" y="7804"/>
                  <a:pt x="2217" y="10022"/>
                  <a:pt x="5010" y="10022"/>
                </a:cubicBezTo>
                <a:cubicBezTo>
                  <a:pt x="7721" y="10022"/>
                  <a:pt x="10021" y="7804"/>
                  <a:pt x="10021" y="5011"/>
                </a:cubicBezTo>
                <a:moveTo>
                  <a:pt x="10021" y="30367"/>
                </a:moveTo>
                <a:cubicBezTo>
                  <a:pt x="10021" y="27574"/>
                  <a:pt x="7803" y="25356"/>
                  <a:pt x="5010" y="25356"/>
                </a:cubicBezTo>
                <a:cubicBezTo>
                  <a:pt x="2300" y="25356"/>
                  <a:pt x="0" y="27574"/>
                  <a:pt x="0" y="30367"/>
                </a:cubicBezTo>
                <a:cubicBezTo>
                  <a:pt x="0" y="33160"/>
                  <a:pt x="2217" y="35377"/>
                  <a:pt x="5010" y="35377"/>
                </a:cubicBezTo>
                <a:cubicBezTo>
                  <a:pt x="7721" y="35377"/>
                  <a:pt x="10021" y="33160"/>
                  <a:pt x="10021" y="30367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6" name="path-1125">
            <a:extLst xmlns:a="http://schemas.openxmlformats.org/drawingml/2006/main">
              <a:ext uri="{FF2B5EF4-FFF2-40B4-BE49-F238E27FC236}">
                <a16:creationId xmlns:a16="http://schemas.microsoft.com/office/drawing/2014/main" id="{BE1489B5-528C-45F5-8ED3-7F7389C05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3524" y="7364143"/>
            <a:ext cx="79120" cy="63492"/>
          </a:xfrm>
          <a:custGeom xmlns:a="http://schemas.openxmlformats.org/drawingml/2006/main">
            <a:pathLst>
              <a:path w="69083" h="55438">
                <a:moveTo>
                  <a:pt x="40662" y="6408"/>
                </a:moveTo>
                <a:cubicBezTo>
                  <a:pt x="41318" y="3862"/>
                  <a:pt x="41318" y="3696"/>
                  <a:pt x="44769" y="3696"/>
                </a:cubicBezTo>
                <a:lnTo>
                  <a:pt x="53558" y="3696"/>
                </a:lnTo>
                <a:cubicBezTo>
                  <a:pt x="62758" y="3696"/>
                  <a:pt x="63909" y="6243"/>
                  <a:pt x="63909" y="11335"/>
                </a:cubicBezTo>
                <a:cubicBezTo>
                  <a:pt x="63909" y="11910"/>
                  <a:pt x="63909" y="13471"/>
                  <a:pt x="63334" y="17413"/>
                </a:cubicBezTo>
                <a:lnTo>
                  <a:pt x="63251" y="18152"/>
                </a:lnTo>
                <a:cubicBezTo>
                  <a:pt x="63251" y="18973"/>
                  <a:pt x="63745" y="19630"/>
                  <a:pt x="64977" y="19630"/>
                </a:cubicBezTo>
                <a:cubicBezTo>
                  <a:pt x="66538" y="19630"/>
                  <a:pt x="66702" y="18891"/>
                  <a:pt x="66866" y="17413"/>
                </a:cubicBezTo>
                <a:lnTo>
                  <a:pt x="68919" y="2711"/>
                </a:lnTo>
                <a:cubicBezTo>
                  <a:pt x="69083" y="1890"/>
                  <a:pt x="69083" y="1726"/>
                  <a:pt x="69083" y="1396"/>
                </a:cubicBezTo>
                <a:cubicBezTo>
                  <a:pt x="69083" y="0"/>
                  <a:pt x="67770" y="0"/>
                  <a:pt x="66373" y="0"/>
                </a:cubicBezTo>
                <a:lnTo>
                  <a:pt x="8789" y="0"/>
                </a:lnTo>
                <a:cubicBezTo>
                  <a:pt x="6653" y="0"/>
                  <a:pt x="6571" y="0"/>
                  <a:pt x="5914" y="1726"/>
                </a:cubicBezTo>
                <a:lnTo>
                  <a:pt x="493" y="16837"/>
                </a:lnTo>
                <a:cubicBezTo>
                  <a:pt x="410" y="17002"/>
                  <a:pt x="0" y="18152"/>
                  <a:pt x="0" y="18234"/>
                </a:cubicBezTo>
                <a:cubicBezTo>
                  <a:pt x="0" y="18726"/>
                  <a:pt x="328" y="19630"/>
                  <a:pt x="1725" y="19630"/>
                </a:cubicBezTo>
                <a:cubicBezTo>
                  <a:pt x="3038" y="19630"/>
                  <a:pt x="3121" y="19384"/>
                  <a:pt x="3861" y="17413"/>
                </a:cubicBezTo>
                <a:cubicBezTo>
                  <a:pt x="7557" y="7640"/>
                  <a:pt x="9939" y="3696"/>
                  <a:pt x="21110" y="3696"/>
                </a:cubicBezTo>
                <a:lnTo>
                  <a:pt x="29982" y="3696"/>
                </a:lnTo>
                <a:cubicBezTo>
                  <a:pt x="30640" y="3696"/>
                  <a:pt x="31790" y="3696"/>
                  <a:pt x="32611" y="3862"/>
                </a:cubicBezTo>
                <a:lnTo>
                  <a:pt x="32611" y="4354"/>
                </a:lnTo>
                <a:lnTo>
                  <a:pt x="21604" y="48292"/>
                </a:lnTo>
                <a:cubicBezTo>
                  <a:pt x="20946" y="50921"/>
                  <a:pt x="20701" y="51742"/>
                  <a:pt x="12074" y="51742"/>
                </a:cubicBezTo>
                <a:lnTo>
                  <a:pt x="10268" y="51742"/>
                </a:lnTo>
                <a:cubicBezTo>
                  <a:pt x="8542" y="51742"/>
                  <a:pt x="8461" y="51825"/>
                  <a:pt x="8050" y="52153"/>
                </a:cubicBezTo>
                <a:cubicBezTo>
                  <a:pt x="7638" y="52564"/>
                  <a:pt x="7310" y="53468"/>
                  <a:pt x="7310" y="54042"/>
                </a:cubicBezTo>
                <a:cubicBezTo>
                  <a:pt x="7310" y="54536"/>
                  <a:pt x="7638" y="55438"/>
                  <a:pt x="8953" y="55438"/>
                </a:cubicBezTo>
                <a:cubicBezTo>
                  <a:pt x="11418" y="55438"/>
                  <a:pt x="14046" y="55193"/>
                  <a:pt x="16510" y="55193"/>
                </a:cubicBezTo>
                <a:cubicBezTo>
                  <a:pt x="19057" y="55193"/>
                  <a:pt x="21604" y="55110"/>
                  <a:pt x="24150" y="55110"/>
                </a:cubicBezTo>
                <a:cubicBezTo>
                  <a:pt x="26778" y="55110"/>
                  <a:pt x="29490" y="55193"/>
                  <a:pt x="32118" y="55193"/>
                </a:cubicBezTo>
                <a:cubicBezTo>
                  <a:pt x="34582" y="55193"/>
                  <a:pt x="37211" y="55438"/>
                  <a:pt x="39676" y="55438"/>
                </a:cubicBezTo>
                <a:cubicBezTo>
                  <a:pt x="40250" y="55438"/>
                  <a:pt x="41811" y="55438"/>
                  <a:pt x="41811" y="53138"/>
                </a:cubicBezTo>
                <a:cubicBezTo>
                  <a:pt x="41811" y="51742"/>
                  <a:pt x="40579" y="51742"/>
                  <a:pt x="39182" y="51742"/>
                </a:cubicBezTo>
                <a:lnTo>
                  <a:pt x="37376" y="51742"/>
                </a:lnTo>
                <a:cubicBezTo>
                  <a:pt x="35240" y="51742"/>
                  <a:pt x="33022" y="51742"/>
                  <a:pt x="30886" y="51332"/>
                </a:cubicBezTo>
                <a:cubicBezTo>
                  <a:pt x="30229" y="51249"/>
                  <a:pt x="29737" y="51168"/>
                  <a:pt x="29737" y="50264"/>
                </a:cubicBezTo>
                <a:cubicBezTo>
                  <a:pt x="29737" y="49853"/>
                  <a:pt x="29737" y="49689"/>
                  <a:pt x="30065" y="48539"/>
                </a:cubicBezTo>
                <a:lnTo>
                  <a:pt x="40662" y="6408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7" name="path-1126">
            <a:extLst xmlns:a="http://schemas.openxmlformats.org/drawingml/2006/main">
              <a:ext uri="{FF2B5EF4-FFF2-40B4-BE49-F238E27FC236}">
                <a16:creationId xmlns:a16="http://schemas.microsoft.com/office/drawing/2014/main" id="{B4D8AE36-796A-4B46-9FD8-05220636D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369" y="7089359"/>
            <a:ext cx="250438" cy="263496"/>
          </a:xfrm>
          <a:custGeom xmlns:a="http://schemas.openxmlformats.org/drawingml/2006/main">
            <a:pathLst>
              <a:path w="218670" h="230071">
                <a:moveTo>
                  <a:pt x="198790" y="230071"/>
                </a:moveTo>
                <a:lnTo>
                  <a:pt x="218670" y="177487"/>
                </a:lnTo>
                <a:lnTo>
                  <a:pt x="214564" y="177487"/>
                </a:lnTo>
                <a:cubicBezTo>
                  <a:pt x="208156" y="194579"/>
                  <a:pt x="190741" y="205754"/>
                  <a:pt x="171846" y="210685"/>
                </a:cubicBezTo>
                <a:cubicBezTo>
                  <a:pt x="168397" y="211505"/>
                  <a:pt x="152298" y="215779"/>
                  <a:pt x="120754" y="215779"/>
                </a:cubicBezTo>
                <a:lnTo>
                  <a:pt x="21684" y="215779"/>
                </a:lnTo>
                <a:lnTo>
                  <a:pt x="105309" y="117668"/>
                </a:lnTo>
                <a:cubicBezTo>
                  <a:pt x="106460" y="116352"/>
                  <a:pt x="106788" y="115858"/>
                  <a:pt x="106788" y="115038"/>
                </a:cubicBezTo>
                <a:cubicBezTo>
                  <a:pt x="106788" y="114710"/>
                  <a:pt x="106788" y="114216"/>
                  <a:pt x="105637" y="112571"/>
                </a:cubicBezTo>
                <a:lnTo>
                  <a:pt x="29077" y="7887"/>
                </a:lnTo>
                <a:lnTo>
                  <a:pt x="119109" y="7887"/>
                </a:lnTo>
                <a:cubicBezTo>
                  <a:pt x="141125" y="7887"/>
                  <a:pt x="156076" y="10185"/>
                  <a:pt x="157555" y="10516"/>
                </a:cubicBezTo>
                <a:cubicBezTo>
                  <a:pt x="166426" y="11830"/>
                  <a:pt x="180718" y="14625"/>
                  <a:pt x="193699" y="22840"/>
                </a:cubicBezTo>
                <a:cubicBezTo>
                  <a:pt x="197805" y="25470"/>
                  <a:pt x="208976" y="32865"/>
                  <a:pt x="214564" y="46177"/>
                </a:cubicBezTo>
                <a:lnTo>
                  <a:pt x="218670" y="46177"/>
                </a:lnTo>
                <a:lnTo>
                  <a:pt x="198790" y="0"/>
                </a:lnTo>
                <a:lnTo>
                  <a:pt x="4600" y="0"/>
                </a:lnTo>
                <a:cubicBezTo>
                  <a:pt x="820" y="0"/>
                  <a:pt x="657" y="165"/>
                  <a:pt x="163" y="1151"/>
                </a:cubicBezTo>
                <a:cubicBezTo>
                  <a:pt x="0" y="1645"/>
                  <a:pt x="0" y="4766"/>
                  <a:pt x="0" y="6573"/>
                </a:cubicBezTo>
                <a:lnTo>
                  <a:pt x="86908" y="125554"/>
                </a:lnTo>
                <a:lnTo>
                  <a:pt x="1805" y="225308"/>
                </a:lnTo>
                <a:cubicBezTo>
                  <a:pt x="163" y="227278"/>
                  <a:pt x="163" y="228101"/>
                  <a:pt x="163" y="228266"/>
                </a:cubicBezTo>
                <a:cubicBezTo>
                  <a:pt x="163" y="230071"/>
                  <a:pt x="1642" y="230071"/>
                  <a:pt x="4600" y="230071"/>
                </a:cubicBezTo>
                <a:lnTo>
                  <a:pt x="198790" y="2300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8" name="path-1127">
            <a:extLst xmlns:a="http://schemas.openxmlformats.org/drawingml/2006/main">
              <a:ext uri="{FF2B5EF4-FFF2-40B4-BE49-F238E27FC236}">
                <a16:creationId xmlns:a16="http://schemas.microsoft.com/office/drawing/2014/main" id="{134A50D1-3DF7-437D-9E32-39FA8F00B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8291" y="7028079"/>
            <a:ext cx="98387" cy="88986"/>
          </a:xfrm>
          <a:custGeom xmlns:a="http://schemas.openxmlformats.org/drawingml/2006/main">
            <a:pathLst>
              <a:path w="85907" h="77698">
                <a:moveTo>
                  <a:pt x="50946" y="8163"/>
                </a:moveTo>
                <a:cubicBezTo>
                  <a:pt x="51751" y="4831"/>
                  <a:pt x="51981" y="4485"/>
                  <a:pt x="54511" y="4255"/>
                </a:cubicBezTo>
                <a:cubicBezTo>
                  <a:pt x="55085" y="4141"/>
                  <a:pt x="59111" y="4141"/>
                  <a:pt x="61411" y="4141"/>
                </a:cubicBezTo>
                <a:cubicBezTo>
                  <a:pt x="68427" y="4141"/>
                  <a:pt x="71415" y="4141"/>
                  <a:pt x="74292" y="5061"/>
                </a:cubicBezTo>
                <a:cubicBezTo>
                  <a:pt x="79466" y="6670"/>
                  <a:pt x="79696" y="10002"/>
                  <a:pt x="79696" y="14140"/>
                </a:cubicBezTo>
                <a:cubicBezTo>
                  <a:pt x="79696" y="15979"/>
                  <a:pt x="79696" y="17473"/>
                  <a:pt x="78891" y="23450"/>
                </a:cubicBezTo>
                <a:lnTo>
                  <a:pt x="78661" y="24713"/>
                </a:lnTo>
                <a:cubicBezTo>
                  <a:pt x="78661" y="25862"/>
                  <a:pt x="79466" y="26438"/>
                  <a:pt x="80616" y="26438"/>
                </a:cubicBezTo>
                <a:cubicBezTo>
                  <a:pt x="82341" y="26438"/>
                  <a:pt x="82571" y="25403"/>
                  <a:pt x="82802" y="23564"/>
                </a:cubicBezTo>
                <a:lnTo>
                  <a:pt x="85907" y="1611"/>
                </a:lnTo>
                <a:cubicBezTo>
                  <a:pt x="85907" y="0"/>
                  <a:pt x="84527" y="0"/>
                  <a:pt x="82457" y="0"/>
                </a:cubicBezTo>
                <a:lnTo>
                  <a:pt x="11729" y="0"/>
                </a:lnTo>
                <a:cubicBezTo>
                  <a:pt x="8855" y="0"/>
                  <a:pt x="8625" y="0"/>
                  <a:pt x="7819" y="2416"/>
                </a:cubicBezTo>
                <a:lnTo>
                  <a:pt x="574" y="22760"/>
                </a:lnTo>
                <a:cubicBezTo>
                  <a:pt x="460" y="23220"/>
                  <a:pt x="0" y="24253"/>
                  <a:pt x="0" y="24829"/>
                </a:cubicBezTo>
                <a:cubicBezTo>
                  <a:pt x="0" y="25289"/>
                  <a:pt x="230" y="26438"/>
                  <a:pt x="1955" y="26438"/>
                </a:cubicBezTo>
                <a:cubicBezTo>
                  <a:pt x="3450" y="26438"/>
                  <a:pt x="3680" y="25862"/>
                  <a:pt x="4369" y="23679"/>
                </a:cubicBezTo>
                <a:cubicBezTo>
                  <a:pt x="11039" y="5291"/>
                  <a:pt x="14835" y="4141"/>
                  <a:pt x="32315" y="4141"/>
                </a:cubicBezTo>
                <a:lnTo>
                  <a:pt x="37146" y="4141"/>
                </a:lnTo>
                <a:cubicBezTo>
                  <a:pt x="40596" y="4141"/>
                  <a:pt x="40710" y="4255"/>
                  <a:pt x="40710" y="5291"/>
                </a:cubicBezTo>
                <a:cubicBezTo>
                  <a:pt x="40710" y="5405"/>
                  <a:pt x="40710" y="5980"/>
                  <a:pt x="40250" y="7704"/>
                </a:cubicBezTo>
                <a:lnTo>
                  <a:pt x="25069" y="68157"/>
                </a:lnTo>
                <a:cubicBezTo>
                  <a:pt x="24036" y="72409"/>
                  <a:pt x="23690" y="73558"/>
                  <a:pt x="11615" y="73558"/>
                </a:cubicBezTo>
                <a:cubicBezTo>
                  <a:pt x="7474" y="73558"/>
                  <a:pt x="6440" y="73558"/>
                  <a:pt x="6440" y="76088"/>
                </a:cubicBezTo>
                <a:cubicBezTo>
                  <a:pt x="6440" y="76434"/>
                  <a:pt x="6670" y="77698"/>
                  <a:pt x="8395" y="77698"/>
                </a:cubicBezTo>
                <a:cubicBezTo>
                  <a:pt x="11615" y="77698"/>
                  <a:pt x="15065" y="77354"/>
                  <a:pt x="18285" y="77354"/>
                </a:cubicBezTo>
                <a:cubicBezTo>
                  <a:pt x="21505" y="77354"/>
                  <a:pt x="24955" y="77238"/>
                  <a:pt x="28175" y="77238"/>
                </a:cubicBezTo>
                <a:cubicBezTo>
                  <a:pt x="31395" y="77238"/>
                  <a:pt x="35305" y="77238"/>
                  <a:pt x="38525" y="77354"/>
                </a:cubicBezTo>
                <a:cubicBezTo>
                  <a:pt x="41631" y="77468"/>
                  <a:pt x="45081" y="77698"/>
                  <a:pt x="48185" y="77698"/>
                </a:cubicBezTo>
                <a:cubicBezTo>
                  <a:pt x="49105" y="77698"/>
                  <a:pt x="50832" y="77698"/>
                  <a:pt x="50832" y="75169"/>
                </a:cubicBezTo>
                <a:cubicBezTo>
                  <a:pt x="50832" y="73558"/>
                  <a:pt x="49680" y="73558"/>
                  <a:pt x="46116" y="73558"/>
                </a:cubicBezTo>
                <a:cubicBezTo>
                  <a:pt x="43930" y="73558"/>
                  <a:pt x="41631" y="73444"/>
                  <a:pt x="39445" y="73328"/>
                </a:cubicBezTo>
                <a:cubicBezTo>
                  <a:pt x="35535" y="72984"/>
                  <a:pt x="35305" y="72524"/>
                  <a:pt x="35305" y="71145"/>
                </a:cubicBezTo>
                <a:cubicBezTo>
                  <a:pt x="35305" y="70340"/>
                  <a:pt x="35305" y="70110"/>
                  <a:pt x="35765" y="68501"/>
                </a:cubicBezTo>
                <a:lnTo>
                  <a:pt x="50946" y="816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9" name="path-1128">
            <a:extLst xmlns:a="http://schemas.openxmlformats.org/drawingml/2006/main">
              <a:ext uri="{FF2B5EF4-FFF2-40B4-BE49-F238E27FC236}">
                <a16:creationId xmlns:a16="http://schemas.microsoft.com/office/drawing/2014/main" id="{D2953519-D2F5-4146-AA2B-228B79AE1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8159" y="7298752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0" name="path-1129">
            <a:extLst xmlns:a="http://schemas.openxmlformats.org/drawingml/2006/main">
              <a:ext uri="{FF2B5EF4-FFF2-40B4-BE49-F238E27FC236}">
                <a16:creationId xmlns:a16="http://schemas.microsoft.com/office/drawing/2014/main" id="{A96E6FBD-E0D0-4D25-AD98-B44680CB1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8676" y="7330303"/>
            <a:ext cx="96940" cy="35418"/>
          </a:xfrm>
          <a:custGeom xmlns:a="http://schemas.openxmlformats.org/drawingml/2006/main">
            <a:pathLst>
              <a:path w="84643" h="30925">
                <a:moveTo>
                  <a:pt x="80272" y="5635"/>
                </a:moveTo>
                <a:cubicBezTo>
                  <a:pt x="81997" y="5635"/>
                  <a:pt x="84643" y="5635"/>
                  <a:pt x="84643" y="2760"/>
                </a:cubicBezTo>
                <a:cubicBezTo>
                  <a:pt x="84643" y="0"/>
                  <a:pt x="81883" y="0"/>
                  <a:pt x="80388" y="0"/>
                </a:cubicBezTo>
                <a:lnTo>
                  <a:pt x="4255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5"/>
                  <a:pt x="2644" y="5635"/>
                  <a:pt x="4369" y="5635"/>
                </a:cubicBezTo>
                <a:lnTo>
                  <a:pt x="80272" y="5635"/>
                </a:lnTo>
                <a:moveTo>
                  <a:pt x="80388" y="30925"/>
                </a:moveTo>
                <a:cubicBezTo>
                  <a:pt x="81883" y="30925"/>
                  <a:pt x="84643" y="30925"/>
                  <a:pt x="84643" y="28165"/>
                </a:cubicBezTo>
                <a:cubicBezTo>
                  <a:pt x="84643" y="25289"/>
                  <a:pt x="81997" y="25289"/>
                  <a:pt x="80272" y="25289"/>
                </a:cubicBezTo>
                <a:lnTo>
                  <a:pt x="4369" y="25289"/>
                </a:lnTo>
                <a:cubicBezTo>
                  <a:pt x="2644" y="25289"/>
                  <a:pt x="0" y="25289"/>
                  <a:pt x="0" y="28165"/>
                </a:cubicBezTo>
                <a:cubicBezTo>
                  <a:pt x="0" y="30925"/>
                  <a:pt x="2760" y="30925"/>
                  <a:pt x="4255" y="30925"/>
                </a:cubicBezTo>
                <a:lnTo>
                  <a:pt x="80388" y="3092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1" name="path-1130">
            <a:extLst xmlns:a="http://schemas.openxmlformats.org/drawingml/2006/main">
              <a:ext uri="{FF2B5EF4-FFF2-40B4-BE49-F238E27FC236}">
                <a16:creationId xmlns:a16="http://schemas.microsoft.com/office/drawing/2014/main" id="{1668C2E5-DBA1-4A43-8007-0C1C3F1B5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323" y="7293539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2" name="path-1131">
            <a:extLst xmlns:a="http://schemas.openxmlformats.org/drawingml/2006/main">
              <a:ext uri="{FF2B5EF4-FFF2-40B4-BE49-F238E27FC236}">
                <a16:creationId xmlns:a16="http://schemas.microsoft.com/office/drawing/2014/main" id="{0E749B91-6DD5-4DFB-8B20-16B82B0A2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7782" y="6995210"/>
            <a:ext cx="49486" cy="451405"/>
          </a:xfrm>
          <a:custGeom xmlns:a="http://schemas.openxmlformats.org/drawingml/2006/main">
            <a:pathLst>
              <a:path w="43209" h="394144">
                <a:moveTo>
                  <a:pt x="0" y="394144"/>
                </a:moveTo>
                <a:lnTo>
                  <a:pt x="43209" y="394144"/>
                </a:lnTo>
                <a:lnTo>
                  <a:pt x="43209" y="385106"/>
                </a:lnTo>
                <a:lnTo>
                  <a:pt x="9035" y="385106"/>
                </a:lnTo>
                <a:lnTo>
                  <a:pt x="9035" y="9035"/>
                </a:lnTo>
                <a:lnTo>
                  <a:pt x="43209" y="9035"/>
                </a:lnTo>
                <a:lnTo>
                  <a:pt x="43209" y="0"/>
                </a:lnTo>
                <a:lnTo>
                  <a:pt x="0" y="0"/>
                </a:lnTo>
                <a:lnTo>
                  <a:pt x="0" y="394144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3" name="path-1132">
            <a:extLst xmlns:a="http://schemas.openxmlformats.org/drawingml/2006/main">
              <a:ext uri="{FF2B5EF4-FFF2-40B4-BE49-F238E27FC236}">
                <a16:creationId xmlns:a16="http://schemas.microsoft.com/office/drawing/2014/main" id="{D6B36B63-5C6A-4DFA-9DF4-42C4988F9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9188" y="6995267"/>
            <a:ext cx="92575" cy="451382"/>
          </a:xfrm>
          <a:custGeom xmlns:a="http://schemas.openxmlformats.org/drawingml/2006/main">
            <a:pathLst>
              <a:path w="80832" h="394124">
                <a:moveTo>
                  <a:pt x="80832" y="392479"/>
                </a:moveTo>
                <a:cubicBezTo>
                  <a:pt x="80832" y="391822"/>
                  <a:pt x="80503" y="391494"/>
                  <a:pt x="80175" y="391002"/>
                </a:cubicBezTo>
                <a:cubicBezTo>
                  <a:pt x="74096" y="384923"/>
                  <a:pt x="63088" y="373916"/>
                  <a:pt x="52080" y="356172"/>
                </a:cubicBezTo>
                <a:cubicBezTo>
                  <a:pt x="25630" y="313788"/>
                  <a:pt x="13637" y="260394"/>
                  <a:pt x="13637" y="197143"/>
                </a:cubicBezTo>
                <a:cubicBezTo>
                  <a:pt x="13637" y="152952"/>
                  <a:pt x="19551" y="95943"/>
                  <a:pt x="46658" y="46986"/>
                </a:cubicBezTo>
                <a:cubicBezTo>
                  <a:pt x="59639" y="23657"/>
                  <a:pt x="73111" y="10185"/>
                  <a:pt x="80338" y="2958"/>
                </a:cubicBezTo>
                <a:cubicBezTo>
                  <a:pt x="80832" y="2467"/>
                  <a:pt x="80832" y="2136"/>
                  <a:pt x="80832" y="1645"/>
                </a:cubicBezTo>
                <a:cubicBezTo>
                  <a:pt x="80832" y="0"/>
                  <a:pt x="79681" y="0"/>
                  <a:pt x="77382" y="0"/>
                </a:cubicBezTo>
                <a:cubicBezTo>
                  <a:pt x="75081" y="0"/>
                  <a:pt x="74753" y="0"/>
                  <a:pt x="72288" y="2467"/>
                </a:cubicBezTo>
                <a:cubicBezTo>
                  <a:pt x="17250" y="52572"/>
                  <a:pt x="0" y="127816"/>
                  <a:pt x="0" y="196980"/>
                </a:cubicBezTo>
                <a:cubicBezTo>
                  <a:pt x="0" y="261545"/>
                  <a:pt x="14786" y="326601"/>
                  <a:pt x="56515" y="375723"/>
                </a:cubicBezTo>
                <a:cubicBezTo>
                  <a:pt x="59802" y="379501"/>
                  <a:pt x="66046" y="386237"/>
                  <a:pt x="72782" y="392151"/>
                </a:cubicBezTo>
                <a:cubicBezTo>
                  <a:pt x="74753" y="394124"/>
                  <a:pt x="75081" y="394124"/>
                  <a:pt x="77382" y="394124"/>
                </a:cubicBezTo>
                <a:cubicBezTo>
                  <a:pt x="79681" y="394124"/>
                  <a:pt x="80832" y="394124"/>
                  <a:pt x="80832" y="39247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4" name="path-1133">
            <a:extLst xmlns:a="http://schemas.openxmlformats.org/drawingml/2006/main">
              <a:ext uri="{FF2B5EF4-FFF2-40B4-BE49-F238E27FC236}">
                <a16:creationId xmlns:a16="http://schemas.microsoft.com/office/drawing/2014/main" id="{B1334E56-9CB7-4410-AE03-7C7DDE7AB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098" y="7089359"/>
            <a:ext cx="250438" cy="263496"/>
          </a:xfrm>
          <a:custGeom xmlns:a="http://schemas.openxmlformats.org/drawingml/2006/main">
            <a:pathLst>
              <a:path w="218670" h="230071">
                <a:moveTo>
                  <a:pt x="198790" y="230071"/>
                </a:moveTo>
                <a:lnTo>
                  <a:pt x="218670" y="177487"/>
                </a:lnTo>
                <a:lnTo>
                  <a:pt x="214564" y="177487"/>
                </a:lnTo>
                <a:cubicBezTo>
                  <a:pt x="208156" y="194579"/>
                  <a:pt x="190741" y="205754"/>
                  <a:pt x="171846" y="210685"/>
                </a:cubicBezTo>
                <a:cubicBezTo>
                  <a:pt x="168397" y="211505"/>
                  <a:pt x="152298" y="215779"/>
                  <a:pt x="120754" y="215779"/>
                </a:cubicBezTo>
                <a:lnTo>
                  <a:pt x="21684" y="215779"/>
                </a:lnTo>
                <a:lnTo>
                  <a:pt x="105309" y="117668"/>
                </a:lnTo>
                <a:cubicBezTo>
                  <a:pt x="106460" y="116352"/>
                  <a:pt x="106788" y="115858"/>
                  <a:pt x="106788" y="115038"/>
                </a:cubicBezTo>
                <a:cubicBezTo>
                  <a:pt x="106788" y="114710"/>
                  <a:pt x="106788" y="114216"/>
                  <a:pt x="105637" y="112571"/>
                </a:cubicBezTo>
                <a:lnTo>
                  <a:pt x="29077" y="7887"/>
                </a:lnTo>
                <a:lnTo>
                  <a:pt x="119109" y="7887"/>
                </a:lnTo>
                <a:cubicBezTo>
                  <a:pt x="141125" y="7887"/>
                  <a:pt x="156076" y="10185"/>
                  <a:pt x="157555" y="10516"/>
                </a:cubicBezTo>
                <a:cubicBezTo>
                  <a:pt x="166426" y="11830"/>
                  <a:pt x="180718" y="14625"/>
                  <a:pt x="193699" y="22840"/>
                </a:cubicBezTo>
                <a:cubicBezTo>
                  <a:pt x="197805" y="25470"/>
                  <a:pt x="208976" y="32865"/>
                  <a:pt x="214564" y="46177"/>
                </a:cubicBezTo>
                <a:lnTo>
                  <a:pt x="218670" y="46177"/>
                </a:lnTo>
                <a:lnTo>
                  <a:pt x="198790" y="0"/>
                </a:lnTo>
                <a:lnTo>
                  <a:pt x="4600" y="0"/>
                </a:lnTo>
                <a:cubicBezTo>
                  <a:pt x="820" y="0"/>
                  <a:pt x="657" y="165"/>
                  <a:pt x="163" y="1151"/>
                </a:cubicBezTo>
                <a:cubicBezTo>
                  <a:pt x="0" y="1645"/>
                  <a:pt x="0" y="4766"/>
                  <a:pt x="0" y="6573"/>
                </a:cubicBezTo>
                <a:lnTo>
                  <a:pt x="86908" y="125554"/>
                </a:lnTo>
                <a:lnTo>
                  <a:pt x="1805" y="225308"/>
                </a:lnTo>
                <a:cubicBezTo>
                  <a:pt x="163" y="227278"/>
                  <a:pt x="163" y="228101"/>
                  <a:pt x="163" y="228266"/>
                </a:cubicBezTo>
                <a:cubicBezTo>
                  <a:pt x="163" y="230071"/>
                  <a:pt x="1642" y="230071"/>
                  <a:pt x="4600" y="230071"/>
                </a:cubicBezTo>
                <a:lnTo>
                  <a:pt x="198790" y="2300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5" name="path-1134">
            <a:extLst xmlns:a="http://schemas.openxmlformats.org/drawingml/2006/main">
              <a:ext uri="{FF2B5EF4-FFF2-40B4-BE49-F238E27FC236}">
                <a16:creationId xmlns:a16="http://schemas.microsoft.com/office/drawing/2014/main" id="{D836683C-FA3D-4F4B-A5E4-FAAA734A3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6001" y="7028079"/>
            <a:ext cx="98387" cy="88986"/>
          </a:xfrm>
          <a:custGeom xmlns:a="http://schemas.openxmlformats.org/drawingml/2006/main">
            <a:pathLst>
              <a:path w="85907" h="77698">
                <a:moveTo>
                  <a:pt x="50946" y="8163"/>
                </a:moveTo>
                <a:cubicBezTo>
                  <a:pt x="51751" y="4831"/>
                  <a:pt x="51981" y="4485"/>
                  <a:pt x="54511" y="4255"/>
                </a:cubicBezTo>
                <a:cubicBezTo>
                  <a:pt x="55085" y="4141"/>
                  <a:pt x="59111" y="4141"/>
                  <a:pt x="61411" y="4141"/>
                </a:cubicBezTo>
                <a:cubicBezTo>
                  <a:pt x="68427" y="4141"/>
                  <a:pt x="71415" y="4141"/>
                  <a:pt x="74292" y="5061"/>
                </a:cubicBezTo>
                <a:cubicBezTo>
                  <a:pt x="79466" y="6670"/>
                  <a:pt x="79696" y="10002"/>
                  <a:pt x="79696" y="14140"/>
                </a:cubicBezTo>
                <a:cubicBezTo>
                  <a:pt x="79696" y="15979"/>
                  <a:pt x="79696" y="17473"/>
                  <a:pt x="78891" y="23450"/>
                </a:cubicBezTo>
                <a:lnTo>
                  <a:pt x="78661" y="24713"/>
                </a:lnTo>
                <a:cubicBezTo>
                  <a:pt x="78661" y="25862"/>
                  <a:pt x="79466" y="26438"/>
                  <a:pt x="80616" y="26438"/>
                </a:cubicBezTo>
                <a:cubicBezTo>
                  <a:pt x="82341" y="26438"/>
                  <a:pt x="82571" y="25403"/>
                  <a:pt x="82802" y="23564"/>
                </a:cubicBezTo>
                <a:lnTo>
                  <a:pt x="85907" y="1611"/>
                </a:lnTo>
                <a:cubicBezTo>
                  <a:pt x="85907" y="0"/>
                  <a:pt x="84527" y="0"/>
                  <a:pt x="82457" y="0"/>
                </a:cubicBezTo>
                <a:lnTo>
                  <a:pt x="11729" y="0"/>
                </a:lnTo>
                <a:cubicBezTo>
                  <a:pt x="8855" y="0"/>
                  <a:pt x="8625" y="0"/>
                  <a:pt x="7819" y="2416"/>
                </a:cubicBezTo>
                <a:lnTo>
                  <a:pt x="574" y="22760"/>
                </a:lnTo>
                <a:cubicBezTo>
                  <a:pt x="460" y="23220"/>
                  <a:pt x="0" y="24253"/>
                  <a:pt x="0" y="24829"/>
                </a:cubicBezTo>
                <a:cubicBezTo>
                  <a:pt x="0" y="25289"/>
                  <a:pt x="230" y="26438"/>
                  <a:pt x="1955" y="26438"/>
                </a:cubicBezTo>
                <a:cubicBezTo>
                  <a:pt x="3450" y="26438"/>
                  <a:pt x="3680" y="25862"/>
                  <a:pt x="4369" y="23679"/>
                </a:cubicBezTo>
                <a:cubicBezTo>
                  <a:pt x="11039" y="5291"/>
                  <a:pt x="14835" y="4141"/>
                  <a:pt x="32315" y="4141"/>
                </a:cubicBezTo>
                <a:lnTo>
                  <a:pt x="37146" y="4141"/>
                </a:lnTo>
                <a:cubicBezTo>
                  <a:pt x="40596" y="4141"/>
                  <a:pt x="40710" y="4255"/>
                  <a:pt x="40710" y="5291"/>
                </a:cubicBezTo>
                <a:cubicBezTo>
                  <a:pt x="40710" y="5405"/>
                  <a:pt x="40710" y="5980"/>
                  <a:pt x="40250" y="7704"/>
                </a:cubicBezTo>
                <a:lnTo>
                  <a:pt x="25069" y="68157"/>
                </a:lnTo>
                <a:cubicBezTo>
                  <a:pt x="24036" y="72409"/>
                  <a:pt x="23690" y="73558"/>
                  <a:pt x="11615" y="73558"/>
                </a:cubicBezTo>
                <a:cubicBezTo>
                  <a:pt x="7474" y="73558"/>
                  <a:pt x="6440" y="73558"/>
                  <a:pt x="6440" y="76088"/>
                </a:cubicBezTo>
                <a:cubicBezTo>
                  <a:pt x="6440" y="76434"/>
                  <a:pt x="6670" y="77698"/>
                  <a:pt x="8395" y="77698"/>
                </a:cubicBezTo>
                <a:cubicBezTo>
                  <a:pt x="11615" y="77698"/>
                  <a:pt x="15065" y="77354"/>
                  <a:pt x="18285" y="77354"/>
                </a:cubicBezTo>
                <a:cubicBezTo>
                  <a:pt x="21505" y="77354"/>
                  <a:pt x="24955" y="77238"/>
                  <a:pt x="28175" y="77238"/>
                </a:cubicBezTo>
                <a:cubicBezTo>
                  <a:pt x="31395" y="77238"/>
                  <a:pt x="35305" y="77238"/>
                  <a:pt x="38525" y="77354"/>
                </a:cubicBezTo>
                <a:cubicBezTo>
                  <a:pt x="41631" y="77468"/>
                  <a:pt x="45081" y="77698"/>
                  <a:pt x="48185" y="77698"/>
                </a:cubicBezTo>
                <a:cubicBezTo>
                  <a:pt x="49105" y="77698"/>
                  <a:pt x="50832" y="77698"/>
                  <a:pt x="50832" y="75169"/>
                </a:cubicBezTo>
                <a:cubicBezTo>
                  <a:pt x="50832" y="73558"/>
                  <a:pt x="49680" y="73558"/>
                  <a:pt x="46116" y="73558"/>
                </a:cubicBezTo>
                <a:cubicBezTo>
                  <a:pt x="43930" y="73558"/>
                  <a:pt x="41631" y="73444"/>
                  <a:pt x="39445" y="73328"/>
                </a:cubicBezTo>
                <a:cubicBezTo>
                  <a:pt x="35535" y="72984"/>
                  <a:pt x="35305" y="72524"/>
                  <a:pt x="35305" y="71145"/>
                </a:cubicBezTo>
                <a:cubicBezTo>
                  <a:pt x="35305" y="70340"/>
                  <a:pt x="35305" y="70110"/>
                  <a:pt x="35765" y="68501"/>
                </a:cubicBezTo>
                <a:lnTo>
                  <a:pt x="50946" y="816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6" name="path-1135">
            <a:extLst xmlns:a="http://schemas.openxmlformats.org/drawingml/2006/main">
              <a:ext uri="{FF2B5EF4-FFF2-40B4-BE49-F238E27FC236}">
                <a16:creationId xmlns:a16="http://schemas.microsoft.com/office/drawing/2014/main" id="{D30AA9F4-EAF9-4779-937F-987C675F3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5869" y="7298752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7" name="path-1136">
            <a:extLst xmlns:a="http://schemas.openxmlformats.org/drawingml/2006/main">
              <a:ext uri="{FF2B5EF4-FFF2-40B4-BE49-F238E27FC236}">
                <a16:creationId xmlns:a16="http://schemas.microsoft.com/office/drawing/2014/main" id="{2CF64BA0-A4D3-4401-B607-D0A3BD81A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5934" y="7290787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8" name="path-1137">
            <a:extLst xmlns:a="http://schemas.openxmlformats.org/drawingml/2006/main">
              <a:ext uri="{FF2B5EF4-FFF2-40B4-BE49-F238E27FC236}">
                <a16:creationId xmlns:a16="http://schemas.microsoft.com/office/drawing/2014/main" id="{3F34EE43-C889-45AA-B38B-72E628304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7304" y="7330303"/>
            <a:ext cx="96940" cy="35418"/>
          </a:xfrm>
          <a:custGeom xmlns:a="http://schemas.openxmlformats.org/drawingml/2006/main">
            <a:pathLst>
              <a:path w="84643" h="30925">
                <a:moveTo>
                  <a:pt x="80272" y="5635"/>
                </a:moveTo>
                <a:cubicBezTo>
                  <a:pt x="81997" y="5635"/>
                  <a:pt x="84643" y="5635"/>
                  <a:pt x="84643" y="2760"/>
                </a:cubicBezTo>
                <a:cubicBezTo>
                  <a:pt x="84643" y="0"/>
                  <a:pt x="81883" y="0"/>
                  <a:pt x="80388" y="0"/>
                </a:cubicBezTo>
                <a:lnTo>
                  <a:pt x="4255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5"/>
                  <a:pt x="2644" y="5635"/>
                  <a:pt x="4369" y="5635"/>
                </a:cubicBezTo>
                <a:lnTo>
                  <a:pt x="80272" y="5635"/>
                </a:lnTo>
                <a:moveTo>
                  <a:pt x="80388" y="30925"/>
                </a:moveTo>
                <a:cubicBezTo>
                  <a:pt x="81883" y="30925"/>
                  <a:pt x="84643" y="30925"/>
                  <a:pt x="84643" y="28165"/>
                </a:cubicBezTo>
                <a:cubicBezTo>
                  <a:pt x="84643" y="25289"/>
                  <a:pt x="81997" y="25289"/>
                  <a:pt x="80272" y="25289"/>
                </a:cubicBezTo>
                <a:lnTo>
                  <a:pt x="4369" y="25289"/>
                </a:lnTo>
                <a:cubicBezTo>
                  <a:pt x="2644" y="25289"/>
                  <a:pt x="0" y="25289"/>
                  <a:pt x="0" y="28165"/>
                </a:cubicBezTo>
                <a:cubicBezTo>
                  <a:pt x="0" y="30925"/>
                  <a:pt x="2760" y="30925"/>
                  <a:pt x="4255" y="30925"/>
                </a:cubicBezTo>
                <a:lnTo>
                  <a:pt x="80388" y="3092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9" name="path-1138">
            <a:extLst xmlns:a="http://schemas.openxmlformats.org/drawingml/2006/main">
              <a:ext uri="{FF2B5EF4-FFF2-40B4-BE49-F238E27FC236}">
                <a16:creationId xmlns:a16="http://schemas.microsoft.com/office/drawing/2014/main" id="{705B5948-02B3-47D4-9C7C-C354E9163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9126" y="7298752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0" name="path-1139">
            <a:extLst xmlns:a="http://schemas.openxmlformats.org/drawingml/2006/main">
              <a:ext uri="{FF2B5EF4-FFF2-40B4-BE49-F238E27FC236}">
                <a16:creationId xmlns:a16="http://schemas.microsoft.com/office/drawing/2014/main" id="{DDED6E4E-EA7F-46F6-8676-167C61FE9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06656" y="7184863"/>
            <a:ext cx="76580" cy="85260"/>
          </a:xfrm>
          <a:custGeom xmlns:a="http://schemas.openxmlformats.org/drawingml/2006/main">
            <a:pathLst>
              <a:path w="66866" h="74444">
                <a:moveTo>
                  <a:pt x="9694" y="62943"/>
                </a:moveTo>
                <a:cubicBezTo>
                  <a:pt x="9200" y="65407"/>
                  <a:pt x="8215" y="69187"/>
                  <a:pt x="8215" y="70010"/>
                </a:cubicBezTo>
                <a:cubicBezTo>
                  <a:pt x="8215" y="72968"/>
                  <a:pt x="10514" y="74444"/>
                  <a:pt x="12978" y="74444"/>
                </a:cubicBezTo>
                <a:cubicBezTo>
                  <a:pt x="14951" y="74444"/>
                  <a:pt x="17907" y="73131"/>
                  <a:pt x="19057" y="69844"/>
                </a:cubicBezTo>
                <a:cubicBezTo>
                  <a:pt x="19386" y="69187"/>
                  <a:pt x="24973" y="46836"/>
                  <a:pt x="25630" y="43878"/>
                </a:cubicBezTo>
                <a:cubicBezTo>
                  <a:pt x="26944" y="38455"/>
                  <a:pt x="29902" y="26951"/>
                  <a:pt x="30887" y="22514"/>
                </a:cubicBezTo>
                <a:cubicBezTo>
                  <a:pt x="31544" y="20376"/>
                  <a:pt x="36144" y="12655"/>
                  <a:pt x="40087" y="9042"/>
                </a:cubicBezTo>
                <a:cubicBezTo>
                  <a:pt x="41401" y="7892"/>
                  <a:pt x="46167" y="3615"/>
                  <a:pt x="53231" y="3615"/>
                </a:cubicBezTo>
                <a:cubicBezTo>
                  <a:pt x="57503" y="3615"/>
                  <a:pt x="59967" y="5590"/>
                  <a:pt x="60130" y="5590"/>
                </a:cubicBezTo>
                <a:cubicBezTo>
                  <a:pt x="55201" y="6413"/>
                  <a:pt x="51586" y="10356"/>
                  <a:pt x="51586" y="14628"/>
                </a:cubicBezTo>
                <a:cubicBezTo>
                  <a:pt x="51586" y="17255"/>
                  <a:pt x="53394" y="20376"/>
                  <a:pt x="57831" y="20376"/>
                </a:cubicBezTo>
                <a:cubicBezTo>
                  <a:pt x="62266" y="20376"/>
                  <a:pt x="66866" y="16598"/>
                  <a:pt x="66866" y="10684"/>
                </a:cubicBezTo>
                <a:cubicBezTo>
                  <a:pt x="66866" y="4934"/>
                  <a:pt x="61609" y="0"/>
                  <a:pt x="53231" y="0"/>
                </a:cubicBezTo>
                <a:cubicBezTo>
                  <a:pt x="42552" y="0"/>
                  <a:pt x="35322" y="8055"/>
                  <a:pt x="32201" y="12655"/>
                </a:cubicBezTo>
                <a:cubicBezTo>
                  <a:pt x="30887" y="5262"/>
                  <a:pt x="24973" y="0"/>
                  <a:pt x="17250" y="0"/>
                </a:cubicBezTo>
                <a:cubicBezTo>
                  <a:pt x="9694" y="0"/>
                  <a:pt x="6571" y="6413"/>
                  <a:pt x="5094" y="9371"/>
                </a:cubicBezTo>
                <a:cubicBezTo>
                  <a:pt x="2136" y="14956"/>
                  <a:pt x="0" y="24816"/>
                  <a:pt x="0" y="25307"/>
                </a:cubicBezTo>
                <a:cubicBezTo>
                  <a:pt x="0" y="26951"/>
                  <a:pt x="1642" y="26951"/>
                  <a:pt x="1970" y="26951"/>
                </a:cubicBezTo>
                <a:cubicBezTo>
                  <a:pt x="3615" y="26951"/>
                  <a:pt x="3778" y="26786"/>
                  <a:pt x="4766" y="23171"/>
                </a:cubicBezTo>
                <a:cubicBezTo>
                  <a:pt x="7558" y="11507"/>
                  <a:pt x="10842" y="3615"/>
                  <a:pt x="16758" y="3615"/>
                </a:cubicBezTo>
                <a:cubicBezTo>
                  <a:pt x="19551" y="3615"/>
                  <a:pt x="21850" y="4934"/>
                  <a:pt x="21850" y="11176"/>
                </a:cubicBezTo>
                <a:cubicBezTo>
                  <a:pt x="21850" y="14628"/>
                  <a:pt x="21359" y="16435"/>
                  <a:pt x="19223" y="24979"/>
                </a:cubicBezTo>
                <a:lnTo>
                  <a:pt x="9694" y="6294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1" name="path-1140">
            <a:extLst xmlns:a="http://schemas.openxmlformats.org/drawingml/2006/main">
              <a:ext uri="{FF2B5EF4-FFF2-40B4-BE49-F238E27FC236}">
                <a16:creationId xmlns:a16="http://schemas.microsoft.com/office/drawing/2014/main" id="{89835182-DA10-46C6-B5DB-D0C3705BF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1608" y="7214085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2" name="path-1141">
            <a:extLst xmlns:a="http://schemas.openxmlformats.org/drawingml/2006/main">
              <a:ext uri="{FF2B5EF4-FFF2-40B4-BE49-F238E27FC236}">
                <a16:creationId xmlns:a16="http://schemas.microsoft.com/office/drawing/2014/main" id="{EF06CDD8-0525-475C-817E-D2CDEC12D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1674" y="7206099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3" name="path-1142">
            <a:extLst xmlns:a="http://schemas.openxmlformats.org/drawingml/2006/main">
              <a:ext uri="{FF2B5EF4-FFF2-40B4-BE49-F238E27FC236}">
                <a16:creationId xmlns:a16="http://schemas.microsoft.com/office/drawing/2014/main" id="{ADFA9B21-4159-4DF0-95E3-F295C8F2D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9814" y="6995267"/>
            <a:ext cx="92575" cy="451382"/>
          </a:xfrm>
          <a:custGeom xmlns:a="http://schemas.openxmlformats.org/drawingml/2006/main">
            <a:pathLst>
              <a:path w="80832" h="394124">
                <a:moveTo>
                  <a:pt x="80832" y="197143"/>
                </a:moveTo>
                <a:cubicBezTo>
                  <a:pt x="80832" y="132579"/>
                  <a:pt x="66046" y="67523"/>
                  <a:pt x="24317" y="18400"/>
                </a:cubicBezTo>
                <a:cubicBezTo>
                  <a:pt x="21030" y="14623"/>
                  <a:pt x="14788" y="7887"/>
                  <a:pt x="8052" y="1973"/>
                </a:cubicBezTo>
                <a:cubicBezTo>
                  <a:pt x="6079" y="0"/>
                  <a:pt x="5751" y="0"/>
                  <a:pt x="3452" y="0"/>
                </a:cubicBezTo>
                <a:cubicBezTo>
                  <a:pt x="1479" y="0"/>
                  <a:pt x="0" y="0"/>
                  <a:pt x="0" y="1645"/>
                </a:cubicBezTo>
                <a:cubicBezTo>
                  <a:pt x="0" y="2301"/>
                  <a:pt x="657" y="2958"/>
                  <a:pt x="985" y="3287"/>
                </a:cubicBezTo>
                <a:cubicBezTo>
                  <a:pt x="6736" y="9200"/>
                  <a:pt x="17744" y="20208"/>
                  <a:pt x="28751" y="37952"/>
                </a:cubicBezTo>
                <a:cubicBezTo>
                  <a:pt x="55201" y="80335"/>
                  <a:pt x="67197" y="133729"/>
                  <a:pt x="67197" y="196980"/>
                </a:cubicBezTo>
                <a:cubicBezTo>
                  <a:pt x="67197" y="241171"/>
                  <a:pt x="61281" y="298180"/>
                  <a:pt x="34174" y="347137"/>
                </a:cubicBezTo>
                <a:cubicBezTo>
                  <a:pt x="21193" y="370466"/>
                  <a:pt x="7558" y="384101"/>
                  <a:pt x="657" y="391002"/>
                </a:cubicBezTo>
                <a:cubicBezTo>
                  <a:pt x="328" y="391494"/>
                  <a:pt x="0" y="391988"/>
                  <a:pt x="0" y="392479"/>
                </a:cubicBezTo>
                <a:cubicBezTo>
                  <a:pt x="0" y="394124"/>
                  <a:pt x="1479" y="394124"/>
                  <a:pt x="3452" y="394124"/>
                </a:cubicBezTo>
                <a:cubicBezTo>
                  <a:pt x="5751" y="394124"/>
                  <a:pt x="6079" y="394124"/>
                  <a:pt x="8543" y="391659"/>
                </a:cubicBezTo>
                <a:cubicBezTo>
                  <a:pt x="63582" y="341552"/>
                  <a:pt x="80832" y="266308"/>
                  <a:pt x="80832" y="197143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4" name="path-1143">
            <a:extLst xmlns:a="http://schemas.openxmlformats.org/drawingml/2006/main">
              <a:ext uri="{FF2B5EF4-FFF2-40B4-BE49-F238E27FC236}">
                <a16:creationId xmlns:a16="http://schemas.microsoft.com/office/drawing/2014/main" id="{42713232-8684-4F17-AD92-9E9B67AB1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81938" y="7139661"/>
            <a:ext cx="138860" cy="134688"/>
          </a:xfrm>
          <a:custGeom xmlns:a="http://schemas.openxmlformats.org/drawingml/2006/main">
            <a:pathLst>
              <a:path w="121245" h="117603">
                <a:moveTo>
                  <a:pt x="120425" y="3615"/>
                </a:moveTo>
                <a:cubicBezTo>
                  <a:pt x="120754" y="3124"/>
                  <a:pt x="121245" y="1973"/>
                  <a:pt x="121245" y="1316"/>
                </a:cubicBezTo>
                <a:cubicBezTo>
                  <a:pt x="121245" y="165"/>
                  <a:pt x="121082" y="0"/>
                  <a:pt x="117302" y="0"/>
                </a:cubicBezTo>
                <a:lnTo>
                  <a:pt x="3943" y="0"/>
                </a:lnTo>
                <a:cubicBezTo>
                  <a:pt x="163" y="0"/>
                  <a:pt x="0" y="165"/>
                  <a:pt x="0" y="1316"/>
                </a:cubicBezTo>
                <a:cubicBezTo>
                  <a:pt x="0" y="1973"/>
                  <a:pt x="491" y="3124"/>
                  <a:pt x="820" y="3615"/>
                </a:cubicBezTo>
                <a:lnTo>
                  <a:pt x="56187" y="114482"/>
                </a:lnTo>
                <a:cubicBezTo>
                  <a:pt x="57337" y="116617"/>
                  <a:pt x="57829" y="117603"/>
                  <a:pt x="60624" y="117603"/>
                </a:cubicBezTo>
                <a:cubicBezTo>
                  <a:pt x="63416" y="117603"/>
                  <a:pt x="63908" y="116617"/>
                  <a:pt x="65058" y="114482"/>
                </a:cubicBezTo>
                <a:lnTo>
                  <a:pt x="120425" y="3615"/>
                </a:lnTo>
                <a:moveTo>
                  <a:pt x="20371" y="11830"/>
                </a:moveTo>
                <a:lnTo>
                  <a:pt x="110568" y="11830"/>
                </a:lnTo>
                <a:lnTo>
                  <a:pt x="65552" y="102163"/>
                </a:lnTo>
                <a:lnTo>
                  <a:pt x="20371" y="1183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5" name="path-1144">
            <a:extLst xmlns:a="http://schemas.openxmlformats.org/drawingml/2006/main">
              <a:ext uri="{FF2B5EF4-FFF2-40B4-BE49-F238E27FC236}">
                <a16:creationId xmlns:a16="http://schemas.microsoft.com/office/drawing/2014/main" id="{563F2E74-FED6-4D4B-8A65-A94E1ACA0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37662" y="7203855"/>
            <a:ext cx="71652" cy="93510"/>
          </a:xfrm>
          <a:custGeom xmlns:a="http://schemas.openxmlformats.org/drawingml/2006/main">
            <a:pathLst>
              <a:path w="62562" h="81648">
                <a:moveTo>
                  <a:pt x="62562" y="25513"/>
                </a:moveTo>
                <a:cubicBezTo>
                  <a:pt x="62562" y="5521"/>
                  <a:pt x="50142" y="0"/>
                  <a:pt x="40941" y="0"/>
                </a:cubicBezTo>
                <a:cubicBezTo>
                  <a:pt x="35537" y="0"/>
                  <a:pt x="22886" y="1841"/>
                  <a:pt x="11845" y="17817"/>
                </a:cubicBezTo>
                <a:cubicBezTo>
                  <a:pt x="4026" y="29075"/>
                  <a:pt x="0" y="45974"/>
                  <a:pt x="0" y="56103"/>
                </a:cubicBezTo>
                <a:cubicBezTo>
                  <a:pt x="0" y="73828"/>
                  <a:pt x="10120" y="81648"/>
                  <a:pt x="21735" y="81648"/>
                </a:cubicBezTo>
                <a:cubicBezTo>
                  <a:pt x="27715" y="81648"/>
                  <a:pt x="39216" y="79233"/>
                  <a:pt x="49566" y="65540"/>
                </a:cubicBezTo>
                <a:cubicBezTo>
                  <a:pt x="57731" y="54606"/>
                  <a:pt x="62562" y="37462"/>
                  <a:pt x="62562" y="25513"/>
                </a:cubicBezTo>
                <a:moveTo>
                  <a:pt x="18515" y="37577"/>
                </a:moveTo>
                <a:cubicBezTo>
                  <a:pt x="20701" y="29649"/>
                  <a:pt x="22656" y="22411"/>
                  <a:pt x="26566" y="15748"/>
                </a:cubicBezTo>
                <a:cubicBezTo>
                  <a:pt x="29211" y="11382"/>
                  <a:pt x="34617" y="5291"/>
                  <a:pt x="40712" y="5291"/>
                </a:cubicBezTo>
                <a:cubicBezTo>
                  <a:pt x="44621" y="5291"/>
                  <a:pt x="48877" y="8165"/>
                  <a:pt x="48877" y="18046"/>
                </a:cubicBezTo>
                <a:cubicBezTo>
                  <a:pt x="48877" y="24250"/>
                  <a:pt x="47382" y="30223"/>
                  <a:pt x="45657" y="37577"/>
                </a:cubicBezTo>
                <a:lnTo>
                  <a:pt x="18515" y="37577"/>
                </a:lnTo>
                <a:moveTo>
                  <a:pt x="44046" y="44018"/>
                </a:moveTo>
                <a:cubicBezTo>
                  <a:pt x="42782" y="49082"/>
                  <a:pt x="40252" y="58981"/>
                  <a:pt x="35881" y="66002"/>
                </a:cubicBezTo>
                <a:cubicBezTo>
                  <a:pt x="32087" y="72216"/>
                  <a:pt x="26796" y="76359"/>
                  <a:pt x="21967" y="76359"/>
                </a:cubicBezTo>
                <a:cubicBezTo>
                  <a:pt x="16446" y="76359"/>
                  <a:pt x="13686" y="71066"/>
                  <a:pt x="13686" y="63584"/>
                </a:cubicBezTo>
                <a:cubicBezTo>
                  <a:pt x="13686" y="57714"/>
                  <a:pt x="15527" y="49658"/>
                  <a:pt x="16906" y="44018"/>
                </a:cubicBezTo>
                <a:lnTo>
                  <a:pt x="44046" y="44018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6" name="path-1145">
            <a:extLst xmlns:a="http://schemas.openxmlformats.org/drawingml/2006/main">
              <a:ext uri="{FF2B5EF4-FFF2-40B4-BE49-F238E27FC236}">
                <a16:creationId xmlns:a16="http://schemas.microsoft.com/office/drawing/2014/main" id="{0A06BED1-1154-410A-9CA2-90B29FAA7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64338" y="7137456"/>
            <a:ext cx="41771" cy="130646"/>
          </a:xfrm>
          <a:custGeom xmlns:a="http://schemas.openxmlformats.org/drawingml/2006/main">
            <a:pathLst>
              <a:path w="36473" h="114073">
                <a:moveTo>
                  <a:pt x="23657" y="0"/>
                </a:moveTo>
                <a:lnTo>
                  <a:pt x="0" y="1807"/>
                </a:lnTo>
                <a:lnTo>
                  <a:pt x="0" y="6901"/>
                </a:lnTo>
                <a:cubicBezTo>
                  <a:pt x="11502" y="6901"/>
                  <a:pt x="12815" y="8052"/>
                  <a:pt x="12815" y="16107"/>
                </a:cubicBezTo>
                <a:lnTo>
                  <a:pt x="12815" y="101584"/>
                </a:lnTo>
                <a:cubicBezTo>
                  <a:pt x="12815" y="108981"/>
                  <a:pt x="11008" y="108981"/>
                  <a:pt x="0" y="108981"/>
                </a:cubicBezTo>
                <a:lnTo>
                  <a:pt x="0" y="114073"/>
                </a:lnTo>
                <a:cubicBezTo>
                  <a:pt x="5422" y="113910"/>
                  <a:pt x="14129" y="113582"/>
                  <a:pt x="18238" y="113582"/>
                </a:cubicBezTo>
                <a:cubicBezTo>
                  <a:pt x="22344" y="113582"/>
                  <a:pt x="30393" y="113910"/>
                  <a:pt x="36473" y="114073"/>
                </a:cubicBezTo>
                <a:lnTo>
                  <a:pt x="36473" y="108981"/>
                </a:lnTo>
                <a:cubicBezTo>
                  <a:pt x="25465" y="108981"/>
                  <a:pt x="23657" y="108981"/>
                  <a:pt x="23657" y="101584"/>
                </a:cubicBezTo>
                <a:lnTo>
                  <a:pt x="23657" y="0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7" name="path-1146">
            <a:extLst xmlns:a="http://schemas.openxmlformats.org/drawingml/2006/main">
              <a:ext uri="{FF2B5EF4-FFF2-40B4-BE49-F238E27FC236}">
                <a16:creationId xmlns:a16="http://schemas.microsoft.com/office/drawing/2014/main" id="{7A78E4E3-7470-4DCE-A300-E8DFA3D2B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15669" y="7183760"/>
            <a:ext cx="83353" cy="86362"/>
          </a:xfrm>
          <a:custGeom xmlns:a="http://schemas.openxmlformats.org/drawingml/2006/main">
            <a:pathLst>
              <a:path w="72780" h="75407">
                <a:moveTo>
                  <a:pt x="72780" y="38443"/>
                </a:moveTo>
                <a:cubicBezTo>
                  <a:pt x="72780" y="17415"/>
                  <a:pt x="56350" y="0"/>
                  <a:pt x="36473" y="0"/>
                </a:cubicBezTo>
                <a:cubicBezTo>
                  <a:pt x="15936" y="0"/>
                  <a:pt x="0" y="17909"/>
                  <a:pt x="0" y="38443"/>
                </a:cubicBezTo>
                <a:cubicBezTo>
                  <a:pt x="0" y="59636"/>
                  <a:pt x="17084" y="75407"/>
                  <a:pt x="36307" y="75407"/>
                </a:cubicBezTo>
                <a:cubicBezTo>
                  <a:pt x="56187" y="75407"/>
                  <a:pt x="72780" y="59308"/>
                  <a:pt x="72780" y="38443"/>
                </a:cubicBezTo>
                <a:moveTo>
                  <a:pt x="36473" y="71301"/>
                </a:moveTo>
                <a:cubicBezTo>
                  <a:pt x="29406" y="71301"/>
                  <a:pt x="22178" y="67851"/>
                  <a:pt x="17741" y="60293"/>
                </a:cubicBezTo>
                <a:cubicBezTo>
                  <a:pt x="13635" y="53066"/>
                  <a:pt x="13635" y="43043"/>
                  <a:pt x="13635" y="37129"/>
                </a:cubicBezTo>
                <a:cubicBezTo>
                  <a:pt x="13635" y="30722"/>
                  <a:pt x="13635" y="21852"/>
                  <a:pt x="17578" y="14623"/>
                </a:cubicBezTo>
                <a:cubicBezTo>
                  <a:pt x="22013" y="7067"/>
                  <a:pt x="29737" y="3615"/>
                  <a:pt x="36307" y="3615"/>
                </a:cubicBezTo>
                <a:cubicBezTo>
                  <a:pt x="43537" y="3615"/>
                  <a:pt x="50601" y="7230"/>
                  <a:pt x="54873" y="14294"/>
                </a:cubicBezTo>
                <a:cubicBezTo>
                  <a:pt x="59145" y="21359"/>
                  <a:pt x="59145" y="30887"/>
                  <a:pt x="59145" y="37129"/>
                </a:cubicBezTo>
                <a:cubicBezTo>
                  <a:pt x="59145" y="43043"/>
                  <a:pt x="59145" y="51915"/>
                  <a:pt x="55530" y="59145"/>
                </a:cubicBezTo>
                <a:cubicBezTo>
                  <a:pt x="51915" y="66538"/>
                  <a:pt x="44685" y="71301"/>
                  <a:pt x="36473" y="71301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8" name="path-1147">
            <a:extLst xmlns:a="http://schemas.openxmlformats.org/drawingml/2006/main">
              <a:ext uri="{FF2B5EF4-FFF2-40B4-BE49-F238E27FC236}">
                <a16:creationId xmlns:a16="http://schemas.microsoft.com/office/drawing/2014/main" id="{EBC4F0CE-A593-40B4-AA64-430F90611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09750" y="7182796"/>
            <a:ext cx="85989" cy="124076"/>
          </a:xfrm>
          <a:custGeom xmlns:a="http://schemas.openxmlformats.org/drawingml/2006/main">
            <a:pathLst>
              <a:path w="75081" h="108337">
                <a:moveTo>
                  <a:pt x="31872" y="46159"/>
                </a:moveTo>
                <a:cubicBezTo>
                  <a:pt x="17578" y="46159"/>
                  <a:pt x="17578" y="29732"/>
                  <a:pt x="17578" y="25954"/>
                </a:cubicBezTo>
                <a:cubicBezTo>
                  <a:pt x="17578" y="21519"/>
                  <a:pt x="17741" y="16262"/>
                  <a:pt x="20205" y="12156"/>
                </a:cubicBezTo>
                <a:cubicBezTo>
                  <a:pt x="21522" y="10185"/>
                  <a:pt x="25299" y="5585"/>
                  <a:pt x="31872" y="5585"/>
                </a:cubicBezTo>
                <a:cubicBezTo>
                  <a:pt x="46164" y="5585"/>
                  <a:pt x="46164" y="22013"/>
                  <a:pt x="46164" y="25791"/>
                </a:cubicBezTo>
                <a:cubicBezTo>
                  <a:pt x="46164" y="30225"/>
                  <a:pt x="46001" y="35482"/>
                  <a:pt x="43537" y="39589"/>
                </a:cubicBezTo>
                <a:cubicBezTo>
                  <a:pt x="42221" y="41559"/>
                  <a:pt x="38443" y="46159"/>
                  <a:pt x="31872" y="46159"/>
                </a:cubicBezTo>
                <a:moveTo>
                  <a:pt x="12813" y="52584"/>
                </a:moveTo>
                <a:cubicBezTo>
                  <a:pt x="12813" y="51922"/>
                  <a:pt x="12813" y="48132"/>
                  <a:pt x="15605" y="44846"/>
                </a:cubicBezTo>
                <a:cubicBezTo>
                  <a:pt x="22013" y="49446"/>
                  <a:pt x="28749" y="49937"/>
                  <a:pt x="31872" y="49937"/>
                </a:cubicBezTo>
                <a:cubicBezTo>
                  <a:pt x="47149" y="49937"/>
                  <a:pt x="58485" y="38603"/>
                  <a:pt x="58485" y="25954"/>
                </a:cubicBezTo>
                <a:cubicBezTo>
                  <a:pt x="58485" y="19877"/>
                  <a:pt x="55858" y="13798"/>
                  <a:pt x="51749" y="10020"/>
                </a:cubicBezTo>
                <a:cubicBezTo>
                  <a:pt x="57666" y="4435"/>
                  <a:pt x="63579" y="3612"/>
                  <a:pt x="66538" y="3612"/>
                </a:cubicBezTo>
                <a:cubicBezTo>
                  <a:pt x="66866" y="3612"/>
                  <a:pt x="67686" y="3612"/>
                  <a:pt x="68180" y="3778"/>
                </a:cubicBezTo>
                <a:cubicBezTo>
                  <a:pt x="66372" y="4435"/>
                  <a:pt x="65550" y="6242"/>
                  <a:pt x="65550" y="8213"/>
                </a:cubicBezTo>
                <a:cubicBezTo>
                  <a:pt x="65550" y="11005"/>
                  <a:pt x="67686" y="12978"/>
                  <a:pt x="70315" y="12978"/>
                </a:cubicBezTo>
                <a:cubicBezTo>
                  <a:pt x="71957" y="12978"/>
                  <a:pt x="75081" y="11827"/>
                  <a:pt x="75081" y="8050"/>
                </a:cubicBezTo>
                <a:cubicBezTo>
                  <a:pt x="75081" y="5257"/>
                  <a:pt x="73108" y="0"/>
                  <a:pt x="66700" y="0"/>
                </a:cubicBezTo>
                <a:cubicBezTo>
                  <a:pt x="63414" y="0"/>
                  <a:pt x="56187" y="985"/>
                  <a:pt x="49285" y="7721"/>
                </a:cubicBezTo>
                <a:cubicBezTo>
                  <a:pt x="42386" y="2299"/>
                  <a:pt x="35485" y="1805"/>
                  <a:pt x="31872" y="1805"/>
                </a:cubicBezTo>
                <a:cubicBezTo>
                  <a:pt x="16593" y="1805"/>
                  <a:pt x="5257" y="13141"/>
                  <a:pt x="5257" y="25791"/>
                </a:cubicBezTo>
                <a:cubicBezTo>
                  <a:pt x="5257" y="33018"/>
                  <a:pt x="8869" y="39260"/>
                  <a:pt x="12978" y="42710"/>
                </a:cubicBezTo>
                <a:cubicBezTo>
                  <a:pt x="10842" y="45174"/>
                  <a:pt x="7884" y="50599"/>
                  <a:pt x="7884" y="56390"/>
                </a:cubicBezTo>
                <a:cubicBezTo>
                  <a:pt x="7884" y="61519"/>
                  <a:pt x="10020" y="67776"/>
                  <a:pt x="15114" y="71062"/>
                </a:cubicBezTo>
                <a:cubicBezTo>
                  <a:pt x="5257" y="73855"/>
                  <a:pt x="0" y="80914"/>
                  <a:pt x="0" y="87482"/>
                </a:cubicBezTo>
                <a:cubicBezTo>
                  <a:pt x="0" y="99305"/>
                  <a:pt x="16265" y="108337"/>
                  <a:pt x="36307" y="108337"/>
                </a:cubicBezTo>
                <a:cubicBezTo>
                  <a:pt x="55693" y="108337"/>
                  <a:pt x="72780" y="99962"/>
                  <a:pt x="72780" y="87154"/>
                </a:cubicBezTo>
                <a:cubicBezTo>
                  <a:pt x="72780" y="81408"/>
                  <a:pt x="70481" y="73033"/>
                  <a:pt x="62100" y="68433"/>
                </a:cubicBezTo>
                <a:cubicBezTo>
                  <a:pt x="53394" y="63833"/>
                  <a:pt x="43865" y="63833"/>
                  <a:pt x="33843" y="63833"/>
                </a:cubicBezTo>
                <a:cubicBezTo>
                  <a:pt x="29737" y="63833"/>
                  <a:pt x="22670" y="63833"/>
                  <a:pt x="21522" y="63667"/>
                </a:cubicBezTo>
                <a:cubicBezTo>
                  <a:pt x="16265" y="63005"/>
                  <a:pt x="12813" y="57879"/>
                  <a:pt x="12813" y="52584"/>
                </a:cubicBezTo>
                <a:moveTo>
                  <a:pt x="36473" y="104559"/>
                </a:moveTo>
                <a:cubicBezTo>
                  <a:pt x="19877" y="104559"/>
                  <a:pt x="8541" y="96186"/>
                  <a:pt x="8541" y="87482"/>
                </a:cubicBezTo>
                <a:cubicBezTo>
                  <a:pt x="8541" y="79929"/>
                  <a:pt x="14786" y="73855"/>
                  <a:pt x="22013" y="73361"/>
                </a:cubicBezTo>
                <a:lnTo>
                  <a:pt x="31707" y="73361"/>
                </a:lnTo>
                <a:cubicBezTo>
                  <a:pt x="45836" y="73361"/>
                  <a:pt x="64236" y="73361"/>
                  <a:pt x="64236" y="87482"/>
                </a:cubicBezTo>
                <a:cubicBezTo>
                  <a:pt x="64236" y="96349"/>
                  <a:pt x="52572" y="104559"/>
                  <a:pt x="36473" y="10455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9" name="path-1148">
            <a:extLst xmlns:a="http://schemas.openxmlformats.org/drawingml/2006/main">
              <a:ext uri="{FF2B5EF4-FFF2-40B4-BE49-F238E27FC236}">
                <a16:creationId xmlns:a16="http://schemas.microsoft.com/office/drawing/2014/main" id="{7AA0DFA2-7923-4D8D-BDA1-07119FB72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26510" y="7184863"/>
            <a:ext cx="98220" cy="119804"/>
          </a:xfrm>
          <a:custGeom xmlns:a="http://schemas.openxmlformats.org/drawingml/2006/main">
            <a:pathLst>
              <a:path w="85760" h="104607">
                <a:moveTo>
                  <a:pt x="12652" y="92752"/>
                </a:moveTo>
                <a:cubicBezTo>
                  <a:pt x="11336" y="98360"/>
                  <a:pt x="11008" y="99515"/>
                  <a:pt x="3780" y="99515"/>
                </a:cubicBezTo>
                <a:cubicBezTo>
                  <a:pt x="1807" y="99515"/>
                  <a:pt x="0" y="99515"/>
                  <a:pt x="0" y="102637"/>
                </a:cubicBezTo>
                <a:cubicBezTo>
                  <a:pt x="0" y="103950"/>
                  <a:pt x="822" y="104607"/>
                  <a:pt x="2136" y="104607"/>
                </a:cubicBezTo>
                <a:cubicBezTo>
                  <a:pt x="6573" y="104607"/>
                  <a:pt x="11336" y="104116"/>
                  <a:pt x="15936" y="104116"/>
                </a:cubicBezTo>
                <a:cubicBezTo>
                  <a:pt x="21359" y="104116"/>
                  <a:pt x="26944" y="104607"/>
                  <a:pt x="32201" y="104607"/>
                </a:cubicBezTo>
                <a:cubicBezTo>
                  <a:pt x="33023" y="104607"/>
                  <a:pt x="35159" y="104607"/>
                  <a:pt x="35159" y="101323"/>
                </a:cubicBezTo>
                <a:cubicBezTo>
                  <a:pt x="35159" y="99515"/>
                  <a:pt x="33517" y="99515"/>
                  <a:pt x="31216" y="99515"/>
                </a:cubicBezTo>
                <a:cubicBezTo>
                  <a:pt x="23001" y="99515"/>
                  <a:pt x="23001" y="98360"/>
                  <a:pt x="23001" y="96876"/>
                </a:cubicBezTo>
                <a:cubicBezTo>
                  <a:pt x="23001" y="94898"/>
                  <a:pt x="29902" y="68037"/>
                  <a:pt x="31053" y="63928"/>
                </a:cubicBezTo>
                <a:cubicBezTo>
                  <a:pt x="33189" y="68693"/>
                  <a:pt x="37789" y="74444"/>
                  <a:pt x="46167" y="74444"/>
                </a:cubicBezTo>
                <a:cubicBezTo>
                  <a:pt x="65224" y="74444"/>
                  <a:pt x="85760" y="50453"/>
                  <a:pt x="85760" y="26295"/>
                </a:cubicBezTo>
                <a:cubicBezTo>
                  <a:pt x="85760" y="10847"/>
                  <a:pt x="76397" y="0"/>
                  <a:pt x="63910" y="0"/>
                </a:cubicBezTo>
                <a:cubicBezTo>
                  <a:pt x="55695" y="0"/>
                  <a:pt x="47809" y="5916"/>
                  <a:pt x="42389" y="12326"/>
                </a:cubicBezTo>
                <a:cubicBezTo>
                  <a:pt x="40744" y="3452"/>
                  <a:pt x="33680" y="0"/>
                  <a:pt x="27601" y="0"/>
                </a:cubicBezTo>
                <a:cubicBezTo>
                  <a:pt x="20045" y="0"/>
                  <a:pt x="16924" y="6410"/>
                  <a:pt x="15445" y="9368"/>
                </a:cubicBezTo>
                <a:cubicBezTo>
                  <a:pt x="12487" y="14956"/>
                  <a:pt x="10351" y="24816"/>
                  <a:pt x="10351" y="25309"/>
                </a:cubicBezTo>
                <a:cubicBezTo>
                  <a:pt x="10351" y="26951"/>
                  <a:pt x="11993" y="26951"/>
                  <a:pt x="12324" y="26951"/>
                </a:cubicBezTo>
                <a:cubicBezTo>
                  <a:pt x="13966" y="26951"/>
                  <a:pt x="14129" y="26788"/>
                  <a:pt x="15116" y="23174"/>
                </a:cubicBezTo>
                <a:cubicBezTo>
                  <a:pt x="17909" y="11504"/>
                  <a:pt x="21196" y="3615"/>
                  <a:pt x="27109" y="3615"/>
                </a:cubicBezTo>
                <a:cubicBezTo>
                  <a:pt x="29902" y="3615"/>
                  <a:pt x="32201" y="4931"/>
                  <a:pt x="32201" y="11176"/>
                </a:cubicBezTo>
                <a:cubicBezTo>
                  <a:pt x="32201" y="14956"/>
                  <a:pt x="31709" y="16763"/>
                  <a:pt x="31053" y="19556"/>
                </a:cubicBezTo>
                <a:lnTo>
                  <a:pt x="12652" y="92752"/>
                </a:lnTo>
                <a:moveTo>
                  <a:pt x="41567" y="21364"/>
                </a:moveTo>
                <a:cubicBezTo>
                  <a:pt x="42717" y="16926"/>
                  <a:pt x="47152" y="12326"/>
                  <a:pt x="50110" y="9862"/>
                </a:cubicBezTo>
                <a:cubicBezTo>
                  <a:pt x="55861" y="4766"/>
                  <a:pt x="60624" y="3615"/>
                  <a:pt x="63416" y="3615"/>
                </a:cubicBezTo>
                <a:cubicBezTo>
                  <a:pt x="69989" y="3615"/>
                  <a:pt x="73933" y="9368"/>
                  <a:pt x="73933" y="19065"/>
                </a:cubicBezTo>
                <a:cubicBezTo>
                  <a:pt x="73933" y="28759"/>
                  <a:pt x="68510" y="47658"/>
                  <a:pt x="65552" y="53903"/>
                </a:cubicBezTo>
                <a:cubicBezTo>
                  <a:pt x="59967" y="65407"/>
                  <a:pt x="52080" y="70832"/>
                  <a:pt x="46001" y="70832"/>
                </a:cubicBezTo>
                <a:cubicBezTo>
                  <a:pt x="35159" y="70832"/>
                  <a:pt x="33023" y="57192"/>
                  <a:pt x="33023" y="56204"/>
                </a:cubicBezTo>
                <a:cubicBezTo>
                  <a:pt x="33023" y="55876"/>
                  <a:pt x="33023" y="55547"/>
                  <a:pt x="33517" y="53574"/>
                </a:cubicBezTo>
                <a:lnTo>
                  <a:pt x="41567" y="21364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0" name="path-1149">
            <a:extLst xmlns:a="http://schemas.openxmlformats.org/drawingml/2006/main">
              <a:ext uri="{FF2B5EF4-FFF2-40B4-BE49-F238E27FC236}">
                <a16:creationId xmlns:a16="http://schemas.microsoft.com/office/drawing/2014/main" id="{375FD804-B5BE-4870-BC88-0E3718048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5839" y="7126982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1" name="path-1150">
            <a:extLst xmlns:a="http://schemas.openxmlformats.org/drawingml/2006/main">
              <a:ext uri="{FF2B5EF4-FFF2-40B4-BE49-F238E27FC236}">
                <a16:creationId xmlns:a16="http://schemas.microsoft.com/office/drawing/2014/main" id="{F488A979-D080-442B-96A1-02DCE2138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6585" y="7137456"/>
            <a:ext cx="47981" cy="132116"/>
          </a:xfrm>
          <a:custGeom xmlns:a="http://schemas.openxmlformats.org/drawingml/2006/main">
            <a:pathLst>
              <a:path w="41895" h="115356">
                <a:moveTo>
                  <a:pt x="41238" y="5751"/>
                </a:moveTo>
                <a:cubicBezTo>
                  <a:pt x="41895" y="3452"/>
                  <a:pt x="41895" y="3124"/>
                  <a:pt x="41895" y="2958"/>
                </a:cubicBezTo>
                <a:cubicBezTo>
                  <a:pt x="41895" y="822"/>
                  <a:pt x="40087" y="0"/>
                  <a:pt x="38280" y="0"/>
                </a:cubicBezTo>
                <a:cubicBezTo>
                  <a:pt x="37623" y="0"/>
                  <a:pt x="37458" y="0"/>
                  <a:pt x="37129" y="165"/>
                </a:cubicBezTo>
                <a:lnTo>
                  <a:pt x="15936" y="1151"/>
                </a:lnTo>
                <a:cubicBezTo>
                  <a:pt x="13637" y="1316"/>
                  <a:pt x="10679" y="1479"/>
                  <a:pt x="10679" y="6079"/>
                </a:cubicBezTo>
                <a:cubicBezTo>
                  <a:pt x="10679" y="9037"/>
                  <a:pt x="13800" y="9037"/>
                  <a:pt x="14951" y="9037"/>
                </a:cubicBezTo>
                <a:cubicBezTo>
                  <a:pt x="16758" y="9037"/>
                  <a:pt x="19717" y="9037"/>
                  <a:pt x="21850" y="9366"/>
                </a:cubicBezTo>
                <a:lnTo>
                  <a:pt x="822" y="93667"/>
                </a:lnTo>
                <a:cubicBezTo>
                  <a:pt x="328" y="95474"/>
                  <a:pt x="0" y="96953"/>
                  <a:pt x="0" y="99255"/>
                </a:cubicBezTo>
                <a:cubicBezTo>
                  <a:pt x="0" y="110099"/>
                  <a:pt x="10845" y="115356"/>
                  <a:pt x="20536" y="115356"/>
                </a:cubicBezTo>
                <a:cubicBezTo>
                  <a:pt x="26616" y="115356"/>
                  <a:pt x="31216" y="111907"/>
                  <a:pt x="34831" y="105993"/>
                </a:cubicBezTo>
                <a:cubicBezTo>
                  <a:pt x="38774" y="99583"/>
                  <a:pt x="41073" y="90709"/>
                  <a:pt x="41073" y="89724"/>
                </a:cubicBezTo>
                <a:cubicBezTo>
                  <a:pt x="41073" y="87422"/>
                  <a:pt x="38608" y="87422"/>
                  <a:pt x="37129" y="87422"/>
                </a:cubicBezTo>
                <a:cubicBezTo>
                  <a:pt x="35322" y="87422"/>
                  <a:pt x="34665" y="87422"/>
                  <a:pt x="33845" y="88245"/>
                </a:cubicBezTo>
                <a:cubicBezTo>
                  <a:pt x="33517" y="88573"/>
                  <a:pt x="33517" y="88901"/>
                  <a:pt x="32529" y="93010"/>
                </a:cubicBezTo>
                <a:cubicBezTo>
                  <a:pt x="29408" y="105499"/>
                  <a:pt x="25793" y="109443"/>
                  <a:pt x="21359" y="109443"/>
                </a:cubicBezTo>
                <a:cubicBezTo>
                  <a:pt x="18894" y="109443"/>
                  <a:pt x="17581" y="107801"/>
                  <a:pt x="17581" y="103526"/>
                </a:cubicBezTo>
                <a:cubicBezTo>
                  <a:pt x="17581" y="100240"/>
                  <a:pt x="18072" y="98598"/>
                  <a:pt x="18566" y="96297"/>
                </a:cubicBezTo>
                <a:lnTo>
                  <a:pt x="41238" y="575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2" name="path-1151">
            <a:extLst xmlns:a="http://schemas.openxmlformats.org/drawingml/2006/main">
              <a:ext uri="{FF2B5EF4-FFF2-40B4-BE49-F238E27FC236}">
                <a16:creationId xmlns:a16="http://schemas.microsoft.com/office/drawing/2014/main" id="{11507979-0461-41ED-9699-6FE552C312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1426" y="7214085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3" name="path-1152">
            <a:extLst xmlns:a="http://schemas.openxmlformats.org/drawingml/2006/main">
              <a:ext uri="{FF2B5EF4-FFF2-40B4-BE49-F238E27FC236}">
                <a16:creationId xmlns:a16="http://schemas.microsoft.com/office/drawing/2014/main" id="{A45CF5EB-400D-4130-A371-60146C336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54520" y="7126982"/>
            <a:ext cx="7528" cy="188159"/>
          </a:xfrm>
          <a:custGeom xmlns:a="http://schemas.openxmlformats.org/drawingml/2006/main">
            <a:pathLst>
              <a:path w="6573" h="164291">
                <a:moveTo>
                  <a:pt x="6573" y="5916"/>
                </a:moveTo>
                <a:cubicBezTo>
                  <a:pt x="6573" y="2958"/>
                  <a:pt x="6573" y="0"/>
                  <a:pt x="3287" y="0"/>
                </a:cubicBezTo>
                <a:cubicBezTo>
                  <a:pt x="0" y="0"/>
                  <a:pt x="0" y="2958"/>
                  <a:pt x="0" y="5916"/>
                </a:cubicBezTo>
                <a:lnTo>
                  <a:pt x="0" y="158377"/>
                </a:lnTo>
                <a:cubicBezTo>
                  <a:pt x="0" y="161335"/>
                  <a:pt x="0" y="164291"/>
                  <a:pt x="3287" y="164291"/>
                </a:cubicBezTo>
                <a:cubicBezTo>
                  <a:pt x="6573" y="164291"/>
                  <a:pt x="6573" y="161335"/>
                  <a:pt x="6573" y="158377"/>
                </a:cubicBezTo>
                <a:lnTo>
                  <a:pt x="6573" y="591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4" name="path-1153">
            <a:extLst xmlns:a="http://schemas.openxmlformats.org/drawingml/2006/main">
              <a:ext uri="{FF2B5EF4-FFF2-40B4-BE49-F238E27FC236}">
                <a16:creationId xmlns:a16="http://schemas.microsoft.com/office/drawing/2014/main" id="{7F7F9DA0-A7A7-4886-99EB-9D1FADAA98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93063" y="7135986"/>
            <a:ext cx="94269" cy="133585"/>
          </a:xfrm>
          <a:custGeom xmlns:a="http://schemas.openxmlformats.org/drawingml/2006/main">
            <a:pathLst>
              <a:path w="82311" h="116640">
                <a:moveTo>
                  <a:pt x="82311" y="34823"/>
                </a:moveTo>
                <a:cubicBezTo>
                  <a:pt x="82311" y="5916"/>
                  <a:pt x="65224" y="0"/>
                  <a:pt x="55201" y="0"/>
                </a:cubicBezTo>
                <a:cubicBezTo>
                  <a:pt x="42223" y="0"/>
                  <a:pt x="25793" y="8543"/>
                  <a:pt x="13472" y="30880"/>
                </a:cubicBezTo>
                <a:cubicBezTo>
                  <a:pt x="5094" y="46320"/>
                  <a:pt x="0" y="68661"/>
                  <a:pt x="0" y="81970"/>
                </a:cubicBezTo>
                <a:cubicBezTo>
                  <a:pt x="0" y="105798"/>
                  <a:pt x="12487" y="116640"/>
                  <a:pt x="27272" y="116640"/>
                </a:cubicBezTo>
                <a:cubicBezTo>
                  <a:pt x="38280" y="116640"/>
                  <a:pt x="52737" y="110235"/>
                  <a:pt x="64073" y="93474"/>
                </a:cubicBezTo>
                <a:cubicBezTo>
                  <a:pt x="77874" y="73261"/>
                  <a:pt x="82311" y="47139"/>
                  <a:pt x="82311" y="34823"/>
                </a:cubicBezTo>
                <a:moveTo>
                  <a:pt x="24973" y="54367"/>
                </a:moveTo>
                <a:cubicBezTo>
                  <a:pt x="27272" y="44840"/>
                  <a:pt x="31544" y="29894"/>
                  <a:pt x="36473" y="21354"/>
                </a:cubicBezTo>
                <a:cubicBezTo>
                  <a:pt x="40253" y="14620"/>
                  <a:pt x="46986" y="5916"/>
                  <a:pt x="54873" y="5916"/>
                </a:cubicBezTo>
                <a:cubicBezTo>
                  <a:pt x="61774" y="5916"/>
                  <a:pt x="64730" y="13144"/>
                  <a:pt x="64730" y="22833"/>
                </a:cubicBezTo>
                <a:cubicBezTo>
                  <a:pt x="64730" y="33179"/>
                  <a:pt x="61118" y="47468"/>
                  <a:pt x="59310" y="54367"/>
                </a:cubicBezTo>
                <a:lnTo>
                  <a:pt x="24973" y="54367"/>
                </a:lnTo>
                <a:moveTo>
                  <a:pt x="57337" y="62251"/>
                </a:moveTo>
                <a:cubicBezTo>
                  <a:pt x="47152" y="106289"/>
                  <a:pt x="33351" y="110726"/>
                  <a:pt x="27601" y="110726"/>
                </a:cubicBezTo>
                <a:cubicBezTo>
                  <a:pt x="25302" y="110726"/>
                  <a:pt x="21850" y="110069"/>
                  <a:pt x="19551" y="104975"/>
                </a:cubicBezTo>
                <a:cubicBezTo>
                  <a:pt x="17581" y="100538"/>
                  <a:pt x="17581" y="94131"/>
                  <a:pt x="17581" y="93965"/>
                </a:cubicBezTo>
                <a:cubicBezTo>
                  <a:pt x="17581" y="84600"/>
                  <a:pt x="21193" y="69318"/>
                  <a:pt x="23001" y="62251"/>
                </a:cubicBezTo>
                <a:lnTo>
                  <a:pt x="57337" y="6225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5" name="path-1154">
            <a:extLst xmlns:a="http://schemas.openxmlformats.org/drawingml/2006/main">
              <a:ext uri="{FF2B5EF4-FFF2-40B4-BE49-F238E27FC236}">
                <a16:creationId xmlns:a16="http://schemas.microsoft.com/office/drawing/2014/main" id="{8DA33EE6-93C0-49B1-BD73-A96E13B51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12304" y="7248159"/>
            <a:ext cx="22013" cy="56325"/>
          </a:xfrm>
          <a:custGeom xmlns:a="http://schemas.openxmlformats.org/drawingml/2006/main">
            <a:pathLst>
              <a:path w="19220" h="49180">
                <a:moveTo>
                  <a:pt x="19220" y="17250"/>
                </a:moveTo>
                <a:cubicBezTo>
                  <a:pt x="19220" y="6408"/>
                  <a:pt x="15114" y="0"/>
                  <a:pt x="8706" y="0"/>
                </a:cubicBezTo>
                <a:cubicBezTo>
                  <a:pt x="3284" y="0"/>
                  <a:pt x="0" y="4106"/>
                  <a:pt x="0" y="8706"/>
                </a:cubicBezTo>
                <a:cubicBezTo>
                  <a:pt x="0" y="13144"/>
                  <a:pt x="3284" y="17413"/>
                  <a:pt x="8706" y="17413"/>
                </a:cubicBezTo>
                <a:cubicBezTo>
                  <a:pt x="10677" y="17413"/>
                  <a:pt x="12813" y="16756"/>
                  <a:pt x="14457" y="15279"/>
                </a:cubicBezTo>
                <a:cubicBezTo>
                  <a:pt x="14949" y="14949"/>
                  <a:pt x="15114" y="14786"/>
                  <a:pt x="15277" y="14786"/>
                </a:cubicBezTo>
                <a:cubicBezTo>
                  <a:pt x="15442" y="14786"/>
                  <a:pt x="15608" y="14949"/>
                  <a:pt x="15608" y="17250"/>
                </a:cubicBezTo>
                <a:cubicBezTo>
                  <a:pt x="15608" y="29433"/>
                  <a:pt x="9857" y="39310"/>
                  <a:pt x="4435" y="44743"/>
                </a:cubicBezTo>
                <a:cubicBezTo>
                  <a:pt x="2627" y="46553"/>
                  <a:pt x="2627" y="46881"/>
                  <a:pt x="2627" y="47375"/>
                </a:cubicBezTo>
                <a:cubicBezTo>
                  <a:pt x="2627" y="48523"/>
                  <a:pt x="3449" y="49180"/>
                  <a:pt x="4272" y="49180"/>
                </a:cubicBezTo>
                <a:cubicBezTo>
                  <a:pt x="6077" y="49180"/>
                  <a:pt x="19220" y="36513"/>
                  <a:pt x="19220" y="17250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6" name="path-1155">
            <a:extLst xmlns:a="http://schemas.openxmlformats.org/drawingml/2006/main">
              <a:ext uri="{FF2B5EF4-FFF2-40B4-BE49-F238E27FC236}">
                <a16:creationId xmlns:a16="http://schemas.microsoft.com/office/drawing/2014/main" id="{3B891937-FA94-4B9D-89C9-CB2D248D0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87088" y="7139109"/>
            <a:ext cx="171978" cy="128992"/>
          </a:xfrm>
          <a:custGeom xmlns:a="http://schemas.openxmlformats.org/drawingml/2006/main">
            <a:pathLst>
              <a:path w="150162" h="112629">
                <a:moveTo>
                  <a:pt x="89212" y="47779"/>
                </a:moveTo>
                <a:lnTo>
                  <a:pt x="110897" y="26438"/>
                </a:lnTo>
                <a:lnTo>
                  <a:pt x="121085" y="16097"/>
                </a:lnTo>
                <a:cubicBezTo>
                  <a:pt x="127655" y="9857"/>
                  <a:pt x="129626" y="7887"/>
                  <a:pt x="146712" y="7724"/>
                </a:cubicBezTo>
                <a:cubicBezTo>
                  <a:pt x="149833" y="7724"/>
                  <a:pt x="150162" y="3452"/>
                  <a:pt x="150162" y="2958"/>
                </a:cubicBezTo>
                <a:cubicBezTo>
                  <a:pt x="150162" y="1973"/>
                  <a:pt x="149505" y="0"/>
                  <a:pt x="146878" y="0"/>
                </a:cubicBezTo>
                <a:cubicBezTo>
                  <a:pt x="141127" y="0"/>
                  <a:pt x="134885" y="494"/>
                  <a:pt x="128969" y="494"/>
                </a:cubicBezTo>
                <a:cubicBezTo>
                  <a:pt x="124206" y="494"/>
                  <a:pt x="112376" y="0"/>
                  <a:pt x="107613" y="0"/>
                </a:cubicBezTo>
                <a:cubicBezTo>
                  <a:pt x="106297" y="0"/>
                  <a:pt x="103013" y="0"/>
                  <a:pt x="103013" y="4603"/>
                </a:cubicBezTo>
                <a:cubicBezTo>
                  <a:pt x="103013" y="7558"/>
                  <a:pt x="105640" y="7724"/>
                  <a:pt x="107119" y="7724"/>
                </a:cubicBezTo>
                <a:cubicBezTo>
                  <a:pt x="112047" y="7887"/>
                  <a:pt x="116319" y="9200"/>
                  <a:pt x="116976" y="9366"/>
                </a:cubicBezTo>
                <a:lnTo>
                  <a:pt x="85597" y="40393"/>
                </a:lnTo>
                <a:lnTo>
                  <a:pt x="70481" y="8709"/>
                </a:lnTo>
                <a:cubicBezTo>
                  <a:pt x="72125" y="8380"/>
                  <a:pt x="77217" y="7724"/>
                  <a:pt x="80012" y="7724"/>
                </a:cubicBezTo>
                <a:cubicBezTo>
                  <a:pt x="81817" y="7724"/>
                  <a:pt x="84775" y="7724"/>
                  <a:pt x="84775" y="3124"/>
                </a:cubicBezTo>
                <a:cubicBezTo>
                  <a:pt x="84775" y="822"/>
                  <a:pt x="83296" y="0"/>
                  <a:pt x="81160" y="0"/>
                </a:cubicBezTo>
                <a:cubicBezTo>
                  <a:pt x="75575" y="0"/>
                  <a:pt x="61774" y="494"/>
                  <a:pt x="56189" y="494"/>
                </a:cubicBezTo>
                <a:cubicBezTo>
                  <a:pt x="52409" y="494"/>
                  <a:pt x="48631" y="331"/>
                  <a:pt x="44853" y="331"/>
                </a:cubicBezTo>
                <a:cubicBezTo>
                  <a:pt x="41073" y="331"/>
                  <a:pt x="37132" y="0"/>
                  <a:pt x="33351" y="0"/>
                </a:cubicBezTo>
                <a:cubicBezTo>
                  <a:pt x="31872" y="0"/>
                  <a:pt x="28751" y="0"/>
                  <a:pt x="28751" y="4603"/>
                </a:cubicBezTo>
                <a:cubicBezTo>
                  <a:pt x="28751" y="7724"/>
                  <a:pt x="30887" y="7724"/>
                  <a:pt x="35487" y="7724"/>
                </a:cubicBezTo>
                <a:cubicBezTo>
                  <a:pt x="37789" y="7724"/>
                  <a:pt x="39596" y="7724"/>
                  <a:pt x="41895" y="7887"/>
                </a:cubicBezTo>
                <a:cubicBezTo>
                  <a:pt x="44196" y="8215"/>
                  <a:pt x="44359" y="8380"/>
                  <a:pt x="45344" y="10351"/>
                </a:cubicBezTo>
                <a:lnTo>
                  <a:pt x="68017" y="57794"/>
                </a:lnTo>
                <a:lnTo>
                  <a:pt x="26781" y="98505"/>
                </a:lnTo>
                <a:cubicBezTo>
                  <a:pt x="23823" y="101298"/>
                  <a:pt x="20373" y="104745"/>
                  <a:pt x="5751" y="104908"/>
                </a:cubicBezTo>
                <a:cubicBezTo>
                  <a:pt x="2795" y="104908"/>
                  <a:pt x="0" y="104908"/>
                  <a:pt x="0" y="109673"/>
                </a:cubicBezTo>
                <a:cubicBezTo>
                  <a:pt x="0" y="110824"/>
                  <a:pt x="822" y="112629"/>
                  <a:pt x="3287" y="112629"/>
                </a:cubicBezTo>
                <a:cubicBezTo>
                  <a:pt x="7230" y="112629"/>
                  <a:pt x="17252" y="112138"/>
                  <a:pt x="21196" y="112138"/>
                </a:cubicBezTo>
                <a:cubicBezTo>
                  <a:pt x="25959" y="112138"/>
                  <a:pt x="37789" y="112629"/>
                  <a:pt x="42552" y="112629"/>
                </a:cubicBezTo>
                <a:cubicBezTo>
                  <a:pt x="43868" y="112629"/>
                  <a:pt x="47152" y="112629"/>
                  <a:pt x="47152" y="107866"/>
                </a:cubicBezTo>
                <a:cubicBezTo>
                  <a:pt x="47152" y="104908"/>
                  <a:pt x="44196" y="104908"/>
                  <a:pt x="42880" y="104908"/>
                </a:cubicBezTo>
                <a:cubicBezTo>
                  <a:pt x="39596" y="104908"/>
                  <a:pt x="36310" y="104416"/>
                  <a:pt x="33189" y="103266"/>
                </a:cubicBezTo>
                <a:lnTo>
                  <a:pt x="71469" y="65181"/>
                </a:lnTo>
                <a:lnTo>
                  <a:pt x="90032" y="103923"/>
                </a:lnTo>
                <a:cubicBezTo>
                  <a:pt x="89869" y="103923"/>
                  <a:pt x="84447" y="104908"/>
                  <a:pt x="80503" y="104908"/>
                </a:cubicBezTo>
                <a:cubicBezTo>
                  <a:pt x="78861" y="104908"/>
                  <a:pt x="75740" y="104908"/>
                  <a:pt x="75740" y="109673"/>
                </a:cubicBezTo>
                <a:cubicBezTo>
                  <a:pt x="75740" y="110165"/>
                  <a:pt x="75903" y="112629"/>
                  <a:pt x="79353" y="112629"/>
                </a:cubicBezTo>
                <a:cubicBezTo>
                  <a:pt x="84940" y="112629"/>
                  <a:pt x="98904" y="112138"/>
                  <a:pt x="104489" y="112138"/>
                </a:cubicBezTo>
                <a:cubicBezTo>
                  <a:pt x="108269" y="112138"/>
                  <a:pt x="112047" y="112301"/>
                  <a:pt x="115825" y="112301"/>
                </a:cubicBezTo>
                <a:cubicBezTo>
                  <a:pt x="119606" y="112301"/>
                  <a:pt x="123549" y="112629"/>
                  <a:pt x="127327" y="112629"/>
                </a:cubicBezTo>
                <a:cubicBezTo>
                  <a:pt x="128640" y="112629"/>
                  <a:pt x="131927" y="112629"/>
                  <a:pt x="131927" y="107866"/>
                </a:cubicBezTo>
                <a:cubicBezTo>
                  <a:pt x="131927" y="104908"/>
                  <a:pt x="129297" y="104908"/>
                  <a:pt x="125354" y="104908"/>
                </a:cubicBezTo>
                <a:cubicBezTo>
                  <a:pt x="123055" y="104908"/>
                  <a:pt x="121413" y="104908"/>
                  <a:pt x="118949" y="104745"/>
                </a:cubicBezTo>
                <a:cubicBezTo>
                  <a:pt x="116484" y="104416"/>
                  <a:pt x="116319" y="104251"/>
                  <a:pt x="115168" y="102118"/>
                </a:cubicBezTo>
                <a:lnTo>
                  <a:pt x="89212" y="47779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7" name="path-1156">
            <a:extLst xmlns:a="http://schemas.openxmlformats.org/drawingml/2006/main">
              <a:ext uri="{FF2B5EF4-FFF2-40B4-BE49-F238E27FC236}">
                <a16:creationId xmlns:a16="http://schemas.microsoft.com/office/drawing/2014/main" id="{88EA47DB-4D4D-4DE5-AEEB-AECA1B7E8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88783" y="7248159"/>
            <a:ext cx="22013" cy="56325"/>
          </a:xfrm>
          <a:custGeom xmlns:a="http://schemas.openxmlformats.org/drawingml/2006/main">
            <a:pathLst>
              <a:path w="19220" h="49180">
                <a:moveTo>
                  <a:pt x="19220" y="17250"/>
                </a:moveTo>
                <a:cubicBezTo>
                  <a:pt x="19220" y="6408"/>
                  <a:pt x="15114" y="0"/>
                  <a:pt x="8706" y="0"/>
                </a:cubicBezTo>
                <a:cubicBezTo>
                  <a:pt x="3284" y="0"/>
                  <a:pt x="0" y="4106"/>
                  <a:pt x="0" y="8706"/>
                </a:cubicBezTo>
                <a:cubicBezTo>
                  <a:pt x="0" y="13144"/>
                  <a:pt x="3284" y="17413"/>
                  <a:pt x="8706" y="17413"/>
                </a:cubicBezTo>
                <a:cubicBezTo>
                  <a:pt x="10677" y="17413"/>
                  <a:pt x="12813" y="16756"/>
                  <a:pt x="14457" y="15279"/>
                </a:cubicBezTo>
                <a:cubicBezTo>
                  <a:pt x="14949" y="14949"/>
                  <a:pt x="15114" y="14786"/>
                  <a:pt x="15277" y="14786"/>
                </a:cubicBezTo>
                <a:cubicBezTo>
                  <a:pt x="15442" y="14786"/>
                  <a:pt x="15608" y="14949"/>
                  <a:pt x="15608" y="17250"/>
                </a:cubicBezTo>
                <a:cubicBezTo>
                  <a:pt x="15608" y="29433"/>
                  <a:pt x="9857" y="39310"/>
                  <a:pt x="4435" y="44743"/>
                </a:cubicBezTo>
                <a:cubicBezTo>
                  <a:pt x="2627" y="46553"/>
                  <a:pt x="2627" y="46881"/>
                  <a:pt x="2627" y="47375"/>
                </a:cubicBezTo>
                <a:cubicBezTo>
                  <a:pt x="2627" y="48523"/>
                  <a:pt x="3449" y="49180"/>
                  <a:pt x="4272" y="49180"/>
                </a:cubicBezTo>
                <a:cubicBezTo>
                  <a:pt x="6077" y="49180"/>
                  <a:pt x="19220" y="36513"/>
                  <a:pt x="19220" y="17250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8" name="path-1157">
            <a:extLst xmlns:a="http://schemas.openxmlformats.org/drawingml/2006/main">
              <a:ext uri="{FF2B5EF4-FFF2-40B4-BE49-F238E27FC236}">
                <a16:creationId xmlns:a16="http://schemas.microsoft.com/office/drawing/2014/main" id="{ADBA98B8-F5AB-4BD8-9791-AA8374EF6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62439" y="7137456"/>
            <a:ext cx="47981" cy="132116"/>
          </a:xfrm>
          <a:custGeom xmlns:a="http://schemas.openxmlformats.org/drawingml/2006/main">
            <a:pathLst>
              <a:path w="41895" h="115356">
                <a:moveTo>
                  <a:pt x="41238" y="5751"/>
                </a:moveTo>
                <a:cubicBezTo>
                  <a:pt x="41895" y="3452"/>
                  <a:pt x="41895" y="3124"/>
                  <a:pt x="41895" y="2958"/>
                </a:cubicBezTo>
                <a:cubicBezTo>
                  <a:pt x="41895" y="822"/>
                  <a:pt x="40087" y="0"/>
                  <a:pt x="38280" y="0"/>
                </a:cubicBezTo>
                <a:cubicBezTo>
                  <a:pt x="37623" y="0"/>
                  <a:pt x="37458" y="0"/>
                  <a:pt x="37129" y="165"/>
                </a:cubicBezTo>
                <a:lnTo>
                  <a:pt x="15936" y="1151"/>
                </a:lnTo>
                <a:cubicBezTo>
                  <a:pt x="13637" y="1316"/>
                  <a:pt x="10679" y="1479"/>
                  <a:pt x="10679" y="6079"/>
                </a:cubicBezTo>
                <a:cubicBezTo>
                  <a:pt x="10679" y="9037"/>
                  <a:pt x="13800" y="9037"/>
                  <a:pt x="14951" y="9037"/>
                </a:cubicBezTo>
                <a:cubicBezTo>
                  <a:pt x="16758" y="9037"/>
                  <a:pt x="19717" y="9037"/>
                  <a:pt x="21850" y="9366"/>
                </a:cubicBezTo>
                <a:lnTo>
                  <a:pt x="822" y="93667"/>
                </a:lnTo>
                <a:cubicBezTo>
                  <a:pt x="328" y="95474"/>
                  <a:pt x="0" y="96953"/>
                  <a:pt x="0" y="99255"/>
                </a:cubicBezTo>
                <a:cubicBezTo>
                  <a:pt x="0" y="110099"/>
                  <a:pt x="10845" y="115356"/>
                  <a:pt x="20536" y="115356"/>
                </a:cubicBezTo>
                <a:cubicBezTo>
                  <a:pt x="26616" y="115356"/>
                  <a:pt x="31216" y="111907"/>
                  <a:pt x="34831" y="105993"/>
                </a:cubicBezTo>
                <a:cubicBezTo>
                  <a:pt x="38774" y="99583"/>
                  <a:pt x="41073" y="90709"/>
                  <a:pt x="41073" y="89724"/>
                </a:cubicBezTo>
                <a:cubicBezTo>
                  <a:pt x="41073" y="87422"/>
                  <a:pt x="38608" y="87422"/>
                  <a:pt x="37129" y="87422"/>
                </a:cubicBezTo>
                <a:cubicBezTo>
                  <a:pt x="35322" y="87422"/>
                  <a:pt x="34665" y="87422"/>
                  <a:pt x="33845" y="88245"/>
                </a:cubicBezTo>
                <a:cubicBezTo>
                  <a:pt x="33517" y="88573"/>
                  <a:pt x="33517" y="88901"/>
                  <a:pt x="32529" y="93010"/>
                </a:cubicBezTo>
                <a:cubicBezTo>
                  <a:pt x="29408" y="105499"/>
                  <a:pt x="25793" y="109443"/>
                  <a:pt x="21359" y="109443"/>
                </a:cubicBezTo>
                <a:cubicBezTo>
                  <a:pt x="18894" y="109443"/>
                  <a:pt x="17581" y="107801"/>
                  <a:pt x="17581" y="103526"/>
                </a:cubicBezTo>
                <a:cubicBezTo>
                  <a:pt x="17581" y="100240"/>
                  <a:pt x="18072" y="98598"/>
                  <a:pt x="18566" y="96297"/>
                </a:cubicBezTo>
                <a:lnTo>
                  <a:pt x="41238" y="575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9" name="path-1158">
            <a:extLst xmlns:a="http://schemas.openxmlformats.org/drawingml/2006/main">
              <a:ext uri="{FF2B5EF4-FFF2-40B4-BE49-F238E27FC236}">
                <a16:creationId xmlns:a16="http://schemas.microsoft.com/office/drawing/2014/main" id="{E15638FA-323A-464C-B7C2-2BD173D4F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36105" y="7214613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0" name="path-1159">
            <a:extLst xmlns:a="http://schemas.openxmlformats.org/drawingml/2006/main">
              <a:ext uri="{FF2B5EF4-FFF2-40B4-BE49-F238E27FC236}">
                <a16:creationId xmlns:a16="http://schemas.microsoft.com/office/drawing/2014/main" id="{BBADC675-389E-424E-9D75-121646D82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10455" y="7245354"/>
            <a:ext cx="15147" cy="56723"/>
          </a:xfrm>
          <a:custGeom xmlns:a="http://schemas.openxmlformats.org/drawingml/2006/main">
            <a:pathLst>
              <a:path w="13226" h="49528">
                <a:moveTo>
                  <a:pt x="13226" y="6672"/>
                </a:moveTo>
                <a:cubicBezTo>
                  <a:pt x="13226" y="2646"/>
                  <a:pt x="10006" y="0"/>
                  <a:pt x="6670" y="0"/>
                </a:cubicBezTo>
                <a:cubicBezTo>
                  <a:pt x="2646" y="0"/>
                  <a:pt x="0" y="3222"/>
                  <a:pt x="0" y="6556"/>
                </a:cubicBezTo>
                <a:cubicBezTo>
                  <a:pt x="0" y="10581"/>
                  <a:pt x="3220" y="13226"/>
                  <a:pt x="6556" y="13226"/>
                </a:cubicBezTo>
                <a:cubicBezTo>
                  <a:pt x="10581" y="13226"/>
                  <a:pt x="13226" y="10006"/>
                  <a:pt x="13226" y="6672"/>
                </a:cubicBezTo>
                <a:moveTo>
                  <a:pt x="13226" y="42973"/>
                </a:moveTo>
                <a:cubicBezTo>
                  <a:pt x="13226" y="38948"/>
                  <a:pt x="10006" y="36303"/>
                  <a:pt x="6670" y="36303"/>
                </a:cubicBezTo>
                <a:cubicBezTo>
                  <a:pt x="2646" y="36303"/>
                  <a:pt x="0" y="39524"/>
                  <a:pt x="0" y="42858"/>
                </a:cubicBezTo>
                <a:cubicBezTo>
                  <a:pt x="0" y="46883"/>
                  <a:pt x="3220" y="49528"/>
                  <a:pt x="6556" y="49528"/>
                </a:cubicBezTo>
                <a:cubicBezTo>
                  <a:pt x="10581" y="49528"/>
                  <a:pt x="13226" y="46308"/>
                  <a:pt x="13226" y="42973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1" name="path-1160">
            <a:extLst xmlns:a="http://schemas.openxmlformats.org/drawingml/2006/main">
              <a:ext uri="{FF2B5EF4-FFF2-40B4-BE49-F238E27FC236}">
                <a16:creationId xmlns:a16="http://schemas.microsoft.com/office/drawing/2014/main" id="{16E9A95D-7272-4B6A-B122-3E3B8811E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54513" y="7203294"/>
            <a:ext cx="34246" cy="131582"/>
          </a:xfrm>
          <a:custGeom xmlns:a="http://schemas.openxmlformats.org/drawingml/2006/main">
            <a:pathLst>
              <a:path w="29902" h="114891">
                <a:moveTo>
                  <a:pt x="27601" y="0"/>
                </a:moveTo>
                <a:cubicBezTo>
                  <a:pt x="5751" y="15412"/>
                  <a:pt x="0" y="39794"/>
                  <a:pt x="0" y="57389"/>
                </a:cubicBezTo>
                <a:cubicBezTo>
                  <a:pt x="0" y="73605"/>
                  <a:pt x="4831" y="98790"/>
                  <a:pt x="27601" y="114891"/>
                </a:cubicBezTo>
                <a:cubicBezTo>
                  <a:pt x="28521" y="114891"/>
                  <a:pt x="29902" y="114891"/>
                  <a:pt x="29902" y="113512"/>
                </a:cubicBezTo>
                <a:cubicBezTo>
                  <a:pt x="29902" y="112822"/>
                  <a:pt x="29556" y="112592"/>
                  <a:pt x="28751" y="111787"/>
                </a:cubicBezTo>
                <a:cubicBezTo>
                  <a:pt x="13456" y="97987"/>
                  <a:pt x="7821" y="78435"/>
                  <a:pt x="7821" y="57505"/>
                </a:cubicBezTo>
                <a:cubicBezTo>
                  <a:pt x="7821" y="26452"/>
                  <a:pt x="19666" y="11273"/>
                  <a:pt x="29096" y="2762"/>
                </a:cubicBezTo>
                <a:cubicBezTo>
                  <a:pt x="29556" y="2301"/>
                  <a:pt x="29902" y="1957"/>
                  <a:pt x="29902" y="1381"/>
                </a:cubicBezTo>
                <a:cubicBezTo>
                  <a:pt x="29902" y="0"/>
                  <a:pt x="28521" y="0"/>
                  <a:pt x="27601" y="0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2" name="path-1161">
            <a:extLst xmlns:a="http://schemas.openxmlformats.org/drawingml/2006/main">
              <a:ext uri="{FF2B5EF4-FFF2-40B4-BE49-F238E27FC236}">
                <a16:creationId xmlns:a16="http://schemas.microsoft.com/office/drawing/2014/main" id="{711D46F3-1DD7-42C3-B0CD-D9A09C839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03681" y="7219826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3" name="path-1162">
            <a:extLst xmlns:a="http://schemas.openxmlformats.org/drawingml/2006/main">
              <a:ext uri="{FF2B5EF4-FFF2-40B4-BE49-F238E27FC236}">
                <a16:creationId xmlns:a16="http://schemas.microsoft.com/office/drawing/2014/main" id="{051344AB-BA07-4D94-BD35-A44D547584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69202" y="7265805"/>
            <a:ext cx="89038" cy="6455"/>
          </a:xfrm>
          <a:custGeom xmlns:a="http://schemas.openxmlformats.org/drawingml/2006/main">
            <a:pathLst>
              <a:path w="77743" h="5636">
                <a:moveTo>
                  <a:pt x="73142" y="5636"/>
                </a:moveTo>
                <a:cubicBezTo>
                  <a:pt x="74983" y="5636"/>
                  <a:pt x="77743" y="5636"/>
                  <a:pt x="77743" y="2876"/>
                </a:cubicBezTo>
                <a:cubicBezTo>
                  <a:pt x="77743" y="0"/>
                  <a:pt x="75097" y="0"/>
                  <a:pt x="73142" y="0"/>
                </a:cubicBezTo>
                <a:lnTo>
                  <a:pt x="4601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6"/>
                  <a:pt x="2646" y="5636"/>
                  <a:pt x="4601" y="5636"/>
                </a:cubicBezTo>
                <a:lnTo>
                  <a:pt x="73142" y="563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4" name="path-1163">
            <a:extLst xmlns:a="http://schemas.openxmlformats.org/drawingml/2006/main">
              <a:ext uri="{FF2B5EF4-FFF2-40B4-BE49-F238E27FC236}">
                <a16:creationId xmlns:a16="http://schemas.microsoft.com/office/drawing/2014/main" id="{5F3CABF4-9BCB-44E7-8E29-F1F17D08A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6941" y="7214613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5" name="path-1164">
            <a:extLst xmlns:a="http://schemas.openxmlformats.org/drawingml/2006/main">
              <a:ext uri="{FF2B5EF4-FFF2-40B4-BE49-F238E27FC236}">
                <a16:creationId xmlns:a16="http://schemas.microsoft.com/office/drawing/2014/main" id="{5C43AB51-820F-458A-9F7B-B15C00FD3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6946" y="7203294"/>
            <a:ext cx="34111" cy="131582"/>
          </a:xfrm>
          <a:custGeom xmlns:a="http://schemas.openxmlformats.org/drawingml/2006/main">
            <a:pathLst>
              <a:path w="29784" h="114891">
                <a:moveTo>
                  <a:pt x="2185" y="0"/>
                </a:moveTo>
                <a:cubicBezTo>
                  <a:pt x="1379" y="0"/>
                  <a:pt x="0" y="0"/>
                  <a:pt x="0" y="1381"/>
                </a:cubicBezTo>
                <a:cubicBezTo>
                  <a:pt x="0" y="1957"/>
                  <a:pt x="344" y="2301"/>
                  <a:pt x="1034" y="3106"/>
                </a:cubicBezTo>
                <a:cubicBezTo>
                  <a:pt x="10924" y="12192"/>
                  <a:pt x="21965" y="27717"/>
                  <a:pt x="21965" y="57389"/>
                </a:cubicBezTo>
                <a:cubicBezTo>
                  <a:pt x="21965" y="81425"/>
                  <a:pt x="14489" y="99596"/>
                  <a:pt x="2069" y="110867"/>
                </a:cubicBezTo>
                <a:cubicBezTo>
                  <a:pt x="114" y="112822"/>
                  <a:pt x="0" y="112936"/>
                  <a:pt x="0" y="113512"/>
                </a:cubicBezTo>
                <a:cubicBezTo>
                  <a:pt x="0" y="114087"/>
                  <a:pt x="344" y="114891"/>
                  <a:pt x="1495" y="114891"/>
                </a:cubicBezTo>
                <a:cubicBezTo>
                  <a:pt x="2874" y="114891"/>
                  <a:pt x="13800" y="107301"/>
                  <a:pt x="21389" y="92926"/>
                </a:cubicBezTo>
                <a:cubicBezTo>
                  <a:pt x="26450" y="83380"/>
                  <a:pt x="29784" y="70959"/>
                  <a:pt x="29784" y="57505"/>
                </a:cubicBezTo>
                <a:cubicBezTo>
                  <a:pt x="29784" y="41289"/>
                  <a:pt x="24955" y="16102"/>
                  <a:pt x="2185" y="0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6" name="path-1165">
            <a:extLst xmlns:a="http://schemas.openxmlformats.org/drawingml/2006/main">
              <a:ext uri="{FF2B5EF4-FFF2-40B4-BE49-F238E27FC236}">
                <a16:creationId xmlns:a16="http://schemas.microsoft.com/office/drawing/2014/main" id="{E53014A2-69A9-4B02-A99D-5129E80A5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6525" y="7126982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7" name="path-1166">
            <a:extLst xmlns:a="http://schemas.openxmlformats.org/drawingml/2006/main">
              <a:ext uri="{FF2B5EF4-FFF2-40B4-BE49-F238E27FC236}">
                <a16:creationId xmlns:a16="http://schemas.microsoft.com/office/drawing/2014/main" id="{59FC490A-1692-4376-B204-4414067C4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1601" y="6995210"/>
            <a:ext cx="49486" cy="451405"/>
          </a:xfrm>
          <a:custGeom xmlns:a="http://schemas.openxmlformats.org/drawingml/2006/main">
            <a:pathLst>
              <a:path w="43209" h="394144">
                <a:moveTo>
                  <a:pt x="34174" y="385106"/>
                </a:moveTo>
                <a:lnTo>
                  <a:pt x="0" y="385106"/>
                </a:lnTo>
                <a:lnTo>
                  <a:pt x="0" y="394144"/>
                </a:lnTo>
                <a:lnTo>
                  <a:pt x="43209" y="394144"/>
                </a:lnTo>
                <a:lnTo>
                  <a:pt x="43209" y="0"/>
                </a:lnTo>
                <a:lnTo>
                  <a:pt x="0" y="0"/>
                </a:lnTo>
                <a:lnTo>
                  <a:pt x="0" y="9035"/>
                </a:lnTo>
                <a:lnTo>
                  <a:pt x="34174" y="9035"/>
                </a:lnTo>
                <a:lnTo>
                  <a:pt x="34174" y="38510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8" name="path-1168">
            <a:extLst xmlns:a="http://schemas.openxmlformats.org/drawingml/2006/main">
              <a:ext uri="{FF2B5EF4-FFF2-40B4-BE49-F238E27FC236}">
                <a16:creationId xmlns:a16="http://schemas.microsoft.com/office/drawing/2014/main" id="{399B6A26-B6EB-4C7D-A211-011B0D3FD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70356" y="7593464"/>
            <a:ext cx="76580" cy="85260"/>
          </a:xfrm>
          <a:custGeom xmlns:a="http://schemas.openxmlformats.org/drawingml/2006/main">
            <a:pathLst>
              <a:path w="66866" h="74444">
                <a:moveTo>
                  <a:pt x="9694" y="62943"/>
                </a:moveTo>
                <a:cubicBezTo>
                  <a:pt x="9200" y="65407"/>
                  <a:pt x="8215" y="69187"/>
                  <a:pt x="8215" y="70010"/>
                </a:cubicBezTo>
                <a:cubicBezTo>
                  <a:pt x="8215" y="72968"/>
                  <a:pt x="10514" y="74444"/>
                  <a:pt x="12978" y="74444"/>
                </a:cubicBezTo>
                <a:cubicBezTo>
                  <a:pt x="14951" y="74444"/>
                  <a:pt x="17907" y="73131"/>
                  <a:pt x="19057" y="69844"/>
                </a:cubicBezTo>
                <a:cubicBezTo>
                  <a:pt x="19386" y="69187"/>
                  <a:pt x="24973" y="46836"/>
                  <a:pt x="25630" y="43878"/>
                </a:cubicBezTo>
                <a:cubicBezTo>
                  <a:pt x="26944" y="38455"/>
                  <a:pt x="29902" y="26951"/>
                  <a:pt x="30887" y="22514"/>
                </a:cubicBezTo>
                <a:cubicBezTo>
                  <a:pt x="31544" y="20376"/>
                  <a:pt x="36144" y="12655"/>
                  <a:pt x="40087" y="9042"/>
                </a:cubicBezTo>
                <a:cubicBezTo>
                  <a:pt x="41401" y="7892"/>
                  <a:pt x="46167" y="3615"/>
                  <a:pt x="53231" y="3615"/>
                </a:cubicBezTo>
                <a:cubicBezTo>
                  <a:pt x="57503" y="3615"/>
                  <a:pt x="59967" y="5590"/>
                  <a:pt x="60130" y="5590"/>
                </a:cubicBezTo>
                <a:cubicBezTo>
                  <a:pt x="55201" y="6413"/>
                  <a:pt x="51586" y="10356"/>
                  <a:pt x="51586" y="14628"/>
                </a:cubicBezTo>
                <a:cubicBezTo>
                  <a:pt x="51586" y="17255"/>
                  <a:pt x="53394" y="20376"/>
                  <a:pt x="57831" y="20376"/>
                </a:cubicBezTo>
                <a:cubicBezTo>
                  <a:pt x="62266" y="20376"/>
                  <a:pt x="66866" y="16598"/>
                  <a:pt x="66866" y="10684"/>
                </a:cubicBezTo>
                <a:cubicBezTo>
                  <a:pt x="66866" y="4934"/>
                  <a:pt x="61609" y="0"/>
                  <a:pt x="53231" y="0"/>
                </a:cubicBezTo>
                <a:cubicBezTo>
                  <a:pt x="42552" y="0"/>
                  <a:pt x="35322" y="8055"/>
                  <a:pt x="32201" y="12655"/>
                </a:cubicBezTo>
                <a:cubicBezTo>
                  <a:pt x="30887" y="5262"/>
                  <a:pt x="24973" y="0"/>
                  <a:pt x="17250" y="0"/>
                </a:cubicBezTo>
                <a:cubicBezTo>
                  <a:pt x="9694" y="0"/>
                  <a:pt x="6571" y="6413"/>
                  <a:pt x="5094" y="9371"/>
                </a:cubicBezTo>
                <a:cubicBezTo>
                  <a:pt x="2136" y="14956"/>
                  <a:pt x="0" y="24816"/>
                  <a:pt x="0" y="25307"/>
                </a:cubicBezTo>
                <a:cubicBezTo>
                  <a:pt x="0" y="26951"/>
                  <a:pt x="1642" y="26951"/>
                  <a:pt x="1970" y="26951"/>
                </a:cubicBezTo>
                <a:cubicBezTo>
                  <a:pt x="3615" y="26951"/>
                  <a:pt x="3778" y="26786"/>
                  <a:pt x="4766" y="23171"/>
                </a:cubicBezTo>
                <a:cubicBezTo>
                  <a:pt x="7558" y="11507"/>
                  <a:pt x="10842" y="3615"/>
                  <a:pt x="16758" y="3615"/>
                </a:cubicBezTo>
                <a:cubicBezTo>
                  <a:pt x="19551" y="3615"/>
                  <a:pt x="21850" y="4934"/>
                  <a:pt x="21850" y="11176"/>
                </a:cubicBezTo>
                <a:cubicBezTo>
                  <a:pt x="21850" y="14628"/>
                  <a:pt x="21359" y="16435"/>
                  <a:pt x="19223" y="24979"/>
                </a:cubicBezTo>
                <a:lnTo>
                  <a:pt x="9694" y="6294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9" name="path-1169">
            <a:extLst xmlns:a="http://schemas.openxmlformats.org/drawingml/2006/main">
              <a:ext uri="{FF2B5EF4-FFF2-40B4-BE49-F238E27FC236}">
                <a16:creationId xmlns:a16="http://schemas.microsoft.com/office/drawing/2014/main" id="{890B526F-3F08-4138-A893-BD65DA91EC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5327" y="7622686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0" name="path-1170">
            <a:extLst xmlns:a="http://schemas.openxmlformats.org/drawingml/2006/main">
              <a:ext uri="{FF2B5EF4-FFF2-40B4-BE49-F238E27FC236}">
                <a16:creationId xmlns:a16="http://schemas.microsoft.com/office/drawing/2014/main" id="{79BAB588-C23B-48C7-B256-8E9480926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392" y="7614702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1" name="path-1171">
            <a:extLst xmlns:a="http://schemas.openxmlformats.org/drawingml/2006/main">
              <a:ext uri="{FF2B5EF4-FFF2-40B4-BE49-F238E27FC236}">
                <a16:creationId xmlns:a16="http://schemas.microsoft.com/office/drawing/2014/main" id="{4CECF5B0-B225-49D6-A2F5-B6A601123F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745" y="7607621"/>
            <a:ext cx="125124" cy="44085"/>
          </a:xfrm>
          <a:custGeom xmlns:a="http://schemas.openxmlformats.org/drawingml/2006/main">
            <a:pathLst>
              <a:path w="109252" h="38493">
                <a:moveTo>
                  <a:pt x="103667" y="6571"/>
                </a:moveTo>
                <a:cubicBezTo>
                  <a:pt x="106131" y="6571"/>
                  <a:pt x="109252" y="6571"/>
                  <a:pt x="109252" y="3287"/>
                </a:cubicBezTo>
                <a:cubicBezTo>
                  <a:pt x="109252" y="0"/>
                  <a:pt x="106131" y="0"/>
                  <a:pt x="103830" y="0"/>
                </a:cubicBezTo>
                <a:lnTo>
                  <a:pt x="5420" y="0"/>
                </a:lnTo>
                <a:cubicBezTo>
                  <a:pt x="3121" y="0"/>
                  <a:pt x="0" y="0"/>
                  <a:pt x="0" y="3287"/>
                </a:cubicBezTo>
                <a:cubicBezTo>
                  <a:pt x="0" y="6571"/>
                  <a:pt x="3121" y="6571"/>
                  <a:pt x="5585" y="6571"/>
                </a:cubicBezTo>
                <a:lnTo>
                  <a:pt x="103667" y="6571"/>
                </a:lnTo>
                <a:moveTo>
                  <a:pt x="103830" y="38493"/>
                </a:moveTo>
                <a:cubicBezTo>
                  <a:pt x="106131" y="38493"/>
                  <a:pt x="109252" y="38493"/>
                  <a:pt x="109252" y="35207"/>
                </a:cubicBezTo>
                <a:cubicBezTo>
                  <a:pt x="109252" y="31920"/>
                  <a:pt x="106131" y="31920"/>
                  <a:pt x="103667" y="31920"/>
                </a:cubicBezTo>
                <a:lnTo>
                  <a:pt x="5585" y="31920"/>
                </a:lnTo>
                <a:cubicBezTo>
                  <a:pt x="3121" y="31920"/>
                  <a:pt x="0" y="31920"/>
                  <a:pt x="0" y="35207"/>
                </a:cubicBezTo>
                <a:cubicBezTo>
                  <a:pt x="0" y="38493"/>
                  <a:pt x="3121" y="38493"/>
                  <a:pt x="5420" y="38493"/>
                </a:cubicBezTo>
                <a:lnTo>
                  <a:pt x="103830" y="3849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2" name="path-1172">
            <a:extLst xmlns:a="http://schemas.openxmlformats.org/drawingml/2006/main">
              <a:ext uri="{FF2B5EF4-FFF2-40B4-BE49-F238E27FC236}">
                <a16:creationId xmlns:a16="http://schemas.microsoft.com/office/drawing/2014/main" id="{96EDA479-456C-40E6-AFF5-C616BF205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3435" y="7625812"/>
            <a:ext cx="114967" cy="7525"/>
          </a:xfrm>
          <a:custGeom xmlns:a="http://schemas.openxmlformats.org/drawingml/2006/main">
            <a:pathLst>
              <a:path w="100383" h="6571">
                <a:moveTo>
                  <a:pt x="94632" y="6571"/>
                </a:moveTo>
                <a:cubicBezTo>
                  <a:pt x="97425" y="6571"/>
                  <a:pt x="100383" y="6571"/>
                  <a:pt x="100383" y="3287"/>
                </a:cubicBezTo>
                <a:cubicBezTo>
                  <a:pt x="100383" y="0"/>
                  <a:pt x="97425" y="0"/>
                  <a:pt x="94632" y="0"/>
                </a:cubicBezTo>
                <a:lnTo>
                  <a:pt x="5751" y="0"/>
                </a:lnTo>
                <a:cubicBezTo>
                  <a:pt x="2958" y="0"/>
                  <a:pt x="0" y="0"/>
                  <a:pt x="0" y="3287"/>
                </a:cubicBezTo>
                <a:cubicBezTo>
                  <a:pt x="0" y="6571"/>
                  <a:pt x="2958" y="6571"/>
                  <a:pt x="5751" y="6571"/>
                </a:cubicBezTo>
                <a:lnTo>
                  <a:pt x="94632" y="657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3" name="path-1173">
            <a:extLst xmlns:a="http://schemas.openxmlformats.org/drawingml/2006/main">
              <a:ext uri="{FF2B5EF4-FFF2-40B4-BE49-F238E27FC236}">
                <a16:creationId xmlns:a16="http://schemas.microsoft.com/office/drawing/2014/main" id="{8A62DEDB-327D-4C74-AB08-16C84219D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1696" y="7548261"/>
            <a:ext cx="134346" cy="128441"/>
          </a:xfrm>
          <a:custGeom xmlns:a="http://schemas.openxmlformats.org/drawingml/2006/main">
            <a:pathLst>
              <a:path w="117304" h="112148">
                <a:moveTo>
                  <a:pt x="43209" y="60265"/>
                </a:moveTo>
                <a:lnTo>
                  <a:pt x="71138" y="60265"/>
                </a:lnTo>
                <a:cubicBezTo>
                  <a:pt x="94467" y="60265"/>
                  <a:pt x="117304" y="43188"/>
                  <a:pt x="117304" y="24798"/>
                </a:cubicBezTo>
                <a:cubicBezTo>
                  <a:pt x="117304" y="12156"/>
                  <a:pt x="106460" y="0"/>
                  <a:pt x="84938" y="0"/>
                </a:cubicBezTo>
                <a:lnTo>
                  <a:pt x="31707" y="0"/>
                </a:lnTo>
                <a:cubicBezTo>
                  <a:pt x="28586" y="0"/>
                  <a:pt x="26778" y="0"/>
                  <a:pt x="26778" y="3124"/>
                </a:cubicBezTo>
                <a:cubicBezTo>
                  <a:pt x="26778" y="5094"/>
                  <a:pt x="28258" y="5094"/>
                  <a:pt x="31544" y="5094"/>
                </a:cubicBezTo>
                <a:cubicBezTo>
                  <a:pt x="33680" y="5094"/>
                  <a:pt x="36638" y="5259"/>
                  <a:pt x="38608" y="5422"/>
                </a:cubicBezTo>
                <a:cubicBezTo>
                  <a:pt x="41238" y="5751"/>
                  <a:pt x="42223" y="6245"/>
                  <a:pt x="42223" y="8050"/>
                </a:cubicBezTo>
                <a:cubicBezTo>
                  <a:pt x="42223" y="8706"/>
                  <a:pt x="42058" y="9200"/>
                  <a:pt x="41567" y="11171"/>
                </a:cubicBezTo>
                <a:lnTo>
                  <a:pt x="19551" y="99340"/>
                </a:lnTo>
                <a:cubicBezTo>
                  <a:pt x="17907" y="105743"/>
                  <a:pt x="17578" y="107056"/>
                  <a:pt x="4600" y="107056"/>
                </a:cubicBezTo>
                <a:cubicBezTo>
                  <a:pt x="1807" y="107056"/>
                  <a:pt x="0" y="107056"/>
                  <a:pt x="0" y="110177"/>
                </a:cubicBezTo>
                <a:cubicBezTo>
                  <a:pt x="0" y="112148"/>
                  <a:pt x="1970" y="112148"/>
                  <a:pt x="2464" y="112148"/>
                </a:cubicBezTo>
                <a:cubicBezTo>
                  <a:pt x="7064" y="112148"/>
                  <a:pt x="18729" y="111656"/>
                  <a:pt x="23329" y="111656"/>
                </a:cubicBezTo>
                <a:cubicBezTo>
                  <a:pt x="26778" y="111656"/>
                  <a:pt x="30393" y="111819"/>
                  <a:pt x="33843" y="111819"/>
                </a:cubicBezTo>
                <a:cubicBezTo>
                  <a:pt x="37458" y="111819"/>
                  <a:pt x="41073" y="112148"/>
                  <a:pt x="44522" y="112148"/>
                </a:cubicBezTo>
                <a:cubicBezTo>
                  <a:pt x="45673" y="112148"/>
                  <a:pt x="47809" y="112148"/>
                  <a:pt x="47809" y="108864"/>
                </a:cubicBezTo>
                <a:cubicBezTo>
                  <a:pt x="47809" y="107056"/>
                  <a:pt x="46330" y="107056"/>
                  <a:pt x="43209" y="107056"/>
                </a:cubicBezTo>
                <a:cubicBezTo>
                  <a:pt x="37129" y="107056"/>
                  <a:pt x="32529" y="107056"/>
                  <a:pt x="32529" y="104101"/>
                </a:cubicBezTo>
                <a:cubicBezTo>
                  <a:pt x="32529" y="103115"/>
                  <a:pt x="32858" y="102296"/>
                  <a:pt x="33023" y="101310"/>
                </a:cubicBezTo>
                <a:lnTo>
                  <a:pt x="43209" y="60265"/>
                </a:lnTo>
                <a:moveTo>
                  <a:pt x="55038" y="11334"/>
                </a:moveTo>
                <a:cubicBezTo>
                  <a:pt x="56515" y="5588"/>
                  <a:pt x="56843" y="5094"/>
                  <a:pt x="63910" y="5094"/>
                </a:cubicBezTo>
                <a:lnTo>
                  <a:pt x="79681" y="5094"/>
                </a:lnTo>
                <a:cubicBezTo>
                  <a:pt x="93316" y="5094"/>
                  <a:pt x="102025" y="9529"/>
                  <a:pt x="102025" y="20857"/>
                </a:cubicBezTo>
                <a:cubicBezTo>
                  <a:pt x="102025" y="27260"/>
                  <a:pt x="98738" y="41381"/>
                  <a:pt x="92331" y="47292"/>
                </a:cubicBezTo>
                <a:cubicBezTo>
                  <a:pt x="84116" y="54682"/>
                  <a:pt x="74259" y="55994"/>
                  <a:pt x="67031" y="55994"/>
                </a:cubicBezTo>
                <a:lnTo>
                  <a:pt x="43865" y="55994"/>
                </a:lnTo>
                <a:lnTo>
                  <a:pt x="55038" y="11334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4" name="path-1174">
            <a:extLst xmlns:a="http://schemas.openxmlformats.org/drawingml/2006/main">
              <a:ext uri="{FF2B5EF4-FFF2-40B4-BE49-F238E27FC236}">
                <a16:creationId xmlns:a16="http://schemas.microsoft.com/office/drawing/2014/main" id="{27635264-3214-4BE7-AD78-2DF72E247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736" y="753558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5" name="path-1175">
            <a:extLst xmlns:a="http://schemas.openxmlformats.org/drawingml/2006/main">
              <a:ext uri="{FF2B5EF4-FFF2-40B4-BE49-F238E27FC236}">
                <a16:creationId xmlns:a16="http://schemas.microsoft.com/office/drawing/2014/main" id="{571BF43C-E55B-44ED-985F-FF82AE526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601" y="7559016"/>
            <a:ext cx="57763" cy="119707"/>
          </a:xfrm>
          <a:custGeom xmlns:a="http://schemas.openxmlformats.org/drawingml/2006/main">
            <a:pathLst>
              <a:path w="50436" h="104522">
                <a:moveTo>
                  <a:pt x="30065" y="37097"/>
                </a:moveTo>
                <a:lnTo>
                  <a:pt x="45507" y="37097"/>
                </a:lnTo>
                <a:cubicBezTo>
                  <a:pt x="48794" y="37097"/>
                  <a:pt x="50436" y="37097"/>
                  <a:pt x="50436" y="33810"/>
                </a:cubicBezTo>
                <a:cubicBezTo>
                  <a:pt x="50436" y="32003"/>
                  <a:pt x="48794" y="32003"/>
                  <a:pt x="45836" y="32003"/>
                </a:cubicBezTo>
                <a:lnTo>
                  <a:pt x="31379" y="32003"/>
                </a:lnTo>
                <a:cubicBezTo>
                  <a:pt x="37295" y="8701"/>
                  <a:pt x="38115" y="5420"/>
                  <a:pt x="38115" y="4435"/>
                </a:cubicBezTo>
                <a:cubicBezTo>
                  <a:pt x="38115" y="1642"/>
                  <a:pt x="36144" y="0"/>
                  <a:pt x="33351" y="0"/>
                </a:cubicBezTo>
                <a:cubicBezTo>
                  <a:pt x="32858" y="0"/>
                  <a:pt x="28258" y="163"/>
                  <a:pt x="26778" y="5911"/>
                </a:cubicBezTo>
                <a:lnTo>
                  <a:pt x="20371" y="32003"/>
                </a:lnTo>
                <a:lnTo>
                  <a:pt x="4929" y="32003"/>
                </a:lnTo>
                <a:cubicBezTo>
                  <a:pt x="1642" y="32003"/>
                  <a:pt x="0" y="32003"/>
                  <a:pt x="0" y="35126"/>
                </a:cubicBezTo>
                <a:cubicBezTo>
                  <a:pt x="0" y="37097"/>
                  <a:pt x="1314" y="37097"/>
                  <a:pt x="4600" y="37097"/>
                </a:cubicBezTo>
                <a:lnTo>
                  <a:pt x="19057" y="37097"/>
                </a:lnTo>
                <a:cubicBezTo>
                  <a:pt x="7227" y="83685"/>
                  <a:pt x="6571" y="86472"/>
                  <a:pt x="6571" y="89425"/>
                </a:cubicBezTo>
                <a:cubicBezTo>
                  <a:pt x="6571" y="98285"/>
                  <a:pt x="12815" y="104522"/>
                  <a:pt x="21687" y="104522"/>
                </a:cubicBezTo>
                <a:cubicBezTo>
                  <a:pt x="38443" y="104522"/>
                  <a:pt x="47809" y="80568"/>
                  <a:pt x="47809" y="79255"/>
                </a:cubicBezTo>
                <a:cubicBezTo>
                  <a:pt x="47809" y="77615"/>
                  <a:pt x="46495" y="77615"/>
                  <a:pt x="45836" y="77615"/>
                </a:cubicBezTo>
                <a:cubicBezTo>
                  <a:pt x="44359" y="77615"/>
                  <a:pt x="44194" y="78107"/>
                  <a:pt x="43371" y="79912"/>
                </a:cubicBezTo>
                <a:cubicBezTo>
                  <a:pt x="36307" y="96971"/>
                  <a:pt x="27601" y="100909"/>
                  <a:pt x="22015" y="100909"/>
                </a:cubicBezTo>
                <a:cubicBezTo>
                  <a:pt x="18563" y="100909"/>
                  <a:pt x="16921" y="98776"/>
                  <a:pt x="16921" y="93364"/>
                </a:cubicBezTo>
                <a:cubicBezTo>
                  <a:pt x="16921" y="89425"/>
                  <a:pt x="17250" y="88277"/>
                  <a:pt x="17907" y="85489"/>
                </a:cubicBezTo>
                <a:lnTo>
                  <a:pt x="30065" y="37097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6" name="path-1176">
            <a:extLst xmlns:a="http://schemas.openxmlformats.org/drawingml/2006/main">
              <a:ext uri="{FF2B5EF4-FFF2-40B4-BE49-F238E27FC236}">
                <a16:creationId xmlns:a16="http://schemas.microsoft.com/office/drawing/2014/main" id="{1A86DEBE-9517-4024-A1F0-55D0786B0C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62" y="7646156"/>
            <a:ext cx="64539" cy="59939"/>
          </a:xfrm>
          <a:custGeom xmlns:a="http://schemas.openxmlformats.org/drawingml/2006/main">
            <a:pathLst>
              <a:path w="56352" h="52335">
                <a:moveTo>
                  <a:pt x="26336" y="0"/>
                </a:moveTo>
                <a:cubicBezTo>
                  <a:pt x="13112" y="1381"/>
                  <a:pt x="0" y="10813"/>
                  <a:pt x="0" y="26801"/>
                </a:cubicBezTo>
                <a:lnTo>
                  <a:pt x="0" y="27837"/>
                </a:lnTo>
                <a:cubicBezTo>
                  <a:pt x="805" y="43251"/>
                  <a:pt x="14951" y="52335"/>
                  <a:pt x="28521" y="52335"/>
                </a:cubicBezTo>
                <a:cubicBezTo>
                  <a:pt x="41517" y="52335"/>
                  <a:pt x="55547" y="43135"/>
                  <a:pt x="56352" y="27837"/>
                </a:cubicBezTo>
                <a:lnTo>
                  <a:pt x="56352" y="27261"/>
                </a:lnTo>
                <a:cubicBezTo>
                  <a:pt x="56352" y="11273"/>
                  <a:pt x="43012" y="0"/>
                  <a:pt x="27601" y="0"/>
                </a:cubicBezTo>
                <a:lnTo>
                  <a:pt x="26336" y="0"/>
                </a:lnTo>
                <a:moveTo>
                  <a:pt x="10466" y="28756"/>
                </a:moveTo>
                <a:cubicBezTo>
                  <a:pt x="10466" y="27837"/>
                  <a:pt x="10352" y="26917"/>
                  <a:pt x="10352" y="25996"/>
                </a:cubicBezTo>
                <a:cubicBezTo>
                  <a:pt x="10352" y="19670"/>
                  <a:pt x="10925" y="12192"/>
                  <a:pt x="16446" y="7361"/>
                </a:cubicBezTo>
                <a:cubicBezTo>
                  <a:pt x="19666" y="4601"/>
                  <a:pt x="23806" y="3222"/>
                  <a:pt x="27947" y="3222"/>
                </a:cubicBezTo>
                <a:cubicBezTo>
                  <a:pt x="33122" y="3222"/>
                  <a:pt x="38411" y="5291"/>
                  <a:pt x="41747" y="9318"/>
                </a:cubicBezTo>
                <a:cubicBezTo>
                  <a:pt x="45313" y="13458"/>
                  <a:pt x="45886" y="19440"/>
                  <a:pt x="45886" y="24387"/>
                </a:cubicBezTo>
                <a:cubicBezTo>
                  <a:pt x="45886" y="30827"/>
                  <a:pt x="45772" y="38188"/>
                  <a:pt x="41171" y="43251"/>
                </a:cubicBezTo>
                <a:cubicBezTo>
                  <a:pt x="37951" y="46931"/>
                  <a:pt x="33006" y="48656"/>
                  <a:pt x="28177" y="48656"/>
                </a:cubicBezTo>
                <a:cubicBezTo>
                  <a:pt x="19320" y="48656"/>
                  <a:pt x="12536" y="43019"/>
                  <a:pt x="10925" y="33473"/>
                </a:cubicBezTo>
                <a:cubicBezTo>
                  <a:pt x="10696" y="31862"/>
                  <a:pt x="10696" y="30367"/>
                  <a:pt x="10466" y="28756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7" name="path-1177">
            <a:extLst xmlns:a="http://schemas.openxmlformats.org/drawingml/2006/main">
              <a:ext uri="{FF2B5EF4-FFF2-40B4-BE49-F238E27FC236}">
                <a16:creationId xmlns:a16="http://schemas.microsoft.com/office/drawing/2014/main" id="{4D71231C-3BCE-4367-B643-0D825F261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057" y="7607621"/>
            <a:ext cx="125124" cy="44085"/>
          </a:xfrm>
          <a:custGeom xmlns:a="http://schemas.openxmlformats.org/drawingml/2006/main">
            <a:pathLst>
              <a:path w="109252" h="38493">
                <a:moveTo>
                  <a:pt x="103667" y="6571"/>
                </a:moveTo>
                <a:cubicBezTo>
                  <a:pt x="106131" y="6571"/>
                  <a:pt x="109252" y="6571"/>
                  <a:pt x="109252" y="3287"/>
                </a:cubicBezTo>
                <a:cubicBezTo>
                  <a:pt x="109252" y="0"/>
                  <a:pt x="106131" y="0"/>
                  <a:pt x="103830" y="0"/>
                </a:cubicBezTo>
                <a:lnTo>
                  <a:pt x="5420" y="0"/>
                </a:lnTo>
                <a:cubicBezTo>
                  <a:pt x="3121" y="0"/>
                  <a:pt x="0" y="0"/>
                  <a:pt x="0" y="3287"/>
                </a:cubicBezTo>
                <a:cubicBezTo>
                  <a:pt x="0" y="6571"/>
                  <a:pt x="3121" y="6571"/>
                  <a:pt x="5585" y="6571"/>
                </a:cubicBezTo>
                <a:lnTo>
                  <a:pt x="103667" y="6571"/>
                </a:lnTo>
                <a:moveTo>
                  <a:pt x="103830" y="38493"/>
                </a:moveTo>
                <a:cubicBezTo>
                  <a:pt x="106131" y="38493"/>
                  <a:pt x="109252" y="38493"/>
                  <a:pt x="109252" y="35207"/>
                </a:cubicBezTo>
                <a:cubicBezTo>
                  <a:pt x="109252" y="31920"/>
                  <a:pt x="106131" y="31920"/>
                  <a:pt x="103667" y="31920"/>
                </a:cubicBezTo>
                <a:lnTo>
                  <a:pt x="5585" y="31920"/>
                </a:lnTo>
                <a:cubicBezTo>
                  <a:pt x="3121" y="31920"/>
                  <a:pt x="0" y="31920"/>
                  <a:pt x="0" y="35207"/>
                </a:cubicBezTo>
                <a:cubicBezTo>
                  <a:pt x="0" y="38493"/>
                  <a:pt x="3121" y="38493"/>
                  <a:pt x="5420" y="38493"/>
                </a:cubicBezTo>
                <a:lnTo>
                  <a:pt x="103830" y="3849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8" name="path-1178">
            <a:extLst xmlns:a="http://schemas.openxmlformats.org/drawingml/2006/main">
              <a:ext uri="{FF2B5EF4-FFF2-40B4-BE49-F238E27FC236}">
                <a16:creationId xmlns:a16="http://schemas.microsoft.com/office/drawing/2014/main" id="{C5789216-C0CE-4991-868F-8340B4155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9106" y="7559016"/>
            <a:ext cx="57763" cy="119707"/>
          </a:xfrm>
          <a:custGeom xmlns:a="http://schemas.openxmlformats.org/drawingml/2006/main">
            <a:pathLst>
              <a:path w="50436" h="104522">
                <a:moveTo>
                  <a:pt x="30065" y="37097"/>
                </a:moveTo>
                <a:lnTo>
                  <a:pt x="45507" y="37097"/>
                </a:lnTo>
                <a:cubicBezTo>
                  <a:pt x="48794" y="37097"/>
                  <a:pt x="50436" y="37097"/>
                  <a:pt x="50436" y="33810"/>
                </a:cubicBezTo>
                <a:cubicBezTo>
                  <a:pt x="50436" y="32003"/>
                  <a:pt x="48794" y="32003"/>
                  <a:pt x="45836" y="32003"/>
                </a:cubicBezTo>
                <a:lnTo>
                  <a:pt x="31379" y="32003"/>
                </a:lnTo>
                <a:cubicBezTo>
                  <a:pt x="37295" y="8701"/>
                  <a:pt x="38115" y="5420"/>
                  <a:pt x="38115" y="4435"/>
                </a:cubicBezTo>
                <a:cubicBezTo>
                  <a:pt x="38115" y="1642"/>
                  <a:pt x="36144" y="0"/>
                  <a:pt x="33351" y="0"/>
                </a:cubicBezTo>
                <a:cubicBezTo>
                  <a:pt x="32858" y="0"/>
                  <a:pt x="28258" y="163"/>
                  <a:pt x="26778" y="5911"/>
                </a:cubicBezTo>
                <a:lnTo>
                  <a:pt x="20371" y="32003"/>
                </a:lnTo>
                <a:lnTo>
                  <a:pt x="4929" y="32003"/>
                </a:lnTo>
                <a:cubicBezTo>
                  <a:pt x="1642" y="32003"/>
                  <a:pt x="0" y="32003"/>
                  <a:pt x="0" y="35126"/>
                </a:cubicBezTo>
                <a:cubicBezTo>
                  <a:pt x="0" y="37097"/>
                  <a:pt x="1314" y="37097"/>
                  <a:pt x="4600" y="37097"/>
                </a:cubicBezTo>
                <a:lnTo>
                  <a:pt x="19057" y="37097"/>
                </a:lnTo>
                <a:cubicBezTo>
                  <a:pt x="7227" y="83685"/>
                  <a:pt x="6571" y="86472"/>
                  <a:pt x="6571" y="89425"/>
                </a:cubicBezTo>
                <a:cubicBezTo>
                  <a:pt x="6571" y="98285"/>
                  <a:pt x="12815" y="104522"/>
                  <a:pt x="21687" y="104522"/>
                </a:cubicBezTo>
                <a:cubicBezTo>
                  <a:pt x="38443" y="104522"/>
                  <a:pt x="47809" y="80568"/>
                  <a:pt x="47809" y="79255"/>
                </a:cubicBezTo>
                <a:cubicBezTo>
                  <a:pt x="47809" y="77615"/>
                  <a:pt x="46495" y="77615"/>
                  <a:pt x="45836" y="77615"/>
                </a:cubicBezTo>
                <a:cubicBezTo>
                  <a:pt x="44359" y="77615"/>
                  <a:pt x="44194" y="78107"/>
                  <a:pt x="43371" y="79912"/>
                </a:cubicBezTo>
                <a:cubicBezTo>
                  <a:pt x="36307" y="96971"/>
                  <a:pt x="27601" y="100909"/>
                  <a:pt x="22015" y="100909"/>
                </a:cubicBezTo>
                <a:cubicBezTo>
                  <a:pt x="18563" y="100909"/>
                  <a:pt x="16921" y="98776"/>
                  <a:pt x="16921" y="93364"/>
                </a:cubicBezTo>
                <a:cubicBezTo>
                  <a:pt x="16921" y="89425"/>
                  <a:pt x="17250" y="88277"/>
                  <a:pt x="17907" y="85489"/>
                </a:cubicBezTo>
                <a:lnTo>
                  <a:pt x="30065" y="37097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9" name="path-1179">
            <a:extLst xmlns:a="http://schemas.openxmlformats.org/drawingml/2006/main">
              <a:ext uri="{FF2B5EF4-FFF2-40B4-BE49-F238E27FC236}">
                <a16:creationId xmlns:a16="http://schemas.microsoft.com/office/drawing/2014/main" id="{47E58FB3-D95C-42FE-A77A-179731256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035" y="7525387"/>
            <a:ext cx="33060" cy="68231"/>
          </a:xfrm>
          <a:custGeom xmlns:a="http://schemas.openxmlformats.org/drawingml/2006/main">
            <a:pathLst>
              <a:path w="28867" h="59576">
                <a:moveTo>
                  <a:pt x="27831" y="10006"/>
                </a:moveTo>
                <a:cubicBezTo>
                  <a:pt x="28751" y="8051"/>
                  <a:pt x="28867" y="7130"/>
                  <a:pt x="28867" y="6326"/>
                </a:cubicBezTo>
                <a:cubicBezTo>
                  <a:pt x="28867" y="2760"/>
                  <a:pt x="25647" y="0"/>
                  <a:pt x="22081" y="0"/>
                </a:cubicBezTo>
                <a:cubicBezTo>
                  <a:pt x="17711" y="0"/>
                  <a:pt x="16330" y="3566"/>
                  <a:pt x="15756" y="5405"/>
                </a:cubicBezTo>
                <a:lnTo>
                  <a:pt x="576" y="55206"/>
                </a:lnTo>
                <a:cubicBezTo>
                  <a:pt x="460" y="55436"/>
                  <a:pt x="0" y="56931"/>
                  <a:pt x="0" y="57047"/>
                </a:cubicBezTo>
                <a:cubicBezTo>
                  <a:pt x="0" y="58426"/>
                  <a:pt x="3566" y="59576"/>
                  <a:pt x="4485" y="59576"/>
                </a:cubicBezTo>
                <a:cubicBezTo>
                  <a:pt x="5291" y="59576"/>
                  <a:pt x="5405" y="59346"/>
                  <a:pt x="6210" y="57621"/>
                </a:cubicBezTo>
                <a:lnTo>
                  <a:pt x="27831" y="10006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0" name="path-1180">
            <a:extLst xmlns:a="http://schemas.openxmlformats.org/drawingml/2006/main">
              <a:ext uri="{FF2B5EF4-FFF2-40B4-BE49-F238E27FC236}">
                <a16:creationId xmlns:a16="http://schemas.microsoft.com/office/drawing/2014/main" id="{1C2B4CF4-248E-4F95-B59B-902CEF7C8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226" y="753558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1" name="path-1181">
            <a:extLst xmlns:a="http://schemas.openxmlformats.org/drawingml/2006/main">
              <a:ext uri="{FF2B5EF4-FFF2-40B4-BE49-F238E27FC236}">
                <a16:creationId xmlns:a16="http://schemas.microsoft.com/office/drawing/2014/main" id="{F00D2952-0EF7-4EC4-A132-B94DD85D0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18" y="7544035"/>
            <a:ext cx="117413" cy="136893"/>
          </a:xfrm>
          <a:custGeom xmlns:a="http://schemas.openxmlformats.org/drawingml/2006/main">
            <a:pathLst>
              <a:path w="102519" h="119528">
                <a:moveTo>
                  <a:pt x="24480" y="100629"/>
                </a:moveTo>
                <a:cubicBezTo>
                  <a:pt x="33351" y="86816"/>
                  <a:pt x="36144" y="76292"/>
                  <a:pt x="38280" y="67575"/>
                </a:cubicBezTo>
                <a:cubicBezTo>
                  <a:pt x="44031" y="44883"/>
                  <a:pt x="50273" y="25151"/>
                  <a:pt x="60458" y="13805"/>
                </a:cubicBezTo>
                <a:cubicBezTo>
                  <a:pt x="62431" y="11667"/>
                  <a:pt x="63745" y="10188"/>
                  <a:pt x="69002" y="10188"/>
                </a:cubicBezTo>
                <a:cubicBezTo>
                  <a:pt x="80338" y="10188"/>
                  <a:pt x="80666" y="21534"/>
                  <a:pt x="80666" y="23835"/>
                </a:cubicBezTo>
                <a:cubicBezTo>
                  <a:pt x="80666" y="26796"/>
                  <a:pt x="79847" y="29097"/>
                  <a:pt x="79847" y="29920"/>
                </a:cubicBezTo>
                <a:cubicBezTo>
                  <a:pt x="79847" y="31070"/>
                  <a:pt x="80832" y="31070"/>
                  <a:pt x="80995" y="31070"/>
                </a:cubicBezTo>
                <a:cubicBezTo>
                  <a:pt x="83624" y="31070"/>
                  <a:pt x="88059" y="29263"/>
                  <a:pt x="92168" y="26302"/>
                </a:cubicBezTo>
                <a:cubicBezTo>
                  <a:pt x="95126" y="24001"/>
                  <a:pt x="96602" y="22356"/>
                  <a:pt x="96602" y="15613"/>
                </a:cubicBezTo>
                <a:cubicBezTo>
                  <a:pt x="96602" y="6736"/>
                  <a:pt x="92002" y="0"/>
                  <a:pt x="82802" y="0"/>
                </a:cubicBezTo>
                <a:cubicBezTo>
                  <a:pt x="77545" y="0"/>
                  <a:pt x="63088" y="1316"/>
                  <a:pt x="46986" y="17586"/>
                </a:cubicBezTo>
                <a:cubicBezTo>
                  <a:pt x="33845" y="31070"/>
                  <a:pt x="26122" y="60669"/>
                  <a:pt x="23001" y="73003"/>
                </a:cubicBezTo>
                <a:cubicBezTo>
                  <a:pt x="20045" y="84349"/>
                  <a:pt x="18729" y="89445"/>
                  <a:pt x="13800" y="99312"/>
                </a:cubicBezTo>
                <a:cubicBezTo>
                  <a:pt x="12650" y="101285"/>
                  <a:pt x="8378" y="108520"/>
                  <a:pt x="6079" y="110659"/>
                </a:cubicBezTo>
                <a:cubicBezTo>
                  <a:pt x="1642" y="114765"/>
                  <a:pt x="0" y="117723"/>
                  <a:pt x="0" y="118543"/>
                </a:cubicBezTo>
                <a:cubicBezTo>
                  <a:pt x="0" y="118871"/>
                  <a:pt x="328" y="119528"/>
                  <a:pt x="1479" y="119528"/>
                </a:cubicBezTo>
                <a:cubicBezTo>
                  <a:pt x="2136" y="119528"/>
                  <a:pt x="5585" y="118871"/>
                  <a:pt x="9857" y="116078"/>
                </a:cubicBezTo>
                <a:cubicBezTo>
                  <a:pt x="12650" y="114436"/>
                  <a:pt x="12978" y="114108"/>
                  <a:pt x="16758" y="110165"/>
                </a:cubicBezTo>
                <a:cubicBezTo>
                  <a:pt x="24973" y="110328"/>
                  <a:pt x="30722" y="111807"/>
                  <a:pt x="41073" y="114765"/>
                </a:cubicBezTo>
                <a:cubicBezTo>
                  <a:pt x="49451" y="117064"/>
                  <a:pt x="57831" y="119528"/>
                  <a:pt x="66209" y="119528"/>
                </a:cubicBezTo>
                <a:cubicBezTo>
                  <a:pt x="79518" y="119528"/>
                  <a:pt x="92990" y="109508"/>
                  <a:pt x="98247" y="102273"/>
                </a:cubicBezTo>
                <a:cubicBezTo>
                  <a:pt x="101531" y="97833"/>
                  <a:pt x="102519" y="93722"/>
                  <a:pt x="102519" y="93228"/>
                </a:cubicBezTo>
                <a:cubicBezTo>
                  <a:pt x="102519" y="92078"/>
                  <a:pt x="101531" y="92078"/>
                  <a:pt x="101368" y="92078"/>
                </a:cubicBezTo>
                <a:cubicBezTo>
                  <a:pt x="98738" y="92078"/>
                  <a:pt x="94795" y="93885"/>
                  <a:pt x="92002" y="95858"/>
                </a:cubicBezTo>
                <a:cubicBezTo>
                  <a:pt x="87568" y="98656"/>
                  <a:pt x="87239" y="99641"/>
                  <a:pt x="86254" y="102436"/>
                </a:cubicBezTo>
                <a:cubicBezTo>
                  <a:pt x="85432" y="105068"/>
                  <a:pt x="84447" y="106384"/>
                  <a:pt x="83790" y="107369"/>
                </a:cubicBezTo>
                <a:cubicBezTo>
                  <a:pt x="82474" y="109342"/>
                  <a:pt x="82311" y="109342"/>
                  <a:pt x="79847" y="109342"/>
                </a:cubicBezTo>
                <a:cubicBezTo>
                  <a:pt x="71960" y="109342"/>
                  <a:pt x="63745" y="106876"/>
                  <a:pt x="52903" y="103918"/>
                </a:cubicBezTo>
                <a:cubicBezTo>
                  <a:pt x="48302" y="102601"/>
                  <a:pt x="39265" y="99969"/>
                  <a:pt x="31050" y="99969"/>
                </a:cubicBezTo>
                <a:cubicBezTo>
                  <a:pt x="28914" y="99969"/>
                  <a:pt x="26616" y="100135"/>
                  <a:pt x="24480" y="10062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2" name="path-1182">
            <a:extLst xmlns:a="http://schemas.openxmlformats.org/drawingml/2006/main">
              <a:ext uri="{FF2B5EF4-FFF2-40B4-BE49-F238E27FC236}">
                <a16:creationId xmlns:a16="http://schemas.microsoft.com/office/drawing/2014/main" id="{1E186F94-981E-435B-A561-CCCE15BAA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67084" y="753558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3" name="path-1183">
            <a:extLst xmlns:a="http://schemas.openxmlformats.org/drawingml/2006/main">
              <a:ext uri="{FF2B5EF4-FFF2-40B4-BE49-F238E27FC236}">
                <a16:creationId xmlns:a16="http://schemas.microsoft.com/office/drawing/2014/main" id="{B99B7C21-8AB3-49A3-BA13-F2C56184F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7096" y="7593464"/>
            <a:ext cx="86741" cy="121826"/>
          </a:xfrm>
          <a:custGeom xmlns:a="http://schemas.openxmlformats.org/drawingml/2006/main">
            <a:pathLst>
              <a:path w="75738" h="106372">
                <a:moveTo>
                  <a:pt x="75081" y="10025"/>
                </a:moveTo>
                <a:cubicBezTo>
                  <a:pt x="75738" y="7724"/>
                  <a:pt x="75738" y="7395"/>
                  <a:pt x="75738" y="6245"/>
                </a:cubicBezTo>
                <a:cubicBezTo>
                  <a:pt x="75738" y="3287"/>
                  <a:pt x="73439" y="1807"/>
                  <a:pt x="70975" y="1807"/>
                </a:cubicBezTo>
                <a:cubicBezTo>
                  <a:pt x="69330" y="1807"/>
                  <a:pt x="66703" y="2795"/>
                  <a:pt x="65224" y="5259"/>
                </a:cubicBezTo>
                <a:cubicBezTo>
                  <a:pt x="64895" y="6082"/>
                  <a:pt x="63582" y="11176"/>
                  <a:pt x="62923" y="14134"/>
                </a:cubicBezTo>
                <a:cubicBezTo>
                  <a:pt x="61774" y="18405"/>
                  <a:pt x="60624" y="22843"/>
                  <a:pt x="59639" y="27280"/>
                </a:cubicBezTo>
                <a:lnTo>
                  <a:pt x="52246" y="56861"/>
                </a:lnTo>
                <a:cubicBezTo>
                  <a:pt x="51586" y="59328"/>
                  <a:pt x="44522" y="70832"/>
                  <a:pt x="33680" y="70832"/>
                </a:cubicBezTo>
                <a:cubicBezTo>
                  <a:pt x="25302" y="70832"/>
                  <a:pt x="23494" y="63599"/>
                  <a:pt x="23494" y="57520"/>
                </a:cubicBezTo>
                <a:cubicBezTo>
                  <a:pt x="23494" y="49960"/>
                  <a:pt x="26287" y="39772"/>
                  <a:pt x="31872" y="25309"/>
                </a:cubicBezTo>
                <a:cubicBezTo>
                  <a:pt x="34502" y="18571"/>
                  <a:pt x="35159" y="16763"/>
                  <a:pt x="35159" y="13477"/>
                </a:cubicBezTo>
                <a:cubicBezTo>
                  <a:pt x="35159" y="6082"/>
                  <a:pt x="29902" y="0"/>
                  <a:pt x="21687" y="0"/>
                </a:cubicBezTo>
                <a:cubicBezTo>
                  <a:pt x="6079" y="0"/>
                  <a:pt x="0" y="23830"/>
                  <a:pt x="0" y="25309"/>
                </a:cubicBezTo>
                <a:cubicBezTo>
                  <a:pt x="0" y="26951"/>
                  <a:pt x="1642" y="26951"/>
                  <a:pt x="1970" y="26951"/>
                </a:cubicBezTo>
                <a:cubicBezTo>
                  <a:pt x="3615" y="26951"/>
                  <a:pt x="3778" y="26623"/>
                  <a:pt x="4600" y="23993"/>
                </a:cubicBezTo>
                <a:cubicBezTo>
                  <a:pt x="9037" y="8546"/>
                  <a:pt x="15608" y="3615"/>
                  <a:pt x="21193" y="3615"/>
                </a:cubicBezTo>
                <a:cubicBezTo>
                  <a:pt x="22507" y="3615"/>
                  <a:pt x="25302" y="3615"/>
                  <a:pt x="25302" y="8874"/>
                </a:cubicBezTo>
                <a:cubicBezTo>
                  <a:pt x="25302" y="12983"/>
                  <a:pt x="23657" y="17257"/>
                  <a:pt x="22507" y="20378"/>
                </a:cubicBezTo>
                <a:cubicBezTo>
                  <a:pt x="15936" y="37799"/>
                  <a:pt x="12978" y="47167"/>
                  <a:pt x="12978" y="54891"/>
                </a:cubicBezTo>
                <a:cubicBezTo>
                  <a:pt x="12978" y="69516"/>
                  <a:pt x="23329" y="74444"/>
                  <a:pt x="33023" y="74444"/>
                </a:cubicBezTo>
                <a:cubicBezTo>
                  <a:pt x="39431" y="74444"/>
                  <a:pt x="45016" y="71652"/>
                  <a:pt x="49616" y="67051"/>
                </a:cubicBezTo>
                <a:cubicBezTo>
                  <a:pt x="47480" y="75595"/>
                  <a:pt x="45510" y="83644"/>
                  <a:pt x="38937" y="92351"/>
                </a:cubicBezTo>
                <a:cubicBezTo>
                  <a:pt x="34665" y="97956"/>
                  <a:pt x="28423" y="102759"/>
                  <a:pt x="20865" y="102759"/>
                </a:cubicBezTo>
                <a:cubicBezTo>
                  <a:pt x="18566" y="102759"/>
                  <a:pt x="11173" y="102260"/>
                  <a:pt x="8378" y="95803"/>
                </a:cubicBezTo>
                <a:cubicBezTo>
                  <a:pt x="11008" y="95803"/>
                  <a:pt x="13144" y="95803"/>
                  <a:pt x="15442" y="93830"/>
                </a:cubicBezTo>
                <a:cubicBezTo>
                  <a:pt x="17087" y="92351"/>
                  <a:pt x="18729" y="90215"/>
                  <a:pt x="18729" y="87094"/>
                </a:cubicBezTo>
                <a:cubicBezTo>
                  <a:pt x="18729" y="82002"/>
                  <a:pt x="14294" y="81343"/>
                  <a:pt x="12650" y="81343"/>
                </a:cubicBezTo>
                <a:cubicBezTo>
                  <a:pt x="8872" y="81343"/>
                  <a:pt x="3449" y="83973"/>
                  <a:pt x="3449" y="92022"/>
                </a:cubicBezTo>
                <a:cubicBezTo>
                  <a:pt x="3449" y="100275"/>
                  <a:pt x="10679" y="106372"/>
                  <a:pt x="20865" y="106372"/>
                </a:cubicBezTo>
                <a:cubicBezTo>
                  <a:pt x="37786" y="106372"/>
                  <a:pt x="54710" y="91366"/>
                  <a:pt x="59310" y="72802"/>
                </a:cubicBezTo>
                <a:lnTo>
                  <a:pt x="75081" y="10025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4" name="path-1184">
            <a:extLst xmlns:a="http://schemas.openxmlformats.org/drawingml/2006/main">
              <a:ext uri="{FF2B5EF4-FFF2-40B4-BE49-F238E27FC236}">
                <a16:creationId xmlns:a16="http://schemas.microsoft.com/office/drawing/2014/main" id="{24D47CFF-1615-40EE-994C-9EBB8E230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6851" y="7656759"/>
            <a:ext cx="22013" cy="56325"/>
          </a:xfrm>
          <a:custGeom xmlns:a="http://schemas.openxmlformats.org/drawingml/2006/main">
            <a:pathLst>
              <a:path w="19220" h="49180">
                <a:moveTo>
                  <a:pt x="19220" y="17250"/>
                </a:moveTo>
                <a:cubicBezTo>
                  <a:pt x="19220" y="6408"/>
                  <a:pt x="15114" y="0"/>
                  <a:pt x="8706" y="0"/>
                </a:cubicBezTo>
                <a:cubicBezTo>
                  <a:pt x="3284" y="0"/>
                  <a:pt x="0" y="4106"/>
                  <a:pt x="0" y="8706"/>
                </a:cubicBezTo>
                <a:cubicBezTo>
                  <a:pt x="0" y="13144"/>
                  <a:pt x="3284" y="17413"/>
                  <a:pt x="8706" y="17413"/>
                </a:cubicBezTo>
                <a:cubicBezTo>
                  <a:pt x="10677" y="17413"/>
                  <a:pt x="12813" y="16756"/>
                  <a:pt x="14457" y="15279"/>
                </a:cubicBezTo>
                <a:cubicBezTo>
                  <a:pt x="14949" y="14949"/>
                  <a:pt x="15114" y="14786"/>
                  <a:pt x="15277" y="14786"/>
                </a:cubicBezTo>
                <a:cubicBezTo>
                  <a:pt x="15442" y="14786"/>
                  <a:pt x="15608" y="14949"/>
                  <a:pt x="15608" y="17250"/>
                </a:cubicBezTo>
                <a:cubicBezTo>
                  <a:pt x="15608" y="29433"/>
                  <a:pt x="9857" y="39310"/>
                  <a:pt x="4435" y="44743"/>
                </a:cubicBezTo>
                <a:cubicBezTo>
                  <a:pt x="2627" y="46553"/>
                  <a:pt x="2627" y="46881"/>
                  <a:pt x="2627" y="47375"/>
                </a:cubicBezTo>
                <a:cubicBezTo>
                  <a:pt x="2627" y="48523"/>
                  <a:pt x="3449" y="49180"/>
                  <a:pt x="4272" y="49180"/>
                </a:cubicBezTo>
                <a:cubicBezTo>
                  <a:pt x="6077" y="49180"/>
                  <a:pt x="19220" y="36513"/>
                  <a:pt x="19220" y="17250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5" name="path-1185">
            <a:extLst xmlns:a="http://schemas.openxmlformats.org/drawingml/2006/main">
              <a:ext uri="{FF2B5EF4-FFF2-40B4-BE49-F238E27FC236}">
                <a16:creationId xmlns:a16="http://schemas.microsoft.com/office/drawing/2014/main" id="{47B13D47-17B6-41B6-8414-1E566501A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94" y="7593464"/>
            <a:ext cx="77522" cy="119804"/>
          </a:xfrm>
          <a:custGeom xmlns:a="http://schemas.openxmlformats.org/drawingml/2006/main">
            <a:pathLst>
              <a:path w="67688" h="104607">
                <a:moveTo>
                  <a:pt x="67688" y="1807"/>
                </a:moveTo>
                <a:cubicBezTo>
                  <a:pt x="67688" y="1151"/>
                  <a:pt x="67194" y="165"/>
                  <a:pt x="66044" y="165"/>
                </a:cubicBezTo>
                <a:cubicBezTo>
                  <a:pt x="64239" y="165"/>
                  <a:pt x="57666" y="6738"/>
                  <a:pt x="54873" y="11504"/>
                </a:cubicBezTo>
                <a:cubicBezTo>
                  <a:pt x="51258" y="2630"/>
                  <a:pt x="44851" y="0"/>
                  <a:pt x="39594" y="0"/>
                </a:cubicBezTo>
                <a:cubicBezTo>
                  <a:pt x="20208" y="0"/>
                  <a:pt x="0" y="24322"/>
                  <a:pt x="0" y="48152"/>
                </a:cubicBezTo>
                <a:cubicBezTo>
                  <a:pt x="0" y="64256"/>
                  <a:pt x="9694" y="74444"/>
                  <a:pt x="21687" y="74444"/>
                </a:cubicBezTo>
                <a:cubicBezTo>
                  <a:pt x="28751" y="74444"/>
                  <a:pt x="35159" y="70503"/>
                  <a:pt x="41073" y="64587"/>
                </a:cubicBezTo>
                <a:cubicBezTo>
                  <a:pt x="39594" y="70338"/>
                  <a:pt x="34171" y="92589"/>
                  <a:pt x="33680" y="94073"/>
                </a:cubicBezTo>
                <a:cubicBezTo>
                  <a:pt x="32366" y="98691"/>
                  <a:pt x="31050" y="99350"/>
                  <a:pt x="21850" y="99515"/>
                </a:cubicBezTo>
                <a:cubicBezTo>
                  <a:pt x="19714" y="99515"/>
                  <a:pt x="18072" y="99515"/>
                  <a:pt x="18072" y="102802"/>
                </a:cubicBezTo>
                <a:cubicBezTo>
                  <a:pt x="18072" y="102965"/>
                  <a:pt x="18072" y="104607"/>
                  <a:pt x="20208" y="104607"/>
                </a:cubicBezTo>
                <a:cubicBezTo>
                  <a:pt x="25465" y="104607"/>
                  <a:pt x="31216" y="104116"/>
                  <a:pt x="36638" y="104116"/>
                </a:cubicBezTo>
                <a:cubicBezTo>
                  <a:pt x="42223" y="104116"/>
                  <a:pt x="48137" y="104607"/>
                  <a:pt x="53559" y="104607"/>
                </a:cubicBezTo>
                <a:cubicBezTo>
                  <a:pt x="54379" y="104607"/>
                  <a:pt x="56515" y="104607"/>
                  <a:pt x="56515" y="101323"/>
                </a:cubicBezTo>
                <a:cubicBezTo>
                  <a:pt x="56515" y="99515"/>
                  <a:pt x="54873" y="99515"/>
                  <a:pt x="52243" y="99515"/>
                </a:cubicBezTo>
                <a:cubicBezTo>
                  <a:pt x="44359" y="99515"/>
                  <a:pt x="44359" y="98360"/>
                  <a:pt x="44359" y="96876"/>
                </a:cubicBezTo>
                <a:cubicBezTo>
                  <a:pt x="44359" y="95723"/>
                  <a:pt x="44688" y="94732"/>
                  <a:pt x="45016" y="93248"/>
                </a:cubicBezTo>
                <a:lnTo>
                  <a:pt x="67688" y="1807"/>
                </a:lnTo>
                <a:moveTo>
                  <a:pt x="22178" y="70832"/>
                </a:moveTo>
                <a:cubicBezTo>
                  <a:pt x="12321" y="70832"/>
                  <a:pt x="11664" y="58177"/>
                  <a:pt x="11664" y="55382"/>
                </a:cubicBezTo>
                <a:cubicBezTo>
                  <a:pt x="11664" y="47495"/>
                  <a:pt x="16430" y="29581"/>
                  <a:pt x="19223" y="22680"/>
                </a:cubicBezTo>
                <a:cubicBezTo>
                  <a:pt x="24314" y="10519"/>
                  <a:pt x="32858" y="3615"/>
                  <a:pt x="39594" y="3615"/>
                </a:cubicBezTo>
                <a:cubicBezTo>
                  <a:pt x="50273" y="3615"/>
                  <a:pt x="52574" y="16926"/>
                  <a:pt x="52574" y="18077"/>
                </a:cubicBezTo>
                <a:cubicBezTo>
                  <a:pt x="52574" y="19065"/>
                  <a:pt x="43537" y="55054"/>
                  <a:pt x="43043" y="55713"/>
                </a:cubicBezTo>
                <a:cubicBezTo>
                  <a:pt x="40579" y="60313"/>
                  <a:pt x="31379" y="70832"/>
                  <a:pt x="22178" y="70832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6" name="path-1186">
            <a:extLst xmlns:a="http://schemas.openxmlformats.org/drawingml/2006/main">
              <a:ext uri="{FF2B5EF4-FFF2-40B4-BE49-F238E27FC236}">
                <a16:creationId xmlns:a16="http://schemas.microsoft.com/office/drawing/2014/main" id="{71BCA85E-0D4D-4ABF-89C5-4AF608B139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3633" y="753558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7" name="path-1187">
            <a:extLst xmlns:a="http://schemas.openxmlformats.org/drawingml/2006/main">
              <a:ext uri="{FF2B5EF4-FFF2-40B4-BE49-F238E27FC236}">
                <a16:creationId xmlns:a16="http://schemas.microsoft.com/office/drawing/2014/main" id="{30F9D38F-F163-427D-B9B8-02B9F386F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844" y="7544586"/>
            <a:ext cx="94269" cy="133585"/>
          </a:xfrm>
          <a:custGeom xmlns:a="http://schemas.openxmlformats.org/drawingml/2006/main">
            <a:pathLst>
              <a:path w="82311" h="116640">
                <a:moveTo>
                  <a:pt x="82311" y="34823"/>
                </a:moveTo>
                <a:cubicBezTo>
                  <a:pt x="82311" y="5916"/>
                  <a:pt x="65224" y="0"/>
                  <a:pt x="55201" y="0"/>
                </a:cubicBezTo>
                <a:cubicBezTo>
                  <a:pt x="42223" y="0"/>
                  <a:pt x="25793" y="8543"/>
                  <a:pt x="13472" y="30880"/>
                </a:cubicBezTo>
                <a:cubicBezTo>
                  <a:pt x="5094" y="46320"/>
                  <a:pt x="0" y="68661"/>
                  <a:pt x="0" y="81970"/>
                </a:cubicBezTo>
                <a:cubicBezTo>
                  <a:pt x="0" y="105798"/>
                  <a:pt x="12487" y="116640"/>
                  <a:pt x="27272" y="116640"/>
                </a:cubicBezTo>
                <a:cubicBezTo>
                  <a:pt x="38280" y="116640"/>
                  <a:pt x="52737" y="110235"/>
                  <a:pt x="64073" y="93474"/>
                </a:cubicBezTo>
                <a:cubicBezTo>
                  <a:pt x="77874" y="73261"/>
                  <a:pt x="82311" y="47139"/>
                  <a:pt x="82311" y="34823"/>
                </a:cubicBezTo>
                <a:moveTo>
                  <a:pt x="24973" y="54367"/>
                </a:moveTo>
                <a:cubicBezTo>
                  <a:pt x="27272" y="44840"/>
                  <a:pt x="31544" y="29894"/>
                  <a:pt x="36473" y="21354"/>
                </a:cubicBezTo>
                <a:cubicBezTo>
                  <a:pt x="40253" y="14620"/>
                  <a:pt x="46986" y="5916"/>
                  <a:pt x="54873" y="5916"/>
                </a:cubicBezTo>
                <a:cubicBezTo>
                  <a:pt x="61774" y="5916"/>
                  <a:pt x="64730" y="13144"/>
                  <a:pt x="64730" y="22833"/>
                </a:cubicBezTo>
                <a:cubicBezTo>
                  <a:pt x="64730" y="33179"/>
                  <a:pt x="61118" y="47468"/>
                  <a:pt x="59310" y="54367"/>
                </a:cubicBezTo>
                <a:lnTo>
                  <a:pt x="24973" y="54367"/>
                </a:lnTo>
                <a:moveTo>
                  <a:pt x="57337" y="62251"/>
                </a:moveTo>
                <a:cubicBezTo>
                  <a:pt x="47152" y="106289"/>
                  <a:pt x="33351" y="110726"/>
                  <a:pt x="27601" y="110726"/>
                </a:cubicBezTo>
                <a:cubicBezTo>
                  <a:pt x="25302" y="110726"/>
                  <a:pt x="21850" y="110069"/>
                  <a:pt x="19551" y="104975"/>
                </a:cubicBezTo>
                <a:cubicBezTo>
                  <a:pt x="17581" y="100538"/>
                  <a:pt x="17581" y="94131"/>
                  <a:pt x="17581" y="93965"/>
                </a:cubicBezTo>
                <a:cubicBezTo>
                  <a:pt x="17581" y="84600"/>
                  <a:pt x="21193" y="69318"/>
                  <a:pt x="23001" y="62251"/>
                </a:cubicBezTo>
                <a:lnTo>
                  <a:pt x="57337" y="6225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8" name="path-1188">
            <a:extLst xmlns:a="http://schemas.openxmlformats.org/drawingml/2006/main">
              <a:ext uri="{FF2B5EF4-FFF2-40B4-BE49-F238E27FC236}">
                <a16:creationId xmlns:a16="http://schemas.microsoft.com/office/drawing/2014/main" id="{BE14B49F-7D27-4787-B3F0-4C0A5DB8C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6086" y="7656759"/>
            <a:ext cx="22013" cy="56325"/>
          </a:xfrm>
          <a:custGeom xmlns:a="http://schemas.openxmlformats.org/drawingml/2006/main">
            <a:pathLst>
              <a:path w="19220" h="49180">
                <a:moveTo>
                  <a:pt x="19220" y="17250"/>
                </a:moveTo>
                <a:cubicBezTo>
                  <a:pt x="19220" y="6408"/>
                  <a:pt x="15114" y="0"/>
                  <a:pt x="8706" y="0"/>
                </a:cubicBezTo>
                <a:cubicBezTo>
                  <a:pt x="3284" y="0"/>
                  <a:pt x="0" y="4106"/>
                  <a:pt x="0" y="8706"/>
                </a:cubicBezTo>
                <a:cubicBezTo>
                  <a:pt x="0" y="13144"/>
                  <a:pt x="3284" y="17413"/>
                  <a:pt x="8706" y="17413"/>
                </a:cubicBezTo>
                <a:cubicBezTo>
                  <a:pt x="10677" y="17413"/>
                  <a:pt x="12813" y="16756"/>
                  <a:pt x="14457" y="15279"/>
                </a:cubicBezTo>
                <a:cubicBezTo>
                  <a:pt x="14949" y="14949"/>
                  <a:pt x="15114" y="14786"/>
                  <a:pt x="15277" y="14786"/>
                </a:cubicBezTo>
                <a:cubicBezTo>
                  <a:pt x="15442" y="14786"/>
                  <a:pt x="15608" y="14949"/>
                  <a:pt x="15608" y="17250"/>
                </a:cubicBezTo>
                <a:cubicBezTo>
                  <a:pt x="15608" y="29433"/>
                  <a:pt x="9857" y="39310"/>
                  <a:pt x="4435" y="44743"/>
                </a:cubicBezTo>
                <a:cubicBezTo>
                  <a:pt x="2627" y="46553"/>
                  <a:pt x="2627" y="46881"/>
                  <a:pt x="2627" y="47375"/>
                </a:cubicBezTo>
                <a:cubicBezTo>
                  <a:pt x="2627" y="48523"/>
                  <a:pt x="3449" y="49180"/>
                  <a:pt x="4272" y="49180"/>
                </a:cubicBezTo>
                <a:cubicBezTo>
                  <a:pt x="6077" y="49180"/>
                  <a:pt x="19220" y="36513"/>
                  <a:pt x="19220" y="17250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9" name="path-1189">
            <a:extLst xmlns:a="http://schemas.openxmlformats.org/drawingml/2006/main">
              <a:ext uri="{FF2B5EF4-FFF2-40B4-BE49-F238E27FC236}">
                <a16:creationId xmlns:a16="http://schemas.microsoft.com/office/drawing/2014/main" id="{ADCF0958-2691-4990-9CFB-4D7B205F5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0869" y="7547710"/>
            <a:ext cx="171978" cy="128992"/>
          </a:xfrm>
          <a:custGeom xmlns:a="http://schemas.openxmlformats.org/drawingml/2006/main">
            <a:pathLst>
              <a:path w="150162" h="112629">
                <a:moveTo>
                  <a:pt x="89212" y="47779"/>
                </a:moveTo>
                <a:lnTo>
                  <a:pt x="110897" y="26438"/>
                </a:lnTo>
                <a:lnTo>
                  <a:pt x="121085" y="16097"/>
                </a:lnTo>
                <a:cubicBezTo>
                  <a:pt x="127655" y="9857"/>
                  <a:pt x="129626" y="7887"/>
                  <a:pt x="146712" y="7724"/>
                </a:cubicBezTo>
                <a:cubicBezTo>
                  <a:pt x="149833" y="7724"/>
                  <a:pt x="150162" y="3452"/>
                  <a:pt x="150162" y="2958"/>
                </a:cubicBezTo>
                <a:cubicBezTo>
                  <a:pt x="150162" y="1973"/>
                  <a:pt x="149505" y="0"/>
                  <a:pt x="146878" y="0"/>
                </a:cubicBezTo>
                <a:cubicBezTo>
                  <a:pt x="141127" y="0"/>
                  <a:pt x="134885" y="494"/>
                  <a:pt x="128969" y="494"/>
                </a:cubicBezTo>
                <a:cubicBezTo>
                  <a:pt x="124206" y="494"/>
                  <a:pt x="112376" y="0"/>
                  <a:pt x="107613" y="0"/>
                </a:cubicBezTo>
                <a:cubicBezTo>
                  <a:pt x="106297" y="0"/>
                  <a:pt x="103013" y="0"/>
                  <a:pt x="103013" y="4603"/>
                </a:cubicBezTo>
                <a:cubicBezTo>
                  <a:pt x="103013" y="7558"/>
                  <a:pt x="105640" y="7724"/>
                  <a:pt x="107119" y="7724"/>
                </a:cubicBezTo>
                <a:cubicBezTo>
                  <a:pt x="112047" y="7887"/>
                  <a:pt x="116319" y="9200"/>
                  <a:pt x="116976" y="9366"/>
                </a:cubicBezTo>
                <a:lnTo>
                  <a:pt x="85597" y="40393"/>
                </a:lnTo>
                <a:lnTo>
                  <a:pt x="70481" y="8709"/>
                </a:lnTo>
                <a:cubicBezTo>
                  <a:pt x="72125" y="8380"/>
                  <a:pt x="77217" y="7724"/>
                  <a:pt x="80012" y="7724"/>
                </a:cubicBezTo>
                <a:cubicBezTo>
                  <a:pt x="81817" y="7724"/>
                  <a:pt x="84775" y="7724"/>
                  <a:pt x="84775" y="3124"/>
                </a:cubicBezTo>
                <a:cubicBezTo>
                  <a:pt x="84775" y="822"/>
                  <a:pt x="83296" y="0"/>
                  <a:pt x="81160" y="0"/>
                </a:cubicBezTo>
                <a:cubicBezTo>
                  <a:pt x="75575" y="0"/>
                  <a:pt x="61774" y="494"/>
                  <a:pt x="56189" y="494"/>
                </a:cubicBezTo>
                <a:cubicBezTo>
                  <a:pt x="52409" y="494"/>
                  <a:pt x="48631" y="331"/>
                  <a:pt x="44853" y="331"/>
                </a:cubicBezTo>
                <a:cubicBezTo>
                  <a:pt x="41073" y="331"/>
                  <a:pt x="37132" y="0"/>
                  <a:pt x="33351" y="0"/>
                </a:cubicBezTo>
                <a:cubicBezTo>
                  <a:pt x="31872" y="0"/>
                  <a:pt x="28751" y="0"/>
                  <a:pt x="28751" y="4603"/>
                </a:cubicBezTo>
                <a:cubicBezTo>
                  <a:pt x="28751" y="7724"/>
                  <a:pt x="30887" y="7724"/>
                  <a:pt x="35487" y="7724"/>
                </a:cubicBezTo>
                <a:cubicBezTo>
                  <a:pt x="37789" y="7724"/>
                  <a:pt x="39596" y="7724"/>
                  <a:pt x="41895" y="7887"/>
                </a:cubicBezTo>
                <a:cubicBezTo>
                  <a:pt x="44196" y="8215"/>
                  <a:pt x="44359" y="8380"/>
                  <a:pt x="45344" y="10351"/>
                </a:cubicBezTo>
                <a:lnTo>
                  <a:pt x="68017" y="57794"/>
                </a:lnTo>
                <a:lnTo>
                  <a:pt x="26781" y="98505"/>
                </a:lnTo>
                <a:cubicBezTo>
                  <a:pt x="23823" y="101298"/>
                  <a:pt x="20373" y="104745"/>
                  <a:pt x="5751" y="104908"/>
                </a:cubicBezTo>
                <a:cubicBezTo>
                  <a:pt x="2795" y="104908"/>
                  <a:pt x="0" y="104908"/>
                  <a:pt x="0" y="109673"/>
                </a:cubicBezTo>
                <a:cubicBezTo>
                  <a:pt x="0" y="110824"/>
                  <a:pt x="822" y="112629"/>
                  <a:pt x="3287" y="112629"/>
                </a:cubicBezTo>
                <a:cubicBezTo>
                  <a:pt x="7230" y="112629"/>
                  <a:pt x="17252" y="112138"/>
                  <a:pt x="21196" y="112138"/>
                </a:cubicBezTo>
                <a:cubicBezTo>
                  <a:pt x="25959" y="112138"/>
                  <a:pt x="37789" y="112629"/>
                  <a:pt x="42552" y="112629"/>
                </a:cubicBezTo>
                <a:cubicBezTo>
                  <a:pt x="43868" y="112629"/>
                  <a:pt x="47152" y="112629"/>
                  <a:pt x="47152" y="107866"/>
                </a:cubicBezTo>
                <a:cubicBezTo>
                  <a:pt x="47152" y="104908"/>
                  <a:pt x="44196" y="104908"/>
                  <a:pt x="42880" y="104908"/>
                </a:cubicBezTo>
                <a:cubicBezTo>
                  <a:pt x="39596" y="104908"/>
                  <a:pt x="36310" y="104416"/>
                  <a:pt x="33189" y="103266"/>
                </a:cubicBezTo>
                <a:lnTo>
                  <a:pt x="71469" y="65181"/>
                </a:lnTo>
                <a:lnTo>
                  <a:pt x="90032" y="103923"/>
                </a:lnTo>
                <a:cubicBezTo>
                  <a:pt x="89869" y="103923"/>
                  <a:pt x="84447" y="104908"/>
                  <a:pt x="80503" y="104908"/>
                </a:cubicBezTo>
                <a:cubicBezTo>
                  <a:pt x="78861" y="104908"/>
                  <a:pt x="75740" y="104908"/>
                  <a:pt x="75740" y="109673"/>
                </a:cubicBezTo>
                <a:cubicBezTo>
                  <a:pt x="75740" y="110165"/>
                  <a:pt x="75903" y="112629"/>
                  <a:pt x="79353" y="112629"/>
                </a:cubicBezTo>
                <a:cubicBezTo>
                  <a:pt x="84940" y="112629"/>
                  <a:pt x="98904" y="112138"/>
                  <a:pt x="104489" y="112138"/>
                </a:cubicBezTo>
                <a:cubicBezTo>
                  <a:pt x="108269" y="112138"/>
                  <a:pt x="112047" y="112301"/>
                  <a:pt x="115825" y="112301"/>
                </a:cubicBezTo>
                <a:cubicBezTo>
                  <a:pt x="119606" y="112301"/>
                  <a:pt x="123549" y="112629"/>
                  <a:pt x="127327" y="112629"/>
                </a:cubicBezTo>
                <a:cubicBezTo>
                  <a:pt x="128640" y="112629"/>
                  <a:pt x="131927" y="112629"/>
                  <a:pt x="131927" y="107866"/>
                </a:cubicBezTo>
                <a:cubicBezTo>
                  <a:pt x="131927" y="104908"/>
                  <a:pt x="129297" y="104908"/>
                  <a:pt x="125354" y="104908"/>
                </a:cubicBezTo>
                <a:cubicBezTo>
                  <a:pt x="123055" y="104908"/>
                  <a:pt x="121413" y="104908"/>
                  <a:pt x="118949" y="104745"/>
                </a:cubicBezTo>
                <a:cubicBezTo>
                  <a:pt x="116484" y="104416"/>
                  <a:pt x="116319" y="104251"/>
                  <a:pt x="115168" y="102118"/>
                </a:cubicBezTo>
                <a:lnTo>
                  <a:pt x="89212" y="47779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0" name="path-1190">
            <a:extLst xmlns:a="http://schemas.openxmlformats.org/drawingml/2006/main">
              <a:ext uri="{FF2B5EF4-FFF2-40B4-BE49-F238E27FC236}">
                <a16:creationId xmlns:a16="http://schemas.microsoft.com/office/drawing/2014/main" id="{9A82EB7D-6A31-4CBB-BF7C-68BF7342C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2566" y="7656759"/>
            <a:ext cx="22013" cy="56325"/>
          </a:xfrm>
          <a:custGeom xmlns:a="http://schemas.openxmlformats.org/drawingml/2006/main">
            <a:pathLst>
              <a:path w="19220" h="49180">
                <a:moveTo>
                  <a:pt x="19220" y="17250"/>
                </a:moveTo>
                <a:cubicBezTo>
                  <a:pt x="19220" y="6408"/>
                  <a:pt x="15114" y="0"/>
                  <a:pt x="8706" y="0"/>
                </a:cubicBezTo>
                <a:cubicBezTo>
                  <a:pt x="3284" y="0"/>
                  <a:pt x="0" y="4106"/>
                  <a:pt x="0" y="8706"/>
                </a:cubicBezTo>
                <a:cubicBezTo>
                  <a:pt x="0" y="13144"/>
                  <a:pt x="3284" y="17413"/>
                  <a:pt x="8706" y="17413"/>
                </a:cubicBezTo>
                <a:cubicBezTo>
                  <a:pt x="10677" y="17413"/>
                  <a:pt x="12813" y="16756"/>
                  <a:pt x="14457" y="15279"/>
                </a:cubicBezTo>
                <a:cubicBezTo>
                  <a:pt x="14949" y="14949"/>
                  <a:pt x="15114" y="14786"/>
                  <a:pt x="15277" y="14786"/>
                </a:cubicBezTo>
                <a:cubicBezTo>
                  <a:pt x="15442" y="14786"/>
                  <a:pt x="15608" y="14949"/>
                  <a:pt x="15608" y="17250"/>
                </a:cubicBezTo>
                <a:cubicBezTo>
                  <a:pt x="15608" y="29433"/>
                  <a:pt x="9857" y="39310"/>
                  <a:pt x="4435" y="44743"/>
                </a:cubicBezTo>
                <a:cubicBezTo>
                  <a:pt x="2627" y="46553"/>
                  <a:pt x="2627" y="46881"/>
                  <a:pt x="2627" y="47375"/>
                </a:cubicBezTo>
                <a:cubicBezTo>
                  <a:pt x="2627" y="48523"/>
                  <a:pt x="3449" y="49180"/>
                  <a:pt x="4272" y="49180"/>
                </a:cubicBezTo>
                <a:cubicBezTo>
                  <a:pt x="6077" y="49180"/>
                  <a:pt x="19220" y="36513"/>
                  <a:pt x="19220" y="17250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1" name="path-1191">
            <a:extLst xmlns:a="http://schemas.openxmlformats.org/drawingml/2006/main">
              <a:ext uri="{FF2B5EF4-FFF2-40B4-BE49-F238E27FC236}">
                <a16:creationId xmlns:a16="http://schemas.microsoft.com/office/drawing/2014/main" id="{2035A726-A69C-4DD6-8656-0DE801672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6221" y="7546056"/>
            <a:ext cx="47981" cy="132116"/>
          </a:xfrm>
          <a:custGeom xmlns:a="http://schemas.openxmlformats.org/drawingml/2006/main">
            <a:pathLst>
              <a:path w="41895" h="115356">
                <a:moveTo>
                  <a:pt x="41238" y="5751"/>
                </a:moveTo>
                <a:cubicBezTo>
                  <a:pt x="41895" y="3452"/>
                  <a:pt x="41895" y="3124"/>
                  <a:pt x="41895" y="2958"/>
                </a:cubicBezTo>
                <a:cubicBezTo>
                  <a:pt x="41895" y="822"/>
                  <a:pt x="40087" y="0"/>
                  <a:pt x="38280" y="0"/>
                </a:cubicBezTo>
                <a:cubicBezTo>
                  <a:pt x="37623" y="0"/>
                  <a:pt x="37458" y="0"/>
                  <a:pt x="37129" y="165"/>
                </a:cubicBezTo>
                <a:lnTo>
                  <a:pt x="15936" y="1151"/>
                </a:lnTo>
                <a:cubicBezTo>
                  <a:pt x="13637" y="1316"/>
                  <a:pt x="10679" y="1479"/>
                  <a:pt x="10679" y="6079"/>
                </a:cubicBezTo>
                <a:cubicBezTo>
                  <a:pt x="10679" y="9037"/>
                  <a:pt x="13800" y="9037"/>
                  <a:pt x="14951" y="9037"/>
                </a:cubicBezTo>
                <a:cubicBezTo>
                  <a:pt x="16758" y="9037"/>
                  <a:pt x="19717" y="9037"/>
                  <a:pt x="21850" y="9366"/>
                </a:cubicBezTo>
                <a:lnTo>
                  <a:pt x="822" y="93667"/>
                </a:lnTo>
                <a:cubicBezTo>
                  <a:pt x="328" y="95474"/>
                  <a:pt x="0" y="96953"/>
                  <a:pt x="0" y="99255"/>
                </a:cubicBezTo>
                <a:cubicBezTo>
                  <a:pt x="0" y="110099"/>
                  <a:pt x="10845" y="115356"/>
                  <a:pt x="20536" y="115356"/>
                </a:cubicBezTo>
                <a:cubicBezTo>
                  <a:pt x="26616" y="115356"/>
                  <a:pt x="31216" y="111907"/>
                  <a:pt x="34831" y="105993"/>
                </a:cubicBezTo>
                <a:cubicBezTo>
                  <a:pt x="38774" y="99583"/>
                  <a:pt x="41073" y="90709"/>
                  <a:pt x="41073" y="89724"/>
                </a:cubicBezTo>
                <a:cubicBezTo>
                  <a:pt x="41073" y="87422"/>
                  <a:pt x="38608" y="87422"/>
                  <a:pt x="37129" y="87422"/>
                </a:cubicBezTo>
                <a:cubicBezTo>
                  <a:pt x="35322" y="87422"/>
                  <a:pt x="34665" y="87422"/>
                  <a:pt x="33845" y="88245"/>
                </a:cubicBezTo>
                <a:cubicBezTo>
                  <a:pt x="33517" y="88573"/>
                  <a:pt x="33517" y="88901"/>
                  <a:pt x="32529" y="93010"/>
                </a:cubicBezTo>
                <a:cubicBezTo>
                  <a:pt x="29408" y="105499"/>
                  <a:pt x="25793" y="109443"/>
                  <a:pt x="21359" y="109443"/>
                </a:cubicBezTo>
                <a:cubicBezTo>
                  <a:pt x="18894" y="109443"/>
                  <a:pt x="17581" y="107801"/>
                  <a:pt x="17581" y="103526"/>
                </a:cubicBezTo>
                <a:cubicBezTo>
                  <a:pt x="17581" y="100240"/>
                  <a:pt x="18072" y="98598"/>
                  <a:pt x="18566" y="96297"/>
                </a:cubicBezTo>
                <a:lnTo>
                  <a:pt x="41238" y="575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2" name="path-1192">
            <a:extLst xmlns:a="http://schemas.openxmlformats.org/drawingml/2006/main">
              <a:ext uri="{FF2B5EF4-FFF2-40B4-BE49-F238E27FC236}">
                <a16:creationId xmlns:a16="http://schemas.microsoft.com/office/drawing/2014/main" id="{D256D540-A07A-45C2-B9A0-F2121E3A8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9888" y="7617473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3" name="path-1193">
            <a:extLst xmlns:a="http://schemas.openxmlformats.org/drawingml/2006/main">
              <a:ext uri="{FF2B5EF4-FFF2-40B4-BE49-F238E27FC236}">
                <a16:creationId xmlns:a16="http://schemas.microsoft.com/office/drawing/2014/main" id="{8C3B37A6-2DF9-4216-921A-821901BAF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94237" y="7648214"/>
            <a:ext cx="15147" cy="56723"/>
          </a:xfrm>
          <a:custGeom xmlns:a="http://schemas.openxmlformats.org/drawingml/2006/main">
            <a:pathLst>
              <a:path w="13226" h="49528">
                <a:moveTo>
                  <a:pt x="13226" y="6672"/>
                </a:moveTo>
                <a:cubicBezTo>
                  <a:pt x="13226" y="2646"/>
                  <a:pt x="10006" y="0"/>
                  <a:pt x="6670" y="0"/>
                </a:cubicBezTo>
                <a:cubicBezTo>
                  <a:pt x="2646" y="0"/>
                  <a:pt x="0" y="3222"/>
                  <a:pt x="0" y="6556"/>
                </a:cubicBezTo>
                <a:cubicBezTo>
                  <a:pt x="0" y="10581"/>
                  <a:pt x="3220" y="13226"/>
                  <a:pt x="6556" y="13226"/>
                </a:cubicBezTo>
                <a:cubicBezTo>
                  <a:pt x="10581" y="13226"/>
                  <a:pt x="13226" y="10006"/>
                  <a:pt x="13226" y="6672"/>
                </a:cubicBezTo>
                <a:moveTo>
                  <a:pt x="13226" y="42973"/>
                </a:moveTo>
                <a:cubicBezTo>
                  <a:pt x="13226" y="38948"/>
                  <a:pt x="10006" y="36303"/>
                  <a:pt x="6670" y="36303"/>
                </a:cubicBezTo>
                <a:cubicBezTo>
                  <a:pt x="2646" y="36303"/>
                  <a:pt x="0" y="39524"/>
                  <a:pt x="0" y="42858"/>
                </a:cubicBezTo>
                <a:cubicBezTo>
                  <a:pt x="0" y="46883"/>
                  <a:pt x="3220" y="49528"/>
                  <a:pt x="6556" y="49528"/>
                </a:cubicBezTo>
                <a:cubicBezTo>
                  <a:pt x="10581" y="49528"/>
                  <a:pt x="13226" y="46308"/>
                  <a:pt x="13226" y="42973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4" name="path-1194">
            <a:extLst xmlns:a="http://schemas.openxmlformats.org/drawingml/2006/main">
              <a:ext uri="{FF2B5EF4-FFF2-40B4-BE49-F238E27FC236}">
                <a16:creationId xmlns:a16="http://schemas.microsoft.com/office/drawing/2014/main" id="{AF9BC611-D5D3-4394-B5F5-9423ADC4A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8649" y="7622686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5" name="path-1195">
            <a:extLst xmlns:a="http://schemas.openxmlformats.org/drawingml/2006/main">
              <a:ext uri="{FF2B5EF4-FFF2-40B4-BE49-F238E27FC236}">
                <a16:creationId xmlns:a16="http://schemas.microsoft.com/office/drawing/2014/main" id="{83C347B3-DBD4-4B17-AF3A-7799939712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715" y="7614702"/>
            <a:ext cx="26061" cy="49012"/>
          </a:xfrm>
          <a:custGeom xmlns:a="http://schemas.openxmlformats.org/drawingml/2006/main">
            <a:pathLst>
              <a:path w="22755" h="42795">
                <a:moveTo>
                  <a:pt x="21934" y="7721"/>
                </a:moveTo>
                <a:cubicBezTo>
                  <a:pt x="22015" y="7638"/>
                  <a:pt x="22755" y="6078"/>
                  <a:pt x="22755" y="4846"/>
                </a:cubicBezTo>
                <a:cubicBezTo>
                  <a:pt x="22755" y="1889"/>
                  <a:pt x="20126" y="0"/>
                  <a:pt x="17662" y="0"/>
                </a:cubicBezTo>
                <a:cubicBezTo>
                  <a:pt x="14294" y="0"/>
                  <a:pt x="13390" y="2546"/>
                  <a:pt x="12979" y="3778"/>
                </a:cubicBezTo>
                <a:lnTo>
                  <a:pt x="330" y="39345"/>
                </a:lnTo>
                <a:cubicBezTo>
                  <a:pt x="0" y="40331"/>
                  <a:pt x="0" y="40578"/>
                  <a:pt x="0" y="40660"/>
                </a:cubicBezTo>
                <a:cubicBezTo>
                  <a:pt x="0" y="41974"/>
                  <a:pt x="3451" y="42795"/>
                  <a:pt x="3532" y="42795"/>
                </a:cubicBezTo>
                <a:cubicBezTo>
                  <a:pt x="4272" y="42795"/>
                  <a:pt x="4436" y="42385"/>
                  <a:pt x="4930" y="41399"/>
                </a:cubicBezTo>
                <a:lnTo>
                  <a:pt x="21934" y="7721"/>
                </a:ln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6" name="path-1196">
            <a:extLst xmlns:a="http://schemas.openxmlformats.org/drawingml/2006/main">
              <a:ext uri="{FF2B5EF4-FFF2-40B4-BE49-F238E27FC236}">
                <a16:creationId xmlns:a16="http://schemas.microsoft.com/office/drawing/2014/main" id="{A32A820A-A4C1-4088-BBB6-359CE2DC3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0996" y="753558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7" name="path-1197">
            <a:extLst xmlns:a="http://schemas.openxmlformats.org/drawingml/2006/main">
              <a:ext uri="{FF2B5EF4-FFF2-40B4-BE49-F238E27FC236}">
                <a16:creationId xmlns:a16="http://schemas.microsoft.com/office/drawing/2014/main" id="{2BDFD847-C0B9-4D65-A63C-706E691B9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4170" y="7535583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9353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8" name="path-1198">
            <a:extLst xmlns:a="http://schemas.openxmlformats.org/drawingml/2006/main">
              <a:ext uri="{FF2B5EF4-FFF2-40B4-BE49-F238E27FC236}">
                <a16:creationId xmlns:a16="http://schemas.microsoft.com/office/drawing/2014/main" id="{9D4F44B9-5C3B-4507-BC1B-595A6A91B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5292" y="4164672"/>
            <a:ext cx="698897" cy="191"/>
          </a:xfrm>
          <a:custGeom xmlns:a="http://schemas.openxmlformats.org/drawingml/2006/main">
            <a:pathLst>
              <a:path w="610241" h="191">
                <a:moveTo>
                  <a:pt x="0" y="0"/>
                </a:moveTo>
                <a:lnTo>
                  <a:pt x="61024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1279" name="text-1199 Gradient">
            <a:extLst xmlns:a="http://schemas.openxmlformats.org/drawingml/2006/main">
              <a:ext uri="{FF2B5EF4-FFF2-40B4-BE49-F238E27FC236}">
                <a16:creationId xmlns:a16="http://schemas.microsoft.com/office/drawing/2014/main" id="{F091C81B-E06A-4E4B-9F00-C6225B78D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85292" y="3969846"/>
            <a:ext cx="729511" cy="2379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1">
                <a:solidFill>
                  <a:srgbClr val="531B9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1">
                <a:solidFill>
                  <a:srgbClr val="531B93"/>
                </a:solidFill>
                <a:latin typeface="Arial"/>
                <a:ea typeface="Arial"/>
                <a:cs typeface="Arial"/>
              </a:defRPr>
            </a:pPr>
            <a:r>
              <a:rPr sz="1339" b="1" i="1">
                <a:solidFill>
                  <a:srgbClr val="531B93"/>
                </a:solidFill>
                <a:latin typeface="Arial"/>
                <a:ea typeface="Arial"/>
                <a:cs typeface="Arial"/>
              </a:rPr>
              <a:t>Gradient</a:t>
            </a:r>
          </a:p>
        </p:txBody>
      </p:sp>
      <p:sp>
        <p:nvSpPr>
          <p:cNvPr id="1280" name="path-1200">
            <a:extLst xmlns:a="http://schemas.openxmlformats.org/drawingml/2006/main">
              <a:ext uri="{FF2B5EF4-FFF2-40B4-BE49-F238E27FC236}">
                <a16:creationId xmlns:a16="http://schemas.microsoft.com/office/drawing/2014/main" id="{3BB40A3D-FE97-4E1C-8919-E74DF14EB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12186" y="4353537"/>
            <a:ext cx="444213" cy="191"/>
          </a:xfrm>
          <a:custGeom xmlns:a="http://schemas.openxmlformats.org/drawingml/2006/main">
            <a:pathLst>
              <a:path w="387864" h="191">
                <a:moveTo>
                  <a:pt x="0" y="0"/>
                </a:moveTo>
                <a:lnTo>
                  <a:pt x="3878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1281" name="path-1201">
            <a:extLst xmlns:a="http://schemas.openxmlformats.org/drawingml/2006/main">
              <a:ext uri="{FF2B5EF4-FFF2-40B4-BE49-F238E27FC236}">
                <a16:creationId xmlns:a16="http://schemas.microsoft.com/office/drawing/2014/main" id="{B452E0BF-5A6B-4A2B-AF70-75237D6E8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21938" y="4353537"/>
            <a:ext cx="208318" cy="191"/>
          </a:xfrm>
          <a:custGeom xmlns:a="http://schemas.openxmlformats.org/drawingml/2006/main">
            <a:pathLst>
              <a:path w="181893" h="191">
                <a:moveTo>
                  <a:pt x="0" y="0"/>
                </a:moveTo>
                <a:lnTo>
                  <a:pt x="1818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1282" name="path-1202">
            <a:extLst xmlns:a="http://schemas.openxmlformats.org/drawingml/2006/main">
              <a:ext uri="{FF2B5EF4-FFF2-40B4-BE49-F238E27FC236}">
                <a16:creationId xmlns:a16="http://schemas.microsoft.com/office/drawing/2014/main" id="{CA5BC48B-AB69-467E-9115-A63E3D7EB1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95789" y="4353537"/>
            <a:ext cx="138721" cy="191"/>
          </a:xfrm>
          <a:custGeom xmlns:a="http://schemas.openxmlformats.org/drawingml/2006/main">
            <a:pathLst>
              <a:path w="121124" h="191">
                <a:moveTo>
                  <a:pt x="0" y="0"/>
                </a:moveTo>
                <a:lnTo>
                  <a:pt x="12112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1283" name="path-1203">
            <a:extLst xmlns:a="http://schemas.openxmlformats.org/drawingml/2006/main">
              <a:ext uri="{FF2B5EF4-FFF2-40B4-BE49-F238E27FC236}">
                <a16:creationId xmlns:a16="http://schemas.microsoft.com/office/drawing/2014/main" id="{B346276F-885E-4F40-A155-8794CE540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50662" y="4353537"/>
            <a:ext cx="397093" cy="191"/>
          </a:xfrm>
          <a:custGeom xmlns:a="http://schemas.openxmlformats.org/drawingml/2006/main">
            <a:pathLst>
              <a:path w="346721" h="191">
                <a:moveTo>
                  <a:pt x="0" y="0"/>
                </a:moveTo>
                <a:lnTo>
                  <a:pt x="34672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531B93"/>
            </a:solidFill>
            <a:prstDash val="solid"/>
          </a:ln>
        </p:spPr>
      </p:sp>
      <p:sp>
        <p:nvSpPr>
          <p:cNvPr id="1284" name="text-1204 Back-propagation">
            <a:extLst xmlns:a="http://schemas.openxmlformats.org/drawingml/2006/main">
              <a:ext uri="{FF2B5EF4-FFF2-40B4-BE49-F238E27FC236}">
                <a16:creationId xmlns:a16="http://schemas.microsoft.com/office/drawing/2014/main" id="{7CB207CE-B333-4FD4-B2F8-093591E448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12186" y="4164276"/>
            <a:ext cx="1475594" cy="2379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1">
                <a:solidFill>
                  <a:srgbClr val="531B9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1">
                <a:solidFill>
                  <a:srgbClr val="531B93"/>
                </a:solidFill>
                <a:latin typeface="Arial"/>
                <a:ea typeface="Arial"/>
                <a:cs typeface="Arial"/>
              </a:defRPr>
            </a:pPr>
            <a:r>
              <a:rPr sz="1339" b="1" i="1">
                <a:solidFill>
                  <a:srgbClr val="531B93"/>
                </a:solidFill>
                <a:latin typeface="Arial"/>
                <a:ea typeface="Arial"/>
                <a:cs typeface="Arial"/>
              </a:rPr>
              <a:t>Back-propagation</a:t>
            </a:r>
          </a:p>
        </p:txBody>
      </p:sp>
      <p:sp>
        <p:nvSpPr>
          <p:cNvPr id="1285" name="path-1205">
            <a:extLst xmlns:a="http://schemas.openxmlformats.org/drawingml/2006/main">
              <a:ext uri="{FF2B5EF4-FFF2-40B4-BE49-F238E27FC236}">
                <a16:creationId xmlns:a16="http://schemas.microsoft.com/office/drawing/2014/main" id="{EACF3072-0C4D-401C-9E85-7BEA1EE25B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7688" y="3497772"/>
            <a:ext cx="4355195" cy="483288"/>
          </a:xfrm>
          <a:custGeom xmlns:a="http://schemas.openxmlformats.org/drawingml/2006/main">
            <a:pathLst>
              <a:path w="3802731" h="421982">
                <a:moveTo>
                  <a:pt x="41227" y="0"/>
                </a:moveTo>
                <a:lnTo>
                  <a:pt x="3761504" y="0"/>
                </a:lnTo>
                <a:cubicBezTo>
                  <a:pt x="3784344" y="0"/>
                  <a:pt x="3802731" y="18462"/>
                  <a:pt x="3802731" y="41227"/>
                </a:cubicBezTo>
                <a:lnTo>
                  <a:pt x="3802731" y="380755"/>
                </a:lnTo>
                <a:cubicBezTo>
                  <a:pt x="3802731" y="403520"/>
                  <a:pt x="3784344" y="421982"/>
                  <a:pt x="3761504" y="421982"/>
                </a:cubicBezTo>
                <a:lnTo>
                  <a:pt x="41227" y="421982"/>
                </a:lnTo>
                <a:cubicBezTo>
                  <a:pt x="18454" y="421982"/>
                  <a:pt x="0" y="403520"/>
                  <a:pt x="0" y="380755"/>
                </a:cubicBezTo>
                <a:lnTo>
                  <a:pt x="0" y="41227"/>
                </a:lnTo>
                <a:cubicBezTo>
                  <a:pt x="0" y="18462"/>
                  <a:pt x="18454" y="0"/>
                  <a:pt x="41227" y="0"/>
                </a:cubicBezTo>
              </a:path>
            </a:pathLst>
          </a:custGeom>
          <a:solidFill xmlns:a="http://schemas.openxmlformats.org/drawingml/2006/main">
            <a:srgbClr val="531B93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6" name="path-1207">
            <a:extLst xmlns:a="http://schemas.openxmlformats.org/drawingml/2006/main">
              <a:ext uri="{FF2B5EF4-FFF2-40B4-BE49-F238E27FC236}">
                <a16:creationId xmlns:a16="http://schemas.microsoft.com/office/drawing/2014/main" id="{D3F6DE22-3259-4768-A1F0-7F6392F65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914" y="3645831"/>
            <a:ext cx="138860" cy="134688"/>
          </a:xfrm>
          <a:custGeom xmlns:a="http://schemas.openxmlformats.org/drawingml/2006/main">
            <a:pathLst>
              <a:path w="121245" h="117603">
                <a:moveTo>
                  <a:pt x="120425" y="3615"/>
                </a:moveTo>
                <a:cubicBezTo>
                  <a:pt x="120754" y="3124"/>
                  <a:pt x="121245" y="1973"/>
                  <a:pt x="121245" y="1316"/>
                </a:cubicBezTo>
                <a:cubicBezTo>
                  <a:pt x="121245" y="165"/>
                  <a:pt x="121082" y="0"/>
                  <a:pt x="117302" y="0"/>
                </a:cubicBezTo>
                <a:lnTo>
                  <a:pt x="3943" y="0"/>
                </a:lnTo>
                <a:cubicBezTo>
                  <a:pt x="163" y="0"/>
                  <a:pt x="0" y="165"/>
                  <a:pt x="0" y="1316"/>
                </a:cubicBezTo>
                <a:cubicBezTo>
                  <a:pt x="0" y="1973"/>
                  <a:pt x="491" y="3124"/>
                  <a:pt x="820" y="3615"/>
                </a:cubicBezTo>
                <a:lnTo>
                  <a:pt x="56187" y="114482"/>
                </a:lnTo>
                <a:cubicBezTo>
                  <a:pt x="57337" y="116617"/>
                  <a:pt x="57829" y="117603"/>
                  <a:pt x="60624" y="117603"/>
                </a:cubicBezTo>
                <a:cubicBezTo>
                  <a:pt x="63416" y="117603"/>
                  <a:pt x="63908" y="116617"/>
                  <a:pt x="65058" y="114482"/>
                </a:cubicBezTo>
                <a:lnTo>
                  <a:pt x="120425" y="3615"/>
                </a:lnTo>
                <a:moveTo>
                  <a:pt x="20371" y="11830"/>
                </a:moveTo>
                <a:lnTo>
                  <a:pt x="110568" y="11830"/>
                </a:lnTo>
                <a:lnTo>
                  <a:pt x="65552" y="102163"/>
                </a:lnTo>
                <a:lnTo>
                  <a:pt x="20371" y="11830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7" name="path-1208">
            <a:extLst xmlns:a="http://schemas.openxmlformats.org/drawingml/2006/main">
              <a:ext uri="{FF2B5EF4-FFF2-40B4-BE49-F238E27FC236}">
                <a16:creationId xmlns:a16="http://schemas.microsoft.com/office/drawing/2014/main" id="{34B63157-23D5-434A-A9DF-697ACBF73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655" y="3710008"/>
            <a:ext cx="71652" cy="93510"/>
          </a:xfrm>
          <a:custGeom xmlns:a="http://schemas.openxmlformats.org/drawingml/2006/main">
            <a:pathLst>
              <a:path w="62562" h="81648">
                <a:moveTo>
                  <a:pt x="62562" y="25513"/>
                </a:moveTo>
                <a:cubicBezTo>
                  <a:pt x="62562" y="5521"/>
                  <a:pt x="50142" y="0"/>
                  <a:pt x="40941" y="0"/>
                </a:cubicBezTo>
                <a:cubicBezTo>
                  <a:pt x="35537" y="0"/>
                  <a:pt x="22886" y="1841"/>
                  <a:pt x="11845" y="17817"/>
                </a:cubicBezTo>
                <a:cubicBezTo>
                  <a:pt x="4026" y="29075"/>
                  <a:pt x="0" y="45974"/>
                  <a:pt x="0" y="56103"/>
                </a:cubicBezTo>
                <a:cubicBezTo>
                  <a:pt x="0" y="73828"/>
                  <a:pt x="10120" y="81648"/>
                  <a:pt x="21735" y="81648"/>
                </a:cubicBezTo>
                <a:cubicBezTo>
                  <a:pt x="27715" y="81648"/>
                  <a:pt x="39216" y="79233"/>
                  <a:pt x="49566" y="65540"/>
                </a:cubicBezTo>
                <a:cubicBezTo>
                  <a:pt x="57731" y="54606"/>
                  <a:pt x="62562" y="37462"/>
                  <a:pt x="62562" y="25513"/>
                </a:cubicBezTo>
                <a:moveTo>
                  <a:pt x="18515" y="37577"/>
                </a:moveTo>
                <a:cubicBezTo>
                  <a:pt x="20701" y="29649"/>
                  <a:pt x="22656" y="22411"/>
                  <a:pt x="26566" y="15748"/>
                </a:cubicBezTo>
                <a:cubicBezTo>
                  <a:pt x="29211" y="11382"/>
                  <a:pt x="34617" y="5291"/>
                  <a:pt x="40712" y="5291"/>
                </a:cubicBezTo>
                <a:cubicBezTo>
                  <a:pt x="44621" y="5291"/>
                  <a:pt x="48877" y="8165"/>
                  <a:pt x="48877" y="18046"/>
                </a:cubicBezTo>
                <a:cubicBezTo>
                  <a:pt x="48877" y="24250"/>
                  <a:pt x="47382" y="30223"/>
                  <a:pt x="45657" y="37577"/>
                </a:cubicBezTo>
                <a:lnTo>
                  <a:pt x="18515" y="37577"/>
                </a:lnTo>
                <a:moveTo>
                  <a:pt x="44046" y="44018"/>
                </a:moveTo>
                <a:cubicBezTo>
                  <a:pt x="42782" y="49082"/>
                  <a:pt x="40252" y="58981"/>
                  <a:pt x="35881" y="66002"/>
                </a:cubicBezTo>
                <a:cubicBezTo>
                  <a:pt x="32087" y="72216"/>
                  <a:pt x="26796" y="76359"/>
                  <a:pt x="21967" y="76359"/>
                </a:cubicBezTo>
                <a:cubicBezTo>
                  <a:pt x="16446" y="76359"/>
                  <a:pt x="13686" y="71066"/>
                  <a:pt x="13686" y="63584"/>
                </a:cubicBezTo>
                <a:cubicBezTo>
                  <a:pt x="13686" y="57714"/>
                  <a:pt x="15527" y="49658"/>
                  <a:pt x="16906" y="44018"/>
                </a:cubicBezTo>
                <a:lnTo>
                  <a:pt x="44046" y="44018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8" name="path-1209">
            <a:extLst xmlns:a="http://schemas.openxmlformats.org/drawingml/2006/main">
              <a:ext uri="{FF2B5EF4-FFF2-40B4-BE49-F238E27FC236}">
                <a16:creationId xmlns:a16="http://schemas.microsoft.com/office/drawing/2014/main" id="{F4FC9E96-B5AD-4BA8-B0F7-58DC9E992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0982" y="3645831"/>
            <a:ext cx="103301" cy="128441"/>
          </a:xfrm>
          <a:custGeom xmlns:a="http://schemas.openxmlformats.org/drawingml/2006/main">
            <a:pathLst>
              <a:path w="90197" h="112148">
                <a:moveTo>
                  <a:pt x="90197" y="69791"/>
                </a:moveTo>
                <a:lnTo>
                  <a:pt x="86089" y="69791"/>
                </a:lnTo>
                <a:cubicBezTo>
                  <a:pt x="84281" y="86537"/>
                  <a:pt x="81982" y="107056"/>
                  <a:pt x="53066" y="107056"/>
                </a:cubicBezTo>
                <a:lnTo>
                  <a:pt x="39594" y="107056"/>
                </a:lnTo>
                <a:cubicBezTo>
                  <a:pt x="31872" y="107056"/>
                  <a:pt x="31544" y="105908"/>
                  <a:pt x="31544" y="100491"/>
                </a:cubicBezTo>
                <a:lnTo>
                  <a:pt x="31544" y="12976"/>
                </a:lnTo>
                <a:cubicBezTo>
                  <a:pt x="31544" y="7393"/>
                  <a:pt x="31544" y="5094"/>
                  <a:pt x="47152" y="5094"/>
                </a:cubicBezTo>
                <a:lnTo>
                  <a:pt x="52574" y="5094"/>
                </a:lnTo>
                <a:lnTo>
                  <a:pt x="52574" y="0"/>
                </a:lnTo>
                <a:cubicBezTo>
                  <a:pt x="46658" y="494"/>
                  <a:pt x="31709" y="494"/>
                  <a:pt x="24973" y="494"/>
                </a:cubicBezTo>
                <a:cubicBezTo>
                  <a:pt x="18566" y="494"/>
                  <a:pt x="5751" y="494"/>
                  <a:pt x="0" y="0"/>
                </a:cubicBezTo>
                <a:lnTo>
                  <a:pt x="0" y="5094"/>
                </a:lnTo>
                <a:lnTo>
                  <a:pt x="3943" y="5094"/>
                </a:lnTo>
                <a:cubicBezTo>
                  <a:pt x="16593" y="5094"/>
                  <a:pt x="16921" y="6901"/>
                  <a:pt x="16921" y="12813"/>
                </a:cubicBezTo>
                <a:lnTo>
                  <a:pt x="16921" y="99340"/>
                </a:lnTo>
                <a:cubicBezTo>
                  <a:pt x="16921" y="105251"/>
                  <a:pt x="16593" y="107056"/>
                  <a:pt x="3943" y="107056"/>
                </a:cubicBezTo>
                <a:lnTo>
                  <a:pt x="0" y="107056"/>
                </a:lnTo>
                <a:lnTo>
                  <a:pt x="0" y="112148"/>
                </a:lnTo>
                <a:lnTo>
                  <a:pt x="85597" y="112148"/>
                </a:lnTo>
                <a:lnTo>
                  <a:pt x="90197" y="69791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9" name="path-1210">
            <a:extLst xmlns:a="http://schemas.openxmlformats.org/drawingml/2006/main">
              <a:ext uri="{FF2B5EF4-FFF2-40B4-BE49-F238E27FC236}">
                <a16:creationId xmlns:a16="http://schemas.microsoft.com/office/drawing/2014/main" id="{4E28FDA6-36D1-4AA6-ACB5-EB35FCC83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682" y="3744351"/>
            <a:ext cx="47285" cy="58009"/>
          </a:xfrm>
          <a:custGeom xmlns:a="http://schemas.openxmlformats.org/drawingml/2006/main">
            <a:pathLst>
              <a:path w="41287" h="50651">
                <a:moveTo>
                  <a:pt x="0" y="1265"/>
                </a:moveTo>
                <a:lnTo>
                  <a:pt x="0" y="5408"/>
                </a:lnTo>
                <a:lnTo>
                  <a:pt x="1611" y="5408"/>
                </a:lnTo>
                <a:cubicBezTo>
                  <a:pt x="5175" y="5408"/>
                  <a:pt x="8625" y="5754"/>
                  <a:pt x="8625" y="11166"/>
                </a:cubicBezTo>
                <a:lnTo>
                  <a:pt x="8625" y="41791"/>
                </a:lnTo>
                <a:cubicBezTo>
                  <a:pt x="8625" y="46397"/>
                  <a:pt x="5866" y="46511"/>
                  <a:pt x="0" y="46511"/>
                </a:cubicBezTo>
                <a:lnTo>
                  <a:pt x="0" y="50651"/>
                </a:lnTo>
                <a:lnTo>
                  <a:pt x="28177" y="50651"/>
                </a:lnTo>
                <a:lnTo>
                  <a:pt x="28177" y="46511"/>
                </a:lnTo>
                <a:cubicBezTo>
                  <a:pt x="26912" y="46511"/>
                  <a:pt x="25531" y="46627"/>
                  <a:pt x="24265" y="46627"/>
                </a:cubicBezTo>
                <a:cubicBezTo>
                  <a:pt x="20472" y="46627"/>
                  <a:pt x="17366" y="46051"/>
                  <a:pt x="17366" y="41907"/>
                </a:cubicBezTo>
                <a:lnTo>
                  <a:pt x="17366" y="32925"/>
                </a:lnTo>
                <a:cubicBezTo>
                  <a:pt x="17366" y="30737"/>
                  <a:pt x="17252" y="28435"/>
                  <a:pt x="17252" y="26248"/>
                </a:cubicBezTo>
                <a:cubicBezTo>
                  <a:pt x="17252" y="17151"/>
                  <a:pt x="20242" y="3222"/>
                  <a:pt x="32776" y="3222"/>
                </a:cubicBezTo>
                <a:lnTo>
                  <a:pt x="32776" y="3336"/>
                </a:lnTo>
                <a:cubicBezTo>
                  <a:pt x="31397" y="4141"/>
                  <a:pt x="30821" y="5754"/>
                  <a:pt x="30821" y="7365"/>
                </a:cubicBezTo>
                <a:cubicBezTo>
                  <a:pt x="30821" y="10589"/>
                  <a:pt x="33236" y="12661"/>
                  <a:pt x="36112" y="12661"/>
                </a:cubicBezTo>
                <a:cubicBezTo>
                  <a:pt x="39216" y="12661"/>
                  <a:pt x="41287" y="10129"/>
                  <a:pt x="41287" y="7597"/>
                </a:cubicBezTo>
                <a:cubicBezTo>
                  <a:pt x="41287" y="2646"/>
                  <a:pt x="36686" y="0"/>
                  <a:pt x="32201" y="0"/>
                </a:cubicBezTo>
                <a:cubicBezTo>
                  <a:pt x="24841" y="0"/>
                  <a:pt x="18171" y="6330"/>
                  <a:pt x="16676" y="12661"/>
                </a:cubicBezTo>
                <a:lnTo>
                  <a:pt x="16560" y="0"/>
                </a:lnTo>
                <a:lnTo>
                  <a:pt x="10811" y="462"/>
                </a:lnTo>
                <a:lnTo>
                  <a:pt x="0" y="1265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0" name="path-1211">
            <a:extLst xmlns:a="http://schemas.openxmlformats.org/drawingml/2006/main">
              <a:ext uri="{FF2B5EF4-FFF2-40B4-BE49-F238E27FC236}">
                <a16:creationId xmlns:a16="http://schemas.microsoft.com/office/drawing/2014/main" id="{A339F845-6A58-43A3-8E4C-23B671289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6280" y="3743707"/>
            <a:ext cx="56504" cy="59939"/>
          </a:xfrm>
          <a:custGeom xmlns:a="http://schemas.openxmlformats.org/drawingml/2006/main">
            <a:pathLst>
              <a:path w="49336" h="52335">
                <a:moveTo>
                  <a:pt x="10466" y="24932"/>
                </a:moveTo>
                <a:lnTo>
                  <a:pt x="46808" y="24932"/>
                </a:lnTo>
                <a:cubicBezTo>
                  <a:pt x="48763" y="24932"/>
                  <a:pt x="49336" y="24243"/>
                  <a:pt x="49336" y="22518"/>
                </a:cubicBezTo>
                <a:cubicBezTo>
                  <a:pt x="49336" y="10113"/>
                  <a:pt x="41401" y="0"/>
                  <a:pt x="26912" y="0"/>
                </a:cubicBezTo>
                <a:cubicBezTo>
                  <a:pt x="12996" y="0"/>
                  <a:pt x="0" y="10343"/>
                  <a:pt x="0" y="26085"/>
                </a:cubicBezTo>
                <a:cubicBezTo>
                  <a:pt x="0" y="41747"/>
                  <a:pt x="13916" y="52335"/>
                  <a:pt x="28061" y="52335"/>
                </a:cubicBezTo>
                <a:cubicBezTo>
                  <a:pt x="36456" y="52335"/>
                  <a:pt x="46692" y="47620"/>
                  <a:pt x="48992" y="38637"/>
                </a:cubicBezTo>
                <a:cubicBezTo>
                  <a:pt x="49107" y="38292"/>
                  <a:pt x="49222" y="37832"/>
                  <a:pt x="49222" y="37486"/>
                </a:cubicBezTo>
                <a:lnTo>
                  <a:pt x="49222" y="37141"/>
                </a:lnTo>
                <a:cubicBezTo>
                  <a:pt x="49107" y="36219"/>
                  <a:pt x="48303" y="35758"/>
                  <a:pt x="47382" y="35758"/>
                </a:cubicBezTo>
                <a:cubicBezTo>
                  <a:pt x="45083" y="35758"/>
                  <a:pt x="44621" y="39789"/>
                  <a:pt x="43126" y="41631"/>
                </a:cubicBezTo>
                <a:cubicBezTo>
                  <a:pt x="39792" y="46123"/>
                  <a:pt x="34271" y="48656"/>
                  <a:pt x="28637" y="48656"/>
                </a:cubicBezTo>
                <a:lnTo>
                  <a:pt x="28291" y="48656"/>
                </a:lnTo>
                <a:cubicBezTo>
                  <a:pt x="23692" y="48656"/>
                  <a:pt x="18631" y="46123"/>
                  <a:pt x="15870" y="43014"/>
                </a:cubicBezTo>
                <a:cubicBezTo>
                  <a:pt x="11271" y="38176"/>
                  <a:pt x="10466" y="31383"/>
                  <a:pt x="10466" y="24932"/>
                </a:cubicBezTo>
                <a:moveTo>
                  <a:pt x="10581" y="21944"/>
                </a:moveTo>
                <a:cubicBezTo>
                  <a:pt x="11847" y="13214"/>
                  <a:pt x="15641" y="3336"/>
                  <a:pt x="26796" y="3336"/>
                </a:cubicBezTo>
                <a:cubicBezTo>
                  <a:pt x="30937" y="3336"/>
                  <a:pt x="34271" y="4829"/>
                  <a:pt x="37491" y="8504"/>
                </a:cubicBezTo>
                <a:cubicBezTo>
                  <a:pt x="40252" y="12180"/>
                  <a:pt x="41287" y="17348"/>
                  <a:pt x="41287" y="21944"/>
                </a:cubicBezTo>
                <a:lnTo>
                  <a:pt x="10581" y="21944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1" name="path-1212">
            <a:extLst xmlns:a="http://schemas.openxmlformats.org/drawingml/2006/main">
              <a:ext uri="{FF2B5EF4-FFF2-40B4-BE49-F238E27FC236}">
                <a16:creationId xmlns:a16="http://schemas.microsoft.com/office/drawing/2014/main" id="{48279E0A-28DF-443C-A991-1B375D1D5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4282" y="3744351"/>
            <a:ext cx="70729" cy="83606"/>
          </a:xfrm>
          <a:custGeom xmlns:a="http://schemas.openxmlformats.org/drawingml/2006/main">
            <a:pathLst>
              <a:path w="61757" h="73000">
                <a:moveTo>
                  <a:pt x="0" y="1265"/>
                </a:moveTo>
                <a:lnTo>
                  <a:pt x="0" y="5407"/>
                </a:lnTo>
                <a:lnTo>
                  <a:pt x="2530" y="5407"/>
                </a:lnTo>
                <a:cubicBezTo>
                  <a:pt x="5751" y="5407"/>
                  <a:pt x="8625" y="5868"/>
                  <a:pt x="8625" y="10239"/>
                </a:cubicBezTo>
                <a:lnTo>
                  <a:pt x="8625" y="64358"/>
                </a:lnTo>
                <a:cubicBezTo>
                  <a:pt x="8625" y="68399"/>
                  <a:pt x="5751" y="68860"/>
                  <a:pt x="2760" y="68860"/>
                </a:cubicBezTo>
                <a:lnTo>
                  <a:pt x="0" y="68860"/>
                </a:lnTo>
                <a:lnTo>
                  <a:pt x="0" y="73000"/>
                </a:lnTo>
                <a:lnTo>
                  <a:pt x="26452" y="73000"/>
                </a:lnTo>
                <a:lnTo>
                  <a:pt x="26452" y="68860"/>
                </a:lnTo>
                <a:lnTo>
                  <a:pt x="23692" y="68860"/>
                </a:lnTo>
                <a:cubicBezTo>
                  <a:pt x="20472" y="68860"/>
                  <a:pt x="17825" y="68515"/>
                  <a:pt x="17825" y="64473"/>
                </a:cubicBezTo>
                <a:lnTo>
                  <a:pt x="17825" y="45218"/>
                </a:lnTo>
                <a:cubicBezTo>
                  <a:pt x="22197" y="49589"/>
                  <a:pt x="27831" y="51774"/>
                  <a:pt x="33696" y="51774"/>
                </a:cubicBezTo>
                <a:cubicBezTo>
                  <a:pt x="47957" y="51774"/>
                  <a:pt x="61757" y="40961"/>
                  <a:pt x="61757" y="25773"/>
                </a:cubicBezTo>
                <a:cubicBezTo>
                  <a:pt x="61757" y="11850"/>
                  <a:pt x="50026" y="0"/>
                  <a:pt x="35307" y="0"/>
                </a:cubicBezTo>
                <a:cubicBezTo>
                  <a:pt x="28521" y="0"/>
                  <a:pt x="22197" y="2416"/>
                  <a:pt x="17366" y="6903"/>
                </a:cubicBezTo>
                <a:lnTo>
                  <a:pt x="17366" y="0"/>
                </a:lnTo>
                <a:lnTo>
                  <a:pt x="0" y="1265"/>
                </a:lnTo>
                <a:moveTo>
                  <a:pt x="51177" y="27614"/>
                </a:moveTo>
                <a:cubicBezTo>
                  <a:pt x="50258" y="37509"/>
                  <a:pt x="44047" y="48554"/>
                  <a:pt x="32660" y="48554"/>
                </a:cubicBezTo>
                <a:cubicBezTo>
                  <a:pt x="27601" y="48554"/>
                  <a:pt x="22541" y="45908"/>
                  <a:pt x="19666" y="41766"/>
                </a:cubicBezTo>
                <a:cubicBezTo>
                  <a:pt x="18631" y="40615"/>
                  <a:pt x="17825" y="39350"/>
                  <a:pt x="17825" y="37739"/>
                </a:cubicBezTo>
                <a:lnTo>
                  <a:pt x="17825" y="19329"/>
                </a:lnTo>
                <a:cubicBezTo>
                  <a:pt x="17825" y="17948"/>
                  <a:pt x="17711" y="16567"/>
                  <a:pt x="17711" y="15072"/>
                </a:cubicBezTo>
                <a:cubicBezTo>
                  <a:pt x="17711" y="8744"/>
                  <a:pt x="26336" y="3682"/>
                  <a:pt x="33696" y="3682"/>
                </a:cubicBezTo>
                <a:cubicBezTo>
                  <a:pt x="45543" y="3682"/>
                  <a:pt x="51291" y="16223"/>
                  <a:pt x="51291" y="25889"/>
                </a:cubicBezTo>
                <a:cubicBezTo>
                  <a:pt x="51291" y="26463"/>
                  <a:pt x="51291" y="27038"/>
                  <a:pt x="51177" y="27614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2" name="path-1213">
            <a:extLst xmlns:a="http://schemas.openxmlformats.org/drawingml/2006/main">
              <a:ext uri="{FF2B5EF4-FFF2-40B4-BE49-F238E27FC236}">
                <a16:creationId xmlns:a16="http://schemas.microsoft.com/office/drawing/2014/main" id="{A0C32AAC-BBA2-4986-A685-5F61DFBDA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1964" y="3705191"/>
            <a:ext cx="125124" cy="44085"/>
          </a:xfrm>
          <a:custGeom xmlns:a="http://schemas.openxmlformats.org/drawingml/2006/main">
            <a:pathLst>
              <a:path w="109252" h="38493">
                <a:moveTo>
                  <a:pt x="103667" y="6571"/>
                </a:moveTo>
                <a:cubicBezTo>
                  <a:pt x="106131" y="6571"/>
                  <a:pt x="109252" y="6571"/>
                  <a:pt x="109252" y="3287"/>
                </a:cubicBezTo>
                <a:cubicBezTo>
                  <a:pt x="109252" y="0"/>
                  <a:pt x="106131" y="0"/>
                  <a:pt x="103830" y="0"/>
                </a:cubicBezTo>
                <a:lnTo>
                  <a:pt x="5420" y="0"/>
                </a:lnTo>
                <a:cubicBezTo>
                  <a:pt x="3121" y="0"/>
                  <a:pt x="0" y="0"/>
                  <a:pt x="0" y="3287"/>
                </a:cubicBezTo>
                <a:cubicBezTo>
                  <a:pt x="0" y="6571"/>
                  <a:pt x="3121" y="6571"/>
                  <a:pt x="5585" y="6571"/>
                </a:cubicBezTo>
                <a:lnTo>
                  <a:pt x="103667" y="6571"/>
                </a:lnTo>
                <a:moveTo>
                  <a:pt x="103830" y="38493"/>
                </a:moveTo>
                <a:cubicBezTo>
                  <a:pt x="106131" y="38493"/>
                  <a:pt x="109252" y="38493"/>
                  <a:pt x="109252" y="35207"/>
                </a:cubicBezTo>
                <a:cubicBezTo>
                  <a:pt x="109252" y="31920"/>
                  <a:pt x="106131" y="31920"/>
                  <a:pt x="103667" y="31920"/>
                </a:cubicBezTo>
                <a:lnTo>
                  <a:pt x="5585" y="31920"/>
                </a:lnTo>
                <a:cubicBezTo>
                  <a:pt x="3121" y="31920"/>
                  <a:pt x="0" y="31920"/>
                  <a:pt x="0" y="35207"/>
                </a:cubicBezTo>
                <a:cubicBezTo>
                  <a:pt x="0" y="38493"/>
                  <a:pt x="3121" y="38493"/>
                  <a:pt x="5420" y="38493"/>
                </a:cubicBezTo>
                <a:lnTo>
                  <a:pt x="103830" y="38493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3" name="path-1214">
            <a:extLst xmlns:a="http://schemas.openxmlformats.org/drawingml/2006/main">
              <a:ext uri="{FF2B5EF4-FFF2-40B4-BE49-F238E27FC236}">
                <a16:creationId xmlns:a16="http://schemas.microsoft.com/office/drawing/2014/main" id="{BC344ABE-8CF5-4724-83EC-34419C4D49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7768" y="3663235"/>
            <a:ext cx="117599" cy="128808"/>
          </a:xfrm>
          <a:custGeom xmlns:a="http://schemas.openxmlformats.org/drawingml/2006/main">
            <a:pathLst>
              <a:path w="102682" h="112468">
                <a:moveTo>
                  <a:pt x="40250" y="57277"/>
                </a:moveTo>
                <a:cubicBezTo>
                  <a:pt x="44359" y="57277"/>
                  <a:pt x="52243" y="57277"/>
                  <a:pt x="57994" y="60727"/>
                </a:cubicBezTo>
                <a:cubicBezTo>
                  <a:pt x="65881" y="65821"/>
                  <a:pt x="66538" y="74690"/>
                  <a:pt x="66538" y="75675"/>
                </a:cubicBezTo>
                <a:cubicBezTo>
                  <a:pt x="66703" y="77974"/>
                  <a:pt x="66703" y="80110"/>
                  <a:pt x="69496" y="80110"/>
                </a:cubicBezTo>
                <a:cubicBezTo>
                  <a:pt x="72288" y="80110"/>
                  <a:pt x="72288" y="77811"/>
                  <a:pt x="72288" y="74853"/>
                </a:cubicBezTo>
                <a:lnTo>
                  <a:pt x="72288" y="30363"/>
                </a:lnTo>
                <a:cubicBezTo>
                  <a:pt x="72288" y="27736"/>
                  <a:pt x="72288" y="25111"/>
                  <a:pt x="69496" y="25111"/>
                </a:cubicBezTo>
                <a:cubicBezTo>
                  <a:pt x="66703" y="25111"/>
                  <a:pt x="66538" y="27573"/>
                  <a:pt x="66538" y="28887"/>
                </a:cubicBezTo>
                <a:cubicBezTo>
                  <a:pt x="65552" y="50052"/>
                  <a:pt x="48794" y="51200"/>
                  <a:pt x="40250" y="51363"/>
                </a:cubicBezTo>
                <a:lnTo>
                  <a:pt x="40250" y="16743"/>
                </a:lnTo>
                <a:cubicBezTo>
                  <a:pt x="40250" y="5751"/>
                  <a:pt x="43374" y="5751"/>
                  <a:pt x="47315" y="5751"/>
                </a:cubicBezTo>
                <a:lnTo>
                  <a:pt x="55201" y="5751"/>
                </a:lnTo>
                <a:cubicBezTo>
                  <a:pt x="77382" y="5751"/>
                  <a:pt x="88387" y="17072"/>
                  <a:pt x="89375" y="28393"/>
                </a:cubicBezTo>
                <a:cubicBezTo>
                  <a:pt x="89538" y="29706"/>
                  <a:pt x="89704" y="32168"/>
                  <a:pt x="92331" y="32168"/>
                </a:cubicBezTo>
                <a:cubicBezTo>
                  <a:pt x="95123" y="32168"/>
                  <a:pt x="95123" y="29541"/>
                  <a:pt x="95123" y="26753"/>
                </a:cubicBezTo>
                <a:lnTo>
                  <a:pt x="95123" y="5422"/>
                </a:lnTo>
                <a:cubicBezTo>
                  <a:pt x="95123" y="331"/>
                  <a:pt x="94795" y="0"/>
                  <a:pt x="89704" y="0"/>
                </a:cubicBezTo>
                <a:lnTo>
                  <a:pt x="5585" y="0"/>
                </a:lnTo>
                <a:cubicBezTo>
                  <a:pt x="2630" y="0"/>
                  <a:pt x="0" y="0"/>
                  <a:pt x="0" y="2958"/>
                </a:cubicBezTo>
                <a:cubicBezTo>
                  <a:pt x="0" y="5751"/>
                  <a:pt x="3121" y="5751"/>
                  <a:pt x="4435" y="5751"/>
                </a:cubicBezTo>
                <a:cubicBezTo>
                  <a:pt x="13800" y="5751"/>
                  <a:pt x="14457" y="7064"/>
                  <a:pt x="14457" y="15104"/>
                </a:cubicBezTo>
                <a:lnTo>
                  <a:pt x="14457" y="97357"/>
                </a:lnTo>
                <a:cubicBezTo>
                  <a:pt x="14457" y="105078"/>
                  <a:pt x="13966" y="106720"/>
                  <a:pt x="5257" y="106720"/>
                </a:cubicBezTo>
                <a:cubicBezTo>
                  <a:pt x="2793" y="106720"/>
                  <a:pt x="0" y="106720"/>
                  <a:pt x="0" y="109513"/>
                </a:cubicBezTo>
                <a:cubicBezTo>
                  <a:pt x="0" y="112468"/>
                  <a:pt x="2630" y="112468"/>
                  <a:pt x="5585" y="112468"/>
                </a:cubicBezTo>
                <a:lnTo>
                  <a:pt x="92659" y="112468"/>
                </a:lnTo>
                <a:cubicBezTo>
                  <a:pt x="95783" y="112468"/>
                  <a:pt x="97425" y="112468"/>
                  <a:pt x="97919" y="110170"/>
                </a:cubicBezTo>
                <a:cubicBezTo>
                  <a:pt x="98082" y="110004"/>
                  <a:pt x="102682" y="82574"/>
                  <a:pt x="102682" y="81752"/>
                </a:cubicBezTo>
                <a:cubicBezTo>
                  <a:pt x="102682" y="79947"/>
                  <a:pt x="101203" y="78796"/>
                  <a:pt x="99889" y="78796"/>
                </a:cubicBezTo>
                <a:cubicBezTo>
                  <a:pt x="97588" y="78796"/>
                  <a:pt x="96931" y="80932"/>
                  <a:pt x="96931" y="81095"/>
                </a:cubicBezTo>
                <a:cubicBezTo>
                  <a:pt x="95946" y="85367"/>
                  <a:pt x="94304" y="92266"/>
                  <a:pt x="82311" y="99327"/>
                </a:cubicBezTo>
                <a:cubicBezTo>
                  <a:pt x="73767" y="104419"/>
                  <a:pt x="65387" y="106720"/>
                  <a:pt x="56352" y="106720"/>
                </a:cubicBezTo>
                <a:lnTo>
                  <a:pt x="47315" y="106720"/>
                </a:lnTo>
                <a:cubicBezTo>
                  <a:pt x="43374" y="106720"/>
                  <a:pt x="40250" y="106720"/>
                  <a:pt x="40250" y="95715"/>
                </a:cubicBezTo>
                <a:lnTo>
                  <a:pt x="40250" y="57277"/>
                </a:lnTo>
                <a:moveTo>
                  <a:pt x="89375" y="5751"/>
                </a:moveTo>
                <a:lnTo>
                  <a:pt x="89375" y="13627"/>
                </a:lnTo>
                <a:cubicBezTo>
                  <a:pt x="86582" y="10509"/>
                  <a:pt x="83459" y="7884"/>
                  <a:pt x="80009" y="5751"/>
                </a:cubicBezTo>
                <a:lnTo>
                  <a:pt x="89375" y="5751"/>
                </a:lnTo>
                <a:moveTo>
                  <a:pt x="57337" y="53828"/>
                </a:moveTo>
                <a:cubicBezTo>
                  <a:pt x="59967" y="52677"/>
                  <a:pt x="63579" y="50215"/>
                  <a:pt x="66538" y="46771"/>
                </a:cubicBezTo>
                <a:lnTo>
                  <a:pt x="66538" y="60564"/>
                </a:lnTo>
                <a:cubicBezTo>
                  <a:pt x="62594" y="56129"/>
                  <a:pt x="57503" y="53993"/>
                  <a:pt x="57337" y="53993"/>
                </a:cubicBezTo>
                <a:lnTo>
                  <a:pt x="57337" y="53828"/>
                </a:lnTo>
                <a:moveTo>
                  <a:pt x="20208" y="14776"/>
                </a:moveTo>
                <a:cubicBezTo>
                  <a:pt x="20208" y="12805"/>
                  <a:pt x="20208" y="8704"/>
                  <a:pt x="18894" y="5751"/>
                </a:cubicBezTo>
                <a:lnTo>
                  <a:pt x="36307" y="5751"/>
                </a:lnTo>
                <a:cubicBezTo>
                  <a:pt x="34502" y="9524"/>
                  <a:pt x="34502" y="14938"/>
                  <a:pt x="34502" y="16415"/>
                </a:cubicBezTo>
                <a:lnTo>
                  <a:pt x="34502" y="96043"/>
                </a:lnTo>
                <a:cubicBezTo>
                  <a:pt x="34502" y="101957"/>
                  <a:pt x="35650" y="105241"/>
                  <a:pt x="36307" y="106720"/>
                </a:cubicBezTo>
                <a:lnTo>
                  <a:pt x="18894" y="106720"/>
                </a:lnTo>
                <a:cubicBezTo>
                  <a:pt x="20208" y="103762"/>
                  <a:pt x="20208" y="99656"/>
                  <a:pt x="20208" y="97685"/>
                </a:cubicBezTo>
                <a:lnTo>
                  <a:pt x="20208" y="14776"/>
                </a:lnTo>
                <a:moveTo>
                  <a:pt x="81323" y="106720"/>
                </a:moveTo>
                <a:lnTo>
                  <a:pt x="81323" y="106555"/>
                </a:lnTo>
                <a:cubicBezTo>
                  <a:pt x="86582" y="103928"/>
                  <a:pt x="91017" y="100478"/>
                  <a:pt x="94304" y="97520"/>
                </a:cubicBezTo>
                <a:cubicBezTo>
                  <a:pt x="94138" y="98179"/>
                  <a:pt x="92988" y="105407"/>
                  <a:pt x="92825" y="106720"/>
                </a:cubicBezTo>
                <a:lnTo>
                  <a:pt x="81323" y="106720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4" name="path-1215">
            <a:extLst xmlns:a="http://schemas.openxmlformats.org/drawingml/2006/main">
              <a:ext uri="{FF2B5EF4-FFF2-40B4-BE49-F238E27FC236}">
                <a16:creationId xmlns:a16="http://schemas.microsoft.com/office/drawing/2014/main" id="{E6BBFDCE-6A8B-40B1-B475-18F160370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6192" y="3824570"/>
            <a:ext cx="128945" cy="90294"/>
          </a:xfrm>
          <a:custGeom xmlns:a="http://schemas.openxmlformats.org/drawingml/2006/main">
            <a:pathLst>
              <a:path w="112588" h="78840">
                <a:moveTo>
                  <a:pt x="68313" y="35744"/>
                </a:moveTo>
                <a:cubicBezTo>
                  <a:pt x="68197" y="35628"/>
                  <a:pt x="67507" y="34480"/>
                  <a:pt x="67507" y="34364"/>
                </a:cubicBezTo>
                <a:cubicBezTo>
                  <a:pt x="67507" y="34250"/>
                  <a:pt x="69806" y="32181"/>
                  <a:pt x="71071" y="31032"/>
                </a:cubicBezTo>
                <a:lnTo>
                  <a:pt x="90392" y="13337"/>
                </a:lnTo>
                <a:cubicBezTo>
                  <a:pt x="96718" y="7705"/>
                  <a:pt x="97983" y="6556"/>
                  <a:pt x="109828" y="6442"/>
                </a:cubicBezTo>
                <a:cubicBezTo>
                  <a:pt x="112129" y="6442"/>
                  <a:pt x="112588" y="3452"/>
                  <a:pt x="112588" y="2530"/>
                </a:cubicBezTo>
                <a:cubicBezTo>
                  <a:pt x="112588" y="691"/>
                  <a:pt x="111093" y="0"/>
                  <a:pt x="110058" y="0"/>
                </a:cubicBezTo>
                <a:cubicBezTo>
                  <a:pt x="107184" y="0"/>
                  <a:pt x="100168" y="462"/>
                  <a:pt x="97294" y="462"/>
                </a:cubicBezTo>
                <a:cubicBezTo>
                  <a:pt x="94877" y="462"/>
                  <a:pt x="91773" y="462"/>
                  <a:pt x="89358" y="346"/>
                </a:cubicBezTo>
                <a:cubicBezTo>
                  <a:pt x="86828" y="232"/>
                  <a:pt x="83952" y="0"/>
                  <a:pt x="81537" y="0"/>
                </a:cubicBezTo>
                <a:cubicBezTo>
                  <a:pt x="80732" y="0"/>
                  <a:pt x="77973" y="0"/>
                  <a:pt x="77973" y="3911"/>
                </a:cubicBezTo>
                <a:cubicBezTo>
                  <a:pt x="77973" y="6326"/>
                  <a:pt x="80388" y="6442"/>
                  <a:pt x="81307" y="6442"/>
                </a:cubicBezTo>
                <a:cubicBezTo>
                  <a:pt x="82918" y="6442"/>
                  <a:pt x="84527" y="6672"/>
                  <a:pt x="86252" y="7246"/>
                </a:cubicBezTo>
                <a:lnTo>
                  <a:pt x="63598" y="27815"/>
                </a:lnTo>
                <a:lnTo>
                  <a:pt x="51407" y="6902"/>
                </a:lnTo>
                <a:cubicBezTo>
                  <a:pt x="53822" y="6556"/>
                  <a:pt x="54281" y="6556"/>
                  <a:pt x="57387" y="6442"/>
                </a:cubicBezTo>
                <a:cubicBezTo>
                  <a:pt x="60146" y="6326"/>
                  <a:pt x="60378" y="3336"/>
                  <a:pt x="60378" y="2530"/>
                </a:cubicBezTo>
                <a:cubicBezTo>
                  <a:pt x="60378" y="805"/>
                  <a:pt x="58997" y="0"/>
                  <a:pt x="57731" y="0"/>
                </a:cubicBezTo>
                <a:cubicBezTo>
                  <a:pt x="55777" y="0"/>
                  <a:pt x="51407" y="232"/>
                  <a:pt x="49222" y="346"/>
                </a:cubicBezTo>
                <a:cubicBezTo>
                  <a:pt x="46576" y="462"/>
                  <a:pt x="42321" y="462"/>
                  <a:pt x="39676" y="462"/>
                </a:cubicBezTo>
                <a:cubicBezTo>
                  <a:pt x="37146" y="462"/>
                  <a:pt x="34271" y="346"/>
                  <a:pt x="31741" y="346"/>
                </a:cubicBezTo>
                <a:cubicBezTo>
                  <a:pt x="29096" y="346"/>
                  <a:pt x="26220" y="0"/>
                  <a:pt x="23692" y="0"/>
                </a:cubicBezTo>
                <a:cubicBezTo>
                  <a:pt x="22886" y="0"/>
                  <a:pt x="20126" y="0"/>
                  <a:pt x="20126" y="3911"/>
                </a:cubicBezTo>
                <a:cubicBezTo>
                  <a:pt x="20126" y="6442"/>
                  <a:pt x="22426" y="6442"/>
                  <a:pt x="24955" y="6442"/>
                </a:cubicBezTo>
                <a:cubicBezTo>
                  <a:pt x="26450" y="6442"/>
                  <a:pt x="27945" y="6442"/>
                  <a:pt x="29440" y="6556"/>
                </a:cubicBezTo>
                <a:cubicBezTo>
                  <a:pt x="31281" y="6672"/>
                  <a:pt x="31395" y="6786"/>
                  <a:pt x="32201" y="8165"/>
                </a:cubicBezTo>
                <a:lnTo>
                  <a:pt x="50602" y="39650"/>
                </a:lnTo>
                <a:lnTo>
                  <a:pt x="19206" y="68148"/>
                </a:lnTo>
                <a:cubicBezTo>
                  <a:pt x="16906" y="70217"/>
                  <a:pt x="13800" y="72286"/>
                  <a:pt x="4485" y="72400"/>
                </a:cubicBezTo>
                <a:cubicBezTo>
                  <a:pt x="2415" y="72400"/>
                  <a:pt x="0" y="72400"/>
                  <a:pt x="0" y="76311"/>
                </a:cubicBezTo>
                <a:cubicBezTo>
                  <a:pt x="0" y="77691"/>
                  <a:pt x="1149" y="78840"/>
                  <a:pt x="2530" y="78840"/>
                </a:cubicBezTo>
                <a:cubicBezTo>
                  <a:pt x="5405" y="78840"/>
                  <a:pt x="12421" y="78380"/>
                  <a:pt x="15295" y="78380"/>
                </a:cubicBezTo>
                <a:cubicBezTo>
                  <a:pt x="17711" y="78380"/>
                  <a:pt x="20816" y="78380"/>
                  <a:pt x="23230" y="78496"/>
                </a:cubicBezTo>
                <a:cubicBezTo>
                  <a:pt x="25761" y="78610"/>
                  <a:pt x="28637" y="78840"/>
                  <a:pt x="31165" y="78840"/>
                </a:cubicBezTo>
                <a:cubicBezTo>
                  <a:pt x="32890" y="78840"/>
                  <a:pt x="34731" y="78036"/>
                  <a:pt x="34731" y="74930"/>
                </a:cubicBezTo>
                <a:cubicBezTo>
                  <a:pt x="34731" y="74700"/>
                  <a:pt x="34731" y="72516"/>
                  <a:pt x="31741" y="72400"/>
                </a:cubicBezTo>
                <a:cubicBezTo>
                  <a:pt x="29440" y="72400"/>
                  <a:pt x="27945" y="72056"/>
                  <a:pt x="26336" y="71596"/>
                </a:cubicBezTo>
                <a:lnTo>
                  <a:pt x="54281" y="46201"/>
                </a:lnTo>
                <a:lnTo>
                  <a:pt x="69347" y="71940"/>
                </a:lnTo>
                <a:cubicBezTo>
                  <a:pt x="67392" y="72170"/>
                  <a:pt x="64747" y="72286"/>
                  <a:pt x="63366" y="72400"/>
                </a:cubicBezTo>
                <a:cubicBezTo>
                  <a:pt x="62562" y="72516"/>
                  <a:pt x="60378" y="72861"/>
                  <a:pt x="60378" y="76311"/>
                </a:cubicBezTo>
                <a:cubicBezTo>
                  <a:pt x="60378" y="77347"/>
                  <a:pt x="61181" y="78840"/>
                  <a:pt x="63136" y="78840"/>
                </a:cubicBezTo>
                <a:cubicBezTo>
                  <a:pt x="65782" y="78840"/>
                  <a:pt x="69003" y="78610"/>
                  <a:pt x="71647" y="78496"/>
                </a:cubicBezTo>
                <a:cubicBezTo>
                  <a:pt x="74177" y="78380"/>
                  <a:pt x="78547" y="78380"/>
                  <a:pt x="81077" y="78380"/>
                </a:cubicBezTo>
                <a:cubicBezTo>
                  <a:pt x="83608" y="78380"/>
                  <a:pt x="86482" y="78496"/>
                  <a:pt x="89013" y="78496"/>
                </a:cubicBezTo>
                <a:cubicBezTo>
                  <a:pt x="91657" y="78496"/>
                  <a:pt x="94647" y="78840"/>
                  <a:pt x="97178" y="78840"/>
                </a:cubicBezTo>
                <a:cubicBezTo>
                  <a:pt x="98789" y="78840"/>
                  <a:pt x="100744" y="78150"/>
                  <a:pt x="100744" y="74930"/>
                </a:cubicBezTo>
                <a:cubicBezTo>
                  <a:pt x="100744" y="72400"/>
                  <a:pt x="98327" y="72400"/>
                  <a:pt x="95798" y="72400"/>
                </a:cubicBezTo>
                <a:cubicBezTo>
                  <a:pt x="94303" y="72400"/>
                  <a:pt x="92808" y="72400"/>
                  <a:pt x="91313" y="72286"/>
                </a:cubicBezTo>
                <a:cubicBezTo>
                  <a:pt x="89472" y="72170"/>
                  <a:pt x="89358" y="72056"/>
                  <a:pt x="88553" y="70677"/>
                </a:cubicBezTo>
                <a:lnTo>
                  <a:pt x="68313" y="35744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5" name="path-1216">
            <a:extLst xmlns:a="http://schemas.openxmlformats.org/drawingml/2006/main">
              <a:ext uri="{FF2B5EF4-FFF2-40B4-BE49-F238E27FC236}">
                <a16:creationId xmlns:a16="http://schemas.microsoft.com/office/drawing/2014/main" id="{607DA4E1-3997-4428-8EF9-7D0599D41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2207" y="3899718"/>
            <a:ext cx="16727" cy="40611"/>
          </a:xfrm>
          <a:custGeom xmlns:a="http://schemas.openxmlformats.org/drawingml/2006/main">
            <a:pathLst>
              <a:path w="14605" h="35459">
                <a:moveTo>
                  <a:pt x="11385" y="11385"/>
                </a:moveTo>
                <a:cubicBezTo>
                  <a:pt x="11385" y="17718"/>
                  <a:pt x="10234" y="25094"/>
                  <a:pt x="2415" y="32467"/>
                </a:cubicBezTo>
                <a:cubicBezTo>
                  <a:pt x="1955" y="32929"/>
                  <a:pt x="1609" y="33275"/>
                  <a:pt x="1609" y="33848"/>
                </a:cubicBezTo>
                <a:cubicBezTo>
                  <a:pt x="1609" y="34654"/>
                  <a:pt x="2529" y="35459"/>
                  <a:pt x="3220" y="35459"/>
                </a:cubicBezTo>
                <a:cubicBezTo>
                  <a:pt x="4829" y="35459"/>
                  <a:pt x="14605" y="26245"/>
                  <a:pt x="14605" y="12535"/>
                </a:cubicBezTo>
                <a:cubicBezTo>
                  <a:pt x="14605" y="5405"/>
                  <a:pt x="11845" y="0"/>
                  <a:pt x="6554" y="0"/>
                </a:cubicBezTo>
                <a:cubicBezTo>
                  <a:pt x="2759" y="0"/>
                  <a:pt x="0" y="2990"/>
                  <a:pt x="0" y="6554"/>
                </a:cubicBezTo>
                <a:cubicBezTo>
                  <a:pt x="0" y="10236"/>
                  <a:pt x="2644" y="13224"/>
                  <a:pt x="6670" y="13224"/>
                </a:cubicBezTo>
                <a:cubicBezTo>
                  <a:pt x="9430" y="13224"/>
                  <a:pt x="11269" y="11385"/>
                  <a:pt x="11385" y="11385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6" name="path-1217">
            <a:extLst xmlns:a="http://schemas.openxmlformats.org/drawingml/2006/main">
              <a:ext uri="{FF2B5EF4-FFF2-40B4-BE49-F238E27FC236}">
                <a16:creationId xmlns:a16="http://schemas.microsoft.com/office/drawing/2014/main" id="{EDE84678-3A78-4CD1-931E-AEC396291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8335" y="3856726"/>
            <a:ext cx="67568" cy="85020"/>
          </a:xfrm>
          <a:custGeom xmlns:a="http://schemas.openxmlformats.org/drawingml/2006/main">
            <a:pathLst>
              <a:path w="58997" h="74235">
                <a:moveTo>
                  <a:pt x="58537" y="7363"/>
                </a:moveTo>
                <a:cubicBezTo>
                  <a:pt x="58997" y="5752"/>
                  <a:pt x="58997" y="5522"/>
                  <a:pt x="58997" y="4831"/>
                </a:cubicBezTo>
                <a:cubicBezTo>
                  <a:pt x="58997" y="2530"/>
                  <a:pt x="57156" y="1151"/>
                  <a:pt x="55201" y="1151"/>
                </a:cubicBezTo>
                <a:cubicBezTo>
                  <a:pt x="53936" y="1151"/>
                  <a:pt x="51751" y="1727"/>
                  <a:pt x="50486" y="3911"/>
                </a:cubicBezTo>
                <a:cubicBezTo>
                  <a:pt x="50140" y="4601"/>
                  <a:pt x="49221" y="8283"/>
                  <a:pt x="48645" y="10585"/>
                </a:cubicBezTo>
                <a:lnTo>
                  <a:pt x="46230" y="20135"/>
                </a:lnTo>
                <a:cubicBezTo>
                  <a:pt x="45541" y="22895"/>
                  <a:pt x="41975" y="37391"/>
                  <a:pt x="41631" y="38657"/>
                </a:cubicBezTo>
                <a:cubicBezTo>
                  <a:pt x="41515" y="38657"/>
                  <a:pt x="36456" y="48666"/>
                  <a:pt x="27486" y="48666"/>
                </a:cubicBezTo>
                <a:cubicBezTo>
                  <a:pt x="19664" y="48666"/>
                  <a:pt x="19664" y="41189"/>
                  <a:pt x="19664" y="39118"/>
                </a:cubicBezTo>
                <a:cubicBezTo>
                  <a:pt x="19664" y="32904"/>
                  <a:pt x="22311" y="25657"/>
                  <a:pt x="25761" y="16797"/>
                </a:cubicBezTo>
                <a:cubicBezTo>
                  <a:pt x="27140" y="13115"/>
                  <a:pt x="27715" y="11734"/>
                  <a:pt x="27715" y="9780"/>
                </a:cubicBezTo>
                <a:cubicBezTo>
                  <a:pt x="27715" y="4257"/>
                  <a:pt x="23000" y="0"/>
                  <a:pt x="16790" y="0"/>
                </a:cubicBezTo>
                <a:cubicBezTo>
                  <a:pt x="5175" y="0"/>
                  <a:pt x="0" y="15646"/>
                  <a:pt x="0" y="17602"/>
                </a:cubicBezTo>
                <a:cubicBezTo>
                  <a:pt x="0" y="19098"/>
                  <a:pt x="1609" y="19098"/>
                  <a:pt x="1955" y="19098"/>
                </a:cubicBezTo>
                <a:cubicBezTo>
                  <a:pt x="3564" y="19098"/>
                  <a:pt x="3680" y="18524"/>
                  <a:pt x="4024" y="17257"/>
                </a:cubicBezTo>
                <a:cubicBezTo>
                  <a:pt x="6900" y="7709"/>
                  <a:pt x="11845" y="3222"/>
                  <a:pt x="16444" y="3222"/>
                </a:cubicBezTo>
                <a:cubicBezTo>
                  <a:pt x="18399" y="3222"/>
                  <a:pt x="19320" y="4487"/>
                  <a:pt x="19320" y="7247"/>
                </a:cubicBezTo>
                <a:cubicBezTo>
                  <a:pt x="19320" y="9894"/>
                  <a:pt x="18285" y="12426"/>
                  <a:pt x="17710" y="13921"/>
                </a:cubicBezTo>
                <a:cubicBezTo>
                  <a:pt x="12191" y="27958"/>
                  <a:pt x="11039" y="32215"/>
                  <a:pt x="11039" y="37277"/>
                </a:cubicBezTo>
                <a:cubicBezTo>
                  <a:pt x="11039" y="39232"/>
                  <a:pt x="11039" y="44641"/>
                  <a:pt x="15525" y="48322"/>
                </a:cubicBezTo>
                <a:cubicBezTo>
                  <a:pt x="19091" y="51312"/>
                  <a:pt x="23920" y="51886"/>
                  <a:pt x="27026" y="51886"/>
                </a:cubicBezTo>
                <a:cubicBezTo>
                  <a:pt x="31625" y="51886"/>
                  <a:pt x="35765" y="50161"/>
                  <a:pt x="39560" y="46711"/>
                </a:cubicBezTo>
                <a:cubicBezTo>
                  <a:pt x="38065" y="53037"/>
                  <a:pt x="36800" y="57868"/>
                  <a:pt x="31971" y="63619"/>
                </a:cubicBezTo>
                <a:cubicBezTo>
                  <a:pt x="28865" y="67185"/>
                  <a:pt x="24265" y="71015"/>
                  <a:pt x="18169" y="71015"/>
                </a:cubicBezTo>
                <a:cubicBezTo>
                  <a:pt x="17366" y="71015"/>
                  <a:pt x="11959" y="71015"/>
                  <a:pt x="9544" y="67185"/>
                </a:cubicBezTo>
                <a:cubicBezTo>
                  <a:pt x="15755" y="66495"/>
                  <a:pt x="15755" y="60974"/>
                  <a:pt x="15755" y="60858"/>
                </a:cubicBezTo>
                <a:cubicBezTo>
                  <a:pt x="15755" y="57179"/>
                  <a:pt x="12421" y="56489"/>
                  <a:pt x="11269" y="56489"/>
                </a:cubicBezTo>
                <a:cubicBezTo>
                  <a:pt x="8395" y="56489"/>
                  <a:pt x="4599" y="58790"/>
                  <a:pt x="4599" y="64079"/>
                </a:cubicBezTo>
                <a:cubicBezTo>
                  <a:pt x="4599" y="69971"/>
                  <a:pt x="10120" y="74235"/>
                  <a:pt x="18285" y="74235"/>
                </a:cubicBezTo>
                <a:cubicBezTo>
                  <a:pt x="29900" y="74235"/>
                  <a:pt x="44046" y="65230"/>
                  <a:pt x="47611" y="50853"/>
                </a:cubicBezTo>
                <a:lnTo>
                  <a:pt x="58537" y="7363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7" name="path-1218">
            <a:extLst xmlns:a="http://schemas.openxmlformats.org/drawingml/2006/main">
              <a:ext uri="{FF2B5EF4-FFF2-40B4-BE49-F238E27FC236}">
                <a16:creationId xmlns:a16="http://schemas.microsoft.com/office/drawing/2014/main" id="{DDDAF634-CA3B-45BA-87DB-2DBFA4306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7938" y="3899718"/>
            <a:ext cx="16727" cy="40611"/>
          </a:xfrm>
          <a:custGeom xmlns:a="http://schemas.openxmlformats.org/drawingml/2006/main">
            <a:pathLst>
              <a:path w="14605" h="35459">
                <a:moveTo>
                  <a:pt x="11385" y="11385"/>
                </a:moveTo>
                <a:cubicBezTo>
                  <a:pt x="11385" y="17718"/>
                  <a:pt x="10234" y="25094"/>
                  <a:pt x="2415" y="32467"/>
                </a:cubicBezTo>
                <a:cubicBezTo>
                  <a:pt x="1955" y="32929"/>
                  <a:pt x="1609" y="33275"/>
                  <a:pt x="1609" y="33848"/>
                </a:cubicBezTo>
                <a:cubicBezTo>
                  <a:pt x="1609" y="34654"/>
                  <a:pt x="2529" y="35459"/>
                  <a:pt x="3220" y="35459"/>
                </a:cubicBezTo>
                <a:cubicBezTo>
                  <a:pt x="4829" y="35459"/>
                  <a:pt x="14605" y="26245"/>
                  <a:pt x="14605" y="12535"/>
                </a:cubicBezTo>
                <a:cubicBezTo>
                  <a:pt x="14605" y="5405"/>
                  <a:pt x="11845" y="0"/>
                  <a:pt x="6554" y="0"/>
                </a:cubicBezTo>
                <a:cubicBezTo>
                  <a:pt x="2759" y="0"/>
                  <a:pt x="0" y="2990"/>
                  <a:pt x="0" y="6554"/>
                </a:cubicBezTo>
                <a:cubicBezTo>
                  <a:pt x="0" y="10236"/>
                  <a:pt x="2644" y="13224"/>
                  <a:pt x="6670" y="13224"/>
                </a:cubicBezTo>
                <a:cubicBezTo>
                  <a:pt x="9430" y="13224"/>
                  <a:pt x="11269" y="11385"/>
                  <a:pt x="11385" y="11385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8" name="path-1219">
            <a:extLst xmlns:a="http://schemas.openxmlformats.org/drawingml/2006/main">
              <a:ext uri="{FF2B5EF4-FFF2-40B4-BE49-F238E27FC236}">
                <a16:creationId xmlns:a16="http://schemas.microsoft.com/office/drawing/2014/main" id="{44E9BA8D-82D2-49D3-A1E9-3DF71F88C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3400" y="3823412"/>
            <a:ext cx="37012" cy="92481"/>
          </a:xfrm>
          <a:custGeom xmlns:a="http://schemas.openxmlformats.org/drawingml/2006/main">
            <a:pathLst>
              <a:path w="32317" h="80749">
                <a:moveTo>
                  <a:pt x="30130" y="4947"/>
                </a:moveTo>
                <a:cubicBezTo>
                  <a:pt x="30592" y="3336"/>
                  <a:pt x="30592" y="3106"/>
                  <a:pt x="30592" y="2530"/>
                </a:cubicBezTo>
                <a:cubicBezTo>
                  <a:pt x="30592" y="1957"/>
                  <a:pt x="30246" y="0"/>
                  <a:pt x="27601" y="0"/>
                </a:cubicBezTo>
                <a:cubicBezTo>
                  <a:pt x="27142" y="0"/>
                  <a:pt x="26910" y="0"/>
                  <a:pt x="26796" y="116"/>
                </a:cubicBezTo>
                <a:lnTo>
                  <a:pt x="11271" y="805"/>
                </a:lnTo>
                <a:cubicBezTo>
                  <a:pt x="10006" y="921"/>
                  <a:pt x="7246" y="1035"/>
                  <a:pt x="7246" y="4831"/>
                </a:cubicBezTo>
                <a:cubicBezTo>
                  <a:pt x="7246" y="7361"/>
                  <a:pt x="9776" y="7361"/>
                  <a:pt x="11271" y="7361"/>
                </a:cubicBezTo>
                <a:cubicBezTo>
                  <a:pt x="13340" y="7361"/>
                  <a:pt x="14951" y="7361"/>
                  <a:pt x="14951" y="7935"/>
                </a:cubicBezTo>
                <a:cubicBezTo>
                  <a:pt x="14951" y="8167"/>
                  <a:pt x="14835" y="8857"/>
                  <a:pt x="14605" y="9546"/>
                </a:cubicBezTo>
                <a:lnTo>
                  <a:pt x="576" y="65453"/>
                </a:lnTo>
                <a:cubicBezTo>
                  <a:pt x="230" y="66718"/>
                  <a:pt x="0" y="67753"/>
                  <a:pt x="0" y="69364"/>
                </a:cubicBezTo>
                <a:cubicBezTo>
                  <a:pt x="0" y="77415"/>
                  <a:pt x="8971" y="80749"/>
                  <a:pt x="16216" y="80749"/>
                </a:cubicBezTo>
                <a:cubicBezTo>
                  <a:pt x="28521" y="80749"/>
                  <a:pt x="32317" y="63382"/>
                  <a:pt x="32317" y="62806"/>
                </a:cubicBezTo>
                <a:cubicBezTo>
                  <a:pt x="32317" y="60736"/>
                  <a:pt x="30362" y="60736"/>
                  <a:pt x="28637" y="60736"/>
                </a:cubicBezTo>
                <a:cubicBezTo>
                  <a:pt x="25990" y="60736"/>
                  <a:pt x="25531" y="60851"/>
                  <a:pt x="24955" y="63268"/>
                </a:cubicBezTo>
                <a:cubicBezTo>
                  <a:pt x="23576" y="68674"/>
                  <a:pt x="21391" y="75460"/>
                  <a:pt x="17020" y="75460"/>
                </a:cubicBezTo>
                <a:cubicBezTo>
                  <a:pt x="14260" y="75460"/>
                  <a:pt x="13916" y="72584"/>
                  <a:pt x="13916" y="70859"/>
                </a:cubicBezTo>
                <a:cubicBezTo>
                  <a:pt x="13916" y="69594"/>
                  <a:pt x="13916" y="69248"/>
                  <a:pt x="14491" y="67064"/>
                </a:cubicBezTo>
                <a:lnTo>
                  <a:pt x="30130" y="4947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9" name="path-1220">
            <a:extLst xmlns:a="http://schemas.openxmlformats.org/drawingml/2006/main">
              <a:ext uri="{FF2B5EF4-FFF2-40B4-BE49-F238E27FC236}">
                <a16:creationId xmlns:a16="http://schemas.microsoft.com/office/drawing/2014/main" id="{469B5C6A-81A5-4C0B-984E-2A655B869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4525" y="3871128"/>
            <a:ext cx="38668" cy="62658"/>
          </a:xfrm>
          <a:custGeom xmlns:a="http://schemas.openxmlformats.org/drawingml/2006/main">
            <a:pathLst>
              <a:path w="33763" h="54710">
                <a:moveTo>
                  <a:pt x="20947" y="2473"/>
                </a:moveTo>
                <a:cubicBezTo>
                  <a:pt x="20947" y="0"/>
                  <a:pt x="20701" y="0"/>
                  <a:pt x="17991" y="0"/>
                </a:cubicBezTo>
                <a:cubicBezTo>
                  <a:pt x="12158" y="5291"/>
                  <a:pt x="3040" y="5291"/>
                  <a:pt x="1396" y="5291"/>
                </a:cubicBezTo>
                <a:lnTo>
                  <a:pt x="0" y="5291"/>
                </a:lnTo>
                <a:lnTo>
                  <a:pt x="0" y="8904"/>
                </a:lnTo>
                <a:lnTo>
                  <a:pt x="1396" y="8904"/>
                </a:lnTo>
                <a:cubicBezTo>
                  <a:pt x="3287" y="8904"/>
                  <a:pt x="8625" y="8659"/>
                  <a:pt x="13390" y="6604"/>
                </a:cubicBezTo>
                <a:lnTo>
                  <a:pt x="13390" y="47648"/>
                </a:lnTo>
                <a:cubicBezTo>
                  <a:pt x="13390" y="50194"/>
                  <a:pt x="13390" y="51096"/>
                  <a:pt x="4683" y="51096"/>
                </a:cubicBezTo>
                <a:lnTo>
                  <a:pt x="575" y="51096"/>
                </a:lnTo>
                <a:lnTo>
                  <a:pt x="575" y="54710"/>
                </a:lnTo>
                <a:cubicBezTo>
                  <a:pt x="5093" y="54382"/>
                  <a:pt x="12404" y="54382"/>
                  <a:pt x="17168" y="54382"/>
                </a:cubicBezTo>
                <a:cubicBezTo>
                  <a:pt x="21933" y="54382"/>
                  <a:pt x="29244" y="54382"/>
                  <a:pt x="33763" y="54710"/>
                </a:cubicBezTo>
                <a:lnTo>
                  <a:pt x="33763" y="51096"/>
                </a:lnTo>
                <a:lnTo>
                  <a:pt x="29655" y="51096"/>
                </a:lnTo>
                <a:cubicBezTo>
                  <a:pt x="20947" y="51096"/>
                  <a:pt x="20947" y="50194"/>
                  <a:pt x="20947" y="47648"/>
                </a:cubicBezTo>
                <a:lnTo>
                  <a:pt x="20947" y="2473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0" name="path-1221">
            <a:extLst xmlns:a="http://schemas.openxmlformats.org/drawingml/2006/main">
              <a:ext uri="{FF2B5EF4-FFF2-40B4-BE49-F238E27FC236}">
                <a16:creationId xmlns:a16="http://schemas.microsoft.com/office/drawing/2014/main" id="{91600E7F-6A4D-42EA-817A-9A75ADEF3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68274" y="3893270"/>
            <a:ext cx="11477" cy="40517"/>
          </a:xfrm>
          <a:custGeom xmlns:a="http://schemas.openxmlformats.org/drawingml/2006/main">
            <a:pathLst>
              <a:path w="10021" h="35377">
                <a:moveTo>
                  <a:pt x="10021" y="5011"/>
                </a:moveTo>
                <a:cubicBezTo>
                  <a:pt x="10021" y="2219"/>
                  <a:pt x="7803" y="0"/>
                  <a:pt x="5010" y="0"/>
                </a:cubicBezTo>
                <a:cubicBezTo>
                  <a:pt x="2300" y="0"/>
                  <a:pt x="0" y="2219"/>
                  <a:pt x="0" y="5011"/>
                </a:cubicBezTo>
                <a:cubicBezTo>
                  <a:pt x="0" y="7804"/>
                  <a:pt x="2217" y="10022"/>
                  <a:pt x="5010" y="10022"/>
                </a:cubicBezTo>
                <a:cubicBezTo>
                  <a:pt x="7721" y="10022"/>
                  <a:pt x="10021" y="7804"/>
                  <a:pt x="10021" y="5011"/>
                </a:cubicBezTo>
                <a:moveTo>
                  <a:pt x="10021" y="30367"/>
                </a:moveTo>
                <a:cubicBezTo>
                  <a:pt x="10021" y="27574"/>
                  <a:pt x="7803" y="25356"/>
                  <a:pt x="5010" y="25356"/>
                </a:cubicBezTo>
                <a:cubicBezTo>
                  <a:pt x="2300" y="25356"/>
                  <a:pt x="0" y="27574"/>
                  <a:pt x="0" y="30367"/>
                </a:cubicBezTo>
                <a:cubicBezTo>
                  <a:pt x="0" y="33160"/>
                  <a:pt x="2217" y="35377"/>
                  <a:pt x="5010" y="35377"/>
                </a:cubicBezTo>
                <a:cubicBezTo>
                  <a:pt x="7721" y="35377"/>
                  <a:pt x="10021" y="33160"/>
                  <a:pt x="10021" y="30367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1" name="path-1222">
            <a:extLst xmlns:a="http://schemas.openxmlformats.org/drawingml/2006/main">
              <a:ext uri="{FF2B5EF4-FFF2-40B4-BE49-F238E27FC236}">
                <a16:creationId xmlns:a16="http://schemas.microsoft.com/office/drawing/2014/main" id="{0F4BB148-9306-4D7F-BAFC-5F2843BC5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01093" y="3870294"/>
            <a:ext cx="79120" cy="63492"/>
          </a:xfrm>
          <a:custGeom xmlns:a="http://schemas.openxmlformats.org/drawingml/2006/main">
            <a:pathLst>
              <a:path w="69083" h="55438">
                <a:moveTo>
                  <a:pt x="40662" y="6408"/>
                </a:moveTo>
                <a:cubicBezTo>
                  <a:pt x="41318" y="3862"/>
                  <a:pt x="41318" y="3696"/>
                  <a:pt x="44769" y="3696"/>
                </a:cubicBezTo>
                <a:lnTo>
                  <a:pt x="53558" y="3696"/>
                </a:lnTo>
                <a:cubicBezTo>
                  <a:pt x="62758" y="3696"/>
                  <a:pt x="63909" y="6243"/>
                  <a:pt x="63909" y="11335"/>
                </a:cubicBezTo>
                <a:cubicBezTo>
                  <a:pt x="63909" y="11910"/>
                  <a:pt x="63909" y="13471"/>
                  <a:pt x="63334" y="17413"/>
                </a:cubicBezTo>
                <a:lnTo>
                  <a:pt x="63251" y="18152"/>
                </a:lnTo>
                <a:cubicBezTo>
                  <a:pt x="63251" y="18973"/>
                  <a:pt x="63745" y="19630"/>
                  <a:pt x="64977" y="19630"/>
                </a:cubicBezTo>
                <a:cubicBezTo>
                  <a:pt x="66538" y="19630"/>
                  <a:pt x="66702" y="18891"/>
                  <a:pt x="66866" y="17413"/>
                </a:cubicBezTo>
                <a:lnTo>
                  <a:pt x="68919" y="2711"/>
                </a:lnTo>
                <a:cubicBezTo>
                  <a:pt x="69083" y="1890"/>
                  <a:pt x="69083" y="1726"/>
                  <a:pt x="69083" y="1396"/>
                </a:cubicBezTo>
                <a:cubicBezTo>
                  <a:pt x="69083" y="0"/>
                  <a:pt x="67770" y="0"/>
                  <a:pt x="66373" y="0"/>
                </a:cubicBezTo>
                <a:lnTo>
                  <a:pt x="8789" y="0"/>
                </a:lnTo>
                <a:cubicBezTo>
                  <a:pt x="6653" y="0"/>
                  <a:pt x="6571" y="0"/>
                  <a:pt x="5914" y="1726"/>
                </a:cubicBezTo>
                <a:lnTo>
                  <a:pt x="493" y="16837"/>
                </a:lnTo>
                <a:cubicBezTo>
                  <a:pt x="410" y="17002"/>
                  <a:pt x="0" y="18152"/>
                  <a:pt x="0" y="18234"/>
                </a:cubicBezTo>
                <a:cubicBezTo>
                  <a:pt x="0" y="18726"/>
                  <a:pt x="328" y="19630"/>
                  <a:pt x="1725" y="19630"/>
                </a:cubicBezTo>
                <a:cubicBezTo>
                  <a:pt x="3038" y="19630"/>
                  <a:pt x="3121" y="19384"/>
                  <a:pt x="3861" y="17413"/>
                </a:cubicBezTo>
                <a:cubicBezTo>
                  <a:pt x="7557" y="7640"/>
                  <a:pt x="9939" y="3696"/>
                  <a:pt x="21110" y="3696"/>
                </a:cubicBezTo>
                <a:lnTo>
                  <a:pt x="29982" y="3696"/>
                </a:lnTo>
                <a:cubicBezTo>
                  <a:pt x="30640" y="3696"/>
                  <a:pt x="31790" y="3696"/>
                  <a:pt x="32611" y="3862"/>
                </a:cubicBezTo>
                <a:lnTo>
                  <a:pt x="32611" y="4354"/>
                </a:lnTo>
                <a:lnTo>
                  <a:pt x="21604" y="48292"/>
                </a:lnTo>
                <a:cubicBezTo>
                  <a:pt x="20946" y="50921"/>
                  <a:pt x="20701" y="51742"/>
                  <a:pt x="12074" y="51742"/>
                </a:cubicBezTo>
                <a:lnTo>
                  <a:pt x="10268" y="51742"/>
                </a:lnTo>
                <a:cubicBezTo>
                  <a:pt x="8542" y="51742"/>
                  <a:pt x="8461" y="51825"/>
                  <a:pt x="8050" y="52153"/>
                </a:cubicBezTo>
                <a:cubicBezTo>
                  <a:pt x="7638" y="52564"/>
                  <a:pt x="7310" y="53468"/>
                  <a:pt x="7310" y="54042"/>
                </a:cubicBezTo>
                <a:cubicBezTo>
                  <a:pt x="7310" y="54536"/>
                  <a:pt x="7638" y="55438"/>
                  <a:pt x="8953" y="55438"/>
                </a:cubicBezTo>
                <a:cubicBezTo>
                  <a:pt x="11418" y="55438"/>
                  <a:pt x="14046" y="55193"/>
                  <a:pt x="16510" y="55193"/>
                </a:cubicBezTo>
                <a:cubicBezTo>
                  <a:pt x="19057" y="55193"/>
                  <a:pt x="21604" y="55110"/>
                  <a:pt x="24150" y="55110"/>
                </a:cubicBezTo>
                <a:cubicBezTo>
                  <a:pt x="26778" y="55110"/>
                  <a:pt x="29490" y="55193"/>
                  <a:pt x="32118" y="55193"/>
                </a:cubicBezTo>
                <a:cubicBezTo>
                  <a:pt x="34582" y="55193"/>
                  <a:pt x="37211" y="55438"/>
                  <a:pt x="39676" y="55438"/>
                </a:cubicBezTo>
                <a:cubicBezTo>
                  <a:pt x="40250" y="55438"/>
                  <a:pt x="41811" y="55438"/>
                  <a:pt x="41811" y="53138"/>
                </a:cubicBezTo>
                <a:cubicBezTo>
                  <a:pt x="41811" y="51742"/>
                  <a:pt x="40579" y="51742"/>
                  <a:pt x="39182" y="51742"/>
                </a:cubicBezTo>
                <a:lnTo>
                  <a:pt x="37376" y="51742"/>
                </a:lnTo>
                <a:cubicBezTo>
                  <a:pt x="35240" y="51742"/>
                  <a:pt x="33022" y="51742"/>
                  <a:pt x="30886" y="51332"/>
                </a:cubicBezTo>
                <a:cubicBezTo>
                  <a:pt x="30229" y="51249"/>
                  <a:pt x="29737" y="51168"/>
                  <a:pt x="29737" y="50264"/>
                </a:cubicBezTo>
                <a:cubicBezTo>
                  <a:pt x="29737" y="49853"/>
                  <a:pt x="29737" y="49689"/>
                  <a:pt x="30065" y="48539"/>
                </a:cubicBezTo>
                <a:lnTo>
                  <a:pt x="40662" y="6408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2" name="path-1223">
            <a:extLst xmlns:a="http://schemas.openxmlformats.org/drawingml/2006/main">
              <a:ext uri="{FF2B5EF4-FFF2-40B4-BE49-F238E27FC236}">
                <a16:creationId xmlns:a16="http://schemas.microsoft.com/office/drawing/2014/main" id="{118DBCDE-1127-4BC2-A5DC-AAEB85BE1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38937" y="3595510"/>
            <a:ext cx="250438" cy="263496"/>
          </a:xfrm>
          <a:custGeom xmlns:a="http://schemas.openxmlformats.org/drawingml/2006/main">
            <a:pathLst>
              <a:path w="218670" h="230071">
                <a:moveTo>
                  <a:pt x="198790" y="230071"/>
                </a:moveTo>
                <a:lnTo>
                  <a:pt x="218670" y="177487"/>
                </a:lnTo>
                <a:lnTo>
                  <a:pt x="214564" y="177487"/>
                </a:lnTo>
                <a:cubicBezTo>
                  <a:pt x="208156" y="194579"/>
                  <a:pt x="190741" y="205754"/>
                  <a:pt x="171846" y="210685"/>
                </a:cubicBezTo>
                <a:cubicBezTo>
                  <a:pt x="168397" y="211505"/>
                  <a:pt x="152298" y="215779"/>
                  <a:pt x="120754" y="215779"/>
                </a:cubicBezTo>
                <a:lnTo>
                  <a:pt x="21684" y="215779"/>
                </a:lnTo>
                <a:lnTo>
                  <a:pt x="105309" y="117668"/>
                </a:lnTo>
                <a:cubicBezTo>
                  <a:pt x="106460" y="116352"/>
                  <a:pt x="106788" y="115858"/>
                  <a:pt x="106788" y="115038"/>
                </a:cubicBezTo>
                <a:cubicBezTo>
                  <a:pt x="106788" y="114710"/>
                  <a:pt x="106788" y="114216"/>
                  <a:pt x="105637" y="112571"/>
                </a:cubicBezTo>
                <a:lnTo>
                  <a:pt x="29077" y="7887"/>
                </a:lnTo>
                <a:lnTo>
                  <a:pt x="119109" y="7887"/>
                </a:lnTo>
                <a:cubicBezTo>
                  <a:pt x="141125" y="7887"/>
                  <a:pt x="156076" y="10185"/>
                  <a:pt x="157555" y="10516"/>
                </a:cubicBezTo>
                <a:cubicBezTo>
                  <a:pt x="166426" y="11830"/>
                  <a:pt x="180718" y="14625"/>
                  <a:pt x="193699" y="22840"/>
                </a:cubicBezTo>
                <a:cubicBezTo>
                  <a:pt x="197805" y="25470"/>
                  <a:pt x="208976" y="32865"/>
                  <a:pt x="214564" y="46177"/>
                </a:cubicBezTo>
                <a:lnTo>
                  <a:pt x="218670" y="46177"/>
                </a:lnTo>
                <a:lnTo>
                  <a:pt x="198790" y="0"/>
                </a:lnTo>
                <a:lnTo>
                  <a:pt x="4600" y="0"/>
                </a:lnTo>
                <a:cubicBezTo>
                  <a:pt x="820" y="0"/>
                  <a:pt x="657" y="165"/>
                  <a:pt x="163" y="1151"/>
                </a:cubicBezTo>
                <a:cubicBezTo>
                  <a:pt x="0" y="1645"/>
                  <a:pt x="0" y="4766"/>
                  <a:pt x="0" y="6573"/>
                </a:cubicBezTo>
                <a:lnTo>
                  <a:pt x="86908" y="125554"/>
                </a:lnTo>
                <a:lnTo>
                  <a:pt x="1805" y="225308"/>
                </a:lnTo>
                <a:cubicBezTo>
                  <a:pt x="163" y="227278"/>
                  <a:pt x="163" y="228101"/>
                  <a:pt x="163" y="228266"/>
                </a:cubicBezTo>
                <a:cubicBezTo>
                  <a:pt x="163" y="230071"/>
                  <a:pt x="1642" y="230071"/>
                  <a:pt x="4600" y="230071"/>
                </a:cubicBezTo>
                <a:lnTo>
                  <a:pt x="198790" y="230071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3" name="path-1224">
            <a:extLst xmlns:a="http://schemas.openxmlformats.org/drawingml/2006/main">
              <a:ext uri="{FF2B5EF4-FFF2-40B4-BE49-F238E27FC236}">
                <a16:creationId xmlns:a16="http://schemas.microsoft.com/office/drawing/2014/main" id="{07F2FE7A-CA6A-4D28-9E12-B4CFECA99F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05840" y="3534232"/>
            <a:ext cx="98387" cy="88986"/>
          </a:xfrm>
          <a:custGeom xmlns:a="http://schemas.openxmlformats.org/drawingml/2006/main">
            <a:pathLst>
              <a:path w="85907" h="77698">
                <a:moveTo>
                  <a:pt x="50946" y="8163"/>
                </a:moveTo>
                <a:cubicBezTo>
                  <a:pt x="51751" y="4831"/>
                  <a:pt x="51981" y="4485"/>
                  <a:pt x="54511" y="4255"/>
                </a:cubicBezTo>
                <a:cubicBezTo>
                  <a:pt x="55085" y="4141"/>
                  <a:pt x="59111" y="4141"/>
                  <a:pt x="61411" y="4141"/>
                </a:cubicBezTo>
                <a:cubicBezTo>
                  <a:pt x="68427" y="4141"/>
                  <a:pt x="71415" y="4141"/>
                  <a:pt x="74292" y="5061"/>
                </a:cubicBezTo>
                <a:cubicBezTo>
                  <a:pt x="79466" y="6670"/>
                  <a:pt x="79696" y="10002"/>
                  <a:pt x="79696" y="14140"/>
                </a:cubicBezTo>
                <a:cubicBezTo>
                  <a:pt x="79696" y="15979"/>
                  <a:pt x="79696" y="17473"/>
                  <a:pt x="78891" y="23450"/>
                </a:cubicBezTo>
                <a:lnTo>
                  <a:pt x="78661" y="24713"/>
                </a:lnTo>
                <a:cubicBezTo>
                  <a:pt x="78661" y="25862"/>
                  <a:pt x="79466" y="26438"/>
                  <a:pt x="80616" y="26438"/>
                </a:cubicBezTo>
                <a:cubicBezTo>
                  <a:pt x="82341" y="26438"/>
                  <a:pt x="82571" y="25403"/>
                  <a:pt x="82802" y="23564"/>
                </a:cubicBezTo>
                <a:lnTo>
                  <a:pt x="85907" y="1611"/>
                </a:lnTo>
                <a:cubicBezTo>
                  <a:pt x="85907" y="0"/>
                  <a:pt x="84527" y="0"/>
                  <a:pt x="82457" y="0"/>
                </a:cubicBezTo>
                <a:lnTo>
                  <a:pt x="11729" y="0"/>
                </a:lnTo>
                <a:cubicBezTo>
                  <a:pt x="8855" y="0"/>
                  <a:pt x="8625" y="0"/>
                  <a:pt x="7819" y="2416"/>
                </a:cubicBezTo>
                <a:lnTo>
                  <a:pt x="574" y="22760"/>
                </a:lnTo>
                <a:cubicBezTo>
                  <a:pt x="460" y="23220"/>
                  <a:pt x="0" y="24253"/>
                  <a:pt x="0" y="24829"/>
                </a:cubicBezTo>
                <a:cubicBezTo>
                  <a:pt x="0" y="25289"/>
                  <a:pt x="230" y="26438"/>
                  <a:pt x="1955" y="26438"/>
                </a:cubicBezTo>
                <a:cubicBezTo>
                  <a:pt x="3450" y="26438"/>
                  <a:pt x="3680" y="25862"/>
                  <a:pt x="4369" y="23679"/>
                </a:cubicBezTo>
                <a:cubicBezTo>
                  <a:pt x="11039" y="5291"/>
                  <a:pt x="14835" y="4141"/>
                  <a:pt x="32315" y="4141"/>
                </a:cubicBezTo>
                <a:lnTo>
                  <a:pt x="37146" y="4141"/>
                </a:lnTo>
                <a:cubicBezTo>
                  <a:pt x="40596" y="4141"/>
                  <a:pt x="40710" y="4255"/>
                  <a:pt x="40710" y="5291"/>
                </a:cubicBezTo>
                <a:cubicBezTo>
                  <a:pt x="40710" y="5405"/>
                  <a:pt x="40710" y="5980"/>
                  <a:pt x="40250" y="7704"/>
                </a:cubicBezTo>
                <a:lnTo>
                  <a:pt x="25069" y="68157"/>
                </a:lnTo>
                <a:cubicBezTo>
                  <a:pt x="24036" y="72409"/>
                  <a:pt x="23690" y="73558"/>
                  <a:pt x="11615" y="73558"/>
                </a:cubicBezTo>
                <a:cubicBezTo>
                  <a:pt x="7474" y="73558"/>
                  <a:pt x="6440" y="73558"/>
                  <a:pt x="6440" y="76088"/>
                </a:cubicBezTo>
                <a:cubicBezTo>
                  <a:pt x="6440" y="76434"/>
                  <a:pt x="6670" y="77698"/>
                  <a:pt x="8395" y="77698"/>
                </a:cubicBezTo>
                <a:cubicBezTo>
                  <a:pt x="11615" y="77698"/>
                  <a:pt x="15065" y="77354"/>
                  <a:pt x="18285" y="77354"/>
                </a:cubicBezTo>
                <a:cubicBezTo>
                  <a:pt x="21505" y="77354"/>
                  <a:pt x="24955" y="77238"/>
                  <a:pt x="28175" y="77238"/>
                </a:cubicBezTo>
                <a:cubicBezTo>
                  <a:pt x="31395" y="77238"/>
                  <a:pt x="35305" y="77238"/>
                  <a:pt x="38525" y="77354"/>
                </a:cubicBezTo>
                <a:cubicBezTo>
                  <a:pt x="41631" y="77468"/>
                  <a:pt x="45081" y="77698"/>
                  <a:pt x="48185" y="77698"/>
                </a:cubicBezTo>
                <a:cubicBezTo>
                  <a:pt x="49105" y="77698"/>
                  <a:pt x="50832" y="77698"/>
                  <a:pt x="50832" y="75169"/>
                </a:cubicBezTo>
                <a:cubicBezTo>
                  <a:pt x="50832" y="73558"/>
                  <a:pt x="49680" y="73558"/>
                  <a:pt x="46116" y="73558"/>
                </a:cubicBezTo>
                <a:cubicBezTo>
                  <a:pt x="43930" y="73558"/>
                  <a:pt x="41631" y="73444"/>
                  <a:pt x="39445" y="73328"/>
                </a:cubicBezTo>
                <a:cubicBezTo>
                  <a:pt x="35535" y="72984"/>
                  <a:pt x="35305" y="72524"/>
                  <a:pt x="35305" y="71145"/>
                </a:cubicBezTo>
                <a:cubicBezTo>
                  <a:pt x="35305" y="70340"/>
                  <a:pt x="35305" y="70110"/>
                  <a:pt x="35765" y="68501"/>
                </a:cubicBezTo>
                <a:lnTo>
                  <a:pt x="50946" y="8163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4" name="path-1225">
            <a:extLst xmlns:a="http://schemas.openxmlformats.org/drawingml/2006/main">
              <a:ext uri="{FF2B5EF4-FFF2-40B4-BE49-F238E27FC236}">
                <a16:creationId xmlns:a16="http://schemas.microsoft.com/office/drawing/2014/main" id="{49EFDBED-0130-4DFE-BC96-5FCEBCD0C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05708" y="3804925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5" name="path-1226">
            <a:extLst xmlns:a="http://schemas.openxmlformats.org/drawingml/2006/main">
              <a:ext uri="{FF2B5EF4-FFF2-40B4-BE49-F238E27FC236}">
                <a16:creationId xmlns:a16="http://schemas.microsoft.com/office/drawing/2014/main" id="{ACF0FAB8-1624-45F5-ADCC-EC1F38DE8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66245" y="3836476"/>
            <a:ext cx="96940" cy="35418"/>
          </a:xfrm>
          <a:custGeom xmlns:a="http://schemas.openxmlformats.org/drawingml/2006/main">
            <a:pathLst>
              <a:path w="84643" h="30925">
                <a:moveTo>
                  <a:pt x="80272" y="5635"/>
                </a:moveTo>
                <a:cubicBezTo>
                  <a:pt x="81997" y="5635"/>
                  <a:pt x="84643" y="5635"/>
                  <a:pt x="84643" y="2760"/>
                </a:cubicBezTo>
                <a:cubicBezTo>
                  <a:pt x="84643" y="0"/>
                  <a:pt x="81883" y="0"/>
                  <a:pt x="80388" y="0"/>
                </a:cubicBezTo>
                <a:lnTo>
                  <a:pt x="4255" y="0"/>
                </a:lnTo>
                <a:cubicBezTo>
                  <a:pt x="2760" y="0"/>
                  <a:pt x="0" y="0"/>
                  <a:pt x="0" y="2760"/>
                </a:cubicBezTo>
                <a:cubicBezTo>
                  <a:pt x="0" y="5635"/>
                  <a:pt x="2644" y="5635"/>
                  <a:pt x="4369" y="5635"/>
                </a:cubicBezTo>
                <a:lnTo>
                  <a:pt x="80272" y="5635"/>
                </a:lnTo>
                <a:moveTo>
                  <a:pt x="80388" y="30925"/>
                </a:moveTo>
                <a:cubicBezTo>
                  <a:pt x="81883" y="30925"/>
                  <a:pt x="84643" y="30925"/>
                  <a:pt x="84643" y="28165"/>
                </a:cubicBezTo>
                <a:cubicBezTo>
                  <a:pt x="84643" y="25289"/>
                  <a:pt x="81997" y="25289"/>
                  <a:pt x="80272" y="25289"/>
                </a:cubicBezTo>
                <a:lnTo>
                  <a:pt x="4369" y="25289"/>
                </a:lnTo>
                <a:cubicBezTo>
                  <a:pt x="2644" y="25289"/>
                  <a:pt x="0" y="25289"/>
                  <a:pt x="0" y="28165"/>
                </a:cubicBezTo>
                <a:cubicBezTo>
                  <a:pt x="0" y="30925"/>
                  <a:pt x="2760" y="30925"/>
                  <a:pt x="4255" y="30925"/>
                </a:cubicBezTo>
                <a:lnTo>
                  <a:pt x="80388" y="30925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6" name="path-1227">
            <a:extLst xmlns:a="http://schemas.openxmlformats.org/drawingml/2006/main">
              <a:ext uri="{FF2B5EF4-FFF2-40B4-BE49-F238E27FC236}">
                <a16:creationId xmlns:a16="http://schemas.microsoft.com/office/drawing/2014/main" id="{55AE68D0-5806-405E-96B6-C11037BB2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86891" y="3799712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7" name="path-1228">
            <a:extLst xmlns:a="http://schemas.openxmlformats.org/drawingml/2006/main">
              <a:ext uri="{FF2B5EF4-FFF2-40B4-BE49-F238E27FC236}">
                <a16:creationId xmlns:a16="http://schemas.microsoft.com/office/drawing/2014/main" id="{D7E6C5AD-F814-433F-8A2C-3558CCA84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64464" y="3645831"/>
            <a:ext cx="134346" cy="128441"/>
          </a:xfrm>
          <a:custGeom xmlns:a="http://schemas.openxmlformats.org/drawingml/2006/main">
            <a:pathLst>
              <a:path w="117304" h="112148">
                <a:moveTo>
                  <a:pt x="43209" y="60265"/>
                </a:moveTo>
                <a:lnTo>
                  <a:pt x="71138" y="60265"/>
                </a:lnTo>
                <a:cubicBezTo>
                  <a:pt x="94467" y="60265"/>
                  <a:pt x="117304" y="43188"/>
                  <a:pt x="117304" y="24798"/>
                </a:cubicBezTo>
                <a:cubicBezTo>
                  <a:pt x="117304" y="12156"/>
                  <a:pt x="106460" y="0"/>
                  <a:pt x="84938" y="0"/>
                </a:cubicBezTo>
                <a:lnTo>
                  <a:pt x="31707" y="0"/>
                </a:lnTo>
                <a:cubicBezTo>
                  <a:pt x="28586" y="0"/>
                  <a:pt x="26778" y="0"/>
                  <a:pt x="26778" y="3124"/>
                </a:cubicBezTo>
                <a:cubicBezTo>
                  <a:pt x="26778" y="5094"/>
                  <a:pt x="28258" y="5094"/>
                  <a:pt x="31544" y="5094"/>
                </a:cubicBezTo>
                <a:cubicBezTo>
                  <a:pt x="33680" y="5094"/>
                  <a:pt x="36638" y="5259"/>
                  <a:pt x="38608" y="5422"/>
                </a:cubicBezTo>
                <a:cubicBezTo>
                  <a:pt x="41238" y="5751"/>
                  <a:pt x="42223" y="6245"/>
                  <a:pt x="42223" y="8050"/>
                </a:cubicBezTo>
                <a:cubicBezTo>
                  <a:pt x="42223" y="8706"/>
                  <a:pt x="42058" y="9200"/>
                  <a:pt x="41567" y="11171"/>
                </a:cubicBezTo>
                <a:lnTo>
                  <a:pt x="19551" y="99340"/>
                </a:lnTo>
                <a:cubicBezTo>
                  <a:pt x="17907" y="105743"/>
                  <a:pt x="17578" y="107056"/>
                  <a:pt x="4600" y="107056"/>
                </a:cubicBezTo>
                <a:cubicBezTo>
                  <a:pt x="1807" y="107056"/>
                  <a:pt x="0" y="107056"/>
                  <a:pt x="0" y="110177"/>
                </a:cubicBezTo>
                <a:cubicBezTo>
                  <a:pt x="0" y="112148"/>
                  <a:pt x="1970" y="112148"/>
                  <a:pt x="2464" y="112148"/>
                </a:cubicBezTo>
                <a:cubicBezTo>
                  <a:pt x="7064" y="112148"/>
                  <a:pt x="18729" y="111656"/>
                  <a:pt x="23329" y="111656"/>
                </a:cubicBezTo>
                <a:cubicBezTo>
                  <a:pt x="26778" y="111656"/>
                  <a:pt x="30393" y="111819"/>
                  <a:pt x="33843" y="111819"/>
                </a:cubicBezTo>
                <a:cubicBezTo>
                  <a:pt x="37458" y="111819"/>
                  <a:pt x="41073" y="112148"/>
                  <a:pt x="44522" y="112148"/>
                </a:cubicBezTo>
                <a:cubicBezTo>
                  <a:pt x="45673" y="112148"/>
                  <a:pt x="47809" y="112148"/>
                  <a:pt x="47809" y="108864"/>
                </a:cubicBezTo>
                <a:cubicBezTo>
                  <a:pt x="47809" y="107056"/>
                  <a:pt x="46330" y="107056"/>
                  <a:pt x="43209" y="107056"/>
                </a:cubicBezTo>
                <a:cubicBezTo>
                  <a:pt x="37129" y="107056"/>
                  <a:pt x="32529" y="107056"/>
                  <a:pt x="32529" y="104101"/>
                </a:cubicBezTo>
                <a:cubicBezTo>
                  <a:pt x="32529" y="103115"/>
                  <a:pt x="32858" y="102296"/>
                  <a:pt x="33023" y="101310"/>
                </a:cubicBezTo>
                <a:lnTo>
                  <a:pt x="43209" y="60265"/>
                </a:lnTo>
                <a:moveTo>
                  <a:pt x="55038" y="11334"/>
                </a:moveTo>
                <a:cubicBezTo>
                  <a:pt x="56515" y="5588"/>
                  <a:pt x="56843" y="5094"/>
                  <a:pt x="63910" y="5094"/>
                </a:cubicBezTo>
                <a:lnTo>
                  <a:pt x="79681" y="5094"/>
                </a:lnTo>
                <a:cubicBezTo>
                  <a:pt x="93316" y="5094"/>
                  <a:pt x="102025" y="9529"/>
                  <a:pt x="102025" y="20857"/>
                </a:cubicBezTo>
                <a:cubicBezTo>
                  <a:pt x="102025" y="27260"/>
                  <a:pt x="98738" y="41381"/>
                  <a:pt x="92331" y="47292"/>
                </a:cubicBezTo>
                <a:cubicBezTo>
                  <a:pt x="84116" y="54682"/>
                  <a:pt x="74259" y="55994"/>
                  <a:pt x="67031" y="55994"/>
                </a:cubicBezTo>
                <a:lnTo>
                  <a:pt x="43865" y="55994"/>
                </a:lnTo>
                <a:lnTo>
                  <a:pt x="55038" y="11334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8" name="path-1229">
            <a:extLst xmlns:a="http://schemas.openxmlformats.org/drawingml/2006/main">
              <a:ext uri="{FF2B5EF4-FFF2-40B4-BE49-F238E27FC236}">
                <a16:creationId xmlns:a16="http://schemas.microsoft.com/office/drawing/2014/main" id="{22C63750-5F37-4BEA-95E3-B82402509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2505" y="3633152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9" name="path-1230">
            <a:extLst xmlns:a="http://schemas.openxmlformats.org/drawingml/2006/main">
              <a:ext uri="{FF2B5EF4-FFF2-40B4-BE49-F238E27FC236}">
                <a16:creationId xmlns:a16="http://schemas.microsoft.com/office/drawing/2014/main" id="{2B1636D2-FFD6-4CC8-BF9A-7169F316D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1389" y="3656586"/>
            <a:ext cx="57763" cy="119707"/>
          </a:xfrm>
          <a:custGeom xmlns:a="http://schemas.openxmlformats.org/drawingml/2006/main">
            <a:pathLst>
              <a:path w="50436" h="104522">
                <a:moveTo>
                  <a:pt x="30065" y="37097"/>
                </a:moveTo>
                <a:lnTo>
                  <a:pt x="45507" y="37097"/>
                </a:lnTo>
                <a:cubicBezTo>
                  <a:pt x="48794" y="37097"/>
                  <a:pt x="50436" y="37097"/>
                  <a:pt x="50436" y="33810"/>
                </a:cubicBezTo>
                <a:cubicBezTo>
                  <a:pt x="50436" y="32003"/>
                  <a:pt x="48794" y="32003"/>
                  <a:pt x="45836" y="32003"/>
                </a:cubicBezTo>
                <a:lnTo>
                  <a:pt x="31379" y="32003"/>
                </a:lnTo>
                <a:cubicBezTo>
                  <a:pt x="37295" y="8701"/>
                  <a:pt x="38115" y="5420"/>
                  <a:pt x="38115" y="4435"/>
                </a:cubicBezTo>
                <a:cubicBezTo>
                  <a:pt x="38115" y="1642"/>
                  <a:pt x="36144" y="0"/>
                  <a:pt x="33351" y="0"/>
                </a:cubicBezTo>
                <a:cubicBezTo>
                  <a:pt x="32858" y="0"/>
                  <a:pt x="28258" y="163"/>
                  <a:pt x="26778" y="5911"/>
                </a:cubicBezTo>
                <a:lnTo>
                  <a:pt x="20371" y="32003"/>
                </a:lnTo>
                <a:lnTo>
                  <a:pt x="4929" y="32003"/>
                </a:lnTo>
                <a:cubicBezTo>
                  <a:pt x="1642" y="32003"/>
                  <a:pt x="0" y="32003"/>
                  <a:pt x="0" y="35126"/>
                </a:cubicBezTo>
                <a:cubicBezTo>
                  <a:pt x="0" y="37097"/>
                  <a:pt x="1314" y="37097"/>
                  <a:pt x="4600" y="37097"/>
                </a:cubicBezTo>
                <a:lnTo>
                  <a:pt x="19057" y="37097"/>
                </a:lnTo>
                <a:cubicBezTo>
                  <a:pt x="7227" y="83685"/>
                  <a:pt x="6571" y="86472"/>
                  <a:pt x="6571" y="89425"/>
                </a:cubicBezTo>
                <a:cubicBezTo>
                  <a:pt x="6571" y="98285"/>
                  <a:pt x="12815" y="104522"/>
                  <a:pt x="21687" y="104522"/>
                </a:cubicBezTo>
                <a:cubicBezTo>
                  <a:pt x="38443" y="104522"/>
                  <a:pt x="47809" y="80568"/>
                  <a:pt x="47809" y="79255"/>
                </a:cubicBezTo>
                <a:cubicBezTo>
                  <a:pt x="47809" y="77615"/>
                  <a:pt x="46495" y="77615"/>
                  <a:pt x="45836" y="77615"/>
                </a:cubicBezTo>
                <a:cubicBezTo>
                  <a:pt x="44359" y="77615"/>
                  <a:pt x="44194" y="78107"/>
                  <a:pt x="43371" y="79912"/>
                </a:cubicBezTo>
                <a:cubicBezTo>
                  <a:pt x="36307" y="96971"/>
                  <a:pt x="27601" y="100909"/>
                  <a:pt x="22015" y="100909"/>
                </a:cubicBezTo>
                <a:cubicBezTo>
                  <a:pt x="18563" y="100909"/>
                  <a:pt x="16921" y="98776"/>
                  <a:pt x="16921" y="93364"/>
                </a:cubicBezTo>
                <a:cubicBezTo>
                  <a:pt x="16921" y="89425"/>
                  <a:pt x="17250" y="88277"/>
                  <a:pt x="17907" y="85489"/>
                </a:cubicBezTo>
                <a:lnTo>
                  <a:pt x="30065" y="37097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0" name="path-1231">
            <a:extLst xmlns:a="http://schemas.openxmlformats.org/drawingml/2006/main">
              <a:ext uri="{FF2B5EF4-FFF2-40B4-BE49-F238E27FC236}">
                <a16:creationId xmlns:a16="http://schemas.microsoft.com/office/drawing/2014/main" id="{68CD21F0-73F3-4ED1-A20C-5D81711E9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50131" y="3743707"/>
            <a:ext cx="64539" cy="59939"/>
          </a:xfrm>
          <a:custGeom xmlns:a="http://schemas.openxmlformats.org/drawingml/2006/main">
            <a:pathLst>
              <a:path w="56352" h="52335">
                <a:moveTo>
                  <a:pt x="26336" y="0"/>
                </a:moveTo>
                <a:cubicBezTo>
                  <a:pt x="13112" y="1381"/>
                  <a:pt x="0" y="10813"/>
                  <a:pt x="0" y="26801"/>
                </a:cubicBezTo>
                <a:lnTo>
                  <a:pt x="0" y="27837"/>
                </a:lnTo>
                <a:cubicBezTo>
                  <a:pt x="805" y="43251"/>
                  <a:pt x="14951" y="52335"/>
                  <a:pt x="28521" y="52335"/>
                </a:cubicBezTo>
                <a:cubicBezTo>
                  <a:pt x="41517" y="52335"/>
                  <a:pt x="55547" y="43135"/>
                  <a:pt x="56352" y="27837"/>
                </a:cubicBezTo>
                <a:lnTo>
                  <a:pt x="56352" y="27261"/>
                </a:lnTo>
                <a:cubicBezTo>
                  <a:pt x="56352" y="11273"/>
                  <a:pt x="43012" y="0"/>
                  <a:pt x="27601" y="0"/>
                </a:cubicBezTo>
                <a:lnTo>
                  <a:pt x="26336" y="0"/>
                </a:lnTo>
                <a:moveTo>
                  <a:pt x="10466" y="28756"/>
                </a:moveTo>
                <a:cubicBezTo>
                  <a:pt x="10466" y="27837"/>
                  <a:pt x="10352" y="26917"/>
                  <a:pt x="10352" y="25996"/>
                </a:cubicBezTo>
                <a:cubicBezTo>
                  <a:pt x="10352" y="19670"/>
                  <a:pt x="10925" y="12192"/>
                  <a:pt x="16446" y="7361"/>
                </a:cubicBezTo>
                <a:cubicBezTo>
                  <a:pt x="19666" y="4601"/>
                  <a:pt x="23806" y="3222"/>
                  <a:pt x="27947" y="3222"/>
                </a:cubicBezTo>
                <a:cubicBezTo>
                  <a:pt x="33122" y="3222"/>
                  <a:pt x="38411" y="5291"/>
                  <a:pt x="41747" y="9318"/>
                </a:cubicBezTo>
                <a:cubicBezTo>
                  <a:pt x="45313" y="13458"/>
                  <a:pt x="45886" y="19440"/>
                  <a:pt x="45886" y="24387"/>
                </a:cubicBezTo>
                <a:cubicBezTo>
                  <a:pt x="45886" y="30827"/>
                  <a:pt x="45772" y="38188"/>
                  <a:pt x="41171" y="43251"/>
                </a:cubicBezTo>
                <a:cubicBezTo>
                  <a:pt x="37951" y="46931"/>
                  <a:pt x="33006" y="48656"/>
                  <a:pt x="28177" y="48656"/>
                </a:cubicBezTo>
                <a:cubicBezTo>
                  <a:pt x="19320" y="48656"/>
                  <a:pt x="12536" y="43019"/>
                  <a:pt x="10925" y="33473"/>
                </a:cubicBezTo>
                <a:cubicBezTo>
                  <a:pt x="10696" y="31862"/>
                  <a:pt x="10696" y="30367"/>
                  <a:pt x="10466" y="28756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1" name="path-1232">
            <a:extLst xmlns:a="http://schemas.openxmlformats.org/drawingml/2006/main">
              <a:ext uri="{FF2B5EF4-FFF2-40B4-BE49-F238E27FC236}">
                <a16:creationId xmlns:a16="http://schemas.microsoft.com/office/drawing/2014/main" id="{2DA5D008-6120-4271-BEFF-17F8C74A6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60845" y="3705191"/>
            <a:ext cx="125124" cy="44085"/>
          </a:xfrm>
          <a:custGeom xmlns:a="http://schemas.openxmlformats.org/drawingml/2006/main">
            <a:pathLst>
              <a:path w="109252" h="38493">
                <a:moveTo>
                  <a:pt x="103667" y="6571"/>
                </a:moveTo>
                <a:cubicBezTo>
                  <a:pt x="106131" y="6571"/>
                  <a:pt x="109252" y="6571"/>
                  <a:pt x="109252" y="3287"/>
                </a:cubicBezTo>
                <a:cubicBezTo>
                  <a:pt x="109252" y="0"/>
                  <a:pt x="106131" y="0"/>
                  <a:pt x="103830" y="0"/>
                </a:cubicBezTo>
                <a:lnTo>
                  <a:pt x="5420" y="0"/>
                </a:lnTo>
                <a:cubicBezTo>
                  <a:pt x="3121" y="0"/>
                  <a:pt x="0" y="0"/>
                  <a:pt x="0" y="3287"/>
                </a:cubicBezTo>
                <a:cubicBezTo>
                  <a:pt x="0" y="6571"/>
                  <a:pt x="3121" y="6571"/>
                  <a:pt x="5585" y="6571"/>
                </a:cubicBezTo>
                <a:lnTo>
                  <a:pt x="103667" y="6571"/>
                </a:lnTo>
                <a:moveTo>
                  <a:pt x="103830" y="38493"/>
                </a:moveTo>
                <a:cubicBezTo>
                  <a:pt x="106131" y="38493"/>
                  <a:pt x="109252" y="38493"/>
                  <a:pt x="109252" y="35207"/>
                </a:cubicBezTo>
                <a:cubicBezTo>
                  <a:pt x="109252" y="31920"/>
                  <a:pt x="106131" y="31920"/>
                  <a:pt x="103667" y="31920"/>
                </a:cubicBezTo>
                <a:lnTo>
                  <a:pt x="5585" y="31920"/>
                </a:lnTo>
                <a:cubicBezTo>
                  <a:pt x="3121" y="31920"/>
                  <a:pt x="0" y="31920"/>
                  <a:pt x="0" y="35207"/>
                </a:cubicBezTo>
                <a:cubicBezTo>
                  <a:pt x="0" y="38493"/>
                  <a:pt x="3121" y="38493"/>
                  <a:pt x="5420" y="38493"/>
                </a:cubicBezTo>
                <a:lnTo>
                  <a:pt x="103830" y="38493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2" name="path-1233">
            <a:extLst xmlns:a="http://schemas.openxmlformats.org/drawingml/2006/main">
              <a:ext uri="{FF2B5EF4-FFF2-40B4-BE49-F238E27FC236}">
                <a16:creationId xmlns:a16="http://schemas.microsoft.com/office/drawing/2014/main" id="{C8B13536-4AA9-4E0F-BD61-B55E4E8C9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21875" y="3656586"/>
            <a:ext cx="57763" cy="119707"/>
          </a:xfrm>
          <a:custGeom xmlns:a="http://schemas.openxmlformats.org/drawingml/2006/main">
            <a:pathLst>
              <a:path w="50436" h="104522">
                <a:moveTo>
                  <a:pt x="30065" y="37097"/>
                </a:moveTo>
                <a:lnTo>
                  <a:pt x="45507" y="37097"/>
                </a:lnTo>
                <a:cubicBezTo>
                  <a:pt x="48794" y="37097"/>
                  <a:pt x="50436" y="37097"/>
                  <a:pt x="50436" y="33810"/>
                </a:cubicBezTo>
                <a:cubicBezTo>
                  <a:pt x="50436" y="32003"/>
                  <a:pt x="48794" y="32003"/>
                  <a:pt x="45836" y="32003"/>
                </a:cubicBezTo>
                <a:lnTo>
                  <a:pt x="31379" y="32003"/>
                </a:lnTo>
                <a:cubicBezTo>
                  <a:pt x="37295" y="8701"/>
                  <a:pt x="38115" y="5420"/>
                  <a:pt x="38115" y="4435"/>
                </a:cubicBezTo>
                <a:cubicBezTo>
                  <a:pt x="38115" y="1642"/>
                  <a:pt x="36144" y="0"/>
                  <a:pt x="33351" y="0"/>
                </a:cubicBezTo>
                <a:cubicBezTo>
                  <a:pt x="32858" y="0"/>
                  <a:pt x="28258" y="163"/>
                  <a:pt x="26778" y="5911"/>
                </a:cubicBezTo>
                <a:lnTo>
                  <a:pt x="20371" y="32003"/>
                </a:lnTo>
                <a:lnTo>
                  <a:pt x="4929" y="32003"/>
                </a:lnTo>
                <a:cubicBezTo>
                  <a:pt x="1642" y="32003"/>
                  <a:pt x="0" y="32003"/>
                  <a:pt x="0" y="35126"/>
                </a:cubicBezTo>
                <a:cubicBezTo>
                  <a:pt x="0" y="37097"/>
                  <a:pt x="1314" y="37097"/>
                  <a:pt x="4600" y="37097"/>
                </a:cubicBezTo>
                <a:lnTo>
                  <a:pt x="19057" y="37097"/>
                </a:lnTo>
                <a:cubicBezTo>
                  <a:pt x="7227" y="83685"/>
                  <a:pt x="6571" y="86472"/>
                  <a:pt x="6571" y="89425"/>
                </a:cubicBezTo>
                <a:cubicBezTo>
                  <a:pt x="6571" y="98285"/>
                  <a:pt x="12815" y="104522"/>
                  <a:pt x="21687" y="104522"/>
                </a:cubicBezTo>
                <a:cubicBezTo>
                  <a:pt x="38443" y="104522"/>
                  <a:pt x="47809" y="80568"/>
                  <a:pt x="47809" y="79255"/>
                </a:cubicBezTo>
                <a:cubicBezTo>
                  <a:pt x="47809" y="77615"/>
                  <a:pt x="46495" y="77615"/>
                  <a:pt x="45836" y="77615"/>
                </a:cubicBezTo>
                <a:cubicBezTo>
                  <a:pt x="44359" y="77615"/>
                  <a:pt x="44194" y="78107"/>
                  <a:pt x="43371" y="79912"/>
                </a:cubicBezTo>
                <a:cubicBezTo>
                  <a:pt x="36307" y="96971"/>
                  <a:pt x="27601" y="100909"/>
                  <a:pt x="22015" y="100909"/>
                </a:cubicBezTo>
                <a:cubicBezTo>
                  <a:pt x="18563" y="100909"/>
                  <a:pt x="16921" y="98776"/>
                  <a:pt x="16921" y="93364"/>
                </a:cubicBezTo>
                <a:cubicBezTo>
                  <a:pt x="16921" y="89425"/>
                  <a:pt x="17250" y="88277"/>
                  <a:pt x="17907" y="85489"/>
                </a:cubicBezTo>
                <a:lnTo>
                  <a:pt x="30065" y="37097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3" name="path-1234">
            <a:extLst xmlns:a="http://schemas.openxmlformats.org/drawingml/2006/main">
              <a:ext uri="{FF2B5EF4-FFF2-40B4-BE49-F238E27FC236}">
                <a16:creationId xmlns:a16="http://schemas.microsoft.com/office/drawing/2014/main" id="{94424C57-E790-4623-889D-DCB0EC638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96226" y="3633152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4" name="path-1235">
            <a:extLst xmlns:a="http://schemas.openxmlformats.org/drawingml/2006/main">
              <a:ext uri="{FF2B5EF4-FFF2-40B4-BE49-F238E27FC236}">
                <a16:creationId xmlns:a16="http://schemas.microsoft.com/office/drawing/2014/main" id="{27E0432C-DB78-4301-8EB3-CA6CBCADC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67512" y="3645831"/>
            <a:ext cx="138860" cy="134688"/>
          </a:xfrm>
          <a:custGeom xmlns:a="http://schemas.openxmlformats.org/drawingml/2006/main">
            <a:pathLst>
              <a:path w="121245" h="117603">
                <a:moveTo>
                  <a:pt x="120425" y="3615"/>
                </a:moveTo>
                <a:cubicBezTo>
                  <a:pt x="120754" y="3124"/>
                  <a:pt x="121245" y="1973"/>
                  <a:pt x="121245" y="1316"/>
                </a:cubicBezTo>
                <a:cubicBezTo>
                  <a:pt x="121245" y="165"/>
                  <a:pt x="121082" y="0"/>
                  <a:pt x="117302" y="0"/>
                </a:cubicBezTo>
                <a:lnTo>
                  <a:pt x="3943" y="0"/>
                </a:lnTo>
                <a:cubicBezTo>
                  <a:pt x="163" y="0"/>
                  <a:pt x="0" y="165"/>
                  <a:pt x="0" y="1316"/>
                </a:cubicBezTo>
                <a:cubicBezTo>
                  <a:pt x="0" y="1973"/>
                  <a:pt x="491" y="3124"/>
                  <a:pt x="820" y="3615"/>
                </a:cubicBezTo>
                <a:lnTo>
                  <a:pt x="56187" y="114482"/>
                </a:lnTo>
                <a:cubicBezTo>
                  <a:pt x="57337" y="116617"/>
                  <a:pt x="57829" y="117603"/>
                  <a:pt x="60624" y="117603"/>
                </a:cubicBezTo>
                <a:cubicBezTo>
                  <a:pt x="63416" y="117603"/>
                  <a:pt x="63908" y="116617"/>
                  <a:pt x="65058" y="114482"/>
                </a:cubicBezTo>
                <a:lnTo>
                  <a:pt x="120425" y="3615"/>
                </a:lnTo>
                <a:moveTo>
                  <a:pt x="20371" y="11830"/>
                </a:moveTo>
                <a:lnTo>
                  <a:pt x="110568" y="11830"/>
                </a:lnTo>
                <a:lnTo>
                  <a:pt x="65552" y="102163"/>
                </a:lnTo>
                <a:lnTo>
                  <a:pt x="20371" y="11830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5" name="path-1236">
            <a:extLst xmlns:a="http://schemas.openxmlformats.org/drawingml/2006/main">
              <a:ext uri="{FF2B5EF4-FFF2-40B4-BE49-F238E27FC236}">
                <a16:creationId xmlns:a16="http://schemas.microsoft.com/office/drawing/2014/main" id="{02041CDD-640A-4403-B1C8-AE02B76B5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23235" y="3710008"/>
            <a:ext cx="71652" cy="93510"/>
          </a:xfrm>
          <a:custGeom xmlns:a="http://schemas.openxmlformats.org/drawingml/2006/main">
            <a:pathLst>
              <a:path w="62562" h="81648">
                <a:moveTo>
                  <a:pt x="62562" y="25513"/>
                </a:moveTo>
                <a:cubicBezTo>
                  <a:pt x="62562" y="5521"/>
                  <a:pt x="50142" y="0"/>
                  <a:pt x="40941" y="0"/>
                </a:cubicBezTo>
                <a:cubicBezTo>
                  <a:pt x="35537" y="0"/>
                  <a:pt x="22886" y="1841"/>
                  <a:pt x="11845" y="17817"/>
                </a:cubicBezTo>
                <a:cubicBezTo>
                  <a:pt x="4026" y="29075"/>
                  <a:pt x="0" y="45974"/>
                  <a:pt x="0" y="56103"/>
                </a:cubicBezTo>
                <a:cubicBezTo>
                  <a:pt x="0" y="73828"/>
                  <a:pt x="10120" y="81648"/>
                  <a:pt x="21735" y="81648"/>
                </a:cubicBezTo>
                <a:cubicBezTo>
                  <a:pt x="27715" y="81648"/>
                  <a:pt x="39216" y="79233"/>
                  <a:pt x="49566" y="65540"/>
                </a:cubicBezTo>
                <a:cubicBezTo>
                  <a:pt x="57731" y="54606"/>
                  <a:pt x="62562" y="37462"/>
                  <a:pt x="62562" y="25513"/>
                </a:cubicBezTo>
                <a:moveTo>
                  <a:pt x="18515" y="37577"/>
                </a:moveTo>
                <a:cubicBezTo>
                  <a:pt x="20701" y="29649"/>
                  <a:pt x="22656" y="22411"/>
                  <a:pt x="26566" y="15748"/>
                </a:cubicBezTo>
                <a:cubicBezTo>
                  <a:pt x="29211" y="11382"/>
                  <a:pt x="34617" y="5291"/>
                  <a:pt x="40712" y="5291"/>
                </a:cubicBezTo>
                <a:cubicBezTo>
                  <a:pt x="44621" y="5291"/>
                  <a:pt x="48877" y="8165"/>
                  <a:pt x="48877" y="18046"/>
                </a:cubicBezTo>
                <a:cubicBezTo>
                  <a:pt x="48877" y="24250"/>
                  <a:pt x="47382" y="30223"/>
                  <a:pt x="45657" y="37577"/>
                </a:cubicBezTo>
                <a:lnTo>
                  <a:pt x="18515" y="37577"/>
                </a:lnTo>
                <a:moveTo>
                  <a:pt x="44046" y="44018"/>
                </a:moveTo>
                <a:cubicBezTo>
                  <a:pt x="42782" y="49082"/>
                  <a:pt x="40252" y="58981"/>
                  <a:pt x="35881" y="66002"/>
                </a:cubicBezTo>
                <a:cubicBezTo>
                  <a:pt x="32087" y="72216"/>
                  <a:pt x="26796" y="76359"/>
                  <a:pt x="21967" y="76359"/>
                </a:cubicBezTo>
                <a:cubicBezTo>
                  <a:pt x="16446" y="76359"/>
                  <a:pt x="13686" y="71066"/>
                  <a:pt x="13686" y="63584"/>
                </a:cubicBezTo>
                <a:cubicBezTo>
                  <a:pt x="13686" y="57714"/>
                  <a:pt x="15527" y="49658"/>
                  <a:pt x="16906" y="44018"/>
                </a:cubicBezTo>
                <a:lnTo>
                  <a:pt x="44046" y="44018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6" name="path-1237">
            <a:extLst xmlns:a="http://schemas.openxmlformats.org/drawingml/2006/main">
              <a:ext uri="{FF2B5EF4-FFF2-40B4-BE49-F238E27FC236}">
                <a16:creationId xmlns:a16="http://schemas.microsoft.com/office/drawing/2014/main" id="{2B996AE5-75ED-4A65-91BF-C1F9ADF12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18184" y="3641605"/>
            <a:ext cx="117413" cy="136893"/>
          </a:xfrm>
          <a:custGeom xmlns:a="http://schemas.openxmlformats.org/drawingml/2006/main">
            <a:pathLst>
              <a:path w="102519" h="119528">
                <a:moveTo>
                  <a:pt x="24480" y="100629"/>
                </a:moveTo>
                <a:cubicBezTo>
                  <a:pt x="33351" y="86816"/>
                  <a:pt x="36144" y="76292"/>
                  <a:pt x="38280" y="67575"/>
                </a:cubicBezTo>
                <a:cubicBezTo>
                  <a:pt x="44031" y="44883"/>
                  <a:pt x="50273" y="25151"/>
                  <a:pt x="60458" y="13805"/>
                </a:cubicBezTo>
                <a:cubicBezTo>
                  <a:pt x="62431" y="11667"/>
                  <a:pt x="63745" y="10188"/>
                  <a:pt x="69002" y="10188"/>
                </a:cubicBezTo>
                <a:cubicBezTo>
                  <a:pt x="80338" y="10188"/>
                  <a:pt x="80666" y="21534"/>
                  <a:pt x="80666" y="23835"/>
                </a:cubicBezTo>
                <a:cubicBezTo>
                  <a:pt x="80666" y="26796"/>
                  <a:pt x="79847" y="29097"/>
                  <a:pt x="79847" y="29920"/>
                </a:cubicBezTo>
                <a:cubicBezTo>
                  <a:pt x="79847" y="31070"/>
                  <a:pt x="80832" y="31070"/>
                  <a:pt x="80995" y="31070"/>
                </a:cubicBezTo>
                <a:cubicBezTo>
                  <a:pt x="83624" y="31070"/>
                  <a:pt x="88059" y="29263"/>
                  <a:pt x="92168" y="26302"/>
                </a:cubicBezTo>
                <a:cubicBezTo>
                  <a:pt x="95126" y="24001"/>
                  <a:pt x="96602" y="22356"/>
                  <a:pt x="96602" y="15613"/>
                </a:cubicBezTo>
                <a:cubicBezTo>
                  <a:pt x="96602" y="6736"/>
                  <a:pt x="92002" y="0"/>
                  <a:pt x="82802" y="0"/>
                </a:cubicBezTo>
                <a:cubicBezTo>
                  <a:pt x="77545" y="0"/>
                  <a:pt x="63088" y="1316"/>
                  <a:pt x="46986" y="17586"/>
                </a:cubicBezTo>
                <a:cubicBezTo>
                  <a:pt x="33845" y="31070"/>
                  <a:pt x="26122" y="60669"/>
                  <a:pt x="23001" y="73003"/>
                </a:cubicBezTo>
                <a:cubicBezTo>
                  <a:pt x="20045" y="84349"/>
                  <a:pt x="18729" y="89445"/>
                  <a:pt x="13800" y="99312"/>
                </a:cubicBezTo>
                <a:cubicBezTo>
                  <a:pt x="12650" y="101285"/>
                  <a:pt x="8378" y="108520"/>
                  <a:pt x="6079" y="110659"/>
                </a:cubicBezTo>
                <a:cubicBezTo>
                  <a:pt x="1642" y="114765"/>
                  <a:pt x="0" y="117723"/>
                  <a:pt x="0" y="118543"/>
                </a:cubicBezTo>
                <a:cubicBezTo>
                  <a:pt x="0" y="118871"/>
                  <a:pt x="328" y="119528"/>
                  <a:pt x="1479" y="119528"/>
                </a:cubicBezTo>
                <a:cubicBezTo>
                  <a:pt x="2136" y="119528"/>
                  <a:pt x="5585" y="118871"/>
                  <a:pt x="9857" y="116078"/>
                </a:cubicBezTo>
                <a:cubicBezTo>
                  <a:pt x="12650" y="114436"/>
                  <a:pt x="12978" y="114108"/>
                  <a:pt x="16758" y="110165"/>
                </a:cubicBezTo>
                <a:cubicBezTo>
                  <a:pt x="24973" y="110328"/>
                  <a:pt x="30722" y="111807"/>
                  <a:pt x="41073" y="114765"/>
                </a:cubicBezTo>
                <a:cubicBezTo>
                  <a:pt x="49451" y="117064"/>
                  <a:pt x="57831" y="119528"/>
                  <a:pt x="66209" y="119528"/>
                </a:cubicBezTo>
                <a:cubicBezTo>
                  <a:pt x="79518" y="119528"/>
                  <a:pt x="92990" y="109508"/>
                  <a:pt x="98247" y="102273"/>
                </a:cubicBezTo>
                <a:cubicBezTo>
                  <a:pt x="101531" y="97833"/>
                  <a:pt x="102519" y="93722"/>
                  <a:pt x="102519" y="93228"/>
                </a:cubicBezTo>
                <a:cubicBezTo>
                  <a:pt x="102519" y="92078"/>
                  <a:pt x="101531" y="92078"/>
                  <a:pt x="101368" y="92078"/>
                </a:cubicBezTo>
                <a:cubicBezTo>
                  <a:pt x="98738" y="92078"/>
                  <a:pt x="94795" y="93885"/>
                  <a:pt x="92002" y="95858"/>
                </a:cubicBezTo>
                <a:cubicBezTo>
                  <a:pt x="87568" y="98656"/>
                  <a:pt x="87239" y="99641"/>
                  <a:pt x="86254" y="102436"/>
                </a:cubicBezTo>
                <a:cubicBezTo>
                  <a:pt x="85432" y="105068"/>
                  <a:pt x="84447" y="106384"/>
                  <a:pt x="83790" y="107369"/>
                </a:cubicBezTo>
                <a:cubicBezTo>
                  <a:pt x="82474" y="109342"/>
                  <a:pt x="82311" y="109342"/>
                  <a:pt x="79847" y="109342"/>
                </a:cubicBezTo>
                <a:cubicBezTo>
                  <a:pt x="71960" y="109342"/>
                  <a:pt x="63745" y="106876"/>
                  <a:pt x="52903" y="103918"/>
                </a:cubicBezTo>
                <a:cubicBezTo>
                  <a:pt x="48302" y="102601"/>
                  <a:pt x="39265" y="99969"/>
                  <a:pt x="31050" y="99969"/>
                </a:cubicBezTo>
                <a:cubicBezTo>
                  <a:pt x="28914" y="99969"/>
                  <a:pt x="26616" y="100135"/>
                  <a:pt x="24480" y="100629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7" name="path-1238">
            <a:extLst xmlns:a="http://schemas.openxmlformats.org/drawingml/2006/main">
              <a:ext uri="{FF2B5EF4-FFF2-40B4-BE49-F238E27FC236}">
                <a16:creationId xmlns:a16="http://schemas.microsoft.com/office/drawing/2014/main" id="{37D28422-03E9-4AFB-B115-CC1067591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60769" y="3633152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8" name="path-1239">
            <a:extLst xmlns:a="http://schemas.openxmlformats.org/drawingml/2006/main">
              <a:ext uri="{FF2B5EF4-FFF2-40B4-BE49-F238E27FC236}">
                <a16:creationId xmlns:a16="http://schemas.microsoft.com/office/drawing/2014/main" id="{FB8A1E74-8E2D-4A6F-841B-D9EE64147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0763" y="3691033"/>
            <a:ext cx="86741" cy="121826"/>
          </a:xfrm>
          <a:custGeom xmlns:a="http://schemas.openxmlformats.org/drawingml/2006/main">
            <a:pathLst>
              <a:path w="75738" h="106372">
                <a:moveTo>
                  <a:pt x="75081" y="10025"/>
                </a:moveTo>
                <a:cubicBezTo>
                  <a:pt x="75738" y="7724"/>
                  <a:pt x="75738" y="7395"/>
                  <a:pt x="75738" y="6245"/>
                </a:cubicBezTo>
                <a:cubicBezTo>
                  <a:pt x="75738" y="3287"/>
                  <a:pt x="73439" y="1807"/>
                  <a:pt x="70975" y="1807"/>
                </a:cubicBezTo>
                <a:cubicBezTo>
                  <a:pt x="69330" y="1807"/>
                  <a:pt x="66703" y="2795"/>
                  <a:pt x="65224" y="5259"/>
                </a:cubicBezTo>
                <a:cubicBezTo>
                  <a:pt x="64895" y="6082"/>
                  <a:pt x="63582" y="11176"/>
                  <a:pt x="62923" y="14134"/>
                </a:cubicBezTo>
                <a:cubicBezTo>
                  <a:pt x="61774" y="18405"/>
                  <a:pt x="60624" y="22843"/>
                  <a:pt x="59639" y="27280"/>
                </a:cubicBezTo>
                <a:lnTo>
                  <a:pt x="52246" y="56861"/>
                </a:lnTo>
                <a:cubicBezTo>
                  <a:pt x="51586" y="59328"/>
                  <a:pt x="44522" y="70832"/>
                  <a:pt x="33680" y="70832"/>
                </a:cubicBezTo>
                <a:cubicBezTo>
                  <a:pt x="25302" y="70832"/>
                  <a:pt x="23494" y="63599"/>
                  <a:pt x="23494" y="57520"/>
                </a:cubicBezTo>
                <a:cubicBezTo>
                  <a:pt x="23494" y="49960"/>
                  <a:pt x="26287" y="39772"/>
                  <a:pt x="31872" y="25309"/>
                </a:cubicBezTo>
                <a:cubicBezTo>
                  <a:pt x="34502" y="18571"/>
                  <a:pt x="35159" y="16763"/>
                  <a:pt x="35159" y="13477"/>
                </a:cubicBezTo>
                <a:cubicBezTo>
                  <a:pt x="35159" y="6082"/>
                  <a:pt x="29902" y="0"/>
                  <a:pt x="21687" y="0"/>
                </a:cubicBezTo>
                <a:cubicBezTo>
                  <a:pt x="6079" y="0"/>
                  <a:pt x="0" y="23830"/>
                  <a:pt x="0" y="25309"/>
                </a:cubicBezTo>
                <a:cubicBezTo>
                  <a:pt x="0" y="26951"/>
                  <a:pt x="1642" y="26951"/>
                  <a:pt x="1970" y="26951"/>
                </a:cubicBezTo>
                <a:cubicBezTo>
                  <a:pt x="3615" y="26951"/>
                  <a:pt x="3778" y="26623"/>
                  <a:pt x="4600" y="23993"/>
                </a:cubicBezTo>
                <a:cubicBezTo>
                  <a:pt x="9037" y="8546"/>
                  <a:pt x="15608" y="3615"/>
                  <a:pt x="21193" y="3615"/>
                </a:cubicBezTo>
                <a:cubicBezTo>
                  <a:pt x="22507" y="3615"/>
                  <a:pt x="25302" y="3615"/>
                  <a:pt x="25302" y="8874"/>
                </a:cubicBezTo>
                <a:cubicBezTo>
                  <a:pt x="25302" y="12983"/>
                  <a:pt x="23657" y="17257"/>
                  <a:pt x="22507" y="20378"/>
                </a:cubicBezTo>
                <a:cubicBezTo>
                  <a:pt x="15936" y="37799"/>
                  <a:pt x="12978" y="47167"/>
                  <a:pt x="12978" y="54891"/>
                </a:cubicBezTo>
                <a:cubicBezTo>
                  <a:pt x="12978" y="69516"/>
                  <a:pt x="23329" y="74444"/>
                  <a:pt x="33023" y="74444"/>
                </a:cubicBezTo>
                <a:cubicBezTo>
                  <a:pt x="39431" y="74444"/>
                  <a:pt x="45016" y="71652"/>
                  <a:pt x="49616" y="67051"/>
                </a:cubicBezTo>
                <a:cubicBezTo>
                  <a:pt x="47480" y="75595"/>
                  <a:pt x="45510" y="83644"/>
                  <a:pt x="38937" y="92351"/>
                </a:cubicBezTo>
                <a:cubicBezTo>
                  <a:pt x="34665" y="97956"/>
                  <a:pt x="28423" y="102759"/>
                  <a:pt x="20865" y="102759"/>
                </a:cubicBezTo>
                <a:cubicBezTo>
                  <a:pt x="18566" y="102759"/>
                  <a:pt x="11173" y="102260"/>
                  <a:pt x="8378" y="95803"/>
                </a:cubicBezTo>
                <a:cubicBezTo>
                  <a:pt x="11008" y="95803"/>
                  <a:pt x="13144" y="95803"/>
                  <a:pt x="15442" y="93830"/>
                </a:cubicBezTo>
                <a:cubicBezTo>
                  <a:pt x="17087" y="92351"/>
                  <a:pt x="18729" y="90215"/>
                  <a:pt x="18729" y="87094"/>
                </a:cubicBezTo>
                <a:cubicBezTo>
                  <a:pt x="18729" y="82002"/>
                  <a:pt x="14294" y="81343"/>
                  <a:pt x="12650" y="81343"/>
                </a:cubicBezTo>
                <a:cubicBezTo>
                  <a:pt x="8872" y="81343"/>
                  <a:pt x="3449" y="83973"/>
                  <a:pt x="3449" y="92022"/>
                </a:cubicBezTo>
                <a:cubicBezTo>
                  <a:pt x="3449" y="100275"/>
                  <a:pt x="10679" y="106372"/>
                  <a:pt x="20865" y="106372"/>
                </a:cubicBezTo>
                <a:cubicBezTo>
                  <a:pt x="37786" y="106372"/>
                  <a:pt x="54710" y="91366"/>
                  <a:pt x="59310" y="72802"/>
                </a:cubicBezTo>
                <a:lnTo>
                  <a:pt x="75081" y="10025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9" name="path-1240">
            <a:extLst xmlns:a="http://schemas.openxmlformats.org/drawingml/2006/main">
              <a:ext uri="{FF2B5EF4-FFF2-40B4-BE49-F238E27FC236}">
                <a16:creationId xmlns:a16="http://schemas.microsoft.com/office/drawing/2014/main" id="{49A15E08-8626-41A6-8582-EA10CC3EE1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30516" y="3754329"/>
            <a:ext cx="22013" cy="56325"/>
          </a:xfrm>
          <a:custGeom xmlns:a="http://schemas.openxmlformats.org/drawingml/2006/main">
            <a:pathLst>
              <a:path w="19220" h="49180">
                <a:moveTo>
                  <a:pt x="19220" y="17250"/>
                </a:moveTo>
                <a:cubicBezTo>
                  <a:pt x="19220" y="6408"/>
                  <a:pt x="15114" y="0"/>
                  <a:pt x="8706" y="0"/>
                </a:cubicBezTo>
                <a:cubicBezTo>
                  <a:pt x="3284" y="0"/>
                  <a:pt x="0" y="4106"/>
                  <a:pt x="0" y="8706"/>
                </a:cubicBezTo>
                <a:cubicBezTo>
                  <a:pt x="0" y="13144"/>
                  <a:pt x="3284" y="17413"/>
                  <a:pt x="8706" y="17413"/>
                </a:cubicBezTo>
                <a:cubicBezTo>
                  <a:pt x="10677" y="17413"/>
                  <a:pt x="12813" y="16756"/>
                  <a:pt x="14457" y="15279"/>
                </a:cubicBezTo>
                <a:cubicBezTo>
                  <a:pt x="14949" y="14949"/>
                  <a:pt x="15114" y="14786"/>
                  <a:pt x="15277" y="14786"/>
                </a:cubicBezTo>
                <a:cubicBezTo>
                  <a:pt x="15442" y="14786"/>
                  <a:pt x="15608" y="14949"/>
                  <a:pt x="15608" y="17250"/>
                </a:cubicBezTo>
                <a:cubicBezTo>
                  <a:pt x="15608" y="29433"/>
                  <a:pt x="9857" y="39310"/>
                  <a:pt x="4435" y="44743"/>
                </a:cubicBezTo>
                <a:cubicBezTo>
                  <a:pt x="2627" y="46553"/>
                  <a:pt x="2627" y="46881"/>
                  <a:pt x="2627" y="47375"/>
                </a:cubicBezTo>
                <a:cubicBezTo>
                  <a:pt x="2627" y="48523"/>
                  <a:pt x="3449" y="49180"/>
                  <a:pt x="4272" y="49180"/>
                </a:cubicBezTo>
                <a:cubicBezTo>
                  <a:pt x="6077" y="49180"/>
                  <a:pt x="19220" y="36513"/>
                  <a:pt x="19220" y="17250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0" name="path-1241">
            <a:extLst xmlns:a="http://schemas.openxmlformats.org/drawingml/2006/main">
              <a:ext uri="{FF2B5EF4-FFF2-40B4-BE49-F238E27FC236}">
                <a16:creationId xmlns:a16="http://schemas.microsoft.com/office/drawing/2014/main" id="{89F4F548-D48C-4103-B8CD-8D815C7FA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5648" y="3691033"/>
            <a:ext cx="77522" cy="119804"/>
          </a:xfrm>
          <a:custGeom xmlns:a="http://schemas.openxmlformats.org/drawingml/2006/main">
            <a:pathLst>
              <a:path w="67688" h="104607">
                <a:moveTo>
                  <a:pt x="67688" y="1807"/>
                </a:moveTo>
                <a:cubicBezTo>
                  <a:pt x="67688" y="1151"/>
                  <a:pt x="67194" y="165"/>
                  <a:pt x="66044" y="165"/>
                </a:cubicBezTo>
                <a:cubicBezTo>
                  <a:pt x="64239" y="165"/>
                  <a:pt x="57666" y="6738"/>
                  <a:pt x="54873" y="11504"/>
                </a:cubicBezTo>
                <a:cubicBezTo>
                  <a:pt x="51258" y="2630"/>
                  <a:pt x="44851" y="0"/>
                  <a:pt x="39594" y="0"/>
                </a:cubicBezTo>
                <a:cubicBezTo>
                  <a:pt x="20208" y="0"/>
                  <a:pt x="0" y="24322"/>
                  <a:pt x="0" y="48152"/>
                </a:cubicBezTo>
                <a:cubicBezTo>
                  <a:pt x="0" y="64256"/>
                  <a:pt x="9694" y="74444"/>
                  <a:pt x="21687" y="74444"/>
                </a:cubicBezTo>
                <a:cubicBezTo>
                  <a:pt x="28751" y="74444"/>
                  <a:pt x="35159" y="70503"/>
                  <a:pt x="41073" y="64587"/>
                </a:cubicBezTo>
                <a:cubicBezTo>
                  <a:pt x="39594" y="70338"/>
                  <a:pt x="34171" y="92589"/>
                  <a:pt x="33680" y="94073"/>
                </a:cubicBezTo>
                <a:cubicBezTo>
                  <a:pt x="32366" y="98691"/>
                  <a:pt x="31050" y="99350"/>
                  <a:pt x="21850" y="99515"/>
                </a:cubicBezTo>
                <a:cubicBezTo>
                  <a:pt x="19714" y="99515"/>
                  <a:pt x="18072" y="99515"/>
                  <a:pt x="18072" y="102802"/>
                </a:cubicBezTo>
                <a:cubicBezTo>
                  <a:pt x="18072" y="102965"/>
                  <a:pt x="18072" y="104607"/>
                  <a:pt x="20208" y="104607"/>
                </a:cubicBezTo>
                <a:cubicBezTo>
                  <a:pt x="25465" y="104607"/>
                  <a:pt x="31216" y="104116"/>
                  <a:pt x="36638" y="104116"/>
                </a:cubicBezTo>
                <a:cubicBezTo>
                  <a:pt x="42223" y="104116"/>
                  <a:pt x="48137" y="104607"/>
                  <a:pt x="53559" y="104607"/>
                </a:cubicBezTo>
                <a:cubicBezTo>
                  <a:pt x="54379" y="104607"/>
                  <a:pt x="56515" y="104607"/>
                  <a:pt x="56515" y="101323"/>
                </a:cubicBezTo>
                <a:cubicBezTo>
                  <a:pt x="56515" y="99515"/>
                  <a:pt x="54873" y="99515"/>
                  <a:pt x="52243" y="99515"/>
                </a:cubicBezTo>
                <a:cubicBezTo>
                  <a:pt x="44359" y="99515"/>
                  <a:pt x="44359" y="98360"/>
                  <a:pt x="44359" y="96876"/>
                </a:cubicBezTo>
                <a:cubicBezTo>
                  <a:pt x="44359" y="95723"/>
                  <a:pt x="44688" y="94732"/>
                  <a:pt x="45016" y="93248"/>
                </a:cubicBezTo>
                <a:lnTo>
                  <a:pt x="67688" y="1807"/>
                </a:lnTo>
                <a:moveTo>
                  <a:pt x="22178" y="70832"/>
                </a:moveTo>
                <a:cubicBezTo>
                  <a:pt x="12321" y="70832"/>
                  <a:pt x="11664" y="58177"/>
                  <a:pt x="11664" y="55382"/>
                </a:cubicBezTo>
                <a:cubicBezTo>
                  <a:pt x="11664" y="47495"/>
                  <a:pt x="16430" y="29581"/>
                  <a:pt x="19223" y="22680"/>
                </a:cubicBezTo>
                <a:cubicBezTo>
                  <a:pt x="24314" y="10519"/>
                  <a:pt x="32858" y="3615"/>
                  <a:pt x="39594" y="3615"/>
                </a:cubicBezTo>
                <a:cubicBezTo>
                  <a:pt x="50273" y="3615"/>
                  <a:pt x="52574" y="16926"/>
                  <a:pt x="52574" y="18077"/>
                </a:cubicBezTo>
                <a:cubicBezTo>
                  <a:pt x="52574" y="19065"/>
                  <a:pt x="43537" y="55054"/>
                  <a:pt x="43043" y="55713"/>
                </a:cubicBezTo>
                <a:cubicBezTo>
                  <a:pt x="40579" y="60313"/>
                  <a:pt x="31379" y="70832"/>
                  <a:pt x="22178" y="70832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1" name="path-1242">
            <a:extLst xmlns:a="http://schemas.openxmlformats.org/drawingml/2006/main">
              <a:ext uri="{FF2B5EF4-FFF2-40B4-BE49-F238E27FC236}">
                <a16:creationId xmlns:a16="http://schemas.microsoft.com/office/drawing/2014/main" id="{8A0147F9-84CB-4221-9D44-5ECE57BF3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07318" y="3633152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162649"/>
                </a:moveTo>
                <a:cubicBezTo>
                  <a:pt x="38115" y="162157"/>
                  <a:pt x="38115" y="161826"/>
                  <a:pt x="35322" y="159034"/>
                </a:cubicBezTo>
                <a:cubicBezTo>
                  <a:pt x="14786" y="138334"/>
                  <a:pt x="9529" y="107282"/>
                  <a:pt x="9529" y="82145"/>
                </a:cubicBezTo>
                <a:cubicBezTo>
                  <a:pt x="9529" y="53559"/>
                  <a:pt x="15771" y="24973"/>
                  <a:pt x="35979" y="4437"/>
                </a:cubicBezTo>
                <a:cubicBezTo>
                  <a:pt x="38115" y="2467"/>
                  <a:pt x="38115" y="2136"/>
                  <a:pt x="38115" y="1645"/>
                </a:cubicBezTo>
                <a:cubicBezTo>
                  <a:pt x="38115" y="494"/>
                  <a:pt x="37458" y="0"/>
                  <a:pt x="36473" y="0"/>
                </a:cubicBezTo>
                <a:cubicBezTo>
                  <a:pt x="34828" y="0"/>
                  <a:pt x="20042" y="11173"/>
                  <a:pt x="10348" y="32038"/>
                </a:cubicBezTo>
                <a:cubicBezTo>
                  <a:pt x="1970" y="50110"/>
                  <a:pt x="0" y="68345"/>
                  <a:pt x="0" y="82145"/>
                </a:cubicBezTo>
                <a:cubicBezTo>
                  <a:pt x="0" y="94960"/>
                  <a:pt x="1805" y="114840"/>
                  <a:pt x="10842" y="133406"/>
                </a:cubicBezTo>
                <a:cubicBezTo>
                  <a:pt x="20699" y="153614"/>
                  <a:pt x="34828" y="164291"/>
                  <a:pt x="36473" y="164291"/>
                </a:cubicBezTo>
                <a:cubicBezTo>
                  <a:pt x="37458" y="164291"/>
                  <a:pt x="38115" y="163799"/>
                  <a:pt x="38115" y="162649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2" name="path-1243">
            <a:extLst xmlns:a="http://schemas.openxmlformats.org/drawingml/2006/main">
              <a:ext uri="{FF2B5EF4-FFF2-40B4-BE49-F238E27FC236}">
                <a16:creationId xmlns:a16="http://schemas.microsoft.com/office/drawing/2014/main" id="{5D4F1DE2-2FE6-4F07-8E40-DBC29A17A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70509" y="3642156"/>
            <a:ext cx="94269" cy="133585"/>
          </a:xfrm>
          <a:custGeom xmlns:a="http://schemas.openxmlformats.org/drawingml/2006/main">
            <a:pathLst>
              <a:path w="82311" h="116640">
                <a:moveTo>
                  <a:pt x="82311" y="34823"/>
                </a:moveTo>
                <a:cubicBezTo>
                  <a:pt x="82311" y="5916"/>
                  <a:pt x="65224" y="0"/>
                  <a:pt x="55201" y="0"/>
                </a:cubicBezTo>
                <a:cubicBezTo>
                  <a:pt x="42223" y="0"/>
                  <a:pt x="25793" y="8543"/>
                  <a:pt x="13472" y="30880"/>
                </a:cubicBezTo>
                <a:cubicBezTo>
                  <a:pt x="5094" y="46320"/>
                  <a:pt x="0" y="68661"/>
                  <a:pt x="0" y="81970"/>
                </a:cubicBezTo>
                <a:cubicBezTo>
                  <a:pt x="0" y="105798"/>
                  <a:pt x="12487" y="116640"/>
                  <a:pt x="27272" y="116640"/>
                </a:cubicBezTo>
                <a:cubicBezTo>
                  <a:pt x="38280" y="116640"/>
                  <a:pt x="52737" y="110235"/>
                  <a:pt x="64073" y="93474"/>
                </a:cubicBezTo>
                <a:cubicBezTo>
                  <a:pt x="77874" y="73261"/>
                  <a:pt x="82311" y="47139"/>
                  <a:pt x="82311" y="34823"/>
                </a:cubicBezTo>
                <a:moveTo>
                  <a:pt x="24973" y="54367"/>
                </a:moveTo>
                <a:cubicBezTo>
                  <a:pt x="27272" y="44840"/>
                  <a:pt x="31544" y="29894"/>
                  <a:pt x="36473" y="21354"/>
                </a:cubicBezTo>
                <a:cubicBezTo>
                  <a:pt x="40253" y="14620"/>
                  <a:pt x="46986" y="5916"/>
                  <a:pt x="54873" y="5916"/>
                </a:cubicBezTo>
                <a:cubicBezTo>
                  <a:pt x="61774" y="5916"/>
                  <a:pt x="64730" y="13144"/>
                  <a:pt x="64730" y="22833"/>
                </a:cubicBezTo>
                <a:cubicBezTo>
                  <a:pt x="64730" y="33179"/>
                  <a:pt x="61118" y="47468"/>
                  <a:pt x="59310" y="54367"/>
                </a:cubicBezTo>
                <a:lnTo>
                  <a:pt x="24973" y="54367"/>
                </a:lnTo>
                <a:moveTo>
                  <a:pt x="57337" y="62251"/>
                </a:moveTo>
                <a:cubicBezTo>
                  <a:pt x="47152" y="106289"/>
                  <a:pt x="33351" y="110726"/>
                  <a:pt x="27601" y="110726"/>
                </a:cubicBezTo>
                <a:cubicBezTo>
                  <a:pt x="25302" y="110726"/>
                  <a:pt x="21850" y="110069"/>
                  <a:pt x="19551" y="104975"/>
                </a:cubicBezTo>
                <a:cubicBezTo>
                  <a:pt x="17581" y="100538"/>
                  <a:pt x="17581" y="94131"/>
                  <a:pt x="17581" y="93965"/>
                </a:cubicBezTo>
                <a:cubicBezTo>
                  <a:pt x="17581" y="84600"/>
                  <a:pt x="21193" y="69318"/>
                  <a:pt x="23001" y="62251"/>
                </a:cubicBezTo>
                <a:lnTo>
                  <a:pt x="57337" y="62251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3" name="path-1244">
            <a:extLst xmlns:a="http://schemas.openxmlformats.org/drawingml/2006/main">
              <a:ext uri="{FF2B5EF4-FFF2-40B4-BE49-F238E27FC236}">
                <a16:creationId xmlns:a16="http://schemas.microsoft.com/office/drawing/2014/main" id="{74931C85-4B9E-4A13-801A-B0B19B067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9770" y="3754329"/>
            <a:ext cx="22013" cy="56325"/>
          </a:xfrm>
          <a:custGeom xmlns:a="http://schemas.openxmlformats.org/drawingml/2006/main">
            <a:pathLst>
              <a:path w="19220" h="49180">
                <a:moveTo>
                  <a:pt x="19220" y="17250"/>
                </a:moveTo>
                <a:cubicBezTo>
                  <a:pt x="19220" y="6408"/>
                  <a:pt x="15114" y="0"/>
                  <a:pt x="8706" y="0"/>
                </a:cubicBezTo>
                <a:cubicBezTo>
                  <a:pt x="3284" y="0"/>
                  <a:pt x="0" y="4106"/>
                  <a:pt x="0" y="8706"/>
                </a:cubicBezTo>
                <a:cubicBezTo>
                  <a:pt x="0" y="13144"/>
                  <a:pt x="3284" y="17413"/>
                  <a:pt x="8706" y="17413"/>
                </a:cubicBezTo>
                <a:cubicBezTo>
                  <a:pt x="10677" y="17413"/>
                  <a:pt x="12813" y="16756"/>
                  <a:pt x="14457" y="15279"/>
                </a:cubicBezTo>
                <a:cubicBezTo>
                  <a:pt x="14949" y="14949"/>
                  <a:pt x="15114" y="14786"/>
                  <a:pt x="15277" y="14786"/>
                </a:cubicBezTo>
                <a:cubicBezTo>
                  <a:pt x="15442" y="14786"/>
                  <a:pt x="15608" y="14949"/>
                  <a:pt x="15608" y="17250"/>
                </a:cubicBezTo>
                <a:cubicBezTo>
                  <a:pt x="15608" y="29433"/>
                  <a:pt x="9857" y="39310"/>
                  <a:pt x="4435" y="44743"/>
                </a:cubicBezTo>
                <a:cubicBezTo>
                  <a:pt x="2627" y="46553"/>
                  <a:pt x="2627" y="46881"/>
                  <a:pt x="2627" y="47375"/>
                </a:cubicBezTo>
                <a:cubicBezTo>
                  <a:pt x="2627" y="48523"/>
                  <a:pt x="3449" y="49180"/>
                  <a:pt x="4272" y="49180"/>
                </a:cubicBezTo>
                <a:cubicBezTo>
                  <a:pt x="6077" y="49180"/>
                  <a:pt x="19220" y="36513"/>
                  <a:pt x="19220" y="17250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4" name="path-1245">
            <a:extLst xmlns:a="http://schemas.openxmlformats.org/drawingml/2006/main">
              <a:ext uri="{FF2B5EF4-FFF2-40B4-BE49-F238E27FC236}">
                <a16:creationId xmlns:a16="http://schemas.microsoft.com/office/drawing/2014/main" id="{CD36640B-F493-4BB5-88F4-56D1BFFD9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64536" y="3645280"/>
            <a:ext cx="171978" cy="128992"/>
          </a:xfrm>
          <a:custGeom xmlns:a="http://schemas.openxmlformats.org/drawingml/2006/main">
            <a:pathLst>
              <a:path w="150162" h="112629">
                <a:moveTo>
                  <a:pt x="89212" y="47779"/>
                </a:moveTo>
                <a:lnTo>
                  <a:pt x="110897" y="26438"/>
                </a:lnTo>
                <a:lnTo>
                  <a:pt x="121085" y="16097"/>
                </a:lnTo>
                <a:cubicBezTo>
                  <a:pt x="127655" y="9857"/>
                  <a:pt x="129626" y="7887"/>
                  <a:pt x="146712" y="7724"/>
                </a:cubicBezTo>
                <a:cubicBezTo>
                  <a:pt x="149833" y="7724"/>
                  <a:pt x="150162" y="3452"/>
                  <a:pt x="150162" y="2958"/>
                </a:cubicBezTo>
                <a:cubicBezTo>
                  <a:pt x="150162" y="1973"/>
                  <a:pt x="149505" y="0"/>
                  <a:pt x="146878" y="0"/>
                </a:cubicBezTo>
                <a:cubicBezTo>
                  <a:pt x="141127" y="0"/>
                  <a:pt x="134885" y="494"/>
                  <a:pt x="128969" y="494"/>
                </a:cubicBezTo>
                <a:cubicBezTo>
                  <a:pt x="124206" y="494"/>
                  <a:pt x="112376" y="0"/>
                  <a:pt x="107613" y="0"/>
                </a:cubicBezTo>
                <a:cubicBezTo>
                  <a:pt x="106297" y="0"/>
                  <a:pt x="103013" y="0"/>
                  <a:pt x="103013" y="4603"/>
                </a:cubicBezTo>
                <a:cubicBezTo>
                  <a:pt x="103013" y="7558"/>
                  <a:pt x="105640" y="7724"/>
                  <a:pt x="107119" y="7724"/>
                </a:cubicBezTo>
                <a:cubicBezTo>
                  <a:pt x="112047" y="7887"/>
                  <a:pt x="116319" y="9200"/>
                  <a:pt x="116976" y="9366"/>
                </a:cubicBezTo>
                <a:lnTo>
                  <a:pt x="85597" y="40393"/>
                </a:lnTo>
                <a:lnTo>
                  <a:pt x="70481" y="8709"/>
                </a:lnTo>
                <a:cubicBezTo>
                  <a:pt x="72125" y="8380"/>
                  <a:pt x="77217" y="7724"/>
                  <a:pt x="80012" y="7724"/>
                </a:cubicBezTo>
                <a:cubicBezTo>
                  <a:pt x="81817" y="7724"/>
                  <a:pt x="84775" y="7724"/>
                  <a:pt x="84775" y="3124"/>
                </a:cubicBezTo>
                <a:cubicBezTo>
                  <a:pt x="84775" y="822"/>
                  <a:pt x="83296" y="0"/>
                  <a:pt x="81160" y="0"/>
                </a:cubicBezTo>
                <a:cubicBezTo>
                  <a:pt x="75575" y="0"/>
                  <a:pt x="61774" y="494"/>
                  <a:pt x="56189" y="494"/>
                </a:cubicBezTo>
                <a:cubicBezTo>
                  <a:pt x="52409" y="494"/>
                  <a:pt x="48631" y="331"/>
                  <a:pt x="44853" y="331"/>
                </a:cubicBezTo>
                <a:cubicBezTo>
                  <a:pt x="41073" y="331"/>
                  <a:pt x="37132" y="0"/>
                  <a:pt x="33351" y="0"/>
                </a:cubicBezTo>
                <a:cubicBezTo>
                  <a:pt x="31872" y="0"/>
                  <a:pt x="28751" y="0"/>
                  <a:pt x="28751" y="4603"/>
                </a:cubicBezTo>
                <a:cubicBezTo>
                  <a:pt x="28751" y="7724"/>
                  <a:pt x="30887" y="7724"/>
                  <a:pt x="35487" y="7724"/>
                </a:cubicBezTo>
                <a:cubicBezTo>
                  <a:pt x="37789" y="7724"/>
                  <a:pt x="39596" y="7724"/>
                  <a:pt x="41895" y="7887"/>
                </a:cubicBezTo>
                <a:cubicBezTo>
                  <a:pt x="44196" y="8215"/>
                  <a:pt x="44359" y="8380"/>
                  <a:pt x="45344" y="10351"/>
                </a:cubicBezTo>
                <a:lnTo>
                  <a:pt x="68017" y="57794"/>
                </a:lnTo>
                <a:lnTo>
                  <a:pt x="26781" y="98505"/>
                </a:lnTo>
                <a:cubicBezTo>
                  <a:pt x="23823" y="101298"/>
                  <a:pt x="20373" y="104745"/>
                  <a:pt x="5751" y="104908"/>
                </a:cubicBezTo>
                <a:cubicBezTo>
                  <a:pt x="2795" y="104908"/>
                  <a:pt x="0" y="104908"/>
                  <a:pt x="0" y="109673"/>
                </a:cubicBezTo>
                <a:cubicBezTo>
                  <a:pt x="0" y="110824"/>
                  <a:pt x="822" y="112629"/>
                  <a:pt x="3287" y="112629"/>
                </a:cubicBezTo>
                <a:cubicBezTo>
                  <a:pt x="7230" y="112629"/>
                  <a:pt x="17252" y="112138"/>
                  <a:pt x="21196" y="112138"/>
                </a:cubicBezTo>
                <a:cubicBezTo>
                  <a:pt x="25959" y="112138"/>
                  <a:pt x="37789" y="112629"/>
                  <a:pt x="42552" y="112629"/>
                </a:cubicBezTo>
                <a:cubicBezTo>
                  <a:pt x="43868" y="112629"/>
                  <a:pt x="47152" y="112629"/>
                  <a:pt x="47152" y="107866"/>
                </a:cubicBezTo>
                <a:cubicBezTo>
                  <a:pt x="47152" y="104908"/>
                  <a:pt x="44196" y="104908"/>
                  <a:pt x="42880" y="104908"/>
                </a:cubicBezTo>
                <a:cubicBezTo>
                  <a:pt x="39596" y="104908"/>
                  <a:pt x="36310" y="104416"/>
                  <a:pt x="33189" y="103266"/>
                </a:cubicBezTo>
                <a:lnTo>
                  <a:pt x="71469" y="65181"/>
                </a:lnTo>
                <a:lnTo>
                  <a:pt x="90032" y="103923"/>
                </a:lnTo>
                <a:cubicBezTo>
                  <a:pt x="89869" y="103923"/>
                  <a:pt x="84447" y="104908"/>
                  <a:pt x="80503" y="104908"/>
                </a:cubicBezTo>
                <a:cubicBezTo>
                  <a:pt x="78861" y="104908"/>
                  <a:pt x="75740" y="104908"/>
                  <a:pt x="75740" y="109673"/>
                </a:cubicBezTo>
                <a:cubicBezTo>
                  <a:pt x="75740" y="110165"/>
                  <a:pt x="75903" y="112629"/>
                  <a:pt x="79353" y="112629"/>
                </a:cubicBezTo>
                <a:cubicBezTo>
                  <a:pt x="84940" y="112629"/>
                  <a:pt x="98904" y="112138"/>
                  <a:pt x="104489" y="112138"/>
                </a:cubicBezTo>
                <a:cubicBezTo>
                  <a:pt x="108269" y="112138"/>
                  <a:pt x="112047" y="112301"/>
                  <a:pt x="115825" y="112301"/>
                </a:cubicBezTo>
                <a:cubicBezTo>
                  <a:pt x="119606" y="112301"/>
                  <a:pt x="123549" y="112629"/>
                  <a:pt x="127327" y="112629"/>
                </a:cubicBezTo>
                <a:cubicBezTo>
                  <a:pt x="128640" y="112629"/>
                  <a:pt x="131927" y="112629"/>
                  <a:pt x="131927" y="107866"/>
                </a:cubicBezTo>
                <a:cubicBezTo>
                  <a:pt x="131927" y="104908"/>
                  <a:pt x="129297" y="104908"/>
                  <a:pt x="125354" y="104908"/>
                </a:cubicBezTo>
                <a:cubicBezTo>
                  <a:pt x="123055" y="104908"/>
                  <a:pt x="121413" y="104908"/>
                  <a:pt x="118949" y="104745"/>
                </a:cubicBezTo>
                <a:cubicBezTo>
                  <a:pt x="116484" y="104416"/>
                  <a:pt x="116319" y="104251"/>
                  <a:pt x="115168" y="102118"/>
                </a:cubicBezTo>
                <a:lnTo>
                  <a:pt x="89212" y="47779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5" name="path-1246">
            <a:extLst xmlns:a="http://schemas.openxmlformats.org/drawingml/2006/main">
              <a:ext uri="{FF2B5EF4-FFF2-40B4-BE49-F238E27FC236}">
                <a16:creationId xmlns:a16="http://schemas.microsoft.com/office/drawing/2014/main" id="{5EAC760E-2898-4690-942B-1094BC627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6250" y="3754329"/>
            <a:ext cx="22013" cy="56325"/>
          </a:xfrm>
          <a:custGeom xmlns:a="http://schemas.openxmlformats.org/drawingml/2006/main">
            <a:pathLst>
              <a:path w="19220" h="49180">
                <a:moveTo>
                  <a:pt x="19220" y="17250"/>
                </a:moveTo>
                <a:cubicBezTo>
                  <a:pt x="19220" y="6408"/>
                  <a:pt x="15114" y="0"/>
                  <a:pt x="8706" y="0"/>
                </a:cubicBezTo>
                <a:cubicBezTo>
                  <a:pt x="3284" y="0"/>
                  <a:pt x="0" y="4106"/>
                  <a:pt x="0" y="8706"/>
                </a:cubicBezTo>
                <a:cubicBezTo>
                  <a:pt x="0" y="13144"/>
                  <a:pt x="3284" y="17413"/>
                  <a:pt x="8706" y="17413"/>
                </a:cubicBezTo>
                <a:cubicBezTo>
                  <a:pt x="10677" y="17413"/>
                  <a:pt x="12813" y="16756"/>
                  <a:pt x="14457" y="15279"/>
                </a:cubicBezTo>
                <a:cubicBezTo>
                  <a:pt x="14949" y="14949"/>
                  <a:pt x="15114" y="14786"/>
                  <a:pt x="15277" y="14786"/>
                </a:cubicBezTo>
                <a:cubicBezTo>
                  <a:pt x="15442" y="14786"/>
                  <a:pt x="15608" y="14949"/>
                  <a:pt x="15608" y="17250"/>
                </a:cubicBezTo>
                <a:cubicBezTo>
                  <a:pt x="15608" y="29433"/>
                  <a:pt x="9857" y="39310"/>
                  <a:pt x="4435" y="44743"/>
                </a:cubicBezTo>
                <a:cubicBezTo>
                  <a:pt x="2627" y="46553"/>
                  <a:pt x="2627" y="46881"/>
                  <a:pt x="2627" y="47375"/>
                </a:cubicBezTo>
                <a:cubicBezTo>
                  <a:pt x="2627" y="48523"/>
                  <a:pt x="3449" y="49180"/>
                  <a:pt x="4272" y="49180"/>
                </a:cubicBezTo>
                <a:cubicBezTo>
                  <a:pt x="6077" y="49180"/>
                  <a:pt x="19220" y="36513"/>
                  <a:pt x="19220" y="17250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6" name="path-1247">
            <a:extLst xmlns:a="http://schemas.openxmlformats.org/drawingml/2006/main">
              <a:ext uri="{FF2B5EF4-FFF2-40B4-BE49-F238E27FC236}">
                <a16:creationId xmlns:a16="http://schemas.microsoft.com/office/drawing/2014/main" id="{F345130D-9C8F-4FBD-906A-C6C3A027A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39905" y="3643626"/>
            <a:ext cx="47981" cy="132116"/>
          </a:xfrm>
          <a:custGeom xmlns:a="http://schemas.openxmlformats.org/drawingml/2006/main">
            <a:pathLst>
              <a:path w="41895" h="115356">
                <a:moveTo>
                  <a:pt x="41238" y="5751"/>
                </a:moveTo>
                <a:cubicBezTo>
                  <a:pt x="41895" y="3452"/>
                  <a:pt x="41895" y="3124"/>
                  <a:pt x="41895" y="2958"/>
                </a:cubicBezTo>
                <a:cubicBezTo>
                  <a:pt x="41895" y="822"/>
                  <a:pt x="40087" y="0"/>
                  <a:pt x="38280" y="0"/>
                </a:cubicBezTo>
                <a:cubicBezTo>
                  <a:pt x="37623" y="0"/>
                  <a:pt x="37458" y="0"/>
                  <a:pt x="37129" y="165"/>
                </a:cubicBezTo>
                <a:lnTo>
                  <a:pt x="15936" y="1151"/>
                </a:lnTo>
                <a:cubicBezTo>
                  <a:pt x="13637" y="1316"/>
                  <a:pt x="10679" y="1479"/>
                  <a:pt x="10679" y="6079"/>
                </a:cubicBezTo>
                <a:cubicBezTo>
                  <a:pt x="10679" y="9037"/>
                  <a:pt x="13800" y="9037"/>
                  <a:pt x="14951" y="9037"/>
                </a:cubicBezTo>
                <a:cubicBezTo>
                  <a:pt x="16758" y="9037"/>
                  <a:pt x="19717" y="9037"/>
                  <a:pt x="21850" y="9366"/>
                </a:cubicBezTo>
                <a:lnTo>
                  <a:pt x="822" y="93667"/>
                </a:lnTo>
                <a:cubicBezTo>
                  <a:pt x="328" y="95474"/>
                  <a:pt x="0" y="96953"/>
                  <a:pt x="0" y="99255"/>
                </a:cubicBezTo>
                <a:cubicBezTo>
                  <a:pt x="0" y="110099"/>
                  <a:pt x="10845" y="115356"/>
                  <a:pt x="20536" y="115356"/>
                </a:cubicBezTo>
                <a:cubicBezTo>
                  <a:pt x="26616" y="115356"/>
                  <a:pt x="31216" y="111907"/>
                  <a:pt x="34831" y="105993"/>
                </a:cubicBezTo>
                <a:cubicBezTo>
                  <a:pt x="38774" y="99583"/>
                  <a:pt x="41073" y="90709"/>
                  <a:pt x="41073" y="89724"/>
                </a:cubicBezTo>
                <a:cubicBezTo>
                  <a:pt x="41073" y="87422"/>
                  <a:pt x="38608" y="87422"/>
                  <a:pt x="37129" y="87422"/>
                </a:cubicBezTo>
                <a:cubicBezTo>
                  <a:pt x="35322" y="87422"/>
                  <a:pt x="34665" y="87422"/>
                  <a:pt x="33845" y="88245"/>
                </a:cubicBezTo>
                <a:cubicBezTo>
                  <a:pt x="33517" y="88573"/>
                  <a:pt x="33517" y="88901"/>
                  <a:pt x="32529" y="93010"/>
                </a:cubicBezTo>
                <a:cubicBezTo>
                  <a:pt x="29408" y="105499"/>
                  <a:pt x="25793" y="109443"/>
                  <a:pt x="21359" y="109443"/>
                </a:cubicBezTo>
                <a:cubicBezTo>
                  <a:pt x="18894" y="109443"/>
                  <a:pt x="17581" y="107801"/>
                  <a:pt x="17581" y="103526"/>
                </a:cubicBezTo>
                <a:cubicBezTo>
                  <a:pt x="17581" y="100240"/>
                  <a:pt x="18072" y="98598"/>
                  <a:pt x="18566" y="96297"/>
                </a:cubicBezTo>
                <a:lnTo>
                  <a:pt x="41238" y="5751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7" name="path-1248">
            <a:extLst xmlns:a="http://schemas.openxmlformats.org/drawingml/2006/main">
              <a:ext uri="{FF2B5EF4-FFF2-40B4-BE49-F238E27FC236}">
                <a16:creationId xmlns:a16="http://schemas.microsoft.com/office/drawing/2014/main" id="{1D5F827B-97B8-483B-823D-19845297E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13552" y="3715024"/>
            <a:ext cx="47943" cy="87464"/>
          </a:xfrm>
          <a:custGeom xmlns:a="http://schemas.openxmlformats.org/drawingml/2006/main">
            <a:pathLst>
              <a:path w="41861" h="76369">
                <a:moveTo>
                  <a:pt x="25990" y="3213"/>
                </a:moveTo>
                <a:cubicBezTo>
                  <a:pt x="25990" y="116"/>
                  <a:pt x="25761" y="0"/>
                  <a:pt x="22541" y="0"/>
                </a:cubicBezTo>
                <a:cubicBezTo>
                  <a:pt x="15181" y="7202"/>
                  <a:pt x="4715" y="7316"/>
                  <a:pt x="0" y="7316"/>
                </a:cubicBezTo>
                <a:lnTo>
                  <a:pt x="0" y="11455"/>
                </a:lnTo>
                <a:cubicBezTo>
                  <a:pt x="2760" y="11455"/>
                  <a:pt x="10350" y="11455"/>
                  <a:pt x="16676" y="8235"/>
                </a:cubicBezTo>
                <a:lnTo>
                  <a:pt x="16676" y="66935"/>
                </a:lnTo>
                <a:cubicBezTo>
                  <a:pt x="16676" y="70735"/>
                  <a:pt x="16676" y="72230"/>
                  <a:pt x="5175" y="72230"/>
                </a:cubicBezTo>
                <a:lnTo>
                  <a:pt x="805" y="72230"/>
                </a:lnTo>
                <a:lnTo>
                  <a:pt x="805" y="76369"/>
                </a:lnTo>
                <a:cubicBezTo>
                  <a:pt x="2874" y="76255"/>
                  <a:pt x="17020" y="75909"/>
                  <a:pt x="21275" y="75909"/>
                </a:cubicBezTo>
                <a:cubicBezTo>
                  <a:pt x="24841" y="75909"/>
                  <a:pt x="39331" y="76255"/>
                  <a:pt x="41861" y="76369"/>
                </a:cubicBezTo>
                <a:lnTo>
                  <a:pt x="41861" y="72230"/>
                </a:lnTo>
                <a:lnTo>
                  <a:pt x="37491" y="72230"/>
                </a:lnTo>
                <a:cubicBezTo>
                  <a:pt x="25990" y="72230"/>
                  <a:pt x="25990" y="70735"/>
                  <a:pt x="25990" y="66935"/>
                </a:cubicBezTo>
                <a:lnTo>
                  <a:pt x="25990" y="3213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8" name="path-1249">
            <a:extLst xmlns:a="http://schemas.openxmlformats.org/drawingml/2006/main">
              <a:ext uri="{FF2B5EF4-FFF2-40B4-BE49-F238E27FC236}">
                <a16:creationId xmlns:a16="http://schemas.microsoft.com/office/drawing/2014/main" id="{F8E96F32-59E7-40D4-9BA2-13448973D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87903" y="3745765"/>
            <a:ext cx="15147" cy="56723"/>
          </a:xfrm>
          <a:custGeom xmlns:a="http://schemas.openxmlformats.org/drawingml/2006/main">
            <a:pathLst>
              <a:path w="13226" h="49528">
                <a:moveTo>
                  <a:pt x="13226" y="6672"/>
                </a:moveTo>
                <a:cubicBezTo>
                  <a:pt x="13226" y="2646"/>
                  <a:pt x="10006" y="0"/>
                  <a:pt x="6670" y="0"/>
                </a:cubicBezTo>
                <a:cubicBezTo>
                  <a:pt x="2646" y="0"/>
                  <a:pt x="0" y="3222"/>
                  <a:pt x="0" y="6556"/>
                </a:cubicBezTo>
                <a:cubicBezTo>
                  <a:pt x="0" y="10581"/>
                  <a:pt x="3220" y="13226"/>
                  <a:pt x="6556" y="13226"/>
                </a:cubicBezTo>
                <a:cubicBezTo>
                  <a:pt x="10581" y="13226"/>
                  <a:pt x="13226" y="10006"/>
                  <a:pt x="13226" y="6672"/>
                </a:cubicBezTo>
                <a:moveTo>
                  <a:pt x="13226" y="42973"/>
                </a:moveTo>
                <a:cubicBezTo>
                  <a:pt x="13226" y="38948"/>
                  <a:pt x="10006" y="36303"/>
                  <a:pt x="6670" y="36303"/>
                </a:cubicBezTo>
                <a:cubicBezTo>
                  <a:pt x="2646" y="36303"/>
                  <a:pt x="0" y="39524"/>
                  <a:pt x="0" y="42858"/>
                </a:cubicBezTo>
                <a:cubicBezTo>
                  <a:pt x="0" y="46883"/>
                  <a:pt x="3220" y="49528"/>
                  <a:pt x="6556" y="49528"/>
                </a:cubicBezTo>
                <a:cubicBezTo>
                  <a:pt x="10581" y="49528"/>
                  <a:pt x="13226" y="46308"/>
                  <a:pt x="13226" y="42973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9" name="path-1250">
            <a:extLst xmlns:a="http://schemas.openxmlformats.org/drawingml/2006/main">
              <a:ext uri="{FF2B5EF4-FFF2-40B4-BE49-F238E27FC236}">
                <a16:creationId xmlns:a16="http://schemas.microsoft.com/office/drawing/2014/main" id="{A9F67477-3475-46CD-84BF-E02A2E8714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22334" y="3720238"/>
            <a:ext cx="44518" cy="83537"/>
          </a:xfrm>
          <a:custGeom xmlns:a="http://schemas.openxmlformats.org/drawingml/2006/main">
            <a:pathLst>
              <a:path w="38871" h="72940">
                <a:moveTo>
                  <a:pt x="23460" y="26431"/>
                </a:moveTo>
                <a:lnTo>
                  <a:pt x="35191" y="26431"/>
                </a:lnTo>
                <a:cubicBezTo>
                  <a:pt x="37376" y="26431"/>
                  <a:pt x="38871" y="26431"/>
                  <a:pt x="38871" y="23900"/>
                </a:cubicBezTo>
                <a:cubicBezTo>
                  <a:pt x="38871" y="22290"/>
                  <a:pt x="37376" y="22290"/>
                  <a:pt x="35421" y="22290"/>
                </a:cubicBezTo>
                <a:lnTo>
                  <a:pt x="24495" y="22290"/>
                </a:lnTo>
                <a:lnTo>
                  <a:pt x="28751" y="5287"/>
                </a:lnTo>
                <a:cubicBezTo>
                  <a:pt x="28867" y="4712"/>
                  <a:pt x="29096" y="4138"/>
                  <a:pt x="29096" y="3678"/>
                </a:cubicBezTo>
                <a:cubicBezTo>
                  <a:pt x="29096" y="1609"/>
                  <a:pt x="27486" y="0"/>
                  <a:pt x="25185" y="0"/>
                </a:cubicBezTo>
                <a:cubicBezTo>
                  <a:pt x="22311" y="0"/>
                  <a:pt x="20586" y="1955"/>
                  <a:pt x="19780" y="4942"/>
                </a:cubicBezTo>
                <a:cubicBezTo>
                  <a:pt x="18975" y="7814"/>
                  <a:pt x="20470" y="2299"/>
                  <a:pt x="15411" y="22290"/>
                </a:cubicBezTo>
                <a:lnTo>
                  <a:pt x="3680" y="22290"/>
                </a:lnTo>
                <a:cubicBezTo>
                  <a:pt x="1495" y="22290"/>
                  <a:pt x="0" y="22290"/>
                  <a:pt x="0" y="24820"/>
                </a:cubicBezTo>
                <a:cubicBezTo>
                  <a:pt x="0" y="26431"/>
                  <a:pt x="1379" y="26431"/>
                  <a:pt x="3450" y="26431"/>
                </a:cubicBezTo>
                <a:lnTo>
                  <a:pt x="14375" y="26431"/>
                </a:lnTo>
                <a:lnTo>
                  <a:pt x="7590" y="53530"/>
                </a:lnTo>
                <a:cubicBezTo>
                  <a:pt x="6900" y="56401"/>
                  <a:pt x="5865" y="60536"/>
                  <a:pt x="5865" y="62027"/>
                </a:cubicBezTo>
                <a:cubicBezTo>
                  <a:pt x="5865" y="68803"/>
                  <a:pt x="11615" y="72940"/>
                  <a:pt x="18171" y="72940"/>
                </a:cubicBezTo>
                <a:cubicBezTo>
                  <a:pt x="30936" y="72940"/>
                  <a:pt x="38181" y="56861"/>
                  <a:pt x="38181" y="55368"/>
                </a:cubicBezTo>
                <a:cubicBezTo>
                  <a:pt x="38181" y="53874"/>
                  <a:pt x="36686" y="53874"/>
                  <a:pt x="36340" y="53874"/>
                </a:cubicBezTo>
                <a:cubicBezTo>
                  <a:pt x="34961" y="53874"/>
                  <a:pt x="34845" y="54104"/>
                  <a:pt x="33926" y="56057"/>
                </a:cubicBezTo>
                <a:cubicBezTo>
                  <a:pt x="30706" y="63291"/>
                  <a:pt x="24841" y="69720"/>
                  <a:pt x="18515" y="69720"/>
                </a:cubicBezTo>
                <a:cubicBezTo>
                  <a:pt x="16100" y="69720"/>
                  <a:pt x="14491" y="68229"/>
                  <a:pt x="14491" y="64094"/>
                </a:cubicBezTo>
                <a:cubicBezTo>
                  <a:pt x="14491" y="62947"/>
                  <a:pt x="14951" y="60536"/>
                  <a:pt x="15181" y="59386"/>
                </a:cubicBezTo>
                <a:lnTo>
                  <a:pt x="23460" y="26431"/>
                </a:ln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0" name="path-1251">
            <a:extLst xmlns:a="http://schemas.openxmlformats.org/drawingml/2006/main">
              <a:ext uri="{FF2B5EF4-FFF2-40B4-BE49-F238E27FC236}">
                <a16:creationId xmlns:a16="http://schemas.microsoft.com/office/drawing/2014/main" id="{92B313B8-997F-476C-A774-083EF586B4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93781" y="3633152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1" name="path-1252">
            <a:extLst xmlns:a="http://schemas.openxmlformats.org/drawingml/2006/main">
              <a:ext uri="{FF2B5EF4-FFF2-40B4-BE49-F238E27FC236}">
                <a16:creationId xmlns:a16="http://schemas.microsoft.com/office/drawing/2014/main" id="{0EB02E1B-EDB2-42A4-B1F1-326F349A4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66956" y="3633152"/>
            <a:ext cx="43652" cy="188159"/>
          </a:xfrm>
          <a:custGeom xmlns:a="http://schemas.openxmlformats.org/drawingml/2006/main">
            <a:pathLst>
              <a:path w="38115" h="164291">
                <a:moveTo>
                  <a:pt x="38115" y="82145"/>
                </a:moveTo>
                <a:cubicBezTo>
                  <a:pt x="38115" y="69333"/>
                  <a:pt x="36310" y="49453"/>
                  <a:pt x="27272" y="30887"/>
                </a:cubicBezTo>
                <a:cubicBezTo>
                  <a:pt x="17415" y="10679"/>
                  <a:pt x="3287" y="0"/>
                  <a:pt x="1642" y="0"/>
                </a:cubicBezTo>
                <a:cubicBezTo>
                  <a:pt x="657" y="0"/>
                  <a:pt x="0" y="659"/>
                  <a:pt x="0" y="1645"/>
                </a:cubicBezTo>
                <a:cubicBezTo>
                  <a:pt x="0" y="2136"/>
                  <a:pt x="0" y="2467"/>
                  <a:pt x="3121" y="5422"/>
                </a:cubicBezTo>
                <a:cubicBezTo>
                  <a:pt x="19223" y="21687"/>
                  <a:pt x="28586" y="47809"/>
                  <a:pt x="28586" y="82145"/>
                </a:cubicBezTo>
                <a:cubicBezTo>
                  <a:pt x="28586" y="110240"/>
                  <a:pt x="22509" y="139154"/>
                  <a:pt x="2136" y="159856"/>
                </a:cubicBezTo>
                <a:cubicBezTo>
                  <a:pt x="0" y="161826"/>
                  <a:pt x="0" y="162157"/>
                  <a:pt x="0" y="162649"/>
                </a:cubicBezTo>
                <a:cubicBezTo>
                  <a:pt x="0" y="163634"/>
                  <a:pt x="657" y="164291"/>
                  <a:pt x="1642" y="164291"/>
                </a:cubicBezTo>
                <a:cubicBezTo>
                  <a:pt x="3287" y="164291"/>
                  <a:pt x="18072" y="153120"/>
                  <a:pt x="27766" y="132255"/>
                </a:cubicBezTo>
                <a:cubicBezTo>
                  <a:pt x="36144" y="114183"/>
                  <a:pt x="38115" y="95946"/>
                  <a:pt x="38115" y="82145"/>
                </a:cubicBezTo>
                <a:close/>
              </a:path>
            </a:pathLst>
          </a:custGeom>
          <a:solidFill xmlns:a="http://schemas.openxmlformats.org/drawingml/2006/main">
            <a:srgbClr val="531B9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2" name="path-1253">
            <a:extLst xmlns:a="http://schemas.openxmlformats.org/drawingml/2006/main">
              <a:ext uri="{FF2B5EF4-FFF2-40B4-BE49-F238E27FC236}">
                <a16:creationId xmlns:a16="http://schemas.microsoft.com/office/drawing/2014/main" id="{3949F898-EC12-4CFE-9BFE-3BC5379A5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99111" y="6468829"/>
            <a:ext cx="1065103" cy="191"/>
          </a:xfrm>
          <a:custGeom xmlns:a="http://schemas.openxmlformats.org/drawingml/2006/main">
            <a:pathLst>
              <a:path w="929993" h="191">
                <a:moveTo>
                  <a:pt x="0" y="0"/>
                </a:moveTo>
                <a:lnTo>
                  <a:pt x="9299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935300"/>
            </a:solidFill>
            <a:prstDash val="solid"/>
          </a:ln>
        </p:spPr>
      </p:sp>
      <p:sp>
        <p:nvSpPr>
          <p:cNvPr id="1333" name="path-1254">
            <a:extLst xmlns:a="http://schemas.openxmlformats.org/drawingml/2006/main">
              <a:ext uri="{FF2B5EF4-FFF2-40B4-BE49-F238E27FC236}">
                <a16:creationId xmlns:a16="http://schemas.microsoft.com/office/drawing/2014/main" id="{229B92BB-55DC-480A-B41D-C8C1F6E3B9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78193" y="6468829"/>
            <a:ext cx="197652" cy="191"/>
          </a:xfrm>
          <a:custGeom xmlns:a="http://schemas.openxmlformats.org/drawingml/2006/main">
            <a:pathLst>
              <a:path w="172579" h="191">
                <a:moveTo>
                  <a:pt x="0" y="0"/>
                </a:moveTo>
                <a:lnTo>
                  <a:pt x="17257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935300"/>
            </a:solidFill>
            <a:prstDash val="solid"/>
          </a:ln>
        </p:spPr>
      </p:sp>
      <p:sp>
        <p:nvSpPr>
          <p:cNvPr id="1334" name="path-1255">
            <a:extLst xmlns:a="http://schemas.openxmlformats.org/drawingml/2006/main">
              <a:ext uri="{FF2B5EF4-FFF2-40B4-BE49-F238E27FC236}">
                <a16:creationId xmlns:a16="http://schemas.microsoft.com/office/drawing/2014/main" id="{C62424DE-7EB0-400C-9CA7-E7762B079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9819" y="6468829"/>
            <a:ext cx="341660" cy="191"/>
          </a:xfrm>
          <a:custGeom xmlns:a="http://schemas.openxmlformats.org/drawingml/2006/main">
            <a:pathLst>
              <a:path w="298320" h="191">
                <a:moveTo>
                  <a:pt x="0" y="0"/>
                </a:moveTo>
                <a:lnTo>
                  <a:pt x="29832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935300"/>
            </a:solidFill>
            <a:prstDash val="solid"/>
          </a:ln>
        </p:spPr>
      </p:sp>
      <p:sp>
        <p:nvSpPr>
          <p:cNvPr id="1335" name="text-1256 Self-rewarding">
            <a:extLst xmlns:a="http://schemas.openxmlformats.org/drawingml/2006/main">
              <a:ext uri="{FF2B5EF4-FFF2-40B4-BE49-F238E27FC236}">
                <a16:creationId xmlns:a16="http://schemas.microsoft.com/office/drawing/2014/main" id="{4F07941D-E00A-44CF-B2ED-93562A118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99111" y="6277118"/>
            <a:ext cx="1211239" cy="2379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339" b="1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Self-rewarding</a:t>
            </a:r>
          </a:p>
        </p:txBody>
      </p:sp>
      <p:sp>
        <p:nvSpPr>
          <p:cNvPr id="1336" name="text-1256 Signals">
            <a:extLst xmlns:a="http://schemas.openxmlformats.org/drawingml/2006/main">
              <a:ext uri="{FF2B5EF4-FFF2-40B4-BE49-F238E27FC236}">
                <a16:creationId xmlns:a16="http://schemas.microsoft.com/office/drawing/2014/main" id="{40C3CD51-D290-49DD-B333-AC24436B9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26966" y="6277111"/>
            <a:ext cx="635141" cy="2380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339" b="1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Signals</a:t>
            </a:r>
          </a:p>
        </p:txBody>
      </p:sp>
      <p:sp>
        <p:nvSpPr>
          <p:cNvPr id="1337" name="text-1257 for">
            <a:extLst xmlns:a="http://schemas.openxmlformats.org/drawingml/2006/main">
              <a:ext uri="{FF2B5EF4-FFF2-40B4-BE49-F238E27FC236}">
                <a16:creationId xmlns:a16="http://schemas.microsoft.com/office/drawing/2014/main" id="{6F23C519-B502-48C0-B141-DE5DA4AFE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00899" y="6471582"/>
            <a:ext cx="257173" cy="2379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8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8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338" b="1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for</a:t>
            </a:r>
          </a:p>
        </p:txBody>
      </p:sp>
      <p:sp>
        <p:nvSpPr>
          <p:cNvPr id="1338" name="path-1258">
            <a:extLst xmlns:a="http://schemas.openxmlformats.org/drawingml/2006/main">
              <a:ext uri="{FF2B5EF4-FFF2-40B4-BE49-F238E27FC236}">
                <a16:creationId xmlns:a16="http://schemas.microsoft.com/office/drawing/2014/main" id="{854C11E3-04D3-417D-8A03-69D9028BD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4653" y="6667138"/>
            <a:ext cx="1841350" cy="191"/>
          </a:xfrm>
          <a:custGeom xmlns:a="http://schemas.openxmlformats.org/drawingml/2006/main">
            <a:pathLst>
              <a:path w="1607772" h="191">
                <a:moveTo>
                  <a:pt x="0" y="0"/>
                </a:moveTo>
                <a:lnTo>
                  <a:pt x="160777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887">
            <a:solidFill>
              <a:srgbClr val="935300"/>
            </a:solidFill>
            <a:prstDash val="solid"/>
          </a:ln>
        </p:spPr>
      </p:sp>
      <p:sp>
        <p:nvSpPr>
          <p:cNvPr id="1339" name="text-1259 Reinforcement">
            <a:extLst xmlns:a="http://schemas.openxmlformats.org/drawingml/2006/main">
              <a:ext uri="{FF2B5EF4-FFF2-40B4-BE49-F238E27FC236}">
                <a16:creationId xmlns:a16="http://schemas.microsoft.com/office/drawing/2014/main" id="{1B204328-1567-40DE-81D6-0EFE50A94B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74653" y="6471544"/>
            <a:ext cx="1220715" cy="2380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339" b="1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Reinforcement</a:t>
            </a:r>
          </a:p>
        </p:txBody>
      </p:sp>
      <p:sp>
        <p:nvSpPr>
          <p:cNvPr id="1340" name="text-1259 Learning">
            <a:extLst xmlns:a="http://schemas.openxmlformats.org/drawingml/2006/main">
              <a:ext uri="{FF2B5EF4-FFF2-40B4-BE49-F238E27FC236}">
                <a16:creationId xmlns:a16="http://schemas.microsoft.com/office/drawing/2014/main" id="{E92D4AEA-6CB7-4BEF-9DD1-1C4B02AF3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11991" y="6471556"/>
            <a:ext cx="748352" cy="2379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339" b="1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Learning</a:t>
            </a:r>
          </a:p>
        </p:txBody>
      </p:sp>
      <p:sp>
        <p:nvSpPr>
          <p:cNvPr id="1341" name="text-1260 (without">
            <a:extLst xmlns:a="http://schemas.openxmlformats.org/drawingml/2006/main">
              <a:ext uri="{FF2B5EF4-FFF2-40B4-BE49-F238E27FC236}">
                <a16:creationId xmlns:a16="http://schemas.microsoft.com/office/drawing/2014/main" id="{F2E90736-D194-4E3D-886A-7DC0FE840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08158" y="6675331"/>
            <a:ext cx="521515" cy="1984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16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(without</a:t>
            </a:r>
          </a:p>
        </p:txBody>
      </p:sp>
      <p:sp>
        <p:nvSpPr>
          <p:cNvPr id="1342" name="text-1260 relying">
            <a:extLst xmlns:a="http://schemas.openxmlformats.org/drawingml/2006/main">
              <a:ext uri="{FF2B5EF4-FFF2-40B4-BE49-F238E27FC236}">
                <a16:creationId xmlns:a16="http://schemas.microsoft.com/office/drawing/2014/main" id="{3BFA9E3F-5A1E-49D9-B514-6F04EDB4C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43503" y="6675321"/>
            <a:ext cx="442804" cy="1984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16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relying</a:t>
            </a:r>
          </a:p>
        </p:txBody>
      </p:sp>
      <p:sp>
        <p:nvSpPr>
          <p:cNvPr id="1343" name="text-1260 on">
            <a:extLst xmlns:a="http://schemas.openxmlformats.org/drawingml/2006/main">
              <a:ext uri="{FF2B5EF4-FFF2-40B4-BE49-F238E27FC236}">
                <a16:creationId xmlns:a16="http://schemas.microsoft.com/office/drawing/2014/main" id="{E427841D-8F15-4217-9FF2-E219B864B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00144" y="6675348"/>
            <a:ext cx="183075" cy="1984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16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on</a:t>
            </a:r>
          </a:p>
        </p:txBody>
      </p:sp>
      <p:sp>
        <p:nvSpPr>
          <p:cNvPr id="1344" name="text-1260 additional">
            <a:extLst xmlns:a="http://schemas.openxmlformats.org/drawingml/2006/main">
              <a:ext uri="{FF2B5EF4-FFF2-40B4-BE49-F238E27FC236}">
                <a16:creationId xmlns:a16="http://schemas.microsoft.com/office/drawing/2014/main" id="{B427F620-B879-4104-91C3-961797893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97061" y="6675334"/>
            <a:ext cx="631986" cy="1984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16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additional</a:t>
            </a:r>
          </a:p>
        </p:txBody>
      </p:sp>
      <p:sp>
        <p:nvSpPr>
          <p:cNvPr id="1345" name="text-1260 annotations)">
            <a:extLst xmlns:a="http://schemas.openxmlformats.org/drawingml/2006/main">
              <a:ext uri="{FF2B5EF4-FFF2-40B4-BE49-F238E27FC236}">
                <a16:creationId xmlns:a16="http://schemas.microsoft.com/office/drawing/2014/main" id="{6A92170C-968F-4567-AA6C-767CF6B56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42881" y="6675321"/>
            <a:ext cx="805173" cy="1984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16" b="0" i="1">
                <a:solidFill>
                  <a:srgbClr val="935300"/>
                </a:solidFill>
                <a:latin typeface="Arial"/>
                <a:ea typeface="Arial"/>
                <a:cs typeface="Arial"/>
              </a:defRPr>
            </a:pPr>
            <a:r>
              <a:rPr sz="1116" b="0" i="1">
                <a:solidFill>
                  <a:srgbClr val="935300"/>
                </a:solidFill>
                <a:latin typeface="Arial"/>
                <a:ea typeface="Arial"/>
                <a:cs typeface="Arial"/>
              </a:rPr>
              <a:t>annotations)</a:t>
            </a:r>
          </a:p>
        </p:txBody>
      </p:sp>
      <p:sp>
        <p:nvSpPr>
          <p:cNvPr id="1346" name="path-1262">
            <a:extLst xmlns:a="http://schemas.openxmlformats.org/drawingml/2006/main">
              <a:ext uri="{FF2B5EF4-FFF2-40B4-BE49-F238E27FC236}">
                <a16:creationId xmlns:a16="http://schemas.microsoft.com/office/drawing/2014/main" id="{DC93291E-2FA0-4C7D-B052-40F8E3C43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6742" y="4841124"/>
            <a:ext cx="140895" cy="164272"/>
          </a:xfrm>
          <a:custGeom xmlns:a="http://schemas.openxmlformats.org/drawingml/2006/main">
            <a:pathLst>
              <a:path w="123022" h="143433">
                <a:moveTo>
                  <a:pt x="29376" y="120754"/>
                </a:moveTo>
                <a:cubicBezTo>
                  <a:pt x="40022" y="104179"/>
                  <a:pt x="43373" y="91550"/>
                  <a:pt x="45936" y="81090"/>
                </a:cubicBezTo>
                <a:cubicBezTo>
                  <a:pt x="52837" y="53860"/>
                  <a:pt x="60327" y="30182"/>
                  <a:pt x="72550" y="16566"/>
                </a:cubicBezTo>
                <a:cubicBezTo>
                  <a:pt x="74917" y="14000"/>
                  <a:pt x="76494" y="12226"/>
                  <a:pt x="82802" y="12226"/>
                </a:cubicBezTo>
                <a:cubicBezTo>
                  <a:pt x="96405" y="12226"/>
                  <a:pt x="96800" y="25841"/>
                  <a:pt x="96800" y="28602"/>
                </a:cubicBezTo>
                <a:cubicBezTo>
                  <a:pt x="96800" y="32155"/>
                  <a:pt x="95816" y="34917"/>
                  <a:pt x="95816" y="35903"/>
                </a:cubicBezTo>
                <a:cubicBezTo>
                  <a:pt x="95816" y="37284"/>
                  <a:pt x="96998" y="37284"/>
                  <a:pt x="97194" y="37284"/>
                </a:cubicBezTo>
                <a:cubicBezTo>
                  <a:pt x="100349" y="37284"/>
                  <a:pt x="105671" y="35115"/>
                  <a:pt x="110601" y="31563"/>
                </a:cubicBezTo>
                <a:cubicBezTo>
                  <a:pt x="114151" y="28801"/>
                  <a:pt x="115923" y="26828"/>
                  <a:pt x="115923" y="18735"/>
                </a:cubicBezTo>
                <a:cubicBezTo>
                  <a:pt x="115923" y="8083"/>
                  <a:pt x="110403" y="0"/>
                  <a:pt x="99363" y="0"/>
                </a:cubicBezTo>
                <a:cubicBezTo>
                  <a:pt x="93054" y="0"/>
                  <a:pt x="75706" y="1579"/>
                  <a:pt x="56384" y="21103"/>
                </a:cubicBezTo>
                <a:cubicBezTo>
                  <a:pt x="40614" y="37284"/>
                  <a:pt x="31346" y="72803"/>
                  <a:pt x="27601" y="87603"/>
                </a:cubicBezTo>
                <a:cubicBezTo>
                  <a:pt x="24054" y="101219"/>
                  <a:pt x="22475" y="107334"/>
                  <a:pt x="16560" y="119175"/>
                </a:cubicBezTo>
                <a:cubicBezTo>
                  <a:pt x="15180" y="121542"/>
                  <a:pt x="10054" y="130224"/>
                  <a:pt x="7295" y="132790"/>
                </a:cubicBezTo>
                <a:cubicBezTo>
                  <a:pt x="1970" y="137718"/>
                  <a:pt x="0" y="141267"/>
                  <a:pt x="0" y="142251"/>
                </a:cubicBezTo>
                <a:cubicBezTo>
                  <a:pt x="0" y="142645"/>
                  <a:pt x="394" y="143433"/>
                  <a:pt x="1775" y="143433"/>
                </a:cubicBezTo>
                <a:cubicBezTo>
                  <a:pt x="2563" y="143433"/>
                  <a:pt x="6702" y="142645"/>
                  <a:pt x="11828" y="139294"/>
                </a:cubicBezTo>
                <a:cubicBezTo>
                  <a:pt x="15180" y="137324"/>
                  <a:pt x="15574" y="136930"/>
                  <a:pt x="20110" y="132198"/>
                </a:cubicBezTo>
                <a:cubicBezTo>
                  <a:pt x="29968" y="132393"/>
                  <a:pt x="36866" y="134168"/>
                  <a:pt x="49287" y="137718"/>
                </a:cubicBezTo>
                <a:cubicBezTo>
                  <a:pt x="59341" y="140476"/>
                  <a:pt x="69397" y="143433"/>
                  <a:pt x="79451" y="143433"/>
                </a:cubicBezTo>
                <a:cubicBezTo>
                  <a:pt x="95422" y="143433"/>
                  <a:pt x="111588" y="131409"/>
                  <a:pt x="117896" y="122728"/>
                </a:cubicBezTo>
                <a:cubicBezTo>
                  <a:pt x="121837" y="117400"/>
                  <a:pt x="123022" y="112466"/>
                  <a:pt x="123022" y="111874"/>
                </a:cubicBezTo>
                <a:cubicBezTo>
                  <a:pt x="123022" y="110493"/>
                  <a:pt x="121837" y="110493"/>
                  <a:pt x="121642" y="110493"/>
                </a:cubicBezTo>
                <a:cubicBezTo>
                  <a:pt x="118486" y="110493"/>
                  <a:pt x="113754" y="112662"/>
                  <a:pt x="110403" y="115030"/>
                </a:cubicBezTo>
                <a:cubicBezTo>
                  <a:pt x="105081" y="118387"/>
                  <a:pt x="104687" y="119569"/>
                  <a:pt x="103505" y="122923"/>
                </a:cubicBezTo>
                <a:cubicBezTo>
                  <a:pt x="102518" y="126082"/>
                  <a:pt x="101336" y="127661"/>
                  <a:pt x="100548" y="128843"/>
                </a:cubicBezTo>
                <a:cubicBezTo>
                  <a:pt x="98968" y="131211"/>
                  <a:pt x="98773" y="131211"/>
                  <a:pt x="95816" y="131211"/>
                </a:cubicBezTo>
                <a:cubicBezTo>
                  <a:pt x="86352" y="131211"/>
                  <a:pt x="76494" y="128251"/>
                  <a:pt x="63483" y="124701"/>
                </a:cubicBezTo>
                <a:cubicBezTo>
                  <a:pt x="57963" y="123122"/>
                  <a:pt x="47118" y="119963"/>
                  <a:pt x="37260" y="119963"/>
                </a:cubicBezTo>
                <a:cubicBezTo>
                  <a:pt x="34697" y="119963"/>
                  <a:pt x="31939" y="120162"/>
                  <a:pt x="29376" y="12075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7" name="path-1263">
            <a:extLst xmlns:a="http://schemas.openxmlformats.org/drawingml/2006/main">
              <a:ext uri="{FF2B5EF4-FFF2-40B4-BE49-F238E27FC236}">
                <a16:creationId xmlns:a16="http://schemas.microsoft.com/office/drawing/2014/main" id="{FDA02BF3-3DDA-4FCA-8276-333059F03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82718" y="4929250"/>
            <a:ext cx="57531" cy="104957"/>
          </a:xfrm>
          <a:custGeom xmlns:a="http://schemas.openxmlformats.org/drawingml/2006/main">
            <a:pathLst>
              <a:path w="50233" h="91643">
                <a:moveTo>
                  <a:pt x="31189" y="3856"/>
                </a:moveTo>
                <a:cubicBezTo>
                  <a:pt x="31189" y="139"/>
                  <a:pt x="30913" y="0"/>
                  <a:pt x="27049" y="0"/>
                </a:cubicBezTo>
                <a:cubicBezTo>
                  <a:pt x="18217" y="8642"/>
                  <a:pt x="5658" y="8779"/>
                  <a:pt x="0" y="8779"/>
                </a:cubicBezTo>
                <a:lnTo>
                  <a:pt x="0" y="13746"/>
                </a:lnTo>
                <a:cubicBezTo>
                  <a:pt x="3312" y="13746"/>
                  <a:pt x="12420" y="13746"/>
                  <a:pt x="20011" y="9882"/>
                </a:cubicBezTo>
                <a:lnTo>
                  <a:pt x="20011" y="80322"/>
                </a:lnTo>
                <a:cubicBezTo>
                  <a:pt x="20011" y="84881"/>
                  <a:pt x="20011" y="86676"/>
                  <a:pt x="6210" y="86676"/>
                </a:cubicBezTo>
                <a:lnTo>
                  <a:pt x="967" y="86676"/>
                </a:lnTo>
                <a:lnTo>
                  <a:pt x="967" y="91643"/>
                </a:lnTo>
                <a:cubicBezTo>
                  <a:pt x="3449" y="91506"/>
                  <a:pt x="20424" y="91091"/>
                  <a:pt x="25530" y="91091"/>
                </a:cubicBezTo>
                <a:cubicBezTo>
                  <a:pt x="29809" y="91091"/>
                  <a:pt x="47197" y="91506"/>
                  <a:pt x="50233" y="91643"/>
                </a:cubicBezTo>
                <a:lnTo>
                  <a:pt x="50233" y="86676"/>
                </a:lnTo>
                <a:lnTo>
                  <a:pt x="44990" y="86676"/>
                </a:lnTo>
                <a:cubicBezTo>
                  <a:pt x="31189" y="86676"/>
                  <a:pt x="31189" y="84881"/>
                  <a:pt x="31189" y="80322"/>
                </a:cubicBezTo>
                <a:lnTo>
                  <a:pt x="31189" y="385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8" name="path-1265">
            <a:extLst xmlns:a="http://schemas.openxmlformats.org/drawingml/2006/main">
              <a:ext uri="{FF2B5EF4-FFF2-40B4-BE49-F238E27FC236}">
                <a16:creationId xmlns:a16="http://schemas.microsoft.com/office/drawing/2014/main" id="{3DF938CE-999B-40BE-BDEB-0E260AC85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6742" y="5103694"/>
            <a:ext cx="140895" cy="164272"/>
          </a:xfrm>
          <a:custGeom xmlns:a="http://schemas.openxmlformats.org/drawingml/2006/main">
            <a:pathLst>
              <a:path w="123022" h="143433">
                <a:moveTo>
                  <a:pt x="29376" y="120754"/>
                </a:moveTo>
                <a:cubicBezTo>
                  <a:pt x="40022" y="104179"/>
                  <a:pt x="43373" y="91550"/>
                  <a:pt x="45936" y="81090"/>
                </a:cubicBezTo>
                <a:cubicBezTo>
                  <a:pt x="52837" y="53860"/>
                  <a:pt x="60327" y="30182"/>
                  <a:pt x="72550" y="16566"/>
                </a:cubicBezTo>
                <a:cubicBezTo>
                  <a:pt x="74917" y="14000"/>
                  <a:pt x="76494" y="12226"/>
                  <a:pt x="82802" y="12226"/>
                </a:cubicBezTo>
                <a:cubicBezTo>
                  <a:pt x="96405" y="12226"/>
                  <a:pt x="96800" y="25841"/>
                  <a:pt x="96800" y="28602"/>
                </a:cubicBezTo>
                <a:cubicBezTo>
                  <a:pt x="96800" y="32155"/>
                  <a:pt x="95816" y="34917"/>
                  <a:pt x="95816" y="35903"/>
                </a:cubicBezTo>
                <a:cubicBezTo>
                  <a:pt x="95816" y="37284"/>
                  <a:pt x="96998" y="37284"/>
                  <a:pt x="97194" y="37284"/>
                </a:cubicBezTo>
                <a:cubicBezTo>
                  <a:pt x="100349" y="37284"/>
                  <a:pt x="105671" y="35115"/>
                  <a:pt x="110601" y="31563"/>
                </a:cubicBezTo>
                <a:cubicBezTo>
                  <a:pt x="114151" y="28801"/>
                  <a:pt x="115923" y="26828"/>
                  <a:pt x="115923" y="18735"/>
                </a:cubicBezTo>
                <a:cubicBezTo>
                  <a:pt x="115923" y="8083"/>
                  <a:pt x="110403" y="0"/>
                  <a:pt x="99363" y="0"/>
                </a:cubicBezTo>
                <a:cubicBezTo>
                  <a:pt x="93054" y="0"/>
                  <a:pt x="75706" y="1579"/>
                  <a:pt x="56384" y="21103"/>
                </a:cubicBezTo>
                <a:cubicBezTo>
                  <a:pt x="40614" y="37284"/>
                  <a:pt x="31346" y="72803"/>
                  <a:pt x="27601" y="87603"/>
                </a:cubicBezTo>
                <a:cubicBezTo>
                  <a:pt x="24054" y="101219"/>
                  <a:pt x="22475" y="107334"/>
                  <a:pt x="16560" y="119175"/>
                </a:cubicBezTo>
                <a:cubicBezTo>
                  <a:pt x="15180" y="121542"/>
                  <a:pt x="10054" y="130224"/>
                  <a:pt x="7295" y="132790"/>
                </a:cubicBezTo>
                <a:cubicBezTo>
                  <a:pt x="1970" y="137718"/>
                  <a:pt x="0" y="141267"/>
                  <a:pt x="0" y="142251"/>
                </a:cubicBezTo>
                <a:cubicBezTo>
                  <a:pt x="0" y="142645"/>
                  <a:pt x="394" y="143433"/>
                  <a:pt x="1775" y="143433"/>
                </a:cubicBezTo>
                <a:cubicBezTo>
                  <a:pt x="2563" y="143433"/>
                  <a:pt x="6702" y="142645"/>
                  <a:pt x="11828" y="139294"/>
                </a:cubicBezTo>
                <a:cubicBezTo>
                  <a:pt x="15180" y="137324"/>
                  <a:pt x="15574" y="136930"/>
                  <a:pt x="20110" y="132198"/>
                </a:cubicBezTo>
                <a:cubicBezTo>
                  <a:pt x="29968" y="132393"/>
                  <a:pt x="36866" y="134168"/>
                  <a:pt x="49287" y="137718"/>
                </a:cubicBezTo>
                <a:cubicBezTo>
                  <a:pt x="59341" y="140476"/>
                  <a:pt x="69397" y="143433"/>
                  <a:pt x="79451" y="143433"/>
                </a:cubicBezTo>
                <a:cubicBezTo>
                  <a:pt x="95422" y="143433"/>
                  <a:pt x="111588" y="131409"/>
                  <a:pt x="117896" y="122728"/>
                </a:cubicBezTo>
                <a:cubicBezTo>
                  <a:pt x="121837" y="117400"/>
                  <a:pt x="123022" y="112466"/>
                  <a:pt x="123022" y="111874"/>
                </a:cubicBezTo>
                <a:cubicBezTo>
                  <a:pt x="123022" y="110493"/>
                  <a:pt x="121837" y="110493"/>
                  <a:pt x="121642" y="110493"/>
                </a:cubicBezTo>
                <a:cubicBezTo>
                  <a:pt x="118486" y="110493"/>
                  <a:pt x="113754" y="112662"/>
                  <a:pt x="110403" y="115030"/>
                </a:cubicBezTo>
                <a:cubicBezTo>
                  <a:pt x="105081" y="118387"/>
                  <a:pt x="104687" y="119569"/>
                  <a:pt x="103505" y="122923"/>
                </a:cubicBezTo>
                <a:cubicBezTo>
                  <a:pt x="102518" y="126082"/>
                  <a:pt x="101336" y="127661"/>
                  <a:pt x="100548" y="128843"/>
                </a:cubicBezTo>
                <a:cubicBezTo>
                  <a:pt x="98968" y="131211"/>
                  <a:pt x="98773" y="131211"/>
                  <a:pt x="95816" y="131211"/>
                </a:cubicBezTo>
                <a:cubicBezTo>
                  <a:pt x="86352" y="131211"/>
                  <a:pt x="76494" y="128251"/>
                  <a:pt x="63483" y="124701"/>
                </a:cubicBezTo>
                <a:cubicBezTo>
                  <a:pt x="57963" y="123122"/>
                  <a:pt x="47118" y="119963"/>
                  <a:pt x="37260" y="119963"/>
                </a:cubicBezTo>
                <a:cubicBezTo>
                  <a:pt x="34697" y="119963"/>
                  <a:pt x="31939" y="120162"/>
                  <a:pt x="29376" y="12075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9" name="path-1266">
            <a:extLst xmlns:a="http://schemas.openxmlformats.org/drawingml/2006/main">
              <a:ext uri="{FF2B5EF4-FFF2-40B4-BE49-F238E27FC236}">
                <a16:creationId xmlns:a16="http://schemas.microsoft.com/office/drawing/2014/main" id="{5FC776F2-CD17-4B92-9CEC-317A425DA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75446" y="5191820"/>
            <a:ext cx="69860" cy="104957"/>
          </a:xfrm>
          <a:custGeom xmlns:a="http://schemas.openxmlformats.org/drawingml/2006/main">
            <a:pathLst>
              <a:path w="60998" h="91643">
                <a:moveTo>
                  <a:pt x="60998" y="66521"/>
                </a:moveTo>
                <a:lnTo>
                  <a:pt x="56306" y="66521"/>
                </a:lnTo>
                <a:cubicBezTo>
                  <a:pt x="55891" y="69560"/>
                  <a:pt x="54512" y="77705"/>
                  <a:pt x="52718" y="79086"/>
                </a:cubicBezTo>
                <a:cubicBezTo>
                  <a:pt x="51615" y="79914"/>
                  <a:pt x="40989" y="79914"/>
                  <a:pt x="39056" y="79914"/>
                </a:cubicBezTo>
                <a:lnTo>
                  <a:pt x="13662" y="79914"/>
                </a:lnTo>
                <a:cubicBezTo>
                  <a:pt x="28154" y="67073"/>
                  <a:pt x="32983" y="63209"/>
                  <a:pt x="41265" y="56719"/>
                </a:cubicBezTo>
                <a:cubicBezTo>
                  <a:pt x="51476" y="48574"/>
                  <a:pt x="60998" y="40014"/>
                  <a:pt x="60998" y="26899"/>
                </a:cubicBezTo>
                <a:cubicBezTo>
                  <a:pt x="60998" y="10209"/>
                  <a:pt x="46369" y="0"/>
                  <a:pt x="28706" y="0"/>
                </a:cubicBezTo>
                <a:cubicBezTo>
                  <a:pt x="11592" y="0"/>
                  <a:pt x="0" y="12001"/>
                  <a:pt x="0" y="24690"/>
                </a:cubicBezTo>
                <a:cubicBezTo>
                  <a:pt x="0" y="31730"/>
                  <a:pt x="5934" y="32418"/>
                  <a:pt x="7315" y="32418"/>
                </a:cubicBezTo>
                <a:cubicBezTo>
                  <a:pt x="10628" y="32418"/>
                  <a:pt x="14629" y="30073"/>
                  <a:pt x="14629" y="25105"/>
                </a:cubicBezTo>
                <a:cubicBezTo>
                  <a:pt x="14629" y="22620"/>
                  <a:pt x="13662" y="17790"/>
                  <a:pt x="6486" y="17790"/>
                </a:cubicBezTo>
                <a:cubicBezTo>
                  <a:pt x="10765" y="8002"/>
                  <a:pt x="20150" y="4970"/>
                  <a:pt x="26636" y="4970"/>
                </a:cubicBezTo>
                <a:cubicBezTo>
                  <a:pt x="40435" y="4970"/>
                  <a:pt x="47611" y="15722"/>
                  <a:pt x="47611" y="26899"/>
                </a:cubicBezTo>
                <a:cubicBezTo>
                  <a:pt x="47611" y="38908"/>
                  <a:pt x="39056" y="48435"/>
                  <a:pt x="34640" y="53404"/>
                </a:cubicBezTo>
                <a:lnTo>
                  <a:pt x="1381" y="86263"/>
                </a:lnTo>
                <a:cubicBezTo>
                  <a:pt x="0" y="87503"/>
                  <a:pt x="0" y="87779"/>
                  <a:pt x="0" y="91643"/>
                </a:cubicBezTo>
                <a:lnTo>
                  <a:pt x="56858" y="91643"/>
                </a:lnTo>
                <a:lnTo>
                  <a:pt x="60998" y="665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0" name="path-1268">
            <a:extLst xmlns:a="http://schemas.openxmlformats.org/drawingml/2006/main">
              <a:ext uri="{FF2B5EF4-FFF2-40B4-BE49-F238E27FC236}">
                <a16:creationId xmlns:a16="http://schemas.microsoft.com/office/drawing/2014/main" id="{4C14B8CA-6703-4DFC-B47A-339A1C87E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7902" y="5588039"/>
            <a:ext cx="140895" cy="164272"/>
          </a:xfrm>
          <a:custGeom xmlns:a="http://schemas.openxmlformats.org/drawingml/2006/main">
            <a:pathLst>
              <a:path w="123022" h="143433">
                <a:moveTo>
                  <a:pt x="29376" y="120754"/>
                </a:moveTo>
                <a:cubicBezTo>
                  <a:pt x="40022" y="104179"/>
                  <a:pt x="43373" y="91550"/>
                  <a:pt x="45936" y="81090"/>
                </a:cubicBezTo>
                <a:cubicBezTo>
                  <a:pt x="52837" y="53860"/>
                  <a:pt x="60327" y="30182"/>
                  <a:pt x="72550" y="16566"/>
                </a:cubicBezTo>
                <a:cubicBezTo>
                  <a:pt x="74917" y="14000"/>
                  <a:pt x="76494" y="12226"/>
                  <a:pt x="82802" y="12226"/>
                </a:cubicBezTo>
                <a:cubicBezTo>
                  <a:pt x="96405" y="12226"/>
                  <a:pt x="96800" y="25841"/>
                  <a:pt x="96800" y="28602"/>
                </a:cubicBezTo>
                <a:cubicBezTo>
                  <a:pt x="96800" y="32155"/>
                  <a:pt x="95816" y="34917"/>
                  <a:pt x="95816" y="35903"/>
                </a:cubicBezTo>
                <a:cubicBezTo>
                  <a:pt x="95816" y="37284"/>
                  <a:pt x="96998" y="37284"/>
                  <a:pt x="97194" y="37284"/>
                </a:cubicBezTo>
                <a:cubicBezTo>
                  <a:pt x="100349" y="37284"/>
                  <a:pt x="105671" y="35115"/>
                  <a:pt x="110601" y="31563"/>
                </a:cubicBezTo>
                <a:cubicBezTo>
                  <a:pt x="114151" y="28801"/>
                  <a:pt x="115923" y="26828"/>
                  <a:pt x="115923" y="18735"/>
                </a:cubicBezTo>
                <a:cubicBezTo>
                  <a:pt x="115923" y="8083"/>
                  <a:pt x="110403" y="0"/>
                  <a:pt x="99363" y="0"/>
                </a:cubicBezTo>
                <a:cubicBezTo>
                  <a:pt x="93054" y="0"/>
                  <a:pt x="75706" y="1579"/>
                  <a:pt x="56384" y="21103"/>
                </a:cubicBezTo>
                <a:cubicBezTo>
                  <a:pt x="40614" y="37284"/>
                  <a:pt x="31346" y="72803"/>
                  <a:pt x="27601" y="87603"/>
                </a:cubicBezTo>
                <a:cubicBezTo>
                  <a:pt x="24054" y="101219"/>
                  <a:pt x="22475" y="107334"/>
                  <a:pt x="16560" y="119175"/>
                </a:cubicBezTo>
                <a:cubicBezTo>
                  <a:pt x="15180" y="121542"/>
                  <a:pt x="10054" y="130224"/>
                  <a:pt x="7295" y="132790"/>
                </a:cubicBezTo>
                <a:cubicBezTo>
                  <a:pt x="1970" y="137718"/>
                  <a:pt x="0" y="141267"/>
                  <a:pt x="0" y="142251"/>
                </a:cubicBezTo>
                <a:cubicBezTo>
                  <a:pt x="0" y="142645"/>
                  <a:pt x="394" y="143433"/>
                  <a:pt x="1775" y="143433"/>
                </a:cubicBezTo>
                <a:cubicBezTo>
                  <a:pt x="2563" y="143433"/>
                  <a:pt x="6702" y="142645"/>
                  <a:pt x="11828" y="139294"/>
                </a:cubicBezTo>
                <a:cubicBezTo>
                  <a:pt x="15180" y="137324"/>
                  <a:pt x="15574" y="136930"/>
                  <a:pt x="20110" y="132198"/>
                </a:cubicBezTo>
                <a:cubicBezTo>
                  <a:pt x="29968" y="132393"/>
                  <a:pt x="36866" y="134168"/>
                  <a:pt x="49287" y="137718"/>
                </a:cubicBezTo>
                <a:cubicBezTo>
                  <a:pt x="59341" y="140476"/>
                  <a:pt x="69397" y="143433"/>
                  <a:pt x="79451" y="143433"/>
                </a:cubicBezTo>
                <a:cubicBezTo>
                  <a:pt x="95422" y="143433"/>
                  <a:pt x="111588" y="131409"/>
                  <a:pt x="117896" y="122728"/>
                </a:cubicBezTo>
                <a:cubicBezTo>
                  <a:pt x="121837" y="117400"/>
                  <a:pt x="123022" y="112466"/>
                  <a:pt x="123022" y="111874"/>
                </a:cubicBezTo>
                <a:cubicBezTo>
                  <a:pt x="123022" y="110493"/>
                  <a:pt x="121837" y="110493"/>
                  <a:pt x="121642" y="110493"/>
                </a:cubicBezTo>
                <a:cubicBezTo>
                  <a:pt x="118486" y="110493"/>
                  <a:pt x="113754" y="112662"/>
                  <a:pt x="110403" y="115030"/>
                </a:cubicBezTo>
                <a:cubicBezTo>
                  <a:pt x="105081" y="118387"/>
                  <a:pt x="104687" y="119569"/>
                  <a:pt x="103505" y="122923"/>
                </a:cubicBezTo>
                <a:cubicBezTo>
                  <a:pt x="102518" y="126082"/>
                  <a:pt x="101336" y="127661"/>
                  <a:pt x="100548" y="128843"/>
                </a:cubicBezTo>
                <a:cubicBezTo>
                  <a:pt x="98968" y="131211"/>
                  <a:pt x="98773" y="131211"/>
                  <a:pt x="95816" y="131211"/>
                </a:cubicBezTo>
                <a:cubicBezTo>
                  <a:pt x="86352" y="131211"/>
                  <a:pt x="76494" y="128251"/>
                  <a:pt x="63483" y="124701"/>
                </a:cubicBezTo>
                <a:cubicBezTo>
                  <a:pt x="57963" y="123122"/>
                  <a:pt x="47118" y="119963"/>
                  <a:pt x="37260" y="119963"/>
                </a:cubicBezTo>
                <a:cubicBezTo>
                  <a:pt x="34697" y="119963"/>
                  <a:pt x="31939" y="120162"/>
                  <a:pt x="29376" y="12075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1" name="path-1269">
            <a:extLst xmlns:a="http://schemas.openxmlformats.org/drawingml/2006/main">
              <a:ext uri="{FF2B5EF4-FFF2-40B4-BE49-F238E27FC236}">
                <a16:creationId xmlns:a16="http://schemas.microsoft.com/office/drawing/2014/main" id="{761DA60B-DAD2-47F7-9E44-FC5689DF7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73446" y="5674340"/>
            <a:ext cx="118065" cy="106783"/>
          </a:xfrm>
          <a:custGeom xmlns:a="http://schemas.openxmlformats.org/drawingml/2006/main">
            <a:pathLst>
              <a:path w="103088" h="93237">
                <a:moveTo>
                  <a:pt x="61135" y="9796"/>
                </a:moveTo>
                <a:cubicBezTo>
                  <a:pt x="62101" y="5797"/>
                  <a:pt x="62377" y="5382"/>
                  <a:pt x="65414" y="5106"/>
                </a:cubicBezTo>
                <a:cubicBezTo>
                  <a:pt x="66102" y="4970"/>
                  <a:pt x="70933" y="4970"/>
                  <a:pt x="73694" y="4970"/>
                </a:cubicBezTo>
                <a:cubicBezTo>
                  <a:pt x="82112" y="4970"/>
                  <a:pt x="85699" y="4970"/>
                  <a:pt x="89150" y="6073"/>
                </a:cubicBezTo>
                <a:cubicBezTo>
                  <a:pt x="95360" y="8004"/>
                  <a:pt x="95636" y="12003"/>
                  <a:pt x="95636" y="16968"/>
                </a:cubicBezTo>
                <a:cubicBezTo>
                  <a:pt x="95636" y="19175"/>
                  <a:pt x="95636" y="20967"/>
                  <a:pt x="94669" y="28139"/>
                </a:cubicBezTo>
                <a:lnTo>
                  <a:pt x="94393" y="29656"/>
                </a:lnTo>
                <a:cubicBezTo>
                  <a:pt x="94393" y="31035"/>
                  <a:pt x="95360" y="31726"/>
                  <a:pt x="96739" y="31726"/>
                </a:cubicBezTo>
                <a:cubicBezTo>
                  <a:pt x="98809" y="31726"/>
                  <a:pt x="99085" y="30483"/>
                  <a:pt x="99363" y="28276"/>
                </a:cubicBezTo>
                <a:lnTo>
                  <a:pt x="103088" y="1933"/>
                </a:lnTo>
                <a:cubicBezTo>
                  <a:pt x="103088" y="0"/>
                  <a:pt x="101433" y="0"/>
                  <a:pt x="98948" y="0"/>
                </a:cubicBezTo>
                <a:lnTo>
                  <a:pt x="14075" y="0"/>
                </a:lnTo>
                <a:cubicBezTo>
                  <a:pt x="10626" y="0"/>
                  <a:pt x="10350" y="0"/>
                  <a:pt x="9383" y="2900"/>
                </a:cubicBezTo>
                <a:lnTo>
                  <a:pt x="689" y="27312"/>
                </a:lnTo>
                <a:cubicBezTo>
                  <a:pt x="552" y="27864"/>
                  <a:pt x="0" y="29104"/>
                  <a:pt x="0" y="29795"/>
                </a:cubicBezTo>
                <a:cubicBezTo>
                  <a:pt x="0" y="30346"/>
                  <a:pt x="276" y="31726"/>
                  <a:pt x="2346" y="31726"/>
                </a:cubicBezTo>
                <a:cubicBezTo>
                  <a:pt x="4140" y="31726"/>
                  <a:pt x="4416" y="31035"/>
                  <a:pt x="5243" y="28415"/>
                </a:cubicBezTo>
                <a:cubicBezTo>
                  <a:pt x="13247" y="6349"/>
                  <a:pt x="17802" y="4970"/>
                  <a:pt x="38778" y="4970"/>
                </a:cubicBezTo>
                <a:lnTo>
                  <a:pt x="44575" y="4970"/>
                </a:lnTo>
                <a:cubicBezTo>
                  <a:pt x="48715" y="4970"/>
                  <a:pt x="48852" y="5106"/>
                  <a:pt x="48852" y="6349"/>
                </a:cubicBezTo>
                <a:cubicBezTo>
                  <a:pt x="48852" y="6486"/>
                  <a:pt x="48852" y="7176"/>
                  <a:pt x="48300" y="9244"/>
                </a:cubicBezTo>
                <a:lnTo>
                  <a:pt x="30083" y="81788"/>
                </a:lnTo>
                <a:cubicBezTo>
                  <a:pt x="28843" y="86890"/>
                  <a:pt x="28428" y="88270"/>
                  <a:pt x="13938" y="88270"/>
                </a:cubicBezTo>
                <a:cubicBezTo>
                  <a:pt x="8968" y="88270"/>
                  <a:pt x="7728" y="88270"/>
                  <a:pt x="7728" y="91306"/>
                </a:cubicBezTo>
                <a:cubicBezTo>
                  <a:pt x="7728" y="91721"/>
                  <a:pt x="8004" y="93237"/>
                  <a:pt x="10074" y="93237"/>
                </a:cubicBezTo>
                <a:cubicBezTo>
                  <a:pt x="13938" y="93237"/>
                  <a:pt x="18078" y="92824"/>
                  <a:pt x="21942" y="92824"/>
                </a:cubicBezTo>
                <a:cubicBezTo>
                  <a:pt x="25806" y="92824"/>
                  <a:pt x="29946" y="92685"/>
                  <a:pt x="33810" y="92685"/>
                </a:cubicBezTo>
                <a:cubicBezTo>
                  <a:pt x="37674" y="92685"/>
                  <a:pt x="42366" y="92685"/>
                  <a:pt x="46230" y="92824"/>
                </a:cubicBezTo>
                <a:cubicBezTo>
                  <a:pt x="49957" y="92961"/>
                  <a:pt x="54097" y="93237"/>
                  <a:pt x="57822" y="93237"/>
                </a:cubicBezTo>
                <a:cubicBezTo>
                  <a:pt x="58926" y="93237"/>
                  <a:pt x="60998" y="93237"/>
                  <a:pt x="60998" y="90203"/>
                </a:cubicBezTo>
                <a:cubicBezTo>
                  <a:pt x="60998" y="88270"/>
                  <a:pt x="59616" y="88270"/>
                  <a:pt x="55340" y="88270"/>
                </a:cubicBezTo>
                <a:cubicBezTo>
                  <a:pt x="52716" y="88270"/>
                  <a:pt x="49957" y="88133"/>
                  <a:pt x="47334" y="87994"/>
                </a:cubicBezTo>
                <a:cubicBezTo>
                  <a:pt x="42642" y="87581"/>
                  <a:pt x="42366" y="87029"/>
                  <a:pt x="42366" y="85374"/>
                </a:cubicBezTo>
                <a:cubicBezTo>
                  <a:pt x="42366" y="84408"/>
                  <a:pt x="42366" y="84132"/>
                  <a:pt x="42918" y="82201"/>
                </a:cubicBezTo>
                <a:lnTo>
                  <a:pt x="61135" y="979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2" name="text-1270 …">
            <a:extLst xmlns:a="http://schemas.openxmlformats.org/drawingml/2006/main">
              <a:ext uri="{FF2B5EF4-FFF2-40B4-BE49-F238E27FC236}">
                <a16:creationId xmlns:a16="http://schemas.microsoft.com/office/drawing/2014/main" id="{C92EAD20-3BFA-49F8-92EB-857FA489C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400000">
            <a:off x="14773055" y="5335041"/>
            <a:ext cx="200584" cy="2380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9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9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1353" name="path-1271">
            <a:extLst xmlns:a="http://schemas.openxmlformats.org/drawingml/2006/main">
              <a:ext uri="{FF2B5EF4-FFF2-40B4-BE49-F238E27FC236}">
                <a16:creationId xmlns:a16="http://schemas.microsoft.com/office/drawing/2014/main" id="{5C478AA0-E68C-459A-9DD1-8B6295D4D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79936" y="4797652"/>
            <a:ext cx="340808" cy="1031205"/>
          </a:xfrm>
          <a:custGeom xmlns:a="http://schemas.openxmlformats.org/drawingml/2006/main">
            <a:pathLst>
              <a:path w="297576" h="900395">
                <a:moveTo>
                  <a:pt x="0" y="0"/>
                </a:moveTo>
                <a:lnTo>
                  <a:pt x="0" y="900395"/>
                </a:lnTo>
                <a:lnTo>
                  <a:pt x="297576" y="900395"/>
                </a:lnTo>
                <a:lnTo>
                  <a:pt x="29757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14165">
            <a:solidFill>
              <a:srgbClr val="000000"/>
            </a:solidFill>
            <a:prstDash val="dash"/>
          </a:ln>
        </p:spPr>
      </p:sp>
      <p:sp>
        <p:nvSpPr>
          <p:cNvPr id="1354" name="path-1272">
            <a:extLst xmlns:a="http://schemas.openxmlformats.org/drawingml/2006/main">
              <a:ext uri="{FF2B5EF4-FFF2-40B4-BE49-F238E27FC236}">
                <a16:creationId xmlns:a16="http://schemas.microsoft.com/office/drawing/2014/main" id="{ADB4DFAE-3CB7-4DA4-9A2E-0D18F3AEA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1509" y="4827310"/>
            <a:ext cx="1055945" cy="954615"/>
          </a:xfrm>
          <a:custGeom xmlns:a="http://schemas.openxmlformats.org/drawingml/2006/main">
            <a:pathLst>
              <a:path w="921997" h="833521">
                <a:moveTo>
                  <a:pt x="82457" y="0"/>
                </a:moveTo>
                <a:lnTo>
                  <a:pt x="839540" y="0"/>
                </a:lnTo>
                <a:cubicBezTo>
                  <a:pt x="885056" y="0"/>
                  <a:pt x="921997" y="36935"/>
                  <a:pt x="921997" y="82451"/>
                </a:cubicBezTo>
                <a:lnTo>
                  <a:pt x="921997" y="751064"/>
                </a:lnTo>
                <a:cubicBezTo>
                  <a:pt x="921997" y="796665"/>
                  <a:pt x="885056" y="833521"/>
                  <a:pt x="839540" y="833521"/>
                </a:cubicBezTo>
                <a:lnTo>
                  <a:pt x="82457" y="833521"/>
                </a:lnTo>
                <a:cubicBezTo>
                  <a:pt x="36941" y="833521"/>
                  <a:pt x="0" y="796665"/>
                  <a:pt x="0" y="751064"/>
                </a:cubicBezTo>
                <a:lnTo>
                  <a:pt x="0" y="82451"/>
                </a:lnTo>
                <a:cubicBezTo>
                  <a:pt x="0" y="36935"/>
                  <a:pt x="36941" y="0"/>
                  <a:pt x="82457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pic>
        <p:nvPicPr>
          <p:cNvPr id="1355" name="">
            <a:extLst xmlns:a="http://schemas.openxmlformats.org/drawingml/2006/main">
              <a:ext uri="{FF2B5EF4-FFF2-40B4-BE49-F238E27FC236}">
                <a16:creationId xmlns:a16="http://schemas.microsoft.com/office/drawing/2014/main" id="{EA30CEB9-8D02-4567-9E3A-5AF69DC1921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fc67452882b442f"/>
          <a:stretch xmlns:a="http://schemas.openxmlformats.org/drawingml/2006/main"/>
        </p:blipFill>
        <p:spPr>
          <a:xfrm xmlns:a="http://schemas.openxmlformats.org/drawingml/2006/main">
            <a:off x="8459765" y="4876239"/>
            <a:ext cx="981792" cy="861795"/>
          </a:xfrm>
          <a:prstGeom xmlns:a="http://schemas.openxmlformats.org/drawingml/2006/main" prst="rect">
            <a:avLst/>
          </a:prstGeom>
        </p:spPr>
      </p:pic>
      <p:sp>
        <p:nvSpPr>
          <p:cNvPr id="1356" name="path-1274">
            <a:extLst xmlns:a="http://schemas.openxmlformats.org/drawingml/2006/main">
              <a:ext uri="{FF2B5EF4-FFF2-40B4-BE49-F238E27FC236}">
                <a16:creationId xmlns:a16="http://schemas.microsoft.com/office/drawing/2014/main" id="{7BB958D7-9985-4310-836D-59C7DDDFF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9788" y="7474630"/>
            <a:ext cx="2507370" cy="1306285"/>
          </a:xfrm>
          <a:custGeom xmlns:a="http://schemas.openxmlformats.org/drawingml/2006/main">
            <a:pathLst>
              <a:path w="2189306" h="1140580">
                <a:moveTo>
                  <a:pt x="1916223" y="0"/>
                </a:moveTo>
                <a:cubicBezTo>
                  <a:pt x="2090858" y="159632"/>
                  <a:pt x="2189306" y="387205"/>
                  <a:pt x="1788665" y="620792"/>
                </a:cubicBezTo>
                <a:cubicBezTo>
                  <a:pt x="1399813" y="847627"/>
                  <a:pt x="636704" y="1024159"/>
                  <a:pt x="0" y="114058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sp>
        <p:nvSpPr>
          <p:cNvPr id="1357" name="path-1275">
            <a:extLst xmlns:a="http://schemas.openxmlformats.org/drawingml/2006/main">
              <a:ext uri="{FF2B5EF4-FFF2-40B4-BE49-F238E27FC236}">
                <a16:creationId xmlns:a16="http://schemas.microsoft.com/office/drawing/2014/main" id="{4262FFB1-DA02-4302-80CE-2341778B8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3289" y="8747991"/>
            <a:ext cx="79389" cy="55753"/>
          </a:xfrm>
          <a:custGeom xmlns:a="http://schemas.openxmlformats.org/drawingml/2006/main">
            <a:pathLst>
              <a:path w="69319" h="48680">
                <a:moveTo>
                  <a:pt x="0" y="36099"/>
                </a:moveTo>
                <a:lnTo>
                  <a:pt x="69319" y="48680"/>
                </a:lnTo>
                <a:lnTo>
                  <a:pt x="40567" y="28752"/>
                </a:lnTo>
                <a:lnTo>
                  <a:pt x="60497" y="0"/>
                </a:lnTo>
                <a:lnTo>
                  <a:pt x="0" y="3609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8" name="path-1276">
            <a:extLst xmlns:a="http://schemas.openxmlformats.org/drawingml/2006/main">
              <a:ext uri="{FF2B5EF4-FFF2-40B4-BE49-F238E27FC236}">
                <a16:creationId xmlns:a16="http://schemas.microsoft.com/office/drawing/2014/main" id="{4878D532-EC6D-4326-A152-443387DA2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3324" y="8747960"/>
            <a:ext cx="79321" cy="55810"/>
          </a:xfrm>
          <a:custGeom xmlns:a="http://schemas.openxmlformats.org/drawingml/2006/main">
            <a:pathLst>
              <a:path w="69259" h="48730">
                <a:moveTo>
                  <a:pt x="0" y="36117"/>
                </a:moveTo>
                <a:lnTo>
                  <a:pt x="69259" y="48730"/>
                </a:lnTo>
                <a:lnTo>
                  <a:pt x="40570" y="28775"/>
                </a:lnTo>
                <a:lnTo>
                  <a:pt x="60440" y="0"/>
                </a:lnTo>
                <a:lnTo>
                  <a:pt x="0" y="36117"/>
                </a:lnTo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solid"/>
          </a:ln>
        </p:spPr>
      </p:sp>
      <p:sp>
        <p:nvSpPr>
          <p:cNvPr id="1359" name="path-1277">
            <a:extLst xmlns:a="http://schemas.openxmlformats.org/drawingml/2006/main">
              <a:ext uri="{FF2B5EF4-FFF2-40B4-BE49-F238E27FC236}">
                <a16:creationId xmlns:a16="http://schemas.microsoft.com/office/drawing/2014/main" id="{100FB8EF-E976-434A-ACB5-629124B73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9437" y="6966582"/>
            <a:ext cx="1046307" cy="508048"/>
          </a:xfrm>
          <a:custGeom xmlns:a="http://schemas.openxmlformats.org/drawingml/2006/main">
            <a:pathLst>
              <a:path w="913581" h="443601">
                <a:moveTo>
                  <a:pt x="0" y="0"/>
                </a:moveTo>
                <a:lnTo>
                  <a:pt x="0" y="443601"/>
                </a:lnTo>
                <a:lnTo>
                  <a:pt x="913581" y="443601"/>
                </a:lnTo>
                <a:lnTo>
                  <a:pt x="91358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443">
            <a:solidFill>
              <a:srgbClr val="000000"/>
            </a:solidFill>
            <a:prstDash val="dash"/>
          </a:ln>
        </p:spPr>
      </p:sp>
      <p:sp>
        <p:nvSpPr>
          <p:cNvPr id="1360" name="text-1278 An">
            <a:extLst xmlns:a="http://schemas.openxmlformats.org/drawingml/2006/main">
              <a:ext uri="{FF2B5EF4-FFF2-40B4-BE49-F238E27FC236}">
                <a16:creationId xmlns:a16="http://schemas.microsoft.com/office/drawing/2014/main" id="{E845E5B2-F17B-4A18-9BB2-B8700E77F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39246" y="7559128"/>
            <a:ext cx="212008" cy="2115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An</a:t>
            </a:r>
          </a:p>
        </p:txBody>
      </p:sp>
      <p:sp>
        <p:nvSpPr>
          <p:cNvPr id="1361" name="text-1278 Improved">
            <a:extLst xmlns:a="http://schemas.openxmlformats.org/drawingml/2006/main">
              <a:ext uri="{FF2B5EF4-FFF2-40B4-BE49-F238E27FC236}">
                <a16:creationId xmlns:a16="http://schemas.microsoft.com/office/drawing/2014/main" id="{AC12D44D-9377-47A0-8DE9-5EF4F5B59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66035" y="7559111"/>
            <a:ext cx="657050" cy="211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Improved</a:t>
            </a:r>
          </a:p>
        </p:txBody>
      </p:sp>
      <p:sp>
        <p:nvSpPr>
          <p:cNvPr id="1362" name="text-1278 Implementation">
            <a:extLst xmlns:a="http://schemas.openxmlformats.org/drawingml/2006/main">
              <a:ext uri="{FF2B5EF4-FFF2-40B4-BE49-F238E27FC236}">
                <a16:creationId xmlns:a16="http://schemas.microsoft.com/office/drawing/2014/main" id="{483D0BD8-1A7A-470E-B51A-3768A5966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37863" y="7559109"/>
            <a:ext cx="1060256" cy="2115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9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Implementation</a:t>
            </a:r>
          </a:p>
        </p:txBody>
      </p:sp>
      <p:sp>
        <p:nvSpPr>
          <p:cNvPr id="1363" name="text-1279 c">
            <a:extLst xmlns:a="http://schemas.openxmlformats.org/drawingml/2006/main">
              <a:ext uri="{FF2B5EF4-FFF2-40B4-BE49-F238E27FC236}">
                <a16:creationId xmlns:a16="http://schemas.microsoft.com/office/drawing/2014/main" id="{520E0EFF-A930-4DE2-AA45-75C2B4C1A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18629" y="3450423"/>
            <a:ext cx="194674" cy="3703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8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</a:t>
            </a:r>
          </a:p>
        </p:txBody>
      </p:sp>
      <p:sp>
        <p:nvSpPr>
          <p:cNvPr id="1364" name="text-1280 d">
            <a:extLst xmlns:a="http://schemas.openxmlformats.org/drawingml/2006/main">
              <a:ext uri="{FF2B5EF4-FFF2-40B4-BE49-F238E27FC236}">
                <a16:creationId xmlns:a16="http://schemas.microsoft.com/office/drawing/2014/main" id="{CC6B6950-F511-40B0-8BEE-95AAB6F58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18629" y="7692101"/>
            <a:ext cx="209126" cy="3703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3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83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</p:spTree>
    <p:extLst>
      <p:ext uri="{BB962C8B-B14F-4D97-AF65-F5344CB8AC3E}">
        <p14:creationId xmlns:p14="http://schemas.microsoft.com/office/powerpoint/2010/main" val="1695406071"/>
      </p:ext>
    </p:extLst>
  </p:cSld>
</p:sld>
</file>

<file path=ppt/slides/slide6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40" name="path-1">
            <a:extLst xmlns:a="http://schemas.openxmlformats.org/drawingml/2006/main">
              <a:ext uri="{FF2B5EF4-FFF2-40B4-BE49-F238E27FC236}">
                <a16:creationId xmlns:a16="http://schemas.microsoft.com/office/drawing/2014/main" id="{D7478854-57A1-4EC9-A693-79C989A71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416375"/>
            <a:ext cx="18288000" cy="9569678"/>
          </a:xfrm>
          <a:custGeom xmlns:a="http://schemas.openxmlformats.org/drawingml/2006/main">
            <a:pathLst>
              <a:path w="12715875" h="6653916">
                <a:moveTo>
                  <a:pt x="12715875" y="0"/>
                </a:moveTo>
                <a:lnTo>
                  <a:pt x="0" y="0"/>
                </a:lnTo>
                <a:lnTo>
                  <a:pt x="0" y="6653916"/>
                </a:lnTo>
                <a:lnTo>
                  <a:pt x="12715875" y="6653916"/>
                </a:lnTo>
                <a:lnTo>
                  <a:pt x="12715875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7C50E9D2-2EB0-4D20-8193-7D0B5D3A5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45146" y="2122582"/>
            <a:ext cx="8678232" cy="7863471"/>
          </a:xfrm>
          <a:custGeom xmlns:a="http://schemas.openxmlformats.org/drawingml/2006/main">
            <a:pathLst>
              <a:path w="6034083" h="5467570">
                <a:moveTo>
                  <a:pt x="6034083" y="0"/>
                </a:moveTo>
                <a:lnTo>
                  <a:pt x="1823450" y="2465427"/>
                </a:lnTo>
                <a:lnTo>
                  <a:pt x="1828381" y="2562679"/>
                </a:lnTo>
                <a:lnTo>
                  <a:pt x="1828300" y="2581240"/>
                </a:lnTo>
                <a:lnTo>
                  <a:pt x="1828059" y="2599763"/>
                </a:lnTo>
                <a:lnTo>
                  <a:pt x="1827657" y="2618246"/>
                </a:lnTo>
                <a:lnTo>
                  <a:pt x="1827095" y="2636690"/>
                </a:lnTo>
                <a:lnTo>
                  <a:pt x="1826374" y="2655093"/>
                </a:lnTo>
                <a:lnTo>
                  <a:pt x="1825495" y="2673455"/>
                </a:lnTo>
                <a:lnTo>
                  <a:pt x="1824458" y="2691775"/>
                </a:lnTo>
                <a:lnTo>
                  <a:pt x="1823264" y="2710053"/>
                </a:lnTo>
                <a:lnTo>
                  <a:pt x="1821914" y="2728287"/>
                </a:lnTo>
                <a:lnTo>
                  <a:pt x="1820408" y="2746478"/>
                </a:lnTo>
                <a:lnTo>
                  <a:pt x="1818747" y="2764625"/>
                </a:lnTo>
                <a:lnTo>
                  <a:pt x="1816931" y="2782726"/>
                </a:lnTo>
                <a:lnTo>
                  <a:pt x="1814962" y="2800781"/>
                </a:lnTo>
                <a:lnTo>
                  <a:pt x="1812840" y="2818790"/>
                </a:lnTo>
                <a:lnTo>
                  <a:pt x="1810566" y="2836752"/>
                </a:lnTo>
                <a:lnTo>
                  <a:pt x="1808139" y="2854666"/>
                </a:lnTo>
                <a:lnTo>
                  <a:pt x="1805562" y="2872532"/>
                </a:lnTo>
                <a:lnTo>
                  <a:pt x="1802834" y="2890349"/>
                </a:lnTo>
                <a:lnTo>
                  <a:pt x="1799957" y="2908116"/>
                </a:lnTo>
                <a:lnTo>
                  <a:pt x="1796931" y="2925832"/>
                </a:lnTo>
                <a:lnTo>
                  <a:pt x="1793756" y="2943497"/>
                </a:lnTo>
                <a:lnTo>
                  <a:pt x="1790433" y="2961111"/>
                </a:lnTo>
                <a:lnTo>
                  <a:pt x="1786964" y="2978672"/>
                </a:lnTo>
                <a:lnTo>
                  <a:pt x="1783348" y="2996180"/>
                </a:lnTo>
                <a:lnTo>
                  <a:pt x="1779586" y="3013634"/>
                </a:lnTo>
                <a:lnTo>
                  <a:pt x="1775680" y="3031034"/>
                </a:lnTo>
                <a:lnTo>
                  <a:pt x="1771629" y="3048379"/>
                </a:lnTo>
                <a:lnTo>
                  <a:pt x="1767434" y="3065668"/>
                </a:lnTo>
                <a:lnTo>
                  <a:pt x="1763096" y="3082900"/>
                </a:lnTo>
                <a:lnTo>
                  <a:pt x="1758616" y="3100076"/>
                </a:lnTo>
                <a:lnTo>
                  <a:pt x="1753994" y="3117194"/>
                </a:lnTo>
                <a:lnTo>
                  <a:pt x="1749230" y="3134253"/>
                </a:lnTo>
                <a:lnTo>
                  <a:pt x="1744327" y="3151253"/>
                </a:lnTo>
                <a:lnTo>
                  <a:pt x="1739284" y="3168194"/>
                </a:lnTo>
                <a:lnTo>
                  <a:pt x="1734101" y="3185074"/>
                </a:lnTo>
                <a:lnTo>
                  <a:pt x="1728781" y="3201893"/>
                </a:lnTo>
                <a:lnTo>
                  <a:pt x="1723322" y="3218650"/>
                </a:lnTo>
                <a:lnTo>
                  <a:pt x="1717727" y="3235345"/>
                </a:lnTo>
                <a:lnTo>
                  <a:pt x="1711995" y="3251977"/>
                </a:lnTo>
                <a:lnTo>
                  <a:pt x="1706127" y="3268545"/>
                </a:lnTo>
                <a:lnTo>
                  <a:pt x="1700124" y="3285049"/>
                </a:lnTo>
                <a:lnTo>
                  <a:pt x="1693987" y="3301487"/>
                </a:lnTo>
                <a:lnTo>
                  <a:pt x="1687716" y="3317860"/>
                </a:lnTo>
                <a:lnTo>
                  <a:pt x="1681312" y="3334167"/>
                </a:lnTo>
                <a:lnTo>
                  <a:pt x="1674776" y="3350406"/>
                </a:lnTo>
                <a:lnTo>
                  <a:pt x="1668108" y="3366578"/>
                </a:lnTo>
                <a:lnTo>
                  <a:pt x="1661308" y="3382681"/>
                </a:lnTo>
                <a:lnTo>
                  <a:pt x="1654379" y="3398715"/>
                </a:lnTo>
                <a:lnTo>
                  <a:pt x="1647319" y="3414680"/>
                </a:lnTo>
                <a:lnTo>
                  <a:pt x="1640131" y="3430574"/>
                </a:lnTo>
                <a:lnTo>
                  <a:pt x="1632814" y="3446397"/>
                </a:lnTo>
                <a:lnTo>
                  <a:pt x="1625369" y="3462149"/>
                </a:lnTo>
                <a:lnTo>
                  <a:pt x="1617797" y="3477828"/>
                </a:lnTo>
                <a:lnTo>
                  <a:pt x="1610099" y="3493434"/>
                </a:lnTo>
                <a:lnTo>
                  <a:pt x="1602275" y="3508966"/>
                </a:lnTo>
                <a:lnTo>
                  <a:pt x="1594326" y="3524424"/>
                </a:lnTo>
                <a:lnTo>
                  <a:pt x="1586252" y="3539807"/>
                </a:lnTo>
                <a:lnTo>
                  <a:pt x="1578055" y="3555114"/>
                </a:lnTo>
                <a:lnTo>
                  <a:pt x="1569734" y="3570345"/>
                </a:lnTo>
                <a:lnTo>
                  <a:pt x="1561292" y="3585499"/>
                </a:lnTo>
                <a:lnTo>
                  <a:pt x="1552727" y="3600575"/>
                </a:lnTo>
                <a:lnTo>
                  <a:pt x="1544041" y="3615572"/>
                </a:lnTo>
                <a:lnTo>
                  <a:pt x="1535235" y="3630491"/>
                </a:lnTo>
                <a:lnTo>
                  <a:pt x="1526309" y="3645330"/>
                </a:lnTo>
                <a:lnTo>
                  <a:pt x="1517264" y="3660089"/>
                </a:lnTo>
                <a:lnTo>
                  <a:pt x="1508100" y="3674766"/>
                </a:lnTo>
                <a:lnTo>
                  <a:pt x="1498819" y="3689362"/>
                </a:lnTo>
                <a:lnTo>
                  <a:pt x="1489420" y="3703876"/>
                </a:lnTo>
                <a:lnTo>
                  <a:pt x="1479905" y="3718306"/>
                </a:lnTo>
                <a:lnTo>
                  <a:pt x="1470275" y="3732653"/>
                </a:lnTo>
                <a:lnTo>
                  <a:pt x="1460529" y="3746916"/>
                </a:lnTo>
                <a:lnTo>
                  <a:pt x="1450668" y="3761093"/>
                </a:lnTo>
                <a:lnTo>
                  <a:pt x="1440694" y="3775185"/>
                </a:lnTo>
                <a:lnTo>
                  <a:pt x="1430607" y="3789191"/>
                </a:lnTo>
                <a:lnTo>
                  <a:pt x="1420407" y="3803109"/>
                </a:lnTo>
                <a:lnTo>
                  <a:pt x="1410096" y="3816940"/>
                </a:lnTo>
                <a:lnTo>
                  <a:pt x="1399673" y="3830682"/>
                </a:lnTo>
                <a:lnTo>
                  <a:pt x="1389140" y="3844336"/>
                </a:lnTo>
                <a:lnTo>
                  <a:pt x="1378497" y="3857900"/>
                </a:lnTo>
                <a:lnTo>
                  <a:pt x="1367745" y="3871373"/>
                </a:lnTo>
                <a:lnTo>
                  <a:pt x="1356885" y="3884756"/>
                </a:lnTo>
                <a:lnTo>
                  <a:pt x="1345916" y="3898046"/>
                </a:lnTo>
                <a:lnTo>
                  <a:pt x="1334841" y="3911245"/>
                </a:lnTo>
                <a:lnTo>
                  <a:pt x="1323659" y="3924350"/>
                </a:lnTo>
                <a:lnTo>
                  <a:pt x="1312371" y="3937362"/>
                </a:lnTo>
                <a:lnTo>
                  <a:pt x="1300978" y="3950280"/>
                </a:lnTo>
                <a:lnTo>
                  <a:pt x="1289481" y="3963102"/>
                </a:lnTo>
                <a:lnTo>
                  <a:pt x="1277880" y="3975829"/>
                </a:lnTo>
                <a:lnTo>
                  <a:pt x="1266175" y="3988460"/>
                </a:lnTo>
                <a:lnTo>
                  <a:pt x="1254368" y="4000993"/>
                </a:lnTo>
                <a:lnTo>
                  <a:pt x="1242460" y="4013429"/>
                </a:lnTo>
                <a:lnTo>
                  <a:pt x="1230450" y="4025767"/>
                </a:lnTo>
                <a:lnTo>
                  <a:pt x="1218340" y="4038006"/>
                </a:lnTo>
                <a:lnTo>
                  <a:pt x="1206129" y="4050145"/>
                </a:lnTo>
                <a:lnTo>
                  <a:pt x="1193820" y="4062183"/>
                </a:lnTo>
                <a:lnTo>
                  <a:pt x="1181412" y="4074121"/>
                </a:lnTo>
                <a:lnTo>
                  <a:pt x="1168907" y="4085957"/>
                </a:lnTo>
                <a:lnTo>
                  <a:pt x="1156304" y="4097691"/>
                </a:lnTo>
                <a:lnTo>
                  <a:pt x="1143604" y="4109322"/>
                </a:lnTo>
                <a:lnTo>
                  <a:pt x="1130809" y="4120849"/>
                </a:lnTo>
                <a:lnTo>
                  <a:pt x="1117919" y="4132272"/>
                </a:lnTo>
                <a:lnTo>
                  <a:pt x="1104934" y="4143590"/>
                </a:lnTo>
                <a:lnTo>
                  <a:pt x="1091856" y="4154802"/>
                </a:lnTo>
                <a:lnTo>
                  <a:pt x="1078684" y="4165908"/>
                </a:lnTo>
                <a:lnTo>
                  <a:pt x="1065419" y="4176907"/>
                </a:lnTo>
                <a:lnTo>
                  <a:pt x="1052063" y="4187799"/>
                </a:lnTo>
                <a:lnTo>
                  <a:pt x="1038616" y="4198582"/>
                </a:lnTo>
                <a:lnTo>
                  <a:pt x="1025078" y="4209256"/>
                </a:lnTo>
                <a:lnTo>
                  <a:pt x="1011450" y="4219821"/>
                </a:lnTo>
                <a:lnTo>
                  <a:pt x="997733" y="4230275"/>
                </a:lnTo>
                <a:lnTo>
                  <a:pt x="983928" y="4240618"/>
                </a:lnTo>
                <a:lnTo>
                  <a:pt x="970034" y="4250850"/>
                </a:lnTo>
                <a:lnTo>
                  <a:pt x="956054" y="4260970"/>
                </a:lnTo>
                <a:lnTo>
                  <a:pt x="941987" y="4270976"/>
                </a:lnTo>
                <a:lnTo>
                  <a:pt x="927834" y="4280869"/>
                </a:lnTo>
                <a:lnTo>
                  <a:pt x="913596" y="4290648"/>
                </a:lnTo>
                <a:lnTo>
                  <a:pt x="899273" y="4300311"/>
                </a:lnTo>
                <a:lnTo>
                  <a:pt x="884867" y="4309860"/>
                </a:lnTo>
                <a:lnTo>
                  <a:pt x="870377" y="4319291"/>
                </a:lnTo>
                <a:lnTo>
                  <a:pt x="855805" y="4328606"/>
                </a:lnTo>
                <a:lnTo>
                  <a:pt x="841151" y="4337804"/>
                </a:lnTo>
                <a:lnTo>
                  <a:pt x="826416" y="4346883"/>
                </a:lnTo>
                <a:lnTo>
                  <a:pt x="811600" y="4355843"/>
                </a:lnTo>
                <a:lnTo>
                  <a:pt x="796704" y="4364683"/>
                </a:lnTo>
                <a:lnTo>
                  <a:pt x="781730" y="4373404"/>
                </a:lnTo>
                <a:lnTo>
                  <a:pt x="766676" y="4382003"/>
                </a:lnTo>
                <a:lnTo>
                  <a:pt x="751545" y="4390481"/>
                </a:lnTo>
                <a:lnTo>
                  <a:pt x="736336" y="4398837"/>
                </a:lnTo>
                <a:lnTo>
                  <a:pt x="721051" y="4407069"/>
                </a:lnTo>
                <a:lnTo>
                  <a:pt x="705690" y="4415178"/>
                </a:lnTo>
                <a:lnTo>
                  <a:pt x="690254" y="4423163"/>
                </a:lnTo>
                <a:lnTo>
                  <a:pt x="674744" y="4431023"/>
                </a:lnTo>
                <a:lnTo>
                  <a:pt x="659159" y="4438757"/>
                </a:lnTo>
                <a:lnTo>
                  <a:pt x="643501" y="4446365"/>
                </a:lnTo>
                <a:lnTo>
                  <a:pt x="627771" y="4453847"/>
                </a:lnTo>
                <a:lnTo>
                  <a:pt x="611969" y="4461200"/>
                </a:lnTo>
                <a:lnTo>
                  <a:pt x="596095" y="4468426"/>
                </a:lnTo>
                <a:lnTo>
                  <a:pt x="580151" y="4475522"/>
                </a:lnTo>
                <a:lnTo>
                  <a:pt x="564137" y="4482489"/>
                </a:lnTo>
                <a:lnTo>
                  <a:pt x="548054" y="4489326"/>
                </a:lnTo>
                <a:lnTo>
                  <a:pt x="531902" y="4496031"/>
                </a:lnTo>
                <a:lnTo>
                  <a:pt x="515683" y="4502606"/>
                </a:lnTo>
                <a:lnTo>
                  <a:pt x="499396" y="4509048"/>
                </a:lnTo>
                <a:lnTo>
                  <a:pt x="483043" y="4515357"/>
                </a:lnTo>
                <a:lnTo>
                  <a:pt x="466623" y="4521532"/>
                </a:lnTo>
                <a:lnTo>
                  <a:pt x="450139" y="4527574"/>
                </a:lnTo>
                <a:lnTo>
                  <a:pt x="433590" y="4533480"/>
                </a:lnTo>
                <a:lnTo>
                  <a:pt x="416976" y="4539251"/>
                </a:lnTo>
                <a:lnTo>
                  <a:pt x="400300" y="4544886"/>
                </a:lnTo>
                <a:lnTo>
                  <a:pt x="383561" y="4550384"/>
                </a:lnTo>
                <a:lnTo>
                  <a:pt x="366761" y="4555744"/>
                </a:lnTo>
                <a:lnTo>
                  <a:pt x="349899" y="4560966"/>
                </a:lnTo>
                <a:lnTo>
                  <a:pt x="332976" y="4566049"/>
                </a:lnTo>
                <a:lnTo>
                  <a:pt x="315993" y="4570993"/>
                </a:lnTo>
                <a:lnTo>
                  <a:pt x="298952" y="4575796"/>
                </a:lnTo>
                <a:lnTo>
                  <a:pt x="281851" y="4580459"/>
                </a:lnTo>
                <a:lnTo>
                  <a:pt x="264693" y="4584980"/>
                </a:lnTo>
                <a:lnTo>
                  <a:pt x="247477" y="4589359"/>
                </a:lnTo>
                <a:lnTo>
                  <a:pt x="230205" y="4593595"/>
                </a:lnTo>
                <a:lnTo>
                  <a:pt x="212877" y="4597687"/>
                </a:lnTo>
                <a:lnTo>
                  <a:pt x="195494" y="4601636"/>
                </a:lnTo>
                <a:lnTo>
                  <a:pt x="178056" y="4605439"/>
                </a:lnTo>
                <a:lnTo>
                  <a:pt x="160564" y="4609097"/>
                </a:lnTo>
                <a:lnTo>
                  <a:pt x="1945" y="4633342"/>
                </a:lnTo>
                <a:lnTo>
                  <a:pt x="1261" y="4896801"/>
                </a:lnTo>
                <a:lnTo>
                  <a:pt x="1210" y="4913875"/>
                </a:lnTo>
                <a:lnTo>
                  <a:pt x="1159" y="4930952"/>
                </a:lnTo>
                <a:lnTo>
                  <a:pt x="1108" y="4948033"/>
                </a:lnTo>
                <a:lnTo>
                  <a:pt x="1057" y="4965120"/>
                </a:lnTo>
                <a:lnTo>
                  <a:pt x="1007" y="4982216"/>
                </a:lnTo>
                <a:lnTo>
                  <a:pt x="958" y="4999323"/>
                </a:lnTo>
                <a:lnTo>
                  <a:pt x="909" y="5016443"/>
                </a:lnTo>
                <a:lnTo>
                  <a:pt x="860" y="5033578"/>
                </a:lnTo>
                <a:lnTo>
                  <a:pt x="812" y="5050731"/>
                </a:lnTo>
                <a:lnTo>
                  <a:pt x="765" y="5067903"/>
                </a:lnTo>
                <a:lnTo>
                  <a:pt x="718" y="5085097"/>
                </a:lnTo>
                <a:lnTo>
                  <a:pt x="672" y="5102315"/>
                </a:lnTo>
                <a:lnTo>
                  <a:pt x="628" y="5119558"/>
                </a:lnTo>
                <a:lnTo>
                  <a:pt x="584" y="5136830"/>
                </a:lnTo>
                <a:lnTo>
                  <a:pt x="540" y="5154133"/>
                </a:lnTo>
                <a:lnTo>
                  <a:pt x="498" y="5171468"/>
                </a:lnTo>
                <a:lnTo>
                  <a:pt x="457" y="5188837"/>
                </a:lnTo>
                <a:lnTo>
                  <a:pt x="418" y="5206244"/>
                </a:lnTo>
                <a:lnTo>
                  <a:pt x="379" y="5223689"/>
                </a:lnTo>
                <a:lnTo>
                  <a:pt x="342" y="5241176"/>
                </a:lnTo>
                <a:lnTo>
                  <a:pt x="306" y="5258706"/>
                </a:lnTo>
                <a:lnTo>
                  <a:pt x="271" y="5276282"/>
                </a:lnTo>
                <a:lnTo>
                  <a:pt x="238" y="5293905"/>
                </a:lnTo>
                <a:lnTo>
                  <a:pt x="206" y="5311578"/>
                </a:lnTo>
                <a:lnTo>
                  <a:pt x="175" y="5329304"/>
                </a:lnTo>
                <a:lnTo>
                  <a:pt x="147" y="5347083"/>
                </a:lnTo>
                <a:lnTo>
                  <a:pt x="120" y="5364919"/>
                </a:lnTo>
                <a:lnTo>
                  <a:pt x="94" y="5382814"/>
                </a:lnTo>
                <a:lnTo>
                  <a:pt x="71" y="5400769"/>
                </a:lnTo>
                <a:lnTo>
                  <a:pt x="49" y="5418787"/>
                </a:lnTo>
                <a:lnTo>
                  <a:pt x="29" y="5436871"/>
                </a:lnTo>
                <a:lnTo>
                  <a:pt x="11" y="5455021"/>
                </a:lnTo>
                <a:lnTo>
                  <a:pt x="0" y="5467570"/>
                </a:lnTo>
                <a:lnTo>
                  <a:pt x="6034083" y="5467570"/>
                </a:lnTo>
                <a:lnTo>
                  <a:pt x="6034083" y="0"/>
                </a:lnTo>
                <a:close/>
              </a:path>
            </a:pathLst>
          </a:custGeom>
          <a:solidFill xmlns:a="http://schemas.openxmlformats.org/drawingml/2006/main">
            <a:srgbClr val="FEF0D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842A75DF-80DB-4917-9E54-B3AB6EF56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35" y="2122582"/>
            <a:ext cx="8678202" cy="7863471"/>
          </a:xfrm>
          <a:custGeom xmlns:a="http://schemas.openxmlformats.org/drawingml/2006/main">
            <a:pathLst>
              <a:path w="6034062" h="5467570">
                <a:moveTo>
                  <a:pt x="6034050" y="5455021"/>
                </a:moveTo>
                <a:lnTo>
                  <a:pt x="6034030" y="5436871"/>
                </a:lnTo>
                <a:lnTo>
                  <a:pt x="6034008" y="5418787"/>
                </a:lnTo>
                <a:lnTo>
                  <a:pt x="6033985" y="5400769"/>
                </a:lnTo>
                <a:lnTo>
                  <a:pt x="6033959" y="5382814"/>
                </a:lnTo>
                <a:lnTo>
                  <a:pt x="6033932" y="5364919"/>
                </a:lnTo>
                <a:lnTo>
                  <a:pt x="6033903" y="5347083"/>
                </a:lnTo>
                <a:lnTo>
                  <a:pt x="6033873" y="5329304"/>
                </a:lnTo>
                <a:lnTo>
                  <a:pt x="6033841" y="5311578"/>
                </a:lnTo>
                <a:lnTo>
                  <a:pt x="6033807" y="5293905"/>
                </a:lnTo>
                <a:lnTo>
                  <a:pt x="6033772" y="5276282"/>
                </a:lnTo>
                <a:lnTo>
                  <a:pt x="6033735" y="5258706"/>
                </a:lnTo>
                <a:lnTo>
                  <a:pt x="6033697" y="5241176"/>
                </a:lnTo>
                <a:lnTo>
                  <a:pt x="6033658" y="5223689"/>
                </a:lnTo>
                <a:lnTo>
                  <a:pt x="6033617" y="5206244"/>
                </a:lnTo>
                <a:lnTo>
                  <a:pt x="6033576" y="5188837"/>
                </a:lnTo>
                <a:lnTo>
                  <a:pt x="6033533" y="5171468"/>
                </a:lnTo>
                <a:lnTo>
                  <a:pt x="6033489" y="5154133"/>
                </a:lnTo>
                <a:lnTo>
                  <a:pt x="6033445" y="5136830"/>
                </a:lnTo>
                <a:lnTo>
                  <a:pt x="6033399" y="5119558"/>
                </a:lnTo>
                <a:lnTo>
                  <a:pt x="6033353" y="5102315"/>
                </a:lnTo>
                <a:lnTo>
                  <a:pt x="6033306" y="5085097"/>
                </a:lnTo>
                <a:lnTo>
                  <a:pt x="6033258" y="5067903"/>
                </a:lnTo>
                <a:lnTo>
                  <a:pt x="6033209" y="5050731"/>
                </a:lnTo>
                <a:lnTo>
                  <a:pt x="6033160" y="5033578"/>
                </a:lnTo>
                <a:lnTo>
                  <a:pt x="6033111" y="5016443"/>
                </a:lnTo>
                <a:lnTo>
                  <a:pt x="6033061" y="4999323"/>
                </a:lnTo>
                <a:lnTo>
                  <a:pt x="6033011" y="4982216"/>
                </a:lnTo>
                <a:lnTo>
                  <a:pt x="6032960" y="4965120"/>
                </a:lnTo>
                <a:lnTo>
                  <a:pt x="6032909" y="4948033"/>
                </a:lnTo>
                <a:lnTo>
                  <a:pt x="6032858" y="4930952"/>
                </a:lnTo>
                <a:lnTo>
                  <a:pt x="6032807" y="4913875"/>
                </a:lnTo>
                <a:lnTo>
                  <a:pt x="6032755" y="4896801"/>
                </a:lnTo>
                <a:lnTo>
                  <a:pt x="6032070" y="4630328"/>
                </a:lnTo>
                <a:lnTo>
                  <a:pt x="5893039" y="4609097"/>
                </a:lnTo>
                <a:lnTo>
                  <a:pt x="5875547" y="4605439"/>
                </a:lnTo>
                <a:lnTo>
                  <a:pt x="5858109" y="4601636"/>
                </a:lnTo>
                <a:lnTo>
                  <a:pt x="5840726" y="4597687"/>
                </a:lnTo>
                <a:lnTo>
                  <a:pt x="5823398" y="4593595"/>
                </a:lnTo>
                <a:lnTo>
                  <a:pt x="5806126" y="4589359"/>
                </a:lnTo>
                <a:lnTo>
                  <a:pt x="5788910" y="4584980"/>
                </a:lnTo>
                <a:lnTo>
                  <a:pt x="5771752" y="4580459"/>
                </a:lnTo>
                <a:lnTo>
                  <a:pt x="5754652" y="4575796"/>
                </a:lnTo>
                <a:lnTo>
                  <a:pt x="5737610" y="4570993"/>
                </a:lnTo>
                <a:lnTo>
                  <a:pt x="5720627" y="4566049"/>
                </a:lnTo>
                <a:lnTo>
                  <a:pt x="5703705" y="4560966"/>
                </a:lnTo>
                <a:lnTo>
                  <a:pt x="5686843" y="4555744"/>
                </a:lnTo>
                <a:lnTo>
                  <a:pt x="5670042" y="4550384"/>
                </a:lnTo>
                <a:lnTo>
                  <a:pt x="5653303" y="4544886"/>
                </a:lnTo>
                <a:lnTo>
                  <a:pt x="5636627" y="4539251"/>
                </a:lnTo>
                <a:lnTo>
                  <a:pt x="5620014" y="4533480"/>
                </a:lnTo>
                <a:lnTo>
                  <a:pt x="5603465" y="4527574"/>
                </a:lnTo>
                <a:lnTo>
                  <a:pt x="5586980" y="4521532"/>
                </a:lnTo>
                <a:lnTo>
                  <a:pt x="5570561" y="4515357"/>
                </a:lnTo>
                <a:lnTo>
                  <a:pt x="5554207" y="4509048"/>
                </a:lnTo>
                <a:lnTo>
                  <a:pt x="5537920" y="4502606"/>
                </a:lnTo>
                <a:lnTo>
                  <a:pt x="5521701" y="4496031"/>
                </a:lnTo>
                <a:lnTo>
                  <a:pt x="5505549" y="4489326"/>
                </a:lnTo>
                <a:lnTo>
                  <a:pt x="5489466" y="4482489"/>
                </a:lnTo>
                <a:lnTo>
                  <a:pt x="5473452" y="4475522"/>
                </a:lnTo>
                <a:lnTo>
                  <a:pt x="5457508" y="4468426"/>
                </a:lnTo>
                <a:lnTo>
                  <a:pt x="5441635" y="4461200"/>
                </a:lnTo>
                <a:lnTo>
                  <a:pt x="5425832" y="4453847"/>
                </a:lnTo>
                <a:lnTo>
                  <a:pt x="5410102" y="4446365"/>
                </a:lnTo>
                <a:lnTo>
                  <a:pt x="5394444" y="4438757"/>
                </a:lnTo>
                <a:lnTo>
                  <a:pt x="5378860" y="4431023"/>
                </a:lnTo>
                <a:lnTo>
                  <a:pt x="5363349" y="4423163"/>
                </a:lnTo>
                <a:lnTo>
                  <a:pt x="5347913" y="4415178"/>
                </a:lnTo>
                <a:lnTo>
                  <a:pt x="5332552" y="4407069"/>
                </a:lnTo>
                <a:lnTo>
                  <a:pt x="5317267" y="4398837"/>
                </a:lnTo>
                <a:lnTo>
                  <a:pt x="5302058" y="4390481"/>
                </a:lnTo>
                <a:lnTo>
                  <a:pt x="5286927" y="4382003"/>
                </a:lnTo>
                <a:lnTo>
                  <a:pt x="5271874" y="4373404"/>
                </a:lnTo>
                <a:lnTo>
                  <a:pt x="5256899" y="4364683"/>
                </a:lnTo>
                <a:lnTo>
                  <a:pt x="5242003" y="4355843"/>
                </a:lnTo>
                <a:lnTo>
                  <a:pt x="5227187" y="4346883"/>
                </a:lnTo>
                <a:lnTo>
                  <a:pt x="5212452" y="4337804"/>
                </a:lnTo>
                <a:lnTo>
                  <a:pt x="5197798" y="4328606"/>
                </a:lnTo>
                <a:lnTo>
                  <a:pt x="5183226" y="4319291"/>
                </a:lnTo>
                <a:lnTo>
                  <a:pt x="5168736" y="4309860"/>
                </a:lnTo>
                <a:lnTo>
                  <a:pt x="5154330" y="4300311"/>
                </a:lnTo>
                <a:lnTo>
                  <a:pt x="5140007" y="4290648"/>
                </a:lnTo>
                <a:lnTo>
                  <a:pt x="5125769" y="4280869"/>
                </a:lnTo>
                <a:lnTo>
                  <a:pt x="5111616" y="4270976"/>
                </a:lnTo>
                <a:lnTo>
                  <a:pt x="5097549" y="4260970"/>
                </a:lnTo>
                <a:lnTo>
                  <a:pt x="5083569" y="4250850"/>
                </a:lnTo>
                <a:lnTo>
                  <a:pt x="5069676" y="4240618"/>
                </a:lnTo>
                <a:lnTo>
                  <a:pt x="5055870" y="4230275"/>
                </a:lnTo>
                <a:lnTo>
                  <a:pt x="5042153" y="4219821"/>
                </a:lnTo>
                <a:lnTo>
                  <a:pt x="5028525" y="4209256"/>
                </a:lnTo>
                <a:lnTo>
                  <a:pt x="5014988" y="4198582"/>
                </a:lnTo>
                <a:lnTo>
                  <a:pt x="5001540" y="4187799"/>
                </a:lnTo>
                <a:lnTo>
                  <a:pt x="4988184" y="4176907"/>
                </a:lnTo>
                <a:lnTo>
                  <a:pt x="4974920" y="4165908"/>
                </a:lnTo>
                <a:lnTo>
                  <a:pt x="4961748" y="4154802"/>
                </a:lnTo>
                <a:lnTo>
                  <a:pt x="4948669" y="4143590"/>
                </a:lnTo>
                <a:lnTo>
                  <a:pt x="4935684" y="4132272"/>
                </a:lnTo>
                <a:lnTo>
                  <a:pt x="4922794" y="4120849"/>
                </a:lnTo>
                <a:lnTo>
                  <a:pt x="4909999" y="4109322"/>
                </a:lnTo>
                <a:lnTo>
                  <a:pt x="4897300" y="4097691"/>
                </a:lnTo>
                <a:lnTo>
                  <a:pt x="4884697" y="4085957"/>
                </a:lnTo>
                <a:lnTo>
                  <a:pt x="4872191" y="4074121"/>
                </a:lnTo>
                <a:lnTo>
                  <a:pt x="4859783" y="4062183"/>
                </a:lnTo>
                <a:lnTo>
                  <a:pt x="4847474" y="4050145"/>
                </a:lnTo>
                <a:lnTo>
                  <a:pt x="4835264" y="4038006"/>
                </a:lnTo>
                <a:lnTo>
                  <a:pt x="4823154" y="4025767"/>
                </a:lnTo>
                <a:lnTo>
                  <a:pt x="4811144" y="4013429"/>
                </a:lnTo>
                <a:lnTo>
                  <a:pt x="4799235" y="4000993"/>
                </a:lnTo>
                <a:lnTo>
                  <a:pt x="4787428" y="3988460"/>
                </a:lnTo>
                <a:lnTo>
                  <a:pt x="4775724" y="3975829"/>
                </a:lnTo>
                <a:lnTo>
                  <a:pt x="4764123" y="3963102"/>
                </a:lnTo>
                <a:lnTo>
                  <a:pt x="4752625" y="3950280"/>
                </a:lnTo>
                <a:lnTo>
                  <a:pt x="4741232" y="3937362"/>
                </a:lnTo>
                <a:lnTo>
                  <a:pt x="4729945" y="3924350"/>
                </a:lnTo>
                <a:lnTo>
                  <a:pt x="4718763" y="3911245"/>
                </a:lnTo>
                <a:lnTo>
                  <a:pt x="4707687" y="3898046"/>
                </a:lnTo>
                <a:lnTo>
                  <a:pt x="4696719" y="3884756"/>
                </a:lnTo>
                <a:lnTo>
                  <a:pt x="4685858" y="3871373"/>
                </a:lnTo>
                <a:lnTo>
                  <a:pt x="4675106" y="3857900"/>
                </a:lnTo>
                <a:lnTo>
                  <a:pt x="4664463" y="3844336"/>
                </a:lnTo>
                <a:lnTo>
                  <a:pt x="4653930" y="3830682"/>
                </a:lnTo>
                <a:lnTo>
                  <a:pt x="4643508" y="3816940"/>
                </a:lnTo>
                <a:lnTo>
                  <a:pt x="4633196" y="3803109"/>
                </a:lnTo>
                <a:lnTo>
                  <a:pt x="4622996" y="3789191"/>
                </a:lnTo>
                <a:lnTo>
                  <a:pt x="4612909" y="3775185"/>
                </a:lnTo>
                <a:lnTo>
                  <a:pt x="4602935" y="3761093"/>
                </a:lnTo>
                <a:lnTo>
                  <a:pt x="4593075" y="3746916"/>
                </a:lnTo>
                <a:lnTo>
                  <a:pt x="4583329" y="3732653"/>
                </a:lnTo>
                <a:lnTo>
                  <a:pt x="4573698" y="3718306"/>
                </a:lnTo>
                <a:lnTo>
                  <a:pt x="4564183" y="3703876"/>
                </a:lnTo>
                <a:lnTo>
                  <a:pt x="4554785" y="3689362"/>
                </a:lnTo>
                <a:lnTo>
                  <a:pt x="4545503" y="3674766"/>
                </a:lnTo>
                <a:lnTo>
                  <a:pt x="4536340" y="3660089"/>
                </a:lnTo>
                <a:lnTo>
                  <a:pt x="4527295" y="3645330"/>
                </a:lnTo>
                <a:lnTo>
                  <a:pt x="4518369" y="3630491"/>
                </a:lnTo>
                <a:lnTo>
                  <a:pt x="4509562" y="3615572"/>
                </a:lnTo>
                <a:lnTo>
                  <a:pt x="4500877" y="3600575"/>
                </a:lnTo>
                <a:lnTo>
                  <a:pt x="4492312" y="3585499"/>
                </a:lnTo>
                <a:lnTo>
                  <a:pt x="4483869" y="3570345"/>
                </a:lnTo>
                <a:lnTo>
                  <a:pt x="4475549" y="3555114"/>
                </a:lnTo>
                <a:lnTo>
                  <a:pt x="4467351" y="3539807"/>
                </a:lnTo>
                <a:lnTo>
                  <a:pt x="4459278" y="3524424"/>
                </a:lnTo>
                <a:lnTo>
                  <a:pt x="4451329" y="3508966"/>
                </a:lnTo>
                <a:lnTo>
                  <a:pt x="4443505" y="3493434"/>
                </a:lnTo>
                <a:lnTo>
                  <a:pt x="4435806" y="3477828"/>
                </a:lnTo>
                <a:lnTo>
                  <a:pt x="4428235" y="3462149"/>
                </a:lnTo>
                <a:lnTo>
                  <a:pt x="4420790" y="3446397"/>
                </a:lnTo>
                <a:lnTo>
                  <a:pt x="4413473" y="3430574"/>
                </a:lnTo>
                <a:lnTo>
                  <a:pt x="4406284" y="3414680"/>
                </a:lnTo>
                <a:lnTo>
                  <a:pt x="4399225" y="3398715"/>
                </a:lnTo>
                <a:lnTo>
                  <a:pt x="4392295" y="3382681"/>
                </a:lnTo>
                <a:lnTo>
                  <a:pt x="4385496" y="3366578"/>
                </a:lnTo>
                <a:lnTo>
                  <a:pt x="4378828" y="3350406"/>
                </a:lnTo>
                <a:lnTo>
                  <a:pt x="4372291" y="3334167"/>
                </a:lnTo>
                <a:lnTo>
                  <a:pt x="4365887" y="3317860"/>
                </a:lnTo>
                <a:lnTo>
                  <a:pt x="4359616" y="3301487"/>
                </a:lnTo>
                <a:lnTo>
                  <a:pt x="4353479" y="3285049"/>
                </a:lnTo>
                <a:lnTo>
                  <a:pt x="4347476" y="3268545"/>
                </a:lnTo>
                <a:lnTo>
                  <a:pt x="4341609" y="3251977"/>
                </a:lnTo>
                <a:lnTo>
                  <a:pt x="4335877" y="3235345"/>
                </a:lnTo>
                <a:lnTo>
                  <a:pt x="4330281" y="3218650"/>
                </a:lnTo>
                <a:lnTo>
                  <a:pt x="4324823" y="3201893"/>
                </a:lnTo>
                <a:lnTo>
                  <a:pt x="4319502" y="3185074"/>
                </a:lnTo>
                <a:lnTo>
                  <a:pt x="4314320" y="3168194"/>
                </a:lnTo>
                <a:lnTo>
                  <a:pt x="4309277" y="3151253"/>
                </a:lnTo>
                <a:lnTo>
                  <a:pt x="4304373" y="3134253"/>
                </a:lnTo>
                <a:lnTo>
                  <a:pt x="4299610" y="3117194"/>
                </a:lnTo>
                <a:lnTo>
                  <a:pt x="4294988" y="3100076"/>
                </a:lnTo>
                <a:lnTo>
                  <a:pt x="4290508" y="3082900"/>
                </a:lnTo>
                <a:lnTo>
                  <a:pt x="4286170" y="3065668"/>
                </a:lnTo>
                <a:lnTo>
                  <a:pt x="4281975" y="3048379"/>
                </a:lnTo>
                <a:lnTo>
                  <a:pt x="4277924" y="3031034"/>
                </a:lnTo>
                <a:lnTo>
                  <a:pt x="4274017" y="3013634"/>
                </a:lnTo>
                <a:lnTo>
                  <a:pt x="4270256" y="2996180"/>
                </a:lnTo>
                <a:lnTo>
                  <a:pt x="4266640" y="2978672"/>
                </a:lnTo>
                <a:lnTo>
                  <a:pt x="4263170" y="2961111"/>
                </a:lnTo>
                <a:lnTo>
                  <a:pt x="4259848" y="2943497"/>
                </a:lnTo>
                <a:lnTo>
                  <a:pt x="4256673" y="2925832"/>
                </a:lnTo>
                <a:lnTo>
                  <a:pt x="4253647" y="2908116"/>
                </a:lnTo>
                <a:lnTo>
                  <a:pt x="4250769" y="2890349"/>
                </a:lnTo>
                <a:lnTo>
                  <a:pt x="4248042" y="2872532"/>
                </a:lnTo>
                <a:lnTo>
                  <a:pt x="4245464" y="2854666"/>
                </a:lnTo>
                <a:lnTo>
                  <a:pt x="4243038" y="2836752"/>
                </a:lnTo>
                <a:lnTo>
                  <a:pt x="4240764" y="2818790"/>
                </a:lnTo>
                <a:lnTo>
                  <a:pt x="4238641" y="2800781"/>
                </a:lnTo>
                <a:lnTo>
                  <a:pt x="4236672" y="2782726"/>
                </a:lnTo>
                <a:lnTo>
                  <a:pt x="4234857" y="2764625"/>
                </a:lnTo>
                <a:lnTo>
                  <a:pt x="4233196" y="2746478"/>
                </a:lnTo>
                <a:lnTo>
                  <a:pt x="4231690" y="2728287"/>
                </a:lnTo>
                <a:lnTo>
                  <a:pt x="4230340" y="2710053"/>
                </a:lnTo>
                <a:lnTo>
                  <a:pt x="4229146" y="2691775"/>
                </a:lnTo>
                <a:lnTo>
                  <a:pt x="4228109" y="2673455"/>
                </a:lnTo>
                <a:lnTo>
                  <a:pt x="4227230" y="2655093"/>
                </a:lnTo>
                <a:lnTo>
                  <a:pt x="4226509" y="2636690"/>
                </a:lnTo>
                <a:lnTo>
                  <a:pt x="4225947" y="2618246"/>
                </a:lnTo>
                <a:lnTo>
                  <a:pt x="4225545" y="2599763"/>
                </a:lnTo>
                <a:lnTo>
                  <a:pt x="4225303" y="2581240"/>
                </a:lnTo>
                <a:lnTo>
                  <a:pt x="4225223" y="2562679"/>
                </a:lnTo>
                <a:lnTo>
                  <a:pt x="4229606" y="2476522"/>
                </a:lnTo>
                <a:lnTo>
                  <a:pt x="0" y="0"/>
                </a:lnTo>
                <a:lnTo>
                  <a:pt x="0" y="5467570"/>
                </a:lnTo>
                <a:lnTo>
                  <a:pt x="6034062" y="5467570"/>
                </a:lnTo>
                <a:lnTo>
                  <a:pt x="6034050" y="5455021"/>
                </a:lnTo>
                <a:close/>
              </a:path>
            </a:pathLst>
          </a:custGeom>
          <a:solidFill xmlns:a="http://schemas.openxmlformats.org/drawingml/2006/main">
            <a:srgbClr val="E9EDD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A05F24D4-4574-4C77-AA07-B617874E4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78" y="1330647"/>
            <a:ext cx="18143161" cy="3642902"/>
          </a:xfrm>
          <a:custGeom xmlns:a="http://schemas.openxmlformats.org/drawingml/2006/main">
            <a:pathLst>
              <a:path w="12615167" h="2532955">
                <a:moveTo>
                  <a:pt x="4308819" y="2532955"/>
                </a:moveTo>
                <a:lnTo>
                  <a:pt x="0" y="0"/>
                </a:lnTo>
                <a:lnTo>
                  <a:pt x="12615167" y="0"/>
                </a:lnTo>
                <a:lnTo>
                  <a:pt x="8317824" y="2526244"/>
                </a:lnTo>
                <a:lnTo>
                  <a:pt x="8309195" y="2492273"/>
                </a:lnTo>
                <a:cubicBezTo>
                  <a:pt x="8044696" y="1641928"/>
                  <a:pt x="7251469" y="1024578"/>
                  <a:pt x="6314144" y="1024578"/>
                </a:cubicBezTo>
                <a:cubicBezTo>
                  <a:pt x="5376819" y="1024578"/>
                  <a:pt x="4583729" y="1641928"/>
                  <a:pt x="4319229" y="2492273"/>
                </a:cubicBezTo>
                <a:lnTo>
                  <a:pt x="4308819" y="2532955"/>
                </a:lnTo>
              </a:path>
            </a:pathLst>
          </a:custGeom>
          <a:solidFill xmlns:a="http://schemas.openxmlformats.org/drawingml/2006/main">
            <a:srgbClr val="C5CA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16706547-2255-4C84-9322-30E977651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00" y="416434"/>
            <a:ext cx="18152459" cy="914213"/>
          </a:xfrm>
          <a:custGeom xmlns:a="http://schemas.openxmlformats.org/drawingml/2006/main">
            <a:pathLst>
              <a:path w="12621632" h="635664">
                <a:moveTo>
                  <a:pt x="0" y="0"/>
                </a:moveTo>
                <a:lnTo>
                  <a:pt x="12621632" y="0"/>
                </a:lnTo>
                <a:lnTo>
                  <a:pt x="12621632" y="635664"/>
                </a:lnTo>
                <a:lnTo>
                  <a:pt x="0" y="635664"/>
                </a:lnTo>
                <a:close/>
              </a:path>
            </a:pathLst>
          </a:custGeom>
          <a:solidFill xmlns:a="http://schemas.openxmlformats.org/drawingml/2006/main">
            <a:srgbClr val="C5CA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6">
            <a:extLst xmlns:a="http://schemas.openxmlformats.org/drawingml/2006/main">
              <a:ext uri="{FF2B5EF4-FFF2-40B4-BE49-F238E27FC236}">
                <a16:creationId xmlns:a16="http://schemas.microsoft.com/office/drawing/2014/main" id="{A7CF4002-73CF-4CFD-A232-40184D1F1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44989" y="5665015"/>
            <a:ext cx="2626783" cy="3117901"/>
          </a:xfrm>
          <a:custGeom xmlns:a="http://schemas.openxmlformats.org/drawingml/2006/main">
            <a:pathLst>
              <a:path w="1826435" h="2167916">
                <a:moveTo>
                  <a:pt x="0" y="2167916"/>
                </a:moveTo>
                <a:lnTo>
                  <a:pt x="137" y="2121891"/>
                </a:lnTo>
                <a:cubicBezTo>
                  <a:pt x="685" y="1912867"/>
                  <a:pt x="822" y="1695349"/>
                  <a:pt x="412" y="1452491"/>
                </a:cubicBezTo>
                <a:lnTo>
                  <a:pt x="137" y="1377429"/>
                </a:lnTo>
                <a:lnTo>
                  <a:pt x="958" y="1377292"/>
                </a:lnTo>
                <a:cubicBezTo>
                  <a:pt x="426132" y="1290312"/>
                  <a:pt x="776105" y="996636"/>
                  <a:pt x="941434" y="605844"/>
                </a:cubicBezTo>
                <a:lnTo>
                  <a:pt x="983623" y="490647"/>
                </a:lnTo>
                <a:lnTo>
                  <a:pt x="1821504" y="0"/>
                </a:lnTo>
                <a:lnTo>
                  <a:pt x="1826435" y="97390"/>
                </a:lnTo>
                <a:cubicBezTo>
                  <a:pt x="1826435" y="1106764"/>
                  <a:pt x="1110463" y="1948892"/>
                  <a:pt x="158618" y="2143671"/>
                </a:cubicBezTo>
                <a:lnTo>
                  <a:pt x="0" y="2167916"/>
                </a:lnTo>
              </a:path>
            </a:pathLst>
          </a:custGeom>
          <a:solidFill xmlns:a="http://schemas.openxmlformats.org/drawingml/2006/main">
            <a:srgbClr val="FAD9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14C66020-9417-4F83-97B1-2B75F2088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3504" y="5680972"/>
            <a:ext cx="2598612" cy="3097610"/>
          </a:xfrm>
          <a:custGeom xmlns:a="http://schemas.openxmlformats.org/drawingml/2006/main">
            <a:pathLst>
              <a:path w="1806847" h="2153807">
                <a:moveTo>
                  <a:pt x="1806847" y="2153807"/>
                </a:moveTo>
                <a:lnTo>
                  <a:pt x="1667817" y="2132576"/>
                </a:lnTo>
                <a:cubicBezTo>
                  <a:pt x="715973" y="1937797"/>
                  <a:pt x="0" y="1095669"/>
                  <a:pt x="0" y="86295"/>
                </a:cubicBezTo>
                <a:lnTo>
                  <a:pt x="4383" y="0"/>
                </a:lnTo>
                <a:lnTo>
                  <a:pt x="848153" y="494072"/>
                </a:lnTo>
                <a:lnTo>
                  <a:pt x="885001" y="594749"/>
                </a:lnTo>
                <a:cubicBezTo>
                  <a:pt x="1033756" y="946503"/>
                  <a:pt x="1332089" y="1219496"/>
                  <a:pt x="1700280" y="1334007"/>
                </a:cubicBezTo>
                <a:lnTo>
                  <a:pt x="1806710" y="1361402"/>
                </a:lnTo>
                <a:lnTo>
                  <a:pt x="1806436" y="1441396"/>
                </a:lnTo>
                <a:cubicBezTo>
                  <a:pt x="1806026" y="1684254"/>
                  <a:pt x="1806162" y="1901772"/>
                  <a:pt x="1806710" y="2110796"/>
                </a:cubicBezTo>
                <a:lnTo>
                  <a:pt x="1806847" y="2153807"/>
                </a:lnTo>
              </a:path>
            </a:pathLst>
          </a:custGeom>
          <a:solidFill xmlns:a="http://schemas.openxmlformats.org/drawingml/2006/main">
            <a:srgbClr val="ADC2B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8">
            <a:extLst xmlns:a="http://schemas.openxmlformats.org/drawingml/2006/main">
              <a:ext uri="{FF2B5EF4-FFF2-40B4-BE49-F238E27FC236}">
                <a16:creationId xmlns:a16="http://schemas.microsoft.com/office/drawing/2014/main" id="{BDAFFCD6-AAE6-431A-8F4F-BFA87CA69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89978" y="2800849"/>
            <a:ext cx="5765959" cy="2769804"/>
          </a:xfrm>
          <a:custGeom xmlns:a="http://schemas.openxmlformats.org/drawingml/2006/main">
            <a:pathLst>
              <a:path w="4009144" h="1925880">
                <a:moveTo>
                  <a:pt x="710219" y="1925880"/>
                </a:moveTo>
                <a:lnTo>
                  <a:pt x="0" y="1508377"/>
                </a:lnTo>
                <a:lnTo>
                  <a:pt x="10547" y="1467695"/>
                </a:lnTo>
                <a:cubicBezTo>
                  <a:pt x="274910" y="617349"/>
                  <a:pt x="1068137" y="0"/>
                  <a:pt x="2005462" y="0"/>
                </a:cubicBezTo>
                <a:cubicBezTo>
                  <a:pt x="2942787" y="0"/>
                  <a:pt x="3735877" y="617349"/>
                  <a:pt x="4000376" y="1467695"/>
                </a:cubicBezTo>
                <a:lnTo>
                  <a:pt x="4009144" y="1501665"/>
                </a:lnTo>
                <a:lnTo>
                  <a:pt x="3299609" y="1918757"/>
                </a:lnTo>
                <a:lnTo>
                  <a:pt x="3285364" y="1825476"/>
                </a:lnTo>
                <a:cubicBezTo>
                  <a:pt x="3163591" y="1230180"/>
                  <a:pt x="2636783" y="782406"/>
                  <a:pt x="2005462" y="782406"/>
                </a:cubicBezTo>
                <a:cubicBezTo>
                  <a:pt x="1374004" y="782406"/>
                  <a:pt x="847332" y="1230180"/>
                  <a:pt x="725423" y="1825476"/>
                </a:cubicBezTo>
                <a:lnTo>
                  <a:pt x="710219" y="1925880"/>
                </a:lnTo>
              </a:path>
            </a:pathLst>
          </a:custGeom>
          <a:solidFill xmlns:a="http://schemas.openxmlformats.org/drawingml/2006/main">
            <a:srgbClr val="B9AAC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94E319E7-CB6A-48F3-8DEE-BE86C6641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33979" y="3523834"/>
            <a:ext cx="486587" cy="486391"/>
          </a:xfrm>
          <a:custGeom xmlns:a="http://schemas.openxmlformats.org/drawingml/2006/main">
            <a:pathLst>
              <a:path w="338330" h="338193">
                <a:moveTo>
                  <a:pt x="49858" y="62735"/>
                </a:moveTo>
                <a:lnTo>
                  <a:pt x="63009" y="85199"/>
                </a:lnTo>
                <a:cubicBezTo>
                  <a:pt x="68487" y="94377"/>
                  <a:pt x="72734" y="101910"/>
                  <a:pt x="75610" y="107937"/>
                </a:cubicBezTo>
                <a:cubicBezTo>
                  <a:pt x="80541" y="118210"/>
                  <a:pt x="85884" y="131497"/>
                  <a:pt x="91637" y="147523"/>
                </a:cubicBezTo>
                <a:lnTo>
                  <a:pt x="106019" y="187931"/>
                </a:lnTo>
                <a:cubicBezTo>
                  <a:pt x="107799" y="187109"/>
                  <a:pt x="110676" y="185876"/>
                  <a:pt x="114512" y="184096"/>
                </a:cubicBezTo>
                <a:cubicBezTo>
                  <a:pt x="118347" y="182452"/>
                  <a:pt x="121360" y="181082"/>
                  <a:pt x="123278" y="180124"/>
                </a:cubicBezTo>
                <a:cubicBezTo>
                  <a:pt x="156015" y="164371"/>
                  <a:pt x="178480" y="148208"/>
                  <a:pt x="190670" y="131497"/>
                </a:cubicBezTo>
                <a:cubicBezTo>
                  <a:pt x="196013" y="124100"/>
                  <a:pt x="200121" y="115608"/>
                  <a:pt x="203272" y="106293"/>
                </a:cubicBezTo>
                <a:cubicBezTo>
                  <a:pt x="206559" y="95747"/>
                  <a:pt x="207108" y="87939"/>
                  <a:pt x="204642" y="83007"/>
                </a:cubicBezTo>
                <a:cubicBezTo>
                  <a:pt x="196013" y="65064"/>
                  <a:pt x="177795" y="53284"/>
                  <a:pt x="149988" y="47668"/>
                </a:cubicBezTo>
                <a:cubicBezTo>
                  <a:pt x="124511" y="42463"/>
                  <a:pt x="101088" y="43695"/>
                  <a:pt x="79582" y="51366"/>
                </a:cubicBezTo>
                <a:lnTo>
                  <a:pt x="49858" y="62735"/>
                </a:lnTo>
                <a:moveTo>
                  <a:pt x="17258" y="27806"/>
                </a:moveTo>
                <a:lnTo>
                  <a:pt x="65611" y="9041"/>
                </a:lnTo>
                <a:cubicBezTo>
                  <a:pt x="84377" y="2740"/>
                  <a:pt x="101225" y="0"/>
                  <a:pt x="116429" y="548"/>
                </a:cubicBezTo>
                <a:cubicBezTo>
                  <a:pt x="181903" y="3151"/>
                  <a:pt x="224229" y="24382"/>
                  <a:pt x="243405" y="64242"/>
                </a:cubicBezTo>
                <a:cubicBezTo>
                  <a:pt x="252857" y="83830"/>
                  <a:pt x="252309" y="105472"/>
                  <a:pt x="241762" y="129032"/>
                </a:cubicBezTo>
                <a:cubicBezTo>
                  <a:pt x="233270" y="148071"/>
                  <a:pt x="219983" y="165878"/>
                  <a:pt x="201628" y="182452"/>
                </a:cubicBezTo>
                <a:cubicBezTo>
                  <a:pt x="252034" y="184644"/>
                  <a:pt x="292854" y="192862"/>
                  <a:pt x="324085" y="207108"/>
                </a:cubicBezTo>
                <a:cubicBezTo>
                  <a:pt x="329426" y="209710"/>
                  <a:pt x="333261" y="213271"/>
                  <a:pt x="335453" y="217929"/>
                </a:cubicBezTo>
                <a:cubicBezTo>
                  <a:pt x="338056" y="223271"/>
                  <a:pt x="338330" y="228887"/>
                  <a:pt x="336276" y="234777"/>
                </a:cubicBezTo>
                <a:cubicBezTo>
                  <a:pt x="334358" y="240667"/>
                  <a:pt x="330659" y="244913"/>
                  <a:pt x="325454" y="247378"/>
                </a:cubicBezTo>
                <a:cubicBezTo>
                  <a:pt x="320523" y="249845"/>
                  <a:pt x="314907" y="249981"/>
                  <a:pt x="308743" y="247927"/>
                </a:cubicBezTo>
                <a:cubicBezTo>
                  <a:pt x="245871" y="226284"/>
                  <a:pt x="184779" y="220805"/>
                  <a:pt x="125743" y="231353"/>
                </a:cubicBezTo>
                <a:lnTo>
                  <a:pt x="145468" y="268336"/>
                </a:lnTo>
                <a:lnTo>
                  <a:pt x="164782" y="306004"/>
                </a:lnTo>
                <a:cubicBezTo>
                  <a:pt x="167521" y="311620"/>
                  <a:pt x="167932" y="317236"/>
                  <a:pt x="166015" y="322852"/>
                </a:cubicBezTo>
                <a:cubicBezTo>
                  <a:pt x="164234" y="328331"/>
                  <a:pt x="160535" y="332441"/>
                  <a:pt x="155056" y="335180"/>
                </a:cubicBezTo>
                <a:cubicBezTo>
                  <a:pt x="149440" y="337782"/>
                  <a:pt x="143961" y="338193"/>
                  <a:pt x="138482" y="336139"/>
                </a:cubicBezTo>
                <a:cubicBezTo>
                  <a:pt x="133003" y="334084"/>
                  <a:pt x="128894" y="330249"/>
                  <a:pt x="126153" y="324496"/>
                </a:cubicBezTo>
                <a:cubicBezTo>
                  <a:pt x="121224" y="314360"/>
                  <a:pt x="113416" y="299430"/>
                  <a:pt x="102732" y="279842"/>
                </a:cubicBezTo>
                <a:cubicBezTo>
                  <a:pt x="92184" y="260117"/>
                  <a:pt x="84377" y="245187"/>
                  <a:pt x="79446" y="235051"/>
                </a:cubicBezTo>
                <a:cubicBezTo>
                  <a:pt x="73693" y="223134"/>
                  <a:pt x="66570" y="204916"/>
                  <a:pt x="57804" y="180260"/>
                </a:cubicBezTo>
                <a:cubicBezTo>
                  <a:pt x="49173" y="155605"/>
                  <a:pt x="42051" y="137387"/>
                  <a:pt x="36298" y="125607"/>
                </a:cubicBezTo>
                <a:cubicBezTo>
                  <a:pt x="33148" y="119032"/>
                  <a:pt x="27943" y="109718"/>
                  <a:pt x="20546" y="97390"/>
                </a:cubicBezTo>
                <a:cubicBezTo>
                  <a:pt x="13012" y="85062"/>
                  <a:pt x="7808" y="75611"/>
                  <a:pt x="4657" y="69173"/>
                </a:cubicBezTo>
                <a:cubicBezTo>
                  <a:pt x="1096" y="61776"/>
                  <a:pt x="0" y="54379"/>
                  <a:pt x="1506" y="46846"/>
                </a:cubicBezTo>
                <a:cubicBezTo>
                  <a:pt x="3151" y="37669"/>
                  <a:pt x="8355" y="31368"/>
                  <a:pt x="17258" y="2780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text-10 R">
            <a:extLst xmlns:a="http://schemas.openxmlformats.org/drawingml/2006/main">
              <a:ext uri="{FF2B5EF4-FFF2-40B4-BE49-F238E27FC236}">
                <a16:creationId xmlns:a16="http://schemas.microsoft.com/office/drawing/2014/main" id="{99A760C6-93FB-4327-9A57-F36FFEFA3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1542260">
            <a:off x="7781094" y="3302676"/>
            <a:ext cx="511910" cy="8865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8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8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8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</a:t>
            </a:r>
          </a:p>
        </p:txBody>
      </p:sp>
      <p:sp>
        <p:nvSpPr>
          <p:cNvPr id="11" name="path-11">
            <a:extLst xmlns:a="http://schemas.openxmlformats.org/drawingml/2006/main">
              <a:ext uri="{FF2B5EF4-FFF2-40B4-BE49-F238E27FC236}">
                <a16:creationId xmlns:a16="http://schemas.microsoft.com/office/drawing/2014/main" id="{02BD8F6B-1D45-475F-A2D2-AA674A771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1063" y="3486208"/>
            <a:ext cx="336474" cy="345733"/>
          </a:xfrm>
          <a:custGeom xmlns:a="http://schemas.openxmlformats.org/drawingml/2006/main">
            <a:pathLst>
              <a:path w="233955" h="240393">
                <a:moveTo>
                  <a:pt x="83144" y="46161"/>
                </a:moveTo>
                <a:cubicBezTo>
                  <a:pt x="66571" y="51640"/>
                  <a:pt x="54791" y="62461"/>
                  <a:pt x="48079" y="78898"/>
                </a:cubicBezTo>
                <a:cubicBezTo>
                  <a:pt x="41230" y="95335"/>
                  <a:pt x="39312" y="117388"/>
                  <a:pt x="42326" y="144921"/>
                </a:cubicBezTo>
                <a:lnTo>
                  <a:pt x="95061" y="94787"/>
                </a:lnTo>
                <a:cubicBezTo>
                  <a:pt x="115744" y="74789"/>
                  <a:pt x="129990" y="58625"/>
                  <a:pt x="137524" y="46435"/>
                </a:cubicBezTo>
                <a:cubicBezTo>
                  <a:pt x="122320" y="39449"/>
                  <a:pt x="104102" y="39312"/>
                  <a:pt x="83144" y="46161"/>
                </a:cubicBezTo>
                <a:moveTo>
                  <a:pt x="71090" y="9451"/>
                </a:moveTo>
                <a:cubicBezTo>
                  <a:pt x="93692" y="2191"/>
                  <a:pt x="113279" y="0"/>
                  <a:pt x="130127" y="2877"/>
                </a:cubicBezTo>
                <a:cubicBezTo>
                  <a:pt x="150674" y="6575"/>
                  <a:pt x="164097" y="18081"/>
                  <a:pt x="170398" y="37532"/>
                </a:cubicBezTo>
                <a:cubicBezTo>
                  <a:pt x="174918" y="51092"/>
                  <a:pt x="171220" y="66022"/>
                  <a:pt x="159439" y="82049"/>
                </a:cubicBezTo>
                <a:cubicBezTo>
                  <a:pt x="154372" y="89171"/>
                  <a:pt x="142455" y="101499"/>
                  <a:pt x="123827" y="119032"/>
                </a:cubicBezTo>
                <a:lnTo>
                  <a:pt x="57941" y="181219"/>
                </a:lnTo>
                <a:cubicBezTo>
                  <a:pt x="69309" y="190122"/>
                  <a:pt x="81501" y="195465"/>
                  <a:pt x="94650" y="197519"/>
                </a:cubicBezTo>
                <a:cubicBezTo>
                  <a:pt x="107937" y="199437"/>
                  <a:pt x="122046" y="198067"/>
                  <a:pt x="137113" y="193136"/>
                </a:cubicBezTo>
                <a:cubicBezTo>
                  <a:pt x="146427" y="189986"/>
                  <a:pt x="156975" y="184644"/>
                  <a:pt x="168343" y="176973"/>
                </a:cubicBezTo>
                <a:cubicBezTo>
                  <a:pt x="183000" y="167384"/>
                  <a:pt x="191355" y="158070"/>
                  <a:pt x="193547" y="149304"/>
                </a:cubicBezTo>
                <a:cubicBezTo>
                  <a:pt x="195875" y="140537"/>
                  <a:pt x="199574" y="135332"/>
                  <a:pt x="204916" y="133551"/>
                </a:cubicBezTo>
                <a:cubicBezTo>
                  <a:pt x="209710" y="132045"/>
                  <a:pt x="214504" y="132456"/>
                  <a:pt x="219435" y="134785"/>
                </a:cubicBezTo>
                <a:cubicBezTo>
                  <a:pt x="224367" y="137113"/>
                  <a:pt x="227517" y="140811"/>
                  <a:pt x="229160" y="145469"/>
                </a:cubicBezTo>
                <a:cubicBezTo>
                  <a:pt x="233955" y="160536"/>
                  <a:pt x="226148" y="177521"/>
                  <a:pt x="205327" y="196286"/>
                </a:cubicBezTo>
                <a:cubicBezTo>
                  <a:pt x="187520" y="212312"/>
                  <a:pt x="168892" y="223544"/>
                  <a:pt x="149167" y="229982"/>
                </a:cubicBezTo>
                <a:cubicBezTo>
                  <a:pt x="118485" y="239982"/>
                  <a:pt x="91089" y="240393"/>
                  <a:pt x="67118" y="231215"/>
                </a:cubicBezTo>
                <a:cubicBezTo>
                  <a:pt x="40681" y="221079"/>
                  <a:pt x="22602" y="200670"/>
                  <a:pt x="12602" y="170124"/>
                </a:cubicBezTo>
                <a:cubicBezTo>
                  <a:pt x="1097" y="134785"/>
                  <a:pt x="0" y="102458"/>
                  <a:pt x="9315" y="72871"/>
                </a:cubicBezTo>
                <a:cubicBezTo>
                  <a:pt x="19451" y="40819"/>
                  <a:pt x="39997" y="19588"/>
                  <a:pt x="71090" y="945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text-12 e">
            <a:extLst xmlns:a="http://schemas.openxmlformats.org/drawingml/2006/main">
              <a:ext uri="{FF2B5EF4-FFF2-40B4-BE49-F238E27FC236}">
                <a16:creationId xmlns:a16="http://schemas.microsoft.com/office/drawing/2014/main" id="{17ED2578-B339-4A10-B01E-7029982E7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1084137">
            <a:off x="8165244" y="3174459"/>
            <a:ext cx="455751" cy="8766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</a:t>
            </a:r>
          </a:p>
        </p:txBody>
      </p:sp>
      <p:sp>
        <p:nvSpPr>
          <p:cNvPr id="13" name="path-13">
            <a:extLst xmlns:a="http://schemas.openxmlformats.org/drawingml/2006/main">
              <a:ext uri="{FF2B5EF4-FFF2-40B4-BE49-F238E27FC236}">
                <a16:creationId xmlns:a16="http://schemas.microsoft.com/office/drawing/2014/main" id="{85AEC712-74A3-44A3-8021-3EE808A394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8278" y="3402287"/>
            <a:ext cx="327806" cy="352037"/>
          </a:xfrm>
          <a:custGeom xmlns:a="http://schemas.openxmlformats.org/drawingml/2006/main">
            <a:pathLst>
              <a:path w="227927" h="244776">
                <a:moveTo>
                  <a:pt x="111087" y="39175"/>
                </a:moveTo>
                <a:cubicBezTo>
                  <a:pt x="89308" y="43421"/>
                  <a:pt x="72324" y="55886"/>
                  <a:pt x="60132" y="76843"/>
                </a:cubicBezTo>
                <a:cubicBezTo>
                  <a:pt x="47804" y="97664"/>
                  <a:pt x="43969" y="119579"/>
                  <a:pt x="48489" y="142728"/>
                </a:cubicBezTo>
                <a:cubicBezTo>
                  <a:pt x="53010" y="165741"/>
                  <a:pt x="60407" y="182178"/>
                  <a:pt x="70817" y="192040"/>
                </a:cubicBezTo>
                <a:cubicBezTo>
                  <a:pt x="81227" y="201902"/>
                  <a:pt x="94514" y="205326"/>
                  <a:pt x="110813" y="202039"/>
                </a:cubicBezTo>
                <a:cubicBezTo>
                  <a:pt x="124237" y="199437"/>
                  <a:pt x="135195" y="194780"/>
                  <a:pt x="143687" y="188067"/>
                </a:cubicBezTo>
                <a:cubicBezTo>
                  <a:pt x="148208" y="184369"/>
                  <a:pt x="154234" y="177657"/>
                  <a:pt x="161769" y="167795"/>
                </a:cubicBezTo>
                <a:cubicBezTo>
                  <a:pt x="149989" y="131633"/>
                  <a:pt x="142181" y="104238"/>
                  <a:pt x="138620" y="85746"/>
                </a:cubicBezTo>
                <a:cubicBezTo>
                  <a:pt x="137388" y="79720"/>
                  <a:pt x="136564" y="73008"/>
                  <a:pt x="135879" y="65748"/>
                </a:cubicBezTo>
                <a:cubicBezTo>
                  <a:pt x="135195" y="58625"/>
                  <a:pt x="134922" y="50818"/>
                  <a:pt x="134922" y="42463"/>
                </a:cubicBezTo>
                <a:cubicBezTo>
                  <a:pt x="129168" y="40819"/>
                  <a:pt x="124374" y="39723"/>
                  <a:pt x="120402" y="39312"/>
                </a:cubicBezTo>
                <a:cubicBezTo>
                  <a:pt x="116429" y="38764"/>
                  <a:pt x="113279" y="38627"/>
                  <a:pt x="111087" y="39175"/>
                </a:cubicBezTo>
                <a:moveTo>
                  <a:pt x="101088" y="2465"/>
                </a:moveTo>
                <a:cubicBezTo>
                  <a:pt x="113279" y="0"/>
                  <a:pt x="127525" y="547"/>
                  <a:pt x="143962" y="3835"/>
                </a:cubicBezTo>
                <a:cubicBezTo>
                  <a:pt x="164507" y="7944"/>
                  <a:pt x="175877" y="15478"/>
                  <a:pt x="178068" y="26573"/>
                </a:cubicBezTo>
                <a:cubicBezTo>
                  <a:pt x="178891" y="30409"/>
                  <a:pt x="178068" y="33970"/>
                  <a:pt x="175877" y="37531"/>
                </a:cubicBezTo>
                <a:cubicBezTo>
                  <a:pt x="175466" y="43147"/>
                  <a:pt x="176151" y="52051"/>
                  <a:pt x="177795" y="64515"/>
                </a:cubicBezTo>
                <a:cubicBezTo>
                  <a:pt x="179438" y="76843"/>
                  <a:pt x="182041" y="92459"/>
                  <a:pt x="185602" y="111635"/>
                </a:cubicBezTo>
                <a:cubicBezTo>
                  <a:pt x="188891" y="129031"/>
                  <a:pt x="192724" y="142455"/>
                  <a:pt x="197245" y="152180"/>
                </a:cubicBezTo>
                <a:cubicBezTo>
                  <a:pt x="199847" y="158070"/>
                  <a:pt x="206696" y="169439"/>
                  <a:pt x="217791" y="186561"/>
                </a:cubicBezTo>
                <a:cubicBezTo>
                  <a:pt x="219298" y="188889"/>
                  <a:pt x="221627" y="192314"/>
                  <a:pt x="224914" y="196697"/>
                </a:cubicBezTo>
                <a:lnTo>
                  <a:pt x="226833" y="199985"/>
                </a:lnTo>
                <a:cubicBezTo>
                  <a:pt x="227927" y="205600"/>
                  <a:pt x="226833" y="210669"/>
                  <a:pt x="223682" y="215052"/>
                </a:cubicBezTo>
                <a:cubicBezTo>
                  <a:pt x="220395" y="219435"/>
                  <a:pt x="216285" y="222175"/>
                  <a:pt x="211081" y="223270"/>
                </a:cubicBezTo>
                <a:cubicBezTo>
                  <a:pt x="208340" y="223818"/>
                  <a:pt x="202998" y="221627"/>
                  <a:pt x="194780" y="216832"/>
                </a:cubicBezTo>
                <a:cubicBezTo>
                  <a:pt x="187246" y="212312"/>
                  <a:pt x="181629" y="208066"/>
                  <a:pt x="177657" y="204231"/>
                </a:cubicBezTo>
                <a:cubicBezTo>
                  <a:pt x="165604" y="214230"/>
                  <a:pt x="154782" y="222037"/>
                  <a:pt x="145332" y="227791"/>
                </a:cubicBezTo>
                <a:cubicBezTo>
                  <a:pt x="135879" y="233406"/>
                  <a:pt x="127662" y="236968"/>
                  <a:pt x="120812" y="238338"/>
                </a:cubicBezTo>
                <a:cubicBezTo>
                  <a:pt x="87938" y="244776"/>
                  <a:pt x="62325" y="240255"/>
                  <a:pt x="43558" y="224640"/>
                </a:cubicBezTo>
                <a:cubicBezTo>
                  <a:pt x="26025" y="210121"/>
                  <a:pt x="13698" y="184917"/>
                  <a:pt x="6711" y="149029"/>
                </a:cubicBezTo>
                <a:cubicBezTo>
                  <a:pt x="0" y="115059"/>
                  <a:pt x="6027" y="83692"/>
                  <a:pt x="24519" y="55064"/>
                </a:cubicBezTo>
                <a:cubicBezTo>
                  <a:pt x="43147" y="26299"/>
                  <a:pt x="68624" y="8766"/>
                  <a:pt x="101088" y="246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text-14 a">
            <a:extLst xmlns:a="http://schemas.openxmlformats.org/drawingml/2006/main">
              <a:ext uri="{FF2B5EF4-FFF2-40B4-BE49-F238E27FC236}">
                <a16:creationId xmlns:a16="http://schemas.microsoft.com/office/drawing/2014/main" id="{48AE5DAD-E234-421E-AC42-5952FB13E0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667532">
            <a:off x="8509299" y="3076191"/>
            <a:ext cx="445152" cy="9009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506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506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506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</a:t>
            </a:r>
          </a:p>
        </p:txBody>
      </p:sp>
      <p:sp>
        <p:nvSpPr>
          <p:cNvPr id="15" name="path-15">
            <a:extLst xmlns:a="http://schemas.openxmlformats.org/drawingml/2006/main">
              <a:ext uri="{FF2B5EF4-FFF2-40B4-BE49-F238E27FC236}">
                <a16:creationId xmlns:a16="http://schemas.microsoft.com/office/drawing/2014/main" id="{A7DF94F6-8D40-436D-AA20-3DD13CC81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4359" y="3326836"/>
            <a:ext cx="258856" cy="380602"/>
          </a:xfrm>
          <a:custGeom xmlns:a="http://schemas.openxmlformats.org/drawingml/2006/main">
            <a:pathLst>
              <a:path w="179986" h="264637">
                <a:moveTo>
                  <a:pt x="143139" y="548"/>
                </a:moveTo>
                <a:cubicBezTo>
                  <a:pt x="149166" y="0"/>
                  <a:pt x="154371" y="1644"/>
                  <a:pt x="158617" y="5205"/>
                </a:cubicBezTo>
                <a:cubicBezTo>
                  <a:pt x="162864" y="8904"/>
                  <a:pt x="165192" y="13972"/>
                  <a:pt x="165740" y="20410"/>
                </a:cubicBezTo>
                <a:cubicBezTo>
                  <a:pt x="166015" y="24519"/>
                  <a:pt x="167385" y="30546"/>
                  <a:pt x="169849" y="38353"/>
                </a:cubicBezTo>
                <a:cubicBezTo>
                  <a:pt x="172314" y="46161"/>
                  <a:pt x="173684" y="52188"/>
                  <a:pt x="173959" y="56297"/>
                </a:cubicBezTo>
                <a:cubicBezTo>
                  <a:pt x="174507" y="62735"/>
                  <a:pt x="173000" y="68077"/>
                  <a:pt x="169302" y="72323"/>
                </a:cubicBezTo>
                <a:cubicBezTo>
                  <a:pt x="165740" y="76569"/>
                  <a:pt x="160947" y="79035"/>
                  <a:pt x="154781" y="79583"/>
                </a:cubicBezTo>
                <a:cubicBezTo>
                  <a:pt x="146975" y="80131"/>
                  <a:pt x="141222" y="77939"/>
                  <a:pt x="137660" y="72871"/>
                </a:cubicBezTo>
                <a:cubicBezTo>
                  <a:pt x="135195" y="69447"/>
                  <a:pt x="132729" y="61913"/>
                  <a:pt x="130264" y="50270"/>
                </a:cubicBezTo>
                <a:cubicBezTo>
                  <a:pt x="119854" y="53832"/>
                  <a:pt x="103827" y="60133"/>
                  <a:pt x="82185" y="69173"/>
                </a:cubicBezTo>
                <a:cubicBezTo>
                  <a:pt x="59995" y="80131"/>
                  <a:pt x="49312" y="92322"/>
                  <a:pt x="50269" y="105745"/>
                </a:cubicBezTo>
                <a:cubicBezTo>
                  <a:pt x="54653" y="106978"/>
                  <a:pt x="58898" y="107800"/>
                  <a:pt x="63145" y="108074"/>
                </a:cubicBezTo>
                <a:cubicBezTo>
                  <a:pt x="96294" y="111361"/>
                  <a:pt x="121360" y="117388"/>
                  <a:pt x="138071" y="126429"/>
                </a:cubicBezTo>
                <a:cubicBezTo>
                  <a:pt x="162453" y="139578"/>
                  <a:pt x="175876" y="160262"/>
                  <a:pt x="178068" y="188616"/>
                </a:cubicBezTo>
                <a:cubicBezTo>
                  <a:pt x="179986" y="211765"/>
                  <a:pt x="171357" y="230119"/>
                  <a:pt x="152179" y="243543"/>
                </a:cubicBezTo>
                <a:cubicBezTo>
                  <a:pt x="136290" y="254501"/>
                  <a:pt x="115607" y="261076"/>
                  <a:pt x="90129" y="263131"/>
                </a:cubicBezTo>
                <a:cubicBezTo>
                  <a:pt x="71502" y="264637"/>
                  <a:pt x="53420" y="262856"/>
                  <a:pt x="35887" y="257925"/>
                </a:cubicBezTo>
                <a:cubicBezTo>
                  <a:pt x="13424" y="251761"/>
                  <a:pt x="1506" y="241488"/>
                  <a:pt x="411" y="227243"/>
                </a:cubicBezTo>
                <a:cubicBezTo>
                  <a:pt x="0" y="221627"/>
                  <a:pt x="1781" y="216422"/>
                  <a:pt x="5889" y="211765"/>
                </a:cubicBezTo>
                <a:cubicBezTo>
                  <a:pt x="10136" y="207107"/>
                  <a:pt x="14930" y="204642"/>
                  <a:pt x="20684" y="204231"/>
                </a:cubicBezTo>
                <a:cubicBezTo>
                  <a:pt x="25066" y="203820"/>
                  <a:pt x="31093" y="206834"/>
                  <a:pt x="38627" y="212998"/>
                </a:cubicBezTo>
                <a:cubicBezTo>
                  <a:pt x="42325" y="216011"/>
                  <a:pt x="50133" y="218203"/>
                  <a:pt x="62324" y="219298"/>
                </a:cubicBezTo>
                <a:cubicBezTo>
                  <a:pt x="72049" y="220257"/>
                  <a:pt x="80131" y="220531"/>
                  <a:pt x="86705" y="219983"/>
                </a:cubicBezTo>
                <a:cubicBezTo>
                  <a:pt x="98621" y="219024"/>
                  <a:pt x="109032" y="216696"/>
                  <a:pt x="117935" y="213134"/>
                </a:cubicBezTo>
                <a:cubicBezTo>
                  <a:pt x="130811" y="207929"/>
                  <a:pt x="136976" y="200944"/>
                  <a:pt x="136290" y="191903"/>
                </a:cubicBezTo>
                <a:cubicBezTo>
                  <a:pt x="134646" y="172590"/>
                  <a:pt x="120127" y="160536"/>
                  <a:pt x="92458" y="155878"/>
                </a:cubicBezTo>
                <a:lnTo>
                  <a:pt x="69857" y="152728"/>
                </a:lnTo>
                <a:cubicBezTo>
                  <a:pt x="50680" y="150126"/>
                  <a:pt x="36708" y="146290"/>
                  <a:pt x="28353" y="141359"/>
                </a:cubicBezTo>
                <a:cubicBezTo>
                  <a:pt x="16163" y="134373"/>
                  <a:pt x="9451" y="122731"/>
                  <a:pt x="8219" y="106704"/>
                </a:cubicBezTo>
                <a:cubicBezTo>
                  <a:pt x="5753" y="76981"/>
                  <a:pt x="18080" y="54654"/>
                  <a:pt x="45201" y="39723"/>
                </a:cubicBezTo>
                <a:cubicBezTo>
                  <a:pt x="53420" y="35203"/>
                  <a:pt x="66706" y="29450"/>
                  <a:pt x="85061" y="22601"/>
                </a:cubicBezTo>
                <a:cubicBezTo>
                  <a:pt x="103417" y="15753"/>
                  <a:pt x="116567" y="10137"/>
                  <a:pt x="124373" y="5890"/>
                </a:cubicBezTo>
                <a:cubicBezTo>
                  <a:pt x="129989" y="2877"/>
                  <a:pt x="136290" y="959"/>
                  <a:pt x="143139" y="54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text-16 s">
            <a:extLst xmlns:a="http://schemas.openxmlformats.org/drawingml/2006/main">
              <a:ext uri="{FF2B5EF4-FFF2-40B4-BE49-F238E27FC236}">
                <a16:creationId xmlns:a16="http://schemas.microsoft.com/office/drawing/2014/main" id="{F39476A7-704A-4A95-9BEC-EB3212B4F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273940">
            <a:off x="8841606" y="3062621"/>
            <a:ext cx="413487" cy="8681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88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88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88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</a:t>
            </a:r>
          </a:p>
        </p:txBody>
      </p:sp>
      <p:sp>
        <p:nvSpPr>
          <p:cNvPr id="17" name="path-17">
            <a:extLst xmlns:a="http://schemas.openxmlformats.org/drawingml/2006/main">
              <a:ext uri="{FF2B5EF4-FFF2-40B4-BE49-F238E27FC236}">
                <a16:creationId xmlns:a16="http://schemas.microsoft.com/office/drawing/2014/main" id="{A8C87715-9C4F-4D3C-8C3D-F405AC41E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1723" y="3358158"/>
            <a:ext cx="275996" cy="340020"/>
          </a:xfrm>
          <a:custGeom xmlns:a="http://schemas.openxmlformats.org/drawingml/2006/main">
            <a:pathLst>
              <a:path w="191903" h="236420">
                <a:moveTo>
                  <a:pt x="108347" y="44517"/>
                </a:moveTo>
                <a:cubicBezTo>
                  <a:pt x="87391" y="43695"/>
                  <a:pt x="70679" y="53147"/>
                  <a:pt x="58352" y="72871"/>
                </a:cubicBezTo>
                <a:cubicBezTo>
                  <a:pt x="48489" y="88623"/>
                  <a:pt x="43147" y="106841"/>
                  <a:pt x="42462" y="127525"/>
                </a:cubicBezTo>
                <a:cubicBezTo>
                  <a:pt x="41641" y="148208"/>
                  <a:pt x="46709" y="164645"/>
                  <a:pt x="57530" y="176562"/>
                </a:cubicBezTo>
                <a:cubicBezTo>
                  <a:pt x="66707" y="186424"/>
                  <a:pt x="77528" y="191630"/>
                  <a:pt x="90267" y="192040"/>
                </a:cubicBezTo>
                <a:cubicBezTo>
                  <a:pt x="105060" y="192588"/>
                  <a:pt x="118074" y="187657"/>
                  <a:pt x="129169" y="177247"/>
                </a:cubicBezTo>
                <a:cubicBezTo>
                  <a:pt x="141770" y="165604"/>
                  <a:pt x="148756" y="149715"/>
                  <a:pt x="150125" y="129305"/>
                </a:cubicBezTo>
                <a:cubicBezTo>
                  <a:pt x="154235" y="74104"/>
                  <a:pt x="140264" y="45887"/>
                  <a:pt x="108347" y="44517"/>
                </a:cubicBezTo>
                <a:moveTo>
                  <a:pt x="112732" y="1233"/>
                </a:moveTo>
                <a:cubicBezTo>
                  <a:pt x="141360" y="2192"/>
                  <a:pt x="162454" y="16027"/>
                  <a:pt x="176288" y="42737"/>
                </a:cubicBezTo>
                <a:cubicBezTo>
                  <a:pt x="187246" y="64242"/>
                  <a:pt x="191903" y="89857"/>
                  <a:pt x="190397" y="119580"/>
                </a:cubicBezTo>
                <a:cubicBezTo>
                  <a:pt x="188890" y="151221"/>
                  <a:pt x="179575" y="178069"/>
                  <a:pt x="162727" y="199848"/>
                </a:cubicBezTo>
                <a:cubicBezTo>
                  <a:pt x="143551" y="224641"/>
                  <a:pt x="118895" y="236420"/>
                  <a:pt x="88761" y="235325"/>
                </a:cubicBezTo>
                <a:cubicBezTo>
                  <a:pt x="64790" y="234503"/>
                  <a:pt x="44381" y="224914"/>
                  <a:pt x="27806" y="206560"/>
                </a:cubicBezTo>
                <a:cubicBezTo>
                  <a:pt x="9177" y="186150"/>
                  <a:pt x="0" y="159303"/>
                  <a:pt x="274" y="126018"/>
                </a:cubicBezTo>
                <a:cubicBezTo>
                  <a:pt x="548" y="93829"/>
                  <a:pt x="9726" y="65612"/>
                  <a:pt x="27669" y="41641"/>
                </a:cubicBezTo>
                <a:cubicBezTo>
                  <a:pt x="48627" y="13424"/>
                  <a:pt x="77117" y="0"/>
                  <a:pt x="112732" y="123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" name="text-18 o">
            <a:extLst xmlns:a="http://schemas.openxmlformats.org/drawingml/2006/main">
              <a:ext uri="{FF2B5EF4-FFF2-40B4-BE49-F238E27FC236}">
                <a16:creationId xmlns:a16="http://schemas.microsoft.com/office/drawing/2014/main" id="{20817D60-BCB9-4C35-9105-E366B24A8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123094">
            <a:off x="9159546" y="3055407"/>
            <a:ext cx="442026" cy="8766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</a:t>
            </a:r>
          </a:p>
        </p:txBody>
      </p:sp>
      <p:sp>
        <p:nvSpPr>
          <p:cNvPr id="19" name="path-19">
            <a:extLst xmlns:a="http://schemas.openxmlformats.org/drawingml/2006/main">
              <a:ext uri="{FF2B5EF4-FFF2-40B4-BE49-F238E27FC236}">
                <a16:creationId xmlns:a16="http://schemas.microsoft.com/office/drawing/2014/main" id="{21917DCA-14DA-41E9-B573-5C35FA6FE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13075" y="3361311"/>
            <a:ext cx="286830" cy="388285"/>
          </a:xfrm>
          <a:custGeom xmlns:a="http://schemas.openxmlformats.org/drawingml/2006/main">
            <a:pathLst>
              <a:path w="199437" h="269979">
                <a:moveTo>
                  <a:pt x="58352" y="959"/>
                </a:moveTo>
                <a:cubicBezTo>
                  <a:pt x="71364" y="2877"/>
                  <a:pt x="77117" y="13287"/>
                  <a:pt x="75474" y="31778"/>
                </a:cubicBezTo>
                <a:lnTo>
                  <a:pt x="72186" y="56571"/>
                </a:lnTo>
                <a:cubicBezTo>
                  <a:pt x="100952" y="28765"/>
                  <a:pt x="127662" y="16711"/>
                  <a:pt x="152728" y="20683"/>
                </a:cubicBezTo>
                <a:cubicBezTo>
                  <a:pt x="175330" y="24245"/>
                  <a:pt x="189437" y="36710"/>
                  <a:pt x="195190" y="57941"/>
                </a:cubicBezTo>
                <a:cubicBezTo>
                  <a:pt x="199162" y="72187"/>
                  <a:pt x="199437" y="92322"/>
                  <a:pt x="196013" y="118347"/>
                </a:cubicBezTo>
                <a:lnTo>
                  <a:pt x="192588" y="139715"/>
                </a:lnTo>
                <a:lnTo>
                  <a:pt x="189300" y="159440"/>
                </a:lnTo>
                <a:cubicBezTo>
                  <a:pt x="187383" y="171083"/>
                  <a:pt x="186561" y="186424"/>
                  <a:pt x="186697" y="205464"/>
                </a:cubicBezTo>
                <a:cubicBezTo>
                  <a:pt x="186835" y="224504"/>
                  <a:pt x="186013" y="239845"/>
                  <a:pt x="184232" y="251488"/>
                </a:cubicBezTo>
                <a:cubicBezTo>
                  <a:pt x="183137" y="257652"/>
                  <a:pt x="180398" y="262309"/>
                  <a:pt x="175740" y="265596"/>
                </a:cubicBezTo>
                <a:cubicBezTo>
                  <a:pt x="171083" y="268883"/>
                  <a:pt x="165741" y="269979"/>
                  <a:pt x="159714" y="269020"/>
                </a:cubicBezTo>
                <a:cubicBezTo>
                  <a:pt x="147523" y="267103"/>
                  <a:pt x="141770" y="259432"/>
                  <a:pt x="142318" y="246009"/>
                </a:cubicBezTo>
                <a:lnTo>
                  <a:pt x="143687" y="198615"/>
                </a:lnTo>
                <a:cubicBezTo>
                  <a:pt x="144236" y="181767"/>
                  <a:pt x="145742" y="166152"/>
                  <a:pt x="147934" y="151769"/>
                </a:cubicBezTo>
                <a:cubicBezTo>
                  <a:pt x="148619" y="147934"/>
                  <a:pt x="149852" y="141222"/>
                  <a:pt x="151906" y="131771"/>
                </a:cubicBezTo>
                <a:cubicBezTo>
                  <a:pt x="153824" y="122456"/>
                  <a:pt x="155194" y="115744"/>
                  <a:pt x="155742" y="111772"/>
                </a:cubicBezTo>
                <a:cubicBezTo>
                  <a:pt x="160535" y="81364"/>
                  <a:pt x="157248" y="65200"/>
                  <a:pt x="146017" y="63420"/>
                </a:cubicBezTo>
                <a:cubicBezTo>
                  <a:pt x="130127" y="60954"/>
                  <a:pt x="113553" y="67940"/>
                  <a:pt x="96295" y="84514"/>
                </a:cubicBezTo>
                <a:cubicBezTo>
                  <a:pt x="80542" y="99582"/>
                  <a:pt x="67118" y="119580"/>
                  <a:pt x="55612" y="144510"/>
                </a:cubicBezTo>
                <a:cubicBezTo>
                  <a:pt x="54517" y="149988"/>
                  <a:pt x="52736" y="156700"/>
                  <a:pt x="50407" y="164919"/>
                </a:cubicBezTo>
                <a:cubicBezTo>
                  <a:pt x="48489" y="171905"/>
                  <a:pt x="46983" y="178616"/>
                  <a:pt x="46024" y="185328"/>
                </a:cubicBezTo>
                <a:cubicBezTo>
                  <a:pt x="45339" y="189438"/>
                  <a:pt x="44792" y="195876"/>
                  <a:pt x="44243" y="204505"/>
                </a:cubicBezTo>
                <a:cubicBezTo>
                  <a:pt x="43832" y="213134"/>
                  <a:pt x="43147" y="219572"/>
                  <a:pt x="42462" y="223818"/>
                </a:cubicBezTo>
                <a:cubicBezTo>
                  <a:pt x="41504" y="230119"/>
                  <a:pt x="38764" y="234914"/>
                  <a:pt x="34244" y="238338"/>
                </a:cubicBezTo>
                <a:cubicBezTo>
                  <a:pt x="29725" y="241625"/>
                  <a:pt x="24519" y="242858"/>
                  <a:pt x="18491" y="241899"/>
                </a:cubicBezTo>
                <a:cubicBezTo>
                  <a:pt x="12192" y="240940"/>
                  <a:pt x="7535" y="238201"/>
                  <a:pt x="4384" y="233681"/>
                </a:cubicBezTo>
                <a:cubicBezTo>
                  <a:pt x="1097" y="229024"/>
                  <a:pt x="0" y="223681"/>
                  <a:pt x="1097" y="217244"/>
                </a:cubicBezTo>
                <a:cubicBezTo>
                  <a:pt x="1644" y="212998"/>
                  <a:pt x="2192" y="206560"/>
                  <a:pt x="2603" y="197930"/>
                </a:cubicBezTo>
                <a:cubicBezTo>
                  <a:pt x="3014" y="189438"/>
                  <a:pt x="3561" y="183000"/>
                  <a:pt x="4246" y="178754"/>
                </a:cubicBezTo>
                <a:cubicBezTo>
                  <a:pt x="6575" y="164234"/>
                  <a:pt x="10684" y="144236"/>
                  <a:pt x="16849" y="118758"/>
                </a:cubicBezTo>
                <a:cubicBezTo>
                  <a:pt x="22875" y="93281"/>
                  <a:pt x="27122" y="73282"/>
                  <a:pt x="29313" y="58763"/>
                </a:cubicBezTo>
                <a:cubicBezTo>
                  <a:pt x="30135" y="54243"/>
                  <a:pt x="30820" y="47530"/>
                  <a:pt x="31779" y="38627"/>
                </a:cubicBezTo>
                <a:cubicBezTo>
                  <a:pt x="32737" y="29587"/>
                  <a:pt x="33559" y="22875"/>
                  <a:pt x="34244" y="18355"/>
                </a:cubicBezTo>
                <a:cubicBezTo>
                  <a:pt x="35203" y="12328"/>
                  <a:pt x="37942" y="7671"/>
                  <a:pt x="42600" y="4383"/>
                </a:cubicBezTo>
                <a:cubicBezTo>
                  <a:pt x="47257" y="1096"/>
                  <a:pt x="52461" y="0"/>
                  <a:pt x="58352" y="95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text-20 n">
            <a:extLst xmlns:a="http://schemas.openxmlformats.org/drawingml/2006/main">
              <a:ext uri="{FF2B5EF4-FFF2-40B4-BE49-F238E27FC236}">
                <a16:creationId xmlns:a16="http://schemas.microsoft.com/office/drawing/2014/main" id="{5FC67908-CC84-48F3-830E-742F1FC28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34971">
            <a:off x="9498281" y="3091893"/>
            <a:ext cx="442548" cy="8807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5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5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5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</a:t>
            </a:r>
          </a:p>
        </p:txBody>
      </p:sp>
      <p:sp>
        <p:nvSpPr>
          <p:cNvPr id="21" name="path-21">
            <a:extLst xmlns:a="http://schemas.openxmlformats.org/drawingml/2006/main">
              <a:ext uri="{FF2B5EF4-FFF2-40B4-BE49-F238E27FC236}">
                <a16:creationId xmlns:a16="http://schemas.microsoft.com/office/drawing/2014/main" id="{BCA10004-FD32-43C2-BD16-F0DFE27FDB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580" y="3311076"/>
            <a:ext cx="179858" cy="450339"/>
          </a:xfrm>
          <a:custGeom xmlns:a="http://schemas.openxmlformats.org/drawingml/2006/main">
            <a:pathLst>
              <a:path w="125058" h="313126">
                <a:moveTo>
                  <a:pt x="73419" y="98485"/>
                </a:moveTo>
                <a:cubicBezTo>
                  <a:pt x="79446" y="99992"/>
                  <a:pt x="83829" y="103143"/>
                  <a:pt x="86569" y="107937"/>
                </a:cubicBezTo>
                <a:cubicBezTo>
                  <a:pt x="89444" y="112868"/>
                  <a:pt x="90130" y="118347"/>
                  <a:pt x="88486" y="124648"/>
                </a:cubicBezTo>
                <a:cubicBezTo>
                  <a:pt x="85199" y="137661"/>
                  <a:pt x="80404" y="153687"/>
                  <a:pt x="74104" y="172726"/>
                </a:cubicBezTo>
                <a:cubicBezTo>
                  <a:pt x="67802" y="191903"/>
                  <a:pt x="63009" y="207929"/>
                  <a:pt x="59721" y="220942"/>
                </a:cubicBezTo>
                <a:cubicBezTo>
                  <a:pt x="57530" y="229297"/>
                  <a:pt x="54653" y="241762"/>
                  <a:pt x="50954" y="258473"/>
                </a:cubicBezTo>
                <a:cubicBezTo>
                  <a:pt x="47256" y="275047"/>
                  <a:pt x="44380" y="287649"/>
                  <a:pt x="42189" y="295868"/>
                </a:cubicBezTo>
                <a:cubicBezTo>
                  <a:pt x="40680" y="302031"/>
                  <a:pt x="37531" y="306551"/>
                  <a:pt x="32872" y="309428"/>
                </a:cubicBezTo>
                <a:cubicBezTo>
                  <a:pt x="28079" y="312442"/>
                  <a:pt x="22737" y="313126"/>
                  <a:pt x="16573" y="311483"/>
                </a:cubicBezTo>
                <a:cubicBezTo>
                  <a:pt x="10682" y="309976"/>
                  <a:pt x="6301" y="306825"/>
                  <a:pt x="3423" y="302031"/>
                </a:cubicBezTo>
                <a:cubicBezTo>
                  <a:pt x="684" y="297100"/>
                  <a:pt x="0" y="291758"/>
                  <a:pt x="1506" y="285594"/>
                </a:cubicBezTo>
                <a:cubicBezTo>
                  <a:pt x="3698" y="277239"/>
                  <a:pt x="6574" y="264774"/>
                  <a:pt x="10273" y="248063"/>
                </a:cubicBezTo>
                <a:cubicBezTo>
                  <a:pt x="13971" y="231489"/>
                  <a:pt x="16848" y="219024"/>
                  <a:pt x="18902" y="210668"/>
                </a:cubicBezTo>
                <a:cubicBezTo>
                  <a:pt x="22190" y="197656"/>
                  <a:pt x="27121" y="181630"/>
                  <a:pt x="33421" y="162453"/>
                </a:cubicBezTo>
                <a:cubicBezTo>
                  <a:pt x="39722" y="143413"/>
                  <a:pt x="44516" y="127251"/>
                  <a:pt x="47803" y="114238"/>
                </a:cubicBezTo>
                <a:cubicBezTo>
                  <a:pt x="49311" y="108074"/>
                  <a:pt x="52598" y="103417"/>
                  <a:pt x="57392" y="100540"/>
                </a:cubicBezTo>
                <a:cubicBezTo>
                  <a:pt x="62186" y="97664"/>
                  <a:pt x="67529" y="96979"/>
                  <a:pt x="73419" y="98485"/>
                </a:cubicBezTo>
                <a:moveTo>
                  <a:pt x="105197" y="1781"/>
                </a:moveTo>
                <a:cubicBezTo>
                  <a:pt x="111909" y="3424"/>
                  <a:pt x="116976" y="7260"/>
                  <a:pt x="120538" y="13150"/>
                </a:cubicBezTo>
                <a:cubicBezTo>
                  <a:pt x="124099" y="19039"/>
                  <a:pt x="125058" y="25340"/>
                  <a:pt x="123415" y="31915"/>
                </a:cubicBezTo>
                <a:cubicBezTo>
                  <a:pt x="121771" y="38627"/>
                  <a:pt x="117935" y="43695"/>
                  <a:pt x="111909" y="47257"/>
                </a:cubicBezTo>
                <a:cubicBezTo>
                  <a:pt x="106019" y="50681"/>
                  <a:pt x="99717" y="51640"/>
                  <a:pt x="93006" y="49859"/>
                </a:cubicBezTo>
                <a:cubicBezTo>
                  <a:pt x="86431" y="48215"/>
                  <a:pt x="81227" y="44380"/>
                  <a:pt x="77527" y="38490"/>
                </a:cubicBezTo>
                <a:cubicBezTo>
                  <a:pt x="73965" y="32600"/>
                  <a:pt x="72871" y="26299"/>
                  <a:pt x="74651" y="19588"/>
                </a:cubicBezTo>
                <a:cubicBezTo>
                  <a:pt x="76295" y="13013"/>
                  <a:pt x="80130" y="7944"/>
                  <a:pt x="86157" y="4383"/>
                </a:cubicBezTo>
                <a:cubicBezTo>
                  <a:pt x="92183" y="959"/>
                  <a:pt x="98622" y="0"/>
                  <a:pt x="105197" y="178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text-22 i">
            <a:extLst xmlns:a="http://schemas.openxmlformats.org/drawingml/2006/main">
              <a:ext uri="{FF2B5EF4-FFF2-40B4-BE49-F238E27FC236}">
                <a16:creationId xmlns:a16="http://schemas.microsoft.com/office/drawing/2014/main" id="{35CA8CB0-B161-404F-9AB5-F3D5F0BDF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852363">
            <a:off x="9830864" y="3142043"/>
            <a:ext cx="292954" cy="8911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50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50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50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</a:t>
            </a:r>
          </a:p>
        </p:txBody>
      </p:sp>
      <p:sp>
        <p:nvSpPr>
          <p:cNvPr id="23" name="path-23">
            <a:extLst xmlns:a="http://schemas.openxmlformats.org/drawingml/2006/main">
              <a:ext uri="{FF2B5EF4-FFF2-40B4-BE49-F238E27FC236}">
                <a16:creationId xmlns:a16="http://schemas.microsoft.com/office/drawing/2014/main" id="{6E77F859-5C29-4AA9-83EB-4A59EA9A0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2964" y="3478525"/>
            <a:ext cx="321502" cy="411727"/>
          </a:xfrm>
          <a:custGeom xmlns:a="http://schemas.openxmlformats.org/drawingml/2006/main">
            <a:pathLst>
              <a:path w="223545" h="286279">
                <a:moveTo>
                  <a:pt x="98213" y="2054"/>
                </a:moveTo>
                <a:cubicBezTo>
                  <a:pt x="110539" y="6438"/>
                  <a:pt x="114238" y="17533"/>
                  <a:pt x="109308" y="35476"/>
                </a:cubicBezTo>
                <a:lnTo>
                  <a:pt x="101636" y="59310"/>
                </a:lnTo>
                <a:cubicBezTo>
                  <a:pt x="134921" y="37120"/>
                  <a:pt x="163413" y="30271"/>
                  <a:pt x="187246" y="38764"/>
                </a:cubicBezTo>
                <a:cubicBezTo>
                  <a:pt x="208888" y="46297"/>
                  <a:pt x="220531" y="61228"/>
                  <a:pt x="222312" y="83144"/>
                </a:cubicBezTo>
                <a:cubicBezTo>
                  <a:pt x="223545" y="97800"/>
                  <a:pt x="220121" y="117662"/>
                  <a:pt x="211902" y="142728"/>
                </a:cubicBezTo>
                <a:lnTo>
                  <a:pt x="204642" y="163138"/>
                </a:lnTo>
                <a:lnTo>
                  <a:pt x="197793" y="181767"/>
                </a:lnTo>
                <a:cubicBezTo>
                  <a:pt x="193821" y="192998"/>
                  <a:pt x="190260" y="207929"/>
                  <a:pt x="186836" y="226695"/>
                </a:cubicBezTo>
                <a:cubicBezTo>
                  <a:pt x="183411" y="245460"/>
                  <a:pt x="179850" y="260254"/>
                  <a:pt x="175878" y="271349"/>
                </a:cubicBezTo>
                <a:cubicBezTo>
                  <a:pt x="173822" y="277239"/>
                  <a:pt x="170261" y="281348"/>
                  <a:pt x="165056" y="283814"/>
                </a:cubicBezTo>
                <a:cubicBezTo>
                  <a:pt x="159851" y="286142"/>
                  <a:pt x="154372" y="286279"/>
                  <a:pt x="148619" y="284224"/>
                </a:cubicBezTo>
                <a:cubicBezTo>
                  <a:pt x="137114" y="280115"/>
                  <a:pt x="132729" y="271486"/>
                  <a:pt x="135743" y="258336"/>
                </a:cubicBezTo>
                <a:lnTo>
                  <a:pt x="145743" y="212039"/>
                </a:lnTo>
                <a:cubicBezTo>
                  <a:pt x="149441" y="195601"/>
                  <a:pt x="153688" y="180534"/>
                  <a:pt x="158619" y="166836"/>
                </a:cubicBezTo>
                <a:cubicBezTo>
                  <a:pt x="159851" y="163001"/>
                  <a:pt x="162453" y="156700"/>
                  <a:pt x="166015" y="147797"/>
                </a:cubicBezTo>
                <a:cubicBezTo>
                  <a:pt x="169714" y="139030"/>
                  <a:pt x="172180" y="132729"/>
                  <a:pt x="173548" y="128894"/>
                </a:cubicBezTo>
                <a:cubicBezTo>
                  <a:pt x="183822" y="99855"/>
                  <a:pt x="183547" y="83418"/>
                  <a:pt x="172864" y="79583"/>
                </a:cubicBezTo>
                <a:cubicBezTo>
                  <a:pt x="157796" y="74240"/>
                  <a:pt x="140127" y="78076"/>
                  <a:pt x="120128" y="91089"/>
                </a:cubicBezTo>
                <a:cubicBezTo>
                  <a:pt x="101910" y="103005"/>
                  <a:pt x="84926" y="120264"/>
                  <a:pt x="69173" y="142592"/>
                </a:cubicBezTo>
                <a:cubicBezTo>
                  <a:pt x="66983" y="147797"/>
                  <a:pt x="64105" y="154234"/>
                  <a:pt x="60269" y="161768"/>
                </a:cubicBezTo>
                <a:cubicBezTo>
                  <a:pt x="57120" y="168206"/>
                  <a:pt x="54379" y="174644"/>
                  <a:pt x="52188" y="180944"/>
                </a:cubicBezTo>
                <a:cubicBezTo>
                  <a:pt x="50818" y="185054"/>
                  <a:pt x="49038" y="191218"/>
                  <a:pt x="46983" y="199573"/>
                </a:cubicBezTo>
                <a:cubicBezTo>
                  <a:pt x="44929" y="207929"/>
                  <a:pt x="43148" y="214093"/>
                  <a:pt x="41778" y="218202"/>
                </a:cubicBezTo>
                <a:cubicBezTo>
                  <a:pt x="39587" y="224229"/>
                  <a:pt x="36025" y="228475"/>
                  <a:pt x="30957" y="230941"/>
                </a:cubicBezTo>
                <a:cubicBezTo>
                  <a:pt x="25890" y="233406"/>
                  <a:pt x="20547" y="233680"/>
                  <a:pt x="14795" y="231626"/>
                </a:cubicBezTo>
                <a:cubicBezTo>
                  <a:pt x="8767" y="229571"/>
                  <a:pt x="4657" y="225873"/>
                  <a:pt x="2330" y="220805"/>
                </a:cubicBezTo>
                <a:cubicBezTo>
                  <a:pt x="138" y="215873"/>
                  <a:pt x="0" y="210258"/>
                  <a:pt x="2191" y="204231"/>
                </a:cubicBezTo>
                <a:cubicBezTo>
                  <a:pt x="3561" y="200121"/>
                  <a:pt x="5343" y="193957"/>
                  <a:pt x="7260" y="185602"/>
                </a:cubicBezTo>
                <a:cubicBezTo>
                  <a:pt x="9314" y="177110"/>
                  <a:pt x="10959" y="170946"/>
                  <a:pt x="12328" y="166836"/>
                </a:cubicBezTo>
                <a:cubicBezTo>
                  <a:pt x="17260" y="153002"/>
                  <a:pt x="25067" y="134099"/>
                  <a:pt x="35751" y="110265"/>
                </a:cubicBezTo>
                <a:cubicBezTo>
                  <a:pt x="46299" y="86432"/>
                  <a:pt x="54107" y="67529"/>
                  <a:pt x="59037" y="53557"/>
                </a:cubicBezTo>
                <a:cubicBezTo>
                  <a:pt x="60544" y="49311"/>
                  <a:pt x="62598" y="42873"/>
                  <a:pt x="65064" y="34107"/>
                </a:cubicBezTo>
                <a:cubicBezTo>
                  <a:pt x="67667" y="25477"/>
                  <a:pt x="69721" y="19039"/>
                  <a:pt x="71228" y="14793"/>
                </a:cubicBezTo>
                <a:cubicBezTo>
                  <a:pt x="73282" y="8903"/>
                  <a:pt x="76844" y="4931"/>
                  <a:pt x="82049" y="2465"/>
                </a:cubicBezTo>
                <a:cubicBezTo>
                  <a:pt x="87118" y="137"/>
                  <a:pt x="92596" y="0"/>
                  <a:pt x="98213" y="205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text-24 n">
            <a:extLst xmlns:a="http://schemas.openxmlformats.org/drawingml/2006/main">
              <a:ext uri="{FF2B5EF4-FFF2-40B4-BE49-F238E27FC236}">
                <a16:creationId xmlns:a16="http://schemas.microsoft.com/office/drawing/2014/main" id="{40752F99-46A4-496F-9245-16A0C8C8F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1168914">
            <a:off x="10002260" y="3229752"/>
            <a:ext cx="442547" cy="8806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5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5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5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</a:t>
            </a:r>
          </a:p>
        </p:txBody>
      </p:sp>
      <p:sp>
        <p:nvSpPr>
          <p:cNvPr id="25" name="path-25">
            <a:extLst xmlns:a="http://schemas.openxmlformats.org/drawingml/2006/main">
              <a:ext uri="{FF2B5EF4-FFF2-40B4-BE49-F238E27FC236}">
                <a16:creationId xmlns:a16="http://schemas.microsoft.com/office/drawing/2014/main" id="{DE130B0B-A5C1-40C0-A47A-0AD0CFB9F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0011" y="3655627"/>
            <a:ext cx="451520" cy="462751"/>
          </a:xfrm>
          <a:custGeom xmlns:a="http://schemas.openxmlformats.org/drawingml/2006/main">
            <a:pathLst>
              <a:path w="313947" h="321756">
                <a:moveTo>
                  <a:pt x="240939" y="50271"/>
                </a:moveTo>
                <a:cubicBezTo>
                  <a:pt x="216558" y="38217"/>
                  <a:pt x="193683" y="37258"/>
                  <a:pt x="172042" y="47531"/>
                </a:cubicBezTo>
                <a:cubicBezTo>
                  <a:pt x="152590" y="56708"/>
                  <a:pt x="137248" y="73008"/>
                  <a:pt x="125743" y="96294"/>
                </a:cubicBezTo>
                <a:cubicBezTo>
                  <a:pt x="116565" y="114923"/>
                  <a:pt x="113141" y="130538"/>
                  <a:pt x="115607" y="143414"/>
                </a:cubicBezTo>
                <a:cubicBezTo>
                  <a:pt x="117935" y="156290"/>
                  <a:pt x="126153" y="166152"/>
                  <a:pt x="140263" y="173137"/>
                </a:cubicBezTo>
                <a:cubicBezTo>
                  <a:pt x="153275" y="179439"/>
                  <a:pt x="169439" y="178343"/>
                  <a:pt x="188751" y="169850"/>
                </a:cubicBezTo>
                <a:cubicBezTo>
                  <a:pt x="206422" y="161769"/>
                  <a:pt x="219297" y="151632"/>
                  <a:pt x="227379" y="139167"/>
                </a:cubicBezTo>
                <a:cubicBezTo>
                  <a:pt x="236831" y="126703"/>
                  <a:pt x="250528" y="106293"/>
                  <a:pt x="268197" y="78350"/>
                </a:cubicBezTo>
                <a:cubicBezTo>
                  <a:pt x="265047" y="71776"/>
                  <a:pt x="261212" y="66159"/>
                  <a:pt x="256692" y="61639"/>
                </a:cubicBezTo>
                <a:cubicBezTo>
                  <a:pt x="252034" y="56982"/>
                  <a:pt x="246829" y="53146"/>
                  <a:pt x="240939" y="50271"/>
                </a:cubicBezTo>
                <a:moveTo>
                  <a:pt x="258062" y="20410"/>
                </a:moveTo>
                <a:cubicBezTo>
                  <a:pt x="269978" y="26300"/>
                  <a:pt x="279156" y="32874"/>
                  <a:pt x="285731" y="39860"/>
                </a:cubicBezTo>
                <a:cubicBezTo>
                  <a:pt x="292305" y="46983"/>
                  <a:pt x="296141" y="54654"/>
                  <a:pt x="297374" y="62872"/>
                </a:cubicBezTo>
                <a:cubicBezTo>
                  <a:pt x="310934" y="69995"/>
                  <a:pt x="313947" y="80953"/>
                  <a:pt x="306552" y="95883"/>
                </a:cubicBezTo>
                <a:cubicBezTo>
                  <a:pt x="302168" y="104923"/>
                  <a:pt x="294771" y="116429"/>
                  <a:pt x="284498" y="130401"/>
                </a:cubicBezTo>
                <a:cubicBezTo>
                  <a:pt x="272855" y="146564"/>
                  <a:pt x="265185" y="157796"/>
                  <a:pt x="261486" y="163960"/>
                </a:cubicBezTo>
                <a:lnTo>
                  <a:pt x="225187" y="226284"/>
                </a:lnTo>
                <a:cubicBezTo>
                  <a:pt x="211764" y="251488"/>
                  <a:pt x="198751" y="271212"/>
                  <a:pt x="186286" y="285184"/>
                </a:cubicBezTo>
                <a:cubicBezTo>
                  <a:pt x="170261" y="303127"/>
                  <a:pt x="153411" y="313812"/>
                  <a:pt x="135879" y="317373"/>
                </a:cubicBezTo>
                <a:cubicBezTo>
                  <a:pt x="114648" y="321756"/>
                  <a:pt x="89444" y="316688"/>
                  <a:pt x="60406" y="302305"/>
                </a:cubicBezTo>
                <a:cubicBezTo>
                  <a:pt x="43421" y="293950"/>
                  <a:pt x="29724" y="285732"/>
                  <a:pt x="19313" y="277650"/>
                </a:cubicBezTo>
                <a:cubicBezTo>
                  <a:pt x="4656" y="266555"/>
                  <a:pt x="0" y="255871"/>
                  <a:pt x="4931" y="245735"/>
                </a:cubicBezTo>
                <a:cubicBezTo>
                  <a:pt x="10546" y="234366"/>
                  <a:pt x="18903" y="231489"/>
                  <a:pt x="30134" y="236968"/>
                </a:cubicBezTo>
                <a:cubicBezTo>
                  <a:pt x="34654" y="239160"/>
                  <a:pt x="41777" y="244091"/>
                  <a:pt x="51502" y="251624"/>
                </a:cubicBezTo>
                <a:cubicBezTo>
                  <a:pt x="61090" y="259295"/>
                  <a:pt x="72597" y="266144"/>
                  <a:pt x="85746" y="272308"/>
                </a:cubicBezTo>
                <a:cubicBezTo>
                  <a:pt x="110539" y="284088"/>
                  <a:pt x="133415" y="280527"/>
                  <a:pt x="154371" y="261761"/>
                </a:cubicBezTo>
                <a:cubicBezTo>
                  <a:pt x="168206" y="249159"/>
                  <a:pt x="183273" y="226832"/>
                  <a:pt x="199710" y="194506"/>
                </a:cubicBezTo>
                <a:cubicBezTo>
                  <a:pt x="186424" y="203957"/>
                  <a:pt x="173548" y="209436"/>
                  <a:pt x="160809" y="211217"/>
                </a:cubicBezTo>
                <a:cubicBezTo>
                  <a:pt x="148071" y="212860"/>
                  <a:pt x="135605" y="210669"/>
                  <a:pt x="123278" y="204642"/>
                </a:cubicBezTo>
                <a:cubicBezTo>
                  <a:pt x="100129" y="193136"/>
                  <a:pt x="85199" y="175877"/>
                  <a:pt x="78486" y="152865"/>
                </a:cubicBezTo>
                <a:cubicBezTo>
                  <a:pt x="71774" y="129853"/>
                  <a:pt x="74651" y="105745"/>
                  <a:pt x="87116" y="80542"/>
                </a:cubicBezTo>
                <a:cubicBezTo>
                  <a:pt x="104238" y="46024"/>
                  <a:pt x="127934" y="23012"/>
                  <a:pt x="158207" y="11780"/>
                </a:cubicBezTo>
                <a:cubicBezTo>
                  <a:pt x="189436" y="0"/>
                  <a:pt x="222722" y="3014"/>
                  <a:pt x="258062" y="2041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text-26 g">
            <a:extLst xmlns:a="http://schemas.openxmlformats.org/drawingml/2006/main">
              <a:ext uri="{FF2B5EF4-FFF2-40B4-BE49-F238E27FC236}">
                <a16:creationId xmlns:a16="http://schemas.microsoft.com/office/drawing/2014/main" id="{96C25FD0-BC06-4D33-A55C-D2CCACB8E6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1578221">
            <a:off x="10312461" y="3376509"/>
            <a:ext cx="441001" cy="8686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88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88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88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g</a:t>
            </a:r>
          </a:p>
        </p:txBody>
      </p:sp>
      <p:sp>
        <p:nvSpPr>
          <p:cNvPr id="27" name="path-27">
            <a:extLst xmlns:a="http://schemas.openxmlformats.org/drawingml/2006/main">
              <a:ext uri="{FF2B5EF4-FFF2-40B4-BE49-F238E27FC236}">
                <a16:creationId xmlns:a16="http://schemas.microsoft.com/office/drawing/2014/main" id="{22110AC2-4BF4-400B-82E7-2CF7BE15D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8301" y="8020334"/>
            <a:ext cx="380798" cy="435170"/>
          </a:xfrm>
          <a:custGeom xmlns:a="http://schemas.openxmlformats.org/drawingml/2006/main">
            <a:pathLst>
              <a:path w="264774" h="302579">
                <a:moveTo>
                  <a:pt x="180807" y="3835"/>
                </a:moveTo>
                <a:cubicBezTo>
                  <a:pt x="191902" y="0"/>
                  <a:pt x="200121" y="5753"/>
                  <a:pt x="205463" y="20957"/>
                </a:cubicBezTo>
                <a:cubicBezTo>
                  <a:pt x="207108" y="25614"/>
                  <a:pt x="209573" y="32463"/>
                  <a:pt x="212860" y="41640"/>
                </a:cubicBezTo>
                <a:cubicBezTo>
                  <a:pt x="216010" y="50954"/>
                  <a:pt x="218476" y="57804"/>
                  <a:pt x="219983" y="62324"/>
                </a:cubicBezTo>
                <a:cubicBezTo>
                  <a:pt x="264774" y="191355"/>
                  <a:pt x="253815" y="267513"/>
                  <a:pt x="187109" y="290663"/>
                </a:cubicBezTo>
                <a:cubicBezTo>
                  <a:pt x="152454" y="302579"/>
                  <a:pt x="123141" y="301620"/>
                  <a:pt x="99170" y="287649"/>
                </a:cubicBezTo>
                <a:cubicBezTo>
                  <a:pt x="79856" y="276417"/>
                  <a:pt x="62871" y="255733"/>
                  <a:pt x="48352" y="225462"/>
                </a:cubicBezTo>
                <a:cubicBezTo>
                  <a:pt x="41778" y="211901"/>
                  <a:pt x="31230" y="183958"/>
                  <a:pt x="16437" y="141633"/>
                </a:cubicBezTo>
                <a:cubicBezTo>
                  <a:pt x="11095" y="126017"/>
                  <a:pt x="6986" y="113279"/>
                  <a:pt x="4383" y="103553"/>
                </a:cubicBezTo>
                <a:cubicBezTo>
                  <a:pt x="1506" y="93143"/>
                  <a:pt x="136" y="85746"/>
                  <a:pt x="0" y="81227"/>
                </a:cubicBezTo>
                <a:cubicBezTo>
                  <a:pt x="0" y="72186"/>
                  <a:pt x="3561" y="66296"/>
                  <a:pt x="10821" y="63830"/>
                </a:cubicBezTo>
                <a:cubicBezTo>
                  <a:pt x="21094" y="60268"/>
                  <a:pt x="29449" y="67940"/>
                  <a:pt x="36024" y="86705"/>
                </a:cubicBezTo>
                <a:lnTo>
                  <a:pt x="69994" y="184780"/>
                </a:lnTo>
                <a:cubicBezTo>
                  <a:pt x="93554" y="252309"/>
                  <a:pt x="128894" y="277923"/>
                  <a:pt x="176014" y="261487"/>
                </a:cubicBezTo>
                <a:cubicBezTo>
                  <a:pt x="220530" y="246008"/>
                  <a:pt x="222996" y="181492"/>
                  <a:pt x="183547" y="67940"/>
                </a:cubicBezTo>
                <a:cubicBezTo>
                  <a:pt x="182041" y="63694"/>
                  <a:pt x="180260" y="58214"/>
                  <a:pt x="177931" y="51503"/>
                </a:cubicBezTo>
                <a:cubicBezTo>
                  <a:pt x="175465" y="44928"/>
                  <a:pt x="173822" y="40408"/>
                  <a:pt x="173000" y="38216"/>
                </a:cubicBezTo>
                <a:cubicBezTo>
                  <a:pt x="170672" y="31367"/>
                  <a:pt x="169849" y="24792"/>
                  <a:pt x="170397" y="18765"/>
                </a:cubicBezTo>
                <a:cubicBezTo>
                  <a:pt x="171220" y="10958"/>
                  <a:pt x="174644" y="6026"/>
                  <a:pt x="180807" y="383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text-28 U">
            <a:extLst xmlns:a="http://schemas.openxmlformats.org/drawingml/2006/main">
              <a:ext uri="{FF2B5EF4-FFF2-40B4-BE49-F238E27FC236}">
                <a16:creationId xmlns:a16="http://schemas.microsoft.com/office/drawing/2014/main" id="{425CC28A-CC6F-467C-B377-49C963581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1148767">
            <a:off x="9510631" y="7905555"/>
            <a:ext cx="477735" cy="7297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10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10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10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U</a:t>
            </a:r>
          </a:p>
        </p:txBody>
      </p:sp>
      <p:sp>
        <p:nvSpPr>
          <p:cNvPr id="29" name="path-29">
            <a:extLst xmlns:a="http://schemas.openxmlformats.org/drawingml/2006/main">
              <a:ext uri="{FF2B5EF4-FFF2-40B4-BE49-F238E27FC236}">
                <a16:creationId xmlns:a16="http://schemas.microsoft.com/office/drawing/2014/main" id="{1F8C8A32-92A8-4123-ADC0-DBD723BED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68067" y="8029986"/>
            <a:ext cx="309288" cy="321896"/>
          </a:xfrm>
          <a:custGeom xmlns:a="http://schemas.openxmlformats.org/drawingml/2006/main">
            <a:pathLst>
              <a:path w="215052" h="223818">
                <a:moveTo>
                  <a:pt x="10958" y="37942"/>
                </a:moveTo>
                <a:cubicBezTo>
                  <a:pt x="20821" y="33285"/>
                  <a:pt x="29450" y="37669"/>
                  <a:pt x="36846" y="51230"/>
                </a:cubicBezTo>
                <a:lnTo>
                  <a:pt x="46161" y="69721"/>
                </a:lnTo>
                <a:cubicBezTo>
                  <a:pt x="52872" y="37394"/>
                  <a:pt x="65748" y="16849"/>
                  <a:pt x="84651" y="7945"/>
                </a:cubicBezTo>
                <a:cubicBezTo>
                  <a:pt x="101773" y="0"/>
                  <a:pt x="117115" y="1918"/>
                  <a:pt x="130949" y="13834"/>
                </a:cubicBezTo>
                <a:cubicBezTo>
                  <a:pt x="140263" y="21779"/>
                  <a:pt x="149715" y="35477"/>
                  <a:pt x="159303" y="54927"/>
                </a:cubicBezTo>
                <a:lnTo>
                  <a:pt x="166837" y="71090"/>
                </a:lnTo>
                <a:lnTo>
                  <a:pt x="173685" y="86021"/>
                </a:lnTo>
                <a:cubicBezTo>
                  <a:pt x="177796" y="94925"/>
                  <a:pt x="184232" y="105882"/>
                  <a:pt x="193136" y="118758"/>
                </a:cubicBezTo>
                <a:cubicBezTo>
                  <a:pt x="202039" y="131771"/>
                  <a:pt x="208477" y="142592"/>
                  <a:pt x="212587" y="151358"/>
                </a:cubicBezTo>
                <a:cubicBezTo>
                  <a:pt x="214778" y="156152"/>
                  <a:pt x="215052" y="160673"/>
                  <a:pt x="213408" y="165056"/>
                </a:cubicBezTo>
                <a:cubicBezTo>
                  <a:pt x="211765" y="169303"/>
                  <a:pt x="208615" y="172590"/>
                  <a:pt x="203957" y="174781"/>
                </a:cubicBezTo>
                <a:cubicBezTo>
                  <a:pt x="194780" y="179027"/>
                  <a:pt x="187246" y="176425"/>
                  <a:pt x="181355" y="166974"/>
                </a:cubicBezTo>
                <a:lnTo>
                  <a:pt x="160535" y="133962"/>
                </a:lnTo>
                <a:cubicBezTo>
                  <a:pt x="153139" y="122182"/>
                  <a:pt x="146975" y="110814"/>
                  <a:pt x="141907" y="99856"/>
                </a:cubicBezTo>
                <a:cubicBezTo>
                  <a:pt x="140400" y="96979"/>
                  <a:pt x="138345" y="91774"/>
                  <a:pt x="135332" y="84377"/>
                </a:cubicBezTo>
                <a:cubicBezTo>
                  <a:pt x="132319" y="77117"/>
                  <a:pt x="130127" y="71912"/>
                  <a:pt x="128757" y="68899"/>
                </a:cubicBezTo>
                <a:cubicBezTo>
                  <a:pt x="117936" y="45887"/>
                  <a:pt x="108348" y="36299"/>
                  <a:pt x="99718" y="40271"/>
                </a:cubicBezTo>
                <a:cubicBezTo>
                  <a:pt x="87802" y="45887"/>
                  <a:pt x="79719" y="58352"/>
                  <a:pt x="75474" y="77665"/>
                </a:cubicBezTo>
                <a:cubicBezTo>
                  <a:pt x="71639" y="95198"/>
                  <a:pt x="71639" y="115197"/>
                  <a:pt x="75337" y="137524"/>
                </a:cubicBezTo>
                <a:cubicBezTo>
                  <a:pt x="76980" y="141770"/>
                  <a:pt x="79035" y="147249"/>
                  <a:pt x="81227" y="153824"/>
                </a:cubicBezTo>
                <a:cubicBezTo>
                  <a:pt x="83007" y="159577"/>
                  <a:pt x="85061" y="164782"/>
                  <a:pt x="87527" y="169850"/>
                </a:cubicBezTo>
                <a:cubicBezTo>
                  <a:pt x="89034" y="173000"/>
                  <a:pt x="91499" y="177657"/>
                  <a:pt x="95198" y="183822"/>
                </a:cubicBezTo>
                <a:cubicBezTo>
                  <a:pt x="98759" y="189985"/>
                  <a:pt x="101362" y="194642"/>
                  <a:pt x="102869" y="197793"/>
                </a:cubicBezTo>
                <a:cubicBezTo>
                  <a:pt x="105061" y="202588"/>
                  <a:pt x="105471" y="207245"/>
                  <a:pt x="103964" y="211627"/>
                </a:cubicBezTo>
                <a:cubicBezTo>
                  <a:pt x="102458" y="215874"/>
                  <a:pt x="99307" y="219161"/>
                  <a:pt x="94788" y="221353"/>
                </a:cubicBezTo>
                <a:cubicBezTo>
                  <a:pt x="89993" y="223545"/>
                  <a:pt x="85610" y="223818"/>
                  <a:pt x="81227" y="222175"/>
                </a:cubicBezTo>
                <a:cubicBezTo>
                  <a:pt x="76980" y="220531"/>
                  <a:pt x="73693" y="217244"/>
                  <a:pt x="71502" y="212450"/>
                </a:cubicBezTo>
                <a:cubicBezTo>
                  <a:pt x="69994" y="209299"/>
                  <a:pt x="67392" y="204642"/>
                  <a:pt x="63694" y="198615"/>
                </a:cubicBezTo>
                <a:cubicBezTo>
                  <a:pt x="59995" y="192451"/>
                  <a:pt x="57393" y="187794"/>
                  <a:pt x="55887" y="184644"/>
                </a:cubicBezTo>
                <a:cubicBezTo>
                  <a:pt x="50818" y="173548"/>
                  <a:pt x="44380" y="158070"/>
                  <a:pt x="36846" y="137797"/>
                </a:cubicBezTo>
                <a:cubicBezTo>
                  <a:pt x="29313" y="117525"/>
                  <a:pt x="22876" y="101910"/>
                  <a:pt x="17806" y="90952"/>
                </a:cubicBezTo>
                <a:cubicBezTo>
                  <a:pt x="16163" y="87527"/>
                  <a:pt x="13698" y="82597"/>
                  <a:pt x="10137" y="76022"/>
                </a:cubicBezTo>
                <a:cubicBezTo>
                  <a:pt x="6575" y="69447"/>
                  <a:pt x="3973" y="64379"/>
                  <a:pt x="2465" y="61092"/>
                </a:cubicBezTo>
                <a:cubicBezTo>
                  <a:pt x="273" y="56434"/>
                  <a:pt x="0" y="51915"/>
                  <a:pt x="1781" y="47531"/>
                </a:cubicBezTo>
                <a:cubicBezTo>
                  <a:pt x="3424" y="43284"/>
                  <a:pt x="6438" y="39997"/>
                  <a:pt x="10958" y="3794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text-30 n">
            <a:extLst xmlns:a="http://schemas.openxmlformats.org/drawingml/2006/main">
              <a:ext uri="{FF2B5EF4-FFF2-40B4-BE49-F238E27FC236}">
                <a16:creationId xmlns:a16="http://schemas.microsoft.com/office/drawing/2014/main" id="{9126C9E2-C898-42E5-AA08-69A1DAC87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1503385">
            <a:off x="9862436" y="7777775"/>
            <a:ext cx="368208" cy="7329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1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1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1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</a:t>
            </a:r>
          </a:p>
        </p:txBody>
      </p:sp>
      <p:sp>
        <p:nvSpPr>
          <p:cNvPr id="31" name="path-31">
            <a:extLst xmlns:a="http://schemas.openxmlformats.org/drawingml/2006/main">
              <a:ext uri="{FF2B5EF4-FFF2-40B4-BE49-F238E27FC236}">
                <a16:creationId xmlns:a16="http://schemas.microsoft.com/office/drawing/2014/main" id="{CB16FDE9-7A2D-4A47-9813-936DA650C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4015" y="7756749"/>
            <a:ext cx="299833" cy="444626"/>
          </a:xfrm>
          <a:custGeom xmlns:a="http://schemas.openxmlformats.org/drawingml/2006/main">
            <a:pathLst>
              <a:path w="208478" h="309154">
                <a:moveTo>
                  <a:pt x="63969" y="153002"/>
                </a:moveTo>
                <a:cubicBezTo>
                  <a:pt x="46847" y="162865"/>
                  <a:pt x="36985" y="175466"/>
                  <a:pt x="34244" y="190533"/>
                </a:cubicBezTo>
                <a:cubicBezTo>
                  <a:pt x="31642" y="205737"/>
                  <a:pt x="36162" y="223408"/>
                  <a:pt x="47942" y="243817"/>
                </a:cubicBezTo>
                <a:cubicBezTo>
                  <a:pt x="55613" y="256967"/>
                  <a:pt x="66844" y="265596"/>
                  <a:pt x="81775" y="269705"/>
                </a:cubicBezTo>
                <a:cubicBezTo>
                  <a:pt x="96568" y="273815"/>
                  <a:pt x="110266" y="272170"/>
                  <a:pt x="122731" y="264911"/>
                </a:cubicBezTo>
                <a:cubicBezTo>
                  <a:pt x="131361" y="259843"/>
                  <a:pt x="137661" y="254091"/>
                  <a:pt x="141771" y="247515"/>
                </a:cubicBezTo>
                <a:cubicBezTo>
                  <a:pt x="144099" y="243680"/>
                  <a:pt x="147386" y="236146"/>
                  <a:pt x="151358" y="224914"/>
                </a:cubicBezTo>
                <a:cubicBezTo>
                  <a:pt x="152180" y="222722"/>
                  <a:pt x="152728" y="220257"/>
                  <a:pt x="153003" y="217655"/>
                </a:cubicBezTo>
                <a:lnTo>
                  <a:pt x="137250" y="191493"/>
                </a:lnTo>
                <a:lnTo>
                  <a:pt x="127115" y="173548"/>
                </a:lnTo>
                <a:lnTo>
                  <a:pt x="116978" y="155331"/>
                </a:lnTo>
                <a:cubicBezTo>
                  <a:pt x="108212" y="149304"/>
                  <a:pt x="99444" y="146153"/>
                  <a:pt x="90679" y="145742"/>
                </a:cubicBezTo>
                <a:cubicBezTo>
                  <a:pt x="81913" y="145332"/>
                  <a:pt x="73009" y="147797"/>
                  <a:pt x="63969" y="153002"/>
                </a:cubicBezTo>
                <a:moveTo>
                  <a:pt x="58626" y="5342"/>
                </a:moveTo>
                <a:cubicBezTo>
                  <a:pt x="67940" y="0"/>
                  <a:pt x="75474" y="2192"/>
                  <a:pt x="81227" y="12054"/>
                </a:cubicBezTo>
                <a:cubicBezTo>
                  <a:pt x="89446" y="26299"/>
                  <a:pt x="105610" y="58763"/>
                  <a:pt x="129581" y="109581"/>
                </a:cubicBezTo>
                <a:cubicBezTo>
                  <a:pt x="137113" y="125333"/>
                  <a:pt x="145196" y="140675"/>
                  <a:pt x="153825" y="155605"/>
                </a:cubicBezTo>
                <a:cubicBezTo>
                  <a:pt x="173550" y="189575"/>
                  <a:pt x="189985" y="214368"/>
                  <a:pt x="203274" y="229845"/>
                </a:cubicBezTo>
                <a:cubicBezTo>
                  <a:pt x="204369" y="231078"/>
                  <a:pt x="205054" y="232174"/>
                  <a:pt x="205601" y="233132"/>
                </a:cubicBezTo>
                <a:cubicBezTo>
                  <a:pt x="207930" y="237242"/>
                  <a:pt x="208478" y="241488"/>
                  <a:pt x="207245" y="245735"/>
                </a:cubicBezTo>
                <a:cubicBezTo>
                  <a:pt x="205876" y="250117"/>
                  <a:pt x="203274" y="253268"/>
                  <a:pt x="199574" y="255460"/>
                </a:cubicBezTo>
                <a:cubicBezTo>
                  <a:pt x="193273" y="259158"/>
                  <a:pt x="185877" y="257240"/>
                  <a:pt x="177658" y="249844"/>
                </a:cubicBezTo>
                <a:cubicBezTo>
                  <a:pt x="173412" y="259433"/>
                  <a:pt x="168208" y="267925"/>
                  <a:pt x="161906" y="275321"/>
                </a:cubicBezTo>
                <a:cubicBezTo>
                  <a:pt x="155605" y="282718"/>
                  <a:pt x="148071" y="288745"/>
                  <a:pt x="139579" y="293813"/>
                </a:cubicBezTo>
                <a:cubicBezTo>
                  <a:pt x="118486" y="306004"/>
                  <a:pt x="96842" y="309154"/>
                  <a:pt x="74790" y="303128"/>
                </a:cubicBezTo>
                <a:cubicBezTo>
                  <a:pt x="52188" y="296963"/>
                  <a:pt x="34382" y="282718"/>
                  <a:pt x="21232" y="260117"/>
                </a:cubicBezTo>
                <a:cubicBezTo>
                  <a:pt x="5480" y="232996"/>
                  <a:pt x="0" y="206970"/>
                  <a:pt x="4932" y="182178"/>
                </a:cubicBezTo>
                <a:cubicBezTo>
                  <a:pt x="9863" y="157385"/>
                  <a:pt x="23834" y="138209"/>
                  <a:pt x="46847" y="124922"/>
                </a:cubicBezTo>
                <a:cubicBezTo>
                  <a:pt x="58764" y="117936"/>
                  <a:pt x="68900" y="114512"/>
                  <a:pt x="77393" y="114512"/>
                </a:cubicBezTo>
                <a:lnTo>
                  <a:pt x="97938" y="116704"/>
                </a:lnTo>
                <a:cubicBezTo>
                  <a:pt x="74515" y="72871"/>
                  <a:pt x="59311" y="43011"/>
                  <a:pt x="52737" y="26984"/>
                </a:cubicBezTo>
                <a:cubicBezTo>
                  <a:pt x="48764" y="17122"/>
                  <a:pt x="50682" y="9999"/>
                  <a:pt x="58626" y="534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text-32 d">
            <a:extLst xmlns:a="http://schemas.openxmlformats.org/drawingml/2006/main">
              <a:ext uri="{FF2B5EF4-FFF2-40B4-BE49-F238E27FC236}">
                <a16:creationId xmlns:a16="http://schemas.microsoft.com/office/drawing/2014/main" id="{688A0259-11E7-4B05-A463-9444248F0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1807834">
            <a:off x="10097327" y="7654789"/>
            <a:ext cx="393725" cy="7183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4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4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04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</a:t>
            </a:r>
          </a:p>
        </p:txBody>
      </p:sp>
      <p:sp>
        <p:nvSpPr>
          <p:cNvPr id="33" name="path-33">
            <a:extLst xmlns:a="http://schemas.openxmlformats.org/drawingml/2006/main">
              <a:ext uri="{FF2B5EF4-FFF2-40B4-BE49-F238E27FC236}">
                <a16:creationId xmlns:a16="http://schemas.microsoft.com/office/drawing/2014/main" id="{075B2E06-15D7-4B1D-9A37-FFB169535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0311" y="7752218"/>
            <a:ext cx="285845" cy="286238"/>
          </a:xfrm>
          <a:custGeom xmlns:a="http://schemas.openxmlformats.org/drawingml/2006/main">
            <a:pathLst>
              <a:path w="198752" h="199025">
                <a:moveTo>
                  <a:pt x="51777" y="47667"/>
                </a:moveTo>
                <a:cubicBezTo>
                  <a:pt x="40134" y="56023"/>
                  <a:pt x="33558" y="67391"/>
                  <a:pt x="32188" y="82048"/>
                </a:cubicBezTo>
                <a:cubicBezTo>
                  <a:pt x="30819" y="96704"/>
                  <a:pt x="34655" y="114512"/>
                  <a:pt x="43696" y="135469"/>
                </a:cubicBezTo>
                <a:lnTo>
                  <a:pt x="73145" y="83144"/>
                </a:lnTo>
                <a:cubicBezTo>
                  <a:pt x="84651" y="62324"/>
                  <a:pt x="91774" y="46161"/>
                  <a:pt x="94786" y="34654"/>
                </a:cubicBezTo>
                <a:cubicBezTo>
                  <a:pt x="81089" y="32873"/>
                  <a:pt x="66707" y="37120"/>
                  <a:pt x="51777" y="47667"/>
                </a:cubicBezTo>
                <a:moveTo>
                  <a:pt x="33422" y="21641"/>
                </a:moveTo>
                <a:cubicBezTo>
                  <a:pt x="49448" y="10410"/>
                  <a:pt x="64379" y="3835"/>
                  <a:pt x="78351" y="2191"/>
                </a:cubicBezTo>
                <a:cubicBezTo>
                  <a:pt x="95472" y="0"/>
                  <a:pt x="108896" y="5889"/>
                  <a:pt x="118621" y="19587"/>
                </a:cubicBezTo>
                <a:cubicBezTo>
                  <a:pt x="125470" y="29313"/>
                  <a:pt x="126154" y="41914"/>
                  <a:pt x="120812" y="57392"/>
                </a:cubicBezTo>
                <a:cubicBezTo>
                  <a:pt x="118485" y="64379"/>
                  <a:pt x="112046" y="76980"/>
                  <a:pt x="101636" y="95198"/>
                </a:cubicBezTo>
                <a:lnTo>
                  <a:pt x="64927" y="160398"/>
                </a:lnTo>
                <a:cubicBezTo>
                  <a:pt x="75884" y="164507"/>
                  <a:pt x="86843" y="165877"/>
                  <a:pt x="97801" y="164234"/>
                </a:cubicBezTo>
                <a:cubicBezTo>
                  <a:pt x="108622" y="162589"/>
                  <a:pt x="119443" y="157932"/>
                  <a:pt x="130127" y="150399"/>
                </a:cubicBezTo>
                <a:cubicBezTo>
                  <a:pt x="136839" y="145741"/>
                  <a:pt x="143687" y="139030"/>
                  <a:pt x="150947" y="130127"/>
                </a:cubicBezTo>
                <a:cubicBezTo>
                  <a:pt x="160125" y="119032"/>
                  <a:pt x="164508" y="109580"/>
                  <a:pt x="164097" y="102184"/>
                </a:cubicBezTo>
                <a:cubicBezTo>
                  <a:pt x="163686" y="94649"/>
                  <a:pt x="165467" y="89581"/>
                  <a:pt x="169164" y="86979"/>
                </a:cubicBezTo>
                <a:cubicBezTo>
                  <a:pt x="172590" y="84651"/>
                  <a:pt x="176425" y="83829"/>
                  <a:pt x="180945" y="84514"/>
                </a:cubicBezTo>
                <a:cubicBezTo>
                  <a:pt x="185329" y="85199"/>
                  <a:pt x="188752" y="87116"/>
                  <a:pt x="191218" y="90541"/>
                </a:cubicBezTo>
                <a:cubicBezTo>
                  <a:pt x="198752" y="101225"/>
                  <a:pt x="196560" y="116566"/>
                  <a:pt x="184780" y="136427"/>
                </a:cubicBezTo>
                <a:cubicBezTo>
                  <a:pt x="174645" y="153412"/>
                  <a:pt x="162590" y="166700"/>
                  <a:pt x="148619" y="176561"/>
                </a:cubicBezTo>
                <a:cubicBezTo>
                  <a:pt x="126839" y="192039"/>
                  <a:pt x="105334" y="199025"/>
                  <a:pt x="84240" y="197655"/>
                </a:cubicBezTo>
                <a:cubicBezTo>
                  <a:pt x="60954" y="196012"/>
                  <a:pt x="41777" y="184232"/>
                  <a:pt x="26436" y="162589"/>
                </a:cubicBezTo>
                <a:cubicBezTo>
                  <a:pt x="8766" y="137523"/>
                  <a:pt x="0" y="112320"/>
                  <a:pt x="137" y="86705"/>
                </a:cubicBezTo>
                <a:cubicBezTo>
                  <a:pt x="274" y="58899"/>
                  <a:pt x="11369" y="37257"/>
                  <a:pt x="33422" y="2164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text-34 e">
            <a:extLst xmlns:a="http://schemas.openxmlformats.org/drawingml/2006/main">
              <a:ext uri="{FF2B5EF4-FFF2-40B4-BE49-F238E27FC236}">
                <a16:creationId xmlns:a16="http://schemas.microsoft.com/office/drawing/2014/main" id="{47BB5CEA-3F0D-4D22-BBBF-991441A74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2112403">
            <a:off x="10346741" y="7480372"/>
            <a:ext cx="382562" cy="7359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13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13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13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</a:t>
            </a:r>
          </a:p>
        </p:txBody>
      </p:sp>
      <p:sp>
        <p:nvSpPr>
          <p:cNvPr id="35" name="path-35">
            <a:extLst xmlns:a="http://schemas.openxmlformats.org/drawingml/2006/main">
              <a:ext uri="{FF2B5EF4-FFF2-40B4-BE49-F238E27FC236}">
                <a16:creationId xmlns:a16="http://schemas.microsoft.com/office/drawing/2014/main" id="{4EBDE2C7-CB67-49D8-BD7C-0AF41AA5E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4702" y="7575706"/>
            <a:ext cx="206650" cy="326427"/>
          </a:xfrm>
          <a:custGeom xmlns:a="http://schemas.openxmlformats.org/drawingml/2006/main">
            <a:pathLst>
              <a:path w="143686" h="226969">
                <a:moveTo>
                  <a:pt x="77391" y="7945"/>
                </a:moveTo>
                <a:cubicBezTo>
                  <a:pt x="84788" y="1781"/>
                  <a:pt x="92458" y="0"/>
                  <a:pt x="100677" y="2603"/>
                </a:cubicBezTo>
                <a:cubicBezTo>
                  <a:pt x="108895" y="5068"/>
                  <a:pt x="117662" y="11917"/>
                  <a:pt x="126977" y="23012"/>
                </a:cubicBezTo>
                <a:cubicBezTo>
                  <a:pt x="130949" y="27807"/>
                  <a:pt x="133551" y="30956"/>
                  <a:pt x="134785" y="32737"/>
                </a:cubicBezTo>
                <a:cubicBezTo>
                  <a:pt x="143550" y="44517"/>
                  <a:pt x="143686" y="53969"/>
                  <a:pt x="135332" y="60954"/>
                </a:cubicBezTo>
                <a:cubicBezTo>
                  <a:pt x="127524" y="67530"/>
                  <a:pt x="119854" y="66297"/>
                  <a:pt x="112456" y="57257"/>
                </a:cubicBezTo>
                <a:cubicBezTo>
                  <a:pt x="110950" y="55612"/>
                  <a:pt x="108211" y="52462"/>
                  <a:pt x="104102" y="48079"/>
                </a:cubicBezTo>
                <a:lnTo>
                  <a:pt x="94239" y="36984"/>
                </a:lnTo>
                <a:cubicBezTo>
                  <a:pt x="81227" y="50681"/>
                  <a:pt x="73145" y="64241"/>
                  <a:pt x="69857" y="77666"/>
                </a:cubicBezTo>
                <a:cubicBezTo>
                  <a:pt x="66706" y="90267"/>
                  <a:pt x="67392" y="104787"/>
                  <a:pt x="71912" y="121087"/>
                </a:cubicBezTo>
                <a:lnTo>
                  <a:pt x="134100" y="195465"/>
                </a:lnTo>
                <a:cubicBezTo>
                  <a:pt x="141769" y="204505"/>
                  <a:pt x="141085" y="212861"/>
                  <a:pt x="132044" y="220394"/>
                </a:cubicBezTo>
                <a:cubicBezTo>
                  <a:pt x="124099" y="226969"/>
                  <a:pt x="116292" y="225736"/>
                  <a:pt x="108759" y="216559"/>
                </a:cubicBezTo>
                <a:lnTo>
                  <a:pt x="29313" y="121087"/>
                </a:lnTo>
                <a:cubicBezTo>
                  <a:pt x="26847" y="118073"/>
                  <a:pt x="23149" y="113553"/>
                  <a:pt x="18492" y="107390"/>
                </a:cubicBezTo>
                <a:cubicBezTo>
                  <a:pt x="13697" y="101225"/>
                  <a:pt x="10136" y="96568"/>
                  <a:pt x="7534" y="93554"/>
                </a:cubicBezTo>
                <a:cubicBezTo>
                  <a:pt x="0" y="84515"/>
                  <a:pt x="136" y="76569"/>
                  <a:pt x="8081" y="69858"/>
                </a:cubicBezTo>
                <a:cubicBezTo>
                  <a:pt x="16984" y="62461"/>
                  <a:pt x="27807" y="66297"/>
                  <a:pt x="40408" y="81227"/>
                </a:cubicBezTo>
                <a:cubicBezTo>
                  <a:pt x="43831" y="49997"/>
                  <a:pt x="56160" y="25614"/>
                  <a:pt x="77391" y="794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text-36 r">
            <a:extLst xmlns:a="http://schemas.openxmlformats.org/drawingml/2006/main">
              <a:ext uri="{FF2B5EF4-FFF2-40B4-BE49-F238E27FC236}">
                <a16:creationId xmlns:a16="http://schemas.microsoft.com/office/drawing/2014/main" id="{1D28D8CD-8221-4531-A348-ADE03566C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2385667">
            <a:off x="10573127" y="7332143"/>
            <a:ext cx="338982" cy="7187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4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4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04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</a:t>
            </a:r>
          </a:p>
        </p:txBody>
      </p:sp>
      <p:sp>
        <p:nvSpPr>
          <p:cNvPr id="37" name="path-37">
            <a:extLst xmlns:a="http://schemas.openxmlformats.org/drawingml/2006/main">
              <a:ext uri="{FF2B5EF4-FFF2-40B4-BE49-F238E27FC236}">
                <a16:creationId xmlns:a16="http://schemas.microsoft.com/office/drawing/2014/main" id="{DC10D4A8-C629-46B9-9935-0F46151A94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247" y="7396438"/>
            <a:ext cx="272844" cy="335686"/>
          </a:xfrm>
          <a:custGeom xmlns:a="http://schemas.openxmlformats.org/drawingml/2006/main">
            <a:pathLst>
              <a:path w="189712" h="233406">
                <a:moveTo>
                  <a:pt x="51230" y="5205"/>
                </a:moveTo>
                <a:cubicBezTo>
                  <a:pt x="54927" y="1781"/>
                  <a:pt x="59037" y="0"/>
                  <a:pt x="63695" y="137"/>
                </a:cubicBezTo>
                <a:cubicBezTo>
                  <a:pt x="68352" y="274"/>
                  <a:pt x="72460" y="2192"/>
                  <a:pt x="76158" y="6027"/>
                </a:cubicBezTo>
                <a:cubicBezTo>
                  <a:pt x="78487" y="8493"/>
                  <a:pt x="82597" y="11643"/>
                  <a:pt x="88212" y="15341"/>
                </a:cubicBezTo>
                <a:cubicBezTo>
                  <a:pt x="93829" y="19040"/>
                  <a:pt x="97801" y="22190"/>
                  <a:pt x="100267" y="24655"/>
                </a:cubicBezTo>
                <a:cubicBezTo>
                  <a:pt x="103964" y="28491"/>
                  <a:pt x="105745" y="32600"/>
                  <a:pt x="105745" y="37258"/>
                </a:cubicBezTo>
                <a:cubicBezTo>
                  <a:pt x="105609" y="41915"/>
                  <a:pt x="103828" y="46024"/>
                  <a:pt x="100129" y="49448"/>
                </a:cubicBezTo>
                <a:cubicBezTo>
                  <a:pt x="95472" y="53968"/>
                  <a:pt x="90678" y="55612"/>
                  <a:pt x="85885" y="54243"/>
                </a:cubicBezTo>
                <a:cubicBezTo>
                  <a:pt x="82459" y="53284"/>
                  <a:pt x="76844" y="49722"/>
                  <a:pt x="69309" y="43695"/>
                </a:cubicBezTo>
                <a:cubicBezTo>
                  <a:pt x="64379" y="51503"/>
                  <a:pt x="57529" y="63830"/>
                  <a:pt x="48489" y="80953"/>
                </a:cubicBezTo>
                <a:cubicBezTo>
                  <a:pt x="39997" y="99581"/>
                  <a:pt x="39586" y="113005"/>
                  <a:pt x="47257" y="120949"/>
                </a:cubicBezTo>
                <a:cubicBezTo>
                  <a:pt x="50681" y="119443"/>
                  <a:pt x="53832" y="117799"/>
                  <a:pt x="56708" y="115745"/>
                </a:cubicBezTo>
                <a:cubicBezTo>
                  <a:pt x="79583" y="100403"/>
                  <a:pt x="98760" y="91226"/>
                  <a:pt x="114101" y="88212"/>
                </a:cubicBezTo>
                <a:cubicBezTo>
                  <a:pt x="136565" y="83692"/>
                  <a:pt x="155878" y="89993"/>
                  <a:pt x="172179" y="106841"/>
                </a:cubicBezTo>
                <a:cubicBezTo>
                  <a:pt x="185603" y="120676"/>
                  <a:pt x="189712" y="136839"/>
                  <a:pt x="184507" y="155468"/>
                </a:cubicBezTo>
                <a:cubicBezTo>
                  <a:pt x="180123" y="170808"/>
                  <a:pt x="170398" y="185739"/>
                  <a:pt x="155194" y="200396"/>
                </a:cubicBezTo>
                <a:cubicBezTo>
                  <a:pt x="144099" y="211217"/>
                  <a:pt x="131635" y="219572"/>
                  <a:pt x="117937" y="225599"/>
                </a:cubicBezTo>
                <a:cubicBezTo>
                  <a:pt x="100267" y="233406"/>
                  <a:pt x="87391" y="233133"/>
                  <a:pt x="79172" y="224640"/>
                </a:cubicBezTo>
                <a:cubicBezTo>
                  <a:pt x="75885" y="221216"/>
                  <a:pt x="74379" y="216970"/>
                  <a:pt x="74651" y="211901"/>
                </a:cubicBezTo>
                <a:cubicBezTo>
                  <a:pt x="74790" y="206696"/>
                  <a:pt x="76707" y="202587"/>
                  <a:pt x="79994" y="199299"/>
                </a:cubicBezTo>
                <a:cubicBezTo>
                  <a:pt x="82597" y="196697"/>
                  <a:pt x="88076" y="195464"/>
                  <a:pt x="96157" y="195601"/>
                </a:cubicBezTo>
                <a:cubicBezTo>
                  <a:pt x="99992" y="195464"/>
                  <a:pt x="106156" y="192725"/>
                  <a:pt x="114513" y="187108"/>
                </a:cubicBezTo>
                <a:cubicBezTo>
                  <a:pt x="121224" y="182588"/>
                  <a:pt x="126429" y="178479"/>
                  <a:pt x="130401" y="174781"/>
                </a:cubicBezTo>
                <a:cubicBezTo>
                  <a:pt x="137524" y="167932"/>
                  <a:pt x="143002" y="160946"/>
                  <a:pt x="146702" y="153961"/>
                </a:cubicBezTo>
                <a:cubicBezTo>
                  <a:pt x="152317" y="143961"/>
                  <a:pt x="152455" y="136291"/>
                  <a:pt x="147249" y="130949"/>
                </a:cubicBezTo>
                <a:cubicBezTo>
                  <a:pt x="136154" y="119306"/>
                  <a:pt x="120540" y="119306"/>
                  <a:pt x="100541" y="130812"/>
                </a:cubicBezTo>
                <a:lnTo>
                  <a:pt x="84377" y="140674"/>
                </a:lnTo>
                <a:cubicBezTo>
                  <a:pt x="70818" y="149166"/>
                  <a:pt x="59995" y="153961"/>
                  <a:pt x="52051" y="155193"/>
                </a:cubicBezTo>
                <a:cubicBezTo>
                  <a:pt x="40545" y="157111"/>
                  <a:pt x="30271" y="153276"/>
                  <a:pt x="20957" y="143688"/>
                </a:cubicBezTo>
                <a:cubicBezTo>
                  <a:pt x="3836" y="126018"/>
                  <a:pt x="0" y="105197"/>
                  <a:pt x="9451" y="81500"/>
                </a:cubicBezTo>
                <a:cubicBezTo>
                  <a:pt x="12328" y="74378"/>
                  <a:pt x="17807" y="63830"/>
                  <a:pt x="25889" y="49722"/>
                </a:cubicBezTo>
                <a:cubicBezTo>
                  <a:pt x="34107" y="35750"/>
                  <a:pt x="39449" y="25340"/>
                  <a:pt x="42189" y="18492"/>
                </a:cubicBezTo>
                <a:cubicBezTo>
                  <a:pt x="44244" y="13560"/>
                  <a:pt x="47257" y="9178"/>
                  <a:pt x="51230" y="520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text-38 s">
            <a:extLst xmlns:a="http://schemas.openxmlformats.org/drawingml/2006/main">
              <a:ext uri="{FF2B5EF4-FFF2-40B4-BE49-F238E27FC236}">
                <a16:creationId xmlns:a16="http://schemas.microsoft.com/office/drawing/2014/main" id="{2D991B50-6336-456F-8B62-12F0FC75F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2640538">
            <a:off x="10746516" y="7140632"/>
            <a:ext cx="356529" cy="7486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21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21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21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</a:t>
            </a:r>
          </a:p>
        </p:txBody>
      </p:sp>
      <p:sp>
        <p:nvSpPr>
          <p:cNvPr id="39" name="path-39">
            <a:extLst xmlns:a="http://schemas.openxmlformats.org/drawingml/2006/main">
              <a:ext uri="{FF2B5EF4-FFF2-40B4-BE49-F238E27FC236}">
                <a16:creationId xmlns:a16="http://schemas.microsoft.com/office/drawing/2014/main" id="{0DF76D1C-EA9E-443F-AFEC-5AE350C0E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9750" y="7228201"/>
            <a:ext cx="301015" cy="270874"/>
          </a:xfrm>
          <a:custGeom xmlns:a="http://schemas.openxmlformats.org/drawingml/2006/main">
            <a:pathLst>
              <a:path w="209300" h="188342">
                <a:moveTo>
                  <a:pt x="4932" y="13012"/>
                </a:moveTo>
                <a:cubicBezTo>
                  <a:pt x="11917" y="5068"/>
                  <a:pt x="22602" y="6301"/>
                  <a:pt x="36709" y="16437"/>
                </a:cubicBezTo>
                <a:cubicBezTo>
                  <a:pt x="40134" y="19177"/>
                  <a:pt x="44244" y="22464"/>
                  <a:pt x="48764" y="26573"/>
                </a:cubicBezTo>
                <a:lnTo>
                  <a:pt x="56161" y="33696"/>
                </a:lnTo>
                <a:lnTo>
                  <a:pt x="64241" y="41093"/>
                </a:lnTo>
                <a:cubicBezTo>
                  <a:pt x="72598" y="29039"/>
                  <a:pt x="77392" y="22053"/>
                  <a:pt x="78898" y="20546"/>
                </a:cubicBezTo>
                <a:cubicBezTo>
                  <a:pt x="86980" y="11369"/>
                  <a:pt x="92869" y="5753"/>
                  <a:pt x="96157" y="3835"/>
                </a:cubicBezTo>
                <a:cubicBezTo>
                  <a:pt x="102732" y="0"/>
                  <a:pt x="109307" y="959"/>
                  <a:pt x="115744" y="6849"/>
                </a:cubicBezTo>
                <a:cubicBezTo>
                  <a:pt x="119717" y="10273"/>
                  <a:pt x="121772" y="14383"/>
                  <a:pt x="122046" y="19040"/>
                </a:cubicBezTo>
                <a:cubicBezTo>
                  <a:pt x="122457" y="23697"/>
                  <a:pt x="120950" y="27806"/>
                  <a:pt x="117525" y="31642"/>
                </a:cubicBezTo>
                <a:cubicBezTo>
                  <a:pt x="115882" y="33559"/>
                  <a:pt x="113827" y="35614"/>
                  <a:pt x="111498" y="37943"/>
                </a:cubicBezTo>
                <a:cubicBezTo>
                  <a:pt x="109033" y="40271"/>
                  <a:pt x="106978" y="42325"/>
                  <a:pt x="105334" y="44243"/>
                </a:cubicBezTo>
                <a:cubicBezTo>
                  <a:pt x="103554" y="46298"/>
                  <a:pt x="98897" y="52873"/>
                  <a:pt x="91363" y="63968"/>
                </a:cubicBezTo>
                <a:lnTo>
                  <a:pt x="171494" y="131086"/>
                </a:lnTo>
                <a:lnTo>
                  <a:pt x="177383" y="136154"/>
                </a:lnTo>
                <a:lnTo>
                  <a:pt x="184233" y="142044"/>
                </a:lnTo>
                <a:cubicBezTo>
                  <a:pt x="203820" y="158892"/>
                  <a:pt x="209300" y="172178"/>
                  <a:pt x="200671" y="181767"/>
                </a:cubicBezTo>
                <a:cubicBezTo>
                  <a:pt x="197520" y="185191"/>
                  <a:pt x="193684" y="187246"/>
                  <a:pt x="189163" y="187794"/>
                </a:cubicBezTo>
                <a:cubicBezTo>
                  <a:pt x="184506" y="188342"/>
                  <a:pt x="180534" y="187109"/>
                  <a:pt x="177109" y="184096"/>
                </a:cubicBezTo>
                <a:cubicBezTo>
                  <a:pt x="173685" y="181082"/>
                  <a:pt x="168754" y="176425"/>
                  <a:pt x="162316" y="170261"/>
                </a:cubicBezTo>
                <a:cubicBezTo>
                  <a:pt x="155878" y="163960"/>
                  <a:pt x="151085" y="159303"/>
                  <a:pt x="147659" y="156426"/>
                </a:cubicBezTo>
                <a:lnTo>
                  <a:pt x="68351" y="90130"/>
                </a:lnTo>
                <a:cubicBezTo>
                  <a:pt x="62325" y="96294"/>
                  <a:pt x="52873" y="105471"/>
                  <a:pt x="39860" y="117388"/>
                </a:cubicBezTo>
                <a:cubicBezTo>
                  <a:pt x="31916" y="124237"/>
                  <a:pt x="23971" y="124374"/>
                  <a:pt x="16437" y="117525"/>
                </a:cubicBezTo>
                <a:cubicBezTo>
                  <a:pt x="12465" y="113964"/>
                  <a:pt x="10411" y="109992"/>
                  <a:pt x="10000" y="105334"/>
                </a:cubicBezTo>
                <a:cubicBezTo>
                  <a:pt x="9451" y="100677"/>
                  <a:pt x="10959" y="96431"/>
                  <a:pt x="14246" y="92733"/>
                </a:cubicBezTo>
                <a:lnTo>
                  <a:pt x="41230" y="67118"/>
                </a:lnTo>
                <a:cubicBezTo>
                  <a:pt x="36709" y="63146"/>
                  <a:pt x="30546" y="57941"/>
                  <a:pt x="22738" y="51640"/>
                </a:cubicBezTo>
                <a:cubicBezTo>
                  <a:pt x="14794" y="45339"/>
                  <a:pt x="9178" y="40682"/>
                  <a:pt x="5890" y="37668"/>
                </a:cubicBezTo>
                <a:cubicBezTo>
                  <a:pt x="2192" y="34381"/>
                  <a:pt x="274" y="30272"/>
                  <a:pt x="137" y="25615"/>
                </a:cubicBezTo>
                <a:cubicBezTo>
                  <a:pt x="0" y="20958"/>
                  <a:pt x="1644" y="16711"/>
                  <a:pt x="4932" y="1301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" name="text-40 t">
            <a:extLst xmlns:a="http://schemas.openxmlformats.org/drawingml/2006/main">
              <a:ext uri="{FF2B5EF4-FFF2-40B4-BE49-F238E27FC236}">
                <a16:creationId xmlns:a16="http://schemas.microsoft.com/office/drawing/2014/main" id="{FFF7C855-3879-4517-B655-273A0C12D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2892090">
            <a:off x="10920919" y="6975160"/>
            <a:ext cx="340773" cy="732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1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1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1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</a:t>
            </a:r>
          </a:p>
        </p:txBody>
      </p:sp>
      <p:sp>
        <p:nvSpPr>
          <p:cNvPr id="41" name="path-41">
            <a:extLst xmlns:a="http://schemas.openxmlformats.org/drawingml/2006/main">
              <a:ext uri="{FF2B5EF4-FFF2-40B4-BE49-F238E27FC236}">
                <a16:creationId xmlns:a16="http://schemas.microsoft.com/office/drawing/2014/main" id="{2C466921-38E7-42C4-8160-B42D1D8E6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3693" y="7050311"/>
            <a:ext cx="309484" cy="290967"/>
          </a:xfrm>
          <a:custGeom xmlns:a="http://schemas.openxmlformats.org/drawingml/2006/main">
            <a:pathLst>
              <a:path w="215188" h="202313">
                <a:moveTo>
                  <a:pt x="49035" y="49996"/>
                </a:moveTo>
                <a:cubicBezTo>
                  <a:pt x="37804" y="64516"/>
                  <a:pt x="34243" y="81638"/>
                  <a:pt x="37940" y="101225"/>
                </a:cubicBezTo>
                <a:cubicBezTo>
                  <a:pt x="41640" y="120813"/>
                  <a:pt x="51365" y="136565"/>
                  <a:pt x="66706" y="148345"/>
                </a:cubicBezTo>
                <a:cubicBezTo>
                  <a:pt x="82048" y="160125"/>
                  <a:pt x="95609" y="166289"/>
                  <a:pt x="107525" y="166700"/>
                </a:cubicBezTo>
                <a:cubicBezTo>
                  <a:pt x="119305" y="167110"/>
                  <a:pt x="129441" y="161905"/>
                  <a:pt x="137797" y="151085"/>
                </a:cubicBezTo>
                <a:cubicBezTo>
                  <a:pt x="144646" y="142181"/>
                  <a:pt x="148892" y="133277"/>
                  <a:pt x="150399" y="124511"/>
                </a:cubicBezTo>
                <a:cubicBezTo>
                  <a:pt x="151220" y="119717"/>
                  <a:pt x="151220" y="112320"/>
                  <a:pt x="150535" y="102184"/>
                </a:cubicBezTo>
                <a:cubicBezTo>
                  <a:pt x="123551" y="86158"/>
                  <a:pt x="103827" y="73282"/>
                  <a:pt x="91498" y="63831"/>
                </a:cubicBezTo>
                <a:cubicBezTo>
                  <a:pt x="87388" y="60817"/>
                  <a:pt x="83280" y="57119"/>
                  <a:pt x="78897" y="53009"/>
                </a:cubicBezTo>
                <a:cubicBezTo>
                  <a:pt x="74514" y="48900"/>
                  <a:pt x="70132" y="44243"/>
                  <a:pt x="65611" y="39175"/>
                </a:cubicBezTo>
                <a:cubicBezTo>
                  <a:pt x="61228" y="41230"/>
                  <a:pt x="57528" y="43147"/>
                  <a:pt x="54790" y="45065"/>
                </a:cubicBezTo>
                <a:cubicBezTo>
                  <a:pt x="52050" y="46846"/>
                  <a:pt x="50133" y="48489"/>
                  <a:pt x="49035" y="49996"/>
                </a:cubicBezTo>
                <a:moveTo>
                  <a:pt x="22737" y="32737"/>
                </a:moveTo>
                <a:cubicBezTo>
                  <a:pt x="29039" y="24656"/>
                  <a:pt x="38078" y="17122"/>
                  <a:pt x="49995" y="10273"/>
                </a:cubicBezTo>
                <a:cubicBezTo>
                  <a:pt x="65062" y="1507"/>
                  <a:pt x="76293" y="0"/>
                  <a:pt x="83690" y="5753"/>
                </a:cubicBezTo>
                <a:cubicBezTo>
                  <a:pt x="86156" y="7671"/>
                  <a:pt x="87663" y="10273"/>
                  <a:pt x="88211" y="13698"/>
                </a:cubicBezTo>
                <a:cubicBezTo>
                  <a:pt x="91088" y="17396"/>
                  <a:pt x="96294" y="22601"/>
                  <a:pt x="104100" y="29313"/>
                </a:cubicBezTo>
                <a:cubicBezTo>
                  <a:pt x="111908" y="36161"/>
                  <a:pt x="122045" y="44380"/>
                  <a:pt x="134646" y="54243"/>
                </a:cubicBezTo>
                <a:cubicBezTo>
                  <a:pt x="146288" y="63283"/>
                  <a:pt x="156013" y="69447"/>
                  <a:pt x="164096" y="73008"/>
                </a:cubicBezTo>
                <a:cubicBezTo>
                  <a:pt x="168889" y="75200"/>
                  <a:pt x="179301" y="78625"/>
                  <a:pt x="195464" y="83007"/>
                </a:cubicBezTo>
                <a:cubicBezTo>
                  <a:pt x="197655" y="83692"/>
                  <a:pt x="201080" y="84514"/>
                  <a:pt x="205463" y="85610"/>
                </a:cubicBezTo>
                <a:lnTo>
                  <a:pt x="208476" y="86569"/>
                </a:lnTo>
                <a:cubicBezTo>
                  <a:pt x="212175" y="89445"/>
                  <a:pt x="214229" y="93144"/>
                  <a:pt x="214777" y="97527"/>
                </a:cubicBezTo>
                <a:cubicBezTo>
                  <a:pt x="215188" y="102047"/>
                  <a:pt x="213956" y="106020"/>
                  <a:pt x="211352" y="109444"/>
                </a:cubicBezTo>
                <a:cubicBezTo>
                  <a:pt x="209982" y="111225"/>
                  <a:pt x="205463" y="112868"/>
                  <a:pt x="197793" y="114512"/>
                </a:cubicBezTo>
                <a:cubicBezTo>
                  <a:pt x="190668" y="115744"/>
                  <a:pt x="184917" y="116292"/>
                  <a:pt x="180258" y="116019"/>
                </a:cubicBezTo>
                <a:cubicBezTo>
                  <a:pt x="178341" y="128757"/>
                  <a:pt x="175876" y="139441"/>
                  <a:pt x="173136" y="148208"/>
                </a:cubicBezTo>
                <a:cubicBezTo>
                  <a:pt x="170397" y="156837"/>
                  <a:pt x="167246" y="163549"/>
                  <a:pt x="163685" y="168070"/>
                </a:cubicBezTo>
                <a:cubicBezTo>
                  <a:pt x="146973" y="189985"/>
                  <a:pt x="128481" y="201217"/>
                  <a:pt x="108484" y="201765"/>
                </a:cubicBezTo>
                <a:cubicBezTo>
                  <a:pt x="89581" y="202313"/>
                  <a:pt x="68213" y="193410"/>
                  <a:pt x="44242" y="175055"/>
                </a:cubicBezTo>
                <a:cubicBezTo>
                  <a:pt x="21641" y="157659"/>
                  <a:pt x="8217" y="135058"/>
                  <a:pt x="4108" y="107115"/>
                </a:cubicBezTo>
                <a:cubicBezTo>
                  <a:pt x="0" y="79172"/>
                  <a:pt x="6163" y="54379"/>
                  <a:pt x="22737" y="3273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" name="text-42 a">
            <a:extLst xmlns:a="http://schemas.openxmlformats.org/drawingml/2006/main">
              <a:ext uri="{FF2B5EF4-FFF2-40B4-BE49-F238E27FC236}">
                <a16:creationId xmlns:a16="http://schemas.microsoft.com/office/drawing/2014/main" id="{1113DD3F-D07B-4850-B45C-35D2F8E7A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3150657">
            <a:off x="11073653" y="6796420"/>
            <a:ext cx="351847" cy="7122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0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0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00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</a:t>
            </a:r>
          </a:p>
        </p:txBody>
      </p:sp>
      <p:sp>
        <p:nvSpPr>
          <p:cNvPr id="43" name="path-43">
            <a:extLst xmlns:a="http://schemas.openxmlformats.org/drawingml/2006/main">
              <a:ext uri="{FF2B5EF4-FFF2-40B4-BE49-F238E27FC236}">
                <a16:creationId xmlns:a16="http://schemas.microsoft.com/office/drawing/2014/main" id="{C76B28B5-5A87-4DB5-AE66-3812DE5591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4405" y="6837355"/>
            <a:ext cx="350066" cy="297075"/>
          </a:xfrm>
          <a:custGeom xmlns:a="http://schemas.openxmlformats.org/drawingml/2006/main">
            <a:pathLst>
              <a:path w="243405" h="206560">
                <a:moveTo>
                  <a:pt x="3560" y="86706"/>
                </a:moveTo>
                <a:cubicBezTo>
                  <a:pt x="9451" y="77666"/>
                  <a:pt x="19175" y="76844"/>
                  <a:pt x="32600" y="84240"/>
                </a:cubicBezTo>
                <a:lnTo>
                  <a:pt x="50269" y="95062"/>
                </a:lnTo>
                <a:cubicBezTo>
                  <a:pt x="38900" y="64105"/>
                  <a:pt x="38763" y="39860"/>
                  <a:pt x="50133" y="22327"/>
                </a:cubicBezTo>
                <a:cubicBezTo>
                  <a:pt x="60405" y="6438"/>
                  <a:pt x="74514" y="0"/>
                  <a:pt x="92458" y="2740"/>
                </a:cubicBezTo>
                <a:cubicBezTo>
                  <a:pt x="104512" y="4521"/>
                  <a:pt x="119854" y="11095"/>
                  <a:pt x="138344" y="22464"/>
                </a:cubicBezTo>
                <a:lnTo>
                  <a:pt x="153275" y="32189"/>
                </a:lnTo>
                <a:lnTo>
                  <a:pt x="166974" y="41230"/>
                </a:lnTo>
                <a:cubicBezTo>
                  <a:pt x="175191" y="46572"/>
                  <a:pt x="186560" y="52462"/>
                  <a:pt x="200942" y="58763"/>
                </a:cubicBezTo>
                <a:cubicBezTo>
                  <a:pt x="215324" y="65064"/>
                  <a:pt x="226557" y="70817"/>
                  <a:pt x="234640" y="76022"/>
                </a:cubicBezTo>
                <a:cubicBezTo>
                  <a:pt x="239022" y="78898"/>
                  <a:pt x="241624" y="82597"/>
                  <a:pt x="242584" y="87117"/>
                </a:cubicBezTo>
                <a:cubicBezTo>
                  <a:pt x="243405" y="91774"/>
                  <a:pt x="242584" y="96157"/>
                  <a:pt x="239844" y="100404"/>
                </a:cubicBezTo>
                <a:cubicBezTo>
                  <a:pt x="234227" y="108896"/>
                  <a:pt x="226557" y="110677"/>
                  <a:pt x="216558" y="105746"/>
                </a:cubicBezTo>
                <a:lnTo>
                  <a:pt x="181356" y="88897"/>
                </a:lnTo>
                <a:cubicBezTo>
                  <a:pt x="168755" y="82734"/>
                  <a:pt x="157522" y="76433"/>
                  <a:pt x="147384" y="69858"/>
                </a:cubicBezTo>
                <a:cubicBezTo>
                  <a:pt x="144646" y="68077"/>
                  <a:pt x="140125" y="64927"/>
                  <a:pt x="133687" y="60269"/>
                </a:cubicBezTo>
                <a:cubicBezTo>
                  <a:pt x="127249" y="55612"/>
                  <a:pt x="122730" y="52325"/>
                  <a:pt x="119854" y="50544"/>
                </a:cubicBezTo>
                <a:cubicBezTo>
                  <a:pt x="98485" y="36710"/>
                  <a:pt x="85199" y="33833"/>
                  <a:pt x="80131" y="41641"/>
                </a:cubicBezTo>
                <a:cubicBezTo>
                  <a:pt x="73008" y="52736"/>
                  <a:pt x="72734" y="67667"/>
                  <a:pt x="79308" y="86295"/>
                </a:cubicBezTo>
                <a:cubicBezTo>
                  <a:pt x="85335" y="103143"/>
                  <a:pt x="95883" y="120128"/>
                  <a:pt x="110950" y="137113"/>
                </a:cubicBezTo>
                <a:cubicBezTo>
                  <a:pt x="114648" y="139715"/>
                  <a:pt x="119169" y="143414"/>
                  <a:pt x="124647" y="147797"/>
                </a:cubicBezTo>
                <a:cubicBezTo>
                  <a:pt x="129168" y="151632"/>
                  <a:pt x="133825" y="155057"/>
                  <a:pt x="138482" y="158070"/>
                </a:cubicBezTo>
                <a:cubicBezTo>
                  <a:pt x="141359" y="159988"/>
                  <a:pt x="146016" y="162590"/>
                  <a:pt x="152316" y="165741"/>
                </a:cubicBezTo>
                <a:cubicBezTo>
                  <a:pt x="158617" y="169028"/>
                  <a:pt x="163274" y="171631"/>
                  <a:pt x="166287" y="173549"/>
                </a:cubicBezTo>
                <a:cubicBezTo>
                  <a:pt x="170808" y="176425"/>
                  <a:pt x="173548" y="180123"/>
                  <a:pt x="174506" y="184644"/>
                </a:cubicBezTo>
                <a:cubicBezTo>
                  <a:pt x="175465" y="189164"/>
                  <a:pt x="174644" y="193547"/>
                  <a:pt x="171904" y="197793"/>
                </a:cubicBezTo>
                <a:cubicBezTo>
                  <a:pt x="169027" y="202176"/>
                  <a:pt x="165329" y="204779"/>
                  <a:pt x="160947" y="205601"/>
                </a:cubicBezTo>
                <a:cubicBezTo>
                  <a:pt x="156426" y="206560"/>
                  <a:pt x="151905" y="205601"/>
                  <a:pt x="147384" y="202725"/>
                </a:cubicBezTo>
                <a:cubicBezTo>
                  <a:pt x="144510" y="200670"/>
                  <a:pt x="139851" y="198204"/>
                  <a:pt x="133415" y="194917"/>
                </a:cubicBezTo>
                <a:cubicBezTo>
                  <a:pt x="127113" y="191766"/>
                  <a:pt x="122456" y="189164"/>
                  <a:pt x="119441" y="187246"/>
                </a:cubicBezTo>
                <a:cubicBezTo>
                  <a:pt x="109306" y="180671"/>
                  <a:pt x="95609" y="170809"/>
                  <a:pt x="78486" y="157660"/>
                </a:cubicBezTo>
                <a:cubicBezTo>
                  <a:pt x="61364" y="144510"/>
                  <a:pt x="47667" y="134647"/>
                  <a:pt x="37532" y="128072"/>
                </a:cubicBezTo>
                <a:cubicBezTo>
                  <a:pt x="34379" y="126018"/>
                  <a:pt x="29449" y="123141"/>
                  <a:pt x="23011" y="119443"/>
                </a:cubicBezTo>
                <a:cubicBezTo>
                  <a:pt x="16573" y="115744"/>
                  <a:pt x="11780" y="112868"/>
                  <a:pt x="8629" y="110814"/>
                </a:cubicBezTo>
                <a:cubicBezTo>
                  <a:pt x="4383" y="108074"/>
                  <a:pt x="1781" y="104376"/>
                  <a:pt x="821" y="99856"/>
                </a:cubicBezTo>
                <a:cubicBezTo>
                  <a:pt x="0" y="95335"/>
                  <a:pt x="821" y="90952"/>
                  <a:pt x="3560" y="8670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text-44 n">
            <a:extLst xmlns:a="http://schemas.openxmlformats.org/drawingml/2006/main">
              <a:ext uri="{FF2B5EF4-FFF2-40B4-BE49-F238E27FC236}">
                <a16:creationId xmlns:a16="http://schemas.microsoft.com/office/drawing/2014/main" id="{883EF050-DFBF-401D-9316-CE0CE7B91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3425040">
            <a:off x="11214384" y="6560084"/>
            <a:ext cx="368531" cy="7335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1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1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1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</a:t>
            </a:r>
          </a:p>
        </p:txBody>
      </p:sp>
      <p:sp>
        <p:nvSpPr>
          <p:cNvPr id="45" name="path-45">
            <a:extLst xmlns:a="http://schemas.openxmlformats.org/drawingml/2006/main">
              <a:ext uri="{FF2B5EF4-FFF2-40B4-BE49-F238E27FC236}">
                <a16:creationId xmlns:a16="http://schemas.microsoft.com/office/drawing/2014/main" id="{6D05B594-34CA-4348-BA36-42F743428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7875" y="6496350"/>
            <a:ext cx="371934" cy="377647"/>
          </a:xfrm>
          <a:custGeom xmlns:a="http://schemas.openxmlformats.org/drawingml/2006/main">
            <a:pathLst>
              <a:path w="258610" h="262583">
                <a:moveTo>
                  <a:pt x="86843" y="133962"/>
                </a:moveTo>
                <a:cubicBezTo>
                  <a:pt x="77529" y="151495"/>
                  <a:pt x="75748" y="167385"/>
                  <a:pt x="81501" y="181629"/>
                </a:cubicBezTo>
                <a:cubicBezTo>
                  <a:pt x="87118" y="195875"/>
                  <a:pt x="100404" y="208477"/>
                  <a:pt x="121224" y="219572"/>
                </a:cubicBezTo>
                <a:cubicBezTo>
                  <a:pt x="134785" y="226695"/>
                  <a:pt x="148756" y="228065"/>
                  <a:pt x="163549" y="223681"/>
                </a:cubicBezTo>
                <a:cubicBezTo>
                  <a:pt x="178343" y="219298"/>
                  <a:pt x="189028" y="210668"/>
                  <a:pt x="195876" y="197929"/>
                </a:cubicBezTo>
                <a:cubicBezTo>
                  <a:pt x="200533" y="189163"/>
                  <a:pt x="202861" y="180944"/>
                  <a:pt x="202861" y="173137"/>
                </a:cubicBezTo>
                <a:cubicBezTo>
                  <a:pt x="202861" y="168617"/>
                  <a:pt x="201491" y="160535"/>
                  <a:pt x="199025" y="148892"/>
                </a:cubicBezTo>
                <a:cubicBezTo>
                  <a:pt x="198478" y="146701"/>
                  <a:pt x="197657" y="144235"/>
                  <a:pt x="196561" y="141769"/>
                </a:cubicBezTo>
                <a:lnTo>
                  <a:pt x="169303" y="127935"/>
                </a:lnTo>
                <a:lnTo>
                  <a:pt x="151222" y="118210"/>
                </a:lnTo>
                <a:lnTo>
                  <a:pt x="133004" y="108074"/>
                </a:lnTo>
                <a:cubicBezTo>
                  <a:pt x="122456" y="107526"/>
                  <a:pt x="113416" y="109443"/>
                  <a:pt x="105608" y="113827"/>
                </a:cubicBezTo>
                <a:cubicBezTo>
                  <a:pt x="97938" y="118073"/>
                  <a:pt x="91637" y="124922"/>
                  <a:pt x="86843" y="133962"/>
                </a:cubicBezTo>
                <a:moveTo>
                  <a:pt x="4246" y="11506"/>
                </a:moveTo>
                <a:cubicBezTo>
                  <a:pt x="9314" y="2054"/>
                  <a:pt x="16848" y="0"/>
                  <a:pt x="26985" y="5342"/>
                </a:cubicBezTo>
                <a:cubicBezTo>
                  <a:pt x="41367" y="13012"/>
                  <a:pt x="72323" y="32052"/>
                  <a:pt x="119579" y="62461"/>
                </a:cubicBezTo>
                <a:cubicBezTo>
                  <a:pt x="134238" y="71912"/>
                  <a:pt x="149167" y="80679"/>
                  <a:pt x="164508" y="88760"/>
                </a:cubicBezTo>
                <a:cubicBezTo>
                  <a:pt x="199163" y="107115"/>
                  <a:pt x="226285" y="119443"/>
                  <a:pt x="245598" y="125607"/>
                </a:cubicBezTo>
                <a:cubicBezTo>
                  <a:pt x="247241" y="126154"/>
                  <a:pt x="248475" y="126702"/>
                  <a:pt x="249432" y="127250"/>
                </a:cubicBezTo>
                <a:cubicBezTo>
                  <a:pt x="253543" y="129442"/>
                  <a:pt x="256281" y="132729"/>
                  <a:pt x="257379" y="137112"/>
                </a:cubicBezTo>
                <a:cubicBezTo>
                  <a:pt x="258610" y="141359"/>
                  <a:pt x="258062" y="145468"/>
                  <a:pt x="256145" y="149303"/>
                </a:cubicBezTo>
                <a:cubicBezTo>
                  <a:pt x="252719" y="155878"/>
                  <a:pt x="245460" y="158070"/>
                  <a:pt x="234503" y="156152"/>
                </a:cubicBezTo>
                <a:cubicBezTo>
                  <a:pt x="236010" y="166562"/>
                  <a:pt x="236010" y="176562"/>
                  <a:pt x="234640" y="186150"/>
                </a:cubicBezTo>
                <a:cubicBezTo>
                  <a:pt x="233133" y="195738"/>
                  <a:pt x="229983" y="204778"/>
                  <a:pt x="225462" y="213545"/>
                </a:cubicBezTo>
                <a:cubicBezTo>
                  <a:pt x="213956" y="235188"/>
                  <a:pt x="197244" y="249159"/>
                  <a:pt x="175467" y="255734"/>
                </a:cubicBezTo>
                <a:cubicBezTo>
                  <a:pt x="153003" y="262583"/>
                  <a:pt x="130264" y="259843"/>
                  <a:pt x="107252" y="247652"/>
                </a:cubicBezTo>
                <a:cubicBezTo>
                  <a:pt x="79446" y="232859"/>
                  <a:pt x="61092" y="213682"/>
                  <a:pt x="52052" y="189985"/>
                </a:cubicBezTo>
                <a:cubicBezTo>
                  <a:pt x="43148" y="166288"/>
                  <a:pt x="44929" y="142729"/>
                  <a:pt x="57392" y="119169"/>
                </a:cubicBezTo>
                <a:cubicBezTo>
                  <a:pt x="63832" y="107115"/>
                  <a:pt x="70680" y="98759"/>
                  <a:pt x="77939" y="94239"/>
                </a:cubicBezTo>
                <a:lnTo>
                  <a:pt x="96432" y="85336"/>
                </a:lnTo>
                <a:cubicBezTo>
                  <a:pt x="53420" y="60543"/>
                  <a:pt x="24794" y="43147"/>
                  <a:pt x="10548" y="33148"/>
                </a:cubicBezTo>
                <a:cubicBezTo>
                  <a:pt x="2055" y="26847"/>
                  <a:pt x="0" y="19587"/>
                  <a:pt x="4246" y="1150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" name="text-46 d">
            <a:extLst xmlns:a="http://schemas.openxmlformats.org/drawingml/2006/main">
              <a:ext uri="{FF2B5EF4-FFF2-40B4-BE49-F238E27FC236}">
                <a16:creationId xmlns:a16="http://schemas.microsoft.com/office/drawing/2014/main" id="{51FEEFA0-5250-4098-9403-32443A3B8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3722654">
            <a:off x="11342334" y="6325228"/>
            <a:ext cx="394111" cy="7191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0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</a:t>
            </a:r>
          </a:p>
        </p:txBody>
      </p:sp>
      <p:sp>
        <p:nvSpPr>
          <p:cNvPr id="47" name="path-47">
            <a:extLst xmlns:a="http://schemas.openxmlformats.org/drawingml/2006/main">
              <a:ext uri="{FF2B5EF4-FFF2-40B4-BE49-F238E27FC236}">
                <a16:creationId xmlns:a16="http://schemas.microsoft.com/office/drawing/2014/main" id="{BC8C4F9A-0F3A-432C-AC42-B4E2B8BA4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09" y="6401988"/>
            <a:ext cx="351443" cy="200741"/>
          </a:xfrm>
          <a:custGeom xmlns:a="http://schemas.openxmlformats.org/drawingml/2006/main">
            <a:pathLst>
              <a:path w="244363" h="139578">
                <a:moveTo>
                  <a:pt x="76706" y="52325"/>
                </a:moveTo>
                <a:cubicBezTo>
                  <a:pt x="78761" y="47804"/>
                  <a:pt x="82048" y="44654"/>
                  <a:pt x="86294" y="43010"/>
                </a:cubicBezTo>
                <a:cubicBezTo>
                  <a:pt x="90677" y="41366"/>
                  <a:pt x="95196" y="41641"/>
                  <a:pt x="100129" y="43832"/>
                </a:cubicBezTo>
                <a:cubicBezTo>
                  <a:pt x="110265" y="48352"/>
                  <a:pt x="122592" y="54517"/>
                  <a:pt x="137248" y="62324"/>
                </a:cubicBezTo>
                <a:cubicBezTo>
                  <a:pt x="151905" y="70132"/>
                  <a:pt x="164370" y="76295"/>
                  <a:pt x="174369" y="80816"/>
                </a:cubicBezTo>
                <a:cubicBezTo>
                  <a:pt x="180943" y="83692"/>
                  <a:pt x="190668" y="87802"/>
                  <a:pt x="203682" y="93144"/>
                </a:cubicBezTo>
                <a:cubicBezTo>
                  <a:pt x="216694" y="98485"/>
                  <a:pt x="226419" y="102595"/>
                  <a:pt x="232995" y="105471"/>
                </a:cubicBezTo>
                <a:cubicBezTo>
                  <a:pt x="237652" y="107663"/>
                  <a:pt x="240939" y="110813"/>
                  <a:pt x="242582" y="115059"/>
                </a:cubicBezTo>
                <a:cubicBezTo>
                  <a:pt x="244363" y="119306"/>
                  <a:pt x="244090" y="123826"/>
                  <a:pt x="242035" y="128483"/>
                </a:cubicBezTo>
                <a:cubicBezTo>
                  <a:pt x="239980" y="133140"/>
                  <a:pt x="236829" y="136291"/>
                  <a:pt x="232446" y="137934"/>
                </a:cubicBezTo>
                <a:cubicBezTo>
                  <a:pt x="228064" y="139578"/>
                  <a:pt x="223543" y="139305"/>
                  <a:pt x="218886" y="137249"/>
                </a:cubicBezTo>
                <a:cubicBezTo>
                  <a:pt x="212312" y="134373"/>
                  <a:pt x="202587" y="130127"/>
                  <a:pt x="189573" y="124785"/>
                </a:cubicBezTo>
                <a:cubicBezTo>
                  <a:pt x="176561" y="119443"/>
                  <a:pt x="166836" y="115334"/>
                  <a:pt x="160260" y="112457"/>
                </a:cubicBezTo>
                <a:cubicBezTo>
                  <a:pt x="150260" y="107937"/>
                  <a:pt x="137797" y="101773"/>
                  <a:pt x="123141" y="93965"/>
                </a:cubicBezTo>
                <a:cubicBezTo>
                  <a:pt x="108484" y="86158"/>
                  <a:pt x="96156" y="79994"/>
                  <a:pt x="86020" y="75474"/>
                </a:cubicBezTo>
                <a:cubicBezTo>
                  <a:pt x="81088" y="73282"/>
                  <a:pt x="77801" y="70132"/>
                  <a:pt x="76159" y="65748"/>
                </a:cubicBezTo>
                <a:cubicBezTo>
                  <a:pt x="74514" y="61502"/>
                  <a:pt x="74651" y="56982"/>
                  <a:pt x="76706" y="52325"/>
                </a:cubicBezTo>
                <a:moveTo>
                  <a:pt x="2464" y="13013"/>
                </a:moveTo>
                <a:cubicBezTo>
                  <a:pt x="4793" y="7808"/>
                  <a:pt x="8627" y="4109"/>
                  <a:pt x="13970" y="2055"/>
                </a:cubicBezTo>
                <a:cubicBezTo>
                  <a:pt x="19312" y="0"/>
                  <a:pt x="24518" y="137"/>
                  <a:pt x="29724" y="2329"/>
                </a:cubicBezTo>
                <a:cubicBezTo>
                  <a:pt x="34791" y="4657"/>
                  <a:pt x="38489" y="8493"/>
                  <a:pt x="40406" y="13835"/>
                </a:cubicBezTo>
                <a:cubicBezTo>
                  <a:pt x="42461" y="19176"/>
                  <a:pt x="42325" y="24519"/>
                  <a:pt x="39995" y="29587"/>
                </a:cubicBezTo>
                <a:cubicBezTo>
                  <a:pt x="37668" y="34792"/>
                  <a:pt x="33832" y="38490"/>
                  <a:pt x="28490" y="40545"/>
                </a:cubicBezTo>
                <a:cubicBezTo>
                  <a:pt x="23148" y="42737"/>
                  <a:pt x="17944" y="42599"/>
                  <a:pt x="12738" y="40408"/>
                </a:cubicBezTo>
                <a:cubicBezTo>
                  <a:pt x="7534" y="38079"/>
                  <a:pt x="3972" y="34244"/>
                  <a:pt x="2053" y="28765"/>
                </a:cubicBezTo>
                <a:cubicBezTo>
                  <a:pt x="0" y="23423"/>
                  <a:pt x="136" y="18081"/>
                  <a:pt x="2464" y="130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" name="text-48 i">
            <a:extLst xmlns:a="http://schemas.openxmlformats.org/drawingml/2006/main">
              <a:ext uri="{FF2B5EF4-FFF2-40B4-BE49-F238E27FC236}">
                <a16:creationId xmlns:a16="http://schemas.microsoft.com/office/drawing/2014/main" id="{5952361A-09AA-49C6-B7C9-CD1847AA03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3959196">
            <a:off x="11506025" y="6098406"/>
            <a:ext cx="247692" cy="7534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23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23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23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</a:t>
            </a:r>
          </a:p>
        </p:txBody>
      </p:sp>
      <p:sp>
        <p:nvSpPr>
          <p:cNvPr id="49" name="path-49">
            <a:extLst xmlns:a="http://schemas.openxmlformats.org/drawingml/2006/main">
              <a:ext uri="{FF2B5EF4-FFF2-40B4-BE49-F238E27FC236}">
                <a16:creationId xmlns:a16="http://schemas.microsoft.com/office/drawing/2014/main" id="{66BEAB0D-973B-4107-BD0B-CA42C0391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7680" y="6212081"/>
            <a:ext cx="340807" cy="267327"/>
          </a:xfrm>
          <a:custGeom xmlns:a="http://schemas.openxmlformats.org/drawingml/2006/main">
            <a:pathLst>
              <a:path w="236967" h="185876">
                <a:moveTo>
                  <a:pt x="1643" y="102321"/>
                </a:moveTo>
                <a:cubicBezTo>
                  <a:pt x="5478" y="92184"/>
                  <a:pt x="14656" y="89171"/>
                  <a:pt x="29449" y="93554"/>
                </a:cubicBezTo>
                <a:lnTo>
                  <a:pt x="49037" y="100266"/>
                </a:lnTo>
                <a:cubicBezTo>
                  <a:pt x="31094" y="72460"/>
                  <a:pt x="25751" y="48763"/>
                  <a:pt x="33011" y="29313"/>
                </a:cubicBezTo>
                <a:cubicBezTo>
                  <a:pt x="39587" y="11506"/>
                  <a:pt x="51914" y="2055"/>
                  <a:pt x="70132" y="958"/>
                </a:cubicBezTo>
                <a:cubicBezTo>
                  <a:pt x="82322" y="0"/>
                  <a:pt x="98623" y="3014"/>
                  <a:pt x="119169" y="10136"/>
                </a:cubicBezTo>
                <a:lnTo>
                  <a:pt x="135880" y="16300"/>
                </a:lnTo>
                <a:lnTo>
                  <a:pt x="151220" y="22190"/>
                </a:lnTo>
                <a:cubicBezTo>
                  <a:pt x="160398" y="25614"/>
                  <a:pt x="172727" y="28765"/>
                  <a:pt x="188205" y="31778"/>
                </a:cubicBezTo>
                <a:cubicBezTo>
                  <a:pt x="203546" y="34792"/>
                  <a:pt x="215873" y="37942"/>
                  <a:pt x="224913" y="41366"/>
                </a:cubicBezTo>
                <a:cubicBezTo>
                  <a:pt x="229708" y="43147"/>
                  <a:pt x="233133" y="46161"/>
                  <a:pt x="235050" y="50407"/>
                </a:cubicBezTo>
                <a:cubicBezTo>
                  <a:pt x="236831" y="54790"/>
                  <a:pt x="236967" y="59310"/>
                  <a:pt x="235187" y="63967"/>
                </a:cubicBezTo>
                <a:cubicBezTo>
                  <a:pt x="231627" y="73556"/>
                  <a:pt x="224504" y="76980"/>
                  <a:pt x="213682" y="74378"/>
                </a:cubicBezTo>
                <a:lnTo>
                  <a:pt x="175603" y="65474"/>
                </a:lnTo>
                <a:cubicBezTo>
                  <a:pt x="162042" y="62324"/>
                  <a:pt x="149714" y="58625"/>
                  <a:pt x="138344" y="54379"/>
                </a:cubicBezTo>
                <a:cubicBezTo>
                  <a:pt x="135332" y="53284"/>
                  <a:pt x="130127" y="51091"/>
                  <a:pt x="122868" y="48079"/>
                </a:cubicBezTo>
                <a:cubicBezTo>
                  <a:pt x="115607" y="44928"/>
                  <a:pt x="110401" y="42737"/>
                  <a:pt x="107252" y="41641"/>
                </a:cubicBezTo>
                <a:cubicBezTo>
                  <a:pt x="83418" y="32737"/>
                  <a:pt x="69857" y="32737"/>
                  <a:pt x="66570" y="41641"/>
                </a:cubicBezTo>
                <a:cubicBezTo>
                  <a:pt x="61913" y="53968"/>
                  <a:pt x="64926" y="68625"/>
                  <a:pt x="75474" y="85336"/>
                </a:cubicBezTo>
                <a:cubicBezTo>
                  <a:pt x="85062" y="100403"/>
                  <a:pt x="99034" y="114649"/>
                  <a:pt x="117388" y="127935"/>
                </a:cubicBezTo>
                <a:cubicBezTo>
                  <a:pt x="121634" y="129716"/>
                  <a:pt x="126839" y="132318"/>
                  <a:pt x="133140" y="135469"/>
                </a:cubicBezTo>
                <a:cubicBezTo>
                  <a:pt x="138482" y="138208"/>
                  <a:pt x="143686" y="140537"/>
                  <a:pt x="148892" y="142454"/>
                </a:cubicBezTo>
                <a:cubicBezTo>
                  <a:pt x="152179" y="143687"/>
                  <a:pt x="157247" y="145194"/>
                  <a:pt x="164096" y="146974"/>
                </a:cubicBezTo>
                <a:cubicBezTo>
                  <a:pt x="171082" y="148756"/>
                  <a:pt x="176150" y="150262"/>
                  <a:pt x="179437" y="151495"/>
                </a:cubicBezTo>
                <a:cubicBezTo>
                  <a:pt x="184507" y="153276"/>
                  <a:pt x="187930" y="156289"/>
                  <a:pt x="189847" y="160535"/>
                </a:cubicBezTo>
                <a:cubicBezTo>
                  <a:pt x="191902" y="164644"/>
                  <a:pt x="191902" y="169165"/>
                  <a:pt x="190260" y="173959"/>
                </a:cubicBezTo>
                <a:cubicBezTo>
                  <a:pt x="188341" y="178753"/>
                  <a:pt x="185464" y="182177"/>
                  <a:pt x="181218" y="183958"/>
                </a:cubicBezTo>
                <a:cubicBezTo>
                  <a:pt x="176971" y="185876"/>
                  <a:pt x="172452" y="185876"/>
                  <a:pt x="167385" y="183958"/>
                </a:cubicBezTo>
                <a:cubicBezTo>
                  <a:pt x="164096" y="182725"/>
                  <a:pt x="159028" y="181219"/>
                  <a:pt x="152043" y="179575"/>
                </a:cubicBezTo>
                <a:cubicBezTo>
                  <a:pt x="145195" y="177795"/>
                  <a:pt x="140125" y="176288"/>
                  <a:pt x="136838" y="175055"/>
                </a:cubicBezTo>
                <a:cubicBezTo>
                  <a:pt x="125332" y="170945"/>
                  <a:pt x="109854" y="164234"/>
                  <a:pt x="90266" y="155193"/>
                </a:cubicBezTo>
                <a:cubicBezTo>
                  <a:pt x="70680" y="146153"/>
                  <a:pt x="55201" y="139441"/>
                  <a:pt x="43831" y="135195"/>
                </a:cubicBezTo>
                <a:cubicBezTo>
                  <a:pt x="40270" y="133962"/>
                  <a:pt x="34928" y="132182"/>
                  <a:pt x="27807" y="129990"/>
                </a:cubicBezTo>
                <a:cubicBezTo>
                  <a:pt x="20684" y="127798"/>
                  <a:pt x="15478" y="126017"/>
                  <a:pt x="11916" y="124785"/>
                </a:cubicBezTo>
                <a:cubicBezTo>
                  <a:pt x="7123" y="123004"/>
                  <a:pt x="3836" y="119991"/>
                  <a:pt x="1917" y="115744"/>
                </a:cubicBezTo>
                <a:cubicBezTo>
                  <a:pt x="0" y="111498"/>
                  <a:pt x="0" y="106978"/>
                  <a:pt x="1643" y="10232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" name="text-50 n">
            <a:extLst xmlns:a="http://schemas.openxmlformats.org/drawingml/2006/main">
              <a:ext uri="{FF2B5EF4-FFF2-40B4-BE49-F238E27FC236}">
                <a16:creationId xmlns:a16="http://schemas.microsoft.com/office/drawing/2014/main" id="{60644EF9-BE65-4DD5-99DA-DD34BDD51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4183009">
            <a:off x="11523176" y="5921856"/>
            <a:ext cx="368208" cy="7329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1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1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1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</a:t>
            </a:r>
          </a:p>
        </p:txBody>
      </p:sp>
      <p:sp>
        <p:nvSpPr>
          <p:cNvPr id="51" name="path-51">
            <a:extLst xmlns:a="http://schemas.openxmlformats.org/drawingml/2006/main">
              <a:ext uri="{FF2B5EF4-FFF2-40B4-BE49-F238E27FC236}">
                <a16:creationId xmlns:a16="http://schemas.microsoft.com/office/drawing/2014/main" id="{5AC97D14-F2D6-42FC-945D-F746CC1C9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6274" y="5942981"/>
            <a:ext cx="395767" cy="326427"/>
          </a:xfrm>
          <a:custGeom xmlns:a="http://schemas.openxmlformats.org/drawingml/2006/main">
            <a:pathLst>
              <a:path w="275182" h="226969">
                <a:moveTo>
                  <a:pt x="35338" y="63968"/>
                </a:moveTo>
                <a:cubicBezTo>
                  <a:pt x="29449" y="85609"/>
                  <a:pt x="32326" y="104375"/>
                  <a:pt x="43968" y="120264"/>
                </a:cubicBezTo>
                <a:cubicBezTo>
                  <a:pt x="54516" y="134510"/>
                  <a:pt x="70132" y="144509"/>
                  <a:pt x="90813" y="150125"/>
                </a:cubicBezTo>
                <a:cubicBezTo>
                  <a:pt x="107251" y="154645"/>
                  <a:pt x="120537" y="154920"/>
                  <a:pt x="130536" y="150947"/>
                </a:cubicBezTo>
                <a:cubicBezTo>
                  <a:pt x="140536" y="146975"/>
                  <a:pt x="147248" y="138756"/>
                  <a:pt x="150673" y="126292"/>
                </a:cubicBezTo>
                <a:cubicBezTo>
                  <a:pt x="153822" y="114785"/>
                  <a:pt x="150399" y="101773"/>
                  <a:pt x="140399" y="87527"/>
                </a:cubicBezTo>
                <a:cubicBezTo>
                  <a:pt x="131221" y="74378"/>
                  <a:pt x="120811" y="65611"/>
                  <a:pt x="109580" y="60954"/>
                </a:cubicBezTo>
                <a:cubicBezTo>
                  <a:pt x="97936" y="55201"/>
                  <a:pt x="79308" y="47394"/>
                  <a:pt x="53831" y="37531"/>
                </a:cubicBezTo>
                <a:cubicBezTo>
                  <a:pt x="49035" y="41093"/>
                  <a:pt x="45063" y="45065"/>
                  <a:pt x="42051" y="49448"/>
                </a:cubicBezTo>
                <a:cubicBezTo>
                  <a:pt x="39036" y="53968"/>
                  <a:pt x="36846" y="58762"/>
                  <a:pt x="35338" y="63968"/>
                </a:cubicBezTo>
                <a:moveTo>
                  <a:pt x="8491" y="54790"/>
                </a:moveTo>
                <a:cubicBezTo>
                  <a:pt x="11368" y="44243"/>
                  <a:pt x="15203" y="35750"/>
                  <a:pt x="19861" y="29312"/>
                </a:cubicBezTo>
                <a:cubicBezTo>
                  <a:pt x="24654" y="22875"/>
                  <a:pt x="30270" y="18629"/>
                  <a:pt x="36708" y="16300"/>
                </a:cubicBezTo>
                <a:cubicBezTo>
                  <a:pt x="40408" y="4246"/>
                  <a:pt x="48763" y="0"/>
                  <a:pt x="62049" y="3561"/>
                </a:cubicBezTo>
                <a:cubicBezTo>
                  <a:pt x="70132" y="5890"/>
                  <a:pt x="80541" y="9999"/>
                  <a:pt x="93417" y="16026"/>
                </a:cubicBezTo>
                <a:cubicBezTo>
                  <a:pt x="108346" y="23012"/>
                  <a:pt x="118620" y="27395"/>
                  <a:pt x="124236" y="29450"/>
                </a:cubicBezTo>
                <a:lnTo>
                  <a:pt x="180533" y="49037"/>
                </a:lnTo>
                <a:cubicBezTo>
                  <a:pt x="202997" y="56023"/>
                  <a:pt x="220941" y="63419"/>
                  <a:pt x="234363" y="71364"/>
                </a:cubicBezTo>
                <a:cubicBezTo>
                  <a:pt x="251349" y="81500"/>
                  <a:pt x="262719" y="93417"/>
                  <a:pt x="268334" y="107115"/>
                </a:cubicBezTo>
                <a:cubicBezTo>
                  <a:pt x="275182" y="123689"/>
                  <a:pt x="275046" y="144783"/>
                  <a:pt x="268061" y="170672"/>
                </a:cubicBezTo>
                <a:cubicBezTo>
                  <a:pt x="263951" y="185739"/>
                  <a:pt x="259432" y="198204"/>
                  <a:pt x="254500" y="207792"/>
                </a:cubicBezTo>
                <a:cubicBezTo>
                  <a:pt x="247788" y="221352"/>
                  <a:pt x="239844" y="226969"/>
                  <a:pt x="230940" y="224503"/>
                </a:cubicBezTo>
                <a:cubicBezTo>
                  <a:pt x="220805" y="221764"/>
                  <a:pt x="217105" y="215326"/>
                  <a:pt x="219845" y="205463"/>
                </a:cubicBezTo>
                <a:cubicBezTo>
                  <a:pt x="220941" y="201354"/>
                  <a:pt x="223817" y="194779"/>
                  <a:pt x="228338" y="185876"/>
                </a:cubicBezTo>
                <a:cubicBezTo>
                  <a:pt x="232995" y="176835"/>
                  <a:pt x="236829" y="166425"/>
                  <a:pt x="239708" y="154782"/>
                </a:cubicBezTo>
                <a:cubicBezTo>
                  <a:pt x="245322" y="132867"/>
                  <a:pt x="238884" y="114922"/>
                  <a:pt x="220392" y="100951"/>
                </a:cubicBezTo>
                <a:cubicBezTo>
                  <a:pt x="208065" y="91637"/>
                  <a:pt x="187520" y="82870"/>
                  <a:pt x="158753" y="74651"/>
                </a:cubicBezTo>
                <a:cubicBezTo>
                  <a:pt x="168478" y="83966"/>
                  <a:pt x="175054" y="93554"/>
                  <a:pt x="178341" y="103690"/>
                </a:cubicBezTo>
                <a:cubicBezTo>
                  <a:pt x="181765" y="113689"/>
                  <a:pt x="181903" y="124100"/>
                  <a:pt x="178890" y="135058"/>
                </a:cubicBezTo>
                <a:cubicBezTo>
                  <a:pt x="173274" y="155604"/>
                  <a:pt x="161630" y="170397"/>
                  <a:pt x="144097" y="179575"/>
                </a:cubicBezTo>
                <a:cubicBezTo>
                  <a:pt x="126564" y="188615"/>
                  <a:pt x="106565" y="189985"/>
                  <a:pt x="84103" y="183958"/>
                </a:cubicBezTo>
                <a:cubicBezTo>
                  <a:pt x="53420" y="175466"/>
                  <a:pt x="31092" y="159851"/>
                  <a:pt x="17120" y="137112"/>
                </a:cubicBezTo>
                <a:cubicBezTo>
                  <a:pt x="2875" y="113689"/>
                  <a:pt x="0" y="86158"/>
                  <a:pt x="8491" y="5479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" name="text-52 g">
            <a:extLst xmlns:a="http://schemas.openxmlformats.org/drawingml/2006/main">
              <a:ext uri="{FF2B5EF4-FFF2-40B4-BE49-F238E27FC236}">
                <a16:creationId xmlns:a16="http://schemas.microsoft.com/office/drawing/2014/main" id="{9C326AF3-1E52-4ACA-AC26-20927E39D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4481262">
            <a:off x="11603064" y="5671948"/>
            <a:ext cx="367230" cy="7233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6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6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06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g</a:t>
            </a:r>
          </a:p>
        </p:txBody>
      </p:sp>
      <p:sp>
        <p:nvSpPr>
          <p:cNvPr id="53" name="path-53">
            <a:extLst xmlns:a="http://schemas.openxmlformats.org/drawingml/2006/main">
              <a:ext uri="{FF2B5EF4-FFF2-40B4-BE49-F238E27FC236}">
                <a16:creationId xmlns:a16="http://schemas.microsoft.com/office/drawing/2014/main" id="{5A2B758F-31DB-4FA0-8DCE-32901A696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21451" y="6204003"/>
            <a:ext cx="508847" cy="290180"/>
          </a:xfrm>
          <a:custGeom xmlns:a="http://schemas.openxmlformats.org/drawingml/2006/main">
            <a:pathLst>
              <a:path w="353808" h="201766">
                <a:moveTo>
                  <a:pt x="307784" y="69721"/>
                </a:moveTo>
                <a:cubicBezTo>
                  <a:pt x="306551" y="63557"/>
                  <a:pt x="305319" y="58078"/>
                  <a:pt x="304086" y="53284"/>
                </a:cubicBezTo>
                <a:cubicBezTo>
                  <a:pt x="302854" y="48490"/>
                  <a:pt x="301620" y="44517"/>
                  <a:pt x="300388" y="41230"/>
                </a:cubicBezTo>
                <a:lnTo>
                  <a:pt x="261624" y="48627"/>
                </a:lnTo>
                <a:lnTo>
                  <a:pt x="177110" y="60817"/>
                </a:lnTo>
                <a:lnTo>
                  <a:pt x="179027" y="84515"/>
                </a:lnTo>
                <a:cubicBezTo>
                  <a:pt x="183685" y="108074"/>
                  <a:pt x="193546" y="126703"/>
                  <a:pt x="208751" y="140400"/>
                </a:cubicBezTo>
                <a:cubicBezTo>
                  <a:pt x="225325" y="155468"/>
                  <a:pt x="244639" y="160810"/>
                  <a:pt x="266692" y="156427"/>
                </a:cubicBezTo>
                <a:cubicBezTo>
                  <a:pt x="282444" y="153276"/>
                  <a:pt x="294224" y="142181"/>
                  <a:pt x="302305" y="123005"/>
                </a:cubicBezTo>
                <a:cubicBezTo>
                  <a:pt x="309565" y="105472"/>
                  <a:pt x="311346" y="87665"/>
                  <a:pt x="307784" y="69721"/>
                </a:cubicBezTo>
                <a:moveTo>
                  <a:pt x="348740" y="66571"/>
                </a:moveTo>
                <a:cubicBezTo>
                  <a:pt x="353808" y="92185"/>
                  <a:pt x="349836" y="117937"/>
                  <a:pt x="336824" y="143962"/>
                </a:cubicBezTo>
                <a:cubicBezTo>
                  <a:pt x="322441" y="172453"/>
                  <a:pt x="301620" y="189438"/>
                  <a:pt x="274363" y="194780"/>
                </a:cubicBezTo>
                <a:cubicBezTo>
                  <a:pt x="239708" y="201766"/>
                  <a:pt x="209436" y="194095"/>
                  <a:pt x="183547" y="171905"/>
                </a:cubicBezTo>
                <a:cubicBezTo>
                  <a:pt x="160398" y="152044"/>
                  <a:pt x="145468" y="125608"/>
                  <a:pt x="138893" y="92596"/>
                </a:cubicBezTo>
                <a:cubicBezTo>
                  <a:pt x="138072" y="88624"/>
                  <a:pt x="137249" y="79857"/>
                  <a:pt x="136428" y="66297"/>
                </a:cubicBezTo>
                <a:cubicBezTo>
                  <a:pt x="115059" y="69447"/>
                  <a:pt x="77939" y="76296"/>
                  <a:pt x="24929" y="86843"/>
                </a:cubicBezTo>
                <a:cubicBezTo>
                  <a:pt x="19314" y="87939"/>
                  <a:pt x="14245" y="87117"/>
                  <a:pt x="9725" y="84241"/>
                </a:cubicBezTo>
                <a:cubicBezTo>
                  <a:pt x="5068" y="81364"/>
                  <a:pt x="2192" y="77254"/>
                  <a:pt x="1233" y="71776"/>
                </a:cubicBezTo>
                <a:cubicBezTo>
                  <a:pt x="0" y="66159"/>
                  <a:pt x="1096" y="61092"/>
                  <a:pt x="4109" y="56708"/>
                </a:cubicBezTo>
                <a:cubicBezTo>
                  <a:pt x="7260" y="52325"/>
                  <a:pt x="11643" y="49586"/>
                  <a:pt x="17259" y="48353"/>
                </a:cubicBezTo>
                <a:lnTo>
                  <a:pt x="79035" y="36025"/>
                </a:lnTo>
                <a:cubicBezTo>
                  <a:pt x="99581" y="31916"/>
                  <a:pt x="128894" y="27395"/>
                  <a:pt x="166836" y="22464"/>
                </a:cubicBezTo>
                <a:cubicBezTo>
                  <a:pt x="207792" y="17259"/>
                  <a:pt x="237105" y="13013"/>
                  <a:pt x="254775" y="9726"/>
                </a:cubicBezTo>
                <a:lnTo>
                  <a:pt x="283676" y="3973"/>
                </a:lnTo>
                <a:cubicBezTo>
                  <a:pt x="297648" y="1233"/>
                  <a:pt x="307922" y="0"/>
                  <a:pt x="314496" y="412"/>
                </a:cubicBezTo>
                <a:cubicBezTo>
                  <a:pt x="327510" y="1233"/>
                  <a:pt x="334221" y="6986"/>
                  <a:pt x="334632" y="17807"/>
                </a:cubicBezTo>
                <a:cubicBezTo>
                  <a:pt x="336824" y="22053"/>
                  <a:pt x="339151" y="28217"/>
                  <a:pt x="341481" y="36299"/>
                </a:cubicBezTo>
                <a:cubicBezTo>
                  <a:pt x="343946" y="44381"/>
                  <a:pt x="346274" y="54517"/>
                  <a:pt x="348740" y="6657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text-54 P">
            <a:extLst xmlns:a="http://schemas.openxmlformats.org/drawingml/2006/main">
              <a:ext uri="{FF2B5EF4-FFF2-40B4-BE49-F238E27FC236}">
                <a16:creationId xmlns:a16="http://schemas.microsoft.com/office/drawing/2014/main" id="{21CA345E-7C1E-4A7B-9302-397D604F4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4722759">
            <a:off x="6527408" y="5986129"/>
            <a:ext cx="442885" cy="8852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7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7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7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</a:t>
            </a:r>
          </a:p>
        </p:txBody>
      </p:sp>
      <p:sp>
        <p:nvSpPr>
          <p:cNvPr id="55" name="path-55">
            <a:extLst xmlns:a="http://schemas.openxmlformats.org/drawingml/2006/main">
              <a:ext uri="{FF2B5EF4-FFF2-40B4-BE49-F238E27FC236}">
                <a16:creationId xmlns:a16="http://schemas.microsoft.com/office/drawing/2014/main" id="{4A4A3429-A5F8-4B01-AFF0-F3AC313A7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8966" y="6538705"/>
            <a:ext cx="346915" cy="339626"/>
          </a:xfrm>
          <a:custGeom xmlns:a="http://schemas.openxmlformats.org/drawingml/2006/main">
            <a:pathLst>
              <a:path w="241214" h="236147">
                <a:moveTo>
                  <a:pt x="193821" y="80679"/>
                </a:moveTo>
                <a:cubicBezTo>
                  <a:pt x="187657" y="64378"/>
                  <a:pt x="176288" y="53146"/>
                  <a:pt x="159577" y="46983"/>
                </a:cubicBezTo>
                <a:cubicBezTo>
                  <a:pt x="143003" y="40819"/>
                  <a:pt x="120950" y="39860"/>
                  <a:pt x="93417" y="43969"/>
                </a:cubicBezTo>
                <a:lnTo>
                  <a:pt x="145742" y="94650"/>
                </a:lnTo>
                <a:cubicBezTo>
                  <a:pt x="166425" y="114512"/>
                  <a:pt x="183136" y="128072"/>
                  <a:pt x="195601" y="135058"/>
                </a:cubicBezTo>
                <a:cubicBezTo>
                  <a:pt x="202039" y="119580"/>
                  <a:pt x="201491" y="101499"/>
                  <a:pt x="193821" y="80679"/>
                </a:cubicBezTo>
                <a:moveTo>
                  <a:pt x="229982" y="67255"/>
                </a:moveTo>
                <a:cubicBezTo>
                  <a:pt x="238201" y="89582"/>
                  <a:pt x="241214" y="109033"/>
                  <a:pt x="238886" y="125881"/>
                </a:cubicBezTo>
                <a:cubicBezTo>
                  <a:pt x="236009" y="146701"/>
                  <a:pt x="225052" y="160536"/>
                  <a:pt x="205875" y="167659"/>
                </a:cubicBezTo>
                <a:cubicBezTo>
                  <a:pt x="192588" y="172589"/>
                  <a:pt x="177521" y="169576"/>
                  <a:pt x="160946" y="158481"/>
                </a:cubicBezTo>
                <a:cubicBezTo>
                  <a:pt x="153550" y="153687"/>
                  <a:pt x="140811" y="142180"/>
                  <a:pt x="122593" y="124237"/>
                </a:cubicBezTo>
                <a:lnTo>
                  <a:pt x="57804" y="61091"/>
                </a:lnTo>
                <a:cubicBezTo>
                  <a:pt x="49448" y="72734"/>
                  <a:pt x="44517" y="85062"/>
                  <a:pt x="43010" y="98348"/>
                </a:cubicBezTo>
                <a:cubicBezTo>
                  <a:pt x="41641" y="111635"/>
                  <a:pt x="43558" y="125744"/>
                  <a:pt x="49174" y="140674"/>
                </a:cubicBezTo>
                <a:cubicBezTo>
                  <a:pt x="52599" y="149851"/>
                  <a:pt x="58351" y="159988"/>
                  <a:pt x="66433" y="171220"/>
                </a:cubicBezTo>
                <a:cubicBezTo>
                  <a:pt x="76707" y="185328"/>
                  <a:pt x="86295" y="193410"/>
                  <a:pt x="95198" y="195327"/>
                </a:cubicBezTo>
                <a:cubicBezTo>
                  <a:pt x="103964" y="197245"/>
                  <a:pt x="109444" y="200806"/>
                  <a:pt x="111361" y="206011"/>
                </a:cubicBezTo>
                <a:cubicBezTo>
                  <a:pt x="113005" y="210668"/>
                  <a:pt x="112868" y="215463"/>
                  <a:pt x="110677" y="220531"/>
                </a:cubicBezTo>
                <a:cubicBezTo>
                  <a:pt x="108485" y="225462"/>
                  <a:pt x="105061" y="228886"/>
                  <a:pt x="100403" y="230667"/>
                </a:cubicBezTo>
                <a:cubicBezTo>
                  <a:pt x="85473" y="236147"/>
                  <a:pt x="68214" y="228886"/>
                  <a:pt x="48627" y="208888"/>
                </a:cubicBezTo>
                <a:cubicBezTo>
                  <a:pt x="31915" y="191766"/>
                  <a:pt x="19999" y="173548"/>
                  <a:pt x="12739" y="154098"/>
                </a:cubicBezTo>
                <a:cubicBezTo>
                  <a:pt x="1507" y="123826"/>
                  <a:pt x="0" y="96568"/>
                  <a:pt x="8219" y="72186"/>
                </a:cubicBezTo>
                <a:cubicBezTo>
                  <a:pt x="17259" y="45476"/>
                  <a:pt x="36984" y="26436"/>
                  <a:pt x="67118" y="15341"/>
                </a:cubicBezTo>
                <a:cubicBezTo>
                  <a:pt x="101910" y="2329"/>
                  <a:pt x="134236" y="0"/>
                  <a:pt x="164097" y="8081"/>
                </a:cubicBezTo>
                <a:cubicBezTo>
                  <a:pt x="196560" y="16848"/>
                  <a:pt x="218476" y="36573"/>
                  <a:pt x="229982" y="6725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text-56 e">
            <a:extLst xmlns:a="http://schemas.openxmlformats.org/drawingml/2006/main">
              <a:ext uri="{FF2B5EF4-FFF2-40B4-BE49-F238E27FC236}">
                <a16:creationId xmlns:a16="http://schemas.microsoft.com/office/drawing/2014/main" id="{38B1B6B3-C661-4F51-8AC4-13FA73A33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4178463">
            <a:off x="6614188" y="6291586"/>
            <a:ext cx="455753" cy="8766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</a:t>
            </a:r>
          </a:p>
        </p:txBody>
      </p:sp>
      <p:sp>
        <p:nvSpPr>
          <p:cNvPr id="57" name="path-57">
            <a:extLst xmlns:a="http://schemas.openxmlformats.org/drawingml/2006/main">
              <a:ext uri="{FF2B5EF4-FFF2-40B4-BE49-F238E27FC236}">
                <a16:creationId xmlns:a16="http://schemas.microsoft.com/office/drawing/2014/main" id="{9C02617C-58D4-4A68-8550-33EE65C8A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17662" y="6803077"/>
            <a:ext cx="398528" cy="259054"/>
          </a:xfrm>
          <a:custGeom xmlns:a="http://schemas.openxmlformats.org/drawingml/2006/main">
            <a:pathLst>
              <a:path w="277102" h="180123">
                <a:moveTo>
                  <a:pt x="271349" y="109992"/>
                </a:moveTo>
                <a:cubicBezTo>
                  <a:pt x="276827" y="120264"/>
                  <a:pt x="277102" y="129853"/>
                  <a:pt x="272170" y="139031"/>
                </a:cubicBezTo>
                <a:cubicBezTo>
                  <a:pt x="267241" y="148208"/>
                  <a:pt x="257103" y="157111"/>
                  <a:pt x="241625" y="165467"/>
                </a:cubicBezTo>
                <a:cubicBezTo>
                  <a:pt x="235188" y="169028"/>
                  <a:pt x="230805" y="171357"/>
                  <a:pt x="228475" y="172452"/>
                </a:cubicBezTo>
                <a:cubicBezTo>
                  <a:pt x="212312" y="180123"/>
                  <a:pt x="200943" y="178069"/>
                  <a:pt x="194642" y="166426"/>
                </a:cubicBezTo>
                <a:cubicBezTo>
                  <a:pt x="188752" y="155605"/>
                  <a:pt x="192039" y="146838"/>
                  <a:pt x="204505" y="140126"/>
                </a:cubicBezTo>
                <a:cubicBezTo>
                  <a:pt x="206834" y="138757"/>
                  <a:pt x="211080" y="136154"/>
                  <a:pt x="217380" y="132319"/>
                </a:cubicBezTo>
                <a:lnTo>
                  <a:pt x="232859" y="123141"/>
                </a:lnTo>
                <a:cubicBezTo>
                  <a:pt x="219710" y="104649"/>
                  <a:pt x="205464" y="91774"/>
                  <a:pt x="190122" y="84651"/>
                </a:cubicBezTo>
                <a:cubicBezTo>
                  <a:pt x="176014" y="77939"/>
                  <a:pt x="158618" y="75337"/>
                  <a:pt x="138072" y="76843"/>
                </a:cubicBezTo>
                <a:lnTo>
                  <a:pt x="35203" y="133415"/>
                </a:lnTo>
                <a:cubicBezTo>
                  <a:pt x="22464" y="140263"/>
                  <a:pt x="12739" y="137524"/>
                  <a:pt x="6027" y="125059"/>
                </a:cubicBezTo>
                <a:cubicBezTo>
                  <a:pt x="0" y="113964"/>
                  <a:pt x="3425" y="105060"/>
                  <a:pt x="16026" y="98212"/>
                </a:cubicBezTo>
                <a:lnTo>
                  <a:pt x="148208" y="26299"/>
                </a:lnTo>
                <a:cubicBezTo>
                  <a:pt x="152317" y="23971"/>
                  <a:pt x="158618" y="20820"/>
                  <a:pt x="167111" y="16574"/>
                </a:cubicBezTo>
                <a:cubicBezTo>
                  <a:pt x="175466" y="12465"/>
                  <a:pt x="181767" y="9177"/>
                  <a:pt x="186013" y="6986"/>
                </a:cubicBezTo>
                <a:cubicBezTo>
                  <a:pt x="198615" y="0"/>
                  <a:pt x="207930" y="2055"/>
                  <a:pt x="213956" y="13150"/>
                </a:cubicBezTo>
                <a:cubicBezTo>
                  <a:pt x="220667" y="25478"/>
                  <a:pt x="213683" y="37394"/>
                  <a:pt x="192862" y="48763"/>
                </a:cubicBezTo>
                <a:cubicBezTo>
                  <a:pt x="229160" y="60269"/>
                  <a:pt x="255322" y="80679"/>
                  <a:pt x="271349" y="10999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" name="text-58 r">
            <a:extLst xmlns:a="http://schemas.openxmlformats.org/drawingml/2006/main">
              <a:ext uri="{FF2B5EF4-FFF2-40B4-BE49-F238E27FC236}">
                <a16:creationId xmlns:a16="http://schemas.microsoft.com/office/drawing/2014/main" id="{19496CA3-3CEE-4888-B861-EB3A2BB1BB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3687724">
            <a:off x="6769169" y="6565448"/>
            <a:ext cx="414957" cy="8795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4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4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4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</a:t>
            </a:r>
          </a:p>
        </p:txBody>
      </p:sp>
      <p:sp>
        <p:nvSpPr>
          <p:cNvPr id="59" name="path-59">
            <a:extLst xmlns:a="http://schemas.openxmlformats.org/drawingml/2006/main">
              <a:ext uri="{FF2B5EF4-FFF2-40B4-BE49-F238E27FC236}">
                <a16:creationId xmlns:a16="http://schemas.microsoft.com/office/drawing/2014/main" id="{D5D8281A-128A-4711-8179-7AA7D8296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646" y="7090696"/>
            <a:ext cx="350264" cy="318744"/>
          </a:xfrm>
          <a:custGeom xmlns:a="http://schemas.openxmlformats.org/drawingml/2006/main">
            <a:pathLst>
              <a:path w="243543" h="221627">
                <a:moveTo>
                  <a:pt x="217791" y="31094"/>
                </a:moveTo>
                <a:cubicBezTo>
                  <a:pt x="226010" y="42462"/>
                  <a:pt x="232585" y="56982"/>
                  <a:pt x="237516" y="74789"/>
                </a:cubicBezTo>
                <a:cubicBezTo>
                  <a:pt x="243543" y="97527"/>
                  <a:pt x="241626" y="112320"/>
                  <a:pt x="231901" y="119443"/>
                </a:cubicBezTo>
                <a:cubicBezTo>
                  <a:pt x="227516" y="122730"/>
                  <a:pt x="222449" y="124100"/>
                  <a:pt x="216970" y="123689"/>
                </a:cubicBezTo>
                <a:cubicBezTo>
                  <a:pt x="211491" y="123278"/>
                  <a:pt x="207107" y="120949"/>
                  <a:pt x="204094" y="116703"/>
                </a:cubicBezTo>
                <a:cubicBezTo>
                  <a:pt x="201629" y="113279"/>
                  <a:pt x="200533" y="109718"/>
                  <a:pt x="200669" y="105745"/>
                </a:cubicBezTo>
                <a:cubicBezTo>
                  <a:pt x="200944" y="101773"/>
                  <a:pt x="201218" y="97938"/>
                  <a:pt x="201492" y="94239"/>
                </a:cubicBezTo>
                <a:cubicBezTo>
                  <a:pt x="201903" y="83418"/>
                  <a:pt x="196561" y="70269"/>
                  <a:pt x="185191" y="54790"/>
                </a:cubicBezTo>
                <a:cubicBezTo>
                  <a:pt x="176698" y="43010"/>
                  <a:pt x="157659" y="39038"/>
                  <a:pt x="128210" y="42874"/>
                </a:cubicBezTo>
                <a:cubicBezTo>
                  <a:pt x="101363" y="46298"/>
                  <a:pt x="80815" y="53284"/>
                  <a:pt x="66708" y="63557"/>
                </a:cubicBezTo>
                <a:cubicBezTo>
                  <a:pt x="51502" y="74652"/>
                  <a:pt x="43284" y="88623"/>
                  <a:pt x="42052" y="105334"/>
                </a:cubicBezTo>
                <a:cubicBezTo>
                  <a:pt x="40956" y="121087"/>
                  <a:pt x="45887" y="136428"/>
                  <a:pt x="56982" y="151769"/>
                </a:cubicBezTo>
                <a:cubicBezTo>
                  <a:pt x="62051" y="158618"/>
                  <a:pt x="69310" y="164645"/>
                  <a:pt x="78624" y="169850"/>
                </a:cubicBezTo>
                <a:lnTo>
                  <a:pt x="104101" y="182178"/>
                </a:lnTo>
                <a:cubicBezTo>
                  <a:pt x="108485" y="184232"/>
                  <a:pt x="111224" y="186013"/>
                  <a:pt x="112183" y="187520"/>
                </a:cubicBezTo>
                <a:cubicBezTo>
                  <a:pt x="115334" y="191766"/>
                  <a:pt x="116293" y="196698"/>
                  <a:pt x="115196" y="202313"/>
                </a:cubicBezTo>
                <a:cubicBezTo>
                  <a:pt x="114100" y="207929"/>
                  <a:pt x="111361" y="212312"/>
                  <a:pt x="106978" y="215600"/>
                </a:cubicBezTo>
                <a:cubicBezTo>
                  <a:pt x="98485" y="221627"/>
                  <a:pt x="83829" y="218750"/>
                  <a:pt x="63146" y="206696"/>
                </a:cubicBezTo>
                <a:cubicBezTo>
                  <a:pt x="44791" y="196149"/>
                  <a:pt x="31915" y="185739"/>
                  <a:pt x="24382" y="175466"/>
                </a:cubicBezTo>
                <a:cubicBezTo>
                  <a:pt x="7122" y="151769"/>
                  <a:pt x="0" y="126839"/>
                  <a:pt x="2740" y="100540"/>
                </a:cubicBezTo>
                <a:cubicBezTo>
                  <a:pt x="5616" y="73008"/>
                  <a:pt x="19451" y="50270"/>
                  <a:pt x="43969" y="32327"/>
                </a:cubicBezTo>
                <a:cubicBezTo>
                  <a:pt x="67393" y="15204"/>
                  <a:pt x="97253" y="5479"/>
                  <a:pt x="133551" y="2876"/>
                </a:cubicBezTo>
                <a:cubicBezTo>
                  <a:pt x="173959" y="0"/>
                  <a:pt x="202039" y="9451"/>
                  <a:pt x="217791" y="3109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text-60 c">
            <a:extLst xmlns:a="http://schemas.openxmlformats.org/drawingml/2006/main">
              <a:ext uri="{FF2B5EF4-FFF2-40B4-BE49-F238E27FC236}">
                <a16:creationId xmlns:a16="http://schemas.microsoft.com/office/drawing/2014/main" id="{4E02D2F7-B9D5-494E-9513-3C0F11A22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3235393">
            <a:off x="6923890" y="6803767"/>
            <a:ext cx="444391" cy="8969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50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50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50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</a:t>
            </a:r>
          </a:p>
        </p:txBody>
      </p:sp>
      <p:sp>
        <p:nvSpPr>
          <p:cNvPr id="61" name="path-61">
            <a:extLst xmlns:a="http://schemas.openxmlformats.org/drawingml/2006/main">
              <a:ext uri="{FF2B5EF4-FFF2-40B4-BE49-F238E27FC236}">
                <a16:creationId xmlns:a16="http://schemas.microsoft.com/office/drawing/2014/main" id="{564D5AD8-C1BF-499C-AFCD-3CDC95F37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17373" y="7311137"/>
            <a:ext cx="346521" cy="353219"/>
          </a:xfrm>
          <a:custGeom xmlns:a="http://schemas.openxmlformats.org/drawingml/2006/main">
            <a:pathLst>
              <a:path w="240940" h="245598">
                <a:moveTo>
                  <a:pt x="175877" y="59722"/>
                </a:moveTo>
                <a:cubicBezTo>
                  <a:pt x="163822" y="47119"/>
                  <a:pt x="148893" y="41366"/>
                  <a:pt x="131222" y="42325"/>
                </a:cubicBezTo>
                <a:cubicBezTo>
                  <a:pt x="113416" y="43284"/>
                  <a:pt x="92732" y="51092"/>
                  <a:pt x="69173" y="65748"/>
                </a:cubicBezTo>
                <a:lnTo>
                  <a:pt x="137387" y="91637"/>
                </a:lnTo>
                <a:cubicBezTo>
                  <a:pt x="164234" y="101636"/>
                  <a:pt x="184917" y="107252"/>
                  <a:pt x="199300" y="108759"/>
                </a:cubicBezTo>
                <a:cubicBezTo>
                  <a:pt x="199026" y="92048"/>
                  <a:pt x="191218" y="75610"/>
                  <a:pt x="175877" y="59722"/>
                </a:cubicBezTo>
                <a:moveTo>
                  <a:pt x="203683" y="33011"/>
                </a:moveTo>
                <a:cubicBezTo>
                  <a:pt x="220120" y="50133"/>
                  <a:pt x="230667" y="66844"/>
                  <a:pt x="235324" y="83144"/>
                </a:cubicBezTo>
                <a:cubicBezTo>
                  <a:pt x="240940" y="103279"/>
                  <a:pt x="236283" y="120402"/>
                  <a:pt x="221627" y="134647"/>
                </a:cubicBezTo>
                <a:cubicBezTo>
                  <a:pt x="211353" y="144510"/>
                  <a:pt x="196286" y="147660"/>
                  <a:pt x="176698" y="144098"/>
                </a:cubicBezTo>
                <a:cubicBezTo>
                  <a:pt x="168069" y="142592"/>
                  <a:pt x="151769" y="137113"/>
                  <a:pt x="127935" y="127935"/>
                </a:cubicBezTo>
                <a:lnTo>
                  <a:pt x="43284" y="95746"/>
                </a:lnTo>
                <a:cubicBezTo>
                  <a:pt x="40271" y="109717"/>
                  <a:pt x="40681" y="123004"/>
                  <a:pt x="44653" y="135880"/>
                </a:cubicBezTo>
                <a:cubicBezTo>
                  <a:pt x="48626" y="148619"/>
                  <a:pt x="56023" y="160672"/>
                  <a:pt x="66981" y="172178"/>
                </a:cubicBezTo>
                <a:cubicBezTo>
                  <a:pt x="73830" y="179301"/>
                  <a:pt x="83144" y="186287"/>
                  <a:pt x="95061" y="193273"/>
                </a:cubicBezTo>
                <a:cubicBezTo>
                  <a:pt x="110128" y="202176"/>
                  <a:pt x="122046" y="205737"/>
                  <a:pt x="130949" y="203957"/>
                </a:cubicBezTo>
                <a:cubicBezTo>
                  <a:pt x="139851" y="202176"/>
                  <a:pt x="146153" y="203409"/>
                  <a:pt x="150125" y="207381"/>
                </a:cubicBezTo>
                <a:cubicBezTo>
                  <a:pt x="153550" y="210942"/>
                  <a:pt x="155193" y="215463"/>
                  <a:pt x="155193" y="220942"/>
                </a:cubicBezTo>
                <a:cubicBezTo>
                  <a:pt x="155193" y="226421"/>
                  <a:pt x="153412" y="230941"/>
                  <a:pt x="149851" y="234365"/>
                </a:cubicBezTo>
                <a:cubicBezTo>
                  <a:pt x="138345" y="245323"/>
                  <a:pt x="119717" y="245598"/>
                  <a:pt x="93691" y="235050"/>
                </a:cubicBezTo>
                <a:cubicBezTo>
                  <a:pt x="71638" y="225873"/>
                  <a:pt x="53283" y="213956"/>
                  <a:pt x="39038" y="199026"/>
                </a:cubicBezTo>
                <a:cubicBezTo>
                  <a:pt x="16711" y="175740"/>
                  <a:pt x="4383" y="151221"/>
                  <a:pt x="2192" y="125607"/>
                </a:cubicBezTo>
                <a:cubicBezTo>
                  <a:pt x="0" y="97527"/>
                  <a:pt x="10410" y="72323"/>
                  <a:pt x="33558" y="49996"/>
                </a:cubicBezTo>
                <a:cubicBezTo>
                  <a:pt x="60406" y="24381"/>
                  <a:pt x="89171" y="9314"/>
                  <a:pt x="119717" y="4794"/>
                </a:cubicBezTo>
                <a:cubicBezTo>
                  <a:pt x="153139" y="0"/>
                  <a:pt x="181083" y="9314"/>
                  <a:pt x="203683" y="3301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" name="text-62 e">
            <a:extLst xmlns:a="http://schemas.openxmlformats.org/drawingml/2006/main">
              <a:ext uri="{FF2B5EF4-FFF2-40B4-BE49-F238E27FC236}">
                <a16:creationId xmlns:a16="http://schemas.microsoft.com/office/drawing/2014/main" id="{1ECA6FD0-219D-418B-BE11-B95610F2D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2771448">
            <a:off x="7120527" y="7050662"/>
            <a:ext cx="455422" cy="8761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2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2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2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</a:t>
            </a:r>
          </a:p>
        </p:txBody>
      </p:sp>
      <p:sp>
        <p:nvSpPr>
          <p:cNvPr id="63" name="path-63">
            <a:extLst xmlns:a="http://schemas.openxmlformats.org/drawingml/2006/main">
              <a:ext uri="{FF2B5EF4-FFF2-40B4-BE49-F238E27FC236}">
                <a16:creationId xmlns:a16="http://schemas.microsoft.com/office/drawing/2014/main" id="{DD7C9A61-9108-48C6-AB15-71197C4E5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34981" y="7479177"/>
            <a:ext cx="461173" cy="423547"/>
          </a:xfrm>
          <a:custGeom xmlns:a="http://schemas.openxmlformats.org/drawingml/2006/main">
            <a:pathLst>
              <a:path w="320660" h="294498">
                <a:moveTo>
                  <a:pt x="262445" y="103964"/>
                </a:moveTo>
                <a:cubicBezTo>
                  <a:pt x="252173" y="95746"/>
                  <a:pt x="241078" y="90678"/>
                  <a:pt x="229160" y="88624"/>
                </a:cubicBezTo>
                <a:cubicBezTo>
                  <a:pt x="220530" y="87254"/>
                  <a:pt x="208339" y="87254"/>
                  <a:pt x="192451" y="88624"/>
                </a:cubicBezTo>
                <a:cubicBezTo>
                  <a:pt x="173822" y="115197"/>
                  <a:pt x="153276" y="142318"/>
                  <a:pt x="131085" y="170398"/>
                </a:cubicBezTo>
                <a:cubicBezTo>
                  <a:pt x="139442" y="184780"/>
                  <a:pt x="149852" y="196698"/>
                  <a:pt x="162042" y="206422"/>
                </a:cubicBezTo>
                <a:cubicBezTo>
                  <a:pt x="176014" y="217517"/>
                  <a:pt x="190807" y="220805"/>
                  <a:pt x="206422" y="216285"/>
                </a:cubicBezTo>
                <a:cubicBezTo>
                  <a:pt x="219983" y="212312"/>
                  <a:pt x="232585" y="203135"/>
                  <a:pt x="244090" y="188753"/>
                </a:cubicBezTo>
                <a:cubicBezTo>
                  <a:pt x="260254" y="168343"/>
                  <a:pt x="269842" y="151085"/>
                  <a:pt x="272856" y="137113"/>
                </a:cubicBezTo>
                <a:cubicBezTo>
                  <a:pt x="276006" y="123005"/>
                  <a:pt x="272445" y="111910"/>
                  <a:pt x="262445" y="103964"/>
                </a:cubicBezTo>
                <a:moveTo>
                  <a:pt x="230804" y="5616"/>
                </a:moveTo>
                <a:cubicBezTo>
                  <a:pt x="235187" y="9178"/>
                  <a:pt x="237516" y="13561"/>
                  <a:pt x="238063" y="19040"/>
                </a:cubicBezTo>
                <a:cubicBezTo>
                  <a:pt x="238612" y="24519"/>
                  <a:pt x="237105" y="29450"/>
                  <a:pt x="233544" y="33833"/>
                </a:cubicBezTo>
                <a:cubicBezTo>
                  <a:pt x="232722" y="34929"/>
                  <a:pt x="231078" y="36573"/>
                  <a:pt x="228612" y="39038"/>
                </a:cubicBezTo>
                <a:cubicBezTo>
                  <a:pt x="225325" y="42051"/>
                  <a:pt x="222311" y="44928"/>
                  <a:pt x="219846" y="47668"/>
                </a:cubicBezTo>
                <a:cubicBezTo>
                  <a:pt x="234640" y="48764"/>
                  <a:pt x="247926" y="51092"/>
                  <a:pt x="259432" y="54927"/>
                </a:cubicBezTo>
                <a:cubicBezTo>
                  <a:pt x="271076" y="58763"/>
                  <a:pt x="280937" y="63968"/>
                  <a:pt x="289019" y="70406"/>
                </a:cubicBezTo>
                <a:cubicBezTo>
                  <a:pt x="312030" y="88624"/>
                  <a:pt x="320660" y="112184"/>
                  <a:pt x="315181" y="140948"/>
                </a:cubicBezTo>
                <a:cubicBezTo>
                  <a:pt x="310661" y="163686"/>
                  <a:pt x="297923" y="188342"/>
                  <a:pt x="276965" y="214915"/>
                </a:cubicBezTo>
                <a:cubicBezTo>
                  <a:pt x="257651" y="239022"/>
                  <a:pt x="235325" y="253816"/>
                  <a:pt x="209984" y="259158"/>
                </a:cubicBezTo>
                <a:cubicBezTo>
                  <a:pt x="183000" y="264638"/>
                  <a:pt x="158070" y="258336"/>
                  <a:pt x="135195" y="240118"/>
                </a:cubicBezTo>
                <a:cubicBezTo>
                  <a:pt x="123963" y="231215"/>
                  <a:pt x="113141" y="219709"/>
                  <a:pt x="102595" y="205464"/>
                </a:cubicBezTo>
                <a:lnTo>
                  <a:pt x="38491" y="285320"/>
                </a:lnTo>
                <a:cubicBezTo>
                  <a:pt x="34518" y="290252"/>
                  <a:pt x="29861" y="293128"/>
                  <a:pt x="24245" y="293813"/>
                </a:cubicBezTo>
                <a:cubicBezTo>
                  <a:pt x="18766" y="294498"/>
                  <a:pt x="13561" y="292854"/>
                  <a:pt x="8766" y="289019"/>
                </a:cubicBezTo>
                <a:cubicBezTo>
                  <a:pt x="3972" y="285320"/>
                  <a:pt x="1233" y="280526"/>
                  <a:pt x="685" y="274910"/>
                </a:cubicBezTo>
                <a:cubicBezTo>
                  <a:pt x="0" y="269431"/>
                  <a:pt x="1644" y="264089"/>
                  <a:pt x="5616" y="259296"/>
                </a:cubicBezTo>
                <a:lnTo>
                  <a:pt x="59447" y="192588"/>
                </a:lnTo>
                <a:lnTo>
                  <a:pt x="112731" y="125607"/>
                </a:lnTo>
                <a:cubicBezTo>
                  <a:pt x="131770" y="100815"/>
                  <a:pt x="148756" y="77939"/>
                  <a:pt x="163413" y="56708"/>
                </a:cubicBezTo>
                <a:lnTo>
                  <a:pt x="187931" y="20684"/>
                </a:lnTo>
                <a:cubicBezTo>
                  <a:pt x="194232" y="12739"/>
                  <a:pt x="201080" y="7123"/>
                  <a:pt x="208339" y="3972"/>
                </a:cubicBezTo>
                <a:cubicBezTo>
                  <a:pt x="216832" y="0"/>
                  <a:pt x="224366" y="548"/>
                  <a:pt x="230804" y="561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text-64 p">
            <a:extLst xmlns:a="http://schemas.openxmlformats.org/drawingml/2006/main">
              <a:ext uri="{FF2B5EF4-FFF2-40B4-BE49-F238E27FC236}">
                <a16:creationId xmlns:a16="http://schemas.microsoft.com/office/drawing/2014/main" id="{FABF0B45-E104-41A8-9481-995C749C11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2309275">
            <a:off x="7370954" y="7252572"/>
            <a:ext cx="458522" cy="8982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505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505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505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</a:t>
            </a:r>
          </a:p>
        </p:txBody>
      </p:sp>
      <p:sp>
        <p:nvSpPr>
          <p:cNvPr id="65" name="path-65">
            <a:extLst xmlns:a="http://schemas.openxmlformats.org/drawingml/2006/main">
              <a:ext uri="{FF2B5EF4-FFF2-40B4-BE49-F238E27FC236}">
                <a16:creationId xmlns:a16="http://schemas.microsoft.com/office/drawing/2014/main" id="{17562690-08B3-490A-8B31-8AF0FD2AF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3894" y="7621213"/>
            <a:ext cx="296483" cy="407197"/>
          </a:xfrm>
          <a:custGeom xmlns:a="http://schemas.openxmlformats.org/drawingml/2006/main">
            <a:pathLst>
              <a:path w="206148" h="283129">
                <a:moveTo>
                  <a:pt x="168480" y="3972"/>
                </a:moveTo>
                <a:cubicBezTo>
                  <a:pt x="179438" y="10684"/>
                  <a:pt x="180397" y="23560"/>
                  <a:pt x="171494" y="42599"/>
                </a:cubicBezTo>
                <a:cubicBezTo>
                  <a:pt x="169028" y="47394"/>
                  <a:pt x="166015" y="52873"/>
                  <a:pt x="162180" y="59311"/>
                </a:cubicBezTo>
                <a:lnTo>
                  <a:pt x="155330" y="69721"/>
                </a:lnTo>
                <a:lnTo>
                  <a:pt x="148345" y="80953"/>
                </a:lnTo>
                <a:cubicBezTo>
                  <a:pt x="164644" y="88212"/>
                  <a:pt x="173959" y="92459"/>
                  <a:pt x="176151" y="93692"/>
                </a:cubicBezTo>
                <a:cubicBezTo>
                  <a:pt x="188890" y="101500"/>
                  <a:pt x="196834" y="107115"/>
                  <a:pt x="199985" y="110677"/>
                </a:cubicBezTo>
                <a:cubicBezTo>
                  <a:pt x="205875" y="117662"/>
                  <a:pt x="206148" y="125607"/>
                  <a:pt x="200670" y="134647"/>
                </a:cubicBezTo>
                <a:cubicBezTo>
                  <a:pt x="197519" y="139990"/>
                  <a:pt x="193136" y="143414"/>
                  <a:pt x="187657" y="144920"/>
                </a:cubicBezTo>
                <a:cubicBezTo>
                  <a:pt x="182177" y="146427"/>
                  <a:pt x="176836" y="145469"/>
                  <a:pt x="171631" y="142318"/>
                </a:cubicBezTo>
                <a:cubicBezTo>
                  <a:pt x="169028" y="140811"/>
                  <a:pt x="166015" y="138894"/>
                  <a:pt x="162727" y="136428"/>
                </a:cubicBezTo>
                <a:cubicBezTo>
                  <a:pt x="159302" y="134100"/>
                  <a:pt x="156426" y="132182"/>
                  <a:pt x="153824" y="130675"/>
                </a:cubicBezTo>
                <a:cubicBezTo>
                  <a:pt x="151085" y="128895"/>
                  <a:pt x="142180" y="124785"/>
                  <a:pt x="127251" y="118347"/>
                </a:cubicBezTo>
                <a:lnTo>
                  <a:pt x="65200" y="228887"/>
                </a:lnTo>
                <a:lnTo>
                  <a:pt x="60543" y="236968"/>
                </a:lnTo>
                <a:lnTo>
                  <a:pt x="55064" y="246420"/>
                </a:lnTo>
                <a:cubicBezTo>
                  <a:pt x="39449" y="273541"/>
                  <a:pt x="24930" y="283129"/>
                  <a:pt x="11643" y="275048"/>
                </a:cubicBezTo>
                <a:cubicBezTo>
                  <a:pt x="6712" y="272034"/>
                  <a:pt x="3425" y="267925"/>
                  <a:pt x="1781" y="262583"/>
                </a:cubicBezTo>
                <a:cubicBezTo>
                  <a:pt x="0" y="257240"/>
                  <a:pt x="685" y="252173"/>
                  <a:pt x="3561" y="247378"/>
                </a:cubicBezTo>
                <a:cubicBezTo>
                  <a:pt x="6302" y="242721"/>
                  <a:pt x="10684" y="235873"/>
                  <a:pt x="16712" y="226832"/>
                </a:cubicBezTo>
                <a:cubicBezTo>
                  <a:pt x="22601" y="217655"/>
                  <a:pt x="27122" y="210806"/>
                  <a:pt x="29861" y="206149"/>
                </a:cubicBezTo>
                <a:lnTo>
                  <a:pt x="90815" y="96842"/>
                </a:lnTo>
                <a:cubicBezTo>
                  <a:pt x="82186" y="91090"/>
                  <a:pt x="69173" y="81912"/>
                  <a:pt x="52051" y="69173"/>
                </a:cubicBezTo>
                <a:cubicBezTo>
                  <a:pt x="42051" y="61092"/>
                  <a:pt x="40272" y="51777"/>
                  <a:pt x="46710" y="41093"/>
                </a:cubicBezTo>
                <a:cubicBezTo>
                  <a:pt x="49858" y="35751"/>
                  <a:pt x="54243" y="32327"/>
                  <a:pt x="59722" y="30683"/>
                </a:cubicBezTo>
                <a:cubicBezTo>
                  <a:pt x="65200" y="29176"/>
                  <a:pt x="70406" y="29998"/>
                  <a:pt x="75611" y="33012"/>
                </a:cubicBezTo>
                <a:lnTo>
                  <a:pt x="112184" y="59448"/>
                </a:lnTo>
                <a:cubicBezTo>
                  <a:pt x="116019" y="53146"/>
                  <a:pt x="120813" y="44654"/>
                  <a:pt x="126566" y="33833"/>
                </a:cubicBezTo>
                <a:cubicBezTo>
                  <a:pt x="132319" y="23149"/>
                  <a:pt x="136565" y="15342"/>
                  <a:pt x="139304" y="10684"/>
                </a:cubicBezTo>
                <a:cubicBezTo>
                  <a:pt x="142454" y="5617"/>
                  <a:pt x="146838" y="2466"/>
                  <a:pt x="152317" y="1233"/>
                </a:cubicBezTo>
                <a:cubicBezTo>
                  <a:pt x="157933" y="0"/>
                  <a:pt x="163275" y="959"/>
                  <a:pt x="168480" y="397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" name="text-66 t">
            <a:extLst xmlns:a="http://schemas.openxmlformats.org/drawingml/2006/main">
              <a:ext uri="{FF2B5EF4-FFF2-40B4-BE49-F238E27FC236}">
                <a16:creationId xmlns:a16="http://schemas.microsoft.com/office/drawing/2014/main" id="{B70AD57D-C85D-4203-A9D4-EAFD1FA26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1867264">
            <a:off x="7642162" y="7418741"/>
            <a:ext cx="417205" cy="8970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50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50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50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</a:t>
            </a:r>
          </a:p>
        </p:txBody>
      </p:sp>
      <p:sp>
        <p:nvSpPr>
          <p:cNvPr id="67" name="path-67">
            <a:extLst xmlns:a="http://schemas.openxmlformats.org/drawingml/2006/main">
              <a:ext uri="{FF2B5EF4-FFF2-40B4-BE49-F238E27FC236}">
                <a16:creationId xmlns:a16="http://schemas.microsoft.com/office/drawing/2014/main" id="{C13F946A-9C6C-4F57-A442-0980D524E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3154" y="7698241"/>
            <a:ext cx="252158" cy="421381"/>
          </a:xfrm>
          <a:custGeom xmlns:a="http://schemas.openxmlformats.org/drawingml/2006/main">
            <a:pathLst>
              <a:path w="175329" h="292991">
                <a:moveTo>
                  <a:pt x="110129" y="92047"/>
                </a:moveTo>
                <a:cubicBezTo>
                  <a:pt x="115607" y="94650"/>
                  <a:pt x="119307" y="98622"/>
                  <a:pt x="121224" y="103964"/>
                </a:cubicBezTo>
                <a:cubicBezTo>
                  <a:pt x="123005" y="109169"/>
                  <a:pt x="122594" y="114786"/>
                  <a:pt x="119718" y="120539"/>
                </a:cubicBezTo>
                <a:cubicBezTo>
                  <a:pt x="113965" y="132729"/>
                  <a:pt x="106157" y="147522"/>
                  <a:pt x="96295" y="165055"/>
                </a:cubicBezTo>
                <a:cubicBezTo>
                  <a:pt x="86432" y="182588"/>
                  <a:pt x="78487" y="197382"/>
                  <a:pt x="72734" y="209435"/>
                </a:cubicBezTo>
                <a:cubicBezTo>
                  <a:pt x="69036" y="217243"/>
                  <a:pt x="63831" y="228886"/>
                  <a:pt x="56981" y="244501"/>
                </a:cubicBezTo>
                <a:cubicBezTo>
                  <a:pt x="49997" y="260117"/>
                  <a:pt x="44792" y="271897"/>
                  <a:pt x="41093" y="279567"/>
                </a:cubicBezTo>
                <a:cubicBezTo>
                  <a:pt x="38354" y="285320"/>
                  <a:pt x="34381" y="289155"/>
                  <a:pt x="29177" y="291073"/>
                </a:cubicBezTo>
                <a:cubicBezTo>
                  <a:pt x="23971" y="292991"/>
                  <a:pt x="18629" y="292580"/>
                  <a:pt x="12876" y="289978"/>
                </a:cubicBezTo>
                <a:cubicBezTo>
                  <a:pt x="7397" y="287375"/>
                  <a:pt x="3699" y="283403"/>
                  <a:pt x="1918" y="278060"/>
                </a:cubicBezTo>
                <a:cubicBezTo>
                  <a:pt x="0" y="272718"/>
                  <a:pt x="412" y="267240"/>
                  <a:pt x="3151" y="261623"/>
                </a:cubicBezTo>
                <a:cubicBezTo>
                  <a:pt x="6849" y="253815"/>
                  <a:pt x="12054" y="242173"/>
                  <a:pt x="19040" y="226557"/>
                </a:cubicBezTo>
                <a:cubicBezTo>
                  <a:pt x="25889" y="210942"/>
                  <a:pt x="31094" y="199162"/>
                  <a:pt x="34792" y="191492"/>
                </a:cubicBezTo>
                <a:cubicBezTo>
                  <a:pt x="40545" y="179301"/>
                  <a:pt x="48490" y="164507"/>
                  <a:pt x="58351" y="146974"/>
                </a:cubicBezTo>
                <a:cubicBezTo>
                  <a:pt x="68215" y="129441"/>
                  <a:pt x="76022" y="114648"/>
                  <a:pt x="81912" y="102457"/>
                </a:cubicBezTo>
                <a:cubicBezTo>
                  <a:pt x="84652" y="96704"/>
                  <a:pt x="88624" y="92869"/>
                  <a:pt x="93829" y="90951"/>
                </a:cubicBezTo>
                <a:cubicBezTo>
                  <a:pt x="99171" y="89034"/>
                  <a:pt x="104512" y="89308"/>
                  <a:pt x="110129" y="92047"/>
                </a:cubicBezTo>
                <a:moveTo>
                  <a:pt x="160125" y="3287"/>
                </a:moveTo>
                <a:cubicBezTo>
                  <a:pt x="166289" y="6301"/>
                  <a:pt x="170535" y="10958"/>
                  <a:pt x="173001" y="17396"/>
                </a:cubicBezTo>
                <a:cubicBezTo>
                  <a:pt x="175329" y="23971"/>
                  <a:pt x="175055" y="30271"/>
                  <a:pt x="172042" y="36572"/>
                </a:cubicBezTo>
                <a:cubicBezTo>
                  <a:pt x="169165" y="42736"/>
                  <a:pt x="164371" y="46982"/>
                  <a:pt x="157796" y="49173"/>
                </a:cubicBezTo>
                <a:cubicBezTo>
                  <a:pt x="151358" y="51503"/>
                  <a:pt x="144920" y="51091"/>
                  <a:pt x="138757" y="48215"/>
                </a:cubicBezTo>
                <a:cubicBezTo>
                  <a:pt x="132593" y="45201"/>
                  <a:pt x="128210" y="40544"/>
                  <a:pt x="125881" y="33970"/>
                </a:cubicBezTo>
                <a:cubicBezTo>
                  <a:pt x="123415" y="27395"/>
                  <a:pt x="123690" y="21094"/>
                  <a:pt x="126566" y="14930"/>
                </a:cubicBezTo>
                <a:cubicBezTo>
                  <a:pt x="129580" y="8629"/>
                  <a:pt x="134374" y="4520"/>
                  <a:pt x="140948" y="2191"/>
                </a:cubicBezTo>
                <a:cubicBezTo>
                  <a:pt x="147523" y="0"/>
                  <a:pt x="153961" y="411"/>
                  <a:pt x="160125" y="328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" name="text-68 i">
            <a:extLst xmlns:a="http://schemas.openxmlformats.org/drawingml/2006/main">
              <a:ext uri="{FF2B5EF4-FFF2-40B4-BE49-F238E27FC236}">
                <a16:creationId xmlns:a16="http://schemas.microsoft.com/office/drawing/2014/main" id="{848C5AF9-501C-4ECC-88FC-485700CDE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1525653">
            <a:off x="7902251" y="7522911"/>
            <a:ext cx="292955" cy="8911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50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50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50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</a:t>
            </a:r>
          </a:p>
        </p:txBody>
      </p:sp>
      <p:sp>
        <p:nvSpPr>
          <p:cNvPr id="69" name="path-69">
            <a:extLst xmlns:a="http://schemas.openxmlformats.org/drawingml/2006/main">
              <a:ext uri="{FF2B5EF4-FFF2-40B4-BE49-F238E27FC236}">
                <a16:creationId xmlns:a16="http://schemas.microsoft.com/office/drawing/2014/main" id="{88DC69C1-4AEF-466A-8FDD-FFD2256C8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1936" y="7899573"/>
            <a:ext cx="297468" cy="342779"/>
          </a:xfrm>
          <a:custGeom xmlns:a="http://schemas.openxmlformats.org/drawingml/2006/main">
            <a:pathLst>
              <a:path w="206833" h="238338">
                <a:moveTo>
                  <a:pt x="137249" y="51777"/>
                </a:moveTo>
                <a:cubicBezTo>
                  <a:pt x="117524" y="44792"/>
                  <a:pt x="98759" y="48901"/>
                  <a:pt x="81089" y="64104"/>
                </a:cubicBezTo>
                <a:cubicBezTo>
                  <a:pt x="66981" y="76296"/>
                  <a:pt x="56571" y="92185"/>
                  <a:pt x="49858" y="111772"/>
                </a:cubicBezTo>
                <a:cubicBezTo>
                  <a:pt x="43010" y="131359"/>
                  <a:pt x="43147" y="148482"/>
                  <a:pt x="49996" y="163138"/>
                </a:cubicBezTo>
                <a:cubicBezTo>
                  <a:pt x="55749" y="175193"/>
                  <a:pt x="64652" y="183411"/>
                  <a:pt x="76706" y="187520"/>
                </a:cubicBezTo>
                <a:cubicBezTo>
                  <a:pt x="90677" y="192451"/>
                  <a:pt x="104648" y="191493"/>
                  <a:pt x="118209" y="184643"/>
                </a:cubicBezTo>
                <a:cubicBezTo>
                  <a:pt x="133688" y="177384"/>
                  <a:pt x="145056" y="164098"/>
                  <a:pt x="152454" y="145057"/>
                </a:cubicBezTo>
                <a:cubicBezTo>
                  <a:pt x="172315" y="93417"/>
                  <a:pt x="167385" y="62325"/>
                  <a:pt x="137249" y="51777"/>
                </a:cubicBezTo>
                <a:moveTo>
                  <a:pt x="154097" y="11644"/>
                </a:moveTo>
                <a:cubicBezTo>
                  <a:pt x="181082" y="20958"/>
                  <a:pt x="197244" y="40408"/>
                  <a:pt x="202724" y="69858"/>
                </a:cubicBezTo>
                <a:cubicBezTo>
                  <a:pt x="206833" y="93692"/>
                  <a:pt x="203820" y="119580"/>
                  <a:pt x="193683" y="147523"/>
                </a:cubicBezTo>
                <a:cubicBezTo>
                  <a:pt x="182999" y="177384"/>
                  <a:pt x="166288" y="200259"/>
                  <a:pt x="143687" y="216148"/>
                </a:cubicBezTo>
                <a:cubicBezTo>
                  <a:pt x="118073" y="234229"/>
                  <a:pt x="90951" y="238338"/>
                  <a:pt x="62598" y="228475"/>
                </a:cubicBezTo>
                <a:cubicBezTo>
                  <a:pt x="39859" y="220531"/>
                  <a:pt x="23286" y="205464"/>
                  <a:pt x="12739" y="183137"/>
                </a:cubicBezTo>
                <a:cubicBezTo>
                  <a:pt x="958" y="158208"/>
                  <a:pt x="0" y="129853"/>
                  <a:pt x="9999" y="97938"/>
                </a:cubicBezTo>
                <a:cubicBezTo>
                  <a:pt x="19724" y="67255"/>
                  <a:pt x="36709" y="43011"/>
                  <a:pt x="60953" y="25341"/>
                </a:cubicBezTo>
                <a:cubicBezTo>
                  <a:pt x="89308" y="4521"/>
                  <a:pt x="120401" y="0"/>
                  <a:pt x="154097" y="1164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text-70 o">
            <a:extLst xmlns:a="http://schemas.openxmlformats.org/drawingml/2006/main">
              <a:ext uri="{FF2B5EF4-FFF2-40B4-BE49-F238E27FC236}">
                <a16:creationId xmlns:a16="http://schemas.microsoft.com/office/drawing/2014/main" id="{273A6F5D-AC13-4CC5-BC3B-D7D45E1EA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1145897">
            <a:off x="8048635" y="7617267"/>
            <a:ext cx="442026" cy="8766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3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</a:t>
            </a:r>
          </a:p>
        </p:txBody>
      </p:sp>
      <p:sp>
        <p:nvSpPr>
          <p:cNvPr id="71" name="path-71">
            <a:extLst xmlns:a="http://schemas.openxmlformats.org/drawingml/2006/main">
              <a:ext uri="{FF2B5EF4-FFF2-40B4-BE49-F238E27FC236}">
                <a16:creationId xmlns:a16="http://schemas.microsoft.com/office/drawing/2014/main" id="{7051FE29-15E7-4E33-983C-70425A421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3194" y="7951580"/>
            <a:ext cx="291951" cy="392423"/>
          </a:xfrm>
          <a:custGeom xmlns:a="http://schemas.openxmlformats.org/drawingml/2006/main">
            <a:pathLst>
              <a:path w="202997" h="272856">
                <a:moveTo>
                  <a:pt x="64104" y="959"/>
                </a:moveTo>
                <a:cubicBezTo>
                  <a:pt x="76980" y="3425"/>
                  <a:pt x="82458" y="13835"/>
                  <a:pt x="80404" y="32327"/>
                </a:cubicBezTo>
                <a:lnTo>
                  <a:pt x="76431" y="57120"/>
                </a:lnTo>
                <a:cubicBezTo>
                  <a:pt x="105882" y="29998"/>
                  <a:pt x="133003" y="18629"/>
                  <a:pt x="157932" y="23149"/>
                </a:cubicBezTo>
                <a:cubicBezTo>
                  <a:pt x="180397" y="27396"/>
                  <a:pt x="194231" y="40134"/>
                  <a:pt x="199436" y="61502"/>
                </a:cubicBezTo>
                <a:cubicBezTo>
                  <a:pt x="202997" y="75884"/>
                  <a:pt x="202723" y="96020"/>
                  <a:pt x="198615" y="121909"/>
                </a:cubicBezTo>
                <a:lnTo>
                  <a:pt x="194642" y="143278"/>
                </a:lnTo>
                <a:lnTo>
                  <a:pt x="190944" y="162865"/>
                </a:lnTo>
                <a:cubicBezTo>
                  <a:pt x="188751" y="174508"/>
                  <a:pt x="187520" y="189849"/>
                  <a:pt x="187109" y="208888"/>
                </a:cubicBezTo>
                <a:cubicBezTo>
                  <a:pt x="186834" y="227928"/>
                  <a:pt x="185464" y="243133"/>
                  <a:pt x="183409" y="254638"/>
                </a:cubicBezTo>
                <a:cubicBezTo>
                  <a:pt x="182314" y="260939"/>
                  <a:pt x="179301" y="265596"/>
                  <a:pt x="174644" y="268610"/>
                </a:cubicBezTo>
                <a:cubicBezTo>
                  <a:pt x="169987" y="271761"/>
                  <a:pt x="164508" y="272856"/>
                  <a:pt x="158481" y="271761"/>
                </a:cubicBezTo>
                <a:cubicBezTo>
                  <a:pt x="146427" y="269432"/>
                  <a:pt x="140810" y="261624"/>
                  <a:pt x="141769" y="248200"/>
                </a:cubicBezTo>
                <a:lnTo>
                  <a:pt x="144235" y="200944"/>
                </a:lnTo>
                <a:cubicBezTo>
                  <a:pt x="145331" y="184096"/>
                  <a:pt x="147112" y="168480"/>
                  <a:pt x="149714" y="154234"/>
                </a:cubicBezTo>
                <a:cubicBezTo>
                  <a:pt x="150536" y="150262"/>
                  <a:pt x="151905" y="143688"/>
                  <a:pt x="154234" y="134237"/>
                </a:cubicBezTo>
                <a:cubicBezTo>
                  <a:pt x="156426" y="124922"/>
                  <a:pt x="157796" y="118347"/>
                  <a:pt x="158617" y="114375"/>
                </a:cubicBezTo>
                <a:cubicBezTo>
                  <a:pt x="164097" y="84103"/>
                  <a:pt x="161357" y="67804"/>
                  <a:pt x="150124" y="65749"/>
                </a:cubicBezTo>
                <a:cubicBezTo>
                  <a:pt x="134372" y="62872"/>
                  <a:pt x="117524" y="69447"/>
                  <a:pt x="99855" y="85610"/>
                </a:cubicBezTo>
                <a:cubicBezTo>
                  <a:pt x="83829" y="100129"/>
                  <a:pt x="69720" y="119854"/>
                  <a:pt x="57666" y="144510"/>
                </a:cubicBezTo>
                <a:cubicBezTo>
                  <a:pt x="56296" y="149989"/>
                  <a:pt x="54516" y="156700"/>
                  <a:pt x="51914" y="164783"/>
                </a:cubicBezTo>
                <a:cubicBezTo>
                  <a:pt x="49858" y="171631"/>
                  <a:pt x="48215" y="178480"/>
                  <a:pt x="46982" y="185055"/>
                </a:cubicBezTo>
                <a:cubicBezTo>
                  <a:pt x="46161" y="189301"/>
                  <a:pt x="45476" y="195602"/>
                  <a:pt x="44791" y="204231"/>
                </a:cubicBezTo>
                <a:cubicBezTo>
                  <a:pt x="44106" y="212860"/>
                  <a:pt x="43284" y="219162"/>
                  <a:pt x="42462" y="223408"/>
                </a:cubicBezTo>
                <a:cubicBezTo>
                  <a:pt x="41365" y="229709"/>
                  <a:pt x="38489" y="234503"/>
                  <a:pt x="33970" y="237791"/>
                </a:cubicBezTo>
                <a:cubicBezTo>
                  <a:pt x="29312" y="240940"/>
                  <a:pt x="23971" y="242037"/>
                  <a:pt x="17944" y="240940"/>
                </a:cubicBezTo>
                <a:cubicBezTo>
                  <a:pt x="11779" y="239845"/>
                  <a:pt x="7122" y="236968"/>
                  <a:pt x="4108" y="232311"/>
                </a:cubicBezTo>
                <a:cubicBezTo>
                  <a:pt x="958" y="227654"/>
                  <a:pt x="0" y="222175"/>
                  <a:pt x="1232" y="215874"/>
                </a:cubicBezTo>
                <a:cubicBezTo>
                  <a:pt x="2054" y="211628"/>
                  <a:pt x="2739" y="205191"/>
                  <a:pt x="3287" y="196698"/>
                </a:cubicBezTo>
                <a:cubicBezTo>
                  <a:pt x="3972" y="188068"/>
                  <a:pt x="4657" y="181630"/>
                  <a:pt x="5478" y="177384"/>
                </a:cubicBezTo>
                <a:cubicBezTo>
                  <a:pt x="8080" y="163002"/>
                  <a:pt x="12738" y="143003"/>
                  <a:pt x="19450" y="117800"/>
                </a:cubicBezTo>
                <a:cubicBezTo>
                  <a:pt x="26298" y="92459"/>
                  <a:pt x="30956" y="72597"/>
                  <a:pt x="33558" y="58215"/>
                </a:cubicBezTo>
                <a:cubicBezTo>
                  <a:pt x="34381" y="53694"/>
                  <a:pt x="35339" y="46983"/>
                  <a:pt x="36572" y="38079"/>
                </a:cubicBezTo>
                <a:cubicBezTo>
                  <a:pt x="37668" y="29039"/>
                  <a:pt x="38627" y="22327"/>
                  <a:pt x="39449" y="17807"/>
                </a:cubicBezTo>
                <a:cubicBezTo>
                  <a:pt x="40544" y="11780"/>
                  <a:pt x="43421" y="7260"/>
                  <a:pt x="48215" y="4110"/>
                </a:cubicBezTo>
                <a:cubicBezTo>
                  <a:pt x="52872" y="959"/>
                  <a:pt x="58214" y="0"/>
                  <a:pt x="64104" y="95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text-72 n">
            <a:extLst xmlns:a="http://schemas.openxmlformats.org/drawingml/2006/main">
              <a:ext uri="{FF2B5EF4-FFF2-40B4-BE49-F238E27FC236}">
                <a16:creationId xmlns:a16="http://schemas.microsoft.com/office/drawing/2014/main" id="{7DA6166B-DB7B-4B5B-B57C-2C1A9C3EB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622777">
            <a:off x="8351801" y="7686368"/>
            <a:ext cx="442262" cy="8803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95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95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495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</a:t>
            </a:r>
          </a:p>
        </p:txBody>
      </p:sp>
      <p:pic>
        <p:nvPicPr>
          <p:cNvPr id="73" name="">
            <a:extLst xmlns:a="http://schemas.openxmlformats.org/drawingml/2006/main">
              <a:ext uri="{FF2B5EF4-FFF2-40B4-BE49-F238E27FC236}">
                <a16:creationId xmlns:a16="http://schemas.microsoft.com/office/drawing/2014/main" id="{7EA37699-5230-4BE1-AC78-57530D1F17A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3152431f18d429f"/>
          <a:stretch xmlns:a="http://schemas.openxmlformats.org/drawingml/2006/main"/>
        </p:blipFill>
        <p:spPr>
          <a:xfrm xmlns:a="http://schemas.openxmlformats.org/drawingml/2006/main">
            <a:off x="7406261" y="6069058"/>
            <a:ext cx="1931542" cy="1671263"/>
          </a:xfrm>
          <a:prstGeom xmlns:a="http://schemas.openxmlformats.org/drawingml/2006/main" prst="rect">
            <a:avLst/>
          </a:prstGeom>
        </p:spPr>
      </p:pic>
      <p:pic>
        <p:nvPicPr>
          <p:cNvPr id="74" name="">
            <a:extLst xmlns:a="http://schemas.openxmlformats.org/drawingml/2006/main">
              <a:ext uri="{FF2B5EF4-FFF2-40B4-BE49-F238E27FC236}">
                <a16:creationId xmlns:a16="http://schemas.microsoft.com/office/drawing/2014/main" id="{83614BB4-08E7-4C1A-8DB7-9F2ADB729A7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74538227afc4910"/>
          <a:stretch xmlns:a="http://schemas.openxmlformats.org/drawingml/2006/main"/>
        </p:blipFill>
        <p:spPr>
          <a:xfrm xmlns:a="http://schemas.openxmlformats.org/drawingml/2006/main">
            <a:off x="9324104" y="5671790"/>
            <a:ext cx="1753456" cy="1931542"/>
          </a:xfrm>
          <a:prstGeom xmlns:a="http://schemas.openxmlformats.org/drawingml/2006/main" prst="rect">
            <a:avLst/>
          </a:prstGeom>
        </p:spPr>
      </p:pic>
      <p:pic>
        <p:nvPicPr>
          <p:cNvPr id="75" name="">
            <a:extLst xmlns:a="http://schemas.openxmlformats.org/drawingml/2006/main">
              <a:ext uri="{FF2B5EF4-FFF2-40B4-BE49-F238E27FC236}">
                <a16:creationId xmlns:a16="http://schemas.microsoft.com/office/drawing/2014/main" id="{D4246C8B-B0CF-488F-9474-FBA8C22BB37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538b1c6460b4180"/>
          <a:stretch xmlns:a="http://schemas.openxmlformats.org/drawingml/2006/main"/>
        </p:blipFill>
        <p:spPr>
          <a:xfrm xmlns:a="http://schemas.openxmlformats.org/drawingml/2006/main">
            <a:off x="7269272" y="3932033"/>
            <a:ext cx="3671299" cy="2150724"/>
          </a:xfrm>
          <a:prstGeom xmlns:a="http://schemas.openxmlformats.org/drawingml/2006/main" prst="rect">
            <a:avLst/>
          </a:prstGeom>
        </p:spPr>
      </p:pic>
      <p:pic>
        <p:nvPicPr>
          <p:cNvPr id="76" name="">
            <a:extLst xmlns:a="http://schemas.openxmlformats.org/drawingml/2006/main">
              <a:ext uri="{FF2B5EF4-FFF2-40B4-BE49-F238E27FC236}">
                <a16:creationId xmlns:a16="http://schemas.microsoft.com/office/drawing/2014/main" id="{E62F865F-CC53-44E0-BCBF-14FDFA00420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e20b3ec36904b63"/>
          <a:stretch xmlns:a="http://schemas.openxmlformats.org/drawingml/2006/main"/>
        </p:blipFill>
        <p:spPr>
          <a:xfrm xmlns:a="http://schemas.openxmlformats.org/drawingml/2006/main">
            <a:off x="7625443" y="4575880"/>
            <a:ext cx="3164440" cy="2547991"/>
          </a:xfrm>
          <a:prstGeom xmlns:a="http://schemas.openxmlformats.org/drawingml/2006/main" prst="rect">
            <a:avLst/>
          </a:prstGeom>
        </p:spPr>
      </p:pic>
      <p:sp>
        <p:nvSpPr>
          <p:cNvPr id="77" name="path-77">
            <a:extLst xmlns:a="http://schemas.openxmlformats.org/drawingml/2006/main">
              <a:ext uri="{FF2B5EF4-FFF2-40B4-BE49-F238E27FC236}">
                <a16:creationId xmlns:a16="http://schemas.microsoft.com/office/drawing/2014/main" id="{F50009F5-8771-4936-B5B2-74DFDA7C3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5558" y="6126583"/>
            <a:ext cx="1479915" cy="425517"/>
          </a:xfrm>
          <a:custGeom xmlns:a="http://schemas.openxmlformats.org/drawingml/2006/main">
            <a:pathLst>
              <a:path w="1029003" h="295868">
                <a:moveTo>
                  <a:pt x="0" y="0"/>
                </a:moveTo>
                <a:lnTo>
                  <a:pt x="1029003" y="0"/>
                </a:lnTo>
                <a:lnTo>
                  <a:pt x="1029003" y="295868"/>
                </a:lnTo>
                <a:lnTo>
                  <a:pt x="0" y="295868"/>
                </a:lnTo>
                <a:close/>
              </a:path>
            </a:pathLst>
          </a:custGeom>
          <a:solidFill xmlns:a="http://schemas.openxmlformats.org/drawingml/2006/main">
            <a:srgbClr val="C5E0B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" name="path-78">
            <a:extLst xmlns:a="http://schemas.openxmlformats.org/drawingml/2006/main">
              <a:ext uri="{FF2B5EF4-FFF2-40B4-BE49-F238E27FC236}">
                <a16:creationId xmlns:a16="http://schemas.microsoft.com/office/drawing/2014/main" id="{92848C76-37F9-466A-A619-68C1AD959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5610" y="6126583"/>
            <a:ext cx="937814" cy="425517"/>
          </a:xfrm>
          <a:custGeom xmlns:a="http://schemas.openxmlformats.org/drawingml/2006/main">
            <a:pathLst>
              <a:path w="652074" h="295868">
                <a:moveTo>
                  <a:pt x="0" y="0"/>
                </a:moveTo>
                <a:lnTo>
                  <a:pt x="652074" y="0"/>
                </a:lnTo>
                <a:lnTo>
                  <a:pt x="652074" y="295868"/>
                </a:lnTo>
                <a:lnTo>
                  <a:pt x="0" y="295868"/>
                </a:lnTo>
                <a:close/>
              </a:path>
            </a:pathLst>
          </a:custGeom>
          <a:solidFill xmlns:a="http://schemas.openxmlformats.org/drawingml/2006/main">
            <a:srgbClr val="C5E0B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" name="path-79">
            <a:extLst xmlns:a="http://schemas.openxmlformats.org/drawingml/2006/main">
              <a:ext uri="{FF2B5EF4-FFF2-40B4-BE49-F238E27FC236}">
                <a16:creationId xmlns:a16="http://schemas.microsoft.com/office/drawing/2014/main" id="{984C28DA-CB15-40B5-9239-581E07346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5558" y="6552101"/>
            <a:ext cx="2417767" cy="191"/>
          </a:xfrm>
          <a:custGeom xmlns:a="http://schemas.openxmlformats.org/drawingml/2006/main">
            <a:pathLst>
              <a:path w="1681103" h="191">
                <a:moveTo>
                  <a:pt x="0" y="0"/>
                </a:moveTo>
                <a:lnTo>
                  <a:pt x="168110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700">
            <a:solidFill>
              <a:srgbClr val="000000"/>
            </a:solidFill>
            <a:prstDash val="solid"/>
          </a:ln>
        </p:spPr>
      </p:sp>
      <p:sp>
        <p:nvSpPr>
          <p:cNvPr id="80" name="path-80">
            <a:extLst xmlns:a="http://schemas.openxmlformats.org/drawingml/2006/main">
              <a:ext uri="{FF2B5EF4-FFF2-40B4-BE49-F238E27FC236}">
                <a16:creationId xmlns:a16="http://schemas.microsoft.com/office/drawing/2014/main" id="{66490284-172C-4869-AE1C-E2141749E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5558" y="6977618"/>
            <a:ext cx="2417767" cy="191"/>
          </a:xfrm>
          <a:custGeom xmlns:a="http://schemas.openxmlformats.org/drawingml/2006/main">
            <a:pathLst>
              <a:path w="1681103" h="191">
                <a:moveTo>
                  <a:pt x="0" y="0"/>
                </a:moveTo>
                <a:lnTo>
                  <a:pt x="168110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700">
            <a:solidFill>
              <a:srgbClr val="A6A6A6"/>
            </a:solidFill>
            <a:prstDash val="solid"/>
          </a:ln>
        </p:spPr>
      </p:sp>
      <p:sp>
        <p:nvSpPr>
          <p:cNvPr id="81" name="path-81">
            <a:extLst xmlns:a="http://schemas.openxmlformats.org/drawingml/2006/main">
              <a:ext uri="{FF2B5EF4-FFF2-40B4-BE49-F238E27FC236}">
                <a16:creationId xmlns:a16="http://schemas.microsoft.com/office/drawing/2014/main" id="{E1263150-5541-4CAF-8D3A-453F96537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5558" y="7403136"/>
            <a:ext cx="2417767" cy="191"/>
          </a:xfrm>
          <a:custGeom xmlns:a="http://schemas.openxmlformats.org/drawingml/2006/main">
            <a:pathLst>
              <a:path w="1681103" h="191">
                <a:moveTo>
                  <a:pt x="0" y="0"/>
                </a:moveTo>
                <a:lnTo>
                  <a:pt x="168110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700">
            <a:solidFill>
              <a:srgbClr val="A6A6A6"/>
            </a:solidFill>
            <a:prstDash val="solid"/>
          </a:ln>
        </p:spPr>
      </p:sp>
      <p:sp>
        <p:nvSpPr>
          <p:cNvPr id="82" name="path-82">
            <a:extLst xmlns:a="http://schemas.openxmlformats.org/drawingml/2006/main">
              <a:ext uri="{FF2B5EF4-FFF2-40B4-BE49-F238E27FC236}">
                <a16:creationId xmlns:a16="http://schemas.microsoft.com/office/drawing/2014/main" id="{9601769B-2AD8-4BC9-957D-1C7F7670A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5558" y="6126583"/>
            <a:ext cx="2417767" cy="191"/>
          </a:xfrm>
          <a:custGeom xmlns:a="http://schemas.openxmlformats.org/drawingml/2006/main">
            <a:pathLst>
              <a:path w="1681103" h="191">
                <a:moveTo>
                  <a:pt x="0" y="0"/>
                </a:moveTo>
                <a:lnTo>
                  <a:pt x="168110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700">
            <a:solidFill>
              <a:srgbClr val="000000"/>
            </a:solidFill>
            <a:prstDash val="solid"/>
          </a:ln>
        </p:spPr>
      </p:sp>
      <p:sp>
        <p:nvSpPr>
          <p:cNvPr id="83" name="path-83">
            <a:extLst xmlns:a="http://schemas.openxmlformats.org/drawingml/2006/main">
              <a:ext uri="{FF2B5EF4-FFF2-40B4-BE49-F238E27FC236}">
                <a16:creationId xmlns:a16="http://schemas.microsoft.com/office/drawing/2014/main" id="{8107D73C-FC05-492F-B273-F36E83031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5558" y="7687996"/>
            <a:ext cx="2417767" cy="191"/>
          </a:xfrm>
          <a:custGeom xmlns:a="http://schemas.openxmlformats.org/drawingml/2006/main">
            <a:pathLst>
              <a:path w="1681103" h="191">
                <a:moveTo>
                  <a:pt x="0" y="0"/>
                </a:moveTo>
                <a:lnTo>
                  <a:pt x="168110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700">
            <a:solidFill>
              <a:srgbClr val="000000"/>
            </a:solidFill>
            <a:prstDash val="solid"/>
          </a:ln>
        </p:spPr>
      </p:sp>
      <p:sp>
        <p:nvSpPr>
          <p:cNvPr id="84" name="text-84 Obj.">
            <a:extLst xmlns:a="http://schemas.openxmlformats.org/drawingml/2006/main">
              <a:ext uri="{FF2B5EF4-FFF2-40B4-BE49-F238E27FC236}">
                <a16:creationId xmlns:a16="http://schemas.microsoft.com/office/drawing/2014/main" id="{FF4B1194-6DDE-4BB0-9E1E-FD936F197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32295" y="6187742"/>
            <a:ext cx="568119" cy="3302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8" b="1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8" b="1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1858" b="1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Obj.</a:t>
            </a:r>
          </a:p>
        </p:txBody>
      </p:sp>
      <p:sp>
        <p:nvSpPr>
          <p:cNvPr id="85" name="text-85 Num.">
            <a:extLst xmlns:a="http://schemas.openxmlformats.org/drawingml/2006/main">
              <a:ext uri="{FF2B5EF4-FFF2-40B4-BE49-F238E27FC236}">
                <a16:creationId xmlns:a16="http://schemas.microsoft.com/office/drawing/2014/main" id="{DD9CF031-8501-4B61-89A7-08B10664C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04833" y="6187281"/>
            <a:ext cx="643613" cy="3309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1" b="1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1" b="1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1861" b="1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Num.</a:t>
            </a:r>
          </a:p>
        </p:txBody>
      </p:sp>
      <p:sp>
        <p:nvSpPr>
          <p:cNvPr id="86" name="text-86 Road">
            <a:extLst xmlns:a="http://schemas.openxmlformats.org/drawingml/2006/main">
              <a:ext uri="{FF2B5EF4-FFF2-40B4-BE49-F238E27FC236}">
                <a16:creationId xmlns:a16="http://schemas.microsoft.com/office/drawing/2014/main" id="{605EBC45-DE93-4AA6-8333-93C407F425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55709" y="6612181"/>
            <a:ext cx="576542" cy="3317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6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6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1866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Road</a:t>
            </a:r>
          </a:p>
        </p:txBody>
      </p:sp>
      <p:sp>
        <p:nvSpPr>
          <p:cNvPr id="87" name="text-88 Sign">
            <a:extLst xmlns:a="http://schemas.openxmlformats.org/drawingml/2006/main">
              <a:ext uri="{FF2B5EF4-FFF2-40B4-BE49-F238E27FC236}">
                <a16:creationId xmlns:a16="http://schemas.microsoft.com/office/drawing/2014/main" id="{70049C44-92B4-437A-9FCB-E36573E3B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56161" y="6613133"/>
            <a:ext cx="521062" cy="3304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185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Sign</a:t>
            </a:r>
          </a:p>
        </p:txBody>
      </p:sp>
      <p:sp>
        <p:nvSpPr>
          <p:cNvPr id="88" name="text-89 2">
            <a:extLst xmlns:a="http://schemas.openxmlformats.org/drawingml/2006/main">
              <a:ext uri="{FF2B5EF4-FFF2-40B4-BE49-F238E27FC236}">
                <a16:creationId xmlns:a16="http://schemas.microsoft.com/office/drawing/2014/main" id="{CC52AF19-0901-487B-8C26-DCF1C4151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31775" y="6612649"/>
            <a:ext cx="186861" cy="3311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186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2</a:t>
            </a:r>
          </a:p>
        </p:txBody>
      </p:sp>
      <p:sp>
        <p:nvSpPr>
          <p:cNvPr id="89" name="text-90 Airplane">
            <a:extLst xmlns:a="http://schemas.openxmlformats.org/drawingml/2006/main">
              <a:ext uri="{FF2B5EF4-FFF2-40B4-BE49-F238E27FC236}">
                <a16:creationId xmlns:a16="http://schemas.microsoft.com/office/drawing/2014/main" id="{ED6EC189-C648-40DC-A8A8-EC8464D2C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36085" y="7038665"/>
            <a:ext cx="958966" cy="3304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185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Airplane</a:t>
            </a:r>
          </a:p>
        </p:txBody>
      </p:sp>
      <p:sp>
        <p:nvSpPr>
          <p:cNvPr id="90" name="text-91 1">
            <a:extLst xmlns:a="http://schemas.openxmlformats.org/drawingml/2006/main">
              <a:ext uri="{FF2B5EF4-FFF2-40B4-BE49-F238E27FC236}">
                <a16:creationId xmlns:a16="http://schemas.microsoft.com/office/drawing/2014/main" id="{134C2EC0-123B-40ED-B37D-BC86AF9A8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50687" y="7038224"/>
            <a:ext cx="148990" cy="3310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186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1</a:t>
            </a:r>
          </a:p>
        </p:txBody>
      </p:sp>
      <p:pic>
        <p:nvPicPr>
          <p:cNvPr id="91" name="">
            <a:extLst xmlns:a="http://schemas.openxmlformats.org/drawingml/2006/main">
              <a:ext uri="{FF2B5EF4-FFF2-40B4-BE49-F238E27FC236}">
                <a16:creationId xmlns:a16="http://schemas.microsoft.com/office/drawing/2014/main" id="{A534D87E-EF70-47AF-9FCB-B4F13A5BDE1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47e3aaf56ab4764"/>
          <a:stretch xmlns:a="http://schemas.openxmlformats.org/drawingml/2006/main"/>
        </p:blipFill>
        <p:spPr>
          <a:xfrm xmlns:a="http://schemas.openxmlformats.org/drawingml/2006/main">
            <a:off x="200652" y="5932069"/>
            <a:ext cx="3109645" cy="3904180"/>
          </a:xfrm>
          <a:prstGeom xmlns:a="http://schemas.openxmlformats.org/drawingml/2006/main" prst="rect">
            <a:avLst/>
          </a:prstGeom>
        </p:spPr>
      </p:pic>
      <p:pic>
        <p:nvPicPr>
          <p:cNvPr id="92" name="">
            <a:extLst xmlns:a="http://schemas.openxmlformats.org/drawingml/2006/main">
              <a:ext uri="{FF2B5EF4-FFF2-40B4-BE49-F238E27FC236}">
                <a16:creationId xmlns:a16="http://schemas.microsoft.com/office/drawing/2014/main" id="{35A3E862-74C1-4CFC-BCF5-5B9053E2597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75ab11d725a43ad"/>
          <a:stretch xmlns:a="http://schemas.openxmlformats.org/drawingml/2006/main"/>
        </p:blipFill>
        <p:spPr>
          <a:xfrm xmlns:a="http://schemas.openxmlformats.org/drawingml/2006/main">
            <a:off x="5611708" y="7041678"/>
            <a:ext cx="849330" cy="849330"/>
          </a:xfrm>
          <a:prstGeom xmlns:a="http://schemas.openxmlformats.org/drawingml/2006/main" prst="rect">
            <a:avLst/>
          </a:prstGeom>
        </p:spPr>
      </p:pic>
      <p:sp>
        <p:nvSpPr>
          <p:cNvPr id="93" name="text-94 1.">
            <a:extLst xmlns:a="http://schemas.openxmlformats.org/drawingml/2006/main">
              <a:ext uri="{FF2B5EF4-FFF2-40B4-BE49-F238E27FC236}">
                <a16:creationId xmlns:a16="http://schemas.microsoft.com/office/drawing/2014/main" id="{5FB0F957-9E20-4230-8ECF-20095B50B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5363" y="4087191"/>
            <a:ext cx="483652" cy="5533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1.</a:t>
            </a:r>
          </a:p>
        </p:txBody>
      </p:sp>
      <p:sp>
        <p:nvSpPr>
          <p:cNvPr id="94" name="text-96 Object">
            <a:extLst xmlns:a="http://schemas.openxmlformats.org/drawingml/2006/main">
              <a:ext uri="{FF2B5EF4-FFF2-40B4-BE49-F238E27FC236}">
                <a16:creationId xmlns:a16="http://schemas.microsoft.com/office/drawing/2014/main" id="{A081325C-AAA2-4479-AA0D-5E2DE8B344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06904" y="4088078"/>
            <a:ext cx="1387270" cy="552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Object</a:t>
            </a:r>
          </a:p>
        </p:txBody>
      </p:sp>
      <p:sp>
        <p:nvSpPr>
          <p:cNvPr id="95" name="text-98 Detection">
            <a:extLst xmlns:a="http://schemas.openxmlformats.org/drawingml/2006/main">
              <a:ext uri="{FF2B5EF4-FFF2-40B4-BE49-F238E27FC236}">
                <a16:creationId xmlns:a16="http://schemas.microsoft.com/office/drawing/2014/main" id="{2EE503A7-DFA6-406C-A067-263F1408B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35985" y="4561518"/>
            <a:ext cx="1893443" cy="5517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Detection</a:t>
            </a:r>
          </a:p>
        </p:txBody>
      </p:sp>
      <p:sp>
        <p:nvSpPr>
          <p:cNvPr id="96" name="text-99 2.">
            <a:extLst xmlns:a="http://schemas.openxmlformats.org/drawingml/2006/main">
              <a:ext uri="{FF2B5EF4-FFF2-40B4-BE49-F238E27FC236}">
                <a16:creationId xmlns:a16="http://schemas.microsoft.com/office/drawing/2014/main" id="{66524F3E-C6CA-45AA-AF0E-2477FAD4B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55361" y="5116132"/>
            <a:ext cx="483408" cy="5530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2.</a:t>
            </a:r>
          </a:p>
        </p:txBody>
      </p:sp>
      <p:sp>
        <p:nvSpPr>
          <p:cNvPr id="97" name="text-101 Object">
            <a:extLst xmlns:a="http://schemas.openxmlformats.org/drawingml/2006/main">
              <a:ext uri="{FF2B5EF4-FFF2-40B4-BE49-F238E27FC236}">
                <a16:creationId xmlns:a16="http://schemas.microsoft.com/office/drawing/2014/main" id="{BA97AF35-EC4F-43D8-83DD-1DCC0D378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37295" y="5116820"/>
            <a:ext cx="1387272" cy="5520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Object</a:t>
            </a:r>
          </a:p>
        </p:txBody>
      </p:sp>
      <p:sp>
        <p:nvSpPr>
          <p:cNvPr id="98" name="text-102 Counting">
            <a:extLst xmlns:a="http://schemas.openxmlformats.org/drawingml/2006/main">
              <a:ext uri="{FF2B5EF4-FFF2-40B4-BE49-F238E27FC236}">
                <a16:creationId xmlns:a16="http://schemas.microsoft.com/office/drawing/2014/main" id="{65D43AB5-DDA2-49C4-93AC-F351839B9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42024" y="5589151"/>
            <a:ext cx="1647261" cy="5527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Counting</a:t>
            </a:r>
          </a:p>
        </p:txBody>
      </p:sp>
      <p:pic>
        <p:nvPicPr>
          <p:cNvPr id="99" name="">
            <a:extLst xmlns:a="http://schemas.openxmlformats.org/drawingml/2006/main">
              <a:ext uri="{FF2B5EF4-FFF2-40B4-BE49-F238E27FC236}">
                <a16:creationId xmlns:a16="http://schemas.microsoft.com/office/drawing/2014/main" id="{1CE50D76-DBB1-46AC-8223-C351A4D9A6A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e5fc8ffa6804631"/>
          <a:stretch xmlns:a="http://schemas.openxmlformats.org/drawingml/2006/main"/>
        </p:blipFill>
        <p:spPr>
          <a:xfrm xmlns:a="http://schemas.openxmlformats.org/drawingml/2006/main">
            <a:off x="241749" y="4219709"/>
            <a:ext cx="1150706" cy="1164404"/>
          </a:xfrm>
          <a:prstGeom xmlns:a="http://schemas.openxmlformats.org/drawingml/2006/main" prst="rect">
            <a:avLst/>
          </a:prstGeom>
        </p:spPr>
      </p:pic>
      <p:pic>
        <p:nvPicPr>
          <p:cNvPr id="100" name="">
            <a:extLst xmlns:a="http://schemas.openxmlformats.org/drawingml/2006/main">
              <a:ext uri="{FF2B5EF4-FFF2-40B4-BE49-F238E27FC236}">
                <a16:creationId xmlns:a16="http://schemas.microsoft.com/office/drawing/2014/main" id="{250C8D57-F2BE-42D7-A17B-7AD916F6DE4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b374780532d4c12"/>
          <a:stretch xmlns:a="http://schemas.openxmlformats.org/drawingml/2006/main"/>
        </p:blipFill>
        <p:spPr>
          <a:xfrm xmlns:a="http://schemas.openxmlformats.org/drawingml/2006/main">
            <a:off x="2957" y="2746167"/>
            <a:ext cx="852217" cy="731486"/>
          </a:xfrm>
          <a:prstGeom xmlns:a="http://schemas.openxmlformats.org/drawingml/2006/main" prst="rect">
            <a:avLst/>
          </a:prstGeom>
        </p:spPr>
      </p:pic>
      <p:sp>
        <p:nvSpPr>
          <p:cNvPr id="101" name="text-105 Bus">
            <a:extLst xmlns:a="http://schemas.openxmlformats.org/drawingml/2006/main">
              <a:ext uri="{FF2B5EF4-FFF2-40B4-BE49-F238E27FC236}">
                <a16:creationId xmlns:a16="http://schemas.microsoft.com/office/drawing/2014/main" id="{12ABCD26-7598-4A78-885D-AA5D9D7D7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8254" y="2878272"/>
            <a:ext cx="571225" cy="4401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6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6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476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Bus</a:t>
            </a:r>
          </a:p>
        </p:txBody>
      </p:sp>
      <p:pic>
        <p:nvPicPr>
          <p:cNvPr id="102" name="">
            <a:extLst xmlns:a="http://schemas.openxmlformats.org/drawingml/2006/main">
              <a:ext uri="{FF2B5EF4-FFF2-40B4-BE49-F238E27FC236}">
                <a16:creationId xmlns:a16="http://schemas.microsoft.com/office/drawing/2014/main" id="{11BC7659-CA07-4B02-BED0-464028CF68E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7e417fd032b4656"/>
          <a:stretch xmlns:a="http://schemas.openxmlformats.org/drawingml/2006/main"/>
        </p:blipFill>
        <p:spPr>
          <a:xfrm xmlns:a="http://schemas.openxmlformats.org/drawingml/2006/main">
            <a:off x="2957" y="3124405"/>
            <a:ext cx="852217" cy="731486"/>
          </a:xfrm>
          <a:prstGeom xmlns:a="http://schemas.openxmlformats.org/drawingml/2006/main" prst="rect">
            <a:avLst/>
          </a:prstGeom>
        </p:spPr>
      </p:pic>
      <p:sp>
        <p:nvSpPr>
          <p:cNvPr id="103" name="text-107 Airplane">
            <a:extLst xmlns:a="http://schemas.openxmlformats.org/drawingml/2006/main">
              <a:ext uri="{FF2B5EF4-FFF2-40B4-BE49-F238E27FC236}">
                <a16:creationId xmlns:a16="http://schemas.microsoft.com/office/drawing/2014/main" id="{FE30CF2D-A300-471C-98DA-C31911CE4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8254" y="3257390"/>
            <a:ext cx="1275428" cy="4394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47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Airplane</a:t>
            </a:r>
          </a:p>
        </p:txBody>
      </p:sp>
      <p:pic>
        <p:nvPicPr>
          <p:cNvPr id="104" name="">
            <a:extLst xmlns:a="http://schemas.openxmlformats.org/drawingml/2006/main">
              <a:ext uri="{FF2B5EF4-FFF2-40B4-BE49-F238E27FC236}">
                <a16:creationId xmlns:a16="http://schemas.microsoft.com/office/drawing/2014/main" id="{D03B2FCD-C259-43A2-BEC3-21765F02F19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0275f20cc154b6c"/>
          <a:stretch xmlns:a="http://schemas.openxmlformats.org/drawingml/2006/main"/>
        </p:blipFill>
        <p:spPr>
          <a:xfrm xmlns:a="http://schemas.openxmlformats.org/drawingml/2006/main">
            <a:off x="2957" y="3502642"/>
            <a:ext cx="852217" cy="731486"/>
          </a:xfrm>
          <a:prstGeom xmlns:a="http://schemas.openxmlformats.org/drawingml/2006/main" prst="rect">
            <a:avLst/>
          </a:prstGeom>
        </p:spPr>
      </p:pic>
      <p:sp>
        <p:nvSpPr>
          <p:cNvPr id="105" name="text-109 Road">
            <a:extLst xmlns:a="http://schemas.openxmlformats.org/drawingml/2006/main">
              <a:ext uri="{FF2B5EF4-FFF2-40B4-BE49-F238E27FC236}">
                <a16:creationId xmlns:a16="http://schemas.microsoft.com/office/drawing/2014/main" id="{C7DFE982-C58E-480F-9BA4-7E546ECB2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8254" y="3634625"/>
            <a:ext cx="766122" cy="4408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80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80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480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Road</a:t>
            </a:r>
          </a:p>
        </p:txBody>
      </p:sp>
      <p:sp>
        <p:nvSpPr>
          <p:cNvPr id="106" name="text-111 Sign">
            <a:extLst xmlns:a="http://schemas.openxmlformats.org/drawingml/2006/main">
              <a:ext uri="{FF2B5EF4-FFF2-40B4-BE49-F238E27FC236}">
                <a16:creationId xmlns:a16="http://schemas.microsoft.com/office/drawing/2014/main" id="{3260B508-3F74-4EB5-A046-09FD7EAF8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2009" y="3635587"/>
            <a:ext cx="693017" cy="4395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47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Sign</a:t>
            </a:r>
          </a:p>
        </p:txBody>
      </p:sp>
      <p:pic>
        <p:nvPicPr>
          <p:cNvPr id="107" name="">
            <a:extLst xmlns:a="http://schemas.openxmlformats.org/drawingml/2006/main">
              <a:ext uri="{FF2B5EF4-FFF2-40B4-BE49-F238E27FC236}">
                <a16:creationId xmlns:a16="http://schemas.microsoft.com/office/drawing/2014/main" id="{FA14CFB9-5D5D-4385-9F9F-E5C7A154BA0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5825c97030b4231"/>
          <a:stretch xmlns:a="http://schemas.openxmlformats.org/drawingml/2006/main"/>
        </p:blipFill>
        <p:spPr>
          <a:xfrm xmlns:a="http://schemas.openxmlformats.org/drawingml/2006/main">
            <a:off x="2679052" y="5033279"/>
            <a:ext cx="848505" cy="806080"/>
          </a:xfrm>
          <a:prstGeom xmlns:a="http://schemas.openxmlformats.org/drawingml/2006/main" prst="rect">
            <a:avLst/>
          </a:prstGeom>
        </p:spPr>
      </p:pic>
      <p:sp>
        <p:nvSpPr>
          <p:cNvPr id="108" name="path-113">
            <a:extLst xmlns:a="http://schemas.openxmlformats.org/drawingml/2006/main">
              <a:ext uri="{FF2B5EF4-FFF2-40B4-BE49-F238E27FC236}">
                <a16:creationId xmlns:a16="http://schemas.microsoft.com/office/drawing/2014/main" id="{90CE121A-069E-4174-B2B2-933E709AB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2826" y="5117161"/>
            <a:ext cx="691072" cy="646551"/>
          </a:xfrm>
          <a:custGeom xmlns:a="http://schemas.openxmlformats.org/drawingml/2006/main">
            <a:pathLst>
              <a:path w="480511" h="449555">
                <a:moveTo>
                  <a:pt x="0" y="0"/>
                </a:moveTo>
                <a:lnTo>
                  <a:pt x="0" y="68077"/>
                </a:lnTo>
                <a:cubicBezTo>
                  <a:pt x="0" y="242858"/>
                  <a:pt x="141633" y="384491"/>
                  <a:pt x="316277" y="384491"/>
                </a:cubicBezTo>
                <a:lnTo>
                  <a:pt x="347233" y="384491"/>
                </a:lnTo>
                <a:lnTo>
                  <a:pt x="347233" y="449555"/>
                </a:lnTo>
                <a:lnTo>
                  <a:pt x="480511" y="339152"/>
                </a:lnTo>
                <a:lnTo>
                  <a:pt x="347233" y="228886"/>
                </a:lnTo>
                <a:lnTo>
                  <a:pt x="347233" y="293950"/>
                </a:lnTo>
                <a:lnTo>
                  <a:pt x="316277" y="293950"/>
                </a:lnTo>
                <a:cubicBezTo>
                  <a:pt x="191629" y="293950"/>
                  <a:pt x="90541" y="192862"/>
                  <a:pt x="90541" y="68077"/>
                </a:cubicBezTo>
                <a:lnTo>
                  <a:pt x="90541" y="0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B5DDA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" name="text-114 Progression">
            <a:extLst xmlns:a="http://schemas.openxmlformats.org/drawingml/2006/main">
              <a:ext uri="{FF2B5EF4-FFF2-40B4-BE49-F238E27FC236}">
                <a16:creationId xmlns:a16="http://schemas.microsoft.com/office/drawing/2014/main" id="{6ABA6CB0-5EA1-4A8E-9EF5-64FC1B57A3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4309" y="5316512"/>
            <a:ext cx="1546517" cy="3872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1" i="0">
                <a:solidFill>
                  <a:srgbClr val="385723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1" i="0">
                <a:solidFill>
                  <a:srgbClr val="385723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1" i="0">
                <a:solidFill>
                  <a:srgbClr val="385723"/>
                </a:solidFill>
                <a:latin typeface="Comic Sans MS"/>
                <a:ea typeface="Comic Sans MS"/>
                <a:cs typeface="Comic Sans MS"/>
              </a:rPr>
              <a:t>Progression</a:t>
            </a:r>
          </a:p>
        </p:txBody>
      </p:sp>
      <p:sp>
        <p:nvSpPr>
          <p:cNvPr id="110" name="path-115">
            <a:extLst xmlns:a="http://schemas.openxmlformats.org/drawingml/2006/main">
              <a:ext uri="{FF2B5EF4-FFF2-40B4-BE49-F238E27FC236}">
                <a16:creationId xmlns:a16="http://schemas.microsoft.com/office/drawing/2014/main" id="{C8F5FA69-513B-4118-969C-BE8ED3A19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90" y="9870442"/>
            <a:ext cx="18274110" cy="115611"/>
          </a:xfrm>
          <a:custGeom xmlns:a="http://schemas.openxmlformats.org/drawingml/2006/main">
            <a:pathLst>
              <a:path w="12706217" h="80386">
                <a:moveTo>
                  <a:pt x="0" y="0"/>
                </a:moveTo>
                <a:lnTo>
                  <a:pt x="0" y="80386"/>
                </a:lnTo>
                <a:lnTo>
                  <a:pt x="12706217" y="80386"/>
                </a:lnTo>
                <a:lnTo>
                  <a:pt x="12706217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11" name="">
            <a:extLst xmlns:a="http://schemas.openxmlformats.org/drawingml/2006/main">
              <a:ext uri="{FF2B5EF4-FFF2-40B4-BE49-F238E27FC236}">
                <a16:creationId xmlns:a16="http://schemas.microsoft.com/office/drawing/2014/main" id="{22CD396C-9150-43A5-B8F6-96FA86F56CA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4f06e2fdc9c497b"/>
          <a:stretch xmlns:a="http://schemas.openxmlformats.org/drawingml/2006/main"/>
        </p:blipFill>
        <p:spPr>
          <a:xfrm xmlns:a="http://schemas.openxmlformats.org/drawingml/2006/main">
            <a:off x="15132427" y="3932033"/>
            <a:ext cx="890427" cy="890427"/>
          </a:xfrm>
          <a:prstGeom xmlns:a="http://schemas.openxmlformats.org/drawingml/2006/main" prst="rect">
            <a:avLst/>
          </a:prstGeom>
        </p:spPr>
      </p:pic>
      <p:pic>
        <p:nvPicPr>
          <p:cNvPr id="112" name="">
            <a:extLst xmlns:a="http://schemas.openxmlformats.org/drawingml/2006/main">
              <a:ext uri="{FF2B5EF4-FFF2-40B4-BE49-F238E27FC236}">
                <a16:creationId xmlns:a16="http://schemas.microsoft.com/office/drawing/2014/main" id="{C9ABD0A6-028D-487C-BCB7-DCDC3B642F6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a04ba80927a4189"/>
          <a:stretch xmlns:a="http://schemas.openxmlformats.org/drawingml/2006/main"/>
        </p:blipFill>
        <p:spPr>
          <a:xfrm xmlns:a="http://schemas.openxmlformats.org/drawingml/2006/main">
            <a:off x="3502081" y="8863628"/>
            <a:ext cx="863029" cy="863029"/>
          </a:xfrm>
          <a:prstGeom xmlns:a="http://schemas.openxmlformats.org/drawingml/2006/main" prst="rect">
            <a:avLst/>
          </a:prstGeom>
        </p:spPr>
      </p:pic>
      <p:sp>
        <p:nvSpPr>
          <p:cNvPr id="113" name="text-118 4.">
            <a:extLst xmlns:a="http://schemas.openxmlformats.org/drawingml/2006/main">
              <a:ext uri="{FF2B5EF4-FFF2-40B4-BE49-F238E27FC236}">
                <a16:creationId xmlns:a16="http://schemas.microsoft.com/office/drawing/2014/main" id="{2B981704-77DD-40D1-BE4C-834C4F8F00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81715" y="8634336"/>
            <a:ext cx="483406" cy="5530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4.</a:t>
            </a:r>
          </a:p>
        </p:txBody>
      </p:sp>
      <p:sp>
        <p:nvSpPr>
          <p:cNvPr id="114" name="text-120 Relation">
            <a:extLst xmlns:a="http://schemas.openxmlformats.org/drawingml/2006/main">
              <a:ext uri="{FF2B5EF4-FFF2-40B4-BE49-F238E27FC236}">
                <a16:creationId xmlns:a16="http://schemas.microsoft.com/office/drawing/2014/main" id="{65722D6D-20EB-432B-AA51-D6B499FEC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63255" y="8634192"/>
            <a:ext cx="1584122" cy="5532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Relation</a:t>
            </a:r>
          </a:p>
        </p:txBody>
      </p:sp>
      <p:sp>
        <p:nvSpPr>
          <p:cNvPr id="115" name="text-120 Extraction">
            <a:extLst xmlns:a="http://schemas.openxmlformats.org/drawingml/2006/main">
              <a:ext uri="{FF2B5EF4-FFF2-40B4-BE49-F238E27FC236}">
                <a16:creationId xmlns:a16="http://schemas.microsoft.com/office/drawing/2014/main" id="{3E029A58-D041-4779-A417-22DF44DFC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38726" y="8634487"/>
            <a:ext cx="2059390" cy="5528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Extraction</a:t>
            </a:r>
          </a:p>
        </p:txBody>
      </p:sp>
      <p:sp>
        <p:nvSpPr>
          <p:cNvPr id="116" name="text-121 5.">
            <a:extLst xmlns:a="http://schemas.openxmlformats.org/drawingml/2006/main">
              <a:ext uri="{FF2B5EF4-FFF2-40B4-BE49-F238E27FC236}">
                <a16:creationId xmlns:a16="http://schemas.microsoft.com/office/drawing/2014/main" id="{CD5E06B8-356D-4830-98C2-59A896F8C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64147" y="5410250"/>
            <a:ext cx="483409" cy="5530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5.</a:t>
            </a:r>
          </a:p>
        </p:txBody>
      </p:sp>
      <p:sp>
        <p:nvSpPr>
          <p:cNvPr id="117" name="text-123 Visual">
            <a:extLst xmlns:a="http://schemas.openxmlformats.org/drawingml/2006/main">
              <a:ext uri="{FF2B5EF4-FFF2-40B4-BE49-F238E27FC236}">
                <a16:creationId xmlns:a16="http://schemas.microsoft.com/office/drawing/2014/main" id="{616F79E0-8BD6-4993-BE95-967437727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45689" y="5410047"/>
            <a:ext cx="1174140" cy="5533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Visual</a:t>
            </a:r>
          </a:p>
        </p:txBody>
      </p:sp>
      <p:sp>
        <p:nvSpPr>
          <p:cNvPr id="118" name="text-123 Grounding">
            <a:extLst xmlns:a="http://schemas.openxmlformats.org/drawingml/2006/main">
              <a:ext uri="{FF2B5EF4-FFF2-40B4-BE49-F238E27FC236}">
                <a16:creationId xmlns:a16="http://schemas.microsoft.com/office/drawing/2014/main" id="{DDBDACC5-7CD7-4285-ACA4-61182CA93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14529" y="5410278"/>
            <a:ext cx="1907942" cy="5529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Grounding</a:t>
            </a:r>
          </a:p>
        </p:txBody>
      </p:sp>
      <p:sp>
        <p:nvSpPr>
          <p:cNvPr id="119" name="text-124 3.">
            <a:extLst xmlns:a="http://schemas.openxmlformats.org/drawingml/2006/main">
              <a:ext uri="{FF2B5EF4-FFF2-40B4-BE49-F238E27FC236}">
                <a16:creationId xmlns:a16="http://schemas.microsoft.com/office/drawing/2014/main" id="{F6981272-E3EF-4D51-8243-B985566EB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36450" y="7886725"/>
            <a:ext cx="483407" cy="5530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3.</a:t>
            </a:r>
          </a:p>
        </p:txBody>
      </p:sp>
      <p:sp>
        <p:nvSpPr>
          <p:cNvPr id="120" name="text-126 Object">
            <a:extLst xmlns:a="http://schemas.openxmlformats.org/drawingml/2006/main">
              <a:ext uri="{FF2B5EF4-FFF2-40B4-BE49-F238E27FC236}">
                <a16:creationId xmlns:a16="http://schemas.microsoft.com/office/drawing/2014/main" id="{8BAF36FE-EDAD-429F-B5C0-596B72A54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17990" y="7887412"/>
            <a:ext cx="1387272" cy="5520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Object</a:t>
            </a:r>
          </a:p>
        </p:txBody>
      </p:sp>
      <p:sp>
        <p:nvSpPr>
          <p:cNvPr id="121" name="text-126 Existence">
            <a:extLst xmlns:a="http://schemas.openxmlformats.org/drawingml/2006/main">
              <a:ext uri="{FF2B5EF4-FFF2-40B4-BE49-F238E27FC236}">
                <a16:creationId xmlns:a16="http://schemas.microsoft.com/office/drawing/2014/main" id="{C9D90368-6C44-4C19-B286-027808053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02385" y="7886897"/>
            <a:ext cx="1890280" cy="5527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Existence</a:t>
            </a:r>
          </a:p>
        </p:txBody>
      </p:sp>
      <p:sp>
        <p:nvSpPr>
          <p:cNvPr id="122" name="text-127 Determination">
            <a:extLst xmlns:a="http://schemas.openxmlformats.org/drawingml/2006/main">
              <a:ext uri="{FF2B5EF4-FFF2-40B4-BE49-F238E27FC236}">
                <a16:creationId xmlns:a16="http://schemas.microsoft.com/office/drawing/2014/main" id="{05C864AC-7C5F-4517-AA0E-0F4D3CF48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51086" y="8360080"/>
            <a:ext cx="2724533" cy="5522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Determination</a:t>
            </a:r>
          </a:p>
        </p:txBody>
      </p:sp>
      <p:sp>
        <p:nvSpPr>
          <p:cNvPr id="123" name="text-128 6.">
            <a:extLst xmlns:a="http://schemas.openxmlformats.org/drawingml/2006/main">
              <a:ext uri="{FF2B5EF4-FFF2-40B4-BE49-F238E27FC236}">
                <a16:creationId xmlns:a16="http://schemas.microsoft.com/office/drawing/2014/main" id="{7A20C93C-F5D8-450A-8DB6-D8F0BE764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08082" y="3197168"/>
            <a:ext cx="483406" cy="5530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6.</a:t>
            </a:r>
          </a:p>
        </p:txBody>
      </p:sp>
      <p:sp>
        <p:nvSpPr>
          <p:cNvPr id="124" name="text-130 Region">
            <a:extLst xmlns:a="http://schemas.openxmlformats.org/drawingml/2006/main">
              <a:ext uri="{FF2B5EF4-FFF2-40B4-BE49-F238E27FC236}">
                <a16:creationId xmlns:a16="http://schemas.microsoft.com/office/drawing/2014/main" id="{0FDF9A7C-FD3A-4887-9AC3-E465C95D9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789622" y="3197328"/>
            <a:ext cx="1278898" cy="5528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Region</a:t>
            </a:r>
          </a:p>
        </p:txBody>
      </p:sp>
      <p:sp>
        <p:nvSpPr>
          <p:cNvPr id="125" name="text-131 -">
            <a:extLst xmlns:a="http://schemas.openxmlformats.org/drawingml/2006/main">
              <a:ext uri="{FF2B5EF4-FFF2-40B4-BE49-F238E27FC236}">
                <a16:creationId xmlns:a16="http://schemas.microsoft.com/office/drawing/2014/main" id="{1C928B3F-1484-4CF7-9DC0-D6855E332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997619" y="3197293"/>
            <a:ext cx="312040" cy="5528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-</a:t>
            </a:r>
          </a:p>
        </p:txBody>
      </p:sp>
      <p:sp>
        <p:nvSpPr>
          <p:cNvPr id="126" name="text-132 wise">
            <a:extLst xmlns:a="http://schemas.openxmlformats.org/drawingml/2006/main">
              <a:ext uri="{FF2B5EF4-FFF2-40B4-BE49-F238E27FC236}">
                <a16:creationId xmlns:a16="http://schemas.microsoft.com/office/drawing/2014/main" id="{39C1CEE5-92C0-4E75-A055-2986E6E67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38099" y="3670146"/>
            <a:ext cx="864624" cy="5527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wise</a:t>
            </a:r>
          </a:p>
        </p:txBody>
      </p:sp>
      <p:sp>
        <p:nvSpPr>
          <p:cNvPr id="127" name="text-132 OCR">
            <a:extLst xmlns:a="http://schemas.openxmlformats.org/drawingml/2006/main">
              <a:ext uri="{FF2B5EF4-FFF2-40B4-BE49-F238E27FC236}">
                <a16:creationId xmlns:a16="http://schemas.microsoft.com/office/drawing/2014/main" id="{7352D05C-FD0F-4E72-A032-9D63D4A7A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297822" y="3670866"/>
            <a:ext cx="881493" cy="5517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OCR</a:t>
            </a:r>
          </a:p>
        </p:txBody>
      </p:sp>
      <p:sp>
        <p:nvSpPr>
          <p:cNvPr id="128" name="text-133 The">
            <a:extLst xmlns:a="http://schemas.openxmlformats.org/drawingml/2006/main">
              <a:ext uri="{FF2B5EF4-FFF2-40B4-BE49-F238E27FC236}">
                <a16:creationId xmlns:a16="http://schemas.microsoft.com/office/drawing/2014/main" id="{42A0057C-D7A1-41FB-9B01-B329E00B9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08715" y="6205474"/>
            <a:ext cx="551454" cy="3890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29" name="text-133 blue">
            <a:extLst xmlns:a="http://schemas.openxmlformats.org/drawingml/2006/main">
              <a:ext uri="{FF2B5EF4-FFF2-40B4-BE49-F238E27FC236}">
                <a16:creationId xmlns:a16="http://schemas.microsoft.com/office/drawing/2014/main" id="{1E28390D-63DA-4C2A-8539-6A3204EE2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87770" y="6206812"/>
            <a:ext cx="584736" cy="3871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blue</a:t>
            </a:r>
          </a:p>
        </p:txBody>
      </p:sp>
      <p:sp>
        <p:nvSpPr>
          <p:cNvPr id="130" name="text-133 and">
            <a:extLst xmlns:a="http://schemas.openxmlformats.org/drawingml/2006/main">
              <a:ext uri="{FF2B5EF4-FFF2-40B4-BE49-F238E27FC236}">
                <a16:creationId xmlns:a16="http://schemas.microsoft.com/office/drawing/2014/main" id="{DB0691D5-D540-437A-8910-887985850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00070" y="6206220"/>
            <a:ext cx="499383" cy="3879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131" name="text-133 white">
            <a:extLst xmlns:a="http://schemas.openxmlformats.org/drawingml/2006/main">
              <a:ext uri="{FF2B5EF4-FFF2-40B4-BE49-F238E27FC236}">
                <a16:creationId xmlns:a16="http://schemas.microsoft.com/office/drawing/2014/main" id="{381A6309-75B7-49D7-A8BA-393A8DC989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29531" y="6206219"/>
            <a:ext cx="759388" cy="3879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white</a:t>
            </a:r>
          </a:p>
        </p:txBody>
      </p:sp>
      <p:sp>
        <p:nvSpPr>
          <p:cNvPr id="132" name="text-133 airplane">
            <a:extLst xmlns:a="http://schemas.openxmlformats.org/drawingml/2006/main">
              <a:ext uri="{FF2B5EF4-FFF2-40B4-BE49-F238E27FC236}">
                <a16:creationId xmlns:a16="http://schemas.microsoft.com/office/drawing/2014/main" id="{B8F20D07-A60C-42FD-9EB1-FD3A53028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116654" y="6206204"/>
            <a:ext cx="1064988" cy="3880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airplane</a:t>
            </a:r>
          </a:p>
        </p:txBody>
      </p:sp>
      <p:sp>
        <p:nvSpPr>
          <p:cNvPr id="133" name="text-133 at">
            <a:extLst xmlns:a="http://schemas.openxmlformats.org/drawingml/2006/main">
              <a:ext uri="{FF2B5EF4-FFF2-40B4-BE49-F238E27FC236}">
                <a16:creationId xmlns:a16="http://schemas.microsoft.com/office/drawing/2014/main" id="{5CBB8651-2F02-4EEE-AC44-6CDD7E44AC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08822" y="6206108"/>
            <a:ext cx="322305" cy="3881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3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3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3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at</a:t>
            </a:r>
          </a:p>
        </p:txBody>
      </p:sp>
      <p:sp>
        <p:nvSpPr>
          <p:cNvPr id="134" name="text-134 the">
            <a:extLst xmlns:a="http://schemas.openxmlformats.org/drawingml/2006/main">
              <a:ext uri="{FF2B5EF4-FFF2-40B4-BE49-F238E27FC236}">
                <a16:creationId xmlns:a16="http://schemas.microsoft.com/office/drawing/2014/main" id="{425A6A63-76A0-4610-B88E-4F01363B1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08715" y="6537999"/>
            <a:ext cx="491472" cy="3873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35" name="text-134 top">
            <a:extLst xmlns:a="http://schemas.openxmlformats.org/drawingml/2006/main">
              <a:ext uri="{FF2B5EF4-FFF2-40B4-BE49-F238E27FC236}">
                <a16:creationId xmlns:a16="http://schemas.microsoft.com/office/drawing/2014/main" id="{4F7D0DED-C2F0-4248-9C3C-27A2E805D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31187" y="6537714"/>
            <a:ext cx="474047" cy="3877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1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1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1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top</a:t>
            </a:r>
          </a:p>
        </p:txBody>
      </p:sp>
      <p:sp>
        <p:nvSpPr>
          <p:cNvPr id="136" name="text-134 of">
            <a:extLst xmlns:a="http://schemas.openxmlformats.org/drawingml/2006/main">
              <a:ext uri="{FF2B5EF4-FFF2-40B4-BE49-F238E27FC236}">
                <a16:creationId xmlns:a16="http://schemas.microsoft.com/office/drawing/2014/main" id="{222B8F1C-29F3-4151-A081-B48B4D50D5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34018" y="6537182"/>
            <a:ext cx="336857" cy="3885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137" name="text-134 the">
            <a:extLst xmlns:a="http://schemas.openxmlformats.org/drawingml/2006/main">
              <a:ext uri="{FF2B5EF4-FFF2-40B4-BE49-F238E27FC236}">
                <a16:creationId xmlns:a16="http://schemas.microsoft.com/office/drawing/2014/main" id="{70847F05-ADA2-4338-88C7-BCB643991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02433" y="6537999"/>
            <a:ext cx="491472" cy="3873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38" name="text-134 picture:">
            <a:extLst xmlns:a="http://schemas.openxmlformats.org/drawingml/2006/main">
              <a:ext uri="{FF2B5EF4-FFF2-40B4-BE49-F238E27FC236}">
                <a16:creationId xmlns:a16="http://schemas.microsoft.com/office/drawing/2014/main" id="{BA45B1C2-511B-408D-9445-BCD355B974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22413" y="6537919"/>
            <a:ext cx="1059038" cy="3874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picture:</a:t>
            </a:r>
          </a:p>
        </p:txBody>
      </p:sp>
      <p:sp>
        <p:nvSpPr>
          <p:cNvPr id="139" name="text-135 [">
            <a:extLst xmlns:a="http://schemas.openxmlformats.org/drawingml/2006/main">
              <a:ext uri="{FF2B5EF4-FFF2-40B4-BE49-F238E27FC236}">
                <a16:creationId xmlns:a16="http://schemas.microsoft.com/office/drawing/2014/main" id="{196A93AA-3149-4A5A-8E79-42AE8453C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08715" y="6869027"/>
            <a:ext cx="153919" cy="3872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[</a:t>
            </a:r>
          </a:p>
        </p:txBody>
      </p:sp>
      <p:sp>
        <p:nvSpPr>
          <p:cNvPr id="140" name="text-136 256.6,152.8,959.8,366.8">
            <a:extLst xmlns:a="http://schemas.openxmlformats.org/drawingml/2006/main">
              <a:ext uri="{FF2B5EF4-FFF2-40B4-BE49-F238E27FC236}">
                <a16:creationId xmlns:a16="http://schemas.microsoft.com/office/drawing/2014/main" id="{9C4154BC-1C96-4562-A94A-EAA8CD66B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12730" y="6869837"/>
            <a:ext cx="3579544" cy="3861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2" b="1" i="0">
                <a:solidFill>
                  <a:srgbClr val="ED7D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2" b="1" i="0">
                <a:solidFill>
                  <a:srgbClr val="ED7D31"/>
                </a:solidFill>
                <a:latin typeface="Comic Sans MS"/>
                <a:ea typeface="Comic Sans MS"/>
                <a:cs typeface="Comic Sans MS"/>
              </a:defRPr>
            </a:pPr>
            <a:r>
              <a:rPr sz="2172" b="1" i="0">
                <a:solidFill>
                  <a:srgbClr val="ED7D31"/>
                </a:solidFill>
                <a:latin typeface="Comic Sans MS"/>
                <a:ea typeface="Comic Sans MS"/>
                <a:cs typeface="Comic Sans MS"/>
              </a:rPr>
              <a:t>256.6,152.8,959.8,366.8</a:t>
            </a:r>
          </a:p>
        </p:txBody>
      </p:sp>
      <p:sp>
        <p:nvSpPr>
          <p:cNvPr id="141" name="text-137 ]">
            <a:extLst xmlns:a="http://schemas.openxmlformats.org/drawingml/2006/main">
              <a:ext uri="{FF2B5EF4-FFF2-40B4-BE49-F238E27FC236}">
                <a16:creationId xmlns:a16="http://schemas.microsoft.com/office/drawing/2014/main" id="{8533DABE-8CEA-4D01-B75F-EFD079DB1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42557" y="6869027"/>
            <a:ext cx="153919" cy="3872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]</a:t>
            </a:r>
          </a:p>
        </p:txBody>
      </p:sp>
      <p:sp>
        <p:nvSpPr>
          <p:cNvPr id="142" name="path-138">
            <a:extLst xmlns:a="http://schemas.openxmlformats.org/drawingml/2006/main">
              <a:ext uri="{FF2B5EF4-FFF2-40B4-BE49-F238E27FC236}">
                <a16:creationId xmlns:a16="http://schemas.microsoft.com/office/drawing/2014/main" id="{D9EB3AAC-EA97-4D9C-B8B5-F8AEB2583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6707" y="6002474"/>
            <a:ext cx="5626679" cy="1385689"/>
          </a:xfrm>
          <a:custGeom xmlns:a="http://schemas.openxmlformats.org/drawingml/2006/main">
            <a:pathLst>
              <a:path w="3912300" h="963487">
                <a:moveTo>
                  <a:pt x="0" y="160536"/>
                </a:moveTo>
                <a:cubicBezTo>
                  <a:pt x="0" y="71775"/>
                  <a:pt x="71912" y="0"/>
                  <a:pt x="160672" y="0"/>
                </a:cubicBezTo>
                <a:lnTo>
                  <a:pt x="3751628" y="0"/>
                </a:lnTo>
                <a:cubicBezTo>
                  <a:pt x="3840388" y="0"/>
                  <a:pt x="3912300" y="71775"/>
                  <a:pt x="3912300" y="160536"/>
                </a:cubicBezTo>
                <a:lnTo>
                  <a:pt x="3912300" y="802952"/>
                </a:lnTo>
                <a:cubicBezTo>
                  <a:pt x="3912300" y="891575"/>
                  <a:pt x="3840388" y="963487"/>
                  <a:pt x="3751628" y="963487"/>
                </a:cubicBezTo>
                <a:lnTo>
                  <a:pt x="160672" y="963487"/>
                </a:lnTo>
                <a:cubicBezTo>
                  <a:pt x="71912" y="963487"/>
                  <a:pt x="0" y="891575"/>
                  <a:pt x="0" y="802952"/>
                </a:cubicBezTo>
                <a:lnTo>
                  <a:pt x="0" y="160536"/>
                </a:lnTo>
              </a:path>
            </a:pathLst>
          </a:custGeom>
          <a:noFill xmlns:a="http://schemas.openxmlformats.org/drawingml/2006/main"/>
          <a:ln xmlns:a="http://schemas.openxmlformats.org/drawingml/2006/main" w="29550">
            <a:solidFill>
              <a:srgbClr val="000000"/>
            </a:solidFill>
            <a:prstDash val="dash"/>
          </a:ln>
        </p:spPr>
      </p:sp>
      <p:sp>
        <p:nvSpPr>
          <p:cNvPr id="143" name="text-139 Two">
            <a:extLst xmlns:a="http://schemas.openxmlformats.org/drawingml/2006/main">
              <a:ext uri="{FF2B5EF4-FFF2-40B4-BE49-F238E27FC236}">
                <a16:creationId xmlns:a16="http://schemas.microsoft.com/office/drawing/2014/main" id="{06808763-E814-4137-A4E5-38BCF06A1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91170" y="7846247"/>
            <a:ext cx="573424" cy="3879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Two</a:t>
            </a:r>
          </a:p>
        </p:txBody>
      </p:sp>
      <p:sp>
        <p:nvSpPr>
          <p:cNvPr id="144" name="text-139 traveling">
            <a:extLst xmlns:a="http://schemas.openxmlformats.org/drawingml/2006/main">
              <a:ext uri="{FF2B5EF4-FFF2-40B4-BE49-F238E27FC236}">
                <a16:creationId xmlns:a16="http://schemas.microsoft.com/office/drawing/2014/main" id="{C6B219DE-43ED-424C-8BBD-84840D20F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76773" y="7846791"/>
            <a:ext cx="1185105" cy="3872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traveling</a:t>
            </a:r>
          </a:p>
        </p:txBody>
      </p:sp>
      <p:sp>
        <p:nvSpPr>
          <p:cNvPr id="145" name="text-139 in">
            <a:extLst xmlns:a="http://schemas.openxmlformats.org/drawingml/2006/main">
              <a:ext uri="{FF2B5EF4-FFF2-40B4-BE49-F238E27FC236}">
                <a16:creationId xmlns:a16="http://schemas.microsoft.com/office/drawing/2014/main" id="{B0149026-6B9D-43B5-9905-3C5E896BD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87116" y="7846776"/>
            <a:ext cx="272005" cy="3872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in</a:t>
            </a:r>
          </a:p>
        </p:txBody>
      </p:sp>
      <p:sp>
        <p:nvSpPr>
          <p:cNvPr id="146" name="text-139 front">
            <a:extLst xmlns:a="http://schemas.openxmlformats.org/drawingml/2006/main">
              <a:ext uri="{FF2B5EF4-FFF2-40B4-BE49-F238E27FC236}">
                <a16:creationId xmlns:a16="http://schemas.microsoft.com/office/drawing/2014/main" id="{17183469-7259-4D55-989A-35CAA9C4B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89701" y="7847283"/>
            <a:ext cx="742320" cy="3865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4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4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4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front</a:t>
            </a:r>
          </a:p>
        </p:txBody>
      </p:sp>
      <p:sp>
        <p:nvSpPr>
          <p:cNvPr id="147" name="text-139 and">
            <a:extLst xmlns:a="http://schemas.openxmlformats.org/drawingml/2006/main">
              <a:ext uri="{FF2B5EF4-FFF2-40B4-BE49-F238E27FC236}">
                <a16:creationId xmlns:a16="http://schemas.microsoft.com/office/drawing/2014/main" id="{628407E8-C1D5-4BB0-A670-83892FC31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64971" y="7846710"/>
            <a:ext cx="498533" cy="3873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148" name="text-139 behind.">
            <a:extLst xmlns:a="http://schemas.openxmlformats.org/drawingml/2006/main">
              <a:ext uri="{FF2B5EF4-FFF2-40B4-BE49-F238E27FC236}">
                <a16:creationId xmlns:a16="http://schemas.microsoft.com/office/drawing/2014/main" id="{16F54638-764A-421B-92D7-156BF42B1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94634" y="7846778"/>
            <a:ext cx="978566" cy="3872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behind.</a:t>
            </a:r>
          </a:p>
        </p:txBody>
      </p:sp>
      <p:pic>
        <p:nvPicPr>
          <p:cNvPr id="149" name="">
            <a:extLst xmlns:a="http://schemas.openxmlformats.org/drawingml/2006/main">
              <a:ext uri="{FF2B5EF4-FFF2-40B4-BE49-F238E27FC236}">
                <a16:creationId xmlns:a16="http://schemas.microsoft.com/office/drawing/2014/main" id="{F9D4DACF-9FD8-42E9-838F-794531265DB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92af0a11f94473c"/>
          <a:stretch xmlns:a="http://schemas.openxmlformats.org/drawingml/2006/main"/>
        </p:blipFill>
        <p:spPr>
          <a:xfrm xmlns:a="http://schemas.openxmlformats.org/drawingml/2006/main">
            <a:off x="12831016" y="7521138"/>
            <a:ext cx="794535" cy="780836"/>
          </a:xfrm>
          <a:prstGeom xmlns:a="http://schemas.openxmlformats.org/drawingml/2006/main" prst="rect">
            <a:avLst/>
          </a:prstGeom>
        </p:spPr>
      </p:pic>
      <p:pic>
        <p:nvPicPr>
          <p:cNvPr id="150" name="">
            <a:extLst xmlns:a="http://schemas.openxmlformats.org/drawingml/2006/main">
              <a:ext uri="{FF2B5EF4-FFF2-40B4-BE49-F238E27FC236}">
                <a16:creationId xmlns:a16="http://schemas.microsoft.com/office/drawing/2014/main" id="{9B1041B4-8D8A-408A-A7A5-B98163DB99C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bc694c97a024ad6"/>
          <a:stretch xmlns:a="http://schemas.openxmlformats.org/drawingml/2006/main"/>
        </p:blipFill>
        <p:spPr>
          <a:xfrm xmlns:a="http://schemas.openxmlformats.org/drawingml/2006/main">
            <a:off x="12433749" y="7849911"/>
            <a:ext cx="739739" cy="753438"/>
          </a:xfrm>
          <a:prstGeom xmlns:a="http://schemas.openxmlformats.org/drawingml/2006/main" prst="rect">
            <a:avLst/>
          </a:prstGeom>
        </p:spPr>
      </p:pic>
      <p:pic>
        <p:nvPicPr>
          <p:cNvPr id="151" name="">
            <a:extLst xmlns:a="http://schemas.openxmlformats.org/drawingml/2006/main">
              <a:ext uri="{FF2B5EF4-FFF2-40B4-BE49-F238E27FC236}">
                <a16:creationId xmlns:a16="http://schemas.microsoft.com/office/drawing/2014/main" id="{E47499B7-C8E4-4771-8613-D0FBC497FBE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c3b7663cfc94080"/>
          <a:stretch xmlns:a="http://schemas.openxmlformats.org/drawingml/2006/main"/>
        </p:blipFill>
        <p:spPr>
          <a:xfrm xmlns:a="http://schemas.openxmlformats.org/drawingml/2006/main">
            <a:off x="10639196" y="8849929"/>
            <a:ext cx="616449" cy="616449"/>
          </a:xfrm>
          <a:prstGeom xmlns:a="http://schemas.openxmlformats.org/drawingml/2006/main" prst="rect">
            <a:avLst/>
          </a:prstGeom>
        </p:spPr>
      </p:pic>
      <p:pic>
        <p:nvPicPr>
          <p:cNvPr id="152" name="">
            <a:extLst xmlns:a="http://schemas.openxmlformats.org/drawingml/2006/main">
              <a:ext uri="{FF2B5EF4-FFF2-40B4-BE49-F238E27FC236}">
                <a16:creationId xmlns:a16="http://schemas.microsoft.com/office/drawing/2014/main" id="{F21AAC6B-0D71-431D-9766-EEDFB193136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9772f94930541e2"/>
          <a:stretch xmlns:a="http://schemas.openxmlformats.org/drawingml/2006/main"/>
        </p:blipFill>
        <p:spPr>
          <a:xfrm xmlns:a="http://schemas.openxmlformats.org/drawingml/2006/main">
            <a:off x="10324122" y="9041714"/>
            <a:ext cx="684944" cy="671245"/>
          </a:xfrm>
          <a:prstGeom xmlns:a="http://schemas.openxmlformats.org/drawingml/2006/main" prst="rect">
            <a:avLst/>
          </a:prstGeom>
        </p:spPr>
      </p:pic>
      <p:sp>
        <p:nvSpPr>
          <p:cNvPr id="153" name="text-144 The">
            <a:extLst xmlns:a="http://schemas.openxmlformats.org/drawingml/2006/main">
              <a:ext uri="{FF2B5EF4-FFF2-40B4-BE49-F238E27FC236}">
                <a16:creationId xmlns:a16="http://schemas.microsoft.com/office/drawing/2014/main" id="{E0E40156-051C-4B66-ACBE-3D9ADED85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60506" y="9277225"/>
            <a:ext cx="548677" cy="3869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54" name="text-145 are">
            <a:extLst xmlns:a="http://schemas.openxmlformats.org/drawingml/2006/main">
              <a:ext uri="{FF2B5EF4-FFF2-40B4-BE49-F238E27FC236}">
                <a16:creationId xmlns:a16="http://schemas.microsoft.com/office/drawing/2014/main" id="{31A392F6-B0B3-4B30-A2A6-7C23A2D33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16600" y="9278659"/>
            <a:ext cx="472911" cy="3849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6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are</a:t>
            </a:r>
          </a:p>
        </p:txBody>
      </p:sp>
      <p:sp>
        <p:nvSpPr>
          <p:cNvPr id="155" name="text-145 traveling">
            <a:extLst xmlns:a="http://schemas.openxmlformats.org/drawingml/2006/main">
              <a:ext uri="{FF2B5EF4-FFF2-40B4-BE49-F238E27FC236}">
                <a16:creationId xmlns:a16="http://schemas.microsoft.com/office/drawing/2014/main" id="{0A2A3AA1-2B99-4A3D-A95D-E3907ECE7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22751" y="9278361"/>
            <a:ext cx="1179622" cy="3854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6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traveling</a:t>
            </a:r>
          </a:p>
        </p:txBody>
      </p:sp>
      <p:sp>
        <p:nvSpPr>
          <p:cNvPr id="156" name="text-145 in">
            <a:extLst xmlns:a="http://schemas.openxmlformats.org/drawingml/2006/main">
              <a:ext uri="{FF2B5EF4-FFF2-40B4-BE49-F238E27FC236}">
                <a16:creationId xmlns:a16="http://schemas.microsoft.com/office/drawing/2014/main" id="{B4DF75A9-E8C6-466F-B895-DF2C19EC3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30330" y="9277066"/>
            <a:ext cx="272005" cy="3872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in</a:t>
            </a:r>
          </a:p>
        </p:txBody>
      </p:sp>
      <p:sp>
        <p:nvSpPr>
          <p:cNvPr id="157" name="text-145 opposite">
            <a:extLst xmlns:a="http://schemas.openxmlformats.org/drawingml/2006/main">
              <a:ext uri="{FF2B5EF4-FFF2-40B4-BE49-F238E27FC236}">
                <a16:creationId xmlns:a16="http://schemas.microsoft.com/office/drawing/2014/main" id="{498438EE-39E2-4BA6-A0F7-0D099337B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35127" y="9277733"/>
            <a:ext cx="1127484" cy="3862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3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3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3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opposite</a:t>
            </a:r>
          </a:p>
        </p:txBody>
      </p:sp>
      <p:sp>
        <p:nvSpPr>
          <p:cNvPr id="158" name="text-145 directions">
            <a:extLst xmlns:a="http://schemas.openxmlformats.org/drawingml/2006/main">
              <a:ext uri="{FF2B5EF4-FFF2-40B4-BE49-F238E27FC236}">
                <a16:creationId xmlns:a16="http://schemas.microsoft.com/office/drawing/2014/main" id="{03E7EE3E-24B0-4A71-9B4E-E7833138A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93196" y="9277330"/>
            <a:ext cx="1347429" cy="3868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6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6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6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directions</a:t>
            </a:r>
          </a:p>
        </p:txBody>
      </p:sp>
      <p:sp>
        <p:nvSpPr>
          <p:cNvPr id="159" name="text-146 .">
            <a:extLst xmlns:a="http://schemas.openxmlformats.org/drawingml/2006/main">
              <a:ext uri="{FF2B5EF4-FFF2-40B4-BE49-F238E27FC236}">
                <a16:creationId xmlns:a16="http://schemas.microsoft.com/office/drawing/2014/main" id="{C6DD1321-F338-4187-A9A0-452DFBE57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92019" y="9277025"/>
            <a:ext cx="118669" cy="3872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sp>
        <p:nvSpPr>
          <p:cNvPr id="160" name="text-147 There">
            <a:extLst xmlns:a="http://schemas.openxmlformats.org/drawingml/2006/main">
              <a:ext uri="{FF2B5EF4-FFF2-40B4-BE49-F238E27FC236}">
                <a16:creationId xmlns:a16="http://schemas.microsoft.com/office/drawing/2014/main" id="{962F374E-82B3-4E91-BB39-D03F03F5C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15592" y="8999895"/>
            <a:ext cx="835078" cy="3880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There</a:t>
            </a:r>
          </a:p>
        </p:txBody>
      </p:sp>
      <p:sp>
        <p:nvSpPr>
          <p:cNvPr id="161" name="text-147 are">
            <a:extLst xmlns:a="http://schemas.openxmlformats.org/drawingml/2006/main">
              <a:ext uri="{FF2B5EF4-FFF2-40B4-BE49-F238E27FC236}">
                <a16:creationId xmlns:a16="http://schemas.microsoft.com/office/drawing/2014/main" id="{D5C0BF63-B7D2-4F80-9CDE-E1B43BEC9F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77988" y="9000455"/>
            <a:ext cx="475692" cy="3872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are</a:t>
            </a:r>
          </a:p>
        </p:txBody>
      </p:sp>
      <p:sp>
        <p:nvSpPr>
          <p:cNvPr id="162" name="text-148 trucks">
            <a:extLst xmlns:a="http://schemas.openxmlformats.org/drawingml/2006/main">
              <a:ext uri="{FF2B5EF4-FFF2-40B4-BE49-F238E27FC236}">
                <a16:creationId xmlns:a16="http://schemas.microsoft.com/office/drawing/2014/main" id="{2F88507D-7A1E-4EA1-A136-76DF14673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82370" y="9000826"/>
            <a:ext cx="881644" cy="3867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5" b="1" i="0">
                <a:solidFill>
                  <a:srgbClr val="70AD47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5" b="1" i="0">
                <a:solidFill>
                  <a:srgbClr val="70AD47"/>
                </a:solidFill>
                <a:latin typeface="Comic Sans MS"/>
                <a:ea typeface="Comic Sans MS"/>
                <a:cs typeface="Comic Sans MS"/>
              </a:defRPr>
            </a:pPr>
            <a:r>
              <a:rPr sz="2175" b="1" i="0">
                <a:solidFill>
                  <a:srgbClr val="70AD47"/>
                </a:solidFill>
                <a:latin typeface="Comic Sans MS"/>
                <a:ea typeface="Comic Sans MS"/>
                <a:cs typeface="Comic Sans MS"/>
              </a:rPr>
              <a:t>trucks</a:t>
            </a:r>
          </a:p>
        </p:txBody>
      </p:sp>
      <p:sp>
        <p:nvSpPr>
          <p:cNvPr id="163" name="text-149 ,">
            <a:extLst xmlns:a="http://schemas.openxmlformats.org/drawingml/2006/main">
              <a:ext uri="{FF2B5EF4-FFF2-40B4-BE49-F238E27FC236}">
                <a16:creationId xmlns:a16="http://schemas.microsoft.com/office/drawing/2014/main" id="{B2E24AFB-0B7E-4413-9195-DAED23A6F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14493" y="9000505"/>
            <a:ext cx="126355" cy="3871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70AD47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70AD47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70AD47"/>
                </a:solidFill>
                <a:latin typeface="Comic Sans MS"/>
                <a:ea typeface="Comic Sans MS"/>
                <a:cs typeface="Comic Sans MS"/>
              </a:rPr>
              <a:t>,</a:t>
            </a:r>
          </a:p>
        </p:txBody>
      </p:sp>
      <p:sp>
        <p:nvSpPr>
          <p:cNvPr id="164" name="text-150 buses">
            <a:extLst xmlns:a="http://schemas.openxmlformats.org/drawingml/2006/main">
              <a:ext uri="{FF2B5EF4-FFF2-40B4-BE49-F238E27FC236}">
                <a16:creationId xmlns:a16="http://schemas.microsoft.com/office/drawing/2014/main" id="{1AD2D081-A2C9-4C62-A3CA-12A4D3D0B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72880" y="9000762"/>
            <a:ext cx="780703" cy="3868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6" b="1" i="0">
                <a:solidFill>
                  <a:srgbClr val="70AD47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6" b="1" i="0">
                <a:solidFill>
                  <a:srgbClr val="70AD47"/>
                </a:solidFill>
                <a:latin typeface="Comic Sans MS"/>
                <a:ea typeface="Comic Sans MS"/>
                <a:cs typeface="Comic Sans MS"/>
              </a:defRPr>
            </a:pPr>
            <a:r>
              <a:rPr sz="2176" b="1" i="0">
                <a:solidFill>
                  <a:srgbClr val="70AD47"/>
                </a:solidFill>
                <a:latin typeface="Comic Sans MS"/>
                <a:ea typeface="Comic Sans MS"/>
                <a:cs typeface="Comic Sans MS"/>
              </a:rPr>
              <a:t>buses</a:t>
            </a:r>
          </a:p>
        </p:txBody>
      </p:sp>
      <p:sp>
        <p:nvSpPr>
          <p:cNvPr id="165" name="text-151 and">
            <a:extLst xmlns:a="http://schemas.openxmlformats.org/drawingml/2006/main">
              <a:ext uri="{FF2B5EF4-FFF2-40B4-BE49-F238E27FC236}">
                <a16:creationId xmlns:a16="http://schemas.microsoft.com/office/drawing/2014/main" id="{F6B40161-B373-46E5-A6FE-7DCB8D0BB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90887" y="9331374"/>
            <a:ext cx="498532" cy="3873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166" name="text-151 ...">
            <a:extLst xmlns:a="http://schemas.openxmlformats.org/drawingml/2006/main">
              <a:ext uri="{FF2B5EF4-FFF2-40B4-BE49-F238E27FC236}">
                <a16:creationId xmlns:a16="http://schemas.microsoft.com/office/drawing/2014/main" id="{DE1E44E5-1581-4C71-9AC5-720F02FD4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20551" y="9331413"/>
            <a:ext cx="256408" cy="3872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...</a:t>
            </a:r>
          </a:p>
        </p:txBody>
      </p:sp>
      <p:sp>
        <p:nvSpPr>
          <p:cNvPr id="167" name="path-152">
            <a:extLst xmlns:a="http://schemas.openxmlformats.org/drawingml/2006/main">
              <a:ext uri="{FF2B5EF4-FFF2-40B4-BE49-F238E27FC236}">
                <a16:creationId xmlns:a16="http://schemas.microsoft.com/office/drawing/2014/main" id="{F197B1A5-3E93-486F-8A1E-D4EFC7579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85862" y="8839060"/>
            <a:ext cx="4160812" cy="1071279"/>
          </a:xfrm>
          <a:custGeom xmlns:a="http://schemas.openxmlformats.org/drawingml/2006/main">
            <a:pathLst>
              <a:path w="2893064" h="744874">
                <a:moveTo>
                  <a:pt x="44380" y="96294"/>
                </a:moveTo>
                <a:cubicBezTo>
                  <a:pt x="524754" y="6575"/>
                  <a:pt x="908560" y="206792"/>
                  <a:pt x="1450026" y="96294"/>
                </a:cubicBezTo>
                <a:cubicBezTo>
                  <a:pt x="1871363" y="0"/>
                  <a:pt x="2448990" y="156700"/>
                  <a:pt x="2855670" y="96294"/>
                </a:cubicBezTo>
                <a:cubicBezTo>
                  <a:pt x="2893064" y="244242"/>
                  <a:pt x="2845397" y="449924"/>
                  <a:pt x="2855670" y="610789"/>
                </a:cubicBezTo>
                <a:cubicBezTo>
                  <a:pt x="2421595" y="744874"/>
                  <a:pt x="1864651" y="458773"/>
                  <a:pt x="1450026" y="610789"/>
                </a:cubicBezTo>
                <a:cubicBezTo>
                  <a:pt x="1032386" y="661784"/>
                  <a:pt x="508591" y="468307"/>
                  <a:pt x="44380" y="610789"/>
                </a:cubicBezTo>
                <a:cubicBezTo>
                  <a:pt x="69036" y="505906"/>
                  <a:pt x="0" y="164098"/>
                  <a:pt x="44380" y="96294"/>
                </a:cubicBezTo>
              </a:path>
            </a:pathLst>
          </a:custGeom>
          <a:noFill xmlns:a="http://schemas.openxmlformats.org/drawingml/2006/main"/>
          <a:ln xmlns:a="http://schemas.openxmlformats.org/drawingml/2006/main" w="29550">
            <a:solidFill>
              <a:srgbClr val="000000"/>
            </a:solidFill>
            <a:prstDash val="dash"/>
          </a:ln>
        </p:spPr>
      </p:sp>
      <p:sp>
        <p:nvSpPr>
          <p:cNvPr id="168" name="text-153 Gaoqi">
            <a:extLst xmlns:a="http://schemas.openxmlformats.org/drawingml/2006/main">
              <a:ext uri="{FF2B5EF4-FFF2-40B4-BE49-F238E27FC236}">
                <a16:creationId xmlns:a16="http://schemas.microsoft.com/office/drawing/2014/main" id="{662FA4EC-452E-4DFD-BB99-86AAB7B36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45904" y="4387566"/>
            <a:ext cx="759983" cy="3882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3" b="1" i="0">
                <a:solidFill>
                  <a:srgbClr val="ED7D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3" b="1" i="0">
                <a:solidFill>
                  <a:srgbClr val="ED7D31"/>
                </a:solidFill>
                <a:latin typeface="Comic Sans MS"/>
                <a:ea typeface="Comic Sans MS"/>
                <a:cs typeface="Comic Sans MS"/>
              </a:defRPr>
            </a:pPr>
            <a:r>
              <a:rPr sz="2183" b="1" i="0">
                <a:solidFill>
                  <a:srgbClr val="ED7D31"/>
                </a:solidFill>
                <a:latin typeface="Comic Sans MS"/>
                <a:ea typeface="Comic Sans MS"/>
                <a:cs typeface="Comic Sans MS"/>
              </a:rPr>
              <a:t>Gaoqi</a:t>
            </a:r>
          </a:p>
        </p:txBody>
      </p:sp>
      <p:sp>
        <p:nvSpPr>
          <p:cNvPr id="169" name="text-154 Airport">
            <a:extLst xmlns:a="http://schemas.openxmlformats.org/drawingml/2006/main">
              <a:ext uri="{FF2B5EF4-FFF2-40B4-BE49-F238E27FC236}">
                <a16:creationId xmlns:a16="http://schemas.microsoft.com/office/drawing/2014/main" id="{6C6E95D0-141D-4413-82B6-1709C6FB9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070937" y="4387595"/>
            <a:ext cx="1021329" cy="3881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3" b="1" i="0">
                <a:solidFill>
                  <a:srgbClr val="ED7D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3" b="1" i="0">
                <a:solidFill>
                  <a:srgbClr val="ED7D31"/>
                </a:solidFill>
                <a:latin typeface="Comic Sans MS"/>
                <a:ea typeface="Comic Sans MS"/>
                <a:cs typeface="Comic Sans MS"/>
              </a:defRPr>
            </a:pPr>
            <a:r>
              <a:rPr sz="2183" b="1" i="0">
                <a:solidFill>
                  <a:srgbClr val="ED7D31"/>
                </a:solidFill>
                <a:latin typeface="Comic Sans MS"/>
                <a:ea typeface="Comic Sans MS"/>
                <a:cs typeface="Comic Sans MS"/>
              </a:rPr>
              <a:t>Airport</a:t>
            </a:r>
          </a:p>
        </p:txBody>
      </p:sp>
      <p:sp>
        <p:nvSpPr>
          <p:cNvPr id="170" name="text-155 [811.3,696.5,933.2,716.8]">
            <a:extLst xmlns:a="http://schemas.openxmlformats.org/drawingml/2006/main">
              <a:ext uri="{FF2B5EF4-FFF2-40B4-BE49-F238E27FC236}">
                <a16:creationId xmlns:a16="http://schemas.microsoft.com/office/drawing/2014/main" id="{F58F7D3C-0C97-45AE-826A-B8FBFF529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77475" y="4838779"/>
            <a:ext cx="3313980" cy="3853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6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[811.3,696.5,933.2,716.8]</a:t>
            </a:r>
          </a:p>
        </p:txBody>
      </p:sp>
      <p:pic>
        <p:nvPicPr>
          <p:cNvPr id="171" name="">
            <a:extLst xmlns:a="http://schemas.openxmlformats.org/drawingml/2006/main">
              <a:ext uri="{FF2B5EF4-FFF2-40B4-BE49-F238E27FC236}">
                <a16:creationId xmlns:a16="http://schemas.microsoft.com/office/drawing/2014/main" id="{0BEDA93F-A55B-4A51-B420-595B8CFC310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cfc22f4b4cd4391"/>
          <a:stretch xmlns:a="http://schemas.openxmlformats.org/drawingml/2006/main"/>
        </p:blipFill>
        <p:spPr>
          <a:xfrm xmlns:a="http://schemas.openxmlformats.org/drawingml/2006/main">
            <a:off x="6159663" y="301831"/>
            <a:ext cx="2671281" cy="2657582"/>
          </a:xfrm>
          <a:prstGeom xmlns:a="http://schemas.openxmlformats.org/drawingml/2006/main" prst="rect">
            <a:avLst/>
          </a:prstGeom>
        </p:spPr>
      </p:pic>
      <p:pic>
        <p:nvPicPr>
          <p:cNvPr id="172" name="">
            <a:extLst xmlns:a="http://schemas.openxmlformats.org/drawingml/2006/main">
              <a:ext uri="{FF2B5EF4-FFF2-40B4-BE49-F238E27FC236}">
                <a16:creationId xmlns:a16="http://schemas.microsoft.com/office/drawing/2014/main" id="{00232C14-A745-4667-A7ED-34600469388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d7fc283528e44d9"/>
          <a:stretch xmlns:a="http://schemas.openxmlformats.org/drawingml/2006/main"/>
        </p:blipFill>
        <p:spPr>
          <a:xfrm xmlns:a="http://schemas.openxmlformats.org/drawingml/2006/main">
            <a:off x="16639304" y="5589597"/>
            <a:ext cx="1643865" cy="1643865"/>
          </a:xfrm>
          <a:prstGeom xmlns:a="http://schemas.openxmlformats.org/drawingml/2006/main" prst="rect">
            <a:avLst/>
          </a:prstGeom>
        </p:spPr>
      </p:pic>
      <p:pic>
        <p:nvPicPr>
          <p:cNvPr id="173" name="">
            <a:extLst xmlns:a="http://schemas.openxmlformats.org/drawingml/2006/main">
              <a:ext uri="{FF2B5EF4-FFF2-40B4-BE49-F238E27FC236}">
                <a16:creationId xmlns:a16="http://schemas.microsoft.com/office/drawing/2014/main" id="{F7A85728-3DF7-4F7F-978D-D9BAA794134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7b9924bdba74692"/>
          <a:stretch xmlns:a="http://schemas.openxmlformats.org/drawingml/2006/main"/>
        </p:blipFill>
        <p:spPr>
          <a:xfrm xmlns:a="http://schemas.openxmlformats.org/drawingml/2006/main">
            <a:off x="13241982" y="2110082"/>
            <a:ext cx="1397285" cy="1383587"/>
          </a:xfrm>
          <a:prstGeom xmlns:a="http://schemas.openxmlformats.org/drawingml/2006/main" prst="rect">
            <a:avLst/>
          </a:prstGeom>
        </p:spPr>
      </p:pic>
      <p:sp>
        <p:nvSpPr>
          <p:cNvPr id="174" name="text-159 7.">
            <a:extLst xmlns:a="http://schemas.openxmlformats.org/drawingml/2006/main">
              <a:ext uri="{FF2B5EF4-FFF2-40B4-BE49-F238E27FC236}">
                <a16:creationId xmlns:a16="http://schemas.microsoft.com/office/drawing/2014/main" id="{7513CE36-6CDE-4553-8AB3-64FFAD5CE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56411" y="540441"/>
            <a:ext cx="483407" cy="5530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7.</a:t>
            </a:r>
          </a:p>
        </p:txBody>
      </p:sp>
      <p:sp>
        <p:nvSpPr>
          <p:cNvPr id="175" name="text-161 Spatial">
            <a:extLst xmlns:a="http://schemas.openxmlformats.org/drawingml/2006/main">
              <a:ext uri="{FF2B5EF4-FFF2-40B4-BE49-F238E27FC236}">
                <a16:creationId xmlns:a16="http://schemas.microsoft.com/office/drawing/2014/main" id="{77FE4A17-75A7-4618-9111-B4C5647ED4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37952" y="540225"/>
            <a:ext cx="1400750" cy="5533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Spatial</a:t>
            </a:r>
          </a:p>
        </p:txBody>
      </p:sp>
      <p:sp>
        <p:nvSpPr>
          <p:cNvPr id="176" name="text-161 Relationship">
            <a:extLst xmlns:a="http://schemas.openxmlformats.org/drawingml/2006/main">
              <a:ext uri="{FF2B5EF4-FFF2-40B4-BE49-F238E27FC236}">
                <a16:creationId xmlns:a16="http://schemas.microsoft.com/office/drawing/2014/main" id="{FD945A3A-9A2A-4DA1-8F8E-B32EE0D10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33794" y="540824"/>
            <a:ext cx="2323550" cy="5525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Relationship</a:t>
            </a:r>
          </a:p>
        </p:txBody>
      </p:sp>
      <p:sp>
        <p:nvSpPr>
          <p:cNvPr id="177" name="text-161 Comprehension">
            <a:extLst xmlns:a="http://schemas.openxmlformats.org/drawingml/2006/main">
              <a:ext uri="{FF2B5EF4-FFF2-40B4-BE49-F238E27FC236}">
                <a16:creationId xmlns:a16="http://schemas.microsoft.com/office/drawing/2014/main" id="{ADCEA9E9-D082-424A-9838-2EE5DFDFF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51854" y="541253"/>
            <a:ext cx="2818837" cy="5518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Comprehension</a:t>
            </a:r>
          </a:p>
        </p:txBody>
      </p:sp>
      <p:sp>
        <p:nvSpPr>
          <p:cNvPr id="178" name="text-162 From">
            <a:extLst xmlns:a="http://schemas.openxmlformats.org/drawingml/2006/main">
              <a:ext uri="{FF2B5EF4-FFF2-40B4-BE49-F238E27FC236}">
                <a16:creationId xmlns:a16="http://schemas.microsoft.com/office/drawing/2014/main" id="{616D80CA-48EE-4DB3-9DA4-2CDB3F9B4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73482" y="1225817"/>
            <a:ext cx="710792" cy="3872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From</a:t>
            </a:r>
          </a:p>
        </p:txBody>
      </p:sp>
      <p:sp>
        <p:nvSpPr>
          <p:cNvPr id="179" name="text-162 the">
            <a:extLst xmlns:a="http://schemas.openxmlformats.org/drawingml/2006/main">
              <a:ext uri="{FF2B5EF4-FFF2-40B4-BE49-F238E27FC236}">
                <a16:creationId xmlns:a16="http://schemas.microsoft.com/office/drawing/2014/main" id="{CEF7B54C-07AB-49C5-A7B0-2672EBAF8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15563" y="1225729"/>
            <a:ext cx="491472" cy="3873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80" name="text-162 perspective">
            <a:extLst xmlns:a="http://schemas.openxmlformats.org/drawingml/2006/main">
              <a:ext uri="{FF2B5EF4-FFF2-40B4-BE49-F238E27FC236}">
                <a16:creationId xmlns:a16="http://schemas.microsoft.com/office/drawing/2014/main" id="{32E29059-D857-45C2-91A3-BFBEEDB4D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35542" y="1225672"/>
            <a:ext cx="1552747" cy="3874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perspective</a:t>
            </a:r>
          </a:p>
        </p:txBody>
      </p:sp>
      <p:sp>
        <p:nvSpPr>
          <p:cNvPr id="181" name="text-162 of">
            <a:extLst xmlns:a="http://schemas.openxmlformats.org/drawingml/2006/main">
              <a:ext uri="{FF2B5EF4-FFF2-40B4-BE49-F238E27FC236}">
                <a16:creationId xmlns:a16="http://schemas.microsoft.com/office/drawing/2014/main" id="{C8B9E7E9-4886-4905-A6A1-C879FA536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14298" y="1224912"/>
            <a:ext cx="336857" cy="3885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182" name="text-162 the">
            <a:extLst xmlns:a="http://schemas.openxmlformats.org/drawingml/2006/main">
              <a:ext uri="{FF2B5EF4-FFF2-40B4-BE49-F238E27FC236}">
                <a16:creationId xmlns:a16="http://schemas.microsoft.com/office/drawing/2014/main" id="{2BE9CF0B-200A-4BC5-BDEC-A9CBC6E29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80498" y="1225729"/>
            <a:ext cx="491472" cy="3873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83" name="text-162 ,">
            <a:extLst xmlns:a="http://schemas.openxmlformats.org/drawingml/2006/main">
              <a:ext uri="{FF2B5EF4-FFF2-40B4-BE49-F238E27FC236}">
                <a16:creationId xmlns:a16="http://schemas.microsoft.com/office/drawing/2014/main" id="{2E2A8B7A-AFFC-4161-9D16-D8E82A7407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35919" y="1225868"/>
            <a:ext cx="126355" cy="3871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,</a:t>
            </a:r>
          </a:p>
        </p:txBody>
      </p:sp>
      <p:sp>
        <p:nvSpPr>
          <p:cNvPr id="184" name="text-163 a">
            <a:extLst xmlns:a="http://schemas.openxmlformats.org/drawingml/2006/main">
              <a:ext uri="{FF2B5EF4-FFF2-40B4-BE49-F238E27FC236}">
                <a16:creationId xmlns:a16="http://schemas.microsoft.com/office/drawing/2014/main" id="{43D71B04-1C75-4227-B531-918CF8B1A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73482" y="1722690"/>
            <a:ext cx="191317" cy="387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a</a:t>
            </a:r>
          </a:p>
        </p:txBody>
      </p:sp>
      <p:sp>
        <p:nvSpPr>
          <p:cNvPr id="185" name="text-163 is">
            <a:extLst xmlns:a="http://schemas.openxmlformats.org/drawingml/2006/main">
              <a:ext uri="{FF2B5EF4-FFF2-40B4-BE49-F238E27FC236}">
                <a16:creationId xmlns:a16="http://schemas.microsoft.com/office/drawing/2014/main" id="{9CE5D53A-ED7F-4ECE-8278-872925D93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06526" y="1722715"/>
            <a:ext cx="261869" cy="38716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is</a:t>
            </a:r>
          </a:p>
        </p:txBody>
      </p:sp>
      <p:sp>
        <p:nvSpPr>
          <p:cNvPr id="186" name="text-163 located">
            <a:extLst xmlns:a="http://schemas.openxmlformats.org/drawingml/2006/main">
              <a:ext uri="{FF2B5EF4-FFF2-40B4-BE49-F238E27FC236}">
                <a16:creationId xmlns:a16="http://schemas.microsoft.com/office/drawing/2014/main" id="{A774B141-FAD5-4A04-8CF2-58ED36074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99707" y="1722375"/>
            <a:ext cx="999748" cy="3876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0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0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0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located</a:t>
            </a:r>
          </a:p>
        </p:txBody>
      </p:sp>
      <p:sp>
        <p:nvSpPr>
          <p:cNvPr id="187" name="text-163 in">
            <a:extLst xmlns:a="http://schemas.openxmlformats.org/drawingml/2006/main">
              <a:ext uri="{FF2B5EF4-FFF2-40B4-BE49-F238E27FC236}">
                <a16:creationId xmlns:a16="http://schemas.microsoft.com/office/drawing/2014/main" id="{F7182C2F-6A46-4F5C-9354-7C6613602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29991" y="1722674"/>
            <a:ext cx="272005" cy="3872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in</a:t>
            </a:r>
          </a:p>
        </p:txBody>
      </p:sp>
      <p:sp>
        <p:nvSpPr>
          <p:cNvPr id="188" name="text-163 the">
            <a:extLst xmlns:a="http://schemas.openxmlformats.org/drawingml/2006/main">
              <a:ext uri="{FF2B5EF4-FFF2-40B4-BE49-F238E27FC236}">
                <a16:creationId xmlns:a16="http://schemas.microsoft.com/office/drawing/2014/main" id="{72976C2F-1360-4DCE-95FA-F90C9CDB22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532575" y="1722560"/>
            <a:ext cx="491472" cy="3873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89" name="text-164 left">
            <a:extLst xmlns:a="http://schemas.openxmlformats.org/drawingml/2006/main">
              <a:ext uri="{FF2B5EF4-FFF2-40B4-BE49-F238E27FC236}">
                <a16:creationId xmlns:a16="http://schemas.microsoft.com/office/drawing/2014/main" id="{97198F10-5D3C-4BBD-BA48-5C3DC4F11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55802" y="1723884"/>
            <a:ext cx="548583" cy="3855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pPr>
            <a:r>
              <a:rPr sz="216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rPr>
              <a:t>left</a:t>
            </a:r>
          </a:p>
        </p:txBody>
      </p:sp>
      <p:sp>
        <p:nvSpPr>
          <p:cNvPr id="190" name="text-165 front">
            <a:extLst xmlns:a="http://schemas.openxmlformats.org/drawingml/2006/main">
              <a:ext uri="{FF2B5EF4-FFF2-40B4-BE49-F238E27FC236}">
                <a16:creationId xmlns:a16="http://schemas.microsoft.com/office/drawing/2014/main" id="{629CE966-7ED5-484D-BFF6-27B9B51A0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64124" y="2219617"/>
            <a:ext cx="742320" cy="3865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4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4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pPr>
            <a:r>
              <a:rPr sz="2174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rPr>
              <a:t>front</a:t>
            </a:r>
          </a:p>
        </p:txBody>
      </p:sp>
      <p:sp>
        <p:nvSpPr>
          <p:cNvPr id="191" name="text-166 of">
            <a:extLst xmlns:a="http://schemas.openxmlformats.org/drawingml/2006/main">
              <a:ext uri="{FF2B5EF4-FFF2-40B4-BE49-F238E27FC236}">
                <a16:creationId xmlns:a16="http://schemas.microsoft.com/office/drawing/2014/main" id="{5D3E4953-ED38-4EA6-B8D9-C47E300DC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77337" y="2218179"/>
            <a:ext cx="336857" cy="3885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192" name="text-166 it.">
            <a:extLst xmlns:a="http://schemas.openxmlformats.org/drawingml/2006/main">
              <a:ext uri="{FF2B5EF4-FFF2-40B4-BE49-F238E27FC236}">
                <a16:creationId xmlns:a16="http://schemas.microsoft.com/office/drawing/2014/main" id="{A169ECBB-5FBE-4825-8DD7-985497682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45749" y="2219219"/>
            <a:ext cx="326359" cy="3870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7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it.</a:t>
            </a:r>
          </a:p>
        </p:txBody>
      </p:sp>
      <p:pic>
        <p:nvPicPr>
          <p:cNvPr id="193" name="">
            <a:extLst xmlns:a="http://schemas.openxmlformats.org/drawingml/2006/main">
              <a:ext uri="{FF2B5EF4-FFF2-40B4-BE49-F238E27FC236}">
                <a16:creationId xmlns:a16="http://schemas.microsoft.com/office/drawing/2014/main" id="{6E0FFDD8-2937-41F3-930A-DC41C42BA54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b382018fede434a"/>
          <a:stretch xmlns:a="http://schemas.openxmlformats.org/drawingml/2006/main"/>
        </p:blipFill>
        <p:spPr>
          <a:xfrm xmlns:a="http://schemas.openxmlformats.org/drawingml/2006/main">
            <a:off x="16557110" y="1055269"/>
            <a:ext cx="726040" cy="726040"/>
          </a:xfrm>
          <a:prstGeom xmlns:a="http://schemas.openxmlformats.org/drawingml/2006/main" prst="rect">
            <a:avLst/>
          </a:prstGeom>
        </p:spPr>
      </p:pic>
      <p:pic>
        <p:nvPicPr>
          <p:cNvPr id="194" name="">
            <a:extLst xmlns:a="http://schemas.openxmlformats.org/drawingml/2006/main">
              <a:ext uri="{FF2B5EF4-FFF2-40B4-BE49-F238E27FC236}">
                <a16:creationId xmlns:a16="http://schemas.microsoft.com/office/drawing/2014/main" id="{62C0AB44-7047-4FE7-AF08-986153E8029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a652696157040d6"/>
          <a:stretch xmlns:a="http://schemas.openxmlformats.org/drawingml/2006/main"/>
        </p:blipFill>
        <p:spPr>
          <a:xfrm xmlns:a="http://schemas.openxmlformats.org/drawingml/2006/main">
            <a:off x="13118692" y="1521031"/>
            <a:ext cx="698643" cy="698643"/>
          </a:xfrm>
          <a:prstGeom xmlns:a="http://schemas.openxmlformats.org/drawingml/2006/main" prst="rect">
            <a:avLst/>
          </a:prstGeom>
        </p:spPr>
      </p:pic>
      <p:sp>
        <p:nvSpPr>
          <p:cNvPr id="195" name="text-169 8.">
            <a:extLst xmlns:a="http://schemas.openxmlformats.org/drawingml/2006/main">
              <a:ext uri="{FF2B5EF4-FFF2-40B4-BE49-F238E27FC236}">
                <a16:creationId xmlns:a16="http://schemas.microsoft.com/office/drawing/2014/main" id="{3BD7025C-6C2F-4956-BB20-B9F97D2CE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5571" y="582007"/>
            <a:ext cx="483407" cy="5530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1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8.</a:t>
            </a:r>
          </a:p>
        </p:txBody>
      </p:sp>
      <p:sp>
        <p:nvSpPr>
          <p:cNvPr id="196" name="text-171 Scene">
            <a:extLst xmlns:a="http://schemas.openxmlformats.org/drawingml/2006/main">
              <a:ext uri="{FF2B5EF4-FFF2-40B4-BE49-F238E27FC236}">
                <a16:creationId xmlns:a16="http://schemas.microsoft.com/office/drawing/2014/main" id="{22837625-6090-4CA3-B31A-137483A4C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77505" y="582230"/>
            <a:ext cx="1195446" cy="552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Scene</a:t>
            </a:r>
          </a:p>
        </p:txBody>
      </p:sp>
      <p:sp>
        <p:nvSpPr>
          <p:cNvPr id="197" name="text-171 Knowledge">
            <a:extLst xmlns:a="http://schemas.openxmlformats.org/drawingml/2006/main">
              <a:ext uri="{FF2B5EF4-FFF2-40B4-BE49-F238E27FC236}">
                <a16:creationId xmlns:a16="http://schemas.microsoft.com/office/drawing/2014/main" id="{B6A5D0BA-16C5-4502-88C2-896927F15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68060" y="582435"/>
            <a:ext cx="1986166" cy="5524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Knowledge</a:t>
            </a:r>
          </a:p>
        </p:txBody>
      </p:sp>
      <p:sp>
        <p:nvSpPr>
          <p:cNvPr id="198" name="text-172 Inference">
            <a:extLst xmlns:a="http://schemas.openxmlformats.org/drawingml/2006/main">
              <a:ext uri="{FF2B5EF4-FFF2-40B4-BE49-F238E27FC236}">
                <a16:creationId xmlns:a16="http://schemas.microsoft.com/office/drawing/2014/main" id="{0CBE28FD-B4A2-41DA-82C9-D8347CB80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51015" y="1055687"/>
            <a:ext cx="1951737" cy="5518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0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Inference</a:t>
            </a:r>
          </a:p>
        </p:txBody>
      </p:sp>
      <p:sp>
        <p:nvSpPr>
          <p:cNvPr id="199" name="text-173 When">
            <a:extLst xmlns:a="http://schemas.openxmlformats.org/drawingml/2006/main">
              <a:ext uri="{FF2B5EF4-FFF2-40B4-BE49-F238E27FC236}">
                <a16:creationId xmlns:a16="http://schemas.microsoft.com/office/drawing/2014/main" id="{0F2B0F16-E4D1-46E9-9341-773908588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9237" y="1487569"/>
            <a:ext cx="795152" cy="3881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3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3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3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When</a:t>
            </a:r>
          </a:p>
        </p:txBody>
      </p:sp>
      <p:sp>
        <p:nvSpPr>
          <p:cNvPr id="200" name="text-173 driving">
            <a:extLst xmlns:a="http://schemas.openxmlformats.org/drawingml/2006/main">
              <a:ext uri="{FF2B5EF4-FFF2-40B4-BE49-F238E27FC236}">
                <a16:creationId xmlns:a16="http://schemas.microsoft.com/office/drawing/2014/main" id="{CAA33B96-F7FD-49A2-88BA-E4CA29182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71528" y="1488028"/>
            <a:ext cx="926814" cy="3875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0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0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0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driving</a:t>
            </a:r>
          </a:p>
        </p:txBody>
      </p:sp>
      <p:sp>
        <p:nvSpPr>
          <p:cNvPr id="201" name="text-173 on">
            <a:extLst xmlns:a="http://schemas.openxmlformats.org/drawingml/2006/main">
              <a:ext uri="{FF2B5EF4-FFF2-40B4-BE49-F238E27FC236}">
                <a16:creationId xmlns:a16="http://schemas.microsoft.com/office/drawing/2014/main" id="{A8109F33-FA59-437F-A114-EBEF9214D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23538" y="1487332"/>
            <a:ext cx="341041" cy="3885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5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on</a:t>
            </a:r>
          </a:p>
        </p:txBody>
      </p:sp>
      <p:sp>
        <p:nvSpPr>
          <p:cNvPr id="202" name="text-173 the">
            <a:extLst xmlns:a="http://schemas.openxmlformats.org/drawingml/2006/main">
              <a:ext uri="{FF2B5EF4-FFF2-40B4-BE49-F238E27FC236}">
                <a16:creationId xmlns:a16="http://schemas.microsoft.com/office/drawing/2014/main" id="{355CC406-9338-4B1C-885E-8A95A2AA0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4441" y="1488131"/>
            <a:ext cx="491473" cy="3873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203" name="text-174 far">
            <a:extLst xmlns:a="http://schemas.openxmlformats.org/drawingml/2006/main">
              <a:ext uri="{FF2B5EF4-FFF2-40B4-BE49-F238E27FC236}">
                <a16:creationId xmlns:a16="http://schemas.microsoft.com/office/drawing/2014/main" id="{E339F66C-FD45-4187-A2E6-BF0126FAC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18610" y="1488912"/>
            <a:ext cx="475738" cy="3862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3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3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pPr>
            <a:r>
              <a:rPr sz="2173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rPr>
              <a:t>far</a:t>
            </a:r>
          </a:p>
        </p:txBody>
      </p:sp>
      <p:sp>
        <p:nvSpPr>
          <p:cNvPr id="204" name="text-174 left">
            <a:extLst xmlns:a="http://schemas.openxmlformats.org/drawingml/2006/main">
              <a:ext uri="{FF2B5EF4-FFF2-40B4-BE49-F238E27FC236}">
                <a16:creationId xmlns:a16="http://schemas.microsoft.com/office/drawing/2014/main" id="{BE498EA7-0C3C-40C7-A37F-C94B9DB18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64592" y="1489455"/>
            <a:ext cx="548583" cy="3855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pPr>
            <a:r>
              <a:rPr sz="216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rPr>
              <a:t>left</a:t>
            </a:r>
          </a:p>
        </p:txBody>
      </p:sp>
      <p:sp>
        <p:nvSpPr>
          <p:cNvPr id="205" name="text-175 lane">
            <a:extLst xmlns:a="http://schemas.openxmlformats.org/drawingml/2006/main">
              <a:ext uri="{FF2B5EF4-FFF2-40B4-BE49-F238E27FC236}">
                <a16:creationId xmlns:a16="http://schemas.microsoft.com/office/drawing/2014/main" id="{57F961ED-116E-492B-AAE1-FF253826A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9237" y="1819534"/>
            <a:ext cx="578652" cy="3873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rPr>
              <a:t>lane</a:t>
            </a:r>
          </a:p>
        </p:txBody>
      </p:sp>
      <p:sp>
        <p:nvSpPr>
          <p:cNvPr id="206" name="text-176 ,">
            <a:extLst xmlns:a="http://schemas.openxmlformats.org/drawingml/2006/main">
              <a:ext uri="{FF2B5EF4-FFF2-40B4-BE49-F238E27FC236}">
                <a16:creationId xmlns:a16="http://schemas.microsoft.com/office/drawing/2014/main" id="{F306D2EB-0ED8-48A5-A3BA-91E720711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76445" y="1819622"/>
            <a:ext cx="126355" cy="3871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,</a:t>
            </a:r>
          </a:p>
        </p:txBody>
      </p:sp>
      <p:sp>
        <p:nvSpPr>
          <p:cNvPr id="207" name="text-176 heading">
            <a:extLst xmlns:a="http://schemas.openxmlformats.org/drawingml/2006/main">
              <a:ext uri="{FF2B5EF4-FFF2-40B4-BE49-F238E27FC236}">
                <a16:creationId xmlns:a16="http://schemas.microsoft.com/office/drawing/2014/main" id="{665FF5A4-D612-467C-B921-D81705AE0E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37142" y="1819080"/>
            <a:ext cx="1035843" cy="3879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82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heading</a:t>
            </a:r>
          </a:p>
        </p:txBody>
      </p:sp>
      <p:sp>
        <p:nvSpPr>
          <p:cNvPr id="208" name="text-176 to">
            <a:extLst xmlns:a="http://schemas.openxmlformats.org/drawingml/2006/main">
              <a:ext uri="{FF2B5EF4-FFF2-40B4-BE49-F238E27FC236}">
                <a16:creationId xmlns:a16="http://schemas.microsoft.com/office/drawing/2014/main" id="{53A9F4CC-A513-43B4-850C-452DCC8FA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98128" y="1819624"/>
            <a:ext cx="325504" cy="3871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to</a:t>
            </a:r>
          </a:p>
        </p:txBody>
      </p:sp>
      <p:pic>
        <p:nvPicPr>
          <p:cNvPr id="209" name="">
            <a:extLst xmlns:a="http://schemas.openxmlformats.org/drawingml/2006/main">
              <a:ext uri="{FF2B5EF4-FFF2-40B4-BE49-F238E27FC236}">
                <a16:creationId xmlns:a16="http://schemas.microsoft.com/office/drawing/2014/main" id="{B955137E-7E9F-4477-86E4-CA18E686DAD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bd7f808d4504701"/>
          <a:stretch xmlns:a="http://schemas.openxmlformats.org/drawingml/2006/main"/>
        </p:blipFill>
        <p:spPr>
          <a:xfrm xmlns:a="http://schemas.openxmlformats.org/drawingml/2006/main">
            <a:off x="3589083" y="1742552"/>
            <a:ext cx="2100482" cy="618202"/>
          </a:xfrm>
          <a:prstGeom xmlns:a="http://schemas.openxmlformats.org/drawingml/2006/main" prst="rect">
            <a:avLst/>
          </a:prstGeom>
        </p:spPr>
      </p:pic>
      <p:sp>
        <p:nvSpPr>
          <p:cNvPr id="210" name="text-178 Gaoqi">
            <a:extLst xmlns:a="http://schemas.openxmlformats.org/drawingml/2006/main">
              <a:ext uri="{FF2B5EF4-FFF2-40B4-BE49-F238E27FC236}">
                <a16:creationId xmlns:a16="http://schemas.microsoft.com/office/drawing/2014/main" id="{34B0ED24-AF47-4EB7-87F4-72209B95F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55587" y="1818035"/>
            <a:ext cx="750183" cy="3894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90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90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90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Gaoqi</a:t>
            </a:r>
          </a:p>
        </p:txBody>
      </p:sp>
      <p:sp>
        <p:nvSpPr>
          <p:cNvPr id="211" name="text-178 Airport">
            <a:extLst xmlns:a="http://schemas.openxmlformats.org/drawingml/2006/main">
              <a:ext uri="{FF2B5EF4-FFF2-40B4-BE49-F238E27FC236}">
                <a16:creationId xmlns:a16="http://schemas.microsoft.com/office/drawing/2014/main" id="{8045CA84-5F59-44C2-A857-74E14EF9D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29753" y="1818295"/>
            <a:ext cx="1023657" cy="389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8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8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88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Airport</a:t>
            </a:r>
          </a:p>
        </p:txBody>
      </p:sp>
      <p:sp>
        <p:nvSpPr>
          <p:cNvPr id="212" name="text-180 need">
            <a:extLst xmlns:a="http://schemas.openxmlformats.org/drawingml/2006/main">
              <a:ext uri="{FF2B5EF4-FFF2-40B4-BE49-F238E27FC236}">
                <a16:creationId xmlns:a16="http://schemas.microsoft.com/office/drawing/2014/main" id="{1BFCFD1C-48D9-4251-A3E4-0AC85CC3D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18997" y="2151017"/>
            <a:ext cx="658857" cy="386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4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4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4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need</a:t>
            </a:r>
          </a:p>
        </p:txBody>
      </p:sp>
      <p:sp>
        <p:nvSpPr>
          <p:cNvPr id="213" name="text-180 to">
            <a:extLst xmlns:a="http://schemas.openxmlformats.org/drawingml/2006/main">
              <a:ext uri="{FF2B5EF4-FFF2-40B4-BE49-F238E27FC236}">
                <a16:creationId xmlns:a16="http://schemas.microsoft.com/office/drawing/2014/main" id="{C35F1AEE-4C59-44B7-9015-3902A0CAA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06867" y="2150581"/>
            <a:ext cx="325504" cy="3871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to</a:t>
            </a:r>
          </a:p>
        </p:txBody>
      </p:sp>
      <p:sp>
        <p:nvSpPr>
          <p:cNvPr id="214" name="text-180 change">
            <a:extLst xmlns:a="http://schemas.openxmlformats.org/drawingml/2006/main">
              <a:ext uri="{FF2B5EF4-FFF2-40B4-BE49-F238E27FC236}">
                <a16:creationId xmlns:a16="http://schemas.microsoft.com/office/drawing/2014/main" id="{AB119D1B-596D-4B62-A44C-8646844E3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63663" y="2150433"/>
            <a:ext cx="936503" cy="387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change</a:t>
            </a:r>
          </a:p>
        </p:txBody>
      </p:sp>
      <p:sp>
        <p:nvSpPr>
          <p:cNvPr id="215" name="text-180 to">
            <a:extLst xmlns:a="http://schemas.openxmlformats.org/drawingml/2006/main">
              <a:ext uri="{FF2B5EF4-FFF2-40B4-BE49-F238E27FC236}">
                <a16:creationId xmlns:a16="http://schemas.microsoft.com/office/drawing/2014/main" id="{C6E3FE46-A077-440A-9D70-1BD6EC555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30610" y="2150581"/>
            <a:ext cx="325504" cy="3871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to</a:t>
            </a:r>
          </a:p>
        </p:txBody>
      </p:sp>
      <p:sp>
        <p:nvSpPr>
          <p:cNvPr id="216" name="text-180 the">
            <a:extLst xmlns:a="http://schemas.openxmlformats.org/drawingml/2006/main">
              <a:ext uri="{FF2B5EF4-FFF2-40B4-BE49-F238E27FC236}">
                <a16:creationId xmlns:a16="http://schemas.microsoft.com/office/drawing/2014/main" id="{33404B4E-D081-4DED-BD73-AE9EBFE52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87406" y="2150441"/>
            <a:ext cx="491474" cy="3873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217" name="text-181 far">
            <a:extLst xmlns:a="http://schemas.openxmlformats.org/drawingml/2006/main">
              <a:ext uri="{FF2B5EF4-FFF2-40B4-BE49-F238E27FC236}">
                <a16:creationId xmlns:a16="http://schemas.microsoft.com/office/drawing/2014/main" id="{5CB3319A-D7C2-403C-87BA-950E39C08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10545" y="2151221"/>
            <a:ext cx="475739" cy="3862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3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3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pPr>
            <a:r>
              <a:rPr sz="2173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rPr>
              <a:t>far</a:t>
            </a:r>
          </a:p>
        </p:txBody>
      </p:sp>
      <p:sp>
        <p:nvSpPr>
          <p:cNvPr id="218" name="text-182 right">
            <a:extLst xmlns:a="http://schemas.openxmlformats.org/drawingml/2006/main">
              <a:ext uri="{FF2B5EF4-FFF2-40B4-BE49-F238E27FC236}">
                <a16:creationId xmlns:a16="http://schemas.microsoft.com/office/drawing/2014/main" id="{2A7FC80E-C577-4A34-B3D8-5E06D2DFD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39526" y="2481456"/>
            <a:ext cx="697061" cy="3873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rPr>
              <a:t>right</a:t>
            </a:r>
          </a:p>
        </p:txBody>
      </p:sp>
      <p:sp>
        <p:nvSpPr>
          <p:cNvPr id="219" name="text-182 lane">
            <a:extLst xmlns:a="http://schemas.openxmlformats.org/drawingml/2006/main">
              <a:ext uri="{FF2B5EF4-FFF2-40B4-BE49-F238E27FC236}">
                <a16:creationId xmlns:a16="http://schemas.microsoft.com/office/drawing/2014/main" id="{125AD394-48BE-407E-802F-A1BD3AF86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05393" y="2481450"/>
            <a:ext cx="578653" cy="3873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1" i="0">
                <a:solidFill>
                  <a:srgbClr val="5E54AC"/>
                </a:solidFill>
                <a:latin typeface="Comic Sans MS"/>
                <a:ea typeface="Comic Sans MS"/>
                <a:cs typeface="Comic Sans MS"/>
              </a:rPr>
              <a:t>lane</a:t>
            </a:r>
          </a:p>
        </p:txBody>
      </p:sp>
      <p:sp>
        <p:nvSpPr>
          <p:cNvPr id="220" name="text-183 .">
            <a:extLst xmlns:a="http://schemas.openxmlformats.org/drawingml/2006/main">
              <a:ext uri="{FF2B5EF4-FFF2-40B4-BE49-F238E27FC236}">
                <a16:creationId xmlns:a16="http://schemas.microsoft.com/office/drawing/2014/main" id="{DDE288F5-0F1E-49AE-9184-8907E9F85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33020" y="2481470"/>
            <a:ext cx="118670" cy="3872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defRPr>
            </a:pPr>
            <a:r>
              <a:rPr sz="2178" b="0" i="0">
                <a:solidFill>
                  <a:srgbClr val="595959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pic>
        <p:nvPicPr>
          <p:cNvPr id="221" name="">
            <a:extLst xmlns:a="http://schemas.openxmlformats.org/drawingml/2006/main">
              <a:ext uri="{FF2B5EF4-FFF2-40B4-BE49-F238E27FC236}">
                <a16:creationId xmlns:a16="http://schemas.microsoft.com/office/drawing/2014/main" id="{2016B40F-70F6-4E2F-935F-C40BD5E3988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2fae1e0e94b4a5f"/>
          <a:stretch xmlns:a="http://schemas.openxmlformats.org/drawingml/2006/main"/>
        </p:blipFill>
        <p:spPr>
          <a:xfrm xmlns:a="http://schemas.openxmlformats.org/drawingml/2006/main">
            <a:off x="4269218" y="2822424"/>
            <a:ext cx="1137007" cy="1137007"/>
          </a:xfrm>
          <a:prstGeom xmlns:a="http://schemas.openxmlformats.org/drawingml/2006/main" prst="rect">
            <a:avLst/>
          </a:prstGeom>
        </p:spPr>
      </p:pic>
      <p:pic>
        <p:nvPicPr>
          <p:cNvPr id="222" name="">
            <a:extLst xmlns:a="http://schemas.openxmlformats.org/drawingml/2006/main">
              <a:ext uri="{FF2B5EF4-FFF2-40B4-BE49-F238E27FC236}">
                <a16:creationId xmlns:a16="http://schemas.microsoft.com/office/drawing/2014/main" id="{68197E63-26A9-4037-B814-283DF41147F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62f7779ef314bcf"/>
          <a:stretch xmlns:a="http://schemas.openxmlformats.org/drawingml/2006/main"/>
        </p:blipFill>
        <p:spPr>
          <a:xfrm xmlns:a="http://schemas.openxmlformats.org/drawingml/2006/main">
            <a:off x="502027" y="479916"/>
            <a:ext cx="1164404" cy="1164404"/>
          </a:xfrm>
          <a:prstGeom xmlns:a="http://schemas.openxmlformats.org/drawingml/2006/main" prst="rect">
            <a:avLst/>
          </a:prstGeom>
        </p:spPr>
      </p:pic>
      <p:pic>
        <p:nvPicPr>
          <p:cNvPr id="223" name="">
            <a:extLst xmlns:a="http://schemas.openxmlformats.org/drawingml/2006/main">
              <a:ext uri="{FF2B5EF4-FFF2-40B4-BE49-F238E27FC236}">
                <a16:creationId xmlns:a16="http://schemas.microsoft.com/office/drawing/2014/main" id="{A3ACC9BE-0A95-4509-AB36-A7329122575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0f2b4afe74640ca"/>
          <a:stretch xmlns:a="http://schemas.openxmlformats.org/drawingml/2006/main"/>
        </p:blipFill>
        <p:spPr>
          <a:xfrm xmlns:a="http://schemas.openxmlformats.org/drawingml/2006/main">
            <a:off x="10392616" y="1178559"/>
            <a:ext cx="2246616" cy="1958939"/>
          </a:xfrm>
          <a:prstGeom xmlns:a="http://schemas.openxmlformats.org/drawingml/2006/main" prst="rect">
            <a:avLst/>
          </a:prstGeom>
        </p:spPr>
      </p:pic>
      <p:pic>
        <p:nvPicPr>
          <p:cNvPr id="224" name="">
            <a:extLst xmlns:a="http://schemas.openxmlformats.org/drawingml/2006/main">
              <a:ext uri="{FF2B5EF4-FFF2-40B4-BE49-F238E27FC236}">
                <a16:creationId xmlns:a16="http://schemas.microsoft.com/office/drawing/2014/main" id="{EA057199-7C74-4561-923F-19180F76AB7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976a92f2cd84d5f"/>
          <a:stretch xmlns:a="http://schemas.openxmlformats.org/drawingml/2006/main"/>
        </p:blipFill>
        <p:spPr>
          <a:xfrm xmlns:a="http://schemas.openxmlformats.org/drawingml/2006/main">
            <a:off x="8937868" y="1068815"/>
            <a:ext cx="1412030" cy="618202"/>
          </a:xfrm>
          <a:prstGeom xmlns:a="http://schemas.openxmlformats.org/drawingml/2006/main" prst="rect">
            <a:avLst/>
          </a:prstGeom>
        </p:spPr>
      </p:pic>
      <p:sp>
        <p:nvSpPr>
          <p:cNvPr id="225" name="text-188 Spatial">
            <a:extLst xmlns:a="http://schemas.openxmlformats.org/drawingml/2006/main">
              <a:ext uri="{FF2B5EF4-FFF2-40B4-BE49-F238E27FC236}">
                <a16:creationId xmlns:a16="http://schemas.microsoft.com/office/drawing/2014/main" id="{E44BB50D-A350-444B-B5BF-CA77C2AF2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21835" y="1146990"/>
            <a:ext cx="981077" cy="387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0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0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defRPr>
            </a:pPr>
            <a:r>
              <a:rPr sz="2180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rPr>
              <a:t>Spatial</a:t>
            </a:r>
          </a:p>
        </p:txBody>
      </p:sp>
      <p:pic>
        <p:nvPicPr>
          <p:cNvPr id="226" name="">
            <a:extLst xmlns:a="http://schemas.openxmlformats.org/drawingml/2006/main">
              <a:ext uri="{FF2B5EF4-FFF2-40B4-BE49-F238E27FC236}">
                <a16:creationId xmlns:a16="http://schemas.microsoft.com/office/drawing/2014/main" id="{CAC193B9-4403-4640-A324-E075678F5E9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e5c05135e3946ce"/>
          <a:stretch xmlns:a="http://schemas.openxmlformats.org/drawingml/2006/main"/>
        </p:blipFill>
        <p:spPr>
          <a:xfrm xmlns:a="http://schemas.openxmlformats.org/drawingml/2006/main">
            <a:off x="8614147" y="1399774"/>
            <a:ext cx="1938907" cy="618202"/>
          </a:xfrm>
          <a:prstGeom xmlns:a="http://schemas.openxmlformats.org/drawingml/2006/main" prst="rect">
            <a:avLst/>
          </a:prstGeom>
        </p:spPr>
      </p:pic>
      <p:sp>
        <p:nvSpPr>
          <p:cNvPr id="227" name="text-190 Information">
            <a:extLst xmlns:a="http://schemas.openxmlformats.org/drawingml/2006/main">
              <a:ext uri="{FF2B5EF4-FFF2-40B4-BE49-F238E27FC236}">
                <a16:creationId xmlns:a16="http://schemas.microsoft.com/office/drawing/2014/main" id="{E2AA6E7C-9977-4F7D-8D09-12C83CA64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95605" y="1478096"/>
            <a:ext cx="1631446" cy="3873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9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9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defRPr>
            </a:pPr>
            <a:r>
              <a:rPr sz="2179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rPr>
              <a:t>Information</a:t>
            </a:r>
          </a:p>
        </p:txBody>
      </p:sp>
      <p:pic>
        <p:nvPicPr>
          <p:cNvPr id="228" name="">
            <a:extLst xmlns:a="http://schemas.openxmlformats.org/drawingml/2006/main">
              <a:ext uri="{FF2B5EF4-FFF2-40B4-BE49-F238E27FC236}">
                <a16:creationId xmlns:a16="http://schemas.microsoft.com/office/drawing/2014/main" id="{5A9A228B-C05A-4086-B9D0-8FF2E6813B9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a73bfdd1cf5492c"/>
          <a:stretch xmlns:a="http://schemas.openxmlformats.org/drawingml/2006/main"/>
        </p:blipFill>
        <p:spPr>
          <a:xfrm xmlns:a="http://schemas.openxmlformats.org/drawingml/2006/main">
            <a:off x="5432835" y="3160943"/>
            <a:ext cx="1819481" cy="618202"/>
          </a:xfrm>
          <a:prstGeom xmlns:a="http://schemas.openxmlformats.org/drawingml/2006/main" prst="rect">
            <a:avLst/>
          </a:prstGeom>
        </p:spPr>
      </p:pic>
      <p:sp>
        <p:nvSpPr>
          <p:cNvPr id="229" name="text-192 Knowledge">
            <a:extLst xmlns:a="http://schemas.openxmlformats.org/drawingml/2006/main">
              <a:ext uri="{FF2B5EF4-FFF2-40B4-BE49-F238E27FC236}">
                <a16:creationId xmlns:a16="http://schemas.microsoft.com/office/drawing/2014/main" id="{F9E5AD96-B0B5-4205-A0D3-4843A4CE8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12695" y="3238764"/>
            <a:ext cx="1391220" cy="38696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6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6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defRPr>
            </a:pPr>
            <a:r>
              <a:rPr sz="2176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rPr>
              <a:t>Knowledge</a:t>
            </a:r>
          </a:p>
        </p:txBody>
      </p:sp>
      <p:pic>
        <p:nvPicPr>
          <p:cNvPr id="230" name="">
            <a:extLst xmlns:a="http://schemas.openxmlformats.org/drawingml/2006/main">
              <a:ext uri="{FF2B5EF4-FFF2-40B4-BE49-F238E27FC236}">
                <a16:creationId xmlns:a16="http://schemas.microsoft.com/office/drawing/2014/main" id="{E141CF77-81BE-41A6-B979-56D0D46F543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918a10d8f0f4de6"/>
          <a:stretch xmlns:a="http://schemas.openxmlformats.org/drawingml/2006/main"/>
        </p:blipFill>
        <p:spPr>
          <a:xfrm xmlns:a="http://schemas.openxmlformats.org/drawingml/2006/main">
            <a:off x="5502517" y="3491901"/>
            <a:ext cx="1559555" cy="618202"/>
          </a:xfrm>
          <a:prstGeom xmlns:a="http://schemas.openxmlformats.org/drawingml/2006/main" prst="rect">
            <a:avLst/>
          </a:prstGeom>
        </p:spPr>
      </p:pic>
      <p:sp>
        <p:nvSpPr>
          <p:cNvPr id="231" name="text-194 Injection">
            <a:extLst xmlns:a="http://schemas.openxmlformats.org/drawingml/2006/main">
              <a:ext uri="{FF2B5EF4-FFF2-40B4-BE49-F238E27FC236}">
                <a16:creationId xmlns:a16="http://schemas.microsoft.com/office/drawing/2014/main" id="{157511FF-B283-427B-ABB2-0C3DC6675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83616" y="3569682"/>
            <a:ext cx="1251096" cy="3870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7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7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defRPr>
            </a:pPr>
            <a:r>
              <a:rPr sz="2177" b="1" i="0">
                <a:solidFill>
                  <a:srgbClr val="7030A0"/>
                </a:solidFill>
                <a:latin typeface="Comic Sans MS"/>
                <a:ea typeface="Comic Sans MS"/>
                <a:cs typeface="Comic Sans MS"/>
              </a:rPr>
              <a:t>Injection</a:t>
            </a:r>
          </a:p>
        </p:txBody>
      </p:sp>
      <p:pic>
        <p:nvPicPr>
          <p:cNvPr id="232" name="">
            <a:extLst xmlns:a="http://schemas.openxmlformats.org/drawingml/2006/main">
              <a:ext uri="{FF2B5EF4-FFF2-40B4-BE49-F238E27FC236}">
                <a16:creationId xmlns:a16="http://schemas.microsoft.com/office/drawing/2014/main" id="{F0525B6A-56F1-4B45-B0D9-33F9E0EE2C3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0358380ad0749a7"/>
          <a:stretch xmlns:a="http://schemas.openxmlformats.org/drawingml/2006/main"/>
        </p:blipFill>
        <p:spPr>
          <a:xfrm xmlns:a="http://schemas.openxmlformats.org/drawingml/2006/main">
            <a:off x="5498701" y="2721262"/>
            <a:ext cx="1627450" cy="645368"/>
          </a:xfrm>
          <a:prstGeom xmlns:a="http://schemas.openxmlformats.org/drawingml/2006/main" prst="rect">
            <a:avLst/>
          </a:prstGeom>
        </p:spPr>
      </p:pic>
      <p:sp>
        <p:nvSpPr>
          <p:cNvPr id="233" name="path-196">
            <a:extLst xmlns:a="http://schemas.openxmlformats.org/drawingml/2006/main">
              <a:ext uri="{FF2B5EF4-FFF2-40B4-BE49-F238E27FC236}">
                <a16:creationId xmlns:a16="http://schemas.microsoft.com/office/drawing/2014/main" id="{165DD5F9-58AA-4239-BD2C-E75BE9AB8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2714" y="2762434"/>
            <a:ext cx="1483598" cy="569327"/>
          </a:xfrm>
          <a:custGeom xmlns:a="http://schemas.openxmlformats.org/drawingml/2006/main">
            <a:pathLst>
              <a:path w="1031565" h="395860">
                <a:moveTo>
                  <a:pt x="1031565" y="166152"/>
                </a:moveTo>
                <a:cubicBezTo>
                  <a:pt x="753367" y="380382"/>
                  <a:pt x="373944" y="395860"/>
                  <a:pt x="111362" y="203820"/>
                </a:cubicBezTo>
                <a:lnTo>
                  <a:pt x="0" y="277102"/>
                </a:lnTo>
                <a:lnTo>
                  <a:pt x="13150" y="0"/>
                </a:lnTo>
                <a:lnTo>
                  <a:pt x="350795" y="46298"/>
                </a:lnTo>
                <a:lnTo>
                  <a:pt x="240803" y="118621"/>
                </a:lnTo>
                <a:cubicBezTo>
                  <a:pt x="450376" y="241352"/>
                  <a:pt x="731999" y="215737"/>
                  <a:pt x="942530" y="54928"/>
                </a:cubicBezTo>
                <a:lnTo>
                  <a:pt x="1031565" y="166152"/>
                </a:lnTo>
              </a:path>
            </a:pathLst>
          </a:custGeom>
          <a:solidFill xmlns:a="http://schemas.openxmlformats.org/drawingml/2006/main">
            <a:srgbClr val="E9E9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34" name="">
            <a:extLst xmlns:a="http://schemas.openxmlformats.org/drawingml/2006/main">
              <a:ext uri="{FF2B5EF4-FFF2-40B4-BE49-F238E27FC236}">
                <a16:creationId xmlns:a16="http://schemas.microsoft.com/office/drawing/2014/main" id="{086DA47F-36C1-4A8D-9C74-56FA4A8AC02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303c3acd97a41db"/>
          <a:stretch xmlns:a="http://schemas.openxmlformats.org/drawingml/2006/main"/>
        </p:blipFill>
        <p:spPr>
          <a:xfrm xmlns:a="http://schemas.openxmlformats.org/drawingml/2006/main">
            <a:off x="11558120" y="3193593"/>
            <a:ext cx="2056667" cy="887466"/>
          </a:xfrm>
          <a:prstGeom xmlns:a="http://schemas.openxmlformats.org/drawingml/2006/main" prst="rect">
            <a:avLst/>
          </a:prstGeom>
        </p:spPr>
      </p:pic>
      <p:sp>
        <p:nvSpPr>
          <p:cNvPr id="235" name="path-198">
            <a:extLst xmlns:a="http://schemas.openxmlformats.org/drawingml/2006/main">
              <a:ext uri="{FF2B5EF4-FFF2-40B4-BE49-F238E27FC236}">
                <a16:creationId xmlns:a16="http://schemas.microsoft.com/office/drawing/2014/main" id="{D82E728A-69C6-45C8-B608-153D8F6813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886" y="3232079"/>
            <a:ext cx="1896309" cy="855763"/>
          </a:xfrm>
          <a:custGeom xmlns:a="http://schemas.openxmlformats.org/drawingml/2006/main">
            <a:pathLst>
              <a:path w="1318528" h="595023">
                <a:moveTo>
                  <a:pt x="1318528" y="262172"/>
                </a:moveTo>
                <a:cubicBezTo>
                  <a:pt x="1026632" y="559820"/>
                  <a:pt x="539958" y="595023"/>
                  <a:pt x="231487" y="340933"/>
                </a:cubicBezTo>
                <a:cubicBezTo>
                  <a:pt x="192724" y="309017"/>
                  <a:pt x="157932" y="273404"/>
                  <a:pt x="127524" y="234366"/>
                </a:cubicBezTo>
                <a:lnTo>
                  <a:pt x="0" y="271897"/>
                </a:lnTo>
                <a:lnTo>
                  <a:pt x="85746" y="0"/>
                </a:lnTo>
                <a:lnTo>
                  <a:pt x="403803" y="153276"/>
                </a:lnTo>
                <a:lnTo>
                  <a:pt x="278060" y="190260"/>
                </a:lnTo>
                <a:cubicBezTo>
                  <a:pt x="498727" y="417640"/>
                  <a:pt x="893628" y="428186"/>
                  <a:pt x="1159910" y="213819"/>
                </a:cubicBezTo>
                <a:cubicBezTo>
                  <a:pt x="1176620" y="200259"/>
                  <a:pt x="1192783" y="186014"/>
                  <a:pt x="1207988" y="171083"/>
                </a:cubicBezTo>
                <a:lnTo>
                  <a:pt x="1318528" y="262172"/>
                </a:lnTo>
              </a:path>
            </a:pathLst>
          </a:custGeom>
          <a:solidFill xmlns:a="http://schemas.openxmlformats.org/drawingml/2006/main">
            <a:srgbClr val="E9E9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36" name="">
            <a:extLst xmlns:a="http://schemas.openxmlformats.org/drawingml/2006/main">
              <a:ext uri="{FF2B5EF4-FFF2-40B4-BE49-F238E27FC236}">
                <a16:creationId xmlns:a16="http://schemas.microsoft.com/office/drawing/2014/main" id="{5B9BB9FC-8E7E-4E9E-B295-7CD759F6918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a7e40c4ffef4933"/>
          <a:stretch xmlns:a="http://schemas.openxmlformats.org/drawingml/2006/main"/>
        </p:blipFill>
        <p:spPr>
          <a:xfrm xmlns:a="http://schemas.openxmlformats.org/drawingml/2006/main">
            <a:off x="8816695" y="1841819"/>
            <a:ext cx="1438049" cy="739967"/>
          </a:xfrm>
          <a:prstGeom xmlns:a="http://schemas.openxmlformats.org/drawingml/2006/main" prst="rect">
            <a:avLst/>
          </a:prstGeom>
        </p:spPr>
      </p:pic>
      <p:sp>
        <p:nvSpPr>
          <p:cNvPr id="237" name="path-200">
            <a:extLst xmlns:a="http://schemas.openxmlformats.org/drawingml/2006/main">
              <a:ext uri="{FF2B5EF4-FFF2-40B4-BE49-F238E27FC236}">
                <a16:creationId xmlns:a16="http://schemas.microsoft.com/office/drawing/2014/main" id="{9FE11569-0CB9-4B8D-B026-820BB4B2D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0353" y="1882244"/>
            <a:ext cx="1301374" cy="580949"/>
          </a:xfrm>
          <a:custGeom xmlns:a="http://schemas.openxmlformats.org/drawingml/2006/main">
            <a:pathLst>
              <a:path w="904861" h="403941">
                <a:moveTo>
                  <a:pt x="208340" y="403941"/>
                </a:moveTo>
                <a:lnTo>
                  <a:pt x="208340" y="289978"/>
                </a:lnTo>
                <a:lnTo>
                  <a:pt x="904861" y="289978"/>
                </a:lnTo>
                <a:lnTo>
                  <a:pt x="904861" y="114100"/>
                </a:lnTo>
                <a:lnTo>
                  <a:pt x="208340" y="114100"/>
                </a:lnTo>
                <a:lnTo>
                  <a:pt x="208340" y="0"/>
                </a:lnTo>
                <a:lnTo>
                  <a:pt x="0" y="202039"/>
                </a:lnTo>
                <a:lnTo>
                  <a:pt x="208340" y="403941"/>
                </a:lnTo>
              </a:path>
            </a:pathLst>
          </a:custGeom>
          <a:solidFill xmlns:a="http://schemas.openxmlformats.org/drawingml/2006/main">
            <a:srgbClr val="E9E9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38" name="">
            <a:extLst xmlns:a="http://schemas.openxmlformats.org/drawingml/2006/main">
              <a:ext uri="{FF2B5EF4-FFF2-40B4-BE49-F238E27FC236}">
                <a16:creationId xmlns:a16="http://schemas.microsoft.com/office/drawing/2014/main" id="{59973817-DE0A-4AE0-8F8D-166573C0A7D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94b6109077c4495"/>
          <a:stretch xmlns:a="http://schemas.openxmlformats.org/drawingml/2006/main"/>
        </p:blipFill>
        <p:spPr>
          <a:xfrm xmlns:a="http://schemas.openxmlformats.org/drawingml/2006/main">
            <a:off x="15433803" y="8082792"/>
            <a:ext cx="2863065" cy="1917843"/>
          </a:xfrm>
          <a:prstGeom xmlns:a="http://schemas.openxmlformats.org/drawingml/2006/main" prst="rect">
            <a:avLst/>
          </a:prstGeom>
        </p:spPr>
      </p:pic>
      <p:sp>
        <p:nvSpPr>
          <p:cNvPr id="239" name="text-202 …">
            <a:extLst xmlns:a="http://schemas.openxmlformats.org/drawingml/2006/main">
              <a:ext uri="{FF2B5EF4-FFF2-40B4-BE49-F238E27FC236}">
                <a16:creationId xmlns:a16="http://schemas.microsoft.com/office/drawing/2014/main" id="{A2A37F01-0FB6-4F32-AEA8-FF041041C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53311" y="7198118"/>
            <a:ext cx="303310" cy="4966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9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9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79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834508600"/>
      </p:ext>
    </p:extLst>
  </p:cSld>
</p:sld>
</file>

<file path=ppt/slides/slide7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98" name="path-1">
            <a:extLst xmlns:a="http://schemas.openxmlformats.org/drawingml/2006/main">
              <a:ext uri="{FF2B5EF4-FFF2-40B4-BE49-F238E27FC236}">
                <a16:creationId xmlns:a16="http://schemas.microsoft.com/office/drawing/2014/main" id="{3B4E0F12-B82F-4DF5-843C-7AF6815902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71" y="1979538"/>
            <a:ext cx="18258351" cy="6350731"/>
          </a:xfrm>
          <a:custGeom xmlns:a="http://schemas.openxmlformats.org/drawingml/2006/main">
            <a:pathLst>
              <a:path w="16603688" h="5775196">
                <a:moveTo>
                  <a:pt x="16603688" y="5775196"/>
                </a:moveTo>
                <a:lnTo>
                  <a:pt x="16603688" y="0"/>
                </a:lnTo>
                <a:lnTo>
                  <a:pt x="0" y="0"/>
                </a:lnTo>
                <a:lnTo>
                  <a:pt x="0" y="5775196"/>
                </a:lnTo>
                <a:lnTo>
                  <a:pt x="16603688" y="5775196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Native panel soft-shadow approximation xref 966 layer 1">
            <a:extLst xmlns:a="http://schemas.openxmlformats.org/drawingml/2006/main">
              <a:ext uri="{FF2B5EF4-FFF2-40B4-BE49-F238E27FC236}">
                <a16:creationId xmlns:a16="http://schemas.microsoft.com/office/drawing/2014/main" id="{596BFEB6-E138-41A9-9F3D-D77C7B6CF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96378" y="2005079"/>
            <a:ext cx="4973536" cy="4467009"/>
          </a:xfrm>
          <a:custGeom xmlns:a="http://schemas.openxmlformats.org/drawingml/2006/main">
            <a:pathLst>
              <a:path w="4522809" h="4062186">
                <a:moveTo>
                  <a:pt x="0" y="0"/>
                </a:moveTo>
                <a:lnTo>
                  <a:pt x="4522809" y="0"/>
                </a:lnTo>
                <a:lnTo>
                  <a:pt x="4522809" y="4062186"/>
                </a:lnTo>
                <a:lnTo>
                  <a:pt x="0" y="4062186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Native panel soft-shadow approximation xref 966 layer 2">
            <a:extLst xmlns:a="http://schemas.openxmlformats.org/drawingml/2006/main">
              <a:ext uri="{FF2B5EF4-FFF2-40B4-BE49-F238E27FC236}">
                <a16:creationId xmlns:a16="http://schemas.microsoft.com/office/drawing/2014/main" id="{4CD213E9-6DC2-4E52-8FA1-DF6A98DA6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17326" y="2026027"/>
            <a:ext cx="4931639" cy="4425112"/>
          </a:xfrm>
          <a:custGeom xmlns:a="http://schemas.openxmlformats.org/drawingml/2006/main">
            <a:pathLst>
              <a:path w="4484709" h="4024086">
                <a:moveTo>
                  <a:pt x="0" y="0"/>
                </a:moveTo>
                <a:lnTo>
                  <a:pt x="4484709" y="0"/>
                </a:lnTo>
                <a:lnTo>
                  <a:pt x="4484709" y="4024086"/>
                </a:lnTo>
                <a:lnTo>
                  <a:pt x="0" y="4024086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Native panel soft-shadow approximation xref 966 layer 3">
            <a:extLst xmlns:a="http://schemas.openxmlformats.org/drawingml/2006/main">
              <a:ext uri="{FF2B5EF4-FFF2-40B4-BE49-F238E27FC236}">
                <a16:creationId xmlns:a16="http://schemas.microsoft.com/office/drawing/2014/main" id="{EE2633A4-F599-44DD-B8B7-76E34D8E2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7801" y="2036501"/>
            <a:ext cx="4889742" cy="4383215"/>
          </a:xfrm>
          <a:custGeom xmlns:a="http://schemas.openxmlformats.org/drawingml/2006/main">
            <a:pathLst>
              <a:path w="4446609" h="3985986">
                <a:moveTo>
                  <a:pt x="0" y="0"/>
                </a:moveTo>
                <a:lnTo>
                  <a:pt x="4446609" y="0"/>
                </a:lnTo>
                <a:lnTo>
                  <a:pt x="4446609" y="3985986"/>
                </a:lnTo>
                <a:lnTo>
                  <a:pt x="0" y="3985986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2B8C679C-192D-46D5-9149-FA67501C1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06852" y="2005079"/>
            <a:ext cx="4889742" cy="4383215"/>
          </a:xfrm>
          <a:custGeom xmlns:a="http://schemas.openxmlformats.org/drawingml/2006/main">
            <a:pathLst>
              <a:path w="4446609" h="3985986">
                <a:moveTo>
                  <a:pt x="0" y="0"/>
                </a:moveTo>
                <a:lnTo>
                  <a:pt x="4446609" y="0"/>
                </a:lnTo>
                <a:lnTo>
                  <a:pt x="4446609" y="3985986"/>
                </a:lnTo>
                <a:lnTo>
                  <a:pt x="0" y="3985986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779">
            <a:solidFill>
              <a:srgbClr val="042433"/>
            </a:solidFill>
            <a:prstDash val="dash"/>
          </a:ln>
        </p:spPr>
      </p:sp>
      <p:sp>
        <p:nvSpPr>
          <p:cNvPr id="6" name="Native panel soft-shadow approximation xref 967 layer 1">
            <a:extLst xmlns:a="http://schemas.openxmlformats.org/drawingml/2006/main">
              <a:ext uri="{FF2B5EF4-FFF2-40B4-BE49-F238E27FC236}">
                <a16:creationId xmlns:a16="http://schemas.microsoft.com/office/drawing/2014/main" id="{7FA20117-97B9-4AD3-9688-A93DBC8BA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92010" y="2005079"/>
            <a:ext cx="6474712" cy="4467009"/>
          </a:xfrm>
          <a:custGeom xmlns:a="http://schemas.openxmlformats.org/drawingml/2006/main">
            <a:pathLst>
              <a:path w="5887941" h="4062186">
                <a:moveTo>
                  <a:pt x="0" y="0"/>
                </a:moveTo>
                <a:lnTo>
                  <a:pt x="5887941" y="0"/>
                </a:lnTo>
                <a:lnTo>
                  <a:pt x="5887941" y="4062186"/>
                </a:lnTo>
                <a:lnTo>
                  <a:pt x="0" y="4062186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Native panel soft-shadow approximation xref 967 layer 2">
            <a:extLst xmlns:a="http://schemas.openxmlformats.org/drawingml/2006/main">
              <a:ext uri="{FF2B5EF4-FFF2-40B4-BE49-F238E27FC236}">
                <a16:creationId xmlns:a16="http://schemas.microsoft.com/office/drawing/2014/main" id="{A1643F0C-87EE-4D21-BAED-72B5CDB42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12958" y="2026027"/>
            <a:ext cx="6432815" cy="4425112"/>
          </a:xfrm>
          <a:custGeom xmlns:a="http://schemas.openxmlformats.org/drawingml/2006/main">
            <a:pathLst>
              <a:path w="5849841" h="4024086">
                <a:moveTo>
                  <a:pt x="0" y="0"/>
                </a:moveTo>
                <a:lnTo>
                  <a:pt x="5849841" y="0"/>
                </a:lnTo>
                <a:lnTo>
                  <a:pt x="5849841" y="4024086"/>
                </a:lnTo>
                <a:lnTo>
                  <a:pt x="0" y="4024086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Native panel soft-shadow approximation xref 967 layer 3">
            <a:extLst xmlns:a="http://schemas.openxmlformats.org/drawingml/2006/main">
              <a:ext uri="{FF2B5EF4-FFF2-40B4-BE49-F238E27FC236}">
                <a16:creationId xmlns:a16="http://schemas.microsoft.com/office/drawing/2014/main" id="{CB681E0A-AECE-4818-9EFD-099B50393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3432" y="2036501"/>
            <a:ext cx="6390918" cy="4383215"/>
          </a:xfrm>
          <a:custGeom xmlns:a="http://schemas.openxmlformats.org/drawingml/2006/main">
            <a:pathLst>
              <a:path w="5811741" h="3985986">
                <a:moveTo>
                  <a:pt x="0" y="0"/>
                </a:moveTo>
                <a:lnTo>
                  <a:pt x="5811741" y="0"/>
                </a:lnTo>
                <a:lnTo>
                  <a:pt x="5811741" y="3985986"/>
                </a:lnTo>
                <a:lnTo>
                  <a:pt x="0" y="3985986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D3AB104B-9414-4A9B-AA3A-CACA3905F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2484" y="2005079"/>
            <a:ext cx="6390918" cy="4383215"/>
          </a:xfrm>
          <a:custGeom xmlns:a="http://schemas.openxmlformats.org/drawingml/2006/main">
            <a:pathLst>
              <a:path w="5811741" h="3985986">
                <a:moveTo>
                  <a:pt x="0" y="0"/>
                </a:moveTo>
                <a:lnTo>
                  <a:pt x="5811741" y="0"/>
                </a:lnTo>
                <a:lnTo>
                  <a:pt x="5811741" y="3985986"/>
                </a:lnTo>
                <a:lnTo>
                  <a:pt x="0" y="3985986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779">
            <a:solidFill>
              <a:srgbClr val="042433"/>
            </a:solidFill>
            <a:prstDash val="dash"/>
          </a:ln>
        </p:spPr>
      </p:sp>
      <p:sp>
        <p:nvSpPr>
          <p:cNvPr id="10" name="Native panel soft-shadow approximation xref 951 layer 1">
            <a:extLst xmlns:a="http://schemas.openxmlformats.org/drawingml/2006/main">
              <a:ext uri="{FF2B5EF4-FFF2-40B4-BE49-F238E27FC236}">
                <a16:creationId xmlns:a16="http://schemas.microsoft.com/office/drawing/2014/main" id="{461AC5B6-3FC8-4364-938C-F5B64203B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92010" y="6541403"/>
            <a:ext cx="11577904" cy="1766998"/>
          </a:xfrm>
          <a:custGeom xmlns:a="http://schemas.openxmlformats.org/drawingml/2006/main">
            <a:pathLst>
              <a:path w="10528657" h="1606864">
                <a:moveTo>
                  <a:pt x="0" y="0"/>
                </a:moveTo>
                <a:lnTo>
                  <a:pt x="10528657" y="0"/>
                </a:lnTo>
                <a:lnTo>
                  <a:pt x="10528657" y="1606864"/>
                </a:lnTo>
                <a:lnTo>
                  <a:pt x="0" y="1606864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Native panel soft-shadow approximation xref 951 layer 2">
            <a:extLst xmlns:a="http://schemas.openxmlformats.org/drawingml/2006/main">
              <a:ext uri="{FF2B5EF4-FFF2-40B4-BE49-F238E27FC236}">
                <a16:creationId xmlns:a16="http://schemas.microsoft.com/office/drawing/2014/main" id="{09106DFF-71FD-4D44-A9F4-AAC1636F1B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12958" y="6562352"/>
            <a:ext cx="11536007" cy="1725101"/>
          </a:xfrm>
          <a:custGeom xmlns:a="http://schemas.openxmlformats.org/drawingml/2006/main">
            <a:pathLst>
              <a:path w="10490557" h="1568764">
                <a:moveTo>
                  <a:pt x="0" y="0"/>
                </a:moveTo>
                <a:lnTo>
                  <a:pt x="10490557" y="0"/>
                </a:lnTo>
                <a:lnTo>
                  <a:pt x="10490557" y="1568764"/>
                </a:lnTo>
                <a:lnTo>
                  <a:pt x="0" y="1568764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Native panel soft-shadow approximation xref 951 layer 3">
            <a:extLst xmlns:a="http://schemas.openxmlformats.org/drawingml/2006/main">
              <a:ext uri="{FF2B5EF4-FFF2-40B4-BE49-F238E27FC236}">
                <a16:creationId xmlns:a16="http://schemas.microsoft.com/office/drawing/2014/main" id="{CCBD716B-656A-4E86-AD73-E629BAD2B5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3432" y="6572826"/>
            <a:ext cx="11494110" cy="1683204"/>
          </a:xfrm>
          <a:custGeom xmlns:a="http://schemas.openxmlformats.org/drawingml/2006/main">
            <a:pathLst>
              <a:path w="10452457" h="1530664">
                <a:moveTo>
                  <a:pt x="0" y="0"/>
                </a:moveTo>
                <a:lnTo>
                  <a:pt x="10452457" y="0"/>
                </a:lnTo>
                <a:lnTo>
                  <a:pt x="10452457" y="1530664"/>
                </a:lnTo>
                <a:lnTo>
                  <a:pt x="0" y="1530664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3">
            <a:extLst xmlns:a="http://schemas.openxmlformats.org/drawingml/2006/main">
              <a:ext uri="{FF2B5EF4-FFF2-40B4-BE49-F238E27FC236}">
                <a16:creationId xmlns:a16="http://schemas.microsoft.com/office/drawing/2014/main" id="{EA870C1C-DCDD-46DA-840B-4F631F08F1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2484" y="6541403"/>
            <a:ext cx="11494110" cy="1683204"/>
          </a:xfrm>
          <a:custGeom xmlns:a="http://schemas.openxmlformats.org/drawingml/2006/main">
            <a:pathLst>
              <a:path w="10452457" h="1530664">
                <a:moveTo>
                  <a:pt x="0" y="0"/>
                </a:moveTo>
                <a:lnTo>
                  <a:pt x="10452457" y="0"/>
                </a:lnTo>
                <a:lnTo>
                  <a:pt x="10452457" y="1530664"/>
                </a:lnTo>
                <a:lnTo>
                  <a:pt x="0" y="1530664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779">
            <a:solidFill>
              <a:srgbClr val="042433"/>
            </a:solidFill>
            <a:prstDash val="dash"/>
          </a:ln>
        </p:spPr>
      </p:sp>
      <p:sp>
        <p:nvSpPr>
          <p:cNvPr id="14" name="Native panel soft-shadow approximation xref 952 layer 1">
            <a:extLst xmlns:a="http://schemas.openxmlformats.org/drawingml/2006/main">
              <a:ext uri="{FF2B5EF4-FFF2-40B4-BE49-F238E27FC236}">
                <a16:creationId xmlns:a16="http://schemas.microsoft.com/office/drawing/2014/main" id="{75B0EDC9-9389-4F96-AD51-45E9B6DF8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85" y="2005079"/>
            <a:ext cx="6519104" cy="2279157"/>
          </a:xfrm>
          <a:custGeom xmlns:a="http://schemas.openxmlformats.org/drawingml/2006/main">
            <a:pathLst>
              <a:path w="5928310" h="2072609">
                <a:moveTo>
                  <a:pt x="0" y="157667"/>
                </a:moveTo>
                <a:cubicBezTo>
                  <a:pt x="0" y="70559"/>
                  <a:pt x="68851" y="0"/>
                  <a:pt x="153779" y="0"/>
                </a:cubicBezTo>
                <a:lnTo>
                  <a:pt x="5774461" y="0"/>
                </a:lnTo>
                <a:cubicBezTo>
                  <a:pt x="5859459" y="0"/>
                  <a:pt x="5928310" y="70559"/>
                  <a:pt x="5928310" y="157667"/>
                </a:cubicBezTo>
                <a:lnTo>
                  <a:pt x="5928310" y="1915058"/>
                </a:lnTo>
                <a:cubicBezTo>
                  <a:pt x="5928310" y="2002048"/>
                  <a:pt x="5859459" y="2072609"/>
                  <a:pt x="5774461" y="2072609"/>
                </a:cubicBezTo>
                <a:lnTo>
                  <a:pt x="153779" y="2072609"/>
                </a:lnTo>
                <a:cubicBezTo>
                  <a:pt x="68851" y="2072609"/>
                  <a:pt x="0" y="2002048"/>
                  <a:pt x="0" y="1915058"/>
                </a:cubicBezTo>
                <a:lnTo>
                  <a:pt x="0" y="157667"/>
                </a:lnTo>
              </a:path>
            </a:pathLst>
          </a:custGeom>
          <a:solidFill xmlns:a="http://schemas.openxmlformats.org/drawingml/2006/main">
            <a:srgbClr val="000000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Native panel soft-shadow approximation xref 952 layer 2">
            <a:extLst xmlns:a="http://schemas.openxmlformats.org/drawingml/2006/main">
              <a:ext uri="{FF2B5EF4-FFF2-40B4-BE49-F238E27FC236}">
                <a16:creationId xmlns:a16="http://schemas.microsoft.com/office/drawing/2014/main" id="{50DD4653-7D33-4C57-A010-A713A8883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34" y="2026027"/>
            <a:ext cx="6477207" cy="2237260"/>
          </a:xfrm>
          <a:custGeom xmlns:a="http://schemas.openxmlformats.org/drawingml/2006/main">
            <a:pathLst>
              <a:path w="5890210" h="2034509">
                <a:moveTo>
                  <a:pt x="0" y="154768"/>
                </a:moveTo>
                <a:cubicBezTo>
                  <a:pt x="0" y="69262"/>
                  <a:pt x="68409" y="0"/>
                  <a:pt x="152791" y="0"/>
                </a:cubicBezTo>
                <a:lnTo>
                  <a:pt x="5737350" y="0"/>
                </a:lnTo>
                <a:cubicBezTo>
                  <a:pt x="5821802" y="0"/>
                  <a:pt x="5890210" y="69262"/>
                  <a:pt x="5890210" y="154768"/>
                </a:cubicBezTo>
                <a:lnTo>
                  <a:pt x="5890210" y="1879855"/>
                </a:lnTo>
                <a:cubicBezTo>
                  <a:pt x="5890210" y="1965245"/>
                  <a:pt x="5821802" y="2034509"/>
                  <a:pt x="5737350" y="2034509"/>
                </a:cubicBezTo>
                <a:lnTo>
                  <a:pt x="152791" y="2034509"/>
                </a:lnTo>
                <a:cubicBezTo>
                  <a:pt x="68409" y="2034509"/>
                  <a:pt x="0" y="1965245"/>
                  <a:pt x="0" y="1879855"/>
                </a:cubicBezTo>
                <a:lnTo>
                  <a:pt x="0" y="154768"/>
                </a:lnTo>
              </a:path>
            </a:pathLst>
          </a:custGeom>
          <a:solidFill xmlns:a="http://schemas.openxmlformats.org/drawingml/2006/main">
            <a:srgbClr val="000000">
              <a:alpha val="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Native panel soft-shadow approximation xref 952 layer 3">
            <a:extLst xmlns:a="http://schemas.openxmlformats.org/drawingml/2006/main">
              <a:ext uri="{FF2B5EF4-FFF2-40B4-BE49-F238E27FC236}">
                <a16:creationId xmlns:a16="http://schemas.microsoft.com/office/drawing/2014/main" id="{76D37382-423D-414D-8531-4F23E6192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8" y="2036501"/>
            <a:ext cx="6435310" cy="2195363"/>
          </a:xfrm>
          <a:custGeom xmlns:a="http://schemas.openxmlformats.org/drawingml/2006/main">
            <a:pathLst>
              <a:path w="5852110" h="1996409">
                <a:moveTo>
                  <a:pt x="0" y="151870"/>
                </a:moveTo>
                <a:cubicBezTo>
                  <a:pt x="0" y="67965"/>
                  <a:pt x="67966" y="0"/>
                  <a:pt x="151803" y="0"/>
                </a:cubicBezTo>
                <a:lnTo>
                  <a:pt x="5700239" y="0"/>
                </a:lnTo>
                <a:cubicBezTo>
                  <a:pt x="5784144" y="0"/>
                  <a:pt x="5852110" y="67965"/>
                  <a:pt x="5852110" y="151870"/>
                </a:cubicBezTo>
                <a:lnTo>
                  <a:pt x="5852110" y="1844651"/>
                </a:lnTo>
                <a:cubicBezTo>
                  <a:pt x="5852110" y="1928442"/>
                  <a:pt x="5784144" y="1996409"/>
                  <a:pt x="5700239" y="1996409"/>
                </a:cubicBezTo>
                <a:lnTo>
                  <a:pt x="151803" y="1996409"/>
                </a:lnTo>
                <a:cubicBezTo>
                  <a:pt x="67966" y="1996409"/>
                  <a:pt x="0" y="1928442"/>
                  <a:pt x="0" y="1844651"/>
                </a:cubicBezTo>
                <a:lnTo>
                  <a:pt x="0" y="151870"/>
                </a:lnTo>
              </a:path>
            </a:pathLst>
          </a:custGeom>
          <a:solidFill xmlns:a="http://schemas.openxmlformats.org/drawingml/2006/main">
            <a:srgbClr val="000000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path-17">
            <a:extLst xmlns:a="http://schemas.openxmlformats.org/drawingml/2006/main">
              <a:ext uri="{FF2B5EF4-FFF2-40B4-BE49-F238E27FC236}">
                <a16:creationId xmlns:a16="http://schemas.microsoft.com/office/drawing/2014/main" id="{4F58D95E-4BD9-44E4-B3FD-052025289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259" y="2005079"/>
            <a:ext cx="6435310" cy="2195363"/>
          </a:xfrm>
          <a:custGeom xmlns:a="http://schemas.openxmlformats.org/drawingml/2006/main">
            <a:pathLst>
              <a:path w="5852110" h="1996409">
                <a:moveTo>
                  <a:pt x="0" y="151870"/>
                </a:moveTo>
                <a:cubicBezTo>
                  <a:pt x="0" y="67965"/>
                  <a:pt x="67966" y="0"/>
                  <a:pt x="151803" y="0"/>
                </a:cubicBezTo>
                <a:lnTo>
                  <a:pt x="5700239" y="0"/>
                </a:lnTo>
                <a:cubicBezTo>
                  <a:pt x="5784144" y="0"/>
                  <a:pt x="5852110" y="67965"/>
                  <a:pt x="5852110" y="151870"/>
                </a:cubicBezTo>
                <a:lnTo>
                  <a:pt x="5852110" y="1844651"/>
                </a:lnTo>
                <a:cubicBezTo>
                  <a:pt x="5852110" y="1928442"/>
                  <a:pt x="5784144" y="1996409"/>
                  <a:pt x="5700239" y="1996409"/>
                </a:cubicBezTo>
                <a:lnTo>
                  <a:pt x="151803" y="1996409"/>
                </a:lnTo>
                <a:cubicBezTo>
                  <a:pt x="67966" y="1996409"/>
                  <a:pt x="0" y="1928442"/>
                  <a:pt x="0" y="1844651"/>
                </a:cubicBezTo>
                <a:lnTo>
                  <a:pt x="0" y="151870"/>
                </a:lnTo>
              </a:path>
            </a:pathLst>
          </a:custGeom>
          <a:solidFill xmlns:a="http://schemas.openxmlformats.org/drawingml/2006/main">
            <a:srgbClr val="F0FAFE"/>
          </a:solidFill>
          <a:ln xmlns:a="http://schemas.openxmlformats.org/drawingml/2006/main" w="18779">
            <a:solidFill>
              <a:srgbClr val="156082"/>
            </a:solidFill>
            <a:prstDash val="solid"/>
          </a:ln>
        </p:spPr>
      </p:sp>
      <p:pic>
        <p:nvPic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C80E3CFC-12EE-4499-A533-4A6E52703ED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78261208207431d"/>
          <a:stretch xmlns:a="http://schemas.openxmlformats.org/drawingml/2006/main"/>
        </p:blipFill>
        <p:spPr>
          <a:xfrm xmlns:a="http://schemas.openxmlformats.org/drawingml/2006/main">
            <a:off x="182659" y="2139371"/>
            <a:ext cx="3875464" cy="1927258"/>
          </a:xfrm>
          <a:prstGeom xmlns:a="http://schemas.openxmlformats.org/drawingml/2006/main" prst="rect">
            <a:avLst/>
          </a:prstGeom>
        </p:spPr>
      </p:pic>
      <p:sp>
        <p:nvSpPr>
          <p:cNvPr id="19" name="Native panel soft-shadow approximation xref 954 layer 1">
            <a:extLst xmlns:a="http://schemas.openxmlformats.org/drawingml/2006/main">
              <a:ext uri="{FF2B5EF4-FFF2-40B4-BE49-F238E27FC236}">
                <a16:creationId xmlns:a16="http://schemas.microsoft.com/office/drawing/2014/main" id="{40F5159C-54BC-4212-BF18-618D25EC26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85" y="4367823"/>
            <a:ext cx="6519029" cy="3940579"/>
          </a:xfrm>
          <a:custGeom xmlns:a="http://schemas.openxmlformats.org/drawingml/2006/main">
            <a:pathLst>
              <a:path w="5928242" h="3583464">
                <a:moveTo>
                  <a:pt x="0" y="0"/>
                </a:moveTo>
                <a:lnTo>
                  <a:pt x="5928242" y="0"/>
                </a:lnTo>
                <a:lnTo>
                  <a:pt x="5928242" y="3583464"/>
                </a:lnTo>
                <a:lnTo>
                  <a:pt x="0" y="3583464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Native panel soft-shadow approximation xref 954 layer 2">
            <a:extLst xmlns:a="http://schemas.openxmlformats.org/drawingml/2006/main">
              <a:ext uri="{FF2B5EF4-FFF2-40B4-BE49-F238E27FC236}">
                <a16:creationId xmlns:a16="http://schemas.microsoft.com/office/drawing/2014/main" id="{04332F44-290B-4F48-9F91-BEAD7ECA3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34" y="4388771"/>
            <a:ext cx="6477132" cy="3898682"/>
          </a:xfrm>
          <a:custGeom xmlns:a="http://schemas.openxmlformats.org/drawingml/2006/main">
            <a:pathLst>
              <a:path w="5890142" h="3545364">
                <a:moveTo>
                  <a:pt x="0" y="0"/>
                </a:moveTo>
                <a:lnTo>
                  <a:pt x="5890142" y="0"/>
                </a:lnTo>
                <a:lnTo>
                  <a:pt x="5890142" y="3545364"/>
                </a:lnTo>
                <a:lnTo>
                  <a:pt x="0" y="3545364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Native panel soft-shadow approximation xref 954 layer 3">
            <a:extLst xmlns:a="http://schemas.openxmlformats.org/drawingml/2006/main">
              <a:ext uri="{FF2B5EF4-FFF2-40B4-BE49-F238E27FC236}">
                <a16:creationId xmlns:a16="http://schemas.microsoft.com/office/drawing/2014/main" id="{33B8BD28-DF82-4329-8637-D782E98DE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8" y="4399245"/>
            <a:ext cx="6435235" cy="3856785"/>
          </a:xfrm>
          <a:custGeom xmlns:a="http://schemas.openxmlformats.org/drawingml/2006/main">
            <a:pathLst>
              <a:path w="5852042" h="3507264">
                <a:moveTo>
                  <a:pt x="0" y="0"/>
                </a:moveTo>
                <a:lnTo>
                  <a:pt x="5852042" y="0"/>
                </a:lnTo>
                <a:lnTo>
                  <a:pt x="5852042" y="3507264"/>
                </a:lnTo>
                <a:lnTo>
                  <a:pt x="0" y="3507264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path-22">
            <a:extLst xmlns:a="http://schemas.openxmlformats.org/drawingml/2006/main">
              <a:ext uri="{FF2B5EF4-FFF2-40B4-BE49-F238E27FC236}">
                <a16:creationId xmlns:a16="http://schemas.microsoft.com/office/drawing/2014/main" id="{2813CA47-1549-4F6D-AF8D-B97EC74516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259" y="4367823"/>
            <a:ext cx="6435235" cy="3856785"/>
          </a:xfrm>
          <a:custGeom xmlns:a="http://schemas.openxmlformats.org/drawingml/2006/main">
            <a:pathLst>
              <a:path w="5852042" h="3507264">
                <a:moveTo>
                  <a:pt x="0" y="0"/>
                </a:moveTo>
                <a:lnTo>
                  <a:pt x="5852042" y="0"/>
                </a:lnTo>
                <a:lnTo>
                  <a:pt x="5852042" y="3507264"/>
                </a:lnTo>
                <a:lnTo>
                  <a:pt x="0" y="3507264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779">
            <a:solidFill>
              <a:srgbClr val="042433"/>
            </a:solidFill>
            <a:prstDash val="dash"/>
          </a:ln>
        </p:spPr>
      </p:sp>
      <p:sp>
        <p:nvSpPr>
          <p:cNvPr id="23" name="path-23">
            <a:extLst xmlns:a="http://schemas.openxmlformats.org/drawingml/2006/main">
              <a:ext uri="{FF2B5EF4-FFF2-40B4-BE49-F238E27FC236}">
                <a16:creationId xmlns:a16="http://schemas.microsoft.com/office/drawing/2014/main" id="{3B5780E6-3E46-4714-A82C-FD38988A0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9747" y="4299593"/>
            <a:ext cx="1020064" cy="903760"/>
          </a:xfrm>
          <a:custGeom xmlns:a="http://schemas.openxmlformats.org/drawingml/2006/main">
            <a:pathLst>
              <a:path w="927620" h="821857">
                <a:moveTo>
                  <a:pt x="19695" y="821857"/>
                </a:moveTo>
                <a:cubicBezTo>
                  <a:pt x="23338" y="738749"/>
                  <a:pt x="15483" y="722128"/>
                  <a:pt x="19695" y="637426"/>
                </a:cubicBezTo>
                <a:cubicBezTo>
                  <a:pt x="0" y="415881"/>
                  <a:pt x="267197" y="123182"/>
                  <a:pt x="520391" y="136730"/>
                </a:cubicBezTo>
                <a:cubicBezTo>
                  <a:pt x="555798" y="136161"/>
                  <a:pt x="620577" y="132745"/>
                  <a:pt x="660878" y="136730"/>
                </a:cubicBezTo>
                <a:cubicBezTo>
                  <a:pt x="658373" y="94721"/>
                  <a:pt x="666342" y="58517"/>
                  <a:pt x="660878" y="0"/>
                </a:cubicBezTo>
                <a:cubicBezTo>
                  <a:pt x="759242" y="87662"/>
                  <a:pt x="830054" y="161093"/>
                  <a:pt x="927620" y="222456"/>
                </a:cubicBezTo>
                <a:cubicBezTo>
                  <a:pt x="833013" y="308638"/>
                  <a:pt x="757988" y="343133"/>
                  <a:pt x="660878" y="445026"/>
                </a:cubicBezTo>
                <a:cubicBezTo>
                  <a:pt x="656552" y="404837"/>
                  <a:pt x="656437" y="373074"/>
                  <a:pt x="660878" y="308182"/>
                </a:cubicBezTo>
                <a:cubicBezTo>
                  <a:pt x="598263" y="315014"/>
                  <a:pt x="585626" y="305336"/>
                  <a:pt x="520391" y="308182"/>
                </a:cubicBezTo>
                <a:cubicBezTo>
                  <a:pt x="339262" y="331065"/>
                  <a:pt x="225302" y="436487"/>
                  <a:pt x="191148" y="637426"/>
                </a:cubicBezTo>
                <a:cubicBezTo>
                  <a:pt x="192173" y="695830"/>
                  <a:pt x="195246" y="761746"/>
                  <a:pt x="191148" y="821857"/>
                </a:cubicBezTo>
                <a:cubicBezTo>
                  <a:pt x="129215" y="815254"/>
                  <a:pt x="91760" y="815596"/>
                  <a:pt x="19695" y="821857"/>
                </a:cubicBezTo>
              </a:path>
            </a:pathLst>
          </a:custGeom>
          <a:solidFill xmlns:a="http://schemas.openxmlformats.org/drawingml/2006/main">
            <a:srgbClr val="FFF3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path-24">
            <a:extLst xmlns:a="http://schemas.openxmlformats.org/drawingml/2006/main">
              <a:ext uri="{FF2B5EF4-FFF2-40B4-BE49-F238E27FC236}">
                <a16:creationId xmlns:a16="http://schemas.microsoft.com/office/drawing/2014/main" id="{DC7D07CF-8E78-433E-9485-F954A3DBD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60528" y="4299593"/>
            <a:ext cx="999282" cy="913025"/>
          </a:xfrm>
          <a:custGeom xmlns:a="http://schemas.openxmlformats.org/drawingml/2006/main">
            <a:pathLst>
              <a:path w="908722" h="830282">
                <a:moveTo>
                  <a:pt x="797" y="821857"/>
                </a:moveTo>
                <a:cubicBezTo>
                  <a:pt x="3871" y="751728"/>
                  <a:pt x="0" y="686721"/>
                  <a:pt x="797" y="637426"/>
                </a:cubicBezTo>
                <a:cubicBezTo>
                  <a:pt x="58062" y="380247"/>
                  <a:pt x="177487" y="162118"/>
                  <a:pt x="501493" y="136730"/>
                </a:cubicBezTo>
                <a:cubicBezTo>
                  <a:pt x="535760" y="132062"/>
                  <a:pt x="585625" y="138323"/>
                  <a:pt x="641979" y="136730"/>
                </a:cubicBezTo>
                <a:cubicBezTo>
                  <a:pt x="638336" y="90053"/>
                  <a:pt x="639930" y="67056"/>
                  <a:pt x="641979" y="0"/>
                </a:cubicBezTo>
                <a:cubicBezTo>
                  <a:pt x="756395" y="79806"/>
                  <a:pt x="815025" y="133884"/>
                  <a:pt x="908722" y="222456"/>
                </a:cubicBezTo>
                <a:cubicBezTo>
                  <a:pt x="858173" y="284389"/>
                  <a:pt x="720192" y="380133"/>
                  <a:pt x="641979" y="445026"/>
                </a:cubicBezTo>
                <a:cubicBezTo>
                  <a:pt x="644370" y="395047"/>
                  <a:pt x="647899" y="356795"/>
                  <a:pt x="641979" y="308182"/>
                </a:cubicBezTo>
                <a:cubicBezTo>
                  <a:pt x="585625" y="313419"/>
                  <a:pt x="570029" y="301693"/>
                  <a:pt x="501493" y="308182"/>
                </a:cubicBezTo>
                <a:cubicBezTo>
                  <a:pt x="318883" y="293952"/>
                  <a:pt x="157108" y="432047"/>
                  <a:pt x="172250" y="637426"/>
                </a:cubicBezTo>
                <a:cubicBezTo>
                  <a:pt x="172819" y="684900"/>
                  <a:pt x="180105" y="763340"/>
                  <a:pt x="172250" y="821857"/>
                </a:cubicBezTo>
                <a:cubicBezTo>
                  <a:pt x="117034" y="826411"/>
                  <a:pt x="54988" y="830282"/>
                  <a:pt x="797" y="821857"/>
                </a:cubicBezTo>
              </a:path>
            </a:pathLst>
          </a:custGeom>
          <a:noFill xmlns:a="http://schemas.openxmlformats.org/drawingml/2006/main"/>
          <a:ln xmlns:a="http://schemas.openxmlformats.org/drawingml/2006/main" w="18779">
            <a:solidFill>
              <a:srgbClr val="C04F15"/>
            </a:solidFill>
            <a:prstDash val="solid"/>
          </a:ln>
        </p:spPr>
      </p:sp>
      <p:sp>
        <p:nvSpPr>
          <p:cNvPr id="25" name="text-25 Question:">
            <a:extLst xmlns:a="http://schemas.openxmlformats.org/drawingml/2006/main">
              <a:ext uri="{FF2B5EF4-FFF2-40B4-BE49-F238E27FC236}">
                <a16:creationId xmlns:a16="http://schemas.microsoft.com/office/drawing/2014/main" id="{8393CB36-D1FC-42A6-B945-CF9CE148E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69228" y="2130370"/>
            <a:ext cx="1061567" cy="3155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Question:</a:t>
            </a:r>
          </a:p>
        </p:txBody>
      </p:sp>
      <p:sp>
        <p:nvSpPr>
          <p:cNvPr id="26" name="text-25 What">
            <a:extLst xmlns:a="http://schemas.openxmlformats.org/drawingml/2006/main">
              <a:ext uri="{FF2B5EF4-FFF2-40B4-BE49-F238E27FC236}">
                <a16:creationId xmlns:a16="http://schemas.microsoft.com/office/drawing/2014/main" id="{14DA59AE-7F41-4E7B-8451-822693F2E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56518" y="2130112"/>
            <a:ext cx="627230" cy="3158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What</a:t>
            </a:r>
          </a:p>
        </p:txBody>
      </p:sp>
      <p:sp>
        <p:nvSpPr>
          <p:cNvPr id="27" name="text-25 is">
            <a:extLst xmlns:a="http://schemas.openxmlformats.org/drawingml/2006/main">
              <a:ext uri="{FF2B5EF4-FFF2-40B4-BE49-F238E27FC236}">
                <a16:creationId xmlns:a16="http://schemas.microsoft.com/office/drawing/2014/main" id="{DF4E8742-0230-44F2-A319-3F453676F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09794" y="2130500"/>
            <a:ext cx="213341" cy="3153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is</a:t>
            </a:r>
          </a:p>
        </p:txBody>
      </p:sp>
      <p:sp>
        <p:nvSpPr>
          <p:cNvPr id="28" name="text-26 the">
            <a:extLst xmlns:a="http://schemas.openxmlformats.org/drawingml/2006/main">
              <a:ext uri="{FF2B5EF4-FFF2-40B4-BE49-F238E27FC236}">
                <a16:creationId xmlns:a16="http://schemas.microsoft.com/office/drawing/2014/main" id="{6A7D8B8C-7BCC-48F6-B957-2753A54C2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69228" y="2400334"/>
            <a:ext cx="401166" cy="3161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29" name="text-26 address">
            <a:extLst xmlns:a="http://schemas.openxmlformats.org/drawingml/2006/main">
              <a:ext uri="{FF2B5EF4-FFF2-40B4-BE49-F238E27FC236}">
                <a16:creationId xmlns:a16="http://schemas.microsoft.com/office/drawing/2014/main" id="{CD024B14-96F4-413F-A7EF-58A83E067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95580" y="2400842"/>
            <a:ext cx="871589" cy="3154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address</a:t>
            </a:r>
          </a:p>
        </p:txBody>
      </p:sp>
      <p:sp>
        <p:nvSpPr>
          <p:cNvPr id="30" name="text-26 where">
            <a:extLst xmlns:a="http://schemas.openxmlformats.org/drawingml/2006/main">
              <a:ext uri="{FF2B5EF4-FFF2-40B4-BE49-F238E27FC236}">
                <a16:creationId xmlns:a16="http://schemas.microsoft.com/office/drawing/2014/main" id="{D7969F54-B926-4A78-A46B-41BDA3B74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95158" y="2400462"/>
            <a:ext cx="681022" cy="3159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where</a:t>
            </a:r>
          </a:p>
        </p:txBody>
      </p:sp>
      <p:sp>
        <p:nvSpPr>
          <p:cNvPr id="31" name="text-27 the">
            <a:extLst xmlns:a="http://schemas.openxmlformats.org/drawingml/2006/main">
              <a:ext uri="{FF2B5EF4-FFF2-40B4-BE49-F238E27FC236}">
                <a16:creationId xmlns:a16="http://schemas.microsoft.com/office/drawing/2014/main" id="{DAD64D50-DE31-4BF4-8B71-F024882BB2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69228" y="2670749"/>
            <a:ext cx="401166" cy="3161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32" name="text-27 picture">
            <a:extLst xmlns:a="http://schemas.openxmlformats.org/drawingml/2006/main">
              <a:ext uri="{FF2B5EF4-FFF2-40B4-BE49-F238E27FC236}">
                <a16:creationId xmlns:a16="http://schemas.microsoft.com/office/drawing/2014/main" id="{263B5DF4-241F-4D89-99DD-E7FC3A2BD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95580" y="2671211"/>
            <a:ext cx="794987" cy="3155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picture</a:t>
            </a:r>
          </a:p>
        </p:txBody>
      </p:sp>
      <p:sp>
        <p:nvSpPr>
          <p:cNvPr id="33" name="text-27 was">
            <a:extLst xmlns:a="http://schemas.openxmlformats.org/drawingml/2006/main">
              <a:ext uri="{FF2B5EF4-FFF2-40B4-BE49-F238E27FC236}">
                <a16:creationId xmlns:a16="http://schemas.microsoft.com/office/drawing/2014/main" id="{89E861C1-1FCC-42D6-8628-18CEC8EA2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17415" y="2670751"/>
            <a:ext cx="420538" cy="3161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was</a:t>
            </a:r>
          </a:p>
        </p:txBody>
      </p:sp>
      <p:sp>
        <p:nvSpPr>
          <p:cNvPr id="34" name="text-28 taken?">
            <a:extLst xmlns:a="http://schemas.openxmlformats.org/drawingml/2006/main">
              <a:ext uri="{FF2B5EF4-FFF2-40B4-BE49-F238E27FC236}">
                <a16:creationId xmlns:a16="http://schemas.microsoft.com/office/drawing/2014/main" id="{F4B5CE6E-21E3-41FA-A373-81E8B032B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69228" y="2941407"/>
            <a:ext cx="743889" cy="3158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taken?</a:t>
            </a:r>
          </a:p>
        </p:txBody>
      </p:sp>
      <p:sp>
        <p:nvSpPr>
          <p:cNvPr id="35" name="text-28 Please">
            <a:extLst xmlns:a="http://schemas.openxmlformats.org/drawingml/2006/main">
              <a:ext uri="{FF2B5EF4-FFF2-40B4-BE49-F238E27FC236}">
                <a16:creationId xmlns:a16="http://schemas.microsoft.com/office/drawing/2014/main" id="{326C7141-E0EA-46AE-84DA-6D02E786B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38105" y="2941777"/>
            <a:ext cx="691076" cy="3152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Please</a:t>
            </a:r>
          </a:p>
        </p:txBody>
      </p:sp>
      <p:sp>
        <p:nvSpPr>
          <p:cNvPr id="36" name="text-28 answer">
            <a:extLst xmlns:a="http://schemas.openxmlformats.org/drawingml/2006/main">
              <a:ext uri="{FF2B5EF4-FFF2-40B4-BE49-F238E27FC236}">
                <a16:creationId xmlns:a16="http://schemas.microsoft.com/office/drawing/2014/main" id="{0D35F3CE-A366-4BD1-8951-203D05F1B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57407" y="2941324"/>
            <a:ext cx="770392" cy="3159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answer</a:t>
            </a:r>
          </a:p>
        </p:txBody>
      </p:sp>
      <p:sp>
        <p:nvSpPr>
          <p:cNvPr id="37" name="text-29 North">
            <a:extLst xmlns:a="http://schemas.openxmlformats.org/drawingml/2006/main">
              <a:ext uri="{FF2B5EF4-FFF2-40B4-BE49-F238E27FC236}">
                <a16:creationId xmlns:a16="http://schemas.microsoft.com/office/drawing/2014/main" id="{CE9CE324-723D-4E4D-BBE5-009784A14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69228" y="3211753"/>
            <a:ext cx="684120" cy="3159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North</a:t>
            </a:r>
          </a:p>
        </p:txBody>
      </p:sp>
      <p:sp>
        <p:nvSpPr>
          <p:cNvPr id="38" name="text-29 America,">
            <a:extLst xmlns:a="http://schemas.openxmlformats.org/drawingml/2006/main">
              <a:ext uri="{FF2B5EF4-FFF2-40B4-BE49-F238E27FC236}">
                <a16:creationId xmlns:a16="http://schemas.microsoft.com/office/drawing/2014/main" id="{68FFF8B9-52A7-4A28-BCD1-7399EA8AA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79290" y="3211821"/>
            <a:ext cx="969670" cy="3158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America,</a:t>
            </a:r>
          </a:p>
        </p:txBody>
      </p:sp>
      <p:sp>
        <p:nvSpPr>
          <p:cNvPr id="39" name="text-30 South">
            <a:extLst xmlns:a="http://schemas.openxmlformats.org/drawingml/2006/main">
              <a:ext uri="{FF2B5EF4-FFF2-40B4-BE49-F238E27FC236}">
                <a16:creationId xmlns:a16="http://schemas.microsoft.com/office/drawing/2014/main" id="{C28F6B8F-420F-4E32-B89B-7C50BB9EB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69228" y="3482336"/>
            <a:ext cx="669217" cy="3156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South</a:t>
            </a:r>
          </a:p>
        </p:txBody>
      </p:sp>
      <p:sp>
        <p:nvSpPr>
          <p:cNvPr id="40" name="text-30 America">
            <a:extLst xmlns:a="http://schemas.openxmlformats.org/drawingml/2006/main">
              <a:ext uri="{FF2B5EF4-FFF2-40B4-BE49-F238E27FC236}">
                <a16:creationId xmlns:a16="http://schemas.microsoft.com/office/drawing/2014/main" id="{D3637368-7FFD-44FE-B1CF-93EDD94D1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65769" y="3482235"/>
            <a:ext cx="907220" cy="3158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America</a:t>
            </a:r>
          </a:p>
        </p:txBody>
      </p:sp>
      <p:sp>
        <p:nvSpPr>
          <p:cNvPr id="41" name="text-30 or">
            <a:extLst xmlns:a="http://schemas.openxmlformats.org/drawingml/2006/main">
              <a:ext uri="{FF2B5EF4-FFF2-40B4-BE49-F238E27FC236}">
                <a16:creationId xmlns:a16="http://schemas.microsoft.com/office/drawing/2014/main" id="{F819F69F-231C-4C06-B9B8-7BB06A9F9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96896" y="3482455"/>
            <a:ext cx="267366" cy="3155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or</a:t>
            </a:r>
          </a:p>
        </p:txBody>
      </p:sp>
      <p:sp>
        <p:nvSpPr>
          <p:cNvPr id="42" name="text-31 unable">
            <a:extLst xmlns:a="http://schemas.openxmlformats.org/drawingml/2006/main">
              <a:ext uri="{FF2B5EF4-FFF2-40B4-BE49-F238E27FC236}">
                <a16:creationId xmlns:a16="http://schemas.microsoft.com/office/drawing/2014/main" id="{B1C96FCF-7AF8-47AD-A970-2A8BA7E95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69228" y="3752648"/>
            <a:ext cx="710521" cy="3158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unable</a:t>
            </a:r>
          </a:p>
        </p:txBody>
      </p:sp>
      <p:sp>
        <p:nvSpPr>
          <p:cNvPr id="43" name="text-31 to">
            <a:extLst xmlns:a="http://schemas.openxmlformats.org/drawingml/2006/main">
              <a:ext uri="{FF2B5EF4-FFF2-40B4-BE49-F238E27FC236}">
                <a16:creationId xmlns:a16="http://schemas.microsoft.com/office/drawing/2014/main" id="{22DBE7F8-3C60-4A4C-AC79-2AE885F4E2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05205" y="3752934"/>
            <a:ext cx="265194" cy="3154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to</a:t>
            </a:r>
          </a:p>
        </p:txBody>
      </p:sp>
      <p:sp>
        <p:nvSpPr>
          <p:cNvPr id="44" name="text-31 determine.">
            <a:extLst xmlns:a="http://schemas.openxmlformats.org/drawingml/2006/main">
              <a:ext uri="{FF2B5EF4-FFF2-40B4-BE49-F238E27FC236}">
                <a16:creationId xmlns:a16="http://schemas.microsoft.com/office/drawing/2014/main" id="{2D051D39-2E96-45E6-BE46-F818E39E8B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97252" y="3752825"/>
            <a:ext cx="1170234" cy="3155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determine.</a:t>
            </a:r>
          </a:p>
        </p:txBody>
      </p:sp>
      <p:sp>
        <p:nvSpPr>
          <p:cNvPr id="45" name="text-32 Stage">
            <a:extLst xmlns:a="http://schemas.openxmlformats.org/drawingml/2006/main">
              <a:ext uri="{FF2B5EF4-FFF2-40B4-BE49-F238E27FC236}">
                <a16:creationId xmlns:a16="http://schemas.microsoft.com/office/drawing/2014/main" id="{B7F4CE21-A3EA-4273-9694-0C9ED4C5F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8548" y="4400663"/>
            <a:ext cx="674706" cy="3159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Stage</a:t>
            </a:r>
          </a:p>
        </p:txBody>
      </p:sp>
      <p:sp>
        <p:nvSpPr>
          <p:cNvPr id="46" name="text-32 1:">
            <a:extLst xmlns:a="http://schemas.openxmlformats.org/drawingml/2006/main">
              <a:ext uri="{FF2B5EF4-FFF2-40B4-BE49-F238E27FC236}">
                <a16:creationId xmlns:a16="http://schemas.microsoft.com/office/drawing/2014/main" id="{2C49BDB0-1F18-4C78-9D37-9F86B5EB4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8737" y="4400767"/>
            <a:ext cx="276086" cy="3158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1:</a:t>
            </a:r>
          </a:p>
        </p:txBody>
      </p:sp>
      <p:sp>
        <p:nvSpPr>
          <p:cNvPr id="47" name="text-32 Original">
            <a:extLst xmlns:a="http://schemas.openxmlformats.org/drawingml/2006/main">
              <a:ext uri="{FF2B5EF4-FFF2-40B4-BE49-F238E27FC236}">
                <a16:creationId xmlns:a16="http://schemas.microsoft.com/office/drawing/2014/main" id="{5E83C44F-6341-4E3F-A3BD-DBE07CACA8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0662" y="4400745"/>
            <a:ext cx="880444" cy="3158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Original</a:t>
            </a:r>
          </a:p>
        </p:txBody>
      </p:sp>
      <p:sp>
        <p:nvSpPr>
          <p:cNvPr id="48" name="text-32 model">
            <a:extLst xmlns:a="http://schemas.openxmlformats.org/drawingml/2006/main">
              <a:ext uri="{FF2B5EF4-FFF2-40B4-BE49-F238E27FC236}">
                <a16:creationId xmlns:a16="http://schemas.microsoft.com/office/drawing/2014/main" id="{9919EDE9-5F98-4E6C-B3A5-797EE45CC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63482" y="4400679"/>
            <a:ext cx="655036" cy="3159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model</a:t>
            </a:r>
          </a:p>
        </p:txBody>
      </p:sp>
      <p:sp>
        <p:nvSpPr>
          <p:cNvPr id="49" name="text-32 outputs">
            <a:extLst xmlns:a="http://schemas.openxmlformats.org/drawingml/2006/main">
              <a:ext uri="{FF2B5EF4-FFF2-40B4-BE49-F238E27FC236}">
                <a16:creationId xmlns:a16="http://schemas.microsoft.com/office/drawing/2014/main" id="{2111BD6B-9060-4515-81F6-7D3A97EBA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75846" y="4400861"/>
            <a:ext cx="836399" cy="3156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outputs</a:t>
            </a:r>
          </a:p>
        </p:txBody>
      </p:sp>
      <p:sp>
        <p:nvSpPr>
          <p:cNvPr id="50" name="text-32 the">
            <a:extLst xmlns:a="http://schemas.openxmlformats.org/drawingml/2006/main">
              <a:ext uri="{FF2B5EF4-FFF2-40B4-BE49-F238E27FC236}">
                <a16:creationId xmlns:a16="http://schemas.microsoft.com/office/drawing/2014/main" id="{1827F004-BE62-412A-9166-6B858DBAE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69629" y="4400667"/>
            <a:ext cx="403479" cy="3159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51" name="text-32 initial">
            <a:extLst xmlns:a="http://schemas.openxmlformats.org/drawingml/2006/main">
              <a:ext uri="{FF2B5EF4-FFF2-40B4-BE49-F238E27FC236}">
                <a16:creationId xmlns:a16="http://schemas.microsoft.com/office/drawing/2014/main" id="{4AB3A6E1-85D3-440E-8517-CDE8E37E8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29269" y="4400862"/>
            <a:ext cx="641465" cy="3156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initial</a:t>
            </a:r>
          </a:p>
        </p:txBody>
      </p:sp>
      <p:sp>
        <p:nvSpPr>
          <p:cNvPr id="52" name="text-32 answer.">
            <a:extLst xmlns:a="http://schemas.openxmlformats.org/drawingml/2006/main">
              <a:ext uri="{FF2B5EF4-FFF2-40B4-BE49-F238E27FC236}">
                <a16:creationId xmlns:a16="http://schemas.microsoft.com/office/drawing/2014/main" id="{9584D78B-E90D-4476-A6BB-7E436F2939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24484" y="4400705"/>
            <a:ext cx="880602" cy="3158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answer.</a:t>
            </a:r>
          </a:p>
        </p:txBody>
      </p:sp>
      <p:sp>
        <p:nvSpPr>
          <p:cNvPr id="53" name="path-33">
            <a:extLst xmlns:a="http://schemas.openxmlformats.org/drawingml/2006/main">
              <a:ext uri="{FF2B5EF4-FFF2-40B4-BE49-F238E27FC236}">
                <a16:creationId xmlns:a16="http://schemas.microsoft.com/office/drawing/2014/main" id="{9A805BE8-E509-4869-818F-835FAFD02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3490" y="5063640"/>
            <a:ext cx="4973871" cy="2864639"/>
          </a:xfrm>
          <a:custGeom xmlns:a="http://schemas.openxmlformats.org/drawingml/2006/main">
            <a:pathLst>
              <a:path w="4523114" h="2605031">
                <a:moveTo>
                  <a:pt x="26754" y="129557"/>
                </a:moveTo>
                <a:cubicBezTo>
                  <a:pt x="18329" y="79464"/>
                  <a:pt x="86523" y="26867"/>
                  <a:pt x="132517" y="23907"/>
                </a:cubicBezTo>
                <a:cubicBezTo>
                  <a:pt x="317404" y="0"/>
                  <a:pt x="409619" y="26981"/>
                  <a:pt x="655983" y="23907"/>
                </a:cubicBezTo>
                <a:cubicBezTo>
                  <a:pt x="902232" y="20834"/>
                  <a:pt x="1007312" y="5578"/>
                  <a:pt x="1136756" y="23907"/>
                </a:cubicBezTo>
                <a:cubicBezTo>
                  <a:pt x="1266198" y="42237"/>
                  <a:pt x="1471463" y="32674"/>
                  <a:pt x="1745492" y="23907"/>
                </a:cubicBezTo>
                <a:cubicBezTo>
                  <a:pt x="2019520" y="15141"/>
                  <a:pt x="2135643" y="4212"/>
                  <a:pt x="2311536" y="23907"/>
                </a:cubicBezTo>
                <a:cubicBezTo>
                  <a:pt x="2487428" y="43489"/>
                  <a:pt x="2798912" y="26298"/>
                  <a:pt x="3005429" y="23907"/>
                </a:cubicBezTo>
                <a:cubicBezTo>
                  <a:pt x="3211946" y="21517"/>
                  <a:pt x="3254069" y="41781"/>
                  <a:pt x="3486315" y="23907"/>
                </a:cubicBezTo>
                <a:cubicBezTo>
                  <a:pt x="3718448" y="5920"/>
                  <a:pt x="4127384" y="22655"/>
                  <a:pt x="4393215" y="23907"/>
                </a:cubicBezTo>
                <a:cubicBezTo>
                  <a:pt x="4446040" y="19240"/>
                  <a:pt x="4507859" y="75708"/>
                  <a:pt x="4498978" y="129557"/>
                </a:cubicBezTo>
                <a:cubicBezTo>
                  <a:pt x="4492034" y="313988"/>
                  <a:pt x="4487480" y="446733"/>
                  <a:pt x="4498978" y="645395"/>
                </a:cubicBezTo>
                <a:cubicBezTo>
                  <a:pt x="4510477" y="843943"/>
                  <a:pt x="4511388" y="1045336"/>
                  <a:pt x="4498978" y="1278380"/>
                </a:cubicBezTo>
                <a:cubicBezTo>
                  <a:pt x="4486456" y="1511423"/>
                  <a:pt x="4523114" y="1602956"/>
                  <a:pt x="4498978" y="1794104"/>
                </a:cubicBezTo>
                <a:cubicBezTo>
                  <a:pt x="4474843" y="1985366"/>
                  <a:pt x="4486569" y="2324400"/>
                  <a:pt x="4498978" y="2473994"/>
                </a:cubicBezTo>
                <a:cubicBezTo>
                  <a:pt x="4498978" y="2538431"/>
                  <a:pt x="4444560" y="2588637"/>
                  <a:pt x="4393215" y="2579757"/>
                </a:cubicBezTo>
                <a:cubicBezTo>
                  <a:pt x="4225406" y="2601160"/>
                  <a:pt x="3885574" y="2605031"/>
                  <a:pt x="3741901" y="2579757"/>
                </a:cubicBezTo>
                <a:cubicBezTo>
                  <a:pt x="3598341" y="2554483"/>
                  <a:pt x="3289931" y="2592394"/>
                  <a:pt x="3090700" y="2579757"/>
                </a:cubicBezTo>
                <a:cubicBezTo>
                  <a:pt x="2891355" y="2567120"/>
                  <a:pt x="2796407" y="2597062"/>
                  <a:pt x="2609812" y="2579757"/>
                </a:cubicBezTo>
                <a:cubicBezTo>
                  <a:pt x="2423219" y="2562453"/>
                  <a:pt x="2129609" y="2572698"/>
                  <a:pt x="1915920" y="2579757"/>
                </a:cubicBezTo>
                <a:cubicBezTo>
                  <a:pt x="1702230" y="2586815"/>
                  <a:pt x="1572673" y="2576114"/>
                  <a:pt x="1392454" y="2579757"/>
                </a:cubicBezTo>
                <a:cubicBezTo>
                  <a:pt x="1212235" y="2583286"/>
                  <a:pt x="967124" y="2587726"/>
                  <a:pt x="826411" y="2579757"/>
                </a:cubicBezTo>
                <a:cubicBezTo>
                  <a:pt x="685582" y="2571788"/>
                  <a:pt x="422939" y="2599453"/>
                  <a:pt x="132517" y="2579757"/>
                </a:cubicBezTo>
                <a:cubicBezTo>
                  <a:pt x="66487" y="2583286"/>
                  <a:pt x="38822" y="2532738"/>
                  <a:pt x="26754" y="2473994"/>
                </a:cubicBezTo>
                <a:cubicBezTo>
                  <a:pt x="0" y="2297304"/>
                  <a:pt x="37114" y="2056861"/>
                  <a:pt x="26754" y="1841008"/>
                </a:cubicBezTo>
                <a:cubicBezTo>
                  <a:pt x="16394" y="1625270"/>
                  <a:pt x="41896" y="1515864"/>
                  <a:pt x="26754" y="1325285"/>
                </a:cubicBezTo>
                <a:cubicBezTo>
                  <a:pt x="11727" y="1134592"/>
                  <a:pt x="22769" y="907924"/>
                  <a:pt x="26754" y="785994"/>
                </a:cubicBezTo>
                <a:cubicBezTo>
                  <a:pt x="30739" y="664180"/>
                  <a:pt x="48727" y="293382"/>
                  <a:pt x="26754" y="129557"/>
                </a:cubicBezTo>
              </a:path>
            </a:pathLst>
          </a:custGeom>
          <a:solidFill xmlns:a="http://schemas.openxmlformats.org/drawingml/2006/main">
            <a:srgbClr val="FFF3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path-34">
            <a:extLst xmlns:a="http://schemas.openxmlformats.org/drawingml/2006/main">
              <a:ext uri="{FF2B5EF4-FFF2-40B4-BE49-F238E27FC236}">
                <a16:creationId xmlns:a16="http://schemas.microsoft.com/office/drawing/2014/main" id="{F25419DD-9B6E-4D0B-9880-CA1AD3231B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6244" y="5059382"/>
            <a:ext cx="4964732" cy="2866142"/>
          </a:xfrm>
          <a:custGeom xmlns:a="http://schemas.openxmlformats.org/drawingml/2006/main">
            <a:pathLst>
              <a:path w="4514803" h="2606398">
                <a:moveTo>
                  <a:pt x="24249" y="133428"/>
                </a:moveTo>
                <a:cubicBezTo>
                  <a:pt x="27209" y="79921"/>
                  <a:pt x="72862" y="22997"/>
                  <a:pt x="130013" y="27779"/>
                </a:cubicBezTo>
                <a:cubicBezTo>
                  <a:pt x="311711" y="53053"/>
                  <a:pt x="623422" y="25388"/>
                  <a:pt x="781213" y="27779"/>
                </a:cubicBezTo>
                <a:cubicBezTo>
                  <a:pt x="939118" y="30056"/>
                  <a:pt x="1049549" y="24819"/>
                  <a:pt x="1304679" y="27779"/>
                </a:cubicBezTo>
                <a:cubicBezTo>
                  <a:pt x="1559922" y="30625"/>
                  <a:pt x="1647356" y="55443"/>
                  <a:pt x="1913415" y="27779"/>
                </a:cubicBezTo>
                <a:cubicBezTo>
                  <a:pt x="2179360" y="0"/>
                  <a:pt x="2318025" y="47589"/>
                  <a:pt x="2607308" y="27779"/>
                </a:cubicBezTo>
                <a:cubicBezTo>
                  <a:pt x="2896591" y="7856"/>
                  <a:pt x="3118706" y="29258"/>
                  <a:pt x="3258622" y="27779"/>
                </a:cubicBezTo>
                <a:cubicBezTo>
                  <a:pt x="3398540" y="26185"/>
                  <a:pt x="3619288" y="32674"/>
                  <a:pt x="3782088" y="27779"/>
                </a:cubicBezTo>
                <a:cubicBezTo>
                  <a:pt x="3944775" y="22884"/>
                  <a:pt x="4251021" y="11043"/>
                  <a:pt x="4390711" y="27779"/>
                </a:cubicBezTo>
                <a:cubicBezTo>
                  <a:pt x="4453440" y="23794"/>
                  <a:pt x="4500800" y="73431"/>
                  <a:pt x="4496474" y="133428"/>
                </a:cubicBezTo>
                <a:cubicBezTo>
                  <a:pt x="4514803" y="374441"/>
                  <a:pt x="4483951" y="487604"/>
                  <a:pt x="4496474" y="766414"/>
                </a:cubicBezTo>
                <a:cubicBezTo>
                  <a:pt x="4508883" y="1045337"/>
                  <a:pt x="4498182" y="1088143"/>
                  <a:pt x="4496474" y="1329156"/>
                </a:cubicBezTo>
                <a:cubicBezTo>
                  <a:pt x="4494766" y="1570169"/>
                  <a:pt x="4487252" y="1704165"/>
                  <a:pt x="4496474" y="1962142"/>
                </a:cubicBezTo>
                <a:cubicBezTo>
                  <a:pt x="4505696" y="2220117"/>
                  <a:pt x="4494197" y="2340681"/>
                  <a:pt x="4496474" y="2477865"/>
                </a:cubicBezTo>
                <a:cubicBezTo>
                  <a:pt x="4490098" y="2532056"/>
                  <a:pt x="4440120" y="2589207"/>
                  <a:pt x="4390711" y="2583628"/>
                </a:cubicBezTo>
                <a:cubicBezTo>
                  <a:pt x="4230415" y="2567804"/>
                  <a:pt x="4016270" y="2601958"/>
                  <a:pt x="3739396" y="2583628"/>
                </a:cubicBezTo>
                <a:cubicBezTo>
                  <a:pt x="3462636" y="2565299"/>
                  <a:pt x="3437931" y="2602868"/>
                  <a:pt x="3173352" y="2583628"/>
                </a:cubicBezTo>
                <a:cubicBezTo>
                  <a:pt x="2908887" y="2564275"/>
                  <a:pt x="2828739" y="2589777"/>
                  <a:pt x="2692465" y="2583628"/>
                </a:cubicBezTo>
                <a:cubicBezTo>
                  <a:pt x="2556305" y="2577481"/>
                  <a:pt x="2386332" y="2603779"/>
                  <a:pt x="2126422" y="2583628"/>
                </a:cubicBezTo>
                <a:cubicBezTo>
                  <a:pt x="1866624" y="2563478"/>
                  <a:pt x="1628799" y="2606398"/>
                  <a:pt x="1475107" y="2583628"/>
                </a:cubicBezTo>
                <a:cubicBezTo>
                  <a:pt x="1321528" y="2560746"/>
                  <a:pt x="1198346" y="2603551"/>
                  <a:pt x="951642" y="2583628"/>
                </a:cubicBezTo>
                <a:cubicBezTo>
                  <a:pt x="705050" y="2563705"/>
                  <a:pt x="520392" y="2582490"/>
                  <a:pt x="130013" y="2583628"/>
                </a:cubicBezTo>
                <a:cubicBezTo>
                  <a:pt x="78668" y="2583059"/>
                  <a:pt x="23111" y="2526250"/>
                  <a:pt x="24249" y="2477865"/>
                </a:cubicBezTo>
                <a:cubicBezTo>
                  <a:pt x="38822" y="2270095"/>
                  <a:pt x="10360" y="2053218"/>
                  <a:pt x="24249" y="1868332"/>
                </a:cubicBezTo>
                <a:cubicBezTo>
                  <a:pt x="38138" y="1683445"/>
                  <a:pt x="48499" y="1443458"/>
                  <a:pt x="24249" y="1305703"/>
                </a:cubicBezTo>
                <a:cubicBezTo>
                  <a:pt x="0" y="1167950"/>
                  <a:pt x="43262" y="916577"/>
                  <a:pt x="24249" y="696170"/>
                </a:cubicBezTo>
                <a:cubicBezTo>
                  <a:pt x="5351" y="475650"/>
                  <a:pt x="22656" y="246250"/>
                  <a:pt x="24249" y="133428"/>
                </a:cubicBezTo>
              </a:path>
            </a:pathLst>
          </a:custGeom>
          <a:noFill xmlns:a="http://schemas.openxmlformats.org/drawingml/2006/main"/>
          <a:ln xmlns:a="http://schemas.openxmlformats.org/drawingml/2006/main" w="18779">
            <a:solidFill>
              <a:srgbClr val="C04F15"/>
            </a:solidFill>
            <a:prstDash val="solid"/>
          </a:ln>
        </p:spPr>
      </p:sp>
      <p:sp>
        <p:nvSpPr>
          <p:cNvPr id="55" name="text-35 Unkown">
            <a:extLst xmlns:a="http://schemas.openxmlformats.org/drawingml/2006/main">
              <a:ext uri="{FF2B5EF4-FFF2-40B4-BE49-F238E27FC236}">
                <a16:creationId xmlns:a16="http://schemas.microsoft.com/office/drawing/2014/main" id="{AE764C78-A42F-42AF-AFA9-774BC01C71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64890" y="5151104"/>
            <a:ext cx="742398" cy="2799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Unkown</a:t>
            </a:r>
          </a:p>
        </p:txBody>
      </p:sp>
      <p:sp>
        <p:nvSpPr>
          <p:cNvPr id="56" name="text-36 .">
            <a:extLst xmlns:a="http://schemas.openxmlformats.org/drawingml/2006/main">
              <a:ext uri="{FF2B5EF4-FFF2-40B4-BE49-F238E27FC236}">
                <a16:creationId xmlns:a16="http://schemas.microsoft.com/office/drawing/2014/main" id="{2E582427-BF86-4E46-8676-7685D303C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72475" y="5151129"/>
            <a:ext cx="85747" cy="2799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sp>
        <p:nvSpPr>
          <p:cNvPr id="57" name="text-38 It">
            <a:extLst xmlns:a="http://schemas.openxmlformats.org/drawingml/2006/main">
              <a:ext uri="{FF2B5EF4-FFF2-40B4-BE49-F238E27FC236}">
                <a16:creationId xmlns:a16="http://schemas.microsoft.com/office/drawing/2014/main" id="{F1390E22-0C71-4793-BD6C-164689207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48244" y="5150732"/>
            <a:ext cx="239877" cy="2804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It</a:t>
            </a:r>
          </a:p>
        </p:txBody>
      </p:sp>
      <p:sp>
        <p:nvSpPr>
          <p:cNvPr id="58" name="text-40 is">
            <a:extLst xmlns:a="http://schemas.openxmlformats.org/drawingml/2006/main">
              <a:ext uri="{FF2B5EF4-FFF2-40B4-BE49-F238E27FC236}">
                <a16:creationId xmlns:a16="http://schemas.microsoft.com/office/drawing/2014/main" id="{C4C973B9-D02D-448D-99D1-1372D9C10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78750" y="5151676"/>
            <a:ext cx="188747" cy="2791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is</a:t>
            </a:r>
          </a:p>
        </p:txBody>
      </p:sp>
      <p:sp>
        <p:nvSpPr>
          <p:cNvPr id="59" name="text-42 not">
            <a:extLst xmlns:a="http://schemas.openxmlformats.org/drawingml/2006/main">
              <a:ext uri="{FF2B5EF4-FFF2-40B4-BE49-F238E27FC236}">
                <a16:creationId xmlns:a16="http://schemas.microsoft.com/office/drawing/2014/main" id="{3CFB9B50-2C80-4FB1-816A-94EEFF7D3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56676" y="5150954"/>
            <a:ext cx="340166" cy="2801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not</a:t>
            </a:r>
          </a:p>
        </p:txBody>
      </p:sp>
      <p:sp>
        <p:nvSpPr>
          <p:cNvPr id="60" name="text-44 possible">
            <a:extLst xmlns:a="http://schemas.openxmlformats.org/drawingml/2006/main">
              <a:ext uri="{FF2B5EF4-FFF2-40B4-BE49-F238E27FC236}">
                <a16:creationId xmlns:a16="http://schemas.microsoft.com/office/drawing/2014/main" id="{90D9B6D6-1C62-4072-829A-8FD209737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86585" y="5151544"/>
            <a:ext cx="779765" cy="2793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1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1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1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possible</a:t>
            </a:r>
          </a:p>
        </p:txBody>
      </p:sp>
      <p:sp>
        <p:nvSpPr>
          <p:cNvPr id="61" name="text-46 to">
            <a:extLst xmlns:a="http://schemas.openxmlformats.org/drawingml/2006/main">
              <a:ext uri="{FF2B5EF4-FFF2-40B4-BE49-F238E27FC236}">
                <a16:creationId xmlns:a16="http://schemas.microsoft.com/office/drawing/2014/main" id="{BBB4A827-6AFE-4B28-B454-EC8E36449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56417" y="5150721"/>
            <a:ext cx="235783" cy="2805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to</a:t>
            </a:r>
          </a:p>
        </p:txBody>
      </p:sp>
      <p:sp>
        <p:nvSpPr>
          <p:cNvPr id="62" name="text-48 determine">
            <a:extLst xmlns:a="http://schemas.openxmlformats.org/drawingml/2006/main">
              <a:ext uri="{FF2B5EF4-FFF2-40B4-BE49-F238E27FC236}">
                <a16:creationId xmlns:a16="http://schemas.microsoft.com/office/drawing/2014/main" id="{F9F79794-71A8-42BA-BFA1-CE518BB2F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82417" y="5151171"/>
            <a:ext cx="987831" cy="2798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determine</a:t>
            </a:r>
          </a:p>
        </p:txBody>
      </p:sp>
      <p:sp>
        <p:nvSpPr>
          <p:cNvPr id="63" name="text-50 the">
            <a:extLst xmlns:a="http://schemas.openxmlformats.org/drawingml/2006/main">
              <a:ext uri="{FF2B5EF4-FFF2-40B4-BE49-F238E27FC236}">
                <a16:creationId xmlns:a16="http://schemas.microsoft.com/office/drawing/2014/main" id="{7DF40CAC-02BE-4DA3-8C7E-4C97A8385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61070" y="5151672"/>
            <a:ext cx="354154" cy="2791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64" name="text-52 following">
            <a:extLst xmlns:a="http://schemas.openxmlformats.org/drawingml/2006/main">
              <a:ext uri="{FF2B5EF4-FFF2-40B4-BE49-F238E27FC236}">
                <a16:creationId xmlns:a16="http://schemas.microsoft.com/office/drawing/2014/main" id="{59270AF2-D8B9-41C7-A205-913DA5956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4798" y="5391798"/>
            <a:ext cx="859491" cy="2795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following</a:t>
            </a:r>
          </a:p>
        </p:txBody>
      </p:sp>
      <p:sp>
        <p:nvSpPr>
          <p:cNvPr id="65" name="text-54 reasons">
            <a:extLst xmlns:a="http://schemas.openxmlformats.org/drawingml/2006/main">
              <a:ext uri="{FF2B5EF4-FFF2-40B4-BE49-F238E27FC236}">
                <a16:creationId xmlns:a16="http://schemas.microsoft.com/office/drawing/2014/main" id="{F9DC07D6-3513-42DA-9EE1-462384C27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91156" y="5391288"/>
            <a:ext cx="748901" cy="2802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reasons</a:t>
            </a:r>
          </a:p>
        </p:txBody>
      </p:sp>
      <p:sp>
        <p:nvSpPr>
          <p:cNvPr id="66" name="text-55 :">
            <a:extLst xmlns:a="http://schemas.openxmlformats.org/drawingml/2006/main">
              <a:ext uri="{FF2B5EF4-FFF2-40B4-BE49-F238E27FC236}">
                <a16:creationId xmlns:a16="http://schemas.microsoft.com/office/drawing/2014/main" id="{EC4507F1-1397-409A-9C28-2FCC842BC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04750" y="5391689"/>
            <a:ext cx="95664" cy="2796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:</a:t>
            </a:r>
          </a:p>
        </p:txBody>
      </p:sp>
      <p:sp>
        <p:nvSpPr>
          <p:cNvPr id="67" name="text-56 1.">
            <a:extLst xmlns:a="http://schemas.openxmlformats.org/drawingml/2006/main">
              <a:ext uri="{FF2B5EF4-FFF2-40B4-BE49-F238E27FC236}">
                <a16:creationId xmlns:a16="http://schemas.microsoft.com/office/drawing/2014/main" id="{913659F5-5D96-4982-98F1-D97B0C3AE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4798" y="5631640"/>
            <a:ext cx="175927" cy="2802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1.</a:t>
            </a:r>
          </a:p>
        </p:txBody>
      </p:sp>
      <p:sp>
        <p:nvSpPr>
          <p:cNvPr id="68" name="text-57 The">
            <a:extLst xmlns:a="http://schemas.openxmlformats.org/drawingml/2006/main">
              <a:ext uri="{FF2B5EF4-FFF2-40B4-BE49-F238E27FC236}">
                <a16:creationId xmlns:a16="http://schemas.microsoft.com/office/drawing/2014/main" id="{6A6D6B2D-164C-4807-88DF-A44CF7BEC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42816" y="5632176"/>
            <a:ext cx="396156" cy="2794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69" name="text-59 image">
            <a:extLst xmlns:a="http://schemas.openxmlformats.org/drawingml/2006/main">
              <a:ext uri="{FF2B5EF4-FFF2-40B4-BE49-F238E27FC236}">
                <a16:creationId xmlns:a16="http://schemas.microsoft.com/office/drawing/2014/main" id="{85EF4845-68CE-4832-AC27-82F6EA706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44585" y="5631736"/>
            <a:ext cx="565470" cy="2801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image</a:t>
            </a:r>
          </a:p>
        </p:txBody>
      </p:sp>
      <p:sp>
        <p:nvSpPr>
          <p:cNvPr id="70" name="text-61 shows">
            <a:extLst xmlns:a="http://schemas.openxmlformats.org/drawingml/2006/main">
              <a:ext uri="{FF2B5EF4-FFF2-40B4-BE49-F238E27FC236}">
                <a16:creationId xmlns:a16="http://schemas.microsoft.com/office/drawing/2014/main" id="{0FDC6AB7-AE3D-4634-AF97-4C17CBECF1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16114" y="5631745"/>
            <a:ext cx="588241" cy="2800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shows</a:t>
            </a:r>
          </a:p>
        </p:txBody>
      </p:sp>
      <p:sp>
        <p:nvSpPr>
          <p:cNvPr id="71" name="text-63 the">
            <a:extLst xmlns:a="http://schemas.openxmlformats.org/drawingml/2006/main">
              <a:ext uri="{FF2B5EF4-FFF2-40B4-BE49-F238E27FC236}">
                <a16:creationId xmlns:a16="http://schemas.microsoft.com/office/drawing/2014/main" id="{545E292D-FA01-4D91-879C-2C403E3F7D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10428" y="5631532"/>
            <a:ext cx="355711" cy="2803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72" name="text-65 interior">
            <a:extLst xmlns:a="http://schemas.openxmlformats.org/drawingml/2006/main">
              <a:ext uri="{FF2B5EF4-FFF2-40B4-BE49-F238E27FC236}">
                <a16:creationId xmlns:a16="http://schemas.microsoft.com/office/drawing/2014/main" id="{241DABBF-6555-419B-8B78-DFFDF91CF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71634" y="5631828"/>
            <a:ext cx="753596" cy="2799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interior</a:t>
            </a:r>
          </a:p>
        </p:txBody>
      </p:sp>
      <p:sp>
        <p:nvSpPr>
          <p:cNvPr id="73" name="text-67 of">
            <a:extLst xmlns:a="http://schemas.openxmlformats.org/drawingml/2006/main">
              <a:ext uri="{FF2B5EF4-FFF2-40B4-BE49-F238E27FC236}">
                <a16:creationId xmlns:a16="http://schemas.microsoft.com/office/drawing/2014/main" id="{19A3D785-177F-4694-9C1A-F2383B3FE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30951" y="5631889"/>
            <a:ext cx="242709" cy="2798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74" name="text-69 a">
            <a:extLst xmlns:a="http://schemas.openxmlformats.org/drawingml/2006/main">
              <a:ext uri="{FF2B5EF4-FFF2-40B4-BE49-F238E27FC236}">
                <a16:creationId xmlns:a16="http://schemas.microsoft.com/office/drawing/2014/main" id="{7480176C-0CFA-45E0-AA39-C080202F0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79485" y="5631930"/>
            <a:ext cx="138224" cy="2798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a</a:t>
            </a:r>
          </a:p>
        </p:txBody>
      </p:sp>
      <p:sp>
        <p:nvSpPr>
          <p:cNvPr id="75" name="text-71 train">
            <a:extLst xmlns:a="http://schemas.openxmlformats.org/drawingml/2006/main">
              <a:ext uri="{FF2B5EF4-FFF2-40B4-BE49-F238E27FC236}">
                <a16:creationId xmlns:a16="http://schemas.microsoft.com/office/drawing/2014/main" id="{7DF3A668-4D18-4EED-A6B1-E8B195B2D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22858" y="5631203"/>
            <a:ext cx="490756" cy="2808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8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train</a:t>
            </a:r>
          </a:p>
        </p:txBody>
      </p:sp>
      <p:sp>
        <p:nvSpPr>
          <p:cNvPr id="76" name="text-73 station,">
            <a:extLst xmlns:a="http://schemas.openxmlformats.org/drawingml/2006/main">
              <a:ext uri="{FF2B5EF4-FFF2-40B4-BE49-F238E27FC236}">
                <a16:creationId xmlns:a16="http://schemas.microsoft.com/office/drawing/2014/main" id="{CEA5EB65-DE3B-4116-ADED-C56B4CDD7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42816" y="5871980"/>
            <a:ext cx="745920" cy="2802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station,</a:t>
            </a:r>
          </a:p>
        </p:txBody>
      </p:sp>
      <p:sp>
        <p:nvSpPr>
          <p:cNvPr id="77" name="text-75 and">
            <a:extLst xmlns:a="http://schemas.openxmlformats.org/drawingml/2006/main">
              <a:ext uri="{FF2B5EF4-FFF2-40B4-BE49-F238E27FC236}">
                <a16:creationId xmlns:a16="http://schemas.microsoft.com/office/drawing/2014/main" id="{92FB1032-8D29-4945-A48C-CC9D80EE3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21008" y="5872301"/>
            <a:ext cx="360146" cy="2798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78" name="text-77 there">
            <a:extLst xmlns:a="http://schemas.openxmlformats.org/drawingml/2006/main">
              <a:ext uri="{FF2B5EF4-FFF2-40B4-BE49-F238E27FC236}">
                <a16:creationId xmlns:a16="http://schemas.microsoft.com/office/drawing/2014/main" id="{30E8BB6E-61F2-468D-B82A-F447FBB21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13109" y="5872605"/>
            <a:ext cx="559587" cy="2794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1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1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1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there</a:t>
            </a:r>
          </a:p>
        </p:txBody>
      </p:sp>
      <p:sp>
        <p:nvSpPr>
          <p:cNvPr id="79" name="text-79 are">
            <a:extLst xmlns:a="http://schemas.openxmlformats.org/drawingml/2006/main">
              <a:ext uri="{FF2B5EF4-FFF2-40B4-BE49-F238E27FC236}">
                <a16:creationId xmlns:a16="http://schemas.microsoft.com/office/drawing/2014/main" id="{B37B2D3D-1DC9-428A-9EB8-DCF8E8E2E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6768" y="5872308"/>
            <a:ext cx="343649" cy="2798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are</a:t>
            </a:r>
          </a:p>
        </p:txBody>
      </p:sp>
      <p:sp>
        <p:nvSpPr>
          <p:cNvPr id="80" name="text-81 not">
            <a:extLst xmlns:a="http://schemas.openxmlformats.org/drawingml/2006/main">
              <a:ext uri="{FF2B5EF4-FFF2-40B4-BE49-F238E27FC236}">
                <a16:creationId xmlns:a16="http://schemas.microsoft.com/office/drawing/2014/main" id="{29E6FEE5-97DF-4B53-8DC6-029710CDD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83847" y="5872059"/>
            <a:ext cx="340165" cy="2801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not</a:t>
            </a:r>
          </a:p>
        </p:txBody>
      </p:sp>
      <p:sp>
        <p:nvSpPr>
          <p:cNvPr id="81" name="text-83 enough">
            <a:extLst xmlns:a="http://schemas.openxmlformats.org/drawingml/2006/main">
              <a:ext uri="{FF2B5EF4-FFF2-40B4-BE49-F238E27FC236}">
                <a16:creationId xmlns:a16="http://schemas.microsoft.com/office/drawing/2014/main" id="{6D16DA4D-F495-4FDD-BFBE-EA9127EA9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56417" y="5872121"/>
            <a:ext cx="681113" cy="2800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enough</a:t>
            </a:r>
          </a:p>
        </p:txBody>
      </p:sp>
      <p:sp>
        <p:nvSpPr>
          <p:cNvPr id="82" name="text-85 geographic">
            <a:extLst xmlns:a="http://schemas.openxmlformats.org/drawingml/2006/main">
              <a:ext uri="{FF2B5EF4-FFF2-40B4-BE49-F238E27FC236}">
                <a16:creationId xmlns:a16="http://schemas.microsoft.com/office/drawing/2014/main" id="{AFB6FDF9-59AF-45F6-8695-D5DA22CCD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71513" y="5872142"/>
            <a:ext cx="1042565" cy="2800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geographic</a:t>
            </a:r>
          </a:p>
        </p:txBody>
      </p:sp>
      <p:sp>
        <p:nvSpPr>
          <p:cNvPr id="83" name="text-87 markers">
            <a:extLst xmlns:a="http://schemas.openxmlformats.org/drawingml/2006/main">
              <a:ext uri="{FF2B5EF4-FFF2-40B4-BE49-F238E27FC236}">
                <a16:creationId xmlns:a16="http://schemas.microsoft.com/office/drawing/2014/main" id="{AFBA8D05-2525-406F-B96E-AE7AEBFD5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42816" y="6112326"/>
            <a:ext cx="801462" cy="2803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markers</a:t>
            </a:r>
          </a:p>
        </p:txBody>
      </p:sp>
      <p:sp>
        <p:nvSpPr>
          <p:cNvPr id="84" name="text-89 or">
            <a:extLst xmlns:a="http://schemas.openxmlformats.org/drawingml/2006/main">
              <a:ext uri="{FF2B5EF4-FFF2-40B4-BE49-F238E27FC236}">
                <a16:creationId xmlns:a16="http://schemas.microsoft.com/office/drawing/2014/main" id="{8B8498F1-2985-44A2-91A3-651FAE213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09644" y="6112564"/>
            <a:ext cx="237159" cy="2799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or</a:t>
            </a:r>
          </a:p>
        </p:txBody>
      </p:sp>
      <p:sp>
        <p:nvSpPr>
          <p:cNvPr id="85" name="text-91 other">
            <a:extLst xmlns:a="http://schemas.openxmlformats.org/drawingml/2006/main">
              <a:ext uri="{FF2B5EF4-FFF2-40B4-BE49-F238E27FC236}">
                <a16:creationId xmlns:a16="http://schemas.microsoft.com/office/drawing/2014/main" id="{BF6A26E7-E6B9-46CD-A7D6-FB6C177E0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11607" y="6112933"/>
            <a:ext cx="555322" cy="2794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other</a:t>
            </a:r>
          </a:p>
        </p:txBody>
      </p:sp>
      <p:sp>
        <p:nvSpPr>
          <p:cNvPr id="86" name="text-93 clear">
            <a:extLst xmlns:a="http://schemas.openxmlformats.org/drawingml/2006/main">
              <a:ext uri="{FF2B5EF4-FFF2-40B4-BE49-F238E27FC236}">
                <a16:creationId xmlns:a16="http://schemas.microsoft.com/office/drawing/2014/main" id="{7D3BA438-7F2E-4B73-AD2C-7B0E09D1A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32308" y="6112005"/>
            <a:ext cx="502740" cy="2807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clear</a:t>
            </a:r>
          </a:p>
        </p:txBody>
      </p:sp>
      <p:sp>
        <p:nvSpPr>
          <p:cNvPr id="87" name="text-95 geographic">
            <a:extLst xmlns:a="http://schemas.openxmlformats.org/drawingml/2006/main">
              <a:ext uri="{FF2B5EF4-FFF2-40B4-BE49-F238E27FC236}">
                <a16:creationId xmlns:a16="http://schemas.microsoft.com/office/drawing/2014/main" id="{C9165A87-63F0-419E-924E-EB957B610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00178" y="6112152"/>
            <a:ext cx="1044428" cy="2805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geographic</a:t>
            </a:r>
          </a:p>
        </p:txBody>
      </p:sp>
      <p:sp>
        <p:nvSpPr>
          <p:cNvPr id="88" name="text-97 clues">
            <a:extLst xmlns:a="http://schemas.openxmlformats.org/drawingml/2006/main">
              <a:ext uri="{FF2B5EF4-FFF2-40B4-BE49-F238E27FC236}">
                <a16:creationId xmlns:a16="http://schemas.microsoft.com/office/drawing/2014/main" id="{760F6675-1F0F-4152-9DE1-A274E974D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10379" y="6112604"/>
            <a:ext cx="504100" cy="2799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clues</a:t>
            </a:r>
          </a:p>
        </p:txBody>
      </p:sp>
      <p:sp>
        <p:nvSpPr>
          <p:cNvPr id="89" name="text-99 to">
            <a:extLst xmlns:a="http://schemas.openxmlformats.org/drawingml/2006/main">
              <a:ext uri="{FF2B5EF4-FFF2-40B4-BE49-F238E27FC236}">
                <a16:creationId xmlns:a16="http://schemas.microsoft.com/office/drawing/2014/main" id="{1C9DB0DD-34F2-4D1F-BCAC-0FCE19930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79751" y="6112194"/>
            <a:ext cx="235783" cy="2805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to</a:t>
            </a:r>
          </a:p>
        </p:txBody>
      </p:sp>
      <p:sp>
        <p:nvSpPr>
          <p:cNvPr id="90" name="text-101 determine">
            <a:extLst xmlns:a="http://schemas.openxmlformats.org/drawingml/2006/main">
              <a:ext uri="{FF2B5EF4-FFF2-40B4-BE49-F238E27FC236}">
                <a16:creationId xmlns:a16="http://schemas.microsoft.com/office/drawing/2014/main" id="{8518E590-AB33-4488-9C18-3E1AD4CF8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42816" y="6353013"/>
            <a:ext cx="987831" cy="2798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determine</a:t>
            </a:r>
          </a:p>
        </p:txBody>
      </p:sp>
      <p:sp>
        <p:nvSpPr>
          <p:cNvPr id="91" name="text-103 its">
            <a:extLst xmlns:a="http://schemas.openxmlformats.org/drawingml/2006/main">
              <a:ext uri="{FF2B5EF4-FFF2-40B4-BE49-F238E27FC236}">
                <a16:creationId xmlns:a16="http://schemas.microsoft.com/office/drawing/2014/main" id="{9D790AB3-AA5F-4B35-93E9-AFC4D9EE7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55367" y="6353148"/>
            <a:ext cx="283283" cy="2796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its</a:t>
            </a:r>
          </a:p>
        </p:txBody>
      </p:sp>
      <p:sp>
        <p:nvSpPr>
          <p:cNvPr id="92" name="text-105 exact">
            <a:extLst xmlns:a="http://schemas.openxmlformats.org/drawingml/2006/main">
              <a:ext uri="{FF2B5EF4-FFF2-40B4-BE49-F238E27FC236}">
                <a16:creationId xmlns:a16="http://schemas.microsoft.com/office/drawing/2014/main" id="{D8D847FD-B7EA-496F-A0AC-F315F5617D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62087" y="6352937"/>
            <a:ext cx="562725" cy="2799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exact</a:t>
            </a:r>
          </a:p>
        </p:txBody>
      </p:sp>
      <p:sp>
        <p:nvSpPr>
          <p:cNvPr id="93" name="text-107 location">
            <a:extLst xmlns:a="http://schemas.openxmlformats.org/drawingml/2006/main">
              <a:ext uri="{FF2B5EF4-FFF2-40B4-BE49-F238E27FC236}">
                <a16:creationId xmlns:a16="http://schemas.microsoft.com/office/drawing/2014/main" id="{642147B0-E75A-4951-964B-94418837F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50990" y="6353336"/>
            <a:ext cx="759311" cy="2794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location</a:t>
            </a:r>
          </a:p>
        </p:txBody>
      </p:sp>
      <p:sp>
        <p:nvSpPr>
          <p:cNvPr id="94" name="text-108 .">
            <a:extLst xmlns:a="http://schemas.openxmlformats.org/drawingml/2006/main">
              <a:ext uri="{FF2B5EF4-FFF2-40B4-BE49-F238E27FC236}">
                <a16:creationId xmlns:a16="http://schemas.microsoft.com/office/drawing/2014/main" id="{C54E5DD0-49F6-4720-8E78-78033A578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75099" y="6352971"/>
            <a:ext cx="85747" cy="2799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sp>
        <p:nvSpPr>
          <p:cNvPr id="95" name="text-110 2.">
            <a:extLst xmlns:a="http://schemas.openxmlformats.org/drawingml/2006/main">
              <a:ext uri="{FF2B5EF4-FFF2-40B4-BE49-F238E27FC236}">
                <a16:creationId xmlns:a16="http://schemas.microsoft.com/office/drawing/2014/main" id="{F6D422C3-7524-435D-A567-7B86B3B4A9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4798" y="6593964"/>
            <a:ext cx="207367" cy="2794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1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1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1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2.</a:t>
            </a:r>
          </a:p>
        </p:txBody>
      </p:sp>
      <p:sp>
        <p:nvSpPr>
          <p:cNvPr id="96" name="text-111 Although">
            <a:extLst xmlns:a="http://schemas.openxmlformats.org/drawingml/2006/main">
              <a:ext uri="{FF2B5EF4-FFF2-40B4-BE49-F238E27FC236}">
                <a16:creationId xmlns:a16="http://schemas.microsoft.com/office/drawing/2014/main" id="{2AD58BF1-7CEA-402C-A1B2-DC65D0CA9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42816" y="6593418"/>
            <a:ext cx="877933" cy="2801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Although</a:t>
            </a:r>
          </a:p>
        </p:txBody>
      </p:sp>
      <p:sp>
        <p:nvSpPr>
          <p:cNvPr id="97" name="text-113 “Jamaica”">
            <a:extLst xmlns:a="http://schemas.openxmlformats.org/drawingml/2006/main">
              <a:ext uri="{FF2B5EF4-FFF2-40B4-BE49-F238E27FC236}">
                <a16:creationId xmlns:a16="http://schemas.microsoft.com/office/drawing/2014/main" id="{C0C8AB3A-5A39-4E81-BD4D-2AAD4B36B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22316" y="6593377"/>
            <a:ext cx="948055" cy="2802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“Jamaica”</a:t>
            </a:r>
          </a:p>
        </p:txBody>
      </p:sp>
      <p:sp>
        <p:nvSpPr>
          <p:cNvPr id="98" name="text-115 (Jamaica)">
            <a:extLst xmlns:a="http://schemas.openxmlformats.org/drawingml/2006/main">
              <a:ext uri="{FF2B5EF4-FFF2-40B4-BE49-F238E27FC236}">
                <a16:creationId xmlns:a16="http://schemas.microsoft.com/office/drawing/2014/main" id="{F2A59A4C-5D06-4916-9B1B-7C00C2B59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71174" y="6593174"/>
            <a:ext cx="938033" cy="2805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(Jamaica)</a:t>
            </a:r>
          </a:p>
        </p:txBody>
      </p:sp>
      <p:sp>
        <p:nvSpPr>
          <p:cNvPr id="99" name="text-117 is">
            <a:extLst xmlns:a="http://schemas.openxmlformats.org/drawingml/2006/main">
              <a:ext uri="{FF2B5EF4-FFF2-40B4-BE49-F238E27FC236}">
                <a16:creationId xmlns:a16="http://schemas.microsoft.com/office/drawing/2014/main" id="{DDBA0681-6BE7-4F24-9628-68E181D38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12269" y="6594136"/>
            <a:ext cx="188747" cy="2791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is</a:t>
            </a:r>
          </a:p>
        </p:txBody>
      </p:sp>
      <p:sp>
        <p:nvSpPr>
          <p:cNvPr id="100" name="text-119 an">
            <a:extLst xmlns:a="http://schemas.openxmlformats.org/drawingml/2006/main">
              <a:ext uri="{FF2B5EF4-FFF2-40B4-BE49-F238E27FC236}">
                <a16:creationId xmlns:a16="http://schemas.microsoft.com/office/drawing/2014/main" id="{55D22098-B34C-4B64-9B6B-FBC3FE57E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02213" y="6593777"/>
            <a:ext cx="242701" cy="2796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an</a:t>
            </a:r>
          </a:p>
        </p:txBody>
      </p:sp>
      <p:sp>
        <p:nvSpPr>
          <p:cNvPr id="101" name="text-121 island">
            <a:extLst xmlns:a="http://schemas.openxmlformats.org/drawingml/2006/main">
              <a:ext uri="{FF2B5EF4-FFF2-40B4-BE49-F238E27FC236}">
                <a16:creationId xmlns:a16="http://schemas.microsoft.com/office/drawing/2014/main" id="{BA40D914-EA65-47A1-855D-278746FEA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46241" y="6593886"/>
            <a:ext cx="567503" cy="2795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island</a:t>
            </a:r>
          </a:p>
        </p:txBody>
      </p:sp>
      <p:sp>
        <p:nvSpPr>
          <p:cNvPr id="102" name="text-123 country">
            <a:extLst xmlns:a="http://schemas.openxmlformats.org/drawingml/2006/main">
              <a:ext uri="{FF2B5EF4-FFF2-40B4-BE49-F238E27FC236}">
                <a16:creationId xmlns:a16="http://schemas.microsoft.com/office/drawing/2014/main" id="{66EEC32F-12BF-491C-AEA5-D404DD05F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42816" y="6833617"/>
            <a:ext cx="747864" cy="2804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country</a:t>
            </a:r>
          </a:p>
        </p:txBody>
      </p:sp>
      <p:sp>
        <p:nvSpPr>
          <p:cNvPr id="103" name="text-125 located">
            <a:extLst xmlns:a="http://schemas.openxmlformats.org/drawingml/2006/main">
              <a:ext uri="{FF2B5EF4-FFF2-40B4-BE49-F238E27FC236}">
                <a16:creationId xmlns:a16="http://schemas.microsoft.com/office/drawing/2014/main" id="{B16CF3C1-AF97-45D4-ACE1-F5A73C595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47202" y="6833404"/>
            <a:ext cx="723904" cy="2807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located</a:t>
            </a:r>
          </a:p>
        </p:txBody>
      </p:sp>
      <p:sp>
        <p:nvSpPr>
          <p:cNvPr id="104" name="text-127 in">
            <a:extLst xmlns:a="http://schemas.openxmlformats.org/drawingml/2006/main">
              <a:ext uri="{FF2B5EF4-FFF2-40B4-BE49-F238E27FC236}">
                <a16:creationId xmlns:a16="http://schemas.microsoft.com/office/drawing/2014/main" id="{FEFD30D7-7E0D-45D9-9D2D-18E2FA4A1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27801" y="6834507"/>
            <a:ext cx="196063" cy="2791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0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in</a:t>
            </a:r>
          </a:p>
        </p:txBody>
      </p:sp>
      <p:sp>
        <p:nvSpPr>
          <p:cNvPr id="105" name="text-129 North">
            <a:extLst xmlns:a="http://schemas.openxmlformats.org/drawingml/2006/main">
              <a:ext uri="{FF2B5EF4-FFF2-40B4-BE49-F238E27FC236}">
                <a16:creationId xmlns:a16="http://schemas.microsoft.com/office/drawing/2014/main" id="{11394F22-0852-423F-B246-058A46CCF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80842" y="6833829"/>
            <a:ext cx="606388" cy="2801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North</a:t>
            </a:r>
          </a:p>
        </p:txBody>
      </p:sp>
      <p:sp>
        <p:nvSpPr>
          <p:cNvPr id="106" name="text-131 America,">
            <a:extLst xmlns:a="http://schemas.openxmlformats.org/drawingml/2006/main">
              <a:ext uri="{FF2B5EF4-FFF2-40B4-BE49-F238E27FC236}">
                <a16:creationId xmlns:a16="http://schemas.microsoft.com/office/drawing/2014/main" id="{46E8013A-9C6B-4EBB-B921-FD048C218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42509" y="6833399"/>
            <a:ext cx="861662" cy="2807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America,</a:t>
            </a:r>
          </a:p>
        </p:txBody>
      </p:sp>
      <p:sp>
        <p:nvSpPr>
          <p:cNvPr id="107" name="text-133 the">
            <a:extLst xmlns:a="http://schemas.openxmlformats.org/drawingml/2006/main">
              <a:ext uri="{FF2B5EF4-FFF2-40B4-BE49-F238E27FC236}">
                <a16:creationId xmlns:a16="http://schemas.microsoft.com/office/drawing/2014/main" id="{96B4EC8A-9F7A-4E5A-8A16-97ADAA4E8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61070" y="6833624"/>
            <a:ext cx="355711" cy="2803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08" name="text-135 symbol">
            <a:extLst xmlns:a="http://schemas.openxmlformats.org/drawingml/2006/main">
              <a:ext uri="{FF2B5EF4-FFF2-40B4-BE49-F238E27FC236}">
                <a16:creationId xmlns:a16="http://schemas.microsoft.com/office/drawing/2014/main" id="{C3564F3F-2F88-47A0-B306-10B9F0BB1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42816" y="7074529"/>
            <a:ext cx="670324" cy="2796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symbol</a:t>
            </a:r>
          </a:p>
        </p:txBody>
      </p:sp>
      <p:sp>
        <p:nvSpPr>
          <p:cNvPr id="109" name="text-137 may">
            <a:extLst xmlns:a="http://schemas.openxmlformats.org/drawingml/2006/main">
              <a:ext uri="{FF2B5EF4-FFF2-40B4-BE49-F238E27FC236}">
                <a16:creationId xmlns:a16="http://schemas.microsoft.com/office/drawing/2014/main" id="{132D2D33-D8A7-407C-AA2F-32E4F8D85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02980" y="7073217"/>
            <a:ext cx="399740" cy="2814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8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may</a:t>
            </a:r>
          </a:p>
        </p:txBody>
      </p:sp>
      <p:sp>
        <p:nvSpPr>
          <p:cNvPr id="110" name="text-139 be">
            <a:extLst xmlns:a="http://schemas.openxmlformats.org/drawingml/2006/main">
              <a:ext uri="{FF2B5EF4-FFF2-40B4-BE49-F238E27FC236}">
                <a16:creationId xmlns:a16="http://schemas.microsoft.com/office/drawing/2014/main" id="{D1922927-85AE-4753-8DA2-6725DC2AA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92731" y="7074285"/>
            <a:ext cx="264144" cy="2799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be</a:t>
            </a:r>
          </a:p>
        </p:txBody>
      </p:sp>
      <p:sp>
        <p:nvSpPr>
          <p:cNvPr id="111" name="text-141 only">
            <a:extLst xmlns:a="http://schemas.openxmlformats.org/drawingml/2006/main">
              <a:ext uri="{FF2B5EF4-FFF2-40B4-BE49-F238E27FC236}">
                <a16:creationId xmlns:a16="http://schemas.microsoft.com/office/drawing/2014/main" id="{FC0ED9A3-5C8D-485F-8447-7D73DDBBE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49027" y="7074411"/>
            <a:ext cx="404321" cy="2798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only</a:t>
            </a:r>
          </a:p>
        </p:txBody>
      </p:sp>
      <p:sp>
        <p:nvSpPr>
          <p:cNvPr id="112" name="text-143 part">
            <a:extLst xmlns:a="http://schemas.openxmlformats.org/drawingml/2006/main">
              <a:ext uri="{FF2B5EF4-FFF2-40B4-BE49-F238E27FC236}">
                <a16:creationId xmlns:a16="http://schemas.microsoft.com/office/drawing/2014/main" id="{AACC34D4-1049-437C-AF1B-B9D3F78E6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43285" y="7073894"/>
            <a:ext cx="436318" cy="2805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8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part</a:t>
            </a:r>
          </a:p>
        </p:txBody>
      </p:sp>
      <p:sp>
        <p:nvSpPr>
          <p:cNvPr id="113" name="text-145 of">
            <a:extLst xmlns:a="http://schemas.openxmlformats.org/drawingml/2006/main">
              <a:ext uri="{FF2B5EF4-FFF2-40B4-BE49-F238E27FC236}">
                <a16:creationId xmlns:a16="http://schemas.microsoft.com/office/drawing/2014/main" id="{197422F4-35BA-4962-8562-1E8D6726E9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70592" y="7074349"/>
            <a:ext cx="242709" cy="2798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114" name="text-147 the">
            <a:extLst xmlns:a="http://schemas.openxmlformats.org/drawingml/2006/main">
              <a:ext uri="{FF2B5EF4-FFF2-40B4-BE49-F238E27FC236}">
                <a16:creationId xmlns:a16="http://schemas.microsoft.com/office/drawing/2014/main" id="{6173F53F-C32F-413F-AFF8-6AE159BC8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04103" y="7073992"/>
            <a:ext cx="355711" cy="2803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15" name="text-149 station's">
            <a:extLst xmlns:a="http://schemas.openxmlformats.org/drawingml/2006/main">
              <a:ext uri="{FF2B5EF4-FFF2-40B4-BE49-F238E27FC236}">
                <a16:creationId xmlns:a16="http://schemas.microsoft.com/office/drawing/2014/main" id="{281B337E-83D7-4C59-9C7A-A97A9FF68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50287" y="7074145"/>
            <a:ext cx="865382" cy="2801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station's</a:t>
            </a:r>
          </a:p>
        </p:txBody>
      </p:sp>
      <p:sp>
        <p:nvSpPr>
          <p:cNvPr id="116" name="text-151 name">
            <a:extLst xmlns:a="http://schemas.openxmlformats.org/drawingml/2006/main">
              <a:ext uri="{FF2B5EF4-FFF2-40B4-BE49-F238E27FC236}">
                <a16:creationId xmlns:a16="http://schemas.microsoft.com/office/drawing/2014/main" id="{67620DA7-8439-4001-B328-FDDCAA1787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42816" y="7314831"/>
            <a:ext cx="507280" cy="2797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name</a:t>
            </a:r>
          </a:p>
        </p:txBody>
      </p:sp>
      <p:sp>
        <p:nvSpPr>
          <p:cNvPr id="117" name="text-153 and">
            <a:extLst xmlns:a="http://schemas.openxmlformats.org/drawingml/2006/main">
              <a:ext uri="{FF2B5EF4-FFF2-40B4-BE49-F238E27FC236}">
                <a16:creationId xmlns:a16="http://schemas.microsoft.com/office/drawing/2014/main" id="{3878A359-BA0F-477E-BB71-D77A69349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91156" y="7314760"/>
            <a:ext cx="360146" cy="2798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118" name="text-155 does">
            <a:extLst xmlns:a="http://schemas.openxmlformats.org/drawingml/2006/main">
              <a:ext uri="{FF2B5EF4-FFF2-40B4-BE49-F238E27FC236}">
                <a16:creationId xmlns:a16="http://schemas.microsoft.com/office/drawing/2014/main" id="{14623605-21AE-4D5E-A8C7-4BD604713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92271" y="7314772"/>
            <a:ext cx="465125" cy="2798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does</a:t>
            </a:r>
          </a:p>
        </p:txBody>
      </p:sp>
      <p:sp>
        <p:nvSpPr>
          <p:cNvPr id="119" name="text-157 not">
            <a:extLst xmlns:a="http://schemas.openxmlformats.org/drawingml/2006/main">
              <a:ext uri="{FF2B5EF4-FFF2-40B4-BE49-F238E27FC236}">
                <a16:creationId xmlns:a16="http://schemas.microsoft.com/office/drawing/2014/main" id="{E9865472-1E48-4ABB-915E-BCCA8E61D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95793" y="7314519"/>
            <a:ext cx="340165" cy="2801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not</a:t>
            </a:r>
          </a:p>
        </p:txBody>
      </p:sp>
      <p:sp>
        <p:nvSpPr>
          <p:cNvPr id="120" name="text-159 represent">
            <a:extLst xmlns:a="http://schemas.openxmlformats.org/drawingml/2006/main">
              <a:ext uri="{FF2B5EF4-FFF2-40B4-BE49-F238E27FC236}">
                <a16:creationId xmlns:a16="http://schemas.microsoft.com/office/drawing/2014/main" id="{B9D97D3B-D59D-4904-8B48-12E93A264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75875" y="7314478"/>
            <a:ext cx="960572" cy="2802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represent</a:t>
            </a:r>
          </a:p>
        </p:txBody>
      </p:sp>
      <p:sp>
        <p:nvSpPr>
          <p:cNvPr id="121" name="text-161 the">
            <a:extLst xmlns:a="http://schemas.openxmlformats.org/drawingml/2006/main">
              <a:ext uri="{FF2B5EF4-FFF2-40B4-BE49-F238E27FC236}">
                <a16:creationId xmlns:a16="http://schemas.microsoft.com/office/drawing/2014/main" id="{191D0004-4EF6-4021-8DFC-99CFE46A5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76408" y="7315362"/>
            <a:ext cx="353932" cy="2789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69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22" name="text-163 geographic">
            <a:extLst xmlns:a="http://schemas.openxmlformats.org/drawingml/2006/main">
              <a:ext uri="{FF2B5EF4-FFF2-40B4-BE49-F238E27FC236}">
                <a16:creationId xmlns:a16="http://schemas.microsoft.com/office/drawing/2014/main" id="{F1D0E319-A3B9-4C49-9353-CF794A9066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71513" y="7314521"/>
            <a:ext cx="1042979" cy="2801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geographic</a:t>
            </a:r>
          </a:p>
        </p:txBody>
      </p:sp>
      <p:sp>
        <p:nvSpPr>
          <p:cNvPr id="123" name="text-165 location">
            <a:extLst xmlns:a="http://schemas.openxmlformats.org/drawingml/2006/main">
              <a:ext uri="{FF2B5EF4-FFF2-40B4-BE49-F238E27FC236}">
                <a16:creationId xmlns:a16="http://schemas.microsoft.com/office/drawing/2014/main" id="{F2A96C47-8B5F-492A-BDB3-6A52B356E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42816" y="7555427"/>
            <a:ext cx="759312" cy="2794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2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location</a:t>
            </a:r>
          </a:p>
        </p:txBody>
      </p:sp>
      <p:sp>
        <p:nvSpPr>
          <p:cNvPr id="124" name="text-167 of">
            <a:extLst xmlns:a="http://schemas.openxmlformats.org/drawingml/2006/main">
              <a:ext uri="{FF2B5EF4-FFF2-40B4-BE49-F238E27FC236}">
                <a16:creationId xmlns:a16="http://schemas.microsoft.com/office/drawing/2014/main" id="{6DD8836D-2A9E-4C8B-950B-8850D32FE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28520" y="7555085"/>
            <a:ext cx="242710" cy="2798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125" name="text-169 the">
            <a:extLst xmlns:a="http://schemas.openxmlformats.org/drawingml/2006/main">
              <a:ext uri="{FF2B5EF4-FFF2-40B4-BE49-F238E27FC236}">
                <a16:creationId xmlns:a16="http://schemas.microsoft.com/office/drawing/2014/main" id="{C50AB93D-5FCF-489C-A1C3-7A80C7FF1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94427" y="7554729"/>
            <a:ext cx="355711" cy="2803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26" name="text-171 entire">
            <a:extLst xmlns:a="http://schemas.openxmlformats.org/drawingml/2006/main">
              <a:ext uri="{FF2B5EF4-FFF2-40B4-BE49-F238E27FC236}">
                <a16:creationId xmlns:a16="http://schemas.microsoft.com/office/drawing/2014/main" id="{C0B175F0-9AC3-4F43-BF1C-119F90114A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73258" y="7554992"/>
            <a:ext cx="606021" cy="2800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entire</a:t>
            </a:r>
          </a:p>
        </p:txBody>
      </p:sp>
      <p:sp>
        <p:nvSpPr>
          <p:cNvPr id="127" name="text-173 area">
            <a:extLst xmlns:a="http://schemas.openxmlformats.org/drawingml/2006/main">
              <a:ext uri="{FF2B5EF4-FFF2-40B4-BE49-F238E27FC236}">
                <a16:creationId xmlns:a16="http://schemas.microsoft.com/office/drawing/2014/main" id="{2F7430FD-16A3-45DB-B673-1B57D2F1A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04225" y="7555118"/>
            <a:ext cx="445927" cy="2798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area</a:t>
            </a:r>
          </a:p>
        </p:txBody>
      </p:sp>
      <p:sp>
        <p:nvSpPr>
          <p:cNvPr id="128" name="text-174 .">
            <a:extLst xmlns:a="http://schemas.openxmlformats.org/drawingml/2006/main">
              <a:ext uri="{FF2B5EF4-FFF2-40B4-BE49-F238E27FC236}">
                <a16:creationId xmlns:a16="http://schemas.microsoft.com/office/drawing/2014/main" id="{FB881241-86AE-43E2-86EC-1AF2CB10A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14353" y="7555062"/>
            <a:ext cx="85747" cy="2799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80350E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pic>
        <p:nvPicPr>
          <p:cNvPr id="129" name="">
            <a:extLst xmlns:a="http://schemas.openxmlformats.org/drawingml/2006/main">
              <a:ext uri="{FF2B5EF4-FFF2-40B4-BE49-F238E27FC236}">
                <a16:creationId xmlns:a16="http://schemas.microsoft.com/office/drawing/2014/main" id="{284CB969-D9A5-4DCD-9445-D00ACC8DE89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41f7c80657943b6"/>
          <a:stretch xmlns:a="http://schemas.openxmlformats.org/drawingml/2006/main"/>
        </p:blipFill>
        <p:spPr>
          <a:xfrm xmlns:a="http://schemas.openxmlformats.org/drawingml/2006/main">
            <a:off x="182659" y="5533020"/>
            <a:ext cx="1152165" cy="1162639"/>
          </a:xfrm>
          <a:prstGeom xmlns:a="http://schemas.openxmlformats.org/drawingml/2006/main" prst="rect">
            <a:avLst/>
          </a:prstGeom>
        </p:spPr>
      </p:pic>
      <p:sp>
        <p:nvSpPr>
          <p:cNvPr id="130" name="text-176 Stage">
            <a:extLst xmlns:a="http://schemas.openxmlformats.org/drawingml/2006/main">
              <a:ext uri="{FF2B5EF4-FFF2-40B4-BE49-F238E27FC236}">
                <a16:creationId xmlns:a16="http://schemas.microsoft.com/office/drawing/2014/main" id="{EC9905FD-4AE8-4282-B7CE-826119ECF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93123" y="2041504"/>
            <a:ext cx="673801" cy="3154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Stage</a:t>
            </a:r>
          </a:p>
        </p:txBody>
      </p:sp>
      <p:sp>
        <p:nvSpPr>
          <p:cNvPr id="131" name="text-176 2:">
            <a:extLst xmlns:a="http://schemas.openxmlformats.org/drawingml/2006/main">
              <a:ext uri="{FF2B5EF4-FFF2-40B4-BE49-F238E27FC236}">
                <a16:creationId xmlns:a16="http://schemas.microsoft.com/office/drawing/2014/main" id="{E74626F3-3702-41DA-BEF2-EE847B1855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23017" y="2041172"/>
            <a:ext cx="276244" cy="3159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2:</a:t>
            </a:r>
          </a:p>
        </p:txBody>
      </p:sp>
      <p:sp>
        <p:nvSpPr>
          <p:cNvPr id="132" name="text-177 Build">
            <a:extLst xmlns:a="http://schemas.openxmlformats.org/drawingml/2006/main">
              <a:ext uri="{FF2B5EF4-FFF2-40B4-BE49-F238E27FC236}">
                <a16:creationId xmlns:a16="http://schemas.microsoft.com/office/drawing/2014/main" id="{1758C33D-F8D8-43E0-95CF-CA2961337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55250" y="2041352"/>
            <a:ext cx="557398" cy="3157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Build</a:t>
            </a:r>
          </a:p>
        </p:txBody>
      </p:sp>
      <p:sp>
        <p:nvSpPr>
          <p:cNvPr id="133" name="text-177 an">
            <a:extLst xmlns:a="http://schemas.openxmlformats.org/drawingml/2006/main">
              <a:ext uri="{FF2B5EF4-FFF2-40B4-BE49-F238E27FC236}">
                <a16:creationId xmlns:a16="http://schemas.microsoft.com/office/drawing/2014/main" id="{DFED4603-06C6-470B-B05C-35DC121C9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69766" y="2042278"/>
            <a:ext cx="282768" cy="3144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</a:t>
            </a:r>
          </a:p>
        </p:txBody>
      </p:sp>
      <p:sp>
        <p:nvSpPr>
          <p:cNvPr id="134" name="text-177 expert">
            <a:extLst xmlns:a="http://schemas.openxmlformats.org/drawingml/2006/main">
              <a:ext uri="{FF2B5EF4-FFF2-40B4-BE49-F238E27FC236}">
                <a16:creationId xmlns:a16="http://schemas.microsoft.com/office/drawing/2014/main" id="{319E7FDD-626F-4A01-A1CF-232999E40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08911" y="2041331"/>
            <a:ext cx="761066" cy="3157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</a:t>
            </a:r>
          </a:p>
        </p:txBody>
      </p:sp>
      <p:sp>
        <p:nvSpPr>
          <p:cNvPr id="135" name="text-177 team">
            <a:extLst xmlns:a="http://schemas.openxmlformats.org/drawingml/2006/main">
              <a:ext uri="{FF2B5EF4-FFF2-40B4-BE49-F238E27FC236}">
                <a16:creationId xmlns:a16="http://schemas.microsoft.com/office/drawing/2014/main" id="{C9C3F086-2926-4A28-BB35-578AF5E05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25790" y="2041274"/>
            <a:ext cx="573514" cy="3158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team</a:t>
            </a:r>
          </a:p>
        </p:txBody>
      </p:sp>
      <p:sp>
        <p:nvSpPr>
          <p:cNvPr id="136" name="text-177 based">
            <a:extLst xmlns:a="http://schemas.openxmlformats.org/drawingml/2006/main">
              <a:ext uri="{FF2B5EF4-FFF2-40B4-BE49-F238E27FC236}">
                <a16:creationId xmlns:a16="http://schemas.microsoft.com/office/drawing/2014/main" id="{F8C86AEA-751F-41AA-9FD2-BCCEDDBEA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56531" y="2041729"/>
            <a:ext cx="666848" cy="3151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3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based</a:t>
            </a:r>
          </a:p>
        </p:txBody>
      </p:sp>
      <p:sp>
        <p:nvSpPr>
          <p:cNvPr id="137" name="text-177 on">
            <a:extLst xmlns:a="http://schemas.openxmlformats.org/drawingml/2006/main">
              <a:ext uri="{FF2B5EF4-FFF2-40B4-BE49-F238E27FC236}">
                <a16:creationId xmlns:a16="http://schemas.microsoft.com/office/drawing/2014/main" id="{20288A6D-B7B2-4F1A-92DE-46523E312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81918" y="2041438"/>
            <a:ext cx="277061" cy="3155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on</a:t>
            </a:r>
          </a:p>
        </p:txBody>
      </p:sp>
      <p:sp>
        <p:nvSpPr>
          <p:cNvPr id="138" name="text-177 the">
            <a:extLst xmlns:a="http://schemas.openxmlformats.org/drawingml/2006/main">
              <a:ext uri="{FF2B5EF4-FFF2-40B4-BE49-F238E27FC236}">
                <a16:creationId xmlns:a16="http://schemas.microsoft.com/office/drawing/2014/main" id="{402BE657-EB14-45D7-A7ED-8D6A4A587D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13626" y="2041062"/>
            <a:ext cx="403693" cy="3161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39" name="text-177 questions">
            <a:extLst xmlns:a="http://schemas.openxmlformats.org/drawingml/2006/main">
              <a:ext uri="{FF2B5EF4-FFF2-40B4-BE49-F238E27FC236}">
                <a16:creationId xmlns:a16="http://schemas.microsoft.com/office/drawing/2014/main" id="{9696BDBF-8D11-4E0E-9052-349F1C7ED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74458" y="2041267"/>
            <a:ext cx="1027124" cy="3158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questions</a:t>
            </a:r>
          </a:p>
        </p:txBody>
      </p:sp>
      <p:sp>
        <p:nvSpPr>
          <p:cNvPr id="140" name="text-179 and">
            <a:extLst xmlns:a="http://schemas.openxmlformats.org/drawingml/2006/main">
              <a:ext uri="{FF2B5EF4-FFF2-40B4-BE49-F238E27FC236}">
                <a16:creationId xmlns:a16="http://schemas.microsoft.com/office/drawing/2014/main" id="{6ACF9397-EF7C-4D73-BDF9-100C918C6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59757" y="2311899"/>
            <a:ext cx="416083" cy="3155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141" name="text-179 initial">
            <a:extLst xmlns:a="http://schemas.openxmlformats.org/drawingml/2006/main">
              <a:ext uri="{FF2B5EF4-FFF2-40B4-BE49-F238E27FC236}">
                <a16:creationId xmlns:a16="http://schemas.microsoft.com/office/drawing/2014/main" id="{FBA22A01-B69B-4865-A0E6-4AF1BD879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32982" y="2311727"/>
            <a:ext cx="641576" cy="3157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initial</a:t>
            </a:r>
          </a:p>
        </p:txBody>
      </p:sp>
      <p:sp>
        <p:nvSpPr>
          <p:cNvPr id="142" name="text-179 answers">
            <a:extLst xmlns:a="http://schemas.openxmlformats.org/drawingml/2006/main">
              <a:ext uri="{FF2B5EF4-FFF2-40B4-BE49-F238E27FC236}">
                <a16:creationId xmlns:a16="http://schemas.microsoft.com/office/drawing/2014/main" id="{6439E3C9-601E-4E78-9544-AEDD68F22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28398" y="2311806"/>
            <a:ext cx="891895" cy="315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answers</a:t>
            </a:r>
          </a:p>
        </p:txBody>
      </p:sp>
      <p:sp>
        <p:nvSpPr>
          <p:cNvPr id="143" name="text-180 .">
            <a:extLst xmlns:a="http://schemas.openxmlformats.org/drawingml/2006/main">
              <a:ext uri="{FF2B5EF4-FFF2-40B4-BE49-F238E27FC236}">
                <a16:creationId xmlns:a16="http://schemas.microsoft.com/office/drawing/2014/main" id="{B51D72B8-4F40-4C91-9003-74A59F971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80604" y="2311964"/>
            <a:ext cx="138263" cy="315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sp>
        <p:nvSpPr>
          <p:cNvPr id="144" name="text-181 Stage">
            <a:extLst xmlns:a="http://schemas.openxmlformats.org/drawingml/2006/main">
              <a:ext uri="{FF2B5EF4-FFF2-40B4-BE49-F238E27FC236}">
                <a16:creationId xmlns:a16="http://schemas.microsoft.com/office/drawing/2014/main" id="{3DED0B32-9C7F-4F54-827F-8C85C2F319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97868" y="2042128"/>
            <a:ext cx="673802" cy="3154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Stage</a:t>
            </a:r>
          </a:p>
        </p:txBody>
      </p:sp>
      <p:sp>
        <p:nvSpPr>
          <p:cNvPr id="145" name="text-181 3:">
            <a:extLst xmlns:a="http://schemas.openxmlformats.org/drawingml/2006/main">
              <a:ext uri="{FF2B5EF4-FFF2-40B4-BE49-F238E27FC236}">
                <a16:creationId xmlns:a16="http://schemas.microsoft.com/office/drawing/2014/main" id="{7BD068A8-3816-4763-A73F-1C55BD5F2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27763" y="2041797"/>
            <a:ext cx="276242" cy="3159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3:</a:t>
            </a:r>
          </a:p>
        </p:txBody>
      </p:sp>
      <p:sp>
        <p:nvSpPr>
          <p:cNvPr id="146" name="text-181 Expert">
            <a:extLst xmlns:a="http://schemas.openxmlformats.org/drawingml/2006/main">
              <a:ext uri="{FF2B5EF4-FFF2-40B4-BE49-F238E27FC236}">
                <a16:creationId xmlns:a16="http://schemas.microsoft.com/office/drawing/2014/main" id="{91F27A91-C796-467B-9112-4F33D5039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59470" y="2041856"/>
            <a:ext cx="776182" cy="3158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</a:t>
            </a:r>
          </a:p>
        </p:txBody>
      </p:sp>
      <p:sp>
        <p:nvSpPr>
          <p:cNvPr id="147" name="text-181 screening">
            <a:extLst xmlns:a="http://schemas.openxmlformats.org/drawingml/2006/main">
              <a:ext uri="{FF2B5EF4-FFF2-40B4-BE49-F238E27FC236}">
                <a16:creationId xmlns:a16="http://schemas.microsoft.com/office/drawing/2014/main" id="{F741761C-D8DF-4FC8-BA8C-30F71778C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91446" y="2041833"/>
            <a:ext cx="1046277" cy="3159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screening</a:t>
            </a:r>
          </a:p>
        </p:txBody>
      </p:sp>
      <p:sp>
        <p:nvSpPr>
          <p:cNvPr id="148" name="text-181 model">
            <a:extLst xmlns:a="http://schemas.openxmlformats.org/drawingml/2006/main">
              <a:ext uri="{FF2B5EF4-FFF2-40B4-BE49-F238E27FC236}">
                <a16:creationId xmlns:a16="http://schemas.microsoft.com/office/drawing/2014/main" id="{F9165EC5-23F3-4BC3-A768-5AFD1A073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92256" y="2041887"/>
            <a:ext cx="654881" cy="3158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model</a:t>
            </a:r>
          </a:p>
        </p:txBody>
      </p:sp>
      <p:sp>
        <p:nvSpPr>
          <p:cNvPr id="149" name="text-181 retains">
            <a:extLst xmlns:a="http://schemas.openxmlformats.org/drawingml/2006/main">
              <a:ext uri="{FF2B5EF4-FFF2-40B4-BE49-F238E27FC236}">
                <a16:creationId xmlns:a16="http://schemas.microsoft.com/office/drawing/2014/main" id="{3F6740CE-3F9B-493A-B435-F9936ED07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104347" y="2041981"/>
            <a:ext cx="797484" cy="3156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retains</a:t>
            </a:r>
          </a:p>
        </p:txBody>
      </p:sp>
      <p:sp>
        <p:nvSpPr>
          <p:cNvPr id="150" name="text-183 the">
            <a:extLst xmlns:a="http://schemas.openxmlformats.org/drawingml/2006/main">
              <a:ext uri="{FF2B5EF4-FFF2-40B4-BE49-F238E27FC236}">
                <a16:creationId xmlns:a16="http://schemas.microsoft.com/office/drawing/2014/main" id="{7141AFA5-E624-42F2-905D-DC68E3563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64751" y="2312101"/>
            <a:ext cx="403693" cy="3161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51" name="text-183 most">
            <a:extLst xmlns:a="http://schemas.openxmlformats.org/drawingml/2006/main">
              <a:ext uri="{FF2B5EF4-FFF2-40B4-BE49-F238E27FC236}">
                <a16:creationId xmlns:a16="http://schemas.microsoft.com/office/drawing/2014/main" id="{813CCCFC-371A-418E-990F-5F7BC93FF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25583" y="2312283"/>
            <a:ext cx="550609" cy="3158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most</a:t>
            </a:r>
          </a:p>
        </p:txBody>
      </p:sp>
      <p:sp>
        <p:nvSpPr>
          <p:cNvPr id="152" name="text-183 reliable">
            <a:extLst xmlns:a="http://schemas.openxmlformats.org/drawingml/2006/main">
              <a:ext uri="{FF2B5EF4-FFF2-40B4-BE49-F238E27FC236}">
                <a16:creationId xmlns:a16="http://schemas.microsoft.com/office/drawing/2014/main" id="{79A4A5D2-76CA-4F30-B45F-ACD14155E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532214" y="2312574"/>
            <a:ext cx="846186" cy="3154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reliable</a:t>
            </a:r>
          </a:p>
        </p:txBody>
      </p:sp>
      <p:sp>
        <p:nvSpPr>
          <p:cNvPr id="153" name="text-183 experts.">
            <a:extLst xmlns:a="http://schemas.openxmlformats.org/drawingml/2006/main">
              <a:ext uri="{FF2B5EF4-FFF2-40B4-BE49-F238E27FC236}">
                <a16:creationId xmlns:a16="http://schemas.microsoft.com/office/drawing/2014/main" id="{641EDF68-3D70-4A2C-8B99-05625B8EF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33596" y="2312398"/>
            <a:ext cx="968471" cy="3156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experts.</a:t>
            </a:r>
          </a:p>
        </p:txBody>
      </p:sp>
      <p:sp>
        <p:nvSpPr>
          <p:cNvPr id="154" name="path-184">
            <a:extLst xmlns:a="http://schemas.openxmlformats.org/drawingml/2006/main">
              <a:ext uri="{FF2B5EF4-FFF2-40B4-BE49-F238E27FC236}">
                <a16:creationId xmlns:a16="http://schemas.microsoft.com/office/drawing/2014/main" id="{EA6A2C86-D4AC-4FDF-8683-075F33FA2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73504" y="2628409"/>
            <a:ext cx="4276928" cy="3667744"/>
          </a:xfrm>
          <a:custGeom xmlns:a="http://schemas.openxmlformats.org/drawingml/2006/main">
            <a:pathLst>
              <a:path w="3889332" h="3335355">
                <a:moveTo>
                  <a:pt x="0" y="161662"/>
                </a:moveTo>
                <a:cubicBezTo>
                  <a:pt x="0" y="72292"/>
                  <a:pt x="72405" y="0"/>
                  <a:pt x="161662" y="0"/>
                </a:cubicBezTo>
                <a:lnTo>
                  <a:pt x="3727669" y="0"/>
                </a:lnTo>
                <a:cubicBezTo>
                  <a:pt x="3816925" y="0"/>
                  <a:pt x="3889332" y="72292"/>
                  <a:pt x="3889332" y="161662"/>
                </a:cubicBezTo>
                <a:lnTo>
                  <a:pt x="3889332" y="3173693"/>
                </a:lnTo>
                <a:cubicBezTo>
                  <a:pt x="3889332" y="3262949"/>
                  <a:pt x="3816925" y="3335355"/>
                  <a:pt x="3727669" y="3335355"/>
                </a:cubicBezTo>
                <a:lnTo>
                  <a:pt x="161662" y="3335355"/>
                </a:lnTo>
                <a:cubicBezTo>
                  <a:pt x="72405" y="3335355"/>
                  <a:pt x="0" y="3262949"/>
                  <a:pt x="0" y="3173693"/>
                </a:cubicBezTo>
                <a:lnTo>
                  <a:pt x="0" y="161662"/>
                </a:lnTo>
              </a:path>
            </a:pathLst>
          </a:custGeom>
          <a:solidFill xmlns:a="http://schemas.openxmlformats.org/drawingml/2006/main">
            <a:srgbClr val="F4FBF0"/>
          </a:solidFill>
          <a:ln xmlns:a="http://schemas.openxmlformats.org/drawingml/2006/main" w="18779">
            <a:solidFill>
              <a:srgbClr val="4D8526"/>
            </a:solidFill>
            <a:prstDash val="solid"/>
          </a:ln>
        </p:spPr>
      </p:sp>
      <p:pic>
        <p:nvPicPr>
          <p:cNvPr id="155" name="">
            <a:extLst xmlns:a="http://schemas.openxmlformats.org/drawingml/2006/main">
              <a:ext uri="{FF2B5EF4-FFF2-40B4-BE49-F238E27FC236}">
                <a16:creationId xmlns:a16="http://schemas.microsoft.com/office/drawing/2014/main" id="{12C4AAD6-C677-4FCD-B66C-63E6AE64B6C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cff3e9eab62470f"/>
          <a:stretch xmlns:a="http://schemas.openxmlformats.org/drawingml/2006/main"/>
        </p:blipFill>
        <p:spPr>
          <a:xfrm xmlns:a="http://schemas.openxmlformats.org/drawingml/2006/main">
            <a:off x="11138700" y="2600237"/>
            <a:ext cx="1319753" cy="1330227"/>
          </a:xfrm>
          <a:prstGeom xmlns:a="http://schemas.openxmlformats.org/drawingml/2006/main" prst="rect">
            <a:avLst/>
          </a:prstGeom>
        </p:spPr>
      </p:pic>
      <p:sp>
        <p:nvSpPr>
          <p:cNvPr id="156" name="text-186 Scene">
            <a:extLst xmlns:a="http://schemas.openxmlformats.org/drawingml/2006/main">
              <a:ext uri="{FF2B5EF4-FFF2-40B4-BE49-F238E27FC236}">
                <a16:creationId xmlns:a16="http://schemas.microsoft.com/office/drawing/2014/main" id="{94E34F74-79DB-40DF-AE9B-B77A9D740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07495" y="3842160"/>
            <a:ext cx="677353" cy="3154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Scene</a:t>
            </a:r>
          </a:p>
        </p:txBody>
      </p:sp>
      <p:sp>
        <p:nvSpPr>
          <p:cNvPr id="157" name="text-186 understanding">
            <a:extLst xmlns:a="http://schemas.openxmlformats.org/drawingml/2006/main">
              <a:ext uri="{FF2B5EF4-FFF2-40B4-BE49-F238E27FC236}">
                <a16:creationId xmlns:a16="http://schemas.microsoft.com/office/drawing/2014/main" id="{FA81610E-436B-4699-9842-E7099B4FB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11700" y="3841863"/>
            <a:ext cx="1523782" cy="3158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understanding</a:t>
            </a:r>
          </a:p>
        </p:txBody>
      </p:sp>
      <p:sp>
        <p:nvSpPr>
          <p:cNvPr id="158" name="text-187 expert">
            <a:extLst xmlns:a="http://schemas.openxmlformats.org/drawingml/2006/main">
              <a:ext uri="{FF2B5EF4-FFF2-40B4-BE49-F238E27FC236}">
                <a16:creationId xmlns:a16="http://schemas.microsoft.com/office/drawing/2014/main" id="{484B9B5E-8D7C-4F7C-AA6A-2E21706B8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45125" y="4112560"/>
            <a:ext cx="755400" cy="315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</a:t>
            </a:r>
          </a:p>
        </p:txBody>
      </p:sp>
      <p:pic>
        <p:nvPicPr>
          <p:cNvPr id="159" name="">
            <a:extLst xmlns:a="http://schemas.openxmlformats.org/drawingml/2006/main">
              <a:ext uri="{FF2B5EF4-FFF2-40B4-BE49-F238E27FC236}">
                <a16:creationId xmlns:a16="http://schemas.microsoft.com/office/drawing/2014/main" id="{E535EA3B-B611-4B4E-A719-C7069B87B92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ae64ac73658448e"/>
          <a:stretch xmlns:a="http://schemas.openxmlformats.org/drawingml/2006/main"/>
        </p:blipFill>
        <p:spPr>
          <a:xfrm xmlns:a="http://schemas.openxmlformats.org/drawingml/2006/main">
            <a:off x="9064803" y="4422752"/>
            <a:ext cx="1319753" cy="1319753"/>
          </a:xfrm>
          <a:prstGeom xmlns:a="http://schemas.openxmlformats.org/drawingml/2006/main" prst="rect">
            <a:avLst/>
          </a:prstGeom>
        </p:spPr>
      </p:pic>
      <p:sp>
        <p:nvSpPr>
          <p:cNvPr id="160" name="text-189 Cultural">
            <a:extLst xmlns:a="http://schemas.openxmlformats.org/drawingml/2006/main">
              <a:ext uri="{FF2B5EF4-FFF2-40B4-BE49-F238E27FC236}">
                <a16:creationId xmlns:a16="http://schemas.microsoft.com/office/drawing/2014/main" id="{1CEABEAA-4702-47BA-AEDE-CE208BB24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45546" y="5662103"/>
            <a:ext cx="863722" cy="3154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Cultural</a:t>
            </a:r>
          </a:p>
        </p:txBody>
      </p:sp>
      <p:sp>
        <p:nvSpPr>
          <p:cNvPr id="161" name="text-189 analysis">
            <a:extLst xmlns:a="http://schemas.openxmlformats.org/drawingml/2006/main">
              <a:ext uri="{FF2B5EF4-FFF2-40B4-BE49-F238E27FC236}">
                <a16:creationId xmlns:a16="http://schemas.microsoft.com/office/drawing/2014/main" id="{9456B72E-AECE-46D9-95BA-0E278B85C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36111" y="5661750"/>
            <a:ext cx="851818" cy="3159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analysis</a:t>
            </a:r>
          </a:p>
        </p:txBody>
      </p:sp>
      <p:sp>
        <p:nvSpPr>
          <p:cNvPr id="162" name="text-190 expert">
            <a:extLst xmlns:a="http://schemas.openxmlformats.org/drawingml/2006/main">
              <a:ext uri="{FF2B5EF4-FFF2-40B4-BE49-F238E27FC236}">
                <a16:creationId xmlns:a16="http://schemas.microsoft.com/office/drawing/2014/main" id="{1643942E-2782-4546-85F8-708A0BF10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39802" y="5932475"/>
            <a:ext cx="755400" cy="315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</a:t>
            </a:r>
          </a:p>
        </p:txBody>
      </p:sp>
      <p:pic>
        <p:nvPicPr>
          <p:cNvPr id="163" name="">
            <a:extLst xmlns:a="http://schemas.openxmlformats.org/drawingml/2006/main">
              <a:ext uri="{FF2B5EF4-FFF2-40B4-BE49-F238E27FC236}">
                <a16:creationId xmlns:a16="http://schemas.microsoft.com/office/drawing/2014/main" id="{D35C28DE-CDA9-4CB2-AA5D-8D579D72175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2947cb1a9014b0c"/>
          <a:stretch xmlns:a="http://schemas.openxmlformats.org/drawingml/2006/main"/>
        </p:blipFill>
        <p:spPr>
          <a:xfrm xmlns:a="http://schemas.openxmlformats.org/drawingml/2006/main">
            <a:off x="11180597" y="4422752"/>
            <a:ext cx="1319753" cy="1319753"/>
          </a:xfrm>
          <a:prstGeom xmlns:a="http://schemas.openxmlformats.org/drawingml/2006/main" prst="rect">
            <a:avLst/>
          </a:prstGeom>
        </p:spPr>
      </p:pic>
      <p:sp>
        <p:nvSpPr>
          <p:cNvPr id="164" name="text-192 Geospatial">
            <a:extLst xmlns:a="http://schemas.openxmlformats.org/drawingml/2006/main">
              <a:ext uri="{FF2B5EF4-FFF2-40B4-BE49-F238E27FC236}">
                <a16:creationId xmlns:a16="http://schemas.microsoft.com/office/drawing/2014/main" id="{D39F6364-F72A-4C53-B62F-CA8678EDC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57726" y="5661353"/>
            <a:ext cx="1127850" cy="3155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Geospatial</a:t>
            </a:r>
          </a:p>
        </p:txBody>
      </p:sp>
      <p:sp>
        <p:nvSpPr>
          <p:cNvPr id="165" name="text-192 analysis">
            <a:extLst xmlns:a="http://schemas.openxmlformats.org/drawingml/2006/main">
              <a:ext uri="{FF2B5EF4-FFF2-40B4-BE49-F238E27FC236}">
                <a16:creationId xmlns:a16="http://schemas.microsoft.com/office/drawing/2014/main" id="{627D959E-C2F1-4248-A2A0-77C9E639B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12395" y="5660999"/>
            <a:ext cx="852292" cy="3160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analysis</a:t>
            </a:r>
          </a:p>
        </p:txBody>
      </p:sp>
      <p:sp>
        <p:nvSpPr>
          <p:cNvPr id="166" name="text-193 expert">
            <a:extLst xmlns:a="http://schemas.openxmlformats.org/drawingml/2006/main">
              <a:ext uri="{FF2B5EF4-FFF2-40B4-BE49-F238E27FC236}">
                <a16:creationId xmlns:a16="http://schemas.microsoft.com/office/drawing/2014/main" id="{BA25C180-2604-449F-AE3B-AC9C36AA3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84185" y="5931848"/>
            <a:ext cx="755400" cy="315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</a:t>
            </a:r>
          </a:p>
        </p:txBody>
      </p:sp>
      <p:sp>
        <p:nvSpPr>
          <p:cNvPr id="167" name="text-194 Region">
            <a:extLst xmlns:a="http://schemas.openxmlformats.org/drawingml/2006/main">
              <a:ext uri="{FF2B5EF4-FFF2-40B4-BE49-F238E27FC236}">
                <a16:creationId xmlns:a16="http://schemas.microsoft.com/office/drawing/2014/main" id="{104C6DAC-64AB-419A-B27B-97FA6B6B3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41608" y="3838250"/>
            <a:ext cx="724820" cy="3155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Region</a:t>
            </a:r>
          </a:p>
        </p:txBody>
      </p:sp>
      <p:sp>
        <p:nvSpPr>
          <p:cNvPr id="168" name="text-194 perception">
            <a:extLst xmlns:a="http://schemas.openxmlformats.org/drawingml/2006/main">
              <a:ext uri="{FF2B5EF4-FFF2-40B4-BE49-F238E27FC236}">
                <a16:creationId xmlns:a16="http://schemas.microsoft.com/office/drawing/2014/main" id="{36773F52-F55C-49B4-B4EB-30AAB49F7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90977" y="3838283"/>
            <a:ext cx="1158056" cy="3154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perception</a:t>
            </a:r>
          </a:p>
        </p:txBody>
      </p:sp>
      <p:sp>
        <p:nvSpPr>
          <p:cNvPr id="169" name="text-195 expert">
            <a:extLst xmlns:a="http://schemas.openxmlformats.org/drawingml/2006/main">
              <a:ext uri="{FF2B5EF4-FFF2-40B4-BE49-F238E27FC236}">
                <a16:creationId xmlns:a16="http://schemas.microsoft.com/office/drawing/2014/main" id="{B5C297FF-6542-4F28-A9D9-AE9F057F4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18491" y="4108930"/>
            <a:ext cx="755400" cy="315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</a:t>
            </a:r>
          </a:p>
        </p:txBody>
      </p:sp>
      <p:pic>
        <p:nvPicPr>
          <p:cNvPr id="170" name="">
            <a:extLst xmlns:a="http://schemas.openxmlformats.org/drawingml/2006/main">
              <a:ext uri="{FF2B5EF4-FFF2-40B4-BE49-F238E27FC236}">
                <a16:creationId xmlns:a16="http://schemas.microsoft.com/office/drawing/2014/main" id="{2FDB5183-848B-4329-BFD4-A99EF2912BB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9ea5eb080e74f7a"/>
          <a:stretch xmlns:a="http://schemas.openxmlformats.org/drawingml/2006/main"/>
        </p:blipFill>
        <p:spPr>
          <a:xfrm xmlns:a="http://schemas.openxmlformats.org/drawingml/2006/main">
            <a:off x="9043855" y="2621185"/>
            <a:ext cx="1267381" cy="1319753"/>
          </a:xfrm>
          <a:prstGeom xmlns:a="http://schemas.openxmlformats.org/drawingml/2006/main" prst="rect">
            <a:avLst/>
          </a:prstGeom>
        </p:spPr>
      </p:pic>
      <p:sp>
        <p:nvSpPr>
          <p:cNvPr id="171" name="text-197 Original">
            <a:extLst xmlns:a="http://schemas.openxmlformats.org/drawingml/2006/main">
              <a:ext uri="{FF2B5EF4-FFF2-40B4-BE49-F238E27FC236}">
                <a16:creationId xmlns:a16="http://schemas.microsoft.com/office/drawing/2014/main" id="{DF4943DA-90C4-4134-80A1-0E2B98207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1913" y="6818530"/>
            <a:ext cx="870771" cy="3159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Original</a:t>
            </a:r>
          </a:p>
        </p:txBody>
      </p:sp>
      <p:sp>
        <p:nvSpPr>
          <p:cNvPr id="172" name="text-198 model">
            <a:extLst xmlns:a="http://schemas.openxmlformats.org/drawingml/2006/main">
              <a:ext uri="{FF2B5EF4-FFF2-40B4-BE49-F238E27FC236}">
                <a16:creationId xmlns:a16="http://schemas.microsoft.com/office/drawing/2014/main" id="{B959791A-0F83-4A15-A545-2AC92B44D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1581" y="7084453"/>
            <a:ext cx="652409" cy="3158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model</a:t>
            </a:r>
          </a:p>
        </p:txBody>
      </p:sp>
      <p:sp>
        <p:nvSpPr>
          <p:cNvPr id="173" name="text-199 Initial">
            <a:extLst xmlns:a="http://schemas.openxmlformats.org/drawingml/2006/main">
              <a:ext uri="{FF2B5EF4-FFF2-40B4-BE49-F238E27FC236}">
                <a16:creationId xmlns:a16="http://schemas.microsoft.com/office/drawing/2014/main" id="{EAE53022-7B1C-4777-BAEF-26F1414E68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50966" y="4798970"/>
            <a:ext cx="692314" cy="3160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Initial</a:t>
            </a:r>
          </a:p>
        </p:txBody>
      </p:sp>
      <p:sp>
        <p:nvSpPr>
          <p:cNvPr id="174" name="text-199 Answer">
            <a:extLst xmlns:a="http://schemas.openxmlformats.org/drawingml/2006/main">
              <a:ext uri="{FF2B5EF4-FFF2-40B4-BE49-F238E27FC236}">
                <a16:creationId xmlns:a16="http://schemas.microsoft.com/office/drawing/2014/main" id="{F6EEC5FC-20F4-4E99-8327-FCF4EE1BB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67113" y="4799052"/>
            <a:ext cx="819967" cy="3159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Answer</a:t>
            </a:r>
          </a:p>
        </p:txBody>
      </p:sp>
      <p:pic>
        <p:nvPicPr>
          <p:cNvPr id="175" name="">
            <a:extLst xmlns:a="http://schemas.openxmlformats.org/drawingml/2006/main">
              <a:ext uri="{FF2B5EF4-FFF2-40B4-BE49-F238E27FC236}">
                <a16:creationId xmlns:a16="http://schemas.microsoft.com/office/drawing/2014/main" id="{808328E3-AE38-4868-BF67-076CD1662A5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3bb27b648dd4d68"/>
          <a:stretch xmlns:a="http://schemas.openxmlformats.org/drawingml/2006/main"/>
        </p:blipFill>
        <p:spPr>
          <a:xfrm xmlns:a="http://schemas.openxmlformats.org/drawingml/2006/main">
            <a:off x="6854741" y="3626711"/>
            <a:ext cx="1644454" cy="1644454"/>
          </a:xfrm>
          <a:prstGeom xmlns:a="http://schemas.openxmlformats.org/drawingml/2006/main" prst="rect">
            <a:avLst/>
          </a:prstGeom>
        </p:spPr>
      </p:pic>
      <p:pic>
        <p:nvPicPr>
          <p:cNvPr id="176" name="">
            <a:extLst xmlns:a="http://schemas.openxmlformats.org/drawingml/2006/main">
              <a:ext uri="{FF2B5EF4-FFF2-40B4-BE49-F238E27FC236}">
                <a16:creationId xmlns:a16="http://schemas.microsoft.com/office/drawing/2014/main" id="{89B27F69-6550-40A6-9153-648E283839A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f90ab8134134138"/>
          <a:stretch xmlns:a="http://schemas.openxmlformats.org/drawingml/2006/main"/>
        </p:blipFill>
        <p:spPr>
          <a:xfrm xmlns:a="http://schemas.openxmlformats.org/drawingml/2006/main">
            <a:off x="6854741" y="6873721"/>
            <a:ext cx="1277856" cy="1277856"/>
          </a:xfrm>
          <a:prstGeom xmlns:a="http://schemas.openxmlformats.org/drawingml/2006/main" prst="rect">
            <a:avLst/>
          </a:prstGeom>
        </p:spPr>
      </p:pic>
      <p:pic>
        <p:nvPicPr>
          <p:cNvPr id="177" name="">
            <a:extLst xmlns:a="http://schemas.openxmlformats.org/drawingml/2006/main">
              <a:ext uri="{FF2B5EF4-FFF2-40B4-BE49-F238E27FC236}">
                <a16:creationId xmlns:a16="http://schemas.microsoft.com/office/drawing/2014/main" id="{A3E92836-0403-4C70-BCDA-4E1482B1156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b08b0785cd04c8f"/>
          <a:stretch xmlns:a="http://schemas.openxmlformats.org/drawingml/2006/main"/>
        </p:blipFill>
        <p:spPr>
          <a:xfrm xmlns:a="http://schemas.openxmlformats.org/drawingml/2006/main">
            <a:off x="6467195" y="2757350"/>
            <a:ext cx="1246433" cy="1131216"/>
          </a:xfrm>
          <a:prstGeom xmlns:a="http://schemas.openxmlformats.org/drawingml/2006/main" prst="rect">
            <a:avLst/>
          </a:prstGeom>
        </p:spPr>
      </p:pic>
      <p:sp>
        <p:nvSpPr>
          <p:cNvPr id="178" name="path-203">
            <a:extLst xmlns:a="http://schemas.openxmlformats.org/drawingml/2006/main">
              <a:ext uri="{FF2B5EF4-FFF2-40B4-BE49-F238E27FC236}">
                <a16:creationId xmlns:a16="http://schemas.microsoft.com/office/drawing/2014/main" id="{75F436E2-2C25-45DF-9201-206C5C472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09688" y="2794037"/>
            <a:ext cx="1108073" cy="998404"/>
          </a:xfrm>
          <a:custGeom xmlns:a="http://schemas.openxmlformats.org/drawingml/2006/main">
            <a:pathLst>
              <a:path w="1007654" h="907924">
                <a:moveTo>
                  <a:pt x="0" y="0"/>
                </a:moveTo>
                <a:lnTo>
                  <a:pt x="303401" y="0"/>
                </a:lnTo>
                <a:cubicBezTo>
                  <a:pt x="608850" y="0"/>
                  <a:pt x="856465" y="247615"/>
                  <a:pt x="856465" y="553064"/>
                </a:cubicBezTo>
                <a:lnTo>
                  <a:pt x="856465" y="613290"/>
                </a:lnTo>
                <a:lnTo>
                  <a:pt x="1007654" y="613290"/>
                </a:lnTo>
                <a:lnTo>
                  <a:pt x="761860" y="907924"/>
                </a:lnTo>
                <a:lnTo>
                  <a:pt x="516066" y="613290"/>
                </a:lnTo>
                <a:lnTo>
                  <a:pt x="667140" y="613290"/>
                </a:lnTo>
                <a:lnTo>
                  <a:pt x="667140" y="553064"/>
                </a:lnTo>
                <a:cubicBezTo>
                  <a:pt x="667140" y="352241"/>
                  <a:pt x="504339" y="189327"/>
                  <a:pt x="303401" y="189327"/>
                </a:cubicBezTo>
                <a:lnTo>
                  <a:pt x="0" y="189327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0FAF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" name="path-204">
            <a:extLst xmlns:a="http://schemas.openxmlformats.org/drawingml/2006/main">
              <a:ext uri="{FF2B5EF4-FFF2-40B4-BE49-F238E27FC236}">
                <a16:creationId xmlns:a16="http://schemas.microsoft.com/office/drawing/2014/main" id="{54608C56-18A2-416C-8EC1-4BE5D1C05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09688" y="2794037"/>
            <a:ext cx="1108073" cy="998404"/>
          </a:xfrm>
          <a:custGeom xmlns:a="http://schemas.openxmlformats.org/drawingml/2006/main">
            <a:pathLst>
              <a:path w="1007654" h="907924">
                <a:moveTo>
                  <a:pt x="0" y="0"/>
                </a:moveTo>
                <a:lnTo>
                  <a:pt x="303401" y="0"/>
                </a:lnTo>
                <a:cubicBezTo>
                  <a:pt x="608850" y="0"/>
                  <a:pt x="856465" y="247615"/>
                  <a:pt x="856465" y="553064"/>
                </a:cubicBezTo>
                <a:lnTo>
                  <a:pt x="856465" y="613290"/>
                </a:lnTo>
                <a:lnTo>
                  <a:pt x="1007654" y="613290"/>
                </a:lnTo>
                <a:lnTo>
                  <a:pt x="761860" y="907924"/>
                </a:lnTo>
                <a:lnTo>
                  <a:pt x="516066" y="613290"/>
                </a:lnTo>
                <a:lnTo>
                  <a:pt x="667140" y="613290"/>
                </a:lnTo>
                <a:lnTo>
                  <a:pt x="667140" y="553064"/>
                </a:lnTo>
                <a:cubicBezTo>
                  <a:pt x="667140" y="352241"/>
                  <a:pt x="504339" y="189327"/>
                  <a:pt x="303401" y="189327"/>
                </a:cubicBezTo>
                <a:lnTo>
                  <a:pt x="0" y="189327"/>
                </a:ln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779">
            <a:solidFill>
              <a:srgbClr val="156082"/>
            </a:solidFill>
            <a:prstDash val="solid"/>
          </a:ln>
        </p:spPr>
      </p:sp>
      <p:pic>
        <p:nvPicPr>
          <p:cNvPr id="180" name="">
            <a:extLst xmlns:a="http://schemas.openxmlformats.org/drawingml/2006/main">
              <a:ext uri="{FF2B5EF4-FFF2-40B4-BE49-F238E27FC236}">
                <a16:creationId xmlns:a16="http://schemas.microsoft.com/office/drawing/2014/main" id="{4856FB4D-07F6-4DA6-A9B6-4CE980ECD7B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821510e93c64fd7"/>
          <a:stretch xmlns:a="http://schemas.openxmlformats.org/drawingml/2006/main"/>
        </p:blipFill>
        <p:spPr>
          <a:xfrm xmlns:a="http://schemas.openxmlformats.org/drawingml/2006/main">
            <a:off x="8122123" y="7502175"/>
            <a:ext cx="1204536" cy="617979"/>
          </a:xfrm>
          <a:prstGeom xmlns:a="http://schemas.openxmlformats.org/drawingml/2006/main" prst="rect">
            <a:avLst/>
          </a:prstGeom>
        </p:spPr>
      </p:pic>
      <p:sp>
        <p:nvSpPr>
          <p:cNvPr id="181" name="path-206">
            <a:extLst xmlns:a="http://schemas.openxmlformats.org/drawingml/2006/main">
              <a:ext uri="{FF2B5EF4-FFF2-40B4-BE49-F238E27FC236}">
                <a16:creationId xmlns:a16="http://schemas.microsoft.com/office/drawing/2014/main" id="{3ECC29C7-7A3A-4719-AC94-672EE5D15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8339" y="7553829"/>
            <a:ext cx="1079529" cy="462710"/>
          </a:xfrm>
          <a:custGeom xmlns:a="http://schemas.openxmlformats.org/drawingml/2006/main">
            <a:pathLst>
              <a:path w="981697" h="420777">
                <a:moveTo>
                  <a:pt x="0" y="105195"/>
                </a:moveTo>
                <a:lnTo>
                  <a:pt x="771195" y="105195"/>
                </a:lnTo>
                <a:lnTo>
                  <a:pt x="771195" y="0"/>
                </a:lnTo>
                <a:lnTo>
                  <a:pt x="981697" y="210389"/>
                </a:lnTo>
                <a:lnTo>
                  <a:pt x="771195" y="420777"/>
                </a:lnTo>
                <a:lnTo>
                  <a:pt x="771195" y="315583"/>
                </a:lnTo>
                <a:lnTo>
                  <a:pt x="0" y="315583"/>
                </a:lnTo>
                <a:lnTo>
                  <a:pt x="0" y="105195"/>
                </a:lnTo>
              </a:path>
            </a:pathLst>
          </a:custGeom>
          <a:solidFill xmlns:a="http://schemas.openxmlformats.org/drawingml/2006/main">
            <a:srgbClr val="FFFAD1"/>
          </a:solidFill>
          <a:ln xmlns:a="http://schemas.openxmlformats.org/drawingml/2006/main" w="18779">
            <a:solidFill>
              <a:srgbClr val="FFC000"/>
            </a:solidFill>
            <a:prstDash val="solid"/>
          </a:ln>
        </p:spPr>
      </p:sp>
      <p:pic>
        <p:nvPicPr>
          <p:cNvPr id="182" name="">
            <a:extLst xmlns:a="http://schemas.openxmlformats.org/drawingml/2006/main">
              <a:ext uri="{FF2B5EF4-FFF2-40B4-BE49-F238E27FC236}">
                <a16:creationId xmlns:a16="http://schemas.microsoft.com/office/drawing/2014/main" id="{AEFAF03A-E164-4571-8046-62D42C62B3A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490ae7445694dfd"/>
          <a:stretch xmlns:a="http://schemas.openxmlformats.org/drawingml/2006/main"/>
        </p:blipFill>
        <p:spPr>
          <a:xfrm xmlns:a="http://schemas.openxmlformats.org/drawingml/2006/main">
            <a:off x="14050535" y="4726505"/>
            <a:ext cx="1686351" cy="1686351"/>
          </a:xfrm>
          <a:prstGeom xmlns:a="http://schemas.openxmlformats.org/drawingml/2006/main" prst="rect">
            <a:avLst/>
          </a:prstGeom>
        </p:spPr>
      </p:pic>
      <p:sp>
        <p:nvSpPr>
          <p:cNvPr id="183" name="path-208">
            <a:extLst xmlns:a="http://schemas.openxmlformats.org/drawingml/2006/main">
              <a:ext uri="{FF2B5EF4-FFF2-40B4-BE49-F238E27FC236}">
                <a16:creationId xmlns:a16="http://schemas.microsoft.com/office/drawing/2014/main" id="{B08CECC2-EEC9-487C-98BF-A0FFD4409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42750" y="5001419"/>
            <a:ext cx="2678479" cy="852557"/>
          </a:xfrm>
          <a:custGeom xmlns:a="http://schemas.openxmlformats.org/drawingml/2006/main">
            <a:pathLst>
              <a:path w="2435742" h="775294">
                <a:moveTo>
                  <a:pt x="2306525" y="0"/>
                </a:moveTo>
                <a:cubicBezTo>
                  <a:pt x="2377906" y="0"/>
                  <a:pt x="2435742" y="57834"/>
                  <a:pt x="2435742" y="129216"/>
                </a:cubicBezTo>
                <a:lnTo>
                  <a:pt x="2435742" y="452198"/>
                </a:lnTo>
                <a:lnTo>
                  <a:pt x="2435742" y="646078"/>
                </a:lnTo>
                <a:cubicBezTo>
                  <a:pt x="2435742" y="717346"/>
                  <a:pt x="2377906" y="775294"/>
                  <a:pt x="2306525" y="775294"/>
                </a:cubicBezTo>
                <a:lnTo>
                  <a:pt x="1170341" y="775294"/>
                </a:lnTo>
                <a:lnTo>
                  <a:pt x="628091" y="775294"/>
                </a:lnTo>
                <a:lnTo>
                  <a:pt x="395730" y="775294"/>
                </a:lnTo>
                <a:cubicBezTo>
                  <a:pt x="324349" y="775294"/>
                  <a:pt x="266514" y="717346"/>
                  <a:pt x="266514" y="646078"/>
                </a:cubicBezTo>
                <a:lnTo>
                  <a:pt x="0" y="583349"/>
                </a:lnTo>
                <a:lnTo>
                  <a:pt x="266514" y="452198"/>
                </a:lnTo>
                <a:lnTo>
                  <a:pt x="266514" y="129216"/>
                </a:lnTo>
                <a:cubicBezTo>
                  <a:pt x="266514" y="57834"/>
                  <a:pt x="324349" y="0"/>
                  <a:pt x="395730" y="0"/>
                </a:cubicBezTo>
                <a:lnTo>
                  <a:pt x="628091" y="0"/>
                </a:lnTo>
                <a:lnTo>
                  <a:pt x="1170341" y="0"/>
                </a:lnTo>
                <a:lnTo>
                  <a:pt x="2306525" y="0"/>
                </a:lnTo>
              </a:path>
            </a:pathLst>
          </a:custGeom>
          <a:solidFill xmlns:a="http://schemas.openxmlformats.org/drawingml/2006/main">
            <a:srgbClr val="FBE3D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" name="path-209">
            <a:extLst xmlns:a="http://schemas.openxmlformats.org/drawingml/2006/main">
              <a:ext uri="{FF2B5EF4-FFF2-40B4-BE49-F238E27FC236}">
                <a16:creationId xmlns:a16="http://schemas.microsoft.com/office/drawing/2014/main" id="{0B762046-35F8-4A7C-97B6-6E8D90DEC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42750" y="5001419"/>
            <a:ext cx="2678479" cy="852557"/>
          </a:xfrm>
          <a:custGeom xmlns:a="http://schemas.openxmlformats.org/drawingml/2006/main">
            <a:pathLst>
              <a:path w="2435742" h="775294">
                <a:moveTo>
                  <a:pt x="2306525" y="0"/>
                </a:moveTo>
                <a:cubicBezTo>
                  <a:pt x="2377906" y="0"/>
                  <a:pt x="2435742" y="57834"/>
                  <a:pt x="2435742" y="129216"/>
                </a:cubicBezTo>
                <a:lnTo>
                  <a:pt x="2435742" y="452198"/>
                </a:lnTo>
                <a:lnTo>
                  <a:pt x="2435742" y="646078"/>
                </a:lnTo>
                <a:cubicBezTo>
                  <a:pt x="2435742" y="717346"/>
                  <a:pt x="2377906" y="775294"/>
                  <a:pt x="2306525" y="775294"/>
                </a:cubicBezTo>
                <a:lnTo>
                  <a:pt x="1170341" y="775294"/>
                </a:lnTo>
                <a:lnTo>
                  <a:pt x="628091" y="775294"/>
                </a:lnTo>
                <a:lnTo>
                  <a:pt x="395730" y="775294"/>
                </a:lnTo>
                <a:cubicBezTo>
                  <a:pt x="324349" y="775294"/>
                  <a:pt x="266514" y="717346"/>
                  <a:pt x="266514" y="646078"/>
                </a:cubicBezTo>
                <a:lnTo>
                  <a:pt x="0" y="583349"/>
                </a:lnTo>
                <a:lnTo>
                  <a:pt x="266514" y="452198"/>
                </a:lnTo>
                <a:lnTo>
                  <a:pt x="266514" y="129216"/>
                </a:lnTo>
                <a:cubicBezTo>
                  <a:pt x="266514" y="57834"/>
                  <a:pt x="324349" y="0"/>
                  <a:pt x="395730" y="0"/>
                </a:cubicBezTo>
                <a:lnTo>
                  <a:pt x="628091" y="0"/>
                </a:lnTo>
                <a:lnTo>
                  <a:pt x="1170341" y="0"/>
                </a:lnTo>
                <a:lnTo>
                  <a:pt x="23065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779">
            <a:solidFill>
              <a:srgbClr val="E97132"/>
            </a:solidFill>
            <a:prstDash val="solid"/>
          </a:ln>
        </p:spPr>
      </p:sp>
      <p:sp>
        <p:nvSpPr>
          <p:cNvPr id="185" name="path-210">
            <a:extLst xmlns:a="http://schemas.openxmlformats.org/drawingml/2006/main">
              <a:ext uri="{FF2B5EF4-FFF2-40B4-BE49-F238E27FC236}">
                <a16:creationId xmlns:a16="http://schemas.microsoft.com/office/drawing/2014/main" id="{A6415E9D-A0A2-4387-A62F-4FE386AEE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47472" y="2692256"/>
            <a:ext cx="4573758" cy="1862479"/>
          </a:xfrm>
          <a:custGeom xmlns:a="http://schemas.openxmlformats.org/drawingml/2006/main">
            <a:pathLst>
              <a:path w="4159261" h="1693692">
                <a:moveTo>
                  <a:pt x="0" y="846902"/>
                </a:moveTo>
                <a:cubicBezTo>
                  <a:pt x="0" y="379109"/>
                  <a:pt x="379222" y="0"/>
                  <a:pt x="846902" y="0"/>
                </a:cubicBezTo>
                <a:lnTo>
                  <a:pt x="3312359" y="0"/>
                </a:lnTo>
                <a:cubicBezTo>
                  <a:pt x="3780039" y="0"/>
                  <a:pt x="4159261" y="379109"/>
                  <a:pt x="4159261" y="846902"/>
                </a:cubicBezTo>
                <a:cubicBezTo>
                  <a:pt x="4159261" y="1314583"/>
                  <a:pt x="3780039" y="1693692"/>
                  <a:pt x="3312359" y="1693692"/>
                </a:cubicBezTo>
                <a:lnTo>
                  <a:pt x="846902" y="1693692"/>
                </a:lnTo>
                <a:cubicBezTo>
                  <a:pt x="379222" y="1693692"/>
                  <a:pt x="0" y="1314583"/>
                  <a:pt x="0" y="846902"/>
                </a:cubicBezTo>
              </a:path>
            </a:pathLst>
          </a:custGeom>
          <a:solidFill xmlns:a="http://schemas.openxmlformats.org/drawingml/2006/main">
            <a:srgbClr val="E8E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" name="text-211 Given">
            <a:extLst xmlns:a="http://schemas.openxmlformats.org/drawingml/2006/main">
              <a:ext uri="{FF2B5EF4-FFF2-40B4-BE49-F238E27FC236}">
                <a16:creationId xmlns:a16="http://schemas.microsoft.com/office/drawing/2014/main" id="{0C4294D5-F135-4145-B97C-DEEC3B760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99555" y="2756773"/>
            <a:ext cx="538335" cy="2794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2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2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2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Given</a:t>
            </a:r>
          </a:p>
        </p:txBody>
      </p:sp>
      <p:sp>
        <p:nvSpPr>
          <p:cNvPr id="187" name="text-211 the">
            <a:extLst xmlns:a="http://schemas.openxmlformats.org/drawingml/2006/main">
              <a:ext uri="{FF2B5EF4-FFF2-40B4-BE49-F238E27FC236}">
                <a16:creationId xmlns:a16="http://schemas.microsoft.com/office/drawing/2014/main" id="{FEACA220-D7DB-4889-8642-27F67A317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62409" y="2756126"/>
            <a:ext cx="355712" cy="2803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88" name="text-211 significant">
            <a:extLst xmlns:a="http://schemas.openxmlformats.org/drawingml/2006/main">
              <a:ext uri="{FF2B5EF4-FFF2-40B4-BE49-F238E27FC236}">
                <a16:creationId xmlns:a16="http://schemas.microsoft.com/office/drawing/2014/main" id="{03F4C319-1101-4A1E-BB48-8D280997C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41044" y="2756484"/>
            <a:ext cx="1017270" cy="2798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significant</a:t>
            </a:r>
          </a:p>
        </p:txBody>
      </p:sp>
      <p:sp>
        <p:nvSpPr>
          <p:cNvPr id="189" name="text-211 overlap">
            <a:extLst xmlns:a="http://schemas.openxmlformats.org/drawingml/2006/main">
              <a:ext uri="{FF2B5EF4-FFF2-40B4-BE49-F238E27FC236}">
                <a16:creationId xmlns:a16="http://schemas.microsoft.com/office/drawing/2014/main" id="{B921439C-44CB-4049-B8CC-C68998DAB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84430" y="2756410"/>
            <a:ext cx="707882" cy="2800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overlap</a:t>
            </a:r>
          </a:p>
        </p:txBody>
      </p:sp>
      <p:sp>
        <p:nvSpPr>
          <p:cNvPr id="190" name="text-212 between">
            <a:extLst xmlns:a="http://schemas.openxmlformats.org/drawingml/2006/main">
              <a:ext uri="{FF2B5EF4-FFF2-40B4-BE49-F238E27FC236}">
                <a16:creationId xmlns:a16="http://schemas.microsoft.com/office/drawing/2014/main" id="{C6789188-1D5D-4B26-807A-BE9FCD82B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42662" y="2996685"/>
            <a:ext cx="819145" cy="2801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between</a:t>
            </a:r>
          </a:p>
        </p:txBody>
      </p:sp>
      <p:sp>
        <p:nvSpPr>
          <p:cNvPr id="191" name="text-212 Scene">
            <a:extLst xmlns:a="http://schemas.openxmlformats.org/drawingml/2006/main">
              <a:ext uri="{FF2B5EF4-FFF2-40B4-BE49-F238E27FC236}">
                <a16:creationId xmlns:a16="http://schemas.microsoft.com/office/drawing/2014/main" id="{545AAEAD-F2F7-48BD-A335-ED767BFC3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85045" y="2996983"/>
            <a:ext cx="600387" cy="279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Scene</a:t>
            </a:r>
          </a:p>
        </p:txBody>
      </p:sp>
      <p:sp>
        <p:nvSpPr>
          <p:cNvPr id="192" name="text-212 understanding">
            <a:extLst xmlns:a="http://schemas.openxmlformats.org/drawingml/2006/main">
              <a:ext uri="{FF2B5EF4-FFF2-40B4-BE49-F238E27FC236}">
                <a16:creationId xmlns:a16="http://schemas.microsoft.com/office/drawing/2014/main" id="{7BB67233-BB20-4934-9AAC-BC3947F77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11041" y="2996691"/>
            <a:ext cx="1350887" cy="2801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understanding</a:t>
            </a:r>
          </a:p>
        </p:txBody>
      </p:sp>
      <p:sp>
        <p:nvSpPr>
          <p:cNvPr id="193" name="text-212 and">
            <a:extLst xmlns:a="http://schemas.openxmlformats.org/drawingml/2006/main">
              <a:ext uri="{FF2B5EF4-FFF2-40B4-BE49-F238E27FC236}">
                <a16:creationId xmlns:a16="http://schemas.microsoft.com/office/drawing/2014/main" id="{FD9D6AC0-3A4E-441D-B32F-5B0D610F4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087901" y="2996896"/>
            <a:ext cx="360144" cy="2798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194" name="text-213 Geospatial">
            <a:extLst xmlns:a="http://schemas.openxmlformats.org/drawingml/2006/main">
              <a:ext uri="{FF2B5EF4-FFF2-40B4-BE49-F238E27FC236}">
                <a16:creationId xmlns:a16="http://schemas.microsoft.com/office/drawing/2014/main" id="{9BD10392-4551-4E85-A0EC-C1C2A32A0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22671" y="3237218"/>
            <a:ext cx="1000036" cy="2799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Geospatial</a:t>
            </a:r>
          </a:p>
        </p:txBody>
      </p:sp>
      <p:sp>
        <p:nvSpPr>
          <p:cNvPr id="195" name="text-213 analysis">
            <a:extLst xmlns:a="http://schemas.openxmlformats.org/drawingml/2006/main">
              <a:ext uri="{FF2B5EF4-FFF2-40B4-BE49-F238E27FC236}">
                <a16:creationId xmlns:a16="http://schemas.microsoft.com/office/drawing/2014/main" id="{A0CAFF76-2D45-4658-8B49-8213C080E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46878" y="3237459"/>
            <a:ext cx="753609" cy="2795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2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2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2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analysis</a:t>
            </a:r>
          </a:p>
        </p:txBody>
      </p:sp>
      <p:sp>
        <p:nvSpPr>
          <p:cNvPr id="196" name="text-213 expert,">
            <a:extLst xmlns:a="http://schemas.openxmlformats.org/drawingml/2006/main">
              <a:ext uri="{FF2B5EF4-FFF2-40B4-BE49-F238E27FC236}">
                <a16:creationId xmlns:a16="http://schemas.microsoft.com/office/drawing/2014/main" id="{BE249A13-E995-49AD-A3C4-2CBA025B9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27720" y="3236889"/>
            <a:ext cx="726547" cy="2803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expert,</a:t>
            </a:r>
          </a:p>
        </p:txBody>
      </p:sp>
      <p:sp>
        <p:nvSpPr>
          <p:cNvPr id="197" name="text-213 as">
            <a:extLst xmlns:a="http://schemas.openxmlformats.org/drawingml/2006/main">
              <a:ext uri="{FF2B5EF4-FFF2-40B4-BE49-F238E27FC236}">
                <a16:creationId xmlns:a16="http://schemas.microsoft.com/office/drawing/2014/main" id="{4A013B8E-D0D1-4601-BB76-C2A5780073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76991" y="3237224"/>
            <a:ext cx="235557" cy="2798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as</a:t>
            </a:r>
          </a:p>
        </p:txBody>
      </p:sp>
      <p:sp>
        <p:nvSpPr>
          <p:cNvPr id="198" name="text-213 well">
            <a:extLst xmlns:a="http://schemas.openxmlformats.org/drawingml/2006/main">
              <a:ext uri="{FF2B5EF4-FFF2-40B4-BE49-F238E27FC236}">
                <a16:creationId xmlns:a16="http://schemas.microsoft.com/office/drawing/2014/main" id="{4D25BBCA-A1B3-4DE8-9A82-DA85E8BAB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736340" y="3237247"/>
            <a:ext cx="391623" cy="2798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well</a:t>
            </a:r>
          </a:p>
        </p:txBody>
      </p:sp>
      <p:sp>
        <p:nvSpPr>
          <p:cNvPr id="199" name="text-213 as">
            <a:extLst xmlns:a="http://schemas.openxmlformats.org/drawingml/2006/main">
              <a:ext uri="{FF2B5EF4-FFF2-40B4-BE49-F238E27FC236}">
                <a16:creationId xmlns:a16="http://schemas.microsoft.com/office/drawing/2014/main" id="{455D2886-F493-43A4-95B7-36D14260F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152737" y="3237225"/>
            <a:ext cx="235555" cy="2798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as</a:t>
            </a:r>
          </a:p>
        </p:txBody>
      </p:sp>
      <p:sp>
        <p:nvSpPr>
          <p:cNvPr id="200" name="text-213 the">
            <a:extLst xmlns:a="http://schemas.openxmlformats.org/drawingml/2006/main">
              <a:ext uri="{FF2B5EF4-FFF2-40B4-BE49-F238E27FC236}">
                <a16:creationId xmlns:a16="http://schemas.microsoft.com/office/drawing/2014/main" id="{0D3BB414-75CA-4744-B4ED-0BF9A8E7B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412085" y="3236737"/>
            <a:ext cx="355935" cy="2805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8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8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8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201" name="text-214 greater">
            <a:extLst xmlns:a="http://schemas.openxmlformats.org/drawingml/2006/main">
              <a:ext uri="{FF2B5EF4-FFF2-40B4-BE49-F238E27FC236}">
                <a16:creationId xmlns:a16="http://schemas.microsoft.com/office/drawing/2014/main" id="{E7BBEFF8-D21B-45A4-893B-668053336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13657" y="3477215"/>
            <a:ext cx="750931" cy="2804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greater</a:t>
            </a:r>
          </a:p>
        </p:txBody>
      </p:sp>
      <p:sp>
        <p:nvSpPr>
          <p:cNvPr id="202" name="text-214 suitability">
            <a:extLst xmlns:a="http://schemas.openxmlformats.org/drawingml/2006/main">
              <a:ext uri="{FF2B5EF4-FFF2-40B4-BE49-F238E27FC236}">
                <a16:creationId xmlns:a16="http://schemas.microsoft.com/office/drawing/2014/main" id="{E6BDDCAF-D4C3-414D-A419-973A3956E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89874" y="3477713"/>
            <a:ext cx="972562" cy="2797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suitability</a:t>
            </a:r>
          </a:p>
        </p:txBody>
      </p:sp>
      <p:sp>
        <p:nvSpPr>
          <p:cNvPr id="203" name="text-214 of">
            <a:extLst xmlns:a="http://schemas.openxmlformats.org/drawingml/2006/main">
              <a:ext uri="{FF2B5EF4-FFF2-40B4-BE49-F238E27FC236}">
                <a16:creationId xmlns:a16="http://schemas.microsoft.com/office/drawing/2014/main" id="{697CC8C2-6C1B-4DEB-A229-5B7E222D8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88801" y="3477323"/>
            <a:ext cx="243006" cy="2802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204" name="text-214 geographic">
            <a:extLst xmlns:a="http://schemas.openxmlformats.org/drawingml/2006/main">
              <a:ext uri="{FF2B5EF4-FFF2-40B4-BE49-F238E27FC236}">
                <a16:creationId xmlns:a16="http://schemas.microsoft.com/office/drawing/2014/main" id="{E2346D16-B85D-4ADF-BAE7-C06950B9E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54743" y="3477372"/>
            <a:ext cx="1043098" cy="2802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geographic</a:t>
            </a:r>
          </a:p>
        </p:txBody>
      </p:sp>
      <p:sp>
        <p:nvSpPr>
          <p:cNvPr id="205" name="text-214 analysis">
            <a:extLst xmlns:a="http://schemas.openxmlformats.org/drawingml/2006/main">
              <a:ext uri="{FF2B5EF4-FFF2-40B4-BE49-F238E27FC236}">
                <a16:creationId xmlns:a16="http://schemas.microsoft.com/office/drawing/2014/main" id="{29A3E991-5B70-45AE-88DE-14014352F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024113" y="3477741"/>
            <a:ext cx="753902" cy="2796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analysis</a:t>
            </a:r>
          </a:p>
        </p:txBody>
      </p:sp>
      <p:sp>
        <p:nvSpPr>
          <p:cNvPr id="206" name="text-215 experts">
            <a:extLst xmlns:a="http://schemas.openxmlformats.org/drawingml/2006/main">
              <a:ext uri="{FF2B5EF4-FFF2-40B4-BE49-F238E27FC236}">
                <a16:creationId xmlns:a16="http://schemas.microsoft.com/office/drawing/2014/main" id="{992525DC-BAF3-4DD5-92A3-26B32E9D0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55916" y="3717890"/>
            <a:ext cx="768496" cy="2803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experts</a:t>
            </a:r>
          </a:p>
        </p:txBody>
      </p:sp>
      <p:sp>
        <p:nvSpPr>
          <p:cNvPr id="207" name="text-215 for">
            <a:extLst xmlns:a="http://schemas.openxmlformats.org/drawingml/2006/main">
              <a:ext uri="{FF2B5EF4-FFF2-40B4-BE49-F238E27FC236}">
                <a16:creationId xmlns:a16="http://schemas.microsoft.com/office/drawing/2014/main" id="{6EABF74F-E5EF-4673-BF69-35888A245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47347" y="3718007"/>
            <a:ext cx="339023" cy="2801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for</a:t>
            </a:r>
          </a:p>
        </p:txBody>
      </p:sp>
      <p:sp>
        <p:nvSpPr>
          <p:cNvPr id="208" name="text-215 geolocation">
            <a:extLst xmlns:a="http://schemas.openxmlformats.org/drawingml/2006/main">
              <a:ext uri="{FF2B5EF4-FFF2-40B4-BE49-F238E27FC236}">
                <a16:creationId xmlns:a16="http://schemas.microsoft.com/office/drawing/2014/main" id="{60668A25-A6E8-4F4C-B775-38B45DDAA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10395" y="3718333"/>
            <a:ext cx="1080640" cy="2797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geolocation</a:t>
            </a:r>
          </a:p>
        </p:txBody>
      </p:sp>
      <p:sp>
        <p:nvSpPr>
          <p:cNvPr id="209" name="text-215 tasks">
            <a:extLst xmlns:a="http://schemas.openxmlformats.org/drawingml/2006/main">
              <a:ext uri="{FF2B5EF4-FFF2-40B4-BE49-F238E27FC236}">
                <a16:creationId xmlns:a16="http://schemas.microsoft.com/office/drawing/2014/main" id="{B3D10287-71B2-451C-8814-3A750CC8C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15526" y="3717989"/>
            <a:ext cx="535505" cy="2802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tasks</a:t>
            </a:r>
          </a:p>
        </p:txBody>
      </p:sp>
      <p:sp>
        <p:nvSpPr>
          <p:cNvPr id="210" name="text-216 -">
            <a:extLst xmlns:a="http://schemas.openxmlformats.org/drawingml/2006/main">
              <a:ext uri="{FF2B5EF4-FFF2-40B4-BE49-F238E27FC236}">
                <a16:creationId xmlns:a16="http://schemas.microsoft.com/office/drawing/2014/main" id="{583665E8-F4FF-4EB2-A49C-71819AF43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17147" y="3718167"/>
            <a:ext cx="119214" cy="2799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-</a:t>
            </a:r>
          </a:p>
        </p:txBody>
      </p:sp>
      <p:sp>
        <p:nvSpPr>
          <p:cNvPr id="211" name="text-217 related">
            <a:extLst xmlns:a="http://schemas.openxmlformats.org/drawingml/2006/main">
              <a:ext uri="{FF2B5EF4-FFF2-40B4-BE49-F238E27FC236}">
                <a16:creationId xmlns:a16="http://schemas.microsoft.com/office/drawing/2014/main" id="{218C6214-15EF-4412-9DBB-0EB3D3C4F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99774" y="3718244"/>
            <a:ext cx="719397" cy="2798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related</a:t>
            </a:r>
          </a:p>
        </p:txBody>
      </p:sp>
      <p:sp>
        <p:nvSpPr>
          <p:cNvPr id="212" name="text-217 tasks,">
            <a:extLst xmlns:a="http://schemas.openxmlformats.org/drawingml/2006/main">
              <a:ext uri="{FF2B5EF4-FFF2-40B4-BE49-F238E27FC236}">
                <a16:creationId xmlns:a16="http://schemas.microsoft.com/office/drawing/2014/main" id="{48A59663-1C0A-48C6-90FA-7EE76EC91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44653" y="3717874"/>
            <a:ext cx="591277" cy="2803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tasks,</a:t>
            </a:r>
          </a:p>
        </p:txBody>
      </p:sp>
      <p:sp>
        <p:nvSpPr>
          <p:cNvPr id="213" name="text-218 experts">
            <a:extLst xmlns:a="http://schemas.openxmlformats.org/drawingml/2006/main">
              <a:ext uri="{FF2B5EF4-FFF2-40B4-BE49-F238E27FC236}">
                <a16:creationId xmlns:a16="http://schemas.microsoft.com/office/drawing/2014/main" id="{46CE6889-B3C8-41E0-BBB0-48DB4F3F0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77601" y="3958259"/>
            <a:ext cx="768496" cy="2803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experts</a:t>
            </a:r>
          </a:p>
        </p:txBody>
      </p:sp>
      <p:sp>
        <p:nvSpPr>
          <p:cNvPr id="214" name="text-218 in">
            <a:extLst xmlns:a="http://schemas.openxmlformats.org/drawingml/2006/main">
              <a:ext uri="{FF2B5EF4-FFF2-40B4-BE49-F238E27FC236}">
                <a16:creationId xmlns:a16="http://schemas.microsoft.com/office/drawing/2014/main" id="{166D4937-016A-4486-A2E9-92768DCC6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69034" y="3958654"/>
            <a:ext cx="196503" cy="2797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in</a:t>
            </a:r>
          </a:p>
        </p:txBody>
      </p:sp>
      <p:sp>
        <p:nvSpPr>
          <p:cNvPr id="215" name="text-218 scene">
            <a:extLst xmlns:a="http://schemas.openxmlformats.org/drawingml/2006/main">
              <a:ext uri="{FF2B5EF4-FFF2-40B4-BE49-F238E27FC236}">
                <a16:creationId xmlns:a16="http://schemas.microsoft.com/office/drawing/2014/main" id="{B1EAD599-5854-41D5-BC77-0A5F618BC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89619" y="3958447"/>
            <a:ext cx="559872" cy="2800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scene</a:t>
            </a:r>
          </a:p>
        </p:txBody>
      </p:sp>
      <p:sp>
        <p:nvSpPr>
          <p:cNvPr id="216" name="text-218 understanding">
            <a:extLst xmlns:a="http://schemas.openxmlformats.org/drawingml/2006/main">
              <a:ext uri="{FF2B5EF4-FFF2-40B4-BE49-F238E27FC236}">
                <a16:creationId xmlns:a16="http://schemas.microsoft.com/office/drawing/2014/main" id="{D2592FBF-5080-4D7F-9A85-D0779D8F4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73252" y="3958384"/>
            <a:ext cx="1351094" cy="2801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understanding</a:t>
            </a:r>
          </a:p>
        </p:txBody>
      </p:sp>
      <p:sp>
        <p:nvSpPr>
          <p:cNvPr id="217" name="text-218 have">
            <a:extLst xmlns:a="http://schemas.openxmlformats.org/drawingml/2006/main">
              <a:ext uri="{FF2B5EF4-FFF2-40B4-BE49-F238E27FC236}">
                <a16:creationId xmlns:a16="http://schemas.microsoft.com/office/drawing/2014/main" id="{AA13C854-14C1-4691-ABCA-A285A8E60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848715" y="3958220"/>
            <a:ext cx="461208" cy="2803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have</a:t>
            </a:r>
          </a:p>
        </p:txBody>
      </p:sp>
      <p:sp>
        <p:nvSpPr>
          <p:cNvPr id="218" name="text-218 been">
            <a:extLst xmlns:a="http://schemas.openxmlformats.org/drawingml/2006/main">
              <a:ext uri="{FF2B5EF4-FFF2-40B4-BE49-F238E27FC236}">
                <a16:creationId xmlns:a16="http://schemas.microsoft.com/office/drawing/2014/main" id="{150A467F-F48B-4A2E-B047-5E33660BD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33645" y="3958338"/>
            <a:ext cx="478686" cy="2802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been</a:t>
            </a:r>
          </a:p>
        </p:txBody>
      </p:sp>
      <p:sp>
        <p:nvSpPr>
          <p:cNvPr id="219" name="text-219 excluded">
            <a:extLst xmlns:a="http://schemas.openxmlformats.org/drawingml/2006/main">
              <a:ext uri="{FF2B5EF4-FFF2-40B4-BE49-F238E27FC236}">
                <a16:creationId xmlns:a16="http://schemas.microsoft.com/office/drawing/2014/main" id="{1B826823-1031-4CDB-844E-F64DA7D80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71011" y="4199090"/>
            <a:ext cx="868434" cy="2796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3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excluded</a:t>
            </a:r>
          </a:p>
        </p:txBody>
      </p:sp>
      <p:sp>
        <p:nvSpPr>
          <p:cNvPr id="220" name="text-219 from">
            <a:extLst xmlns:a="http://schemas.openxmlformats.org/drawingml/2006/main">
              <a:ext uri="{FF2B5EF4-FFF2-40B4-BE49-F238E27FC236}">
                <a16:creationId xmlns:a16="http://schemas.microsoft.com/office/drawing/2014/main" id="{C82BED08-8A04-4BD8-8C7B-D2E23D5CC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65945" y="4198868"/>
            <a:ext cx="494126" cy="2800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from</a:t>
            </a:r>
          </a:p>
        </p:txBody>
      </p:sp>
      <p:sp>
        <p:nvSpPr>
          <p:cNvPr id="221" name="text-219 consideration.">
            <a:extLst xmlns:a="http://schemas.openxmlformats.org/drawingml/2006/main">
              <a:ext uri="{FF2B5EF4-FFF2-40B4-BE49-F238E27FC236}">
                <a16:creationId xmlns:a16="http://schemas.microsoft.com/office/drawing/2014/main" id="{83D3B5B3-BE57-4D64-B1C2-DC36ECD7B1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83841" y="4198871"/>
            <a:ext cx="1336942" cy="2799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0056D6"/>
                </a:solidFill>
                <a:latin typeface="Comic Sans MS"/>
                <a:ea typeface="Comic Sans MS"/>
                <a:cs typeface="Comic Sans MS"/>
              </a:rPr>
              <a:t>consideration.</a:t>
            </a:r>
          </a:p>
        </p:txBody>
      </p:sp>
      <p:sp>
        <p:nvSpPr>
          <p:cNvPr id="222" name="path-220">
            <a:extLst xmlns:a="http://schemas.openxmlformats.org/drawingml/2006/main">
              <a:ext uri="{FF2B5EF4-FFF2-40B4-BE49-F238E27FC236}">
                <a16:creationId xmlns:a16="http://schemas.microsoft.com/office/drawing/2014/main" id="{ADC18F55-A9D9-447D-995D-3C1901234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10548" y="4814007"/>
            <a:ext cx="141968" cy="141968"/>
          </a:xfrm>
          <a:custGeom xmlns:a="http://schemas.openxmlformats.org/drawingml/2006/main">
            <a:pathLst>
              <a:path w="129102" h="129102">
                <a:moveTo>
                  <a:pt x="0" y="64550"/>
                </a:moveTo>
                <a:cubicBezTo>
                  <a:pt x="0" y="28917"/>
                  <a:pt x="28917" y="0"/>
                  <a:pt x="64550" y="0"/>
                </a:cubicBezTo>
                <a:cubicBezTo>
                  <a:pt x="100184" y="0"/>
                  <a:pt x="129102" y="28917"/>
                  <a:pt x="129102" y="64550"/>
                </a:cubicBezTo>
                <a:cubicBezTo>
                  <a:pt x="129102" y="100184"/>
                  <a:pt x="100184" y="129102"/>
                  <a:pt x="64550" y="129102"/>
                </a:cubicBezTo>
                <a:cubicBezTo>
                  <a:pt x="28917" y="129102"/>
                  <a:pt x="0" y="100184"/>
                  <a:pt x="0" y="64550"/>
                </a:cubicBezTo>
              </a:path>
            </a:pathLst>
          </a:custGeom>
          <a:solidFill xmlns:a="http://schemas.openxmlformats.org/drawingml/2006/main">
            <a:srgbClr val="E8E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" name="path-221">
            <a:extLst xmlns:a="http://schemas.openxmlformats.org/drawingml/2006/main">
              <a:ext uri="{FF2B5EF4-FFF2-40B4-BE49-F238E27FC236}">
                <a16:creationId xmlns:a16="http://schemas.microsoft.com/office/drawing/2014/main" id="{1BDB515C-28E6-4F51-90CF-2B9A2A12B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7439" y="4685185"/>
            <a:ext cx="208695" cy="208694"/>
          </a:xfrm>
          <a:custGeom xmlns:a="http://schemas.openxmlformats.org/drawingml/2006/main">
            <a:pathLst>
              <a:path w="189782" h="189781">
                <a:moveTo>
                  <a:pt x="0" y="94834"/>
                </a:moveTo>
                <a:cubicBezTo>
                  <a:pt x="0" y="42464"/>
                  <a:pt x="42465" y="0"/>
                  <a:pt x="94834" y="0"/>
                </a:cubicBezTo>
                <a:cubicBezTo>
                  <a:pt x="147317" y="0"/>
                  <a:pt x="189782" y="42464"/>
                  <a:pt x="189782" y="94834"/>
                </a:cubicBezTo>
                <a:cubicBezTo>
                  <a:pt x="189782" y="147317"/>
                  <a:pt x="147317" y="189781"/>
                  <a:pt x="94834" y="189781"/>
                </a:cubicBezTo>
                <a:cubicBezTo>
                  <a:pt x="42465" y="189781"/>
                  <a:pt x="0" y="147317"/>
                  <a:pt x="0" y="94834"/>
                </a:cubicBezTo>
              </a:path>
            </a:pathLst>
          </a:custGeom>
          <a:solidFill xmlns:a="http://schemas.openxmlformats.org/drawingml/2006/main">
            <a:srgbClr val="E8E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" name="path-222">
            <a:extLst xmlns:a="http://schemas.openxmlformats.org/drawingml/2006/main">
              <a:ext uri="{FF2B5EF4-FFF2-40B4-BE49-F238E27FC236}">
                <a16:creationId xmlns:a16="http://schemas.microsoft.com/office/drawing/2014/main" id="{C734EB06-91A2-4AEB-8C0A-38A2F8536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27897" y="4374834"/>
            <a:ext cx="363683" cy="363808"/>
          </a:xfrm>
          <a:custGeom xmlns:a="http://schemas.openxmlformats.org/drawingml/2006/main">
            <a:pathLst>
              <a:path w="330724" h="330838">
                <a:moveTo>
                  <a:pt x="0" y="165419"/>
                </a:moveTo>
                <a:cubicBezTo>
                  <a:pt x="0" y="74115"/>
                  <a:pt x="74000" y="0"/>
                  <a:pt x="165419" y="0"/>
                </a:cubicBezTo>
                <a:cubicBezTo>
                  <a:pt x="256724" y="0"/>
                  <a:pt x="330724" y="74115"/>
                  <a:pt x="330724" y="165419"/>
                </a:cubicBezTo>
                <a:cubicBezTo>
                  <a:pt x="330724" y="256723"/>
                  <a:pt x="256724" y="330838"/>
                  <a:pt x="165419" y="330838"/>
                </a:cubicBezTo>
                <a:cubicBezTo>
                  <a:pt x="74000" y="330838"/>
                  <a:pt x="0" y="256723"/>
                  <a:pt x="0" y="165419"/>
                </a:cubicBezTo>
              </a:path>
            </a:pathLst>
          </a:custGeom>
          <a:solidFill xmlns:a="http://schemas.openxmlformats.org/drawingml/2006/main">
            <a:srgbClr val="E8E8E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" name="path-223">
            <a:extLst xmlns:a="http://schemas.openxmlformats.org/drawingml/2006/main">
              <a:ext uri="{FF2B5EF4-FFF2-40B4-BE49-F238E27FC236}">
                <a16:creationId xmlns:a16="http://schemas.microsoft.com/office/drawing/2014/main" id="{13808C76-8E41-4FE4-8100-F4CC67A9A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72325" y="7012751"/>
            <a:ext cx="8759547" cy="1135740"/>
          </a:xfrm>
          <a:custGeom xmlns:a="http://schemas.openxmlformats.org/drawingml/2006/main">
            <a:pathLst>
              <a:path w="7965713" h="1032813">
                <a:moveTo>
                  <a:pt x="14117" y="73886"/>
                </a:moveTo>
                <a:cubicBezTo>
                  <a:pt x="11271" y="54418"/>
                  <a:pt x="32901" y="33812"/>
                  <a:pt x="54305" y="33585"/>
                </a:cubicBezTo>
                <a:cubicBezTo>
                  <a:pt x="185115" y="53280"/>
                  <a:pt x="328674" y="11726"/>
                  <a:pt x="501265" y="33585"/>
                </a:cubicBezTo>
                <a:cubicBezTo>
                  <a:pt x="673742" y="55557"/>
                  <a:pt x="770056" y="51231"/>
                  <a:pt x="869558" y="33585"/>
                </a:cubicBezTo>
                <a:cubicBezTo>
                  <a:pt x="969173" y="15939"/>
                  <a:pt x="1324488" y="28461"/>
                  <a:pt x="1473513" y="33585"/>
                </a:cubicBezTo>
                <a:cubicBezTo>
                  <a:pt x="1622537" y="38821"/>
                  <a:pt x="1834405" y="7855"/>
                  <a:pt x="1998914" y="33585"/>
                </a:cubicBezTo>
                <a:cubicBezTo>
                  <a:pt x="2163308" y="59314"/>
                  <a:pt x="2435400" y="57834"/>
                  <a:pt x="2759862" y="33585"/>
                </a:cubicBezTo>
                <a:cubicBezTo>
                  <a:pt x="3084211" y="9335"/>
                  <a:pt x="3013512" y="33470"/>
                  <a:pt x="3128155" y="33585"/>
                </a:cubicBezTo>
                <a:cubicBezTo>
                  <a:pt x="3242798" y="33812"/>
                  <a:pt x="3480623" y="13093"/>
                  <a:pt x="3653556" y="33585"/>
                </a:cubicBezTo>
                <a:cubicBezTo>
                  <a:pt x="3826488" y="54191"/>
                  <a:pt x="4249313" y="0"/>
                  <a:pt x="4414504" y="33585"/>
                </a:cubicBezTo>
                <a:cubicBezTo>
                  <a:pt x="4579695" y="67170"/>
                  <a:pt x="4847462" y="13433"/>
                  <a:pt x="5018346" y="33585"/>
                </a:cubicBezTo>
                <a:cubicBezTo>
                  <a:pt x="5189342" y="53849"/>
                  <a:pt x="5412595" y="41326"/>
                  <a:pt x="5779294" y="33585"/>
                </a:cubicBezTo>
                <a:cubicBezTo>
                  <a:pt x="6145993" y="25957"/>
                  <a:pt x="6272703" y="51686"/>
                  <a:pt x="6540243" y="33585"/>
                </a:cubicBezTo>
                <a:cubicBezTo>
                  <a:pt x="6807781" y="15483"/>
                  <a:pt x="6796852" y="41212"/>
                  <a:pt x="6908535" y="33585"/>
                </a:cubicBezTo>
                <a:cubicBezTo>
                  <a:pt x="7020333" y="26071"/>
                  <a:pt x="7526153" y="20492"/>
                  <a:pt x="7905032" y="33585"/>
                </a:cubicBezTo>
                <a:cubicBezTo>
                  <a:pt x="7927347" y="38594"/>
                  <a:pt x="7943284" y="54191"/>
                  <a:pt x="7945219" y="73886"/>
                </a:cubicBezTo>
                <a:cubicBezTo>
                  <a:pt x="7949203" y="228831"/>
                  <a:pt x="7924842" y="422598"/>
                  <a:pt x="7945219" y="529157"/>
                </a:cubicBezTo>
                <a:cubicBezTo>
                  <a:pt x="7965713" y="635604"/>
                  <a:pt x="7932582" y="792256"/>
                  <a:pt x="7945219" y="966441"/>
                </a:cubicBezTo>
                <a:cubicBezTo>
                  <a:pt x="7943398" y="992057"/>
                  <a:pt x="7924388" y="1008109"/>
                  <a:pt x="7905032" y="1006743"/>
                </a:cubicBezTo>
                <a:cubicBezTo>
                  <a:pt x="7663906" y="995813"/>
                  <a:pt x="7416176" y="1012663"/>
                  <a:pt x="7144083" y="1006743"/>
                </a:cubicBezTo>
                <a:cubicBezTo>
                  <a:pt x="6872104" y="1000822"/>
                  <a:pt x="6868576" y="1024844"/>
                  <a:pt x="6618683" y="1006743"/>
                </a:cubicBezTo>
                <a:cubicBezTo>
                  <a:pt x="6368904" y="988641"/>
                  <a:pt x="6310615" y="1032813"/>
                  <a:pt x="6093281" y="1006743"/>
                </a:cubicBezTo>
                <a:cubicBezTo>
                  <a:pt x="5876064" y="980558"/>
                  <a:pt x="5741270" y="1015736"/>
                  <a:pt x="5646435" y="1006743"/>
                </a:cubicBezTo>
                <a:cubicBezTo>
                  <a:pt x="5551601" y="997749"/>
                  <a:pt x="5278028" y="1015850"/>
                  <a:pt x="5121035" y="1006743"/>
                </a:cubicBezTo>
                <a:cubicBezTo>
                  <a:pt x="4964040" y="997635"/>
                  <a:pt x="4627055" y="1005490"/>
                  <a:pt x="4438639" y="1006743"/>
                </a:cubicBezTo>
                <a:cubicBezTo>
                  <a:pt x="4250225" y="1007995"/>
                  <a:pt x="4168824" y="996838"/>
                  <a:pt x="4070233" y="1006743"/>
                </a:cubicBezTo>
                <a:cubicBezTo>
                  <a:pt x="3971756" y="1016533"/>
                  <a:pt x="3836051" y="996952"/>
                  <a:pt x="3623386" y="1006743"/>
                </a:cubicBezTo>
                <a:cubicBezTo>
                  <a:pt x="3410720" y="1016533"/>
                  <a:pt x="3124398" y="988413"/>
                  <a:pt x="2862438" y="1006743"/>
                </a:cubicBezTo>
                <a:cubicBezTo>
                  <a:pt x="2600591" y="1025072"/>
                  <a:pt x="2340339" y="1024388"/>
                  <a:pt x="2180043" y="1006743"/>
                </a:cubicBezTo>
                <a:cubicBezTo>
                  <a:pt x="2019862" y="989097"/>
                  <a:pt x="1832128" y="1022340"/>
                  <a:pt x="1733197" y="1006743"/>
                </a:cubicBezTo>
                <a:cubicBezTo>
                  <a:pt x="1634264" y="991032"/>
                  <a:pt x="1470097" y="1019949"/>
                  <a:pt x="1207795" y="1006743"/>
                </a:cubicBezTo>
                <a:cubicBezTo>
                  <a:pt x="945494" y="993537"/>
                  <a:pt x="850887" y="1025983"/>
                  <a:pt x="760948" y="1006743"/>
                </a:cubicBezTo>
                <a:cubicBezTo>
                  <a:pt x="670896" y="987389"/>
                  <a:pt x="290081" y="1010955"/>
                  <a:pt x="54305" y="1006743"/>
                </a:cubicBezTo>
                <a:cubicBezTo>
                  <a:pt x="32561" y="1007198"/>
                  <a:pt x="13775" y="990349"/>
                  <a:pt x="14117" y="966441"/>
                </a:cubicBezTo>
                <a:cubicBezTo>
                  <a:pt x="6831" y="756623"/>
                  <a:pt x="0" y="649493"/>
                  <a:pt x="14117" y="511283"/>
                </a:cubicBezTo>
                <a:cubicBezTo>
                  <a:pt x="28234" y="373074"/>
                  <a:pt x="14003" y="245794"/>
                  <a:pt x="14117" y="73886"/>
                </a:cubicBezTo>
              </a:path>
            </a:pathLst>
          </a:custGeom>
          <a:solidFill xmlns:a="http://schemas.openxmlformats.org/drawingml/2006/main">
            <a:srgbClr val="FFFAD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" name="path-224">
            <a:extLst xmlns:a="http://schemas.openxmlformats.org/drawingml/2006/main">
              <a:ext uri="{FF2B5EF4-FFF2-40B4-BE49-F238E27FC236}">
                <a16:creationId xmlns:a16="http://schemas.microsoft.com/office/drawing/2014/main" id="{9D1EE067-FD2B-4C83-876F-68B442A95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64939" y="7021640"/>
            <a:ext cx="8750531" cy="1124723"/>
          </a:xfrm>
          <a:custGeom xmlns:a="http://schemas.openxmlformats.org/drawingml/2006/main">
            <a:pathLst>
              <a:path w="7957514" h="1022795">
                <a:moveTo>
                  <a:pt x="20833" y="65802"/>
                </a:moveTo>
                <a:cubicBezTo>
                  <a:pt x="22883" y="41667"/>
                  <a:pt x="42920" y="24021"/>
                  <a:pt x="61021" y="25501"/>
                </a:cubicBezTo>
                <a:cubicBezTo>
                  <a:pt x="340286" y="0"/>
                  <a:pt x="529613" y="31649"/>
                  <a:pt x="821969" y="25501"/>
                </a:cubicBezTo>
                <a:cubicBezTo>
                  <a:pt x="1114327" y="19467"/>
                  <a:pt x="1190604" y="30283"/>
                  <a:pt x="1347370" y="25501"/>
                </a:cubicBezTo>
                <a:cubicBezTo>
                  <a:pt x="1504137" y="20833"/>
                  <a:pt x="1771447" y="11042"/>
                  <a:pt x="2108319" y="25501"/>
                </a:cubicBezTo>
                <a:cubicBezTo>
                  <a:pt x="2445190" y="40073"/>
                  <a:pt x="2347282" y="32901"/>
                  <a:pt x="2476611" y="25501"/>
                </a:cubicBezTo>
                <a:cubicBezTo>
                  <a:pt x="2606055" y="18101"/>
                  <a:pt x="2748249" y="6488"/>
                  <a:pt x="3002011" y="25501"/>
                </a:cubicBezTo>
                <a:cubicBezTo>
                  <a:pt x="3255890" y="44627"/>
                  <a:pt x="3382031" y="40984"/>
                  <a:pt x="3605967" y="25501"/>
                </a:cubicBezTo>
                <a:cubicBezTo>
                  <a:pt x="3829903" y="10131"/>
                  <a:pt x="4006479" y="35975"/>
                  <a:pt x="4288361" y="25501"/>
                </a:cubicBezTo>
                <a:cubicBezTo>
                  <a:pt x="4570131" y="15141"/>
                  <a:pt x="4664966" y="3643"/>
                  <a:pt x="4813762" y="25501"/>
                </a:cubicBezTo>
                <a:cubicBezTo>
                  <a:pt x="4962560" y="47473"/>
                  <a:pt x="5060239" y="22086"/>
                  <a:pt x="5182168" y="25501"/>
                </a:cubicBezTo>
                <a:cubicBezTo>
                  <a:pt x="5303985" y="29031"/>
                  <a:pt x="5588600" y="50775"/>
                  <a:pt x="5707455" y="25501"/>
                </a:cubicBezTo>
                <a:cubicBezTo>
                  <a:pt x="5826312" y="341"/>
                  <a:pt x="6067209" y="32332"/>
                  <a:pt x="6389965" y="25501"/>
                </a:cubicBezTo>
                <a:cubicBezTo>
                  <a:pt x="6712605" y="18670"/>
                  <a:pt x="6681639" y="38479"/>
                  <a:pt x="6836811" y="25501"/>
                </a:cubicBezTo>
                <a:cubicBezTo>
                  <a:pt x="6991984" y="12637"/>
                  <a:pt x="7424941" y="35861"/>
                  <a:pt x="7911748" y="25501"/>
                </a:cubicBezTo>
                <a:cubicBezTo>
                  <a:pt x="7937477" y="25273"/>
                  <a:pt x="7951595" y="39959"/>
                  <a:pt x="7951936" y="65802"/>
                </a:cubicBezTo>
                <a:cubicBezTo>
                  <a:pt x="7947838" y="282679"/>
                  <a:pt x="7946471" y="428403"/>
                  <a:pt x="7951936" y="521074"/>
                </a:cubicBezTo>
                <a:cubicBezTo>
                  <a:pt x="7957514" y="613631"/>
                  <a:pt x="7955579" y="868305"/>
                  <a:pt x="7951936" y="958358"/>
                </a:cubicBezTo>
                <a:cubicBezTo>
                  <a:pt x="7957287" y="981468"/>
                  <a:pt x="7930531" y="1001277"/>
                  <a:pt x="7911748" y="998659"/>
                </a:cubicBezTo>
                <a:cubicBezTo>
                  <a:pt x="7821470" y="990121"/>
                  <a:pt x="7691455" y="992284"/>
                  <a:pt x="7543341" y="998659"/>
                </a:cubicBezTo>
                <a:cubicBezTo>
                  <a:pt x="7395227" y="1005035"/>
                  <a:pt x="7153987" y="980671"/>
                  <a:pt x="6782393" y="998659"/>
                </a:cubicBezTo>
                <a:cubicBezTo>
                  <a:pt x="6410912" y="1016533"/>
                  <a:pt x="6327463" y="1009930"/>
                  <a:pt x="6021558" y="998659"/>
                </a:cubicBezTo>
                <a:cubicBezTo>
                  <a:pt x="5715653" y="987389"/>
                  <a:pt x="5686509" y="1011979"/>
                  <a:pt x="5574598" y="998659"/>
                </a:cubicBezTo>
                <a:cubicBezTo>
                  <a:pt x="5462800" y="985226"/>
                  <a:pt x="5195603" y="990917"/>
                  <a:pt x="4970756" y="998659"/>
                </a:cubicBezTo>
                <a:cubicBezTo>
                  <a:pt x="4745910" y="1006401"/>
                  <a:pt x="4694452" y="1015053"/>
                  <a:pt x="4445356" y="998659"/>
                </a:cubicBezTo>
                <a:cubicBezTo>
                  <a:pt x="4196260" y="982265"/>
                  <a:pt x="3933161" y="1022795"/>
                  <a:pt x="3762961" y="998659"/>
                </a:cubicBezTo>
                <a:cubicBezTo>
                  <a:pt x="3592761" y="974524"/>
                  <a:pt x="3547108" y="988413"/>
                  <a:pt x="3394555" y="998659"/>
                </a:cubicBezTo>
                <a:cubicBezTo>
                  <a:pt x="3242001" y="1008906"/>
                  <a:pt x="2891582" y="1011979"/>
                  <a:pt x="2633720" y="998659"/>
                </a:cubicBezTo>
                <a:cubicBezTo>
                  <a:pt x="2375744" y="985339"/>
                  <a:pt x="2284895" y="994561"/>
                  <a:pt x="2029764" y="998659"/>
                </a:cubicBezTo>
                <a:cubicBezTo>
                  <a:pt x="1774636" y="1002758"/>
                  <a:pt x="1760519" y="1021087"/>
                  <a:pt x="1504365" y="998659"/>
                </a:cubicBezTo>
                <a:cubicBezTo>
                  <a:pt x="1248210" y="976232"/>
                  <a:pt x="1083246" y="977484"/>
                  <a:pt x="821969" y="998659"/>
                </a:cubicBezTo>
                <a:cubicBezTo>
                  <a:pt x="560692" y="1019835"/>
                  <a:pt x="319680" y="969857"/>
                  <a:pt x="61021" y="998659"/>
                </a:cubicBezTo>
                <a:cubicBezTo>
                  <a:pt x="38251" y="1000594"/>
                  <a:pt x="20151" y="984656"/>
                  <a:pt x="20833" y="958358"/>
                </a:cubicBezTo>
                <a:cubicBezTo>
                  <a:pt x="35974" y="855668"/>
                  <a:pt x="18100" y="708806"/>
                  <a:pt x="20833" y="538834"/>
                </a:cubicBezTo>
                <a:cubicBezTo>
                  <a:pt x="23451" y="368861"/>
                  <a:pt x="0" y="196840"/>
                  <a:pt x="20833" y="65802"/>
                </a:cubicBezTo>
              </a:path>
            </a:pathLst>
          </a:custGeom>
          <a:noFill xmlns:a="http://schemas.openxmlformats.org/drawingml/2006/main"/>
          <a:ln xmlns:a="http://schemas.openxmlformats.org/drawingml/2006/main" w="18779">
            <a:solidFill>
              <a:srgbClr val="FFC000"/>
            </a:solidFill>
            <a:prstDash val="solid"/>
          </a:ln>
        </p:spPr>
      </p:sp>
      <p:sp>
        <p:nvSpPr>
          <p:cNvPr id="227" name="text-225 North">
            <a:extLst xmlns:a="http://schemas.openxmlformats.org/drawingml/2006/main">
              <a:ext uri="{FF2B5EF4-FFF2-40B4-BE49-F238E27FC236}">
                <a16:creationId xmlns:a16="http://schemas.microsoft.com/office/drawing/2014/main" id="{AF56AC44-71D3-469A-A1EE-710C8704C9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28188" y="7090182"/>
            <a:ext cx="609370" cy="2799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1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1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1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North</a:t>
            </a:r>
          </a:p>
        </p:txBody>
      </p:sp>
      <p:sp>
        <p:nvSpPr>
          <p:cNvPr id="228" name="text-227 America">
            <a:extLst xmlns:a="http://schemas.openxmlformats.org/drawingml/2006/main">
              <a:ext uri="{FF2B5EF4-FFF2-40B4-BE49-F238E27FC236}">
                <a16:creationId xmlns:a16="http://schemas.microsoft.com/office/drawing/2014/main" id="{3B58D97C-5EF6-4C36-9846-E2558B051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90703" y="7090217"/>
            <a:ext cx="814971" cy="2799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1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1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1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America</a:t>
            </a:r>
          </a:p>
        </p:txBody>
      </p:sp>
      <p:sp>
        <p:nvSpPr>
          <p:cNvPr id="229" name="text-228 .">
            <a:extLst xmlns:a="http://schemas.openxmlformats.org/drawingml/2006/main">
              <a:ext uri="{FF2B5EF4-FFF2-40B4-BE49-F238E27FC236}">
                <a16:creationId xmlns:a16="http://schemas.microsoft.com/office/drawing/2014/main" id="{A0C7EC37-319B-45A1-8F6E-2D09A6A6FA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71900" y="7090249"/>
            <a:ext cx="122621" cy="2798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1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1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1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sp>
        <p:nvSpPr>
          <p:cNvPr id="230" name="text-230 This">
            <a:extLst xmlns:a="http://schemas.openxmlformats.org/drawingml/2006/main">
              <a:ext uri="{FF2B5EF4-FFF2-40B4-BE49-F238E27FC236}">
                <a16:creationId xmlns:a16="http://schemas.microsoft.com/office/drawing/2014/main" id="{BC577568-DAE2-4491-8F40-4446621C8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47669" y="7089859"/>
            <a:ext cx="441427" cy="2804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This</a:t>
            </a:r>
          </a:p>
        </p:txBody>
      </p:sp>
      <p:sp>
        <p:nvSpPr>
          <p:cNvPr id="231" name="text-232 conclusion">
            <a:extLst xmlns:a="http://schemas.openxmlformats.org/drawingml/2006/main">
              <a:ext uri="{FF2B5EF4-FFF2-40B4-BE49-F238E27FC236}">
                <a16:creationId xmlns:a16="http://schemas.microsoft.com/office/drawing/2014/main" id="{9DEE2894-D507-4AA9-95D8-CB02976DE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31411" y="7090271"/>
            <a:ext cx="972561" cy="2798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conclusion</a:t>
            </a:r>
          </a:p>
        </p:txBody>
      </p:sp>
      <p:sp>
        <p:nvSpPr>
          <p:cNvPr id="232" name="text-234 is">
            <a:extLst xmlns:a="http://schemas.openxmlformats.org/drawingml/2006/main">
              <a:ext uri="{FF2B5EF4-FFF2-40B4-BE49-F238E27FC236}">
                <a16:creationId xmlns:a16="http://schemas.microsoft.com/office/drawing/2014/main" id="{AD9797FA-F1EC-4938-92F7-887933D48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48470" y="7090772"/>
            <a:ext cx="188746" cy="2791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0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is</a:t>
            </a:r>
          </a:p>
        </p:txBody>
      </p:sp>
      <p:sp>
        <p:nvSpPr>
          <p:cNvPr id="233" name="text-236 robustly">
            <a:extLst xmlns:a="http://schemas.openxmlformats.org/drawingml/2006/main">
              <a:ext uri="{FF2B5EF4-FFF2-40B4-BE49-F238E27FC236}">
                <a16:creationId xmlns:a16="http://schemas.microsoft.com/office/drawing/2014/main" id="{A03B2481-BA3D-4FF8-9155-8A081B4E66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80074" y="7090211"/>
            <a:ext cx="809944" cy="2799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robustly</a:t>
            </a:r>
          </a:p>
        </p:txBody>
      </p:sp>
      <p:sp>
        <p:nvSpPr>
          <p:cNvPr id="234" name="text-238 supported">
            <a:extLst xmlns:a="http://schemas.openxmlformats.org/drawingml/2006/main">
              <a:ext uri="{FF2B5EF4-FFF2-40B4-BE49-F238E27FC236}">
                <a16:creationId xmlns:a16="http://schemas.microsoft.com/office/drawing/2014/main" id="{74E74097-C281-4389-9913-95E66A9A1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31879" y="7089928"/>
            <a:ext cx="974613" cy="2803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supported</a:t>
            </a:r>
          </a:p>
        </p:txBody>
      </p:sp>
      <p:sp>
        <p:nvSpPr>
          <p:cNvPr id="235" name="text-240 by">
            <a:extLst xmlns:a="http://schemas.openxmlformats.org/drawingml/2006/main">
              <a:ext uri="{FF2B5EF4-FFF2-40B4-BE49-F238E27FC236}">
                <a16:creationId xmlns:a16="http://schemas.microsoft.com/office/drawing/2014/main" id="{1A84327C-0BCF-4499-B38D-5BEFE43CF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48936" y="7090123"/>
            <a:ext cx="258692" cy="2800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by</a:t>
            </a:r>
          </a:p>
        </p:txBody>
      </p:sp>
      <p:sp>
        <p:nvSpPr>
          <p:cNvPr id="236" name="text-242 the">
            <a:extLst xmlns:a="http://schemas.openxmlformats.org/drawingml/2006/main">
              <a:ext uri="{FF2B5EF4-FFF2-40B4-BE49-F238E27FC236}">
                <a16:creationId xmlns:a16="http://schemas.microsoft.com/office/drawing/2014/main" id="{7ED9EE0B-8EFF-4389-B195-D7E105725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49397" y="7089891"/>
            <a:ext cx="355712" cy="2803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237" name="text-244 collective">
            <a:extLst xmlns:a="http://schemas.openxmlformats.org/drawingml/2006/main">
              <a:ext uri="{FF2B5EF4-FFF2-40B4-BE49-F238E27FC236}">
                <a16:creationId xmlns:a16="http://schemas.microsoft.com/office/drawing/2014/main" id="{DB73E825-2E0F-46C4-A26B-F6D6653CC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47508" y="7090688"/>
            <a:ext cx="920224" cy="2792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collective</a:t>
            </a:r>
          </a:p>
        </p:txBody>
      </p:sp>
      <p:sp>
        <p:nvSpPr>
          <p:cNvPr id="238" name="text-246 expertise">
            <a:extLst xmlns:a="http://schemas.openxmlformats.org/drawingml/2006/main">
              <a:ext uri="{FF2B5EF4-FFF2-40B4-BE49-F238E27FC236}">
                <a16:creationId xmlns:a16="http://schemas.microsoft.com/office/drawing/2014/main" id="{C776577D-C391-4584-86CA-E39FD505C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10484" y="7092264"/>
            <a:ext cx="923333" cy="2770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58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58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58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expertise</a:t>
            </a:r>
          </a:p>
        </p:txBody>
      </p:sp>
      <p:sp>
        <p:nvSpPr>
          <p:cNvPr id="239" name="text-248 of">
            <a:extLst xmlns:a="http://schemas.openxmlformats.org/drawingml/2006/main">
              <a:ext uri="{FF2B5EF4-FFF2-40B4-BE49-F238E27FC236}">
                <a16:creationId xmlns:a16="http://schemas.microsoft.com/office/drawing/2014/main" id="{B7C6365A-074C-4B2A-A715-8DB91CA39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73458" y="7091703"/>
            <a:ext cx="240943" cy="2778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3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3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63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240" name="text-250 the">
            <a:extLst xmlns:a="http://schemas.openxmlformats.org/drawingml/2006/main">
              <a:ext uri="{FF2B5EF4-FFF2-40B4-BE49-F238E27FC236}">
                <a16:creationId xmlns:a16="http://schemas.microsoft.com/office/drawing/2014/main" id="{ECFCBC46-43E7-4737-B698-152F029D2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654765" y="7091770"/>
            <a:ext cx="352375" cy="2777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2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2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62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241" name="text-252 Geospatial">
            <a:extLst xmlns:a="http://schemas.openxmlformats.org/drawingml/2006/main">
              <a:ext uri="{FF2B5EF4-FFF2-40B4-BE49-F238E27FC236}">
                <a16:creationId xmlns:a16="http://schemas.microsoft.com/office/drawing/2014/main" id="{075E0CA2-38CE-43E5-AD8A-09860CD1A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28188" y="7330392"/>
            <a:ext cx="1001127" cy="2802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Geospatial</a:t>
            </a:r>
          </a:p>
        </p:txBody>
      </p:sp>
      <p:sp>
        <p:nvSpPr>
          <p:cNvPr id="242" name="text-254 analysis">
            <a:extLst xmlns:a="http://schemas.openxmlformats.org/drawingml/2006/main">
              <a:ext uri="{FF2B5EF4-FFF2-40B4-BE49-F238E27FC236}">
                <a16:creationId xmlns:a16="http://schemas.microsoft.com/office/drawing/2014/main" id="{5853B9D8-1051-4DAB-A006-A62CF7A1F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39892" y="7329878"/>
            <a:ext cx="757267" cy="2809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0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0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80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analysis</a:t>
            </a:r>
          </a:p>
        </p:txBody>
      </p:sp>
      <p:sp>
        <p:nvSpPr>
          <p:cNvPr id="243" name="text-256 expert,">
            <a:extLst xmlns:a="http://schemas.openxmlformats.org/drawingml/2006/main">
              <a:ext uri="{FF2B5EF4-FFF2-40B4-BE49-F238E27FC236}">
                <a16:creationId xmlns:a16="http://schemas.microsoft.com/office/drawing/2014/main" id="{26BD9728-ADB0-4F98-90A5-F90D8A84B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08222" y="7330251"/>
            <a:ext cx="726591" cy="2804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expert,</a:t>
            </a:r>
          </a:p>
        </p:txBody>
      </p:sp>
      <p:sp>
        <p:nvSpPr>
          <p:cNvPr id="244" name="text-258 region">
            <a:extLst xmlns:a="http://schemas.openxmlformats.org/drawingml/2006/main">
              <a:ext uri="{FF2B5EF4-FFF2-40B4-BE49-F238E27FC236}">
                <a16:creationId xmlns:a16="http://schemas.microsoft.com/office/drawing/2014/main" id="{0996391A-E03E-415D-9503-03A18AE8B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46506" y="7330366"/>
            <a:ext cx="614026" cy="2802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region</a:t>
            </a:r>
          </a:p>
        </p:txBody>
      </p:sp>
      <p:sp>
        <p:nvSpPr>
          <p:cNvPr id="245" name="text-260 perception">
            <a:extLst xmlns:a="http://schemas.openxmlformats.org/drawingml/2006/main">
              <a:ext uri="{FF2B5EF4-FFF2-40B4-BE49-F238E27FC236}">
                <a16:creationId xmlns:a16="http://schemas.microsoft.com/office/drawing/2014/main" id="{589F2360-15C8-41FA-9B51-018D08018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72368" y="7330540"/>
            <a:ext cx="1027617" cy="2800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perception</a:t>
            </a:r>
          </a:p>
        </p:txBody>
      </p:sp>
      <p:sp>
        <p:nvSpPr>
          <p:cNvPr id="246" name="text-262 expert,">
            <a:extLst xmlns:a="http://schemas.openxmlformats.org/drawingml/2006/main">
              <a:ext uri="{FF2B5EF4-FFF2-40B4-BE49-F238E27FC236}">
                <a16:creationId xmlns:a16="http://schemas.microsoft.com/office/drawing/2014/main" id="{9068E902-8C55-4EDA-882F-EC87C83B9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11113" y="7330251"/>
            <a:ext cx="726593" cy="280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expert,</a:t>
            </a:r>
          </a:p>
        </p:txBody>
      </p:sp>
      <p:sp>
        <p:nvSpPr>
          <p:cNvPr id="247" name="text-264 and">
            <a:extLst xmlns:a="http://schemas.openxmlformats.org/drawingml/2006/main">
              <a:ext uri="{FF2B5EF4-FFF2-40B4-BE49-F238E27FC236}">
                <a16:creationId xmlns:a16="http://schemas.microsoft.com/office/drawing/2014/main" id="{62D15F75-248E-414F-B1CC-89BA0775A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49397" y="7330353"/>
            <a:ext cx="360688" cy="2802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248" name="text-266 cultural">
            <a:extLst xmlns:a="http://schemas.openxmlformats.org/drawingml/2006/main">
              <a:ext uri="{FF2B5EF4-FFF2-40B4-BE49-F238E27FC236}">
                <a16:creationId xmlns:a16="http://schemas.microsoft.com/office/drawing/2014/main" id="{93DF57E4-C106-49CC-BD39-E2ADD8A519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521120" y="7329785"/>
            <a:ext cx="751504" cy="2810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8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cultural</a:t>
            </a:r>
          </a:p>
        </p:txBody>
      </p:sp>
      <p:sp>
        <p:nvSpPr>
          <p:cNvPr id="249" name="text-268 analyst,">
            <a:extLst xmlns:a="http://schemas.openxmlformats.org/drawingml/2006/main">
              <a:ext uri="{FF2B5EF4-FFF2-40B4-BE49-F238E27FC236}">
                <a16:creationId xmlns:a16="http://schemas.microsoft.com/office/drawing/2014/main" id="{1F8E614E-19D7-41B8-8AAD-0B8B0FDA8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84943" y="7329590"/>
            <a:ext cx="754527" cy="2813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2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2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82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analyst,</a:t>
            </a:r>
          </a:p>
        </p:txBody>
      </p:sp>
      <p:sp>
        <p:nvSpPr>
          <p:cNvPr id="250" name="text-270 who">
            <a:extLst xmlns:a="http://schemas.openxmlformats.org/drawingml/2006/main">
              <a:ext uri="{FF2B5EF4-FFF2-40B4-BE49-F238E27FC236}">
                <a16:creationId xmlns:a16="http://schemas.microsoft.com/office/drawing/2014/main" id="{302E3D84-7630-438B-87AE-3C98CEC2F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251773" y="7330326"/>
            <a:ext cx="393806" cy="2803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who</a:t>
            </a:r>
          </a:p>
        </p:txBody>
      </p:sp>
      <p:sp>
        <p:nvSpPr>
          <p:cNvPr id="251" name="text-272 all">
            <a:extLst xmlns:a="http://schemas.openxmlformats.org/drawingml/2006/main">
              <a:ext uri="{FF2B5EF4-FFF2-40B4-BE49-F238E27FC236}">
                <a16:creationId xmlns:a16="http://schemas.microsoft.com/office/drawing/2014/main" id="{DF5BE573-6173-42CA-9BC9-C4373FF69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756921" y="7330278"/>
            <a:ext cx="248148" cy="2803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all</a:t>
            </a:r>
          </a:p>
        </p:txBody>
      </p:sp>
      <p:sp>
        <p:nvSpPr>
          <p:cNvPr id="252" name="text-274 independently">
            <a:extLst xmlns:a="http://schemas.openxmlformats.org/drawingml/2006/main">
              <a:ext uri="{FF2B5EF4-FFF2-40B4-BE49-F238E27FC236}">
                <a16:creationId xmlns:a16="http://schemas.microsoft.com/office/drawing/2014/main" id="{5E34359C-C158-4EF8-BA22-D625F67DE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28188" y="7571237"/>
            <a:ext cx="1329657" cy="2800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independently</a:t>
            </a:r>
          </a:p>
        </p:txBody>
      </p:sp>
      <p:sp>
        <p:nvSpPr>
          <p:cNvPr id="253" name="text-276 identified">
            <a:extLst xmlns:a="http://schemas.openxmlformats.org/drawingml/2006/main">
              <a:ext uri="{FF2B5EF4-FFF2-40B4-BE49-F238E27FC236}">
                <a16:creationId xmlns:a16="http://schemas.microsoft.com/office/drawing/2014/main" id="{56523339-45B9-4610-AE06-2857E2CC4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89274" y="7571060"/>
            <a:ext cx="959625" cy="2803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identified</a:t>
            </a:r>
          </a:p>
        </p:txBody>
      </p:sp>
      <p:sp>
        <p:nvSpPr>
          <p:cNvPr id="254" name="text-278 key">
            <a:extLst xmlns:a="http://schemas.openxmlformats.org/drawingml/2006/main">
              <a:ext uri="{FF2B5EF4-FFF2-40B4-BE49-F238E27FC236}">
                <a16:creationId xmlns:a16="http://schemas.microsoft.com/office/drawing/2014/main" id="{844087FF-0451-400B-8935-52CD95D4CB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80793" y="7571076"/>
            <a:ext cx="357968" cy="280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key</a:t>
            </a:r>
          </a:p>
        </p:txBody>
      </p:sp>
      <p:sp>
        <p:nvSpPr>
          <p:cNvPr id="255" name="text-280 indicators">
            <a:extLst xmlns:a="http://schemas.openxmlformats.org/drawingml/2006/main">
              <a:ext uri="{FF2B5EF4-FFF2-40B4-BE49-F238E27FC236}">
                <a16:creationId xmlns:a16="http://schemas.microsoft.com/office/drawing/2014/main" id="{D624F197-0D0E-4585-9124-F319DA7B6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69889" y="7570991"/>
            <a:ext cx="969313" cy="2804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7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indicators</a:t>
            </a:r>
          </a:p>
        </p:txBody>
      </p:sp>
      <p:sp>
        <p:nvSpPr>
          <p:cNvPr id="256" name="text-282 consistent">
            <a:extLst xmlns:a="http://schemas.openxmlformats.org/drawingml/2006/main">
              <a:ext uri="{FF2B5EF4-FFF2-40B4-BE49-F238E27FC236}">
                <a16:creationId xmlns:a16="http://schemas.microsoft.com/office/drawing/2014/main" id="{F9B5B7B9-AC5C-4E41-895A-ADE792481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72174" y="7571127"/>
            <a:ext cx="1002530" cy="2802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consistent</a:t>
            </a:r>
          </a:p>
        </p:txBody>
      </p:sp>
      <p:sp>
        <p:nvSpPr>
          <p:cNvPr id="257" name="text-284 with">
            <a:extLst xmlns:a="http://schemas.openxmlformats.org/drawingml/2006/main">
              <a:ext uri="{FF2B5EF4-FFF2-40B4-BE49-F238E27FC236}">
                <a16:creationId xmlns:a16="http://schemas.microsoft.com/office/drawing/2014/main" id="{8B9490B5-8FE8-4FA0-85AB-892963183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07261" y="7571439"/>
            <a:ext cx="438109" cy="2797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with</a:t>
            </a:r>
          </a:p>
        </p:txBody>
      </p:sp>
      <p:sp>
        <p:nvSpPr>
          <p:cNvPr id="258" name="text-286 North">
            <a:extLst xmlns:a="http://schemas.openxmlformats.org/drawingml/2006/main">
              <a:ext uri="{FF2B5EF4-FFF2-40B4-BE49-F238E27FC236}">
                <a16:creationId xmlns:a16="http://schemas.microsoft.com/office/drawing/2014/main" id="{1C08C2EB-909E-4B65-877A-CA26BE9C0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77480" y="7571208"/>
            <a:ext cx="606389" cy="2801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North</a:t>
            </a:r>
          </a:p>
        </p:txBody>
      </p:sp>
      <p:sp>
        <p:nvSpPr>
          <p:cNvPr id="259" name="text-288 American,">
            <a:extLst xmlns:a="http://schemas.openxmlformats.org/drawingml/2006/main">
              <a:ext uri="{FF2B5EF4-FFF2-40B4-BE49-F238E27FC236}">
                <a16:creationId xmlns:a16="http://schemas.microsoft.com/office/drawing/2014/main" id="{632A9214-E3C8-4882-B0AD-9029CBD08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15960" y="7570876"/>
            <a:ext cx="966141" cy="2805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8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8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8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American,</a:t>
            </a:r>
          </a:p>
        </p:txBody>
      </p:sp>
      <p:sp>
        <p:nvSpPr>
          <p:cNvPr id="260" name="text-290 particularly">
            <a:extLst xmlns:a="http://schemas.openxmlformats.org/drawingml/2006/main">
              <a:ext uri="{FF2B5EF4-FFF2-40B4-BE49-F238E27FC236}">
                <a16:creationId xmlns:a16="http://schemas.microsoft.com/office/drawing/2014/main" id="{D1C73F5D-941A-4A19-818E-4B08F9EE2B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14991" y="7570557"/>
            <a:ext cx="1114186" cy="2810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8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particularly</a:t>
            </a:r>
          </a:p>
        </p:txBody>
      </p:sp>
      <p:sp>
        <p:nvSpPr>
          <p:cNvPr id="261" name="text-292 New">
            <a:extLst xmlns:a="http://schemas.openxmlformats.org/drawingml/2006/main">
              <a:ext uri="{FF2B5EF4-FFF2-40B4-BE49-F238E27FC236}">
                <a16:creationId xmlns:a16="http://schemas.microsoft.com/office/drawing/2014/main" id="{D6178039-AFBC-4D50-8338-69341C16A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561622" y="7570679"/>
            <a:ext cx="442931" cy="2808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0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0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80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New</a:t>
            </a:r>
          </a:p>
        </p:txBody>
      </p:sp>
      <p:sp>
        <p:nvSpPr>
          <p:cNvPr id="262" name="text-294 York">
            <a:extLst xmlns:a="http://schemas.openxmlformats.org/drawingml/2006/main">
              <a:ext uri="{FF2B5EF4-FFF2-40B4-BE49-F238E27FC236}">
                <a16:creationId xmlns:a16="http://schemas.microsoft.com/office/drawing/2014/main" id="{BDB65BD7-923A-4025-A4D6-D2DE50BF97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28188" y="7812117"/>
            <a:ext cx="471103" cy="2793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1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York</a:t>
            </a:r>
          </a:p>
        </p:txBody>
      </p:sp>
      <p:sp>
        <p:nvSpPr>
          <p:cNvPr id="263" name="text-296 City,">
            <a:extLst xmlns:a="http://schemas.openxmlformats.org/drawingml/2006/main">
              <a:ext uri="{FF2B5EF4-FFF2-40B4-BE49-F238E27FC236}">
                <a16:creationId xmlns:a16="http://schemas.microsoft.com/office/drawing/2014/main" id="{BA3BA736-5113-45A5-A996-70BBA0C09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23947" y="7811997"/>
            <a:ext cx="465295" cy="2795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2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2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2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City,</a:t>
            </a:r>
          </a:p>
        </p:txBody>
      </p:sp>
      <p:sp>
        <p:nvSpPr>
          <p:cNvPr id="264" name="text-298 urban">
            <a:extLst xmlns:a="http://schemas.openxmlformats.org/drawingml/2006/main">
              <a:ext uri="{FF2B5EF4-FFF2-40B4-BE49-F238E27FC236}">
                <a16:creationId xmlns:a16="http://schemas.microsoft.com/office/drawing/2014/main" id="{3B164F45-0C7C-498A-9849-4416913DE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13698" y="7811789"/>
            <a:ext cx="561154" cy="2798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urban</a:t>
            </a:r>
          </a:p>
        </p:txBody>
      </p:sp>
      <p:sp>
        <p:nvSpPr>
          <p:cNvPr id="265" name="text-300 planning">
            <a:extLst xmlns:a="http://schemas.openxmlformats.org/drawingml/2006/main">
              <a:ext uri="{FF2B5EF4-FFF2-40B4-BE49-F238E27FC236}">
                <a16:creationId xmlns:a16="http://schemas.microsoft.com/office/drawing/2014/main" id="{FA6C0724-27E0-470D-834E-34DBE7A72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02600" y="7811768"/>
            <a:ext cx="775615" cy="2798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planning</a:t>
            </a:r>
          </a:p>
        </p:txBody>
      </p:sp>
      <p:sp>
        <p:nvSpPr>
          <p:cNvPr id="266" name="text-302 and">
            <a:extLst xmlns:a="http://schemas.openxmlformats.org/drawingml/2006/main">
              <a:ext uri="{FF2B5EF4-FFF2-40B4-BE49-F238E27FC236}">
                <a16:creationId xmlns:a16="http://schemas.microsoft.com/office/drawing/2014/main" id="{E8D22A1A-1B18-443C-A645-95954ABBE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03327" y="7811772"/>
            <a:ext cx="360145" cy="2798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267" name="text-304 transportation">
            <a:extLst xmlns:a="http://schemas.openxmlformats.org/drawingml/2006/main">
              <a:ext uri="{FF2B5EF4-FFF2-40B4-BE49-F238E27FC236}">
                <a16:creationId xmlns:a16="http://schemas.microsoft.com/office/drawing/2014/main" id="{6D554876-9EF4-4DE1-9F1B-D510330041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89419" y="7811559"/>
            <a:ext cx="1395784" cy="2801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6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transportation</a:t>
            </a:r>
          </a:p>
        </p:txBody>
      </p:sp>
      <p:sp>
        <p:nvSpPr>
          <p:cNvPr id="268" name="text-306 infrastructure">
            <a:extLst xmlns:a="http://schemas.openxmlformats.org/drawingml/2006/main">
              <a:ext uri="{FF2B5EF4-FFF2-40B4-BE49-F238E27FC236}">
                <a16:creationId xmlns:a16="http://schemas.microsoft.com/office/drawing/2014/main" id="{33B3A9B6-2EF1-4807-BDF8-30E32A359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09345" y="7811594"/>
            <a:ext cx="1395061" cy="2800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5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infrastructure</a:t>
            </a:r>
          </a:p>
        </p:txBody>
      </p:sp>
      <p:sp>
        <p:nvSpPr>
          <p:cNvPr id="269" name="text-307 .">
            <a:extLst xmlns:a="http://schemas.openxmlformats.org/drawingml/2006/main">
              <a:ext uri="{FF2B5EF4-FFF2-40B4-BE49-F238E27FC236}">
                <a16:creationId xmlns:a16="http://schemas.microsoft.com/office/drawing/2014/main" id="{277DFDA0-2D77-44E8-8B35-4D903B041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68927" y="7811703"/>
            <a:ext cx="85749" cy="2799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defRPr>
            </a:pPr>
            <a:r>
              <a:rPr sz="1574" b="0" i="0">
                <a:solidFill>
                  <a:srgbClr val="941651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sp>
        <p:nvSpPr>
          <p:cNvPr id="270" name="text-308 Stage">
            <a:extLst xmlns:a="http://schemas.openxmlformats.org/drawingml/2006/main">
              <a:ext uri="{FF2B5EF4-FFF2-40B4-BE49-F238E27FC236}">
                <a16:creationId xmlns:a16="http://schemas.microsoft.com/office/drawing/2014/main" id="{7798E438-97B5-4C37-A32B-AFE667E39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06017" y="6562806"/>
            <a:ext cx="673801" cy="3154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Stage</a:t>
            </a:r>
          </a:p>
        </p:txBody>
      </p:sp>
      <p:sp>
        <p:nvSpPr>
          <p:cNvPr id="271" name="text-309 4:">
            <a:extLst xmlns:a="http://schemas.openxmlformats.org/drawingml/2006/main">
              <a:ext uri="{FF2B5EF4-FFF2-40B4-BE49-F238E27FC236}">
                <a16:creationId xmlns:a16="http://schemas.microsoft.com/office/drawing/2014/main" id="{6774E1CC-6677-4FDA-8C70-23015B09A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36137" y="6562474"/>
            <a:ext cx="276242" cy="3159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4:</a:t>
            </a:r>
          </a:p>
        </p:txBody>
      </p:sp>
      <p:sp>
        <p:nvSpPr>
          <p:cNvPr id="272" name="text-310 Integrate">
            <a:extLst xmlns:a="http://schemas.openxmlformats.org/drawingml/2006/main">
              <a:ext uri="{FF2B5EF4-FFF2-40B4-BE49-F238E27FC236}">
                <a16:creationId xmlns:a16="http://schemas.microsoft.com/office/drawing/2014/main" id="{D99DA31A-0A1A-4F7C-86EB-8ED46DD7FF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68395" y="6562609"/>
            <a:ext cx="1099967" cy="3157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Integrate</a:t>
            </a:r>
          </a:p>
        </p:txBody>
      </p:sp>
      <p:sp>
        <p:nvSpPr>
          <p:cNvPr id="273" name="text-310 to">
            <a:extLst xmlns:a="http://schemas.openxmlformats.org/drawingml/2006/main">
              <a:ext uri="{FF2B5EF4-FFF2-40B4-BE49-F238E27FC236}">
                <a16:creationId xmlns:a16="http://schemas.microsoft.com/office/drawing/2014/main" id="{7059343C-BA75-4FB4-BC52-D2210F8F0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24642" y="6562864"/>
            <a:ext cx="265196" cy="315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to</a:t>
            </a:r>
          </a:p>
        </p:txBody>
      </p:sp>
      <p:sp>
        <p:nvSpPr>
          <p:cNvPr id="274" name="text-310 obtain">
            <a:extLst xmlns:a="http://schemas.openxmlformats.org/drawingml/2006/main">
              <a:ext uri="{FF2B5EF4-FFF2-40B4-BE49-F238E27FC236}">
                <a16:creationId xmlns:a16="http://schemas.microsoft.com/office/drawing/2014/main" id="{A4C96BEA-86B3-448D-BF42-7B019FE41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47112" y="6562662"/>
            <a:ext cx="705683" cy="3156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obtain</a:t>
            </a:r>
          </a:p>
        </p:txBody>
      </p:sp>
      <p:sp>
        <p:nvSpPr>
          <p:cNvPr id="275" name="text-310 the">
            <a:extLst xmlns:a="http://schemas.openxmlformats.org/drawingml/2006/main">
              <a:ext uri="{FF2B5EF4-FFF2-40B4-BE49-F238E27FC236}">
                <a16:creationId xmlns:a16="http://schemas.microsoft.com/office/drawing/2014/main" id="{E16D43C7-6D4F-4485-AA84-ED0CAF65B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07203" y="6562365"/>
            <a:ext cx="403692" cy="3161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276" name="text-310 final">
            <a:extLst xmlns:a="http://schemas.openxmlformats.org/drawingml/2006/main">
              <a:ext uri="{FF2B5EF4-FFF2-40B4-BE49-F238E27FC236}">
                <a16:creationId xmlns:a16="http://schemas.microsoft.com/office/drawing/2014/main" id="{F563BB58-61C7-4083-9F36-24E587663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66683" y="6562854"/>
            <a:ext cx="523000" cy="3154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final</a:t>
            </a:r>
          </a:p>
        </p:txBody>
      </p:sp>
      <p:sp>
        <p:nvSpPr>
          <p:cNvPr id="277" name="text-310 answer">
            <a:extLst xmlns:a="http://schemas.openxmlformats.org/drawingml/2006/main">
              <a:ext uri="{FF2B5EF4-FFF2-40B4-BE49-F238E27FC236}">
                <a16:creationId xmlns:a16="http://schemas.microsoft.com/office/drawing/2014/main" id="{BB8F8265-FD6F-4E81-AB6F-58858406F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45143" y="6562665"/>
            <a:ext cx="782307" cy="3156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answer</a:t>
            </a:r>
          </a:p>
        </p:txBody>
      </p:sp>
      <p:sp>
        <p:nvSpPr>
          <p:cNvPr id="278" name="text-311 .">
            <a:extLst xmlns:a="http://schemas.openxmlformats.org/drawingml/2006/main">
              <a:ext uri="{FF2B5EF4-FFF2-40B4-BE49-F238E27FC236}">
                <a16:creationId xmlns:a16="http://schemas.microsoft.com/office/drawing/2014/main" id="{5877C3C9-EE9B-4E05-93AA-3F7A84CC6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88555" y="6562853"/>
            <a:ext cx="138263" cy="315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sp>
        <p:nvSpPr>
          <p:cNvPr id="279" name="text-312 Remove">
            <a:extLst xmlns:a="http://schemas.openxmlformats.org/drawingml/2006/main">
              <a:ext uri="{FF2B5EF4-FFF2-40B4-BE49-F238E27FC236}">
                <a16:creationId xmlns:a16="http://schemas.microsoft.com/office/drawing/2014/main" id="{D3815D4B-58C3-4144-A175-88FDA97F0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76317" y="5145895"/>
            <a:ext cx="832166" cy="3154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Remove</a:t>
            </a:r>
          </a:p>
        </p:txBody>
      </p:sp>
      <p:sp>
        <p:nvSpPr>
          <p:cNvPr id="280" name="text-312 the">
            <a:extLst xmlns:a="http://schemas.openxmlformats.org/drawingml/2006/main">
              <a:ext uri="{FF2B5EF4-FFF2-40B4-BE49-F238E27FC236}">
                <a16:creationId xmlns:a16="http://schemas.microsoft.com/office/drawing/2014/main" id="{85A402B6-C559-4EC4-A42D-E263454076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835333" y="5145272"/>
            <a:ext cx="401419" cy="3163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281" name="text-312 Scene">
            <a:extLst xmlns:a="http://schemas.openxmlformats.org/drawingml/2006/main">
              <a:ext uri="{FF2B5EF4-FFF2-40B4-BE49-F238E27FC236}">
                <a16:creationId xmlns:a16="http://schemas.microsoft.com/office/drawing/2014/main" id="{EA3C76B2-A0AD-4132-80DE-8205250E3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262364" y="5145748"/>
            <a:ext cx="677830" cy="3156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Scene</a:t>
            </a:r>
          </a:p>
        </p:txBody>
      </p:sp>
      <p:sp>
        <p:nvSpPr>
          <p:cNvPr id="282" name="text-313 understanding">
            <a:extLst xmlns:a="http://schemas.openxmlformats.org/drawingml/2006/main">
              <a:ext uri="{FF2B5EF4-FFF2-40B4-BE49-F238E27FC236}">
                <a16:creationId xmlns:a16="http://schemas.microsoft.com/office/drawing/2014/main" id="{2039CFFB-CA55-4241-BFC0-F513A3CB3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78014" y="5416059"/>
            <a:ext cx="1523549" cy="3158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understanding</a:t>
            </a:r>
          </a:p>
        </p:txBody>
      </p:sp>
      <p:sp>
        <p:nvSpPr>
          <p:cNvPr id="283" name="text-313 expert.">
            <a:extLst xmlns:a="http://schemas.openxmlformats.org/drawingml/2006/main">
              <a:ext uri="{FF2B5EF4-FFF2-40B4-BE49-F238E27FC236}">
                <a16:creationId xmlns:a16="http://schemas.microsoft.com/office/drawing/2014/main" id="{63816590-A5ED-427E-8DBB-B1612B11D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24556" y="5416316"/>
            <a:ext cx="811474" cy="315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expert.</a:t>
            </a:r>
          </a:p>
        </p:txBody>
      </p:sp>
      <p:sp>
        <p:nvSpPr>
          <p:cNvPr id="284" name="text-314 Final">
            <a:extLst xmlns:a="http://schemas.openxmlformats.org/drawingml/2006/main">
              <a:ext uri="{FF2B5EF4-FFF2-40B4-BE49-F238E27FC236}">
                <a16:creationId xmlns:a16="http://schemas.microsoft.com/office/drawing/2014/main" id="{75FF1ECC-00DD-4F8D-9DB3-67BAD7A65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90945" y="7051766"/>
            <a:ext cx="535886" cy="3157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Final</a:t>
            </a:r>
          </a:p>
        </p:txBody>
      </p:sp>
      <p:sp>
        <p:nvSpPr>
          <p:cNvPr id="285" name="text-315 Answer">
            <a:extLst xmlns:a="http://schemas.openxmlformats.org/drawingml/2006/main">
              <a:ext uri="{FF2B5EF4-FFF2-40B4-BE49-F238E27FC236}">
                <a16:creationId xmlns:a16="http://schemas.microsoft.com/office/drawing/2014/main" id="{69F24FF7-2EF3-43AB-BB90-17D13BD00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48227" y="7322042"/>
            <a:ext cx="819968" cy="3159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1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Answer</a:t>
            </a:r>
          </a:p>
        </p:txBody>
      </p:sp>
      <p:sp>
        <p:nvSpPr>
          <p:cNvPr id="286" name="text-316 Expert">
            <a:extLst xmlns:a="http://schemas.openxmlformats.org/drawingml/2006/main">
              <a:ext uri="{FF2B5EF4-FFF2-40B4-BE49-F238E27FC236}">
                <a16:creationId xmlns:a16="http://schemas.microsoft.com/office/drawing/2014/main" id="{D1D5F351-5E54-48EA-ADC4-D171A6253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38709" y="5310043"/>
            <a:ext cx="772995" cy="3156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</a:t>
            </a:r>
          </a:p>
        </p:txBody>
      </p:sp>
      <p:sp>
        <p:nvSpPr>
          <p:cNvPr id="287" name="text-317 construction">
            <a:extLst xmlns:a="http://schemas.openxmlformats.org/drawingml/2006/main">
              <a:ext uri="{FF2B5EF4-FFF2-40B4-BE49-F238E27FC236}">
                <a16:creationId xmlns:a16="http://schemas.microsoft.com/office/drawing/2014/main" id="{E0E659BC-9C92-44C2-A627-588DA16BE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47263" y="5580330"/>
            <a:ext cx="1356943" cy="315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construction</a:t>
            </a:r>
          </a:p>
        </p:txBody>
      </p:sp>
      <p:sp>
        <p:nvSpPr>
          <p:cNvPr id="288" name="text-318 model">
            <a:extLst xmlns:a="http://schemas.openxmlformats.org/drawingml/2006/main">
              <a:ext uri="{FF2B5EF4-FFF2-40B4-BE49-F238E27FC236}">
                <a16:creationId xmlns:a16="http://schemas.microsoft.com/office/drawing/2014/main" id="{F50BC675-32E4-40DE-ADC3-3DB335FA5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00303" y="5846180"/>
            <a:ext cx="652408" cy="3158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model</a:t>
            </a:r>
          </a:p>
        </p:txBody>
      </p:sp>
      <p:sp>
        <p:nvSpPr>
          <p:cNvPr id="289" name="text-319 Expert">
            <a:extLst xmlns:a="http://schemas.openxmlformats.org/drawingml/2006/main">
              <a:ext uri="{FF2B5EF4-FFF2-40B4-BE49-F238E27FC236}">
                <a16:creationId xmlns:a16="http://schemas.microsoft.com/office/drawing/2014/main" id="{DC45DB66-D64F-4B04-8993-9858B2567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15046" y="5167699"/>
            <a:ext cx="772996" cy="3156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Expert</a:t>
            </a:r>
          </a:p>
        </p:txBody>
      </p:sp>
      <p:sp>
        <p:nvSpPr>
          <p:cNvPr id="290" name="text-320 screening">
            <a:extLst xmlns:a="http://schemas.openxmlformats.org/drawingml/2006/main">
              <a:ext uri="{FF2B5EF4-FFF2-40B4-BE49-F238E27FC236}">
                <a16:creationId xmlns:a16="http://schemas.microsoft.com/office/drawing/2014/main" id="{C63B80D3-F2EE-40E9-BD77-D4790EE74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81341" y="5438144"/>
            <a:ext cx="1040151" cy="3155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screening</a:t>
            </a:r>
          </a:p>
        </p:txBody>
      </p:sp>
      <p:sp>
        <p:nvSpPr>
          <p:cNvPr id="291" name="text-321 model">
            <a:extLst xmlns:a="http://schemas.openxmlformats.org/drawingml/2006/main">
              <a:ext uri="{FF2B5EF4-FFF2-40B4-BE49-F238E27FC236}">
                <a16:creationId xmlns:a16="http://schemas.microsoft.com/office/drawing/2014/main" id="{E4EEF1C3-208A-46CC-8BC2-E8C8BF41D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75140" y="5703838"/>
            <a:ext cx="652407" cy="3158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model</a:t>
            </a:r>
          </a:p>
        </p:txBody>
      </p:sp>
      <p:pic>
        <p:nvPicPr>
          <p:cNvPr id="292" name="">
            <a:extLst xmlns:a="http://schemas.openxmlformats.org/drawingml/2006/main">
              <a:ext uri="{FF2B5EF4-FFF2-40B4-BE49-F238E27FC236}">
                <a16:creationId xmlns:a16="http://schemas.microsoft.com/office/drawing/2014/main" id="{617AAABC-AE77-4B1E-AC4B-F70BA6DF457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74fbee3ba664daa"/>
          <a:stretch xmlns:a="http://schemas.openxmlformats.org/drawingml/2006/main"/>
        </p:blipFill>
        <p:spPr>
          <a:xfrm xmlns:a="http://schemas.openxmlformats.org/drawingml/2006/main">
            <a:off x="8436350" y="4181845"/>
            <a:ext cx="680825" cy="617979"/>
          </a:xfrm>
          <a:prstGeom xmlns:a="http://schemas.openxmlformats.org/drawingml/2006/main" prst="rect">
            <a:avLst/>
          </a:prstGeom>
        </p:spPr>
      </p:pic>
      <p:sp>
        <p:nvSpPr>
          <p:cNvPr id="293" name="path-323">
            <a:extLst xmlns:a="http://schemas.openxmlformats.org/drawingml/2006/main">
              <a:ext uri="{FF2B5EF4-FFF2-40B4-BE49-F238E27FC236}">
                <a16:creationId xmlns:a16="http://schemas.microsoft.com/office/drawing/2014/main" id="{0A314E42-EC64-4C2C-8C24-1F2F15583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75326" y="4236497"/>
            <a:ext cx="545210" cy="462709"/>
          </a:xfrm>
          <a:custGeom xmlns:a="http://schemas.openxmlformats.org/drawingml/2006/main">
            <a:pathLst>
              <a:path w="495800" h="420776">
                <a:moveTo>
                  <a:pt x="0" y="105193"/>
                </a:moveTo>
                <a:lnTo>
                  <a:pt x="285412" y="105193"/>
                </a:lnTo>
                <a:lnTo>
                  <a:pt x="285412" y="0"/>
                </a:lnTo>
                <a:lnTo>
                  <a:pt x="495800" y="210387"/>
                </a:lnTo>
                <a:lnTo>
                  <a:pt x="285412" y="420776"/>
                </a:lnTo>
                <a:lnTo>
                  <a:pt x="285412" y="315581"/>
                </a:lnTo>
                <a:lnTo>
                  <a:pt x="0" y="315581"/>
                </a:lnTo>
                <a:lnTo>
                  <a:pt x="0" y="105193"/>
                </a:lnTo>
              </a:path>
            </a:pathLst>
          </a:custGeom>
          <a:solidFill xmlns:a="http://schemas.openxmlformats.org/drawingml/2006/main">
            <a:srgbClr val="F4FBF0"/>
          </a:solidFill>
          <a:ln xmlns:a="http://schemas.openxmlformats.org/drawingml/2006/main" w="18779">
            <a:solidFill>
              <a:srgbClr val="4D8526"/>
            </a:solidFill>
            <a:prstDash val="solid"/>
          </a:ln>
        </p:spPr>
      </p:sp>
      <p:sp>
        <p:nvSpPr>
          <p:cNvPr id="294" name="path-324">
            <a:extLst xmlns:a="http://schemas.openxmlformats.org/drawingml/2006/main">
              <a:ext uri="{FF2B5EF4-FFF2-40B4-BE49-F238E27FC236}">
                <a16:creationId xmlns:a16="http://schemas.microsoft.com/office/drawing/2014/main" id="{67FA6683-A645-4AE1-B8D0-0EFEF915B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8272" y="3339748"/>
            <a:ext cx="1398018" cy="1784609"/>
          </a:xfrm>
          <a:custGeom xmlns:a="http://schemas.openxmlformats.org/drawingml/2006/main">
            <a:pathLst>
              <a:path w="1271322" h="1622879">
                <a:moveTo>
                  <a:pt x="1271322" y="1622310"/>
                </a:moveTo>
                <a:lnTo>
                  <a:pt x="1269500" y="1546715"/>
                </a:lnTo>
                <a:lnTo>
                  <a:pt x="1267564" y="1519279"/>
                </a:lnTo>
                <a:lnTo>
                  <a:pt x="1242063" y="1521214"/>
                </a:lnTo>
                <a:lnTo>
                  <a:pt x="1243999" y="1547286"/>
                </a:lnTo>
                <a:lnTo>
                  <a:pt x="1245707" y="1622879"/>
                </a:lnTo>
                <a:lnTo>
                  <a:pt x="1271322" y="1622310"/>
                </a:lnTo>
                <a:moveTo>
                  <a:pt x="1260734" y="1442204"/>
                </a:moveTo>
                <a:lnTo>
                  <a:pt x="1255155" y="1394845"/>
                </a:lnTo>
                <a:lnTo>
                  <a:pt x="1246275" y="1340199"/>
                </a:lnTo>
                <a:lnTo>
                  <a:pt x="1221001" y="1344411"/>
                </a:lnTo>
                <a:lnTo>
                  <a:pt x="1229767" y="1397805"/>
                </a:lnTo>
                <a:lnTo>
                  <a:pt x="1235347" y="1445165"/>
                </a:lnTo>
                <a:lnTo>
                  <a:pt x="1260734" y="1442204"/>
                </a:lnTo>
                <a:moveTo>
                  <a:pt x="1231362" y="1264263"/>
                </a:moveTo>
                <a:lnTo>
                  <a:pt x="1227378" y="1244910"/>
                </a:lnTo>
                <a:lnTo>
                  <a:pt x="1208707" y="1170909"/>
                </a:lnTo>
                <a:lnTo>
                  <a:pt x="1206657" y="1163850"/>
                </a:lnTo>
                <a:lnTo>
                  <a:pt x="1182065" y="1171137"/>
                </a:lnTo>
                <a:lnTo>
                  <a:pt x="1183888" y="1177285"/>
                </a:lnTo>
                <a:lnTo>
                  <a:pt x="1202330" y="1250146"/>
                </a:lnTo>
                <a:lnTo>
                  <a:pt x="1206315" y="1269500"/>
                </a:lnTo>
                <a:lnTo>
                  <a:pt x="1231362" y="1264263"/>
                </a:lnTo>
                <a:moveTo>
                  <a:pt x="1184230" y="1089737"/>
                </a:moveTo>
                <a:lnTo>
                  <a:pt x="1162485" y="1025983"/>
                </a:lnTo>
                <a:lnTo>
                  <a:pt x="1149619" y="992740"/>
                </a:lnTo>
                <a:lnTo>
                  <a:pt x="1125712" y="1001961"/>
                </a:lnTo>
                <a:lnTo>
                  <a:pt x="1138235" y="1034293"/>
                </a:lnTo>
                <a:lnTo>
                  <a:pt x="1159981" y="1098048"/>
                </a:lnTo>
                <a:lnTo>
                  <a:pt x="1184230" y="1089737"/>
                </a:lnTo>
                <a:moveTo>
                  <a:pt x="1120475" y="921130"/>
                </a:moveTo>
                <a:lnTo>
                  <a:pt x="1105219" y="885838"/>
                </a:lnTo>
                <a:lnTo>
                  <a:pt x="1077327" y="827662"/>
                </a:lnTo>
                <a:lnTo>
                  <a:pt x="1054216" y="838820"/>
                </a:lnTo>
                <a:lnTo>
                  <a:pt x="1081654" y="895970"/>
                </a:lnTo>
                <a:lnTo>
                  <a:pt x="1096909" y="931376"/>
                </a:lnTo>
                <a:lnTo>
                  <a:pt x="1120475" y="921130"/>
                </a:lnTo>
                <a:moveTo>
                  <a:pt x="1041580" y="759127"/>
                </a:moveTo>
                <a:lnTo>
                  <a:pt x="1037481" y="751499"/>
                </a:lnTo>
                <a:lnTo>
                  <a:pt x="1000253" y="687063"/>
                </a:lnTo>
                <a:lnTo>
                  <a:pt x="989325" y="669872"/>
                </a:lnTo>
                <a:lnTo>
                  <a:pt x="967693" y="683534"/>
                </a:lnTo>
                <a:lnTo>
                  <a:pt x="978054" y="699926"/>
                </a:lnTo>
                <a:lnTo>
                  <a:pt x="1014940" y="763454"/>
                </a:lnTo>
                <a:lnTo>
                  <a:pt x="1018924" y="771080"/>
                </a:lnTo>
                <a:lnTo>
                  <a:pt x="1041580" y="759127"/>
                </a:lnTo>
                <a:moveTo>
                  <a:pt x="947314" y="604980"/>
                </a:moveTo>
                <a:lnTo>
                  <a:pt x="919080" y="563995"/>
                </a:lnTo>
                <a:lnTo>
                  <a:pt x="887204" y="521302"/>
                </a:lnTo>
                <a:lnTo>
                  <a:pt x="866712" y="536672"/>
                </a:lnTo>
                <a:lnTo>
                  <a:pt x="898019" y="578453"/>
                </a:lnTo>
                <a:lnTo>
                  <a:pt x="926139" y="619437"/>
                </a:lnTo>
                <a:lnTo>
                  <a:pt x="947314" y="604980"/>
                </a:lnTo>
                <a:moveTo>
                  <a:pt x="839047" y="460849"/>
                </a:moveTo>
                <a:lnTo>
                  <a:pt x="830054" y="449693"/>
                </a:lnTo>
                <a:lnTo>
                  <a:pt x="782807" y="396299"/>
                </a:lnTo>
                <a:lnTo>
                  <a:pt x="770398" y="383321"/>
                </a:lnTo>
                <a:lnTo>
                  <a:pt x="751955" y="401080"/>
                </a:lnTo>
                <a:lnTo>
                  <a:pt x="763566" y="413262"/>
                </a:lnTo>
                <a:lnTo>
                  <a:pt x="810130" y="465858"/>
                </a:lnTo>
                <a:lnTo>
                  <a:pt x="819123" y="477016"/>
                </a:lnTo>
                <a:lnTo>
                  <a:pt x="839047" y="460849"/>
                </a:lnTo>
                <a:moveTo>
                  <a:pt x="715865" y="328332"/>
                </a:moveTo>
                <a:lnTo>
                  <a:pt x="683534" y="297594"/>
                </a:lnTo>
                <a:lnTo>
                  <a:pt x="639475" y="259342"/>
                </a:lnTo>
                <a:lnTo>
                  <a:pt x="622624" y="278695"/>
                </a:lnTo>
                <a:lnTo>
                  <a:pt x="665887" y="316265"/>
                </a:lnTo>
                <a:lnTo>
                  <a:pt x="698218" y="346890"/>
                </a:lnTo>
                <a:lnTo>
                  <a:pt x="715865" y="328332"/>
                </a:lnTo>
                <a:moveTo>
                  <a:pt x="578908" y="211072"/>
                </a:moveTo>
                <a:lnTo>
                  <a:pt x="578566" y="210843"/>
                </a:lnTo>
                <a:lnTo>
                  <a:pt x="524263" y="172135"/>
                </a:lnTo>
                <a:lnTo>
                  <a:pt x="493295" y="152440"/>
                </a:lnTo>
                <a:lnTo>
                  <a:pt x="479635" y="174072"/>
                </a:lnTo>
                <a:lnTo>
                  <a:pt x="509462" y="193083"/>
                </a:lnTo>
                <a:lnTo>
                  <a:pt x="562742" y="230880"/>
                </a:lnTo>
                <a:lnTo>
                  <a:pt x="563083" y="231108"/>
                </a:lnTo>
                <a:lnTo>
                  <a:pt x="578908" y="211072"/>
                </a:lnTo>
                <a:moveTo>
                  <a:pt x="426581" y="113163"/>
                </a:moveTo>
                <a:lnTo>
                  <a:pt x="412579" y="105308"/>
                </a:lnTo>
                <a:lnTo>
                  <a:pt x="355427" y="77302"/>
                </a:lnTo>
                <a:lnTo>
                  <a:pt x="332886" y="67966"/>
                </a:lnTo>
                <a:lnTo>
                  <a:pt x="323096" y="91647"/>
                </a:lnTo>
                <a:lnTo>
                  <a:pt x="344157" y="100412"/>
                </a:lnTo>
                <a:lnTo>
                  <a:pt x="400055" y="127622"/>
                </a:lnTo>
                <a:lnTo>
                  <a:pt x="413945" y="135477"/>
                </a:lnTo>
                <a:lnTo>
                  <a:pt x="426581" y="113163"/>
                </a:lnTo>
                <a:moveTo>
                  <a:pt x="260366" y="40530"/>
                </a:moveTo>
                <a:lnTo>
                  <a:pt x="238849" y="33242"/>
                </a:lnTo>
                <a:lnTo>
                  <a:pt x="179763" y="17305"/>
                </a:lnTo>
                <a:lnTo>
                  <a:pt x="159840" y="13433"/>
                </a:lnTo>
                <a:lnTo>
                  <a:pt x="154944" y="38594"/>
                </a:lnTo>
                <a:lnTo>
                  <a:pt x="173160" y="42009"/>
                </a:lnTo>
                <a:lnTo>
                  <a:pt x="230539" y="57379"/>
                </a:lnTo>
                <a:lnTo>
                  <a:pt x="252055" y="64779"/>
                </a:lnTo>
                <a:lnTo>
                  <a:pt x="260366" y="40530"/>
                </a:lnTo>
                <a:moveTo>
                  <a:pt x="82766" y="1822"/>
                </a:moveTo>
                <a:lnTo>
                  <a:pt x="65234" y="0"/>
                </a:lnTo>
                <a:lnTo>
                  <a:pt x="62615" y="25502"/>
                </a:lnTo>
                <a:lnTo>
                  <a:pt x="80147" y="27323"/>
                </a:lnTo>
                <a:lnTo>
                  <a:pt x="82766" y="1822"/>
                </a:lnTo>
                <a:moveTo>
                  <a:pt x="80375" y="-50435"/>
                </a:moveTo>
                <a:lnTo>
                  <a:pt x="0" y="9108"/>
                </a:lnTo>
                <a:lnTo>
                  <a:pt x="73089" y="77415"/>
                </a:lnTo>
                <a:lnTo>
                  <a:pt x="80375" y="-5043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" name="path-325">
            <a:extLst xmlns:a="http://schemas.openxmlformats.org/drawingml/2006/main">
              <a:ext uri="{FF2B5EF4-FFF2-40B4-BE49-F238E27FC236}">
                <a16:creationId xmlns:a16="http://schemas.microsoft.com/office/drawing/2014/main" id="{4E02FBD2-2216-4A66-B3FD-4585AFD1D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5642" y="2876789"/>
            <a:ext cx="310102" cy="310100"/>
          </a:xfrm>
          <a:custGeom xmlns:a="http://schemas.openxmlformats.org/drawingml/2006/main">
            <a:pathLst>
              <a:path w="281999" h="281997">
                <a:moveTo>
                  <a:pt x="54191" y="0"/>
                </a:moveTo>
                <a:lnTo>
                  <a:pt x="141397" y="88459"/>
                </a:lnTo>
                <a:lnTo>
                  <a:pt x="229856" y="1366"/>
                </a:lnTo>
                <a:lnTo>
                  <a:pt x="281999" y="54190"/>
                </a:lnTo>
                <a:lnTo>
                  <a:pt x="193540" y="141396"/>
                </a:lnTo>
                <a:lnTo>
                  <a:pt x="280745" y="229855"/>
                </a:lnTo>
                <a:lnTo>
                  <a:pt x="227807" y="281997"/>
                </a:lnTo>
                <a:lnTo>
                  <a:pt x="140601" y="193539"/>
                </a:lnTo>
                <a:lnTo>
                  <a:pt x="52143" y="280744"/>
                </a:lnTo>
                <a:lnTo>
                  <a:pt x="0" y="227806"/>
                </a:lnTo>
                <a:lnTo>
                  <a:pt x="88459" y="140599"/>
                </a:lnTo>
                <a:lnTo>
                  <a:pt x="1254" y="52141"/>
                </a:lnTo>
                <a:lnTo>
                  <a:pt x="54191" y="0"/>
                </a:lnTo>
              </a:path>
            </a:pathLst>
          </a:custGeom>
          <a:solidFill xmlns:a="http://schemas.openxmlformats.org/drawingml/2006/main">
            <a:srgbClr val="FF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" name="path-326">
            <a:extLst xmlns:a="http://schemas.openxmlformats.org/drawingml/2006/main">
              <a:ext uri="{FF2B5EF4-FFF2-40B4-BE49-F238E27FC236}">
                <a16:creationId xmlns:a16="http://schemas.microsoft.com/office/drawing/2014/main" id="{37E826F2-FDE3-4070-903C-748CB2866B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5642" y="2876789"/>
            <a:ext cx="310102" cy="310100"/>
          </a:xfrm>
          <a:custGeom xmlns:a="http://schemas.openxmlformats.org/drawingml/2006/main">
            <a:pathLst>
              <a:path w="281999" h="281997">
                <a:moveTo>
                  <a:pt x="54191" y="0"/>
                </a:moveTo>
                <a:lnTo>
                  <a:pt x="141397" y="88459"/>
                </a:lnTo>
                <a:lnTo>
                  <a:pt x="229856" y="1366"/>
                </a:lnTo>
                <a:lnTo>
                  <a:pt x="281999" y="54190"/>
                </a:lnTo>
                <a:lnTo>
                  <a:pt x="193540" y="141396"/>
                </a:lnTo>
                <a:lnTo>
                  <a:pt x="280745" y="229855"/>
                </a:lnTo>
                <a:lnTo>
                  <a:pt x="227807" y="281997"/>
                </a:lnTo>
                <a:lnTo>
                  <a:pt x="140601" y="193539"/>
                </a:lnTo>
                <a:lnTo>
                  <a:pt x="52143" y="280744"/>
                </a:lnTo>
                <a:lnTo>
                  <a:pt x="0" y="227806"/>
                </a:lnTo>
                <a:lnTo>
                  <a:pt x="88459" y="140599"/>
                </a:lnTo>
                <a:lnTo>
                  <a:pt x="1254" y="52141"/>
                </a:lnTo>
                <a:lnTo>
                  <a:pt x="5419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779">
            <a:solidFill>
              <a:srgbClr val="C00000"/>
            </a:solidFill>
            <a:prstDash val="solid"/>
          </a:ln>
        </p:spPr>
      </p:sp>
      <p:sp>
        <p:nvSpPr>
          <p:cNvPr id="297" name="path-327">
            <a:extLst xmlns:a="http://schemas.openxmlformats.org/drawingml/2006/main">
              <a:ext uri="{FF2B5EF4-FFF2-40B4-BE49-F238E27FC236}">
                <a16:creationId xmlns:a16="http://schemas.microsoft.com/office/drawing/2014/main" id="{85C86EFD-F073-4916-AC10-78AFF8B5C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378" y="7407230"/>
            <a:ext cx="6275603" cy="722481"/>
          </a:xfrm>
          <a:custGeom xmlns:a="http://schemas.openxmlformats.org/drawingml/2006/main">
            <a:pathLst>
              <a:path w="5706876" h="657006">
                <a:moveTo>
                  <a:pt x="25593" y="0"/>
                </a:moveTo>
                <a:lnTo>
                  <a:pt x="27300" y="43717"/>
                </a:lnTo>
                <a:lnTo>
                  <a:pt x="28404" y="65462"/>
                </a:lnTo>
                <a:lnTo>
                  <a:pt x="30010" y="86751"/>
                </a:lnTo>
                <a:lnTo>
                  <a:pt x="31410" y="101551"/>
                </a:lnTo>
                <a:lnTo>
                  <a:pt x="5909" y="103942"/>
                </a:lnTo>
                <a:lnTo>
                  <a:pt x="4463" y="88686"/>
                </a:lnTo>
                <a:lnTo>
                  <a:pt x="2823" y="66714"/>
                </a:lnTo>
                <a:lnTo>
                  <a:pt x="1707" y="44742"/>
                </a:lnTo>
                <a:lnTo>
                  <a:pt x="0" y="1024"/>
                </a:lnTo>
                <a:lnTo>
                  <a:pt x="25593" y="0"/>
                </a:lnTo>
                <a:moveTo>
                  <a:pt x="43831" y="175210"/>
                </a:moveTo>
                <a:lnTo>
                  <a:pt x="48066" y="191148"/>
                </a:lnTo>
                <a:lnTo>
                  <a:pt x="54612" y="211413"/>
                </a:lnTo>
                <a:lnTo>
                  <a:pt x="62376" y="231108"/>
                </a:lnTo>
                <a:lnTo>
                  <a:pt x="71598" y="250689"/>
                </a:lnTo>
                <a:lnTo>
                  <a:pt x="80694" y="266970"/>
                </a:lnTo>
                <a:lnTo>
                  <a:pt x="58301" y="279379"/>
                </a:lnTo>
                <a:lnTo>
                  <a:pt x="48430" y="261619"/>
                </a:lnTo>
                <a:lnTo>
                  <a:pt x="38526" y="240443"/>
                </a:lnTo>
                <a:lnTo>
                  <a:pt x="30237" y="219268"/>
                </a:lnTo>
                <a:lnTo>
                  <a:pt x="23293" y="197751"/>
                </a:lnTo>
                <a:lnTo>
                  <a:pt x="19058" y="181698"/>
                </a:lnTo>
                <a:lnTo>
                  <a:pt x="43831" y="175210"/>
                </a:lnTo>
                <a:moveTo>
                  <a:pt x="124935" y="325486"/>
                </a:moveTo>
                <a:lnTo>
                  <a:pt x="133621" y="334481"/>
                </a:lnTo>
                <a:lnTo>
                  <a:pt x="142934" y="343360"/>
                </a:lnTo>
                <a:lnTo>
                  <a:pt x="152896" y="352241"/>
                </a:lnTo>
                <a:lnTo>
                  <a:pt x="163381" y="361006"/>
                </a:lnTo>
                <a:lnTo>
                  <a:pt x="174424" y="369545"/>
                </a:lnTo>
                <a:lnTo>
                  <a:pt x="186173" y="378083"/>
                </a:lnTo>
                <a:lnTo>
                  <a:pt x="198514" y="386621"/>
                </a:lnTo>
                <a:lnTo>
                  <a:pt x="201576" y="388558"/>
                </a:lnTo>
                <a:lnTo>
                  <a:pt x="187653" y="410074"/>
                </a:lnTo>
                <a:lnTo>
                  <a:pt x="183987" y="407683"/>
                </a:lnTo>
                <a:lnTo>
                  <a:pt x="171054" y="398803"/>
                </a:lnTo>
                <a:lnTo>
                  <a:pt x="158724" y="389810"/>
                </a:lnTo>
                <a:lnTo>
                  <a:pt x="146884" y="380588"/>
                </a:lnTo>
                <a:lnTo>
                  <a:pt x="135853" y="371253"/>
                </a:lnTo>
                <a:lnTo>
                  <a:pt x="125322" y="361917"/>
                </a:lnTo>
                <a:lnTo>
                  <a:pt x="115167" y="352241"/>
                </a:lnTo>
                <a:lnTo>
                  <a:pt x="106480" y="343246"/>
                </a:lnTo>
                <a:lnTo>
                  <a:pt x="124935" y="325486"/>
                </a:lnTo>
                <a:moveTo>
                  <a:pt x="267186" y="425899"/>
                </a:moveTo>
                <a:lnTo>
                  <a:pt x="270260" y="427379"/>
                </a:lnTo>
                <a:lnTo>
                  <a:pt x="286767" y="435234"/>
                </a:lnTo>
                <a:lnTo>
                  <a:pt x="304072" y="442862"/>
                </a:lnTo>
                <a:lnTo>
                  <a:pt x="322060" y="450490"/>
                </a:lnTo>
                <a:lnTo>
                  <a:pt x="340958" y="457890"/>
                </a:lnTo>
                <a:lnTo>
                  <a:pt x="360198" y="464948"/>
                </a:lnTo>
                <a:lnTo>
                  <a:pt x="351318" y="488970"/>
                </a:lnTo>
                <a:lnTo>
                  <a:pt x="331509" y="481684"/>
                </a:lnTo>
                <a:lnTo>
                  <a:pt x="312155" y="474056"/>
                </a:lnTo>
                <a:lnTo>
                  <a:pt x="293598" y="466314"/>
                </a:lnTo>
                <a:lnTo>
                  <a:pt x="275838" y="458346"/>
                </a:lnTo>
                <a:lnTo>
                  <a:pt x="258761" y="450262"/>
                </a:lnTo>
                <a:lnTo>
                  <a:pt x="255573" y="448668"/>
                </a:lnTo>
                <a:lnTo>
                  <a:pt x="267186" y="425899"/>
                </a:lnTo>
                <a:moveTo>
                  <a:pt x="432377" y="488514"/>
                </a:moveTo>
                <a:lnTo>
                  <a:pt x="447404" y="492840"/>
                </a:lnTo>
                <a:lnTo>
                  <a:pt x="471312" y="499330"/>
                </a:lnTo>
                <a:lnTo>
                  <a:pt x="496017" y="505819"/>
                </a:lnTo>
                <a:lnTo>
                  <a:pt x="521746" y="511967"/>
                </a:lnTo>
                <a:lnTo>
                  <a:pt x="530854" y="514016"/>
                </a:lnTo>
                <a:lnTo>
                  <a:pt x="525162" y="538948"/>
                </a:lnTo>
                <a:lnTo>
                  <a:pt x="515712" y="536899"/>
                </a:lnTo>
                <a:lnTo>
                  <a:pt x="489641" y="530523"/>
                </a:lnTo>
                <a:lnTo>
                  <a:pt x="464481" y="524034"/>
                </a:lnTo>
                <a:lnTo>
                  <a:pt x="440232" y="517432"/>
                </a:lnTo>
                <a:lnTo>
                  <a:pt x="425318" y="513106"/>
                </a:lnTo>
                <a:lnTo>
                  <a:pt x="432377" y="488514"/>
                </a:lnTo>
                <a:moveTo>
                  <a:pt x="605537" y="529840"/>
                </a:moveTo>
                <a:lnTo>
                  <a:pt x="634112" y="535078"/>
                </a:lnTo>
                <a:lnTo>
                  <a:pt x="664623" y="540428"/>
                </a:lnTo>
                <a:lnTo>
                  <a:pt x="696273" y="545665"/>
                </a:lnTo>
                <a:lnTo>
                  <a:pt x="706063" y="547146"/>
                </a:lnTo>
                <a:lnTo>
                  <a:pt x="702193" y="572533"/>
                </a:lnTo>
                <a:lnTo>
                  <a:pt x="692060" y="570939"/>
                </a:lnTo>
                <a:lnTo>
                  <a:pt x="660183" y="565702"/>
                </a:lnTo>
                <a:lnTo>
                  <a:pt x="629445" y="560351"/>
                </a:lnTo>
                <a:lnTo>
                  <a:pt x="600869" y="555001"/>
                </a:lnTo>
                <a:lnTo>
                  <a:pt x="605537" y="529840"/>
                </a:lnTo>
                <a:moveTo>
                  <a:pt x="781885" y="558074"/>
                </a:moveTo>
                <a:lnTo>
                  <a:pt x="797595" y="560124"/>
                </a:lnTo>
                <a:lnTo>
                  <a:pt x="834710" y="564677"/>
                </a:lnTo>
                <a:lnTo>
                  <a:pt x="873645" y="569004"/>
                </a:lnTo>
                <a:lnTo>
                  <a:pt x="883208" y="569914"/>
                </a:lnTo>
                <a:lnTo>
                  <a:pt x="880704" y="595416"/>
                </a:lnTo>
                <a:lnTo>
                  <a:pt x="870913" y="594391"/>
                </a:lnTo>
                <a:lnTo>
                  <a:pt x="831636" y="590065"/>
                </a:lnTo>
                <a:lnTo>
                  <a:pt x="794294" y="585512"/>
                </a:lnTo>
                <a:lnTo>
                  <a:pt x="778583" y="583462"/>
                </a:lnTo>
                <a:lnTo>
                  <a:pt x="781885" y="558074"/>
                </a:lnTo>
                <a:moveTo>
                  <a:pt x="959599" y="577314"/>
                </a:moveTo>
                <a:lnTo>
                  <a:pt x="1001153" y="580843"/>
                </a:lnTo>
                <a:lnTo>
                  <a:pt x="1047033" y="584600"/>
                </a:lnTo>
                <a:lnTo>
                  <a:pt x="1061606" y="585625"/>
                </a:lnTo>
                <a:lnTo>
                  <a:pt x="1059670" y="611241"/>
                </a:lnTo>
                <a:lnTo>
                  <a:pt x="1044984" y="610102"/>
                </a:lnTo>
                <a:lnTo>
                  <a:pt x="998990" y="606459"/>
                </a:lnTo>
                <a:lnTo>
                  <a:pt x="957322" y="602816"/>
                </a:lnTo>
                <a:lnTo>
                  <a:pt x="959599" y="577314"/>
                </a:lnTo>
                <a:moveTo>
                  <a:pt x="1138110" y="591090"/>
                </a:moveTo>
                <a:lnTo>
                  <a:pt x="1143347" y="591432"/>
                </a:lnTo>
                <a:lnTo>
                  <a:pt x="1193781" y="594733"/>
                </a:lnTo>
                <a:lnTo>
                  <a:pt x="1240230" y="597465"/>
                </a:lnTo>
                <a:lnTo>
                  <a:pt x="1238750" y="623081"/>
                </a:lnTo>
                <a:lnTo>
                  <a:pt x="1192187" y="620234"/>
                </a:lnTo>
                <a:lnTo>
                  <a:pt x="1141639" y="617047"/>
                </a:lnTo>
                <a:lnTo>
                  <a:pt x="1136403" y="616705"/>
                </a:lnTo>
                <a:lnTo>
                  <a:pt x="1138110" y="591090"/>
                </a:lnTo>
                <a:moveTo>
                  <a:pt x="1316849" y="601563"/>
                </a:moveTo>
                <a:lnTo>
                  <a:pt x="1408723" y="606118"/>
                </a:lnTo>
                <a:lnTo>
                  <a:pt x="1419083" y="606572"/>
                </a:lnTo>
                <a:lnTo>
                  <a:pt x="1418058" y="632188"/>
                </a:lnTo>
                <a:lnTo>
                  <a:pt x="1407470" y="631733"/>
                </a:lnTo>
                <a:lnTo>
                  <a:pt x="1315596" y="627179"/>
                </a:lnTo>
                <a:lnTo>
                  <a:pt x="1316849" y="601563"/>
                </a:lnTo>
                <a:moveTo>
                  <a:pt x="1495929" y="609875"/>
                </a:moveTo>
                <a:lnTo>
                  <a:pt x="1523252" y="611013"/>
                </a:lnTo>
                <a:lnTo>
                  <a:pt x="1598163" y="613631"/>
                </a:lnTo>
                <a:lnTo>
                  <a:pt x="1597252" y="639246"/>
                </a:lnTo>
                <a:lnTo>
                  <a:pt x="1522227" y="636628"/>
                </a:lnTo>
                <a:lnTo>
                  <a:pt x="1494791" y="635376"/>
                </a:lnTo>
                <a:lnTo>
                  <a:pt x="1495929" y="609875"/>
                </a:lnTo>
                <a:moveTo>
                  <a:pt x="1674896" y="616250"/>
                </a:moveTo>
                <a:lnTo>
                  <a:pt x="1764264" y="619096"/>
                </a:lnTo>
                <a:lnTo>
                  <a:pt x="1777243" y="619437"/>
                </a:lnTo>
                <a:lnTo>
                  <a:pt x="1776674" y="645053"/>
                </a:lnTo>
                <a:lnTo>
                  <a:pt x="1763468" y="644712"/>
                </a:lnTo>
                <a:lnTo>
                  <a:pt x="1674099" y="641866"/>
                </a:lnTo>
                <a:lnTo>
                  <a:pt x="1674896" y="616250"/>
                </a:lnTo>
                <a:moveTo>
                  <a:pt x="1854089" y="621373"/>
                </a:moveTo>
                <a:lnTo>
                  <a:pt x="1889723" y="622283"/>
                </a:lnTo>
                <a:lnTo>
                  <a:pt x="1956437" y="623650"/>
                </a:lnTo>
                <a:lnTo>
                  <a:pt x="1955982" y="649265"/>
                </a:lnTo>
                <a:lnTo>
                  <a:pt x="1889041" y="647899"/>
                </a:lnTo>
                <a:lnTo>
                  <a:pt x="1853407" y="646988"/>
                </a:lnTo>
                <a:lnTo>
                  <a:pt x="1854089" y="621373"/>
                </a:lnTo>
                <a:moveTo>
                  <a:pt x="2033284" y="625243"/>
                </a:moveTo>
                <a:lnTo>
                  <a:pt x="2135745" y="627065"/>
                </a:lnTo>
                <a:lnTo>
                  <a:pt x="2135290" y="652680"/>
                </a:lnTo>
                <a:lnTo>
                  <a:pt x="2032828" y="650859"/>
                </a:lnTo>
                <a:lnTo>
                  <a:pt x="2033284" y="625243"/>
                </a:lnTo>
                <a:moveTo>
                  <a:pt x="2212478" y="628090"/>
                </a:moveTo>
                <a:lnTo>
                  <a:pt x="2280216" y="629001"/>
                </a:lnTo>
                <a:lnTo>
                  <a:pt x="2314939" y="629228"/>
                </a:lnTo>
                <a:lnTo>
                  <a:pt x="2314711" y="654844"/>
                </a:lnTo>
                <a:lnTo>
                  <a:pt x="2279988" y="654617"/>
                </a:lnTo>
                <a:lnTo>
                  <a:pt x="2212136" y="653705"/>
                </a:lnTo>
                <a:lnTo>
                  <a:pt x="2212478" y="628090"/>
                </a:lnTo>
                <a:moveTo>
                  <a:pt x="2391672" y="629798"/>
                </a:moveTo>
                <a:lnTo>
                  <a:pt x="2494133" y="630595"/>
                </a:lnTo>
                <a:lnTo>
                  <a:pt x="2494019" y="656210"/>
                </a:lnTo>
                <a:lnTo>
                  <a:pt x="2391558" y="655413"/>
                </a:lnTo>
                <a:lnTo>
                  <a:pt x="2391672" y="629798"/>
                </a:lnTo>
                <a:moveTo>
                  <a:pt x="2570980" y="631050"/>
                </a:moveTo>
                <a:lnTo>
                  <a:pt x="2673441" y="631164"/>
                </a:lnTo>
                <a:lnTo>
                  <a:pt x="2673327" y="656779"/>
                </a:lnTo>
                <a:lnTo>
                  <a:pt x="2570866" y="656665"/>
                </a:lnTo>
                <a:lnTo>
                  <a:pt x="2570980" y="631050"/>
                </a:lnTo>
                <a:moveTo>
                  <a:pt x="2750288" y="631278"/>
                </a:moveTo>
                <a:lnTo>
                  <a:pt x="2815977" y="631391"/>
                </a:lnTo>
                <a:lnTo>
                  <a:pt x="2852635" y="631278"/>
                </a:lnTo>
                <a:lnTo>
                  <a:pt x="2852749" y="656893"/>
                </a:lnTo>
                <a:lnTo>
                  <a:pt x="2815977" y="657006"/>
                </a:lnTo>
                <a:lnTo>
                  <a:pt x="2750174" y="656893"/>
                </a:lnTo>
                <a:lnTo>
                  <a:pt x="2750288" y="631278"/>
                </a:lnTo>
                <a:moveTo>
                  <a:pt x="2929481" y="630936"/>
                </a:moveTo>
                <a:lnTo>
                  <a:pt x="2949405" y="630822"/>
                </a:lnTo>
                <a:lnTo>
                  <a:pt x="3031943" y="630367"/>
                </a:lnTo>
                <a:lnTo>
                  <a:pt x="3032057" y="655982"/>
                </a:lnTo>
                <a:lnTo>
                  <a:pt x="2949518" y="656437"/>
                </a:lnTo>
                <a:lnTo>
                  <a:pt x="2929596" y="656552"/>
                </a:lnTo>
                <a:lnTo>
                  <a:pt x="2929481" y="630936"/>
                </a:lnTo>
                <a:moveTo>
                  <a:pt x="3108676" y="629798"/>
                </a:moveTo>
                <a:lnTo>
                  <a:pt x="3211138" y="628773"/>
                </a:lnTo>
                <a:lnTo>
                  <a:pt x="3211479" y="654388"/>
                </a:lnTo>
                <a:lnTo>
                  <a:pt x="3109018" y="655413"/>
                </a:lnTo>
                <a:lnTo>
                  <a:pt x="3108676" y="629798"/>
                </a:lnTo>
                <a:moveTo>
                  <a:pt x="3287984" y="627749"/>
                </a:moveTo>
                <a:lnTo>
                  <a:pt x="3340695" y="627065"/>
                </a:lnTo>
                <a:lnTo>
                  <a:pt x="3390445" y="626382"/>
                </a:lnTo>
                <a:lnTo>
                  <a:pt x="3390787" y="651997"/>
                </a:lnTo>
                <a:lnTo>
                  <a:pt x="3341036" y="652680"/>
                </a:lnTo>
                <a:lnTo>
                  <a:pt x="3288326" y="653364"/>
                </a:lnTo>
                <a:lnTo>
                  <a:pt x="3287984" y="627749"/>
                </a:lnTo>
                <a:moveTo>
                  <a:pt x="3467178" y="625130"/>
                </a:moveTo>
                <a:lnTo>
                  <a:pt x="3569639" y="623195"/>
                </a:lnTo>
                <a:lnTo>
                  <a:pt x="3570095" y="648810"/>
                </a:lnTo>
                <a:lnTo>
                  <a:pt x="3467633" y="650745"/>
                </a:lnTo>
                <a:lnTo>
                  <a:pt x="3467178" y="625130"/>
                </a:lnTo>
                <a:moveTo>
                  <a:pt x="3646372" y="621487"/>
                </a:moveTo>
                <a:lnTo>
                  <a:pt x="3708532" y="620121"/>
                </a:lnTo>
                <a:lnTo>
                  <a:pt x="3748833" y="619096"/>
                </a:lnTo>
                <a:lnTo>
                  <a:pt x="3749516" y="644712"/>
                </a:lnTo>
                <a:lnTo>
                  <a:pt x="3709101" y="645736"/>
                </a:lnTo>
                <a:lnTo>
                  <a:pt x="3646941" y="647102"/>
                </a:lnTo>
                <a:lnTo>
                  <a:pt x="3646372" y="621487"/>
                </a:lnTo>
                <a:moveTo>
                  <a:pt x="3825566" y="617047"/>
                </a:moveTo>
                <a:lnTo>
                  <a:pt x="3928028" y="613973"/>
                </a:lnTo>
                <a:lnTo>
                  <a:pt x="3928711" y="639589"/>
                </a:lnTo>
                <a:lnTo>
                  <a:pt x="3826363" y="642662"/>
                </a:lnTo>
                <a:lnTo>
                  <a:pt x="3825566" y="617047"/>
                </a:lnTo>
                <a:moveTo>
                  <a:pt x="4004760" y="611468"/>
                </a:moveTo>
                <a:lnTo>
                  <a:pt x="4040053" y="610216"/>
                </a:lnTo>
                <a:lnTo>
                  <a:pt x="4090828" y="608395"/>
                </a:lnTo>
                <a:lnTo>
                  <a:pt x="4107108" y="607712"/>
                </a:lnTo>
                <a:lnTo>
                  <a:pt x="4108133" y="633327"/>
                </a:lnTo>
                <a:lnTo>
                  <a:pt x="4091739" y="633896"/>
                </a:lnTo>
                <a:lnTo>
                  <a:pt x="4040963" y="635831"/>
                </a:lnTo>
                <a:lnTo>
                  <a:pt x="4005670" y="637083"/>
                </a:lnTo>
                <a:lnTo>
                  <a:pt x="4004760" y="611468"/>
                </a:lnTo>
                <a:moveTo>
                  <a:pt x="4183841" y="604524"/>
                </a:moveTo>
                <a:lnTo>
                  <a:pt x="4188053" y="604296"/>
                </a:lnTo>
                <a:lnTo>
                  <a:pt x="4234388" y="602246"/>
                </a:lnTo>
                <a:lnTo>
                  <a:pt x="4279130" y="600084"/>
                </a:lnTo>
                <a:lnTo>
                  <a:pt x="4286074" y="599742"/>
                </a:lnTo>
                <a:lnTo>
                  <a:pt x="4287327" y="625243"/>
                </a:lnTo>
                <a:lnTo>
                  <a:pt x="4280382" y="625699"/>
                </a:lnTo>
                <a:lnTo>
                  <a:pt x="4235526" y="627749"/>
                </a:lnTo>
                <a:lnTo>
                  <a:pt x="4189191" y="629911"/>
                </a:lnTo>
                <a:lnTo>
                  <a:pt x="4184865" y="630139"/>
                </a:lnTo>
                <a:lnTo>
                  <a:pt x="4183841" y="604524"/>
                </a:lnTo>
                <a:moveTo>
                  <a:pt x="4362693" y="595644"/>
                </a:moveTo>
                <a:lnTo>
                  <a:pt x="4363490" y="595530"/>
                </a:lnTo>
                <a:lnTo>
                  <a:pt x="4402994" y="593253"/>
                </a:lnTo>
                <a:lnTo>
                  <a:pt x="4464813" y="588927"/>
                </a:lnTo>
                <a:lnTo>
                  <a:pt x="4466520" y="614428"/>
                </a:lnTo>
                <a:lnTo>
                  <a:pt x="4404474" y="618869"/>
                </a:lnTo>
                <a:lnTo>
                  <a:pt x="4364856" y="621145"/>
                </a:lnTo>
                <a:lnTo>
                  <a:pt x="4364173" y="621145"/>
                </a:lnTo>
                <a:lnTo>
                  <a:pt x="4362693" y="595644"/>
                </a:lnTo>
                <a:moveTo>
                  <a:pt x="4540976" y="582323"/>
                </a:moveTo>
                <a:lnTo>
                  <a:pt x="4553044" y="581186"/>
                </a:lnTo>
                <a:lnTo>
                  <a:pt x="4589133" y="577314"/>
                </a:lnTo>
                <a:lnTo>
                  <a:pt x="4624881" y="573216"/>
                </a:lnTo>
                <a:lnTo>
                  <a:pt x="4642413" y="571053"/>
                </a:lnTo>
                <a:lnTo>
                  <a:pt x="4645714" y="596441"/>
                </a:lnTo>
                <a:lnTo>
                  <a:pt x="4627727" y="598717"/>
                </a:lnTo>
                <a:lnTo>
                  <a:pt x="4591866" y="602816"/>
                </a:lnTo>
                <a:lnTo>
                  <a:pt x="4555435" y="606687"/>
                </a:lnTo>
                <a:lnTo>
                  <a:pt x="4543481" y="607826"/>
                </a:lnTo>
                <a:lnTo>
                  <a:pt x="4540976" y="582323"/>
                </a:lnTo>
                <a:moveTo>
                  <a:pt x="4718349" y="560807"/>
                </a:moveTo>
                <a:lnTo>
                  <a:pt x="4728823" y="559327"/>
                </a:lnTo>
                <a:lnTo>
                  <a:pt x="4762407" y="554203"/>
                </a:lnTo>
                <a:lnTo>
                  <a:pt x="4795423" y="548852"/>
                </a:lnTo>
                <a:lnTo>
                  <a:pt x="4819217" y="544754"/>
                </a:lnTo>
                <a:lnTo>
                  <a:pt x="4823543" y="569914"/>
                </a:lnTo>
                <a:lnTo>
                  <a:pt x="4799521" y="574127"/>
                </a:lnTo>
                <a:lnTo>
                  <a:pt x="4766164" y="579478"/>
                </a:lnTo>
                <a:lnTo>
                  <a:pt x="4732466" y="584600"/>
                </a:lnTo>
                <a:lnTo>
                  <a:pt x="4722106" y="586195"/>
                </a:lnTo>
                <a:lnTo>
                  <a:pt x="4718349" y="560807"/>
                </a:lnTo>
                <a:moveTo>
                  <a:pt x="4894469" y="530865"/>
                </a:moveTo>
                <a:lnTo>
                  <a:pt x="4922248" y="525287"/>
                </a:lnTo>
                <a:lnTo>
                  <a:pt x="4952530" y="518911"/>
                </a:lnTo>
                <a:lnTo>
                  <a:pt x="4982244" y="512535"/>
                </a:lnTo>
                <a:lnTo>
                  <a:pt x="4994426" y="509690"/>
                </a:lnTo>
                <a:lnTo>
                  <a:pt x="5000004" y="534736"/>
                </a:lnTo>
                <a:lnTo>
                  <a:pt x="4987709" y="537468"/>
                </a:lnTo>
                <a:lnTo>
                  <a:pt x="4957767" y="544071"/>
                </a:lnTo>
                <a:lnTo>
                  <a:pt x="4927257" y="550447"/>
                </a:lnTo>
                <a:lnTo>
                  <a:pt x="4899478" y="555911"/>
                </a:lnTo>
                <a:lnTo>
                  <a:pt x="4894469" y="530865"/>
                </a:lnTo>
                <a:moveTo>
                  <a:pt x="5068881" y="492044"/>
                </a:moveTo>
                <a:lnTo>
                  <a:pt x="5095749" y="485213"/>
                </a:lnTo>
                <a:lnTo>
                  <a:pt x="5122731" y="478154"/>
                </a:lnTo>
                <a:lnTo>
                  <a:pt x="5149029" y="470982"/>
                </a:lnTo>
                <a:lnTo>
                  <a:pt x="5167587" y="465745"/>
                </a:lnTo>
                <a:lnTo>
                  <a:pt x="5174417" y="490449"/>
                </a:lnTo>
                <a:lnTo>
                  <a:pt x="5155860" y="495687"/>
                </a:lnTo>
                <a:lnTo>
                  <a:pt x="5129220" y="502973"/>
                </a:lnTo>
                <a:lnTo>
                  <a:pt x="5102011" y="510145"/>
                </a:lnTo>
                <a:lnTo>
                  <a:pt x="5075143" y="516862"/>
                </a:lnTo>
                <a:lnTo>
                  <a:pt x="5068881" y="492044"/>
                </a:lnTo>
                <a:moveTo>
                  <a:pt x="5240903" y="444114"/>
                </a:moveTo>
                <a:lnTo>
                  <a:pt x="5248759" y="441723"/>
                </a:lnTo>
                <a:lnTo>
                  <a:pt x="5272211" y="434323"/>
                </a:lnTo>
                <a:lnTo>
                  <a:pt x="5295207" y="426924"/>
                </a:lnTo>
                <a:lnTo>
                  <a:pt x="5317521" y="419523"/>
                </a:lnTo>
                <a:lnTo>
                  <a:pt x="5338014" y="412465"/>
                </a:lnTo>
                <a:lnTo>
                  <a:pt x="5346212" y="436714"/>
                </a:lnTo>
                <a:lnTo>
                  <a:pt x="5325491" y="443773"/>
                </a:lnTo>
                <a:lnTo>
                  <a:pt x="5303063" y="451287"/>
                </a:lnTo>
                <a:lnTo>
                  <a:pt x="5279953" y="458800"/>
                </a:lnTo>
                <a:lnTo>
                  <a:pt x="5256272" y="466201"/>
                </a:lnTo>
                <a:lnTo>
                  <a:pt x="5248417" y="468591"/>
                </a:lnTo>
                <a:lnTo>
                  <a:pt x="5240903" y="444114"/>
                </a:lnTo>
                <a:moveTo>
                  <a:pt x="5409965" y="386621"/>
                </a:moveTo>
                <a:lnTo>
                  <a:pt x="5419870" y="382865"/>
                </a:lnTo>
                <a:lnTo>
                  <a:pt x="5438541" y="375693"/>
                </a:lnTo>
                <a:lnTo>
                  <a:pt x="5456642" y="368634"/>
                </a:lnTo>
                <a:lnTo>
                  <a:pt x="5474060" y="361689"/>
                </a:lnTo>
                <a:lnTo>
                  <a:pt x="5490796" y="354859"/>
                </a:lnTo>
                <a:lnTo>
                  <a:pt x="5504799" y="349052"/>
                </a:lnTo>
                <a:lnTo>
                  <a:pt x="5514590" y="372733"/>
                </a:lnTo>
                <a:lnTo>
                  <a:pt x="5500587" y="378539"/>
                </a:lnTo>
                <a:lnTo>
                  <a:pt x="5483510" y="385483"/>
                </a:lnTo>
                <a:lnTo>
                  <a:pt x="5465977" y="392542"/>
                </a:lnTo>
                <a:lnTo>
                  <a:pt x="5447648" y="399714"/>
                </a:lnTo>
                <a:lnTo>
                  <a:pt x="5428864" y="406887"/>
                </a:lnTo>
                <a:lnTo>
                  <a:pt x="5418958" y="410644"/>
                </a:lnTo>
                <a:lnTo>
                  <a:pt x="5409965" y="386621"/>
                </a:lnTo>
                <a:moveTo>
                  <a:pt x="5574701" y="318428"/>
                </a:moveTo>
                <a:lnTo>
                  <a:pt x="5578343" y="316720"/>
                </a:lnTo>
                <a:lnTo>
                  <a:pt x="5590753" y="310914"/>
                </a:lnTo>
                <a:lnTo>
                  <a:pt x="5602593" y="305449"/>
                </a:lnTo>
                <a:lnTo>
                  <a:pt x="5613522" y="300099"/>
                </a:lnTo>
                <a:lnTo>
                  <a:pt x="5623996" y="294975"/>
                </a:lnTo>
                <a:lnTo>
                  <a:pt x="5644602" y="284388"/>
                </a:lnTo>
                <a:lnTo>
                  <a:pt x="5656442" y="307043"/>
                </a:lnTo>
                <a:lnTo>
                  <a:pt x="5635266" y="317973"/>
                </a:lnTo>
                <a:lnTo>
                  <a:pt x="5624793" y="323096"/>
                </a:lnTo>
                <a:lnTo>
                  <a:pt x="5613522" y="328560"/>
                </a:lnTo>
                <a:lnTo>
                  <a:pt x="5601568" y="334139"/>
                </a:lnTo>
                <a:lnTo>
                  <a:pt x="5589045" y="340059"/>
                </a:lnTo>
                <a:lnTo>
                  <a:pt x="5585403" y="341653"/>
                </a:lnTo>
                <a:lnTo>
                  <a:pt x="5574701" y="318428"/>
                </a:lnTo>
                <a:moveTo>
                  <a:pt x="5608968" y="245339"/>
                </a:moveTo>
                <a:lnTo>
                  <a:pt x="5706876" y="265376"/>
                </a:lnTo>
                <a:lnTo>
                  <a:pt x="5669535" y="358160"/>
                </a:lnTo>
                <a:lnTo>
                  <a:pt x="5608968" y="245339"/>
                </a:lnTo>
              </a:path>
            </a:pathLst>
          </a:custGeom>
          <a:solidFill xmlns:a="http://schemas.openxmlformats.org/drawingml/2006/main">
            <a:srgbClr val="156082"/>
          </a:solidFill>
          <a:ln xmlns:a="http://schemas.openxmlformats.org/drawingml/2006/main" w="0">
            <a:noFill/>
            <a:prstDash val="solid"/>
          </a:ln>
        </p:spPr>
      </p:sp>
    </p:spTree>
    <p:extLst>
      <p:ext uri="{BB962C8B-B14F-4D97-AF65-F5344CB8AC3E}">
        <p14:creationId xmlns:p14="http://schemas.microsoft.com/office/powerpoint/2010/main" val="206513073"/>
      </p:ext>
    </p:extLst>
  </p:cSld>
</p:sld>
</file>

<file path=ppt/slides/slide8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90" name="path-1">
            <a:extLst xmlns:a="http://schemas.openxmlformats.org/drawingml/2006/main">
              <a:ext uri="{FF2B5EF4-FFF2-40B4-BE49-F238E27FC236}">
                <a16:creationId xmlns:a16="http://schemas.microsoft.com/office/drawing/2014/main" id="{73DE7894-AD59-47AF-9BA6-ED014A365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9136" y="4924"/>
            <a:ext cx="14900487" cy="10282076"/>
          </a:xfrm>
          <a:custGeom xmlns:a="http://schemas.openxmlformats.org/drawingml/2006/main">
            <a:pathLst>
              <a:path w="13244877" h="9139623">
                <a:moveTo>
                  <a:pt x="13244877" y="0"/>
                </a:moveTo>
                <a:lnTo>
                  <a:pt x="0" y="0"/>
                </a:lnTo>
                <a:lnTo>
                  <a:pt x="0" y="9139623"/>
                </a:lnTo>
                <a:lnTo>
                  <a:pt x="13244877" y="9139623"/>
                </a:lnTo>
                <a:lnTo>
                  <a:pt x="13244877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61D36591-902E-49E4-8D90-E56CDEC6C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1218" y="9322899"/>
            <a:ext cx="2173476" cy="430392"/>
          </a:xfrm>
          <a:custGeom xmlns:a="http://schemas.openxmlformats.org/drawingml/2006/main">
            <a:pathLst>
              <a:path w="1931979" h="382571">
                <a:moveTo>
                  <a:pt x="0" y="0"/>
                </a:moveTo>
                <a:lnTo>
                  <a:pt x="0" y="382571"/>
                </a:lnTo>
                <a:lnTo>
                  <a:pt x="1931979" y="382571"/>
                </a:lnTo>
                <a:lnTo>
                  <a:pt x="1931979" y="0"/>
                </a:lnTo>
                <a:close/>
              </a:path>
            </a:pathLst>
          </a:custGeom>
          <a:solidFill xmlns:a="http://schemas.openxmlformats.org/drawingml/2006/main">
            <a:srgbClr val="F8CDA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96EBE319-2285-494A-9C22-B742601EF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8889" y="9312138"/>
            <a:ext cx="2196790" cy="451686"/>
          </a:xfrm>
          <a:custGeom xmlns:a="http://schemas.openxmlformats.org/drawingml/2006/main">
            <a:pathLst>
              <a:path w="1952702" h="401499">
                <a:moveTo>
                  <a:pt x="1952702" y="0"/>
                </a:moveTo>
                <a:lnTo>
                  <a:pt x="1952702" y="401499"/>
                </a:lnTo>
                <a:lnTo>
                  <a:pt x="0" y="401499"/>
                </a:lnTo>
                <a:lnTo>
                  <a:pt x="0" y="0"/>
                </a:lnTo>
                <a:lnTo>
                  <a:pt x="1952702" y="0"/>
                </a:lnTo>
                <a:moveTo>
                  <a:pt x="9963" y="19926"/>
                </a:moveTo>
                <a:lnTo>
                  <a:pt x="19925" y="9963"/>
                </a:lnTo>
                <a:lnTo>
                  <a:pt x="19925" y="391536"/>
                </a:lnTo>
                <a:lnTo>
                  <a:pt x="9963" y="381574"/>
                </a:lnTo>
                <a:lnTo>
                  <a:pt x="1942739" y="381574"/>
                </a:lnTo>
                <a:lnTo>
                  <a:pt x="1932776" y="391536"/>
                </a:lnTo>
                <a:lnTo>
                  <a:pt x="1932776" y="9963"/>
                </a:lnTo>
                <a:lnTo>
                  <a:pt x="1942739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F8CDA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B79BC171-A401-4945-B4A6-02707FAB5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80895" y="6272500"/>
            <a:ext cx="1546719" cy="624067"/>
          </a:xfrm>
          <a:custGeom xmlns:a="http://schemas.openxmlformats.org/drawingml/2006/main">
            <a:pathLst>
              <a:path w="1374862" h="554726">
                <a:moveTo>
                  <a:pt x="0" y="0"/>
                </a:moveTo>
                <a:lnTo>
                  <a:pt x="0" y="554726"/>
                </a:lnTo>
                <a:lnTo>
                  <a:pt x="1374862" y="554726"/>
                </a:lnTo>
                <a:lnTo>
                  <a:pt x="1374862" y="0"/>
                </a:lnTo>
                <a:close/>
              </a:path>
            </a:pathLst>
          </a:custGeom>
          <a:solidFill xmlns:a="http://schemas.openxmlformats.org/drawingml/2006/main">
            <a:srgbClr val="3C2E0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79DFE617-E71E-4062-8B35-C8014FCDD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70584" y="6261291"/>
            <a:ext cx="1569136" cy="646708"/>
          </a:xfrm>
          <a:custGeom xmlns:a="http://schemas.openxmlformats.org/drawingml/2006/main">
            <a:pathLst>
              <a:path w="1394787" h="574852">
                <a:moveTo>
                  <a:pt x="1394787" y="0"/>
                </a:moveTo>
                <a:lnTo>
                  <a:pt x="1394787" y="574852"/>
                </a:lnTo>
                <a:lnTo>
                  <a:pt x="0" y="574852"/>
                </a:lnTo>
                <a:lnTo>
                  <a:pt x="0" y="0"/>
                </a:lnTo>
                <a:lnTo>
                  <a:pt x="1394787" y="0"/>
                </a:lnTo>
                <a:moveTo>
                  <a:pt x="9963" y="19926"/>
                </a:moveTo>
                <a:lnTo>
                  <a:pt x="19926" y="9963"/>
                </a:lnTo>
                <a:lnTo>
                  <a:pt x="19926" y="564889"/>
                </a:lnTo>
                <a:lnTo>
                  <a:pt x="9963" y="554926"/>
                </a:lnTo>
                <a:lnTo>
                  <a:pt x="1384824" y="554926"/>
                </a:lnTo>
                <a:lnTo>
                  <a:pt x="1374862" y="564889"/>
                </a:lnTo>
                <a:lnTo>
                  <a:pt x="1374862" y="9963"/>
                </a:lnTo>
                <a:lnTo>
                  <a:pt x="1384824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3C2E0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6">
            <a:extLst xmlns:a="http://schemas.openxmlformats.org/drawingml/2006/main">
              <a:ext uri="{FF2B5EF4-FFF2-40B4-BE49-F238E27FC236}">
                <a16:creationId xmlns:a16="http://schemas.microsoft.com/office/drawing/2014/main" id="{F0CC2846-0517-41A7-8E76-EBF8CAA46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8233" y="1469825"/>
            <a:ext cx="2106003" cy="1375235"/>
          </a:xfrm>
          <a:custGeom xmlns:a="http://schemas.openxmlformats.org/drawingml/2006/main">
            <a:pathLst>
              <a:path w="1872003" h="1222431">
                <a:moveTo>
                  <a:pt x="0" y="1063007"/>
                </a:moveTo>
                <a:lnTo>
                  <a:pt x="0" y="983305"/>
                </a:lnTo>
                <a:lnTo>
                  <a:pt x="19925" y="983305"/>
                </a:lnTo>
                <a:lnTo>
                  <a:pt x="19925" y="1063007"/>
                </a:lnTo>
                <a:lnTo>
                  <a:pt x="0" y="1063007"/>
                </a:lnTo>
                <a:moveTo>
                  <a:pt x="0" y="923528"/>
                </a:moveTo>
                <a:lnTo>
                  <a:pt x="0" y="843826"/>
                </a:lnTo>
                <a:lnTo>
                  <a:pt x="19925" y="843826"/>
                </a:lnTo>
                <a:lnTo>
                  <a:pt x="19925" y="923528"/>
                </a:lnTo>
                <a:lnTo>
                  <a:pt x="0" y="923528"/>
                </a:lnTo>
                <a:moveTo>
                  <a:pt x="0" y="784050"/>
                </a:moveTo>
                <a:lnTo>
                  <a:pt x="0" y="704348"/>
                </a:lnTo>
                <a:lnTo>
                  <a:pt x="19925" y="704348"/>
                </a:lnTo>
                <a:lnTo>
                  <a:pt x="19925" y="784050"/>
                </a:lnTo>
                <a:lnTo>
                  <a:pt x="0" y="784050"/>
                </a:lnTo>
                <a:moveTo>
                  <a:pt x="0" y="644571"/>
                </a:moveTo>
                <a:lnTo>
                  <a:pt x="0" y="564869"/>
                </a:lnTo>
                <a:lnTo>
                  <a:pt x="19925" y="564869"/>
                </a:lnTo>
                <a:lnTo>
                  <a:pt x="19925" y="644571"/>
                </a:lnTo>
                <a:lnTo>
                  <a:pt x="0" y="644571"/>
                </a:lnTo>
                <a:moveTo>
                  <a:pt x="0" y="505092"/>
                </a:moveTo>
                <a:lnTo>
                  <a:pt x="0" y="425390"/>
                </a:lnTo>
                <a:lnTo>
                  <a:pt x="19925" y="425390"/>
                </a:lnTo>
                <a:lnTo>
                  <a:pt x="19925" y="505092"/>
                </a:lnTo>
                <a:lnTo>
                  <a:pt x="0" y="505092"/>
                </a:lnTo>
                <a:moveTo>
                  <a:pt x="0" y="365613"/>
                </a:moveTo>
                <a:lnTo>
                  <a:pt x="0" y="285911"/>
                </a:lnTo>
                <a:lnTo>
                  <a:pt x="19925" y="285911"/>
                </a:lnTo>
                <a:lnTo>
                  <a:pt x="19925" y="365613"/>
                </a:lnTo>
                <a:lnTo>
                  <a:pt x="0" y="365613"/>
                </a:lnTo>
                <a:moveTo>
                  <a:pt x="0" y="226135"/>
                </a:moveTo>
                <a:lnTo>
                  <a:pt x="0" y="159305"/>
                </a:lnTo>
                <a:lnTo>
                  <a:pt x="198" y="151235"/>
                </a:lnTo>
                <a:lnTo>
                  <a:pt x="617" y="145695"/>
                </a:lnTo>
                <a:lnTo>
                  <a:pt x="20482" y="147210"/>
                </a:lnTo>
                <a:lnTo>
                  <a:pt x="20085" y="152490"/>
                </a:lnTo>
                <a:lnTo>
                  <a:pt x="20104" y="151992"/>
                </a:lnTo>
                <a:lnTo>
                  <a:pt x="19905" y="159683"/>
                </a:lnTo>
                <a:lnTo>
                  <a:pt x="19925" y="159424"/>
                </a:lnTo>
                <a:lnTo>
                  <a:pt x="19925" y="226135"/>
                </a:lnTo>
                <a:lnTo>
                  <a:pt x="0" y="226135"/>
                </a:lnTo>
                <a:moveTo>
                  <a:pt x="18450" y="84962"/>
                </a:moveTo>
                <a:lnTo>
                  <a:pt x="19228" y="83428"/>
                </a:lnTo>
                <a:lnTo>
                  <a:pt x="23074" y="76753"/>
                </a:lnTo>
                <a:lnTo>
                  <a:pt x="27218" y="70277"/>
                </a:lnTo>
                <a:lnTo>
                  <a:pt x="31660" y="64021"/>
                </a:lnTo>
                <a:lnTo>
                  <a:pt x="36403" y="58003"/>
                </a:lnTo>
                <a:lnTo>
                  <a:pt x="41404" y="52225"/>
                </a:lnTo>
                <a:lnTo>
                  <a:pt x="46685" y="46685"/>
                </a:lnTo>
                <a:lnTo>
                  <a:pt x="52224" y="41405"/>
                </a:lnTo>
                <a:lnTo>
                  <a:pt x="58002" y="36404"/>
                </a:lnTo>
                <a:lnTo>
                  <a:pt x="64020" y="31682"/>
                </a:lnTo>
                <a:lnTo>
                  <a:pt x="70276" y="27238"/>
                </a:lnTo>
                <a:lnTo>
                  <a:pt x="75816" y="23672"/>
                </a:lnTo>
                <a:lnTo>
                  <a:pt x="86576" y="40449"/>
                </a:lnTo>
                <a:lnTo>
                  <a:pt x="81216" y="43876"/>
                </a:lnTo>
                <a:lnTo>
                  <a:pt x="81614" y="43617"/>
                </a:lnTo>
                <a:lnTo>
                  <a:pt x="75757" y="47781"/>
                </a:lnTo>
                <a:lnTo>
                  <a:pt x="76135" y="47483"/>
                </a:lnTo>
                <a:lnTo>
                  <a:pt x="70495" y="51926"/>
                </a:lnTo>
                <a:lnTo>
                  <a:pt x="70875" y="51627"/>
                </a:lnTo>
                <a:lnTo>
                  <a:pt x="65434" y="56330"/>
                </a:lnTo>
                <a:lnTo>
                  <a:pt x="65793" y="55991"/>
                </a:lnTo>
                <a:lnTo>
                  <a:pt x="60613" y="60952"/>
                </a:lnTo>
                <a:lnTo>
                  <a:pt x="60931" y="60614"/>
                </a:lnTo>
                <a:lnTo>
                  <a:pt x="55990" y="65794"/>
                </a:lnTo>
                <a:lnTo>
                  <a:pt x="56308" y="65455"/>
                </a:lnTo>
                <a:lnTo>
                  <a:pt x="51606" y="70875"/>
                </a:lnTo>
                <a:lnTo>
                  <a:pt x="51925" y="70516"/>
                </a:lnTo>
                <a:lnTo>
                  <a:pt x="47482" y="76156"/>
                </a:lnTo>
                <a:lnTo>
                  <a:pt x="47760" y="75777"/>
                </a:lnTo>
                <a:lnTo>
                  <a:pt x="43596" y="81635"/>
                </a:lnTo>
                <a:lnTo>
                  <a:pt x="43876" y="81236"/>
                </a:lnTo>
                <a:lnTo>
                  <a:pt x="39969" y="87294"/>
                </a:lnTo>
                <a:lnTo>
                  <a:pt x="40229" y="86895"/>
                </a:lnTo>
                <a:lnTo>
                  <a:pt x="36622" y="93152"/>
                </a:lnTo>
                <a:lnTo>
                  <a:pt x="36861" y="92713"/>
                </a:lnTo>
                <a:lnTo>
                  <a:pt x="36184" y="94048"/>
                </a:lnTo>
                <a:lnTo>
                  <a:pt x="18450" y="84962"/>
                </a:lnTo>
                <a:moveTo>
                  <a:pt x="135692" y="1754"/>
                </a:moveTo>
                <a:lnTo>
                  <a:pt x="143123" y="817"/>
                </a:lnTo>
                <a:lnTo>
                  <a:pt x="151213" y="199"/>
                </a:lnTo>
                <a:lnTo>
                  <a:pt x="159284" y="0"/>
                </a:lnTo>
                <a:lnTo>
                  <a:pt x="216570" y="0"/>
                </a:lnTo>
                <a:lnTo>
                  <a:pt x="216570" y="19926"/>
                </a:lnTo>
                <a:lnTo>
                  <a:pt x="159403" y="19926"/>
                </a:lnTo>
                <a:lnTo>
                  <a:pt x="159663" y="19926"/>
                </a:lnTo>
                <a:lnTo>
                  <a:pt x="151972" y="20125"/>
                </a:lnTo>
                <a:lnTo>
                  <a:pt x="152468" y="20085"/>
                </a:lnTo>
                <a:lnTo>
                  <a:pt x="144877" y="20663"/>
                </a:lnTo>
                <a:lnTo>
                  <a:pt x="145396" y="20623"/>
                </a:lnTo>
                <a:lnTo>
                  <a:pt x="138223" y="21520"/>
                </a:lnTo>
                <a:lnTo>
                  <a:pt x="135692" y="1754"/>
                </a:lnTo>
                <a:moveTo>
                  <a:pt x="276345" y="0"/>
                </a:moveTo>
                <a:lnTo>
                  <a:pt x="356048" y="0"/>
                </a:lnTo>
                <a:lnTo>
                  <a:pt x="356048" y="19926"/>
                </a:lnTo>
                <a:lnTo>
                  <a:pt x="276345" y="19926"/>
                </a:lnTo>
                <a:lnTo>
                  <a:pt x="276345" y="0"/>
                </a:lnTo>
                <a:moveTo>
                  <a:pt x="415825" y="0"/>
                </a:moveTo>
                <a:lnTo>
                  <a:pt x="495526" y="0"/>
                </a:lnTo>
                <a:lnTo>
                  <a:pt x="495526" y="19926"/>
                </a:lnTo>
                <a:lnTo>
                  <a:pt x="415825" y="19926"/>
                </a:lnTo>
                <a:lnTo>
                  <a:pt x="415825" y="0"/>
                </a:lnTo>
                <a:moveTo>
                  <a:pt x="555304" y="0"/>
                </a:moveTo>
                <a:lnTo>
                  <a:pt x="635006" y="0"/>
                </a:lnTo>
                <a:lnTo>
                  <a:pt x="635006" y="19926"/>
                </a:lnTo>
                <a:lnTo>
                  <a:pt x="555304" y="19926"/>
                </a:lnTo>
                <a:lnTo>
                  <a:pt x="555304" y="0"/>
                </a:lnTo>
                <a:moveTo>
                  <a:pt x="694782" y="0"/>
                </a:moveTo>
                <a:lnTo>
                  <a:pt x="774484" y="0"/>
                </a:lnTo>
                <a:lnTo>
                  <a:pt x="774484" y="19926"/>
                </a:lnTo>
                <a:lnTo>
                  <a:pt x="694782" y="19926"/>
                </a:lnTo>
                <a:lnTo>
                  <a:pt x="694782" y="0"/>
                </a:lnTo>
                <a:moveTo>
                  <a:pt x="834262" y="0"/>
                </a:moveTo>
                <a:lnTo>
                  <a:pt x="913962" y="0"/>
                </a:lnTo>
                <a:lnTo>
                  <a:pt x="913962" y="19926"/>
                </a:lnTo>
                <a:lnTo>
                  <a:pt x="834262" y="19926"/>
                </a:lnTo>
                <a:lnTo>
                  <a:pt x="834262" y="0"/>
                </a:lnTo>
                <a:moveTo>
                  <a:pt x="973740" y="0"/>
                </a:moveTo>
                <a:lnTo>
                  <a:pt x="1053442" y="0"/>
                </a:lnTo>
                <a:lnTo>
                  <a:pt x="1053442" y="19926"/>
                </a:lnTo>
                <a:lnTo>
                  <a:pt x="973740" y="19926"/>
                </a:lnTo>
                <a:lnTo>
                  <a:pt x="973740" y="0"/>
                </a:lnTo>
                <a:moveTo>
                  <a:pt x="1113218" y="0"/>
                </a:moveTo>
                <a:lnTo>
                  <a:pt x="1192920" y="0"/>
                </a:lnTo>
                <a:lnTo>
                  <a:pt x="1192920" y="19926"/>
                </a:lnTo>
                <a:lnTo>
                  <a:pt x="1113218" y="19926"/>
                </a:lnTo>
                <a:lnTo>
                  <a:pt x="1113218" y="0"/>
                </a:lnTo>
                <a:moveTo>
                  <a:pt x="1252698" y="0"/>
                </a:moveTo>
                <a:lnTo>
                  <a:pt x="1332398" y="0"/>
                </a:lnTo>
                <a:lnTo>
                  <a:pt x="1332398" y="19926"/>
                </a:lnTo>
                <a:lnTo>
                  <a:pt x="1252698" y="19926"/>
                </a:lnTo>
                <a:lnTo>
                  <a:pt x="1252698" y="0"/>
                </a:lnTo>
                <a:moveTo>
                  <a:pt x="1392176" y="0"/>
                </a:moveTo>
                <a:lnTo>
                  <a:pt x="1471879" y="0"/>
                </a:lnTo>
                <a:lnTo>
                  <a:pt x="1471879" y="19926"/>
                </a:lnTo>
                <a:lnTo>
                  <a:pt x="1392176" y="19926"/>
                </a:lnTo>
                <a:lnTo>
                  <a:pt x="1392176" y="0"/>
                </a:lnTo>
                <a:moveTo>
                  <a:pt x="1531654" y="0"/>
                </a:moveTo>
                <a:lnTo>
                  <a:pt x="1611357" y="0"/>
                </a:lnTo>
                <a:lnTo>
                  <a:pt x="1611357" y="19926"/>
                </a:lnTo>
                <a:lnTo>
                  <a:pt x="1531654" y="19926"/>
                </a:lnTo>
                <a:lnTo>
                  <a:pt x="1531654" y="0"/>
                </a:lnTo>
                <a:moveTo>
                  <a:pt x="1671132" y="0"/>
                </a:moveTo>
                <a:lnTo>
                  <a:pt x="1712698" y="0"/>
                </a:lnTo>
                <a:lnTo>
                  <a:pt x="1720767" y="199"/>
                </a:lnTo>
                <a:lnTo>
                  <a:pt x="1728857" y="817"/>
                </a:lnTo>
                <a:lnTo>
                  <a:pt x="1736828" y="1833"/>
                </a:lnTo>
                <a:lnTo>
                  <a:pt x="1744699" y="3228"/>
                </a:lnTo>
                <a:lnTo>
                  <a:pt x="1752409" y="5021"/>
                </a:lnTo>
                <a:lnTo>
                  <a:pt x="1753147" y="5220"/>
                </a:lnTo>
                <a:lnTo>
                  <a:pt x="1747707" y="24389"/>
                </a:lnTo>
                <a:lnTo>
                  <a:pt x="1747208" y="24249"/>
                </a:lnTo>
                <a:lnTo>
                  <a:pt x="1747686" y="24369"/>
                </a:lnTo>
                <a:lnTo>
                  <a:pt x="1740453" y="22715"/>
                </a:lnTo>
                <a:lnTo>
                  <a:pt x="1740931" y="22815"/>
                </a:lnTo>
                <a:lnTo>
                  <a:pt x="1733580" y="21500"/>
                </a:lnTo>
                <a:lnTo>
                  <a:pt x="1734078" y="21560"/>
                </a:lnTo>
                <a:lnTo>
                  <a:pt x="1726606" y="20623"/>
                </a:lnTo>
                <a:lnTo>
                  <a:pt x="1727103" y="20663"/>
                </a:lnTo>
                <a:lnTo>
                  <a:pt x="1719512" y="20085"/>
                </a:lnTo>
                <a:lnTo>
                  <a:pt x="1720011" y="20125"/>
                </a:lnTo>
                <a:lnTo>
                  <a:pt x="1712319" y="19926"/>
                </a:lnTo>
                <a:lnTo>
                  <a:pt x="1712579" y="19926"/>
                </a:lnTo>
                <a:lnTo>
                  <a:pt x="1671132" y="19926"/>
                </a:lnTo>
                <a:lnTo>
                  <a:pt x="1671132" y="0"/>
                </a:lnTo>
                <a:moveTo>
                  <a:pt x="1809874" y="33176"/>
                </a:moveTo>
                <a:lnTo>
                  <a:pt x="1813979" y="36404"/>
                </a:lnTo>
                <a:lnTo>
                  <a:pt x="1819757" y="41405"/>
                </a:lnTo>
                <a:lnTo>
                  <a:pt x="1825297" y="46685"/>
                </a:lnTo>
                <a:lnTo>
                  <a:pt x="1830576" y="52225"/>
                </a:lnTo>
                <a:lnTo>
                  <a:pt x="1835579" y="58003"/>
                </a:lnTo>
                <a:lnTo>
                  <a:pt x="1840320" y="64021"/>
                </a:lnTo>
                <a:lnTo>
                  <a:pt x="1844765" y="70277"/>
                </a:lnTo>
                <a:lnTo>
                  <a:pt x="1848909" y="76753"/>
                </a:lnTo>
                <a:lnTo>
                  <a:pt x="1852754" y="83428"/>
                </a:lnTo>
                <a:lnTo>
                  <a:pt x="1856261" y="90303"/>
                </a:lnTo>
                <a:lnTo>
                  <a:pt x="1859468" y="97356"/>
                </a:lnTo>
                <a:lnTo>
                  <a:pt x="1860546" y="100126"/>
                </a:lnTo>
                <a:lnTo>
                  <a:pt x="1842015" y="107419"/>
                </a:lnTo>
                <a:lnTo>
                  <a:pt x="1841019" y="104908"/>
                </a:lnTo>
                <a:lnTo>
                  <a:pt x="1841197" y="105346"/>
                </a:lnTo>
                <a:lnTo>
                  <a:pt x="1838208" y="98731"/>
                </a:lnTo>
                <a:lnTo>
                  <a:pt x="1838429" y="99169"/>
                </a:lnTo>
                <a:lnTo>
                  <a:pt x="1835121" y="92713"/>
                </a:lnTo>
                <a:lnTo>
                  <a:pt x="1835360" y="93152"/>
                </a:lnTo>
                <a:lnTo>
                  <a:pt x="1831754" y="86895"/>
                </a:lnTo>
                <a:lnTo>
                  <a:pt x="1832011" y="87294"/>
                </a:lnTo>
                <a:lnTo>
                  <a:pt x="1828127" y="81236"/>
                </a:lnTo>
                <a:lnTo>
                  <a:pt x="1828385" y="81635"/>
                </a:lnTo>
                <a:lnTo>
                  <a:pt x="1824222" y="75777"/>
                </a:lnTo>
                <a:lnTo>
                  <a:pt x="1824500" y="76156"/>
                </a:lnTo>
                <a:lnTo>
                  <a:pt x="1820076" y="70516"/>
                </a:lnTo>
                <a:lnTo>
                  <a:pt x="1820374" y="70875"/>
                </a:lnTo>
                <a:lnTo>
                  <a:pt x="1815672" y="65455"/>
                </a:lnTo>
                <a:lnTo>
                  <a:pt x="1815991" y="65794"/>
                </a:lnTo>
                <a:lnTo>
                  <a:pt x="1811050" y="60614"/>
                </a:lnTo>
                <a:lnTo>
                  <a:pt x="1811389" y="60952"/>
                </a:lnTo>
                <a:lnTo>
                  <a:pt x="1806188" y="55991"/>
                </a:lnTo>
                <a:lnTo>
                  <a:pt x="1806546" y="56330"/>
                </a:lnTo>
                <a:lnTo>
                  <a:pt x="1801128" y="51627"/>
                </a:lnTo>
                <a:lnTo>
                  <a:pt x="1801486" y="51926"/>
                </a:lnTo>
                <a:lnTo>
                  <a:pt x="1797560" y="48838"/>
                </a:lnTo>
                <a:lnTo>
                  <a:pt x="1809874" y="33176"/>
                </a:lnTo>
                <a:moveTo>
                  <a:pt x="1872003" y="162174"/>
                </a:moveTo>
                <a:lnTo>
                  <a:pt x="1872003" y="241876"/>
                </a:lnTo>
                <a:lnTo>
                  <a:pt x="1852078" y="241876"/>
                </a:lnTo>
                <a:lnTo>
                  <a:pt x="1852078" y="162174"/>
                </a:lnTo>
                <a:lnTo>
                  <a:pt x="1872003" y="162174"/>
                </a:lnTo>
                <a:moveTo>
                  <a:pt x="1872003" y="301653"/>
                </a:moveTo>
                <a:lnTo>
                  <a:pt x="1872003" y="381355"/>
                </a:lnTo>
                <a:lnTo>
                  <a:pt x="1852078" y="381355"/>
                </a:lnTo>
                <a:lnTo>
                  <a:pt x="1852078" y="301653"/>
                </a:lnTo>
                <a:lnTo>
                  <a:pt x="1872003" y="301653"/>
                </a:lnTo>
                <a:moveTo>
                  <a:pt x="1872003" y="441131"/>
                </a:moveTo>
                <a:lnTo>
                  <a:pt x="1872003" y="520833"/>
                </a:lnTo>
                <a:lnTo>
                  <a:pt x="1852078" y="520833"/>
                </a:lnTo>
                <a:lnTo>
                  <a:pt x="1852078" y="441131"/>
                </a:lnTo>
                <a:lnTo>
                  <a:pt x="1872003" y="441131"/>
                </a:lnTo>
                <a:moveTo>
                  <a:pt x="1872003" y="580610"/>
                </a:moveTo>
                <a:lnTo>
                  <a:pt x="1872003" y="660312"/>
                </a:lnTo>
                <a:lnTo>
                  <a:pt x="1852078" y="660312"/>
                </a:lnTo>
                <a:lnTo>
                  <a:pt x="1852078" y="580610"/>
                </a:lnTo>
                <a:lnTo>
                  <a:pt x="1872003" y="580610"/>
                </a:lnTo>
                <a:moveTo>
                  <a:pt x="1872003" y="720089"/>
                </a:moveTo>
                <a:lnTo>
                  <a:pt x="1872003" y="799791"/>
                </a:lnTo>
                <a:lnTo>
                  <a:pt x="1852078" y="799791"/>
                </a:lnTo>
                <a:lnTo>
                  <a:pt x="1852078" y="720089"/>
                </a:lnTo>
                <a:lnTo>
                  <a:pt x="1872003" y="720089"/>
                </a:lnTo>
                <a:moveTo>
                  <a:pt x="1872003" y="859567"/>
                </a:moveTo>
                <a:lnTo>
                  <a:pt x="1872003" y="939269"/>
                </a:lnTo>
                <a:lnTo>
                  <a:pt x="1852078" y="939269"/>
                </a:lnTo>
                <a:lnTo>
                  <a:pt x="1852078" y="859567"/>
                </a:lnTo>
                <a:lnTo>
                  <a:pt x="1872003" y="859567"/>
                </a:lnTo>
                <a:moveTo>
                  <a:pt x="1872003" y="999046"/>
                </a:moveTo>
                <a:lnTo>
                  <a:pt x="1872003" y="1063126"/>
                </a:lnTo>
                <a:lnTo>
                  <a:pt x="1871782" y="1071196"/>
                </a:lnTo>
                <a:lnTo>
                  <a:pt x="1871167" y="1079306"/>
                </a:lnTo>
                <a:lnTo>
                  <a:pt x="1871085" y="1079963"/>
                </a:lnTo>
                <a:lnTo>
                  <a:pt x="1851319" y="1077453"/>
                </a:lnTo>
                <a:lnTo>
                  <a:pt x="1851378" y="1077035"/>
                </a:lnTo>
                <a:lnTo>
                  <a:pt x="1851319" y="1077533"/>
                </a:lnTo>
                <a:lnTo>
                  <a:pt x="1851898" y="1069941"/>
                </a:lnTo>
                <a:lnTo>
                  <a:pt x="1851877" y="1070439"/>
                </a:lnTo>
                <a:lnTo>
                  <a:pt x="1852078" y="1062748"/>
                </a:lnTo>
                <a:lnTo>
                  <a:pt x="1852078" y="1063007"/>
                </a:lnTo>
                <a:lnTo>
                  <a:pt x="1852078" y="999046"/>
                </a:lnTo>
                <a:lnTo>
                  <a:pt x="1872003" y="999046"/>
                </a:lnTo>
                <a:moveTo>
                  <a:pt x="1851998" y="1140318"/>
                </a:moveTo>
                <a:lnTo>
                  <a:pt x="1848909" y="1145678"/>
                </a:lnTo>
                <a:lnTo>
                  <a:pt x="1844765" y="1152154"/>
                </a:lnTo>
                <a:lnTo>
                  <a:pt x="1840320" y="1158411"/>
                </a:lnTo>
                <a:lnTo>
                  <a:pt x="1835579" y="1164428"/>
                </a:lnTo>
                <a:lnTo>
                  <a:pt x="1830576" y="1170206"/>
                </a:lnTo>
                <a:lnTo>
                  <a:pt x="1825297" y="1175746"/>
                </a:lnTo>
                <a:lnTo>
                  <a:pt x="1819757" y="1181026"/>
                </a:lnTo>
                <a:lnTo>
                  <a:pt x="1813979" y="1186027"/>
                </a:lnTo>
                <a:lnTo>
                  <a:pt x="1807963" y="1190750"/>
                </a:lnTo>
                <a:lnTo>
                  <a:pt x="1801705" y="1195193"/>
                </a:lnTo>
                <a:lnTo>
                  <a:pt x="1795250" y="1199357"/>
                </a:lnTo>
                <a:lnTo>
                  <a:pt x="1793396" y="1200414"/>
                </a:lnTo>
                <a:lnTo>
                  <a:pt x="1783454" y="1183138"/>
                </a:lnTo>
                <a:lnTo>
                  <a:pt x="1785108" y="1182201"/>
                </a:lnTo>
                <a:lnTo>
                  <a:pt x="1784689" y="1182441"/>
                </a:lnTo>
                <a:lnTo>
                  <a:pt x="1790767" y="1178555"/>
                </a:lnTo>
                <a:lnTo>
                  <a:pt x="1790368" y="1178814"/>
                </a:lnTo>
                <a:lnTo>
                  <a:pt x="1796225" y="1174650"/>
                </a:lnTo>
                <a:lnTo>
                  <a:pt x="1795847" y="1174949"/>
                </a:lnTo>
                <a:lnTo>
                  <a:pt x="1801486" y="1170505"/>
                </a:lnTo>
                <a:lnTo>
                  <a:pt x="1801128" y="1170804"/>
                </a:lnTo>
                <a:lnTo>
                  <a:pt x="1806546" y="1166102"/>
                </a:lnTo>
                <a:lnTo>
                  <a:pt x="1806188" y="1166440"/>
                </a:lnTo>
                <a:lnTo>
                  <a:pt x="1811389" y="1161478"/>
                </a:lnTo>
                <a:lnTo>
                  <a:pt x="1811050" y="1161818"/>
                </a:lnTo>
                <a:lnTo>
                  <a:pt x="1815991" y="1156637"/>
                </a:lnTo>
                <a:lnTo>
                  <a:pt x="1815672" y="1156976"/>
                </a:lnTo>
                <a:lnTo>
                  <a:pt x="1820374" y="1151556"/>
                </a:lnTo>
                <a:lnTo>
                  <a:pt x="1820076" y="1151915"/>
                </a:lnTo>
                <a:lnTo>
                  <a:pt x="1824500" y="1146276"/>
                </a:lnTo>
                <a:lnTo>
                  <a:pt x="1824222" y="1146654"/>
                </a:lnTo>
                <a:lnTo>
                  <a:pt x="1828385" y="1140796"/>
                </a:lnTo>
                <a:lnTo>
                  <a:pt x="1828127" y="1141194"/>
                </a:lnTo>
                <a:lnTo>
                  <a:pt x="1832011" y="1135138"/>
                </a:lnTo>
                <a:lnTo>
                  <a:pt x="1831754" y="1135536"/>
                </a:lnTo>
                <a:lnTo>
                  <a:pt x="1834722" y="1130375"/>
                </a:lnTo>
                <a:lnTo>
                  <a:pt x="1851998" y="1140318"/>
                </a:lnTo>
                <a:moveTo>
                  <a:pt x="1733559" y="1221017"/>
                </a:moveTo>
                <a:lnTo>
                  <a:pt x="1728857" y="1221614"/>
                </a:lnTo>
                <a:lnTo>
                  <a:pt x="1720767" y="1222232"/>
                </a:lnTo>
                <a:lnTo>
                  <a:pt x="1712698" y="1222431"/>
                </a:lnTo>
                <a:lnTo>
                  <a:pt x="1652663" y="1222431"/>
                </a:lnTo>
                <a:lnTo>
                  <a:pt x="1652663" y="1202505"/>
                </a:lnTo>
                <a:lnTo>
                  <a:pt x="1712579" y="1202505"/>
                </a:lnTo>
                <a:lnTo>
                  <a:pt x="1712319" y="1202505"/>
                </a:lnTo>
                <a:lnTo>
                  <a:pt x="1720011" y="1202306"/>
                </a:lnTo>
                <a:lnTo>
                  <a:pt x="1719512" y="1202346"/>
                </a:lnTo>
                <a:lnTo>
                  <a:pt x="1727103" y="1201768"/>
                </a:lnTo>
                <a:lnTo>
                  <a:pt x="1726606" y="1201808"/>
                </a:lnTo>
                <a:lnTo>
                  <a:pt x="1731049" y="1201250"/>
                </a:lnTo>
                <a:lnTo>
                  <a:pt x="1733559" y="1221017"/>
                </a:lnTo>
                <a:moveTo>
                  <a:pt x="1592885" y="1222431"/>
                </a:moveTo>
                <a:lnTo>
                  <a:pt x="1513182" y="1222431"/>
                </a:lnTo>
                <a:lnTo>
                  <a:pt x="1513182" y="1202505"/>
                </a:lnTo>
                <a:lnTo>
                  <a:pt x="1592885" y="1202505"/>
                </a:lnTo>
                <a:lnTo>
                  <a:pt x="1592885" y="1222431"/>
                </a:lnTo>
                <a:moveTo>
                  <a:pt x="1453407" y="1222431"/>
                </a:moveTo>
                <a:lnTo>
                  <a:pt x="1373704" y="1222431"/>
                </a:lnTo>
                <a:lnTo>
                  <a:pt x="1373704" y="1202505"/>
                </a:lnTo>
                <a:lnTo>
                  <a:pt x="1453407" y="1202505"/>
                </a:lnTo>
                <a:lnTo>
                  <a:pt x="1453407" y="1222431"/>
                </a:lnTo>
                <a:moveTo>
                  <a:pt x="1313929" y="1222431"/>
                </a:moveTo>
                <a:lnTo>
                  <a:pt x="1234226" y="1222431"/>
                </a:lnTo>
                <a:lnTo>
                  <a:pt x="1234226" y="1202505"/>
                </a:lnTo>
                <a:lnTo>
                  <a:pt x="1313929" y="1202505"/>
                </a:lnTo>
                <a:lnTo>
                  <a:pt x="1313929" y="1222431"/>
                </a:lnTo>
                <a:moveTo>
                  <a:pt x="1174449" y="1222431"/>
                </a:moveTo>
                <a:lnTo>
                  <a:pt x="1094748" y="1222431"/>
                </a:lnTo>
                <a:lnTo>
                  <a:pt x="1094748" y="1202505"/>
                </a:lnTo>
                <a:lnTo>
                  <a:pt x="1174449" y="1202505"/>
                </a:lnTo>
                <a:lnTo>
                  <a:pt x="1174449" y="1222431"/>
                </a:lnTo>
                <a:moveTo>
                  <a:pt x="1034971" y="1222431"/>
                </a:moveTo>
                <a:lnTo>
                  <a:pt x="955268" y="1222431"/>
                </a:lnTo>
                <a:lnTo>
                  <a:pt x="955268" y="1202505"/>
                </a:lnTo>
                <a:lnTo>
                  <a:pt x="1034971" y="1202505"/>
                </a:lnTo>
                <a:lnTo>
                  <a:pt x="1034971" y="1222431"/>
                </a:lnTo>
                <a:moveTo>
                  <a:pt x="895493" y="1222431"/>
                </a:moveTo>
                <a:lnTo>
                  <a:pt x="815790" y="1222431"/>
                </a:lnTo>
                <a:lnTo>
                  <a:pt x="815790" y="1202505"/>
                </a:lnTo>
                <a:lnTo>
                  <a:pt x="895493" y="1202505"/>
                </a:lnTo>
                <a:lnTo>
                  <a:pt x="895493" y="1222431"/>
                </a:lnTo>
                <a:moveTo>
                  <a:pt x="756013" y="1222431"/>
                </a:moveTo>
                <a:lnTo>
                  <a:pt x="676312" y="1222431"/>
                </a:lnTo>
                <a:lnTo>
                  <a:pt x="676312" y="1202505"/>
                </a:lnTo>
                <a:lnTo>
                  <a:pt x="756013" y="1202505"/>
                </a:lnTo>
                <a:lnTo>
                  <a:pt x="756013" y="1222431"/>
                </a:lnTo>
                <a:moveTo>
                  <a:pt x="616535" y="1222431"/>
                </a:moveTo>
                <a:lnTo>
                  <a:pt x="536832" y="1222431"/>
                </a:lnTo>
                <a:lnTo>
                  <a:pt x="536832" y="1202505"/>
                </a:lnTo>
                <a:lnTo>
                  <a:pt x="616535" y="1202505"/>
                </a:lnTo>
                <a:lnTo>
                  <a:pt x="616535" y="1222431"/>
                </a:lnTo>
                <a:moveTo>
                  <a:pt x="477057" y="1222431"/>
                </a:moveTo>
                <a:lnTo>
                  <a:pt x="397354" y="1222431"/>
                </a:lnTo>
                <a:lnTo>
                  <a:pt x="397354" y="1202505"/>
                </a:lnTo>
                <a:lnTo>
                  <a:pt x="477057" y="1202505"/>
                </a:lnTo>
                <a:lnTo>
                  <a:pt x="477057" y="1222431"/>
                </a:lnTo>
                <a:moveTo>
                  <a:pt x="337576" y="1222431"/>
                </a:moveTo>
                <a:lnTo>
                  <a:pt x="257876" y="1222431"/>
                </a:lnTo>
                <a:lnTo>
                  <a:pt x="257876" y="1202505"/>
                </a:lnTo>
                <a:lnTo>
                  <a:pt x="337576" y="1202505"/>
                </a:lnTo>
                <a:lnTo>
                  <a:pt x="337576" y="1222431"/>
                </a:lnTo>
                <a:moveTo>
                  <a:pt x="198098" y="1222431"/>
                </a:moveTo>
                <a:lnTo>
                  <a:pt x="159284" y="1222431"/>
                </a:lnTo>
                <a:lnTo>
                  <a:pt x="151213" y="1222232"/>
                </a:lnTo>
                <a:lnTo>
                  <a:pt x="143123" y="1221614"/>
                </a:lnTo>
                <a:lnTo>
                  <a:pt x="135154" y="1220598"/>
                </a:lnTo>
                <a:lnTo>
                  <a:pt x="127303" y="1219203"/>
                </a:lnTo>
                <a:lnTo>
                  <a:pt x="119572" y="1217410"/>
                </a:lnTo>
                <a:lnTo>
                  <a:pt x="116185" y="1216454"/>
                </a:lnTo>
                <a:lnTo>
                  <a:pt x="121625" y="1197285"/>
                </a:lnTo>
                <a:lnTo>
                  <a:pt x="124772" y="1198182"/>
                </a:lnTo>
                <a:lnTo>
                  <a:pt x="124295" y="1198062"/>
                </a:lnTo>
                <a:lnTo>
                  <a:pt x="131527" y="1199716"/>
                </a:lnTo>
                <a:lnTo>
                  <a:pt x="131049" y="1199617"/>
                </a:lnTo>
                <a:lnTo>
                  <a:pt x="138402" y="1200932"/>
                </a:lnTo>
                <a:lnTo>
                  <a:pt x="137904" y="1200872"/>
                </a:lnTo>
                <a:lnTo>
                  <a:pt x="145396" y="1201808"/>
                </a:lnTo>
                <a:lnTo>
                  <a:pt x="144877" y="1201768"/>
                </a:lnTo>
                <a:lnTo>
                  <a:pt x="152468" y="1202346"/>
                </a:lnTo>
                <a:lnTo>
                  <a:pt x="151972" y="1202306"/>
                </a:lnTo>
                <a:lnTo>
                  <a:pt x="159663" y="1202505"/>
                </a:lnTo>
                <a:lnTo>
                  <a:pt x="159403" y="1202505"/>
                </a:lnTo>
                <a:lnTo>
                  <a:pt x="198098" y="1202505"/>
                </a:lnTo>
                <a:lnTo>
                  <a:pt x="198098" y="1222431"/>
                </a:lnTo>
                <a:moveTo>
                  <a:pt x="59955" y="1187561"/>
                </a:moveTo>
                <a:lnTo>
                  <a:pt x="58002" y="1186027"/>
                </a:lnTo>
                <a:lnTo>
                  <a:pt x="52224" y="1181026"/>
                </a:lnTo>
                <a:lnTo>
                  <a:pt x="46685" y="1175746"/>
                </a:lnTo>
                <a:lnTo>
                  <a:pt x="41404" y="1170206"/>
                </a:lnTo>
                <a:lnTo>
                  <a:pt x="36403" y="1164428"/>
                </a:lnTo>
                <a:lnTo>
                  <a:pt x="31660" y="1158411"/>
                </a:lnTo>
                <a:lnTo>
                  <a:pt x="27218" y="1152154"/>
                </a:lnTo>
                <a:lnTo>
                  <a:pt x="23074" y="1145678"/>
                </a:lnTo>
                <a:lnTo>
                  <a:pt x="19228" y="1139003"/>
                </a:lnTo>
                <a:lnTo>
                  <a:pt x="15721" y="1132128"/>
                </a:lnTo>
                <a:lnTo>
                  <a:pt x="12512" y="1125075"/>
                </a:lnTo>
                <a:lnTo>
                  <a:pt x="10421" y="1119755"/>
                </a:lnTo>
                <a:lnTo>
                  <a:pt x="28971" y="1112442"/>
                </a:lnTo>
                <a:lnTo>
                  <a:pt x="30963" y="1117523"/>
                </a:lnTo>
                <a:lnTo>
                  <a:pt x="30783" y="1117085"/>
                </a:lnTo>
                <a:lnTo>
                  <a:pt x="33773" y="1123700"/>
                </a:lnTo>
                <a:lnTo>
                  <a:pt x="33553" y="1123262"/>
                </a:lnTo>
                <a:lnTo>
                  <a:pt x="36861" y="1129718"/>
                </a:lnTo>
                <a:lnTo>
                  <a:pt x="36622" y="1129279"/>
                </a:lnTo>
                <a:lnTo>
                  <a:pt x="40229" y="1135536"/>
                </a:lnTo>
                <a:lnTo>
                  <a:pt x="39969" y="1135138"/>
                </a:lnTo>
                <a:lnTo>
                  <a:pt x="43876" y="1141194"/>
                </a:lnTo>
                <a:lnTo>
                  <a:pt x="43596" y="1140796"/>
                </a:lnTo>
                <a:lnTo>
                  <a:pt x="47760" y="1146654"/>
                </a:lnTo>
                <a:lnTo>
                  <a:pt x="47482" y="1146276"/>
                </a:lnTo>
                <a:lnTo>
                  <a:pt x="51925" y="1151915"/>
                </a:lnTo>
                <a:lnTo>
                  <a:pt x="51606" y="1151556"/>
                </a:lnTo>
                <a:lnTo>
                  <a:pt x="56308" y="1156976"/>
                </a:lnTo>
                <a:lnTo>
                  <a:pt x="55990" y="1156637"/>
                </a:lnTo>
                <a:lnTo>
                  <a:pt x="60931" y="1161818"/>
                </a:lnTo>
                <a:lnTo>
                  <a:pt x="60613" y="1161478"/>
                </a:lnTo>
                <a:lnTo>
                  <a:pt x="65793" y="1166440"/>
                </a:lnTo>
                <a:lnTo>
                  <a:pt x="65434" y="1166102"/>
                </a:lnTo>
                <a:lnTo>
                  <a:pt x="70875" y="1170804"/>
                </a:lnTo>
                <a:lnTo>
                  <a:pt x="70495" y="1170505"/>
                </a:lnTo>
                <a:lnTo>
                  <a:pt x="72269" y="1171900"/>
                </a:lnTo>
                <a:lnTo>
                  <a:pt x="59955" y="1187561"/>
                </a:lnTo>
              </a:path>
            </a:pathLst>
          </a:custGeom>
          <a:solidFill xmlns:a="http://schemas.openxmlformats.org/drawingml/2006/main">
            <a:srgbClr val="C65F1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10D3BDE8-4A71-4F45-A374-EC8A53342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3738" y="1417147"/>
            <a:ext cx="1237376" cy="153327"/>
          </a:xfrm>
          <a:custGeom xmlns:a="http://schemas.openxmlformats.org/drawingml/2006/main">
            <a:pathLst>
              <a:path w="1099890" h="136291">
                <a:moveTo>
                  <a:pt x="0" y="0"/>
                </a:moveTo>
                <a:lnTo>
                  <a:pt x="0" y="136291"/>
                </a:lnTo>
                <a:lnTo>
                  <a:pt x="1099890" y="136291"/>
                </a:lnTo>
                <a:lnTo>
                  <a:pt x="109989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8">
            <a:extLst xmlns:a="http://schemas.openxmlformats.org/drawingml/2006/main">
              <a:ext uri="{FF2B5EF4-FFF2-40B4-BE49-F238E27FC236}">
                <a16:creationId xmlns:a16="http://schemas.microsoft.com/office/drawing/2014/main" id="{B39F25EC-DB6A-4A0C-A5C8-4EDB7E658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2643" y="1407060"/>
            <a:ext cx="1258670" cy="173726"/>
          </a:xfrm>
          <a:custGeom xmlns:a="http://schemas.openxmlformats.org/drawingml/2006/main">
            <a:pathLst>
              <a:path w="1118818" h="154423">
                <a:moveTo>
                  <a:pt x="1118818" y="0"/>
                </a:moveTo>
                <a:lnTo>
                  <a:pt x="1118818" y="154423"/>
                </a:lnTo>
                <a:lnTo>
                  <a:pt x="0" y="154423"/>
                </a:lnTo>
                <a:lnTo>
                  <a:pt x="0" y="0"/>
                </a:lnTo>
                <a:lnTo>
                  <a:pt x="1118818" y="0"/>
                </a:lnTo>
                <a:moveTo>
                  <a:pt x="9963" y="19925"/>
                </a:moveTo>
                <a:lnTo>
                  <a:pt x="19925" y="9963"/>
                </a:lnTo>
                <a:lnTo>
                  <a:pt x="19925" y="144460"/>
                </a:lnTo>
                <a:lnTo>
                  <a:pt x="9963" y="134497"/>
                </a:lnTo>
                <a:lnTo>
                  <a:pt x="1108855" y="134497"/>
                </a:lnTo>
                <a:lnTo>
                  <a:pt x="1098892" y="144460"/>
                </a:lnTo>
                <a:lnTo>
                  <a:pt x="1098892" y="9963"/>
                </a:lnTo>
                <a:lnTo>
                  <a:pt x="1108855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56985D70-BE4B-4AC2-903C-ACEEC44CD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00587" y="967702"/>
            <a:ext cx="3623581" cy="3544004"/>
          </a:xfrm>
          <a:custGeom xmlns:a="http://schemas.openxmlformats.org/drawingml/2006/main">
            <a:pathLst>
              <a:path w="3220961" h="3150226">
                <a:moveTo>
                  <a:pt x="239" y="192042"/>
                </a:moveTo>
                <a:lnTo>
                  <a:pt x="1034" y="181761"/>
                </a:lnTo>
                <a:lnTo>
                  <a:pt x="2310" y="171638"/>
                </a:lnTo>
                <a:lnTo>
                  <a:pt x="4103" y="161656"/>
                </a:lnTo>
                <a:lnTo>
                  <a:pt x="6356" y="151872"/>
                </a:lnTo>
                <a:lnTo>
                  <a:pt x="9086" y="142248"/>
                </a:lnTo>
                <a:lnTo>
                  <a:pt x="12275" y="132843"/>
                </a:lnTo>
                <a:lnTo>
                  <a:pt x="15900" y="123638"/>
                </a:lnTo>
                <a:lnTo>
                  <a:pt x="19964" y="114671"/>
                </a:lnTo>
                <a:lnTo>
                  <a:pt x="24429" y="105924"/>
                </a:lnTo>
                <a:lnTo>
                  <a:pt x="29309" y="97456"/>
                </a:lnTo>
                <a:lnTo>
                  <a:pt x="34569" y="89246"/>
                </a:lnTo>
                <a:lnTo>
                  <a:pt x="40208" y="81296"/>
                </a:lnTo>
                <a:lnTo>
                  <a:pt x="46227" y="73664"/>
                </a:lnTo>
                <a:lnTo>
                  <a:pt x="52583" y="66312"/>
                </a:lnTo>
                <a:lnTo>
                  <a:pt x="59277" y="59298"/>
                </a:lnTo>
                <a:lnTo>
                  <a:pt x="66312" y="52583"/>
                </a:lnTo>
                <a:lnTo>
                  <a:pt x="73643" y="46227"/>
                </a:lnTo>
                <a:lnTo>
                  <a:pt x="81295" y="40230"/>
                </a:lnTo>
                <a:lnTo>
                  <a:pt x="89226" y="34571"/>
                </a:lnTo>
                <a:lnTo>
                  <a:pt x="97436" y="29310"/>
                </a:lnTo>
                <a:lnTo>
                  <a:pt x="105923" y="24448"/>
                </a:lnTo>
                <a:lnTo>
                  <a:pt x="114650" y="19965"/>
                </a:lnTo>
                <a:lnTo>
                  <a:pt x="123617" y="15920"/>
                </a:lnTo>
                <a:lnTo>
                  <a:pt x="132823" y="12274"/>
                </a:lnTo>
                <a:lnTo>
                  <a:pt x="142246" y="9106"/>
                </a:lnTo>
                <a:lnTo>
                  <a:pt x="151853" y="6376"/>
                </a:lnTo>
                <a:lnTo>
                  <a:pt x="161654" y="4105"/>
                </a:lnTo>
                <a:lnTo>
                  <a:pt x="171637" y="2331"/>
                </a:lnTo>
                <a:lnTo>
                  <a:pt x="181759" y="1036"/>
                </a:lnTo>
                <a:lnTo>
                  <a:pt x="192041" y="259"/>
                </a:lnTo>
                <a:lnTo>
                  <a:pt x="202185" y="0"/>
                </a:lnTo>
                <a:lnTo>
                  <a:pt x="3018758" y="0"/>
                </a:lnTo>
                <a:lnTo>
                  <a:pt x="3028918" y="259"/>
                </a:lnTo>
                <a:lnTo>
                  <a:pt x="3039180" y="1036"/>
                </a:lnTo>
                <a:lnTo>
                  <a:pt x="3049322" y="2331"/>
                </a:lnTo>
                <a:lnTo>
                  <a:pt x="3059285" y="4105"/>
                </a:lnTo>
                <a:lnTo>
                  <a:pt x="3069088" y="6376"/>
                </a:lnTo>
                <a:lnTo>
                  <a:pt x="3078693" y="9106"/>
                </a:lnTo>
                <a:lnTo>
                  <a:pt x="3088117" y="12274"/>
                </a:lnTo>
                <a:lnTo>
                  <a:pt x="3097324" y="15920"/>
                </a:lnTo>
                <a:lnTo>
                  <a:pt x="3106290" y="19965"/>
                </a:lnTo>
                <a:lnTo>
                  <a:pt x="3115016" y="24448"/>
                </a:lnTo>
                <a:lnTo>
                  <a:pt x="3123505" y="29310"/>
                </a:lnTo>
                <a:lnTo>
                  <a:pt x="3131715" y="34571"/>
                </a:lnTo>
                <a:lnTo>
                  <a:pt x="3139646" y="40230"/>
                </a:lnTo>
                <a:lnTo>
                  <a:pt x="3147296" y="46227"/>
                </a:lnTo>
                <a:lnTo>
                  <a:pt x="3154627" y="52583"/>
                </a:lnTo>
                <a:lnTo>
                  <a:pt x="3161662" y="59298"/>
                </a:lnTo>
                <a:lnTo>
                  <a:pt x="3168358" y="66312"/>
                </a:lnTo>
                <a:lnTo>
                  <a:pt x="3174714" y="73664"/>
                </a:lnTo>
                <a:lnTo>
                  <a:pt x="3180731" y="81296"/>
                </a:lnTo>
                <a:lnTo>
                  <a:pt x="3186369" y="89246"/>
                </a:lnTo>
                <a:lnTo>
                  <a:pt x="3191630" y="97456"/>
                </a:lnTo>
                <a:lnTo>
                  <a:pt x="3196512" y="105924"/>
                </a:lnTo>
                <a:lnTo>
                  <a:pt x="3200977" y="114671"/>
                </a:lnTo>
                <a:lnTo>
                  <a:pt x="3205041" y="123638"/>
                </a:lnTo>
                <a:lnTo>
                  <a:pt x="3208666" y="132843"/>
                </a:lnTo>
                <a:lnTo>
                  <a:pt x="3211855" y="142248"/>
                </a:lnTo>
                <a:lnTo>
                  <a:pt x="3214585" y="151872"/>
                </a:lnTo>
                <a:lnTo>
                  <a:pt x="3216836" y="161656"/>
                </a:lnTo>
                <a:lnTo>
                  <a:pt x="3218631" y="171638"/>
                </a:lnTo>
                <a:lnTo>
                  <a:pt x="3219904" y="181761"/>
                </a:lnTo>
                <a:lnTo>
                  <a:pt x="3220702" y="192042"/>
                </a:lnTo>
                <a:lnTo>
                  <a:pt x="3220961" y="202184"/>
                </a:lnTo>
                <a:lnTo>
                  <a:pt x="3220961" y="2948041"/>
                </a:lnTo>
                <a:lnTo>
                  <a:pt x="3220702" y="2958183"/>
                </a:lnTo>
                <a:lnTo>
                  <a:pt x="3219904" y="2968465"/>
                </a:lnTo>
                <a:lnTo>
                  <a:pt x="3218631" y="2978587"/>
                </a:lnTo>
                <a:lnTo>
                  <a:pt x="3216836" y="2988570"/>
                </a:lnTo>
                <a:lnTo>
                  <a:pt x="3214585" y="2998354"/>
                </a:lnTo>
                <a:lnTo>
                  <a:pt x="3211855" y="3007977"/>
                </a:lnTo>
                <a:lnTo>
                  <a:pt x="3208666" y="3017382"/>
                </a:lnTo>
                <a:lnTo>
                  <a:pt x="3205041" y="3026588"/>
                </a:lnTo>
                <a:lnTo>
                  <a:pt x="3200977" y="3035554"/>
                </a:lnTo>
                <a:lnTo>
                  <a:pt x="3196512" y="3044301"/>
                </a:lnTo>
                <a:lnTo>
                  <a:pt x="3191630" y="3052770"/>
                </a:lnTo>
                <a:lnTo>
                  <a:pt x="3186369" y="3060979"/>
                </a:lnTo>
                <a:lnTo>
                  <a:pt x="3180731" y="3068930"/>
                </a:lnTo>
                <a:lnTo>
                  <a:pt x="3174714" y="3076561"/>
                </a:lnTo>
                <a:lnTo>
                  <a:pt x="3168358" y="3083914"/>
                </a:lnTo>
                <a:lnTo>
                  <a:pt x="3161662" y="3090927"/>
                </a:lnTo>
                <a:lnTo>
                  <a:pt x="3154627" y="3097642"/>
                </a:lnTo>
                <a:lnTo>
                  <a:pt x="3147296" y="3103999"/>
                </a:lnTo>
                <a:lnTo>
                  <a:pt x="3139646" y="3109996"/>
                </a:lnTo>
                <a:lnTo>
                  <a:pt x="3131715" y="3115635"/>
                </a:lnTo>
                <a:lnTo>
                  <a:pt x="3123505" y="3120915"/>
                </a:lnTo>
                <a:lnTo>
                  <a:pt x="3115016" y="3125777"/>
                </a:lnTo>
                <a:lnTo>
                  <a:pt x="3106290" y="3130261"/>
                </a:lnTo>
                <a:lnTo>
                  <a:pt x="3097324" y="3134305"/>
                </a:lnTo>
                <a:lnTo>
                  <a:pt x="3088117" y="3137951"/>
                </a:lnTo>
                <a:lnTo>
                  <a:pt x="3078693" y="3141120"/>
                </a:lnTo>
                <a:lnTo>
                  <a:pt x="3069088" y="3143849"/>
                </a:lnTo>
                <a:lnTo>
                  <a:pt x="3059285" y="3146121"/>
                </a:lnTo>
                <a:lnTo>
                  <a:pt x="3049322" y="3147894"/>
                </a:lnTo>
                <a:lnTo>
                  <a:pt x="3039180" y="3149190"/>
                </a:lnTo>
                <a:lnTo>
                  <a:pt x="3028918" y="3149967"/>
                </a:lnTo>
                <a:lnTo>
                  <a:pt x="3018758" y="3150226"/>
                </a:lnTo>
                <a:lnTo>
                  <a:pt x="202185" y="3150226"/>
                </a:lnTo>
                <a:lnTo>
                  <a:pt x="192041" y="3149967"/>
                </a:lnTo>
                <a:lnTo>
                  <a:pt x="181759" y="3149190"/>
                </a:lnTo>
                <a:lnTo>
                  <a:pt x="171637" y="3147894"/>
                </a:lnTo>
                <a:lnTo>
                  <a:pt x="161654" y="3146121"/>
                </a:lnTo>
                <a:lnTo>
                  <a:pt x="151853" y="3143849"/>
                </a:lnTo>
                <a:lnTo>
                  <a:pt x="142246" y="3141120"/>
                </a:lnTo>
                <a:lnTo>
                  <a:pt x="132823" y="3137951"/>
                </a:lnTo>
                <a:lnTo>
                  <a:pt x="123617" y="3134305"/>
                </a:lnTo>
                <a:lnTo>
                  <a:pt x="114650" y="3130261"/>
                </a:lnTo>
                <a:lnTo>
                  <a:pt x="105923" y="3125777"/>
                </a:lnTo>
                <a:lnTo>
                  <a:pt x="97436" y="3120915"/>
                </a:lnTo>
                <a:lnTo>
                  <a:pt x="89226" y="3115635"/>
                </a:lnTo>
                <a:lnTo>
                  <a:pt x="81295" y="3109996"/>
                </a:lnTo>
                <a:lnTo>
                  <a:pt x="73643" y="3103999"/>
                </a:lnTo>
                <a:lnTo>
                  <a:pt x="66312" y="3097642"/>
                </a:lnTo>
                <a:lnTo>
                  <a:pt x="59277" y="3090927"/>
                </a:lnTo>
                <a:lnTo>
                  <a:pt x="52583" y="3083914"/>
                </a:lnTo>
                <a:lnTo>
                  <a:pt x="46227" y="3076561"/>
                </a:lnTo>
                <a:lnTo>
                  <a:pt x="40208" y="3068930"/>
                </a:lnTo>
                <a:lnTo>
                  <a:pt x="34569" y="3060979"/>
                </a:lnTo>
                <a:lnTo>
                  <a:pt x="29309" y="3052770"/>
                </a:lnTo>
                <a:lnTo>
                  <a:pt x="24429" y="3044301"/>
                </a:lnTo>
                <a:lnTo>
                  <a:pt x="19964" y="3035554"/>
                </a:lnTo>
                <a:lnTo>
                  <a:pt x="15900" y="3026588"/>
                </a:lnTo>
                <a:lnTo>
                  <a:pt x="12275" y="3017382"/>
                </a:lnTo>
                <a:lnTo>
                  <a:pt x="9086" y="3007977"/>
                </a:lnTo>
                <a:lnTo>
                  <a:pt x="6356" y="2998354"/>
                </a:lnTo>
                <a:lnTo>
                  <a:pt x="4103" y="2988570"/>
                </a:lnTo>
                <a:lnTo>
                  <a:pt x="2310" y="2978587"/>
                </a:lnTo>
                <a:lnTo>
                  <a:pt x="1034" y="2968465"/>
                </a:lnTo>
                <a:lnTo>
                  <a:pt x="239" y="2958183"/>
                </a:lnTo>
                <a:lnTo>
                  <a:pt x="0" y="2948041"/>
                </a:lnTo>
                <a:lnTo>
                  <a:pt x="0" y="202184"/>
                </a:lnTo>
                <a:lnTo>
                  <a:pt x="239" y="192042"/>
                </a:lnTo>
                <a:moveTo>
                  <a:pt x="39830" y="202941"/>
                </a:moveTo>
                <a:lnTo>
                  <a:pt x="39850" y="202443"/>
                </a:lnTo>
                <a:lnTo>
                  <a:pt x="39850" y="2947782"/>
                </a:lnTo>
                <a:lnTo>
                  <a:pt x="39830" y="2947284"/>
                </a:lnTo>
                <a:lnTo>
                  <a:pt x="40069" y="2956669"/>
                </a:lnTo>
                <a:lnTo>
                  <a:pt x="40030" y="2955673"/>
                </a:lnTo>
                <a:lnTo>
                  <a:pt x="40727" y="2964938"/>
                </a:lnTo>
                <a:lnTo>
                  <a:pt x="40627" y="2963942"/>
                </a:lnTo>
                <a:lnTo>
                  <a:pt x="41782" y="2973068"/>
                </a:lnTo>
                <a:lnTo>
                  <a:pt x="41643" y="2972071"/>
                </a:lnTo>
                <a:lnTo>
                  <a:pt x="43238" y="2981058"/>
                </a:lnTo>
                <a:lnTo>
                  <a:pt x="43040" y="2980081"/>
                </a:lnTo>
                <a:lnTo>
                  <a:pt x="45072" y="2988908"/>
                </a:lnTo>
                <a:lnTo>
                  <a:pt x="44833" y="2987952"/>
                </a:lnTo>
                <a:lnTo>
                  <a:pt x="47282" y="2996620"/>
                </a:lnTo>
                <a:lnTo>
                  <a:pt x="47004" y="2995663"/>
                </a:lnTo>
                <a:lnTo>
                  <a:pt x="49872" y="3004152"/>
                </a:lnTo>
                <a:lnTo>
                  <a:pt x="49535" y="3003235"/>
                </a:lnTo>
                <a:lnTo>
                  <a:pt x="52802" y="3011524"/>
                </a:lnTo>
                <a:lnTo>
                  <a:pt x="52424" y="3010627"/>
                </a:lnTo>
                <a:lnTo>
                  <a:pt x="56071" y="3018697"/>
                </a:lnTo>
                <a:lnTo>
                  <a:pt x="55652" y="3017821"/>
                </a:lnTo>
                <a:lnTo>
                  <a:pt x="59675" y="3025691"/>
                </a:lnTo>
                <a:lnTo>
                  <a:pt x="59217" y="3024854"/>
                </a:lnTo>
                <a:lnTo>
                  <a:pt x="63621" y="3032486"/>
                </a:lnTo>
                <a:lnTo>
                  <a:pt x="63124" y="3031669"/>
                </a:lnTo>
                <a:lnTo>
                  <a:pt x="67865" y="3039081"/>
                </a:lnTo>
                <a:lnTo>
                  <a:pt x="67328" y="3038284"/>
                </a:lnTo>
                <a:lnTo>
                  <a:pt x="72410" y="3045438"/>
                </a:lnTo>
                <a:lnTo>
                  <a:pt x="71852" y="3044680"/>
                </a:lnTo>
                <a:lnTo>
                  <a:pt x="77251" y="3051575"/>
                </a:lnTo>
                <a:lnTo>
                  <a:pt x="76652" y="3050837"/>
                </a:lnTo>
                <a:lnTo>
                  <a:pt x="82391" y="3057452"/>
                </a:lnTo>
                <a:lnTo>
                  <a:pt x="81755" y="3056755"/>
                </a:lnTo>
                <a:lnTo>
                  <a:pt x="87790" y="3063091"/>
                </a:lnTo>
                <a:lnTo>
                  <a:pt x="87114" y="3062414"/>
                </a:lnTo>
                <a:lnTo>
                  <a:pt x="93470" y="3068471"/>
                </a:lnTo>
                <a:lnTo>
                  <a:pt x="92752" y="3067833"/>
                </a:lnTo>
                <a:lnTo>
                  <a:pt x="99387" y="3073552"/>
                </a:lnTo>
                <a:lnTo>
                  <a:pt x="98651" y="3072954"/>
                </a:lnTo>
                <a:lnTo>
                  <a:pt x="105544" y="3078374"/>
                </a:lnTo>
                <a:lnTo>
                  <a:pt x="104768" y="3077796"/>
                </a:lnTo>
                <a:lnTo>
                  <a:pt x="111941" y="3082897"/>
                </a:lnTo>
                <a:lnTo>
                  <a:pt x="111144" y="3082359"/>
                </a:lnTo>
                <a:lnTo>
                  <a:pt x="118535" y="3087102"/>
                </a:lnTo>
                <a:lnTo>
                  <a:pt x="117719" y="3086603"/>
                </a:lnTo>
                <a:lnTo>
                  <a:pt x="125371" y="3091007"/>
                </a:lnTo>
                <a:lnTo>
                  <a:pt x="124515" y="3090529"/>
                </a:lnTo>
                <a:lnTo>
                  <a:pt x="132384" y="3094574"/>
                </a:lnTo>
                <a:lnTo>
                  <a:pt x="131507" y="3094155"/>
                </a:lnTo>
                <a:lnTo>
                  <a:pt x="139597" y="3097801"/>
                </a:lnTo>
                <a:lnTo>
                  <a:pt x="138701" y="3097423"/>
                </a:lnTo>
                <a:lnTo>
                  <a:pt x="146989" y="3100691"/>
                </a:lnTo>
                <a:lnTo>
                  <a:pt x="146073" y="3100352"/>
                </a:lnTo>
                <a:lnTo>
                  <a:pt x="154542" y="3103221"/>
                </a:lnTo>
                <a:lnTo>
                  <a:pt x="153605" y="3102922"/>
                </a:lnTo>
                <a:lnTo>
                  <a:pt x="162253" y="3105393"/>
                </a:lnTo>
                <a:lnTo>
                  <a:pt x="161296" y="3105134"/>
                </a:lnTo>
                <a:lnTo>
                  <a:pt x="170124" y="3107166"/>
                </a:lnTo>
                <a:lnTo>
                  <a:pt x="169147" y="3106967"/>
                </a:lnTo>
                <a:lnTo>
                  <a:pt x="178134" y="3108581"/>
                </a:lnTo>
                <a:lnTo>
                  <a:pt x="177157" y="3108422"/>
                </a:lnTo>
                <a:lnTo>
                  <a:pt x="186284" y="3109597"/>
                </a:lnTo>
                <a:lnTo>
                  <a:pt x="185288" y="3109498"/>
                </a:lnTo>
                <a:lnTo>
                  <a:pt x="194551" y="3110195"/>
                </a:lnTo>
                <a:lnTo>
                  <a:pt x="193535" y="3110136"/>
                </a:lnTo>
                <a:lnTo>
                  <a:pt x="202942" y="3110375"/>
                </a:lnTo>
                <a:lnTo>
                  <a:pt x="202443" y="3110375"/>
                </a:lnTo>
                <a:lnTo>
                  <a:pt x="3018516" y="3110375"/>
                </a:lnTo>
                <a:lnTo>
                  <a:pt x="3017999" y="3110375"/>
                </a:lnTo>
                <a:lnTo>
                  <a:pt x="3027406" y="3110136"/>
                </a:lnTo>
                <a:lnTo>
                  <a:pt x="3026387" y="3110195"/>
                </a:lnTo>
                <a:lnTo>
                  <a:pt x="3035653" y="3109498"/>
                </a:lnTo>
                <a:lnTo>
                  <a:pt x="3034657" y="3109597"/>
                </a:lnTo>
                <a:lnTo>
                  <a:pt x="3043804" y="3108422"/>
                </a:lnTo>
                <a:lnTo>
                  <a:pt x="3042806" y="3108581"/>
                </a:lnTo>
                <a:lnTo>
                  <a:pt x="3051794" y="3106967"/>
                </a:lnTo>
                <a:lnTo>
                  <a:pt x="3050817" y="3107166"/>
                </a:lnTo>
                <a:lnTo>
                  <a:pt x="3059644" y="3105134"/>
                </a:lnTo>
                <a:lnTo>
                  <a:pt x="3058688" y="3105393"/>
                </a:lnTo>
                <a:lnTo>
                  <a:pt x="3067336" y="3102922"/>
                </a:lnTo>
                <a:lnTo>
                  <a:pt x="3066399" y="3103221"/>
                </a:lnTo>
                <a:lnTo>
                  <a:pt x="3074888" y="3100352"/>
                </a:lnTo>
                <a:lnTo>
                  <a:pt x="3073951" y="3100691"/>
                </a:lnTo>
                <a:lnTo>
                  <a:pt x="3082240" y="3097423"/>
                </a:lnTo>
                <a:lnTo>
                  <a:pt x="3081342" y="3097801"/>
                </a:lnTo>
                <a:lnTo>
                  <a:pt x="3089432" y="3094155"/>
                </a:lnTo>
                <a:lnTo>
                  <a:pt x="3088555" y="3094574"/>
                </a:lnTo>
                <a:lnTo>
                  <a:pt x="3096426" y="3090529"/>
                </a:lnTo>
                <a:lnTo>
                  <a:pt x="3095569" y="3091007"/>
                </a:lnTo>
                <a:lnTo>
                  <a:pt x="3103222" y="3086603"/>
                </a:lnTo>
                <a:lnTo>
                  <a:pt x="3102404" y="3087102"/>
                </a:lnTo>
                <a:lnTo>
                  <a:pt x="3109797" y="3082359"/>
                </a:lnTo>
                <a:lnTo>
                  <a:pt x="3108999" y="3082897"/>
                </a:lnTo>
                <a:lnTo>
                  <a:pt x="3116171" y="3077796"/>
                </a:lnTo>
                <a:lnTo>
                  <a:pt x="3115394" y="3078374"/>
                </a:lnTo>
                <a:lnTo>
                  <a:pt x="3122290" y="3072954"/>
                </a:lnTo>
                <a:lnTo>
                  <a:pt x="3121552" y="3073552"/>
                </a:lnTo>
                <a:lnTo>
                  <a:pt x="3128188" y="3067833"/>
                </a:lnTo>
                <a:lnTo>
                  <a:pt x="3127471" y="3068471"/>
                </a:lnTo>
                <a:lnTo>
                  <a:pt x="3133825" y="3062414"/>
                </a:lnTo>
                <a:lnTo>
                  <a:pt x="3133148" y="3063091"/>
                </a:lnTo>
                <a:lnTo>
                  <a:pt x="3139188" y="3056755"/>
                </a:lnTo>
                <a:lnTo>
                  <a:pt x="3138548" y="3057452"/>
                </a:lnTo>
                <a:lnTo>
                  <a:pt x="3144286" y="3050837"/>
                </a:lnTo>
                <a:lnTo>
                  <a:pt x="3143689" y="3051575"/>
                </a:lnTo>
                <a:lnTo>
                  <a:pt x="3149109" y="3044680"/>
                </a:lnTo>
                <a:lnTo>
                  <a:pt x="3148531" y="3045438"/>
                </a:lnTo>
                <a:lnTo>
                  <a:pt x="3153613" y="3038284"/>
                </a:lnTo>
                <a:lnTo>
                  <a:pt x="3153073" y="3039081"/>
                </a:lnTo>
                <a:lnTo>
                  <a:pt x="3157837" y="3031669"/>
                </a:lnTo>
                <a:lnTo>
                  <a:pt x="3157338" y="3032486"/>
                </a:lnTo>
                <a:lnTo>
                  <a:pt x="3161721" y="3024854"/>
                </a:lnTo>
                <a:lnTo>
                  <a:pt x="3161263" y="3025691"/>
                </a:lnTo>
                <a:lnTo>
                  <a:pt x="3165289" y="3017821"/>
                </a:lnTo>
                <a:lnTo>
                  <a:pt x="3164870" y="3018697"/>
                </a:lnTo>
                <a:lnTo>
                  <a:pt x="3168517" y="3010627"/>
                </a:lnTo>
                <a:lnTo>
                  <a:pt x="3168139" y="3011524"/>
                </a:lnTo>
                <a:lnTo>
                  <a:pt x="3171406" y="3003235"/>
                </a:lnTo>
                <a:lnTo>
                  <a:pt x="3171067" y="3004152"/>
                </a:lnTo>
                <a:lnTo>
                  <a:pt x="3173957" y="2995663"/>
                </a:lnTo>
                <a:lnTo>
                  <a:pt x="3173657" y="2996620"/>
                </a:lnTo>
                <a:lnTo>
                  <a:pt x="3176108" y="2987952"/>
                </a:lnTo>
                <a:lnTo>
                  <a:pt x="3175869" y="2988908"/>
                </a:lnTo>
                <a:lnTo>
                  <a:pt x="3177901" y="2980081"/>
                </a:lnTo>
                <a:lnTo>
                  <a:pt x="3177703" y="2981058"/>
                </a:lnTo>
                <a:lnTo>
                  <a:pt x="3179316" y="2972071"/>
                </a:lnTo>
                <a:lnTo>
                  <a:pt x="3179156" y="2973068"/>
                </a:lnTo>
                <a:lnTo>
                  <a:pt x="3180312" y="2963942"/>
                </a:lnTo>
                <a:lnTo>
                  <a:pt x="3180213" y="2964938"/>
                </a:lnTo>
                <a:lnTo>
                  <a:pt x="3180911" y="2955673"/>
                </a:lnTo>
                <a:lnTo>
                  <a:pt x="3180870" y="2956669"/>
                </a:lnTo>
                <a:lnTo>
                  <a:pt x="3181111" y="2947284"/>
                </a:lnTo>
                <a:lnTo>
                  <a:pt x="3181111" y="2947782"/>
                </a:lnTo>
                <a:lnTo>
                  <a:pt x="3181111" y="202443"/>
                </a:lnTo>
                <a:lnTo>
                  <a:pt x="3181111" y="202941"/>
                </a:lnTo>
                <a:lnTo>
                  <a:pt x="3180870" y="193556"/>
                </a:lnTo>
                <a:lnTo>
                  <a:pt x="3180911" y="194553"/>
                </a:lnTo>
                <a:lnTo>
                  <a:pt x="3180213" y="185287"/>
                </a:lnTo>
                <a:lnTo>
                  <a:pt x="3180312" y="186284"/>
                </a:lnTo>
                <a:lnTo>
                  <a:pt x="3179156" y="177158"/>
                </a:lnTo>
                <a:lnTo>
                  <a:pt x="3179316" y="178154"/>
                </a:lnTo>
                <a:lnTo>
                  <a:pt x="3177703" y="169167"/>
                </a:lnTo>
                <a:lnTo>
                  <a:pt x="3177901" y="170144"/>
                </a:lnTo>
                <a:lnTo>
                  <a:pt x="3175869" y="161317"/>
                </a:lnTo>
                <a:lnTo>
                  <a:pt x="3176108" y="162273"/>
                </a:lnTo>
                <a:lnTo>
                  <a:pt x="3173657" y="153606"/>
                </a:lnTo>
                <a:lnTo>
                  <a:pt x="3173957" y="154562"/>
                </a:lnTo>
                <a:lnTo>
                  <a:pt x="3171067" y="146074"/>
                </a:lnTo>
                <a:lnTo>
                  <a:pt x="3171406" y="146990"/>
                </a:lnTo>
                <a:lnTo>
                  <a:pt x="3168139" y="138701"/>
                </a:lnTo>
                <a:lnTo>
                  <a:pt x="3168517" y="139598"/>
                </a:lnTo>
                <a:lnTo>
                  <a:pt x="3164870" y="131528"/>
                </a:lnTo>
                <a:lnTo>
                  <a:pt x="3165289" y="132405"/>
                </a:lnTo>
                <a:lnTo>
                  <a:pt x="3161263" y="124534"/>
                </a:lnTo>
                <a:lnTo>
                  <a:pt x="3161721" y="125371"/>
                </a:lnTo>
                <a:lnTo>
                  <a:pt x="3157338" y="117740"/>
                </a:lnTo>
                <a:lnTo>
                  <a:pt x="3157837" y="118557"/>
                </a:lnTo>
                <a:lnTo>
                  <a:pt x="3153073" y="111145"/>
                </a:lnTo>
                <a:lnTo>
                  <a:pt x="3153613" y="111941"/>
                </a:lnTo>
                <a:lnTo>
                  <a:pt x="3148531" y="104788"/>
                </a:lnTo>
                <a:lnTo>
                  <a:pt x="3149109" y="105545"/>
                </a:lnTo>
                <a:lnTo>
                  <a:pt x="3143689" y="98651"/>
                </a:lnTo>
                <a:lnTo>
                  <a:pt x="3144286" y="99389"/>
                </a:lnTo>
                <a:lnTo>
                  <a:pt x="3138548" y="92773"/>
                </a:lnTo>
                <a:lnTo>
                  <a:pt x="3139188" y="93470"/>
                </a:lnTo>
                <a:lnTo>
                  <a:pt x="3133148" y="87134"/>
                </a:lnTo>
                <a:lnTo>
                  <a:pt x="3133825" y="87812"/>
                </a:lnTo>
                <a:lnTo>
                  <a:pt x="3127471" y="81754"/>
                </a:lnTo>
                <a:lnTo>
                  <a:pt x="3128188" y="82392"/>
                </a:lnTo>
                <a:lnTo>
                  <a:pt x="3121552" y="76673"/>
                </a:lnTo>
                <a:lnTo>
                  <a:pt x="3122290" y="77271"/>
                </a:lnTo>
                <a:lnTo>
                  <a:pt x="3115394" y="71851"/>
                </a:lnTo>
                <a:lnTo>
                  <a:pt x="3116171" y="72429"/>
                </a:lnTo>
                <a:lnTo>
                  <a:pt x="3108999" y="67328"/>
                </a:lnTo>
                <a:lnTo>
                  <a:pt x="3109797" y="67866"/>
                </a:lnTo>
                <a:lnTo>
                  <a:pt x="3102404" y="63124"/>
                </a:lnTo>
                <a:lnTo>
                  <a:pt x="3103222" y="63622"/>
                </a:lnTo>
                <a:lnTo>
                  <a:pt x="3095569" y="59219"/>
                </a:lnTo>
                <a:lnTo>
                  <a:pt x="3096426" y="59697"/>
                </a:lnTo>
                <a:lnTo>
                  <a:pt x="3088555" y="55652"/>
                </a:lnTo>
                <a:lnTo>
                  <a:pt x="3089432" y="56070"/>
                </a:lnTo>
                <a:lnTo>
                  <a:pt x="3081342" y="52424"/>
                </a:lnTo>
                <a:lnTo>
                  <a:pt x="3082240" y="52803"/>
                </a:lnTo>
                <a:lnTo>
                  <a:pt x="3073951" y="49535"/>
                </a:lnTo>
                <a:lnTo>
                  <a:pt x="3074888" y="49873"/>
                </a:lnTo>
                <a:lnTo>
                  <a:pt x="3066399" y="47004"/>
                </a:lnTo>
                <a:lnTo>
                  <a:pt x="3067336" y="47303"/>
                </a:lnTo>
                <a:lnTo>
                  <a:pt x="3058688" y="44832"/>
                </a:lnTo>
                <a:lnTo>
                  <a:pt x="3059644" y="45091"/>
                </a:lnTo>
                <a:lnTo>
                  <a:pt x="3050817" y="43039"/>
                </a:lnTo>
                <a:lnTo>
                  <a:pt x="3051794" y="43258"/>
                </a:lnTo>
                <a:lnTo>
                  <a:pt x="3042806" y="41644"/>
                </a:lnTo>
                <a:lnTo>
                  <a:pt x="3043804" y="41804"/>
                </a:lnTo>
                <a:lnTo>
                  <a:pt x="3034657" y="40628"/>
                </a:lnTo>
                <a:lnTo>
                  <a:pt x="3035653" y="40728"/>
                </a:lnTo>
                <a:lnTo>
                  <a:pt x="3026387" y="40030"/>
                </a:lnTo>
                <a:lnTo>
                  <a:pt x="3027406" y="40090"/>
                </a:lnTo>
                <a:lnTo>
                  <a:pt x="3017999" y="39851"/>
                </a:lnTo>
                <a:lnTo>
                  <a:pt x="3018516" y="39851"/>
                </a:lnTo>
                <a:lnTo>
                  <a:pt x="202443" y="39851"/>
                </a:lnTo>
                <a:lnTo>
                  <a:pt x="202942" y="39851"/>
                </a:lnTo>
                <a:lnTo>
                  <a:pt x="193535" y="40090"/>
                </a:lnTo>
                <a:lnTo>
                  <a:pt x="194551" y="40030"/>
                </a:lnTo>
                <a:lnTo>
                  <a:pt x="185288" y="40728"/>
                </a:lnTo>
                <a:lnTo>
                  <a:pt x="186284" y="40628"/>
                </a:lnTo>
                <a:lnTo>
                  <a:pt x="177157" y="41804"/>
                </a:lnTo>
                <a:lnTo>
                  <a:pt x="178134" y="41644"/>
                </a:lnTo>
                <a:lnTo>
                  <a:pt x="169147" y="43258"/>
                </a:lnTo>
                <a:lnTo>
                  <a:pt x="170124" y="43039"/>
                </a:lnTo>
                <a:lnTo>
                  <a:pt x="161296" y="45091"/>
                </a:lnTo>
                <a:lnTo>
                  <a:pt x="162253" y="44832"/>
                </a:lnTo>
                <a:lnTo>
                  <a:pt x="153605" y="47303"/>
                </a:lnTo>
                <a:lnTo>
                  <a:pt x="154542" y="47004"/>
                </a:lnTo>
                <a:lnTo>
                  <a:pt x="146073" y="49873"/>
                </a:lnTo>
                <a:lnTo>
                  <a:pt x="146989" y="49535"/>
                </a:lnTo>
                <a:lnTo>
                  <a:pt x="138701" y="52803"/>
                </a:lnTo>
                <a:lnTo>
                  <a:pt x="139597" y="52424"/>
                </a:lnTo>
                <a:lnTo>
                  <a:pt x="131507" y="56070"/>
                </a:lnTo>
                <a:lnTo>
                  <a:pt x="132384" y="55652"/>
                </a:lnTo>
                <a:lnTo>
                  <a:pt x="124515" y="59697"/>
                </a:lnTo>
                <a:lnTo>
                  <a:pt x="125371" y="59219"/>
                </a:lnTo>
                <a:lnTo>
                  <a:pt x="117719" y="63622"/>
                </a:lnTo>
                <a:lnTo>
                  <a:pt x="118535" y="63124"/>
                </a:lnTo>
                <a:lnTo>
                  <a:pt x="111144" y="67866"/>
                </a:lnTo>
                <a:lnTo>
                  <a:pt x="111941" y="67328"/>
                </a:lnTo>
                <a:lnTo>
                  <a:pt x="104768" y="72429"/>
                </a:lnTo>
                <a:lnTo>
                  <a:pt x="105544" y="71851"/>
                </a:lnTo>
                <a:lnTo>
                  <a:pt x="98651" y="77271"/>
                </a:lnTo>
                <a:lnTo>
                  <a:pt x="99387" y="76673"/>
                </a:lnTo>
                <a:lnTo>
                  <a:pt x="92752" y="82392"/>
                </a:lnTo>
                <a:lnTo>
                  <a:pt x="93470" y="81754"/>
                </a:lnTo>
                <a:lnTo>
                  <a:pt x="87114" y="87812"/>
                </a:lnTo>
                <a:lnTo>
                  <a:pt x="87790" y="87134"/>
                </a:lnTo>
                <a:lnTo>
                  <a:pt x="81755" y="93470"/>
                </a:lnTo>
                <a:lnTo>
                  <a:pt x="82391" y="92773"/>
                </a:lnTo>
                <a:lnTo>
                  <a:pt x="76652" y="99389"/>
                </a:lnTo>
                <a:lnTo>
                  <a:pt x="77251" y="98651"/>
                </a:lnTo>
                <a:lnTo>
                  <a:pt x="71852" y="105545"/>
                </a:lnTo>
                <a:lnTo>
                  <a:pt x="72410" y="104788"/>
                </a:lnTo>
                <a:lnTo>
                  <a:pt x="67328" y="111941"/>
                </a:lnTo>
                <a:lnTo>
                  <a:pt x="67865" y="111145"/>
                </a:lnTo>
                <a:lnTo>
                  <a:pt x="63124" y="118557"/>
                </a:lnTo>
                <a:lnTo>
                  <a:pt x="63621" y="117740"/>
                </a:lnTo>
                <a:lnTo>
                  <a:pt x="59217" y="125371"/>
                </a:lnTo>
                <a:lnTo>
                  <a:pt x="59675" y="124534"/>
                </a:lnTo>
                <a:lnTo>
                  <a:pt x="55652" y="132405"/>
                </a:lnTo>
                <a:lnTo>
                  <a:pt x="56071" y="131528"/>
                </a:lnTo>
                <a:lnTo>
                  <a:pt x="52424" y="139598"/>
                </a:lnTo>
                <a:lnTo>
                  <a:pt x="52802" y="138701"/>
                </a:lnTo>
                <a:lnTo>
                  <a:pt x="49535" y="146990"/>
                </a:lnTo>
                <a:lnTo>
                  <a:pt x="49872" y="146074"/>
                </a:lnTo>
                <a:lnTo>
                  <a:pt x="47004" y="154562"/>
                </a:lnTo>
                <a:lnTo>
                  <a:pt x="47282" y="153606"/>
                </a:lnTo>
                <a:lnTo>
                  <a:pt x="44833" y="162273"/>
                </a:lnTo>
                <a:lnTo>
                  <a:pt x="45072" y="161317"/>
                </a:lnTo>
                <a:lnTo>
                  <a:pt x="43040" y="170144"/>
                </a:lnTo>
                <a:lnTo>
                  <a:pt x="43238" y="169167"/>
                </a:lnTo>
                <a:lnTo>
                  <a:pt x="41643" y="178154"/>
                </a:lnTo>
                <a:lnTo>
                  <a:pt x="41782" y="177158"/>
                </a:lnTo>
                <a:lnTo>
                  <a:pt x="40627" y="186284"/>
                </a:lnTo>
                <a:lnTo>
                  <a:pt x="40727" y="185287"/>
                </a:lnTo>
                <a:lnTo>
                  <a:pt x="40030" y="194553"/>
                </a:lnTo>
                <a:lnTo>
                  <a:pt x="40069" y="193556"/>
                </a:lnTo>
                <a:lnTo>
                  <a:pt x="39830" y="202941"/>
                </a:lnTo>
              </a:path>
            </a:pathLst>
          </a:custGeom>
          <a:solidFill xmlns:a="http://schemas.openxmlformats.org/drawingml/2006/main">
            <a:srgbClr val="ACD78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text-10 Paris[a]">
            <a:extLst xmlns:a="http://schemas.openxmlformats.org/drawingml/2006/main">
              <a:ext uri="{FF2B5EF4-FFF2-40B4-BE49-F238E27FC236}">
                <a16:creationId xmlns:a16="http://schemas.microsoft.com/office/drawing/2014/main" id="{DA40022F-2A6B-4DD5-A52F-6E558C52A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09656" y="1788595"/>
            <a:ext cx="1289377" cy="5056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44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44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844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Paris[a]</a:t>
            </a:r>
          </a:p>
        </p:txBody>
      </p:sp>
      <p:sp>
        <p:nvSpPr>
          <p:cNvPr id="11" name="text-10 is">
            <a:extLst xmlns:a="http://schemas.openxmlformats.org/drawingml/2006/main">
              <a:ext uri="{FF2B5EF4-FFF2-40B4-BE49-F238E27FC236}">
                <a16:creationId xmlns:a16="http://schemas.microsoft.com/office/drawing/2014/main" id="{C55C3AB0-BEDF-4F5C-8307-39C93CBA9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24367" y="1802412"/>
            <a:ext cx="313365" cy="4863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35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is</a:t>
            </a:r>
          </a:p>
        </p:txBody>
      </p:sp>
      <p:sp>
        <p:nvSpPr>
          <p:cNvPr id="12" name="text-10 the">
            <a:extLst xmlns:a="http://schemas.openxmlformats.org/drawingml/2006/main">
              <a:ext uri="{FF2B5EF4-FFF2-40B4-BE49-F238E27FC236}">
                <a16:creationId xmlns:a16="http://schemas.microsoft.com/office/drawing/2014/main" id="{983C7D72-7A21-4B86-91DF-83FBF7884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66214" y="1755431"/>
            <a:ext cx="619195" cy="552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105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13" name="text-11 capital">
            <a:extLst xmlns:a="http://schemas.openxmlformats.org/drawingml/2006/main">
              <a:ext uri="{FF2B5EF4-FFF2-40B4-BE49-F238E27FC236}">
                <a16:creationId xmlns:a16="http://schemas.microsoft.com/office/drawing/2014/main" id="{B333FBFD-33E1-4C7C-9C51-B6BDF9A0E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60835" y="2260331"/>
            <a:ext cx="1147288" cy="5230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42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42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942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capital</a:t>
            </a:r>
          </a:p>
        </p:txBody>
      </p:sp>
      <p:sp>
        <p:nvSpPr>
          <p:cNvPr id="14" name="text-11 and">
            <a:extLst xmlns:a="http://schemas.openxmlformats.org/drawingml/2006/main">
              <a:ext uri="{FF2B5EF4-FFF2-40B4-BE49-F238E27FC236}">
                <a16:creationId xmlns:a16="http://schemas.microsoft.com/office/drawing/2014/main" id="{7003EDDB-33F1-4BB0-AA0D-3FF0EAAAC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32082" y="2264359"/>
            <a:ext cx="683134" cy="5174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10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10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910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and</a:t>
            </a:r>
          </a:p>
        </p:txBody>
      </p:sp>
      <p:sp>
        <p:nvSpPr>
          <p:cNvPr id="15" name="text-11 most">
            <a:extLst xmlns:a="http://schemas.openxmlformats.org/drawingml/2006/main">
              <a:ext uri="{FF2B5EF4-FFF2-40B4-BE49-F238E27FC236}">
                <a16:creationId xmlns:a16="http://schemas.microsoft.com/office/drawing/2014/main" id="{A83FFA2D-B5DE-48EC-BBEA-BBE06F1BF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39313" y="2253996"/>
            <a:ext cx="891729" cy="531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92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92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992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most</a:t>
            </a:r>
          </a:p>
        </p:txBody>
      </p:sp>
      <p:sp>
        <p:nvSpPr>
          <p:cNvPr id="16" name="text-12 populous">
            <a:extLst xmlns:a="http://schemas.openxmlformats.org/drawingml/2006/main">
              <a:ext uri="{FF2B5EF4-FFF2-40B4-BE49-F238E27FC236}">
                <a16:creationId xmlns:a16="http://schemas.microsoft.com/office/drawing/2014/main" id="{0440DA58-BA18-4D2E-8F25-94256148F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00064" y="2742664"/>
            <a:ext cx="1591670" cy="5256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5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5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957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populous</a:t>
            </a:r>
          </a:p>
        </p:txBody>
      </p:sp>
      <p:sp>
        <p:nvSpPr>
          <p:cNvPr id="17" name="text-12 city">
            <a:extLst xmlns:a="http://schemas.openxmlformats.org/drawingml/2006/main">
              <a:ext uri="{FF2B5EF4-FFF2-40B4-BE49-F238E27FC236}">
                <a16:creationId xmlns:a16="http://schemas.microsoft.com/office/drawing/2014/main" id="{50C49956-9815-4439-BAB0-F0C90FD94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15153" y="2730382"/>
            <a:ext cx="651443" cy="5428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5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5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053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city</a:t>
            </a:r>
          </a:p>
        </p:txBody>
      </p:sp>
      <p:sp>
        <p:nvSpPr>
          <p:cNvPr id="18" name="text-12 of">
            <a:extLst xmlns:a="http://schemas.openxmlformats.org/drawingml/2006/main">
              <a:ext uri="{FF2B5EF4-FFF2-40B4-BE49-F238E27FC236}">
                <a16:creationId xmlns:a16="http://schemas.microsoft.com/office/drawing/2014/main" id="{9B2AC0AF-660A-4035-AC79-847D11A42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87640" y="2715177"/>
            <a:ext cx="408627" cy="5641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7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7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173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19" name="text-13 France.">
            <a:extLst xmlns:a="http://schemas.openxmlformats.org/drawingml/2006/main">
              <a:ext uri="{FF2B5EF4-FFF2-40B4-BE49-F238E27FC236}">
                <a16:creationId xmlns:a16="http://schemas.microsoft.com/office/drawing/2014/main" id="{27615882-16C1-4F5F-B395-87B3476A4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69058" y="3249931"/>
            <a:ext cx="1258084" cy="4933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7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7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75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France.</a:t>
            </a:r>
          </a:p>
        </p:txBody>
      </p:sp>
      <p:sp>
        <p:nvSpPr>
          <p:cNvPr id="20" name="text-13 With">
            <a:extLst xmlns:a="http://schemas.openxmlformats.org/drawingml/2006/main">
              <a:ext uri="{FF2B5EF4-FFF2-40B4-BE49-F238E27FC236}">
                <a16:creationId xmlns:a16="http://schemas.microsoft.com/office/drawing/2014/main" id="{425F9FE4-3FE2-4FFD-B407-D86DAC984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54628" y="3202687"/>
            <a:ext cx="871234" cy="5595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4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4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147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With</a:t>
            </a:r>
          </a:p>
        </p:txBody>
      </p:sp>
      <p:sp>
        <p:nvSpPr>
          <p:cNvPr id="21" name="path-14">
            <a:extLst xmlns:a="http://schemas.openxmlformats.org/drawingml/2006/main">
              <a:ext uri="{FF2B5EF4-FFF2-40B4-BE49-F238E27FC236}">
                <a16:creationId xmlns:a16="http://schemas.microsoft.com/office/drawing/2014/main" id="{F30BEA66-4A76-4366-BEDD-25069ACAD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0365" y="793080"/>
            <a:ext cx="2143889" cy="376592"/>
          </a:xfrm>
          <a:custGeom xmlns:a="http://schemas.openxmlformats.org/drawingml/2006/main">
            <a:pathLst>
              <a:path w="1905679" h="334749">
                <a:moveTo>
                  <a:pt x="0" y="0"/>
                </a:moveTo>
                <a:lnTo>
                  <a:pt x="0" y="334749"/>
                </a:lnTo>
                <a:lnTo>
                  <a:pt x="1905679" y="334749"/>
                </a:lnTo>
                <a:lnTo>
                  <a:pt x="1905679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path-15">
            <a:extLst xmlns:a="http://schemas.openxmlformats.org/drawingml/2006/main">
              <a:ext uri="{FF2B5EF4-FFF2-40B4-BE49-F238E27FC236}">
                <a16:creationId xmlns:a16="http://schemas.microsoft.com/office/drawing/2014/main" id="{295F4BBE-D1BE-42A1-AA9A-4744C8B59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59493" y="781647"/>
            <a:ext cx="2166528" cy="399009"/>
          </a:xfrm>
          <a:custGeom xmlns:a="http://schemas.openxmlformats.org/drawingml/2006/main">
            <a:pathLst>
              <a:path w="1925802" h="354674">
                <a:moveTo>
                  <a:pt x="1925802" y="0"/>
                </a:moveTo>
                <a:lnTo>
                  <a:pt x="1925802" y="354674"/>
                </a:lnTo>
                <a:lnTo>
                  <a:pt x="0" y="354674"/>
                </a:lnTo>
                <a:lnTo>
                  <a:pt x="0" y="0"/>
                </a:lnTo>
                <a:lnTo>
                  <a:pt x="1925802" y="0"/>
                </a:lnTo>
                <a:moveTo>
                  <a:pt x="9963" y="19925"/>
                </a:moveTo>
                <a:lnTo>
                  <a:pt x="19925" y="9963"/>
                </a:lnTo>
                <a:lnTo>
                  <a:pt x="19925" y="344712"/>
                </a:lnTo>
                <a:lnTo>
                  <a:pt x="9963" y="334749"/>
                </a:lnTo>
                <a:lnTo>
                  <a:pt x="1915840" y="334749"/>
                </a:lnTo>
                <a:lnTo>
                  <a:pt x="1905877" y="344712"/>
                </a:lnTo>
                <a:lnTo>
                  <a:pt x="1905877" y="9963"/>
                </a:lnTo>
                <a:lnTo>
                  <a:pt x="1915840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path-16">
            <a:extLst xmlns:a="http://schemas.openxmlformats.org/drawingml/2006/main">
              <a:ext uri="{FF2B5EF4-FFF2-40B4-BE49-F238E27FC236}">
                <a16:creationId xmlns:a16="http://schemas.microsoft.com/office/drawing/2014/main" id="{F1BF569C-9442-4A6E-A833-707FFB2A6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96661" y="967702"/>
            <a:ext cx="4698439" cy="3544004"/>
          </a:xfrm>
          <a:custGeom xmlns:a="http://schemas.openxmlformats.org/drawingml/2006/main">
            <a:pathLst>
              <a:path w="4176390" h="3150226">
                <a:moveTo>
                  <a:pt x="239" y="192042"/>
                </a:moveTo>
                <a:lnTo>
                  <a:pt x="1036" y="181761"/>
                </a:lnTo>
                <a:lnTo>
                  <a:pt x="2311" y="171638"/>
                </a:lnTo>
                <a:lnTo>
                  <a:pt x="4104" y="161656"/>
                </a:lnTo>
                <a:lnTo>
                  <a:pt x="6356" y="151872"/>
                </a:lnTo>
                <a:lnTo>
                  <a:pt x="9087" y="142248"/>
                </a:lnTo>
                <a:lnTo>
                  <a:pt x="12274" y="132843"/>
                </a:lnTo>
                <a:lnTo>
                  <a:pt x="15901" y="123638"/>
                </a:lnTo>
                <a:lnTo>
                  <a:pt x="19965" y="114671"/>
                </a:lnTo>
                <a:lnTo>
                  <a:pt x="24429" y="105924"/>
                </a:lnTo>
                <a:lnTo>
                  <a:pt x="29310" y="97456"/>
                </a:lnTo>
                <a:lnTo>
                  <a:pt x="34571" y="89246"/>
                </a:lnTo>
                <a:lnTo>
                  <a:pt x="40209" y="81296"/>
                </a:lnTo>
                <a:lnTo>
                  <a:pt x="46228" y="73664"/>
                </a:lnTo>
                <a:lnTo>
                  <a:pt x="52584" y="66312"/>
                </a:lnTo>
                <a:lnTo>
                  <a:pt x="59279" y="59298"/>
                </a:lnTo>
                <a:lnTo>
                  <a:pt x="66313" y="52583"/>
                </a:lnTo>
                <a:lnTo>
                  <a:pt x="73644" y="46227"/>
                </a:lnTo>
                <a:lnTo>
                  <a:pt x="81296" y="40230"/>
                </a:lnTo>
                <a:lnTo>
                  <a:pt x="89227" y="34571"/>
                </a:lnTo>
                <a:lnTo>
                  <a:pt x="97435" y="29310"/>
                </a:lnTo>
                <a:lnTo>
                  <a:pt x="105924" y="24448"/>
                </a:lnTo>
                <a:lnTo>
                  <a:pt x="114651" y="19965"/>
                </a:lnTo>
                <a:lnTo>
                  <a:pt x="123618" y="15920"/>
                </a:lnTo>
                <a:lnTo>
                  <a:pt x="132823" y="12274"/>
                </a:lnTo>
                <a:lnTo>
                  <a:pt x="142248" y="9106"/>
                </a:lnTo>
                <a:lnTo>
                  <a:pt x="151852" y="6376"/>
                </a:lnTo>
                <a:lnTo>
                  <a:pt x="161655" y="4105"/>
                </a:lnTo>
                <a:lnTo>
                  <a:pt x="171638" y="2331"/>
                </a:lnTo>
                <a:lnTo>
                  <a:pt x="181760" y="1036"/>
                </a:lnTo>
                <a:lnTo>
                  <a:pt x="192042" y="259"/>
                </a:lnTo>
                <a:lnTo>
                  <a:pt x="202184" y="0"/>
                </a:lnTo>
                <a:lnTo>
                  <a:pt x="3974186" y="0"/>
                </a:lnTo>
                <a:lnTo>
                  <a:pt x="3984349" y="259"/>
                </a:lnTo>
                <a:lnTo>
                  <a:pt x="3994610" y="1036"/>
                </a:lnTo>
                <a:lnTo>
                  <a:pt x="4004751" y="2331"/>
                </a:lnTo>
                <a:lnTo>
                  <a:pt x="4014715" y="4105"/>
                </a:lnTo>
                <a:lnTo>
                  <a:pt x="4024518" y="6376"/>
                </a:lnTo>
                <a:lnTo>
                  <a:pt x="4034142" y="9106"/>
                </a:lnTo>
                <a:lnTo>
                  <a:pt x="4043548" y="12274"/>
                </a:lnTo>
                <a:lnTo>
                  <a:pt x="4052752" y="15920"/>
                </a:lnTo>
                <a:lnTo>
                  <a:pt x="4061719" y="19965"/>
                </a:lnTo>
                <a:lnTo>
                  <a:pt x="4070447" y="24448"/>
                </a:lnTo>
                <a:lnTo>
                  <a:pt x="4078935" y="29310"/>
                </a:lnTo>
                <a:lnTo>
                  <a:pt x="4087144" y="34571"/>
                </a:lnTo>
                <a:lnTo>
                  <a:pt x="4095074" y="40230"/>
                </a:lnTo>
                <a:lnTo>
                  <a:pt x="4102725" y="46227"/>
                </a:lnTo>
                <a:lnTo>
                  <a:pt x="4110058" y="52583"/>
                </a:lnTo>
                <a:lnTo>
                  <a:pt x="4117091" y="59298"/>
                </a:lnTo>
                <a:lnTo>
                  <a:pt x="4123786" y="66312"/>
                </a:lnTo>
                <a:lnTo>
                  <a:pt x="4130145" y="73664"/>
                </a:lnTo>
                <a:lnTo>
                  <a:pt x="4136161" y="81296"/>
                </a:lnTo>
                <a:lnTo>
                  <a:pt x="4141800" y="89246"/>
                </a:lnTo>
                <a:lnTo>
                  <a:pt x="4147060" y="97456"/>
                </a:lnTo>
                <a:lnTo>
                  <a:pt x="4151942" y="105924"/>
                </a:lnTo>
                <a:lnTo>
                  <a:pt x="4156405" y="114671"/>
                </a:lnTo>
                <a:lnTo>
                  <a:pt x="4160470" y="123638"/>
                </a:lnTo>
                <a:lnTo>
                  <a:pt x="4164097" y="132843"/>
                </a:lnTo>
                <a:lnTo>
                  <a:pt x="4167284" y="142248"/>
                </a:lnTo>
                <a:lnTo>
                  <a:pt x="4170013" y="151872"/>
                </a:lnTo>
                <a:lnTo>
                  <a:pt x="4172264" y="161656"/>
                </a:lnTo>
                <a:lnTo>
                  <a:pt x="4174059" y="171638"/>
                </a:lnTo>
                <a:lnTo>
                  <a:pt x="4175335" y="181761"/>
                </a:lnTo>
                <a:lnTo>
                  <a:pt x="4176132" y="192042"/>
                </a:lnTo>
                <a:lnTo>
                  <a:pt x="4176390" y="202184"/>
                </a:lnTo>
                <a:lnTo>
                  <a:pt x="4176390" y="2948041"/>
                </a:lnTo>
                <a:lnTo>
                  <a:pt x="4176132" y="2958183"/>
                </a:lnTo>
                <a:lnTo>
                  <a:pt x="4175335" y="2968465"/>
                </a:lnTo>
                <a:lnTo>
                  <a:pt x="4174059" y="2978587"/>
                </a:lnTo>
                <a:lnTo>
                  <a:pt x="4172264" y="2988570"/>
                </a:lnTo>
                <a:lnTo>
                  <a:pt x="4170013" y="2998354"/>
                </a:lnTo>
                <a:lnTo>
                  <a:pt x="4167284" y="3007977"/>
                </a:lnTo>
                <a:lnTo>
                  <a:pt x="4164097" y="3017382"/>
                </a:lnTo>
                <a:lnTo>
                  <a:pt x="4160470" y="3026588"/>
                </a:lnTo>
                <a:lnTo>
                  <a:pt x="4156405" y="3035554"/>
                </a:lnTo>
                <a:lnTo>
                  <a:pt x="4151942" y="3044301"/>
                </a:lnTo>
                <a:lnTo>
                  <a:pt x="4147060" y="3052770"/>
                </a:lnTo>
                <a:lnTo>
                  <a:pt x="4141800" y="3060979"/>
                </a:lnTo>
                <a:lnTo>
                  <a:pt x="4136161" y="3068930"/>
                </a:lnTo>
                <a:lnTo>
                  <a:pt x="4130145" y="3076561"/>
                </a:lnTo>
                <a:lnTo>
                  <a:pt x="4123786" y="3083914"/>
                </a:lnTo>
                <a:lnTo>
                  <a:pt x="4117091" y="3090927"/>
                </a:lnTo>
                <a:lnTo>
                  <a:pt x="4110058" y="3097642"/>
                </a:lnTo>
                <a:lnTo>
                  <a:pt x="4102725" y="3103999"/>
                </a:lnTo>
                <a:lnTo>
                  <a:pt x="4095074" y="3109996"/>
                </a:lnTo>
                <a:lnTo>
                  <a:pt x="4087144" y="3115635"/>
                </a:lnTo>
                <a:lnTo>
                  <a:pt x="4078935" y="3120915"/>
                </a:lnTo>
                <a:lnTo>
                  <a:pt x="4070447" y="3125777"/>
                </a:lnTo>
                <a:lnTo>
                  <a:pt x="4061719" y="3130261"/>
                </a:lnTo>
                <a:lnTo>
                  <a:pt x="4052752" y="3134305"/>
                </a:lnTo>
                <a:lnTo>
                  <a:pt x="4043548" y="3137951"/>
                </a:lnTo>
                <a:lnTo>
                  <a:pt x="4034142" y="3141120"/>
                </a:lnTo>
                <a:lnTo>
                  <a:pt x="4024518" y="3143849"/>
                </a:lnTo>
                <a:lnTo>
                  <a:pt x="4014715" y="3146121"/>
                </a:lnTo>
                <a:lnTo>
                  <a:pt x="4004751" y="3147894"/>
                </a:lnTo>
                <a:lnTo>
                  <a:pt x="3994610" y="3149190"/>
                </a:lnTo>
                <a:lnTo>
                  <a:pt x="3984349" y="3149967"/>
                </a:lnTo>
                <a:lnTo>
                  <a:pt x="3974186" y="3150226"/>
                </a:lnTo>
                <a:lnTo>
                  <a:pt x="202184" y="3150226"/>
                </a:lnTo>
                <a:lnTo>
                  <a:pt x="192042" y="3149967"/>
                </a:lnTo>
                <a:lnTo>
                  <a:pt x="181760" y="3149190"/>
                </a:lnTo>
                <a:lnTo>
                  <a:pt x="171638" y="3147894"/>
                </a:lnTo>
                <a:lnTo>
                  <a:pt x="161655" y="3146121"/>
                </a:lnTo>
                <a:lnTo>
                  <a:pt x="151852" y="3143849"/>
                </a:lnTo>
                <a:lnTo>
                  <a:pt x="142248" y="3141120"/>
                </a:lnTo>
                <a:lnTo>
                  <a:pt x="132823" y="3137951"/>
                </a:lnTo>
                <a:lnTo>
                  <a:pt x="123618" y="3134305"/>
                </a:lnTo>
                <a:lnTo>
                  <a:pt x="114651" y="3130261"/>
                </a:lnTo>
                <a:lnTo>
                  <a:pt x="105924" y="3125777"/>
                </a:lnTo>
                <a:lnTo>
                  <a:pt x="97435" y="3120915"/>
                </a:lnTo>
                <a:lnTo>
                  <a:pt x="89227" y="3115635"/>
                </a:lnTo>
                <a:lnTo>
                  <a:pt x="81296" y="3109996"/>
                </a:lnTo>
                <a:lnTo>
                  <a:pt x="73644" y="3103999"/>
                </a:lnTo>
                <a:lnTo>
                  <a:pt x="66313" y="3097642"/>
                </a:lnTo>
                <a:lnTo>
                  <a:pt x="59279" y="3090927"/>
                </a:lnTo>
                <a:lnTo>
                  <a:pt x="52584" y="3083914"/>
                </a:lnTo>
                <a:lnTo>
                  <a:pt x="46228" y="3076561"/>
                </a:lnTo>
                <a:lnTo>
                  <a:pt x="40209" y="3068930"/>
                </a:lnTo>
                <a:lnTo>
                  <a:pt x="34571" y="3060979"/>
                </a:lnTo>
                <a:lnTo>
                  <a:pt x="29310" y="3052770"/>
                </a:lnTo>
                <a:lnTo>
                  <a:pt x="24429" y="3044301"/>
                </a:lnTo>
                <a:lnTo>
                  <a:pt x="19965" y="3035554"/>
                </a:lnTo>
                <a:lnTo>
                  <a:pt x="15901" y="3026588"/>
                </a:lnTo>
                <a:lnTo>
                  <a:pt x="12274" y="3017382"/>
                </a:lnTo>
                <a:lnTo>
                  <a:pt x="9087" y="3007977"/>
                </a:lnTo>
                <a:lnTo>
                  <a:pt x="6356" y="2998354"/>
                </a:lnTo>
                <a:lnTo>
                  <a:pt x="4104" y="2988570"/>
                </a:lnTo>
                <a:lnTo>
                  <a:pt x="2311" y="2978587"/>
                </a:lnTo>
                <a:lnTo>
                  <a:pt x="1036" y="2968465"/>
                </a:lnTo>
                <a:lnTo>
                  <a:pt x="239" y="2958183"/>
                </a:lnTo>
                <a:lnTo>
                  <a:pt x="0" y="2948041"/>
                </a:lnTo>
                <a:lnTo>
                  <a:pt x="0" y="202184"/>
                </a:lnTo>
                <a:lnTo>
                  <a:pt x="239" y="192042"/>
                </a:lnTo>
                <a:moveTo>
                  <a:pt x="39831" y="202941"/>
                </a:moveTo>
                <a:lnTo>
                  <a:pt x="39851" y="202443"/>
                </a:lnTo>
                <a:lnTo>
                  <a:pt x="39851" y="2947782"/>
                </a:lnTo>
                <a:lnTo>
                  <a:pt x="39831" y="2947284"/>
                </a:lnTo>
                <a:lnTo>
                  <a:pt x="40070" y="2956669"/>
                </a:lnTo>
                <a:lnTo>
                  <a:pt x="40030" y="2955673"/>
                </a:lnTo>
                <a:lnTo>
                  <a:pt x="40728" y="2964938"/>
                </a:lnTo>
                <a:lnTo>
                  <a:pt x="40628" y="2963942"/>
                </a:lnTo>
                <a:lnTo>
                  <a:pt x="41783" y="2973068"/>
                </a:lnTo>
                <a:lnTo>
                  <a:pt x="41644" y="2972071"/>
                </a:lnTo>
                <a:lnTo>
                  <a:pt x="43239" y="2981058"/>
                </a:lnTo>
                <a:lnTo>
                  <a:pt x="43039" y="2980081"/>
                </a:lnTo>
                <a:lnTo>
                  <a:pt x="45071" y="2988908"/>
                </a:lnTo>
                <a:lnTo>
                  <a:pt x="44833" y="2987952"/>
                </a:lnTo>
                <a:lnTo>
                  <a:pt x="47283" y="2996620"/>
                </a:lnTo>
                <a:lnTo>
                  <a:pt x="47005" y="2995663"/>
                </a:lnTo>
                <a:lnTo>
                  <a:pt x="49873" y="3004152"/>
                </a:lnTo>
                <a:lnTo>
                  <a:pt x="49535" y="3003235"/>
                </a:lnTo>
                <a:lnTo>
                  <a:pt x="52803" y="3011524"/>
                </a:lnTo>
                <a:lnTo>
                  <a:pt x="52425" y="3010627"/>
                </a:lnTo>
                <a:lnTo>
                  <a:pt x="56070" y="3018697"/>
                </a:lnTo>
                <a:lnTo>
                  <a:pt x="55652" y="3017821"/>
                </a:lnTo>
                <a:lnTo>
                  <a:pt x="59676" y="3025691"/>
                </a:lnTo>
                <a:lnTo>
                  <a:pt x="59218" y="3024854"/>
                </a:lnTo>
                <a:lnTo>
                  <a:pt x="63622" y="3032486"/>
                </a:lnTo>
                <a:lnTo>
                  <a:pt x="63124" y="3031669"/>
                </a:lnTo>
                <a:lnTo>
                  <a:pt x="67866" y="3039081"/>
                </a:lnTo>
                <a:lnTo>
                  <a:pt x="67329" y="3038284"/>
                </a:lnTo>
                <a:lnTo>
                  <a:pt x="72409" y="3045438"/>
                </a:lnTo>
                <a:lnTo>
                  <a:pt x="71851" y="3044680"/>
                </a:lnTo>
                <a:lnTo>
                  <a:pt x="77271" y="3051575"/>
                </a:lnTo>
                <a:lnTo>
                  <a:pt x="76653" y="3050837"/>
                </a:lnTo>
                <a:lnTo>
                  <a:pt x="82392" y="3057452"/>
                </a:lnTo>
                <a:lnTo>
                  <a:pt x="81754" y="3056755"/>
                </a:lnTo>
                <a:lnTo>
                  <a:pt x="87791" y="3063091"/>
                </a:lnTo>
                <a:lnTo>
                  <a:pt x="87115" y="3062414"/>
                </a:lnTo>
                <a:lnTo>
                  <a:pt x="93471" y="3068471"/>
                </a:lnTo>
                <a:lnTo>
                  <a:pt x="92753" y="3067833"/>
                </a:lnTo>
                <a:lnTo>
                  <a:pt x="99389" y="3073552"/>
                </a:lnTo>
                <a:lnTo>
                  <a:pt x="98652" y="3072954"/>
                </a:lnTo>
                <a:lnTo>
                  <a:pt x="105545" y="3078374"/>
                </a:lnTo>
                <a:lnTo>
                  <a:pt x="104789" y="3077796"/>
                </a:lnTo>
                <a:lnTo>
                  <a:pt x="111942" y="3082897"/>
                </a:lnTo>
                <a:lnTo>
                  <a:pt x="111145" y="3082359"/>
                </a:lnTo>
                <a:lnTo>
                  <a:pt x="118537" y="3087102"/>
                </a:lnTo>
                <a:lnTo>
                  <a:pt x="117720" y="3086603"/>
                </a:lnTo>
                <a:lnTo>
                  <a:pt x="125371" y="3091007"/>
                </a:lnTo>
                <a:lnTo>
                  <a:pt x="124514" y="3090529"/>
                </a:lnTo>
                <a:lnTo>
                  <a:pt x="132385" y="3094574"/>
                </a:lnTo>
                <a:lnTo>
                  <a:pt x="131509" y="3094155"/>
                </a:lnTo>
                <a:lnTo>
                  <a:pt x="139599" y="3097801"/>
                </a:lnTo>
                <a:lnTo>
                  <a:pt x="138702" y="3097423"/>
                </a:lnTo>
                <a:lnTo>
                  <a:pt x="146990" y="3100691"/>
                </a:lnTo>
                <a:lnTo>
                  <a:pt x="146074" y="3100352"/>
                </a:lnTo>
                <a:lnTo>
                  <a:pt x="154543" y="3103221"/>
                </a:lnTo>
                <a:lnTo>
                  <a:pt x="153606" y="3102922"/>
                </a:lnTo>
                <a:lnTo>
                  <a:pt x="162254" y="3105393"/>
                </a:lnTo>
                <a:lnTo>
                  <a:pt x="161297" y="3105134"/>
                </a:lnTo>
                <a:lnTo>
                  <a:pt x="170124" y="3107166"/>
                </a:lnTo>
                <a:lnTo>
                  <a:pt x="169148" y="3106967"/>
                </a:lnTo>
                <a:lnTo>
                  <a:pt x="178134" y="3108581"/>
                </a:lnTo>
                <a:lnTo>
                  <a:pt x="177158" y="3108422"/>
                </a:lnTo>
                <a:lnTo>
                  <a:pt x="186284" y="3109597"/>
                </a:lnTo>
                <a:lnTo>
                  <a:pt x="185288" y="3109498"/>
                </a:lnTo>
                <a:lnTo>
                  <a:pt x="194552" y="3110195"/>
                </a:lnTo>
                <a:lnTo>
                  <a:pt x="193536" y="3110136"/>
                </a:lnTo>
                <a:lnTo>
                  <a:pt x="202942" y="3110375"/>
                </a:lnTo>
                <a:lnTo>
                  <a:pt x="202444" y="3110375"/>
                </a:lnTo>
                <a:lnTo>
                  <a:pt x="3973947" y="3110375"/>
                </a:lnTo>
                <a:lnTo>
                  <a:pt x="3973428" y="3110375"/>
                </a:lnTo>
                <a:lnTo>
                  <a:pt x="3982834" y="3110136"/>
                </a:lnTo>
                <a:lnTo>
                  <a:pt x="3981818" y="3110195"/>
                </a:lnTo>
                <a:lnTo>
                  <a:pt x="3991084" y="3109498"/>
                </a:lnTo>
                <a:lnTo>
                  <a:pt x="3990086" y="3109597"/>
                </a:lnTo>
                <a:lnTo>
                  <a:pt x="3999233" y="3108422"/>
                </a:lnTo>
                <a:lnTo>
                  <a:pt x="3998237" y="3108581"/>
                </a:lnTo>
                <a:lnTo>
                  <a:pt x="4007222" y="3106967"/>
                </a:lnTo>
                <a:lnTo>
                  <a:pt x="4006247" y="3107166"/>
                </a:lnTo>
                <a:lnTo>
                  <a:pt x="4015073" y="3105134"/>
                </a:lnTo>
                <a:lnTo>
                  <a:pt x="4014116" y="3105393"/>
                </a:lnTo>
                <a:lnTo>
                  <a:pt x="4022764" y="3102922"/>
                </a:lnTo>
                <a:lnTo>
                  <a:pt x="4021828" y="3103221"/>
                </a:lnTo>
                <a:lnTo>
                  <a:pt x="4030316" y="3100352"/>
                </a:lnTo>
                <a:lnTo>
                  <a:pt x="4029380" y="3100691"/>
                </a:lnTo>
                <a:lnTo>
                  <a:pt x="4037668" y="3097423"/>
                </a:lnTo>
                <a:lnTo>
                  <a:pt x="4036773" y="3097801"/>
                </a:lnTo>
                <a:lnTo>
                  <a:pt x="4044863" y="3094155"/>
                </a:lnTo>
                <a:lnTo>
                  <a:pt x="4043986" y="3094574"/>
                </a:lnTo>
                <a:lnTo>
                  <a:pt x="4051857" y="3090529"/>
                </a:lnTo>
                <a:lnTo>
                  <a:pt x="4050998" y="3091007"/>
                </a:lnTo>
                <a:lnTo>
                  <a:pt x="4058650" y="3086603"/>
                </a:lnTo>
                <a:lnTo>
                  <a:pt x="4057833" y="3087102"/>
                </a:lnTo>
                <a:lnTo>
                  <a:pt x="4065225" y="3082359"/>
                </a:lnTo>
                <a:lnTo>
                  <a:pt x="4064448" y="3082897"/>
                </a:lnTo>
                <a:lnTo>
                  <a:pt x="4071602" y="3077796"/>
                </a:lnTo>
                <a:lnTo>
                  <a:pt x="4070825" y="3078374"/>
                </a:lnTo>
                <a:lnTo>
                  <a:pt x="4077719" y="3072954"/>
                </a:lnTo>
                <a:lnTo>
                  <a:pt x="4076981" y="3073552"/>
                </a:lnTo>
                <a:lnTo>
                  <a:pt x="4083617" y="3067833"/>
                </a:lnTo>
                <a:lnTo>
                  <a:pt x="4082920" y="3068471"/>
                </a:lnTo>
                <a:lnTo>
                  <a:pt x="4089256" y="3062414"/>
                </a:lnTo>
                <a:lnTo>
                  <a:pt x="4088579" y="3063091"/>
                </a:lnTo>
                <a:lnTo>
                  <a:pt x="4094616" y="3056755"/>
                </a:lnTo>
                <a:lnTo>
                  <a:pt x="4093978" y="3057452"/>
                </a:lnTo>
                <a:lnTo>
                  <a:pt x="4099717" y="3050837"/>
                </a:lnTo>
                <a:lnTo>
                  <a:pt x="4099120" y="3051575"/>
                </a:lnTo>
                <a:lnTo>
                  <a:pt x="4104538" y="3044680"/>
                </a:lnTo>
                <a:lnTo>
                  <a:pt x="4103961" y="3045438"/>
                </a:lnTo>
                <a:lnTo>
                  <a:pt x="4109042" y="3038284"/>
                </a:lnTo>
                <a:lnTo>
                  <a:pt x="4108504" y="3039081"/>
                </a:lnTo>
                <a:lnTo>
                  <a:pt x="4113266" y="3031669"/>
                </a:lnTo>
                <a:lnTo>
                  <a:pt x="4112769" y="3032486"/>
                </a:lnTo>
                <a:lnTo>
                  <a:pt x="4117152" y="3024854"/>
                </a:lnTo>
                <a:lnTo>
                  <a:pt x="4116692" y="3025691"/>
                </a:lnTo>
                <a:lnTo>
                  <a:pt x="4120718" y="3017821"/>
                </a:lnTo>
                <a:lnTo>
                  <a:pt x="4120301" y="3018697"/>
                </a:lnTo>
                <a:lnTo>
                  <a:pt x="4123966" y="3010627"/>
                </a:lnTo>
                <a:lnTo>
                  <a:pt x="4123568" y="3011524"/>
                </a:lnTo>
                <a:lnTo>
                  <a:pt x="4126835" y="3003235"/>
                </a:lnTo>
                <a:lnTo>
                  <a:pt x="4126497" y="3004152"/>
                </a:lnTo>
                <a:lnTo>
                  <a:pt x="4129386" y="2995663"/>
                </a:lnTo>
                <a:lnTo>
                  <a:pt x="4129088" y="2996620"/>
                </a:lnTo>
                <a:lnTo>
                  <a:pt x="4131537" y="2987952"/>
                </a:lnTo>
                <a:lnTo>
                  <a:pt x="4131300" y="2988908"/>
                </a:lnTo>
                <a:lnTo>
                  <a:pt x="4133332" y="2980081"/>
                </a:lnTo>
                <a:lnTo>
                  <a:pt x="4133132" y="2981058"/>
                </a:lnTo>
                <a:lnTo>
                  <a:pt x="4134745" y="2972071"/>
                </a:lnTo>
                <a:lnTo>
                  <a:pt x="4134587" y="2973068"/>
                </a:lnTo>
                <a:lnTo>
                  <a:pt x="4135742" y="2963942"/>
                </a:lnTo>
                <a:lnTo>
                  <a:pt x="4135642" y="2964938"/>
                </a:lnTo>
                <a:lnTo>
                  <a:pt x="4136360" y="2955673"/>
                </a:lnTo>
                <a:lnTo>
                  <a:pt x="4136300" y="2956669"/>
                </a:lnTo>
                <a:lnTo>
                  <a:pt x="4136540" y="2947284"/>
                </a:lnTo>
                <a:lnTo>
                  <a:pt x="4136540" y="2947782"/>
                </a:lnTo>
                <a:lnTo>
                  <a:pt x="4136540" y="202443"/>
                </a:lnTo>
                <a:lnTo>
                  <a:pt x="4136540" y="202941"/>
                </a:lnTo>
                <a:lnTo>
                  <a:pt x="4136300" y="193556"/>
                </a:lnTo>
                <a:lnTo>
                  <a:pt x="4136360" y="194553"/>
                </a:lnTo>
                <a:lnTo>
                  <a:pt x="4135642" y="185287"/>
                </a:lnTo>
                <a:lnTo>
                  <a:pt x="4135742" y="186284"/>
                </a:lnTo>
                <a:lnTo>
                  <a:pt x="4134587" y="177158"/>
                </a:lnTo>
                <a:lnTo>
                  <a:pt x="4134745" y="178154"/>
                </a:lnTo>
                <a:lnTo>
                  <a:pt x="4133132" y="169167"/>
                </a:lnTo>
                <a:lnTo>
                  <a:pt x="4133332" y="170144"/>
                </a:lnTo>
                <a:lnTo>
                  <a:pt x="4131300" y="161317"/>
                </a:lnTo>
                <a:lnTo>
                  <a:pt x="4131537" y="162273"/>
                </a:lnTo>
                <a:lnTo>
                  <a:pt x="4129088" y="153606"/>
                </a:lnTo>
                <a:lnTo>
                  <a:pt x="4129386" y="154562"/>
                </a:lnTo>
                <a:lnTo>
                  <a:pt x="4126497" y="146074"/>
                </a:lnTo>
                <a:lnTo>
                  <a:pt x="4126835" y="146990"/>
                </a:lnTo>
                <a:lnTo>
                  <a:pt x="4123568" y="138701"/>
                </a:lnTo>
                <a:lnTo>
                  <a:pt x="4123966" y="139598"/>
                </a:lnTo>
                <a:lnTo>
                  <a:pt x="4120301" y="131528"/>
                </a:lnTo>
                <a:lnTo>
                  <a:pt x="4120718" y="132405"/>
                </a:lnTo>
                <a:lnTo>
                  <a:pt x="4116692" y="124534"/>
                </a:lnTo>
                <a:lnTo>
                  <a:pt x="4117152" y="125371"/>
                </a:lnTo>
                <a:lnTo>
                  <a:pt x="4112769" y="117740"/>
                </a:lnTo>
                <a:lnTo>
                  <a:pt x="4113266" y="118557"/>
                </a:lnTo>
                <a:lnTo>
                  <a:pt x="4108504" y="111145"/>
                </a:lnTo>
                <a:lnTo>
                  <a:pt x="4109042" y="111941"/>
                </a:lnTo>
                <a:lnTo>
                  <a:pt x="4103961" y="104788"/>
                </a:lnTo>
                <a:lnTo>
                  <a:pt x="4104538" y="105545"/>
                </a:lnTo>
                <a:lnTo>
                  <a:pt x="4099120" y="98651"/>
                </a:lnTo>
                <a:lnTo>
                  <a:pt x="4099717" y="99389"/>
                </a:lnTo>
                <a:lnTo>
                  <a:pt x="4093978" y="92773"/>
                </a:lnTo>
                <a:lnTo>
                  <a:pt x="4094616" y="93470"/>
                </a:lnTo>
                <a:lnTo>
                  <a:pt x="4088579" y="87134"/>
                </a:lnTo>
                <a:lnTo>
                  <a:pt x="4089256" y="87812"/>
                </a:lnTo>
                <a:lnTo>
                  <a:pt x="4082920" y="81754"/>
                </a:lnTo>
                <a:lnTo>
                  <a:pt x="4083617" y="82392"/>
                </a:lnTo>
                <a:lnTo>
                  <a:pt x="4076981" y="76673"/>
                </a:lnTo>
                <a:lnTo>
                  <a:pt x="4077719" y="77271"/>
                </a:lnTo>
                <a:lnTo>
                  <a:pt x="4070825" y="71851"/>
                </a:lnTo>
                <a:lnTo>
                  <a:pt x="4071602" y="72429"/>
                </a:lnTo>
                <a:lnTo>
                  <a:pt x="4064448" y="67328"/>
                </a:lnTo>
                <a:lnTo>
                  <a:pt x="4065225" y="67866"/>
                </a:lnTo>
                <a:lnTo>
                  <a:pt x="4057833" y="63124"/>
                </a:lnTo>
                <a:lnTo>
                  <a:pt x="4058650" y="63622"/>
                </a:lnTo>
                <a:lnTo>
                  <a:pt x="4050998" y="59219"/>
                </a:lnTo>
                <a:lnTo>
                  <a:pt x="4051857" y="59697"/>
                </a:lnTo>
                <a:lnTo>
                  <a:pt x="4043986" y="55652"/>
                </a:lnTo>
                <a:lnTo>
                  <a:pt x="4044863" y="56070"/>
                </a:lnTo>
                <a:lnTo>
                  <a:pt x="4036773" y="52424"/>
                </a:lnTo>
                <a:lnTo>
                  <a:pt x="4037668" y="52803"/>
                </a:lnTo>
                <a:lnTo>
                  <a:pt x="4029380" y="49535"/>
                </a:lnTo>
                <a:lnTo>
                  <a:pt x="4030316" y="49873"/>
                </a:lnTo>
                <a:lnTo>
                  <a:pt x="4021828" y="47004"/>
                </a:lnTo>
                <a:lnTo>
                  <a:pt x="4022764" y="47303"/>
                </a:lnTo>
                <a:lnTo>
                  <a:pt x="4014116" y="44832"/>
                </a:lnTo>
                <a:lnTo>
                  <a:pt x="4015073" y="45091"/>
                </a:lnTo>
                <a:lnTo>
                  <a:pt x="4006247" y="43039"/>
                </a:lnTo>
                <a:lnTo>
                  <a:pt x="4007222" y="43258"/>
                </a:lnTo>
                <a:lnTo>
                  <a:pt x="3998237" y="41644"/>
                </a:lnTo>
                <a:lnTo>
                  <a:pt x="3999233" y="41804"/>
                </a:lnTo>
                <a:lnTo>
                  <a:pt x="3990086" y="40628"/>
                </a:lnTo>
                <a:lnTo>
                  <a:pt x="3991084" y="40728"/>
                </a:lnTo>
                <a:lnTo>
                  <a:pt x="3981818" y="40030"/>
                </a:lnTo>
                <a:lnTo>
                  <a:pt x="3982834" y="40090"/>
                </a:lnTo>
                <a:lnTo>
                  <a:pt x="3973428" y="39851"/>
                </a:lnTo>
                <a:lnTo>
                  <a:pt x="3973947" y="39851"/>
                </a:lnTo>
                <a:lnTo>
                  <a:pt x="202444" y="39851"/>
                </a:lnTo>
                <a:lnTo>
                  <a:pt x="202942" y="39851"/>
                </a:lnTo>
                <a:lnTo>
                  <a:pt x="193536" y="40090"/>
                </a:lnTo>
                <a:lnTo>
                  <a:pt x="194552" y="40030"/>
                </a:lnTo>
                <a:lnTo>
                  <a:pt x="185288" y="40728"/>
                </a:lnTo>
                <a:lnTo>
                  <a:pt x="186284" y="40628"/>
                </a:lnTo>
                <a:lnTo>
                  <a:pt x="177158" y="41804"/>
                </a:lnTo>
                <a:lnTo>
                  <a:pt x="178134" y="41644"/>
                </a:lnTo>
                <a:lnTo>
                  <a:pt x="169148" y="43258"/>
                </a:lnTo>
                <a:lnTo>
                  <a:pt x="170124" y="43039"/>
                </a:lnTo>
                <a:lnTo>
                  <a:pt x="161297" y="45091"/>
                </a:lnTo>
                <a:lnTo>
                  <a:pt x="162254" y="44832"/>
                </a:lnTo>
                <a:lnTo>
                  <a:pt x="153606" y="47303"/>
                </a:lnTo>
                <a:lnTo>
                  <a:pt x="154543" y="47004"/>
                </a:lnTo>
                <a:lnTo>
                  <a:pt x="146074" y="49873"/>
                </a:lnTo>
                <a:lnTo>
                  <a:pt x="146990" y="49535"/>
                </a:lnTo>
                <a:lnTo>
                  <a:pt x="138702" y="52803"/>
                </a:lnTo>
                <a:lnTo>
                  <a:pt x="139599" y="52424"/>
                </a:lnTo>
                <a:lnTo>
                  <a:pt x="131509" y="56070"/>
                </a:lnTo>
                <a:lnTo>
                  <a:pt x="132385" y="55652"/>
                </a:lnTo>
                <a:lnTo>
                  <a:pt x="124514" y="59697"/>
                </a:lnTo>
                <a:lnTo>
                  <a:pt x="125371" y="59219"/>
                </a:lnTo>
                <a:lnTo>
                  <a:pt x="117720" y="63622"/>
                </a:lnTo>
                <a:lnTo>
                  <a:pt x="118537" y="63124"/>
                </a:lnTo>
                <a:lnTo>
                  <a:pt x="111145" y="67866"/>
                </a:lnTo>
                <a:lnTo>
                  <a:pt x="111942" y="67328"/>
                </a:lnTo>
                <a:lnTo>
                  <a:pt x="104789" y="72429"/>
                </a:lnTo>
                <a:lnTo>
                  <a:pt x="105545" y="71851"/>
                </a:lnTo>
                <a:lnTo>
                  <a:pt x="98652" y="77271"/>
                </a:lnTo>
                <a:lnTo>
                  <a:pt x="99389" y="76673"/>
                </a:lnTo>
                <a:lnTo>
                  <a:pt x="92753" y="82392"/>
                </a:lnTo>
                <a:lnTo>
                  <a:pt x="93471" y="81754"/>
                </a:lnTo>
                <a:lnTo>
                  <a:pt x="87115" y="87812"/>
                </a:lnTo>
                <a:lnTo>
                  <a:pt x="87791" y="87134"/>
                </a:lnTo>
                <a:lnTo>
                  <a:pt x="81754" y="93470"/>
                </a:lnTo>
                <a:lnTo>
                  <a:pt x="82392" y="92773"/>
                </a:lnTo>
                <a:lnTo>
                  <a:pt x="76653" y="99389"/>
                </a:lnTo>
                <a:lnTo>
                  <a:pt x="77271" y="98651"/>
                </a:lnTo>
                <a:lnTo>
                  <a:pt x="71851" y="105545"/>
                </a:lnTo>
                <a:lnTo>
                  <a:pt x="72409" y="104788"/>
                </a:lnTo>
                <a:lnTo>
                  <a:pt x="67329" y="111941"/>
                </a:lnTo>
                <a:lnTo>
                  <a:pt x="67866" y="111145"/>
                </a:lnTo>
                <a:lnTo>
                  <a:pt x="63124" y="118557"/>
                </a:lnTo>
                <a:lnTo>
                  <a:pt x="63622" y="117740"/>
                </a:lnTo>
                <a:lnTo>
                  <a:pt x="59218" y="125371"/>
                </a:lnTo>
                <a:lnTo>
                  <a:pt x="59676" y="124534"/>
                </a:lnTo>
                <a:lnTo>
                  <a:pt x="55652" y="132405"/>
                </a:lnTo>
                <a:lnTo>
                  <a:pt x="56070" y="131528"/>
                </a:lnTo>
                <a:lnTo>
                  <a:pt x="52425" y="139598"/>
                </a:lnTo>
                <a:lnTo>
                  <a:pt x="52803" y="138701"/>
                </a:lnTo>
                <a:lnTo>
                  <a:pt x="49535" y="146990"/>
                </a:lnTo>
                <a:lnTo>
                  <a:pt x="49873" y="146074"/>
                </a:lnTo>
                <a:lnTo>
                  <a:pt x="47005" y="154562"/>
                </a:lnTo>
                <a:lnTo>
                  <a:pt x="47283" y="153606"/>
                </a:lnTo>
                <a:lnTo>
                  <a:pt x="44833" y="162273"/>
                </a:lnTo>
                <a:lnTo>
                  <a:pt x="45071" y="161317"/>
                </a:lnTo>
                <a:lnTo>
                  <a:pt x="43039" y="170144"/>
                </a:lnTo>
                <a:lnTo>
                  <a:pt x="43239" y="169167"/>
                </a:lnTo>
                <a:lnTo>
                  <a:pt x="41644" y="178154"/>
                </a:lnTo>
                <a:lnTo>
                  <a:pt x="41783" y="177158"/>
                </a:lnTo>
                <a:lnTo>
                  <a:pt x="40628" y="186284"/>
                </a:lnTo>
                <a:lnTo>
                  <a:pt x="40728" y="185287"/>
                </a:lnTo>
                <a:lnTo>
                  <a:pt x="40030" y="194553"/>
                </a:lnTo>
                <a:lnTo>
                  <a:pt x="40070" y="193556"/>
                </a:lnTo>
                <a:lnTo>
                  <a:pt x="39831" y="202941"/>
                </a:lnTo>
              </a:path>
            </a:pathLst>
          </a:custGeom>
          <a:solidFill xmlns:a="http://schemas.openxmlformats.org/drawingml/2006/main">
            <a:srgbClr val="F5B48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text-17 opulous">
            <a:extLst xmlns:a="http://schemas.openxmlformats.org/drawingml/2006/main">
              <a:ext uri="{FF2B5EF4-FFF2-40B4-BE49-F238E27FC236}">
                <a16:creationId xmlns:a16="http://schemas.microsoft.com/office/drawing/2014/main" id="{2DB75DFC-F196-4BA8-9B2C-EEBDE35CD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96139" y="2259330"/>
            <a:ext cx="1379682" cy="5244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50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50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950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opulous</a:t>
            </a:r>
          </a:p>
        </p:txBody>
      </p:sp>
      <p:sp>
        <p:nvSpPr>
          <p:cNvPr id="25" name="text-17 city">
            <a:extLst xmlns:a="http://schemas.openxmlformats.org/drawingml/2006/main">
              <a:ext uri="{FF2B5EF4-FFF2-40B4-BE49-F238E27FC236}">
                <a16:creationId xmlns:a16="http://schemas.microsoft.com/office/drawing/2014/main" id="{B2DF88D8-0BCB-4031-8D69-8B1F0C1C3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99394" y="2246191"/>
            <a:ext cx="651445" cy="5428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5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5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053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city</a:t>
            </a:r>
          </a:p>
        </p:txBody>
      </p:sp>
      <p:sp>
        <p:nvSpPr>
          <p:cNvPr id="26" name="text-17 of">
            <a:extLst xmlns:a="http://schemas.openxmlformats.org/drawingml/2006/main">
              <a:ext uri="{FF2B5EF4-FFF2-40B4-BE49-F238E27FC236}">
                <a16:creationId xmlns:a16="http://schemas.microsoft.com/office/drawing/2014/main" id="{82678924-9C71-4CA5-8818-548530DA7A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71881" y="2230987"/>
            <a:ext cx="408627" cy="5641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7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7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173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27" name="text-17 France.">
            <a:extLst xmlns:a="http://schemas.openxmlformats.org/drawingml/2006/main">
              <a:ext uri="{FF2B5EF4-FFF2-40B4-BE49-F238E27FC236}">
                <a16:creationId xmlns:a16="http://schemas.microsoft.com/office/drawing/2014/main" id="{16E03846-B5AD-4012-9D6D-2858DCF19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98911" y="2281551"/>
            <a:ext cx="1258084" cy="4933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7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7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75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France.</a:t>
            </a:r>
          </a:p>
        </p:txBody>
      </p:sp>
      <p:sp>
        <p:nvSpPr>
          <p:cNvPr id="28" name="text-18 With">
            <a:extLst xmlns:a="http://schemas.openxmlformats.org/drawingml/2006/main">
              <a:ext uri="{FF2B5EF4-FFF2-40B4-BE49-F238E27FC236}">
                <a16:creationId xmlns:a16="http://schemas.microsoft.com/office/drawing/2014/main" id="{BECD3005-9EA2-448B-88F3-04AADC686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45348" y="2718496"/>
            <a:ext cx="871234" cy="5595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4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4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147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With</a:t>
            </a:r>
          </a:p>
        </p:txBody>
      </p:sp>
      <p:sp>
        <p:nvSpPr>
          <p:cNvPr id="29" name="path-19">
            <a:extLst xmlns:a="http://schemas.openxmlformats.org/drawingml/2006/main">
              <a:ext uri="{FF2B5EF4-FFF2-40B4-BE49-F238E27FC236}">
                <a16:creationId xmlns:a16="http://schemas.microsoft.com/office/drawing/2014/main" id="{8753FAE5-C29F-4026-AA18-96C62EE1D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5380" y="825359"/>
            <a:ext cx="2902454" cy="376592"/>
          </a:xfrm>
          <a:custGeom xmlns:a="http://schemas.openxmlformats.org/drawingml/2006/main">
            <a:pathLst>
              <a:path w="2579959" h="334748">
                <a:moveTo>
                  <a:pt x="0" y="0"/>
                </a:moveTo>
                <a:lnTo>
                  <a:pt x="0" y="334748"/>
                </a:lnTo>
                <a:lnTo>
                  <a:pt x="2579959" y="334748"/>
                </a:lnTo>
                <a:lnTo>
                  <a:pt x="2579959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path-20">
            <a:extLst xmlns:a="http://schemas.openxmlformats.org/drawingml/2006/main">
              <a:ext uri="{FF2B5EF4-FFF2-40B4-BE49-F238E27FC236}">
                <a16:creationId xmlns:a16="http://schemas.microsoft.com/office/drawing/2014/main" id="{47B50A62-26F0-474C-8844-BFF153A74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4958" y="815272"/>
            <a:ext cx="2923074" cy="399009"/>
          </a:xfrm>
          <a:custGeom xmlns:a="http://schemas.openxmlformats.org/drawingml/2006/main">
            <a:pathLst>
              <a:path w="2598288" h="354674">
                <a:moveTo>
                  <a:pt x="2598288" y="0"/>
                </a:moveTo>
                <a:lnTo>
                  <a:pt x="2598288" y="354674"/>
                </a:lnTo>
                <a:lnTo>
                  <a:pt x="0" y="354674"/>
                </a:lnTo>
                <a:lnTo>
                  <a:pt x="0" y="0"/>
                </a:lnTo>
                <a:lnTo>
                  <a:pt x="2598288" y="0"/>
                </a:lnTo>
                <a:moveTo>
                  <a:pt x="9963" y="19925"/>
                </a:moveTo>
                <a:lnTo>
                  <a:pt x="19925" y="9963"/>
                </a:lnTo>
                <a:lnTo>
                  <a:pt x="19925" y="344712"/>
                </a:lnTo>
                <a:lnTo>
                  <a:pt x="9963" y="334749"/>
                </a:lnTo>
                <a:lnTo>
                  <a:pt x="2588326" y="334749"/>
                </a:lnTo>
                <a:lnTo>
                  <a:pt x="2578363" y="344712"/>
                </a:lnTo>
                <a:lnTo>
                  <a:pt x="2578363" y="9963"/>
                </a:lnTo>
                <a:lnTo>
                  <a:pt x="2588326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21">
            <a:extLst xmlns:a="http://schemas.openxmlformats.org/drawingml/2006/main">
              <a:ext uri="{FF2B5EF4-FFF2-40B4-BE49-F238E27FC236}">
                <a16:creationId xmlns:a16="http://schemas.microsoft.com/office/drawing/2014/main" id="{02949407-3149-4E72-A7EC-B75E46B80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4908" y="967702"/>
            <a:ext cx="5411275" cy="3544004"/>
          </a:xfrm>
          <a:custGeom xmlns:a="http://schemas.openxmlformats.org/drawingml/2006/main">
            <a:pathLst>
              <a:path w="4810022" h="3150226">
                <a:moveTo>
                  <a:pt x="239" y="192042"/>
                </a:moveTo>
                <a:lnTo>
                  <a:pt x="1036" y="181761"/>
                </a:lnTo>
                <a:lnTo>
                  <a:pt x="2311" y="171638"/>
                </a:lnTo>
                <a:lnTo>
                  <a:pt x="4105" y="161656"/>
                </a:lnTo>
                <a:lnTo>
                  <a:pt x="6356" y="151872"/>
                </a:lnTo>
                <a:lnTo>
                  <a:pt x="9086" y="142248"/>
                </a:lnTo>
                <a:lnTo>
                  <a:pt x="12274" y="132843"/>
                </a:lnTo>
                <a:lnTo>
                  <a:pt x="15901" y="123638"/>
                </a:lnTo>
                <a:lnTo>
                  <a:pt x="19965" y="114671"/>
                </a:lnTo>
                <a:lnTo>
                  <a:pt x="24429" y="105924"/>
                </a:lnTo>
                <a:lnTo>
                  <a:pt x="29311" y="97456"/>
                </a:lnTo>
                <a:lnTo>
                  <a:pt x="34571" y="89246"/>
                </a:lnTo>
                <a:lnTo>
                  <a:pt x="40210" y="81296"/>
                </a:lnTo>
                <a:lnTo>
                  <a:pt x="46227" y="73664"/>
                </a:lnTo>
                <a:lnTo>
                  <a:pt x="52584" y="66312"/>
                </a:lnTo>
                <a:lnTo>
                  <a:pt x="59279" y="59298"/>
                </a:lnTo>
                <a:lnTo>
                  <a:pt x="66312" y="52583"/>
                </a:lnTo>
                <a:lnTo>
                  <a:pt x="73645" y="46227"/>
                </a:lnTo>
                <a:lnTo>
                  <a:pt x="81296" y="40230"/>
                </a:lnTo>
                <a:lnTo>
                  <a:pt x="89226" y="34571"/>
                </a:lnTo>
                <a:lnTo>
                  <a:pt x="97436" y="29310"/>
                </a:lnTo>
                <a:lnTo>
                  <a:pt x="105924" y="24448"/>
                </a:lnTo>
                <a:lnTo>
                  <a:pt x="114651" y="19965"/>
                </a:lnTo>
                <a:lnTo>
                  <a:pt x="123618" y="15920"/>
                </a:lnTo>
                <a:lnTo>
                  <a:pt x="132823" y="12274"/>
                </a:lnTo>
                <a:lnTo>
                  <a:pt x="142249" y="9106"/>
                </a:lnTo>
                <a:lnTo>
                  <a:pt x="151852" y="6376"/>
                </a:lnTo>
                <a:lnTo>
                  <a:pt x="161656" y="4105"/>
                </a:lnTo>
                <a:lnTo>
                  <a:pt x="171638" y="2331"/>
                </a:lnTo>
                <a:lnTo>
                  <a:pt x="181761" y="1036"/>
                </a:lnTo>
                <a:lnTo>
                  <a:pt x="192042" y="259"/>
                </a:lnTo>
                <a:lnTo>
                  <a:pt x="202184" y="0"/>
                </a:lnTo>
                <a:lnTo>
                  <a:pt x="4607818" y="0"/>
                </a:lnTo>
                <a:lnTo>
                  <a:pt x="4617980" y="259"/>
                </a:lnTo>
                <a:lnTo>
                  <a:pt x="4628241" y="1036"/>
                </a:lnTo>
                <a:lnTo>
                  <a:pt x="4638384" y="2331"/>
                </a:lnTo>
                <a:lnTo>
                  <a:pt x="4648346" y="4105"/>
                </a:lnTo>
                <a:lnTo>
                  <a:pt x="4658150" y="6376"/>
                </a:lnTo>
                <a:lnTo>
                  <a:pt x="4667774" y="9106"/>
                </a:lnTo>
                <a:lnTo>
                  <a:pt x="4677179" y="12274"/>
                </a:lnTo>
                <a:lnTo>
                  <a:pt x="4686384" y="15920"/>
                </a:lnTo>
                <a:lnTo>
                  <a:pt x="4695351" y="19965"/>
                </a:lnTo>
                <a:lnTo>
                  <a:pt x="4704078" y="24448"/>
                </a:lnTo>
                <a:lnTo>
                  <a:pt x="4712566" y="29310"/>
                </a:lnTo>
                <a:lnTo>
                  <a:pt x="4720776" y="34571"/>
                </a:lnTo>
                <a:lnTo>
                  <a:pt x="4728706" y="40230"/>
                </a:lnTo>
                <a:lnTo>
                  <a:pt x="4736357" y="46227"/>
                </a:lnTo>
                <a:lnTo>
                  <a:pt x="4743690" y="52583"/>
                </a:lnTo>
                <a:lnTo>
                  <a:pt x="4750724" y="59298"/>
                </a:lnTo>
                <a:lnTo>
                  <a:pt x="4757419" y="66312"/>
                </a:lnTo>
                <a:lnTo>
                  <a:pt x="4763775" y="73664"/>
                </a:lnTo>
                <a:lnTo>
                  <a:pt x="4769792" y="81296"/>
                </a:lnTo>
                <a:lnTo>
                  <a:pt x="4775432" y="89246"/>
                </a:lnTo>
                <a:lnTo>
                  <a:pt x="4780692" y="97456"/>
                </a:lnTo>
                <a:lnTo>
                  <a:pt x="4785573" y="105924"/>
                </a:lnTo>
                <a:lnTo>
                  <a:pt x="4790036" y="114671"/>
                </a:lnTo>
                <a:lnTo>
                  <a:pt x="4794102" y="123638"/>
                </a:lnTo>
                <a:lnTo>
                  <a:pt x="4797728" y="132843"/>
                </a:lnTo>
                <a:lnTo>
                  <a:pt x="4800916" y="142248"/>
                </a:lnTo>
                <a:lnTo>
                  <a:pt x="4803646" y="151872"/>
                </a:lnTo>
                <a:lnTo>
                  <a:pt x="4805898" y="161656"/>
                </a:lnTo>
                <a:lnTo>
                  <a:pt x="4807692" y="171638"/>
                </a:lnTo>
                <a:lnTo>
                  <a:pt x="4808965" y="181761"/>
                </a:lnTo>
                <a:lnTo>
                  <a:pt x="4809763" y="192042"/>
                </a:lnTo>
                <a:lnTo>
                  <a:pt x="4810022" y="202184"/>
                </a:lnTo>
                <a:lnTo>
                  <a:pt x="4810022" y="2948041"/>
                </a:lnTo>
                <a:lnTo>
                  <a:pt x="4809763" y="2958183"/>
                </a:lnTo>
                <a:lnTo>
                  <a:pt x="4808965" y="2968465"/>
                </a:lnTo>
                <a:lnTo>
                  <a:pt x="4807692" y="2978587"/>
                </a:lnTo>
                <a:lnTo>
                  <a:pt x="4805898" y="2988570"/>
                </a:lnTo>
                <a:lnTo>
                  <a:pt x="4803646" y="2998354"/>
                </a:lnTo>
                <a:lnTo>
                  <a:pt x="4800916" y="3007977"/>
                </a:lnTo>
                <a:lnTo>
                  <a:pt x="4797728" y="3017382"/>
                </a:lnTo>
                <a:lnTo>
                  <a:pt x="4794102" y="3026588"/>
                </a:lnTo>
                <a:lnTo>
                  <a:pt x="4790036" y="3035554"/>
                </a:lnTo>
                <a:lnTo>
                  <a:pt x="4785573" y="3044301"/>
                </a:lnTo>
                <a:lnTo>
                  <a:pt x="4780692" y="3052770"/>
                </a:lnTo>
                <a:lnTo>
                  <a:pt x="4775432" y="3060979"/>
                </a:lnTo>
                <a:lnTo>
                  <a:pt x="4769792" y="3068930"/>
                </a:lnTo>
                <a:lnTo>
                  <a:pt x="4763775" y="3076561"/>
                </a:lnTo>
                <a:lnTo>
                  <a:pt x="4757419" y="3083914"/>
                </a:lnTo>
                <a:lnTo>
                  <a:pt x="4750724" y="3090927"/>
                </a:lnTo>
                <a:lnTo>
                  <a:pt x="4743690" y="3097642"/>
                </a:lnTo>
                <a:lnTo>
                  <a:pt x="4736357" y="3103999"/>
                </a:lnTo>
                <a:lnTo>
                  <a:pt x="4728706" y="3109996"/>
                </a:lnTo>
                <a:lnTo>
                  <a:pt x="4720776" y="3115635"/>
                </a:lnTo>
                <a:lnTo>
                  <a:pt x="4712566" y="3120915"/>
                </a:lnTo>
                <a:lnTo>
                  <a:pt x="4704078" y="3125777"/>
                </a:lnTo>
                <a:lnTo>
                  <a:pt x="4695351" y="3130261"/>
                </a:lnTo>
                <a:lnTo>
                  <a:pt x="4686384" y="3134305"/>
                </a:lnTo>
                <a:lnTo>
                  <a:pt x="4677179" y="3137951"/>
                </a:lnTo>
                <a:lnTo>
                  <a:pt x="4667774" y="3141120"/>
                </a:lnTo>
                <a:lnTo>
                  <a:pt x="4658150" y="3143849"/>
                </a:lnTo>
                <a:lnTo>
                  <a:pt x="4648346" y="3146121"/>
                </a:lnTo>
                <a:lnTo>
                  <a:pt x="4638384" y="3147894"/>
                </a:lnTo>
                <a:lnTo>
                  <a:pt x="4628241" y="3149190"/>
                </a:lnTo>
                <a:lnTo>
                  <a:pt x="4617980" y="3149967"/>
                </a:lnTo>
                <a:lnTo>
                  <a:pt x="4607818" y="3150226"/>
                </a:lnTo>
                <a:lnTo>
                  <a:pt x="202184" y="3150226"/>
                </a:lnTo>
                <a:lnTo>
                  <a:pt x="192042" y="3149967"/>
                </a:lnTo>
                <a:lnTo>
                  <a:pt x="181761" y="3149190"/>
                </a:lnTo>
                <a:lnTo>
                  <a:pt x="171638" y="3147894"/>
                </a:lnTo>
                <a:lnTo>
                  <a:pt x="161656" y="3146121"/>
                </a:lnTo>
                <a:lnTo>
                  <a:pt x="151852" y="3143849"/>
                </a:lnTo>
                <a:lnTo>
                  <a:pt x="142249" y="3141120"/>
                </a:lnTo>
                <a:lnTo>
                  <a:pt x="132823" y="3137951"/>
                </a:lnTo>
                <a:lnTo>
                  <a:pt x="123618" y="3134305"/>
                </a:lnTo>
                <a:lnTo>
                  <a:pt x="114651" y="3130261"/>
                </a:lnTo>
                <a:lnTo>
                  <a:pt x="105924" y="3125777"/>
                </a:lnTo>
                <a:lnTo>
                  <a:pt x="97436" y="3120915"/>
                </a:lnTo>
                <a:lnTo>
                  <a:pt x="89226" y="3115635"/>
                </a:lnTo>
                <a:lnTo>
                  <a:pt x="81296" y="3109996"/>
                </a:lnTo>
                <a:lnTo>
                  <a:pt x="73645" y="3103999"/>
                </a:lnTo>
                <a:lnTo>
                  <a:pt x="66312" y="3097642"/>
                </a:lnTo>
                <a:lnTo>
                  <a:pt x="59279" y="3090927"/>
                </a:lnTo>
                <a:lnTo>
                  <a:pt x="52584" y="3083914"/>
                </a:lnTo>
                <a:lnTo>
                  <a:pt x="46227" y="3076561"/>
                </a:lnTo>
                <a:lnTo>
                  <a:pt x="40210" y="3068930"/>
                </a:lnTo>
                <a:lnTo>
                  <a:pt x="34571" y="3060979"/>
                </a:lnTo>
                <a:lnTo>
                  <a:pt x="29311" y="3052770"/>
                </a:lnTo>
                <a:lnTo>
                  <a:pt x="24429" y="3044301"/>
                </a:lnTo>
                <a:lnTo>
                  <a:pt x="19965" y="3035554"/>
                </a:lnTo>
                <a:lnTo>
                  <a:pt x="15901" y="3026588"/>
                </a:lnTo>
                <a:lnTo>
                  <a:pt x="12274" y="3017382"/>
                </a:lnTo>
                <a:lnTo>
                  <a:pt x="9086" y="3007977"/>
                </a:lnTo>
                <a:lnTo>
                  <a:pt x="6356" y="2998354"/>
                </a:lnTo>
                <a:lnTo>
                  <a:pt x="4105" y="2988570"/>
                </a:lnTo>
                <a:lnTo>
                  <a:pt x="2311" y="2978587"/>
                </a:lnTo>
                <a:lnTo>
                  <a:pt x="1036" y="2968465"/>
                </a:lnTo>
                <a:lnTo>
                  <a:pt x="239" y="2958183"/>
                </a:lnTo>
                <a:lnTo>
                  <a:pt x="0" y="2948041"/>
                </a:lnTo>
                <a:lnTo>
                  <a:pt x="0" y="202184"/>
                </a:lnTo>
                <a:lnTo>
                  <a:pt x="239" y="192042"/>
                </a:lnTo>
                <a:moveTo>
                  <a:pt x="39831" y="202941"/>
                </a:moveTo>
                <a:lnTo>
                  <a:pt x="39851" y="202443"/>
                </a:lnTo>
                <a:lnTo>
                  <a:pt x="39851" y="2947782"/>
                </a:lnTo>
                <a:lnTo>
                  <a:pt x="39831" y="2947284"/>
                </a:lnTo>
                <a:lnTo>
                  <a:pt x="40070" y="2956669"/>
                </a:lnTo>
                <a:lnTo>
                  <a:pt x="40030" y="2955673"/>
                </a:lnTo>
                <a:lnTo>
                  <a:pt x="40728" y="2964938"/>
                </a:lnTo>
                <a:lnTo>
                  <a:pt x="40628" y="2963942"/>
                </a:lnTo>
                <a:lnTo>
                  <a:pt x="41784" y="2973068"/>
                </a:lnTo>
                <a:lnTo>
                  <a:pt x="41644" y="2972071"/>
                </a:lnTo>
                <a:lnTo>
                  <a:pt x="43238" y="2981058"/>
                </a:lnTo>
                <a:lnTo>
                  <a:pt x="43039" y="2980081"/>
                </a:lnTo>
                <a:lnTo>
                  <a:pt x="45072" y="2988908"/>
                </a:lnTo>
                <a:lnTo>
                  <a:pt x="44832" y="2987952"/>
                </a:lnTo>
                <a:lnTo>
                  <a:pt x="47283" y="2996620"/>
                </a:lnTo>
                <a:lnTo>
                  <a:pt x="47005" y="2995663"/>
                </a:lnTo>
                <a:lnTo>
                  <a:pt x="49874" y="3004152"/>
                </a:lnTo>
                <a:lnTo>
                  <a:pt x="49535" y="3003235"/>
                </a:lnTo>
                <a:lnTo>
                  <a:pt x="52803" y="3011524"/>
                </a:lnTo>
                <a:lnTo>
                  <a:pt x="52424" y="3010627"/>
                </a:lnTo>
                <a:lnTo>
                  <a:pt x="56070" y="3018697"/>
                </a:lnTo>
                <a:lnTo>
                  <a:pt x="55652" y="3017821"/>
                </a:lnTo>
                <a:lnTo>
                  <a:pt x="59677" y="3025691"/>
                </a:lnTo>
                <a:lnTo>
                  <a:pt x="59219" y="3024854"/>
                </a:lnTo>
                <a:lnTo>
                  <a:pt x="63622" y="3032486"/>
                </a:lnTo>
                <a:lnTo>
                  <a:pt x="63124" y="3031669"/>
                </a:lnTo>
                <a:lnTo>
                  <a:pt x="67866" y="3039081"/>
                </a:lnTo>
                <a:lnTo>
                  <a:pt x="67328" y="3038284"/>
                </a:lnTo>
                <a:lnTo>
                  <a:pt x="72409" y="3045438"/>
                </a:lnTo>
                <a:lnTo>
                  <a:pt x="71851" y="3044680"/>
                </a:lnTo>
                <a:lnTo>
                  <a:pt x="77271" y="3051575"/>
                </a:lnTo>
                <a:lnTo>
                  <a:pt x="76653" y="3050837"/>
                </a:lnTo>
                <a:lnTo>
                  <a:pt x="82392" y="3057452"/>
                </a:lnTo>
                <a:lnTo>
                  <a:pt x="81754" y="3056755"/>
                </a:lnTo>
                <a:lnTo>
                  <a:pt x="87792" y="3063091"/>
                </a:lnTo>
                <a:lnTo>
                  <a:pt x="87114" y="3062414"/>
                </a:lnTo>
                <a:lnTo>
                  <a:pt x="93470" y="3068471"/>
                </a:lnTo>
                <a:lnTo>
                  <a:pt x="92753" y="3067833"/>
                </a:lnTo>
                <a:lnTo>
                  <a:pt x="99389" y="3073552"/>
                </a:lnTo>
                <a:lnTo>
                  <a:pt x="98651" y="3072954"/>
                </a:lnTo>
                <a:lnTo>
                  <a:pt x="105545" y="3078374"/>
                </a:lnTo>
                <a:lnTo>
                  <a:pt x="104768" y="3077796"/>
                </a:lnTo>
                <a:lnTo>
                  <a:pt x="111941" y="3082897"/>
                </a:lnTo>
                <a:lnTo>
                  <a:pt x="111145" y="3082359"/>
                </a:lnTo>
                <a:lnTo>
                  <a:pt x="118537" y="3087102"/>
                </a:lnTo>
                <a:lnTo>
                  <a:pt x="117720" y="3086603"/>
                </a:lnTo>
                <a:lnTo>
                  <a:pt x="125371" y="3091007"/>
                </a:lnTo>
                <a:lnTo>
                  <a:pt x="124515" y="3090529"/>
                </a:lnTo>
                <a:lnTo>
                  <a:pt x="132385" y="3094574"/>
                </a:lnTo>
                <a:lnTo>
                  <a:pt x="131509" y="3094155"/>
                </a:lnTo>
                <a:lnTo>
                  <a:pt x="139598" y="3097801"/>
                </a:lnTo>
                <a:lnTo>
                  <a:pt x="138701" y="3097423"/>
                </a:lnTo>
                <a:lnTo>
                  <a:pt x="146991" y="3100691"/>
                </a:lnTo>
                <a:lnTo>
                  <a:pt x="146074" y="3100352"/>
                </a:lnTo>
                <a:lnTo>
                  <a:pt x="154542" y="3103221"/>
                </a:lnTo>
                <a:lnTo>
                  <a:pt x="153606" y="3102922"/>
                </a:lnTo>
                <a:lnTo>
                  <a:pt x="162254" y="3105393"/>
                </a:lnTo>
                <a:lnTo>
                  <a:pt x="161297" y="3105134"/>
                </a:lnTo>
                <a:lnTo>
                  <a:pt x="170124" y="3107166"/>
                </a:lnTo>
                <a:lnTo>
                  <a:pt x="169148" y="3106967"/>
                </a:lnTo>
                <a:lnTo>
                  <a:pt x="178134" y="3108581"/>
                </a:lnTo>
                <a:lnTo>
                  <a:pt x="177158" y="3108422"/>
                </a:lnTo>
                <a:lnTo>
                  <a:pt x="186284" y="3109597"/>
                </a:lnTo>
                <a:lnTo>
                  <a:pt x="185287" y="3109498"/>
                </a:lnTo>
                <a:lnTo>
                  <a:pt x="194553" y="3110195"/>
                </a:lnTo>
                <a:lnTo>
                  <a:pt x="193536" y="3110136"/>
                </a:lnTo>
                <a:lnTo>
                  <a:pt x="202941" y="3110375"/>
                </a:lnTo>
                <a:lnTo>
                  <a:pt x="202443" y="3110375"/>
                </a:lnTo>
                <a:lnTo>
                  <a:pt x="4607579" y="3110375"/>
                </a:lnTo>
                <a:lnTo>
                  <a:pt x="4607061" y="3110375"/>
                </a:lnTo>
                <a:lnTo>
                  <a:pt x="4616465" y="3110136"/>
                </a:lnTo>
                <a:lnTo>
                  <a:pt x="4615449" y="3110195"/>
                </a:lnTo>
                <a:lnTo>
                  <a:pt x="4624714" y="3109498"/>
                </a:lnTo>
                <a:lnTo>
                  <a:pt x="4623718" y="3109597"/>
                </a:lnTo>
                <a:lnTo>
                  <a:pt x="4632864" y="3108422"/>
                </a:lnTo>
                <a:lnTo>
                  <a:pt x="4631868" y="3108581"/>
                </a:lnTo>
                <a:lnTo>
                  <a:pt x="4640854" y="3106967"/>
                </a:lnTo>
                <a:lnTo>
                  <a:pt x="4639878" y="3107166"/>
                </a:lnTo>
                <a:lnTo>
                  <a:pt x="4648705" y="3105134"/>
                </a:lnTo>
                <a:lnTo>
                  <a:pt x="4647749" y="3105393"/>
                </a:lnTo>
                <a:lnTo>
                  <a:pt x="4656396" y="3102922"/>
                </a:lnTo>
                <a:lnTo>
                  <a:pt x="4655460" y="3103221"/>
                </a:lnTo>
                <a:lnTo>
                  <a:pt x="4663948" y="3100352"/>
                </a:lnTo>
                <a:lnTo>
                  <a:pt x="4663011" y="3100691"/>
                </a:lnTo>
                <a:lnTo>
                  <a:pt x="4671301" y="3097423"/>
                </a:lnTo>
                <a:lnTo>
                  <a:pt x="4670404" y="3097801"/>
                </a:lnTo>
                <a:lnTo>
                  <a:pt x="4678493" y="3094155"/>
                </a:lnTo>
                <a:lnTo>
                  <a:pt x="4677617" y="3094574"/>
                </a:lnTo>
                <a:lnTo>
                  <a:pt x="4685488" y="3090529"/>
                </a:lnTo>
                <a:lnTo>
                  <a:pt x="4684631" y="3091007"/>
                </a:lnTo>
                <a:lnTo>
                  <a:pt x="4692282" y="3086603"/>
                </a:lnTo>
                <a:lnTo>
                  <a:pt x="4691465" y="3087102"/>
                </a:lnTo>
                <a:lnTo>
                  <a:pt x="4698858" y="3082359"/>
                </a:lnTo>
                <a:lnTo>
                  <a:pt x="4698060" y="3082897"/>
                </a:lnTo>
                <a:lnTo>
                  <a:pt x="4705234" y="3077796"/>
                </a:lnTo>
                <a:lnTo>
                  <a:pt x="4704457" y="3078374"/>
                </a:lnTo>
                <a:lnTo>
                  <a:pt x="4711351" y="3072954"/>
                </a:lnTo>
                <a:lnTo>
                  <a:pt x="4710614" y="3073552"/>
                </a:lnTo>
                <a:lnTo>
                  <a:pt x="4717249" y="3067833"/>
                </a:lnTo>
                <a:lnTo>
                  <a:pt x="4716551" y="3068471"/>
                </a:lnTo>
                <a:lnTo>
                  <a:pt x="4722888" y="3062414"/>
                </a:lnTo>
                <a:lnTo>
                  <a:pt x="4722210" y="3063091"/>
                </a:lnTo>
                <a:lnTo>
                  <a:pt x="4728248" y="3056755"/>
                </a:lnTo>
                <a:lnTo>
                  <a:pt x="4727610" y="3057452"/>
                </a:lnTo>
                <a:lnTo>
                  <a:pt x="4733348" y="3050837"/>
                </a:lnTo>
                <a:lnTo>
                  <a:pt x="4732750" y="3051575"/>
                </a:lnTo>
                <a:lnTo>
                  <a:pt x="4738170" y="3044680"/>
                </a:lnTo>
                <a:lnTo>
                  <a:pt x="4737593" y="3045438"/>
                </a:lnTo>
                <a:lnTo>
                  <a:pt x="4742674" y="3038284"/>
                </a:lnTo>
                <a:lnTo>
                  <a:pt x="4742135" y="3039081"/>
                </a:lnTo>
                <a:lnTo>
                  <a:pt x="4746898" y="3031669"/>
                </a:lnTo>
                <a:lnTo>
                  <a:pt x="4746400" y="3032486"/>
                </a:lnTo>
                <a:lnTo>
                  <a:pt x="4750783" y="3024854"/>
                </a:lnTo>
                <a:lnTo>
                  <a:pt x="4750325" y="3025691"/>
                </a:lnTo>
                <a:lnTo>
                  <a:pt x="4754350" y="3017821"/>
                </a:lnTo>
                <a:lnTo>
                  <a:pt x="4753932" y="3018697"/>
                </a:lnTo>
                <a:lnTo>
                  <a:pt x="4757598" y="3010627"/>
                </a:lnTo>
                <a:lnTo>
                  <a:pt x="4757199" y="3011524"/>
                </a:lnTo>
                <a:lnTo>
                  <a:pt x="4760467" y="3003235"/>
                </a:lnTo>
                <a:lnTo>
                  <a:pt x="4760129" y="3004152"/>
                </a:lnTo>
                <a:lnTo>
                  <a:pt x="4763018" y="2995663"/>
                </a:lnTo>
                <a:lnTo>
                  <a:pt x="4762719" y="2996620"/>
                </a:lnTo>
                <a:lnTo>
                  <a:pt x="4765170" y="2987952"/>
                </a:lnTo>
                <a:lnTo>
                  <a:pt x="4764930" y="2988908"/>
                </a:lnTo>
                <a:lnTo>
                  <a:pt x="4766963" y="2980081"/>
                </a:lnTo>
                <a:lnTo>
                  <a:pt x="4766763" y="2981058"/>
                </a:lnTo>
                <a:lnTo>
                  <a:pt x="4768378" y="2972071"/>
                </a:lnTo>
                <a:lnTo>
                  <a:pt x="4768218" y="2973068"/>
                </a:lnTo>
                <a:lnTo>
                  <a:pt x="4769374" y="2963942"/>
                </a:lnTo>
                <a:lnTo>
                  <a:pt x="4769274" y="2964938"/>
                </a:lnTo>
                <a:lnTo>
                  <a:pt x="4769992" y="2955673"/>
                </a:lnTo>
                <a:lnTo>
                  <a:pt x="4769932" y="2956669"/>
                </a:lnTo>
                <a:lnTo>
                  <a:pt x="4770171" y="2947284"/>
                </a:lnTo>
                <a:lnTo>
                  <a:pt x="4770171" y="2947782"/>
                </a:lnTo>
                <a:lnTo>
                  <a:pt x="4770171" y="202443"/>
                </a:lnTo>
                <a:lnTo>
                  <a:pt x="4770171" y="202941"/>
                </a:lnTo>
                <a:lnTo>
                  <a:pt x="4769932" y="193556"/>
                </a:lnTo>
                <a:lnTo>
                  <a:pt x="4769992" y="194553"/>
                </a:lnTo>
                <a:lnTo>
                  <a:pt x="4769274" y="185287"/>
                </a:lnTo>
                <a:lnTo>
                  <a:pt x="4769374" y="186284"/>
                </a:lnTo>
                <a:lnTo>
                  <a:pt x="4768218" y="177158"/>
                </a:lnTo>
                <a:lnTo>
                  <a:pt x="4768378" y="178154"/>
                </a:lnTo>
                <a:lnTo>
                  <a:pt x="4766763" y="169167"/>
                </a:lnTo>
                <a:lnTo>
                  <a:pt x="4766963" y="170144"/>
                </a:lnTo>
                <a:lnTo>
                  <a:pt x="4764930" y="161317"/>
                </a:lnTo>
                <a:lnTo>
                  <a:pt x="4765170" y="162273"/>
                </a:lnTo>
                <a:lnTo>
                  <a:pt x="4762719" y="153606"/>
                </a:lnTo>
                <a:lnTo>
                  <a:pt x="4763018" y="154562"/>
                </a:lnTo>
                <a:lnTo>
                  <a:pt x="4760129" y="146074"/>
                </a:lnTo>
                <a:lnTo>
                  <a:pt x="4760467" y="146990"/>
                </a:lnTo>
                <a:lnTo>
                  <a:pt x="4757199" y="138701"/>
                </a:lnTo>
                <a:lnTo>
                  <a:pt x="4757598" y="139598"/>
                </a:lnTo>
                <a:lnTo>
                  <a:pt x="4753932" y="131528"/>
                </a:lnTo>
                <a:lnTo>
                  <a:pt x="4754350" y="132405"/>
                </a:lnTo>
                <a:lnTo>
                  <a:pt x="4750325" y="124534"/>
                </a:lnTo>
                <a:lnTo>
                  <a:pt x="4750783" y="125371"/>
                </a:lnTo>
                <a:lnTo>
                  <a:pt x="4746400" y="117740"/>
                </a:lnTo>
                <a:lnTo>
                  <a:pt x="4746898" y="118557"/>
                </a:lnTo>
                <a:lnTo>
                  <a:pt x="4742135" y="111145"/>
                </a:lnTo>
                <a:lnTo>
                  <a:pt x="4742674" y="111941"/>
                </a:lnTo>
                <a:lnTo>
                  <a:pt x="4737593" y="104788"/>
                </a:lnTo>
                <a:lnTo>
                  <a:pt x="4738170" y="105545"/>
                </a:lnTo>
                <a:lnTo>
                  <a:pt x="4732750" y="98651"/>
                </a:lnTo>
                <a:lnTo>
                  <a:pt x="4733348" y="99389"/>
                </a:lnTo>
                <a:lnTo>
                  <a:pt x="4727610" y="92773"/>
                </a:lnTo>
                <a:lnTo>
                  <a:pt x="4728248" y="93470"/>
                </a:lnTo>
                <a:lnTo>
                  <a:pt x="4722210" y="87134"/>
                </a:lnTo>
                <a:lnTo>
                  <a:pt x="4722888" y="87812"/>
                </a:lnTo>
                <a:lnTo>
                  <a:pt x="4716551" y="81754"/>
                </a:lnTo>
                <a:lnTo>
                  <a:pt x="4717249" y="82392"/>
                </a:lnTo>
                <a:lnTo>
                  <a:pt x="4710614" y="76673"/>
                </a:lnTo>
                <a:lnTo>
                  <a:pt x="4711351" y="77271"/>
                </a:lnTo>
                <a:lnTo>
                  <a:pt x="4704457" y="71851"/>
                </a:lnTo>
                <a:lnTo>
                  <a:pt x="4705234" y="72429"/>
                </a:lnTo>
                <a:lnTo>
                  <a:pt x="4698060" y="67328"/>
                </a:lnTo>
                <a:lnTo>
                  <a:pt x="4698858" y="67866"/>
                </a:lnTo>
                <a:lnTo>
                  <a:pt x="4691465" y="63124"/>
                </a:lnTo>
                <a:lnTo>
                  <a:pt x="4692282" y="63622"/>
                </a:lnTo>
                <a:lnTo>
                  <a:pt x="4684631" y="59219"/>
                </a:lnTo>
                <a:lnTo>
                  <a:pt x="4685488" y="59697"/>
                </a:lnTo>
                <a:lnTo>
                  <a:pt x="4677617" y="55652"/>
                </a:lnTo>
                <a:lnTo>
                  <a:pt x="4678493" y="56070"/>
                </a:lnTo>
                <a:lnTo>
                  <a:pt x="4670404" y="52424"/>
                </a:lnTo>
                <a:lnTo>
                  <a:pt x="4671301" y="52803"/>
                </a:lnTo>
                <a:lnTo>
                  <a:pt x="4663011" y="49535"/>
                </a:lnTo>
                <a:lnTo>
                  <a:pt x="4663948" y="49873"/>
                </a:lnTo>
                <a:lnTo>
                  <a:pt x="4655460" y="47004"/>
                </a:lnTo>
                <a:lnTo>
                  <a:pt x="4656396" y="47303"/>
                </a:lnTo>
                <a:lnTo>
                  <a:pt x="4647749" y="44832"/>
                </a:lnTo>
                <a:lnTo>
                  <a:pt x="4648705" y="45091"/>
                </a:lnTo>
                <a:lnTo>
                  <a:pt x="4639878" y="43039"/>
                </a:lnTo>
                <a:lnTo>
                  <a:pt x="4640854" y="43258"/>
                </a:lnTo>
                <a:lnTo>
                  <a:pt x="4631868" y="41644"/>
                </a:lnTo>
                <a:lnTo>
                  <a:pt x="4632864" y="41804"/>
                </a:lnTo>
                <a:lnTo>
                  <a:pt x="4623718" y="40628"/>
                </a:lnTo>
                <a:lnTo>
                  <a:pt x="4624714" y="40728"/>
                </a:lnTo>
                <a:lnTo>
                  <a:pt x="4615449" y="40030"/>
                </a:lnTo>
                <a:lnTo>
                  <a:pt x="4616465" y="40090"/>
                </a:lnTo>
                <a:lnTo>
                  <a:pt x="4607061" y="39851"/>
                </a:lnTo>
                <a:lnTo>
                  <a:pt x="4607579" y="39851"/>
                </a:lnTo>
                <a:lnTo>
                  <a:pt x="202443" y="39851"/>
                </a:lnTo>
                <a:lnTo>
                  <a:pt x="202941" y="39851"/>
                </a:lnTo>
                <a:lnTo>
                  <a:pt x="193536" y="40090"/>
                </a:lnTo>
                <a:lnTo>
                  <a:pt x="194553" y="40030"/>
                </a:lnTo>
                <a:lnTo>
                  <a:pt x="185287" y="40728"/>
                </a:lnTo>
                <a:lnTo>
                  <a:pt x="186284" y="40628"/>
                </a:lnTo>
                <a:lnTo>
                  <a:pt x="177158" y="41804"/>
                </a:lnTo>
                <a:lnTo>
                  <a:pt x="178134" y="41644"/>
                </a:lnTo>
                <a:lnTo>
                  <a:pt x="169148" y="43258"/>
                </a:lnTo>
                <a:lnTo>
                  <a:pt x="170124" y="43039"/>
                </a:lnTo>
                <a:lnTo>
                  <a:pt x="161297" y="45091"/>
                </a:lnTo>
                <a:lnTo>
                  <a:pt x="162254" y="44832"/>
                </a:lnTo>
                <a:lnTo>
                  <a:pt x="153606" y="47303"/>
                </a:lnTo>
                <a:lnTo>
                  <a:pt x="154542" y="47004"/>
                </a:lnTo>
                <a:lnTo>
                  <a:pt x="146074" y="49873"/>
                </a:lnTo>
                <a:lnTo>
                  <a:pt x="146991" y="49535"/>
                </a:lnTo>
                <a:lnTo>
                  <a:pt x="138701" y="52803"/>
                </a:lnTo>
                <a:lnTo>
                  <a:pt x="139598" y="52424"/>
                </a:lnTo>
                <a:lnTo>
                  <a:pt x="131509" y="56070"/>
                </a:lnTo>
                <a:lnTo>
                  <a:pt x="132385" y="55652"/>
                </a:lnTo>
                <a:lnTo>
                  <a:pt x="124515" y="59697"/>
                </a:lnTo>
                <a:lnTo>
                  <a:pt x="125371" y="59219"/>
                </a:lnTo>
                <a:lnTo>
                  <a:pt x="117720" y="63622"/>
                </a:lnTo>
                <a:lnTo>
                  <a:pt x="118537" y="63124"/>
                </a:lnTo>
                <a:lnTo>
                  <a:pt x="111145" y="67866"/>
                </a:lnTo>
                <a:lnTo>
                  <a:pt x="111941" y="67328"/>
                </a:lnTo>
                <a:lnTo>
                  <a:pt x="104768" y="72429"/>
                </a:lnTo>
                <a:lnTo>
                  <a:pt x="105545" y="71851"/>
                </a:lnTo>
                <a:lnTo>
                  <a:pt x="98651" y="77271"/>
                </a:lnTo>
                <a:lnTo>
                  <a:pt x="99389" y="76673"/>
                </a:lnTo>
                <a:lnTo>
                  <a:pt x="92753" y="82392"/>
                </a:lnTo>
                <a:lnTo>
                  <a:pt x="93470" y="81754"/>
                </a:lnTo>
                <a:lnTo>
                  <a:pt x="87114" y="87812"/>
                </a:lnTo>
                <a:lnTo>
                  <a:pt x="87792" y="87134"/>
                </a:lnTo>
                <a:lnTo>
                  <a:pt x="81754" y="93470"/>
                </a:lnTo>
                <a:lnTo>
                  <a:pt x="82392" y="92773"/>
                </a:lnTo>
                <a:lnTo>
                  <a:pt x="76653" y="99389"/>
                </a:lnTo>
                <a:lnTo>
                  <a:pt x="77271" y="98651"/>
                </a:lnTo>
                <a:lnTo>
                  <a:pt x="71851" y="105545"/>
                </a:lnTo>
                <a:lnTo>
                  <a:pt x="72409" y="104788"/>
                </a:lnTo>
                <a:lnTo>
                  <a:pt x="67328" y="111941"/>
                </a:lnTo>
                <a:lnTo>
                  <a:pt x="67866" y="111145"/>
                </a:lnTo>
                <a:lnTo>
                  <a:pt x="63124" y="118557"/>
                </a:lnTo>
                <a:lnTo>
                  <a:pt x="63622" y="117740"/>
                </a:lnTo>
                <a:lnTo>
                  <a:pt x="59219" y="125371"/>
                </a:lnTo>
                <a:lnTo>
                  <a:pt x="59677" y="124534"/>
                </a:lnTo>
                <a:lnTo>
                  <a:pt x="55652" y="132405"/>
                </a:lnTo>
                <a:lnTo>
                  <a:pt x="56070" y="131528"/>
                </a:lnTo>
                <a:lnTo>
                  <a:pt x="52424" y="139598"/>
                </a:lnTo>
                <a:lnTo>
                  <a:pt x="52803" y="138701"/>
                </a:lnTo>
                <a:lnTo>
                  <a:pt x="49535" y="146990"/>
                </a:lnTo>
                <a:lnTo>
                  <a:pt x="49874" y="146074"/>
                </a:lnTo>
                <a:lnTo>
                  <a:pt x="47005" y="154562"/>
                </a:lnTo>
                <a:lnTo>
                  <a:pt x="47283" y="153606"/>
                </a:lnTo>
                <a:lnTo>
                  <a:pt x="44832" y="162273"/>
                </a:lnTo>
                <a:lnTo>
                  <a:pt x="45072" y="161317"/>
                </a:lnTo>
                <a:lnTo>
                  <a:pt x="43039" y="170144"/>
                </a:lnTo>
                <a:lnTo>
                  <a:pt x="43238" y="169167"/>
                </a:lnTo>
                <a:lnTo>
                  <a:pt x="41644" y="178154"/>
                </a:lnTo>
                <a:lnTo>
                  <a:pt x="41784" y="177158"/>
                </a:lnTo>
                <a:lnTo>
                  <a:pt x="40628" y="186284"/>
                </a:lnTo>
                <a:lnTo>
                  <a:pt x="40728" y="185287"/>
                </a:lnTo>
                <a:lnTo>
                  <a:pt x="40030" y="194553"/>
                </a:lnTo>
                <a:lnTo>
                  <a:pt x="40070" y="193556"/>
                </a:lnTo>
                <a:lnTo>
                  <a:pt x="39831" y="202941"/>
                </a:lnTo>
              </a:path>
            </a:pathLst>
          </a:custGeom>
          <a:solidFill xmlns:a="http://schemas.openxmlformats.org/drawingml/2006/main">
            <a:srgbClr val="91ACE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text-22 Paris[a]">
            <a:extLst xmlns:a="http://schemas.openxmlformats.org/drawingml/2006/main">
              <a:ext uri="{FF2B5EF4-FFF2-40B4-BE49-F238E27FC236}">
                <a16:creationId xmlns:a16="http://schemas.microsoft.com/office/drawing/2014/main" id="{CBAD31EF-B39C-4F3A-985C-D2B5EC926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08024" y="2030689"/>
            <a:ext cx="1289377" cy="5056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44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44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844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Paris[a]</a:t>
            </a:r>
          </a:p>
        </p:txBody>
      </p:sp>
      <p:sp>
        <p:nvSpPr>
          <p:cNvPr id="33" name="text-22 is">
            <a:extLst xmlns:a="http://schemas.openxmlformats.org/drawingml/2006/main">
              <a:ext uri="{FF2B5EF4-FFF2-40B4-BE49-F238E27FC236}">
                <a16:creationId xmlns:a16="http://schemas.microsoft.com/office/drawing/2014/main" id="{8669E4B3-4F40-4DFF-A802-B62C3A747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22735" y="2044507"/>
            <a:ext cx="313364" cy="4863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35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is</a:t>
            </a:r>
          </a:p>
        </p:txBody>
      </p:sp>
      <p:sp>
        <p:nvSpPr>
          <p:cNvPr id="34" name="text-22 the">
            <a:extLst xmlns:a="http://schemas.openxmlformats.org/drawingml/2006/main">
              <a:ext uri="{FF2B5EF4-FFF2-40B4-BE49-F238E27FC236}">
                <a16:creationId xmlns:a16="http://schemas.microsoft.com/office/drawing/2014/main" id="{7A3EE92E-B138-4512-B856-F0C31DD87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64583" y="1997526"/>
            <a:ext cx="619194" cy="552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105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35" name="text-22 capital">
            <a:extLst xmlns:a="http://schemas.openxmlformats.org/drawingml/2006/main">
              <a:ext uri="{FF2B5EF4-FFF2-40B4-BE49-F238E27FC236}">
                <a16:creationId xmlns:a16="http://schemas.microsoft.com/office/drawing/2014/main" id="{00209609-6024-4C91-BD74-DEF4F3C7D4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03445" y="2018235"/>
            <a:ext cx="1147288" cy="5230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42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42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942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capital</a:t>
            </a:r>
          </a:p>
        </p:txBody>
      </p:sp>
      <p:sp>
        <p:nvSpPr>
          <p:cNvPr id="36" name="text-22 and">
            <a:extLst xmlns:a="http://schemas.openxmlformats.org/drawingml/2006/main">
              <a:ext uri="{FF2B5EF4-FFF2-40B4-BE49-F238E27FC236}">
                <a16:creationId xmlns:a16="http://schemas.microsoft.com/office/drawing/2014/main" id="{C34A644D-5078-4E96-B7EB-37928255C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74692" y="2022263"/>
            <a:ext cx="683133" cy="5174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10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10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910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and</a:t>
            </a:r>
          </a:p>
        </p:txBody>
      </p:sp>
      <p:sp>
        <p:nvSpPr>
          <p:cNvPr id="37" name="text-23 most">
            <a:extLst xmlns:a="http://schemas.openxmlformats.org/drawingml/2006/main">
              <a:ext uri="{FF2B5EF4-FFF2-40B4-BE49-F238E27FC236}">
                <a16:creationId xmlns:a16="http://schemas.microsoft.com/office/drawing/2014/main" id="{CB825547-DE1B-488A-958B-2868936F8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38157" y="2496092"/>
            <a:ext cx="891727" cy="5319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92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92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992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most</a:t>
            </a:r>
          </a:p>
        </p:txBody>
      </p:sp>
      <p:sp>
        <p:nvSpPr>
          <p:cNvPr id="38" name="text-23 populous">
            <a:extLst xmlns:a="http://schemas.openxmlformats.org/drawingml/2006/main">
              <a:ext uri="{FF2B5EF4-FFF2-40B4-BE49-F238E27FC236}">
                <a16:creationId xmlns:a16="http://schemas.microsoft.com/office/drawing/2014/main" id="{D01746F9-EDE4-4289-BB80-F42C0E7D3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52738" y="2500570"/>
            <a:ext cx="1591668" cy="5256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5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5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957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populous</a:t>
            </a:r>
          </a:p>
        </p:txBody>
      </p:sp>
      <p:sp>
        <p:nvSpPr>
          <p:cNvPr id="39" name="text-23 city">
            <a:extLst xmlns:a="http://schemas.openxmlformats.org/drawingml/2006/main">
              <a:ext uri="{FF2B5EF4-FFF2-40B4-BE49-F238E27FC236}">
                <a16:creationId xmlns:a16="http://schemas.microsoft.com/office/drawing/2014/main" id="{B2C01F16-5451-43E5-8EF7-A04B129C4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67827" y="2488287"/>
            <a:ext cx="651443" cy="5428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5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5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053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city</a:t>
            </a:r>
          </a:p>
        </p:txBody>
      </p:sp>
      <p:sp>
        <p:nvSpPr>
          <p:cNvPr id="40" name="text-23 of">
            <a:extLst xmlns:a="http://schemas.openxmlformats.org/drawingml/2006/main">
              <a:ext uri="{FF2B5EF4-FFF2-40B4-BE49-F238E27FC236}">
                <a16:creationId xmlns:a16="http://schemas.microsoft.com/office/drawing/2014/main" id="{C396E98F-ED45-4517-9AF6-84C6AB729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40312" y="2473083"/>
            <a:ext cx="408626" cy="5641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7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73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173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41" name="text-23 France.">
            <a:extLst xmlns:a="http://schemas.openxmlformats.org/drawingml/2006/main">
              <a:ext uri="{FF2B5EF4-FFF2-40B4-BE49-F238E27FC236}">
                <a16:creationId xmlns:a16="http://schemas.microsoft.com/office/drawing/2014/main" id="{DC105B63-BBC7-4828-818C-74BEDB92E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67341" y="2523645"/>
            <a:ext cx="1258084" cy="4933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7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75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775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France.</a:t>
            </a:r>
          </a:p>
        </p:txBody>
      </p:sp>
      <p:sp>
        <p:nvSpPr>
          <p:cNvPr id="42" name="text-24 With">
            <a:extLst xmlns:a="http://schemas.openxmlformats.org/drawingml/2006/main">
              <a:ext uri="{FF2B5EF4-FFF2-40B4-BE49-F238E27FC236}">
                <a16:creationId xmlns:a16="http://schemas.microsoft.com/office/drawing/2014/main" id="{0F8D97D1-F757-4A9A-B182-5265157E0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50012" y="2960591"/>
            <a:ext cx="871235" cy="5595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4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4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3147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With</a:t>
            </a:r>
          </a:p>
        </p:txBody>
      </p:sp>
      <p:sp>
        <p:nvSpPr>
          <p:cNvPr id="43" name="path-25">
            <a:extLst xmlns:a="http://schemas.openxmlformats.org/drawingml/2006/main">
              <a:ext uri="{FF2B5EF4-FFF2-40B4-BE49-F238E27FC236}">
                <a16:creationId xmlns:a16="http://schemas.microsoft.com/office/drawing/2014/main" id="{E7919960-0205-4FF2-9E9A-405B207660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79718" y="825359"/>
            <a:ext cx="3806273" cy="376592"/>
          </a:xfrm>
          <a:custGeom xmlns:a="http://schemas.openxmlformats.org/drawingml/2006/main">
            <a:pathLst>
              <a:path w="3383354" h="334748">
                <a:moveTo>
                  <a:pt x="0" y="0"/>
                </a:moveTo>
                <a:lnTo>
                  <a:pt x="0" y="334748"/>
                </a:lnTo>
                <a:lnTo>
                  <a:pt x="3383354" y="334748"/>
                </a:lnTo>
                <a:lnTo>
                  <a:pt x="338335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path-26">
            <a:extLst xmlns:a="http://schemas.openxmlformats.org/drawingml/2006/main">
              <a:ext uri="{FF2B5EF4-FFF2-40B4-BE49-F238E27FC236}">
                <a16:creationId xmlns:a16="http://schemas.microsoft.com/office/drawing/2014/main" id="{66AA7170-0DC3-4AF9-B0A2-268810A44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67949" y="815272"/>
            <a:ext cx="3829811" cy="399009"/>
          </a:xfrm>
          <a:custGeom xmlns:a="http://schemas.openxmlformats.org/drawingml/2006/main">
            <a:pathLst>
              <a:path w="3404276" h="354674">
                <a:moveTo>
                  <a:pt x="3404276" y="0"/>
                </a:moveTo>
                <a:lnTo>
                  <a:pt x="3404276" y="354674"/>
                </a:lnTo>
                <a:lnTo>
                  <a:pt x="0" y="354674"/>
                </a:lnTo>
                <a:lnTo>
                  <a:pt x="0" y="0"/>
                </a:lnTo>
                <a:lnTo>
                  <a:pt x="3404276" y="0"/>
                </a:lnTo>
                <a:moveTo>
                  <a:pt x="9963" y="19925"/>
                </a:moveTo>
                <a:lnTo>
                  <a:pt x="19926" y="9963"/>
                </a:lnTo>
                <a:lnTo>
                  <a:pt x="19926" y="344712"/>
                </a:lnTo>
                <a:lnTo>
                  <a:pt x="9963" y="334749"/>
                </a:lnTo>
                <a:lnTo>
                  <a:pt x="3394314" y="334749"/>
                </a:lnTo>
                <a:lnTo>
                  <a:pt x="3384351" y="344712"/>
                </a:lnTo>
                <a:lnTo>
                  <a:pt x="3384351" y="9963"/>
                </a:lnTo>
                <a:lnTo>
                  <a:pt x="3394314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text-27 WIT">
            <a:extLst xmlns:a="http://schemas.openxmlformats.org/drawingml/2006/main">
              <a:ext uri="{FF2B5EF4-FFF2-40B4-BE49-F238E27FC236}">
                <a16:creationId xmlns:a16="http://schemas.microsoft.com/office/drawing/2014/main" id="{311B8F5A-C103-42D1-81BA-C47080DD1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85268" y="784689"/>
            <a:ext cx="768253" cy="4398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4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4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pPr>
            <a:r>
              <a:rPr sz="2474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rPr>
              <a:t>WIT</a:t>
            </a:r>
          </a:p>
        </p:txBody>
      </p:sp>
      <p:sp>
        <p:nvSpPr>
          <p:cNvPr id="46" name="text-27 Item">
            <a:extLst xmlns:a="http://schemas.openxmlformats.org/drawingml/2006/main">
              <a:ext uri="{FF2B5EF4-FFF2-40B4-BE49-F238E27FC236}">
                <a16:creationId xmlns:a16="http://schemas.microsoft.com/office/drawing/2014/main" id="{F5CFDE07-350D-4EFC-B72C-F7C899DE0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90010" y="784757"/>
            <a:ext cx="792118" cy="4397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3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3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pPr>
            <a:r>
              <a:rPr sz="2473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rPr>
              <a:t>Item</a:t>
            </a:r>
          </a:p>
        </p:txBody>
      </p:sp>
      <p:sp>
        <p:nvSpPr>
          <p:cNvPr id="47" name="text-27 Collection">
            <a:extLst xmlns:a="http://schemas.openxmlformats.org/drawingml/2006/main">
              <a:ext uri="{FF2B5EF4-FFF2-40B4-BE49-F238E27FC236}">
                <a16:creationId xmlns:a16="http://schemas.microsoft.com/office/drawing/2014/main" id="{2C9B8C92-BC2B-429C-97BA-C88629D618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19410" y="784919"/>
            <a:ext cx="1481153" cy="4394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2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2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pPr>
            <a:r>
              <a:rPr sz="2472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rPr>
              <a:t>Collection</a:t>
            </a:r>
          </a:p>
        </p:txBody>
      </p:sp>
      <p:sp>
        <p:nvSpPr>
          <p:cNvPr id="48" name="text-28 Item1">
            <a:extLst xmlns:a="http://schemas.openxmlformats.org/drawingml/2006/main">
              <a:ext uri="{FF2B5EF4-FFF2-40B4-BE49-F238E27FC236}">
                <a16:creationId xmlns:a16="http://schemas.microsoft.com/office/drawing/2014/main" id="{13BB815F-7648-428A-8F81-2D2FE88C1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38808" y="1493748"/>
            <a:ext cx="798224" cy="3760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pPr>
            <a:r>
              <a: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rPr>
              <a:t>Item1</a:t>
            </a:r>
          </a:p>
        </p:txBody>
      </p:sp>
      <p:pic>
        <p:nvPicPr>
          <p:cNvPr id="49" name="">
            <a:extLst xmlns:a="http://schemas.openxmlformats.org/drawingml/2006/main">
              <a:ext uri="{FF2B5EF4-FFF2-40B4-BE49-F238E27FC236}">
                <a16:creationId xmlns:a16="http://schemas.microsoft.com/office/drawing/2014/main" id="{7DF47A29-8FD9-4D34-9628-4EF27CEA0B8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cece2a7f64943a2"/>
          <a:stretch xmlns:a="http://schemas.openxmlformats.org/drawingml/2006/main"/>
        </p:blipFill>
        <p:spPr>
          <a:xfrm xmlns:a="http://schemas.openxmlformats.org/drawingml/2006/main">
            <a:off x="2929741" y="2104429"/>
            <a:ext cx="785464" cy="589098"/>
          </a:xfrm>
          <a:prstGeom xmlns:a="http://schemas.openxmlformats.org/drawingml/2006/main" prst="rect">
            <a:avLst/>
          </a:prstGeom>
        </p:spPr>
      </p:pic>
      <p:pic>
        <p:nvPicPr>
          <p:cNvPr id="50" name="">
            <a:extLst xmlns:a="http://schemas.openxmlformats.org/drawingml/2006/main">
              <a:ext uri="{FF2B5EF4-FFF2-40B4-BE49-F238E27FC236}">
                <a16:creationId xmlns:a16="http://schemas.microsoft.com/office/drawing/2014/main" id="{340E2354-F0DB-4A97-9A63-E56A060963B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73f42f813e04e13"/>
          <a:stretch xmlns:a="http://schemas.openxmlformats.org/drawingml/2006/main"/>
        </p:blipFill>
        <p:spPr>
          <a:xfrm xmlns:a="http://schemas.openxmlformats.org/drawingml/2006/main">
            <a:off x="2929741" y="3550894"/>
            <a:ext cx="820434" cy="544819"/>
          </a:xfrm>
          <a:prstGeom xmlns:a="http://schemas.openxmlformats.org/drawingml/2006/main" prst="rect">
            <a:avLst/>
          </a:prstGeom>
        </p:spPr>
      </p:pic>
      <p:pic>
        <p:nvPicPr>
          <p:cNvPr id="51" name="">
            <a:extLst xmlns:a="http://schemas.openxmlformats.org/drawingml/2006/main">
              <a:ext uri="{FF2B5EF4-FFF2-40B4-BE49-F238E27FC236}">
                <a16:creationId xmlns:a16="http://schemas.microsoft.com/office/drawing/2014/main" id="{48708B15-FE0F-4640-8C06-E084C1CA93F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e47468ad08747ca"/>
          <a:stretch xmlns:a="http://schemas.openxmlformats.org/drawingml/2006/main"/>
        </p:blipFill>
        <p:spPr>
          <a:xfrm xmlns:a="http://schemas.openxmlformats.org/drawingml/2006/main">
            <a:off x="2946889" y="1403697"/>
            <a:ext cx="751167" cy="594478"/>
          </a:xfrm>
          <a:prstGeom xmlns:a="http://schemas.openxmlformats.org/drawingml/2006/main" prst="rect">
            <a:avLst/>
          </a:prstGeom>
        </p:spPr>
      </p:pic>
      <p:sp>
        <p:nvSpPr>
          <p:cNvPr id="52" name="text-32 Item3">
            <a:extLst xmlns:a="http://schemas.openxmlformats.org/drawingml/2006/main">
              <a:ext uri="{FF2B5EF4-FFF2-40B4-BE49-F238E27FC236}">
                <a16:creationId xmlns:a16="http://schemas.microsoft.com/office/drawing/2014/main" id="{546CE9C9-EF85-4F70-AE06-3A24421A7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25358" y="2937354"/>
            <a:ext cx="841306" cy="3760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pPr>
            <a:r>
              <a: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rPr>
              <a:t>Item3</a:t>
            </a:r>
          </a:p>
        </p:txBody>
      </p:sp>
      <p:sp>
        <p:nvSpPr>
          <p:cNvPr id="53" name="text-33 Item4">
            <a:extLst xmlns:a="http://schemas.openxmlformats.org/drawingml/2006/main">
              <a:ext uri="{FF2B5EF4-FFF2-40B4-BE49-F238E27FC236}">
                <a16:creationId xmlns:a16="http://schemas.microsoft.com/office/drawing/2014/main" id="{3976B376-9B42-4868-9D8A-16777D191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25358" y="3667001"/>
            <a:ext cx="841306" cy="3760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pPr>
            <a:r>
              <a: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rPr>
              <a:t>Item4</a:t>
            </a:r>
          </a:p>
        </p:txBody>
      </p:sp>
      <p:sp>
        <p:nvSpPr>
          <p:cNvPr id="54" name="text-34 Item2">
            <a:extLst xmlns:a="http://schemas.openxmlformats.org/drawingml/2006/main">
              <a:ext uri="{FF2B5EF4-FFF2-40B4-BE49-F238E27FC236}">
                <a16:creationId xmlns:a16="http://schemas.microsoft.com/office/drawing/2014/main" id="{C4565F13-7901-4A94-8B98-21F572579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25358" y="2214431"/>
            <a:ext cx="841306" cy="3760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pPr>
            <a:r>
              <a:rPr sz="2115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rPr>
              <a:t>Item2</a:t>
            </a:r>
          </a:p>
        </p:txBody>
      </p:sp>
      <p:sp>
        <p:nvSpPr>
          <p:cNvPr id="55" name="text-35 ·">
            <a:extLst xmlns:a="http://schemas.openxmlformats.org/drawingml/2006/main">
              <a:ext uri="{FF2B5EF4-FFF2-40B4-BE49-F238E27FC236}">
                <a16:creationId xmlns:a16="http://schemas.microsoft.com/office/drawing/2014/main" id="{EBE36A29-A906-4C39-BF4D-B62B9086A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64738" y="4114978"/>
            <a:ext cx="173100" cy="5648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·</a:t>
            </a:r>
          </a:p>
        </p:txBody>
      </p:sp>
      <p:sp>
        <p:nvSpPr>
          <p:cNvPr id="56" name="text-35 ·">
            <a:extLst xmlns:a="http://schemas.openxmlformats.org/drawingml/2006/main">
              <a:ext uri="{FF2B5EF4-FFF2-40B4-BE49-F238E27FC236}">
                <a16:creationId xmlns:a16="http://schemas.microsoft.com/office/drawing/2014/main" id="{6A2E57AA-0E9D-42F3-93C4-08F344EA4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86659" y="4114978"/>
            <a:ext cx="173100" cy="5648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·</a:t>
            </a:r>
          </a:p>
        </p:txBody>
      </p:sp>
      <p:sp>
        <p:nvSpPr>
          <p:cNvPr id="57" name="text-35 ·">
            <a:extLst xmlns:a="http://schemas.openxmlformats.org/drawingml/2006/main">
              <a:ext uri="{FF2B5EF4-FFF2-40B4-BE49-F238E27FC236}">
                <a16:creationId xmlns:a16="http://schemas.microsoft.com/office/drawing/2014/main" id="{67A66A79-FFB4-4CB1-B8B8-D024AFEA0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08579" y="4114978"/>
            <a:ext cx="173100" cy="5648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317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·</a:t>
            </a:r>
          </a:p>
        </p:txBody>
      </p:sp>
      <p:sp>
        <p:nvSpPr>
          <p:cNvPr id="58" name="text-36 Content:">
            <a:extLst xmlns:a="http://schemas.openxmlformats.org/drawingml/2006/main">
              <a:ext uri="{FF2B5EF4-FFF2-40B4-BE49-F238E27FC236}">
                <a16:creationId xmlns:a16="http://schemas.microsoft.com/office/drawing/2014/main" id="{947D891A-3207-490B-950C-905879C48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0635" y="1404734"/>
            <a:ext cx="965353" cy="3139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Content:</a:t>
            </a:r>
          </a:p>
        </p:txBody>
      </p:sp>
      <p:sp>
        <p:nvSpPr>
          <p:cNvPr id="59" name="text-37 The">
            <a:extLst xmlns:a="http://schemas.openxmlformats.org/drawingml/2006/main">
              <a:ext uri="{FF2B5EF4-FFF2-40B4-BE49-F238E27FC236}">
                <a16:creationId xmlns:a16="http://schemas.microsoft.com/office/drawing/2014/main" id="{A7C60023-60BC-4EEF-84CA-241859491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16425" y="1404717"/>
            <a:ext cx="445005" cy="3139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60" name="text-37 Starry">
            <a:extLst xmlns:a="http://schemas.openxmlformats.org/drawingml/2006/main">
              <a:ext uri="{FF2B5EF4-FFF2-40B4-BE49-F238E27FC236}">
                <a16:creationId xmlns:a16="http://schemas.microsoft.com/office/drawing/2014/main" id="{AF65C68E-D1AB-4E4B-89FF-266598F80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89407" y="1405062"/>
            <a:ext cx="747067" cy="3134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Starry</a:t>
            </a:r>
          </a:p>
        </p:txBody>
      </p:sp>
      <p:sp>
        <p:nvSpPr>
          <p:cNvPr id="61" name="text-37 Night">
            <a:extLst xmlns:a="http://schemas.openxmlformats.org/drawingml/2006/main">
              <a:ext uri="{FF2B5EF4-FFF2-40B4-BE49-F238E27FC236}">
                <a16:creationId xmlns:a16="http://schemas.microsoft.com/office/drawing/2014/main" id="{5613DA69-E57A-4E7A-AB1D-E14B7B63D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63887" y="1404951"/>
            <a:ext cx="635214" cy="3136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Night</a:t>
            </a:r>
          </a:p>
        </p:txBody>
      </p:sp>
      <p:sp>
        <p:nvSpPr>
          <p:cNvPr id="62" name="text-37 is">
            <a:extLst xmlns:a="http://schemas.openxmlformats.org/drawingml/2006/main">
              <a:ext uri="{FF2B5EF4-FFF2-40B4-BE49-F238E27FC236}">
                <a16:creationId xmlns:a16="http://schemas.microsoft.com/office/drawing/2014/main" id="{7E3DDFEB-931B-4626-AB1E-0B56F8593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26286" y="1405454"/>
            <a:ext cx="211580" cy="3129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is</a:t>
            </a:r>
          </a:p>
        </p:txBody>
      </p:sp>
      <p:sp>
        <p:nvSpPr>
          <p:cNvPr id="63" name="text-37 an">
            <a:extLst xmlns:a="http://schemas.openxmlformats.org/drawingml/2006/main">
              <a:ext uri="{FF2B5EF4-FFF2-40B4-BE49-F238E27FC236}">
                <a16:creationId xmlns:a16="http://schemas.microsoft.com/office/drawing/2014/main" id="{91D6A261-DAA5-4ACE-972C-779A344B8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65018" y="1405668"/>
            <a:ext cx="271267" cy="3126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</a:t>
            </a:r>
          </a:p>
        </p:txBody>
      </p:sp>
      <p:sp>
        <p:nvSpPr>
          <p:cNvPr id="64" name="text-38 oil-on-canvas">
            <a:extLst xmlns:a="http://schemas.openxmlformats.org/drawingml/2006/main">
              <a:ext uri="{FF2B5EF4-FFF2-40B4-BE49-F238E27FC236}">
                <a16:creationId xmlns:a16="http://schemas.microsoft.com/office/drawing/2014/main" id="{ACB3BDBE-4EDC-4997-8A96-AB02F25C6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0635" y="1673973"/>
            <a:ext cx="1382913" cy="3136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oil-on-canvas</a:t>
            </a:r>
          </a:p>
        </p:txBody>
      </p:sp>
      <p:sp>
        <p:nvSpPr>
          <p:cNvPr id="65" name="text-38 painting">
            <a:extLst xmlns:a="http://schemas.openxmlformats.org/drawingml/2006/main">
              <a:ext uri="{FF2B5EF4-FFF2-40B4-BE49-F238E27FC236}">
                <a16:creationId xmlns:a16="http://schemas.microsoft.com/office/drawing/2014/main" id="{70F6DF92-F9FE-4823-9F88-76AAE999D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00615" y="1673884"/>
            <a:ext cx="859226" cy="3137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painting</a:t>
            </a:r>
          </a:p>
        </p:txBody>
      </p:sp>
      <p:sp>
        <p:nvSpPr>
          <p:cNvPr id="66" name="text-38 by">
            <a:extLst xmlns:a="http://schemas.openxmlformats.org/drawingml/2006/main">
              <a:ext uri="{FF2B5EF4-FFF2-40B4-BE49-F238E27FC236}">
                <a16:creationId xmlns:a16="http://schemas.microsoft.com/office/drawing/2014/main" id="{6F668302-C5D1-43FE-B278-0167A4C80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87177" y="1673897"/>
            <a:ext cx="289805" cy="3137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by</a:t>
            </a:r>
          </a:p>
        </p:txBody>
      </p:sp>
      <p:sp>
        <p:nvSpPr>
          <p:cNvPr id="67" name="text-38 ......">
            <a:extLst xmlns:a="http://schemas.openxmlformats.org/drawingml/2006/main">
              <a:ext uri="{FF2B5EF4-FFF2-40B4-BE49-F238E27FC236}">
                <a16:creationId xmlns:a16="http://schemas.microsoft.com/office/drawing/2014/main" id="{5134CF30-A010-4DD9-A63B-73FC419A7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04367" y="1673155"/>
            <a:ext cx="376213" cy="3147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......</a:t>
            </a:r>
          </a:p>
        </p:txBody>
      </p:sp>
      <p:sp>
        <p:nvSpPr>
          <p:cNvPr id="68" name="path-39">
            <a:extLst xmlns:a="http://schemas.openxmlformats.org/drawingml/2006/main">
              <a:ext uri="{FF2B5EF4-FFF2-40B4-BE49-F238E27FC236}">
                <a16:creationId xmlns:a16="http://schemas.microsoft.com/office/drawing/2014/main" id="{CC110F13-7A76-4D0C-899A-10EF06055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7490" y="2035274"/>
            <a:ext cx="5015651" cy="29119"/>
          </a:xfrm>
          <a:custGeom xmlns:a="http://schemas.openxmlformats.org/drawingml/2006/main">
            <a:pathLst>
              <a:path w="4458356" h="25883">
                <a:moveTo>
                  <a:pt x="20" y="0"/>
                </a:moveTo>
                <a:lnTo>
                  <a:pt x="99647" y="20"/>
                </a:lnTo>
                <a:lnTo>
                  <a:pt x="99628" y="24927"/>
                </a:lnTo>
                <a:lnTo>
                  <a:pt x="0" y="24907"/>
                </a:lnTo>
                <a:lnTo>
                  <a:pt x="20" y="0"/>
                </a:lnTo>
                <a:moveTo>
                  <a:pt x="174368" y="40"/>
                </a:moveTo>
                <a:lnTo>
                  <a:pt x="273996" y="60"/>
                </a:lnTo>
                <a:lnTo>
                  <a:pt x="273976" y="24966"/>
                </a:lnTo>
                <a:lnTo>
                  <a:pt x="174348" y="24947"/>
                </a:lnTo>
                <a:lnTo>
                  <a:pt x="174368" y="40"/>
                </a:lnTo>
                <a:moveTo>
                  <a:pt x="348717" y="79"/>
                </a:moveTo>
                <a:lnTo>
                  <a:pt x="448344" y="99"/>
                </a:lnTo>
                <a:lnTo>
                  <a:pt x="448324" y="25006"/>
                </a:lnTo>
                <a:lnTo>
                  <a:pt x="348696" y="24986"/>
                </a:lnTo>
                <a:lnTo>
                  <a:pt x="348717" y="79"/>
                </a:lnTo>
                <a:moveTo>
                  <a:pt x="523065" y="119"/>
                </a:moveTo>
                <a:lnTo>
                  <a:pt x="622693" y="140"/>
                </a:lnTo>
                <a:lnTo>
                  <a:pt x="622673" y="25046"/>
                </a:lnTo>
                <a:lnTo>
                  <a:pt x="523045" y="25026"/>
                </a:lnTo>
                <a:lnTo>
                  <a:pt x="523065" y="119"/>
                </a:lnTo>
                <a:moveTo>
                  <a:pt x="697413" y="159"/>
                </a:moveTo>
                <a:lnTo>
                  <a:pt x="797041" y="179"/>
                </a:lnTo>
                <a:lnTo>
                  <a:pt x="797021" y="25086"/>
                </a:lnTo>
                <a:lnTo>
                  <a:pt x="697394" y="25066"/>
                </a:lnTo>
                <a:lnTo>
                  <a:pt x="697413" y="159"/>
                </a:lnTo>
                <a:moveTo>
                  <a:pt x="871762" y="199"/>
                </a:moveTo>
                <a:lnTo>
                  <a:pt x="971389" y="219"/>
                </a:lnTo>
                <a:lnTo>
                  <a:pt x="971369" y="25126"/>
                </a:lnTo>
                <a:lnTo>
                  <a:pt x="871742" y="25106"/>
                </a:lnTo>
                <a:lnTo>
                  <a:pt x="871762" y="199"/>
                </a:lnTo>
                <a:moveTo>
                  <a:pt x="1046110" y="239"/>
                </a:moveTo>
                <a:lnTo>
                  <a:pt x="1145737" y="259"/>
                </a:lnTo>
                <a:lnTo>
                  <a:pt x="1145718" y="25166"/>
                </a:lnTo>
                <a:lnTo>
                  <a:pt x="1046090" y="25146"/>
                </a:lnTo>
                <a:lnTo>
                  <a:pt x="1046110" y="239"/>
                </a:lnTo>
                <a:moveTo>
                  <a:pt x="1220458" y="279"/>
                </a:moveTo>
                <a:lnTo>
                  <a:pt x="1320086" y="299"/>
                </a:lnTo>
                <a:lnTo>
                  <a:pt x="1320066" y="25206"/>
                </a:lnTo>
                <a:lnTo>
                  <a:pt x="1220438" y="25186"/>
                </a:lnTo>
                <a:lnTo>
                  <a:pt x="1220458" y="279"/>
                </a:lnTo>
                <a:moveTo>
                  <a:pt x="1394807" y="299"/>
                </a:moveTo>
                <a:lnTo>
                  <a:pt x="1494434" y="339"/>
                </a:lnTo>
                <a:lnTo>
                  <a:pt x="1494415" y="25246"/>
                </a:lnTo>
                <a:lnTo>
                  <a:pt x="1394787" y="25206"/>
                </a:lnTo>
                <a:lnTo>
                  <a:pt x="1394807" y="299"/>
                </a:lnTo>
                <a:moveTo>
                  <a:pt x="1569155" y="339"/>
                </a:moveTo>
                <a:lnTo>
                  <a:pt x="1668783" y="359"/>
                </a:lnTo>
                <a:lnTo>
                  <a:pt x="1668763" y="25265"/>
                </a:lnTo>
                <a:lnTo>
                  <a:pt x="1569135" y="25246"/>
                </a:lnTo>
                <a:lnTo>
                  <a:pt x="1569155" y="339"/>
                </a:lnTo>
                <a:moveTo>
                  <a:pt x="1743504" y="378"/>
                </a:moveTo>
                <a:lnTo>
                  <a:pt x="1843131" y="398"/>
                </a:lnTo>
                <a:lnTo>
                  <a:pt x="1843111" y="25305"/>
                </a:lnTo>
                <a:lnTo>
                  <a:pt x="1743484" y="25285"/>
                </a:lnTo>
                <a:lnTo>
                  <a:pt x="1743504" y="378"/>
                </a:lnTo>
                <a:moveTo>
                  <a:pt x="1917852" y="418"/>
                </a:moveTo>
                <a:lnTo>
                  <a:pt x="2017479" y="438"/>
                </a:lnTo>
                <a:lnTo>
                  <a:pt x="2017460" y="25345"/>
                </a:lnTo>
                <a:lnTo>
                  <a:pt x="1917832" y="25325"/>
                </a:lnTo>
                <a:lnTo>
                  <a:pt x="1917852" y="418"/>
                </a:lnTo>
                <a:moveTo>
                  <a:pt x="2092200" y="458"/>
                </a:moveTo>
                <a:lnTo>
                  <a:pt x="2191828" y="478"/>
                </a:lnTo>
                <a:lnTo>
                  <a:pt x="2191808" y="25385"/>
                </a:lnTo>
                <a:lnTo>
                  <a:pt x="2092180" y="25365"/>
                </a:lnTo>
                <a:lnTo>
                  <a:pt x="2092200" y="458"/>
                </a:lnTo>
                <a:moveTo>
                  <a:pt x="2266548" y="498"/>
                </a:moveTo>
                <a:lnTo>
                  <a:pt x="2366176" y="518"/>
                </a:lnTo>
                <a:lnTo>
                  <a:pt x="2366156" y="25425"/>
                </a:lnTo>
                <a:lnTo>
                  <a:pt x="2266528" y="25405"/>
                </a:lnTo>
                <a:lnTo>
                  <a:pt x="2266548" y="498"/>
                </a:lnTo>
                <a:moveTo>
                  <a:pt x="2440897" y="538"/>
                </a:moveTo>
                <a:lnTo>
                  <a:pt x="2540524" y="558"/>
                </a:lnTo>
                <a:lnTo>
                  <a:pt x="2540504" y="25465"/>
                </a:lnTo>
                <a:lnTo>
                  <a:pt x="2440877" y="25445"/>
                </a:lnTo>
                <a:lnTo>
                  <a:pt x="2440897" y="538"/>
                </a:lnTo>
                <a:moveTo>
                  <a:pt x="2615245" y="578"/>
                </a:moveTo>
                <a:lnTo>
                  <a:pt x="2714873" y="598"/>
                </a:lnTo>
                <a:lnTo>
                  <a:pt x="2714853" y="25505"/>
                </a:lnTo>
                <a:lnTo>
                  <a:pt x="2615225" y="25485"/>
                </a:lnTo>
                <a:lnTo>
                  <a:pt x="2615245" y="578"/>
                </a:lnTo>
                <a:moveTo>
                  <a:pt x="2789594" y="618"/>
                </a:moveTo>
                <a:lnTo>
                  <a:pt x="2889221" y="638"/>
                </a:lnTo>
                <a:lnTo>
                  <a:pt x="2889201" y="25544"/>
                </a:lnTo>
                <a:lnTo>
                  <a:pt x="2789574" y="25524"/>
                </a:lnTo>
                <a:lnTo>
                  <a:pt x="2789594" y="618"/>
                </a:lnTo>
                <a:moveTo>
                  <a:pt x="2963942" y="657"/>
                </a:moveTo>
                <a:lnTo>
                  <a:pt x="3063570" y="677"/>
                </a:lnTo>
                <a:lnTo>
                  <a:pt x="3063550" y="25584"/>
                </a:lnTo>
                <a:lnTo>
                  <a:pt x="2963922" y="25564"/>
                </a:lnTo>
                <a:lnTo>
                  <a:pt x="2963942" y="657"/>
                </a:lnTo>
                <a:moveTo>
                  <a:pt x="3138290" y="697"/>
                </a:moveTo>
                <a:lnTo>
                  <a:pt x="3237918" y="717"/>
                </a:lnTo>
                <a:lnTo>
                  <a:pt x="3237898" y="25624"/>
                </a:lnTo>
                <a:lnTo>
                  <a:pt x="3138270" y="25604"/>
                </a:lnTo>
                <a:lnTo>
                  <a:pt x="3138290" y="697"/>
                </a:lnTo>
                <a:moveTo>
                  <a:pt x="3312638" y="737"/>
                </a:moveTo>
                <a:lnTo>
                  <a:pt x="3412266" y="757"/>
                </a:lnTo>
                <a:lnTo>
                  <a:pt x="3412246" y="25664"/>
                </a:lnTo>
                <a:lnTo>
                  <a:pt x="3312618" y="25644"/>
                </a:lnTo>
                <a:lnTo>
                  <a:pt x="3312638" y="737"/>
                </a:lnTo>
                <a:moveTo>
                  <a:pt x="3486987" y="777"/>
                </a:moveTo>
                <a:lnTo>
                  <a:pt x="3586615" y="797"/>
                </a:lnTo>
                <a:lnTo>
                  <a:pt x="3586594" y="25704"/>
                </a:lnTo>
                <a:lnTo>
                  <a:pt x="3486967" y="25684"/>
                </a:lnTo>
                <a:lnTo>
                  <a:pt x="3486987" y="777"/>
                </a:lnTo>
                <a:moveTo>
                  <a:pt x="3661335" y="817"/>
                </a:moveTo>
                <a:lnTo>
                  <a:pt x="3760963" y="837"/>
                </a:lnTo>
                <a:lnTo>
                  <a:pt x="3760943" y="25744"/>
                </a:lnTo>
                <a:lnTo>
                  <a:pt x="3661315" y="25724"/>
                </a:lnTo>
                <a:lnTo>
                  <a:pt x="3661335" y="817"/>
                </a:lnTo>
                <a:moveTo>
                  <a:pt x="3835684" y="837"/>
                </a:moveTo>
                <a:lnTo>
                  <a:pt x="3935311" y="877"/>
                </a:lnTo>
                <a:lnTo>
                  <a:pt x="3935291" y="25783"/>
                </a:lnTo>
                <a:lnTo>
                  <a:pt x="3835664" y="25744"/>
                </a:lnTo>
                <a:lnTo>
                  <a:pt x="3835684" y="837"/>
                </a:lnTo>
                <a:moveTo>
                  <a:pt x="4010032" y="877"/>
                </a:moveTo>
                <a:lnTo>
                  <a:pt x="4109660" y="896"/>
                </a:lnTo>
                <a:lnTo>
                  <a:pt x="4109640" y="25803"/>
                </a:lnTo>
                <a:lnTo>
                  <a:pt x="4010012" y="25783"/>
                </a:lnTo>
                <a:lnTo>
                  <a:pt x="4010032" y="877"/>
                </a:lnTo>
                <a:moveTo>
                  <a:pt x="4184380" y="916"/>
                </a:moveTo>
                <a:lnTo>
                  <a:pt x="4284008" y="936"/>
                </a:lnTo>
                <a:lnTo>
                  <a:pt x="4283988" y="25843"/>
                </a:lnTo>
                <a:lnTo>
                  <a:pt x="4184360" y="25823"/>
                </a:lnTo>
                <a:lnTo>
                  <a:pt x="4184380" y="916"/>
                </a:lnTo>
                <a:moveTo>
                  <a:pt x="4358729" y="956"/>
                </a:moveTo>
                <a:lnTo>
                  <a:pt x="4458356" y="976"/>
                </a:lnTo>
                <a:lnTo>
                  <a:pt x="4458336" y="25883"/>
                </a:lnTo>
                <a:lnTo>
                  <a:pt x="4358709" y="25863"/>
                </a:lnTo>
                <a:lnTo>
                  <a:pt x="4358729" y="956"/>
                </a:lnTo>
              </a:path>
            </a:pathLst>
          </a:custGeom>
          <a:solidFill xmlns:a="http://schemas.openxmlformats.org/drawingml/2006/main">
            <a:srgbClr val="91ACE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" name="path-40">
            <a:extLst xmlns:a="http://schemas.openxmlformats.org/drawingml/2006/main">
              <a:ext uri="{FF2B5EF4-FFF2-40B4-BE49-F238E27FC236}">
                <a16:creationId xmlns:a16="http://schemas.microsoft.com/office/drawing/2014/main" id="{0373C8C3-AA30-4D01-A91A-62FF9117F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7490" y="2739143"/>
            <a:ext cx="5015651" cy="29119"/>
          </a:xfrm>
          <a:custGeom xmlns:a="http://schemas.openxmlformats.org/drawingml/2006/main">
            <a:pathLst>
              <a:path w="4458356" h="25884">
                <a:moveTo>
                  <a:pt x="20" y="0"/>
                </a:moveTo>
                <a:lnTo>
                  <a:pt x="99647" y="20"/>
                </a:lnTo>
                <a:lnTo>
                  <a:pt x="99628" y="24927"/>
                </a:lnTo>
                <a:lnTo>
                  <a:pt x="0" y="24907"/>
                </a:lnTo>
                <a:lnTo>
                  <a:pt x="20" y="0"/>
                </a:lnTo>
                <a:moveTo>
                  <a:pt x="174368" y="40"/>
                </a:moveTo>
                <a:lnTo>
                  <a:pt x="273996" y="60"/>
                </a:lnTo>
                <a:lnTo>
                  <a:pt x="273976" y="24967"/>
                </a:lnTo>
                <a:lnTo>
                  <a:pt x="174348" y="24947"/>
                </a:lnTo>
                <a:lnTo>
                  <a:pt x="174368" y="40"/>
                </a:lnTo>
                <a:moveTo>
                  <a:pt x="348717" y="80"/>
                </a:moveTo>
                <a:lnTo>
                  <a:pt x="448344" y="100"/>
                </a:lnTo>
                <a:lnTo>
                  <a:pt x="448324" y="25007"/>
                </a:lnTo>
                <a:lnTo>
                  <a:pt x="348696" y="24987"/>
                </a:lnTo>
                <a:lnTo>
                  <a:pt x="348717" y="80"/>
                </a:lnTo>
                <a:moveTo>
                  <a:pt x="523065" y="120"/>
                </a:moveTo>
                <a:lnTo>
                  <a:pt x="622693" y="140"/>
                </a:lnTo>
                <a:lnTo>
                  <a:pt x="622673" y="25046"/>
                </a:lnTo>
                <a:lnTo>
                  <a:pt x="523045" y="25027"/>
                </a:lnTo>
                <a:lnTo>
                  <a:pt x="523065" y="120"/>
                </a:lnTo>
                <a:moveTo>
                  <a:pt x="697413" y="159"/>
                </a:moveTo>
                <a:lnTo>
                  <a:pt x="797041" y="179"/>
                </a:lnTo>
                <a:lnTo>
                  <a:pt x="797021" y="25086"/>
                </a:lnTo>
                <a:lnTo>
                  <a:pt x="697394" y="25067"/>
                </a:lnTo>
                <a:lnTo>
                  <a:pt x="697413" y="159"/>
                </a:lnTo>
                <a:moveTo>
                  <a:pt x="871762" y="199"/>
                </a:moveTo>
                <a:lnTo>
                  <a:pt x="971389" y="219"/>
                </a:lnTo>
                <a:lnTo>
                  <a:pt x="971369" y="25126"/>
                </a:lnTo>
                <a:lnTo>
                  <a:pt x="871742" y="25107"/>
                </a:lnTo>
                <a:lnTo>
                  <a:pt x="871762" y="199"/>
                </a:lnTo>
                <a:moveTo>
                  <a:pt x="1046110" y="239"/>
                </a:moveTo>
                <a:lnTo>
                  <a:pt x="1145737" y="259"/>
                </a:lnTo>
                <a:lnTo>
                  <a:pt x="1145718" y="25166"/>
                </a:lnTo>
                <a:lnTo>
                  <a:pt x="1046090" y="25146"/>
                </a:lnTo>
                <a:lnTo>
                  <a:pt x="1046110" y="239"/>
                </a:lnTo>
                <a:moveTo>
                  <a:pt x="1220458" y="259"/>
                </a:moveTo>
                <a:lnTo>
                  <a:pt x="1320086" y="299"/>
                </a:lnTo>
                <a:lnTo>
                  <a:pt x="1320066" y="25206"/>
                </a:lnTo>
                <a:lnTo>
                  <a:pt x="1220438" y="25166"/>
                </a:lnTo>
                <a:lnTo>
                  <a:pt x="1220458" y="259"/>
                </a:lnTo>
                <a:moveTo>
                  <a:pt x="1394807" y="299"/>
                </a:moveTo>
                <a:lnTo>
                  <a:pt x="1494434" y="339"/>
                </a:lnTo>
                <a:lnTo>
                  <a:pt x="1494415" y="25246"/>
                </a:lnTo>
                <a:lnTo>
                  <a:pt x="1394787" y="25206"/>
                </a:lnTo>
                <a:lnTo>
                  <a:pt x="1394807" y="299"/>
                </a:lnTo>
                <a:moveTo>
                  <a:pt x="1569155" y="339"/>
                </a:moveTo>
                <a:lnTo>
                  <a:pt x="1668783" y="359"/>
                </a:lnTo>
                <a:lnTo>
                  <a:pt x="1668763" y="25266"/>
                </a:lnTo>
                <a:lnTo>
                  <a:pt x="1569135" y="25246"/>
                </a:lnTo>
                <a:lnTo>
                  <a:pt x="1569155" y="339"/>
                </a:lnTo>
                <a:moveTo>
                  <a:pt x="1743504" y="379"/>
                </a:moveTo>
                <a:lnTo>
                  <a:pt x="1843131" y="399"/>
                </a:lnTo>
                <a:lnTo>
                  <a:pt x="1843111" y="25306"/>
                </a:lnTo>
                <a:lnTo>
                  <a:pt x="1743484" y="25286"/>
                </a:lnTo>
                <a:lnTo>
                  <a:pt x="1743504" y="379"/>
                </a:lnTo>
                <a:moveTo>
                  <a:pt x="1917852" y="419"/>
                </a:moveTo>
                <a:lnTo>
                  <a:pt x="2017479" y="439"/>
                </a:lnTo>
                <a:lnTo>
                  <a:pt x="2017460" y="25345"/>
                </a:lnTo>
                <a:lnTo>
                  <a:pt x="1917832" y="25326"/>
                </a:lnTo>
                <a:lnTo>
                  <a:pt x="1917852" y="419"/>
                </a:lnTo>
                <a:moveTo>
                  <a:pt x="2092200" y="458"/>
                </a:moveTo>
                <a:lnTo>
                  <a:pt x="2191828" y="478"/>
                </a:lnTo>
                <a:lnTo>
                  <a:pt x="2191808" y="25385"/>
                </a:lnTo>
                <a:lnTo>
                  <a:pt x="2092180" y="25365"/>
                </a:lnTo>
                <a:lnTo>
                  <a:pt x="2092200" y="458"/>
                </a:lnTo>
                <a:moveTo>
                  <a:pt x="2266548" y="498"/>
                </a:moveTo>
                <a:lnTo>
                  <a:pt x="2366176" y="518"/>
                </a:lnTo>
                <a:lnTo>
                  <a:pt x="2366156" y="25425"/>
                </a:lnTo>
                <a:lnTo>
                  <a:pt x="2266528" y="25405"/>
                </a:lnTo>
                <a:lnTo>
                  <a:pt x="2266548" y="498"/>
                </a:lnTo>
                <a:moveTo>
                  <a:pt x="2440897" y="538"/>
                </a:moveTo>
                <a:lnTo>
                  <a:pt x="2540524" y="558"/>
                </a:lnTo>
                <a:lnTo>
                  <a:pt x="2540504" y="25465"/>
                </a:lnTo>
                <a:lnTo>
                  <a:pt x="2440877" y="25445"/>
                </a:lnTo>
                <a:lnTo>
                  <a:pt x="2440897" y="538"/>
                </a:lnTo>
                <a:moveTo>
                  <a:pt x="2615245" y="578"/>
                </a:moveTo>
                <a:lnTo>
                  <a:pt x="2714873" y="598"/>
                </a:lnTo>
                <a:lnTo>
                  <a:pt x="2714853" y="25504"/>
                </a:lnTo>
                <a:lnTo>
                  <a:pt x="2615225" y="25485"/>
                </a:lnTo>
                <a:lnTo>
                  <a:pt x="2615245" y="578"/>
                </a:lnTo>
                <a:moveTo>
                  <a:pt x="2789594" y="618"/>
                </a:moveTo>
                <a:lnTo>
                  <a:pt x="2889221" y="638"/>
                </a:lnTo>
                <a:lnTo>
                  <a:pt x="2889201" y="25545"/>
                </a:lnTo>
                <a:lnTo>
                  <a:pt x="2789574" y="25525"/>
                </a:lnTo>
                <a:lnTo>
                  <a:pt x="2789594" y="618"/>
                </a:lnTo>
                <a:moveTo>
                  <a:pt x="2963942" y="658"/>
                </a:moveTo>
                <a:lnTo>
                  <a:pt x="3063570" y="678"/>
                </a:lnTo>
                <a:lnTo>
                  <a:pt x="3063550" y="25585"/>
                </a:lnTo>
                <a:lnTo>
                  <a:pt x="2963922" y="25565"/>
                </a:lnTo>
                <a:lnTo>
                  <a:pt x="2963942" y="658"/>
                </a:lnTo>
                <a:moveTo>
                  <a:pt x="3138290" y="697"/>
                </a:moveTo>
                <a:lnTo>
                  <a:pt x="3237918" y="718"/>
                </a:lnTo>
                <a:lnTo>
                  <a:pt x="3237898" y="25625"/>
                </a:lnTo>
                <a:lnTo>
                  <a:pt x="3138270" y="25605"/>
                </a:lnTo>
                <a:lnTo>
                  <a:pt x="3138290" y="697"/>
                </a:lnTo>
                <a:moveTo>
                  <a:pt x="3312638" y="737"/>
                </a:moveTo>
                <a:lnTo>
                  <a:pt x="3412266" y="757"/>
                </a:lnTo>
                <a:lnTo>
                  <a:pt x="3412246" y="25664"/>
                </a:lnTo>
                <a:lnTo>
                  <a:pt x="3312618" y="25644"/>
                </a:lnTo>
                <a:lnTo>
                  <a:pt x="3312638" y="737"/>
                </a:lnTo>
                <a:moveTo>
                  <a:pt x="3486987" y="777"/>
                </a:moveTo>
                <a:lnTo>
                  <a:pt x="3586615" y="797"/>
                </a:lnTo>
                <a:lnTo>
                  <a:pt x="3586594" y="25704"/>
                </a:lnTo>
                <a:lnTo>
                  <a:pt x="3486967" y="25684"/>
                </a:lnTo>
                <a:lnTo>
                  <a:pt x="3486987" y="777"/>
                </a:lnTo>
                <a:moveTo>
                  <a:pt x="3661335" y="817"/>
                </a:moveTo>
                <a:lnTo>
                  <a:pt x="3760963" y="837"/>
                </a:lnTo>
                <a:lnTo>
                  <a:pt x="3760943" y="25744"/>
                </a:lnTo>
                <a:lnTo>
                  <a:pt x="3661315" y="25724"/>
                </a:lnTo>
                <a:lnTo>
                  <a:pt x="3661335" y="817"/>
                </a:lnTo>
                <a:moveTo>
                  <a:pt x="3835684" y="837"/>
                </a:moveTo>
                <a:lnTo>
                  <a:pt x="3935311" y="877"/>
                </a:lnTo>
                <a:lnTo>
                  <a:pt x="3935291" y="25783"/>
                </a:lnTo>
                <a:lnTo>
                  <a:pt x="3835664" y="25744"/>
                </a:lnTo>
                <a:lnTo>
                  <a:pt x="3835684" y="837"/>
                </a:lnTo>
                <a:moveTo>
                  <a:pt x="4010032" y="877"/>
                </a:moveTo>
                <a:lnTo>
                  <a:pt x="4109660" y="897"/>
                </a:lnTo>
                <a:lnTo>
                  <a:pt x="4109640" y="25804"/>
                </a:lnTo>
                <a:lnTo>
                  <a:pt x="4010012" y="25783"/>
                </a:lnTo>
                <a:lnTo>
                  <a:pt x="4010032" y="877"/>
                </a:lnTo>
                <a:moveTo>
                  <a:pt x="4184380" y="917"/>
                </a:moveTo>
                <a:lnTo>
                  <a:pt x="4284008" y="937"/>
                </a:lnTo>
                <a:lnTo>
                  <a:pt x="4283988" y="25844"/>
                </a:lnTo>
                <a:lnTo>
                  <a:pt x="4184360" y="25823"/>
                </a:lnTo>
                <a:lnTo>
                  <a:pt x="4184380" y="917"/>
                </a:lnTo>
                <a:moveTo>
                  <a:pt x="4358729" y="957"/>
                </a:moveTo>
                <a:lnTo>
                  <a:pt x="4458356" y="977"/>
                </a:lnTo>
                <a:lnTo>
                  <a:pt x="4458336" y="25884"/>
                </a:lnTo>
                <a:lnTo>
                  <a:pt x="4358709" y="25863"/>
                </a:lnTo>
                <a:lnTo>
                  <a:pt x="4358729" y="957"/>
                </a:lnTo>
              </a:path>
            </a:pathLst>
          </a:custGeom>
          <a:solidFill xmlns:a="http://schemas.openxmlformats.org/drawingml/2006/main">
            <a:srgbClr val="91ACE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path-41">
            <a:extLst xmlns:a="http://schemas.openxmlformats.org/drawingml/2006/main">
              <a:ext uri="{FF2B5EF4-FFF2-40B4-BE49-F238E27FC236}">
                <a16:creationId xmlns:a16="http://schemas.microsoft.com/office/drawing/2014/main" id="{3F6B6D99-3BE3-4380-B6B8-12FE8A70D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7490" y="3453100"/>
            <a:ext cx="5015651" cy="29119"/>
          </a:xfrm>
          <a:custGeom xmlns:a="http://schemas.openxmlformats.org/drawingml/2006/main">
            <a:pathLst>
              <a:path w="4458356" h="25884">
                <a:moveTo>
                  <a:pt x="20" y="0"/>
                </a:moveTo>
                <a:lnTo>
                  <a:pt x="99647" y="20"/>
                </a:lnTo>
                <a:lnTo>
                  <a:pt x="99628" y="24927"/>
                </a:lnTo>
                <a:lnTo>
                  <a:pt x="0" y="24907"/>
                </a:lnTo>
                <a:lnTo>
                  <a:pt x="20" y="0"/>
                </a:lnTo>
                <a:moveTo>
                  <a:pt x="174368" y="40"/>
                </a:moveTo>
                <a:lnTo>
                  <a:pt x="273996" y="60"/>
                </a:lnTo>
                <a:lnTo>
                  <a:pt x="273976" y="24967"/>
                </a:lnTo>
                <a:lnTo>
                  <a:pt x="174348" y="24947"/>
                </a:lnTo>
                <a:lnTo>
                  <a:pt x="174368" y="40"/>
                </a:lnTo>
                <a:moveTo>
                  <a:pt x="348717" y="80"/>
                </a:moveTo>
                <a:lnTo>
                  <a:pt x="448344" y="100"/>
                </a:lnTo>
                <a:lnTo>
                  <a:pt x="448324" y="25007"/>
                </a:lnTo>
                <a:lnTo>
                  <a:pt x="348696" y="24987"/>
                </a:lnTo>
                <a:lnTo>
                  <a:pt x="348717" y="80"/>
                </a:lnTo>
                <a:moveTo>
                  <a:pt x="523065" y="120"/>
                </a:moveTo>
                <a:lnTo>
                  <a:pt x="622693" y="140"/>
                </a:lnTo>
                <a:lnTo>
                  <a:pt x="622673" y="25046"/>
                </a:lnTo>
                <a:lnTo>
                  <a:pt x="523045" y="25027"/>
                </a:lnTo>
                <a:lnTo>
                  <a:pt x="523065" y="120"/>
                </a:lnTo>
                <a:moveTo>
                  <a:pt x="697413" y="159"/>
                </a:moveTo>
                <a:lnTo>
                  <a:pt x="797041" y="180"/>
                </a:lnTo>
                <a:lnTo>
                  <a:pt x="797021" y="25086"/>
                </a:lnTo>
                <a:lnTo>
                  <a:pt x="697394" y="25066"/>
                </a:lnTo>
                <a:lnTo>
                  <a:pt x="697413" y="159"/>
                </a:lnTo>
                <a:moveTo>
                  <a:pt x="871762" y="199"/>
                </a:moveTo>
                <a:lnTo>
                  <a:pt x="971389" y="220"/>
                </a:lnTo>
                <a:lnTo>
                  <a:pt x="971369" y="25126"/>
                </a:lnTo>
                <a:lnTo>
                  <a:pt x="871742" y="25106"/>
                </a:lnTo>
                <a:lnTo>
                  <a:pt x="871762" y="199"/>
                </a:lnTo>
                <a:moveTo>
                  <a:pt x="1046110" y="239"/>
                </a:moveTo>
                <a:lnTo>
                  <a:pt x="1145737" y="260"/>
                </a:lnTo>
                <a:lnTo>
                  <a:pt x="1145718" y="25166"/>
                </a:lnTo>
                <a:lnTo>
                  <a:pt x="1046090" y="25146"/>
                </a:lnTo>
                <a:lnTo>
                  <a:pt x="1046110" y="239"/>
                </a:lnTo>
                <a:moveTo>
                  <a:pt x="1220458" y="279"/>
                </a:moveTo>
                <a:lnTo>
                  <a:pt x="1320086" y="300"/>
                </a:lnTo>
                <a:lnTo>
                  <a:pt x="1320066" y="25206"/>
                </a:lnTo>
                <a:lnTo>
                  <a:pt x="1220438" y="25187"/>
                </a:lnTo>
                <a:lnTo>
                  <a:pt x="1220458" y="279"/>
                </a:lnTo>
                <a:moveTo>
                  <a:pt x="1394807" y="300"/>
                </a:moveTo>
                <a:lnTo>
                  <a:pt x="1494434" y="339"/>
                </a:lnTo>
                <a:lnTo>
                  <a:pt x="1494415" y="25246"/>
                </a:lnTo>
                <a:lnTo>
                  <a:pt x="1394787" y="25206"/>
                </a:lnTo>
                <a:lnTo>
                  <a:pt x="1394807" y="300"/>
                </a:lnTo>
                <a:moveTo>
                  <a:pt x="1569155" y="339"/>
                </a:moveTo>
                <a:lnTo>
                  <a:pt x="1668783" y="359"/>
                </a:lnTo>
                <a:lnTo>
                  <a:pt x="1668763" y="25266"/>
                </a:lnTo>
                <a:lnTo>
                  <a:pt x="1569135" y="25246"/>
                </a:lnTo>
                <a:lnTo>
                  <a:pt x="1569155" y="339"/>
                </a:lnTo>
                <a:moveTo>
                  <a:pt x="1743504" y="379"/>
                </a:moveTo>
                <a:lnTo>
                  <a:pt x="1843131" y="399"/>
                </a:lnTo>
                <a:lnTo>
                  <a:pt x="1843111" y="25306"/>
                </a:lnTo>
                <a:lnTo>
                  <a:pt x="1743484" y="25286"/>
                </a:lnTo>
                <a:lnTo>
                  <a:pt x="1743504" y="379"/>
                </a:lnTo>
                <a:moveTo>
                  <a:pt x="1917852" y="419"/>
                </a:moveTo>
                <a:lnTo>
                  <a:pt x="2017479" y="439"/>
                </a:lnTo>
                <a:lnTo>
                  <a:pt x="2017460" y="25346"/>
                </a:lnTo>
                <a:lnTo>
                  <a:pt x="1917832" y="25326"/>
                </a:lnTo>
                <a:lnTo>
                  <a:pt x="1917852" y="419"/>
                </a:lnTo>
                <a:moveTo>
                  <a:pt x="2092200" y="458"/>
                </a:moveTo>
                <a:lnTo>
                  <a:pt x="2191828" y="478"/>
                </a:lnTo>
                <a:lnTo>
                  <a:pt x="2191808" y="25385"/>
                </a:lnTo>
                <a:lnTo>
                  <a:pt x="2092180" y="25365"/>
                </a:lnTo>
                <a:lnTo>
                  <a:pt x="2092200" y="458"/>
                </a:lnTo>
                <a:moveTo>
                  <a:pt x="2266548" y="498"/>
                </a:moveTo>
                <a:lnTo>
                  <a:pt x="2366176" y="518"/>
                </a:lnTo>
                <a:lnTo>
                  <a:pt x="2366156" y="25425"/>
                </a:lnTo>
                <a:lnTo>
                  <a:pt x="2266528" y="25405"/>
                </a:lnTo>
                <a:lnTo>
                  <a:pt x="2266548" y="498"/>
                </a:lnTo>
                <a:moveTo>
                  <a:pt x="2440897" y="538"/>
                </a:moveTo>
                <a:lnTo>
                  <a:pt x="2540524" y="558"/>
                </a:lnTo>
                <a:lnTo>
                  <a:pt x="2540504" y="25465"/>
                </a:lnTo>
                <a:lnTo>
                  <a:pt x="2440877" y="25445"/>
                </a:lnTo>
                <a:lnTo>
                  <a:pt x="2440897" y="538"/>
                </a:lnTo>
                <a:moveTo>
                  <a:pt x="2615245" y="579"/>
                </a:moveTo>
                <a:lnTo>
                  <a:pt x="2714873" y="598"/>
                </a:lnTo>
                <a:lnTo>
                  <a:pt x="2714853" y="25505"/>
                </a:lnTo>
                <a:lnTo>
                  <a:pt x="2615225" y="25485"/>
                </a:lnTo>
                <a:lnTo>
                  <a:pt x="2615245" y="579"/>
                </a:lnTo>
                <a:moveTo>
                  <a:pt x="2789594" y="618"/>
                </a:moveTo>
                <a:lnTo>
                  <a:pt x="2889221" y="638"/>
                </a:lnTo>
                <a:lnTo>
                  <a:pt x="2889201" y="25545"/>
                </a:lnTo>
                <a:lnTo>
                  <a:pt x="2789574" y="25525"/>
                </a:lnTo>
                <a:lnTo>
                  <a:pt x="2789594" y="618"/>
                </a:lnTo>
                <a:moveTo>
                  <a:pt x="2963942" y="658"/>
                </a:moveTo>
                <a:lnTo>
                  <a:pt x="3063570" y="678"/>
                </a:lnTo>
                <a:lnTo>
                  <a:pt x="3063550" y="25585"/>
                </a:lnTo>
                <a:lnTo>
                  <a:pt x="2963922" y="25565"/>
                </a:lnTo>
                <a:lnTo>
                  <a:pt x="2963942" y="658"/>
                </a:lnTo>
                <a:moveTo>
                  <a:pt x="3138290" y="698"/>
                </a:moveTo>
                <a:lnTo>
                  <a:pt x="3237918" y="718"/>
                </a:lnTo>
                <a:lnTo>
                  <a:pt x="3237898" y="25624"/>
                </a:lnTo>
                <a:lnTo>
                  <a:pt x="3138270" y="25605"/>
                </a:lnTo>
                <a:lnTo>
                  <a:pt x="3138290" y="698"/>
                </a:lnTo>
                <a:moveTo>
                  <a:pt x="3312638" y="738"/>
                </a:moveTo>
                <a:lnTo>
                  <a:pt x="3412266" y="757"/>
                </a:lnTo>
                <a:lnTo>
                  <a:pt x="3412246" y="25664"/>
                </a:lnTo>
                <a:lnTo>
                  <a:pt x="3312618" y="25644"/>
                </a:lnTo>
                <a:lnTo>
                  <a:pt x="3312638" y="738"/>
                </a:lnTo>
                <a:moveTo>
                  <a:pt x="3486987" y="777"/>
                </a:moveTo>
                <a:lnTo>
                  <a:pt x="3586615" y="797"/>
                </a:lnTo>
                <a:lnTo>
                  <a:pt x="3586594" y="25704"/>
                </a:lnTo>
                <a:lnTo>
                  <a:pt x="3486967" y="25684"/>
                </a:lnTo>
                <a:lnTo>
                  <a:pt x="3486987" y="777"/>
                </a:lnTo>
                <a:moveTo>
                  <a:pt x="3661335" y="817"/>
                </a:moveTo>
                <a:lnTo>
                  <a:pt x="3760963" y="837"/>
                </a:lnTo>
                <a:lnTo>
                  <a:pt x="3760943" y="25744"/>
                </a:lnTo>
                <a:lnTo>
                  <a:pt x="3661315" y="25724"/>
                </a:lnTo>
                <a:lnTo>
                  <a:pt x="3661335" y="817"/>
                </a:lnTo>
                <a:moveTo>
                  <a:pt x="3835684" y="837"/>
                </a:moveTo>
                <a:lnTo>
                  <a:pt x="3935311" y="877"/>
                </a:lnTo>
                <a:lnTo>
                  <a:pt x="3935291" y="25784"/>
                </a:lnTo>
                <a:lnTo>
                  <a:pt x="3835664" y="25744"/>
                </a:lnTo>
                <a:lnTo>
                  <a:pt x="3835684" y="837"/>
                </a:lnTo>
                <a:moveTo>
                  <a:pt x="4010032" y="877"/>
                </a:moveTo>
                <a:lnTo>
                  <a:pt x="4109660" y="897"/>
                </a:lnTo>
                <a:lnTo>
                  <a:pt x="4109640" y="25804"/>
                </a:lnTo>
                <a:lnTo>
                  <a:pt x="4010012" y="25784"/>
                </a:lnTo>
                <a:lnTo>
                  <a:pt x="4010032" y="877"/>
                </a:lnTo>
                <a:moveTo>
                  <a:pt x="4184380" y="917"/>
                </a:moveTo>
                <a:lnTo>
                  <a:pt x="4284008" y="936"/>
                </a:lnTo>
                <a:lnTo>
                  <a:pt x="4283988" y="25844"/>
                </a:lnTo>
                <a:lnTo>
                  <a:pt x="4184360" y="25824"/>
                </a:lnTo>
                <a:lnTo>
                  <a:pt x="4184380" y="917"/>
                </a:lnTo>
                <a:moveTo>
                  <a:pt x="4358729" y="957"/>
                </a:moveTo>
                <a:lnTo>
                  <a:pt x="4458356" y="976"/>
                </a:lnTo>
                <a:lnTo>
                  <a:pt x="4458336" y="25884"/>
                </a:lnTo>
                <a:lnTo>
                  <a:pt x="4358709" y="25864"/>
                </a:lnTo>
                <a:lnTo>
                  <a:pt x="4358729" y="957"/>
                </a:lnTo>
              </a:path>
            </a:pathLst>
          </a:custGeom>
          <a:solidFill xmlns:a="http://schemas.openxmlformats.org/drawingml/2006/main">
            <a:srgbClr val="91ACE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42">
            <a:extLst xmlns:a="http://schemas.openxmlformats.org/drawingml/2006/main">
              <a:ext uri="{FF2B5EF4-FFF2-40B4-BE49-F238E27FC236}">
                <a16:creationId xmlns:a16="http://schemas.microsoft.com/office/drawing/2014/main" id="{316A3A68-507B-4B7F-B012-70C19AAE0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7490" y="4210768"/>
            <a:ext cx="5015651" cy="29119"/>
          </a:xfrm>
          <a:custGeom xmlns:a="http://schemas.openxmlformats.org/drawingml/2006/main">
            <a:pathLst>
              <a:path w="4458356" h="25883">
                <a:moveTo>
                  <a:pt x="20" y="0"/>
                </a:moveTo>
                <a:lnTo>
                  <a:pt x="99647" y="20"/>
                </a:lnTo>
                <a:lnTo>
                  <a:pt x="99628" y="24926"/>
                </a:lnTo>
                <a:lnTo>
                  <a:pt x="0" y="24907"/>
                </a:lnTo>
                <a:lnTo>
                  <a:pt x="20" y="0"/>
                </a:lnTo>
                <a:moveTo>
                  <a:pt x="174368" y="40"/>
                </a:moveTo>
                <a:lnTo>
                  <a:pt x="273996" y="60"/>
                </a:lnTo>
                <a:lnTo>
                  <a:pt x="273976" y="24966"/>
                </a:lnTo>
                <a:lnTo>
                  <a:pt x="174348" y="24947"/>
                </a:lnTo>
                <a:lnTo>
                  <a:pt x="174368" y="40"/>
                </a:lnTo>
                <a:moveTo>
                  <a:pt x="348717" y="80"/>
                </a:moveTo>
                <a:lnTo>
                  <a:pt x="448344" y="100"/>
                </a:lnTo>
                <a:lnTo>
                  <a:pt x="448324" y="25006"/>
                </a:lnTo>
                <a:lnTo>
                  <a:pt x="348696" y="24987"/>
                </a:lnTo>
                <a:lnTo>
                  <a:pt x="348717" y="80"/>
                </a:lnTo>
                <a:moveTo>
                  <a:pt x="523065" y="120"/>
                </a:moveTo>
                <a:lnTo>
                  <a:pt x="622693" y="140"/>
                </a:lnTo>
                <a:lnTo>
                  <a:pt x="622673" y="25046"/>
                </a:lnTo>
                <a:lnTo>
                  <a:pt x="523045" y="25027"/>
                </a:lnTo>
                <a:lnTo>
                  <a:pt x="523065" y="120"/>
                </a:lnTo>
                <a:moveTo>
                  <a:pt x="697413" y="159"/>
                </a:moveTo>
                <a:lnTo>
                  <a:pt x="797041" y="179"/>
                </a:lnTo>
                <a:lnTo>
                  <a:pt x="797021" y="25086"/>
                </a:lnTo>
                <a:lnTo>
                  <a:pt x="697394" y="25066"/>
                </a:lnTo>
                <a:lnTo>
                  <a:pt x="697413" y="159"/>
                </a:lnTo>
                <a:moveTo>
                  <a:pt x="871762" y="199"/>
                </a:moveTo>
                <a:lnTo>
                  <a:pt x="971389" y="219"/>
                </a:lnTo>
                <a:lnTo>
                  <a:pt x="971369" y="25126"/>
                </a:lnTo>
                <a:lnTo>
                  <a:pt x="871742" y="25106"/>
                </a:lnTo>
                <a:lnTo>
                  <a:pt x="871762" y="199"/>
                </a:lnTo>
                <a:moveTo>
                  <a:pt x="1046110" y="239"/>
                </a:moveTo>
                <a:lnTo>
                  <a:pt x="1145737" y="259"/>
                </a:lnTo>
                <a:lnTo>
                  <a:pt x="1145718" y="25166"/>
                </a:lnTo>
                <a:lnTo>
                  <a:pt x="1046090" y="25146"/>
                </a:lnTo>
                <a:lnTo>
                  <a:pt x="1046110" y="239"/>
                </a:lnTo>
                <a:moveTo>
                  <a:pt x="1220458" y="259"/>
                </a:moveTo>
                <a:lnTo>
                  <a:pt x="1320086" y="299"/>
                </a:lnTo>
                <a:lnTo>
                  <a:pt x="1320066" y="25206"/>
                </a:lnTo>
                <a:lnTo>
                  <a:pt x="1220438" y="25166"/>
                </a:lnTo>
                <a:lnTo>
                  <a:pt x="1220458" y="259"/>
                </a:lnTo>
                <a:moveTo>
                  <a:pt x="1394807" y="299"/>
                </a:moveTo>
                <a:lnTo>
                  <a:pt x="1494434" y="339"/>
                </a:lnTo>
                <a:lnTo>
                  <a:pt x="1494415" y="25245"/>
                </a:lnTo>
                <a:lnTo>
                  <a:pt x="1394787" y="25206"/>
                </a:lnTo>
                <a:lnTo>
                  <a:pt x="1394807" y="299"/>
                </a:lnTo>
                <a:moveTo>
                  <a:pt x="1569155" y="339"/>
                </a:moveTo>
                <a:lnTo>
                  <a:pt x="1668783" y="358"/>
                </a:lnTo>
                <a:lnTo>
                  <a:pt x="1668763" y="25266"/>
                </a:lnTo>
                <a:lnTo>
                  <a:pt x="1569135" y="25245"/>
                </a:lnTo>
                <a:lnTo>
                  <a:pt x="1569155" y="339"/>
                </a:lnTo>
                <a:moveTo>
                  <a:pt x="1743504" y="379"/>
                </a:moveTo>
                <a:lnTo>
                  <a:pt x="1843131" y="399"/>
                </a:lnTo>
                <a:lnTo>
                  <a:pt x="1843111" y="25306"/>
                </a:lnTo>
                <a:lnTo>
                  <a:pt x="1743484" y="25285"/>
                </a:lnTo>
                <a:lnTo>
                  <a:pt x="1743504" y="379"/>
                </a:lnTo>
                <a:moveTo>
                  <a:pt x="1917852" y="419"/>
                </a:moveTo>
                <a:lnTo>
                  <a:pt x="2017479" y="439"/>
                </a:lnTo>
                <a:lnTo>
                  <a:pt x="2017460" y="25345"/>
                </a:lnTo>
                <a:lnTo>
                  <a:pt x="1917832" y="25325"/>
                </a:lnTo>
                <a:lnTo>
                  <a:pt x="1917852" y="419"/>
                </a:lnTo>
                <a:moveTo>
                  <a:pt x="2092200" y="458"/>
                </a:moveTo>
                <a:lnTo>
                  <a:pt x="2191828" y="478"/>
                </a:lnTo>
                <a:lnTo>
                  <a:pt x="2191808" y="25385"/>
                </a:lnTo>
                <a:lnTo>
                  <a:pt x="2092180" y="25365"/>
                </a:lnTo>
                <a:lnTo>
                  <a:pt x="2092200" y="458"/>
                </a:lnTo>
                <a:moveTo>
                  <a:pt x="2266548" y="498"/>
                </a:moveTo>
                <a:lnTo>
                  <a:pt x="2366176" y="518"/>
                </a:lnTo>
                <a:lnTo>
                  <a:pt x="2366156" y="25425"/>
                </a:lnTo>
                <a:lnTo>
                  <a:pt x="2266528" y="25405"/>
                </a:lnTo>
                <a:lnTo>
                  <a:pt x="2266548" y="498"/>
                </a:lnTo>
                <a:moveTo>
                  <a:pt x="2440897" y="538"/>
                </a:moveTo>
                <a:lnTo>
                  <a:pt x="2540524" y="558"/>
                </a:lnTo>
                <a:lnTo>
                  <a:pt x="2540504" y="25465"/>
                </a:lnTo>
                <a:lnTo>
                  <a:pt x="2440877" y="25445"/>
                </a:lnTo>
                <a:lnTo>
                  <a:pt x="2440897" y="538"/>
                </a:lnTo>
                <a:moveTo>
                  <a:pt x="2615245" y="578"/>
                </a:moveTo>
                <a:lnTo>
                  <a:pt x="2714873" y="597"/>
                </a:lnTo>
                <a:lnTo>
                  <a:pt x="2714853" y="25505"/>
                </a:lnTo>
                <a:lnTo>
                  <a:pt x="2615225" y="25484"/>
                </a:lnTo>
                <a:lnTo>
                  <a:pt x="2615245" y="578"/>
                </a:lnTo>
                <a:moveTo>
                  <a:pt x="2789594" y="617"/>
                </a:moveTo>
                <a:lnTo>
                  <a:pt x="2889221" y="637"/>
                </a:lnTo>
                <a:lnTo>
                  <a:pt x="2889201" y="25545"/>
                </a:lnTo>
                <a:lnTo>
                  <a:pt x="2789574" y="25524"/>
                </a:lnTo>
                <a:lnTo>
                  <a:pt x="2789594" y="617"/>
                </a:lnTo>
                <a:moveTo>
                  <a:pt x="2963942" y="657"/>
                </a:moveTo>
                <a:lnTo>
                  <a:pt x="3063570" y="677"/>
                </a:lnTo>
                <a:lnTo>
                  <a:pt x="3063550" y="25585"/>
                </a:lnTo>
                <a:lnTo>
                  <a:pt x="2963922" y="25564"/>
                </a:lnTo>
                <a:lnTo>
                  <a:pt x="2963942" y="657"/>
                </a:lnTo>
                <a:moveTo>
                  <a:pt x="3138290" y="698"/>
                </a:moveTo>
                <a:lnTo>
                  <a:pt x="3237918" y="717"/>
                </a:lnTo>
                <a:lnTo>
                  <a:pt x="3237898" y="25625"/>
                </a:lnTo>
                <a:lnTo>
                  <a:pt x="3138270" y="25604"/>
                </a:lnTo>
                <a:lnTo>
                  <a:pt x="3138290" y="698"/>
                </a:lnTo>
                <a:moveTo>
                  <a:pt x="3312638" y="738"/>
                </a:moveTo>
                <a:lnTo>
                  <a:pt x="3412266" y="757"/>
                </a:lnTo>
                <a:lnTo>
                  <a:pt x="3412246" y="25664"/>
                </a:lnTo>
                <a:lnTo>
                  <a:pt x="3312618" y="25644"/>
                </a:lnTo>
                <a:lnTo>
                  <a:pt x="3312638" y="738"/>
                </a:lnTo>
                <a:moveTo>
                  <a:pt x="3486987" y="777"/>
                </a:moveTo>
                <a:lnTo>
                  <a:pt x="3586615" y="797"/>
                </a:lnTo>
                <a:lnTo>
                  <a:pt x="3586594" y="25704"/>
                </a:lnTo>
                <a:lnTo>
                  <a:pt x="3486967" y="25684"/>
                </a:lnTo>
                <a:lnTo>
                  <a:pt x="3486987" y="777"/>
                </a:lnTo>
                <a:moveTo>
                  <a:pt x="3661335" y="797"/>
                </a:moveTo>
                <a:lnTo>
                  <a:pt x="3760963" y="837"/>
                </a:lnTo>
                <a:lnTo>
                  <a:pt x="3760943" y="25744"/>
                </a:lnTo>
                <a:lnTo>
                  <a:pt x="3661315" y="25704"/>
                </a:lnTo>
                <a:lnTo>
                  <a:pt x="3661335" y="797"/>
                </a:lnTo>
                <a:moveTo>
                  <a:pt x="3835684" y="837"/>
                </a:moveTo>
                <a:lnTo>
                  <a:pt x="3935311" y="877"/>
                </a:lnTo>
                <a:lnTo>
                  <a:pt x="3935291" y="25783"/>
                </a:lnTo>
                <a:lnTo>
                  <a:pt x="3835664" y="25744"/>
                </a:lnTo>
                <a:lnTo>
                  <a:pt x="3835684" y="837"/>
                </a:lnTo>
                <a:moveTo>
                  <a:pt x="4010032" y="877"/>
                </a:moveTo>
                <a:lnTo>
                  <a:pt x="4109660" y="897"/>
                </a:lnTo>
                <a:lnTo>
                  <a:pt x="4109640" y="25803"/>
                </a:lnTo>
                <a:lnTo>
                  <a:pt x="4010012" y="25783"/>
                </a:lnTo>
                <a:lnTo>
                  <a:pt x="4010032" y="877"/>
                </a:lnTo>
                <a:moveTo>
                  <a:pt x="4184380" y="916"/>
                </a:moveTo>
                <a:lnTo>
                  <a:pt x="4284008" y="936"/>
                </a:lnTo>
                <a:lnTo>
                  <a:pt x="4283988" y="25843"/>
                </a:lnTo>
                <a:lnTo>
                  <a:pt x="4184360" y="25823"/>
                </a:lnTo>
                <a:lnTo>
                  <a:pt x="4184380" y="916"/>
                </a:lnTo>
                <a:moveTo>
                  <a:pt x="4358729" y="956"/>
                </a:moveTo>
                <a:lnTo>
                  <a:pt x="4458356" y="976"/>
                </a:lnTo>
                <a:lnTo>
                  <a:pt x="4458336" y="25883"/>
                </a:lnTo>
                <a:lnTo>
                  <a:pt x="4358709" y="25864"/>
                </a:lnTo>
                <a:lnTo>
                  <a:pt x="4358729" y="956"/>
                </a:lnTo>
              </a:path>
            </a:pathLst>
          </a:custGeom>
          <a:solidFill xmlns:a="http://schemas.openxmlformats.org/drawingml/2006/main">
            <a:srgbClr val="91ACE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text-43 Content:">
            <a:extLst xmlns:a="http://schemas.openxmlformats.org/drawingml/2006/main">
              <a:ext uri="{FF2B5EF4-FFF2-40B4-BE49-F238E27FC236}">
                <a16:creationId xmlns:a16="http://schemas.microsoft.com/office/drawing/2014/main" id="{66096192-625F-483B-AF77-B0BB54C22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7361" y="2108604"/>
            <a:ext cx="965353" cy="3139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Content:</a:t>
            </a:r>
          </a:p>
        </p:txBody>
      </p:sp>
      <p:sp>
        <p:nvSpPr>
          <p:cNvPr id="73" name="text-44 The">
            <a:extLst xmlns:a="http://schemas.openxmlformats.org/drawingml/2006/main">
              <a:ext uri="{FF2B5EF4-FFF2-40B4-BE49-F238E27FC236}">
                <a16:creationId xmlns:a16="http://schemas.microsoft.com/office/drawing/2014/main" id="{D5B58F38-3C99-4581-82A3-1EAF6B5E6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23150" y="2108585"/>
            <a:ext cx="445005" cy="3139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74" name="text-44 red">
            <a:extLst xmlns:a="http://schemas.openxmlformats.org/drawingml/2006/main">
              <a:ext uri="{FF2B5EF4-FFF2-40B4-BE49-F238E27FC236}">
                <a16:creationId xmlns:a16="http://schemas.microsoft.com/office/drawing/2014/main" id="{7C66D387-0878-4A55-A4CB-392A335BE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96132" y="2108777"/>
            <a:ext cx="402234" cy="3137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red</a:t>
            </a:r>
          </a:p>
        </p:txBody>
      </p:sp>
      <p:sp>
        <p:nvSpPr>
          <p:cNvPr id="75" name="text-44 panda">
            <a:extLst xmlns:a="http://schemas.openxmlformats.org/drawingml/2006/main">
              <a:ext uri="{FF2B5EF4-FFF2-40B4-BE49-F238E27FC236}">
                <a16:creationId xmlns:a16="http://schemas.microsoft.com/office/drawing/2014/main" id="{374FE8FC-02DF-42A2-8FE9-D5B1BEE4E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25402" y="2108992"/>
            <a:ext cx="637499" cy="3134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panda</a:t>
            </a:r>
          </a:p>
        </p:txBody>
      </p:sp>
      <p:sp>
        <p:nvSpPr>
          <p:cNvPr id="76" name="text-44 (Ailurus">
            <a:extLst xmlns:a="http://schemas.openxmlformats.org/drawingml/2006/main">
              <a:ext uri="{FF2B5EF4-FFF2-40B4-BE49-F238E27FC236}">
                <a16:creationId xmlns:a16="http://schemas.microsoft.com/office/drawing/2014/main" id="{260C0036-2B60-4E05-866E-15CF37E41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90043" y="2108890"/>
            <a:ext cx="859487" cy="3135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(Ailurus</a:t>
            </a:r>
          </a:p>
        </p:txBody>
      </p:sp>
      <p:sp>
        <p:nvSpPr>
          <p:cNvPr id="77" name="text-45 fulgens),">
            <a:extLst xmlns:a="http://schemas.openxmlformats.org/drawingml/2006/main">
              <a:ext uri="{FF2B5EF4-FFF2-40B4-BE49-F238E27FC236}">
                <a16:creationId xmlns:a16="http://schemas.microsoft.com/office/drawing/2014/main" id="{3B7903C3-D9C7-45BF-95CD-F2D9A623E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7361" y="2377524"/>
            <a:ext cx="944977" cy="3140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fulgens),</a:t>
            </a:r>
          </a:p>
        </p:txBody>
      </p:sp>
      <p:sp>
        <p:nvSpPr>
          <p:cNvPr id="78" name="text-45 also">
            <a:extLst xmlns:a="http://schemas.openxmlformats.org/drawingml/2006/main">
              <a:ext uri="{FF2B5EF4-FFF2-40B4-BE49-F238E27FC236}">
                <a16:creationId xmlns:a16="http://schemas.microsoft.com/office/drawing/2014/main" id="{54F515C0-DA0C-429B-B697-59C2CBBE9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69103" y="2378206"/>
            <a:ext cx="442234" cy="3130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also</a:t>
            </a:r>
          </a:p>
        </p:txBody>
      </p:sp>
      <p:sp>
        <p:nvSpPr>
          <p:cNvPr id="79" name="text-45 known">
            <a:extLst xmlns:a="http://schemas.openxmlformats.org/drawingml/2006/main">
              <a:ext uri="{FF2B5EF4-FFF2-40B4-BE49-F238E27FC236}">
                <a16:creationId xmlns:a16="http://schemas.microsoft.com/office/drawing/2014/main" id="{A08A8328-8104-430A-9CAE-325DA96F3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38723" y="2377654"/>
            <a:ext cx="667071" cy="3138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known</a:t>
            </a:r>
          </a:p>
        </p:txBody>
      </p:sp>
      <p:sp>
        <p:nvSpPr>
          <p:cNvPr id="80" name="text-45 as">
            <a:extLst xmlns:a="http://schemas.openxmlformats.org/drawingml/2006/main">
              <a:ext uri="{FF2B5EF4-FFF2-40B4-BE49-F238E27FC236}">
                <a16:creationId xmlns:a16="http://schemas.microsoft.com/office/drawing/2014/main" id="{52CCBEF1-BC19-4A83-A0DE-B2AE64E732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33626" y="2378498"/>
            <a:ext cx="263105" cy="3126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5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as</a:t>
            </a:r>
          </a:p>
        </p:txBody>
      </p:sp>
      <p:sp>
        <p:nvSpPr>
          <p:cNvPr id="81" name="text-45 ......">
            <a:extLst xmlns:a="http://schemas.openxmlformats.org/drawingml/2006/main">
              <a:ext uri="{FF2B5EF4-FFF2-40B4-BE49-F238E27FC236}">
                <a16:creationId xmlns:a16="http://schemas.microsoft.com/office/drawing/2014/main" id="{01B300DF-835B-461B-8723-30A44202B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23916" y="2377024"/>
            <a:ext cx="376213" cy="3147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......</a:t>
            </a:r>
          </a:p>
        </p:txBody>
      </p:sp>
      <p:sp>
        <p:nvSpPr>
          <p:cNvPr id="82" name="text-46 Content:">
            <a:extLst xmlns:a="http://schemas.openxmlformats.org/drawingml/2006/main">
              <a:ext uri="{FF2B5EF4-FFF2-40B4-BE49-F238E27FC236}">
                <a16:creationId xmlns:a16="http://schemas.microsoft.com/office/drawing/2014/main" id="{94463C7B-1DDF-4D8D-AD9C-A4710922D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0635" y="2837131"/>
            <a:ext cx="965353" cy="3139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Content:</a:t>
            </a:r>
          </a:p>
        </p:txBody>
      </p:sp>
      <p:sp>
        <p:nvSpPr>
          <p:cNvPr id="83" name="text-47 Paris">
            <a:extLst xmlns:a="http://schemas.openxmlformats.org/drawingml/2006/main">
              <a:ext uri="{FF2B5EF4-FFF2-40B4-BE49-F238E27FC236}">
                <a16:creationId xmlns:a16="http://schemas.microsoft.com/office/drawing/2014/main" id="{9290140C-6611-41B7-B5FD-E8F9D6FCD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16425" y="2837644"/>
            <a:ext cx="550102" cy="313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Paris</a:t>
            </a:r>
          </a:p>
        </p:txBody>
      </p:sp>
      <p:sp>
        <p:nvSpPr>
          <p:cNvPr id="84" name="text-47 is">
            <a:extLst xmlns:a="http://schemas.openxmlformats.org/drawingml/2006/main">
              <a:ext uri="{FF2B5EF4-FFF2-40B4-BE49-F238E27FC236}">
                <a16:creationId xmlns:a16="http://schemas.microsoft.com/office/drawing/2014/main" id="{E62D277B-917E-457A-A132-EBAB233FB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93643" y="2837851"/>
            <a:ext cx="211580" cy="3129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is</a:t>
            </a:r>
          </a:p>
        </p:txBody>
      </p:sp>
      <p:sp>
        <p:nvSpPr>
          <p:cNvPr id="85" name="text-47 the">
            <a:extLst xmlns:a="http://schemas.openxmlformats.org/drawingml/2006/main">
              <a:ext uri="{FF2B5EF4-FFF2-40B4-BE49-F238E27FC236}">
                <a16:creationId xmlns:a16="http://schemas.microsoft.com/office/drawing/2014/main" id="{7A1FD1D2-F3AD-4B0E-BD0A-EC1C7C92B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32375" y="2837323"/>
            <a:ext cx="397894" cy="3136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86" name="text-47 capital">
            <a:extLst xmlns:a="http://schemas.openxmlformats.org/drawingml/2006/main">
              <a:ext uri="{FF2B5EF4-FFF2-40B4-BE49-F238E27FC236}">
                <a16:creationId xmlns:a16="http://schemas.microsoft.com/office/drawing/2014/main" id="{F90E991F-646A-4537-8575-A6CB358C9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58283" y="2837441"/>
            <a:ext cx="733543" cy="3135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capital</a:t>
            </a:r>
          </a:p>
        </p:txBody>
      </p:sp>
      <p:sp>
        <p:nvSpPr>
          <p:cNvPr id="87" name="text-48 and">
            <a:extLst xmlns:a="http://schemas.openxmlformats.org/drawingml/2006/main">
              <a:ext uri="{FF2B5EF4-FFF2-40B4-BE49-F238E27FC236}">
                <a16:creationId xmlns:a16="http://schemas.microsoft.com/office/drawing/2014/main" id="{4366D699-C505-4DED-B49E-658379EB2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0635" y="3106551"/>
            <a:ext cx="403310" cy="3133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88" name="text-48 most">
            <a:extLst xmlns:a="http://schemas.openxmlformats.org/drawingml/2006/main">
              <a:ext uri="{FF2B5EF4-FFF2-40B4-BE49-F238E27FC236}">
                <a16:creationId xmlns:a16="http://schemas.microsoft.com/office/drawing/2014/main" id="{26C5DC92-8D50-4C91-8DDB-DFD46334D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21027" y="3106816"/>
            <a:ext cx="545465" cy="3129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most</a:t>
            </a:r>
          </a:p>
        </p:txBody>
      </p:sp>
      <p:sp>
        <p:nvSpPr>
          <p:cNvPr id="89" name="text-48 populous">
            <a:extLst xmlns:a="http://schemas.openxmlformats.org/drawingml/2006/main">
              <a:ext uri="{FF2B5EF4-FFF2-40B4-BE49-F238E27FC236}">
                <a16:creationId xmlns:a16="http://schemas.microsoft.com/office/drawing/2014/main" id="{1CC76A32-5B3A-482E-AF32-55CFCA8A2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93762" y="3106263"/>
            <a:ext cx="918917" cy="3137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populous</a:t>
            </a:r>
          </a:p>
        </p:txBody>
      </p:sp>
      <p:sp>
        <p:nvSpPr>
          <p:cNvPr id="90" name="text-48 city">
            <a:extLst xmlns:a="http://schemas.openxmlformats.org/drawingml/2006/main">
              <a:ext uri="{FF2B5EF4-FFF2-40B4-BE49-F238E27FC236}">
                <a16:creationId xmlns:a16="http://schemas.microsoft.com/office/drawing/2014/main" id="{DFCC7A2A-816A-4281-B28E-3283DE3EF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39727" y="3106482"/>
            <a:ext cx="439959" cy="3134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city</a:t>
            </a:r>
          </a:p>
        </p:txBody>
      </p:sp>
      <p:sp>
        <p:nvSpPr>
          <p:cNvPr id="91" name="text-48 of">
            <a:extLst xmlns:a="http://schemas.openxmlformats.org/drawingml/2006/main">
              <a:ext uri="{FF2B5EF4-FFF2-40B4-BE49-F238E27FC236}">
                <a16:creationId xmlns:a16="http://schemas.microsoft.com/office/drawing/2014/main" id="{C31FC8AC-B8B7-4C6F-BBD1-FC7157D7A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07106" y="3106888"/>
            <a:ext cx="271284" cy="3128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92" name="text-49 ......">
            <a:extLst xmlns:a="http://schemas.openxmlformats.org/drawingml/2006/main">
              <a:ext uri="{FF2B5EF4-FFF2-40B4-BE49-F238E27FC236}">
                <a16:creationId xmlns:a16="http://schemas.microsoft.com/office/drawing/2014/main" id="{30329A87-3560-42AB-8C71-85C0CABD5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06360" y="3105551"/>
            <a:ext cx="376213" cy="3147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......</a:t>
            </a:r>
          </a:p>
        </p:txBody>
      </p:sp>
      <p:sp>
        <p:nvSpPr>
          <p:cNvPr id="93" name="text-50 Content:">
            <a:extLst xmlns:a="http://schemas.openxmlformats.org/drawingml/2006/main">
              <a:ext uri="{FF2B5EF4-FFF2-40B4-BE49-F238E27FC236}">
                <a16:creationId xmlns:a16="http://schemas.microsoft.com/office/drawing/2014/main" id="{800558A7-D320-45CC-A242-09C502B1D8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0635" y="3583591"/>
            <a:ext cx="965353" cy="3139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Content:</a:t>
            </a:r>
          </a:p>
        </p:txBody>
      </p:sp>
      <p:sp>
        <p:nvSpPr>
          <p:cNvPr id="94" name="text-51 The">
            <a:extLst xmlns:a="http://schemas.openxmlformats.org/drawingml/2006/main">
              <a:ext uri="{FF2B5EF4-FFF2-40B4-BE49-F238E27FC236}">
                <a16:creationId xmlns:a16="http://schemas.microsoft.com/office/drawing/2014/main" id="{7E568144-7C2A-425A-9CFD-B35015042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16425" y="3583573"/>
            <a:ext cx="445005" cy="3139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95" name="text-51 Great">
            <a:extLst xmlns:a="http://schemas.openxmlformats.org/drawingml/2006/main">
              <a:ext uri="{FF2B5EF4-FFF2-40B4-BE49-F238E27FC236}">
                <a16:creationId xmlns:a16="http://schemas.microsoft.com/office/drawing/2014/main" id="{62C16A73-2B6F-4693-BC20-888C627C35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89407" y="3583736"/>
            <a:ext cx="643072" cy="3137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Great</a:t>
            </a:r>
          </a:p>
        </p:txBody>
      </p:sp>
      <p:sp>
        <p:nvSpPr>
          <p:cNvPr id="96" name="text-51 Wall">
            <a:extLst xmlns:a="http://schemas.openxmlformats.org/drawingml/2006/main">
              <a:ext uri="{FF2B5EF4-FFF2-40B4-BE49-F238E27FC236}">
                <a16:creationId xmlns:a16="http://schemas.microsoft.com/office/drawing/2014/main" id="{F3806CD3-812F-46D1-8546-2F79AB1FC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59651" y="3583733"/>
            <a:ext cx="510531" cy="3137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Wall</a:t>
            </a:r>
          </a:p>
        </p:txBody>
      </p:sp>
      <p:sp>
        <p:nvSpPr>
          <p:cNvPr id="97" name="text-51 of">
            <a:extLst xmlns:a="http://schemas.openxmlformats.org/drawingml/2006/main">
              <a:ext uri="{FF2B5EF4-FFF2-40B4-BE49-F238E27FC236}">
                <a16:creationId xmlns:a16="http://schemas.microsoft.com/office/drawing/2014/main" id="{4E113C36-4712-4F88-8C82-4683B580D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97640" y="3584353"/>
            <a:ext cx="271284" cy="3128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98" name="text-52 China">
            <a:extLst xmlns:a="http://schemas.openxmlformats.org/drawingml/2006/main">
              <a:ext uri="{FF2B5EF4-FFF2-40B4-BE49-F238E27FC236}">
                <a16:creationId xmlns:a16="http://schemas.microsoft.com/office/drawing/2014/main" id="{BCE8A063-65BB-4EDD-ACEA-3424BC68E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0635" y="3852242"/>
            <a:ext cx="600643" cy="314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China</a:t>
            </a:r>
          </a:p>
        </p:txBody>
      </p:sp>
      <p:sp>
        <p:nvSpPr>
          <p:cNvPr id="99" name="text-52 is">
            <a:extLst xmlns:a="http://schemas.openxmlformats.org/drawingml/2006/main">
              <a:ext uri="{FF2B5EF4-FFF2-40B4-BE49-F238E27FC236}">
                <a16:creationId xmlns:a16="http://schemas.microsoft.com/office/drawing/2014/main" id="{8F6800A7-2AB3-4DAB-BEF6-1D89B78DA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18290" y="3853305"/>
            <a:ext cx="211580" cy="3129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is</a:t>
            </a:r>
          </a:p>
        </p:txBody>
      </p:sp>
      <p:sp>
        <p:nvSpPr>
          <p:cNvPr id="100" name="text-52 a">
            <a:extLst xmlns:a="http://schemas.openxmlformats.org/drawingml/2006/main">
              <a:ext uri="{FF2B5EF4-FFF2-40B4-BE49-F238E27FC236}">
                <a16:creationId xmlns:a16="http://schemas.microsoft.com/office/drawing/2014/main" id="{1DD55AB4-5DC6-4D03-9687-28AB8551F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57022" y="3853741"/>
            <a:ext cx="154291" cy="3123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5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</a:t>
            </a:r>
          </a:p>
        </p:txBody>
      </p:sp>
      <p:sp>
        <p:nvSpPr>
          <p:cNvPr id="101" name="text-52 series">
            <a:extLst xmlns:a="http://schemas.openxmlformats.org/drawingml/2006/main">
              <a:ext uri="{FF2B5EF4-FFF2-40B4-BE49-F238E27FC236}">
                <a16:creationId xmlns:a16="http://schemas.microsoft.com/office/drawing/2014/main" id="{FDA7BD96-A8E1-4468-969D-96BF0C704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38594" y="3852622"/>
            <a:ext cx="674597" cy="3138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series</a:t>
            </a:r>
          </a:p>
        </p:txBody>
      </p:sp>
      <p:sp>
        <p:nvSpPr>
          <p:cNvPr id="102" name="text-52 of">
            <a:extLst xmlns:a="http://schemas.openxmlformats.org/drawingml/2006/main">
              <a:ext uri="{FF2B5EF4-FFF2-40B4-BE49-F238E27FC236}">
                <a16:creationId xmlns:a16="http://schemas.microsoft.com/office/drawing/2014/main" id="{3CCE7F23-D234-4F90-A00F-664FFAD13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40221" y="3853348"/>
            <a:ext cx="271284" cy="3128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103" name="text-53 ......">
            <a:extLst xmlns:a="http://schemas.openxmlformats.org/drawingml/2006/main">
              <a:ext uri="{FF2B5EF4-FFF2-40B4-BE49-F238E27FC236}">
                <a16:creationId xmlns:a16="http://schemas.microsoft.com/office/drawing/2014/main" id="{5FE8A7A2-2376-4D38-9F9D-256ABB0D7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39478" y="3852011"/>
            <a:ext cx="376213" cy="3147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7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......</a:t>
            </a:r>
          </a:p>
        </p:txBody>
      </p:sp>
      <p:pic>
        <p:nvPicPr>
          <p:cNvPr id="104" name="">
            <a:extLst xmlns:a="http://schemas.openxmlformats.org/drawingml/2006/main">
              <a:ext uri="{FF2B5EF4-FFF2-40B4-BE49-F238E27FC236}">
                <a16:creationId xmlns:a16="http://schemas.microsoft.com/office/drawing/2014/main" id="{98C78CDB-C22E-4A55-9B19-6DE73511DAF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f95f3c85adc4468"/>
          <a:stretch xmlns:a="http://schemas.openxmlformats.org/drawingml/2006/main"/>
        </p:blipFill>
        <p:spPr>
          <a:xfrm xmlns:a="http://schemas.openxmlformats.org/drawingml/2006/main">
            <a:off x="2929741" y="2865515"/>
            <a:ext cx="788154" cy="492596"/>
          </a:xfrm>
          <a:prstGeom xmlns:a="http://schemas.openxmlformats.org/drawingml/2006/main" prst="rect">
            <a:avLst/>
          </a:prstGeom>
        </p:spPr>
      </p:pic>
      <p:pic>
        <p:nvPicPr>
          <p:cNvPr id="105" name="">
            <a:extLst xmlns:a="http://schemas.openxmlformats.org/drawingml/2006/main">
              <a:ext uri="{FF2B5EF4-FFF2-40B4-BE49-F238E27FC236}">
                <a16:creationId xmlns:a16="http://schemas.microsoft.com/office/drawing/2014/main" id="{DE2C786C-03A5-4061-94C6-9E833F55894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79ae4d899794dba"/>
          <a:stretch xmlns:a="http://schemas.openxmlformats.org/drawingml/2006/main"/>
        </p:blipFill>
        <p:spPr>
          <a:xfrm xmlns:a="http://schemas.openxmlformats.org/drawingml/2006/main">
            <a:off x="8013851" y="616888"/>
            <a:ext cx="703869" cy="703869"/>
          </a:xfrm>
          <a:prstGeom xmlns:a="http://schemas.openxmlformats.org/drawingml/2006/main" prst="rect">
            <a:avLst/>
          </a:prstGeom>
        </p:spPr>
      </p:pic>
      <p:sp>
        <p:nvSpPr>
          <p:cNvPr id="106" name="text-56 Data">
            <a:extLst xmlns:a="http://schemas.openxmlformats.org/drawingml/2006/main">
              <a:ext uri="{FF2B5EF4-FFF2-40B4-BE49-F238E27FC236}">
                <a16:creationId xmlns:a16="http://schemas.microsoft.com/office/drawing/2014/main" id="{87979596-62BA-47AE-9459-3A7C23163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71519" y="778157"/>
            <a:ext cx="752304" cy="4395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2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2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472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Data</a:t>
            </a:r>
          </a:p>
        </p:txBody>
      </p:sp>
      <p:sp>
        <p:nvSpPr>
          <p:cNvPr id="107" name="text-56 Cluster">
            <a:extLst xmlns:a="http://schemas.openxmlformats.org/drawingml/2006/main">
              <a:ext uri="{FF2B5EF4-FFF2-40B4-BE49-F238E27FC236}">
                <a16:creationId xmlns:a16="http://schemas.microsoft.com/office/drawing/2014/main" id="{18699AC9-4D9C-49B0-B2A8-EBB17D621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60570" y="777972"/>
            <a:ext cx="1119088" cy="4397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4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4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474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Cluster</a:t>
            </a:r>
          </a:p>
        </p:txBody>
      </p:sp>
      <p:pic>
        <p:nvPicPr>
          <p:cNvPr id="108" name="">
            <a:extLst xmlns:a="http://schemas.openxmlformats.org/drawingml/2006/main">
              <a:ext uri="{FF2B5EF4-FFF2-40B4-BE49-F238E27FC236}">
                <a16:creationId xmlns:a16="http://schemas.microsoft.com/office/drawing/2014/main" id="{88F7BC11-B41A-49F8-BCC0-2B56AFDB38F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4c936c33a0f4d73"/>
          <a:stretch xmlns:a="http://schemas.openxmlformats.org/drawingml/2006/main"/>
        </p:blipFill>
        <p:spPr>
          <a:xfrm xmlns:a="http://schemas.openxmlformats.org/drawingml/2006/main">
            <a:off x="7190167" y="2416235"/>
            <a:ext cx="537989" cy="655905"/>
          </a:xfrm>
          <a:prstGeom xmlns:a="http://schemas.openxmlformats.org/drawingml/2006/main" prst="rect">
            <a:avLst/>
          </a:prstGeom>
        </p:spPr>
      </p:pic>
      <p:pic>
        <p:nvPicPr>
          <p:cNvPr id="109" name="">
            <a:extLst xmlns:a="http://schemas.openxmlformats.org/drawingml/2006/main">
              <a:ext uri="{FF2B5EF4-FFF2-40B4-BE49-F238E27FC236}">
                <a16:creationId xmlns:a16="http://schemas.microsoft.com/office/drawing/2014/main" id="{EC340164-2067-4319-A257-6E03FD3F953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717c2157430429c"/>
          <a:stretch xmlns:a="http://schemas.openxmlformats.org/drawingml/2006/main"/>
        </p:blipFill>
        <p:spPr>
          <a:xfrm xmlns:a="http://schemas.openxmlformats.org/drawingml/2006/main">
            <a:off x="12345896" y="2425201"/>
            <a:ext cx="537989" cy="655905"/>
          </a:xfrm>
          <a:prstGeom xmlns:a="http://schemas.openxmlformats.org/drawingml/2006/main" prst="rect">
            <a:avLst/>
          </a:prstGeom>
        </p:spPr>
      </p:pic>
      <p:pic>
        <p:nvPicPr>
          <p:cNvPr id="110" name="">
            <a:extLst xmlns:a="http://schemas.openxmlformats.org/drawingml/2006/main">
              <a:ext uri="{FF2B5EF4-FFF2-40B4-BE49-F238E27FC236}">
                <a16:creationId xmlns:a16="http://schemas.microsoft.com/office/drawing/2014/main" id="{6B1A110E-3DCE-42EF-9D08-AD9C00FF7EA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e720e4567514ac8"/>
          <a:stretch xmlns:a="http://schemas.openxmlformats.org/drawingml/2006/main"/>
        </p:blipFill>
        <p:spPr>
          <a:xfrm xmlns:a="http://schemas.openxmlformats.org/drawingml/2006/main">
            <a:off x="13216655" y="596713"/>
            <a:ext cx="724044" cy="724044"/>
          </a:xfrm>
          <a:prstGeom xmlns:a="http://schemas.openxmlformats.org/drawingml/2006/main" prst="rect">
            <a:avLst/>
          </a:prstGeom>
        </p:spPr>
      </p:pic>
      <p:sp>
        <p:nvSpPr>
          <p:cNvPr id="111" name="text-60 Combine">
            <a:extLst xmlns:a="http://schemas.openxmlformats.org/drawingml/2006/main">
              <a:ext uri="{FF2B5EF4-FFF2-40B4-BE49-F238E27FC236}">
                <a16:creationId xmlns:a16="http://schemas.microsoft.com/office/drawing/2014/main" id="{2E58C429-2A70-48E1-A657-D6402F311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22766" y="783585"/>
            <a:ext cx="1265838" cy="4397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3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3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defRPr>
            </a:pPr>
            <a:r>
              <a:rPr sz="2473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rPr>
              <a:t>Combine</a:t>
            </a:r>
          </a:p>
        </p:txBody>
      </p:sp>
      <p:sp>
        <p:nvSpPr>
          <p:cNvPr id="112" name="path-61">
            <a:extLst xmlns:a="http://schemas.openxmlformats.org/drawingml/2006/main">
              <a:ext uri="{FF2B5EF4-FFF2-40B4-BE49-F238E27FC236}">
                <a16:creationId xmlns:a16="http://schemas.microsoft.com/office/drawing/2014/main" id="{CCC0428D-4486-4E3B-8CAD-7E0847BF6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4958" y="2963866"/>
            <a:ext cx="2106004" cy="1375235"/>
          </a:xfrm>
          <a:custGeom xmlns:a="http://schemas.openxmlformats.org/drawingml/2006/main">
            <a:pathLst>
              <a:path w="1872004" h="1222431">
                <a:moveTo>
                  <a:pt x="0" y="1063007"/>
                </a:moveTo>
                <a:lnTo>
                  <a:pt x="0" y="983305"/>
                </a:lnTo>
                <a:lnTo>
                  <a:pt x="19925" y="983305"/>
                </a:lnTo>
                <a:lnTo>
                  <a:pt x="19925" y="1063007"/>
                </a:lnTo>
                <a:lnTo>
                  <a:pt x="0" y="1063007"/>
                </a:lnTo>
                <a:moveTo>
                  <a:pt x="0" y="923528"/>
                </a:moveTo>
                <a:lnTo>
                  <a:pt x="0" y="843827"/>
                </a:lnTo>
                <a:lnTo>
                  <a:pt x="19925" y="843827"/>
                </a:lnTo>
                <a:lnTo>
                  <a:pt x="19925" y="923528"/>
                </a:lnTo>
                <a:lnTo>
                  <a:pt x="0" y="923528"/>
                </a:lnTo>
                <a:moveTo>
                  <a:pt x="0" y="784050"/>
                </a:moveTo>
                <a:lnTo>
                  <a:pt x="0" y="704348"/>
                </a:lnTo>
                <a:lnTo>
                  <a:pt x="19925" y="704348"/>
                </a:lnTo>
                <a:lnTo>
                  <a:pt x="19925" y="784050"/>
                </a:lnTo>
                <a:lnTo>
                  <a:pt x="0" y="784050"/>
                </a:lnTo>
                <a:moveTo>
                  <a:pt x="0" y="644571"/>
                </a:moveTo>
                <a:lnTo>
                  <a:pt x="0" y="564869"/>
                </a:lnTo>
                <a:lnTo>
                  <a:pt x="19925" y="564869"/>
                </a:lnTo>
                <a:lnTo>
                  <a:pt x="19925" y="644571"/>
                </a:lnTo>
                <a:lnTo>
                  <a:pt x="0" y="644571"/>
                </a:lnTo>
                <a:moveTo>
                  <a:pt x="0" y="505093"/>
                </a:moveTo>
                <a:lnTo>
                  <a:pt x="0" y="425390"/>
                </a:lnTo>
                <a:lnTo>
                  <a:pt x="19925" y="425390"/>
                </a:lnTo>
                <a:lnTo>
                  <a:pt x="19925" y="505093"/>
                </a:lnTo>
                <a:lnTo>
                  <a:pt x="0" y="505093"/>
                </a:lnTo>
                <a:moveTo>
                  <a:pt x="0" y="365614"/>
                </a:moveTo>
                <a:lnTo>
                  <a:pt x="0" y="285911"/>
                </a:lnTo>
                <a:lnTo>
                  <a:pt x="19925" y="285911"/>
                </a:lnTo>
                <a:lnTo>
                  <a:pt x="19925" y="365614"/>
                </a:lnTo>
                <a:lnTo>
                  <a:pt x="0" y="365614"/>
                </a:lnTo>
                <a:moveTo>
                  <a:pt x="0" y="226135"/>
                </a:moveTo>
                <a:lnTo>
                  <a:pt x="0" y="159305"/>
                </a:lnTo>
                <a:lnTo>
                  <a:pt x="199" y="151235"/>
                </a:lnTo>
                <a:lnTo>
                  <a:pt x="617" y="145696"/>
                </a:lnTo>
                <a:lnTo>
                  <a:pt x="20484" y="147210"/>
                </a:lnTo>
                <a:lnTo>
                  <a:pt x="20085" y="152490"/>
                </a:lnTo>
                <a:lnTo>
                  <a:pt x="20104" y="151992"/>
                </a:lnTo>
                <a:lnTo>
                  <a:pt x="19906" y="159683"/>
                </a:lnTo>
                <a:lnTo>
                  <a:pt x="19925" y="159424"/>
                </a:lnTo>
                <a:lnTo>
                  <a:pt x="19925" y="226135"/>
                </a:lnTo>
                <a:lnTo>
                  <a:pt x="0" y="226135"/>
                </a:lnTo>
                <a:moveTo>
                  <a:pt x="18450" y="84962"/>
                </a:moveTo>
                <a:lnTo>
                  <a:pt x="19228" y="83429"/>
                </a:lnTo>
                <a:lnTo>
                  <a:pt x="23075" y="76754"/>
                </a:lnTo>
                <a:lnTo>
                  <a:pt x="27219" y="70278"/>
                </a:lnTo>
                <a:lnTo>
                  <a:pt x="31661" y="64021"/>
                </a:lnTo>
                <a:lnTo>
                  <a:pt x="36404" y="58003"/>
                </a:lnTo>
                <a:lnTo>
                  <a:pt x="41405" y="52225"/>
                </a:lnTo>
                <a:lnTo>
                  <a:pt x="46686" y="46686"/>
                </a:lnTo>
                <a:lnTo>
                  <a:pt x="52224" y="41406"/>
                </a:lnTo>
                <a:lnTo>
                  <a:pt x="58004" y="36404"/>
                </a:lnTo>
                <a:lnTo>
                  <a:pt x="64021" y="31682"/>
                </a:lnTo>
                <a:lnTo>
                  <a:pt x="70277" y="27239"/>
                </a:lnTo>
                <a:lnTo>
                  <a:pt x="75816" y="23672"/>
                </a:lnTo>
                <a:lnTo>
                  <a:pt x="86576" y="40449"/>
                </a:lnTo>
                <a:lnTo>
                  <a:pt x="81236" y="43876"/>
                </a:lnTo>
                <a:lnTo>
                  <a:pt x="81615" y="43598"/>
                </a:lnTo>
                <a:lnTo>
                  <a:pt x="75757" y="47782"/>
                </a:lnTo>
                <a:lnTo>
                  <a:pt x="76136" y="47483"/>
                </a:lnTo>
                <a:lnTo>
                  <a:pt x="70495" y="51926"/>
                </a:lnTo>
                <a:lnTo>
                  <a:pt x="70876" y="51627"/>
                </a:lnTo>
                <a:lnTo>
                  <a:pt x="65435" y="56330"/>
                </a:lnTo>
                <a:lnTo>
                  <a:pt x="65793" y="55991"/>
                </a:lnTo>
                <a:lnTo>
                  <a:pt x="60613" y="60952"/>
                </a:lnTo>
                <a:lnTo>
                  <a:pt x="60933" y="60614"/>
                </a:lnTo>
                <a:lnTo>
                  <a:pt x="55990" y="65794"/>
                </a:lnTo>
                <a:lnTo>
                  <a:pt x="56309" y="65456"/>
                </a:lnTo>
                <a:lnTo>
                  <a:pt x="51607" y="70875"/>
                </a:lnTo>
                <a:lnTo>
                  <a:pt x="51926" y="70517"/>
                </a:lnTo>
                <a:lnTo>
                  <a:pt x="47482" y="76156"/>
                </a:lnTo>
                <a:lnTo>
                  <a:pt x="47761" y="75777"/>
                </a:lnTo>
                <a:lnTo>
                  <a:pt x="43597" y="81635"/>
                </a:lnTo>
                <a:lnTo>
                  <a:pt x="43876" y="81236"/>
                </a:lnTo>
                <a:lnTo>
                  <a:pt x="39970" y="87294"/>
                </a:lnTo>
                <a:lnTo>
                  <a:pt x="40230" y="86895"/>
                </a:lnTo>
                <a:lnTo>
                  <a:pt x="36623" y="93152"/>
                </a:lnTo>
                <a:lnTo>
                  <a:pt x="36862" y="92713"/>
                </a:lnTo>
                <a:lnTo>
                  <a:pt x="36185" y="94048"/>
                </a:lnTo>
                <a:lnTo>
                  <a:pt x="18450" y="84962"/>
                </a:lnTo>
                <a:moveTo>
                  <a:pt x="135713" y="1754"/>
                </a:moveTo>
                <a:lnTo>
                  <a:pt x="143125" y="817"/>
                </a:lnTo>
                <a:lnTo>
                  <a:pt x="151215" y="199"/>
                </a:lnTo>
                <a:lnTo>
                  <a:pt x="159285" y="0"/>
                </a:lnTo>
                <a:lnTo>
                  <a:pt x="216571" y="0"/>
                </a:lnTo>
                <a:lnTo>
                  <a:pt x="216571" y="19926"/>
                </a:lnTo>
                <a:lnTo>
                  <a:pt x="159404" y="19926"/>
                </a:lnTo>
                <a:lnTo>
                  <a:pt x="159663" y="19926"/>
                </a:lnTo>
                <a:lnTo>
                  <a:pt x="151973" y="20125"/>
                </a:lnTo>
                <a:lnTo>
                  <a:pt x="152469" y="20085"/>
                </a:lnTo>
                <a:lnTo>
                  <a:pt x="144878" y="20663"/>
                </a:lnTo>
                <a:lnTo>
                  <a:pt x="145396" y="20623"/>
                </a:lnTo>
                <a:lnTo>
                  <a:pt x="138224" y="21520"/>
                </a:lnTo>
                <a:lnTo>
                  <a:pt x="135713" y="1754"/>
                </a:lnTo>
                <a:moveTo>
                  <a:pt x="276346" y="0"/>
                </a:moveTo>
                <a:lnTo>
                  <a:pt x="356049" y="0"/>
                </a:lnTo>
                <a:lnTo>
                  <a:pt x="356049" y="19926"/>
                </a:lnTo>
                <a:lnTo>
                  <a:pt x="276346" y="19926"/>
                </a:lnTo>
                <a:lnTo>
                  <a:pt x="276346" y="0"/>
                </a:lnTo>
                <a:moveTo>
                  <a:pt x="415826" y="0"/>
                </a:moveTo>
                <a:lnTo>
                  <a:pt x="495527" y="0"/>
                </a:lnTo>
                <a:lnTo>
                  <a:pt x="495527" y="19926"/>
                </a:lnTo>
                <a:lnTo>
                  <a:pt x="415826" y="19926"/>
                </a:lnTo>
                <a:lnTo>
                  <a:pt x="415826" y="0"/>
                </a:lnTo>
                <a:moveTo>
                  <a:pt x="555305" y="0"/>
                </a:moveTo>
                <a:lnTo>
                  <a:pt x="635007" y="0"/>
                </a:lnTo>
                <a:lnTo>
                  <a:pt x="635007" y="19926"/>
                </a:lnTo>
                <a:lnTo>
                  <a:pt x="555305" y="19926"/>
                </a:lnTo>
                <a:lnTo>
                  <a:pt x="555305" y="0"/>
                </a:lnTo>
                <a:moveTo>
                  <a:pt x="694783" y="0"/>
                </a:moveTo>
                <a:lnTo>
                  <a:pt x="774485" y="0"/>
                </a:lnTo>
                <a:lnTo>
                  <a:pt x="774485" y="19926"/>
                </a:lnTo>
                <a:lnTo>
                  <a:pt x="694783" y="19926"/>
                </a:lnTo>
                <a:lnTo>
                  <a:pt x="694783" y="0"/>
                </a:lnTo>
                <a:moveTo>
                  <a:pt x="834263" y="0"/>
                </a:moveTo>
                <a:lnTo>
                  <a:pt x="913963" y="0"/>
                </a:lnTo>
                <a:lnTo>
                  <a:pt x="913963" y="19926"/>
                </a:lnTo>
                <a:lnTo>
                  <a:pt x="834263" y="19926"/>
                </a:lnTo>
                <a:lnTo>
                  <a:pt x="834263" y="0"/>
                </a:lnTo>
                <a:moveTo>
                  <a:pt x="973741" y="0"/>
                </a:moveTo>
                <a:lnTo>
                  <a:pt x="1053443" y="0"/>
                </a:lnTo>
                <a:lnTo>
                  <a:pt x="1053443" y="19926"/>
                </a:lnTo>
                <a:lnTo>
                  <a:pt x="973741" y="19926"/>
                </a:lnTo>
                <a:lnTo>
                  <a:pt x="973741" y="0"/>
                </a:lnTo>
                <a:moveTo>
                  <a:pt x="1113219" y="0"/>
                </a:moveTo>
                <a:lnTo>
                  <a:pt x="1192921" y="0"/>
                </a:lnTo>
                <a:lnTo>
                  <a:pt x="1192921" y="19926"/>
                </a:lnTo>
                <a:lnTo>
                  <a:pt x="1113219" y="19926"/>
                </a:lnTo>
                <a:lnTo>
                  <a:pt x="1113219" y="0"/>
                </a:lnTo>
                <a:moveTo>
                  <a:pt x="1252699" y="0"/>
                </a:moveTo>
                <a:lnTo>
                  <a:pt x="1332400" y="0"/>
                </a:lnTo>
                <a:lnTo>
                  <a:pt x="1332400" y="19926"/>
                </a:lnTo>
                <a:lnTo>
                  <a:pt x="1252699" y="19926"/>
                </a:lnTo>
                <a:lnTo>
                  <a:pt x="1252699" y="0"/>
                </a:lnTo>
                <a:moveTo>
                  <a:pt x="1392177" y="0"/>
                </a:moveTo>
                <a:lnTo>
                  <a:pt x="1471880" y="0"/>
                </a:lnTo>
                <a:lnTo>
                  <a:pt x="1471880" y="19926"/>
                </a:lnTo>
                <a:lnTo>
                  <a:pt x="1392177" y="19926"/>
                </a:lnTo>
                <a:lnTo>
                  <a:pt x="1392177" y="0"/>
                </a:lnTo>
                <a:moveTo>
                  <a:pt x="1531655" y="0"/>
                </a:moveTo>
                <a:lnTo>
                  <a:pt x="1611358" y="0"/>
                </a:lnTo>
                <a:lnTo>
                  <a:pt x="1611358" y="19926"/>
                </a:lnTo>
                <a:lnTo>
                  <a:pt x="1531655" y="19926"/>
                </a:lnTo>
                <a:lnTo>
                  <a:pt x="1531655" y="0"/>
                </a:lnTo>
                <a:moveTo>
                  <a:pt x="1671135" y="0"/>
                </a:moveTo>
                <a:lnTo>
                  <a:pt x="1712699" y="0"/>
                </a:lnTo>
                <a:lnTo>
                  <a:pt x="1720768" y="199"/>
                </a:lnTo>
                <a:lnTo>
                  <a:pt x="1728858" y="817"/>
                </a:lnTo>
                <a:lnTo>
                  <a:pt x="1736829" y="1833"/>
                </a:lnTo>
                <a:lnTo>
                  <a:pt x="1744698" y="3228"/>
                </a:lnTo>
                <a:lnTo>
                  <a:pt x="1752410" y="5021"/>
                </a:lnTo>
                <a:lnTo>
                  <a:pt x="1753148" y="5220"/>
                </a:lnTo>
                <a:lnTo>
                  <a:pt x="1747708" y="24389"/>
                </a:lnTo>
                <a:lnTo>
                  <a:pt x="1747209" y="24250"/>
                </a:lnTo>
                <a:lnTo>
                  <a:pt x="1747687" y="24369"/>
                </a:lnTo>
                <a:lnTo>
                  <a:pt x="1740454" y="22715"/>
                </a:lnTo>
                <a:lnTo>
                  <a:pt x="1740932" y="22815"/>
                </a:lnTo>
                <a:lnTo>
                  <a:pt x="1733581" y="21500"/>
                </a:lnTo>
                <a:lnTo>
                  <a:pt x="1734079" y="21560"/>
                </a:lnTo>
                <a:lnTo>
                  <a:pt x="1726607" y="20623"/>
                </a:lnTo>
                <a:lnTo>
                  <a:pt x="1727104" y="20663"/>
                </a:lnTo>
                <a:lnTo>
                  <a:pt x="1719513" y="20085"/>
                </a:lnTo>
                <a:lnTo>
                  <a:pt x="1720012" y="20125"/>
                </a:lnTo>
                <a:lnTo>
                  <a:pt x="1712320" y="19926"/>
                </a:lnTo>
                <a:lnTo>
                  <a:pt x="1712578" y="19926"/>
                </a:lnTo>
                <a:lnTo>
                  <a:pt x="1671135" y="19926"/>
                </a:lnTo>
                <a:lnTo>
                  <a:pt x="1671135" y="0"/>
                </a:lnTo>
                <a:moveTo>
                  <a:pt x="1809875" y="33176"/>
                </a:moveTo>
                <a:lnTo>
                  <a:pt x="1813980" y="36404"/>
                </a:lnTo>
                <a:lnTo>
                  <a:pt x="1819758" y="41406"/>
                </a:lnTo>
                <a:lnTo>
                  <a:pt x="1825298" y="46686"/>
                </a:lnTo>
                <a:lnTo>
                  <a:pt x="1830579" y="52225"/>
                </a:lnTo>
                <a:lnTo>
                  <a:pt x="1835580" y="58003"/>
                </a:lnTo>
                <a:lnTo>
                  <a:pt x="1840321" y="64021"/>
                </a:lnTo>
                <a:lnTo>
                  <a:pt x="1844766" y="70278"/>
                </a:lnTo>
                <a:lnTo>
                  <a:pt x="1848910" y="76754"/>
                </a:lnTo>
                <a:lnTo>
                  <a:pt x="1852755" y="83429"/>
                </a:lnTo>
                <a:lnTo>
                  <a:pt x="1856262" y="90303"/>
                </a:lnTo>
                <a:lnTo>
                  <a:pt x="1859469" y="97356"/>
                </a:lnTo>
                <a:lnTo>
                  <a:pt x="1860547" y="100126"/>
                </a:lnTo>
                <a:lnTo>
                  <a:pt x="1842016" y="107419"/>
                </a:lnTo>
                <a:lnTo>
                  <a:pt x="1841018" y="104908"/>
                </a:lnTo>
                <a:lnTo>
                  <a:pt x="1841198" y="105347"/>
                </a:lnTo>
                <a:lnTo>
                  <a:pt x="1838209" y="98731"/>
                </a:lnTo>
                <a:lnTo>
                  <a:pt x="1838428" y="99170"/>
                </a:lnTo>
                <a:lnTo>
                  <a:pt x="1835120" y="92713"/>
                </a:lnTo>
                <a:lnTo>
                  <a:pt x="1835361" y="93152"/>
                </a:lnTo>
                <a:lnTo>
                  <a:pt x="1831753" y="86895"/>
                </a:lnTo>
                <a:lnTo>
                  <a:pt x="1832012" y="87294"/>
                </a:lnTo>
                <a:lnTo>
                  <a:pt x="1828126" y="81236"/>
                </a:lnTo>
                <a:lnTo>
                  <a:pt x="1828386" y="81635"/>
                </a:lnTo>
                <a:lnTo>
                  <a:pt x="1824221" y="75777"/>
                </a:lnTo>
                <a:lnTo>
                  <a:pt x="1824501" y="76156"/>
                </a:lnTo>
                <a:lnTo>
                  <a:pt x="1820077" y="70517"/>
                </a:lnTo>
                <a:lnTo>
                  <a:pt x="1820375" y="70875"/>
                </a:lnTo>
                <a:lnTo>
                  <a:pt x="1815673" y="65456"/>
                </a:lnTo>
                <a:lnTo>
                  <a:pt x="1815992" y="65794"/>
                </a:lnTo>
                <a:lnTo>
                  <a:pt x="1811051" y="60614"/>
                </a:lnTo>
                <a:lnTo>
                  <a:pt x="1811390" y="60952"/>
                </a:lnTo>
                <a:lnTo>
                  <a:pt x="1806189" y="55991"/>
                </a:lnTo>
                <a:lnTo>
                  <a:pt x="1806547" y="56330"/>
                </a:lnTo>
                <a:lnTo>
                  <a:pt x="1801127" y="51627"/>
                </a:lnTo>
                <a:lnTo>
                  <a:pt x="1801487" y="51926"/>
                </a:lnTo>
                <a:lnTo>
                  <a:pt x="1797561" y="48838"/>
                </a:lnTo>
                <a:lnTo>
                  <a:pt x="1809875" y="33176"/>
                </a:lnTo>
                <a:moveTo>
                  <a:pt x="1872004" y="162174"/>
                </a:moveTo>
                <a:lnTo>
                  <a:pt x="1872004" y="241876"/>
                </a:lnTo>
                <a:lnTo>
                  <a:pt x="1852079" y="241876"/>
                </a:lnTo>
                <a:lnTo>
                  <a:pt x="1852079" y="162174"/>
                </a:lnTo>
                <a:lnTo>
                  <a:pt x="1872004" y="162174"/>
                </a:lnTo>
                <a:moveTo>
                  <a:pt x="1872004" y="301653"/>
                </a:moveTo>
                <a:lnTo>
                  <a:pt x="1872004" y="381355"/>
                </a:lnTo>
                <a:lnTo>
                  <a:pt x="1852079" y="381355"/>
                </a:lnTo>
                <a:lnTo>
                  <a:pt x="1852079" y="301653"/>
                </a:lnTo>
                <a:lnTo>
                  <a:pt x="1872004" y="301653"/>
                </a:lnTo>
                <a:moveTo>
                  <a:pt x="1872004" y="441132"/>
                </a:moveTo>
                <a:lnTo>
                  <a:pt x="1872004" y="520833"/>
                </a:lnTo>
                <a:lnTo>
                  <a:pt x="1852079" y="520833"/>
                </a:lnTo>
                <a:lnTo>
                  <a:pt x="1852079" y="441132"/>
                </a:lnTo>
                <a:lnTo>
                  <a:pt x="1872004" y="441132"/>
                </a:lnTo>
                <a:moveTo>
                  <a:pt x="1872004" y="580610"/>
                </a:moveTo>
                <a:lnTo>
                  <a:pt x="1872004" y="660312"/>
                </a:lnTo>
                <a:lnTo>
                  <a:pt x="1852079" y="660312"/>
                </a:lnTo>
                <a:lnTo>
                  <a:pt x="1852079" y="580610"/>
                </a:lnTo>
                <a:lnTo>
                  <a:pt x="1872004" y="580610"/>
                </a:lnTo>
                <a:moveTo>
                  <a:pt x="1872004" y="720089"/>
                </a:moveTo>
                <a:lnTo>
                  <a:pt x="1872004" y="799791"/>
                </a:lnTo>
                <a:lnTo>
                  <a:pt x="1852079" y="799791"/>
                </a:lnTo>
                <a:lnTo>
                  <a:pt x="1852079" y="720089"/>
                </a:lnTo>
                <a:lnTo>
                  <a:pt x="1872004" y="720089"/>
                </a:lnTo>
                <a:moveTo>
                  <a:pt x="1872004" y="859567"/>
                </a:moveTo>
                <a:lnTo>
                  <a:pt x="1872004" y="939269"/>
                </a:lnTo>
                <a:lnTo>
                  <a:pt x="1852079" y="939269"/>
                </a:lnTo>
                <a:lnTo>
                  <a:pt x="1852079" y="859567"/>
                </a:lnTo>
                <a:lnTo>
                  <a:pt x="1872004" y="859567"/>
                </a:lnTo>
                <a:moveTo>
                  <a:pt x="1872004" y="999046"/>
                </a:moveTo>
                <a:lnTo>
                  <a:pt x="1872004" y="1063127"/>
                </a:lnTo>
                <a:lnTo>
                  <a:pt x="1871785" y="1071196"/>
                </a:lnTo>
                <a:lnTo>
                  <a:pt x="1871166" y="1079306"/>
                </a:lnTo>
                <a:lnTo>
                  <a:pt x="1871086" y="1079964"/>
                </a:lnTo>
                <a:lnTo>
                  <a:pt x="1851320" y="1077453"/>
                </a:lnTo>
                <a:lnTo>
                  <a:pt x="1851379" y="1077035"/>
                </a:lnTo>
                <a:lnTo>
                  <a:pt x="1851320" y="1077533"/>
                </a:lnTo>
                <a:lnTo>
                  <a:pt x="1851899" y="1069941"/>
                </a:lnTo>
                <a:lnTo>
                  <a:pt x="1851878" y="1070439"/>
                </a:lnTo>
                <a:lnTo>
                  <a:pt x="1852079" y="1062748"/>
                </a:lnTo>
                <a:lnTo>
                  <a:pt x="1852079" y="1063007"/>
                </a:lnTo>
                <a:lnTo>
                  <a:pt x="1852079" y="999046"/>
                </a:lnTo>
                <a:lnTo>
                  <a:pt x="1872004" y="999046"/>
                </a:lnTo>
                <a:moveTo>
                  <a:pt x="1851997" y="1140318"/>
                </a:moveTo>
                <a:lnTo>
                  <a:pt x="1848910" y="1145678"/>
                </a:lnTo>
                <a:lnTo>
                  <a:pt x="1844766" y="1152154"/>
                </a:lnTo>
                <a:lnTo>
                  <a:pt x="1840321" y="1158410"/>
                </a:lnTo>
                <a:lnTo>
                  <a:pt x="1835580" y="1164428"/>
                </a:lnTo>
                <a:lnTo>
                  <a:pt x="1830579" y="1170207"/>
                </a:lnTo>
                <a:lnTo>
                  <a:pt x="1825298" y="1175746"/>
                </a:lnTo>
                <a:lnTo>
                  <a:pt x="1819758" y="1181026"/>
                </a:lnTo>
                <a:lnTo>
                  <a:pt x="1813980" y="1186028"/>
                </a:lnTo>
                <a:lnTo>
                  <a:pt x="1807962" y="1190750"/>
                </a:lnTo>
                <a:lnTo>
                  <a:pt x="1801706" y="1195193"/>
                </a:lnTo>
                <a:lnTo>
                  <a:pt x="1795249" y="1199357"/>
                </a:lnTo>
                <a:lnTo>
                  <a:pt x="1793397" y="1200413"/>
                </a:lnTo>
                <a:lnTo>
                  <a:pt x="1783455" y="1183138"/>
                </a:lnTo>
                <a:lnTo>
                  <a:pt x="1785109" y="1182201"/>
                </a:lnTo>
                <a:lnTo>
                  <a:pt x="1784690" y="1182441"/>
                </a:lnTo>
                <a:lnTo>
                  <a:pt x="1790768" y="1178555"/>
                </a:lnTo>
                <a:lnTo>
                  <a:pt x="1790367" y="1178814"/>
                </a:lnTo>
                <a:lnTo>
                  <a:pt x="1796226" y="1174650"/>
                </a:lnTo>
                <a:lnTo>
                  <a:pt x="1795848" y="1174949"/>
                </a:lnTo>
                <a:lnTo>
                  <a:pt x="1801487" y="1170505"/>
                </a:lnTo>
                <a:lnTo>
                  <a:pt x="1801127" y="1170805"/>
                </a:lnTo>
                <a:lnTo>
                  <a:pt x="1806547" y="1166101"/>
                </a:lnTo>
                <a:lnTo>
                  <a:pt x="1806189" y="1166441"/>
                </a:lnTo>
                <a:lnTo>
                  <a:pt x="1811390" y="1161479"/>
                </a:lnTo>
                <a:lnTo>
                  <a:pt x="1811051" y="1161818"/>
                </a:lnTo>
                <a:lnTo>
                  <a:pt x="1815992" y="1156617"/>
                </a:lnTo>
                <a:lnTo>
                  <a:pt x="1815673" y="1156976"/>
                </a:lnTo>
                <a:lnTo>
                  <a:pt x="1820375" y="1151556"/>
                </a:lnTo>
                <a:lnTo>
                  <a:pt x="1820077" y="1151915"/>
                </a:lnTo>
                <a:lnTo>
                  <a:pt x="1824501" y="1146276"/>
                </a:lnTo>
                <a:lnTo>
                  <a:pt x="1824221" y="1146655"/>
                </a:lnTo>
                <a:lnTo>
                  <a:pt x="1828386" y="1140796"/>
                </a:lnTo>
                <a:lnTo>
                  <a:pt x="1828126" y="1141195"/>
                </a:lnTo>
                <a:lnTo>
                  <a:pt x="1832012" y="1135137"/>
                </a:lnTo>
                <a:lnTo>
                  <a:pt x="1831753" y="1135536"/>
                </a:lnTo>
                <a:lnTo>
                  <a:pt x="1834721" y="1130375"/>
                </a:lnTo>
                <a:lnTo>
                  <a:pt x="1851997" y="1140318"/>
                </a:lnTo>
                <a:moveTo>
                  <a:pt x="1733560" y="1221016"/>
                </a:moveTo>
                <a:lnTo>
                  <a:pt x="1728858" y="1221614"/>
                </a:lnTo>
                <a:lnTo>
                  <a:pt x="1720768" y="1222232"/>
                </a:lnTo>
                <a:lnTo>
                  <a:pt x="1712699" y="1222431"/>
                </a:lnTo>
                <a:lnTo>
                  <a:pt x="1652664" y="1222431"/>
                </a:lnTo>
                <a:lnTo>
                  <a:pt x="1652664" y="1202506"/>
                </a:lnTo>
                <a:lnTo>
                  <a:pt x="1712578" y="1202506"/>
                </a:lnTo>
                <a:lnTo>
                  <a:pt x="1712320" y="1202506"/>
                </a:lnTo>
                <a:lnTo>
                  <a:pt x="1720012" y="1202306"/>
                </a:lnTo>
                <a:lnTo>
                  <a:pt x="1719513" y="1202346"/>
                </a:lnTo>
                <a:lnTo>
                  <a:pt x="1727104" y="1201769"/>
                </a:lnTo>
                <a:lnTo>
                  <a:pt x="1726607" y="1201809"/>
                </a:lnTo>
                <a:lnTo>
                  <a:pt x="1731050" y="1201251"/>
                </a:lnTo>
                <a:lnTo>
                  <a:pt x="1733560" y="1221016"/>
                </a:lnTo>
                <a:moveTo>
                  <a:pt x="1592886" y="1222431"/>
                </a:moveTo>
                <a:lnTo>
                  <a:pt x="1513184" y="1222431"/>
                </a:lnTo>
                <a:lnTo>
                  <a:pt x="1513184" y="1202506"/>
                </a:lnTo>
                <a:lnTo>
                  <a:pt x="1592886" y="1202506"/>
                </a:lnTo>
                <a:lnTo>
                  <a:pt x="1592886" y="1222431"/>
                </a:lnTo>
                <a:moveTo>
                  <a:pt x="1453408" y="1222431"/>
                </a:moveTo>
                <a:lnTo>
                  <a:pt x="1373705" y="1222431"/>
                </a:lnTo>
                <a:lnTo>
                  <a:pt x="1373705" y="1202506"/>
                </a:lnTo>
                <a:lnTo>
                  <a:pt x="1453408" y="1202506"/>
                </a:lnTo>
                <a:lnTo>
                  <a:pt x="1453408" y="1222431"/>
                </a:lnTo>
                <a:moveTo>
                  <a:pt x="1313930" y="1222431"/>
                </a:moveTo>
                <a:lnTo>
                  <a:pt x="1234227" y="1222431"/>
                </a:lnTo>
                <a:lnTo>
                  <a:pt x="1234227" y="1202506"/>
                </a:lnTo>
                <a:lnTo>
                  <a:pt x="1313930" y="1202506"/>
                </a:lnTo>
                <a:lnTo>
                  <a:pt x="1313930" y="1222431"/>
                </a:lnTo>
                <a:moveTo>
                  <a:pt x="1174450" y="1222431"/>
                </a:moveTo>
                <a:lnTo>
                  <a:pt x="1094749" y="1222431"/>
                </a:lnTo>
                <a:lnTo>
                  <a:pt x="1094749" y="1202506"/>
                </a:lnTo>
                <a:lnTo>
                  <a:pt x="1174450" y="1202506"/>
                </a:lnTo>
                <a:lnTo>
                  <a:pt x="1174450" y="1222431"/>
                </a:lnTo>
                <a:moveTo>
                  <a:pt x="1034972" y="1222431"/>
                </a:moveTo>
                <a:lnTo>
                  <a:pt x="955269" y="1222431"/>
                </a:lnTo>
                <a:lnTo>
                  <a:pt x="955269" y="1202506"/>
                </a:lnTo>
                <a:lnTo>
                  <a:pt x="1034972" y="1202506"/>
                </a:lnTo>
                <a:lnTo>
                  <a:pt x="1034972" y="1222431"/>
                </a:lnTo>
                <a:moveTo>
                  <a:pt x="895494" y="1222431"/>
                </a:moveTo>
                <a:lnTo>
                  <a:pt x="815791" y="1222431"/>
                </a:lnTo>
                <a:lnTo>
                  <a:pt x="815791" y="1202506"/>
                </a:lnTo>
                <a:lnTo>
                  <a:pt x="895494" y="1202506"/>
                </a:lnTo>
                <a:lnTo>
                  <a:pt x="895494" y="1222431"/>
                </a:lnTo>
                <a:moveTo>
                  <a:pt x="756014" y="1222431"/>
                </a:moveTo>
                <a:lnTo>
                  <a:pt x="676313" y="1222431"/>
                </a:lnTo>
                <a:lnTo>
                  <a:pt x="676313" y="1202506"/>
                </a:lnTo>
                <a:lnTo>
                  <a:pt x="756014" y="1202506"/>
                </a:lnTo>
                <a:lnTo>
                  <a:pt x="756014" y="1222431"/>
                </a:lnTo>
                <a:moveTo>
                  <a:pt x="616536" y="1222431"/>
                </a:moveTo>
                <a:lnTo>
                  <a:pt x="536833" y="1222431"/>
                </a:lnTo>
                <a:lnTo>
                  <a:pt x="536833" y="1202506"/>
                </a:lnTo>
                <a:lnTo>
                  <a:pt x="616536" y="1202506"/>
                </a:lnTo>
                <a:lnTo>
                  <a:pt x="616536" y="1222431"/>
                </a:lnTo>
                <a:moveTo>
                  <a:pt x="477058" y="1222431"/>
                </a:moveTo>
                <a:lnTo>
                  <a:pt x="397355" y="1222431"/>
                </a:lnTo>
                <a:lnTo>
                  <a:pt x="397355" y="1202506"/>
                </a:lnTo>
                <a:lnTo>
                  <a:pt x="477058" y="1202506"/>
                </a:lnTo>
                <a:lnTo>
                  <a:pt x="477058" y="1222431"/>
                </a:lnTo>
                <a:moveTo>
                  <a:pt x="337577" y="1222431"/>
                </a:moveTo>
                <a:lnTo>
                  <a:pt x="257877" y="1222431"/>
                </a:lnTo>
                <a:lnTo>
                  <a:pt x="257877" y="1202506"/>
                </a:lnTo>
                <a:lnTo>
                  <a:pt x="337577" y="1202506"/>
                </a:lnTo>
                <a:lnTo>
                  <a:pt x="337577" y="1222431"/>
                </a:lnTo>
                <a:moveTo>
                  <a:pt x="198099" y="1222431"/>
                </a:moveTo>
                <a:lnTo>
                  <a:pt x="159285" y="1222431"/>
                </a:lnTo>
                <a:lnTo>
                  <a:pt x="151215" y="1222232"/>
                </a:lnTo>
                <a:lnTo>
                  <a:pt x="143125" y="1221614"/>
                </a:lnTo>
                <a:lnTo>
                  <a:pt x="135155" y="1220598"/>
                </a:lnTo>
                <a:lnTo>
                  <a:pt x="127304" y="1219204"/>
                </a:lnTo>
                <a:lnTo>
                  <a:pt x="119572" y="1217410"/>
                </a:lnTo>
                <a:lnTo>
                  <a:pt x="116185" y="1216454"/>
                </a:lnTo>
                <a:lnTo>
                  <a:pt x="121625" y="1197285"/>
                </a:lnTo>
                <a:lnTo>
                  <a:pt x="124773" y="1198182"/>
                </a:lnTo>
                <a:lnTo>
                  <a:pt x="124295" y="1198062"/>
                </a:lnTo>
                <a:lnTo>
                  <a:pt x="131528" y="1199716"/>
                </a:lnTo>
                <a:lnTo>
                  <a:pt x="131050" y="1199617"/>
                </a:lnTo>
                <a:lnTo>
                  <a:pt x="138403" y="1200932"/>
                </a:lnTo>
                <a:lnTo>
                  <a:pt x="137905" y="1200872"/>
                </a:lnTo>
                <a:lnTo>
                  <a:pt x="145396" y="1201809"/>
                </a:lnTo>
                <a:lnTo>
                  <a:pt x="144878" y="1201769"/>
                </a:lnTo>
                <a:lnTo>
                  <a:pt x="152469" y="1202346"/>
                </a:lnTo>
                <a:lnTo>
                  <a:pt x="151973" y="1202306"/>
                </a:lnTo>
                <a:lnTo>
                  <a:pt x="159663" y="1202506"/>
                </a:lnTo>
                <a:lnTo>
                  <a:pt x="159404" y="1202506"/>
                </a:lnTo>
                <a:lnTo>
                  <a:pt x="198099" y="1202506"/>
                </a:lnTo>
                <a:lnTo>
                  <a:pt x="198099" y="1222431"/>
                </a:lnTo>
                <a:moveTo>
                  <a:pt x="59956" y="1187561"/>
                </a:moveTo>
                <a:lnTo>
                  <a:pt x="58004" y="1186028"/>
                </a:lnTo>
                <a:lnTo>
                  <a:pt x="52224" y="1181026"/>
                </a:lnTo>
                <a:lnTo>
                  <a:pt x="46686" y="1175746"/>
                </a:lnTo>
                <a:lnTo>
                  <a:pt x="41405" y="1170207"/>
                </a:lnTo>
                <a:lnTo>
                  <a:pt x="36404" y="1164428"/>
                </a:lnTo>
                <a:lnTo>
                  <a:pt x="31661" y="1158410"/>
                </a:lnTo>
                <a:lnTo>
                  <a:pt x="27219" y="1152154"/>
                </a:lnTo>
                <a:lnTo>
                  <a:pt x="23075" y="1145678"/>
                </a:lnTo>
                <a:lnTo>
                  <a:pt x="19228" y="1139003"/>
                </a:lnTo>
                <a:lnTo>
                  <a:pt x="15721" y="1132129"/>
                </a:lnTo>
                <a:lnTo>
                  <a:pt x="12513" y="1125076"/>
                </a:lnTo>
                <a:lnTo>
                  <a:pt x="10422" y="1119755"/>
                </a:lnTo>
                <a:lnTo>
                  <a:pt x="28972" y="1112442"/>
                </a:lnTo>
                <a:lnTo>
                  <a:pt x="30964" y="1117523"/>
                </a:lnTo>
                <a:lnTo>
                  <a:pt x="30785" y="1117085"/>
                </a:lnTo>
                <a:lnTo>
                  <a:pt x="33773" y="1123701"/>
                </a:lnTo>
                <a:lnTo>
                  <a:pt x="33554" y="1123262"/>
                </a:lnTo>
                <a:lnTo>
                  <a:pt x="36862" y="1129717"/>
                </a:lnTo>
                <a:lnTo>
                  <a:pt x="36623" y="1129279"/>
                </a:lnTo>
                <a:lnTo>
                  <a:pt x="40230" y="1135536"/>
                </a:lnTo>
                <a:lnTo>
                  <a:pt x="39970" y="1135137"/>
                </a:lnTo>
                <a:lnTo>
                  <a:pt x="43876" y="1141195"/>
                </a:lnTo>
                <a:lnTo>
                  <a:pt x="43597" y="1140796"/>
                </a:lnTo>
                <a:lnTo>
                  <a:pt x="47761" y="1146655"/>
                </a:lnTo>
                <a:lnTo>
                  <a:pt x="47482" y="1146276"/>
                </a:lnTo>
                <a:lnTo>
                  <a:pt x="51926" y="1151915"/>
                </a:lnTo>
                <a:lnTo>
                  <a:pt x="51607" y="1151556"/>
                </a:lnTo>
                <a:lnTo>
                  <a:pt x="56309" y="1156976"/>
                </a:lnTo>
                <a:lnTo>
                  <a:pt x="55990" y="1156617"/>
                </a:lnTo>
                <a:lnTo>
                  <a:pt x="60933" y="1161818"/>
                </a:lnTo>
                <a:lnTo>
                  <a:pt x="60613" y="1161479"/>
                </a:lnTo>
                <a:lnTo>
                  <a:pt x="65793" y="1166441"/>
                </a:lnTo>
                <a:lnTo>
                  <a:pt x="65435" y="1166101"/>
                </a:lnTo>
                <a:lnTo>
                  <a:pt x="70876" y="1170805"/>
                </a:lnTo>
                <a:lnTo>
                  <a:pt x="70495" y="1170505"/>
                </a:lnTo>
                <a:lnTo>
                  <a:pt x="72270" y="1171900"/>
                </a:lnTo>
                <a:lnTo>
                  <a:pt x="59956" y="1187561"/>
                </a:lnTo>
              </a:path>
            </a:pathLst>
          </a:custGeom>
          <a:solidFill xmlns:a="http://schemas.openxmlformats.org/drawingml/2006/main">
            <a:srgbClr val="C65F1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" name="path-62">
            <a:extLst xmlns:a="http://schemas.openxmlformats.org/drawingml/2006/main">
              <a:ext uri="{FF2B5EF4-FFF2-40B4-BE49-F238E27FC236}">
                <a16:creationId xmlns:a16="http://schemas.microsoft.com/office/drawing/2014/main" id="{5FCA7418-F0AE-44B3-8682-B89FFE1E7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0801" y="1473188"/>
            <a:ext cx="2106003" cy="1375235"/>
          </a:xfrm>
          <a:custGeom xmlns:a="http://schemas.openxmlformats.org/drawingml/2006/main">
            <a:pathLst>
              <a:path w="1872003" h="1222431">
                <a:moveTo>
                  <a:pt x="0" y="1063007"/>
                </a:moveTo>
                <a:lnTo>
                  <a:pt x="0" y="983305"/>
                </a:lnTo>
                <a:lnTo>
                  <a:pt x="19925" y="983305"/>
                </a:lnTo>
                <a:lnTo>
                  <a:pt x="19925" y="1063007"/>
                </a:lnTo>
                <a:lnTo>
                  <a:pt x="0" y="1063007"/>
                </a:lnTo>
                <a:moveTo>
                  <a:pt x="0" y="923528"/>
                </a:moveTo>
                <a:lnTo>
                  <a:pt x="0" y="843826"/>
                </a:lnTo>
                <a:lnTo>
                  <a:pt x="19925" y="843826"/>
                </a:lnTo>
                <a:lnTo>
                  <a:pt x="19925" y="923528"/>
                </a:lnTo>
                <a:lnTo>
                  <a:pt x="0" y="923528"/>
                </a:lnTo>
                <a:moveTo>
                  <a:pt x="0" y="784050"/>
                </a:moveTo>
                <a:lnTo>
                  <a:pt x="0" y="704347"/>
                </a:lnTo>
                <a:lnTo>
                  <a:pt x="19925" y="704347"/>
                </a:lnTo>
                <a:lnTo>
                  <a:pt x="19925" y="784050"/>
                </a:lnTo>
                <a:lnTo>
                  <a:pt x="0" y="784050"/>
                </a:lnTo>
                <a:moveTo>
                  <a:pt x="0" y="644571"/>
                </a:moveTo>
                <a:lnTo>
                  <a:pt x="0" y="564869"/>
                </a:lnTo>
                <a:lnTo>
                  <a:pt x="19925" y="564869"/>
                </a:lnTo>
                <a:lnTo>
                  <a:pt x="19925" y="644571"/>
                </a:lnTo>
                <a:lnTo>
                  <a:pt x="0" y="644571"/>
                </a:lnTo>
                <a:moveTo>
                  <a:pt x="0" y="505092"/>
                </a:moveTo>
                <a:lnTo>
                  <a:pt x="0" y="425390"/>
                </a:lnTo>
                <a:lnTo>
                  <a:pt x="19925" y="425390"/>
                </a:lnTo>
                <a:lnTo>
                  <a:pt x="19925" y="505092"/>
                </a:lnTo>
                <a:lnTo>
                  <a:pt x="0" y="505092"/>
                </a:lnTo>
                <a:moveTo>
                  <a:pt x="0" y="365613"/>
                </a:moveTo>
                <a:lnTo>
                  <a:pt x="0" y="285911"/>
                </a:lnTo>
                <a:lnTo>
                  <a:pt x="19925" y="285911"/>
                </a:lnTo>
                <a:lnTo>
                  <a:pt x="19925" y="365613"/>
                </a:lnTo>
                <a:lnTo>
                  <a:pt x="0" y="365613"/>
                </a:lnTo>
                <a:moveTo>
                  <a:pt x="0" y="226135"/>
                </a:moveTo>
                <a:lnTo>
                  <a:pt x="0" y="159305"/>
                </a:lnTo>
                <a:lnTo>
                  <a:pt x="198" y="151235"/>
                </a:lnTo>
                <a:lnTo>
                  <a:pt x="617" y="145695"/>
                </a:lnTo>
                <a:lnTo>
                  <a:pt x="20483" y="147210"/>
                </a:lnTo>
                <a:lnTo>
                  <a:pt x="20085" y="152490"/>
                </a:lnTo>
                <a:lnTo>
                  <a:pt x="20105" y="151992"/>
                </a:lnTo>
                <a:lnTo>
                  <a:pt x="19905" y="159683"/>
                </a:lnTo>
                <a:lnTo>
                  <a:pt x="19925" y="159424"/>
                </a:lnTo>
                <a:lnTo>
                  <a:pt x="19925" y="226135"/>
                </a:lnTo>
                <a:lnTo>
                  <a:pt x="0" y="226135"/>
                </a:lnTo>
                <a:moveTo>
                  <a:pt x="18451" y="84962"/>
                </a:moveTo>
                <a:lnTo>
                  <a:pt x="19228" y="83428"/>
                </a:lnTo>
                <a:lnTo>
                  <a:pt x="23074" y="76753"/>
                </a:lnTo>
                <a:lnTo>
                  <a:pt x="27218" y="70277"/>
                </a:lnTo>
                <a:lnTo>
                  <a:pt x="31662" y="64021"/>
                </a:lnTo>
                <a:lnTo>
                  <a:pt x="36403" y="58003"/>
                </a:lnTo>
                <a:lnTo>
                  <a:pt x="41404" y="52225"/>
                </a:lnTo>
                <a:lnTo>
                  <a:pt x="46685" y="46685"/>
                </a:lnTo>
                <a:lnTo>
                  <a:pt x="52225" y="41405"/>
                </a:lnTo>
                <a:lnTo>
                  <a:pt x="58003" y="36404"/>
                </a:lnTo>
                <a:lnTo>
                  <a:pt x="64020" y="31681"/>
                </a:lnTo>
                <a:lnTo>
                  <a:pt x="70278" y="27238"/>
                </a:lnTo>
                <a:lnTo>
                  <a:pt x="75816" y="23672"/>
                </a:lnTo>
                <a:lnTo>
                  <a:pt x="86576" y="40449"/>
                </a:lnTo>
                <a:lnTo>
                  <a:pt x="81218" y="43876"/>
                </a:lnTo>
                <a:lnTo>
                  <a:pt x="81614" y="43617"/>
                </a:lnTo>
                <a:lnTo>
                  <a:pt x="75757" y="47781"/>
                </a:lnTo>
                <a:lnTo>
                  <a:pt x="76156" y="47482"/>
                </a:lnTo>
                <a:lnTo>
                  <a:pt x="70496" y="51926"/>
                </a:lnTo>
                <a:lnTo>
                  <a:pt x="70875" y="51627"/>
                </a:lnTo>
                <a:lnTo>
                  <a:pt x="65436" y="56330"/>
                </a:lnTo>
                <a:lnTo>
                  <a:pt x="65794" y="55991"/>
                </a:lnTo>
                <a:lnTo>
                  <a:pt x="60614" y="60952"/>
                </a:lnTo>
                <a:lnTo>
                  <a:pt x="60933" y="60613"/>
                </a:lnTo>
                <a:lnTo>
                  <a:pt x="55991" y="65794"/>
                </a:lnTo>
                <a:lnTo>
                  <a:pt x="56310" y="65455"/>
                </a:lnTo>
                <a:lnTo>
                  <a:pt x="51608" y="70875"/>
                </a:lnTo>
                <a:lnTo>
                  <a:pt x="51925" y="70516"/>
                </a:lnTo>
                <a:lnTo>
                  <a:pt x="47482" y="76155"/>
                </a:lnTo>
                <a:lnTo>
                  <a:pt x="47762" y="75777"/>
                </a:lnTo>
                <a:lnTo>
                  <a:pt x="43598" y="81635"/>
                </a:lnTo>
                <a:lnTo>
                  <a:pt x="43876" y="81236"/>
                </a:lnTo>
                <a:lnTo>
                  <a:pt x="39971" y="87294"/>
                </a:lnTo>
                <a:lnTo>
                  <a:pt x="40231" y="86895"/>
                </a:lnTo>
                <a:lnTo>
                  <a:pt x="36622" y="93152"/>
                </a:lnTo>
                <a:lnTo>
                  <a:pt x="36863" y="92713"/>
                </a:lnTo>
                <a:lnTo>
                  <a:pt x="36185" y="94048"/>
                </a:lnTo>
                <a:lnTo>
                  <a:pt x="18451" y="84962"/>
                </a:lnTo>
                <a:moveTo>
                  <a:pt x="135694" y="1753"/>
                </a:moveTo>
                <a:lnTo>
                  <a:pt x="143125" y="817"/>
                </a:lnTo>
                <a:lnTo>
                  <a:pt x="151215" y="199"/>
                </a:lnTo>
                <a:lnTo>
                  <a:pt x="159285" y="0"/>
                </a:lnTo>
                <a:lnTo>
                  <a:pt x="216570" y="0"/>
                </a:lnTo>
                <a:lnTo>
                  <a:pt x="216570" y="19926"/>
                </a:lnTo>
                <a:lnTo>
                  <a:pt x="159403" y="19926"/>
                </a:lnTo>
                <a:lnTo>
                  <a:pt x="159663" y="19926"/>
                </a:lnTo>
                <a:lnTo>
                  <a:pt x="151972" y="20124"/>
                </a:lnTo>
                <a:lnTo>
                  <a:pt x="152470" y="20085"/>
                </a:lnTo>
                <a:lnTo>
                  <a:pt x="144879" y="20663"/>
                </a:lnTo>
                <a:lnTo>
                  <a:pt x="145397" y="20623"/>
                </a:lnTo>
                <a:lnTo>
                  <a:pt x="138223" y="21519"/>
                </a:lnTo>
                <a:lnTo>
                  <a:pt x="135694" y="1753"/>
                </a:lnTo>
                <a:moveTo>
                  <a:pt x="276347" y="0"/>
                </a:moveTo>
                <a:lnTo>
                  <a:pt x="356048" y="0"/>
                </a:lnTo>
                <a:lnTo>
                  <a:pt x="356048" y="19926"/>
                </a:lnTo>
                <a:lnTo>
                  <a:pt x="276347" y="19926"/>
                </a:lnTo>
                <a:lnTo>
                  <a:pt x="276347" y="0"/>
                </a:lnTo>
                <a:moveTo>
                  <a:pt x="415825" y="0"/>
                </a:moveTo>
                <a:lnTo>
                  <a:pt x="495528" y="0"/>
                </a:lnTo>
                <a:lnTo>
                  <a:pt x="495528" y="19926"/>
                </a:lnTo>
                <a:lnTo>
                  <a:pt x="415825" y="19926"/>
                </a:lnTo>
                <a:lnTo>
                  <a:pt x="415825" y="0"/>
                </a:lnTo>
                <a:moveTo>
                  <a:pt x="555304" y="0"/>
                </a:moveTo>
                <a:lnTo>
                  <a:pt x="635006" y="0"/>
                </a:lnTo>
                <a:lnTo>
                  <a:pt x="635006" y="19926"/>
                </a:lnTo>
                <a:lnTo>
                  <a:pt x="555304" y="19926"/>
                </a:lnTo>
                <a:lnTo>
                  <a:pt x="555304" y="0"/>
                </a:lnTo>
                <a:moveTo>
                  <a:pt x="694784" y="0"/>
                </a:moveTo>
                <a:lnTo>
                  <a:pt x="774484" y="0"/>
                </a:lnTo>
                <a:lnTo>
                  <a:pt x="774484" y="19926"/>
                </a:lnTo>
                <a:lnTo>
                  <a:pt x="694784" y="19926"/>
                </a:lnTo>
                <a:lnTo>
                  <a:pt x="694784" y="0"/>
                </a:lnTo>
                <a:moveTo>
                  <a:pt x="834262" y="0"/>
                </a:moveTo>
                <a:lnTo>
                  <a:pt x="913964" y="0"/>
                </a:lnTo>
                <a:lnTo>
                  <a:pt x="913964" y="19926"/>
                </a:lnTo>
                <a:lnTo>
                  <a:pt x="834262" y="19926"/>
                </a:lnTo>
                <a:lnTo>
                  <a:pt x="834262" y="0"/>
                </a:lnTo>
                <a:moveTo>
                  <a:pt x="973740" y="0"/>
                </a:moveTo>
                <a:lnTo>
                  <a:pt x="1053442" y="0"/>
                </a:lnTo>
                <a:lnTo>
                  <a:pt x="1053442" y="19926"/>
                </a:lnTo>
                <a:lnTo>
                  <a:pt x="973740" y="19926"/>
                </a:lnTo>
                <a:lnTo>
                  <a:pt x="973740" y="0"/>
                </a:lnTo>
                <a:moveTo>
                  <a:pt x="1113220" y="0"/>
                </a:moveTo>
                <a:lnTo>
                  <a:pt x="1192920" y="0"/>
                </a:lnTo>
                <a:lnTo>
                  <a:pt x="1192920" y="19926"/>
                </a:lnTo>
                <a:lnTo>
                  <a:pt x="1113220" y="19926"/>
                </a:lnTo>
                <a:lnTo>
                  <a:pt x="1113220" y="0"/>
                </a:lnTo>
                <a:moveTo>
                  <a:pt x="1252698" y="0"/>
                </a:moveTo>
                <a:lnTo>
                  <a:pt x="1332401" y="0"/>
                </a:lnTo>
                <a:lnTo>
                  <a:pt x="1332401" y="19926"/>
                </a:lnTo>
                <a:lnTo>
                  <a:pt x="1252698" y="19926"/>
                </a:lnTo>
                <a:lnTo>
                  <a:pt x="1252698" y="0"/>
                </a:lnTo>
                <a:moveTo>
                  <a:pt x="1392176" y="0"/>
                </a:moveTo>
                <a:lnTo>
                  <a:pt x="1471879" y="0"/>
                </a:lnTo>
                <a:lnTo>
                  <a:pt x="1471879" y="19926"/>
                </a:lnTo>
                <a:lnTo>
                  <a:pt x="1392176" y="19926"/>
                </a:lnTo>
                <a:lnTo>
                  <a:pt x="1392176" y="0"/>
                </a:lnTo>
                <a:moveTo>
                  <a:pt x="1531654" y="0"/>
                </a:moveTo>
                <a:lnTo>
                  <a:pt x="1611357" y="0"/>
                </a:lnTo>
                <a:lnTo>
                  <a:pt x="1611357" y="19926"/>
                </a:lnTo>
                <a:lnTo>
                  <a:pt x="1531654" y="19926"/>
                </a:lnTo>
                <a:lnTo>
                  <a:pt x="1531654" y="0"/>
                </a:lnTo>
                <a:moveTo>
                  <a:pt x="1671134" y="0"/>
                </a:moveTo>
                <a:lnTo>
                  <a:pt x="1712698" y="0"/>
                </a:lnTo>
                <a:lnTo>
                  <a:pt x="1720769" y="199"/>
                </a:lnTo>
                <a:lnTo>
                  <a:pt x="1728859" y="817"/>
                </a:lnTo>
                <a:lnTo>
                  <a:pt x="1736828" y="1833"/>
                </a:lnTo>
                <a:lnTo>
                  <a:pt x="1744699" y="3228"/>
                </a:lnTo>
                <a:lnTo>
                  <a:pt x="1752411" y="5021"/>
                </a:lnTo>
                <a:lnTo>
                  <a:pt x="1753147" y="5220"/>
                </a:lnTo>
                <a:lnTo>
                  <a:pt x="1747709" y="24389"/>
                </a:lnTo>
                <a:lnTo>
                  <a:pt x="1747210" y="24249"/>
                </a:lnTo>
                <a:lnTo>
                  <a:pt x="1747688" y="24369"/>
                </a:lnTo>
                <a:lnTo>
                  <a:pt x="1740455" y="22715"/>
                </a:lnTo>
                <a:lnTo>
                  <a:pt x="1740933" y="22814"/>
                </a:lnTo>
                <a:lnTo>
                  <a:pt x="1733582" y="21499"/>
                </a:lnTo>
                <a:lnTo>
                  <a:pt x="1734078" y="21559"/>
                </a:lnTo>
                <a:lnTo>
                  <a:pt x="1726606" y="20623"/>
                </a:lnTo>
                <a:lnTo>
                  <a:pt x="1727105" y="20663"/>
                </a:lnTo>
                <a:lnTo>
                  <a:pt x="1719514" y="20085"/>
                </a:lnTo>
                <a:lnTo>
                  <a:pt x="1720011" y="20124"/>
                </a:lnTo>
                <a:lnTo>
                  <a:pt x="1712319" y="19926"/>
                </a:lnTo>
                <a:lnTo>
                  <a:pt x="1712579" y="19926"/>
                </a:lnTo>
                <a:lnTo>
                  <a:pt x="1671134" y="19926"/>
                </a:lnTo>
                <a:lnTo>
                  <a:pt x="1671134" y="0"/>
                </a:lnTo>
                <a:moveTo>
                  <a:pt x="1809876" y="33176"/>
                </a:moveTo>
                <a:lnTo>
                  <a:pt x="1813979" y="36404"/>
                </a:lnTo>
                <a:lnTo>
                  <a:pt x="1819757" y="41405"/>
                </a:lnTo>
                <a:lnTo>
                  <a:pt x="1825297" y="46685"/>
                </a:lnTo>
                <a:lnTo>
                  <a:pt x="1830578" y="52225"/>
                </a:lnTo>
                <a:lnTo>
                  <a:pt x="1835579" y="58003"/>
                </a:lnTo>
                <a:lnTo>
                  <a:pt x="1840322" y="64021"/>
                </a:lnTo>
                <a:lnTo>
                  <a:pt x="1844765" y="70277"/>
                </a:lnTo>
                <a:lnTo>
                  <a:pt x="1848909" y="76753"/>
                </a:lnTo>
                <a:lnTo>
                  <a:pt x="1852754" y="83428"/>
                </a:lnTo>
                <a:lnTo>
                  <a:pt x="1856263" y="90303"/>
                </a:lnTo>
                <a:lnTo>
                  <a:pt x="1859470" y="97356"/>
                </a:lnTo>
                <a:lnTo>
                  <a:pt x="1860546" y="100126"/>
                </a:lnTo>
                <a:lnTo>
                  <a:pt x="1842015" y="107419"/>
                </a:lnTo>
                <a:lnTo>
                  <a:pt x="1841019" y="104908"/>
                </a:lnTo>
                <a:lnTo>
                  <a:pt x="1841199" y="105346"/>
                </a:lnTo>
                <a:lnTo>
                  <a:pt x="1838210" y="98731"/>
                </a:lnTo>
                <a:lnTo>
                  <a:pt x="1838429" y="99169"/>
                </a:lnTo>
                <a:lnTo>
                  <a:pt x="1835121" y="92713"/>
                </a:lnTo>
                <a:lnTo>
                  <a:pt x="1835360" y="93152"/>
                </a:lnTo>
                <a:lnTo>
                  <a:pt x="1831754" y="86895"/>
                </a:lnTo>
                <a:lnTo>
                  <a:pt x="1832013" y="87294"/>
                </a:lnTo>
                <a:lnTo>
                  <a:pt x="1828127" y="81236"/>
                </a:lnTo>
                <a:lnTo>
                  <a:pt x="1828387" y="81635"/>
                </a:lnTo>
                <a:lnTo>
                  <a:pt x="1824222" y="75777"/>
                </a:lnTo>
                <a:lnTo>
                  <a:pt x="1824500" y="76155"/>
                </a:lnTo>
                <a:lnTo>
                  <a:pt x="1820078" y="70516"/>
                </a:lnTo>
                <a:lnTo>
                  <a:pt x="1820376" y="70875"/>
                </a:lnTo>
                <a:lnTo>
                  <a:pt x="1815674" y="65455"/>
                </a:lnTo>
                <a:lnTo>
                  <a:pt x="1815993" y="65794"/>
                </a:lnTo>
                <a:lnTo>
                  <a:pt x="1811052" y="60613"/>
                </a:lnTo>
                <a:lnTo>
                  <a:pt x="1811389" y="60952"/>
                </a:lnTo>
                <a:lnTo>
                  <a:pt x="1806190" y="55991"/>
                </a:lnTo>
                <a:lnTo>
                  <a:pt x="1806548" y="56330"/>
                </a:lnTo>
                <a:lnTo>
                  <a:pt x="1801128" y="51627"/>
                </a:lnTo>
                <a:lnTo>
                  <a:pt x="1801486" y="51926"/>
                </a:lnTo>
                <a:lnTo>
                  <a:pt x="1797563" y="48837"/>
                </a:lnTo>
                <a:lnTo>
                  <a:pt x="1809876" y="33176"/>
                </a:lnTo>
                <a:moveTo>
                  <a:pt x="1872003" y="162174"/>
                </a:moveTo>
                <a:lnTo>
                  <a:pt x="1872003" y="241876"/>
                </a:lnTo>
                <a:lnTo>
                  <a:pt x="1852078" y="241876"/>
                </a:lnTo>
                <a:lnTo>
                  <a:pt x="1852078" y="162174"/>
                </a:lnTo>
                <a:lnTo>
                  <a:pt x="1872003" y="162174"/>
                </a:lnTo>
                <a:moveTo>
                  <a:pt x="1872003" y="301653"/>
                </a:moveTo>
                <a:lnTo>
                  <a:pt x="1872003" y="381355"/>
                </a:lnTo>
                <a:lnTo>
                  <a:pt x="1852078" y="381355"/>
                </a:lnTo>
                <a:lnTo>
                  <a:pt x="1852078" y="301653"/>
                </a:lnTo>
                <a:lnTo>
                  <a:pt x="1872003" y="301653"/>
                </a:lnTo>
                <a:moveTo>
                  <a:pt x="1872003" y="441131"/>
                </a:moveTo>
                <a:lnTo>
                  <a:pt x="1872003" y="520833"/>
                </a:lnTo>
                <a:lnTo>
                  <a:pt x="1852078" y="520833"/>
                </a:lnTo>
                <a:lnTo>
                  <a:pt x="1852078" y="441131"/>
                </a:lnTo>
                <a:lnTo>
                  <a:pt x="1872003" y="441131"/>
                </a:lnTo>
                <a:moveTo>
                  <a:pt x="1872003" y="580610"/>
                </a:moveTo>
                <a:lnTo>
                  <a:pt x="1872003" y="660312"/>
                </a:lnTo>
                <a:lnTo>
                  <a:pt x="1852078" y="660312"/>
                </a:lnTo>
                <a:lnTo>
                  <a:pt x="1852078" y="580610"/>
                </a:lnTo>
                <a:lnTo>
                  <a:pt x="1872003" y="580610"/>
                </a:lnTo>
                <a:moveTo>
                  <a:pt x="1872003" y="720088"/>
                </a:moveTo>
                <a:lnTo>
                  <a:pt x="1872003" y="799791"/>
                </a:lnTo>
                <a:lnTo>
                  <a:pt x="1852078" y="799791"/>
                </a:lnTo>
                <a:lnTo>
                  <a:pt x="1852078" y="720088"/>
                </a:lnTo>
                <a:lnTo>
                  <a:pt x="1872003" y="720088"/>
                </a:lnTo>
                <a:moveTo>
                  <a:pt x="1872003" y="859567"/>
                </a:moveTo>
                <a:lnTo>
                  <a:pt x="1872003" y="939269"/>
                </a:lnTo>
                <a:lnTo>
                  <a:pt x="1852078" y="939269"/>
                </a:lnTo>
                <a:lnTo>
                  <a:pt x="1852078" y="859567"/>
                </a:lnTo>
                <a:lnTo>
                  <a:pt x="1872003" y="859567"/>
                </a:lnTo>
                <a:moveTo>
                  <a:pt x="1872003" y="999046"/>
                </a:moveTo>
                <a:lnTo>
                  <a:pt x="1872003" y="1063126"/>
                </a:lnTo>
                <a:lnTo>
                  <a:pt x="1871784" y="1071196"/>
                </a:lnTo>
                <a:lnTo>
                  <a:pt x="1871167" y="1079306"/>
                </a:lnTo>
                <a:lnTo>
                  <a:pt x="1871087" y="1079963"/>
                </a:lnTo>
                <a:lnTo>
                  <a:pt x="1851321" y="1077453"/>
                </a:lnTo>
                <a:lnTo>
                  <a:pt x="1851380" y="1077034"/>
                </a:lnTo>
                <a:lnTo>
                  <a:pt x="1851321" y="1077533"/>
                </a:lnTo>
                <a:lnTo>
                  <a:pt x="1851898" y="1069941"/>
                </a:lnTo>
                <a:lnTo>
                  <a:pt x="1851877" y="1070439"/>
                </a:lnTo>
                <a:lnTo>
                  <a:pt x="1852078" y="1062748"/>
                </a:lnTo>
                <a:lnTo>
                  <a:pt x="1852078" y="1063007"/>
                </a:lnTo>
                <a:lnTo>
                  <a:pt x="1852078" y="999046"/>
                </a:lnTo>
                <a:lnTo>
                  <a:pt x="1872003" y="999046"/>
                </a:lnTo>
                <a:moveTo>
                  <a:pt x="1851998" y="1140318"/>
                </a:moveTo>
                <a:lnTo>
                  <a:pt x="1848909" y="1145678"/>
                </a:lnTo>
                <a:lnTo>
                  <a:pt x="1844765" y="1152154"/>
                </a:lnTo>
                <a:lnTo>
                  <a:pt x="1840322" y="1158410"/>
                </a:lnTo>
                <a:lnTo>
                  <a:pt x="1835579" y="1164428"/>
                </a:lnTo>
                <a:lnTo>
                  <a:pt x="1830578" y="1170206"/>
                </a:lnTo>
                <a:lnTo>
                  <a:pt x="1825297" y="1175746"/>
                </a:lnTo>
                <a:lnTo>
                  <a:pt x="1819757" y="1181026"/>
                </a:lnTo>
                <a:lnTo>
                  <a:pt x="1813979" y="1186027"/>
                </a:lnTo>
                <a:lnTo>
                  <a:pt x="1807963" y="1190749"/>
                </a:lnTo>
                <a:lnTo>
                  <a:pt x="1801707" y="1195193"/>
                </a:lnTo>
                <a:lnTo>
                  <a:pt x="1795250" y="1199357"/>
                </a:lnTo>
                <a:lnTo>
                  <a:pt x="1793396" y="1200413"/>
                </a:lnTo>
                <a:lnTo>
                  <a:pt x="1783454" y="1183138"/>
                </a:lnTo>
                <a:lnTo>
                  <a:pt x="1785108" y="1182201"/>
                </a:lnTo>
                <a:lnTo>
                  <a:pt x="1784691" y="1182441"/>
                </a:lnTo>
                <a:lnTo>
                  <a:pt x="1790767" y="1178555"/>
                </a:lnTo>
                <a:lnTo>
                  <a:pt x="1790368" y="1178814"/>
                </a:lnTo>
                <a:lnTo>
                  <a:pt x="1796227" y="1174650"/>
                </a:lnTo>
                <a:lnTo>
                  <a:pt x="1795849" y="1174948"/>
                </a:lnTo>
                <a:lnTo>
                  <a:pt x="1801486" y="1170505"/>
                </a:lnTo>
                <a:lnTo>
                  <a:pt x="1801128" y="1170804"/>
                </a:lnTo>
                <a:lnTo>
                  <a:pt x="1806548" y="1166101"/>
                </a:lnTo>
                <a:lnTo>
                  <a:pt x="1806190" y="1166440"/>
                </a:lnTo>
                <a:lnTo>
                  <a:pt x="1811389" y="1161479"/>
                </a:lnTo>
                <a:lnTo>
                  <a:pt x="1811052" y="1161818"/>
                </a:lnTo>
                <a:lnTo>
                  <a:pt x="1815993" y="1156637"/>
                </a:lnTo>
                <a:lnTo>
                  <a:pt x="1815674" y="1156976"/>
                </a:lnTo>
                <a:lnTo>
                  <a:pt x="1820376" y="1151556"/>
                </a:lnTo>
                <a:lnTo>
                  <a:pt x="1820078" y="1151915"/>
                </a:lnTo>
                <a:lnTo>
                  <a:pt x="1824500" y="1146276"/>
                </a:lnTo>
                <a:lnTo>
                  <a:pt x="1824222" y="1146654"/>
                </a:lnTo>
                <a:lnTo>
                  <a:pt x="1828387" y="1140796"/>
                </a:lnTo>
                <a:lnTo>
                  <a:pt x="1828127" y="1141194"/>
                </a:lnTo>
                <a:lnTo>
                  <a:pt x="1832013" y="1135137"/>
                </a:lnTo>
                <a:lnTo>
                  <a:pt x="1831754" y="1135535"/>
                </a:lnTo>
                <a:lnTo>
                  <a:pt x="1834722" y="1130375"/>
                </a:lnTo>
                <a:lnTo>
                  <a:pt x="1851998" y="1140318"/>
                </a:lnTo>
                <a:moveTo>
                  <a:pt x="1733561" y="1221016"/>
                </a:moveTo>
                <a:lnTo>
                  <a:pt x="1728859" y="1221614"/>
                </a:lnTo>
                <a:lnTo>
                  <a:pt x="1720769" y="1222232"/>
                </a:lnTo>
                <a:lnTo>
                  <a:pt x="1712698" y="1222431"/>
                </a:lnTo>
                <a:lnTo>
                  <a:pt x="1652663" y="1222431"/>
                </a:lnTo>
                <a:lnTo>
                  <a:pt x="1652663" y="1202505"/>
                </a:lnTo>
                <a:lnTo>
                  <a:pt x="1712579" y="1202505"/>
                </a:lnTo>
                <a:lnTo>
                  <a:pt x="1712319" y="1202505"/>
                </a:lnTo>
                <a:lnTo>
                  <a:pt x="1720011" y="1202306"/>
                </a:lnTo>
                <a:lnTo>
                  <a:pt x="1719514" y="1202346"/>
                </a:lnTo>
                <a:lnTo>
                  <a:pt x="1727105" y="1201768"/>
                </a:lnTo>
                <a:lnTo>
                  <a:pt x="1726606" y="1201808"/>
                </a:lnTo>
                <a:lnTo>
                  <a:pt x="1731051" y="1201250"/>
                </a:lnTo>
                <a:lnTo>
                  <a:pt x="1733561" y="1221016"/>
                </a:lnTo>
                <a:moveTo>
                  <a:pt x="1592887" y="1222431"/>
                </a:moveTo>
                <a:lnTo>
                  <a:pt x="1513185" y="1222431"/>
                </a:lnTo>
                <a:lnTo>
                  <a:pt x="1513185" y="1202505"/>
                </a:lnTo>
                <a:lnTo>
                  <a:pt x="1592887" y="1202505"/>
                </a:lnTo>
                <a:lnTo>
                  <a:pt x="1592887" y="1222431"/>
                </a:lnTo>
                <a:moveTo>
                  <a:pt x="1453407" y="1222431"/>
                </a:moveTo>
                <a:lnTo>
                  <a:pt x="1373704" y="1222431"/>
                </a:lnTo>
                <a:lnTo>
                  <a:pt x="1373704" y="1202505"/>
                </a:lnTo>
                <a:lnTo>
                  <a:pt x="1453407" y="1202505"/>
                </a:lnTo>
                <a:lnTo>
                  <a:pt x="1453407" y="1222431"/>
                </a:lnTo>
                <a:moveTo>
                  <a:pt x="1313929" y="1222431"/>
                </a:moveTo>
                <a:lnTo>
                  <a:pt x="1234226" y="1222431"/>
                </a:lnTo>
                <a:lnTo>
                  <a:pt x="1234226" y="1202505"/>
                </a:lnTo>
                <a:lnTo>
                  <a:pt x="1313929" y="1202505"/>
                </a:lnTo>
                <a:lnTo>
                  <a:pt x="1313929" y="1222431"/>
                </a:lnTo>
                <a:moveTo>
                  <a:pt x="1174451" y="1222431"/>
                </a:moveTo>
                <a:lnTo>
                  <a:pt x="1094748" y="1222431"/>
                </a:lnTo>
                <a:lnTo>
                  <a:pt x="1094748" y="1202505"/>
                </a:lnTo>
                <a:lnTo>
                  <a:pt x="1174451" y="1202505"/>
                </a:lnTo>
                <a:lnTo>
                  <a:pt x="1174451" y="1222431"/>
                </a:lnTo>
                <a:moveTo>
                  <a:pt x="1034971" y="1222431"/>
                </a:moveTo>
                <a:lnTo>
                  <a:pt x="955270" y="1222431"/>
                </a:lnTo>
                <a:lnTo>
                  <a:pt x="955270" y="1202505"/>
                </a:lnTo>
                <a:lnTo>
                  <a:pt x="1034971" y="1202505"/>
                </a:lnTo>
                <a:lnTo>
                  <a:pt x="1034971" y="1222431"/>
                </a:lnTo>
                <a:moveTo>
                  <a:pt x="895493" y="1222431"/>
                </a:moveTo>
                <a:lnTo>
                  <a:pt x="815790" y="1222431"/>
                </a:lnTo>
                <a:lnTo>
                  <a:pt x="815790" y="1202505"/>
                </a:lnTo>
                <a:lnTo>
                  <a:pt x="895493" y="1202505"/>
                </a:lnTo>
                <a:lnTo>
                  <a:pt x="895493" y="1222431"/>
                </a:lnTo>
                <a:moveTo>
                  <a:pt x="756015" y="1222431"/>
                </a:moveTo>
                <a:lnTo>
                  <a:pt x="676312" y="1222431"/>
                </a:lnTo>
                <a:lnTo>
                  <a:pt x="676312" y="1202505"/>
                </a:lnTo>
                <a:lnTo>
                  <a:pt x="756015" y="1202505"/>
                </a:lnTo>
                <a:lnTo>
                  <a:pt x="756015" y="1222431"/>
                </a:lnTo>
                <a:moveTo>
                  <a:pt x="616535" y="1222431"/>
                </a:moveTo>
                <a:lnTo>
                  <a:pt x="536834" y="1222431"/>
                </a:lnTo>
                <a:lnTo>
                  <a:pt x="536834" y="1202505"/>
                </a:lnTo>
                <a:lnTo>
                  <a:pt x="616535" y="1202505"/>
                </a:lnTo>
                <a:lnTo>
                  <a:pt x="616535" y="1222431"/>
                </a:lnTo>
                <a:moveTo>
                  <a:pt x="477057" y="1222431"/>
                </a:moveTo>
                <a:lnTo>
                  <a:pt x="397354" y="1222431"/>
                </a:lnTo>
                <a:lnTo>
                  <a:pt x="397354" y="1202505"/>
                </a:lnTo>
                <a:lnTo>
                  <a:pt x="477057" y="1202505"/>
                </a:lnTo>
                <a:lnTo>
                  <a:pt x="477057" y="1222431"/>
                </a:lnTo>
                <a:moveTo>
                  <a:pt x="337578" y="1222431"/>
                </a:moveTo>
                <a:lnTo>
                  <a:pt x="257876" y="1222431"/>
                </a:lnTo>
                <a:lnTo>
                  <a:pt x="257876" y="1202505"/>
                </a:lnTo>
                <a:lnTo>
                  <a:pt x="337578" y="1202505"/>
                </a:lnTo>
                <a:lnTo>
                  <a:pt x="337578" y="1222431"/>
                </a:lnTo>
                <a:moveTo>
                  <a:pt x="198098" y="1222431"/>
                </a:moveTo>
                <a:lnTo>
                  <a:pt x="159285" y="1222431"/>
                </a:lnTo>
                <a:lnTo>
                  <a:pt x="151215" y="1222232"/>
                </a:lnTo>
                <a:lnTo>
                  <a:pt x="143125" y="1221614"/>
                </a:lnTo>
                <a:lnTo>
                  <a:pt x="135154" y="1220598"/>
                </a:lnTo>
                <a:lnTo>
                  <a:pt x="127303" y="1219203"/>
                </a:lnTo>
                <a:lnTo>
                  <a:pt x="119573" y="1217409"/>
                </a:lnTo>
                <a:lnTo>
                  <a:pt x="116186" y="1216454"/>
                </a:lnTo>
                <a:lnTo>
                  <a:pt x="121624" y="1197285"/>
                </a:lnTo>
                <a:lnTo>
                  <a:pt x="124774" y="1198181"/>
                </a:lnTo>
                <a:lnTo>
                  <a:pt x="124296" y="1198062"/>
                </a:lnTo>
                <a:lnTo>
                  <a:pt x="131527" y="1199716"/>
                </a:lnTo>
                <a:lnTo>
                  <a:pt x="131051" y="1199617"/>
                </a:lnTo>
                <a:lnTo>
                  <a:pt x="138403" y="1200931"/>
                </a:lnTo>
                <a:lnTo>
                  <a:pt x="137904" y="1200872"/>
                </a:lnTo>
                <a:lnTo>
                  <a:pt x="145397" y="1201808"/>
                </a:lnTo>
                <a:lnTo>
                  <a:pt x="144879" y="1201768"/>
                </a:lnTo>
                <a:lnTo>
                  <a:pt x="152470" y="1202346"/>
                </a:lnTo>
                <a:lnTo>
                  <a:pt x="151972" y="1202306"/>
                </a:lnTo>
                <a:lnTo>
                  <a:pt x="159663" y="1202505"/>
                </a:lnTo>
                <a:lnTo>
                  <a:pt x="159403" y="1202505"/>
                </a:lnTo>
                <a:lnTo>
                  <a:pt x="198098" y="1202505"/>
                </a:lnTo>
                <a:lnTo>
                  <a:pt x="198098" y="1222431"/>
                </a:lnTo>
                <a:moveTo>
                  <a:pt x="59955" y="1187561"/>
                </a:moveTo>
                <a:lnTo>
                  <a:pt x="58003" y="1186027"/>
                </a:lnTo>
                <a:lnTo>
                  <a:pt x="52225" y="1181026"/>
                </a:lnTo>
                <a:lnTo>
                  <a:pt x="46685" y="1175746"/>
                </a:lnTo>
                <a:lnTo>
                  <a:pt x="41404" y="1170206"/>
                </a:lnTo>
                <a:lnTo>
                  <a:pt x="36403" y="1164428"/>
                </a:lnTo>
                <a:lnTo>
                  <a:pt x="31662" y="1158410"/>
                </a:lnTo>
                <a:lnTo>
                  <a:pt x="27218" y="1152154"/>
                </a:lnTo>
                <a:lnTo>
                  <a:pt x="23074" y="1145678"/>
                </a:lnTo>
                <a:lnTo>
                  <a:pt x="19228" y="1139003"/>
                </a:lnTo>
                <a:lnTo>
                  <a:pt x="15720" y="1132128"/>
                </a:lnTo>
                <a:lnTo>
                  <a:pt x="12514" y="1125075"/>
                </a:lnTo>
                <a:lnTo>
                  <a:pt x="10421" y="1119754"/>
                </a:lnTo>
                <a:lnTo>
                  <a:pt x="28972" y="1112442"/>
                </a:lnTo>
                <a:lnTo>
                  <a:pt x="30963" y="1117523"/>
                </a:lnTo>
                <a:lnTo>
                  <a:pt x="30785" y="1117085"/>
                </a:lnTo>
                <a:lnTo>
                  <a:pt x="33774" y="1123700"/>
                </a:lnTo>
                <a:lnTo>
                  <a:pt x="33553" y="1123262"/>
                </a:lnTo>
                <a:lnTo>
                  <a:pt x="36863" y="1129717"/>
                </a:lnTo>
                <a:lnTo>
                  <a:pt x="36622" y="1129279"/>
                </a:lnTo>
                <a:lnTo>
                  <a:pt x="40231" y="1135535"/>
                </a:lnTo>
                <a:lnTo>
                  <a:pt x="39971" y="1135137"/>
                </a:lnTo>
                <a:lnTo>
                  <a:pt x="43876" y="1141194"/>
                </a:lnTo>
                <a:lnTo>
                  <a:pt x="43598" y="1140796"/>
                </a:lnTo>
                <a:lnTo>
                  <a:pt x="47762" y="1146654"/>
                </a:lnTo>
                <a:lnTo>
                  <a:pt x="47482" y="1146276"/>
                </a:lnTo>
                <a:lnTo>
                  <a:pt x="51925" y="1151915"/>
                </a:lnTo>
                <a:lnTo>
                  <a:pt x="51608" y="1151556"/>
                </a:lnTo>
                <a:lnTo>
                  <a:pt x="56310" y="1156976"/>
                </a:lnTo>
                <a:lnTo>
                  <a:pt x="55991" y="1156637"/>
                </a:lnTo>
                <a:lnTo>
                  <a:pt x="60933" y="1161818"/>
                </a:lnTo>
                <a:lnTo>
                  <a:pt x="60614" y="1161479"/>
                </a:lnTo>
                <a:lnTo>
                  <a:pt x="65794" y="1166440"/>
                </a:lnTo>
                <a:lnTo>
                  <a:pt x="65436" y="1166101"/>
                </a:lnTo>
                <a:lnTo>
                  <a:pt x="70875" y="1170804"/>
                </a:lnTo>
                <a:lnTo>
                  <a:pt x="70496" y="1170505"/>
                </a:lnTo>
                <a:lnTo>
                  <a:pt x="72269" y="1171900"/>
                </a:lnTo>
                <a:lnTo>
                  <a:pt x="59955" y="1187561"/>
                </a:lnTo>
              </a:path>
            </a:pathLst>
          </a:custGeom>
          <a:solidFill xmlns:a="http://schemas.openxmlformats.org/drawingml/2006/main">
            <a:srgbClr val="C65F1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" name="path-63">
            <a:extLst xmlns:a="http://schemas.openxmlformats.org/drawingml/2006/main">
              <a:ext uri="{FF2B5EF4-FFF2-40B4-BE49-F238E27FC236}">
                <a16:creationId xmlns:a16="http://schemas.microsoft.com/office/drawing/2014/main" id="{BD296591-8EB8-44E3-BDF4-752F3FC31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0801" y="2963866"/>
            <a:ext cx="2106003" cy="1375235"/>
          </a:xfrm>
          <a:custGeom xmlns:a="http://schemas.openxmlformats.org/drawingml/2006/main">
            <a:pathLst>
              <a:path w="1872003" h="1222431">
                <a:moveTo>
                  <a:pt x="0" y="1063007"/>
                </a:moveTo>
                <a:lnTo>
                  <a:pt x="0" y="983305"/>
                </a:lnTo>
                <a:lnTo>
                  <a:pt x="19925" y="983305"/>
                </a:lnTo>
                <a:lnTo>
                  <a:pt x="19925" y="1063007"/>
                </a:lnTo>
                <a:lnTo>
                  <a:pt x="0" y="1063007"/>
                </a:lnTo>
                <a:moveTo>
                  <a:pt x="0" y="923528"/>
                </a:moveTo>
                <a:lnTo>
                  <a:pt x="0" y="843827"/>
                </a:lnTo>
                <a:lnTo>
                  <a:pt x="19925" y="843827"/>
                </a:lnTo>
                <a:lnTo>
                  <a:pt x="19925" y="923528"/>
                </a:lnTo>
                <a:lnTo>
                  <a:pt x="0" y="923528"/>
                </a:lnTo>
                <a:moveTo>
                  <a:pt x="0" y="784050"/>
                </a:moveTo>
                <a:lnTo>
                  <a:pt x="0" y="704348"/>
                </a:lnTo>
                <a:lnTo>
                  <a:pt x="19925" y="704348"/>
                </a:lnTo>
                <a:lnTo>
                  <a:pt x="19925" y="784050"/>
                </a:lnTo>
                <a:lnTo>
                  <a:pt x="0" y="784050"/>
                </a:lnTo>
                <a:moveTo>
                  <a:pt x="0" y="644571"/>
                </a:moveTo>
                <a:lnTo>
                  <a:pt x="0" y="564869"/>
                </a:lnTo>
                <a:lnTo>
                  <a:pt x="19925" y="564869"/>
                </a:lnTo>
                <a:lnTo>
                  <a:pt x="19925" y="644571"/>
                </a:lnTo>
                <a:lnTo>
                  <a:pt x="0" y="644571"/>
                </a:lnTo>
                <a:moveTo>
                  <a:pt x="0" y="505093"/>
                </a:moveTo>
                <a:lnTo>
                  <a:pt x="0" y="425390"/>
                </a:lnTo>
                <a:lnTo>
                  <a:pt x="19925" y="425390"/>
                </a:lnTo>
                <a:lnTo>
                  <a:pt x="19925" y="505093"/>
                </a:lnTo>
                <a:lnTo>
                  <a:pt x="0" y="505093"/>
                </a:lnTo>
                <a:moveTo>
                  <a:pt x="0" y="365614"/>
                </a:moveTo>
                <a:lnTo>
                  <a:pt x="0" y="285911"/>
                </a:lnTo>
                <a:lnTo>
                  <a:pt x="19925" y="285911"/>
                </a:lnTo>
                <a:lnTo>
                  <a:pt x="19925" y="365614"/>
                </a:lnTo>
                <a:lnTo>
                  <a:pt x="0" y="365614"/>
                </a:lnTo>
                <a:moveTo>
                  <a:pt x="0" y="226135"/>
                </a:moveTo>
                <a:lnTo>
                  <a:pt x="0" y="159305"/>
                </a:lnTo>
                <a:lnTo>
                  <a:pt x="198" y="151235"/>
                </a:lnTo>
                <a:lnTo>
                  <a:pt x="617" y="145696"/>
                </a:lnTo>
                <a:lnTo>
                  <a:pt x="20483" y="147210"/>
                </a:lnTo>
                <a:lnTo>
                  <a:pt x="20085" y="152490"/>
                </a:lnTo>
                <a:lnTo>
                  <a:pt x="20105" y="151992"/>
                </a:lnTo>
                <a:lnTo>
                  <a:pt x="19905" y="159683"/>
                </a:lnTo>
                <a:lnTo>
                  <a:pt x="19925" y="159424"/>
                </a:lnTo>
                <a:lnTo>
                  <a:pt x="19925" y="226135"/>
                </a:lnTo>
                <a:lnTo>
                  <a:pt x="0" y="226135"/>
                </a:lnTo>
                <a:moveTo>
                  <a:pt x="18451" y="84962"/>
                </a:moveTo>
                <a:lnTo>
                  <a:pt x="19228" y="83429"/>
                </a:lnTo>
                <a:lnTo>
                  <a:pt x="23074" y="76754"/>
                </a:lnTo>
                <a:lnTo>
                  <a:pt x="27218" y="70278"/>
                </a:lnTo>
                <a:lnTo>
                  <a:pt x="31662" y="64021"/>
                </a:lnTo>
                <a:lnTo>
                  <a:pt x="36403" y="58003"/>
                </a:lnTo>
                <a:lnTo>
                  <a:pt x="41404" y="52225"/>
                </a:lnTo>
                <a:lnTo>
                  <a:pt x="46685" y="46686"/>
                </a:lnTo>
                <a:lnTo>
                  <a:pt x="52225" y="41406"/>
                </a:lnTo>
                <a:lnTo>
                  <a:pt x="58003" y="36404"/>
                </a:lnTo>
                <a:lnTo>
                  <a:pt x="64020" y="31682"/>
                </a:lnTo>
                <a:lnTo>
                  <a:pt x="70278" y="27239"/>
                </a:lnTo>
                <a:lnTo>
                  <a:pt x="75816" y="23672"/>
                </a:lnTo>
                <a:lnTo>
                  <a:pt x="86576" y="40449"/>
                </a:lnTo>
                <a:lnTo>
                  <a:pt x="81218" y="43876"/>
                </a:lnTo>
                <a:lnTo>
                  <a:pt x="81614" y="43598"/>
                </a:lnTo>
                <a:lnTo>
                  <a:pt x="75757" y="47782"/>
                </a:lnTo>
                <a:lnTo>
                  <a:pt x="76156" y="47483"/>
                </a:lnTo>
                <a:lnTo>
                  <a:pt x="70496" y="51926"/>
                </a:lnTo>
                <a:lnTo>
                  <a:pt x="70875" y="51627"/>
                </a:lnTo>
                <a:lnTo>
                  <a:pt x="65436" y="56330"/>
                </a:lnTo>
                <a:lnTo>
                  <a:pt x="65794" y="55991"/>
                </a:lnTo>
                <a:lnTo>
                  <a:pt x="60614" y="60952"/>
                </a:lnTo>
                <a:lnTo>
                  <a:pt x="60933" y="60614"/>
                </a:lnTo>
                <a:lnTo>
                  <a:pt x="55991" y="65794"/>
                </a:lnTo>
                <a:lnTo>
                  <a:pt x="56310" y="65456"/>
                </a:lnTo>
                <a:lnTo>
                  <a:pt x="51608" y="70875"/>
                </a:lnTo>
                <a:lnTo>
                  <a:pt x="51925" y="70517"/>
                </a:lnTo>
                <a:lnTo>
                  <a:pt x="47482" y="76156"/>
                </a:lnTo>
                <a:lnTo>
                  <a:pt x="47762" y="75777"/>
                </a:lnTo>
                <a:lnTo>
                  <a:pt x="43598" y="81635"/>
                </a:lnTo>
                <a:lnTo>
                  <a:pt x="43876" y="81236"/>
                </a:lnTo>
                <a:lnTo>
                  <a:pt x="39971" y="87294"/>
                </a:lnTo>
                <a:lnTo>
                  <a:pt x="40231" y="86895"/>
                </a:lnTo>
                <a:lnTo>
                  <a:pt x="36622" y="93152"/>
                </a:lnTo>
                <a:lnTo>
                  <a:pt x="36863" y="92713"/>
                </a:lnTo>
                <a:lnTo>
                  <a:pt x="36185" y="94048"/>
                </a:lnTo>
                <a:lnTo>
                  <a:pt x="18451" y="84962"/>
                </a:lnTo>
                <a:moveTo>
                  <a:pt x="135694" y="1754"/>
                </a:moveTo>
                <a:lnTo>
                  <a:pt x="143125" y="817"/>
                </a:lnTo>
                <a:lnTo>
                  <a:pt x="151215" y="199"/>
                </a:lnTo>
                <a:lnTo>
                  <a:pt x="159285" y="0"/>
                </a:lnTo>
                <a:lnTo>
                  <a:pt x="216570" y="0"/>
                </a:lnTo>
                <a:lnTo>
                  <a:pt x="216570" y="19926"/>
                </a:lnTo>
                <a:lnTo>
                  <a:pt x="159403" y="19926"/>
                </a:lnTo>
                <a:lnTo>
                  <a:pt x="159663" y="19926"/>
                </a:lnTo>
                <a:lnTo>
                  <a:pt x="151972" y="20125"/>
                </a:lnTo>
                <a:lnTo>
                  <a:pt x="152470" y="20085"/>
                </a:lnTo>
                <a:lnTo>
                  <a:pt x="144879" y="20663"/>
                </a:lnTo>
                <a:lnTo>
                  <a:pt x="145397" y="20623"/>
                </a:lnTo>
                <a:lnTo>
                  <a:pt x="138223" y="21520"/>
                </a:lnTo>
                <a:lnTo>
                  <a:pt x="135694" y="1754"/>
                </a:lnTo>
                <a:moveTo>
                  <a:pt x="276347" y="0"/>
                </a:moveTo>
                <a:lnTo>
                  <a:pt x="356048" y="0"/>
                </a:lnTo>
                <a:lnTo>
                  <a:pt x="356048" y="19926"/>
                </a:lnTo>
                <a:lnTo>
                  <a:pt x="276347" y="19926"/>
                </a:lnTo>
                <a:lnTo>
                  <a:pt x="276347" y="0"/>
                </a:lnTo>
                <a:moveTo>
                  <a:pt x="415825" y="0"/>
                </a:moveTo>
                <a:lnTo>
                  <a:pt x="495528" y="0"/>
                </a:lnTo>
                <a:lnTo>
                  <a:pt x="495528" y="19926"/>
                </a:lnTo>
                <a:lnTo>
                  <a:pt x="415825" y="19926"/>
                </a:lnTo>
                <a:lnTo>
                  <a:pt x="415825" y="0"/>
                </a:lnTo>
                <a:moveTo>
                  <a:pt x="555304" y="0"/>
                </a:moveTo>
                <a:lnTo>
                  <a:pt x="635006" y="0"/>
                </a:lnTo>
                <a:lnTo>
                  <a:pt x="635006" y="19926"/>
                </a:lnTo>
                <a:lnTo>
                  <a:pt x="555304" y="19926"/>
                </a:lnTo>
                <a:lnTo>
                  <a:pt x="555304" y="0"/>
                </a:lnTo>
                <a:moveTo>
                  <a:pt x="694784" y="0"/>
                </a:moveTo>
                <a:lnTo>
                  <a:pt x="774484" y="0"/>
                </a:lnTo>
                <a:lnTo>
                  <a:pt x="774484" y="19926"/>
                </a:lnTo>
                <a:lnTo>
                  <a:pt x="694784" y="19926"/>
                </a:lnTo>
                <a:lnTo>
                  <a:pt x="694784" y="0"/>
                </a:lnTo>
                <a:moveTo>
                  <a:pt x="834262" y="0"/>
                </a:moveTo>
                <a:lnTo>
                  <a:pt x="913964" y="0"/>
                </a:lnTo>
                <a:lnTo>
                  <a:pt x="913964" y="19926"/>
                </a:lnTo>
                <a:lnTo>
                  <a:pt x="834262" y="19926"/>
                </a:lnTo>
                <a:lnTo>
                  <a:pt x="834262" y="0"/>
                </a:lnTo>
                <a:moveTo>
                  <a:pt x="973740" y="0"/>
                </a:moveTo>
                <a:lnTo>
                  <a:pt x="1053442" y="0"/>
                </a:lnTo>
                <a:lnTo>
                  <a:pt x="1053442" y="19926"/>
                </a:lnTo>
                <a:lnTo>
                  <a:pt x="973740" y="19926"/>
                </a:lnTo>
                <a:lnTo>
                  <a:pt x="973740" y="0"/>
                </a:lnTo>
                <a:moveTo>
                  <a:pt x="1113220" y="0"/>
                </a:moveTo>
                <a:lnTo>
                  <a:pt x="1192920" y="0"/>
                </a:lnTo>
                <a:lnTo>
                  <a:pt x="1192920" y="19926"/>
                </a:lnTo>
                <a:lnTo>
                  <a:pt x="1113220" y="19926"/>
                </a:lnTo>
                <a:lnTo>
                  <a:pt x="1113220" y="0"/>
                </a:lnTo>
                <a:moveTo>
                  <a:pt x="1252698" y="0"/>
                </a:moveTo>
                <a:lnTo>
                  <a:pt x="1332401" y="0"/>
                </a:lnTo>
                <a:lnTo>
                  <a:pt x="1332401" y="19926"/>
                </a:lnTo>
                <a:lnTo>
                  <a:pt x="1252698" y="19926"/>
                </a:lnTo>
                <a:lnTo>
                  <a:pt x="1252698" y="0"/>
                </a:lnTo>
                <a:moveTo>
                  <a:pt x="1392176" y="0"/>
                </a:moveTo>
                <a:lnTo>
                  <a:pt x="1471879" y="0"/>
                </a:lnTo>
                <a:lnTo>
                  <a:pt x="1471879" y="19926"/>
                </a:lnTo>
                <a:lnTo>
                  <a:pt x="1392176" y="19926"/>
                </a:lnTo>
                <a:lnTo>
                  <a:pt x="1392176" y="0"/>
                </a:lnTo>
                <a:moveTo>
                  <a:pt x="1531654" y="0"/>
                </a:moveTo>
                <a:lnTo>
                  <a:pt x="1611357" y="0"/>
                </a:lnTo>
                <a:lnTo>
                  <a:pt x="1611357" y="19926"/>
                </a:lnTo>
                <a:lnTo>
                  <a:pt x="1531654" y="19926"/>
                </a:lnTo>
                <a:lnTo>
                  <a:pt x="1531654" y="0"/>
                </a:lnTo>
                <a:moveTo>
                  <a:pt x="1671134" y="0"/>
                </a:moveTo>
                <a:lnTo>
                  <a:pt x="1712698" y="0"/>
                </a:lnTo>
                <a:lnTo>
                  <a:pt x="1720769" y="199"/>
                </a:lnTo>
                <a:lnTo>
                  <a:pt x="1728859" y="817"/>
                </a:lnTo>
                <a:lnTo>
                  <a:pt x="1736828" y="1833"/>
                </a:lnTo>
                <a:lnTo>
                  <a:pt x="1744699" y="3228"/>
                </a:lnTo>
                <a:lnTo>
                  <a:pt x="1752411" y="5021"/>
                </a:lnTo>
                <a:lnTo>
                  <a:pt x="1753147" y="5220"/>
                </a:lnTo>
                <a:lnTo>
                  <a:pt x="1747709" y="24389"/>
                </a:lnTo>
                <a:lnTo>
                  <a:pt x="1747210" y="24250"/>
                </a:lnTo>
                <a:lnTo>
                  <a:pt x="1747688" y="24369"/>
                </a:lnTo>
                <a:lnTo>
                  <a:pt x="1740455" y="22715"/>
                </a:lnTo>
                <a:lnTo>
                  <a:pt x="1740933" y="22815"/>
                </a:lnTo>
                <a:lnTo>
                  <a:pt x="1733582" y="21500"/>
                </a:lnTo>
                <a:lnTo>
                  <a:pt x="1734078" y="21560"/>
                </a:lnTo>
                <a:lnTo>
                  <a:pt x="1726606" y="20623"/>
                </a:lnTo>
                <a:lnTo>
                  <a:pt x="1727105" y="20663"/>
                </a:lnTo>
                <a:lnTo>
                  <a:pt x="1719514" y="20085"/>
                </a:lnTo>
                <a:lnTo>
                  <a:pt x="1720011" y="20125"/>
                </a:lnTo>
                <a:lnTo>
                  <a:pt x="1712319" y="19926"/>
                </a:lnTo>
                <a:lnTo>
                  <a:pt x="1712579" y="19926"/>
                </a:lnTo>
                <a:lnTo>
                  <a:pt x="1671134" y="19926"/>
                </a:lnTo>
                <a:lnTo>
                  <a:pt x="1671134" y="0"/>
                </a:lnTo>
                <a:moveTo>
                  <a:pt x="1809876" y="33176"/>
                </a:moveTo>
                <a:lnTo>
                  <a:pt x="1813979" y="36404"/>
                </a:lnTo>
                <a:lnTo>
                  <a:pt x="1819757" y="41406"/>
                </a:lnTo>
                <a:lnTo>
                  <a:pt x="1825297" y="46686"/>
                </a:lnTo>
                <a:lnTo>
                  <a:pt x="1830578" y="52225"/>
                </a:lnTo>
                <a:lnTo>
                  <a:pt x="1835579" y="58003"/>
                </a:lnTo>
                <a:lnTo>
                  <a:pt x="1840322" y="64021"/>
                </a:lnTo>
                <a:lnTo>
                  <a:pt x="1844765" y="70278"/>
                </a:lnTo>
                <a:lnTo>
                  <a:pt x="1848909" y="76754"/>
                </a:lnTo>
                <a:lnTo>
                  <a:pt x="1852754" y="83429"/>
                </a:lnTo>
                <a:lnTo>
                  <a:pt x="1856263" y="90303"/>
                </a:lnTo>
                <a:lnTo>
                  <a:pt x="1859470" y="97356"/>
                </a:lnTo>
                <a:lnTo>
                  <a:pt x="1860546" y="100126"/>
                </a:lnTo>
                <a:lnTo>
                  <a:pt x="1842015" y="107419"/>
                </a:lnTo>
                <a:lnTo>
                  <a:pt x="1841019" y="104908"/>
                </a:lnTo>
                <a:lnTo>
                  <a:pt x="1841199" y="105347"/>
                </a:lnTo>
                <a:lnTo>
                  <a:pt x="1838210" y="98731"/>
                </a:lnTo>
                <a:lnTo>
                  <a:pt x="1838429" y="99170"/>
                </a:lnTo>
                <a:lnTo>
                  <a:pt x="1835121" y="92713"/>
                </a:lnTo>
                <a:lnTo>
                  <a:pt x="1835360" y="93152"/>
                </a:lnTo>
                <a:lnTo>
                  <a:pt x="1831754" y="86895"/>
                </a:lnTo>
                <a:lnTo>
                  <a:pt x="1832013" y="87294"/>
                </a:lnTo>
                <a:lnTo>
                  <a:pt x="1828127" y="81236"/>
                </a:lnTo>
                <a:lnTo>
                  <a:pt x="1828387" y="81635"/>
                </a:lnTo>
                <a:lnTo>
                  <a:pt x="1824222" y="75777"/>
                </a:lnTo>
                <a:lnTo>
                  <a:pt x="1824500" y="76156"/>
                </a:lnTo>
                <a:lnTo>
                  <a:pt x="1820078" y="70517"/>
                </a:lnTo>
                <a:lnTo>
                  <a:pt x="1820376" y="70875"/>
                </a:lnTo>
                <a:lnTo>
                  <a:pt x="1815674" y="65456"/>
                </a:lnTo>
                <a:lnTo>
                  <a:pt x="1815993" y="65794"/>
                </a:lnTo>
                <a:lnTo>
                  <a:pt x="1811052" y="60614"/>
                </a:lnTo>
                <a:lnTo>
                  <a:pt x="1811389" y="60952"/>
                </a:lnTo>
                <a:lnTo>
                  <a:pt x="1806190" y="55991"/>
                </a:lnTo>
                <a:lnTo>
                  <a:pt x="1806548" y="56330"/>
                </a:lnTo>
                <a:lnTo>
                  <a:pt x="1801128" y="51627"/>
                </a:lnTo>
                <a:lnTo>
                  <a:pt x="1801486" y="51926"/>
                </a:lnTo>
                <a:lnTo>
                  <a:pt x="1797563" y="48838"/>
                </a:lnTo>
                <a:lnTo>
                  <a:pt x="1809876" y="33176"/>
                </a:lnTo>
                <a:moveTo>
                  <a:pt x="1872003" y="162174"/>
                </a:moveTo>
                <a:lnTo>
                  <a:pt x="1872003" y="241876"/>
                </a:lnTo>
                <a:lnTo>
                  <a:pt x="1852078" y="241876"/>
                </a:lnTo>
                <a:lnTo>
                  <a:pt x="1852078" y="162174"/>
                </a:lnTo>
                <a:lnTo>
                  <a:pt x="1872003" y="162174"/>
                </a:lnTo>
                <a:moveTo>
                  <a:pt x="1872003" y="301653"/>
                </a:moveTo>
                <a:lnTo>
                  <a:pt x="1872003" y="381355"/>
                </a:lnTo>
                <a:lnTo>
                  <a:pt x="1852078" y="381355"/>
                </a:lnTo>
                <a:lnTo>
                  <a:pt x="1852078" y="301653"/>
                </a:lnTo>
                <a:lnTo>
                  <a:pt x="1872003" y="301653"/>
                </a:lnTo>
                <a:moveTo>
                  <a:pt x="1872003" y="441132"/>
                </a:moveTo>
                <a:lnTo>
                  <a:pt x="1872003" y="520833"/>
                </a:lnTo>
                <a:lnTo>
                  <a:pt x="1852078" y="520833"/>
                </a:lnTo>
                <a:lnTo>
                  <a:pt x="1852078" y="441132"/>
                </a:lnTo>
                <a:lnTo>
                  <a:pt x="1872003" y="441132"/>
                </a:lnTo>
                <a:moveTo>
                  <a:pt x="1872003" y="580610"/>
                </a:moveTo>
                <a:lnTo>
                  <a:pt x="1872003" y="660312"/>
                </a:lnTo>
                <a:lnTo>
                  <a:pt x="1852078" y="660312"/>
                </a:lnTo>
                <a:lnTo>
                  <a:pt x="1852078" y="580610"/>
                </a:lnTo>
                <a:lnTo>
                  <a:pt x="1872003" y="580610"/>
                </a:lnTo>
                <a:moveTo>
                  <a:pt x="1872003" y="720089"/>
                </a:moveTo>
                <a:lnTo>
                  <a:pt x="1872003" y="799791"/>
                </a:lnTo>
                <a:lnTo>
                  <a:pt x="1852078" y="799791"/>
                </a:lnTo>
                <a:lnTo>
                  <a:pt x="1852078" y="720089"/>
                </a:lnTo>
                <a:lnTo>
                  <a:pt x="1872003" y="720089"/>
                </a:lnTo>
                <a:moveTo>
                  <a:pt x="1872003" y="859567"/>
                </a:moveTo>
                <a:lnTo>
                  <a:pt x="1872003" y="939269"/>
                </a:lnTo>
                <a:lnTo>
                  <a:pt x="1852078" y="939269"/>
                </a:lnTo>
                <a:lnTo>
                  <a:pt x="1852078" y="859567"/>
                </a:lnTo>
                <a:lnTo>
                  <a:pt x="1872003" y="859567"/>
                </a:lnTo>
                <a:moveTo>
                  <a:pt x="1872003" y="999046"/>
                </a:moveTo>
                <a:lnTo>
                  <a:pt x="1872003" y="1063127"/>
                </a:lnTo>
                <a:lnTo>
                  <a:pt x="1871784" y="1071196"/>
                </a:lnTo>
                <a:lnTo>
                  <a:pt x="1871167" y="1079306"/>
                </a:lnTo>
                <a:lnTo>
                  <a:pt x="1871087" y="1079964"/>
                </a:lnTo>
                <a:lnTo>
                  <a:pt x="1851321" y="1077453"/>
                </a:lnTo>
                <a:lnTo>
                  <a:pt x="1851380" y="1077035"/>
                </a:lnTo>
                <a:lnTo>
                  <a:pt x="1851321" y="1077533"/>
                </a:lnTo>
                <a:lnTo>
                  <a:pt x="1851898" y="1069941"/>
                </a:lnTo>
                <a:lnTo>
                  <a:pt x="1851877" y="1070439"/>
                </a:lnTo>
                <a:lnTo>
                  <a:pt x="1852078" y="1062748"/>
                </a:lnTo>
                <a:lnTo>
                  <a:pt x="1852078" y="1063007"/>
                </a:lnTo>
                <a:lnTo>
                  <a:pt x="1852078" y="999046"/>
                </a:lnTo>
                <a:lnTo>
                  <a:pt x="1872003" y="999046"/>
                </a:lnTo>
                <a:moveTo>
                  <a:pt x="1851998" y="1140318"/>
                </a:moveTo>
                <a:lnTo>
                  <a:pt x="1848909" y="1145678"/>
                </a:lnTo>
                <a:lnTo>
                  <a:pt x="1844765" y="1152154"/>
                </a:lnTo>
                <a:lnTo>
                  <a:pt x="1840322" y="1158410"/>
                </a:lnTo>
                <a:lnTo>
                  <a:pt x="1835579" y="1164428"/>
                </a:lnTo>
                <a:lnTo>
                  <a:pt x="1830578" y="1170207"/>
                </a:lnTo>
                <a:lnTo>
                  <a:pt x="1825297" y="1175746"/>
                </a:lnTo>
                <a:lnTo>
                  <a:pt x="1819757" y="1181026"/>
                </a:lnTo>
                <a:lnTo>
                  <a:pt x="1813979" y="1186028"/>
                </a:lnTo>
                <a:lnTo>
                  <a:pt x="1807963" y="1190750"/>
                </a:lnTo>
                <a:lnTo>
                  <a:pt x="1801707" y="1195193"/>
                </a:lnTo>
                <a:lnTo>
                  <a:pt x="1795250" y="1199357"/>
                </a:lnTo>
                <a:lnTo>
                  <a:pt x="1793396" y="1200413"/>
                </a:lnTo>
                <a:lnTo>
                  <a:pt x="1783454" y="1183138"/>
                </a:lnTo>
                <a:lnTo>
                  <a:pt x="1785108" y="1182201"/>
                </a:lnTo>
                <a:lnTo>
                  <a:pt x="1784691" y="1182441"/>
                </a:lnTo>
                <a:lnTo>
                  <a:pt x="1790767" y="1178555"/>
                </a:lnTo>
                <a:lnTo>
                  <a:pt x="1790368" y="1178814"/>
                </a:lnTo>
                <a:lnTo>
                  <a:pt x="1796227" y="1174650"/>
                </a:lnTo>
                <a:lnTo>
                  <a:pt x="1795849" y="1174949"/>
                </a:lnTo>
                <a:lnTo>
                  <a:pt x="1801486" y="1170505"/>
                </a:lnTo>
                <a:lnTo>
                  <a:pt x="1801128" y="1170805"/>
                </a:lnTo>
                <a:lnTo>
                  <a:pt x="1806548" y="1166101"/>
                </a:lnTo>
                <a:lnTo>
                  <a:pt x="1806190" y="1166441"/>
                </a:lnTo>
                <a:lnTo>
                  <a:pt x="1811389" y="1161479"/>
                </a:lnTo>
                <a:lnTo>
                  <a:pt x="1811052" y="1161818"/>
                </a:lnTo>
                <a:lnTo>
                  <a:pt x="1815993" y="1156617"/>
                </a:lnTo>
                <a:lnTo>
                  <a:pt x="1815674" y="1156976"/>
                </a:lnTo>
                <a:lnTo>
                  <a:pt x="1820376" y="1151556"/>
                </a:lnTo>
                <a:lnTo>
                  <a:pt x="1820078" y="1151915"/>
                </a:lnTo>
                <a:lnTo>
                  <a:pt x="1824500" y="1146276"/>
                </a:lnTo>
                <a:lnTo>
                  <a:pt x="1824222" y="1146655"/>
                </a:lnTo>
                <a:lnTo>
                  <a:pt x="1828387" y="1140796"/>
                </a:lnTo>
                <a:lnTo>
                  <a:pt x="1828127" y="1141195"/>
                </a:lnTo>
                <a:lnTo>
                  <a:pt x="1832013" y="1135137"/>
                </a:lnTo>
                <a:lnTo>
                  <a:pt x="1831754" y="1135536"/>
                </a:lnTo>
                <a:lnTo>
                  <a:pt x="1834722" y="1130375"/>
                </a:lnTo>
                <a:lnTo>
                  <a:pt x="1851998" y="1140318"/>
                </a:lnTo>
                <a:moveTo>
                  <a:pt x="1733561" y="1221016"/>
                </a:moveTo>
                <a:lnTo>
                  <a:pt x="1728859" y="1221614"/>
                </a:lnTo>
                <a:lnTo>
                  <a:pt x="1720769" y="1222232"/>
                </a:lnTo>
                <a:lnTo>
                  <a:pt x="1712698" y="1222431"/>
                </a:lnTo>
                <a:lnTo>
                  <a:pt x="1652663" y="1222431"/>
                </a:lnTo>
                <a:lnTo>
                  <a:pt x="1652663" y="1202506"/>
                </a:lnTo>
                <a:lnTo>
                  <a:pt x="1712579" y="1202506"/>
                </a:lnTo>
                <a:lnTo>
                  <a:pt x="1712319" y="1202506"/>
                </a:lnTo>
                <a:lnTo>
                  <a:pt x="1720011" y="1202306"/>
                </a:lnTo>
                <a:lnTo>
                  <a:pt x="1719514" y="1202346"/>
                </a:lnTo>
                <a:lnTo>
                  <a:pt x="1727105" y="1201769"/>
                </a:lnTo>
                <a:lnTo>
                  <a:pt x="1726606" y="1201809"/>
                </a:lnTo>
                <a:lnTo>
                  <a:pt x="1731051" y="1201251"/>
                </a:lnTo>
                <a:lnTo>
                  <a:pt x="1733561" y="1221016"/>
                </a:lnTo>
                <a:moveTo>
                  <a:pt x="1592887" y="1222431"/>
                </a:moveTo>
                <a:lnTo>
                  <a:pt x="1513185" y="1222431"/>
                </a:lnTo>
                <a:lnTo>
                  <a:pt x="1513185" y="1202506"/>
                </a:lnTo>
                <a:lnTo>
                  <a:pt x="1592887" y="1202506"/>
                </a:lnTo>
                <a:lnTo>
                  <a:pt x="1592887" y="1222431"/>
                </a:lnTo>
                <a:moveTo>
                  <a:pt x="1453407" y="1222431"/>
                </a:moveTo>
                <a:lnTo>
                  <a:pt x="1373704" y="1222431"/>
                </a:lnTo>
                <a:lnTo>
                  <a:pt x="1373704" y="1202506"/>
                </a:lnTo>
                <a:lnTo>
                  <a:pt x="1453407" y="1202506"/>
                </a:lnTo>
                <a:lnTo>
                  <a:pt x="1453407" y="1222431"/>
                </a:lnTo>
                <a:moveTo>
                  <a:pt x="1313929" y="1222431"/>
                </a:moveTo>
                <a:lnTo>
                  <a:pt x="1234226" y="1222431"/>
                </a:lnTo>
                <a:lnTo>
                  <a:pt x="1234226" y="1202506"/>
                </a:lnTo>
                <a:lnTo>
                  <a:pt x="1313929" y="1202506"/>
                </a:lnTo>
                <a:lnTo>
                  <a:pt x="1313929" y="1222431"/>
                </a:lnTo>
                <a:moveTo>
                  <a:pt x="1174451" y="1222431"/>
                </a:moveTo>
                <a:lnTo>
                  <a:pt x="1094748" y="1222431"/>
                </a:lnTo>
                <a:lnTo>
                  <a:pt x="1094748" y="1202506"/>
                </a:lnTo>
                <a:lnTo>
                  <a:pt x="1174451" y="1202506"/>
                </a:lnTo>
                <a:lnTo>
                  <a:pt x="1174451" y="1222431"/>
                </a:lnTo>
                <a:moveTo>
                  <a:pt x="1034971" y="1222431"/>
                </a:moveTo>
                <a:lnTo>
                  <a:pt x="955270" y="1222431"/>
                </a:lnTo>
                <a:lnTo>
                  <a:pt x="955270" y="1202506"/>
                </a:lnTo>
                <a:lnTo>
                  <a:pt x="1034971" y="1202506"/>
                </a:lnTo>
                <a:lnTo>
                  <a:pt x="1034971" y="1222431"/>
                </a:lnTo>
                <a:moveTo>
                  <a:pt x="895493" y="1222431"/>
                </a:moveTo>
                <a:lnTo>
                  <a:pt x="815790" y="1222431"/>
                </a:lnTo>
                <a:lnTo>
                  <a:pt x="815790" y="1202506"/>
                </a:lnTo>
                <a:lnTo>
                  <a:pt x="895493" y="1202506"/>
                </a:lnTo>
                <a:lnTo>
                  <a:pt x="895493" y="1222431"/>
                </a:lnTo>
                <a:moveTo>
                  <a:pt x="756015" y="1222431"/>
                </a:moveTo>
                <a:lnTo>
                  <a:pt x="676312" y="1222431"/>
                </a:lnTo>
                <a:lnTo>
                  <a:pt x="676312" y="1202506"/>
                </a:lnTo>
                <a:lnTo>
                  <a:pt x="756015" y="1202506"/>
                </a:lnTo>
                <a:lnTo>
                  <a:pt x="756015" y="1222431"/>
                </a:lnTo>
                <a:moveTo>
                  <a:pt x="616535" y="1222431"/>
                </a:moveTo>
                <a:lnTo>
                  <a:pt x="536834" y="1222431"/>
                </a:lnTo>
                <a:lnTo>
                  <a:pt x="536834" y="1202506"/>
                </a:lnTo>
                <a:lnTo>
                  <a:pt x="616535" y="1202506"/>
                </a:lnTo>
                <a:lnTo>
                  <a:pt x="616535" y="1222431"/>
                </a:lnTo>
                <a:moveTo>
                  <a:pt x="477057" y="1222431"/>
                </a:moveTo>
                <a:lnTo>
                  <a:pt x="397354" y="1222431"/>
                </a:lnTo>
                <a:lnTo>
                  <a:pt x="397354" y="1202506"/>
                </a:lnTo>
                <a:lnTo>
                  <a:pt x="477057" y="1202506"/>
                </a:lnTo>
                <a:lnTo>
                  <a:pt x="477057" y="1222431"/>
                </a:lnTo>
                <a:moveTo>
                  <a:pt x="337578" y="1222431"/>
                </a:moveTo>
                <a:lnTo>
                  <a:pt x="257876" y="1222431"/>
                </a:lnTo>
                <a:lnTo>
                  <a:pt x="257876" y="1202506"/>
                </a:lnTo>
                <a:lnTo>
                  <a:pt x="337578" y="1202506"/>
                </a:lnTo>
                <a:lnTo>
                  <a:pt x="337578" y="1222431"/>
                </a:lnTo>
                <a:moveTo>
                  <a:pt x="198098" y="1222431"/>
                </a:moveTo>
                <a:lnTo>
                  <a:pt x="159285" y="1222431"/>
                </a:lnTo>
                <a:lnTo>
                  <a:pt x="151215" y="1222232"/>
                </a:lnTo>
                <a:lnTo>
                  <a:pt x="143125" y="1221614"/>
                </a:lnTo>
                <a:lnTo>
                  <a:pt x="135154" y="1220598"/>
                </a:lnTo>
                <a:lnTo>
                  <a:pt x="127303" y="1219204"/>
                </a:lnTo>
                <a:lnTo>
                  <a:pt x="119573" y="1217410"/>
                </a:lnTo>
                <a:lnTo>
                  <a:pt x="116186" y="1216454"/>
                </a:lnTo>
                <a:lnTo>
                  <a:pt x="121624" y="1197285"/>
                </a:lnTo>
                <a:lnTo>
                  <a:pt x="124774" y="1198182"/>
                </a:lnTo>
                <a:lnTo>
                  <a:pt x="124296" y="1198062"/>
                </a:lnTo>
                <a:lnTo>
                  <a:pt x="131527" y="1199716"/>
                </a:lnTo>
                <a:lnTo>
                  <a:pt x="131051" y="1199617"/>
                </a:lnTo>
                <a:lnTo>
                  <a:pt x="138403" y="1200932"/>
                </a:lnTo>
                <a:lnTo>
                  <a:pt x="137904" y="1200872"/>
                </a:lnTo>
                <a:lnTo>
                  <a:pt x="145397" y="1201809"/>
                </a:lnTo>
                <a:lnTo>
                  <a:pt x="144879" y="1201769"/>
                </a:lnTo>
                <a:lnTo>
                  <a:pt x="152470" y="1202346"/>
                </a:lnTo>
                <a:lnTo>
                  <a:pt x="151972" y="1202306"/>
                </a:lnTo>
                <a:lnTo>
                  <a:pt x="159663" y="1202506"/>
                </a:lnTo>
                <a:lnTo>
                  <a:pt x="159403" y="1202506"/>
                </a:lnTo>
                <a:lnTo>
                  <a:pt x="198098" y="1202506"/>
                </a:lnTo>
                <a:lnTo>
                  <a:pt x="198098" y="1222431"/>
                </a:lnTo>
                <a:moveTo>
                  <a:pt x="59955" y="1187561"/>
                </a:moveTo>
                <a:lnTo>
                  <a:pt x="58003" y="1186028"/>
                </a:lnTo>
                <a:lnTo>
                  <a:pt x="52225" y="1181026"/>
                </a:lnTo>
                <a:lnTo>
                  <a:pt x="46685" y="1175746"/>
                </a:lnTo>
                <a:lnTo>
                  <a:pt x="41404" y="1170207"/>
                </a:lnTo>
                <a:lnTo>
                  <a:pt x="36403" y="1164428"/>
                </a:lnTo>
                <a:lnTo>
                  <a:pt x="31662" y="1158410"/>
                </a:lnTo>
                <a:lnTo>
                  <a:pt x="27218" y="1152154"/>
                </a:lnTo>
                <a:lnTo>
                  <a:pt x="23074" y="1145678"/>
                </a:lnTo>
                <a:lnTo>
                  <a:pt x="19228" y="1139003"/>
                </a:lnTo>
                <a:lnTo>
                  <a:pt x="15720" y="1132129"/>
                </a:lnTo>
                <a:lnTo>
                  <a:pt x="12514" y="1125076"/>
                </a:lnTo>
                <a:lnTo>
                  <a:pt x="10421" y="1119755"/>
                </a:lnTo>
                <a:lnTo>
                  <a:pt x="28972" y="1112442"/>
                </a:lnTo>
                <a:lnTo>
                  <a:pt x="30963" y="1117523"/>
                </a:lnTo>
                <a:lnTo>
                  <a:pt x="30785" y="1117085"/>
                </a:lnTo>
                <a:lnTo>
                  <a:pt x="33774" y="1123701"/>
                </a:lnTo>
                <a:lnTo>
                  <a:pt x="33553" y="1123262"/>
                </a:lnTo>
                <a:lnTo>
                  <a:pt x="36863" y="1129717"/>
                </a:lnTo>
                <a:lnTo>
                  <a:pt x="36622" y="1129279"/>
                </a:lnTo>
                <a:lnTo>
                  <a:pt x="40231" y="1135536"/>
                </a:lnTo>
                <a:lnTo>
                  <a:pt x="39971" y="1135137"/>
                </a:lnTo>
                <a:lnTo>
                  <a:pt x="43876" y="1141195"/>
                </a:lnTo>
                <a:lnTo>
                  <a:pt x="43598" y="1140796"/>
                </a:lnTo>
                <a:lnTo>
                  <a:pt x="47762" y="1146655"/>
                </a:lnTo>
                <a:lnTo>
                  <a:pt x="47482" y="1146276"/>
                </a:lnTo>
                <a:lnTo>
                  <a:pt x="51925" y="1151915"/>
                </a:lnTo>
                <a:lnTo>
                  <a:pt x="51608" y="1151556"/>
                </a:lnTo>
                <a:lnTo>
                  <a:pt x="56310" y="1156976"/>
                </a:lnTo>
                <a:lnTo>
                  <a:pt x="55991" y="1156617"/>
                </a:lnTo>
                <a:lnTo>
                  <a:pt x="60933" y="1161818"/>
                </a:lnTo>
                <a:lnTo>
                  <a:pt x="60614" y="1161479"/>
                </a:lnTo>
                <a:lnTo>
                  <a:pt x="65794" y="1166441"/>
                </a:lnTo>
                <a:lnTo>
                  <a:pt x="65436" y="1166101"/>
                </a:lnTo>
                <a:lnTo>
                  <a:pt x="70875" y="1170805"/>
                </a:lnTo>
                <a:lnTo>
                  <a:pt x="70496" y="1170505"/>
                </a:lnTo>
                <a:lnTo>
                  <a:pt x="72269" y="1171900"/>
                </a:lnTo>
                <a:lnTo>
                  <a:pt x="59955" y="1187561"/>
                </a:lnTo>
              </a:path>
            </a:pathLst>
          </a:custGeom>
          <a:solidFill xmlns:a="http://schemas.openxmlformats.org/drawingml/2006/main">
            <a:srgbClr val="C65F1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" name="text-64 Cluster">
            <a:extLst xmlns:a="http://schemas.openxmlformats.org/drawingml/2006/main">
              <a:ext uri="{FF2B5EF4-FFF2-40B4-BE49-F238E27FC236}">
                <a16:creationId xmlns:a16="http://schemas.microsoft.com/office/drawing/2014/main" id="{0BDB5723-6629-4BAB-A04C-EF7BA1103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73253" y="1294767"/>
            <a:ext cx="958907" cy="3768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Cluster</a:t>
            </a:r>
          </a:p>
        </p:txBody>
      </p:sp>
      <p:sp>
        <p:nvSpPr>
          <p:cNvPr id="116" name="text-64 1">
            <a:extLst xmlns:a="http://schemas.openxmlformats.org/drawingml/2006/main">
              <a:ext uri="{FF2B5EF4-FFF2-40B4-BE49-F238E27FC236}">
                <a16:creationId xmlns:a16="http://schemas.microsoft.com/office/drawing/2014/main" id="{B37F7A20-F5A3-4B98-AF49-A34CD0BFC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4051" y="1294897"/>
            <a:ext cx="169533" cy="3767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9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9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119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1</a:t>
            </a:r>
          </a:p>
        </p:txBody>
      </p:sp>
      <p:sp>
        <p:nvSpPr>
          <p:cNvPr id="117" name="path-65">
            <a:extLst xmlns:a="http://schemas.openxmlformats.org/drawingml/2006/main">
              <a:ext uri="{FF2B5EF4-FFF2-40B4-BE49-F238E27FC236}">
                <a16:creationId xmlns:a16="http://schemas.microsoft.com/office/drawing/2014/main" id="{C2951F64-42A2-4843-BE84-7183205AB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463" y="1411767"/>
            <a:ext cx="1234685" cy="150637"/>
          </a:xfrm>
          <a:custGeom xmlns:a="http://schemas.openxmlformats.org/drawingml/2006/main">
            <a:pathLst>
              <a:path w="1097498" h="133900">
                <a:moveTo>
                  <a:pt x="0" y="0"/>
                </a:moveTo>
                <a:lnTo>
                  <a:pt x="0" y="133900"/>
                </a:lnTo>
                <a:lnTo>
                  <a:pt x="1097498" y="133900"/>
                </a:lnTo>
                <a:lnTo>
                  <a:pt x="1097498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" name="path-66">
            <a:extLst xmlns:a="http://schemas.openxmlformats.org/drawingml/2006/main">
              <a:ext uri="{FF2B5EF4-FFF2-40B4-BE49-F238E27FC236}">
                <a16:creationId xmlns:a16="http://schemas.microsoft.com/office/drawing/2014/main" id="{888F8624-C025-44E6-87B1-61E10174E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2023" y="1399214"/>
            <a:ext cx="1258670" cy="173726"/>
          </a:xfrm>
          <a:custGeom xmlns:a="http://schemas.openxmlformats.org/drawingml/2006/main">
            <a:pathLst>
              <a:path w="1118818" h="154423">
                <a:moveTo>
                  <a:pt x="1118818" y="0"/>
                </a:moveTo>
                <a:lnTo>
                  <a:pt x="1118818" y="154423"/>
                </a:lnTo>
                <a:lnTo>
                  <a:pt x="0" y="154423"/>
                </a:lnTo>
                <a:lnTo>
                  <a:pt x="0" y="0"/>
                </a:lnTo>
                <a:lnTo>
                  <a:pt x="1118818" y="0"/>
                </a:lnTo>
                <a:moveTo>
                  <a:pt x="9963" y="19926"/>
                </a:moveTo>
                <a:lnTo>
                  <a:pt x="19925" y="9963"/>
                </a:lnTo>
                <a:lnTo>
                  <a:pt x="19925" y="144460"/>
                </a:lnTo>
                <a:lnTo>
                  <a:pt x="9963" y="134497"/>
                </a:lnTo>
                <a:lnTo>
                  <a:pt x="1108855" y="134497"/>
                </a:lnTo>
                <a:lnTo>
                  <a:pt x="1098892" y="144460"/>
                </a:lnTo>
                <a:lnTo>
                  <a:pt x="1098892" y="9963"/>
                </a:lnTo>
                <a:lnTo>
                  <a:pt x="1108855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" name="path-67">
            <a:extLst xmlns:a="http://schemas.openxmlformats.org/drawingml/2006/main">
              <a:ext uri="{FF2B5EF4-FFF2-40B4-BE49-F238E27FC236}">
                <a16:creationId xmlns:a16="http://schemas.microsoft.com/office/drawing/2014/main" id="{6F0F606A-8713-4339-A5F2-AC3AC9440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13738" y="2904687"/>
            <a:ext cx="1237376" cy="150637"/>
          </a:xfrm>
          <a:custGeom xmlns:a="http://schemas.openxmlformats.org/drawingml/2006/main">
            <a:pathLst>
              <a:path w="1099890" h="133899">
                <a:moveTo>
                  <a:pt x="0" y="0"/>
                </a:moveTo>
                <a:lnTo>
                  <a:pt x="0" y="133899"/>
                </a:lnTo>
                <a:lnTo>
                  <a:pt x="1099890" y="133899"/>
                </a:lnTo>
                <a:lnTo>
                  <a:pt x="109989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" name="path-68">
            <a:extLst xmlns:a="http://schemas.openxmlformats.org/drawingml/2006/main">
              <a:ext uri="{FF2B5EF4-FFF2-40B4-BE49-F238E27FC236}">
                <a16:creationId xmlns:a16="http://schemas.microsoft.com/office/drawing/2014/main" id="{9BA1CE8E-D98D-4840-92C8-085A772DD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2643" y="2893255"/>
            <a:ext cx="1258670" cy="173726"/>
          </a:xfrm>
          <a:custGeom xmlns:a="http://schemas.openxmlformats.org/drawingml/2006/main">
            <a:pathLst>
              <a:path w="1118818" h="154423">
                <a:moveTo>
                  <a:pt x="1118818" y="0"/>
                </a:moveTo>
                <a:lnTo>
                  <a:pt x="1118818" y="154423"/>
                </a:lnTo>
                <a:lnTo>
                  <a:pt x="0" y="154423"/>
                </a:lnTo>
                <a:lnTo>
                  <a:pt x="0" y="0"/>
                </a:lnTo>
                <a:lnTo>
                  <a:pt x="1118818" y="0"/>
                </a:lnTo>
                <a:moveTo>
                  <a:pt x="9963" y="19926"/>
                </a:moveTo>
                <a:lnTo>
                  <a:pt x="19925" y="9963"/>
                </a:lnTo>
                <a:lnTo>
                  <a:pt x="19925" y="144460"/>
                </a:lnTo>
                <a:lnTo>
                  <a:pt x="9963" y="134498"/>
                </a:lnTo>
                <a:lnTo>
                  <a:pt x="1108855" y="134498"/>
                </a:lnTo>
                <a:lnTo>
                  <a:pt x="1098892" y="144460"/>
                </a:lnTo>
                <a:lnTo>
                  <a:pt x="1098892" y="9963"/>
                </a:lnTo>
                <a:lnTo>
                  <a:pt x="1108855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69">
            <a:extLst xmlns:a="http://schemas.openxmlformats.org/drawingml/2006/main">
              <a:ext uri="{FF2B5EF4-FFF2-40B4-BE49-F238E27FC236}">
                <a16:creationId xmlns:a16="http://schemas.microsoft.com/office/drawing/2014/main" id="{51A94789-D065-45FF-B4EE-A856755F4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463" y="2904687"/>
            <a:ext cx="1234685" cy="150637"/>
          </a:xfrm>
          <a:custGeom xmlns:a="http://schemas.openxmlformats.org/drawingml/2006/main">
            <a:pathLst>
              <a:path w="1097498" h="133899">
                <a:moveTo>
                  <a:pt x="0" y="0"/>
                </a:moveTo>
                <a:lnTo>
                  <a:pt x="0" y="133899"/>
                </a:lnTo>
                <a:lnTo>
                  <a:pt x="1097498" y="133899"/>
                </a:lnTo>
                <a:lnTo>
                  <a:pt x="1097498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" name="path-70">
            <a:extLst xmlns:a="http://schemas.openxmlformats.org/drawingml/2006/main">
              <a:ext uri="{FF2B5EF4-FFF2-40B4-BE49-F238E27FC236}">
                <a16:creationId xmlns:a16="http://schemas.microsoft.com/office/drawing/2014/main" id="{7CDFD5BE-B38E-48C9-921D-6AE94896C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2023" y="2893255"/>
            <a:ext cx="1258670" cy="173726"/>
          </a:xfrm>
          <a:custGeom xmlns:a="http://schemas.openxmlformats.org/drawingml/2006/main">
            <a:pathLst>
              <a:path w="1118818" h="154423">
                <a:moveTo>
                  <a:pt x="1118818" y="0"/>
                </a:moveTo>
                <a:lnTo>
                  <a:pt x="1118818" y="154423"/>
                </a:lnTo>
                <a:lnTo>
                  <a:pt x="0" y="154423"/>
                </a:lnTo>
                <a:lnTo>
                  <a:pt x="0" y="0"/>
                </a:lnTo>
                <a:lnTo>
                  <a:pt x="1118818" y="0"/>
                </a:lnTo>
                <a:moveTo>
                  <a:pt x="9963" y="19926"/>
                </a:moveTo>
                <a:lnTo>
                  <a:pt x="19925" y="9963"/>
                </a:lnTo>
                <a:lnTo>
                  <a:pt x="19925" y="144460"/>
                </a:lnTo>
                <a:lnTo>
                  <a:pt x="9963" y="134498"/>
                </a:lnTo>
                <a:lnTo>
                  <a:pt x="1108855" y="134498"/>
                </a:lnTo>
                <a:lnTo>
                  <a:pt x="1098892" y="144460"/>
                </a:lnTo>
                <a:lnTo>
                  <a:pt x="1098892" y="9963"/>
                </a:lnTo>
                <a:lnTo>
                  <a:pt x="1108855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" name="text-71 Cluster">
            <a:extLst xmlns:a="http://schemas.openxmlformats.org/drawingml/2006/main">
              <a:ext uri="{FF2B5EF4-FFF2-40B4-BE49-F238E27FC236}">
                <a16:creationId xmlns:a16="http://schemas.microsoft.com/office/drawing/2014/main" id="{822F3370-C8F9-474E-A209-CD67BB747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81252" y="1309338"/>
            <a:ext cx="958905" cy="3768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Cluster</a:t>
            </a:r>
          </a:p>
        </p:txBody>
      </p:sp>
      <p:sp>
        <p:nvSpPr>
          <p:cNvPr id="124" name="text-71 2">
            <a:extLst xmlns:a="http://schemas.openxmlformats.org/drawingml/2006/main">
              <a:ext uri="{FF2B5EF4-FFF2-40B4-BE49-F238E27FC236}">
                <a16:creationId xmlns:a16="http://schemas.microsoft.com/office/drawing/2014/main" id="{12BEDEAD-F069-4DE4-9D87-C1E7494A3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72047" y="1309443"/>
            <a:ext cx="212619" cy="3767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9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9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119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2</a:t>
            </a:r>
          </a:p>
        </p:txBody>
      </p:sp>
      <p:sp>
        <p:nvSpPr>
          <p:cNvPr id="125" name="text-72 Cluster">
            <a:extLst xmlns:a="http://schemas.openxmlformats.org/drawingml/2006/main">
              <a:ext uri="{FF2B5EF4-FFF2-40B4-BE49-F238E27FC236}">
                <a16:creationId xmlns:a16="http://schemas.microsoft.com/office/drawing/2014/main" id="{7F2C1E5F-3895-4D8E-AEC1-03B1EB81D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58682" y="2829157"/>
            <a:ext cx="958907" cy="3768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Cluster</a:t>
            </a:r>
          </a:p>
        </p:txBody>
      </p:sp>
      <p:sp>
        <p:nvSpPr>
          <p:cNvPr id="126" name="text-72 3">
            <a:extLst xmlns:a="http://schemas.openxmlformats.org/drawingml/2006/main">
              <a:ext uri="{FF2B5EF4-FFF2-40B4-BE49-F238E27FC236}">
                <a16:creationId xmlns:a16="http://schemas.microsoft.com/office/drawing/2014/main" id="{202B24CA-02E6-4B0E-A931-DECA3CF7B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49480" y="2829262"/>
            <a:ext cx="212619" cy="3767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9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9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119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3</a:t>
            </a:r>
          </a:p>
        </p:txBody>
      </p:sp>
      <p:sp>
        <p:nvSpPr>
          <p:cNvPr id="127" name="text-73 Cluster">
            <a:extLst xmlns:a="http://schemas.openxmlformats.org/drawingml/2006/main">
              <a:ext uri="{FF2B5EF4-FFF2-40B4-BE49-F238E27FC236}">
                <a16:creationId xmlns:a16="http://schemas.microsoft.com/office/drawing/2014/main" id="{BBB2D8AF-6432-4FBF-861D-155680453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65561" y="2837003"/>
            <a:ext cx="958905" cy="3768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120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Cluster</a:t>
            </a:r>
          </a:p>
        </p:txBody>
      </p:sp>
      <p:sp>
        <p:nvSpPr>
          <p:cNvPr id="128" name="text-73 n">
            <a:extLst xmlns:a="http://schemas.openxmlformats.org/drawingml/2006/main">
              <a:ext uri="{FF2B5EF4-FFF2-40B4-BE49-F238E27FC236}">
                <a16:creationId xmlns:a16="http://schemas.microsoft.com/office/drawing/2014/main" id="{9D9D1305-9F4C-4DA9-B36E-5E628B08A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56357" y="2837173"/>
            <a:ext cx="189228" cy="3766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8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8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defRPr>
            </a:pPr>
            <a:r>
              <a:rPr sz="2118" b="0" i="0">
                <a:solidFill>
                  <a:srgbClr val="C65F10"/>
                </a:solidFill>
                <a:latin typeface="Comic Sans MS"/>
                <a:ea typeface="Comic Sans MS"/>
                <a:cs typeface="Comic Sans MS"/>
              </a:rPr>
              <a:t>n</a:t>
            </a:r>
          </a:p>
        </p:txBody>
      </p:sp>
      <p:pic>
        <p:nvPicPr>
          <p:cNvPr id="129" name="">
            <a:extLst xmlns:a="http://schemas.openxmlformats.org/drawingml/2006/main">
              <a:ext uri="{FF2B5EF4-FFF2-40B4-BE49-F238E27FC236}">
                <a16:creationId xmlns:a16="http://schemas.microsoft.com/office/drawing/2014/main" id="{D2A35BD6-74BD-4FF5-A7FD-378F2200A70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d13586eb31f4a44"/>
          <a:stretch xmlns:a="http://schemas.openxmlformats.org/drawingml/2006/main"/>
        </p:blipFill>
        <p:spPr>
          <a:xfrm xmlns:a="http://schemas.openxmlformats.org/drawingml/2006/main">
            <a:off x="8060261" y="2171452"/>
            <a:ext cx="836329" cy="564889"/>
          </a:xfrm>
          <a:prstGeom xmlns:a="http://schemas.openxmlformats.org/drawingml/2006/main" prst="rect">
            <a:avLst/>
          </a:prstGeom>
        </p:spPr>
      </p:pic>
      <p:pic>
        <p:nvPicPr>
          <p:cNvPr id="130" name="">
            <a:extLst xmlns:a="http://schemas.openxmlformats.org/drawingml/2006/main">
              <a:ext uri="{FF2B5EF4-FFF2-40B4-BE49-F238E27FC236}">
                <a16:creationId xmlns:a16="http://schemas.microsoft.com/office/drawing/2014/main" id="{485AAE35-B454-4E36-9DA3-10B3C4BDC66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48e339a877b4707"/>
          <a:stretch xmlns:a="http://schemas.openxmlformats.org/drawingml/2006/main"/>
        </p:blipFill>
        <p:spPr>
          <a:xfrm xmlns:a="http://schemas.openxmlformats.org/drawingml/2006/main">
            <a:off x="8928432" y="1598719"/>
            <a:ext cx="837246" cy="558164"/>
          </a:xfrm>
          <a:prstGeom xmlns:a="http://schemas.openxmlformats.org/drawingml/2006/main" prst="rect">
            <a:avLst/>
          </a:prstGeom>
        </p:spPr>
      </p:pic>
      <p:pic>
        <p:nvPicPr>
          <p:cNvPr id="131" name="">
            <a:extLst xmlns:a="http://schemas.openxmlformats.org/drawingml/2006/main">
              <a:ext uri="{FF2B5EF4-FFF2-40B4-BE49-F238E27FC236}">
                <a16:creationId xmlns:a16="http://schemas.microsoft.com/office/drawing/2014/main" id="{EF913232-112C-4315-A203-6BA704BEB6B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b9b6bf3578f49a2"/>
          <a:stretch xmlns:a="http://schemas.openxmlformats.org/drawingml/2006/main"/>
        </p:blipFill>
        <p:spPr>
          <a:xfrm xmlns:a="http://schemas.openxmlformats.org/drawingml/2006/main">
            <a:off x="8929451" y="2171452"/>
            <a:ext cx="836329" cy="564889"/>
          </a:xfrm>
          <a:prstGeom xmlns:a="http://schemas.openxmlformats.org/drawingml/2006/main" prst="rect">
            <a:avLst/>
          </a:prstGeom>
        </p:spPr>
      </p:pic>
      <p:pic>
        <p:nvPicPr>
          <p:cNvPr id="132" name="">
            <a:extLst xmlns:a="http://schemas.openxmlformats.org/drawingml/2006/main">
              <a:ext uri="{FF2B5EF4-FFF2-40B4-BE49-F238E27FC236}">
                <a16:creationId xmlns:a16="http://schemas.microsoft.com/office/drawing/2014/main" id="{F82B58C7-38A0-40C7-8E53-F582E13CCE7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3ca0a260e134ac8"/>
          <a:stretch xmlns:a="http://schemas.openxmlformats.org/drawingml/2006/main"/>
        </p:blipFill>
        <p:spPr>
          <a:xfrm xmlns:a="http://schemas.openxmlformats.org/drawingml/2006/main">
            <a:off x="8059803" y="1598719"/>
            <a:ext cx="837246" cy="558164"/>
          </a:xfrm>
          <a:prstGeom xmlns:a="http://schemas.openxmlformats.org/drawingml/2006/main" prst="rect">
            <a:avLst/>
          </a:prstGeom>
        </p:spPr>
      </p:pic>
      <p:pic>
        <p:nvPicPr>
          <p:cNvPr id="133" name="">
            <a:extLst xmlns:a="http://schemas.openxmlformats.org/drawingml/2006/main">
              <a:ext uri="{FF2B5EF4-FFF2-40B4-BE49-F238E27FC236}">
                <a16:creationId xmlns:a16="http://schemas.microsoft.com/office/drawing/2014/main" id="{F0F033BF-E727-488E-BDC9-C4507B9FCDF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3d273fde71c4b9e"/>
          <a:stretch xmlns:a="http://schemas.openxmlformats.org/drawingml/2006/main"/>
        </p:blipFill>
        <p:spPr>
          <a:xfrm xmlns:a="http://schemas.openxmlformats.org/drawingml/2006/main">
            <a:off x="11201325" y="1665804"/>
            <a:ext cx="788154" cy="422648"/>
          </a:xfrm>
          <a:prstGeom xmlns:a="http://schemas.openxmlformats.org/drawingml/2006/main" prst="rect">
            <a:avLst/>
          </a:prstGeom>
        </p:spPr>
      </p:pic>
      <p:pic>
        <p:nvPicPr>
          <p:cNvPr id="134" name="">
            <a:extLst xmlns:a="http://schemas.openxmlformats.org/drawingml/2006/main">
              <a:ext uri="{FF2B5EF4-FFF2-40B4-BE49-F238E27FC236}">
                <a16:creationId xmlns:a16="http://schemas.microsoft.com/office/drawing/2014/main" id="{6D499383-FFCA-4527-8555-15560C3408B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7c2531eef9d4aee"/>
          <a:stretch xmlns:a="http://schemas.openxmlformats.org/drawingml/2006/main"/>
        </p:blipFill>
        <p:spPr>
          <a:xfrm xmlns:a="http://schemas.openxmlformats.org/drawingml/2006/main">
            <a:off x="11201325" y="2243246"/>
            <a:ext cx="785465" cy="451340"/>
          </a:xfrm>
          <a:prstGeom xmlns:a="http://schemas.openxmlformats.org/drawingml/2006/main" prst="rect">
            <a:avLst/>
          </a:prstGeom>
        </p:spPr>
      </p:pic>
      <p:pic>
        <p:nvPicPr>
          <p:cNvPr id="135" name="">
            <a:extLst xmlns:a="http://schemas.openxmlformats.org/drawingml/2006/main">
              <a:ext uri="{FF2B5EF4-FFF2-40B4-BE49-F238E27FC236}">
                <a16:creationId xmlns:a16="http://schemas.microsoft.com/office/drawing/2014/main" id="{29850113-DFB9-4964-A481-7DC330EC19C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7274b97243a4331"/>
          <a:stretch xmlns:a="http://schemas.openxmlformats.org/drawingml/2006/main"/>
        </p:blipFill>
        <p:spPr>
          <a:xfrm xmlns:a="http://schemas.openxmlformats.org/drawingml/2006/main">
            <a:off x="10423124" y="2216061"/>
            <a:ext cx="606852" cy="505710"/>
          </a:xfrm>
          <a:prstGeom xmlns:a="http://schemas.openxmlformats.org/drawingml/2006/main" prst="rect">
            <a:avLst/>
          </a:prstGeom>
        </p:spPr>
      </p:pic>
      <p:pic>
        <p:nvPicPr>
          <p:cNvPr id="136" name="">
            <a:extLst xmlns:a="http://schemas.openxmlformats.org/drawingml/2006/main">
              <a:ext uri="{FF2B5EF4-FFF2-40B4-BE49-F238E27FC236}">
                <a16:creationId xmlns:a16="http://schemas.microsoft.com/office/drawing/2014/main" id="{C5024B27-3010-4D5D-AF20-20858F64967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26ee3d23cfd4247"/>
          <a:stretch xmlns:a="http://schemas.openxmlformats.org/drawingml/2006/main"/>
        </p:blipFill>
        <p:spPr>
          <a:xfrm xmlns:a="http://schemas.openxmlformats.org/drawingml/2006/main">
            <a:off x="10405704" y="1624273"/>
            <a:ext cx="639002" cy="505710"/>
          </a:xfrm>
          <a:prstGeom xmlns:a="http://schemas.openxmlformats.org/drawingml/2006/main" prst="rect">
            <a:avLst/>
          </a:prstGeom>
        </p:spPr>
      </p:pic>
      <p:pic>
        <p:nvPicPr>
          <p:cNvPr id="137" name="">
            <a:extLst xmlns:a="http://schemas.openxmlformats.org/drawingml/2006/main">
              <a:ext uri="{FF2B5EF4-FFF2-40B4-BE49-F238E27FC236}">
                <a16:creationId xmlns:a16="http://schemas.microsoft.com/office/drawing/2014/main" id="{59DA2297-FD7E-4CEE-AD0B-58F984F5681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76cab4948f54ff0"/>
          <a:stretch xmlns:a="http://schemas.openxmlformats.org/drawingml/2006/main"/>
        </p:blipFill>
        <p:spPr>
          <a:xfrm xmlns:a="http://schemas.openxmlformats.org/drawingml/2006/main">
            <a:off x="9022916" y="3760090"/>
            <a:ext cx="652760" cy="489570"/>
          </a:xfrm>
          <a:prstGeom xmlns:a="http://schemas.openxmlformats.org/drawingml/2006/main" prst="rect">
            <a:avLst/>
          </a:prstGeom>
        </p:spPr>
      </p:pic>
      <p:pic>
        <p:nvPicPr>
          <p:cNvPr id="138" name="">
            <a:extLst xmlns:a="http://schemas.openxmlformats.org/drawingml/2006/main">
              <a:ext uri="{FF2B5EF4-FFF2-40B4-BE49-F238E27FC236}">
                <a16:creationId xmlns:a16="http://schemas.microsoft.com/office/drawing/2014/main" id="{C1D4CC95-36F9-4D19-AE72-E360BD69356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a9babb4baa841f9"/>
          <a:stretch xmlns:a="http://schemas.openxmlformats.org/drawingml/2006/main"/>
        </p:blipFill>
        <p:spPr>
          <a:xfrm xmlns:a="http://schemas.openxmlformats.org/drawingml/2006/main">
            <a:off x="8072917" y="3782613"/>
            <a:ext cx="801604" cy="449905"/>
          </a:xfrm>
          <a:prstGeom xmlns:a="http://schemas.openxmlformats.org/drawingml/2006/main" prst="rect">
            <a:avLst/>
          </a:prstGeom>
        </p:spPr>
      </p:pic>
      <p:pic>
        <p:nvPicPr>
          <p:cNvPr id="139" name="">
            <a:extLst xmlns:a="http://schemas.openxmlformats.org/drawingml/2006/main">
              <a:ext uri="{FF2B5EF4-FFF2-40B4-BE49-F238E27FC236}">
                <a16:creationId xmlns:a16="http://schemas.microsoft.com/office/drawing/2014/main" id="{F2BB21B7-26E0-45EB-AC23-78425D85657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2cf267f5b014df5"/>
          <a:stretch xmlns:a="http://schemas.openxmlformats.org/drawingml/2006/main"/>
        </p:blipFill>
        <p:spPr>
          <a:xfrm xmlns:a="http://schemas.openxmlformats.org/drawingml/2006/main">
            <a:off x="8955219" y="3186970"/>
            <a:ext cx="788154" cy="444164"/>
          </a:xfrm>
          <a:prstGeom xmlns:a="http://schemas.openxmlformats.org/drawingml/2006/main" prst="rect">
            <a:avLst/>
          </a:prstGeom>
        </p:spPr>
      </p:pic>
      <p:pic>
        <p:nvPicPr>
          <p:cNvPr id="140" name="">
            <a:extLst xmlns:a="http://schemas.openxmlformats.org/drawingml/2006/main">
              <a:ext uri="{FF2B5EF4-FFF2-40B4-BE49-F238E27FC236}">
                <a16:creationId xmlns:a16="http://schemas.microsoft.com/office/drawing/2014/main" id="{D6072141-BDF6-4227-92F2-3FFFCF037AD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cb1155739a24c63"/>
          <a:stretch xmlns:a="http://schemas.openxmlformats.org/drawingml/2006/main"/>
        </p:blipFill>
        <p:spPr>
          <a:xfrm xmlns:a="http://schemas.openxmlformats.org/drawingml/2006/main">
            <a:off x="8086367" y="3161409"/>
            <a:ext cx="788154" cy="492596"/>
          </a:xfrm>
          <a:prstGeom xmlns:a="http://schemas.openxmlformats.org/drawingml/2006/main" prst="rect">
            <a:avLst/>
          </a:prstGeom>
        </p:spPr>
      </p:pic>
      <p:pic>
        <p:nvPicPr>
          <p:cNvPr id="141" name="">
            <a:extLst xmlns:a="http://schemas.openxmlformats.org/drawingml/2006/main">
              <a:ext uri="{FF2B5EF4-FFF2-40B4-BE49-F238E27FC236}">
                <a16:creationId xmlns:a16="http://schemas.microsoft.com/office/drawing/2014/main" id="{DA50C55F-AAD4-4DE2-9477-2D2A8E267F3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49c7e0dd0b247ba"/>
          <a:stretch xmlns:a="http://schemas.openxmlformats.org/drawingml/2006/main"/>
        </p:blipFill>
        <p:spPr>
          <a:xfrm xmlns:a="http://schemas.openxmlformats.org/drawingml/2006/main">
            <a:off x="11282311" y="3749330"/>
            <a:ext cx="639633" cy="505710"/>
          </a:xfrm>
          <a:prstGeom xmlns:a="http://schemas.openxmlformats.org/drawingml/2006/main" prst="rect">
            <a:avLst/>
          </a:prstGeom>
        </p:spPr>
      </p:pic>
      <p:pic>
        <p:nvPicPr>
          <p:cNvPr id="142" name="">
            <a:extLst xmlns:a="http://schemas.openxmlformats.org/drawingml/2006/main">
              <a:ext uri="{FF2B5EF4-FFF2-40B4-BE49-F238E27FC236}">
                <a16:creationId xmlns:a16="http://schemas.microsoft.com/office/drawing/2014/main" id="{9571F707-277F-447F-9402-236803CFBAF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ace38b574fc4558"/>
          <a:stretch xmlns:a="http://schemas.openxmlformats.org/drawingml/2006/main"/>
        </p:blipFill>
        <p:spPr>
          <a:xfrm xmlns:a="http://schemas.openxmlformats.org/drawingml/2006/main">
            <a:off x="11234133" y="3165612"/>
            <a:ext cx="738679" cy="492260"/>
          </a:xfrm>
          <a:prstGeom xmlns:a="http://schemas.openxmlformats.org/drawingml/2006/main" prst="rect">
            <a:avLst/>
          </a:prstGeom>
        </p:spPr>
      </p:pic>
      <p:pic>
        <p:nvPicPr>
          <p:cNvPr id="143" name="">
            <a:extLst xmlns:a="http://schemas.openxmlformats.org/drawingml/2006/main">
              <a:ext uri="{FF2B5EF4-FFF2-40B4-BE49-F238E27FC236}">
                <a16:creationId xmlns:a16="http://schemas.microsoft.com/office/drawing/2014/main" id="{7E4EC414-BEB8-457A-8455-A69A07FBD28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3e57e06432142f5"/>
          <a:stretch xmlns:a="http://schemas.openxmlformats.org/drawingml/2006/main"/>
        </p:blipFill>
        <p:spPr>
          <a:xfrm xmlns:a="http://schemas.openxmlformats.org/drawingml/2006/main">
            <a:off x="10428081" y="3749330"/>
            <a:ext cx="615765" cy="494950"/>
          </a:xfrm>
          <a:prstGeom xmlns:a="http://schemas.openxmlformats.org/drawingml/2006/main" prst="rect">
            <a:avLst/>
          </a:prstGeom>
        </p:spPr>
      </p:pic>
      <p:pic>
        <p:nvPicPr>
          <p:cNvPr id="144" name="">
            <a:extLst xmlns:a="http://schemas.openxmlformats.org/drawingml/2006/main">
              <a:ext uri="{FF2B5EF4-FFF2-40B4-BE49-F238E27FC236}">
                <a16:creationId xmlns:a16="http://schemas.microsoft.com/office/drawing/2014/main" id="{0FDE3369-D988-43A4-8F33-91DE22E4ED0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4e43f4335c94a2b"/>
          <a:stretch xmlns:a="http://schemas.openxmlformats.org/drawingml/2006/main"/>
        </p:blipFill>
        <p:spPr>
          <a:xfrm xmlns:a="http://schemas.openxmlformats.org/drawingml/2006/main">
            <a:off x="10350527" y="3165612"/>
            <a:ext cx="741286" cy="492260"/>
          </a:xfrm>
          <a:prstGeom xmlns:a="http://schemas.openxmlformats.org/drawingml/2006/main" prst="rect">
            <a:avLst/>
          </a:prstGeom>
        </p:spPr>
      </p:pic>
      <p:pic>
        <p:nvPicPr>
          <p:cNvPr id="145" name="">
            <a:extLst xmlns:a="http://schemas.openxmlformats.org/drawingml/2006/main">
              <a:ext uri="{FF2B5EF4-FFF2-40B4-BE49-F238E27FC236}">
                <a16:creationId xmlns:a16="http://schemas.microsoft.com/office/drawing/2014/main" id="{924A0E6B-E60A-47A7-8F7F-ECDEB49759D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e2bd1e557b8462b"/>
          <a:stretch xmlns:a="http://schemas.openxmlformats.org/drawingml/2006/main"/>
        </p:blipFill>
        <p:spPr>
          <a:xfrm xmlns:a="http://schemas.openxmlformats.org/drawingml/2006/main">
            <a:off x="14660258" y="3884052"/>
            <a:ext cx="522298" cy="522298"/>
          </a:xfrm>
          <a:prstGeom xmlns:a="http://schemas.openxmlformats.org/drawingml/2006/main" prst="rect">
            <a:avLst/>
          </a:prstGeom>
        </p:spPr>
      </p:pic>
      <p:pic>
        <p:nvPicPr>
          <p:cNvPr id="146" name="">
            <a:extLst xmlns:a="http://schemas.openxmlformats.org/drawingml/2006/main">
              <a:ext uri="{FF2B5EF4-FFF2-40B4-BE49-F238E27FC236}">
                <a16:creationId xmlns:a16="http://schemas.microsoft.com/office/drawing/2014/main" id="{FB16C43C-F3D3-4749-A7C8-A685C96FE3C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69d7deb153c455c"/>
          <a:stretch xmlns:a="http://schemas.openxmlformats.org/drawingml/2006/main"/>
        </p:blipFill>
        <p:spPr>
          <a:xfrm xmlns:a="http://schemas.openxmlformats.org/drawingml/2006/main">
            <a:off x="15712701" y="3884052"/>
            <a:ext cx="523419" cy="523419"/>
          </a:xfrm>
          <a:prstGeom xmlns:a="http://schemas.openxmlformats.org/drawingml/2006/main" prst="rect">
            <a:avLst/>
          </a:prstGeom>
        </p:spPr>
      </p:pic>
      <p:pic>
        <p:nvPicPr>
          <p:cNvPr id="147" name="">
            <a:extLst xmlns:a="http://schemas.openxmlformats.org/drawingml/2006/main">
              <a:ext uri="{FF2B5EF4-FFF2-40B4-BE49-F238E27FC236}">
                <a16:creationId xmlns:a16="http://schemas.microsoft.com/office/drawing/2014/main" id="{44122CEE-9071-4FC7-B04F-CB77E800681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0c543dca3134c02"/>
          <a:stretch xmlns:a="http://schemas.openxmlformats.org/drawingml/2006/main"/>
        </p:blipFill>
        <p:spPr>
          <a:xfrm xmlns:a="http://schemas.openxmlformats.org/drawingml/2006/main">
            <a:off x="15197129" y="3870602"/>
            <a:ext cx="536868" cy="536868"/>
          </a:xfrm>
          <a:prstGeom xmlns:a="http://schemas.openxmlformats.org/drawingml/2006/main" prst="rect">
            <a:avLst/>
          </a:prstGeom>
        </p:spPr>
      </p:pic>
      <p:pic>
        <p:nvPicPr>
          <p:cNvPr id="148" name="">
            <a:extLst xmlns:a="http://schemas.openxmlformats.org/drawingml/2006/main">
              <a:ext uri="{FF2B5EF4-FFF2-40B4-BE49-F238E27FC236}">
                <a16:creationId xmlns:a16="http://schemas.microsoft.com/office/drawing/2014/main" id="{69629E10-0AF3-4E2C-8A6A-386A1388B55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80d4166b38844d0"/>
          <a:stretch xmlns:a="http://schemas.openxmlformats.org/drawingml/2006/main"/>
        </p:blipFill>
        <p:spPr>
          <a:xfrm xmlns:a="http://schemas.openxmlformats.org/drawingml/2006/main">
            <a:off x="2136443" y="680774"/>
            <a:ext cx="591539" cy="532385"/>
          </a:xfrm>
          <a:prstGeom xmlns:a="http://schemas.openxmlformats.org/drawingml/2006/main" prst="rect">
            <a:avLst/>
          </a:prstGeom>
        </p:spPr>
      </p:pic>
      <p:sp>
        <p:nvSpPr>
          <p:cNvPr id="149" name="path-94">
            <a:extLst xmlns:a="http://schemas.openxmlformats.org/drawingml/2006/main">
              <a:ext uri="{FF2B5EF4-FFF2-40B4-BE49-F238E27FC236}">
                <a16:creationId xmlns:a16="http://schemas.microsoft.com/office/drawing/2014/main" id="{8E1B7B6E-3235-491C-8013-B7953559A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3502" y="1326922"/>
            <a:ext cx="599635" cy="2414227"/>
          </a:xfrm>
          <a:custGeom xmlns:a="http://schemas.openxmlformats.org/drawingml/2006/main">
            <a:pathLst>
              <a:path w="533009" h="2145979">
                <a:moveTo>
                  <a:pt x="66193" y="2145621"/>
                </a:moveTo>
                <a:lnTo>
                  <a:pt x="58880" y="2144484"/>
                </a:lnTo>
                <a:lnTo>
                  <a:pt x="51808" y="2142672"/>
                </a:lnTo>
                <a:lnTo>
                  <a:pt x="45013" y="2140201"/>
                </a:lnTo>
                <a:lnTo>
                  <a:pt x="38577" y="2137093"/>
                </a:lnTo>
                <a:lnTo>
                  <a:pt x="32480" y="2133386"/>
                </a:lnTo>
                <a:lnTo>
                  <a:pt x="26821" y="2129142"/>
                </a:lnTo>
                <a:lnTo>
                  <a:pt x="21581" y="2124400"/>
                </a:lnTo>
                <a:lnTo>
                  <a:pt x="16818" y="2119159"/>
                </a:lnTo>
                <a:lnTo>
                  <a:pt x="12575" y="2113480"/>
                </a:lnTo>
                <a:lnTo>
                  <a:pt x="8889" y="2107403"/>
                </a:lnTo>
                <a:lnTo>
                  <a:pt x="5780" y="2100947"/>
                </a:lnTo>
                <a:lnTo>
                  <a:pt x="3290" y="2094173"/>
                </a:lnTo>
                <a:lnTo>
                  <a:pt x="1476" y="2087099"/>
                </a:lnTo>
                <a:lnTo>
                  <a:pt x="360" y="2079766"/>
                </a:lnTo>
                <a:lnTo>
                  <a:pt x="0" y="2072494"/>
                </a:lnTo>
                <a:lnTo>
                  <a:pt x="0" y="73485"/>
                </a:lnTo>
                <a:lnTo>
                  <a:pt x="360" y="66213"/>
                </a:lnTo>
                <a:lnTo>
                  <a:pt x="1476" y="58880"/>
                </a:lnTo>
                <a:lnTo>
                  <a:pt x="3290" y="51806"/>
                </a:lnTo>
                <a:lnTo>
                  <a:pt x="5780" y="45032"/>
                </a:lnTo>
                <a:lnTo>
                  <a:pt x="8889" y="38576"/>
                </a:lnTo>
                <a:lnTo>
                  <a:pt x="12575" y="32498"/>
                </a:lnTo>
                <a:lnTo>
                  <a:pt x="16818" y="26820"/>
                </a:lnTo>
                <a:lnTo>
                  <a:pt x="21581" y="21579"/>
                </a:lnTo>
                <a:lnTo>
                  <a:pt x="26821" y="16837"/>
                </a:lnTo>
                <a:lnTo>
                  <a:pt x="32480" y="12593"/>
                </a:lnTo>
                <a:lnTo>
                  <a:pt x="38577" y="8887"/>
                </a:lnTo>
                <a:lnTo>
                  <a:pt x="45013" y="5778"/>
                </a:lnTo>
                <a:lnTo>
                  <a:pt x="51808" y="3308"/>
                </a:lnTo>
                <a:lnTo>
                  <a:pt x="58880" y="1494"/>
                </a:lnTo>
                <a:lnTo>
                  <a:pt x="66193" y="359"/>
                </a:lnTo>
                <a:lnTo>
                  <a:pt x="73467" y="0"/>
                </a:lnTo>
                <a:lnTo>
                  <a:pt x="459523" y="0"/>
                </a:lnTo>
                <a:lnTo>
                  <a:pt x="466795" y="359"/>
                </a:lnTo>
                <a:lnTo>
                  <a:pt x="474108" y="1494"/>
                </a:lnTo>
                <a:lnTo>
                  <a:pt x="481182" y="3308"/>
                </a:lnTo>
                <a:lnTo>
                  <a:pt x="487976" y="5778"/>
                </a:lnTo>
                <a:lnTo>
                  <a:pt x="494412" y="8887"/>
                </a:lnTo>
                <a:lnTo>
                  <a:pt x="500510" y="12593"/>
                </a:lnTo>
                <a:lnTo>
                  <a:pt x="506169" y="16837"/>
                </a:lnTo>
                <a:lnTo>
                  <a:pt x="511409" y="21579"/>
                </a:lnTo>
                <a:lnTo>
                  <a:pt x="516173" y="26820"/>
                </a:lnTo>
                <a:lnTo>
                  <a:pt x="520417" y="32498"/>
                </a:lnTo>
                <a:lnTo>
                  <a:pt x="524103" y="38576"/>
                </a:lnTo>
                <a:lnTo>
                  <a:pt x="527211" y="45032"/>
                </a:lnTo>
                <a:lnTo>
                  <a:pt x="529701" y="51806"/>
                </a:lnTo>
                <a:lnTo>
                  <a:pt x="531514" y="58880"/>
                </a:lnTo>
                <a:lnTo>
                  <a:pt x="532631" y="66213"/>
                </a:lnTo>
                <a:lnTo>
                  <a:pt x="533009" y="73485"/>
                </a:lnTo>
                <a:lnTo>
                  <a:pt x="533009" y="2072494"/>
                </a:lnTo>
                <a:lnTo>
                  <a:pt x="532631" y="2079766"/>
                </a:lnTo>
                <a:lnTo>
                  <a:pt x="531514" y="2087099"/>
                </a:lnTo>
                <a:lnTo>
                  <a:pt x="529701" y="2094173"/>
                </a:lnTo>
                <a:lnTo>
                  <a:pt x="527211" y="2100947"/>
                </a:lnTo>
                <a:lnTo>
                  <a:pt x="524103" y="2107403"/>
                </a:lnTo>
                <a:lnTo>
                  <a:pt x="520417" y="2113480"/>
                </a:lnTo>
                <a:lnTo>
                  <a:pt x="516173" y="2119159"/>
                </a:lnTo>
                <a:lnTo>
                  <a:pt x="511409" y="2124400"/>
                </a:lnTo>
                <a:lnTo>
                  <a:pt x="506169" y="2129142"/>
                </a:lnTo>
                <a:lnTo>
                  <a:pt x="500510" y="2133386"/>
                </a:lnTo>
                <a:lnTo>
                  <a:pt x="494412" y="2137093"/>
                </a:lnTo>
                <a:lnTo>
                  <a:pt x="487976" y="2140201"/>
                </a:lnTo>
                <a:lnTo>
                  <a:pt x="481182" y="2142672"/>
                </a:lnTo>
                <a:lnTo>
                  <a:pt x="474108" y="2144484"/>
                </a:lnTo>
                <a:lnTo>
                  <a:pt x="466795" y="2145621"/>
                </a:lnTo>
                <a:lnTo>
                  <a:pt x="459523" y="2145979"/>
                </a:lnTo>
                <a:lnTo>
                  <a:pt x="73467" y="2145979"/>
                </a:lnTo>
                <a:lnTo>
                  <a:pt x="66193" y="2145621"/>
                </a:lnTo>
                <a:moveTo>
                  <a:pt x="74224" y="2126073"/>
                </a:moveTo>
                <a:lnTo>
                  <a:pt x="73725" y="2126054"/>
                </a:lnTo>
                <a:lnTo>
                  <a:pt x="459264" y="2126054"/>
                </a:lnTo>
                <a:lnTo>
                  <a:pt x="458765" y="2126073"/>
                </a:lnTo>
                <a:lnTo>
                  <a:pt x="465283" y="2125735"/>
                </a:lnTo>
                <a:lnTo>
                  <a:pt x="464285" y="2125834"/>
                </a:lnTo>
                <a:lnTo>
                  <a:pt x="470623" y="2124878"/>
                </a:lnTo>
                <a:lnTo>
                  <a:pt x="469645" y="2125077"/>
                </a:lnTo>
                <a:lnTo>
                  <a:pt x="475744" y="2123503"/>
                </a:lnTo>
                <a:lnTo>
                  <a:pt x="474808" y="2123802"/>
                </a:lnTo>
                <a:lnTo>
                  <a:pt x="480665" y="2121650"/>
                </a:lnTo>
                <a:lnTo>
                  <a:pt x="479767" y="2122028"/>
                </a:lnTo>
                <a:lnTo>
                  <a:pt x="485347" y="2119339"/>
                </a:lnTo>
                <a:lnTo>
                  <a:pt x="484490" y="2119797"/>
                </a:lnTo>
                <a:lnTo>
                  <a:pt x="489750" y="2116609"/>
                </a:lnTo>
                <a:lnTo>
                  <a:pt x="488953" y="2117147"/>
                </a:lnTo>
                <a:lnTo>
                  <a:pt x="493856" y="2113480"/>
                </a:lnTo>
                <a:lnTo>
                  <a:pt x="493138" y="2114078"/>
                </a:lnTo>
                <a:lnTo>
                  <a:pt x="497660" y="2109974"/>
                </a:lnTo>
                <a:lnTo>
                  <a:pt x="496984" y="2110631"/>
                </a:lnTo>
                <a:lnTo>
                  <a:pt x="501107" y="2106108"/>
                </a:lnTo>
                <a:lnTo>
                  <a:pt x="500490" y="2106845"/>
                </a:lnTo>
                <a:lnTo>
                  <a:pt x="504176" y="2101924"/>
                </a:lnTo>
                <a:lnTo>
                  <a:pt x="503638" y="2102720"/>
                </a:lnTo>
                <a:lnTo>
                  <a:pt x="506828" y="2097460"/>
                </a:lnTo>
                <a:lnTo>
                  <a:pt x="506368" y="2098317"/>
                </a:lnTo>
                <a:lnTo>
                  <a:pt x="509058" y="2092738"/>
                </a:lnTo>
                <a:lnTo>
                  <a:pt x="508660" y="2093635"/>
                </a:lnTo>
                <a:lnTo>
                  <a:pt x="510812" y="2087777"/>
                </a:lnTo>
                <a:lnTo>
                  <a:pt x="510514" y="2088733"/>
                </a:lnTo>
                <a:lnTo>
                  <a:pt x="512086" y="2082616"/>
                </a:lnTo>
                <a:lnTo>
                  <a:pt x="511888" y="2083592"/>
                </a:lnTo>
                <a:lnTo>
                  <a:pt x="512865" y="2077256"/>
                </a:lnTo>
                <a:lnTo>
                  <a:pt x="512765" y="2078272"/>
                </a:lnTo>
                <a:lnTo>
                  <a:pt x="513084" y="2071736"/>
                </a:lnTo>
                <a:lnTo>
                  <a:pt x="513084" y="2072254"/>
                </a:lnTo>
                <a:lnTo>
                  <a:pt x="513084" y="73724"/>
                </a:lnTo>
                <a:lnTo>
                  <a:pt x="513084" y="74242"/>
                </a:lnTo>
                <a:lnTo>
                  <a:pt x="512765" y="67707"/>
                </a:lnTo>
                <a:lnTo>
                  <a:pt x="512865" y="68723"/>
                </a:lnTo>
                <a:lnTo>
                  <a:pt x="511888" y="62387"/>
                </a:lnTo>
                <a:lnTo>
                  <a:pt x="512086" y="63363"/>
                </a:lnTo>
                <a:lnTo>
                  <a:pt x="510514" y="57246"/>
                </a:lnTo>
                <a:lnTo>
                  <a:pt x="510812" y="58202"/>
                </a:lnTo>
                <a:lnTo>
                  <a:pt x="508660" y="52344"/>
                </a:lnTo>
                <a:lnTo>
                  <a:pt x="509058" y="53241"/>
                </a:lnTo>
                <a:lnTo>
                  <a:pt x="506368" y="47662"/>
                </a:lnTo>
                <a:lnTo>
                  <a:pt x="506828" y="48518"/>
                </a:lnTo>
                <a:lnTo>
                  <a:pt x="503638" y="43258"/>
                </a:lnTo>
                <a:lnTo>
                  <a:pt x="504176" y="44036"/>
                </a:lnTo>
                <a:lnTo>
                  <a:pt x="500490" y="39133"/>
                </a:lnTo>
                <a:lnTo>
                  <a:pt x="501107" y="39871"/>
                </a:lnTo>
                <a:lnTo>
                  <a:pt x="496984" y="35348"/>
                </a:lnTo>
                <a:lnTo>
                  <a:pt x="497660" y="36005"/>
                </a:lnTo>
                <a:lnTo>
                  <a:pt x="493138" y="31901"/>
                </a:lnTo>
                <a:lnTo>
                  <a:pt x="493856" y="32498"/>
                </a:lnTo>
                <a:lnTo>
                  <a:pt x="488953" y="28832"/>
                </a:lnTo>
                <a:lnTo>
                  <a:pt x="489750" y="29370"/>
                </a:lnTo>
                <a:lnTo>
                  <a:pt x="484490" y="26182"/>
                </a:lnTo>
                <a:lnTo>
                  <a:pt x="485347" y="26640"/>
                </a:lnTo>
                <a:lnTo>
                  <a:pt x="479767" y="23950"/>
                </a:lnTo>
                <a:lnTo>
                  <a:pt x="480665" y="24329"/>
                </a:lnTo>
                <a:lnTo>
                  <a:pt x="474808" y="22177"/>
                </a:lnTo>
                <a:lnTo>
                  <a:pt x="475744" y="22476"/>
                </a:lnTo>
                <a:lnTo>
                  <a:pt x="469645" y="20902"/>
                </a:lnTo>
                <a:lnTo>
                  <a:pt x="470623" y="21101"/>
                </a:lnTo>
                <a:lnTo>
                  <a:pt x="464285" y="20145"/>
                </a:lnTo>
                <a:lnTo>
                  <a:pt x="465283" y="20244"/>
                </a:lnTo>
                <a:lnTo>
                  <a:pt x="458765" y="19905"/>
                </a:lnTo>
                <a:lnTo>
                  <a:pt x="459264" y="19925"/>
                </a:lnTo>
                <a:lnTo>
                  <a:pt x="73725" y="19925"/>
                </a:lnTo>
                <a:lnTo>
                  <a:pt x="74224" y="19905"/>
                </a:lnTo>
                <a:lnTo>
                  <a:pt x="67708" y="20244"/>
                </a:lnTo>
                <a:lnTo>
                  <a:pt x="68704" y="20145"/>
                </a:lnTo>
                <a:lnTo>
                  <a:pt x="62368" y="21101"/>
                </a:lnTo>
                <a:lnTo>
                  <a:pt x="63363" y="20902"/>
                </a:lnTo>
                <a:lnTo>
                  <a:pt x="57249" y="22476"/>
                </a:lnTo>
                <a:lnTo>
                  <a:pt x="58185" y="22177"/>
                </a:lnTo>
                <a:lnTo>
                  <a:pt x="52325" y="24329"/>
                </a:lnTo>
                <a:lnTo>
                  <a:pt x="53223" y="23950"/>
                </a:lnTo>
                <a:lnTo>
                  <a:pt x="47642" y="26640"/>
                </a:lnTo>
                <a:lnTo>
                  <a:pt x="48500" y="26182"/>
                </a:lnTo>
                <a:lnTo>
                  <a:pt x="43240" y="29370"/>
                </a:lnTo>
                <a:lnTo>
                  <a:pt x="44037" y="28832"/>
                </a:lnTo>
                <a:lnTo>
                  <a:pt x="39135" y="32498"/>
                </a:lnTo>
                <a:lnTo>
                  <a:pt x="39873" y="31901"/>
                </a:lnTo>
                <a:lnTo>
                  <a:pt x="35328" y="36005"/>
                </a:lnTo>
                <a:lnTo>
                  <a:pt x="36007" y="35348"/>
                </a:lnTo>
                <a:lnTo>
                  <a:pt x="31883" y="39871"/>
                </a:lnTo>
                <a:lnTo>
                  <a:pt x="32501" y="39133"/>
                </a:lnTo>
                <a:lnTo>
                  <a:pt x="28833" y="44036"/>
                </a:lnTo>
                <a:lnTo>
                  <a:pt x="29352" y="43258"/>
                </a:lnTo>
                <a:lnTo>
                  <a:pt x="26163" y="48518"/>
                </a:lnTo>
                <a:lnTo>
                  <a:pt x="26621" y="47662"/>
                </a:lnTo>
                <a:lnTo>
                  <a:pt x="23953" y="53241"/>
                </a:lnTo>
                <a:lnTo>
                  <a:pt x="24331" y="52344"/>
                </a:lnTo>
                <a:lnTo>
                  <a:pt x="22178" y="58202"/>
                </a:lnTo>
                <a:lnTo>
                  <a:pt x="22477" y="57246"/>
                </a:lnTo>
                <a:lnTo>
                  <a:pt x="20902" y="63363"/>
                </a:lnTo>
                <a:lnTo>
                  <a:pt x="21103" y="62387"/>
                </a:lnTo>
                <a:lnTo>
                  <a:pt x="20126" y="68723"/>
                </a:lnTo>
                <a:lnTo>
                  <a:pt x="20226" y="67707"/>
                </a:lnTo>
                <a:lnTo>
                  <a:pt x="19907" y="74242"/>
                </a:lnTo>
                <a:lnTo>
                  <a:pt x="19927" y="73724"/>
                </a:lnTo>
                <a:lnTo>
                  <a:pt x="19927" y="2072254"/>
                </a:lnTo>
                <a:lnTo>
                  <a:pt x="19907" y="2071736"/>
                </a:lnTo>
                <a:lnTo>
                  <a:pt x="20226" y="2078272"/>
                </a:lnTo>
                <a:lnTo>
                  <a:pt x="20126" y="2077256"/>
                </a:lnTo>
                <a:lnTo>
                  <a:pt x="21103" y="2083592"/>
                </a:lnTo>
                <a:lnTo>
                  <a:pt x="20902" y="2082616"/>
                </a:lnTo>
                <a:lnTo>
                  <a:pt x="22477" y="2088733"/>
                </a:lnTo>
                <a:lnTo>
                  <a:pt x="22178" y="2087777"/>
                </a:lnTo>
                <a:lnTo>
                  <a:pt x="24331" y="2093635"/>
                </a:lnTo>
                <a:lnTo>
                  <a:pt x="23953" y="2092738"/>
                </a:lnTo>
                <a:lnTo>
                  <a:pt x="26621" y="2098317"/>
                </a:lnTo>
                <a:lnTo>
                  <a:pt x="26163" y="2097460"/>
                </a:lnTo>
                <a:lnTo>
                  <a:pt x="29352" y="2102720"/>
                </a:lnTo>
                <a:lnTo>
                  <a:pt x="28833" y="2101924"/>
                </a:lnTo>
                <a:lnTo>
                  <a:pt x="32501" y="2106845"/>
                </a:lnTo>
                <a:lnTo>
                  <a:pt x="31883" y="2106108"/>
                </a:lnTo>
                <a:lnTo>
                  <a:pt x="36007" y="2110631"/>
                </a:lnTo>
                <a:lnTo>
                  <a:pt x="35328" y="2109974"/>
                </a:lnTo>
                <a:lnTo>
                  <a:pt x="39873" y="2114078"/>
                </a:lnTo>
                <a:lnTo>
                  <a:pt x="39135" y="2113480"/>
                </a:lnTo>
                <a:lnTo>
                  <a:pt x="44037" y="2117147"/>
                </a:lnTo>
                <a:lnTo>
                  <a:pt x="43240" y="2116609"/>
                </a:lnTo>
                <a:lnTo>
                  <a:pt x="48500" y="2119797"/>
                </a:lnTo>
                <a:lnTo>
                  <a:pt x="47642" y="2119339"/>
                </a:lnTo>
                <a:lnTo>
                  <a:pt x="53223" y="2122028"/>
                </a:lnTo>
                <a:lnTo>
                  <a:pt x="52325" y="2121650"/>
                </a:lnTo>
                <a:lnTo>
                  <a:pt x="58185" y="2123802"/>
                </a:lnTo>
                <a:lnTo>
                  <a:pt x="57249" y="2123503"/>
                </a:lnTo>
                <a:lnTo>
                  <a:pt x="63363" y="2125077"/>
                </a:lnTo>
                <a:lnTo>
                  <a:pt x="62368" y="2124878"/>
                </a:lnTo>
                <a:lnTo>
                  <a:pt x="68704" y="2125834"/>
                </a:lnTo>
                <a:lnTo>
                  <a:pt x="67708" y="2125735"/>
                </a:lnTo>
                <a:lnTo>
                  <a:pt x="74224" y="2126073"/>
                </a:lnTo>
              </a:path>
            </a:pathLst>
          </a:custGeom>
          <a:solidFill xmlns:a="http://schemas.openxmlformats.org/drawingml/2006/main">
            <a:srgbClr val="588E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" name="text-95 Select">
            <a:extLst xmlns:a="http://schemas.openxmlformats.org/drawingml/2006/main">
              <a:ext uri="{FF2B5EF4-FFF2-40B4-BE49-F238E27FC236}">
                <a16:creationId xmlns:a16="http://schemas.microsoft.com/office/drawing/2014/main" id="{B9D99E5B-ED65-4AC0-99D8-1AC5E2A22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13139350" y="3090551"/>
            <a:ext cx="732392" cy="3177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87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87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defRPr>
            </a:pPr>
            <a:r>
              <a:rPr sz="1787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rPr>
              <a:t>Select</a:t>
            </a:r>
          </a:p>
        </p:txBody>
      </p:sp>
      <p:sp>
        <p:nvSpPr>
          <p:cNvPr id="151" name="text-95 in">
            <a:extLst xmlns:a="http://schemas.openxmlformats.org/drawingml/2006/main">
              <a:ext uri="{FF2B5EF4-FFF2-40B4-BE49-F238E27FC236}">
                <a16:creationId xmlns:a16="http://schemas.microsoft.com/office/drawing/2014/main" id="{843AE47F-E82E-4C58-BF85-F98384E8F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13374114" y="2409610"/>
            <a:ext cx="237642" cy="3765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8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8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defRPr>
            </a:pPr>
            <a:r>
              <a:rPr sz="2118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rPr>
              <a:t>in</a:t>
            </a:r>
          </a:p>
        </p:txBody>
      </p:sp>
      <p:sp>
        <p:nvSpPr>
          <p:cNvPr id="152" name="text-95 Cluster">
            <a:extLst xmlns:a="http://schemas.openxmlformats.org/drawingml/2006/main">
              <a:ext uri="{FF2B5EF4-FFF2-40B4-BE49-F238E27FC236}">
                <a16:creationId xmlns:a16="http://schemas.microsoft.com/office/drawing/2014/main" id="{C507ED74-BE1F-4273-8CE1-84F5993C0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13092943" y="1846626"/>
            <a:ext cx="822784" cy="3233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9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9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defRPr>
            </a:pPr>
            <a:r>
              <a:rPr sz="1819" b="0" i="0">
                <a:solidFill>
                  <a:srgbClr val="588E31"/>
                </a:solidFill>
                <a:latin typeface="Comic Sans MS"/>
                <a:ea typeface="Comic Sans MS"/>
                <a:cs typeface="Comic Sans MS"/>
              </a:rPr>
              <a:t>Cluster</a:t>
            </a:r>
          </a:p>
        </p:txBody>
      </p:sp>
      <p:sp>
        <p:nvSpPr>
          <p:cNvPr id="153" name="path-96">
            <a:extLst xmlns:a="http://schemas.openxmlformats.org/drawingml/2006/main">
              <a:ext uri="{FF2B5EF4-FFF2-40B4-BE49-F238E27FC236}">
                <a16:creationId xmlns:a16="http://schemas.microsoft.com/office/drawing/2014/main" id="{6BA68588-1005-4ECD-BD54-6CDF1ECDA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53405" y="1342053"/>
            <a:ext cx="1933397" cy="549197"/>
          </a:xfrm>
          <a:custGeom xmlns:a="http://schemas.openxmlformats.org/drawingml/2006/main">
            <a:pathLst>
              <a:path w="1718575" h="488175">
                <a:moveTo>
                  <a:pt x="0" y="420010"/>
                </a:moveTo>
                <a:lnTo>
                  <a:pt x="0" y="360233"/>
                </a:lnTo>
                <a:lnTo>
                  <a:pt x="19925" y="360233"/>
                </a:lnTo>
                <a:lnTo>
                  <a:pt x="19925" y="420010"/>
                </a:lnTo>
                <a:lnTo>
                  <a:pt x="0" y="420010"/>
                </a:lnTo>
                <a:moveTo>
                  <a:pt x="0" y="340308"/>
                </a:moveTo>
                <a:lnTo>
                  <a:pt x="0" y="280531"/>
                </a:lnTo>
                <a:lnTo>
                  <a:pt x="19925" y="280531"/>
                </a:lnTo>
                <a:lnTo>
                  <a:pt x="19925" y="340308"/>
                </a:lnTo>
                <a:lnTo>
                  <a:pt x="0" y="340308"/>
                </a:lnTo>
                <a:moveTo>
                  <a:pt x="0" y="260606"/>
                </a:moveTo>
                <a:lnTo>
                  <a:pt x="0" y="200829"/>
                </a:lnTo>
                <a:lnTo>
                  <a:pt x="19925" y="200829"/>
                </a:lnTo>
                <a:lnTo>
                  <a:pt x="19925" y="260606"/>
                </a:lnTo>
                <a:lnTo>
                  <a:pt x="0" y="260606"/>
                </a:lnTo>
                <a:moveTo>
                  <a:pt x="0" y="180904"/>
                </a:moveTo>
                <a:lnTo>
                  <a:pt x="0" y="121127"/>
                </a:lnTo>
                <a:lnTo>
                  <a:pt x="19925" y="121127"/>
                </a:lnTo>
                <a:lnTo>
                  <a:pt x="19925" y="180904"/>
                </a:lnTo>
                <a:lnTo>
                  <a:pt x="0" y="180904"/>
                </a:lnTo>
                <a:moveTo>
                  <a:pt x="0" y="101202"/>
                </a:moveTo>
                <a:lnTo>
                  <a:pt x="0" y="67906"/>
                </a:lnTo>
                <a:lnTo>
                  <a:pt x="339" y="61211"/>
                </a:lnTo>
                <a:lnTo>
                  <a:pt x="1355" y="54436"/>
                </a:lnTo>
                <a:lnTo>
                  <a:pt x="3048" y="47901"/>
                </a:lnTo>
                <a:lnTo>
                  <a:pt x="5340" y="41624"/>
                </a:lnTo>
                <a:lnTo>
                  <a:pt x="7053" y="38058"/>
                </a:lnTo>
                <a:lnTo>
                  <a:pt x="25006" y="46705"/>
                </a:lnTo>
                <a:lnTo>
                  <a:pt x="23513" y="49834"/>
                </a:lnTo>
                <a:lnTo>
                  <a:pt x="23891" y="48937"/>
                </a:lnTo>
                <a:lnTo>
                  <a:pt x="21918" y="54277"/>
                </a:lnTo>
                <a:lnTo>
                  <a:pt x="22217" y="53341"/>
                </a:lnTo>
                <a:lnTo>
                  <a:pt x="20782" y="58920"/>
                </a:lnTo>
                <a:lnTo>
                  <a:pt x="20982" y="57944"/>
                </a:lnTo>
                <a:lnTo>
                  <a:pt x="20105" y="63722"/>
                </a:lnTo>
                <a:lnTo>
                  <a:pt x="20205" y="62706"/>
                </a:lnTo>
                <a:lnTo>
                  <a:pt x="19905" y="68664"/>
                </a:lnTo>
                <a:lnTo>
                  <a:pt x="19925" y="68165"/>
                </a:lnTo>
                <a:lnTo>
                  <a:pt x="19925" y="101202"/>
                </a:lnTo>
                <a:lnTo>
                  <a:pt x="0" y="101202"/>
                </a:lnTo>
                <a:moveTo>
                  <a:pt x="21001" y="18989"/>
                </a:moveTo>
                <a:lnTo>
                  <a:pt x="24787" y="15562"/>
                </a:lnTo>
                <a:lnTo>
                  <a:pt x="30027" y="11636"/>
                </a:lnTo>
                <a:lnTo>
                  <a:pt x="35647" y="8229"/>
                </a:lnTo>
                <a:lnTo>
                  <a:pt x="41625" y="5340"/>
                </a:lnTo>
                <a:lnTo>
                  <a:pt x="47881" y="3049"/>
                </a:lnTo>
                <a:lnTo>
                  <a:pt x="54417" y="1375"/>
                </a:lnTo>
                <a:lnTo>
                  <a:pt x="61192" y="339"/>
                </a:lnTo>
                <a:lnTo>
                  <a:pt x="67906" y="0"/>
                </a:lnTo>
                <a:lnTo>
                  <a:pt x="83190" y="0"/>
                </a:lnTo>
                <a:lnTo>
                  <a:pt x="83190" y="19926"/>
                </a:lnTo>
                <a:lnTo>
                  <a:pt x="68145" y="19926"/>
                </a:lnTo>
                <a:lnTo>
                  <a:pt x="68665" y="19906"/>
                </a:lnTo>
                <a:lnTo>
                  <a:pt x="62705" y="20204"/>
                </a:lnTo>
                <a:lnTo>
                  <a:pt x="63703" y="20105"/>
                </a:lnTo>
                <a:lnTo>
                  <a:pt x="57923" y="21002"/>
                </a:lnTo>
                <a:lnTo>
                  <a:pt x="58900" y="20802"/>
                </a:lnTo>
                <a:lnTo>
                  <a:pt x="53321" y="22237"/>
                </a:lnTo>
                <a:lnTo>
                  <a:pt x="54276" y="21938"/>
                </a:lnTo>
                <a:lnTo>
                  <a:pt x="48917" y="23891"/>
                </a:lnTo>
                <a:lnTo>
                  <a:pt x="49813" y="23512"/>
                </a:lnTo>
                <a:lnTo>
                  <a:pt x="44732" y="25963"/>
                </a:lnTo>
                <a:lnTo>
                  <a:pt x="45589" y="25505"/>
                </a:lnTo>
                <a:lnTo>
                  <a:pt x="40789" y="28414"/>
                </a:lnTo>
                <a:lnTo>
                  <a:pt x="41584" y="27876"/>
                </a:lnTo>
                <a:lnTo>
                  <a:pt x="37101" y="31223"/>
                </a:lnTo>
                <a:lnTo>
                  <a:pt x="37839" y="30626"/>
                </a:lnTo>
                <a:lnTo>
                  <a:pt x="34412" y="33734"/>
                </a:lnTo>
                <a:lnTo>
                  <a:pt x="21001" y="18989"/>
                </a:lnTo>
                <a:moveTo>
                  <a:pt x="103116" y="0"/>
                </a:moveTo>
                <a:lnTo>
                  <a:pt x="162891" y="0"/>
                </a:lnTo>
                <a:lnTo>
                  <a:pt x="162891" y="19926"/>
                </a:lnTo>
                <a:lnTo>
                  <a:pt x="103116" y="19926"/>
                </a:lnTo>
                <a:lnTo>
                  <a:pt x="103116" y="0"/>
                </a:lnTo>
                <a:moveTo>
                  <a:pt x="182816" y="0"/>
                </a:moveTo>
                <a:lnTo>
                  <a:pt x="242594" y="0"/>
                </a:lnTo>
                <a:lnTo>
                  <a:pt x="242594" y="19926"/>
                </a:lnTo>
                <a:lnTo>
                  <a:pt x="182816" y="19926"/>
                </a:lnTo>
                <a:lnTo>
                  <a:pt x="182816" y="0"/>
                </a:lnTo>
                <a:moveTo>
                  <a:pt x="262519" y="0"/>
                </a:moveTo>
                <a:lnTo>
                  <a:pt x="322296" y="0"/>
                </a:lnTo>
                <a:lnTo>
                  <a:pt x="322296" y="19926"/>
                </a:lnTo>
                <a:lnTo>
                  <a:pt x="262519" y="19926"/>
                </a:lnTo>
                <a:lnTo>
                  <a:pt x="262519" y="0"/>
                </a:lnTo>
                <a:moveTo>
                  <a:pt x="342221" y="0"/>
                </a:moveTo>
                <a:lnTo>
                  <a:pt x="401999" y="0"/>
                </a:lnTo>
                <a:lnTo>
                  <a:pt x="401999" y="19926"/>
                </a:lnTo>
                <a:lnTo>
                  <a:pt x="342221" y="19926"/>
                </a:lnTo>
                <a:lnTo>
                  <a:pt x="342221" y="0"/>
                </a:lnTo>
                <a:moveTo>
                  <a:pt x="421924" y="0"/>
                </a:moveTo>
                <a:lnTo>
                  <a:pt x="481699" y="0"/>
                </a:lnTo>
                <a:lnTo>
                  <a:pt x="481699" y="19926"/>
                </a:lnTo>
                <a:lnTo>
                  <a:pt x="421924" y="19926"/>
                </a:lnTo>
                <a:lnTo>
                  <a:pt x="421924" y="0"/>
                </a:lnTo>
                <a:moveTo>
                  <a:pt x="501625" y="0"/>
                </a:moveTo>
                <a:lnTo>
                  <a:pt x="561402" y="0"/>
                </a:lnTo>
                <a:lnTo>
                  <a:pt x="561402" y="19926"/>
                </a:lnTo>
                <a:lnTo>
                  <a:pt x="501625" y="19926"/>
                </a:lnTo>
                <a:lnTo>
                  <a:pt x="501625" y="0"/>
                </a:lnTo>
                <a:moveTo>
                  <a:pt x="581327" y="0"/>
                </a:moveTo>
                <a:lnTo>
                  <a:pt x="641105" y="0"/>
                </a:lnTo>
                <a:lnTo>
                  <a:pt x="641105" y="19926"/>
                </a:lnTo>
                <a:lnTo>
                  <a:pt x="581327" y="19926"/>
                </a:lnTo>
                <a:lnTo>
                  <a:pt x="581327" y="0"/>
                </a:lnTo>
                <a:moveTo>
                  <a:pt x="661030" y="0"/>
                </a:moveTo>
                <a:lnTo>
                  <a:pt x="720807" y="0"/>
                </a:lnTo>
                <a:lnTo>
                  <a:pt x="720807" y="19926"/>
                </a:lnTo>
                <a:lnTo>
                  <a:pt x="661030" y="19926"/>
                </a:lnTo>
                <a:lnTo>
                  <a:pt x="661030" y="0"/>
                </a:lnTo>
                <a:moveTo>
                  <a:pt x="740732" y="0"/>
                </a:moveTo>
                <a:lnTo>
                  <a:pt x="800508" y="0"/>
                </a:lnTo>
                <a:lnTo>
                  <a:pt x="800508" y="19926"/>
                </a:lnTo>
                <a:lnTo>
                  <a:pt x="740732" y="19926"/>
                </a:lnTo>
                <a:lnTo>
                  <a:pt x="740732" y="0"/>
                </a:lnTo>
                <a:moveTo>
                  <a:pt x="820433" y="0"/>
                </a:moveTo>
                <a:lnTo>
                  <a:pt x="880211" y="0"/>
                </a:lnTo>
                <a:lnTo>
                  <a:pt x="880211" y="19926"/>
                </a:lnTo>
                <a:lnTo>
                  <a:pt x="820433" y="19926"/>
                </a:lnTo>
                <a:lnTo>
                  <a:pt x="820433" y="0"/>
                </a:lnTo>
                <a:moveTo>
                  <a:pt x="900136" y="0"/>
                </a:moveTo>
                <a:lnTo>
                  <a:pt x="959913" y="0"/>
                </a:lnTo>
                <a:lnTo>
                  <a:pt x="959913" y="19926"/>
                </a:lnTo>
                <a:lnTo>
                  <a:pt x="900136" y="19926"/>
                </a:lnTo>
                <a:lnTo>
                  <a:pt x="900136" y="0"/>
                </a:lnTo>
                <a:moveTo>
                  <a:pt x="979838" y="0"/>
                </a:moveTo>
                <a:lnTo>
                  <a:pt x="1039616" y="0"/>
                </a:lnTo>
                <a:lnTo>
                  <a:pt x="1039616" y="19926"/>
                </a:lnTo>
                <a:lnTo>
                  <a:pt x="979838" y="19926"/>
                </a:lnTo>
                <a:lnTo>
                  <a:pt x="979838" y="0"/>
                </a:lnTo>
                <a:moveTo>
                  <a:pt x="1059541" y="0"/>
                </a:moveTo>
                <a:lnTo>
                  <a:pt x="1119316" y="0"/>
                </a:lnTo>
                <a:lnTo>
                  <a:pt x="1119316" y="19926"/>
                </a:lnTo>
                <a:lnTo>
                  <a:pt x="1059541" y="19926"/>
                </a:lnTo>
                <a:lnTo>
                  <a:pt x="1059541" y="0"/>
                </a:lnTo>
                <a:moveTo>
                  <a:pt x="1139242" y="0"/>
                </a:moveTo>
                <a:lnTo>
                  <a:pt x="1199019" y="0"/>
                </a:lnTo>
                <a:lnTo>
                  <a:pt x="1199019" y="19926"/>
                </a:lnTo>
                <a:lnTo>
                  <a:pt x="1139242" y="19926"/>
                </a:lnTo>
                <a:lnTo>
                  <a:pt x="1139242" y="0"/>
                </a:lnTo>
                <a:moveTo>
                  <a:pt x="1218944" y="0"/>
                </a:moveTo>
                <a:lnTo>
                  <a:pt x="1278722" y="0"/>
                </a:lnTo>
                <a:lnTo>
                  <a:pt x="1278722" y="19926"/>
                </a:lnTo>
                <a:lnTo>
                  <a:pt x="1218944" y="19926"/>
                </a:lnTo>
                <a:lnTo>
                  <a:pt x="1218944" y="0"/>
                </a:lnTo>
                <a:moveTo>
                  <a:pt x="1298647" y="0"/>
                </a:moveTo>
                <a:lnTo>
                  <a:pt x="1358424" y="0"/>
                </a:lnTo>
                <a:lnTo>
                  <a:pt x="1358424" y="19926"/>
                </a:lnTo>
                <a:lnTo>
                  <a:pt x="1298647" y="19926"/>
                </a:lnTo>
                <a:lnTo>
                  <a:pt x="1298647" y="0"/>
                </a:lnTo>
                <a:moveTo>
                  <a:pt x="1378349" y="0"/>
                </a:moveTo>
                <a:lnTo>
                  <a:pt x="1438125" y="0"/>
                </a:lnTo>
                <a:lnTo>
                  <a:pt x="1438125" y="19926"/>
                </a:lnTo>
                <a:lnTo>
                  <a:pt x="1378349" y="19926"/>
                </a:lnTo>
                <a:lnTo>
                  <a:pt x="1378349" y="0"/>
                </a:lnTo>
                <a:moveTo>
                  <a:pt x="1458050" y="0"/>
                </a:moveTo>
                <a:lnTo>
                  <a:pt x="1517827" y="0"/>
                </a:lnTo>
                <a:lnTo>
                  <a:pt x="1517827" y="19926"/>
                </a:lnTo>
                <a:lnTo>
                  <a:pt x="1458050" y="19926"/>
                </a:lnTo>
                <a:lnTo>
                  <a:pt x="1458050" y="0"/>
                </a:lnTo>
                <a:moveTo>
                  <a:pt x="1537753" y="0"/>
                </a:moveTo>
                <a:lnTo>
                  <a:pt x="1597530" y="0"/>
                </a:lnTo>
                <a:lnTo>
                  <a:pt x="1597530" y="19926"/>
                </a:lnTo>
                <a:lnTo>
                  <a:pt x="1537753" y="19926"/>
                </a:lnTo>
                <a:lnTo>
                  <a:pt x="1537753" y="0"/>
                </a:lnTo>
                <a:moveTo>
                  <a:pt x="1617455" y="0"/>
                </a:moveTo>
                <a:lnTo>
                  <a:pt x="1650651" y="0"/>
                </a:lnTo>
                <a:lnTo>
                  <a:pt x="1657365" y="339"/>
                </a:lnTo>
                <a:lnTo>
                  <a:pt x="1664140" y="1375"/>
                </a:lnTo>
                <a:lnTo>
                  <a:pt x="1670676" y="3049"/>
                </a:lnTo>
                <a:lnTo>
                  <a:pt x="1676953" y="5340"/>
                </a:lnTo>
                <a:lnTo>
                  <a:pt x="1680600" y="7113"/>
                </a:lnTo>
                <a:lnTo>
                  <a:pt x="1671952" y="25066"/>
                </a:lnTo>
                <a:lnTo>
                  <a:pt x="1668742" y="23512"/>
                </a:lnTo>
                <a:lnTo>
                  <a:pt x="1669640" y="23891"/>
                </a:lnTo>
                <a:lnTo>
                  <a:pt x="1664279" y="21938"/>
                </a:lnTo>
                <a:lnTo>
                  <a:pt x="1665236" y="22237"/>
                </a:lnTo>
                <a:lnTo>
                  <a:pt x="1659657" y="20802"/>
                </a:lnTo>
                <a:lnTo>
                  <a:pt x="1660634" y="21002"/>
                </a:lnTo>
                <a:lnTo>
                  <a:pt x="1654854" y="20105"/>
                </a:lnTo>
                <a:lnTo>
                  <a:pt x="1655852" y="20204"/>
                </a:lnTo>
                <a:lnTo>
                  <a:pt x="1649894" y="19906"/>
                </a:lnTo>
                <a:lnTo>
                  <a:pt x="1650412" y="19926"/>
                </a:lnTo>
                <a:lnTo>
                  <a:pt x="1617455" y="19926"/>
                </a:lnTo>
                <a:lnTo>
                  <a:pt x="1617455" y="0"/>
                </a:lnTo>
                <a:moveTo>
                  <a:pt x="1699648" y="21081"/>
                </a:moveTo>
                <a:lnTo>
                  <a:pt x="1703015" y="24787"/>
                </a:lnTo>
                <a:lnTo>
                  <a:pt x="1706941" y="30048"/>
                </a:lnTo>
                <a:lnTo>
                  <a:pt x="1710349" y="35667"/>
                </a:lnTo>
                <a:lnTo>
                  <a:pt x="1713217" y="41624"/>
                </a:lnTo>
                <a:lnTo>
                  <a:pt x="1715509" y="47901"/>
                </a:lnTo>
                <a:lnTo>
                  <a:pt x="1717202" y="54436"/>
                </a:lnTo>
                <a:lnTo>
                  <a:pt x="1718238" y="61211"/>
                </a:lnTo>
                <a:lnTo>
                  <a:pt x="1718575" y="67906"/>
                </a:lnTo>
                <a:lnTo>
                  <a:pt x="1718575" y="83289"/>
                </a:lnTo>
                <a:lnTo>
                  <a:pt x="1698650" y="83289"/>
                </a:lnTo>
                <a:lnTo>
                  <a:pt x="1698650" y="68165"/>
                </a:lnTo>
                <a:lnTo>
                  <a:pt x="1698650" y="68664"/>
                </a:lnTo>
                <a:lnTo>
                  <a:pt x="1698352" y="62706"/>
                </a:lnTo>
                <a:lnTo>
                  <a:pt x="1698452" y="63722"/>
                </a:lnTo>
                <a:lnTo>
                  <a:pt x="1697575" y="57944"/>
                </a:lnTo>
                <a:lnTo>
                  <a:pt x="1697775" y="58920"/>
                </a:lnTo>
                <a:lnTo>
                  <a:pt x="1696340" y="53341"/>
                </a:lnTo>
                <a:lnTo>
                  <a:pt x="1696639" y="54277"/>
                </a:lnTo>
                <a:lnTo>
                  <a:pt x="1694666" y="48937"/>
                </a:lnTo>
                <a:lnTo>
                  <a:pt x="1695064" y="49834"/>
                </a:lnTo>
                <a:lnTo>
                  <a:pt x="1692613" y="44753"/>
                </a:lnTo>
                <a:lnTo>
                  <a:pt x="1693073" y="45590"/>
                </a:lnTo>
                <a:lnTo>
                  <a:pt x="1690143" y="40788"/>
                </a:lnTo>
                <a:lnTo>
                  <a:pt x="1690681" y="41584"/>
                </a:lnTo>
                <a:lnTo>
                  <a:pt x="1687332" y="37101"/>
                </a:lnTo>
                <a:lnTo>
                  <a:pt x="1687952" y="37839"/>
                </a:lnTo>
                <a:lnTo>
                  <a:pt x="1684903" y="34491"/>
                </a:lnTo>
                <a:lnTo>
                  <a:pt x="1699648" y="21081"/>
                </a:lnTo>
                <a:moveTo>
                  <a:pt x="1718575" y="103214"/>
                </a:moveTo>
                <a:lnTo>
                  <a:pt x="1718575" y="162991"/>
                </a:lnTo>
                <a:lnTo>
                  <a:pt x="1698650" y="162991"/>
                </a:lnTo>
                <a:lnTo>
                  <a:pt x="1698650" y="103214"/>
                </a:lnTo>
                <a:lnTo>
                  <a:pt x="1718575" y="103214"/>
                </a:lnTo>
                <a:moveTo>
                  <a:pt x="1718575" y="182916"/>
                </a:moveTo>
                <a:lnTo>
                  <a:pt x="1718575" y="242693"/>
                </a:lnTo>
                <a:lnTo>
                  <a:pt x="1698650" y="242693"/>
                </a:lnTo>
                <a:lnTo>
                  <a:pt x="1698650" y="182916"/>
                </a:lnTo>
                <a:lnTo>
                  <a:pt x="1718575" y="182916"/>
                </a:lnTo>
                <a:moveTo>
                  <a:pt x="1718575" y="262618"/>
                </a:moveTo>
                <a:lnTo>
                  <a:pt x="1718575" y="322395"/>
                </a:lnTo>
                <a:lnTo>
                  <a:pt x="1698650" y="322395"/>
                </a:lnTo>
                <a:lnTo>
                  <a:pt x="1698650" y="262618"/>
                </a:lnTo>
                <a:lnTo>
                  <a:pt x="1718575" y="262618"/>
                </a:lnTo>
                <a:moveTo>
                  <a:pt x="1718575" y="342321"/>
                </a:moveTo>
                <a:lnTo>
                  <a:pt x="1718575" y="402097"/>
                </a:lnTo>
                <a:lnTo>
                  <a:pt x="1698650" y="402097"/>
                </a:lnTo>
                <a:lnTo>
                  <a:pt x="1698650" y="342321"/>
                </a:lnTo>
                <a:lnTo>
                  <a:pt x="1718575" y="342321"/>
                </a:lnTo>
                <a:moveTo>
                  <a:pt x="1718457" y="422541"/>
                </a:moveTo>
                <a:lnTo>
                  <a:pt x="1718238" y="426964"/>
                </a:lnTo>
                <a:lnTo>
                  <a:pt x="1717202" y="433739"/>
                </a:lnTo>
                <a:lnTo>
                  <a:pt x="1715509" y="440274"/>
                </a:lnTo>
                <a:lnTo>
                  <a:pt x="1713217" y="446551"/>
                </a:lnTo>
                <a:lnTo>
                  <a:pt x="1710349" y="452509"/>
                </a:lnTo>
                <a:lnTo>
                  <a:pt x="1706941" y="458128"/>
                </a:lnTo>
                <a:lnTo>
                  <a:pt x="1703015" y="463388"/>
                </a:lnTo>
                <a:lnTo>
                  <a:pt x="1698611" y="468210"/>
                </a:lnTo>
                <a:lnTo>
                  <a:pt x="1693768" y="472613"/>
                </a:lnTo>
                <a:lnTo>
                  <a:pt x="1688528" y="476539"/>
                </a:lnTo>
                <a:lnTo>
                  <a:pt x="1683906" y="479348"/>
                </a:lnTo>
                <a:lnTo>
                  <a:pt x="1673565" y="462312"/>
                </a:lnTo>
                <a:lnTo>
                  <a:pt x="1677768" y="459762"/>
                </a:lnTo>
                <a:lnTo>
                  <a:pt x="1676973" y="460300"/>
                </a:lnTo>
                <a:lnTo>
                  <a:pt x="1681454" y="456952"/>
                </a:lnTo>
                <a:lnTo>
                  <a:pt x="1680718" y="457550"/>
                </a:lnTo>
                <a:lnTo>
                  <a:pt x="1684863" y="453784"/>
                </a:lnTo>
                <a:lnTo>
                  <a:pt x="1684186" y="454461"/>
                </a:lnTo>
                <a:lnTo>
                  <a:pt x="1687952" y="450337"/>
                </a:lnTo>
                <a:lnTo>
                  <a:pt x="1687332" y="451074"/>
                </a:lnTo>
                <a:lnTo>
                  <a:pt x="1690681" y="446591"/>
                </a:lnTo>
                <a:lnTo>
                  <a:pt x="1690143" y="447388"/>
                </a:lnTo>
                <a:lnTo>
                  <a:pt x="1693073" y="442586"/>
                </a:lnTo>
                <a:lnTo>
                  <a:pt x="1692613" y="443423"/>
                </a:lnTo>
                <a:lnTo>
                  <a:pt x="1695064" y="438342"/>
                </a:lnTo>
                <a:lnTo>
                  <a:pt x="1694666" y="439238"/>
                </a:lnTo>
                <a:lnTo>
                  <a:pt x="1696639" y="433898"/>
                </a:lnTo>
                <a:lnTo>
                  <a:pt x="1696340" y="434835"/>
                </a:lnTo>
                <a:lnTo>
                  <a:pt x="1697775" y="429255"/>
                </a:lnTo>
                <a:lnTo>
                  <a:pt x="1697575" y="430232"/>
                </a:lnTo>
                <a:lnTo>
                  <a:pt x="1698452" y="424454"/>
                </a:lnTo>
                <a:lnTo>
                  <a:pt x="1698352" y="425470"/>
                </a:lnTo>
                <a:lnTo>
                  <a:pt x="1698552" y="421525"/>
                </a:lnTo>
                <a:lnTo>
                  <a:pt x="1718457" y="422541"/>
                </a:lnTo>
                <a:moveTo>
                  <a:pt x="1661529" y="487199"/>
                </a:moveTo>
                <a:lnTo>
                  <a:pt x="1657365" y="487837"/>
                </a:lnTo>
                <a:lnTo>
                  <a:pt x="1650651" y="488175"/>
                </a:lnTo>
                <a:lnTo>
                  <a:pt x="1600298" y="488175"/>
                </a:lnTo>
                <a:lnTo>
                  <a:pt x="1600298" y="468250"/>
                </a:lnTo>
                <a:lnTo>
                  <a:pt x="1650412" y="468250"/>
                </a:lnTo>
                <a:lnTo>
                  <a:pt x="1649894" y="468270"/>
                </a:lnTo>
                <a:lnTo>
                  <a:pt x="1655852" y="467971"/>
                </a:lnTo>
                <a:lnTo>
                  <a:pt x="1654854" y="468071"/>
                </a:lnTo>
                <a:lnTo>
                  <a:pt x="1658522" y="467493"/>
                </a:lnTo>
                <a:lnTo>
                  <a:pt x="1661529" y="487199"/>
                </a:lnTo>
                <a:moveTo>
                  <a:pt x="1580373" y="488175"/>
                </a:moveTo>
                <a:lnTo>
                  <a:pt x="1520596" y="488175"/>
                </a:lnTo>
                <a:lnTo>
                  <a:pt x="1520596" y="468250"/>
                </a:lnTo>
                <a:lnTo>
                  <a:pt x="1580373" y="468250"/>
                </a:lnTo>
                <a:lnTo>
                  <a:pt x="1580373" y="488175"/>
                </a:lnTo>
                <a:moveTo>
                  <a:pt x="1500670" y="488175"/>
                </a:moveTo>
                <a:lnTo>
                  <a:pt x="1440895" y="488175"/>
                </a:lnTo>
                <a:lnTo>
                  <a:pt x="1440895" y="468250"/>
                </a:lnTo>
                <a:lnTo>
                  <a:pt x="1500670" y="468250"/>
                </a:lnTo>
                <a:lnTo>
                  <a:pt x="1500670" y="488175"/>
                </a:lnTo>
                <a:moveTo>
                  <a:pt x="1420970" y="488175"/>
                </a:moveTo>
                <a:lnTo>
                  <a:pt x="1361192" y="488175"/>
                </a:lnTo>
                <a:lnTo>
                  <a:pt x="1361192" y="468250"/>
                </a:lnTo>
                <a:lnTo>
                  <a:pt x="1420970" y="468250"/>
                </a:lnTo>
                <a:lnTo>
                  <a:pt x="1420970" y="488175"/>
                </a:lnTo>
                <a:moveTo>
                  <a:pt x="1341267" y="488175"/>
                </a:moveTo>
                <a:lnTo>
                  <a:pt x="1281490" y="488175"/>
                </a:lnTo>
                <a:lnTo>
                  <a:pt x="1281490" y="468250"/>
                </a:lnTo>
                <a:lnTo>
                  <a:pt x="1341267" y="468250"/>
                </a:lnTo>
                <a:lnTo>
                  <a:pt x="1341267" y="488175"/>
                </a:lnTo>
                <a:moveTo>
                  <a:pt x="1261565" y="488175"/>
                </a:moveTo>
                <a:lnTo>
                  <a:pt x="1201789" y="488175"/>
                </a:lnTo>
                <a:lnTo>
                  <a:pt x="1201789" y="468250"/>
                </a:lnTo>
                <a:lnTo>
                  <a:pt x="1261565" y="468250"/>
                </a:lnTo>
                <a:lnTo>
                  <a:pt x="1261565" y="488175"/>
                </a:lnTo>
                <a:moveTo>
                  <a:pt x="1181862" y="488175"/>
                </a:moveTo>
                <a:lnTo>
                  <a:pt x="1122087" y="488175"/>
                </a:lnTo>
                <a:lnTo>
                  <a:pt x="1122087" y="468250"/>
                </a:lnTo>
                <a:lnTo>
                  <a:pt x="1181862" y="468250"/>
                </a:lnTo>
                <a:lnTo>
                  <a:pt x="1181862" y="488175"/>
                </a:lnTo>
                <a:moveTo>
                  <a:pt x="1102161" y="488175"/>
                </a:moveTo>
                <a:lnTo>
                  <a:pt x="1042384" y="488175"/>
                </a:lnTo>
                <a:lnTo>
                  <a:pt x="1042384" y="468250"/>
                </a:lnTo>
                <a:lnTo>
                  <a:pt x="1102161" y="468250"/>
                </a:lnTo>
                <a:lnTo>
                  <a:pt x="1102161" y="488175"/>
                </a:lnTo>
                <a:moveTo>
                  <a:pt x="1022459" y="488175"/>
                </a:moveTo>
                <a:lnTo>
                  <a:pt x="962681" y="488175"/>
                </a:lnTo>
                <a:lnTo>
                  <a:pt x="962681" y="468250"/>
                </a:lnTo>
                <a:lnTo>
                  <a:pt x="1022459" y="468250"/>
                </a:lnTo>
                <a:lnTo>
                  <a:pt x="1022459" y="488175"/>
                </a:lnTo>
                <a:moveTo>
                  <a:pt x="942756" y="488175"/>
                </a:moveTo>
                <a:lnTo>
                  <a:pt x="882981" y="488175"/>
                </a:lnTo>
                <a:lnTo>
                  <a:pt x="882981" y="468250"/>
                </a:lnTo>
                <a:lnTo>
                  <a:pt x="942756" y="468250"/>
                </a:lnTo>
                <a:lnTo>
                  <a:pt x="942756" y="488175"/>
                </a:lnTo>
                <a:moveTo>
                  <a:pt x="863054" y="488175"/>
                </a:moveTo>
                <a:lnTo>
                  <a:pt x="803278" y="488175"/>
                </a:lnTo>
                <a:lnTo>
                  <a:pt x="803278" y="468250"/>
                </a:lnTo>
                <a:lnTo>
                  <a:pt x="863054" y="468250"/>
                </a:lnTo>
                <a:lnTo>
                  <a:pt x="863054" y="488175"/>
                </a:lnTo>
                <a:moveTo>
                  <a:pt x="783353" y="488175"/>
                </a:moveTo>
                <a:lnTo>
                  <a:pt x="723576" y="488175"/>
                </a:lnTo>
                <a:lnTo>
                  <a:pt x="723576" y="468250"/>
                </a:lnTo>
                <a:lnTo>
                  <a:pt x="783353" y="468250"/>
                </a:lnTo>
                <a:lnTo>
                  <a:pt x="783353" y="488175"/>
                </a:lnTo>
                <a:moveTo>
                  <a:pt x="703650" y="488175"/>
                </a:moveTo>
                <a:lnTo>
                  <a:pt x="643873" y="488175"/>
                </a:lnTo>
                <a:lnTo>
                  <a:pt x="643873" y="468250"/>
                </a:lnTo>
                <a:lnTo>
                  <a:pt x="703650" y="468250"/>
                </a:lnTo>
                <a:lnTo>
                  <a:pt x="703650" y="488175"/>
                </a:lnTo>
                <a:moveTo>
                  <a:pt x="623948" y="488175"/>
                </a:moveTo>
                <a:lnTo>
                  <a:pt x="564172" y="488175"/>
                </a:lnTo>
                <a:lnTo>
                  <a:pt x="564172" y="468250"/>
                </a:lnTo>
                <a:lnTo>
                  <a:pt x="623948" y="468250"/>
                </a:lnTo>
                <a:lnTo>
                  <a:pt x="623948" y="488175"/>
                </a:lnTo>
                <a:moveTo>
                  <a:pt x="544245" y="488175"/>
                </a:moveTo>
                <a:lnTo>
                  <a:pt x="484470" y="488175"/>
                </a:lnTo>
                <a:lnTo>
                  <a:pt x="484470" y="468250"/>
                </a:lnTo>
                <a:lnTo>
                  <a:pt x="544245" y="468250"/>
                </a:lnTo>
                <a:lnTo>
                  <a:pt x="544245" y="488175"/>
                </a:lnTo>
                <a:moveTo>
                  <a:pt x="464545" y="488175"/>
                </a:moveTo>
                <a:lnTo>
                  <a:pt x="404767" y="488175"/>
                </a:lnTo>
                <a:lnTo>
                  <a:pt x="404767" y="468250"/>
                </a:lnTo>
                <a:lnTo>
                  <a:pt x="464545" y="468250"/>
                </a:lnTo>
                <a:lnTo>
                  <a:pt x="464545" y="488175"/>
                </a:lnTo>
                <a:moveTo>
                  <a:pt x="384842" y="488175"/>
                </a:moveTo>
                <a:lnTo>
                  <a:pt x="325064" y="488175"/>
                </a:lnTo>
                <a:lnTo>
                  <a:pt x="325064" y="468250"/>
                </a:lnTo>
                <a:lnTo>
                  <a:pt x="384842" y="468250"/>
                </a:lnTo>
                <a:lnTo>
                  <a:pt x="384842" y="488175"/>
                </a:lnTo>
                <a:moveTo>
                  <a:pt x="305139" y="488175"/>
                </a:moveTo>
                <a:lnTo>
                  <a:pt x="245364" y="488175"/>
                </a:lnTo>
                <a:lnTo>
                  <a:pt x="245364" y="468250"/>
                </a:lnTo>
                <a:lnTo>
                  <a:pt x="305139" y="468250"/>
                </a:lnTo>
                <a:lnTo>
                  <a:pt x="305139" y="488175"/>
                </a:lnTo>
                <a:moveTo>
                  <a:pt x="225437" y="488175"/>
                </a:moveTo>
                <a:lnTo>
                  <a:pt x="165661" y="488175"/>
                </a:lnTo>
                <a:lnTo>
                  <a:pt x="165661" y="468250"/>
                </a:lnTo>
                <a:lnTo>
                  <a:pt x="225437" y="468250"/>
                </a:lnTo>
                <a:lnTo>
                  <a:pt x="225437" y="488175"/>
                </a:lnTo>
                <a:moveTo>
                  <a:pt x="145736" y="488175"/>
                </a:moveTo>
                <a:lnTo>
                  <a:pt x="85959" y="488175"/>
                </a:lnTo>
                <a:lnTo>
                  <a:pt x="85959" y="468250"/>
                </a:lnTo>
                <a:lnTo>
                  <a:pt x="145736" y="468250"/>
                </a:lnTo>
                <a:lnTo>
                  <a:pt x="145736" y="488175"/>
                </a:lnTo>
                <a:moveTo>
                  <a:pt x="65535" y="488056"/>
                </a:moveTo>
                <a:lnTo>
                  <a:pt x="61192" y="487837"/>
                </a:lnTo>
                <a:lnTo>
                  <a:pt x="54417" y="486800"/>
                </a:lnTo>
                <a:lnTo>
                  <a:pt x="47881" y="485127"/>
                </a:lnTo>
                <a:lnTo>
                  <a:pt x="41625" y="482835"/>
                </a:lnTo>
                <a:lnTo>
                  <a:pt x="35647" y="479946"/>
                </a:lnTo>
                <a:lnTo>
                  <a:pt x="30027" y="476539"/>
                </a:lnTo>
                <a:lnTo>
                  <a:pt x="24787" y="472613"/>
                </a:lnTo>
                <a:lnTo>
                  <a:pt x="19946" y="468210"/>
                </a:lnTo>
                <a:lnTo>
                  <a:pt x="15542" y="463388"/>
                </a:lnTo>
                <a:lnTo>
                  <a:pt x="11637" y="458128"/>
                </a:lnTo>
                <a:lnTo>
                  <a:pt x="8767" y="453445"/>
                </a:lnTo>
                <a:lnTo>
                  <a:pt x="25803" y="443104"/>
                </a:lnTo>
                <a:lnTo>
                  <a:pt x="28414" y="447388"/>
                </a:lnTo>
                <a:lnTo>
                  <a:pt x="27876" y="446591"/>
                </a:lnTo>
                <a:lnTo>
                  <a:pt x="31223" y="451074"/>
                </a:lnTo>
                <a:lnTo>
                  <a:pt x="30626" y="450337"/>
                </a:lnTo>
                <a:lnTo>
                  <a:pt x="34371" y="454461"/>
                </a:lnTo>
                <a:lnTo>
                  <a:pt x="33694" y="453784"/>
                </a:lnTo>
                <a:lnTo>
                  <a:pt x="37839" y="457550"/>
                </a:lnTo>
                <a:lnTo>
                  <a:pt x="37101" y="456952"/>
                </a:lnTo>
                <a:lnTo>
                  <a:pt x="41584" y="460300"/>
                </a:lnTo>
                <a:lnTo>
                  <a:pt x="40789" y="459762"/>
                </a:lnTo>
                <a:lnTo>
                  <a:pt x="45589" y="462671"/>
                </a:lnTo>
                <a:lnTo>
                  <a:pt x="44732" y="462212"/>
                </a:lnTo>
                <a:lnTo>
                  <a:pt x="49813" y="464663"/>
                </a:lnTo>
                <a:lnTo>
                  <a:pt x="48917" y="464285"/>
                </a:lnTo>
                <a:lnTo>
                  <a:pt x="54276" y="466237"/>
                </a:lnTo>
                <a:lnTo>
                  <a:pt x="53321" y="465938"/>
                </a:lnTo>
                <a:lnTo>
                  <a:pt x="58900" y="467373"/>
                </a:lnTo>
                <a:lnTo>
                  <a:pt x="57923" y="467174"/>
                </a:lnTo>
                <a:lnTo>
                  <a:pt x="63703" y="468071"/>
                </a:lnTo>
                <a:lnTo>
                  <a:pt x="62705" y="467971"/>
                </a:lnTo>
                <a:lnTo>
                  <a:pt x="66551" y="468150"/>
                </a:lnTo>
                <a:lnTo>
                  <a:pt x="65535" y="488056"/>
                </a:lnTo>
                <a:moveTo>
                  <a:pt x="957" y="431049"/>
                </a:moveTo>
                <a:lnTo>
                  <a:pt x="339" y="426964"/>
                </a:lnTo>
                <a:lnTo>
                  <a:pt x="0" y="420508"/>
                </a:lnTo>
                <a:lnTo>
                  <a:pt x="19905" y="419512"/>
                </a:lnTo>
                <a:lnTo>
                  <a:pt x="20205" y="425470"/>
                </a:lnTo>
                <a:lnTo>
                  <a:pt x="20105" y="424454"/>
                </a:lnTo>
                <a:lnTo>
                  <a:pt x="20643" y="428040"/>
                </a:lnTo>
                <a:lnTo>
                  <a:pt x="957" y="431049"/>
                </a:lnTo>
              </a:path>
            </a:pathLst>
          </a:custGeom>
          <a:solidFill xmlns:a="http://schemas.openxmlformats.org/drawingml/2006/main">
            <a:srgbClr val="588E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" name="text-97 Two">
            <a:extLst xmlns:a="http://schemas.openxmlformats.org/drawingml/2006/main">
              <a:ext uri="{FF2B5EF4-FFF2-40B4-BE49-F238E27FC236}">
                <a16:creationId xmlns:a16="http://schemas.microsoft.com/office/drawing/2014/main" id="{B0CB2317-143B-4385-8AED-86EB632EB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42821" y="1486708"/>
            <a:ext cx="463610" cy="3137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Two</a:t>
            </a:r>
          </a:p>
        </p:txBody>
      </p:sp>
      <p:sp>
        <p:nvSpPr>
          <p:cNvPr id="155" name="text-97 items">
            <a:extLst xmlns:a="http://schemas.openxmlformats.org/drawingml/2006/main">
              <a:ext uri="{FF2B5EF4-FFF2-40B4-BE49-F238E27FC236}">
                <a16:creationId xmlns:a16="http://schemas.microsoft.com/office/drawing/2014/main" id="{BAA468D4-7537-4D9B-BDE7-AD9D6AA31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33735" y="1486855"/>
            <a:ext cx="614029" cy="3135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items</a:t>
            </a:r>
          </a:p>
        </p:txBody>
      </p:sp>
      <p:sp>
        <p:nvSpPr>
          <p:cNvPr id="156" name="text-97 pair">
            <a:extLst xmlns:a="http://schemas.openxmlformats.org/drawingml/2006/main">
              <a:ext uri="{FF2B5EF4-FFF2-40B4-BE49-F238E27FC236}">
                <a16:creationId xmlns:a16="http://schemas.microsoft.com/office/drawing/2014/main" id="{59829CBA-D7BF-45BE-B87E-81B9B51AA0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574839" y="1487056"/>
            <a:ext cx="444450" cy="3132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pair</a:t>
            </a:r>
          </a:p>
        </p:txBody>
      </p:sp>
      <p:sp>
        <p:nvSpPr>
          <p:cNvPr id="157" name="path-98">
            <a:extLst xmlns:a="http://schemas.openxmlformats.org/drawingml/2006/main">
              <a:ext uri="{FF2B5EF4-FFF2-40B4-BE49-F238E27FC236}">
                <a16:creationId xmlns:a16="http://schemas.microsoft.com/office/drawing/2014/main" id="{0287E476-D4BA-429D-B4FC-6D56D2902E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53405" y="1958499"/>
            <a:ext cx="1933397" cy="549197"/>
          </a:xfrm>
          <a:custGeom xmlns:a="http://schemas.openxmlformats.org/drawingml/2006/main">
            <a:pathLst>
              <a:path w="1718575" h="488176">
                <a:moveTo>
                  <a:pt x="0" y="420010"/>
                </a:moveTo>
                <a:lnTo>
                  <a:pt x="0" y="360234"/>
                </a:lnTo>
                <a:lnTo>
                  <a:pt x="19925" y="360234"/>
                </a:lnTo>
                <a:lnTo>
                  <a:pt x="19925" y="420010"/>
                </a:lnTo>
                <a:lnTo>
                  <a:pt x="0" y="420010"/>
                </a:lnTo>
                <a:moveTo>
                  <a:pt x="0" y="340308"/>
                </a:moveTo>
                <a:lnTo>
                  <a:pt x="0" y="280532"/>
                </a:lnTo>
                <a:lnTo>
                  <a:pt x="19925" y="280532"/>
                </a:lnTo>
                <a:lnTo>
                  <a:pt x="19925" y="340308"/>
                </a:lnTo>
                <a:lnTo>
                  <a:pt x="0" y="340308"/>
                </a:lnTo>
                <a:moveTo>
                  <a:pt x="0" y="260606"/>
                </a:moveTo>
                <a:lnTo>
                  <a:pt x="0" y="200830"/>
                </a:lnTo>
                <a:lnTo>
                  <a:pt x="19925" y="200830"/>
                </a:lnTo>
                <a:lnTo>
                  <a:pt x="19925" y="260606"/>
                </a:lnTo>
                <a:lnTo>
                  <a:pt x="0" y="260606"/>
                </a:lnTo>
                <a:moveTo>
                  <a:pt x="0" y="180904"/>
                </a:moveTo>
                <a:lnTo>
                  <a:pt x="0" y="121127"/>
                </a:lnTo>
                <a:lnTo>
                  <a:pt x="19925" y="121127"/>
                </a:lnTo>
                <a:lnTo>
                  <a:pt x="19925" y="180904"/>
                </a:lnTo>
                <a:lnTo>
                  <a:pt x="0" y="180904"/>
                </a:lnTo>
                <a:moveTo>
                  <a:pt x="0" y="101202"/>
                </a:moveTo>
                <a:lnTo>
                  <a:pt x="0" y="67906"/>
                </a:lnTo>
                <a:lnTo>
                  <a:pt x="339" y="61211"/>
                </a:lnTo>
                <a:lnTo>
                  <a:pt x="1355" y="54437"/>
                </a:lnTo>
                <a:lnTo>
                  <a:pt x="3048" y="47901"/>
                </a:lnTo>
                <a:lnTo>
                  <a:pt x="5340" y="41625"/>
                </a:lnTo>
                <a:lnTo>
                  <a:pt x="7053" y="38058"/>
                </a:lnTo>
                <a:lnTo>
                  <a:pt x="25006" y="46706"/>
                </a:lnTo>
                <a:lnTo>
                  <a:pt x="23513" y="49834"/>
                </a:lnTo>
                <a:lnTo>
                  <a:pt x="23891" y="48937"/>
                </a:lnTo>
                <a:lnTo>
                  <a:pt x="21918" y="54277"/>
                </a:lnTo>
                <a:lnTo>
                  <a:pt x="22217" y="53341"/>
                </a:lnTo>
                <a:lnTo>
                  <a:pt x="20782" y="58920"/>
                </a:lnTo>
                <a:lnTo>
                  <a:pt x="20982" y="57944"/>
                </a:lnTo>
                <a:lnTo>
                  <a:pt x="20105" y="63722"/>
                </a:lnTo>
                <a:lnTo>
                  <a:pt x="20205" y="62706"/>
                </a:lnTo>
                <a:lnTo>
                  <a:pt x="19905" y="68663"/>
                </a:lnTo>
                <a:lnTo>
                  <a:pt x="19925" y="68165"/>
                </a:lnTo>
                <a:lnTo>
                  <a:pt x="19925" y="101202"/>
                </a:lnTo>
                <a:lnTo>
                  <a:pt x="0" y="101202"/>
                </a:lnTo>
                <a:moveTo>
                  <a:pt x="21001" y="18989"/>
                </a:moveTo>
                <a:lnTo>
                  <a:pt x="24787" y="15562"/>
                </a:lnTo>
                <a:lnTo>
                  <a:pt x="30027" y="11636"/>
                </a:lnTo>
                <a:lnTo>
                  <a:pt x="35647" y="8229"/>
                </a:lnTo>
                <a:lnTo>
                  <a:pt x="41625" y="5340"/>
                </a:lnTo>
                <a:lnTo>
                  <a:pt x="47881" y="3049"/>
                </a:lnTo>
                <a:lnTo>
                  <a:pt x="54417" y="1375"/>
                </a:lnTo>
                <a:lnTo>
                  <a:pt x="61192" y="339"/>
                </a:lnTo>
                <a:lnTo>
                  <a:pt x="67906" y="0"/>
                </a:lnTo>
                <a:lnTo>
                  <a:pt x="83190" y="0"/>
                </a:lnTo>
                <a:lnTo>
                  <a:pt x="83190" y="19925"/>
                </a:lnTo>
                <a:lnTo>
                  <a:pt x="68145" y="19925"/>
                </a:lnTo>
                <a:lnTo>
                  <a:pt x="68665" y="19906"/>
                </a:lnTo>
                <a:lnTo>
                  <a:pt x="62705" y="20204"/>
                </a:lnTo>
                <a:lnTo>
                  <a:pt x="63703" y="20105"/>
                </a:lnTo>
                <a:lnTo>
                  <a:pt x="57923" y="21002"/>
                </a:lnTo>
                <a:lnTo>
                  <a:pt x="58900" y="20802"/>
                </a:lnTo>
                <a:lnTo>
                  <a:pt x="53321" y="22237"/>
                </a:lnTo>
                <a:lnTo>
                  <a:pt x="54276" y="21938"/>
                </a:lnTo>
                <a:lnTo>
                  <a:pt x="48917" y="23891"/>
                </a:lnTo>
                <a:lnTo>
                  <a:pt x="49813" y="23512"/>
                </a:lnTo>
                <a:lnTo>
                  <a:pt x="44732" y="25963"/>
                </a:lnTo>
                <a:lnTo>
                  <a:pt x="45589" y="25505"/>
                </a:lnTo>
                <a:lnTo>
                  <a:pt x="40789" y="28414"/>
                </a:lnTo>
                <a:lnTo>
                  <a:pt x="41584" y="27876"/>
                </a:lnTo>
                <a:lnTo>
                  <a:pt x="37101" y="31223"/>
                </a:lnTo>
                <a:lnTo>
                  <a:pt x="37839" y="30626"/>
                </a:lnTo>
                <a:lnTo>
                  <a:pt x="34412" y="33734"/>
                </a:lnTo>
                <a:lnTo>
                  <a:pt x="21001" y="18989"/>
                </a:lnTo>
                <a:moveTo>
                  <a:pt x="103116" y="0"/>
                </a:moveTo>
                <a:lnTo>
                  <a:pt x="162891" y="0"/>
                </a:lnTo>
                <a:lnTo>
                  <a:pt x="162891" y="19925"/>
                </a:lnTo>
                <a:lnTo>
                  <a:pt x="103116" y="19925"/>
                </a:lnTo>
                <a:lnTo>
                  <a:pt x="103116" y="0"/>
                </a:lnTo>
                <a:moveTo>
                  <a:pt x="182816" y="0"/>
                </a:moveTo>
                <a:lnTo>
                  <a:pt x="242594" y="0"/>
                </a:lnTo>
                <a:lnTo>
                  <a:pt x="242594" y="19925"/>
                </a:lnTo>
                <a:lnTo>
                  <a:pt x="182816" y="19925"/>
                </a:lnTo>
                <a:lnTo>
                  <a:pt x="182816" y="0"/>
                </a:lnTo>
                <a:moveTo>
                  <a:pt x="262519" y="0"/>
                </a:moveTo>
                <a:lnTo>
                  <a:pt x="322296" y="0"/>
                </a:lnTo>
                <a:lnTo>
                  <a:pt x="322296" y="19925"/>
                </a:lnTo>
                <a:lnTo>
                  <a:pt x="262519" y="19925"/>
                </a:lnTo>
                <a:lnTo>
                  <a:pt x="262519" y="0"/>
                </a:lnTo>
                <a:moveTo>
                  <a:pt x="342221" y="0"/>
                </a:moveTo>
                <a:lnTo>
                  <a:pt x="401999" y="0"/>
                </a:lnTo>
                <a:lnTo>
                  <a:pt x="401999" y="19925"/>
                </a:lnTo>
                <a:lnTo>
                  <a:pt x="342221" y="19925"/>
                </a:lnTo>
                <a:lnTo>
                  <a:pt x="342221" y="0"/>
                </a:lnTo>
                <a:moveTo>
                  <a:pt x="421924" y="0"/>
                </a:moveTo>
                <a:lnTo>
                  <a:pt x="481699" y="0"/>
                </a:lnTo>
                <a:lnTo>
                  <a:pt x="481699" y="19925"/>
                </a:lnTo>
                <a:lnTo>
                  <a:pt x="421924" y="19925"/>
                </a:lnTo>
                <a:lnTo>
                  <a:pt x="421924" y="0"/>
                </a:lnTo>
                <a:moveTo>
                  <a:pt x="501625" y="0"/>
                </a:moveTo>
                <a:lnTo>
                  <a:pt x="561402" y="0"/>
                </a:lnTo>
                <a:lnTo>
                  <a:pt x="561402" y="19925"/>
                </a:lnTo>
                <a:lnTo>
                  <a:pt x="501625" y="19925"/>
                </a:lnTo>
                <a:lnTo>
                  <a:pt x="501625" y="0"/>
                </a:lnTo>
                <a:moveTo>
                  <a:pt x="581327" y="0"/>
                </a:moveTo>
                <a:lnTo>
                  <a:pt x="641105" y="0"/>
                </a:lnTo>
                <a:lnTo>
                  <a:pt x="641105" y="19925"/>
                </a:lnTo>
                <a:lnTo>
                  <a:pt x="581327" y="19925"/>
                </a:lnTo>
                <a:lnTo>
                  <a:pt x="581327" y="0"/>
                </a:lnTo>
                <a:moveTo>
                  <a:pt x="661030" y="0"/>
                </a:moveTo>
                <a:lnTo>
                  <a:pt x="720807" y="0"/>
                </a:lnTo>
                <a:lnTo>
                  <a:pt x="720807" y="19925"/>
                </a:lnTo>
                <a:lnTo>
                  <a:pt x="661030" y="19925"/>
                </a:lnTo>
                <a:lnTo>
                  <a:pt x="661030" y="0"/>
                </a:lnTo>
                <a:moveTo>
                  <a:pt x="740732" y="0"/>
                </a:moveTo>
                <a:lnTo>
                  <a:pt x="800508" y="0"/>
                </a:lnTo>
                <a:lnTo>
                  <a:pt x="800508" y="19925"/>
                </a:lnTo>
                <a:lnTo>
                  <a:pt x="740732" y="19925"/>
                </a:lnTo>
                <a:lnTo>
                  <a:pt x="740732" y="0"/>
                </a:lnTo>
                <a:moveTo>
                  <a:pt x="820433" y="0"/>
                </a:moveTo>
                <a:lnTo>
                  <a:pt x="880211" y="0"/>
                </a:lnTo>
                <a:lnTo>
                  <a:pt x="880211" y="19925"/>
                </a:lnTo>
                <a:lnTo>
                  <a:pt x="820433" y="19925"/>
                </a:lnTo>
                <a:lnTo>
                  <a:pt x="820433" y="0"/>
                </a:lnTo>
                <a:moveTo>
                  <a:pt x="900136" y="0"/>
                </a:moveTo>
                <a:lnTo>
                  <a:pt x="959913" y="0"/>
                </a:lnTo>
                <a:lnTo>
                  <a:pt x="959913" y="19925"/>
                </a:lnTo>
                <a:lnTo>
                  <a:pt x="900136" y="19925"/>
                </a:lnTo>
                <a:lnTo>
                  <a:pt x="900136" y="0"/>
                </a:lnTo>
                <a:moveTo>
                  <a:pt x="979838" y="0"/>
                </a:moveTo>
                <a:lnTo>
                  <a:pt x="1039616" y="0"/>
                </a:lnTo>
                <a:lnTo>
                  <a:pt x="1039616" y="19925"/>
                </a:lnTo>
                <a:lnTo>
                  <a:pt x="979838" y="19925"/>
                </a:lnTo>
                <a:lnTo>
                  <a:pt x="979838" y="0"/>
                </a:lnTo>
                <a:moveTo>
                  <a:pt x="1059541" y="0"/>
                </a:moveTo>
                <a:lnTo>
                  <a:pt x="1119316" y="0"/>
                </a:lnTo>
                <a:lnTo>
                  <a:pt x="1119316" y="19925"/>
                </a:lnTo>
                <a:lnTo>
                  <a:pt x="1059541" y="19925"/>
                </a:lnTo>
                <a:lnTo>
                  <a:pt x="1059541" y="0"/>
                </a:lnTo>
                <a:moveTo>
                  <a:pt x="1139242" y="0"/>
                </a:moveTo>
                <a:lnTo>
                  <a:pt x="1199019" y="0"/>
                </a:lnTo>
                <a:lnTo>
                  <a:pt x="1199019" y="19925"/>
                </a:lnTo>
                <a:lnTo>
                  <a:pt x="1139242" y="19925"/>
                </a:lnTo>
                <a:lnTo>
                  <a:pt x="1139242" y="0"/>
                </a:lnTo>
                <a:moveTo>
                  <a:pt x="1218944" y="0"/>
                </a:moveTo>
                <a:lnTo>
                  <a:pt x="1278722" y="0"/>
                </a:lnTo>
                <a:lnTo>
                  <a:pt x="1278722" y="19925"/>
                </a:lnTo>
                <a:lnTo>
                  <a:pt x="1218944" y="19925"/>
                </a:lnTo>
                <a:lnTo>
                  <a:pt x="1218944" y="0"/>
                </a:lnTo>
                <a:moveTo>
                  <a:pt x="1298647" y="0"/>
                </a:moveTo>
                <a:lnTo>
                  <a:pt x="1358424" y="0"/>
                </a:lnTo>
                <a:lnTo>
                  <a:pt x="1358424" y="19925"/>
                </a:lnTo>
                <a:lnTo>
                  <a:pt x="1298647" y="19925"/>
                </a:lnTo>
                <a:lnTo>
                  <a:pt x="1298647" y="0"/>
                </a:lnTo>
                <a:moveTo>
                  <a:pt x="1378349" y="0"/>
                </a:moveTo>
                <a:lnTo>
                  <a:pt x="1438125" y="0"/>
                </a:lnTo>
                <a:lnTo>
                  <a:pt x="1438125" y="19925"/>
                </a:lnTo>
                <a:lnTo>
                  <a:pt x="1378349" y="19925"/>
                </a:lnTo>
                <a:lnTo>
                  <a:pt x="1378349" y="0"/>
                </a:lnTo>
                <a:moveTo>
                  <a:pt x="1458050" y="0"/>
                </a:moveTo>
                <a:lnTo>
                  <a:pt x="1517827" y="0"/>
                </a:lnTo>
                <a:lnTo>
                  <a:pt x="1517827" y="19925"/>
                </a:lnTo>
                <a:lnTo>
                  <a:pt x="1458050" y="19925"/>
                </a:lnTo>
                <a:lnTo>
                  <a:pt x="1458050" y="0"/>
                </a:lnTo>
                <a:moveTo>
                  <a:pt x="1537753" y="0"/>
                </a:moveTo>
                <a:lnTo>
                  <a:pt x="1597530" y="0"/>
                </a:lnTo>
                <a:lnTo>
                  <a:pt x="1597530" y="19925"/>
                </a:lnTo>
                <a:lnTo>
                  <a:pt x="1537753" y="19925"/>
                </a:lnTo>
                <a:lnTo>
                  <a:pt x="1537753" y="0"/>
                </a:lnTo>
                <a:moveTo>
                  <a:pt x="1617455" y="0"/>
                </a:moveTo>
                <a:lnTo>
                  <a:pt x="1650651" y="0"/>
                </a:lnTo>
                <a:lnTo>
                  <a:pt x="1657365" y="339"/>
                </a:lnTo>
                <a:lnTo>
                  <a:pt x="1664140" y="1375"/>
                </a:lnTo>
                <a:lnTo>
                  <a:pt x="1670676" y="3049"/>
                </a:lnTo>
                <a:lnTo>
                  <a:pt x="1676953" y="5340"/>
                </a:lnTo>
                <a:lnTo>
                  <a:pt x="1680600" y="7113"/>
                </a:lnTo>
                <a:lnTo>
                  <a:pt x="1671952" y="25066"/>
                </a:lnTo>
                <a:lnTo>
                  <a:pt x="1668742" y="23512"/>
                </a:lnTo>
                <a:lnTo>
                  <a:pt x="1669640" y="23891"/>
                </a:lnTo>
                <a:lnTo>
                  <a:pt x="1664279" y="21938"/>
                </a:lnTo>
                <a:lnTo>
                  <a:pt x="1665236" y="22237"/>
                </a:lnTo>
                <a:lnTo>
                  <a:pt x="1659657" y="20802"/>
                </a:lnTo>
                <a:lnTo>
                  <a:pt x="1660634" y="21002"/>
                </a:lnTo>
                <a:lnTo>
                  <a:pt x="1654854" y="20105"/>
                </a:lnTo>
                <a:lnTo>
                  <a:pt x="1655852" y="20204"/>
                </a:lnTo>
                <a:lnTo>
                  <a:pt x="1649894" y="19906"/>
                </a:lnTo>
                <a:lnTo>
                  <a:pt x="1650412" y="19925"/>
                </a:lnTo>
                <a:lnTo>
                  <a:pt x="1617455" y="19925"/>
                </a:lnTo>
                <a:lnTo>
                  <a:pt x="1617455" y="0"/>
                </a:lnTo>
                <a:moveTo>
                  <a:pt x="1699648" y="21081"/>
                </a:moveTo>
                <a:lnTo>
                  <a:pt x="1703015" y="24787"/>
                </a:lnTo>
                <a:lnTo>
                  <a:pt x="1706941" y="30048"/>
                </a:lnTo>
                <a:lnTo>
                  <a:pt x="1710349" y="35667"/>
                </a:lnTo>
                <a:lnTo>
                  <a:pt x="1713217" y="41625"/>
                </a:lnTo>
                <a:lnTo>
                  <a:pt x="1715509" y="47901"/>
                </a:lnTo>
                <a:lnTo>
                  <a:pt x="1717202" y="54437"/>
                </a:lnTo>
                <a:lnTo>
                  <a:pt x="1718238" y="61211"/>
                </a:lnTo>
                <a:lnTo>
                  <a:pt x="1718575" y="67906"/>
                </a:lnTo>
                <a:lnTo>
                  <a:pt x="1718575" y="83289"/>
                </a:lnTo>
                <a:lnTo>
                  <a:pt x="1698650" y="83289"/>
                </a:lnTo>
                <a:lnTo>
                  <a:pt x="1698650" y="68165"/>
                </a:lnTo>
                <a:lnTo>
                  <a:pt x="1698650" y="68663"/>
                </a:lnTo>
                <a:lnTo>
                  <a:pt x="1698352" y="62706"/>
                </a:lnTo>
                <a:lnTo>
                  <a:pt x="1698452" y="63722"/>
                </a:lnTo>
                <a:lnTo>
                  <a:pt x="1697575" y="57944"/>
                </a:lnTo>
                <a:lnTo>
                  <a:pt x="1697775" y="58920"/>
                </a:lnTo>
                <a:lnTo>
                  <a:pt x="1696340" y="53341"/>
                </a:lnTo>
                <a:lnTo>
                  <a:pt x="1696639" y="54277"/>
                </a:lnTo>
                <a:lnTo>
                  <a:pt x="1694666" y="48937"/>
                </a:lnTo>
                <a:lnTo>
                  <a:pt x="1695064" y="49834"/>
                </a:lnTo>
                <a:lnTo>
                  <a:pt x="1692613" y="44753"/>
                </a:lnTo>
                <a:lnTo>
                  <a:pt x="1693073" y="45590"/>
                </a:lnTo>
                <a:lnTo>
                  <a:pt x="1690143" y="40788"/>
                </a:lnTo>
                <a:lnTo>
                  <a:pt x="1690681" y="41585"/>
                </a:lnTo>
                <a:lnTo>
                  <a:pt x="1687332" y="37101"/>
                </a:lnTo>
                <a:lnTo>
                  <a:pt x="1687952" y="37839"/>
                </a:lnTo>
                <a:lnTo>
                  <a:pt x="1684903" y="34491"/>
                </a:lnTo>
                <a:lnTo>
                  <a:pt x="1699648" y="21081"/>
                </a:lnTo>
                <a:moveTo>
                  <a:pt x="1718575" y="103214"/>
                </a:moveTo>
                <a:lnTo>
                  <a:pt x="1718575" y="162991"/>
                </a:lnTo>
                <a:lnTo>
                  <a:pt x="1698650" y="162991"/>
                </a:lnTo>
                <a:lnTo>
                  <a:pt x="1698650" y="103214"/>
                </a:lnTo>
                <a:lnTo>
                  <a:pt x="1718575" y="103214"/>
                </a:lnTo>
                <a:moveTo>
                  <a:pt x="1718575" y="182916"/>
                </a:moveTo>
                <a:lnTo>
                  <a:pt x="1718575" y="242693"/>
                </a:lnTo>
                <a:lnTo>
                  <a:pt x="1698650" y="242693"/>
                </a:lnTo>
                <a:lnTo>
                  <a:pt x="1698650" y="182916"/>
                </a:lnTo>
                <a:lnTo>
                  <a:pt x="1718575" y="182916"/>
                </a:lnTo>
                <a:moveTo>
                  <a:pt x="1718575" y="262619"/>
                </a:moveTo>
                <a:lnTo>
                  <a:pt x="1718575" y="322395"/>
                </a:lnTo>
                <a:lnTo>
                  <a:pt x="1698650" y="322395"/>
                </a:lnTo>
                <a:lnTo>
                  <a:pt x="1698650" y="262619"/>
                </a:lnTo>
                <a:lnTo>
                  <a:pt x="1718575" y="262619"/>
                </a:lnTo>
                <a:moveTo>
                  <a:pt x="1718575" y="342320"/>
                </a:moveTo>
                <a:lnTo>
                  <a:pt x="1718575" y="402097"/>
                </a:lnTo>
                <a:lnTo>
                  <a:pt x="1698650" y="402097"/>
                </a:lnTo>
                <a:lnTo>
                  <a:pt x="1698650" y="342320"/>
                </a:lnTo>
                <a:lnTo>
                  <a:pt x="1718575" y="342320"/>
                </a:lnTo>
                <a:moveTo>
                  <a:pt x="1718457" y="422541"/>
                </a:moveTo>
                <a:lnTo>
                  <a:pt x="1718238" y="426964"/>
                </a:lnTo>
                <a:lnTo>
                  <a:pt x="1717202" y="433739"/>
                </a:lnTo>
                <a:lnTo>
                  <a:pt x="1715509" y="440275"/>
                </a:lnTo>
                <a:lnTo>
                  <a:pt x="1713217" y="446551"/>
                </a:lnTo>
                <a:lnTo>
                  <a:pt x="1710349" y="452509"/>
                </a:lnTo>
                <a:lnTo>
                  <a:pt x="1706941" y="458128"/>
                </a:lnTo>
                <a:lnTo>
                  <a:pt x="1703015" y="463388"/>
                </a:lnTo>
                <a:lnTo>
                  <a:pt x="1698611" y="468210"/>
                </a:lnTo>
                <a:lnTo>
                  <a:pt x="1693768" y="472614"/>
                </a:lnTo>
                <a:lnTo>
                  <a:pt x="1688528" y="476539"/>
                </a:lnTo>
                <a:lnTo>
                  <a:pt x="1683906" y="479349"/>
                </a:lnTo>
                <a:lnTo>
                  <a:pt x="1673565" y="462312"/>
                </a:lnTo>
                <a:lnTo>
                  <a:pt x="1677768" y="459761"/>
                </a:lnTo>
                <a:lnTo>
                  <a:pt x="1676973" y="460300"/>
                </a:lnTo>
                <a:lnTo>
                  <a:pt x="1681454" y="456952"/>
                </a:lnTo>
                <a:lnTo>
                  <a:pt x="1680718" y="457550"/>
                </a:lnTo>
                <a:lnTo>
                  <a:pt x="1684863" y="453804"/>
                </a:lnTo>
                <a:lnTo>
                  <a:pt x="1684186" y="454461"/>
                </a:lnTo>
                <a:lnTo>
                  <a:pt x="1687952" y="450336"/>
                </a:lnTo>
                <a:lnTo>
                  <a:pt x="1687332" y="451074"/>
                </a:lnTo>
                <a:lnTo>
                  <a:pt x="1690681" y="446591"/>
                </a:lnTo>
                <a:lnTo>
                  <a:pt x="1690143" y="447388"/>
                </a:lnTo>
                <a:lnTo>
                  <a:pt x="1693073" y="442586"/>
                </a:lnTo>
                <a:lnTo>
                  <a:pt x="1692613" y="443423"/>
                </a:lnTo>
                <a:lnTo>
                  <a:pt x="1695064" y="438342"/>
                </a:lnTo>
                <a:lnTo>
                  <a:pt x="1694666" y="439238"/>
                </a:lnTo>
                <a:lnTo>
                  <a:pt x="1696639" y="433898"/>
                </a:lnTo>
                <a:lnTo>
                  <a:pt x="1696340" y="434834"/>
                </a:lnTo>
                <a:lnTo>
                  <a:pt x="1697775" y="429256"/>
                </a:lnTo>
                <a:lnTo>
                  <a:pt x="1697575" y="430232"/>
                </a:lnTo>
                <a:lnTo>
                  <a:pt x="1698452" y="424454"/>
                </a:lnTo>
                <a:lnTo>
                  <a:pt x="1698352" y="425470"/>
                </a:lnTo>
                <a:lnTo>
                  <a:pt x="1698552" y="421524"/>
                </a:lnTo>
                <a:lnTo>
                  <a:pt x="1718457" y="422541"/>
                </a:lnTo>
                <a:moveTo>
                  <a:pt x="1661529" y="487199"/>
                </a:moveTo>
                <a:lnTo>
                  <a:pt x="1657365" y="487837"/>
                </a:lnTo>
                <a:lnTo>
                  <a:pt x="1650651" y="488176"/>
                </a:lnTo>
                <a:lnTo>
                  <a:pt x="1600298" y="488176"/>
                </a:lnTo>
                <a:lnTo>
                  <a:pt x="1600298" y="468250"/>
                </a:lnTo>
                <a:lnTo>
                  <a:pt x="1650412" y="468250"/>
                </a:lnTo>
                <a:lnTo>
                  <a:pt x="1649894" y="468270"/>
                </a:lnTo>
                <a:lnTo>
                  <a:pt x="1655852" y="467971"/>
                </a:lnTo>
                <a:lnTo>
                  <a:pt x="1654854" y="468070"/>
                </a:lnTo>
                <a:lnTo>
                  <a:pt x="1658522" y="467513"/>
                </a:lnTo>
                <a:lnTo>
                  <a:pt x="1661529" y="487199"/>
                </a:lnTo>
                <a:moveTo>
                  <a:pt x="1580373" y="488176"/>
                </a:moveTo>
                <a:lnTo>
                  <a:pt x="1520596" y="488176"/>
                </a:lnTo>
                <a:lnTo>
                  <a:pt x="1520596" y="468250"/>
                </a:lnTo>
                <a:lnTo>
                  <a:pt x="1580373" y="468250"/>
                </a:lnTo>
                <a:lnTo>
                  <a:pt x="1580373" y="488176"/>
                </a:lnTo>
                <a:moveTo>
                  <a:pt x="1500670" y="488176"/>
                </a:moveTo>
                <a:lnTo>
                  <a:pt x="1440895" y="488176"/>
                </a:lnTo>
                <a:lnTo>
                  <a:pt x="1440895" y="468250"/>
                </a:lnTo>
                <a:lnTo>
                  <a:pt x="1500670" y="468250"/>
                </a:lnTo>
                <a:lnTo>
                  <a:pt x="1500670" y="488176"/>
                </a:lnTo>
                <a:moveTo>
                  <a:pt x="1420970" y="488176"/>
                </a:moveTo>
                <a:lnTo>
                  <a:pt x="1361192" y="488176"/>
                </a:lnTo>
                <a:lnTo>
                  <a:pt x="1361192" y="468250"/>
                </a:lnTo>
                <a:lnTo>
                  <a:pt x="1420970" y="468250"/>
                </a:lnTo>
                <a:lnTo>
                  <a:pt x="1420970" y="488176"/>
                </a:lnTo>
                <a:moveTo>
                  <a:pt x="1341267" y="488176"/>
                </a:moveTo>
                <a:lnTo>
                  <a:pt x="1281490" y="488176"/>
                </a:lnTo>
                <a:lnTo>
                  <a:pt x="1281490" y="468250"/>
                </a:lnTo>
                <a:lnTo>
                  <a:pt x="1341267" y="468250"/>
                </a:lnTo>
                <a:lnTo>
                  <a:pt x="1341267" y="488176"/>
                </a:lnTo>
                <a:moveTo>
                  <a:pt x="1261565" y="488176"/>
                </a:moveTo>
                <a:lnTo>
                  <a:pt x="1201789" y="488176"/>
                </a:lnTo>
                <a:lnTo>
                  <a:pt x="1201789" y="468250"/>
                </a:lnTo>
                <a:lnTo>
                  <a:pt x="1261565" y="468250"/>
                </a:lnTo>
                <a:lnTo>
                  <a:pt x="1261565" y="488176"/>
                </a:lnTo>
                <a:moveTo>
                  <a:pt x="1181862" y="488176"/>
                </a:moveTo>
                <a:lnTo>
                  <a:pt x="1122087" y="488176"/>
                </a:lnTo>
                <a:lnTo>
                  <a:pt x="1122087" y="468250"/>
                </a:lnTo>
                <a:lnTo>
                  <a:pt x="1181862" y="468250"/>
                </a:lnTo>
                <a:lnTo>
                  <a:pt x="1181862" y="488176"/>
                </a:lnTo>
                <a:moveTo>
                  <a:pt x="1102161" y="488176"/>
                </a:moveTo>
                <a:lnTo>
                  <a:pt x="1042384" y="488176"/>
                </a:lnTo>
                <a:lnTo>
                  <a:pt x="1042384" y="468250"/>
                </a:lnTo>
                <a:lnTo>
                  <a:pt x="1102161" y="468250"/>
                </a:lnTo>
                <a:lnTo>
                  <a:pt x="1102161" y="488176"/>
                </a:lnTo>
                <a:moveTo>
                  <a:pt x="1022459" y="488176"/>
                </a:moveTo>
                <a:lnTo>
                  <a:pt x="962681" y="488176"/>
                </a:lnTo>
                <a:lnTo>
                  <a:pt x="962681" y="468250"/>
                </a:lnTo>
                <a:lnTo>
                  <a:pt x="1022459" y="468250"/>
                </a:lnTo>
                <a:lnTo>
                  <a:pt x="1022459" y="488176"/>
                </a:lnTo>
                <a:moveTo>
                  <a:pt x="942756" y="488176"/>
                </a:moveTo>
                <a:lnTo>
                  <a:pt x="882981" y="488176"/>
                </a:lnTo>
                <a:lnTo>
                  <a:pt x="882981" y="468250"/>
                </a:lnTo>
                <a:lnTo>
                  <a:pt x="942756" y="468250"/>
                </a:lnTo>
                <a:lnTo>
                  <a:pt x="942756" y="488176"/>
                </a:lnTo>
                <a:moveTo>
                  <a:pt x="863054" y="488176"/>
                </a:moveTo>
                <a:lnTo>
                  <a:pt x="803278" y="488176"/>
                </a:lnTo>
                <a:lnTo>
                  <a:pt x="803278" y="468250"/>
                </a:lnTo>
                <a:lnTo>
                  <a:pt x="863054" y="468250"/>
                </a:lnTo>
                <a:lnTo>
                  <a:pt x="863054" y="488176"/>
                </a:lnTo>
                <a:moveTo>
                  <a:pt x="783353" y="488176"/>
                </a:moveTo>
                <a:lnTo>
                  <a:pt x="723576" y="488176"/>
                </a:lnTo>
                <a:lnTo>
                  <a:pt x="723576" y="468250"/>
                </a:lnTo>
                <a:lnTo>
                  <a:pt x="783353" y="468250"/>
                </a:lnTo>
                <a:lnTo>
                  <a:pt x="783353" y="488176"/>
                </a:lnTo>
                <a:moveTo>
                  <a:pt x="703650" y="488176"/>
                </a:moveTo>
                <a:lnTo>
                  <a:pt x="643873" y="488176"/>
                </a:lnTo>
                <a:lnTo>
                  <a:pt x="643873" y="468250"/>
                </a:lnTo>
                <a:lnTo>
                  <a:pt x="703650" y="468250"/>
                </a:lnTo>
                <a:lnTo>
                  <a:pt x="703650" y="488176"/>
                </a:lnTo>
                <a:moveTo>
                  <a:pt x="623948" y="488176"/>
                </a:moveTo>
                <a:lnTo>
                  <a:pt x="564172" y="488176"/>
                </a:lnTo>
                <a:lnTo>
                  <a:pt x="564172" y="468250"/>
                </a:lnTo>
                <a:lnTo>
                  <a:pt x="623948" y="468250"/>
                </a:lnTo>
                <a:lnTo>
                  <a:pt x="623948" y="488176"/>
                </a:lnTo>
                <a:moveTo>
                  <a:pt x="544245" y="488176"/>
                </a:moveTo>
                <a:lnTo>
                  <a:pt x="484470" y="488176"/>
                </a:lnTo>
                <a:lnTo>
                  <a:pt x="484470" y="468250"/>
                </a:lnTo>
                <a:lnTo>
                  <a:pt x="544245" y="468250"/>
                </a:lnTo>
                <a:lnTo>
                  <a:pt x="544245" y="488176"/>
                </a:lnTo>
                <a:moveTo>
                  <a:pt x="464545" y="488176"/>
                </a:moveTo>
                <a:lnTo>
                  <a:pt x="404767" y="488176"/>
                </a:lnTo>
                <a:lnTo>
                  <a:pt x="404767" y="468250"/>
                </a:lnTo>
                <a:lnTo>
                  <a:pt x="464545" y="468250"/>
                </a:lnTo>
                <a:lnTo>
                  <a:pt x="464545" y="488176"/>
                </a:lnTo>
                <a:moveTo>
                  <a:pt x="384842" y="488176"/>
                </a:moveTo>
                <a:lnTo>
                  <a:pt x="325064" y="488176"/>
                </a:lnTo>
                <a:lnTo>
                  <a:pt x="325064" y="468250"/>
                </a:lnTo>
                <a:lnTo>
                  <a:pt x="384842" y="468250"/>
                </a:lnTo>
                <a:lnTo>
                  <a:pt x="384842" y="488176"/>
                </a:lnTo>
                <a:moveTo>
                  <a:pt x="305139" y="488176"/>
                </a:moveTo>
                <a:lnTo>
                  <a:pt x="245364" y="488176"/>
                </a:lnTo>
                <a:lnTo>
                  <a:pt x="245364" y="468250"/>
                </a:lnTo>
                <a:lnTo>
                  <a:pt x="305139" y="468250"/>
                </a:lnTo>
                <a:lnTo>
                  <a:pt x="305139" y="488176"/>
                </a:lnTo>
                <a:moveTo>
                  <a:pt x="225437" y="488176"/>
                </a:moveTo>
                <a:lnTo>
                  <a:pt x="165661" y="488176"/>
                </a:lnTo>
                <a:lnTo>
                  <a:pt x="165661" y="468250"/>
                </a:lnTo>
                <a:lnTo>
                  <a:pt x="225437" y="468250"/>
                </a:lnTo>
                <a:lnTo>
                  <a:pt x="225437" y="488176"/>
                </a:lnTo>
                <a:moveTo>
                  <a:pt x="145736" y="488176"/>
                </a:moveTo>
                <a:lnTo>
                  <a:pt x="85959" y="488176"/>
                </a:lnTo>
                <a:lnTo>
                  <a:pt x="85959" y="468250"/>
                </a:lnTo>
                <a:lnTo>
                  <a:pt x="145736" y="468250"/>
                </a:lnTo>
                <a:lnTo>
                  <a:pt x="145736" y="488176"/>
                </a:lnTo>
                <a:moveTo>
                  <a:pt x="65535" y="488056"/>
                </a:moveTo>
                <a:lnTo>
                  <a:pt x="61192" y="487837"/>
                </a:lnTo>
                <a:lnTo>
                  <a:pt x="54417" y="486801"/>
                </a:lnTo>
                <a:lnTo>
                  <a:pt x="47881" y="485127"/>
                </a:lnTo>
                <a:lnTo>
                  <a:pt x="41625" y="482835"/>
                </a:lnTo>
                <a:lnTo>
                  <a:pt x="35647" y="479946"/>
                </a:lnTo>
                <a:lnTo>
                  <a:pt x="30027" y="476539"/>
                </a:lnTo>
                <a:lnTo>
                  <a:pt x="24787" y="472614"/>
                </a:lnTo>
                <a:lnTo>
                  <a:pt x="19946" y="468210"/>
                </a:lnTo>
                <a:lnTo>
                  <a:pt x="15542" y="463388"/>
                </a:lnTo>
                <a:lnTo>
                  <a:pt x="11637" y="458128"/>
                </a:lnTo>
                <a:lnTo>
                  <a:pt x="8767" y="453445"/>
                </a:lnTo>
                <a:lnTo>
                  <a:pt x="25803" y="443104"/>
                </a:lnTo>
                <a:lnTo>
                  <a:pt x="28414" y="447388"/>
                </a:lnTo>
                <a:lnTo>
                  <a:pt x="27876" y="446591"/>
                </a:lnTo>
                <a:lnTo>
                  <a:pt x="31223" y="451074"/>
                </a:lnTo>
                <a:lnTo>
                  <a:pt x="30626" y="450336"/>
                </a:lnTo>
                <a:lnTo>
                  <a:pt x="34371" y="454461"/>
                </a:lnTo>
                <a:lnTo>
                  <a:pt x="33694" y="453804"/>
                </a:lnTo>
                <a:lnTo>
                  <a:pt x="37839" y="457550"/>
                </a:lnTo>
                <a:lnTo>
                  <a:pt x="37101" y="456952"/>
                </a:lnTo>
                <a:lnTo>
                  <a:pt x="41584" y="460300"/>
                </a:lnTo>
                <a:lnTo>
                  <a:pt x="40789" y="459761"/>
                </a:lnTo>
                <a:lnTo>
                  <a:pt x="45589" y="462671"/>
                </a:lnTo>
                <a:lnTo>
                  <a:pt x="44732" y="462213"/>
                </a:lnTo>
                <a:lnTo>
                  <a:pt x="49813" y="464663"/>
                </a:lnTo>
                <a:lnTo>
                  <a:pt x="48917" y="464285"/>
                </a:lnTo>
                <a:lnTo>
                  <a:pt x="54276" y="466237"/>
                </a:lnTo>
                <a:lnTo>
                  <a:pt x="53321" y="465939"/>
                </a:lnTo>
                <a:lnTo>
                  <a:pt x="58900" y="467373"/>
                </a:lnTo>
                <a:lnTo>
                  <a:pt x="57923" y="467174"/>
                </a:lnTo>
                <a:lnTo>
                  <a:pt x="63703" y="468070"/>
                </a:lnTo>
                <a:lnTo>
                  <a:pt x="62705" y="467971"/>
                </a:lnTo>
                <a:lnTo>
                  <a:pt x="66551" y="468151"/>
                </a:lnTo>
                <a:lnTo>
                  <a:pt x="65535" y="488056"/>
                </a:lnTo>
                <a:moveTo>
                  <a:pt x="957" y="431049"/>
                </a:moveTo>
                <a:lnTo>
                  <a:pt x="339" y="426964"/>
                </a:lnTo>
                <a:lnTo>
                  <a:pt x="0" y="420508"/>
                </a:lnTo>
                <a:lnTo>
                  <a:pt x="19905" y="419512"/>
                </a:lnTo>
                <a:lnTo>
                  <a:pt x="20205" y="425470"/>
                </a:lnTo>
                <a:lnTo>
                  <a:pt x="20105" y="424454"/>
                </a:lnTo>
                <a:lnTo>
                  <a:pt x="20643" y="428040"/>
                </a:lnTo>
                <a:lnTo>
                  <a:pt x="957" y="431049"/>
                </a:lnTo>
              </a:path>
            </a:pathLst>
          </a:custGeom>
          <a:solidFill xmlns:a="http://schemas.openxmlformats.org/drawingml/2006/main">
            <a:srgbClr val="588E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" name="text-99 Three">
            <a:extLst xmlns:a="http://schemas.openxmlformats.org/drawingml/2006/main">
              <a:ext uri="{FF2B5EF4-FFF2-40B4-BE49-F238E27FC236}">
                <a16:creationId xmlns:a16="http://schemas.microsoft.com/office/drawing/2014/main" id="{88D8F4F7-73D7-4A21-9F7B-54C641464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36345" y="2102854"/>
            <a:ext cx="675914" cy="3141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Three</a:t>
            </a:r>
          </a:p>
        </p:txBody>
      </p:sp>
      <p:sp>
        <p:nvSpPr>
          <p:cNvPr id="159" name="text-99 items">
            <a:extLst xmlns:a="http://schemas.openxmlformats.org/drawingml/2006/main">
              <a:ext uri="{FF2B5EF4-FFF2-40B4-BE49-F238E27FC236}">
                <a16:creationId xmlns:a16="http://schemas.microsoft.com/office/drawing/2014/main" id="{8E29AA57-05C7-4BDE-934F-4694E54D4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40213" y="2103302"/>
            <a:ext cx="614026" cy="3135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items</a:t>
            </a:r>
          </a:p>
        </p:txBody>
      </p:sp>
      <p:sp>
        <p:nvSpPr>
          <p:cNvPr id="160" name="text-99 pair">
            <a:extLst xmlns:a="http://schemas.openxmlformats.org/drawingml/2006/main">
              <a:ext uri="{FF2B5EF4-FFF2-40B4-BE49-F238E27FC236}">
                <a16:creationId xmlns:a16="http://schemas.microsoft.com/office/drawing/2014/main" id="{F10BDDA8-2A22-415D-9F56-65ADB324A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81315" y="2103501"/>
            <a:ext cx="444453" cy="3132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pair</a:t>
            </a:r>
          </a:p>
        </p:txBody>
      </p:sp>
      <p:sp>
        <p:nvSpPr>
          <p:cNvPr id="161" name="path-100">
            <a:extLst xmlns:a="http://schemas.openxmlformats.org/drawingml/2006/main">
              <a:ext uri="{FF2B5EF4-FFF2-40B4-BE49-F238E27FC236}">
                <a16:creationId xmlns:a16="http://schemas.microsoft.com/office/drawing/2014/main" id="{0BF433F2-D56E-499F-908F-D3E2563B4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54527" y="2574945"/>
            <a:ext cx="1933397" cy="549198"/>
          </a:xfrm>
          <a:custGeom xmlns:a="http://schemas.openxmlformats.org/drawingml/2006/main">
            <a:pathLst>
              <a:path w="1718575" h="488176">
                <a:moveTo>
                  <a:pt x="0" y="420010"/>
                </a:moveTo>
                <a:lnTo>
                  <a:pt x="0" y="360233"/>
                </a:lnTo>
                <a:lnTo>
                  <a:pt x="19925" y="360233"/>
                </a:lnTo>
                <a:lnTo>
                  <a:pt x="19925" y="420010"/>
                </a:lnTo>
                <a:lnTo>
                  <a:pt x="0" y="420010"/>
                </a:lnTo>
                <a:moveTo>
                  <a:pt x="0" y="340308"/>
                </a:moveTo>
                <a:lnTo>
                  <a:pt x="0" y="280532"/>
                </a:lnTo>
                <a:lnTo>
                  <a:pt x="19925" y="280532"/>
                </a:lnTo>
                <a:lnTo>
                  <a:pt x="19925" y="340308"/>
                </a:lnTo>
                <a:lnTo>
                  <a:pt x="0" y="340308"/>
                </a:lnTo>
                <a:moveTo>
                  <a:pt x="0" y="260606"/>
                </a:moveTo>
                <a:lnTo>
                  <a:pt x="0" y="200829"/>
                </a:lnTo>
                <a:lnTo>
                  <a:pt x="19925" y="200829"/>
                </a:lnTo>
                <a:lnTo>
                  <a:pt x="19925" y="260606"/>
                </a:lnTo>
                <a:lnTo>
                  <a:pt x="0" y="260606"/>
                </a:lnTo>
                <a:moveTo>
                  <a:pt x="0" y="180904"/>
                </a:moveTo>
                <a:lnTo>
                  <a:pt x="0" y="121128"/>
                </a:lnTo>
                <a:lnTo>
                  <a:pt x="19925" y="121128"/>
                </a:lnTo>
                <a:lnTo>
                  <a:pt x="19925" y="180904"/>
                </a:lnTo>
                <a:lnTo>
                  <a:pt x="0" y="180904"/>
                </a:lnTo>
                <a:moveTo>
                  <a:pt x="0" y="101202"/>
                </a:moveTo>
                <a:lnTo>
                  <a:pt x="0" y="67906"/>
                </a:lnTo>
                <a:lnTo>
                  <a:pt x="317" y="61211"/>
                </a:lnTo>
                <a:lnTo>
                  <a:pt x="1353" y="54437"/>
                </a:lnTo>
                <a:lnTo>
                  <a:pt x="3046" y="47901"/>
                </a:lnTo>
                <a:lnTo>
                  <a:pt x="5340" y="41624"/>
                </a:lnTo>
                <a:lnTo>
                  <a:pt x="7053" y="38058"/>
                </a:lnTo>
                <a:lnTo>
                  <a:pt x="25006" y="46706"/>
                </a:lnTo>
                <a:lnTo>
                  <a:pt x="23511" y="49834"/>
                </a:lnTo>
                <a:lnTo>
                  <a:pt x="23889" y="48937"/>
                </a:lnTo>
                <a:lnTo>
                  <a:pt x="21916" y="54277"/>
                </a:lnTo>
                <a:lnTo>
                  <a:pt x="22215" y="53341"/>
                </a:lnTo>
                <a:lnTo>
                  <a:pt x="20782" y="58920"/>
                </a:lnTo>
                <a:lnTo>
                  <a:pt x="20980" y="57944"/>
                </a:lnTo>
                <a:lnTo>
                  <a:pt x="20103" y="63722"/>
                </a:lnTo>
                <a:lnTo>
                  <a:pt x="20203" y="62706"/>
                </a:lnTo>
                <a:lnTo>
                  <a:pt x="19905" y="68663"/>
                </a:lnTo>
                <a:lnTo>
                  <a:pt x="19925" y="68165"/>
                </a:lnTo>
                <a:lnTo>
                  <a:pt x="19925" y="101202"/>
                </a:lnTo>
                <a:lnTo>
                  <a:pt x="0" y="101202"/>
                </a:lnTo>
                <a:moveTo>
                  <a:pt x="21001" y="18989"/>
                </a:moveTo>
                <a:lnTo>
                  <a:pt x="24785" y="15562"/>
                </a:lnTo>
                <a:lnTo>
                  <a:pt x="30027" y="11636"/>
                </a:lnTo>
                <a:lnTo>
                  <a:pt x="35645" y="8229"/>
                </a:lnTo>
                <a:lnTo>
                  <a:pt x="41623" y="5340"/>
                </a:lnTo>
                <a:lnTo>
                  <a:pt x="47879" y="3049"/>
                </a:lnTo>
                <a:lnTo>
                  <a:pt x="54415" y="1375"/>
                </a:lnTo>
                <a:lnTo>
                  <a:pt x="61190" y="339"/>
                </a:lnTo>
                <a:lnTo>
                  <a:pt x="67904" y="0"/>
                </a:lnTo>
                <a:lnTo>
                  <a:pt x="83188" y="0"/>
                </a:lnTo>
                <a:lnTo>
                  <a:pt x="83188" y="19926"/>
                </a:lnTo>
                <a:lnTo>
                  <a:pt x="68143" y="19926"/>
                </a:lnTo>
                <a:lnTo>
                  <a:pt x="68663" y="19906"/>
                </a:lnTo>
                <a:lnTo>
                  <a:pt x="62705" y="20205"/>
                </a:lnTo>
                <a:lnTo>
                  <a:pt x="63701" y="20105"/>
                </a:lnTo>
                <a:lnTo>
                  <a:pt x="57923" y="21002"/>
                </a:lnTo>
                <a:lnTo>
                  <a:pt x="58898" y="20803"/>
                </a:lnTo>
                <a:lnTo>
                  <a:pt x="53319" y="22237"/>
                </a:lnTo>
                <a:lnTo>
                  <a:pt x="54276" y="21938"/>
                </a:lnTo>
                <a:lnTo>
                  <a:pt x="48915" y="23891"/>
                </a:lnTo>
                <a:lnTo>
                  <a:pt x="49813" y="23513"/>
                </a:lnTo>
                <a:lnTo>
                  <a:pt x="44732" y="25963"/>
                </a:lnTo>
                <a:lnTo>
                  <a:pt x="45587" y="25505"/>
                </a:lnTo>
                <a:lnTo>
                  <a:pt x="40787" y="28414"/>
                </a:lnTo>
                <a:lnTo>
                  <a:pt x="41584" y="27875"/>
                </a:lnTo>
                <a:lnTo>
                  <a:pt x="37101" y="31223"/>
                </a:lnTo>
                <a:lnTo>
                  <a:pt x="37837" y="30625"/>
                </a:lnTo>
                <a:lnTo>
                  <a:pt x="34410" y="33734"/>
                </a:lnTo>
                <a:lnTo>
                  <a:pt x="21001" y="18989"/>
                </a:lnTo>
                <a:moveTo>
                  <a:pt x="103114" y="0"/>
                </a:moveTo>
                <a:lnTo>
                  <a:pt x="162889" y="0"/>
                </a:lnTo>
                <a:lnTo>
                  <a:pt x="162889" y="19926"/>
                </a:lnTo>
                <a:lnTo>
                  <a:pt x="103114" y="19926"/>
                </a:lnTo>
                <a:lnTo>
                  <a:pt x="103114" y="0"/>
                </a:lnTo>
                <a:moveTo>
                  <a:pt x="182816" y="0"/>
                </a:moveTo>
                <a:lnTo>
                  <a:pt x="242592" y="0"/>
                </a:lnTo>
                <a:lnTo>
                  <a:pt x="242592" y="19926"/>
                </a:lnTo>
                <a:lnTo>
                  <a:pt x="182816" y="19926"/>
                </a:lnTo>
                <a:lnTo>
                  <a:pt x="182816" y="0"/>
                </a:lnTo>
                <a:moveTo>
                  <a:pt x="262517" y="0"/>
                </a:moveTo>
                <a:lnTo>
                  <a:pt x="322294" y="0"/>
                </a:lnTo>
                <a:lnTo>
                  <a:pt x="322294" y="19926"/>
                </a:lnTo>
                <a:lnTo>
                  <a:pt x="262517" y="19926"/>
                </a:lnTo>
                <a:lnTo>
                  <a:pt x="262517" y="0"/>
                </a:lnTo>
                <a:moveTo>
                  <a:pt x="342219" y="0"/>
                </a:moveTo>
                <a:lnTo>
                  <a:pt x="401997" y="0"/>
                </a:lnTo>
                <a:lnTo>
                  <a:pt x="401997" y="19926"/>
                </a:lnTo>
                <a:lnTo>
                  <a:pt x="342219" y="19926"/>
                </a:lnTo>
                <a:lnTo>
                  <a:pt x="342219" y="0"/>
                </a:lnTo>
                <a:moveTo>
                  <a:pt x="421922" y="0"/>
                </a:moveTo>
                <a:lnTo>
                  <a:pt x="481697" y="0"/>
                </a:lnTo>
                <a:lnTo>
                  <a:pt x="481697" y="19926"/>
                </a:lnTo>
                <a:lnTo>
                  <a:pt x="421922" y="19926"/>
                </a:lnTo>
                <a:lnTo>
                  <a:pt x="421922" y="0"/>
                </a:lnTo>
                <a:moveTo>
                  <a:pt x="501625" y="0"/>
                </a:moveTo>
                <a:lnTo>
                  <a:pt x="561400" y="0"/>
                </a:lnTo>
                <a:lnTo>
                  <a:pt x="561400" y="19926"/>
                </a:lnTo>
                <a:lnTo>
                  <a:pt x="501625" y="19926"/>
                </a:lnTo>
                <a:lnTo>
                  <a:pt x="501625" y="0"/>
                </a:lnTo>
                <a:moveTo>
                  <a:pt x="581325" y="0"/>
                </a:moveTo>
                <a:lnTo>
                  <a:pt x="641103" y="0"/>
                </a:lnTo>
                <a:lnTo>
                  <a:pt x="641103" y="19926"/>
                </a:lnTo>
                <a:lnTo>
                  <a:pt x="581325" y="19926"/>
                </a:lnTo>
                <a:lnTo>
                  <a:pt x="581325" y="0"/>
                </a:lnTo>
                <a:moveTo>
                  <a:pt x="661028" y="0"/>
                </a:moveTo>
                <a:lnTo>
                  <a:pt x="720805" y="0"/>
                </a:lnTo>
                <a:lnTo>
                  <a:pt x="720805" y="19926"/>
                </a:lnTo>
                <a:lnTo>
                  <a:pt x="661028" y="19926"/>
                </a:lnTo>
                <a:lnTo>
                  <a:pt x="661028" y="0"/>
                </a:lnTo>
                <a:moveTo>
                  <a:pt x="740730" y="0"/>
                </a:moveTo>
                <a:lnTo>
                  <a:pt x="800506" y="0"/>
                </a:lnTo>
                <a:lnTo>
                  <a:pt x="800506" y="19926"/>
                </a:lnTo>
                <a:lnTo>
                  <a:pt x="740730" y="19926"/>
                </a:lnTo>
                <a:lnTo>
                  <a:pt x="740730" y="0"/>
                </a:lnTo>
                <a:moveTo>
                  <a:pt x="820433" y="0"/>
                </a:moveTo>
                <a:lnTo>
                  <a:pt x="880209" y="0"/>
                </a:lnTo>
                <a:lnTo>
                  <a:pt x="880209" y="19926"/>
                </a:lnTo>
                <a:lnTo>
                  <a:pt x="820433" y="19926"/>
                </a:lnTo>
                <a:lnTo>
                  <a:pt x="820433" y="0"/>
                </a:lnTo>
                <a:moveTo>
                  <a:pt x="900134" y="0"/>
                </a:moveTo>
                <a:lnTo>
                  <a:pt x="959911" y="0"/>
                </a:lnTo>
                <a:lnTo>
                  <a:pt x="959911" y="19926"/>
                </a:lnTo>
                <a:lnTo>
                  <a:pt x="900134" y="19926"/>
                </a:lnTo>
                <a:lnTo>
                  <a:pt x="900134" y="0"/>
                </a:lnTo>
                <a:moveTo>
                  <a:pt x="979836" y="0"/>
                </a:moveTo>
                <a:lnTo>
                  <a:pt x="1039614" y="0"/>
                </a:lnTo>
                <a:lnTo>
                  <a:pt x="1039614" y="19926"/>
                </a:lnTo>
                <a:lnTo>
                  <a:pt x="979836" y="19926"/>
                </a:lnTo>
                <a:lnTo>
                  <a:pt x="979836" y="0"/>
                </a:lnTo>
                <a:moveTo>
                  <a:pt x="1059539" y="0"/>
                </a:moveTo>
                <a:lnTo>
                  <a:pt x="1119314" y="0"/>
                </a:lnTo>
                <a:lnTo>
                  <a:pt x="1119314" y="19926"/>
                </a:lnTo>
                <a:lnTo>
                  <a:pt x="1059539" y="19926"/>
                </a:lnTo>
                <a:lnTo>
                  <a:pt x="1059539" y="0"/>
                </a:lnTo>
                <a:moveTo>
                  <a:pt x="1139242" y="0"/>
                </a:moveTo>
                <a:lnTo>
                  <a:pt x="1199017" y="0"/>
                </a:lnTo>
                <a:lnTo>
                  <a:pt x="1199017" y="19926"/>
                </a:lnTo>
                <a:lnTo>
                  <a:pt x="1139242" y="19926"/>
                </a:lnTo>
                <a:lnTo>
                  <a:pt x="1139242" y="0"/>
                </a:lnTo>
                <a:moveTo>
                  <a:pt x="1218942" y="0"/>
                </a:moveTo>
                <a:lnTo>
                  <a:pt x="1278720" y="0"/>
                </a:lnTo>
                <a:lnTo>
                  <a:pt x="1278720" y="19926"/>
                </a:lnTo>
                <a:lnTo>
                  <a:pt x="1218942" y="19926"/>
                </a:lnTo>
                <a:lnTo>
                  <a:pt x="1218942" y="0"/>
                </a:lnTo>
                <a:moveTo>
                  <a:pt x="1298645" y="0"/>
                </a:moveTo>
                <a:lnTo>
                  <a:pt x="1358422" y="0"/>
                </a:lnTo>
                <a:lnTo>
                  <a:pt x="1358422" y="19926"/>
                </a:lnTo>
                <a:lnTo>
                  <a:pt x="1298645" y="19926"/>
                </a:lnTo>
                <a:lnTo>
                  <a:pt x="1298645" y="0"/>
                </a:lnTo>
                <a:moveTo>
                  <a:pt x="1378347" y="0"/>
                </a:moveTo>
                <a:lnTo>
                  <a:pt x="1438123" y="0"/>
                </a:lnTo>
                <a:lnTo>
                  <a:pt x="1438123" y="19926"/>
                </a:lnTo>
                <a:lnTo>
                  <a:pt x="1378347" y="19926"/>
                </a:lnTo>
                <a:lnTo>
                  <a:pt x="1378347" y="0"/>
                </a:lnTo>
                <a:moveTo>
                  <a:pt x="1458050" y="0"/>
                </a:moveTo>
                <a:lnTo>
                  <a:pt x="1517825" y="0"/>
                </a:lnTo>
                <a:lnTo>
                  <a:pt x="1517825" y="19926"/>
                </a:lnTo>
                <a:lnTo>
                  <a:pt x="1458050" y="19926"/>
                </a:lnTo>
                <a:lnTo>
                  <a:pt x="1458050" y="0"/>
                </a:lnTo>
                <a:moveTo>
                  <a:pt x="1537751" y="0"/>
                </a:moveTo>
                <a:lnTo>
                  <a:pt x="1597528" y="0"/>
                </a:lnTo>
                <a:lnTo>
                  <a:pt x="1597528" y="19926"/>
                </a:lnTo>
                <a:lnTo>
                  <a:pt x="1537751" y="19926"/>
                </a:lnTo>
                <a:lnTo>
                  <a:pt x="1537751" y="0"/>
                </a:lnTo>
                <a:moveTo>
                  <a:pt x="1617453" y="0"/>
                </a:moveTo>
                <a:lnTo>
                  <a:pt x="1650649" y="0"/>
                </a:lnTo>
                <a:lnTo>
                  <a:pt x="1657365" y="339"/>
                </a:lnTo>
                <a:lnTo>
                  <a:pt x="1664140" y="1375"/>
                </a:lnTo>
                <a:lnTo>
                  <a:pt x="1670674" y="3049"/>
                </a:lnTo>
                <a:lnTo>
                  <a:pt x="1676951" y="5340"/>
                </a:lnTo>
                <a:lnTo>
                  <a:pt x="1680598" y="7114"/>
                </a:lnTo>
                <a:lnTo>
                  <a:pt x="1671950" y="25066"/>
                </a:lnTo>
                <a:lnTo>
                  <a:pt x="1668742" y="23513"/>
                </a:lnTo>
                <a:lnTo>
                  <a:pt x="1669640" y="23891"/>
                </a:lnTo>
                <a:lnTo>
                  <a:pt x="1664277" y="21938"/>
                </a:lnTo>
                <a:lnTo>
                  <a:pt x="1665236" y="22237"/>
                </a:lnTo>
                <a:lnTo>
                  <a:pt x="1659655" y="20803"/>
                </a:lnTo>
                <a:lnTo>
                  <a:pt x="1660632" y="21002"/>
                </a:lnTo>
                <a:lnTo>
                  <a:pt x="1654854" y="20105"/>
                </a:lnTo>
                <a:lnTo>
                  <a:pt x="1655850" y="20205"/>
                </a:lnTo>
                <a:lnTo>
                  <a:pt x="1649892" y="19906"/>
                </a:lnTo>
                <a:lnTo>
                  <a:pt x="1650410" y="19926"/>
                </a:lnTo>
                <a:lnTo>
                  <a:pt x="1617453" y="19926"/>
                </a:lnTo>
                <a:lnTo>
                  <a:pt x="1617453" y="0"/>
                </a:lnTo>
                <a:moveTo>
                  <a:pt x="1699646" y="21081"/>
                </a:moveTo>
                <a:lnTo>
                  <a:pt x="1703013" y="24787"/>
                </a:lnTo>
                <a:lnTo>
                  <a:pt x="1706938" y="30048"/>
                </a:lnTo>
                <a:lnTo>
                  <a:pt x="1710347" y="35667"/>
                </a:lnTo>
                <a:lnTo>
                  <a:pt x="1713215" y="41624"/>
                </a:lnTo>
                <a:lnTo>
                  <a:pt x="1715507" y="47901"/>
                </a:lnTo>
                <a:lnTo>
                  <a:pt x="1717200" y="54437"/>
                </a:lnTo>
                <a:lnTo>
                  <a:pt x="1718236" y="61211"/>
                </a:lnTo>
                <a:lnTo>
                  <a:pt x="1718575" y="67906"/>
                </a:lnTo>
                <a:lnTo>
                  <a:pt x="1718575" y="83289"/>
                </a:lnTo>
                <a:lnTo>
                  <a:pt x="1698650" y="83289"/>
                </a:lnTo>
                <a:lnTo>
                  <a:pt x="1698650" y="68165"/>
                </a:lnTo>
                <a:lnTo>
                  <a:pt x="1698650" y="68663"/>
                </a:lnTo>
                <a:lnTo>
                  <a:pt x="1698352" y="62706"/>
                </a:lnTo>
                <a:lnTo>
                  <a:pt x="1698450" y="63722"/>
                </a:lnTo>
                <a:lnTo>
                  <a:pt x="1697573" y="57944"/>
                </a:lnTo>
                <a:lnTo>
                  <a:pt x="1697773" y="58920"/>
                </a:lnTo>
                <a:lnTo>
                  <a:pt x="1696338" y="53341"/>
                </a:lnTo>
                <a:lnTo>
                  <a:pt x="1696637" y="54277"/>
                </a:lnTo>
                <a:lnTo>
                  <a:pt x="1694666" y="48937"/>
                </a:lnTo>
                <a:lnTo>
                  <a:pt x="1695064" y="49834"/>
                </a:lnTo>
                <a:lnTo>
                  <a:pt x="1692611" y="44753"/>
                </a:lnTo>
                <a:lnTo>
                  <a:pt x="1693071" y="45590"/>
                </a:lnTo>
                <a:lnTo>
                  <a:pt x="1690141" y="40787"/>
                </a:lnTo>
                <a:lnTo>
                  <a:pt x="1690679" y="41584"/>
                </a:lnTo>
                <a:lnTo>
                  <a:pt x="1687332" y="37101"/>
                </a:lnTo>
                <a:lnTo>
                  <a:pt x="1687950" y="37839"/>
                </a:lnTo>
                <a:lnTo>
                  <a:pt x="1684901" y="34491"/>
                </a:lnTo>
                <a:lnTo>
                  <a:pt x="1699646" y="21081"/>
                </a:lnTo>
                <a:moveTo>
                  <a:pt x="1718575" y="103214"/>
                </a:moveTo>
                <a:lnTo>
                  <a:pt x="1718575" y="162991"/>
                </a:lnTo>
                <a:lnTo>
                  <a:pt x="1698650" y="162991"/>
                </a:lnTo>
                <a:lnTo>
                  <a:pt x="1698650" y="103214"/>
                </a:lnTo>
                <a:lnTo>
                  <a:pt x="1718575" y="103214"/>
                </a:lnTo>
                <a:moveTo>
                  <a:pt x="1718575" y="182917"/>
                </a:moveTo>
                <a:lnTo>
                  <a:pt x="1718575" y="242693"/>
                </a:lnTo>
                <a:lnTo>
                  <a:pt x="1698650" y="242693"/>
                </a:lnTo>
                <a:lnTo>
                  <a:pt x="1698650" y="182917"/>
                </a:lnTo>
                <a:lnTo>
                  <a:pt x="1718575" y="182917"/>
                </a:lnTo>
                <a:moveTo>
                  <a:pt x="1718575" y="262618"/>
                </a:moveTo>
                <a:lnTo>
                  <a:pt x="1718575" y="322395"/>
                </a:lnTo>
                <a:lnTo>
                  <a:pt x="1698650" y="322395"/>
                </a:lnTo>
                <a:lnTo>
                  <a:pt x="1698650" y="262618"/>
                </a:lnTo>
                <a:lnTo>
                  <a:pt x="1718575" y="262618"/>
                </a:lnTo>
                <a:moveTo>
                  <a:pt x="1718575" y="342321"/>
                </a:moveTo>
                <a:lnTo>
                  <a:pt x="1718575" y="402098"/>
                </a:lnTo>
                <a:lnTo>
                  <a:pt x="1698650" y="402098"/>
                </a:lnTo>
                <a:lnTo>
                  <a:pt x="1698650" y="342321"/>
                </a:lnTo>
                <a:lnTo>
                  <a:pt x="1718575" y="342321"/>
                </a:lnTo>
                <a:moveTo>
                  <a:pt x="1718455" y="422541"/>
                </a:moveTo>
                <a:lnTo>
                  <a:pt x="1718236" y="426964"/>
                </a:lnTo>
                <a:lnTo>
                  <a:pt x="1717200" y="433739"/>
                </a:lnTo>
                <a:lnTo>
                  <a:pt x="1715507" y="440274"/>
                </a:lnTo>
                <a:lnTo>
                  <a:pt x="1713215" y="446551"/>
                </a:lnTo>
                <a:lnTo>
                  <a:pt x="1710347" y="452509"/>
                </a:lnTo>
                <a:lnTo>
                  <a:pt x="1706938" y="458128"/>
                </a:lnTo>
                <a:lnTo>
                  <a:pt x="1703013" y="463388"/>
                </a:lnTo>
                <a:lnTo>
                  <a:pt x="1698609" y="468210"/>
                </a:lnTo>
                <a:lnTo>
                  <a:pt x="1693768" y="472613"/>
                </a:lnTo>
                <a:lnTo>
                  <a:pt x="1688528" y="476539"/>
                </a:lnTo>
                <a:lnTo>
                  <a:pt x="1683906" y="479349"/>
                </a:lnTo>
                <a:lnTo>
                  <a:pt x="1673563" y="462312"/>
                </a:lnTo>
                <a:lnTo>
                  <a:pt x="1677768" y="459762"/>
                </a:lnTo>
                <a:lnTo>
                  <a:pt x="1676971" y="460300"/>
                </a:lnTo>
                <a:lnTo>
                  <a:pt x="1681454" y="456952"/>
                </a:lnTo>
                <a:lnTo>
                  <a:pt x="1680716" y="457550"/>
                </a:lnTo>
                <a:lnTo>
                  <a:pt x="1684861" y="453804"/>
                </a:lnTo>
                <a:lnTo>
                  <a:pt x="1684184" y="454461"/>
                </a:lnTo>
                <a:lnTo>
                  <a:pt x="1687950" y="450337"/>
                </a:lnTo>
                <a:lnTo>
                  <a:pt x="1687332" y="451074"/>
                </a:lnTo>
                <a:lnTo>
                  <a:pt x="1690679" y="446591"/>
                </a:lnTo>
                <a:lnTo>
                  <a:pt x="1690141" y="447388"/>
                </a:lnTo>
                <a:lnTo>
                  <a:pt x="1693071" y="442586"/>
                </a:lnTo>
                <a:lnTo>
                  <a:pt x="1692611" y="443423"/>
                </a:lnTo>
                <a:lnTo>
                  <a:pt x="1695064" y="438341"/>
                </a:lnTo>
                <a:lnTo>
                  <a:pt x="1694666" y="439238"/>
                </a:lnTo>
                <a:lnTo>
                  <a:pt x="1696637" y="433898"/>
                </a:lnTo>
                <a:lnTo>
                  <a:pt x="1696338" y="434835"/>
                </a:lnTo>
                <a:lnTo>
                  <a:pt x="1697773" y="429256"/>
                </a:lnTo>
                <a:lnTo>
                  <a:pt x="1697573" y="430232"/>
                </a:lnTo>
                <a:lnTo>
                  <a:pt x="1698450" y="424454"/>
                </a:lnTo>
                <a:lnTo>
                  <a:pt x="1698352" y="425470"/>
                </a:lnTo>
                <a:lnTo>
                  <a:pt x="1698550" y="421524"/>
                </a:lnTo>
                <a:lnTo>
                  <a:pt x="1718455" y="422541"/>
                </a:lnTo>
                <a:moveTo>
                  <a:pt x="1661527" y="487199"/>
                </a:moveTo>
                <a:lnTo>
                  <a:pt x="1657365" y="487836"/>
                </a:lnTo>
                <a:lnTo>
                  <a:pt x="1650649" y="488176"/>
                </a:lnTo>
                <a:lnTo>
                  <a:pt x="1600296" y="488176"/>
                </a:lnTo>
                <a:lnTo>
                  <a:pt x="1600296" y="468250"/>
                </a:lnTo>
                <a:lnTo>
                  <a:pt x="1650410" y="468250"/>
                </a:lnTo>
                <a:lnTo>
                  <a:pt x="1649892" y="468270"/>
                </a:lnTo>
                <a:lnTo>
                  <a:pt x="1655850" y="467971"/>
                </a:lnTo>
                <a:lnTo>
                  <a:pt x="1654854" y="468071"/>
                </a:lnTo>
                <a:lnTo>
                  <a:pt x="1658520" y="467513"/>
                </a:lnTo>
                <a:lnTo>
                  <a:pt x="1661527" y="487199"/>
                </a:lnTo>
                <a:moveTo>
                  <a:pt x="1580371" y="488176"/>
                </a:moveTo>
                <a:lnTo>
                  <a:pt x="1520596" y="488176"/>
                </a:lnTo>
                <a:lnTo>
                  <a:pt x="1520596" y="468250"/>
                </a:lnTo>
                <a:lnTo>
                  <a:pt x="1580371" y="468250"/>
                </a:lnTo>
                <a:lnTo>
                  <a:pt x="1580371" y="488176"/>
                </a:lnTo>
                <a:moveTo>
                  <a:pt x="1500668" y="488176"/>
                </a:moveTo>
                <a:lnTo>
                  <a:pt x="1440893" y="488176"/>
                </a:lnTo>
                <a:lnTo>
                  <a:pt x="1440893" y="468250"/>
                </a:lnTo>
                <a:lnTo>
                  <a:pt x="1500668" y="468250"/>
                </a:lnTo>
                <a:lnTo>
                  <a:pt x="1500668" y="488176"/>
                </a:lnTo>
                <a:moveTo>
                  <a:pt x="1420968" y="488176"/>
                </a:moveTo>
                <a:lnTo>
                  <a:pt x="1361190" y="488176"/>
                </a:lnTo>
                <a:lnTo>
                  <a:pt x="1361190" y="468250"/>
                </a:lnTo>
                <a:lnTo>
                  <a:pt x="1420968" y="468250"/>
                </a:lnTo>
                <a:lnTo>
                  <a:pt x="1420968" y="488176"/>
                </a:lnTo>
                <a:moveTo>
                  <a:pt x="1341265" y="488176"/>
                </a:moveTo>
                <a:lnTo>
                  <a:pt x="1281488" y="488176"/>
                </a:lnTo>
                <a:lnTo>
                  <a:pt x="1281488" y="468250"/>
                </a:lnTo>
                <a:lnTo>
                  <a:pt x="1341265" y="468250"/>
                </a:lnTo>
                <a:lnTo>
                  <a:pt x="1341265" y="488176"/>
                </a:lnTo>
                <a:moveTo>
                  <a:pt x="1261563" y="488176"/>
                </a:moveTo>
                <a:lnTo>
                  <a:pt x="1201787" y="488176"/>
                </a:lnTo>
                <a:lnTo>
                  <a:pt x="1201787" y="468250"/>
                </a:lnTo>
                <a:lnTo>
                  <a:pt x="1261563" y="468250"/>
                </a:lnTo>
                <a:lnTo>
                  <a:pt x="1261563" y="488176"/>
                </a:lnTo>
                <a:moveTo>
                  <a:pt x="1181862" y="488176"/>
                </a:moveTo>
                <a:lnTo>
                  <a:pt x="1122085" y="488176"/>
                </a:lnTo>
                <a:lnTo>
                  <a:pt x="1122085" y="468250"/>
                </a:lnTo>
                <a:lnTo>
                  <a:pt x="1181862" y="468250"/>
                </a:lnTo>
                <a:lnTo>
                  <a:pt x="1181862" y="488176"/>
                </a:lnTo>
                <a:moveTo>
                  <a:pt x="1102159" y="488176"/>
                </a:moveTo>
                <a:lnTo>
                  <a:pt x="1042382" y="488176"/>
                </a:lnTo>
                <a:lnTo>
                  <a:pt x="1042382" y="468250"/>
                </a:lnTo>
                <a:lnTo>
                  <a:pt x="1102159" y="468250"/>
                </a:lnTo>
                <a:lnTo>
                  <a:pt x="1102159" y="488176"/>
                </a:lnTo>
                <a:moveTo>
                  <a:pt x="1022457" y="488176"/>
                </a:moveTo>
                <a:lnTo>
                  <a:pt x="962679" y="488176"/>
                </a:lnTo>
                <a:lnTo>
                  <a:pt x="962679" y="468250"/>
                </a:lnTo>
                <a:lnTo>
                  <a:pt x="1022457" y="468250"/>
                </a:lnTo>
                <a:lnTo>
                  <a:pt x="1022457" y="488176"/>
                </a:lnTo>
                <a:moveTo>
                  <a:pt x="942754" y="488176"/>
                </a:moveTo>
                <a:lnTo>
                  <a:pt x="882979" y="488176"/>
                </a:lnTo>
                <a:lnTo>
                  <a:pt x="882979" y="468250"/>
                </a:lnTo>
                <a:lnTo>
                  <a:pt x="942754" y="468250"/>
                </a:lnTo>
                <a:lnTo>
                  <a:pt x="942754" y="488176"/>
                </a:lnTo>
                <a:moveTo>
                  <a:pt x="863054" y="488176"/>
                </a:moveTo>
                <a:lnTo>
                  <a:pt x="803276" y="488176"/>
                </a:lnTo>
                <a:lnTo>
                  <a:pt x="803276" y="468250"/>
                </a:lnTo>
                <a:lnTo>
                  <a:pt x="863054" y="468250"/>
                </a:lnTo>
                <a:lnTo>
                  <a:pt x="863054" y="488176"/>
                </a:lnTo>
                <a:moveTo>
                  <a:pt x="783351" y="488176"/>
                </a:moveTo>
                <a:lnTo>
                  <a:pt x="723573" y="488176"/>
                </a:lnTo>
                <a:lnTo>
                  <a:pt x="723573" y="468250"/>
                </a:lnTo>
                <a:lnTo>
                  <a:pt x="783351" y="468250"/>
                </a:lnTo>
                <a:lnTo>
                  <a:pt x="783351" y="488176"/>
                </a:lnTo>
                <a:moveTo>
                  <a:pt x="703648" y="488176"/>
                </a:moveTo>
                <a:lnTo>
                  <a:pt x="643871" y="488176"/>
                </a:lnTo>
                <a:lnTo>
                  <a:pt x="643871" y="468250"/>
                </a:lnTo>
                <a:lnTo>
                  <a:pt x="703648" y="468250"/>
                </a:lnTo>
                <a:lnTo>
                  <a:pt x="703648" y="488176"/>
                </a:lnTo>
                <a:moveTo>
                  <a:pt x="623946" y="488176"/>
                </a:moveTo>
                <a:lnTo>
                  <a:pt x="564170" y="488176"/>
                </a:lnTo>
                <a:lnTo>
                  <a:pt x="564170" y="468250"/>
                </a:lnTo>
                <a:lnTo>
                  <a:pt x="623946" y="468250"/>
                </a:lnTo>
                <a:lnTo>
                  <a:pt x="623946" y="488176"/>
                </a:lnTo>
                <a:moveTo>
                  <a:pt x="544245" y="488176"/>
                </a:moveTo>
                <a:lnTo>
                  <a:pt x="484468" y="488176"/>
                </a:lnTo>
                <a:lnTo>
                  <a:pt x="484468" y="468250"/>
                </a:lnTo>
                <a:lnTo>
                  <a:pt x="544245" y="468250"/>
                </a:lnTo>
                <a:lnTo>
                  <a:pt x="544245" y="488176"/>
                </a:lnTo>
                <a:moveTo>
                  <a:pt x="464543" y="488176"/>
                </a:moveTo>
                <a:lnTo>
                  <a:pt x="404765" y="488176"/>
                </a:lnTo>
                <a:lnTo>
                  <a:pt x="404765" y="468250"/>
                </a:lnTo>
                <a:lnTo>
                  <a:pt x="464543" y="468250"/>
                </a:lnTo>
                <a:lnTo>
                  <a:pt x="464543" y="488176"/>
                </a:lnTo>
                <a:moveTo>
                  <a:pt x="384840" y="488176"/>
                </a:moveTo>
                <a:lnTo>
                  <a:pt x="325062" y="488176"/>
                </a:lnTo>
                <a:lnTo>
                  <a:pt x="325062" y="468250"/>
                </a:lnTo>
                <a:lnTo>
                  <a:pt x="384840" y="468250"/>
                </a:lnTo>
                <a:lnTo>
                  <a:pt x="384840" y="488176"/>
                </a:lnTo>
                <a:moveTo>
                  <a:pt x="305137" y="488176"/>
                </a:moveTo>
                <a:lnTo>
                  <a:pt x="245362" y="488176"/>
                </a:lnTo>
                <a:lnTo>
                  <a:pt x="245362" y="468250"/>
                </a:lnTo>
                <a:lnTo>
                  <a:pt x="305137" y="468250"/>
                </a:lnTo>
                <a:lnTo>
                  <a:pt x="305137" y="488176"/>
                </a:lnTo>
                <a:moveTo>
                  <a:pt x="225437" y="488176"/>
                </a:moveTo>
                <a:lnTo>
                  <a:pt x="165659" y="488176"/>
                </a:lnTo>
                <a:lnTo>
                  <a:pt x="165659" y="468250"/>
                </a:lnTo>
                <a:lnTo>
                  <a:pt x="225437" y="468250"/>
                </a:lnTo>
                <a:lnTo>
                  <a:pt x="225437" y="488176"/>
                </a:lnTo>
                <a:moveTo>
                  <a:pt x="145734" y="488176"/>
                </a:moveTo>
                <a:lnTo>
                  <a:pt x="85957" y="488176"/>
                </a:lnTo>
                <a:lnTo>
                  <a:pt x="85957" y="468250"/>
                </a:lnTo>
                <a:lnTo>
                  <a:pt x="145734" y="468250"/>
                </a:lnTo>
                <a:lnTo>
                  <a:pt x="145734" y="488176"/>
                </a:lnTo>
                <a:moveTo>
                  <a:pt x="65535" y="488056"/>
                </a:moveTo>
                <a:lnTo>
                  <a:pt x="61190" y="487836"/>
                </a:lnTo>
                <a:lnTo>
                  <a:pt x="54415" y="486801"/>
                </a:lnTo>
                <a:lnTo>
                  <a:pt x="47879" y="485126"/>
                </a:lnTo>
                <a:lnTo>
                  <a:pt x="41623" y="482836"/>
                </a:lnTo>
                <a:lnTo>
                  <a:pt x="35645" y="479946"/>
                </a:lnTo>
                <a:lnTo>
                  <a:pt x="30027" y="476539"/>
                </a:lnTo>
                <a:lnTo>
                  <a:pt x="24785" y="472613"/>
                </a:lnTo>
                <a:lnTo>
                  <a:pt x="19944" y="468210"/>
                </a:lnTo>
                <a:lnTo>
                  <a:pt x="15540" y="463388"/>
                </a:lnTo>
                <a:lnTo>
                  <a:pt x="11635" y="458128"/>
                </a:lnTo>
                <a:lnTo>
                  <a:pt x="8767" y="453445"/>
                </a:lnTo>
                <a:lnTo>
                  <a:pt x="25803" y="443104"/>
                </a:lnTo>
                <a:lnTo>
                  <a:pt x="28412" y="447388"/>
                </a:lnTo>
                <a:lnTo>
                  <a:pt x="27874" y="446591"/>
                </a:lnTo>
                <a:lnTo>
                  <a:pt x="31221" y="451074"/>
                </a:lnTo>
                <a:lnTo>
                  <a:pt x="30624" y="450337"/>
                </a:lnTo>
                <a:lnTo>
                  <a:pt x="34369" y="454461"/>
                </a:lnTo>
                <a:lnTo>
                  <a:pt x="33692" y="453804"/>
                </a:lnTo>
                <a:lnTo>
                  <a:pt x="37837" y="457550"/>
                </a:lnTo>
                <a:lnTo>
                  <a:pt x="37101" y="456952"/>
                </a:lnTo>
                <a:lnTo>
                  <a:pt x="41584" y="460300"/>
                </a:lnTo>
                <a:lnTo>
                  <a:pt x="40787" y="459762"/>
                </a:lnTo>
                <a:lnTo>
                  <a:pt x="45587" y="462671"/>
                </a:lnTo>
                <a:lnTo>
                  <a:pt x="44732" y="462212"/>
                </a:lnTo>
                <a:lnTo>
                  <a:pt x="49813" y="464664"/>
                </a:lnTo>
                <a:lnTo>
                  <a:pt x="48915" y="464285"/>
                </a:lnTo>
                <a:lnTo>
                  <a:pt x="54276" y="466237"/>
                </a:lnTo>
                <a:lnTo>
                  <a:pt x="53319" y="465938"/>
                </a:lnTo>
                <a:lnTo>
                  <a:pt x="58898" y="467374"/>
                </a:lnTo>
                <a:lnTo>
                  <a:pt x="57923" y="467174"/>
                </a:lnTo>
                <a:lnTo>
                  <a:pt x="63701" y="468071"/>
                </a:lnTo>
                <a:lnTo>
                  <a:pt x="62705" y="467971"/>
                </a:lnTo>
                <a:lnTo>
                  <a:pt x="66549" y="468150"/>
                </a:lnTo>
                <a:lnTo>
                  <a:pt x="65535" y="488056"/>
                </a:lnTo>
                <a:moveTo>
                  <a:pt x="955" y="431049"/>
                </a:moveTo>
                <a:lnTo>
                  <a:pt x="317" y="426964"/>
                </a:lnTo>
                <a:lnTo>
                  <a:pt x="0" y="420508"/>
                </a:lnTo>
                <a:lnTo>
                  <a:pt x="19905" y="419512"/>
                </a:lnTo>
                <a:lnTo>
                  <a:pt x="20203" y="425470"/>
                </a:lnTo>
                <a:lnTo>
                  <a:pt x="20103" y="424454"/>
                </a:lnTo>
                <a:lnTo>
                  <a:pt x="20643" y="428041"/>
                </a:lnTo>
                <a:lnTo>
                  <a:pt x="955" y="431049"/>
                </a:lnTo>
              </a:path>
            </a:pathLst>
          </a:custGeom>
          <a:solidFill xmlns:a="http://schemas.openxmlformats.org/drawingml/2006/main">
            <a:srgbClr val="588E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" name="text-101 Four">
            <a:extLst xmlns:a="http://schemas.openxmlformats.org/drawingml/2006/main">
              <a:ext uri="{FF2B5EF4-FFF2-40B4-BE49-F238E27FC236}">
                <a16:creationId xmlns:a16="http://schemas.microsoft.com/office/drawing/2014/main" id="{4BA1AC0E-EC4B-4F92-A716-C18DA8039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17043" y="2719971"/>
            <a:ext cx="517301" cy="3132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Four</a:t>
            </a:r>
          </a:p>
        </p:txBody>
      </p:sp>
      <p:sp>
        <p:nvSpPr>
          <p:cNvPr id="163" name="text-101 items">
            <a:extLst xmlns:a="http://schemas.openxmlformats.org/drawingml/2006/main">
              <a:ext uri="{FF2B5EF4-FFF2-40B4-BE49-F238E27FC236}">
                <a16:creationId xmlns:a16="http://schemas.microsoft.com/office/drawing/2014/main" id="{8B6D6BEE-220D-4B23-AC55-7B43DA2C8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61758" y="2719748"/>
            <a:ext cx="614026" cy="3135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items</a:t>
            </a:r>
          </a:p>
        </p:txBody>
      </p:sp>
      <p:sp>
        <p:nvSpPr>
          <p:cNvPr id="164" name="text-101 pair">
            <a:extLst xmlns:a="http://schemas.openxmlformats.org/drawingml/2006/main">
              <a:ext uri="{FF2B5EF4-FFF2-40B4-BE49-F238E27FC236}">
                <a16:creationId xmlns:a16="http://schemas.microsoft.com/office/drawing/2014/main" id="{CDF29419-4F10-4678-955D-EC6B2F7E45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02860" y="2719946"/>
            <a:ext cx="444453" cy="3132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pair</a:t>
            </a:r>
          </a:p>
        </p:txBody>
      </p:sp>
      <p:sp>
        <p:nvSpPr>
          <p:cNvPr id="165" name="path-102">
            <a:extLst xmlns:a="http://schemas.openxmlformats.org/drawingml/2006/main">
              <a:ext uri="{FF2B5EF4-FFF2-40B4-BE49-F238E27FC236}">
                <a16:creationId xmlns:a16="http://schemas.microsoft.com/office/drawing/2014/main" id="{26464C0B-3C48-49E1-9B38-97DB88449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54527" y="3191391"/>
            <a:ext cx="1933397" cy="549197"/>
          </a:xfrm>
          <a:custGeom xmlns:a="http://schemas.openxmlformats.org/drawingml/2006/main">
            <a:pathLst>
              <a:path w="1718575" h="488175">
                <a:moveTo>
                  <a:pt x="0" y="420010"/>
                </a:moveTo>
                <a:lnTo>
                  <a:pt x="0" y="360233"/>
                </a:lnTo>
                <a:lnTo>
                  <a:pt x="19925" y="360233"/>
                </a:lnTo>
                <a:lnTo>
                  <a:pt x="19925" y="420010"/>
                </a:lnTo>
                <a:lnTo>
                  <a:pt x="0" y="420010"/>
                </a:lnTo>
                <a:moveTo>
                  <a:pt x="0" y="340308"/>
                </a:moveTo>
                <a:lnTo>
                  <a:pt x="0" y="280531"/>
                </a:lnTo>
                <a:lnTo>
                  <a:pt x="19925" y="280531"/>
                </a:lnTo>
                <a:lnTo>
                  <a:pt x="19925" y="340308"/>
                </a:lnTo>
                <a:lnTo>
                  <a:pt x="0" y="340308"/>
                </a:lnTo>
                <a:moveTo>
                  <a:pt x="0" y="260606"/>
                </a:moveTo>
                <a:lnTo>
                  <a:pt x="0" y="200829"/>
                </a:lnTo>
                <a:lnTo>
                  <a:pt x="19925" y="200829"/>
                </a:lnTo>
                <a:lnTo>
                  <a:pt x="19925" y="260606"/>
                </a:lnTo>
                <a:lnTo>
                  <a:pt x="0" y="260606"/>
                </a:lnTo>
                <a:moveTo>
                  <a:pt x="0" y="180904"/>
                </a:moveTo>
                <a:lnTo>
                  <a:pt x="0" y="121127"/>
                </a:lnTo>
                <a:lnTo>
                  <a:pt x="19925" y="121127"/>
                </a:lnTo>
                <a:lnTo>
                  <a:pt x="19925" y="180904"/>
                </a:lnTo>
                <a:lnTo>
                  <a:pt x="0" y="180904"/>
                </a:lnTo>
                <a:moveTo>
                  <a:pt x="0" y="101202"/>
                </a:moveTo>
                <a:lnTo>
                  <a:pt x="0" y="67906"/>
                </a:lnTo>
                <a:lnTo>
                  <a:pt x="317" y="61211"/>
                </a:lnTo>
                <a:lnTo>
                  <a:pt x="1353" y="54436"/>
                </a:lnTo>
                <a:lnTo>
                  <a:pt x="3046" y="47901"/>
                </a:lnTo>
                <a:lnTo>
                  <a:pt x="5340" y="41624"/>
                </a:lnTo>
                <a:lnTo>
                  <a:pt x="7053" y="38057"/>
                </a:lnTo>
                <a:lnTo>
                  <a:pt x="25006" y="46705"/>
                </a:lnTo>
                <a:lnTo>
                  <a:pt x="23511" y="49833"/>
                </a:lnTo>
                <a:lnTo>
                  <a:pt x="23889" y="48937"/>
                </a:lnTo>
                <a:lnTo>
                  <a:pt x="21916" y="54277"/>
                </a:lnTo>
                <a:lnTo>
                  <a:pt x="22215" y="53341"/>
                </a:lnTo>
                <a:lnTo>
                  <a:pt x="20782" y="58920"/>
                </a:lnTo>
                <a:lnTo>
                  <a:pt x="20980" y="57944"/>
                </a:lnTo>
                <a:lnTo>
                  <a:pt x="20103" y="63721"/>
                </a:lnTo>
                <a:lnTo>
                  <a:pt x="20203" y="62705"/>
                </a:lnTo>
                <a:lnTo>
                  <a:pt x="19905" y="68663"/>
                </a:lnTo>
                <a:lnTo>
                  <a:pt x="19925" y="68165"/>
                </a:lnTo>
                <a:lnTo>
                  <a:pt x="19925" y="101202"/>
                </a:lnTo>
                <a:lnTo>
                  <a:pt x="0" y="101202"/>
                </a:lnTo>
                <a:moveTo>
                  <a:pt x="21001" y="18989"/>
                </a:moveTo>
                <a:lnTo>
                  <a:pt x="24785" y="15562"/>
                </a:lnTo>
                <a:lnTo>
                  <a:pt x="30027" y="11636"/>
                </a:lnTo>
                <a:lnTo>
                  <a:pt x="35645" y="8229"/>
                </a:lnTo>
                <a:lnTo>
                  <a:pt x="41623" y="5340"/>
                </a:lnTo>
                <a:lnTo>
                  <a:pt x="47879" y="3048"/>
                </a:lnTo>
                <a:lnTo>
                  <a:pt x="54415" y="1375"/>
                </a:lnTo>
                <a:lnTo>
                  <a:pt x="61190" y="338"/>
                </a:lnTo>
                <a:lnTo>
                  <a:pt x="67904" y="0"/>
                </a:lnTo>
                <a:lnTo>
                  <a:pt x="83188" y="0"/>
                </a:lnTo>
                <a:lnTo>
                  <a:pt x="83188" y="19925"/>
                </a:lnTo>
                <a:lnTo>
                  <a:pt x="68143" y="19925"/>
                </a:lnTo>
                <a:lnTo>
                  <a:pt x="68663" y="19906"/>
                </a:lnTo>
                <a:lnTo>
                  <a:pt x="62705" y="20204"/>
                </a:lnTo>
                <a:lnTo>
                  <a:pt x="63701" y="20105"/>
                </a:lnTo>
                <a:lnTo>
                  <a:pt x="57923" y="21002"/>
                </a:lnTo>
                <a:lnTo>
                  <a:pt x="58898" y="20802"/>
                </a:lnTo>
                <a:lnTo>
                  <a:pt x="53319" y="22236"/>
                </a:lnTo>
                <a:lnTo>
                  <a:pt x="54276" y="21938"/>
                </a:lnTo>
                <a:lnTo>
                  <a:pt x="48915" y="23890"/>
                </a:lnTo>
                <a:lnTo>
                  <a:pt x="49813" y="23512"/>
                </a:lnTo>
                <a:lnTo>
                  <a:pt x="44732" y="25963"/>
                </a:lnTo>
                <a:lnTo>
                  <a:pt x="45587" y="25504"/>
                </a:lnTo>
                <a:lnTo>
                  <a:pt x="40787" y="28414"/>
                </a:lnTo>
                <a:lnTo>
                  <a:pt x="41584" y="27876"/>
                </a:lnTo>
                <a:lnTo>
                  <a:pt x="37101" y="31223"/>
                </a:lnTo>
                <a:lnTo>
                  <a:pt x="37837" y="30625"/>
                </a:lnTo>
                <a:lnTo>
                  <a:pt x="34410" y="33734"/>
                </a:lnTo>
                <a:lnTo>
                  <a:pt x="21001" y="18989"/>
                </a:lnTo>
                <a:moveTo>
                  <a:pt x="103114" y="0"/>
                </a:moveTo>
                <a:lnTo>
                  <a:pt x="162889" y="0"/>
                </a:lnTo>
                <a:lnTo>
                  <a:pt x="162889" y="19925"/>
                </a:lnTo>
                <a:lnTo>
                  <a:pt x="103114" y="19925"/>
                </a:lnTo>
                <a:lnTo>
                  <a:pt x="103114" y="0"/>
                </a:lnTo>
                <a:moveTo>
                  <a:pt x="182816" y="0"/>
                </a:moveTo>
                <a:lnTo>
                  <a:pt x="242592" y="0"/>
                </a:lnTo>
                <a:lnTo>
                  <a:pt x="242592" y="19925"/>
                </a:lnTo>
                <a:lnTo>
                  <a:pt x="182816" y="19925"/>
                </a:lnTo>
                <a:lnTo>
                  <a:pt x="182816" y="0"/>
                </a:lnTo>
                <a:moveTo>
                  <a:pt x="262517" y="0"/>
                </a:moveTo>
                <a:lnTo>
                  <a:pt x="322294" y="0"/>
                </a:lnTo>
                <a:lnTo>
                  <a:pt x="322294" y="19925"/>
                </a:lnTo>
                <a:lnTo>
                  <a:pt x="262517" y="19925"/>
                </a:lnTo>
                <a:lnTo>
                  <a:pt x="262517" y="0"/>
                </a:lnTo>
                <a:moveTo>
                  <a:pt x="342219" y="0"/>
                </a:moveTo>
                <a:lnTo>
                  <a:pt x="401997" y="0"/>
                </a:lnTo>
                <a:lnTo>
                  <a:pt x="401997" y="19925"/>
                </a:lnTo>
                <a:lnTo>
                  <a:pt x="342219" y="19925"/>
                </a:lnTo>
                <a:lnTo>
                  <a:pt x="342219" y="0"/>
                </a:lnTo>
                <a:moveTo>
                  <a:pt x="421922" y="0"/>
                </a:moveTo>
                <a:lnTo>
                  <a:pt x="481697" y="0"/>
                </a:lnTo>
                <a:lnTo>
                  <a:pt x="481697" y="19925"/>
                </a:lnTo>
                <a:lnTo>
                  <a:pt x="421922" y="19925"/>
                </a:lnTo>
                <a:lnTo>
                  <a:pt x="421922" y="0"/>
                </a:lnTo>
                <a:moveTo>
                  <a:pt x="501625" y="0"/>
                </a:moveTo>
                <a:lnTo>
                  <a:pt x="561400" y="0"/>
                </a:lnTo>
                <a:lnTo>
                  <a:pt x="561400" y="19925"/>
                </a:lnTo>
                <a:lnTo>
                  <a:pt x="501625" y="19925"/>
                </a:lnTo>
                <a:lnTo>
                  <a:pt x="501625" y="0"/>
                </a:lnTo>
                <a:moveTo>
                  <a:pt x="581325" y="0"/>
                </a:moveTo>
                <a:lnTo>
                  <a:pt x="641103" y="0"/>
                </a:lnTo>
                <a:lnTo>
                  <a:pt x="641103" y="19925"/>
                </a:lnTo>
                <a:lnTo>
                  <a:pt x="581325" y="19925"/>
                </a:lnTo>
                <a:lnTo>
                  <a:pt x="581325" y="0"/>
                </a:lnTo>
                <a:moveTo>
                  <a:pt x="661028" y="0"/>
                </a:moveTo>
                <a:lnTo>
                  <a:pt x="720805" y="0"/>
                </a:lnTo>
                <a:lnTo>
                  <a:pt x="720805" y="19925"/>
                </a:lnTo>
                <a:lnTo>
                  <a:pt x="661028" y="19925"/>
                </a:lnTo>
                <a:lnTo>
                  <a:pt x="661028" y="0"/>
                </a:lnTo>
                <a:moveTo>
                  <a:pt x="740730" y="0"/>
                </a:moveTo>
                <a:lnTo>
                  <a:pt x="800506" y="0"/>
                </a:lnTo>
                <a:lnTo>
                  <a:pt x="800506" y="19925"/>
                </a:lnTo>
                <a:lnTo>
                  <a:pt x="740730" y="19925"/>
                </a:lnTo>
                <a:lnTo>
                  <a:pt x="740730" y="0"/>
                </a:lnTo>
                <a:moveTo>
                  <a:pt x="820433" y="0"/>
                </a:moveTo>
                <a:lnTo>
                  <a:pt x="880209" y="0"/>
                </a:lnTo>
                <a:lnTo>
                  <a:pt x="880209" y="19925"/>
                </a:lnTo>
                <a:lnTo>
                  <a:pt x="820433" y="19925"/>
                </a:lnTo>
                <a:lnTo>
                  <a:pt x="820433" y="0"/>
                </a:lnTo>
                <a:moveTo>
                  <a:pt x="900134" y="0"/>
                </a:moveTo>
                <a:lnTo>
                  <a:pt x="959911" y="0"/>
                </a:lnTo>
                <a:lnTo>
                  <a:pt x="959911" y="19925"/>
                </a:lnTo>
                <a:lnTo>
                  <a:pt x="900134" y="19925"/>
                </a:lnTo>
                <a:lnTo>
                  <a:pt x="900134" y="0"/>
                </a:lnTo>
                <a:moveTo>
                  <a:pt x="979836" y="0"/>
                </a:moveTo>
                <a:lnTo>
                  <a:pt x="1039614" y="0"/>
                </a:lnTo>
                <a:lnTo>
                  <a:pt x="1039614" y="19925"/>
                </a:lnTo>
                <a:lnTo>
                  <a:pt x="979836" y="19925"/>
                </a:lnTo>
                <a:lnTo>
                  <a:pt x="979836" y="0"/>
                </a:lnTo>
                <a:moveTo>
                  <a:pt x="1059539" y="0"/>
                </a:moveTo>
                <a:lnTo>
                  <a:pt x="1119314" y="0"/>
                </a:lnTo>
                <a:lnTo>
                  <a:pt x="1119314" y="19925"/>
                </a:lnTo>
                <a:lnTo>
                  <a:pt x="1059539" y="19925"/>
                </a:lnTo>
                <a:lnTo>
                  <a:pt x="1059539" y="0"/>
                </a:lnTo>
                <a:moveTo>
                  <a:pt x="1139242" y="0"/>
                </a:moveTo>
                <a:lnTo>
                  <a:pt x="1199017" y="0"/>
                </a:lnTo>
                <a:lnTo>
                  <a:pt x="1199017" y="19925"/>
                </a:lnTo>
                <a:lnTo>
                  <a:pt x="1139242" y="19925"/>
                </a:lnTo>
                <a:lnTo>
                  <a:pt x="1139242" y="0"/>
                </a:lnTo>
                <a:moveTo>
                  <a:pt x="1218942" y="0"/>
                </a:moveTo>
                <a:lnTo>
                  <a:pt x="1278720" y="0"/>
                </a:lnTo>
                <a:lnTo>
                  <a:pt x="1278720" y="19925"/>
                </a:lnTo>
                <a:lnTo>
                  <a:pt x="1218942" y="19925"/>
                </a:lnTo>
                <a:lnTo>
                  <a:pt x="1218942" y="0"/>
                </a:lnTo>
                <a:moveTo>
                  <a:pt x="1298645" y="0"/>
                </a:moveTo>
                <a:lnTo>
                  <a:pt x="1358422" y="0"/>
                </a:lnTo>
                <a:lnTo>
                  <a:pt x="1358422" y="19925"/>
                </a:lnTo>
                <a:lnTo>
                  <a:pt x="1298645" y="19925"/>
                </a:lnTo>
                <a:lnTo>
                  <a:pt x="1298645" y="0"/>
                </a:lnTo>
                <a:moveTo>
                  <a:pt x="1378347" y="0"/>
                </a:moveTo>
                <a:lnTo>
                  <a:pt x="1438123" y="0"/>
                </a:lnTo>
                <a:lnTo>
                  <a:pt x="1438123" y="19925"/>
                </a:lnTo>
                <a:lnTo>
                  <a:pt x="1378347" y="19925"/>
                </a:lnTo>
                <a:lnTo>
                  <a:pt x="1378347" y="0"/>
                </a:lnTo>
                <a:moveTo>
                  <a:pt x="1458050" y="0"/>
                </a:moveTo>
                <a:lnTo>
                  <a:pt x="1517825" y="0"/>
                </a:lnTo>
                <a:lnTo>
                  <a:pt x="1517825" y="19925"/>
                </a:lnTo>
                <a:lnTo>
                  <a:pt x="1458050" y="19925"/>
                </a:lnTo>
                <a:lnTo>
                  <a:pt x="1458050" y="0"/>
                </a:lnTo>
                <a:moveTo>
                  <a:pt x="1537751" y="0"/>
                </a:moveTo>
                <a:lnTo>
                  <a:pt x="1597528" y="0"/>
                </a:lnTo>
                <a:lnTo>
                  <a:pt x="1597528" y="19925"/>
                </a:lnTo>
                <a:lnTo>
                  <a:pt x="1537751" y="19925"/>
                </a:lnTo>
                <a:lnTo>
                  <a:pt x="1537751" y="0"/>
                </a:lnTo>
                <a:moveTo>
                  <a:pt x="1617453" y="0"/>
                </a:moveTo>
                <a:lnTo>
                  <a:pt x="1650649" y="0"/>
                </a:lnTo>
                <a:lnTo>
                  <a:pt x="1657365" y="338"/>
                </a:lnTo>
                <a:lnTo>
                  <a:pt x="1664140" y="1375"/>
                </a:lnTo>
                <a:lnTo>
                  <a:pt x="1670674" y="3048"/>
                </a:lnTo>
                <a:lnTo>
                  <a:pt x="1676951" y="5340"/>
                </a:lnTo>
                <a:lnTo>
                  <a:pt x="1680598" y="7114"/>
                </a:lnTo>
                <a:lnTo>
                  <a:pt x="1671950" y="25066"/>
                </a:lnTo>
                <a:lnTo>
                  <a:pt x="1668742" y="23512"/>
                </a:lnTo>
                <a:lnTo>
                  <a:pt x="1669640" y="23890"/>
                </a:lnTo>
                <a:lnTo>
                  <a:pt x="1664277" y="21938"/>
                </a:lnTo>
                <a:lnTo>
                  <a:pt x="1665236" y="22236"/>
                </a:lnTo>
                <a:lnTo>
                  <a:pt x="1659655" y="20802"/>
                </a:lnTo>
                <a:lnTo>
                  <a:pt x="1660632" y="21002"/>
                </a:lnTo>
                <a:lnTo>
                  <a:pt x="1654854" y="20105"/>
                </a:lnTo>
                <a:lnTo>
                  <a:pt x="1655850" y="20204"/>
                </a:lnTo>
                <a:lnTo>
                  <a:pt x="1649892" y="19906"/>
                </a:lnTo>
                <a:lnTo>
                  <a:pt x="1650410" y="19925"/>
                </a:lnTo>
                <a:lnTo>
                  <a:pt x="1617453" y="19925"/>
                </a:lnTo>
                <a:lnTo>
                  <a:pt x="1617453" y="0"/>
                </a:lnTo>
                <a:moveTo>
                  <a:pt x="1699646" y="21081"/>
                </a:moveTo>
                <a:lnTo>
                  <a:pt x="1703013" y="24787"/>
                </a:lnTo>
                <a:lnTo>
                  <a:pt x="1706938" y="30047"/>
                </a:lnTo>
                <a:lnTo>
                  <a:pt x="1710347" y="35666"/>
                </a:lnTo>
                <a:lnTo>
                  <a:pt x="1713215" y="41624"/>
                </a:lnTo>
                <a:lnTo>
                  <a:pt x="1715507" y="47901"/>
                </a:lnTo>
                <a:lnTo>
                  <a:pt x="1717200" y="54436"/>
                </a:lnTo>
                <a:lnTo>
                  <a:pt x="1718236" y="61211"/>
                </a:lnTo>
                <a:lnTo>
                  <a:pt x="1718575" y="67906"/>
                </a:lnTo>
                <a:lnTo>
                  <a:pt x="1718575" y="83289"/>
                </a:lnTo>
                <a:lnTo>
                  <a:pt x="1698650" y="83289"/>
                </a:lnTo>
                <a:lnTo>
                  <a:pt x="1698650" y="68165"/>
                </a:lnTo>
                <a:lnTo>
                  <a:pt x="1698650" y="68663"/>
                </a:lnTo>
                <a:lnTo>
                  <a:pt x="1698352" y="62705"/>
                </a:lnTo>
                <a:lnTo>
                  <a:pt x="1698450" y="63721"/>
                </a:lnTo>
                <a:lnTo>
                  <a:pt x="1697573" y="57944"/>
                </a:lnTo>
                <a:lnTo>
                  <a:pt x="1697773" y="58920"/>
                </a:lnTo>
                <a:lnTo>
                  <a:pt x="1696338" y="53341"/>
                </a:lnTo>
                <a:lnTo>
                  <a:pt x="1696637" y="54277"/>
                </a:lnTo>
                <a:lnTo>
                  <a:pt x="1694666" y="48937"/>
                </a:lnTo>
                <a:lnTo>
                  <a:pt x="1695064" y="49833"/>
                </a:lnTo>
                <a:lnTo>
                  <a:pt x="1692611" y="44753"/>
                </a:lnTo>
                <a:lnTo>
                  <a:pt x="1693071" y="45590"/>
                </a:lnTo>
                <a:lnTo>
                  <a:pt x="1690141" y="40787"/>
                </a:lnTo>
                <a:lnTo>
                  <a:pt x="1690679" y="41584"/>
                </a:lnTo>
                <a:lnTo>
                  <a:pt x="1687332" y="37101"/>
                </a:lnTo>
                <a:lnTo>
                  <a:pt x="1687950" y="37839"/>
                </a:lnTo>
                <a:lnTo>
                  <a:pt x="1684901" y="34491"/>
                </a:lnTo>
                <a:lnTo>
                  <a:pt x="1699646" y="21081"/>
                </a:lnTo>
                <a:moveTo>
                  <a:pt x="1718575" y="103214"/>
                </a:moveTo>
                <a:lnTo>
                  <a:pt x="1718575" y="162991"/>
                </a:lnTo>
                <a:lnTo>
                  <a:pt x="1698650" y="162991"/>
                </a:lnTo>
                <a:lnTo>
                  <a:pt x="1698650" y="103214"/>
                </a:lnTo>
                <a:lnTo>
                  <a:pt x="1718575" y="103214"/>
                </a:lnTo>
                <a:moveTo>
                  <a:pt x="1718575" y="182916"/>
                </a:moveTo>
                <a:lnTo>
                  <a:pt x="1718575" y="242693"/>
                </a:lnTo>
                <a:lnTo>
                  <a:pt x="1698650" y="242693"/>
                </a:lnTo>
                <a:lnTo>
                  <a:pt x="1698650" y="182916"/>
                </a:lnTo>
                <a:lnTo>
                  <a:pt x="1718575" y="182916"/>
                </a:lnTo>
                <a:moveTo>
                  <a:pt x="1718575" y="262618"/>
                </a:moveTo>
                <a:lnTo>
                  <a:pt x="1718575" y="322395"/>
                </a:lnTo>
                <a:lnTo>
                  <a:pt x="1698650" y="322395"/>
                </a:lnTo>
                <a:lnTo>
                  <a:pt x="1698650" y="262618"/>
                </a:lnTo>
                <a:lnTo>
                  <a:pt x="1718575" y="262618"/>
                </a:lnTo>
                <a:moveTo>
                  <a:pt x="1718575" y="342321"/>
                </a:moveTo>
                <a:lnTo>
                  <a:pt x="1718575" y="402097"/>
                </a:lnTo>
                <a:lnTo>
                  <a:pt x="1698650" y="402097"/>
                </a:lnTo>
                <a:lnTo>
                  <a:pt x="1698650" y="342321"/>
                </a:lnTo>
                <a:lnTo>
                  <a:pt x="1718575" y="342321"/>
                </a:lnTo>
                <a:moveTo>
                  <a:pt x="1718455" y="422540"/>
                </a:moveTo>
                <a:lnTo>
                  <a:pt x="1718236" y="426964"/>
                </a:lnTo>
                <a:lnTo>
                  <a:pt x="1717200" y="433739"/>
                </a:lnTo>
                <a:lnTo>
                  <a:pt x="1715507" y="440274"/>
                </a:lnTo>
                <a:lnTo>
                  <a:pt x="1713215" y="446550"/>
                </a:lnTo>
                <a:lnTo>
                  <a:pt x="1710347" y="452509"/>
                </a:lnTo>
                <a:lnTo>
                  <a:pt x="1706938" y="458128"/>
                </a:lnTo>
                <a:lnTo>
                  <a:pt x="1703013" y="463387"/>
                </a:lnTo>
                <a:lnTo>
                  <a:pt x="1698609" y="468210"/>
                </a:lnTo>
                <a:lnTo>
                  <a:pt x="1693768" y="472613"/>
                </a:lnTo>
                <a:lnTo>
                  <a:pt x="1688528" y="476538"/>
                </a:lnTo>
                <a:lnTo>
                  <a:pt x="1683906" y="479348"/>
                </a:lnTo>
                <a:lnTo>
                  <a:pt x="1673563" y="462312"/>
                </a:lnTo>
                <a:lnTo>
                  <a:pt x="1677768" y="459762"/>
                </a:lnTo>
                <a:lnTo>
                  <a:pt x="1676971" y="460299"/>
                </a:lnTo>
                <a:lnTo>
                  <a:pt x="1681454" y="456951"/>
                </a:lnTo>
                <a:lnTo>
                  <a:pt x="1680716" y="457549"/>
                </a:lnTo>
                <a:lnTo>
                  <a:pt x="1684861" y="453804"/>
                </a:lnTo>
                <a:lnTo>
                  <a:pt x="1684184" y="454461"/>
                </a:lnTo>
                <a:lnTo>
                  <a:pt x="1687950" y="450337"/>
                </a:lnTo>
                <a:lnTo>
                  <a:pt x="1687332" y="451074"/>
                </a:lnTo>
                <a:lnTo>
                  <a:pt x="1690679" y="446591"/>
                </a:lnTo>
                <a:lnTo>
                  <a:pt x="1690141" y="447388"/>
                </a:lnTo>
                <a:lnTo>
                  <a:pt x="1693071" y="442586"/>
                </a:lnTo>
                <a:lnTo>
                  <a:pt x="1692611" y="443422"/>
                </a:lnTo>
                <a:lnTo>
                  <a:pt x="1695064" y="438342"/>
                </a:lnTo>
                <a:lnTo>
                  <a:pt x="1694666" y="439238"/>
                </a:lnTo>
                <a:lnTo>
                  <a:pt x="1696637" y="433898"/>
                </a:lnTo>
                <a:lnTo>
                  <a:pt x="1696338" y="434835"/>
                </a:lnTo>
                <a:lnTo>
                  <a:pt x="1697773" y="429255"/>
                </a:lnTo>
                <a:lnTo>
                  <a:pt x="1697573" y="430232"/>
                </a:lnTo>
                <a:lnTo>
                  <a:pt x="1698450" y="424453"/>
                </a:lnTo>
                <a:lnTo>
                  <a:pt x="1698352" y="425469"/>
                </a:lnTo>
                <a:lnTo>
                  <a:pt x="1698550" y="421524"/>
                </a:lnTo>
                <a:lnTo>
                  <a:pt x="1718455" y="422540"/>
                </a:lnTo>
                <a:moveTo>
                  <a:pt x="1661527" y="487199"/>
                </a:moveTo>
                <a:lnTo>
                  <a:pt x="1657365" y="487836"/>
                </a:lnTo>
                <a:lnTo>
                  <a:pt x="1650649" y="488175"/>
                </a:lnTo>
                <a:lnTo>
                  <a:pt x="1600296" y="488175"/>
                </a:lnTo>
                <a:lnTo>
                  <a:pt x="1600296" y="468250"/>
                </a:lnTo>
                <a:lnTo>
                  <a:pt x="1650410" y="468250"/>
                </a:lnTo>
                <a:lnTo>
                  <a:pt x="1649892" y="468270"/>
                </a:lnTo>
                <a:lnTo>
                  <a:pt x="1655850" y="467971"/>
                </a:lnTo>
                <a:lnTo>
                  <a:pt x="1654854" y="468070"/>
                </a:lnTo>
                <a:lnTo>
                  <a:pt x="1658520" y="467512"/>
                </a:lnTo>
                <a:lnTo>
                  <a:pt x="1661527" y="487199"/>
                </a:lnTo>
                <a:moveTo>
                  <a:pt x="1580371" y="488175"/>
                </a:moveTo>
                <a:lnTo>
                  <a:pt x="1520596" y="488175"/>
                </a:lnTo>
                <a:lnTo>
                  <a:pt x="1520596" y="468250"/>
                </a:lnTo>
                <a:lnTo>
                  <a:pt x="1580371" y="468250"/>
                </a:lnTo>
                <a:lnTo>
                  <a:pt x="1580371" y="488175"/>
                </a:lnTo>
                <a:moveTo>
                  <a:pt x="1500668" y="488175"/>
                </a:moveTo>
                <a:lnTo>
                  <a:pt x="1440893" y="488175"/>
                </a:lnTo>
                <a:lnTo>
                  <a:pt x="1440893" y="468250"/>
                </a:lnTo>
                <a:lnTo>
                  <a:pt x="1500668" y="468250"/>
                </a:lnTo>
                <a:lnTo>
                  <a:pt x="1500668" y="488175"/>
                </a:lnTo>
                <a:moveTo>
                  <a:pt x="1420968" y="488175"/>
                </a:moveTo>
                <a:lnTo>
                  <a:pt x="1361190" y="488175"/>
                </a:lnTo>
                <a:lnTo>
                  <a:pt x="1361190" y="468250"/>
                </a:lnTo>
                <a:lnTo>
                  <a:pt x="1420968" y="468250"/>
                </a:lnTo>
                <a:lnTo>
                  <a:pt x="1420968" y="488175"/>
                </a:lnTo>
                <a:moveTo>
                  <a:pt x="1341265" y="488175"/>
                </a:moveTo>
                <a:lnTo>
                  <a:pt x="1281488" y="488175"/>
                </a:lnTo>
                <a:lnTo>
                  <a:pt x="1281488" y="468250"/>
                </a:lnTo>
                <a:lnTo>
                  <a:pt x="1341265" y="468250"/>
                </a:lnTo>
                <a:lnTo>
                  <a:pt x="1341265" y="488175"/>
                </a:lnTo>
                <a:moveTo>
                  <a:pt x="1261563" y="488175"/>
                </a:moveTo>
                <a:lnTo>
                  <a:pt x="1201787" y="488175"/>
                </a:lnTo>
                <a:lnTo>
                  <a:pt x="1201787" y="468250"/>
                </a:lnTo>
                <a:lnTo>
                  <a:pt x="1261563" y="468250"/>
                </a:lnTo>
                <a:lnTo>
                  <a:pt x="1261563" y="488175"/>
                </a:lnTo>
                <a:moveTo>
                  <a:pt x="1181862" y="488175"/>
                </a:moveTo>
                <a:lnTo>
                  <a:pt x="1122085" y="488175"/>
                </a:lnTo>
                <a:lnTo>
                  <a:pt x="1122085" y="468250"/>
                </a:lnTo>
                <a:lnTo>
                  <a:pt x="1181862" y="468250"/>
                </a:lnTo>
                <a:lnTo>
                  <a:pt x="1181862" y="488175"/>
                </a:lnTo>
                <a:moveTo>
                  <a:pt x="1102159" y="488175"/>
                </a:moveTo>
                <a:lnTo>
                  <a:pt x="1042382" y="488175"/>
                </a:lnTo>
                <a:lnTo>
                  <a:pt x="1042382" y="468250"/>
                </a:lnTo>
                <a:lnTo>
                  <a:pt x="1102159" y="468250"/>
                </a:lnTo>
                <a:lnTo>
                  <a:pt x="1102159" y="488175"/>
                </a:lnTo>
                <a:moveTo>
                  <a:pt x="1022457" y="488175"/>
                </a:moveTo>
                <a:lnTo>
                  <a:pt x="962679" y="488175"/>
                </a:lnTo>
                <a:lnTo>
                  <a:pt x="962679" y="468250"/>
                </a:lnTo>
                <a:lnTo>
                  <a:pt x="1022457" y="468250"/>
                </a:lnTo>
                <a:lnTo>
                  <a:pt x="1022457" y="488175"/>
                </a:lnTo>
                <a:moveTo>
                  <a:pt x="942754" y="488175"/>
                </a:moveTo>
                <a:lnTo>
                  <a:pt x="882979" y="488175"/>
                </a:lnTo>
                <a:lnTo>
                  <a:pt x="882979" y="468250"/>
                </a:lnTo>
                <a:lnTo>
                  <a:pt x="942754" y="468250"/>
                </a:lnTo>
                <a:lnTo>
                  <a:pt x="942754" y="488175"/>
                </a:lnTo>
                <a:moveTo>
                  <a:pt x="863054" y="488175"/>
                </a:moveTo>
                <a:lnTo>
                  <a:pt x="803276" y="488175"/>
                </a:lnTo>
                <a:lnTo>
                  <a:pt x="803276" y="468250"/>
                </a:lnTo>
                <a:lnTo>
                  <a:pt x="863054" y="468250"/>
                </a:lnTo>
                <a:lnTo>
                  <a:pt x="863054" y="488175"/>
                </a:lnTo>
                <a:moveTo>
                  <a:pt x="783351" y="488175"/>
                </a:moveTo>
                <a:lnTo>
                  <a:pt x="723573" y="488175"/>
                </a:lnTo>
                <a:lnTo>
                  <a:pt x="723573" y="468250"/>
                </a:lnTo>
                <a:lnTo>
                  <a:pt x="783351" y="468250"/>
                </a:lnTo>
                <a:lnTo>
                  <a:pt x="783351" y="488175"/>
                </a:lnTo>
                <a:moveTo>
                  <a:pt x="703648" y="488175"/>
                </a:moveTo>
                <a:lnTo>
                  <a:pt x="643871" y="488175"/>
                </a:lnTo>
                <a:lnTo>
                  <a:pt x="643871" y="468250"/>
                </a:lnTo>
                <a:lnTo>
                  <a:pt x="703648" y="468250"/>
                </a:lnTo>
                <a:lnTo>
                  <a:pt x="703648" y="488175"/>
                </a:lnTo>
                <a:moveTo>
                  <a:pt x="623946" y="488175"/>
                </a:moveTo>
                <a:lnTo>
                  <a:pt x="564170" y="488175"/>
                </a:lnTo>
                <a:lnTo>
                  <a:pt x="564170" y="468250"/>
                </a:lnTo>
                <a:lnTo>
                  <a:pt x="623946" y="468250"/>
                </a:lnTo>
                <a:lnTo>
                  <a:pt x="623946" y="488175"/>
                </a:lnTo>
                <a:moveTo>
                  <a:pt x="544245" y="488175"/>
                </a:moveTo>
                <a:lnTo>
                  <a:pt x="484468" y="488175"/>
                </a:lnTo>
                <a:lnTo>
                  <a:pt x="484468" y="468250"/>
                </a:lnTo>
                <a:lnTo>
                  <a:pt x="544245" y="468250"/>
                </a:lnTo>
                <a:lnTo>
                  <a:pt x="544245" y="488175"/>
                </a:lnTo>
                <a:moveTo>
                  <a:pt x="464543" y="488175"/>
                </a:moveTo>
                <a:lnTo>
                  <a:pt x="404765" y="488175"/>
                </a:lnTo>
                <a:lnTo>
                  <a:pt x="404765" y="468250"/>
                </a:lnTo>
                <a:lnTo>
                  <a:pt x="464543" y="468250"/>
                </a:lnTo>
                <a:lnTo>
                  <a:pt x="464543" y="488175"/>
                </a:lnTo>
                <a:moveTo>
                  <a:pt x="384840" y="488175"/>
                </a:moveTo>
                <a:lnTo>
                  <a:pt x="325062" y="488175"/>
                </a:lnTo>
                <a:lnTo>
                  <a:pt x="325062" y="468250"/>
                </a:lnTo>
                <a:lnTo>
                  <a:pt x="384840" y="468250"/>
                </a:lnTo>
                <a:lnTo>
                  <a:pt x="384840" y="488175"/>
                </a:lnTo>
                <a:moveTo>
                  <a:pt x="305137" y="488175"/>
                </a:moveTo>
                <a:lnTo>
                  <a:pt x="245362" y="488175"/>
                </a:lnTo>
                <a:lnTo>
                  <a:pt x="245362" y="468250"/>
                </a:lnTo>
                <a:lnTo>
                  <a:pt x="305137" y="468250"/>
                </a:lnTo>
                <a:lnTo>
                  <a:pt x="305137" y="488175"/>
                </a:lnTo>
                <a:moveTo>
                  <a:pt x="225437" y="488175"/>
                </a:moveTo>
                <a:lnTo>
                  <a:pt x="165659" y="488175"/>
                </a:lnTo>
                <a:lnTo>
                  <a:pt x="165659" y="468250"/>
                </a:lnTo>
                <a:lnTo>
                  <a:pt x="225437" y="468250"/>
                </a:lnTo>
                <a:lnTo>
                  <a:pt x="225437" y="488175"/>
                </a:lnTo>
                <a:moveTo>
                  <a:pt x="145734" y="488175"/>
                </a:moveTo>
                <a:lnTo>
                  <a:pt x="85957" y="488175"/>
                </a:lnTo>
                <a:lnTo>
                  <a:pt x="85957" y="468250"/>
                </a:lnTo>
                <a:lnTo>
                  <a:pt x="145734" y="468250"/>
                </a:lnTo>
                <a:lnTo>
                  <a:pt x="145734" y="488175"/>
                </a:lnTo>
                <a:moveTo>
                  <a:pt x="65535" y="488056"/>
                </a:moveTo>
                <a:lnTo>
                  <a:pt x="61190" y="487836"/>
                </a:lnTo>
                <a:lnTo>
                  <a:pt x="54415" y="486800"/>
                </a:lnTo>
                <a:lnTo>
                  <a:pt x="47879" y="485126"/>
                </a:lnTo>
                <a:lnTo>
                  <a:pt x="41623" y="482835"/>
                </a:lnTo>
                <a:lnTo>
                  <a:pt x="35645" y="479946"/>
                </a:lnTo>
                <a:lnTo>
                  <a:pt x="30027" y="476538"/>
                </a:lnTo>
                <a:lnTo>
                  <a:pt x="24785" y="472613"/>
                </a:lnTo>
                <a:lnTo>
                  <a:pt x="19944" y="468210"/>
                </a:lnTo>
                <a:lnTo>
                  <a:pt x="15540" y="463387"/>
                </a:lnTo>
                <a:lnTo>
                  <a:pt x="11635" y="458128"/>
                </a:lnTo>
                <a:lnTo>
                  <a:pt x="8767" y="453445"/>
                </a:lnTo>
                <a:lnTo>
                  <a:pt x="25803" y="443103"/>
                </a:lnTo>
                <a:lnTo>
                  <a:pt x="28412" y="447388"/>
                </a:lnTo>
                <a:lnTo>
                  <a:pt x="27874" y="446591"/>
                </a:lnTo>
                <a:lnTo>
                  <a:pt x="31221" y="451074"/>
                </a:lnTo>
                <a:lnTo>
                  <a:pt x="30624" y="450337"/>
                </a:lnTo>
                <a:lnTo>
                  <a:pt x="34369" y="454461"/>
                </a:lnTo>
                <a:lnTo>
                  <a:pt x="33692" y="453804"/>
                </a:lnTo>
                <a:lnTo>
                  <a:pt x="37837" y="457549"/>
                </a:lnTo>
                <a:lnTo>
                  <a:pt x="37101" y="456951"/>
                </a:lnTo>
                <a:lnTo>
                  <a:pt x="41584" y="460299"/>
                </a:lnTo>
                <a:lnTo>
                  <a:pt x="40787" y="459762"/>
                </a:lnTo>
                <a:lnTo>
                  <a:pt x="45587" y="462671"/>
                </a:lnTo>
                <a:lnTo>
                  <a:pt x="44732" y="462212"/>
                </a:lnTo>
                <a:lnTo>
                  <a:pt x="49813" y="464663"/>
                </a:lnTo>
                <a:lnTo>
                  <a:pt x="48915" y="464285"/>
                </a:lnTo>
                <a:lnTo>
                  <a:pt x="54276" y="466237"/>
                </a:lnTo>
                <a:lnTo>
                  <a:pt x="53319" y="465938"/>
                </a:lnTo>
                <a:lnTo>
                  <a:pt x="58898" y="467373"/>
                </a:lnTo>
                <a:lnTo>
                  <a:pt x="57923" y="467174"/>
                </a:lnTo>
                <a:lnTo>
                  <a:pt x="63701" y="468070"/>
                </a:lnTo>
                <a:lnTo>
                  <a:pt x="62705" y="467971"/>
                </a:lnTo>
                <a:lnTo>
                  <a:pt x="66549" y="468150"/>
                </a:lnTo>
                <a:lnTo>
                  <a:pt x="65535" y="488056"/>
                </a:lnTo>
                <a:moveTo>
                  <a:pt x="955" y="431048"/>
                </a:moveTo>
                <a:lnTo>
                  <a:pt x="317" y="426964"/>
                </a:lnTo>
                <a:lnTo>
                  <a:pt x="0" y="420508"/>
                </a:lnTo>
                <a:lnTo>
                  <a:pt x="19905" y="419512"/>
                </a:lnTo>
                <a:lnTo>
                  <a:pt x="20203" y="425469"/>
                </a:lnTo>
                <a:lnTo>
                  <a:pt x="20103" y="424453"/>
                </a:lnTo>
                <a:lnTo>
                  <a:pt x="20643" y="428040"/>
                </a:lnTo>
                <a:lnTo>
                  <a:pt x="955" y="431048"/>
                </a:lnTo>
              </a:path>
            </a:pathLst>
          </a:custGeom>
          <a:solidFill xmlns:a="http://schemas.openxmlformats.org/drawingml/2006/main">
            <a:srgbClr val="588E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" name="text-103 Five">
            <a:extLst xmlns:a="http://schemas.openxmlformats.org/drawingml/2006/main">
              <a:ext uri="{FF2B5EF4-FFF2-40B4-BE49-F238E27FC236}">
                <a16:creationId xmlns:a16="http://schemas.microsoft.com/office/drawing/2014/main" id="{97CF71A8-DE81-4F6B-892C-3BF7A98AA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40581" y="3336599"/>
            <a:ext cx="469531" cy="3129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Five</a:t>
            </a:r>
          </a:p>
        </p:txBody>
      </p:sp>
      <p:sp>
        <p:nvSpPr>
          <p:cNvPr id="167" name="text-103 items">
            <a:extLst xmlns:a="http://schemas.openxmlformats.org/drawingml/2006/main">
              <a:ext uri="{FF2B5EF4-FFF2-40B4-BE49-F238E27FC236}">
                <a16:creationId xmlns:a16="http://schemas.microsoft.com/office/drawing/2014/main" id="{C295A680-AD0F-40FE-AB4F-CB4BCE702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38220" y="3336193"/>
            <a:ext cx="614026" cy="3135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items</a:t>
            </a:r>
          </a:p>
        </p:txBody>
      </p:sp>
      <p:sp>
        <p:nvSpPr>
          <p:cNvPr id="168" name="text-103 pair">
            <a:extLst xmlns:a="http://schemas.openxmlformats.org/drawingml/2006/main">
              <a:ext uri="{FF2B5EF4-FFF2-40B4-BE49-F238E27FC236}">
                <a16:creationId xmlns:a16="http://schemas.microsoft.com/office/drawing/2014/main" id="{F7C9ACAD-2C0F-4E79-BB03-EB856A2BF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579322" y="3336392"/>
            <a:ext cx="444453" cy="3132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pair</a:t>
            </a:r>
          </a:p>
        </p:txBody>
      </p:sp>
      <p:sp>
        <p:nvSpPr>
          <p:cNvPr id="169" name="text-104 Items">
            <a:extLst xmlns:a="http://schemas.openxmlformats.org/drawingml/2006/main">
              <a:ext uri="{FF2B5EF4-FFF2-40B4-BE49-F238E27FC236}">
                <a16:creationId xmlns:a16="http://schemas.microsoft.com/office/drawing/2014/main" id="{4E86A59E-BB23-4938-988A-ECAC0EE57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96479" y="4007622"/>
            <a:ext cx="673419" cy="3134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Items</a:t>
            </a:r>
          </a:p>
        </p:txBody>
      </p:sp>
      <p:sp>
        <p:nvSpPr>
          <p:cNvPr id="170" name="text-104 pair">
            <a:extLst xmlns:a="http://schemas.openxmlformats.org/drawingml/2006/main">
              <a:ext uri="{FF2B5EF4-FFF2-40B4-BE49-F238E27FC236}">
                <a16:creationId xmlns:a16="http://schemas.microsoft.com/office/drawing/2014/main" id="{F78BD1DB-7C6E-4658-8D5F-5B9EF086E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96988" y="4007759"/>
            <a:ext cx="444450" cy="3132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pair</a:t>
            </a:r>
          </a:p>
        </p:txBody>
      </p:sp>
      <p:sp>
        <p:nvSpPr>
          <p:cNvPr id="171" name="text-104 =">
            <a:extLst xmlns:a="http://schemas.openxmlformats.org/drawingml/2006/main">
              <a:ext uri="{FF2B5EF4-FFF2-40B4-BE49-F238E27FC236}">
                <a16:creationId xmlns:a16="http://schemas.microsoft.com/office/drawing/2014/main" id="{D6FF53B4-3698-41D7-995C-5E68B3583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68846" y="4008307"/>
            <a:ext cx="153983" cy="3124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5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=</a:t>
            </a:r>
          </a:p>
        </p:txBody>
      </p:sp>
      <p:pic>
        <p:nvPicPr>
          <p:cNvPr id="172" name="">
            <a:extLst xmlns:a="http://schemas.openxmlformats.org/drawingml/2006/main">
              <a:ext uri="{FF2B5EF4-FFF2-40B4-BE49-F238E27FC236}">
                <a16:creationId xmlns:a16="http://schemas.microsoft.com/office/drawing/2014/main" id="{2CB00AC7-D907-4280-B1AA-B27DD291011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6ceb8e237224549"/>
          <a:stretch xmlns:a="http://schemas.openxmlformats.org/drawingml/2006/main"/>
        </p:blipFill>
        <p:spPr>
          <a:xfrm xmlns:a="http://schemas.openxmlformats.org/drawingml/2006/main">
            <a:off x="13645947" y="1485539"/>
            <a:ext cx="756480" cy="756480"/>
          </a:xfrm>
          <a:prstGeom xmlns:a="http://schemas.openxmlformats.org/drawingml/2006/main" prst="rect">
            <a:avLst/>
          </a:prstGeom>
        </p:spPr>
      </p:pic>
      <p:pic>
        <p:nvPicPr>
          <p:cNvPr id="173" name="">
            <a:extLst xmlns:a="http://schemas.openxmlformats.org/drawingml/2006/main">
              <a:ext uri="{FF2B5EF4-FFF2-40B4-BE49-F238E27FC236}">
                <a16:creationId xmlns:a16="http://schemas.microsoft.com/office/drawing/2014/main" id="{5CA4EA98-993A-448C-B723-8B2B7809B57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f263520940944fc"/>
          <a:stretch xmlns:a="http://schemas.openxmlformats.org/drawingml/2006/main"/>
        </p:blipFill>
        <p:spPr>
          <a:xfrm xmlns:a="http://schemas.openxmlformats.org/drawingml/2006/main">
            <a:off x="13645432" y="3019413"/>
            <a:ext cx="755292" cy="755292"/>
          </a:xfrm>
          <a:prstGeom xmlns:a="http://schemas.openxmlformats.org/drawingml/2006/main" prst="rect">
            <a:avLst/>
          </a:prstGeom>
        </p:spPr>
      </p:pic>
      <p:pic>
        <p:nvPicPr>
          <p:cNvPr id="174" name="">
            <a:extLst xmlns:a="http://schemas.openxmlformats.org/drawingml/2006/main">
              <a:ext uri="{FF2B5EF4-FFF2-40B4-BE49-F238E27FC236}">
                <a16:creationId xmlns:a16="http://schemas.microsoft.com/office/drawing/2014/main" id="{9707194F-F938-41A9-AE9F-F6C988FDBE9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060ff7e8c374688"/>
          <a:stretch xmlns:a="http://schemas.openxmlformats.org/drawingml/2006/main"/>
        </p:blipFill>
        <p:spPr>
          <a:xfrm xmlns:a="http://schemas.openxmlformats.org/drawingml/2006/main">
            <a:off x="13667558" y="1967824"/>
            <a:ext cx="693064" cy="693064"/>
          </a:xfrm>
          <a:prstGeom xmlns:a="http://schemas.openxmlformats.org/drawingml/2006/main" prst="rect">
            <a:avLst/>
          </a:prstGeom>
        </p:spPr>
      </p:pic>
      <p:pic>
        <p:nvPicPr>
          <p:cNvPr id="175" name="">
            <a:extLst xmlns:a="http://schemas.openxmlformats.org/drawingml/2006/main">
              <a:ext uri="{FF2B5EF4-FFF2-40B4-BE49-F238E27FC236}">
                <a16:creationId xmlns:a16="http://schemas.microsoft.com/office/drawing/2014/main" id="{663FCE6B-92F4-4042-AFCB-8495760DF67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44bb58c72c2462c"/>
          <a:stretch xmlns:a="http://schemas.openxmlformats.org/drawingml/2006/main"/>
        </p:blipFill>
        <p:spPr>
          <a:xfrm xmlns:a="http://schemas.openxmlformats.org/drawingml/2006/main">
            <a:off x="13669778" y="2490099"/>
            <a:ext cx="670715" cy="670715"/>
          </a:xfrm>
          <a:prstGeom xmlns:a="http://schemas.openxmlformats.org/drawingml/2006/main" prst="rect">
            <a:avLst/>
          </a:prstGeom>
        </p:spPr>
      </p:pic>
      <p:sp>
        <p:nvSpPr>
          <p:cNvPr id="176" name="path-109">
            <a:extLst xmlns:a="http://schemas.openxmlformats.org/drawingml/2006/main">
              <a:ext uri="{FF2B5EF4-FFF2-40B4-BE49-F238E27FC236}">
                <a16:creationId xmlns:a16="http://schemas.microsoft.com/office/drawing/2014/main" id="{93216396-EFE6-4EA9-A0B0-F6BB40A26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56782" y="5928187"/>
            <a:ext cx="1546719" cy="408871"/>
          </a:xfrm>
          <a:custGeom xmlns:a="http://schemas.openxmlformats.org/drawingml/2006/main">
            <a:pathLst>
              <a:path w="1374861" h="363441">
                <a:moveTo>
                  <a:pt x="0" y="0"/>
                </a:moveTo>
                <a:lnTo>
                  <a:pt x="0" y="363441"/>
                </a:lnTo>
                <a:lnTo>
                  <a:pt x="1374861" y="363441"/>
                </a:lnTo>
                <a:lnTo>
                  <a:pt x="1374861" y="0"/>
                </a:lnTo>
                <a:close/>
              </a:path>
            </a:pathLst>
          </a:custGeom>
          <a:solidFill xmlns:a="http://schemas.openxmlformats.org/drawingml/2006/main">
            <a:srgbClr val="ACD78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" name="path-110">
            <a:extLst xmlns:a="http://schemas.openxmlformats.org/drawingml/2006/main">
              <a:ext uri="{FF2B5EF4-FFF2-40B4-BE49-F238E27FC236}">
                <a16:creationId xmlns:a16="http://schemas.microsoft.com/office/drawing/2014/main" id="{B38A8CAB-5685-4358-94B0-BE53E2C7E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44789" y="5916082"/>
            <a:ext cx="1569135" cy="432633"/>
          </a:xfrm>
          <a:custGeom xmlns:a="http://schemas.openxmlformats.org/drawingml/2006/main">
            <a:pathLst>
              <a:path w="1394787" h="384562">
                <a:moveTo>
                  <a:pt x="1394787" y="0"/>
                </a:moveTo>
                <a:lnTo>
                  <a:pt x="1394787" y="384562"/>
                </a:lnTo>
                <a:lnTo>
                  <a:pt x="0" y="384562"/>
                </a:lnTo>
                <a:lnTo>
                  <a:pt x="0" y="0"/>
                </a:lnTo>
                <a:lnTo>
                  <a:pt x="1394787" y="0"/>
                </a:lnTo>
                <a:moveTo>
                  <a:pt x="9963" y="19925"/>
                </a:moveTo>
                <a:lnTo>
                  <a:pt x="19925" y="9963"/>
                </a:lnTo>
                <a:lnTo>
                  <a:pt x="19925" y="374599"/>
                </a:lnTo>
                <a:lnTo>
                  <a:pt x="9963" y="364637"/>
                </a:lnTo>
                <a:lnTo>
                  <a:pt x="1384824" y="364637"/>
                </a:lnTo>
                <a:lnTo>
                  <a:pt x="1374861" y="374599"/>
                </a:lnTo>
                <a:lnTo>
                  <a:pt x="1374861" y="9963"/>
                </a:lnTo>
                <a:lnTo>
                  <a:pt x="1384824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ACD78E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78" name="">
            <a:extLst xmlns:a="http://schemas.openxmlformats.org/drawingml/2006/main">
              <a:ext uri="{FF2B5EF4-FFF2-40B4-BE49-F238E27FC236}">
                <a16:creationId xmlns:a16="http://schemas.microsoft.com/office/drawing/2014/main" id="{AE3F35FC-AF4B-483B-945C-5852675F1E6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ca8e3f10ff84820"/>
          <a:stretch xmlns:a="http://schemas.openxmlformats.org/drawingml/2006/main"/>
        </p:blipFill>
        <p:spPr>
          <a:xfrm xmlns:a="http://schemas.openxmlformats.org/drawingml/2006/main">
            <a:off x="2456858" y="5524919"/>
            <a:ext cx="360029" cy="330639"/>
          </a:xfrm>
          <a:prstGeom xmlns:a="http://schemas.openxmlformats.org/drawingml/2006/main" prst="rect">
            <a:avLst/>
          </a:prstGeom>
        </p:spPr>
      </p:pic>
      <p:pic>
        <p:nvPicPr>
          <p:cNvPr id="179" name="">
            <a:extLst xmlns:a="http://schemas.openxmlformats.org/drawingml/2006/main">
              <a:ext uri="{FF2B5EF4-FFF2-40B4-BE49-F238E27FC236}">
                <a16:creationId xmlns:a16="http://schemas.microsoft.com/office/drawing/2014/main" id="{D27914B1-682A-4745-A133-2ED088F9725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fe13678eaa34f7a"/>
          <a:stretch xmlns:a="http://schemas.openxmlformats.org/drawingml/2006/main"/>
        </p:blipFill>
        <p:spPr>
          <a:xfrm xmlns:a="http://schemas.openxmlformats.org/drawingml/2006/main">
            <a:off x="3400705" y="5484569"/>
            <a:ext cx="376593" cy="376593"/>
          </a:xfrm>
          <a:prstGeom xmlns:a="http://schemas.openxmlformats.org/drawingml/2006/main" prst="rect">
            <a:avLst/>
          </a:prstGeom>
        </p:spPr>
      </p:pic>
      <p:pic>
        <p:nvPicPr>
          <p:cNvPr id="180" name="">
            <a:extLst xmlns:a="http://schemas.openxmlformats.org/drawingml/2006/main">
              <a:ext uri="{FF2B5EF4-FFF2-40B4-BE49-F238E27FC236}">
                <a16:creationId xmlns:a16="http://schemas.microsoft.com/office/drawing/2014/main" id="{7F5935D3-F496-4ABB-890E-00BF0D39D42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5d067672a724c7a"/>
          <a:stretch xmlns:a="http://schemas.openxmlformats.org/drawingml/2006/main"/>
        </p:blipFill>
        <p:spPr>
          <a:xfrm xmlns:a="http://schemas.openxmlformats.org/drawingml/2006/main">
            <a:off x="2936690" y="5526040"/>
            <a:ext cx="365384" cy="365384"/>
          </a:xfrm>
          <a:prstGeom xmlns:a="http://schemas.openxmlformats.org/drawingml/2006/main" prst="rect">
            <a:avLst/>
          </a:prstGeom>
        </p:spPr>
      </p:pic>
      <p:sp>
        <p:nvSpPr>
          <p:cNvPr id="181" name="text-114 Single">
            <a:extLst xmlns:a="http://schemas.openxmlformats.org/drawingml/2006/main">
              <a:ext uri="{FF2B5EF4-FFF2-40B4-BE49-F238E27FC236}">
                <a16:creationId xmlns:a16="http://schemas.microsoft.com/office/drawing/2014/main" id="{936D6E15-AE9A-446D-9C0C-4B0608B65D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17507" y="5970869"/>
            <a:ext cx="679260" cy="3140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Single</a:t>
            </a:r>
          </a:p>
        </p:txBody>
      </p:sp>
      <p:sp>
        <p:nvSpPr>
          <p:cNvPr id="182" name="text-114 Item">
            <a:extLst xmlns:a="http://schemas.openxmlformats.org/drawingml/2006/main">
              <a:ext uri="{FF2B5EF4-FFF2-40B4-BE49-F238E27FC236}">
                <a16:creationId xmlns:a16="http://schemas.microsoft.com/office/drawing/2014/main" id="{5F8FC63A-8732-430C-A3E1-575BDF8CD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24738" y="5971301"/>
            <a:ext cx="564380" cy="3134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</a:t>
            </a:r>
          </a:p>
        </p:txBody>
      </p:sp>
      <p:pic>
        <p:nvPicPr>
          <p:cNvPr id="183" name="">
            <a:extLst xmlns:a="http://schemas.openxmlformats.org/drawingml/2006/main">
              <a:ext uri="{FF2B5EF4-FFF2-40B4-BE49-F238E27FC236}">
                <a16:creationId xmlns:a16="http://schemas.microsoft.com/office/drawing/2014/main" id="{03DEEB8F-B76A-47E0-AFD6-461CFD23C99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58eee5d9f934e33"/>
          <a:stretch xmlns:a="http://schemas.openxmlformats.org/drawingml/2006/main"/>
        </p:blipFill>
        <p:spPr>
          <a:xfrm xmlns:a="http://schemas.openxmlformats.org/drawingml/2006/main">
            <a:off x="2360593" y="6485454"/>
            <a:ext cx="415821" cy="415821"/>
          </a:xfrm>
          <a:prstGeom xmlns:a="http://schemas.openxmlformats.org/drawingml/2006/main" prst="rect">
            <a:avLst/>
          </a:prstGeom>
        </p:spPr>
      </p:pic>
      <p:sp>
        <p:nvSpPr>
          <p:cNvPr id="184" name="path-116">
            <a:extLst xmlns:a="http://schemas.openxmlformats.org/drawingml/2006/main">
              <a:ext uri="{FF2B5EF4-FFF2-40B4-BE49-F238E27FC236}">
                <a16:creationId xmlns:a16="http://schemas.microsoft.com/office/drawing/2014/main" id="{51803A18-F584-42C1-B0F3-5E0F46CD78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0992" y="6939607"/>
            <a:ext cx="1546719" cy="408871"/>
          </a:xfrm>
          <a:custGeom xmlns:a="http://schemas.openxmlformats.org/drawingml/2006/main">
            <a:pathLst>
              <a:path w="1374861" h="363441">
                <a:moveTo>
                  <a:pt x="0" y="0"/>
                </a:moveTo>
                <a:lnTo>
                  <a:pt x="0" y="363441"/>
                </a:lnTo>
                <a:lnTo>
                  <a:pt x="1374861" y="363441"/>
                </a:lnTo>
                <a:lnTo>
                  <a:pt x="1374861" y="0"/>
                </a:lnTo>
                <a:close/>
              </a:path>
            </a:pathLst>
          </a:custGeom>
          <a:solidFill xmlns:a="http://schemas.openxmlformats.org/drawingml/2006/main">
            <a:srgbClr val="ACD78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" name="path-117">
            <a:extLst xmlns:a="http://schemas.openxmlformats.org/drawingml/2006/main">
              <a:ext uri="{FF2B5EF4-FFF2-40B4-BE49-F238E27FC236}">
                <a16:creationId xmlns:a16="http://schemas.microsoft.com/office/drawing/2014/main" id="{9B69CD2F-50C6-41C2-A6A0-B6BF975A0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69559" y="6928174"/>
            <a:ext cx="1569135" cy="432634"/>
          </a:xfrm>
          <a:custGeom xmlns:a="http://schemas.openxmlformats.org/drawingml/2006/main">
            <a:pathLst>
              <a:path w="1394787" h="384563">
                <a:moveTo>
                  <a:pt x="1394787" y="0"/>
                </a:moveTo>
                <a:lnTo>
                  <a:pt x="1394787" y="384563"/>
                </a:lnTo>
                <a:lnTo>
                  <a:pt x="0" y="384563"/>
                </a:lnTo>
                <a:lnTo>
                  <a:pt x="0" y="0"/>
                </a:lnTo>
                <a:lnTo>
                  <a:pt x="1394787" y="0"/>
                </a:lnTo>
                <a:moveTo>
                  <a:pt x="9963" y="19925"/>
                </a:moveTo>
                <a:lnTo>
                  <a:pt x="19925" y="9962"/>
                </a:lnTo>
                <a:lnTo>
                  <a:pt x="19925" y="374601"/>
                </a:lnTo>
                <a:lnTo>
                  <a:pt x="9963" y="364637"/>
                </a:lnTo>
                <a:lnTo>
                  <a:pt x="1384824" y="364637"/>
                </a:lnTo>
                <a:lnTo>
                  <a:pt x="1374861" y="374601"/>
                </a:lnTo>
                <a:lnTo>
                  <a:pt x="1374861" y="9962"/>
                </a:lnTo>
                <a:lnTo>
                  <a:pt x="1384824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ACD78E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86" name="">
            <a:extLst xmlns:a="http://schemas.openxmlformats.org/drawingml/2006/main">
              <a:ext uri="{FF2B5EF4-FFF2-40B4-BE49-F238E27FC236}">
                <a16:creationId xmlns:a16="http://schemas.microsoft.com/office/drawing/2014/main" id="{154E204F-42D7-4D25-9FDE-CE216C427CD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b7311b5098e4347"/>
          <a:stretch xmlns:a="http://schemas.openxmlformats.org/drawingml/2006/main"/>
        </p:blipFill>
        <p:spPr>
          <a:xfrm xmlns:a="http://schemas.openxmlformats.org/drawingml/2006/main">
            <a:off x="3391739" y="6485454"/>
            <a:ext cx="406854" cy="406854"/>
          </a:xfrm>
          <a:prstGeom xmlns:a="http://schemas.openxmlformats.org/drawingml/2006/main" prst="rect">
            <a:avLst/>
          </a:prstGeom>
        </p:spPr>
      </p:pic>
      <p:pic>
        <p:nvPicPr>
          <p:cNvPr id="187" name="">
            <a:extLst xmlns:a="http://schemas.openxmlformats.org/drawingml/2006/main">
              <a:ext uri="{FF2B5EF4-FFF2-40B4-BE49-F238E27FC236}">
                <a16:creationId xmlns:a16="http://schemas.microsoft.com/office/drawing/2014/main" id="{F8FF5935-A806-4383-AD0C-E65C1FCDB2A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0a3977b155e41ec"/>
          <a:stretch xmlns:a="http://schemas.openxmlformats.org/drawingml/2006/main"/>
        </p:blipFill>
        <p:spPr>
          <a:xfrm xmlns:a="http://schemas.openxmlformats.org/drawingml/2006/main">
            <a:off x="2927723" y="6526924"/>
            <a:ext cx="394526" cy="394526"/>
          </a:xfrm>
          <a:prstGeom xmlns:a="http://schemas.openxmlformats.org/drawingml/2006/main" prst="rect">
            <a:avLst/>
          </a:prstGeom>
        </p:spPr>
      </p:pic>
      <p:sp>
        <p:nvSpPr>
          <p:cNvPr id="188" name="text-120 Items">
            <a:extLst xmlns:a="http://schemas.openxmlformats.org/drawingml/2006/main">
              <a:ext uri="{FF2B5EF4-FFF2-40B4-BE49-F238E27FC236}">
                <a16:creationId xmlns:a16="http://schemas.microsoft.com/office/drawing/2014/main" id="{CA5A3589-F107-4E20-B610-892CF89C8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16138" y="7014758"/>
            <a:ext cx="673418" cy="3134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Items</a:t>
            </a:r>
          </a:p>
        </p:txBody>
      </p:sp>
      <p:sp>
        <p:nvSpPr>
          <p:cNvPr id="189" name="text-120 Pair">
            <a:extLst xmlns:a="http://schemas.openxmlformats.org/drawingml/2006/main">
              <a:ext uri="{FF2B5EF4-FFF2-40B4-BE49-F238E27FC236}">
                <a16:creationId xmlns:a16="http://schemas.microsoft.com/office/drawing/2014/main" id="{606DE0A7-279B-4A3D-80CB-EBCF12288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16644" y="7015010"/>
            <a:ext cx="441071" cy="3130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Pair</a:t>
            </a:r>
          </a:p>
        </p:txBody>
      </p:sp>
      <p:sp>
        <p:nvSpPr>
          <p:cNvPr id="190" name="text-121 (a)">
            <a:extLst xmlns:a="http://schemas.openxmlformats.org/drawingml/2006/main">
              <a:ext uri="{FF2B5EF4-FFF2-40B4-BE49-F238E27FC236}">
                <a16:creationId xmlns:a16="http://schemas.microsoft.com/office/drawing/2014/main" id="{1EA2619D-0879-44B2-8A06-3EF60B581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38425" y="85863"/>
            <a:ext cx="526089" cy="5017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82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(a)</a:t>
            </a:r>
          </a:p>
        </p:txBody>
      </p:sp>
      <p:sp>
        <p:nvSpPr>
          <p:cNvPr id="191" name="text-121 Data">
            <a:extLst xmlns:a="http://schemas.openxmlformats.org/drawingml/2006/main">
              <a:ext uri="{FF2B5EF4-FFF2-40B4-BE49-F238E27FC236}">
                <a16:creationId xmlns:a16="http://schemas.microsoft.com/office/drawing/2014/main" id="{0E81D756-3E50-4576-B180-80737AF95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55992" y="85615"/>
            <a:ext cx="890886" cy="5021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82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Data</a:t>
            </a:r>
          </a:p>
        </p:txBody>
      </p:sp>
      <p:sp>
        <p:nvSpPr>
          <p:cNvPr id="192" name="text-121 preparation">
            <a:extLst xmlns:a="http://schemas.openxmlformats.org/drawingml/2006/main">
              <a:ext uri="{FF2B5EF4-FFF2-40B4-BE49-F238E27FC236}">
                <a16:creationId xmlns:a16="http://schemas.microsoft.com/office/drawing/2014/main" id="{53ECC2F6-4BA1-4206-9FF6-4C825CE57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38942" y="85472"/>
            <a:ext cx="2038308" cy="5023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82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preparation</a:t>
            </a:r>
          </a:p>
        </p:txBody>
      </p:sp>
      <p:sp>
        <p:nvSpPr>
          <p:cNvPr id="193" name="path-122">
            <a:extLst xmlns:a="http://schemas.openxmlformats.org/drawingml/2006/main">
              <a:ext uri="{FF2B5EF4-FFF2-40B4-BE49-F238E27FC236}">
                <a16:creationId xmlns:a16="http://schemas.microsoft.com/office/drawing/2014/main" id="{B015BC64-3736-4147-8FE3-4BE9C3D56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2691" y="4640599"/>
            <a:ext cx="14682622" cy="36986"/>
          </a:xfrm>
          <a:custGeom xmlns:a="http://schemas.openxmlformats.org/drawingml/2006/main">
            <a:pathLst>
              <a:path w="13051220" h="32877">
                <a:moveTo>
                  <a:pt x="0" y="0"/>
                </a:moveTo>
                <a:lnTo>
                  <a:pt x="89665" y="19"/>
                </a:lnTo>
                <a:lnTo>
                  <a:pt x="89665" y="29908"/>
                </a:lnTo>
                <a:lnTo>
                  <a:pt x="0" y="29888"/>
                </a:lnTo>
                <a:lnTo>
                  <a:pt x="0" y="0"/>
                </a:lnTo>
                <a:moveTo>
                  <a:pt x="119553" y="19"/>
                </a:moveTo>
                <a:lnTo>
                  <a:pt x="209218" y="40"/>
                </a:lnTo>
                <a:lnTo>
                  <a:pt x="209218" y="29928"/>
                </a:lnTo>
                <a:lnTo>
                  <a:pt x="119553" y="29908"/>
                </a:lnTo>
                <a:lnTo>
                  <a:pt x="119553" y="19"/>
                </a:lnTo>
                <a:moveTo>
                  <a:pt x="239106" y="59"/>
                </a:moveTo>
                <a:lnTo>
                  <a:pt x="328771" y="80"/>
                </a:lnTo>
                <a:lnTo>
                  <a:pt x="328771" y="29968"/>
                </a:lnTo>
                <a:lnTo>
                  <a:pt x="239106" y="29948"/>
                </a:lnTo>
                <a:lnTo>
                  <a:pt x="239106" y="59"/>
                </a:lnTo>
                <a:moveTo>
                  <a:pt x="358659" y="80"/>
                </a:moveTo>
                <a:lnTo>
                  <a:pt x="448324" y="99"/>
                </a:lnTo>
                <a:lnTo>
                  <a:pt x="448324" y="29987"/>
                </a:lnTo>
                <a:lnTo>
                  <a:pt x="358659" y="29968"/>
                </a:lnTo>
                <a:lnTo>
                  <a:pt x="358659" y="80"/>
                </a:lnTo>
                <a:moveTo>
                  <a:pt x="478212" y="99"/>
                </a:moveTo>
                <a:lnTo>
                  <a:pt x="567877" y="139"/>
                </a:lnTo>
                <a:lnTo>
                  <a:pt x="567877" y="30027"/>
                </a:lnTo>
                <a:lnTo>
                  <a:pt x="478212" y="29987"/>
                </a:lnTo>
                <a:lnTo>
                  <a:pt x="478212" y="99"/>
                </a:lnTo>
                <a:moveTo>
                  <a:pt x="597766" y="139"/>
                </a:moveTo>
                <a:lnTo>
                  <a:pt x="687431" y="159"/>
                </a:lnTo>
                <a:lnTo>
                  <a:pt x="687431" y="30048"/>
                </a:lnTo>
                <a:lnTo>
                  <a:pt x="597766" y="30027"/>
                </a:lnTo>
                <a:lnTo>
                  <a:pt x="597766" y="139"/>
                </a:lnTo>
                <a:moveTo>
                  <a:pt x="717319" y="159"/>
                </a:moveTo>
                <a:lnTo>
                  <a:pt x="806984" y="179"/>
                </a:lnTo>
                <a:lnTo>
                  <a:pt x="806984" y="30067"/>
                </a:lnTo>
                <a:lnTo>
                  <a:pt x="717319" y="30048"/>
                </a:lnTo>
                <a:lnTo>
                  <a:pt x="717319" y="159"/>
                </a:lnTo>
                <a:moveTo>
                  <a:pt x="836872" y="199"/>
                </a:moveTo>
                <a:lnTo>
                  <a:pt x="926537" y="219"/>
                </a:lnTo>
                <a:lnTo>
                  <a:pt x="926537" y="30107"/>
                </a:lnTo>
                <a:lnTo>
                  <a:pt x="836872" y="30087"/>
                </a:lnTo>
                <a:lnTo>
                  <a:pt x="836872" y="199"/>
                </a:lnTo>
                <a:moveTo>
                  <a:pt x="956425" y="219"/>
                </a:moveTo>
                <a:lnTo>
                  <a:pt x="1046090" y="239"/>
                </a:lnTo>
                <a:lnTo>
                  <a:pt x="1046090" y="30127"/>
                </a:lnTo>
                <a:lnTo>
                  <a:pt x="956425" y="30107"/>
                </a:lnTo>
                <a:lnTo>
                  <a:pt x="956425" y="219"/>
                </a:lnTo>
                <a:moveTo>
                  <a:pt x="1075979" y="239"/>
                </a:moveTo>
                <a:lnTo>
                  <a:pt x="1165643" y="259"/>
                </a:lnTo>
                <a:lnTo>
                  <a:pt x="1165643" y="30147"/>
                </a:lnTo>
                <a:lnTo>
                  <a:pt x="1075979" y="30127"/>
                </a:lnTo>
                <a:lnTo>
                  <a:pt x="1075979" y="239"/>
                </a:lnTo>
                <a:moveTo>
                  <a:pt x="1195531" y="279"/>
                </a:moveTo>
                <a:lnTo>
                  <a:pt x="1285197" y="298"/>
                </a:lnTo>
                <a:lnTo>
                  <a:pt x="1285197" y="30187"/>
                </a:lnTo>
                <a:lnTo>
                  <a:pt x="1195531" y="30167"/>
                </a:lnTo>
                <a:lnTo>
                  <a:pt x="1195531" y="279"/>
                </a:lnTo>
                <a:moveTo>
                  <a:pt x="1315085" y="298"/>
                </a:moveTo>
                <a:lnTo>
                  <a:pt x="1404750" y="318"/>
                </a:lnTo>
                <a:lnTo>
                  <a:pt x="1404750" y="30207"/>
                </a:lnTo>
                <a:lnTo>
                  <a:pt x="1315085" y="30187"/>
                </a:lnTo>
                <a:lnTo>
                  <a:pt x="1315085" y="298"/>
                </a:lnTo>
                <a:moveTo>
                  <a:pt x="1434638" y="338"/>
                </a:moveTo>
                <a:lnTo>
                  <a:pt x="1524302" y="358"/>
                </a:lnTo>
                <a:lnTo>
                  <a:pt x="1524302" y="30247"/>
                </a:lnTo>
                <a:lnTo>
                  <a:pt x="1434638" y="30227"/>
                </a:lnTo>
                <a:lnTo>
                  <a:pt x="1434638" y="338"/>
                </a:lnTo>
                <a:moveTo>
                  <a:pt x="1554191" y="358"/>
                </a:moveTo>
                <a:lnTo>
                  <a:pt x="1643856" y="378"/>
                </a:lnTo>
                <a:lnTo>
                  <a:pt x="1643856" y="30266"/>
                </a:lnTo>
                <a:lnTo>
                  <a:pt x="1554191" y="30247"/>
                </a:lnTo>
                <a:lnTo>
                  <a:pt x="1554191" y="358"/>
                </a:lnTo>
                <a:moveTo>
                  <a:pt x="1673744" y="378"/>
                </a:moveTo>
                <a:lnTo>
                  <a:pt x="1763409" y="398"/>
                </a:lnTo>
                <a:lnTo>
                  <a:pt x="1763409" y="30286"/>
                </a:lnTo>
                <a:lnTo>
                  <a:pt x="1673744" y="30266"/>
                </a:lnTo>
                <a:lnTo>
                  <a:pt x="1673744" y="378"/>
                </a:lnTo>
                <a:moveTo>
                  <a:pt x="1793297" y="418"/>
                </a:moveTo>
                <a:lnTo>
                  <a:pt x="1882962" y="438"/>
                </a:lnTo>
                <a:lnTo>
                  <a:pt x="1882962" y="30326"/>
                </a:lnTo>
                <a:lnTo>
                  <a:pt x="1793297" y="30306"/>
                </a:lnTo>
                <a:lnTo>
                  <a:pt x="1793297" y="418"/>
                </a:lnTo>
                <a:moveTo>
                  <a:pt x="1912850" y="438"/>
                </a:moveTo>
                <a:lnTo>
                  <a:pt x="2002515" y="458"/>
                </a:lnTo>
                <a:lnTo>
                  <a:pt x="2002515" y="30346"/>
                </a:lnTo>
                <a:lnTo>
                  <a:pt x="1912850" y="30326"/>
                </a:lnTo>
                <a:lnTo>
                  <a:pt x="1912850" y="438"/>
                </a:lnTo>
                <a:moveTo>
                  <a:pt x="2032403" y="458"/>
                </a:moveTo>
                <a:lnTo>
                  <a:pt x="2122069" y="478"/>
                </a:lnTo>
                <a:lnTo>
                  <a:pt x="2122069" y="30366"/>
                </a:lnTo>
                <a:lnTo>
                  <a:pt x="2032403" y="30346"/>
                </a:lnTo>
                <a:lnTo>
                  <a:pt x="2032403" y="458"/>
                </a:lnTo>
                <a:moveTo>
                  <a:pt x="2151957" y="498"/>
                </a:moveTo>
                <a:lnTo>
                  <a:pt x="2241621" y="518"/>
                </a:lnTo>
                <a:lnTo>
                  <a:pt x="2241621" y="30406"/>
                </a:lnTo>
                <a:lnTo>
                  <a:pt x="2151957" y="30386"/>
                </a:lnTo>
                <a:lnTo>
                  <a:pt x="2151957" y="498"/>
                </a:lnTo>
                <a:moveTo>
                  <a:pt x="2271510" y="518"/>
                </a:moveTo>
                <a:lnTo>
                  <a:pt x="2361175" y="538"/>
                </a:lnTo>
                <a:lnTo>
                  <a:pt x="2361175" y="30426"/>
                </a:lnTo>
                <a:lnTo>
                  <a:pt x="2271510" y="30406"/>
                </a:lnTo>
                <a:lnTo>
                  <a:pt x="2271510" y="518"/>
                </a:lnTo>
                <a:moveTo>
                  <a:pt x="2391063" y="538"/>
                </a:moveTo>
                <a:lnTo>
                  <a:pt x="2480728" y="578"/>
                </a:lnTo>
                <a:lnTo>
                  <a:pt x="2480728" y="30466"/>
                </a:lnTo>
                <a:lnTo>
                  <a:pt x="2391063" y="30426"/>
                </a:lnTo>
                <a:lnTo>
                  <a:pt x="2391063" y="538"/>
                </a:lnTo>
                <a:moveTo>
                  <a:pt x="2510616" y="578"/>
                </a:moveTo>
                <a:lnTo>
                  <a:pt x="2600281" y="597"/>
                </a:lnTo>
                <a:lnTo>
                  <a:pt x="2600281" y="30486"/>
                </a:lnTo>
                <a:lnTo>
                  <a:pt x="2510616" y="30466"/>
                </a:lnTo>
                <a:lnTo>
                  <a:pt x="2510616" y="578"/>
                </a:lnTo>
                <a:moveTo>
                  <a:pt x="2630169" y="597"/>
                </a:moveTo>
                <a:lnTo>
                  <a:pt x="2719834" y="617"/>
                </a:lnTo>
                <a:lnTo>
                  <a:pt x="2719834" y="30506"/>
                </a:lnTo>
                <a:lnTo>
                  <a:pt x="2630169" y="30486"/>
                </a:lnTo>
                <a:lnTo>
                  <a:pt x="2630169" y="597"/>
                </a:lnTo>
                <a:moveTo>
                  <a:pt x="2749722" y="637"/>
                </a:moveTo>
                <a:lnTo>
                  <a:pt x="2839388" y="657"/>
                </a:lnTo>
                <a:lnTo>
                  <a:pt x="2839388" y="30546"/>
                </a:lnTo>
                <a:lnTo>
                  <a:pt x="2749722" y="30526"/>
                </a:lnTo>
                <a:lnTo>
                  <a:pt x="2749722" y="637"/>
                </a:lnTo>
                <a:moveTo>
                  <a:pt x="2869276" y="657"/>
                </a:moveTo>
                <a:lnTo>
                  <a:pt x="2958941" y="677"/>
                </a:lnTo>
                <a:lnTo>
                  <a:pt x="2958941" y="30565"/>
                </a:lnTo>
                <a:lnTo>
                  <a:pt x="2869276" y="30546"/>
                </a:lnTo>
                <a:lnTo>
                  <a:pt x="2869276" y="657"/>
                </a:lnTo>
                <a:moveTo>
                  <a:pt x="2988829" y="677"/>
                </a:moveTo>
                <a:lnTo>
                  <a:pt x="3078494" y="697"/>
                </a:lnTo>
                <a:lnTo>
                  <a:pt x="3078494" y="30585"/>
                </a:lnTo>
                <a:lnTo>
                  <a:pt x="2988829" y="30565"/>
                </a:lnTo>
                <a:lnTo>
                  <a:pt x="2988829" y="677"/>
                </a:lnTo>
                <a:moveTo>
                  <a:pt x="3108382" y="717"/>
                </a:moveTo>
                <a:lnTo>
                  <a:pt x="3198047" y="737"/>
                </a:lnTo>
                <a:lnTo>
                  <a:pt x="3198047" y="30625"/>
                </a:lnTo>
                <a:lnTo>
                  <a:pt x="3108382" y="30605"/>
                </a:lnTo>
                <a:lnTo>
                  <a:pt x="3108382" y="717"/>
                </a:lnTo>
                <a:moveTo>
                  <a:pt x="3227935" y="737"/>
                </a:moveTo>
                <a:lnTo>
                  <a:pt x="3317600" y="757"/>
                </a:lnTo>
                <a:lnTo>
                  <a:pt x="3317600" y="30645"/>
                </a:lnTo>
                <a:lnTo>
                  <a:pt x="3227935" y="30625"/>
                </a:lnTo>
                <a:lnTo>
                  <a:pt x="3227935" y="737"/>
                </a:lnTo>
                <a:moveTo>
                  <a:pt x="3347489" y="757"/>
                </a:moveTo>
                <a:lnTo>
                  <a:pt x="3437153" y="797"/>
                </a:lnTo>
                <a:lnTo>
                  <a:pt x="3437153" y="30685"/>
                </a:lnTo>
                <a:lnTo>
                  <a:pt x="3347489" y="30645"/>
                </a:lnTo>
                <a:lnTo>
                  <a:pt x="3347489" y="757"/>
                </a:lnTo>
                <a:moveTo>
                  <a:pt x="3467041" y="797"/>
                </a:moveTo>
                <a:lnTo>
                  <a:pt x="3556706" y="817"/>
                </a:lnTo>
                <a:lnTo>
                  <a:pt x="3556706" y="30705"/>
                </a:lnTo>
                <a:lnTo>
                  <a:pt x="3467041" y="30685"/>
                </a:lnTo>
                <a:lnTo>
                  <a:pt x="3467041" y="797"/>
                </a:lnTo>
                <a:moveTo>
                  <a:pt x="3586595" y="817"/>
                </a:moveTo>
                <a:lnTo>
                  <a:pt x="3676260" y="837"/>
                </a:lnTo>
                <a:lnTo>
                  <a:pt x="3676260" y="30725"/>
                </a:lnTo>
                <a:lnTo>
                  <a:pt x="3586595" y="30705"/>
                </a:lnTo>
                <a:lnTo>
                  <a:pt x="3586595" y="817"/>
                </a:lnTo>
                <a:moveTo>
                  <a:pt x="3706148" y="857"/>
                </a:moveTo>
                <a:lnTo>
                  <a:pt x="3795812" y="877"/>
                </a:lnTo>
                <a:lnTo>
                  <a:pt x="3795812" y="30765"/>
                </a:lnTo>
                <a:lnTo>
                  <a:pt x="3706148" y="30745"/>
                </a:lnTo>
                <a:lnTo>
                  <a:pt x="3706148" y="857"/>
                </a:lnTo>
                <a:moveTo>
                  <a:pt x="3825701" y="877"/>
                </a:moveTo>
                <a:lnTo>
                  <a:pt x="3915366" y="896"/>
                </a:lnTo>
                <a:lnTo>
                  <a:pt x="3915366" y="30785"/>
                </a:lnTo>
                <a:lnTo>
                  <a:pt x="3825701" y="30765"/>
                </a:lnTo>
                <a:lnTo>
                  <a:pt x="3825701" y="877"/>
                </a:lnTo>
                <a:moveTo>
                  <a:pt x="3945254" y="896"/>
                </a:moveTo>
                <a:lnTo>
                  <a:pt x="4034919" y="916"/>
                </a:lnTo>
                <a:lnTo>
                  <a:pt x="4034919" y="30805"/>
                </a:lnTo>
                <a:lnTo>
                  <a:pt x="3945254" y="30785"/>
                </a:lnTo>
                <a:lnTo>
                  <a:pt x="3945254" y="896"/>
                </a:lnTo>
                <a:moveTo>
                  <a:pt x="4064807" y="936"/>
                </a:moveTo>
                <a:lnTo>
                  <a:pt x="4154472" y="956"/>
                </a:lnTo>
                <a:lnTo>
                  <a:pt x="4154472" y="30845"/>
                </a:lnTo>
                <a:lnTo>
                  <a:pt x="4064807" y="30825"/>
                </a:lnTo>
                <a:lnTo>
                  <a:pt x="4064807" y="936"/>
                </a:lnTo>
                <a:moveTo>
                  <a:pt x="4184360" y="956"/>
                </a:moveTo>
                <a:lnTo>
                  <a:pt x="4274025" y="976"/>
                </a:lnTo>
                <a:lnTo>
                  <a:pt x="4274025" y="30864"/>
                </a:lnTo>
                <a:lnTo>
                  <a:pt x="4184360" y="30845"/>
                </a:lnTo>
                <a:lnTo>
                  <a:pt x="4184360" y="956"/>
                </a:lnTo>
                <a:moveTo>
                  <a:pt x="4303913" y="976"/>
                </a:moveTo>
                <a:lnTo>
                  <a:pt x="4393579" y="996"/>
                </a:lnTo>
                <a:lnTo>
                  <a:pt x="4393579" y="30884"/>
                </a:lnTo>
                <a:lnTo>
                  <a:pt x="4303913" y="30864"/>
                </a:lnTo>
                <a:lnTo>
                  <a:pt x="4303913" y="976"/>
                </a:lnTo>
                <a:moveTo>
                  <a:pt x="4423467" y="1016"/>
                </a:moveTo>
                <a:lnTo>
                  <a:pt x="4513131" y="1036"/>
                </a:lnTo>
                <a:lnTo>
                  <a:pt x="4513131" y="30924"/>
                </a:lnTo>
                <a:lnTo>
                  <a:pt x="4423467" y="30904"/>
                </a:lnTo>
                <a:lnTo>
                  <a:pt x="4423467" y="1016"/>
                </a:lnTo>
                <a:moveTo>
                  <a:pt x="4543020" y="1036"/>
                </a:moveTo>
                <a:lnTo>
                  <a:pt x="4632685" y="1056"/>
                </a:lnTo>
                <a:lnTo>
                  <a:pt x="4632685" y="30944"/>
                </a:lnTo>
                <a:lnTo>
                  <a:pt x="4543020" y="30924"/>
                </a:lnTo>
                <a:lnTo>
                  <a:pt x="4543020" y="1036"/>
                </a:lnTo>
                <a:moveTo>
                  <a:pt x="4662573" y="1076"/>
                </a:moveTo>
                <a:lnTo>
                  <a:pt x="4752238" y="1096"/>
                </a:lnTo>
                <a:lnTo>
                  <a:pt x="4752238" y="30984"/>
                </a:lnTo>
                <a:lnTo>
                  <a:pt x="4662573" y="30964"/>
                </a:lnTo>
                <a:lnTo>
                  <a:pt x="4662573" y="1076"/>
                </a:lnTo>
                <a:moveTo>
                  <a:pt x="4782126" y="1096"/>
                </a:moveTo>
                <a:lnTo>
                  <a:pt x="4871791" y="1116"/>
                </a:lnTo>
                <a:lnTo>
                  <a:pt x="4871791" y="31004"/>
                </a:lnTo>
                <a:lnTo>
                  <a:pt x="4782126" y="30984"/>
                </a:lnTo>
                <a:lnTo>
                  <a:pt x="4782126" y="1096"/>
                </a:lnTo>
                <a:moveTo>
                  <a:pt x="4901680" y="1116"/>
                </a:moveTo>
                <a:lnTo>
                  <a:pt x="4991344" y="1136"/>
                </a:lnTo>
                <a:lnTo>
                  <a:pt x="4991344" y="31024"/>
                </a:lnTo>
                <a:lnTo>
                  <a:pt x="4901680" y="31004"/>
                </a:lnTo>
                <a:lnTo>
                  <a:pt x="4901680" y="1116"/>
                </a:lnTo>
                <a:moveTo>
                  <a:pt x="5021233" y="1156"/>
                </a:moveTo>
                <a:lnTo>
                  <a:pt x="5110898" y="1175"/>
                </a:lnTo>
                <a:lnTo>
                  <a:pt x="5110898" y="31064"/>
                </a:lnTo>
                <a:lnTo>
                  <a:pt x="5021233" y="31044"/>
                </a:lnTo>
                <a:lnTo>
                  <a:pt x="5021233" y="1156"/>
                </a:lnTo>
                <a:moveTo>
                  <a:pt x="5140786" y="1175"/>
                </a:moveTo>
                <a:lnTo>
                  <a:pt x="5230451" y="1195"/>
                </a:lnTo>
                <a:lnTo>
                  <a:pt x="5230451" y="31084"/>
                </a:lnTo>
                <a:lnTo>
                  <a:pt x="5140786" y="31064"/>
                </a:lnTo>
                <a:lnTo>
                  <a:pt x="5140786" y="1175"/>
                </a:lnTo>
                <a:moveTo>
                  <a:pt x="5260339" y="1195"/>
                </a:moveTo>
                <a:lnTo>
                  <a:pt x="5350004" y="1215"/>
                </a:lnTo>
                <a:lnTo>
                  <a:pt x="5350004" y="31103"/>
                </a:lnTo>
                <a:lnTo>
                  <a:pt x="5260339" y="31084"/>
                </a:lnTo>
                <a:lnTo>
                  <a:pt x="5260339" y="1195"/>
                </a:lnTo>
                <a:moveTo>
                  <a:pt x="5379892" y="1235"/>
                </a:moveTo>
                <a:lnTo>
                  <a:pt x="5469557" y="1255"/>
                </a:lnTo>
                <a:lnTo>
                  <a:pt x="5469557" y="31143"/>
                </a:lnTo>
                <a:lnTo>
                  <a:pt x="5379892" y="31124"/>
                </a:lnTo>
                <a:lnTo>
                  <a:pt x="5379892" y="1235"/>
                </a:lnTo>
                <a:moveTo>
                  <a:pt x="5499445" y="1255"/>
                </a:moveTo>
                <a:lnTo>
                  <a:pt x="5589110" y="1275"/>
                </a:lnTo>
                <a:lnTo>
                  <a:pt x="5589110" y="31163"/>
                </a:lnTo>
                <a:lnTo>
                  <a:pt x="5499445" y="31143"/>
                </a:lnTo>
                <a:lnTo>
                  <a:pt x="5499445" y="1255"/>
                </a:lnTo>
                <a:moveTo>
                  <a:pt x="5618997" y="1295"/>
                </a:moveTo>
                <a:lnTo>
                  <a:pt x="5708663" y="1315"/>
                </a:lnTo>
                <a:lnTo>
                  <a:pt x="5708663" y="31203"/>
                </a:lnTo>
                <a:lnTo>
                  <a:pt x="5618997" y="31183"/>
                </a:lnTo>
                <a:lnTo>
                  <a:pt x="5618997" y="1295"/>
                </a:lnTo>
                <a:moveTo>
                  <a:pt x="5738552" y="1315"/>
                </a:moveTo>
                <a:lnTo>
                  <a:pt x="5828216" y="1335"/>
                </a:lnTo>
                <a:lnTo>
                  <a:pt x="5828216" y="31223"/>
                </a:lnTo>
                <a:lnTo>
                  <a:pt x="5738552" y="31203"/>
                </a:lnTo>
                <a:lnTo>
                  <a:pt x="5738552" y="1315"/>
                </a:lnTo>
                <a:moveTo>
                  <a:pt x="5858105" y="1335"/>
                </a:moveTo>
                <a:lnTo>
                  <a:pt x="5947768" y="1354"/>
                </a:lnTo>
                <a:lnTo>
                  <a:pt x="5947768" y="31243"/>
                </a:lnTo>
                <a:lnTo>
                  <a:pt x="5858105" y="31223"/>
                </a:lnTo>
                <a:lnTo>
                  <a:pt x="5858105" y="1335"/>
                </a:lnTo>
                <a:moveTo>
                  <a:pt x="5977658" y="1375"/>
                </a:moveTo>
                <a:lnTo>
                  <a:pt x="6067323" y="1394"/>
                </a:lnTo>
                <a:lnTo>
                  <a:pt x="6067323" y="31283"/>
                </a:lnTo>
                <a:lnTo>
                  <a:pt x="5977658" y="31263"/>
                </a:lnTo>
                <a:lnTo>
                  <a:pt x="5977658" y="1375"/>
                </a:lnTo>
                <a:moveTo>
                  <a:pt x="6097211" y="1394"/>
                </a:moveTo>
                <a:lnTo>
                  <a:pt x="6186876" y="1415"/>
                </a:lnTo>
                <a:lnTo>
                  <a:pt x="6186876" y="31303"/>
                </a:lnTo>
                <a:lnTo>
                  <a:pt x="6097211" y="31283"/>
                </a:lnTo>
                <a:lnTo>
                  <a:pt x="6097211" y="1394"/>
                </a:lnTo>
                <a:moveTo>
                  <a:pt x="6216764" y="1415"/>
                </a:moveTo>
                <a:lnTo>
                  <a:pt x="6306429" y="1434"/>
                </a:lnTo>
                <a:lnTo>
                  <a:pt x="6306429" y="31322"/>
                </a:lnTo>
                <a:lnTo>
                  <a:pt x="6216764" y="31303"/>
                </a:lnTo>
                <a:lnTo>
                  <a:pt x="6216764" y="1415"/>
                </a:lnTo>
                <a:moveTo>
                  <a:pt x="6336317" y="1455"/>
                </a:moveTo>
                <a:lnTo>
                  <a:pt x="6425982" y="1474"/>
                </a:lnTo>
                <a:lnTo>
                  <a:pt x="6425982" y="31362"/>
                </a:lnTo>
                <a:lnTo>
                  <a:pt x="6336317" y="31343"/>
                </a:lnTo>
                <a:lnTo>
                  <a:pt x="6336317" y="1455"/>
                </a:lnTo>
                <a:moveTo>
                  <a:pt x="6455870" y="1474"/>
                </a:moveTo>
                <a:lnTo>
                  <a:pt x="6545535" y="1494"/>
                </a:lnTo>
                <a:lnTo>
                  <a:pt x="6545535" y="31383"/>
                </a:lnTo>
                <a:lnTo>
                  <a:pt x="6455870" y="31362"/>
                </a:lnTo>
                <a:lnTo>
                  <a:pt x="6455870" y="1474"/>
                </a:lnTo>
                <a:moveTo>
                  <a:pt x="6575423" y="1514"/>
                </a:moveTo>
                <a:lnTo>
                  <a:pt x="6665088" y="1534"/>
                </a:lnTo>
                <a:lnTo>
                  <a:pt x="6665088" y="31422"/>
                </a:lnTo>
                <a:lnTo>
                  <a:pt x="6575423" y="31402"/>
                </a:lnTo>
                <a:lnTo>
                  <a:pt x="6575423" y="1514"/>
                </a:lnTo>
                <a:moveTo>
                  <a:pt x="6694976" y="1534"/>
                </a:moveTo>
                <a:lnTo>
                  <a:pt x="6784641" y="1554"/>
                </a:lnTo>
                <a:lnTo>
                  <a:pt x="6784641" y="31442"/>
                </a:lnTo>
                <a:lnTo>
                  <a:pt x="6694976" y="31422"/>
                </a:lnTo>
                <a:lnTo>
                  <a:pt x="6694976" y="1534"/>
                </a:lnTo>
                <a:moveTo>
                  <a:pt x="6814531" y="1554"/>
                </a:moveTo>
                <a:lnTo>
                  <a:pt x="6904194" y="1574"/>
                </a:lnTo>
                <a:lnTo>
                  <a:pt x="6904194" y="31462"/>
                </a:lnTo>
                <a:lnTo>
                  <a:pt x="6814531" y="31442"/>
                </a:lnTo>
                <a:lnTo>
                  <a:pt x="6814531" y="1554"/>
                </a:lnTo>
                <a:moveTo>
                  <a:pt x="6934084" y="1594"/>
                </a:moveTo>
                <a:lnTo>
                  <a:pt x="7023749" y="1614"/>
                </a:lnTo>
                <a:lnTo>
                  <a:pt x="7023749" y="31502"/>
                </a:lnTo>
                <a:lnTo>
                  <a:pt x="6934084" y="31482"/>
                </a:lnTo>
                <a:lnTo>
                  <a:pt x="6934084" y="1594"/>
                </a:lnTo>
                <a:moveTo>
                  <a:pt x="7053637" y="1614"/>
                </a:moveTo>
                <a:lnTo>
                  <a:pt x="7143302" y="1634"/>
                </a:lnTo>
                <a:lnTo>
                  <a:pt x="7143302" y="31522"/>
                </a:lnTo>
                <a:lnTo>
                  <a:pt x="7053637" y="31502"/>
                </a:lnTo>
                <a:lnTo>
                  <a:pt x="7053637" y="1614"/>
                </a:lnTo>
                <a:moveTo>
                  <a:pt x="7173189" y="1634"/>
                </a:moveTo>
                <a:lnTo>
                  <a:pt x="7262855" y="1653"/>
                </a:lnTo>
                <a:lnTo>
                  <a:pt x="7262855" y="31542"/>
                </a:lnTo>
                <a:lnTo>
                  <a:pt x="7173189" y="31522"/>
                </a:lnTo>
                <a:lnTo>
                  <a:pt x="7173189" y="1634"/>
                </a:lnTo>
                <a:moveTo>
                  <a:pt x="7292742" y="1673"/>
                </a:moveTo>
                <a:lnTo>
                  <a:pt x="7382408" y="1693"/>
                </a:lnTo>
                <a:lnTo>
                  <a:pt x="7382408" y="31582"/>
                </a:lnTo>
                <a:lnTo>
                  <a:pt x="7292742" y="31562"/>
                </a:lnTo>
                <a:lnTo>
                  <a:pt x="7292742" y="1673"/>
                </a:lnTo>
                <a:moveTo>
                  <a:pt x="7412295" y="1693"/>
                </a:moveTo>
                <a:lnTo>
                  <a:pt x="7501960" y="1713"/>
                </a:lnTo>
                <a:lnTo>
                  <a:pt x="7501960" y="31601"/>
                </a:lnTo>
                <a:lnTo>
                  <a:pt x="7412295" y="31582"/>
                </a:lnTo>
                <a:lnTo>
                  <a:pt x="7412295" y="1693"/>
                </a:lnTo>
                <a:moveTo>
                  <a:pt x="7531848" y="1733"/>
                </a:moveTo>
                <a:lnTo>
                  <a:pt x="7621513" y="1753"/>
                </a:lnTo>
                <a:lnTo>
                  <a:pt x="7621513" y="31641"/>
                </a:lnTo>
                <a:lnTo>
                  <a:pt x="7531848" y="31621"/>
                </a:lnTo>
                <a:lnTo>
                  <a:pt x="7531848" y="1733"/>
                </a:lnTo>
                <a:moveTo>
                  <a:pt x="7651401" y="1753"/>
                </a:moveTo>
                <a:lnTo>
                  <a:pt x="7741066" y="1773"/>
                </a:lnTo>
                <a:lnTo>
                  <a:pt x="7741066" y="31661"/>
                </a:lnTo>
                <a:lnTo>
                  <a:pt x="7651401" y="31641"/>
                </a:lnTo>
                <a:lnTo>
                  <a:pt x="7651401" y="1753"/>
                </a:lnTo>
                <a:moveTo>
                  <a:pt x="7770956" y="1773"/>
                </a:moveTo>
                <a:lnTo>
                  <a:pt x="7860619" y="1793"/>
                </a:lnTo>
                <a:lnTo>
                  <a:pt x="7860619" y="31681"/>
                </a:lnTo>
                <a:lnTo>
                  <a:pt x="7770956" y="31661"/>
                </a:lnTo>
                <a:lnTo>
                  <a:pt x="7770956" y="1773"/>
                </a:lnTo>
                <a:moveTo>
                  <a:pt x="7890509" y="1813"/>
                </a:moveTo>
                <a:lnTo>
                  <a:pt x="7980174" y="1833"/>
                </a:lnTo>
                <a:lnTo>
                  <a:pt x="7980174" y="31721"/>
                </a:lnTo>
                <a:lnTo>
                  <a:pt x="7890509" y="31701"/>
                </a:lnTo>
                <a:lnTo>
                  <a:pt x="7890509" y="1813"/>
                </a:lnTo>
                <a:moveTo>
                  <a:pt x="8010062" y="1833"/>
                </a:moveTo>
                <a:lnTo>
                  <a:pt x="8099727" y="1853"/>
                </a:lnTo>
                <a:lnTo>
                  <a:pt x="8099727" y="31741"/>
                </a:lnTo>
                <a:lnTo>
                  <a:pt x="8010062" y="31721"/>
                </a:lnTo>
                <a:lnTo>
                  <a:pt x="8010062" y="1833"/>
                </a:lnTo>
                <a:moveTo>
                  <a:pt x="8129615" y="1853"/>
                </a:moveTo>
                <a:lnTo>
                  <a:pt x="8219280" y="1873"/>
                </a:lnTo>
                <a:lnTo>
                  <a:pt x="8219280" y="31761"/>
                </a:lnTo>
                <a:lnTo>
                  <a:pt x="8129615" y="31741"/>
                </a:lnTo>
                <a:lnTo>
                  <a:pt x="8129615" y="1853"/>
                </a:lnTo>
                <a:moveTo>
                  <a:pt x="8249168" y="1893"/>
                </a:moveTo>
                <a:lnTo>
                  <a:pt x="8338833" y="1913"/>
                </a:lnTo>
                <a:lnTo>
                  <a:pt x="8338833" y="31801"/>
                </a:lnTo>
                <a:lnTo>
                  <a:pt x="8249168" y="31781"/>
                </a:lnTo>
                <a:lnTo>
                  <a:pt x="8249168" y="1893"/>
                </a:lnTo>
                <a:moveTo>
                  <a:pt x="8368721" y="1913"/>
                </a:moveTo>
                <a:lnTo>
                  <a:pt x="8458386" y="1933"/>
                </a:lnTo>
                <a:lnTo>
                  <a:pt x="8458386" y="31821"/>
                </a:lnTo>
                <a:lnTo>
                  <a:pt x="8368721" y="31801"/>
                </a:lnTo>
                <a:lnTo>
                  <a:pt x="8368721" y="1913"/>
                </a:lnTo>
                <a:moveTo>
                  <a:pt x="8488274" y="1952"/>
                </a:moveTo>
                <a:lnTo>
                  <a:pt x="8577939" y="1972"/>
                </a:lnTo>
                <a:lnTo>
                  <a:pt x="8577939" y="31861"/>
                </a:lnTo>
                <a:lnTo>
                  <a:pt x="8488274" y="31841"/>
                </a:lnTo>
                <a:lnTo>
                  <a:pt x="8488274" y="1952"/>
                </a:lnTo>
                <a:moveTo>
                  <a:pt x="8607826" y="1972"/>
                </a:moveTo>
                <a:lnTo>
                  <a:pt x="8697492" y="1992"/>
                </a:lnTo>
                <a:lnTo>
                  <a:pt x="8697492" y="31881"/>
                </a:lnTo>
                <a:lnTo>
                  <a:pt x="8607826" y="31861"/>
                </a:lnTo>
                <a:lnTo>
                  <a:pt x="8607826" y="1972"/>
                </a:lnTo>
                <a:moveTo>
                  <a:pt x="8727381" y="1992"/>
                </a:moveTo>
                <a:lnTo>
                  <a:pt x="8817045" y="2012"/>
                </a:lnTo>
                <a:lnTo>
                  <a:pt x="8817045" y="31900"/>
                </a:lnTo>
                <a:lnTo>
                  <a:pt x="8727381" y="31881"/>
                </a:lnTo>
                <a:lnTo>
                  <a:pt x="8727381" y="1992"/>
                </a:lnTo>
                <a:moveTo>
                  <a:pt x="8846934" y="2032"/>
                </a:moveTo>
                <a:lnTo>
                  <a:pt x="8936598" y="2052"/>
                </a:lnTo>
                <a:lnTo>
                  <a:pt x="8936598" y="31940"/>
                </a:lnTo>
                <a:lnTo>
                  <a:pt x="8846934" y="31920"/>
                </a:lnTo>
                <a:lnTo>
                  <a:pt x="8846934" y="2032"/>
                </a:lnTo>
                <a:moveTo>
                  <a:pt x="8966487" y="2052"/>
                </a:moveTo>
                <a:lnTo>
                  <a:pt x="9056152" y="2072"/>
                </a:lnTo>
                <a:lnTo>
                  <a:pt x="9056152" y="31960"/>
                </a:lnTo>
                <a:lnTo>
                  <a:pt x="8966487" y="31940"/>
                </a:lnTo>
                <a:lnTo>
                  <a:pt x="8966487" y="2052"/>
                </a:lnTo>
                <a:moveTo>
                  <a:pt x="9086040" y="2072"/>
                </a:moveTo>
                <a:lnTo>
                  <a:pt x="9175705" y="2092"/>
                </a:lnTo>
                <a:lnTo>
                  <a:pt x="9175705" y="31980"/>
                </a:lnTo>
                <a:lnTo>
                  <a:pt x="9086040" y="31960"/>
                </a:lnTo>
                <a:lnTo>
                  <a:pt x="9086040" y="2072"/>
                </a:lnTo>
                <a:moveTo>
                  <a:pt x="9205593" y="2112"/>
                </a:moveTo>
                <a:lnTo>
                  <a:pt x="9295258" y="2132"/>
                </a:lnTo>
                <a:lnTo>
                  <a:pt x="9295258" y="32020"/>
                </a:lnTo>
                <a:lnTo>
                  <a:pt x="9205593" y="32000"/>
                </a:lnTo>
                <a:lnTo>
                  <a:pt x="9205593" y="2112"/>
                </a:lnTo>
                <a:moveTo>
                  <a:pt x="9325146" y="2132"/>
                </a:moveTo>
                <a:lnTo>
                  <a:pt x="9414811" y="2152"/>
                </a:lnTo>
                <a:lnTo>
                  <a:pt x="9414811" y="32040"/>
                </a:lnTo>
                <a:lnTo>
                  <a:pt x="9325146" y="32020"/>
                </a:lnTo>
                <a:lnTo>
                  <a:pt x="9325146" y="2132"/>
                </a:lnTo>
                <a:moveTo>
                  <a:pt x="9444699" y="2172"/>
                </a:moveTo>
                <a:lnTo>
                  <a:pt x="9534364" y="2192"/>
                </a:lnTo>
                <a:lnTo>
                  <a:pt x="9534364" y="32080"/>
                </a:lnTo>
                <a:lnTo>
                  <a:pt x="9444699" y="32060"/>
                </a:lnTo>
                <a:lnTo>
                  <a:pt x="9444699" y="2172"/>
                </a:lnTo>
                <a:moveTo>
                  <a:pt x="9564252" y="2192"/>
                </a:moveTo>
                <a:lnTo>
                  <a:pt x="9653917" y="2212"/>
                </a:lnTo>
                <a:lnTo>
                  <a:pt x="9653917" y="32100"/>
                </a:lnTo>
                <a:lnTo>
                  <a:pt x="9564252" y="32080"/>
                </a:lnTo>
                <a:lnTo>
                  <a:pt x="9564252" y="2192"/>
                </a:lnTo>
                <a:moveTo>
                  <a:pt x="9683805" y="2212"/>
                </a:moveTo>
                <a:lnTo>
                  <a:pt x="9773470" y="2232"/>
                </a:lnTo>
                <a:lnTo>
                  <a:pt x="9773470" y="32120"/>
                </a:lnTo>
                <a:lnTo>
                  <a:pt x="9683805" y="32100"/>
                </a:lnTo>
                <a:lnTo>
                  <a:pt x="9683805" y="2212"/>
                </a:lnTo>
                <a:moveTo>
                  <a:pt x="9803360" y="2251"/>
                </a:moveTo>
                <a:lnTo>
                  <a:pt x="9893023" y="2271"/>
                </a:lnTo>
                <a:lnTo>
                  <a:pt x="9893023" y="32160"/>
                </a:lnTo>
                <a:lnTo>
                  <a:pt x="9803360" y="32140"/>
                </a:lnTo>
                <a:lnTo>
                  <a:pt x="9803360" y="2251"/>
                </a:lnTo>
                <a:moveTo>
                  <a:pt x="9922913" y="2271"/>
                </a:moveTo>
                <a:lnTo>
                  <a:pt x="10012578" y="2291"/>
                </a:lnTo>
                <a:lnTo>
                  <a:pt x="10012578" y="32180"/>
                </a:lnTo>
                <a:lnTo>
                  <a:pt x="9922913" y="32160"/>
                </a:lnTo>
                <a:lnTo>
                  <a:pt x="9922913" y="2271"/>
                </a:lnTo>
                <a:moveTo>
                  <a:pt x="10042466" y="2291"/>
                </a:moveTo>
                <a:lnTo>
                  <a:pt x="10132131" y="2311"/>
                </a:lnTo>
                <a:lnTo>
                  <a:pt x="10132131" y="32199"/>
                </a:lnTo>
                <a:lnTo>
                  <a:pt x="10042466" y="32180"/>
                </a:lnTo>
                <a:lnTo>
                  <a:pt x="10042466" y="2291"/>
                </a:lnTo>
                <a:moveTo>
                  <a:pt x="10162018" y="2331"/>
                </a:moveTo>
                <a:lnTo>
                  <a:pt x="10251684" y="2351"/>
                </a:lnTo>
                <a:lnTo>
                  <a:pt x="10251684" y="32239"/>
                </a:lnTo>
                <a:lnTo>
                  <a:pt x="10162018" y="32219"/>
                </a:lnTo>
                <a:lnTo>
                  <a:pt x="10162018" y="2331"/>
                </a:lnTo>
                <a:moveTo>
                  <a:pt x="10281571" y="2351"/>
                </a:moveTo>
                <a:lnTo>
                  <a:pt x="10371237" y="2371"/>
                </a:lnTo>
                <a:lnTo>
                  <a:pt x="10371237" y="32259"/>
                </a:lnTo>
                <a:lnTo>
                  <a:pt x="10281571" y="32239"/>
                </a:lnTo>
                <a:lnTo>
                  <a:pt x="10281571" y="2351"/>
                </a:lnTo>
                <a:moveTo>
                  <a:pt x="10401124" y="2391"/>
                </a:moveTo>
                <a:lnTo>
                  <a:pt x="10490789" y="2410"/>
                </a:lnTo>
                <a:lnTo>
                  <a:pt x="10490789" y="32299"/>
                </a:lnTo>
                <a:lnTo>
                  <a:pt x="10401124" y="32279"/>
                </a:lnTo>
                <a:lnTo>
                  <a:pt x="10401124" y="2391"/>
                </a:lnTo>
                <a:moveTo>
                  <a:pt x="10520677" y="2410"/>
                </a:moveTo>
                <a:lnTo>
                  <a:pt x="10610342" y="2431"/>
                </a:lnTo>
                <a:lnTo>
                  <a:pt x="10610342" y="32319"/>
                </a:lnTo>
                <a:lnTo>
                  <a:pt x="10520677" y="32299"/>
                </a:lnTo>
                <a:lnTo>
                  <a:pt x="10520677" y="2410"/>
                </a:lnTo>
                <a:moveTo>
                  <a:pt x="10640230" y="2431"/>
                </a:moveTo>
                <a:lnTo>
                  <a:pt x="10729895" y="2451"/>
                </a:lnTo>
                <a:lnTo>
                  <a:pt x="10729895" y="32339"/>
                </a:lnTo>
                <a:lnTo>
                  <a:pt x="10640230" y="32319"/>
                </a:lnTo>
                <a:lnTo>
                  <a:pt x="10640230" y="2431"/>
                </a:lnTo>
                <a:moveTo>
                  <a:pt x="10759785" y="2471"/>
                </a:moveTo>
                <a:lnTo>
                  <a:pt x="10849448" y="2491"/>
                </a:lnTo>
                <a:lnTo>
                  <a:pt x="10849448" y="32379"/>
                </a:lnTo>
                <a:lnTo>
                  <a:pt x="10759785" y="32359"/>
                </a:lnTo>
                <a:lnTo>
                  <a:pt x="10759785" y="2471"/>
                </a:lnTo>
                <a:moveTo>
                  <a:pt x="10879338" y="2491"/>
                </a:moveTo>
                <a:lnTo>
                  <a:pt x="10969003" y="2510"/>
                </a:lnTo>
                <a:lnTo>
                  <a:pt x="10969003" y="32399"/>
                </a:lnTo>
                <a:lnTo>
                  <a:pt x="10879338" y="32379"/>
                </a:lnTo>
                <a:lnTo>
                  <a:pt x="10879338" y="2491"/>
                </a:lnTo>
                <a:moveTo>
                  <a:pt x="10998891" y="2510"/>
                </a:moveTo>
                <a:lnTo>
                  <a:pt x="11088556" y="2531"/>
                </a:lnTo>
                <a:lnTo>
                  <a:pt x="11088556" y="32419"/>
                </a:lnTo>
                <a:lnTo>
                  <a:pt x="10998891" y="32399"/>
                </a:lnTo>
                <a:lnTo>
                  <a:pt x="10998891" y="2510"/>
                </a:lnTo>
                <a:moveTo>
                  <a:pt x="11118444" y="2550"/>
                </a:moveTo>
                <a:lnTo>
                  <a:pt x="11208109" y="2570"/>
                </a:lnTo>
                <a:lnTo>
                  <a:pt x="11208109" y="32459"/>
                </a:lnTo>
                <a:lnTo>
                  <a:pt x="11118444" y="32439"/>
                </a:lnTo>
                <a:lnTo>
                  <a:pt x="11118444" y="2550"/>
                </a:lnTo>
                <a:moveTo>
                  <a:pt x="11237997" y="2570"/>
                </a:moveTo>
                <a:lnTo>
                  <a:pt x="11327662" y="2590"/>
                </a:lnTo>
                <a:lnTo>
                  <a:pt x="11327662" y="32478"/>
                </a:lnTo>
                <a:lnTo>
                  <a:pt x="11237997" y="32459"/>
                </a:lnTo>
                <a:lnTo>
                  <a:pt x="11237997" y="2570"/>
                </a:lnTo>
                <a:moveTo>
                  <a:pt x="11357550" y="2610"/>
                </a:moveTo>
                <a:lnTo>
                  <a:pt x="11447215" y="2630"/>
                </a:lnTo>
                <a:lnTo>
                  <a:pt x="11447215" y="32518"/>
                </a:lnTo>
                <a:lnTo>
                  <a:pt x="11357550" y="32498"/>
                </a:lnTo>
                <a:lnTo>
                  <a:pt x="11357550" y="2610"/>
                </a:lnTo>
                <a:moveTo>
                  <a:pt x="11477103" y="2630"/>
                </a:moveTo>
                <a:lnTo>
                  <a:pt x="11566768" y="2650"/>
                </a:lnTo>
                <a:lnTo>
                  <a:pt x="11566768" y="32538"/>
                </a:lnTo>
                <a:lnTo>
                  <a:pt x="11477103" y="32518"/>
                </a:lnTo>
                <a:lnTo>
                  <a:pt x="11477103" y="2630"/>
                </a:lnTo>
                <a:moveTo>
                  <a:pt x="11596655" y="2650"/>
                </a:moveTo>
                <a:lnTo>
                  <a:pt x="11686321" y="2670"/>
                </a:lnTo>
                <a:lnTo>
                  <a:pt x="11686321" y="32558"/>
                </a:lnTo>
                <a:lnTo>
                  <a:pt x="11596655" y="32538"/>
                </a:lnTo>
                <a:lnTo>
                  <a:pt x="11596655" y="2650"/>
                </a:lnTo>
                <a:moveTo>
                  <a:pt x="11716208" y="2689"/>
                </a:moveTo>
                <a:lnTo>
                  <a:pt x="11805874" y="2709"/>
                </a:lnTo>
                <a:lnTo>
                  <a:pt x="11805874" y="32598"/>
                </a:lnTo>
                <a:lnTo>
                  <a:pt x="11716208" y="32578"/>
                </a:lnTo>
                <a:lnTo>
                  <a:pt x="11716208" y="2689"/>
                </a:lnTo>
                <a:moveTo>
                  <a:pt x="11835763" y="2709"/>
                </a:moveTo>
                <a:lnTo>
                  <a:pt x="11925427" y="2729"/>
                </a:lnTo>
                <a:lnTo>
                  <a:pt x="11925427" y="32618"/>
                </a:lnTo>
                <a:lnTo>
                  <a:pt x="11835763" y="32598"/>
                </a:lnTo>
                <a:lnTo>
                  <a:pt x="11835763" y="2709"/>
                </a:lnTo>
                <a:moveTo>
                  <a:pt x="11955316" y="2729"/>
                </a:moveTo>
                <a:lnTo>
                  <a:pt x="12044981" y="2750"/>
                </a:lnTo>
                <a:lnTo>
                  <a:pt x="12044981" y="32638"/>
                </a:lnTo>
                <a:lnTo>
                  <a:pt x="11955316" y="32618"/>
                </a:lnTo>
                <a:lnTo>
                  <a:pt x="11955316" y="2729"/>
                </a:lnTo>
                <a:moveTo>
                  <a:pt x="12074869" y="2769"/>
                </a:moveTo>
                <a:lnTo>
                  <a:pt x="12164534" y="2790"/>
                </a:lnTo>
                <a:lnTo>
                  <a:pt x="12164534" y="32678"/>
                </a:lnTo>
                <a:lnTo>
                  <a:pt x="12074869" y="32657"/>
                </a:lnTo>
                <a:lnTo>
                  <a:pt x="12074869" y="2769"/>
                </a:lnTo>
                <a:moveTo>
                  <a:pt x="12194422" y="2790"/>
                </a:moveTo>
                <a:lnTo>
                  <a:pt x="12284087" y="2809"/>
                </a:lnTo>
                <a:lnTo>
                  <a:pt x="12284087" y="32697"/>
                </a:lnTo>
                <a:lnTo>
                  <a:pt x="12194422" y="32678"/>
                </a:lnTo>
                <a:lnTo>
                  <a:pt x="12194422" y="2790"/>
                </a:lnTo>
                <a:moveTo>
                  <a:pt x="12313975" y="2829"/>
                </a:moveTo>
                <a:lnTo>
                  <a:pt x="12403640" y="2849"/>
                </a:lnTo>
                <a:lnTo>
                  <a:pt x="12403640" y="32737"/>
                </a:lnTo>
                <a:lnTo>
                  <a:pt x="12313975" y="32718"/>
                </a:lnTo>
                <a:lnTo>
                  <a:pt x="12313975" y="2829"/>
                </a:lnTo>
                <a:moveTo>
                  <a:pt x="12433528" y="2849"/>
                </a:moveTo>
                <a:lnTo>
                  <a:pt x="12523193" y="2869"/>
                </a:lnTo>
                <a:lnTo>
                  <a:pt x="12523193" y="32758"/>
                </a:lnTo>
                <a:lnTo>
                  <a:pt x="12433528" y="32737"/>
                </a:lnTo>
                <a:lnTo>
                  <a:pt x="12433528" y="2849"/>
                </a:lnTo>
                <a:moveTo>
                  <a:pt x="12553081" y="2869"/>
                </a:moveTo>
                <a:lnTo>
                  <a:pt x="12642746" y="2889"/>
                </a:lnTo>
                <a:lnTo>
                  <a:pt x="12642746" y="32777"/>
                </a:lnTo>
                <a:lnTo>
                  <a:pt x="12553081" y="32758"/>
                </a:lnTo>
                <a:lnTo>
                  <a:pt x="12553081" y="2869"/>
                </a:lnTo>
                <a:moveTo>
                  <a:pt x="12672634" y="2909"/>
                </a:moveTo>
                <a:lnTo>
                  <a:pt x="12762299" y="2929"/>
                </a:lnTo>
                <a:lnTo>
                  <a:pt x="12762299" y="32817"/>
                </a:lnTo>
                <a:lnTo>
                  <a:pt x="12672634" y="32797"/>
                </a:lnTo>
                <a:lnTo>
                  <a:pt x="12672634" y="2909"/>
                </a:lnTo>
                <a:moveTo>
                  <a:pt x="12792189" y="2929"/>
                </a:moveTo>
                <a:lnTo>
                  <a:pt x="12881852" y="2949"/>
                </a:lnTo>
                <a:lnTo>
                  <a:pt x="12881852" y="32837"/>
                </a:lnTo>
                <a:lnTo>
                  <a:pt x="12792189" y="32817"/>
                </a:lnTo>
                <a:lnTo>
                  <a:pt x="12792189" y="2929"/>
                </a:lnTo>
                <a:moveTo>
                  <a:pt x="12911742" y="2949"/>
                </a:moveTo>
                <a:lnTo>
                  <a:pt x="13001407" y="2969"/>
                </a:lnTo>
                <a:lnTo>
                  <a:pt x="13001407" y="32857"/>
                </a:lnTo>
                <a:lnTo>
                  <a:pt x="12911742" y="32837"/>
                </a:lnTo>
                <a:lnTo>
                  <a:pt x="12911742" y="2949"/>
                </a:lnTo>
                <a:moveTo>
                  <a:pt x="13031295" y="2988"/>
                </a:moveTo>
                <a:lnTo>
                  <a:pt x="13051220" y="2988"/>
                </a:lnTo>
                <a:lnTo>
                  <a:pt x="13051220" y="32877"/>
                </a:lnTo>
                <a:lnTo>
                  <a:pt x="13031295" y="32877"/>
                </a:lnTo>
                <a:lnTo>
                  <a:pt x="13031295" y="2988"/>
                </a:lnTo>
              </a:path>
            </a:pathLst>
          </a:custGeom>
          <a:solidFill xmlns:a="http://schemas.openxmlformats.org/drawingml/2006/main">
            <a:srgbClr val="A6A6A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" name="path-123">
            <a:extLst xmlns:a="http://schemas.openxmlformats.org/drawingml/2006/main">
              <a:ext uri="{FF2B5EF4-FFF2-40B4-BE49-F238E27FC236}">
                <a16:creationId xmlns:a16="http://schemas.microsoft.com/office/drawing/2014/main" id="{B31B5B8B-6479-48C5-891B-0D73D61AB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46518" y="5388180"/>
            <a:ext cx="2045480" cy="2156439"/>
          </a:xfrm>
          <a:custGeom xmlns:a="http://schemas.openxmlformats.org/drawingml/2006/main">
            <a:pathLst>
              <a:path w="1818204" h="1916835">
                <a:moveTo>
                  <a:pt x="239" y="177656"/>
                </a:moveTo>
                <a:lnTo>
                  <a:pt x="957" y="168151"/>
                </a:lnTo>
                <a:lnTo>
                  <a:pt x="2152" y="158786"/>
                </a:lnTo>
                <a:lnTo>
                  <a:pt x="3806" y="149561"/>
                </a:lnTo>
                <a:lnTo>
                  <a:pt x="5898" y="140495"/>
                </a:lnTo>
                <a:lnTo>
                  <a:pt x="8429" y="131608"/>
                </a:lnTo>
                <a:lnTo>
                  <a:pt x="11358" y="122901"/>
                </a:lnTo>
                <a:lnTo>
                  <a:pt x="14725" y="114393"/>
                </a:lnTo>
                <a:lnTo>
                  <a:pt x="18471" y="106083"/>
                </a:lnTo>
                <a:lnTo>
                  <a:pt x="22615" y="98013"/>
                </a:lnTo>
                <a:lnTo>
                  <a:pt x="27119" y="90163"/>
                </a:lnTo>
                <a:lnTo>
                  <a:pt x="31980" y="82571"/>
                </a:lnTo>
                <a:lnTo>
                  <a:pt x="37201" y="75219"/>
                </a:lnTo>
                <a:lnTo>
                  <a:pt x="42760" y="68145"/>
                </a:lnTo>
                <a:lnTo>
                  <a:pt x="48658" y="61350"/>
                </a:lnTo>
                <a:lnTo>
                  <a:pt x="54855" y="54855"/>
                </a:lnTo>
                <a:lnTo>
                  <a:pt x="61351" y="48658"/>
                </a:lnTo>
                <a:lnTo>
                  <a:pt x="68145" y="42760"/>
                </a:lnTo>
                <a:lnTo>
                  <a:pt x="75219" y="37221"/>
                </a:lnTo>
                <a:lnTo>
                  <a:pt x="82571" y="31980"/>
                </a:lnTo>
                <a:lnTo>
                  <a:pt x="90163" y="27119"/>
                </a:lnTo>
                <a:lnTo>
                  <a:pt x="98014" y="22615"/>
                </a:lnTo>
                <a:lnTo>
                  <a:pt x="106084" y="18471"/>
                </a:lnTo>
                <a:lnTo>
                  <a:pt x="114392" y="14725"/>
                </a:lnTo>
                <a:lnTo>
                  <a:pt x="122901" y="11357"/>
                </a:lnTo>
                <a:lnTo>
                  <a:pt x="131608" y="8428"/>
                </a:lnTo>
                <a:lnTo>
                  <a:pt x="140495" y="5898"/>
                </a:lnTo>
                <a:lnTo>
                  <a:pt x="149561" y="3805"/>
                </a:lnTo>
                <a:lnTo>
                  <a:pt x="158787" y="2152"/>
                </a:lnTo>
                <a:lnTo>
                  <a:pt x="168152" y="956"/>
                </a:lnTo>
                <a:lnTo>
                  <a:pt x="177656" y="239"/>
                </a:lnTo>
                <a:lnTo>
                  <a:pt x="187161" y="0"/>
                </a:lnTo>
                <a:lnTo>
                  <a:pt x="1631044" y="0"/>
                </a:lnTo>
                <a:lnTo>
                  <a:pt x="1640549" y="239"/>
                </a:lnTo>
                <a:lnTo>
                  <a:pt x="1650053" y="956"/>
                </a:lnTo>
                <a:lnTo>
                  <a:pt x="1659418" y="2152"/>
                </a:lnTo>
                <a:lnTo>
                  <a:pt x="1668643" y="3805"/>
                </a:lnTo>
                <a:lnTo>
                  <a:pt x="1677710" y="5898"/>
                </a:lnTo>
                <a:lnTo>
                  <a:pt x="1686597" y="8428"/>
                </a:lnTo>
                <a:lnTo>
                  <a:pt x="1695304" y="11357"/>
                </a:lnTo>
                <a:lnTo>
                  <a:pt x="1703812" y="14725"/>
                </a:lnTo>
                <a:lnTo>
                  <a:pt x="1712121" y="18471"/>
                </a:lnTo>
                <a:lnTo>
                  <a:pt x="1720191" y="22615"/>
                </a:lnTo>
                <a:lnTo>
                  <a:pt x="1728041" y="27119"/>
                </a:lnTo>
                <a:lnTo>
                  <a:pt x="1735633" y="31980"/>
                </a:lnTo>
                <a:lnTo>
                  <a:pt x="1742986" y="37221"/>
                </a:lnTo>
                <a:lnTo>
                  <a:pt x="1750059" y="42760"/>
                </a:lnTo>
                <a:lnTo>
                  <a:pt x="1756854" y="48658"/>
                </a:lnTo>
                <a:lnTo>
                  <a:pt x="1763350" y="54855"/>
                </a:lnTo>
                <a:lnTo>
                  <a:pt x="1769546" y="61350"/>
                </a:lnTo>
                <a:lnTo>
                  <a:pt x="1775444" y="68145"/>
                </a:lnTo>
                <a:lnTo>
                  <a:pt x="1781003" y="75219"/>
                </a:lnTo>
                <a:lnTo>
                  <a:pt x="1786224" y="82571"/>
                </a:lnTo>
                <a:lnTo>
                  <a:pt x="1791086" y="90163"/>
                </a:lnTo>
                <a:lnTo>
                  <a:pt x="1795589" y="98013"/>
                </a:lnTo>
                <a:lnTo>
                  <a:pt x="1799733" y="106083"/>
                </a:lnTo>
                <a:lnTo>
                  <a:pt x="1803479" y="114393"/>
                </a:lnTo>
                <a:lnTo>
                  <a:pt x="1806847" y="122901"/>
                </a:lnTo>
                <a:lnTo>
                  <a:pt x="1809776" y="131608"/>
                </a:lnTo>
                <a:lnTo>
                  <a:pt x="1812306" y="140495"/>
                </a:lnTo>
                <a:lnTo>
                  <a:pt x="1814399" y="149561"/>
                </a:lnTo>
                <a:lnTo>
                  <a:pt x="1816052" y="158786"/>
                </a:lnTo>
                <a:lnTo>
                  <a:pt x="1817248" y="168151"/>
                </a:lnTo>
                <a:lnTo>
                  <a:pt x="1817965" y="177656"/>
                </a:lnTo>
                <a:lnTo>
                  <a:pt x="1818204" y="187160"/>
                </a:lnTo>
                <a:lnTo>
                  <a:pt x="1818204" y="1729674"/>
                </a:lnTo>
                <a:lnTo>
                  <a:pt x="1817965" y="1739180"/>
                </a:lnTo>
                <a:lnTo>
                  <a:pt x="1817248" y="1748683"/>
                </a:lnTo>
                <a:lnTo>
                  <a:pt x="1816052" y="1758049"/>
                </a:lnTo>
                <a:lnTo>
                  <a:pt x="1814399" y="1767275"/>
                </a:lnTo>
                <a:lnTo>
                  <a:pt x="1812306" y="1776341"/>
                </a:lnTo>
                <a:lnTo>
                  <a:pt x="1809776" y="1785228"/>
                </a:lnTo>
                <a:lnTo>
                  <a:pt x="1806847" y="1793935"/>
                </a:lnTo>
                <a:lnTo>
                  <a:pt x="1803479" y="1802443"/>
                </a:lnTo>
                <a:lnTo>
                  <a:pt x="1799733" y="1810752"/>
                </a:lnTo>
                <a:lnTo>
                  <a:pt x="1795589" y="1818822"/>
                </a:lnTo>
                <a:lnTo>
                  <a:pt x="1791086" y="1826673"/>
                </a:lnTo>
                <a:lnTo>
                  <a:pt x="1786224" y="1834264"/>
                </a:lnTo>
                <a:lnTo>
                  <a:pt x="1781003" y="1841617"/>
                </a:lnTo>
                <a:lnTo>
                  <a:pt x="1775444" y="1848690"/>
                </a:lnTo>
                <a:lnTo>
                  <a:pt x="1769546" y="1855485"/>
                </a:lnTo>
                <a:lnTo>
                  <a:pt x="1763350" y="1861980"/>
                </a:lnTo>
                <a:lnTo>
                  <a:pt x="1756854" y="1868177"/>
                </a:lnTo>
                <a:lnTo>
                  <a:pt x="1750059" y="1874075"/>
                </a:lnTo>
                <a:lnTo>
                  <a:pt x="1742986" y="1879634"/>
                </a:lnTo>
                <a:lnTo>
                  <a:pt x="1735633" y="1884856"/>
                </a:lnTo>
                <a:lnTo>
                  <a:pt x="1728041" y="1889717"/>
                </a:lnTo>
                <a:lnTo>
                  <a:pt x="1720191" y="1894220"/>
                </a:lnTo>
                <a:lnTo>
                  <a:pt x="1712121" y="1898364"/>
                </a:lnTo>
                <a:lnTo>
                  <a:pt x="1703812" y="1902111"/>
                </a:lnTo>
                <a:lnTo>
                  <a:pt x="1695304" y="1905478"/>
                </a:lnTo>
                <a:lnTo>
                  <a:pt x="1686597" y="1908427"/>
                </a:lnTo>
                <a:lnTo>
                  <a:pt x="1677710" y="1910938"/>
                </a:lnTo>
                <a:lnTo>
                  <a:pt x="1668643" y="1913030"/>
                </a:lnTo>
                <a:lnTo>
                  <a:pt x="1659418" y="1914684"/>
                </a:lnTo>
                <a:lnTo>
                  <a:pt x="1650053" y="1915879"/>
                </a:lnTo>
                <a:lnTo>
                  <a:pt x="1640549" y="1916597"/>
                </a:lnTo>
                <a:lnTo>
                  <a:pt x="1631044" y="1916835"/>
                </a:lnTo>
                <a:lnTo>
                  <a:pt x="187161" y="1916835"/>
                </a:lnTo>
                <a:lnTo>
                  <a:pt x="177656" y="1916597"/>
                </a:lnTo>
                <a:lnTo>
                  <a:pt x="168152" y="1915879"/>
                </a:lnTo>
                <a:lnTo>
                  <a:pt x="158787" y="1914684"/>
                </a:lnTo>
                <a:lnTo>
                  <a:pt x="149561" y="1913030"/>
                </a:lnTo>
                <a:lnTo>
                  <a:pt x="140495" y="1910938"/>
                </a:lnTo>
                <a:lnTo>
                  <a:pt x="131608" y="1908427"/>
                </a:lnTo>
                <a:lnTo>
                  <a:pt x="122901" y="1905478"/>
                </a:lnTo>
                <a:lnTo>
                  <a:pt x="114392" y="1902111"/>
                </a:lnTo>
                <a:lnTo>
                  <a:pt x="106084" y="1898364"/>
                </a:lnTo>
                <a:lnTo>
                  <a:pt x="98014" y="1894220"/>
                </a:lnTo>
                <a:lnTo>
                  <a:pt x="90163" y="1889717"/>
                </a:lnTo>
                <a:lnTo>
                  <a:pt x="82571" y="1884856"/>
                </a:lnTo>
                <a:lnTo>
                  <a:pt x="75219" y="1879634"/>
                </a:lnTo>
                <a:lnTo>
                  <a:pt x="68145" y="1874075"/>
                </a:lnTo>
                <a:lnTo>
                  <a:pt x="61351" y="1868177"/>
                </a:lnTo>
                <a:lnTo>
                  <a:pt x="54855" y="1861980"/>
                </a:lnTo>
                <a:lnTo>
                  <a:pt x="48658" y="1855485"/>
                </a:lnTo>
                <a:lnTo>
                  <a:pt x="42760" y="1848690"/>
                </a:lnTo>
                <a:lnTo>
                  <a:pt x="37201" y="1841617"/>
                </a:lnTo>
                <a:lnTo>
                  <a:pt x="31980" y="1834264"/>
                </a:lnTo>
                <a:lnTo>
                  <a:pt x="27119" y="1826673"/>
                </a:lnTo>
                <a:lnTo>
                  <a:pt x="22615" y="1818822"/>
                </a:lnTo>
                <a:lnTo>
                  <a:pt x="18471" y="1810752"/>
                </a:lnTo>
                <a:lnTo>
                  <a:pt x="14725" y="1802443"/>
                </a:lnTo>
                <a:lnTo>
                  <a:pt x="11358" y="1793935"/>
                </a:lnTo>
                <a:lnTo>
                  <a:pt x="8429" y="1785228"/>
                </a:lnTo>
                <a:lnTo>
                  <a:pt x="5898" y="1776341"/>
                </a:lnTo>
                <a:lnTo>
                  <a:pt x="3806" y="1767275"/>
                </a:lnTo>
                <a:lnTo>
                  <a:pt x="2152" y="1758049"/>
                </a:lnTo>
                <a:lnTo>
                  <a:pt x="957" y="1748683"/>
                </a:lnTo>
                <a:lnTo>
                  <a:pt x="239" y="1739180"/>
                </a:lnTo>
                <a:lnTo>
                  <a:pt x="0" y="1729674"/>
                </a:lnTo>
                <a:lnTo>
                  <a:pt x="0" y="187160"/>
                </a:lnTo>
                <a:lnTo>
                  <a:pt x="239" y="177656"/>
                </a:lnTo>
                <a:moveTo>
                  <a:pt x="19926" y="187539"/>
                </a:moveTo>
                <a:lnTo>
                  <a:pt x="19926" y="187300"/>
                </a:lnTo>
                <a:lnTo>
                  <a:pt x="19926" y="1729535"/>
                </a:lnTo>
                <a:lnTo>
                  <a:pt x="19926" y="1729296"/>
                </a:lnTo>
                <a:lnTo>
                  <a:pt x="20145" y="1738422"/>
                </a:lnTo>
                <a:lnTo>
                  <a:pt x="20125" y="1737924"/>
                </a:lnTo>
                <a:lnTo>
                  <a:pt x="20822" y="1746911"/>
                </a:lnTo>
                <a:lnTo>
                  <a:pt x="20763" y="1746412"/>
                </a:lnTo>
                <a:lnTo>
                  <a:pt x="21898" y="1755299"/>
                </a:lnTo>
                <a:lnTo>
                  <a:pt x="21819" y="1754801"/>
                </a:lnTo>
                <a:lnTo>
                  <a:pt x="23373" y="1763528"/>
                </a:lnTo>
                <a:lnTo>
                  <a:pt x="23273" y="1763050"/>
                </a:lnTo>
                <a:lnTo>
                  <a:pt x="25246" y="1771618"/>
                </a:lnTo>
                <a:lnTo>
                  <a:pt x="25126" y="1771140"/>
                </a:lnTo>
                <a:lnTo>
                  <a:pt x="27517" y="1779548"/>
                </a:lnTo>
                <a:lnTo>
                  <a:pt x="27378" y="1779090"/>
                </a:lnTo>
                <a:lnTo>
                  <a:pt x="30168" y="1787319"/>
                </a:lnTo>
                <a:lnTo>
                  <a:pt x="29988" y="1786861"/>
                </a:lnTo>
                <a:lnTo>
                  <a:pt x="33176" y="1794911"/>
                </a:lnTo>
                <a:lnTo>
                  <a:pt x="32977" y="1794473"/>
                </a:lnTo>
                <a:lnTo>
                  <a:pt x="36523" y="1802324"/>
                </a:lnTo>
                <a:lnTo>
                  <a:pt x="36324" y="1801886"/>
                </a:lnTo>
                <a:lnTo>
                  <a:pt x="40230" y="1809536"/>
                </a:lnTo>
                <a:lnTo>
                  <a:pt x="40011" y="1809099"/>
                </a:lnTo>
                <a:lnTo>
                  <a:pt x="44275" y="1816530"/>
                </a:lnTo>
                <a:lnTo>
                  <a:pt x="44016" y="1816111"/>
                </a:lnTo>
                <a:lnTo>
                  <a:pt x="48638" y="1823306"/>
                </a:lnTo>
                <a:lnTo>
                  <a:pt x="48360" y="1822927"/>
                </a:lnTo>
                <a:lnTo>
                  <a:pt x="53321" y="1829860"/>
                </a:lnTo>
                <a:lnTo>
                  <a:pt x="53022" y="1829482"/>
                </a:lnTo>
                <a:lnTo>
                  <a:pt x="58282" y="1836177"/>
                </a:lnTo>
                <a:lnTo>
                  <a:pt x="57983" y="1835819"/>
                </a:lnTo>
                <a:lnTo>
                  <a:pt x="63563" y="1842255"/>
                </a:lnTo>
                <a:lnTo>
                  <a:pt x="63244" y="1841896"/>
                </a:lnTo>
                <a:lnTo>
                  <a:pt x="69122" y="1848053"/>
                </a:lnTo>
                <a:lnTo>
                  <a:pt x="68783" y="1847734"/>
                </a:lnTo>
                <a:lnTo>
                  <a:pt x="74940" y="1853592"/>
                </a:lnTo>
                <a:lnTo>
                  <a:pt x="74581" y="1853273"/>
                </a:lnTo>
                <a:lnTo>
                  <a:pt x="81017" y="1858852"/>
                </a:lnTo>
                <a:lnTo>
                  <a:pt x="80659" y="1858554"/>
                </a:lnTo>
                <a:lnTo>
                  <a:pt x="87354" y="1863814"/>
                </a:lnTo>
                <a:lnTo>
                  <a:pt x="86975" y="1863534"/>
                </a:lnTo>
                <a:lnTo>
                  <a:pt x="93909" y="1868476"/>
                </a:lnTo>
                <a:lnTo>
                  <a:pt x="93530" y="1868198"/>
                </a:lnTo>
                <a:lnTo>
                  <a:pt x="100724" y="1872820"/>
                </a:lnTo>
                <a:lnTo>
                  <a:pt x="100305" y="1872561"/>
                </a:lnTo>
                <a:lnTo>
                  <a:pt x="107737" y="1876825"/>
                </a:lnTo>
                <a:lnTo>
                  <a:pt x="107299" y="1876606"/>
                </a:lnTo>
                <a:lnTo>
                  <a:pt x="114950" y="1880511"/>
                </a:lnTo>
                <a:lnTo>
                  <a:pt x="114512" y="1880312"/>
                </a:lnTo>
                <a:lnTo>
                  <a:pt x="122363" y="1883858"/>
                </a:lnTo>
                <a:lnTo>
                  <a:pt x="121924" y="1883660"/>
                </a:lnTo>
                <a:lnTo>
                  <a:pt x="129974" y="1886847"/>
                </a:lnTo>
                <a:lnTo>
                  <a:pt x="129516" y="1886668"/>
                </a:lnTo>
                <a:lnTo>
                  <a:pt x="137745" y="1889458"/>
                </a:lnTo>
                <a:lnTo>
                  <a:pt x="137287" y="1889319"/>
                </a:lnTo>
                <a:lnTo>
                  <a:pt x="145695" y="1891710"/>
                </a:lnTo>
                <a:lnTo>
                  <a:pt x="145217" y="1891590"/>
                </a:lnTo>
                <a:lnTo>
                  <a:pt x="153785" y="1893563"/>
                </a:lnTo>
                <a:lnTo>
                  <a:pt x="153307" y="1893463"/>
                </a:lnTo>
                <a:lnTo>
                  <a:pt x="162035" y="1895017"/>
                </a:lnTo>
                <a:lnTo>
                  <a:pt x="161536" y="1894937"/>
                </a:lnTo>
                <a:lnTo>
                  <a:pt x="170423" y="1896074"/>
                </a:lnTo>
                <a:lnTo>
                  <a:pt x="169925" y="1896014"/>
                </a:lnTo>
                <a:lnTo>
                  <a:pt x="178912" y="1896711"/>
                </a:lnTo>
                <a:lnTo>
                  <a:pt x="178413" y="1896691"/>
                </a:lnTo>
                <a:lnTo>
                  <a:pt x="187539" y="1896910"/>
                </a:lnTo>
                <a:lnTo>
                  <a:pt x="187300" y="1896910"/>
                </a:lnTo>
                <a:lnTo>
                  <a:pt x="1630904" y="1896910"/>
                </a:lnTo>
                <a:lnTo>
                  <a:pt x="1630665" y="1896910"/>
                </a:lnTo>
                <a:lnTo>
                  <a:pt x="1639792" y="1896691"/>
                </a:lnTo>
                <a:lnTo>
                  <a:pt x="1639293" y="1896711"/>
                </a:lnTo>
                <a:lnTo>
                  <a:pt x="1648280" y="1896014"/>
                </a:lnTo>
                <a:lnTo>
                  <a:pt x="1647782" y="1896074"/>
                </a:lnTo>
                <a:lnTo>
                  <a:pt x="1656668" y="1894937"/>
                </a:lnTo>
                <a:lnTo>
                  <a:pt x="1656170" y="1895017"/>
                </a:lnTo>
                <a:lnTo>
                  <a:pt x="1664897" y="1893463"/>
                </a:lnTo>
                <a:lnTo>
                  <a:pt x="1664419" y="1893563"/>
                </a:lnTo>
                <a:lnTo>
                  <a:pt x="1672987" y="1891590"/>
                </a:lnTo>
                <a:lnTo>
                  <a:pt x="1672509" y="1891710"/>
                </a:lnTo>
                <a:lnTo>
                  <a:pt x="1680918" y="1889319"/>
                </a:lnTo>
                <a:lnTo>
                  <a:pt x="1680459" y="1889458"/>
                </a:lnTo>
                <a:lnTo>
                  <a:pt x="1688688" y="1886668"/>
                </a:lnTo>
                <a:lnTo>
                  <a:pt x="1688231" y="1886847"/>
                </a:lnTo>
                <a:lnTo>
                  <a:pt x="1696280" y="1883660"/>
                </a:lnTo>
                <a:lnTo>
                  <a:pt x="1695841" y="1883858"/>
                </a:lnTo>
                <a:lnTo>
                  <a:pt x="1703693" y="1880312"/>
                </a:lnTo>
                <a:lnTo>
                  <a:pt x="1703254" y="1880511"/>
                </a:lnTo>
                <a:lnTo>
                  <a:pt x="1710905" y="1876606"/>
                </a:lnTo>
                <a:lnTo>
                  <a:pt x="1710467" y="1876825"/>
                </a:lnTo>
                <a:lnTo>
                  <a:pt x="1717900" y="1872561"/>
                </a:lnTo>
                <a:lnTo>
                  <a:pt x="1717481" y="1872820"/>
                </a:lnTo>
                <a:lnTo>
                  <a:pt x="1724674" y="1868198"/>
                </a:lnTo>
                <a:lnTo>
                  <a:pt x="1724276" y="1868476"/>
                </a:lnTo>
                <a:lnTo>
                  <a:pt x="1731229" y="1863534"/>
                </a:lnTo>
                <a:lnTo>
                  <a:pt x="1730851" y="1863814"/>
                </a:lnTo>
                <a:lnTo>
                  <a:pt x="1737546" y="1858554"/>
                </a:lnTo>
                <a:lnTo>
                  <a:pt x="1737187" y="1858852"/>
                </a:lnTo>
                <a:lnTo>
                  <a:pt x="1743623" y="1853273"/>
                </a:lnTo>
                <a:lnTo>
                  <a:pt x="1743264" y="1853592"/>
                </a:lnTo>
                <a:lnTo>
                  <a:pt x="1749422" y="1847734"/>
                </a:lnTo>
                <a:lnTo>
                  <a:pt x="1749083" y="1848053"/>
                </a:lnTo>
                <a:lnTo>
                  <a:pt x="1754961" y="1841896"/>
                </a:lnTo>
                <a:lnTo>
                  <a:pt x="1754642" y="1842255"/>
                </a:lnTo>
                <a:lnTo>
                  <a:pt x="1760221" y="1835819"/>
                </a:lnTo>
                <a:lnTo>
                  <a:pt x="1759922" y="1836177"/>
                </a:lnTo>
                <a:lnTo>
                  <a:pt x="1765183" y="1829482"/>
                </a:lnTo>
                <a:lnTo>
                  <a:pt x="1764884" y="1829860"/>
                </a:lnTo>
                <a:lnTo>
                  <a:pt x="1769845" y="1822927"/>
                </a:lnTo>
                <a:lnTo>
                  <a:pt x="1769566" y="1823306"/>
                </a:lnTo>
                <a:lnTo>
                  <a:pt x="1774189" y="1816111"/>
                </a:lnTo>
                <a:lnTo>
                  <a:pt x="1773930" y="1816530"/>
                </a:lnTo>
                <a:lnTo>
                  <a:pt x="1778194" y="1809099"/>
                </a:lnTo>
                <a:lnTo>
                  <a:pt x="1777975" y="1809536"/>
                </a:lnTo>
                <a:lnTo>
                  <a:pt x="1781880" y="1801886"/>
                </a:lnTo>
                <a:lnTo>
                  <a:pt x="1781681" y="1802324"/>
                </a:lnTo>
                <a:lnTo>
                  <a:pt x="1785228" y="1794473"/>
                </a:lnTo>
                <a:lnTo>
                  <a:pt x="1785028" y="1794911"/>
                </a:lnTo>
                <a:lnTo>
                  <a:pt x="1788217" y="1786861"/>
                </a:lnTo>
                <a:lnTo>
                  <a:pt x="1788037" y="1787319"/>
                </a:lnTo>
                <a:lnTo>
                  <a:pt x="1790827" y="1779090"/>
                </a:lnTo>
                <a:lnTo>
                  <a:pt x="1790687" y="1779548"/>
                </a:lnTo>
                <a:lnTo>
                  <a:pt x="1793078" y="1771140"/>
                </a:lnTo>
                <a:lnTo>
                  <a:pt x="1792959" y="1771618"/>
                </a:lnTo>
                <a:lnTo>
                  <a:pt x="1794932" y="1763050"/>
                </a:lnTo>
                <a:lnTo>
                  <a:pt x="1794832" y="1763528"/>
                </a:lnTo>
                <a:lnTo>
                  <a:pt x="1796386" y="1754801"/>
                </a:lnTo>
                <a:lnTo>
                  <a:pt x="1796306" y="1755299"/>
                </a:lnTo>
                <a:lnTo>
                  <a:pt x="1797442" y="1746412"/>
                </a:lnTo>
                <a:lnTo>
                  <a:pt x="1797382" y="1746911"/>
                </a:lnTo>
                <a:lnTo>
                  <a:pt x="1798080" y="1737924"/>
                </a:lnTo>
                <a:lnTo>
                  <a:pt x="1798060" y="1738422"/>
                </a:lnTo>
                <a:lnTo>
                  <a:pt x="1798279" y="1729296"/>
                </a:lnTo>
                <a:lnTo>
                  <a:pt x="1798279" y="1729535"/>
                </a:lnTo>
                <a:lnTo>
                  <a:pt x="1798279" y="187300"/>
                </a:lnTo>
                <a:lnTo>
                  <a:pt x="1798279" y="187539"/>
                </a:lnTo>
                <a:lnTo>
                  <a:pt x="1798060" y="178413"/>
                </a:lnTo>
                <a:lnTo>
                  <a:pt x="1798080" y="178931"/>
                </a:lnTo>
                <a:lnTo>
                  <a:pt x="1797382" y="169925"/>
                </a:lnTo>
                <a:lnTo>
                  <a:pt x="1797442" y="170423"/>
                </a:lnTo>
                <a:lnTo>
                  <a:pt x="1796306" y="161536"/>
                </a:lnTo>
                <a:lnTo>
                  <a:pt x="1796386" y="162034"/>
                </a:lnTo>
                <a:lnTo>
                  <a:pt x="1794832" y="153307"/>
                </a:lnTo>
                <a:lnTo>
                  <a:pt x="1794932" y="153785"/>
                </a:lnTo>
                <a:lnTo>
                  <a:pt x="1792959" y="145217"/>
                </a:lnTo>
                <a:lnTo>
                  <a:pt x="1793078" y="145695"/>
                </a:lnTo>
                <a:lnTo>
                  <a:pt x="1790687" y="137287"/>
                </a:lnTo>
                <a:lnTo>
                  <a:pt x="1790827" y="137745"/>
                </a:lnTo>
                <a:lnTo>
                  <a:pt x="1788037" y="129516"/>
                </a:lnTo>
                <a:lnTo>
                  <a:pt x="1788217" y="129974"/>
                </a:lnTo>
                <a:lnTo>
                  <a:pt x="1785028" y="121924"/>
                </a:lnTo>
                <a:lnTo>
                  <a:pt x="1785228" y="122362"/>
                </a:lnTo>
                <a:lnTo>
                  <a:pt x="1781681" y="114512"/>
                </a:lnTo>
                <a:lnTo>
                  <a:pt x="1781880" y="114950"/>
                </a:lnTo>
                <a:lnTo>
                  <a:pt x="1777975" y="107299"/>
                </a:lnTo>
                <a:lnTo>
                  <a:pt x="1778194" y="107737"/>
                </a:lnTo>
                <a:lnTo>
                  <a:pt x="1773930" y="100305"/>
                </a:lnTo>
                <a:lnTo>
                  <a:pt x="1774189" y="100724"/>
                </a:lnTo>
                <a:lnTo>
                  <a:pt x="1769566" y="93531"/>
                </a:lnTo>
                <a:lnTo>
                  <a:pt x="1769845" y="93929"/>
                </a:lnTo>
                <a:lnTo>
                  <a:pt x="1764884" y="86975"/>
                </a:lnTo>
                <a:lnTo>
                  <a:pt x="1765183" y="87353"/>
                </a:lnTo>
                <a:lnTo>
                  <a:pt x="1759922" y="80658"/>
                </a:lnTo>
                <a:lnTo>
                  <a:pt x="1760221" y="81017"/>
                </a:lnTo>
                <a:lnTo>
                  <a:pt x="1754642" y="74581"/>
                </a:lnTo>
                <a:lnTo>
                  <a:pt x="1754961" y="74940"/>
                </a:lnTo>
                <a:lnTo>
                  <a:pt x="1749083" y="68783"/>
                </a:lnTo>
                <a:lnTo>
                  <a:pt x="1749422" y="69122"/>
                </a:lnTo>
                <a:lnTo>
                  <a:pt x="1743264" y="63243"/>
                </a:lnTo>
                <a:lnTo>
                  <a:pt x="1743623" y="63563"/>
                </a:lnTo>
                <a:lnTo>
                  <a:pt x="1737187" y="57983"/>
                </a:lnTo>
                <a:lnTo>
                  <a:pt x="1737546" y="58282"/>
                </a:lnTo>
                <a:lnTo>
                  <a:pt x="1730851" y="53022"/>
                </a:lnTo>
                <a:lnTo>
                  <a:pt x="1731229" y="53321"/>
                </a:lnTo>
                <a:lnTo>
                  <a:pt x="1724276" y="48359"/>
                </a:lnTo>
                <a:lnTo>
                  <a:pt x="1724674" y="48638"/>
                </a:lnTo>
                <a:lnTo>
                  <a:pt x="1717481" y="44015"/>
                </a:lnTo>
                <a:lnTo>
                  <a:pt x="1717900" y="44274"/>
                </a:lnTo>
                <a:lnTo>
                  <a:pt x="1710467" y="40010"/>
                </a:lnTo>
                <a:lnTo>
                  <a:pt x="1710905" y="40230"/>
                </a:lnTo>
                <a:lnTo>
                  <a:pt x="1703254" y="36324"/>
                </a:lnTo>
                <a:lnTo>
                  <a:pt x="1703693" y="36523"/>
                </a:lnTo>
                <a:lnTo>
                  <a:pt x="1695841" y="32977"/>
                </a:lnTo>
                <a:lnTo>
                  <a:pt x="1696280" y="33176"/>
                </a:lnTo>
                <a:lnTo>
                  <a:pt x="1688231" y="29987"/>
                </a:lnTo>
                <a:lnTo>
                  <a:pt x="1688688" y="30167"/>
                </a:lnTo>
                <a:lnTo>
                  <a:pt x="1680459" y="27378"/>
                </a:lnTo>
                <a:lnTo>
                  <a:pt x="1680918" y="27517"/>
                </a:lnTo>
                <a:lnTo>
                  <a:pt x="1672509" y="25126"/>
                </a:lnTo>
                <a:lnTo>
                  <a:pt x="1672987" y="25246"/>
                </a:lnTo>
                <a:lnTo>
                  <a:pt x="1664419" y="23273"/>
                </a:lnTo>
                <a:lnTo>
                  <a:pt x="1664897" y="23372"/>
                </a:lnTo>
                <a:lnTo>
                  <a:pt x="1656170" y="21819"/>
                </a:lnTo>
                <a:lnTo>
                  <a:pt x="1656668" y="21898"/>
                </a:lnTo>
                <a:lnTo>
                  <a:pt x="1647782" y="20762"/>
                </a:lnTo>
                <a:lnTo>
                  <a:pt x="1648280" y="20822"/>
                </a:lnTo>
                <a:lnTo>
                  <a:pt x="1639293" y="20124"/>
                </a:lnTo>
                <a:lnTo>
                  <a:pt x="1639792" y="20144"/>
                </a:lnTo>
                <a:lnTo>
                  <a:pt x="1630665" y="19926"/>
                </a:lnTo>
                <a:lnTo>
                  <a:pt x="1630904" y="19926"/>
                </a:lnTo>
                <a:lnTo>
                  <a:pt x="187300" y="19926"/>
                </a:lnTo>
                <a:lnTo>
                  <a:pt x="187539" y="19926"/>
                </a:lnTo>
                <a:lnTo>
                  <a:pt x="178413" y="20144"/>
                </a:lnTo>
                <a:lnTo>
                  <a:pt x="178912" y="20124"/>
                </a:lnTo>
                <a:lnTo>
                  <a:pt x="169925" y="20822"/>
                </a:lnTo>
                <a:lnTo>
                  <a:pt x="170423" y="20762"/>
                </a:lnTo>
                <a:lnTo>
                  <a:pt x="161536" y="21898"/>
                </a:lnTo>
                <a:lnTo>
                  <a:pt x="162035" y="21819"/>
                </a:lnTo>
                <a:lnTo>
                  <a:pt x="153307" y="23372"/>
                </a:lnTo>
                <a:lnTo>
                  <a:pt x="153785" y="23273"/>
                </a:lnTo>
                <a:lnTo>
                  <a:pt x="145217" y="25246"/>
                </a:lnTo>
                <a:lnTo>
                  <a:pt x="145695" y="25126"/>
                </a:lnTo>
                <a:lnTo>
                  <a:pt x="137287" y="27517"/>
                </a:lnTo>
                <a:lnTo>
                  <a:pt x="137745" y="27378"/>
                </a:lnTo>
                <a:lnTo>
                  <a:pt x="129516" y="30167"/>
                </a:lnTo>
                <a:lnTo>
                  <a:pt x="129974" y="29987"/>
                </a:lnTo>
                <a:lnTo>
                  <a:pt x="121924" y="33176"/>
                </a:lnTo>
                <a:lnTo>
                  <a:pt x="122363" y="32977"/>
                </a:lnTo>
                <a:lnTo>
                  <a:pt x="114512" y="36523"/>
                </a:lnTo>
                <a:lnTo>
                  <a:pt x="114950" y="36324"/>
                </a:lnTo>
                <a:lnTo>
                  <a:pt x="107299" y="40230"/>
                </a:lnTo>
                <a:lnTo>
                  <a:pt x="107737" y="40010"/>
                </a:lnTo>
                <a:lnTo>
                  <a:pt x="100305" y="44274"/>
                </a:lnTo>
                <a:lnTo>
                  <a:pt x="100724" y="44015"/>
                </a:lnTo>
                <a:lnTo>
                  <a:pt x="93530" y="48638"/>
                </a:lnTo>
                <a:lnTo>
                  <a:pt x="93909" y="48359"/>
                </a:lnTo>
                <a:lnTo>
                  <a:pt x="86975" y="53321"/>
                </a:lnTo>
                <a:lnTo>
                  <a:pt x="87354" y="53022"/>
                </a:lnTo>
                <a:lnTo>
                  <a:pt x="80659" y="58282"/>
                </a:lnTo>
                <a:lnTo>
                  <a:pt x="81017" y="57983"/>
                </a:lnTo>
                <a:lnTo>
                  <a:pt x="74581" y="63563"/>
                </a:lnTo>
                <a:lnTo>
                  <a:pt x="74940" y="63243"/>
                </a:lnTo>
                <a:lnTo>
                  <a:pt x="68783" y="69122"/>
                </a:lnTo>
                <a:lnTo>
                  <a:pt x="69122" y="68783"/>
                </a:lnTo>
                <a:lnTo>
                  <a:pt x="63244" y="74940"/>
                </a:lnTo>
                <a:lnTo>
                  <a:pt x="63563" y="74581"/>
                </a:lnTo>
                <a:lnTo>
                  <a:pt x="57983" y="81017"/>
                </a:lnTo>
                <a:lnTo>
                  <a:pt x="58282" y="80658"/>
                </a:lnTo>
                <a:lnTo>
                  <a:pt x="53022" y="87353"/>
                </a:lnTo>
                <a:lnTo>
                  <a:pt x="53321" y="86975"/>
                </a:lnTo>
                <a:lnTo>
                  <a:pt x="48360" y="93929"/>
                </a:lnTo>
                <a:lnTo>
                  <a:pt x="48638" y="93531"/>
                </a:lnTo>
                <a:lnTo>
                  <a:pt x="44016" y="100724"/>
                </a:lnTo>
                <a:lnTo>
                  <a:pt x="44275" y="100305"/>
                </a:lnTo>
                <a:lnTo>
                  <a:pt x="40011" y="107737"/>
                </a:lnTo>
                <a:lnTo>
                  <a:pt x="40230" y="107299"/>
                </a:lnTo>
                <a:lnTo>
                  <a:pt x="36324" y="114950"/>
                </a:lnTo>
                <a:lnTo>
                  <a:pt x="36523" y="114512"/>
                </a:lnTo>
                <a:lnTo>
                  <a:pt x="32977" y="122362"/>
                </a:lnTo>
                <a:lnTo>
                  <a:pt x="33176" y="121924"/>
                </a:lnTo>
                <a:lnTo>
                  <a:pt x="29988" y="129974"/>
                </a:lnTo>
                <a:lnTo>
                  <a:pt x="30168" y="129516"/>
                </a:lnTo>
                <a:lnTo>
                  <a:pt x="27378" y="137745"/>
                </a:lnTo>
                <a:lnTo>
                  <a:pt x="27517" y="137287"/>
                </a:lnTo>
                <a:lnTo>
                  <a:pt x="25126" y="145695"/>
                </a:lnTo>
                <a:lnTo>
                  <a:pt x="25246" y="145217"/>
                </a:lnTo>
                <a:lnTo>
                  <a:pt x="23273" y="153785"/>
                </a:lnTo>
                <a:lnTo>
                  <a:pt x="23373" y="153307"/>
                </a:lnTo>
                <a:lnTo>
                  <a:pt x="21819" y="162034"/>
                </a:lnTo>
                <a:lnTo>
                  <a:pt x="21898" y="161536"/>
                </a:lnTo>
                <a:lnTo>
                  <a:pt x="20763" y="170423"/>
                </a:lnTo>
                <a:lnTo>
                  <a:pt x="20822" y="169925"/>
                </a:lnTo>
                <a:lnTo>
                  <a:pt x="20125" y="178931"/>
                </a:lnTo>
                <a:lnTo>
                  <a:pt x="20145" y="178413"/>
                </a:lnTo>
                <a:lnTo>
                  <a:pt x="19926" y="187539"/>
                </a:lnTo>
              </a:path>
            </a:pathLst>
          </a:custGeom>
          <a:solidFill xmlns:a="http://schemas.openxmlformats.org/drawingml/2006/main">
            <a:srgbClr val="588E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" name="path-124">
            <a:extLst xmlns:a="http://schemas.openxmlformats.org/drawingml/2006/main">
              <a:ext uri="{FF2B5EF4-FFF2-40B4-BE49-F238E27FC236}">
                <a16:creationId xmlns:a16="http://schemas.microsoft.com/office/drawing/2014/main" id="{3C83B7F2-9AAD-416D-8F52-C5FBA9239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11255" y="6456313"/>
            <a:ext cx="1735060" cy="25778"/>
          </a:xfrm>
          <a:custGeom xmlns:a="http://schemas.openxmlformats.org/drawingml/2006/main">
            <a:pathLst>
              <a:path w="1542276" h="22914">
                <a:moveTo>
                  <a:pt x="40" y="0"/>
                </a:moveTo>
                <a:lnTo>
                  <a:pt x="59817" y="119"/>
                </a:lnTo>
                <a:lnTo>
                  <a:pt x="59777" y="20045"/>
                </a:lnTo>
                <a:lnTo>
                  <a:pt x="0" y="19926"/>
                </a:lnTo>
                <a:lnTo>
                  <a:pt x="40" y="0"/>
                </a:lnTo>
                <a:moveTo>
                  <a:pt x="79742" y="159"/>
                </a:moveTo>
                <a:lnTo>
                  <a:pt x="139519" y="279"/>
                </a:lnTo>
                <a:lnTo>
                  <a:pt x="139479" y="20205"/>
                </a:lnTo>
                <a:lnTo>
                  <a:pt x="79702" y="20085"/>
                </a:lnTo>
                <a:lnTo>
                  <a:pt x="79742" y="159"/>
                </a:lnTo>
                <a:moveTo>
                  <a:pt x="159444" y="319"/>
                </a:moveTo>
                <a:lnTo>
                  <a:pt x="219220" y="419"/>
                </a:lnTo>
                <a:lnTo>
                  <a:pt x="219181" y="20344"/>
                </a:lnTo>
                <a:lnTo>
                  <a:pt x="159404" y="20244"/>
                </a:lnTo>
                <a:lnTo>
                  <a:pt x="159444" y="319"/>
                </a:lnTo>
                <a:moveTo>
                  <a:pt x="239146" y="458"/>
                </a:moveTo>
                <a:lnTo>
                  <a:pt x="298923" y="578"/>
                </a:lnTo>
                <a:lnTo>
                  <a:pt x="298883" y="20503"/>
                </a:lnTo>
                <a:lnTo>
                  <a:pt x="239107" y="20384"/>
                </a:lnTo>
                <a:lnTo>
                  <a:pt x="239146" y="458"/>
                </a:lnTo>
                <a:moveTo>
                  <a:pt x="318848" y="618"/>
                </a:moveTo>
                <a:lnTo>
                  <a:pt x="378625" y="737"/>
                </a:lnTo>
                <a:lnTo>
                  <a:pt x="378585" y="20663"/>
                </a:lnTo>
                <a:lnTo>
                  <a:pt x="318808" y="20544"/>
                </a:lnTo>
                <a:lnTo>
                  <a:pt x="318848" y="618"/>
                </a:lnTo>
                <a:moveTo>
                  <a:pt x="398551" y="777"/>
                </a:moveTo>
                <a:lnTo>
                  <a:pt x="458327" y="896"/>
                </a:lnTo>
                <a:lnTo>
                  <a:pt x="458287" y="20822"/>
                </a:lnTo>
                <a:lnTo>
                  <a:pt x="398511" y="20703"/>
                </a:lnTo>
                <a:lnTo>
                  <a:pt x="398551" y="777"/>
                </a:lnTo>
                <a:moveTo>
                  <a:pt x="478252" y="936"/>
                </a:moveTo>
                <a:lnTo>
                  <a:pt x="538029" y="1036"/>
                </a:lnTo>
                <a:lnTo>
                  <a:pt x="537989" y="20962"/>
                </a:lnTo>
                <a:lnTo>
                  <a:pt x="478212" y="20862"/>
                </a:lnTo>
                <a:lnTo>
                  <a:pt x="478252" y="936"/>
                </a:lnTo>
                <a:moveTo>
                  <a:pt x="557955" y="1076"/>
                </a:moveTo>
                <a:lnTo>
                  <a:pt x="617731" y="1195"/>
                </a:lnTo>
                <a:lnTo>
                  <a:pt x="617692" y="21121"/>
                </a:lnTo>
                <a:lnTo>
                  <a:pt x="557915" y="21001"/>
                </a:lnTo>
                <a:lnTo>
                  <a:pt x="557955" y="1076"/>
                </a:lnTo>
                <a:moveTo>
                  <a:pt x="637657" y="1235"/>
                </a:moveTo>
                <a:lnTo>
                  <a:pt x="697433" y="1355"/>
                </a:lnTo>
                <a:lnTo>
                  <a:pt x="697393" y="21281"/>
                </a:lnTo>
                <a:lnTo>
                  <a:pt x="637617" y="21160"/>
                </a:lnTo>
                <a:lnTo>
                  <a:pt x="637657" y="1235"/>
                </a:lnTo>
                <a:moveTo>
                  <a:pt x="717359" y="1395"/>
                </a:moveTo>
                <a:lnTo>
                  <a:pt x="777136" y="1514"/>
                </a:lnTo>
                <a:lnTo>
                  <a:pt x="777096" y="21440"/>
                </a:lnTo>
                <a:lnTo>
                  <a:pt x="717319" y="21320"/>
                </a:lnTo>
                <a:lnTo>
                  <a:pt x="717359" y="1395"/>
                </a:lnTo>
                <a:moveTo>
                  <a:pt x="797061" y="1554"/>
                </a:moveTo>
                <a:lnTo>
                  <a:pt x="856837" y="1654"/>
                </a:lnTo>
                <a:lnTo>
                  <a:pt x="856797" y="21580"/>
                </a:lnTo>
                <a:lnTo>
                  <a:pt x="797021" y="21480"/>
                </a:lnTo>
                <a:lnTo>
                  <a:pt x="797061" y="1554"/>
                </a:lnTo>
                <a:moveTo>
                  <a:pt x="876763" y="1694"/>
                </a:moveTo>
                <a:lnTo>
                  <a:pt x="936540" y="1813"/>
                </a:lnTo>
                <a:lnTo>
                  <a:pt x="936500" y="21739"/>
                </a:lnTo>
                <a:lnTo>
                  <a:pt x="876723" y="21619"/>
                </a:lnTo>
                <a:lnTo>
                  <a:pt x="876763" y="1694"/>
                </a:lnTo>
                <a:moveTo>
                  <a:pt x="956465" y="1853"/>
                </a:moveTo>
                <a:lnTo>
                  <a:pt x="1016242" y="1973"/>
                </a:lnTo>
                <a:lnTo>
                  <a:pt x="1016202" y="21898"/>
                </a:lnTo>
                <a:lnTo>
                  <a:pt x="956425" y="21778"/>
                </a:lnTo>
                <a:lnTo>
                  <a:pt x="956465" y="1853"/>
                </a:lnTo>
                <a:moveTo>
                  <a:pt x="1036167" y="2012"/>
                </a:moveTo>
                <a:lnTo>
                  <a:pt x="1095944" y="2132"/>
                </a:lnTo>
                <a:lnTo>
                  <a:pt x="1095904" y="22057"/>
                </a:lnTo>
                <a:lnTo>
                  <a:pt x="1036127" y="21938"/>
                </a:lnTo>
                <a:lnTo>
                  <a:pt x="1036167" y="2012"/>
                </a:lnTo>
                <a:moveTo>
                  <a:pt x="1115869" y="2172"/>
                </a:moveTo>
                <a:lnTo>
                  <a:pt x="1175646" y="2271"/>
                </a:lnTo>
                <a:lnTo>
                  <a:pt x="1175606" y="22197"/>
                </a:lnTo>
                <a:lnTo>
                  <a:pt x="1115829" y="22098"/>
                </a:lnTo>
                <a:lnTo>
                  <a:pt x="1115869" y="2172"/>
                </a:lnTo>
                <a:moveTo>
                  <a:pt x="1195571" y="2311"/>
                </a:moveTo>
                <a:lnTo>
                  <a:pt x="1255348" y="2430"/>
                </a:lnTo>
                <a:lnTo>
                  <a:pt x="1255308" y="22356"/>
                </a:lnTo>
                <a:lnTo>
                  <a:pt x="1195531" y="22237"/>
                </a:lnTo>
                <a:lnTo>
                  <a:pt x="1195571" y="2311"/>
                </a:lnTo>
                <a:moveTo>
                  <a:pt x="1275273" y="2471"/>
                </a:moveTo>
                <a:lnTo>
                  <a:pt x="1335050" y="2590"/>
                </a:lnTo>
                <a:lnTo>
                  <a:pt x="1335011" y="22516"/>
                </a:lnTo>
                <a:lnTo>
                  <a:pt x="1275234" y="22396"/>
                </a:lnTo>
                <a:lnTo>
                  <a:pt x="1275273" y="2471"/>
                </a:lnTo>
                <a:moveTo>
                  <a:pt x="1354976" y="2630"/>
                </a:moveTo>
                <a:lnTo>
                  <a:pt x="1414752" y="2750"/>
                </a:lnTo>
                <a:lnTo>
                  <a:pt x="1414713" y="22675"/>
                </a:lnTo>
                <a:lnTo>
                  <a:pt x="1354936" y="22555"/>
                </a:lnTo>
                <a:lnTo>
                  <a:pt x="1354976" y="2630"/>
                </a:lnTo>
                <a:moveTo>
                  <a:pt x="1434678" y="2789"/>
                </a:moveTo>
                <a:lnTo>
                  <a:pt x="1494454" y="2889"/>
                </a:lnTo>
                <a:lnTo>
                  <a:pt x="1494415" y="22814"/>
                </a:lnTo>
                <a:lnTo>
                  <a:pt x="1434638" y="22715"/>
                </a:lnTo>
                <a:lnTo>
                  <a:pt x="1434678" y="2789"/>
                </a:lnTo>
                <a:moveTo>
                  <a:pt x="1514380" y="2929"/>
                </a:moveTo>
                <a:lnTo>
                  <a:pt x="1542276" y="2989"/>
                </a:lnTo>
                <a:lnTo>
                  <a:pt x="1542236" y="22914"/>
                </a:lnTo>
                <a:lnTo>
                  <a:pt x="1514340" y="22855"/>
                </a:lnTo>
                <a:lnTo>
                  <a:pt x="1514380" y="2929"/>
                </a:lnTo>
              </a:path>
            </a:pathLst>
          </a:custGeom>
          <a:solidFill xmlns:a="http://schemas.openxmlformats.org/drawingml/2006/main">
            <a:srgbClr val="ACD78E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96" name="">
            <a:extLst xmlns:a="http://schemas.openxmlformats.org/drawingml/2006/main">
              <a:ext uri="{FF2B5EF4-FFF2-40B4-BE49-F238E27FC236}">
                <a16:creationId xmlns:a16="http://schemas.microsoft.com/office/drawing/2014/main" id="{5E88E96B-8AC3-4703-9DBA-35918B45B1E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e0c7eb5299f4aa0"/>
          <a:stretch xmlns:a="http://schemas.openxmlformats.org/drawingml/2006/main"/>
        </p:blipFill>
        <p:spPr>
          <a:xfrm xmlns:a="http://schemas.openxmlformats.org/drawingml/2006/main">
            <a:off x="5068247" y="5559664"/>
            <a:ext cx="667107" cy="667107"/>
          </a:xfrm>
          <a:prstGeom xmlns:a="http://schemas.openxmlformats.org/drawingml/2006/main" prst="rect">
            <a:avLst/>
          </a:prstGeom>
        </p:spPr>
      </p:pic>
      <p:sp>
        <p:nvSpPr>
          <p:cNvPr id="197" name="text-126 InternLM-">
            <a:extLst xmlns:a="http://schemas.openxmlformats.org/drawingml/2006/main">
              <a:ext uri="{FF2B5EF4-FFF2-40B4-BE49-F238E27FC236}">
                <a16:creationId xmlns:a16="http://schemas.microsoft.com/office/drawing/2014/main" id="{44D1A542-203F-49F7-9BB2-1B1CC0C64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88021" y="6316036"/>
            <a:ext cx="1148733" cy="3140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FFFFFF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FFFFFF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FFFFFF"/>
                </a:solidFill>
                <a:latin typeface="Comic Sans MS"/>
                <a:ea typeface="Comic Sans MS"/>
                <a:cs typeface="Comic Sans MS"/>
              </a:rPr>
              <a:t>InternLM-</a:t>
            </a:r>
          </a:p>
        </p:txBody>
      </p:sp>
      <p:sp>
        <p:nvSpPr>
          <p:cNvPr id="198" name="text-127 Chat-20B">
            <a:extLst xmlns:a="http://schemas.openxmlformats.org/drawingml/2006/main">
              <a:ext uri="{FF2B5EF4-FFF2-40B4-BE49-F238E27FC236}">
                <a16:creationId xmlns:a16="http://schemas.microsoft.com/office/drawing/2014/main" id="{5B176C31-D0D5-438C-98B7-320D2F245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46303" y="6585293"/>
            <a:ext cx="1032749" cy="3137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FFFFFF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FFFFFF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FFFFFF"/>
                </a:solidFill>
                <a:latin typeface="Comic Sans MS"/>
                <a:ea typeface="Comic Sans MS"/>
                <a:cs typeface="Comic Sans MS"/>
              </a:rPr>
              <a:t>Chat-20B</a:t>
            </a:r>
          </a:p>
        </p:txBody>
      </p:sp>
      <p:pic>
        <p:nvPicPr>
          <p:cNvPr id="199" name="">
            <a:extLst xmlns:a="http://schemas.openxmlformats.org/drawingml/2006/main">
              <a:ext uri="{FF2B5EF4-FFF2-40B4-BE49-F238E27FC236}">
                <a16:creationId xmlns:a16="http://schemas.microsoft.com/office/drawing/2014/main" id="{D23BE3FC-CAB1-47FC-9556-4FCF88E8304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6c1049f654f4926"/>
          <a:stretch xmlns:a="http://schemas.openxmlformats.org/drawingml/2006/main"/>
        </p:blipFill>
        <p:spPr>
          <a:xfrm xmlns:a="http://schemas.openxmlformats.org/drawingml/2006/main">
            <a:off x="2043403" y="9300931"/>
            <a:ext cx="460653" cy="460653"/>
          </a:xfrm>
          <a:prstGeom xmlns:a="http://schemas.openxmlformats.org/drawingml/2006/main" prst="rect">
            <a:avLst/>
          </a:prstGeom>
        </p:spPr>
      </p:pic>
      <p:sp>
        <p:nvSpPr>
          <p:cNvPr id="200" name="path-129">
            <a:extLst xmlns:a="http://schemas.openxmlformats.org/drawingml/2006/main">
              <a:ext uri="{FF2B5EF4-FFF2-40B4-BE49-F238E27FC236}">
                <a16:creationId xmlns:a16="http://schemas.microsoft.com/office/drawing/2014/main" id="{8F360491-FED2-4E44-921B-02D2638BA2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4886" y="5801759"/>
            <a:ext cx="1546719" cy="572958"/>
          </a:xfrm>
          <a:custGeom xmlns:a="http://schemas.openxmlformats.org/drawingml/2006/main">
            <a:pathLst>
              <a:path w="1374861" h="509296">
                <a:moveTo>
                  <a:pt x="0" y="0"/>
                </a:moveTo>
                <a:lnTo>
                  <a:pt x="0" y="509296"/>
                </a:lnTo>
                <a:lnTo>
                  <a:pt x="1374861" y="509296"/>
                </a:lnTo>
                <a:lnTo>
                  <a:pt x="1374861" y="0"/>
                </a:lnTo>
                <a:close/>
              </a:path>
            </a:pathLst>
          </a:custGeom>
          <a:solidFill xmlns:a="http://schemas.openxmlformats.org/drawingml/2006/main">
            <a:srgbClr val="FFF2C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" name="path-130">
            <a:extLst xmlns:a="http://schemas.openxmlformats.org/drawingml/2006/main">
              <a:ext uri="{FF2B5EF4-FFF2-40B4-BE49-F238E27FC236}">
                <a16:creationId xmlns:a16="http://schemas.microsoft.com/office/drawing/2014/main" id="{BFDE36DB-214C-4F5E-84BE-8B2B4A0E6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34126" y="5791672"/>
            <a:ext cx="1569135" cy="592908"/>
          </a:xfrm>
          <a:custGeom xmlns:a="http://schemas.openxmlformats.org/drawingml/2006/main">
            <a:pathLst>
              <a:path w="1394787" h="527029">
                <a:moveTo>
                  <a:pt x="1394787" y="0"/>
                </a:moveTo>
                <a:lnTo>
                  <a:pt x="1394787" y="527029"/>
                </a:lnTo>
                <a:lnTo>
                  <a:pt x="0" y="527029"/>
                </a:lnTo>
                <a:lnTo>
                  <a:pt x="0" y="0"/>
                </a:lnTo>
                <a:lnTo>
                  <a:pt x="1394787" y="0"/>
                </a:lnTo>
                <a:moveTo>
                  <a:pt x="9963" y="19925"/>
                </a:moveTo>
                <a:lnTo>
                  <a:pt x="19925" y="9963"/>
                </a:lnTo>
                <a:lnTo>
                  <a:pt x="19925" y="517067"/>
                </a:lnTo>
                <a:lnTo>
                  <a:pt x="9963" y="507104"/>
                </a:lnTo>
                <a:lnTo>
                  <a:pt x="1384824" y="507104"/>
                </a:lnTo>
                <a:lnTo>
                  <a:pt x="1374862" y="517067"/>
                </a:lnTo>
                <a:lnTo>
                  <a:pt x="1374862" y="9963"/>
                </a:lnTo>
                <a:lnTo>
                  <a:pt x="1384824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FFF2C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" name="text-131 Single">
            <a:extLst xmlns:a="http://schemas.openxmlformats.org/drawingml/2006/main">
              <a:ext uri="{FF2B5EF4-FFF2-40B4-BE49-F238E27FC236}">
                <a16:creationId xmlns:a16="http://schemas.microsoft.com/office/drawing/2014/main" id="{0201C8EC-F714-4D1B-8526-FC1BA25C9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93282" y="5824043"/>
            <a:ext cx="679260" cy="3140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Single</a:t>
            </a:r>
          </a:p>
        </p:txBody>
      </p:sp>
      <p:sp>
        <p:nvSpPr>
          <p:cNvPr id="203" name="text-131 Item">
            <a:extLst xmlns:a="http://schemas.openxmlformats.org/drawingml/2006/main">
              <a:ext uri="{FF2B5EF4-FFF2-40B4-BE49-F238E27FC236}">
                <a16:creationId xmlns:a16="http://schemas.microsoft.com/office/drawing/2014/main" id="{5E76D3E1-4433-4CC2-866C-2E2CA0F51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00513" y="5824474"/>
            <a:ext cx="564380" cy="3134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</a:t>
            </a:r>
          </a:p>
        </p:txBody>
      </p:sp>
      <p:sp>
        <p:nvSpPr>
          <p:cNvPr id="204" name="text-132 &amp;">
            <a:extLst xmlns:a="http://schemas.openxmlformats.org/drawingml/2006/main">
              <a:ext uri="{FF2B5EF4-FFF2-40B4-BE49-F238E27FC236}">
                <a16:creationId xmlns:a16="http://schemas.microsoft.com/office/drawing/2014/main" id="{9CC95865-B25C-48E3-90F9-D400751B8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23543" y="6094127"/>
            <a:ext cx="186112" cy="3124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&amp;</a:t>
            </a:r>
          </a:p>
        </p:txBody>
      </p:sp>
      <p:sp>
        <p:nvSpPr>
          <p:cNvPr id="205" name="text-132 Summaty">
            <a:extLst xmlns:a="http://schemas.openxmlformats.org/drawingml/2006/main">
              <a:ext uri="{FF2B5EF4-FFF2-40B4-BE49-F238E27FC236}">
                <a16:creationId xmlns:a16="http://schemas.microsoft.com/office/drawing/2014/main" id="{E95B40AA-2BC5-4D41-B37D-E415F8055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37617" y="6093479"/>
            <a:ext cx="995876" cy="3133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Summaty</a:t>
            </a:r>
          </a:p>
        </p:txBody>
      </p:sp>
      <p:sp>
        <p:nvSpPr>
          <p:cNvPr id="206" name="path-133">
            <a:extLst xmlns:a="http://schemas.openxmlformats.org/drawingml/2006/main">
              <a:ext uri="{FF2B5EF4-FFF2-40B4-BE49-F238E27FC236}">
                <a16:creationId xmlns:a16="http://schemas.microsoft.com/office/drawing/2014/main" id="{99D2573A-2079-4EC8-BFB2-D2F8C7933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4886" y="6848148"/>
            <a:ext cx="1546719" cy="602549"/>
          </a:xfrm>
          <a:custGeom xmlns:a="http://schemas.openxmlformats.org/drawingml/2006/main">
            <a:pathLst>
              <a:path w="1374861" h="535599">
                <a:moveTo>
                  <a:pt x="0" y="0"/>
                </a:moveTo>
                <a:lnTo>
                  <a:pt x="0" y="535599"/>
                </a:lnTo>
                <a:lnTo>
                  <a:pt x="1374861" y="535599"/>
                </a:lnTo>
                <a:lnTo>
                  <a:pt x="1374861" y="0"/>
                </a:lnTo>
                <a:close/>
              </a:path>
            </a:pathLst>
          </a:custGeom>
          <a:solidFill xmlns:a="http://schemas.openxmlformats.org/drawingml/2006/main">
            <a:srgbClr val="FFF2C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" name="path-134">
            <a:extLst xmlns:a="http://schemas.openxmlformats.org/drawingml/2006/main">
              <a:ext uri="{FF2B5EF4-FFF2-40B4-BE49-F238E27FC236}">
                <a16:creationId xmlns:a16="http://schemas.microsoft.com/office/drawing/2014/main" id="{919D688E-BE20-45F1-BF13-E201DF81E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34126" y="6837389"/>
            <a:ext cx="1569135" cy="624292"/>
          </a:xfrm>
          <a:custGeom xmlns:a="http://schemas.openxmlformats.org/drawingml/2006/main">
            <a:pathLst>
              <a:path w="1394787" h="554926">
                <a:moveTo>
                  <a:pt x="1394787" y="0"/>
                </a:moveTo>
                <a:lnTo>
                  <a:pt x="1394787" y="554926"/>
                </a:lnTo>
                <a:lnTo>
                  <a:pt x="0" y="554926"/>
                </a:lnTo>
                <a:lnTo>
                  <a:pt x="0" y="0"/>
                </a:lnTo>
                <a:lnTo>
                  <a:pt x="1394787" y="0"/>
                </a:lnTo>
                <a:moveTo>
                  <a:pt x="9963" y="19926"/>
                </a:moveTo>
                <a:lnTo>
                  <a:pt x="19925" y="9963"/>
                </a:lnTo>
                <a:lnTo>
                  <a:pt x="19925" y="544963"/>
                </a:lnTo>
                <a:lnTo>
                  <a:pt x="9963" y="535000"/>
                </a:lnTo>
                <a:lnTo>
                  <a:pt x="1384824" y="535000"/>
                </a:lnTo>
                <a:lnTo>
                  <a:pt x="1374862" y="544963"/>
                </a:lnTo>
                <a:lnTo>
                  <a:pt x="1374862" y="9963"/>
                </a:lnTo>
                <a:lnTo>
                  <a:pt x="1384824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FFF2C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" name="text-135 Multi">
            <a:extLst xmlns:a="http://schemas.openxmlformats.org/drawingml/2006/main">
              <a:ext uri="{FF2B5EF4-FFF2-40B4-BE49-F238E27FC236}">
                <a16:creationId xmlns:a16="http://schemas.microsoft.com/office/drawing/2014/main" id="{6F81AA13-1BF3-41E3-B343-A4FFBA488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69743" y="6893289"/>
            <a:ext cx="584837" cy="3140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Multi</a:t>
            </a:r>
          </a:p>
        </p:txBody>
      </p:sp>
      <p:sp>
        <p:nvSpPr>
          <p:cNvPr id="209" name="text-135 Items">
            <a:extLst xmlns:a="http://schemas.openxmlformats.org/drawingml/2006/main">
              <a:ext uri="{FF2B5EF4-FFF2-40B4-BE49-F238E27FC236}">
                <a16:creationId xmlns:a16="http://schemas.microsoft.com/office/drawing/2014/main" id="{E8168844-F0A2-4668-853D-5998B808B0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81706" y="6893710"/>
            <a:ext cx="673419" cy="3134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Items</a:t>
            </a:r>
          </a:p>
        </p:txBody>
      </p:sp>
      <p:sp>
        <p:nvSpPr>
          <p:cNvPr id="210" name="text-136 &amp;">
            <a:extLst xmlns:a="http://schemas.openxmlformats.org/drawingml/2006/main">
              <a:ext uri="{FF2B5EF4-FFF2-40B4-BE49-F238E27FC236}">
                <a16:creationId xmlns:a16="http://schemas.microsoft.com/office/drawing/2014/main" id="{F588A170-DAF5-4731-935C-2D012AE3A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05610" y="7163381"/>
            <a:ext cx="186112" cy="3124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&amp;</a:t>
            </a:r>
          </a:p>
        </p:txBody>
      </p:sp>
      <p:sp>
        <p:nvSpPr>
          <p:cNvPr id="211" name="text-136 Summary">
            <a:extLst xmlns:a="http://schemas.openxmlformats.org/drawingml/2006/main">
              <a:ext uri="{FF2B5EF4-FFF2-40B4-BE49-F238E27FC236}">
                <a16:creationId xmlns:a16="http://schemas.microsoft.com/office/drawing/2014/main" id="{07AB7A23-CF38-42A6-AD29-710B38A86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19684" y="7162679"/>
            <a:ext cx="998129" cy="3134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Summary</a:t>
            </a:r>
          </a:p>
        </p:txBody>
      </p:sp>
      <p:sp>
        <p:nvSpPr>
          <p:cNvPr id="212" name="path-137">
            <a:extLst xmlns:a="http://schemas.openxmlformats.org/drawingml/2006/main">
              <a:ext uri="{FF2B5EF4-FFF2-40B4-BE49-F238E27FC236}">
                <a16:creationId xmlns:a16="http://schemas.microsoft.com/office/drawing/2014/main" id="{9D1742FE-43E3-4EF8-9EE0-4544901F2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7460" y="5388180"/>
            <a:ext cx="2045481" cy="2157562"/>
          </a:xfrm>
          <a:custGeom xmlns:a="http://schemas.openxmlformats.org/drawingml/2006/main">
            <a:pathLst>
              <a:path w="1818205" h="1917833">
                <a:moveTo>
                  <a:pt x="240" y="177656"/>
                </a:moveTo>
                <a:lnTo>
                  <a:pt x="956" y="168151"/>
                </a:lnTo>
                <a:lnTo>
                  <a:pt x="2152" y="158786"/>
                </a:lnTo>
                <a:lnTo>
                  <a:pt x="3806" y="149561"/>
                </a:lnTo>
                <a:lnTo>
                  <a:pt x="5898" y="140495"/>
                </a:lnTo>
                <a:lnTo>
                  <a:pt x="8429" y="131608"/>
                </a:lnTo>
                <a:lnTo>
                  <a:pt x="11358" y="122901"/>
                </a:lnTo>
                <a:lnTo>
                  <a:pt x="14725" y="114393"/>
                </a:lnTo>
                <a:lnTo>
                  <a:pt x="18471" y="106083"/>
                </a:lnTo>
                <a:lnTo>
                  <a:pt x="22616" y="98013"/>
                </a:lnTo>
                <a:lnTo>
                  <a:pt x="27119" y="90163"/>
                </a:lnTo>
                <a:lnTo>
                  <a:pt x="31981" y="82571"/>
                </a:lnTo>
                <a:lnTo>
                  <a:pt x="37201" y="75219"/>
                </a:lnTo>
                <a:lnTo>
                  <a:pt x="42761" y="68145"/>
                </a:lnTo>
                <a:lnTo>
                  <a:pt x="48658" y="61350"/>
                </a:lnTo>
                <a:lnTo>
                  <a:pt x="54855" y="54855"/>
                </a:lnTo>
                <a:lnTo>
                  <a:pt x="61351" y="48658"/>
                </a:lnTo>
                <a:lnTo>
                  <a:pt x="68145" y="42760"/>
                </a:lnTo>
                <a:lnTo>
                  <a:pt x="75219" y="37221"/>
                </a:lnTo>
                <a:lnTo>
                  <a:pt x="82571" y="31980"/>
                </a:lnTo>
                <a:lnTo>
                  <a:pt x="90164" y="27119"/>
                </a:lnTo>
                <a:lnTo>
                  <a:pt x="98014" y="22615"/>
                </a:lnTo>
                <a:lnTo>
                  <a:pt x="106084" y="18471"/>
                </a:lnTo>
                <a:lnTo>
                  <a:pt x="114392" y="14725"/>
                </a:lnTo>
                <a:lnTo>
                  <a:pt x="122901" y="11357"/>
                </a:lnTo>
                <a:lnTo>
                  <a:pt x="131608" y="8428"/>
                </a:lnTo>
                <a:lnTo>
                  <a:pt x="140495" y="5898"/>
                </a:lnTo>
                <a:lnTo>
                  <a:pt x="149561" y="3805"/>
                </a:lnTo>
                <a:lnTo>
                  <a:pt x="158787" y="2152"/>
                </a:lnTo>
                <a:lnTo>
                  <a:pt x="168152" y="956"/>
                </a:lnTo>
                <a:lnTo>
                  <a:pt x="177657" y="239"/>
                </a:lnTo>
                <a:lnTo>
                  <a:pt x="187161" y="0"/>
                </a:lnTo>
                <a:lnTo>
                  <a:pt x="1631045" y="0"/>
                </a:lnTo>
                <a:lnTo>
                  <a:pt x="1640549" y="239"/>
                </a:lnTo>
                <a:lnTo>
                  <a:pt x="1650052" y="956"/>
                </a:lnTo>
                <a:lnTo>
                  <a:pt x="1659417" y="2152"/>
                </a:lnTo>
                <a:lnTo>
                  <a:pt x="1668644" y="3805"/>
                </a:lnTo>
                <a:lnTo>
                  <a:pt x="1677709" y="5898"/>
                </a:lnTo>
                <a:lnTo>
                  <a:pt x="1686596" y="8428"/>
                </a:lnTo>
                <a:lnTo>
                  <a:pt x="1695304" y="11357"/>
                </a:lnTo>
                <a:lnTo>
                  <a:pt x="1703813" y="14725"/>
                </a:lnTo>
                <a:lnTo>
                  <a:pt x="1712121" y="18471"/>
                </a:lnTo>
                <a:lnTo>
                  <a:pt x="1720191" y="22615"/>
                </a:lnTo>
                <a:lnTo>
                  <a:pt x="1728041" y="27119"/>
                </a:lnTo>
                <a:lnTo>
                  <a:pt x="1735632" y="31980"/>
                </a:lnTo>
                <a:lnTo>
                  <a:pt x="1742986" y="37221"/>
                </a:lnTo>
                <a:lnTo>
                  <a:pt x="1750060" y="42760"/>
                </a:lnTo>
                <a:lnTo>
                  <a:pt x="1756854" y="48658"/>
                </a:lnTo>
                <a:lnTo>
                  <a:pt x="1763349" y="54855"/>
                </a:lnTo>
                <a:lnTo>
                  <a:pt x="1769545" y="61350"/>
                </a:lnTo>
                <a:lnTo>
                  <a:pt x="1775444" y="68145"/>
                </a:lnTo>
                <a:lnTo>
                  <a:pt x="1780984" y="75219"/>
                </a:lnTo>
                <a:lnTo>
                  <a:pt x="1786224" y="82571"/>
                </a:lnTo>
                <a:lnTo>
                  <a:pt x="1791086" y="90163"/>
                </a:lnTo>
                <a:lnTo>
                  <a:pt x="1795590" y="98013"/>
                </a:lnTo>
                <a:lnTo>
                  <a:pt x="1799734" y="106083"/>
                </a:lnTo>
                <a:lnTo>
                  <a:pt x="1803479" y="114393"/>
                </a:lnTo>
                <a:lnTo>
                  <a:pt x="1806846" y="122901"/>
                </a:lnTo>
                <a:lnTo>
                  <a:pt x="1809776" y="131608"/>
                </a:lnTo>
                <a:lnTo>
                  <a:pt x="1812307" y="140495"/>
                </a:lnTo>
                <a:lnTo>
                  <a:pt x="1814399" y="149561"/>
                </a:lnTo>
                <a:lnTo>
                  <a:pt x="1816052" y="158786"/>
                </a:lnTo>
                <a:lnTo>
                  <a:pt x="1817248" y="168151"/>
                </a:lnTo>
                <a:lnTo>
                  <a:pt x="1817966" y="177656"/>
                </a:lnTo>
                <a:lnTo>
                  <a:pt x="1818205" y="187160"/>
                </a:lnTo>
                <a:lnTo>
                  <a:pt x="1818205" y="1730672"/>
                </a:lnTo>
                <a:lnTo>
                  <a:pt x="1817966" y="1740176"/>
                </a:lnTo>
                <a:lnTo>
                  <a:pt x="1817248" y="1749680"/>
                </a:lnTo>
                <a:lnTo>
                  <a:pt x="1816052" y="1759045"/>
                </a:lnTo>
                <a:lnTo>
                  <a:pt x="1814399" y="1768271"/>
                </a:lnTo>
                <a:lnTo>
                  <a:pt x="1812307" y="1777336"/>
                </a:lnTo>
                <a:lnTo>
                  <a:pt x="1809776" y="1786224"/>
                </a:lnTo>
                <a:lnTo>
                  <a:pt x="1806846" y="1794931"/>
                </a:lnTo>
                <a:lnTo>
                  <a:pt x="1803479" y="1803440"/>
                </a:lnTo>
                <a:lnTo>
                  <a:pt x="1799734" y="1811748"/>
                </a:lnTo>
                <a:lnTo>
                  <a:pt x="1795590" y="1819818"/>
                </a:lnTo>
                <a:lnTo>
                  <a:pt x="1791086" y="1827668"/>
                </a:lnTo>
                <a:lnTo>
                  <a:pt x="1786224" y="1835261"/>
                </a:lnTo>
                <a:lnTo>
                  <a:pt x="1780984" y="1842613"/>
                </a:lnTo>
                <a:lnTo>
                  <a:pt x="1775444" y="1849687"/>
                </a:lnTo>
                <a:lnTo>
                  <a:pt x="1769545" y="1856481"/>
                </a:lnTo>
                <a:lnTo>
                  <a:pt x="1763349" y="1862976"/>
                </a:lnTo>
                <a:lnTo>
                  <a:pt x="1756854" y="1869174"/>
                </a:lnTo>
                <a:lnTo>
                  <a:pt x="1750060" y="1875071"/>
                </a:lnTo>
                <a:lnTo>
                  <a:pt x="1742986" y="1880631"/>
                </a:lnTo>
                <a:lnTo>
                  <a:pt x="1735632" y="1885851"/>
                </a:lnTo>
                <a:lnTo>
                  <a:pt x="1728041" y="1890713"/>
                </a:lnTo>
                <a:lnTo>
                  <a:pt x="1720191" y="1895217"/>
                </a:lnTo>
                <a:lnTo>
                  <a:pt x="1712121" y="1899361"/>
                </a:lnTo>
                <a:lnTo>
                  <a:pt x="1703813" y="1903106"/>
                </a:lnTo>
                <a:lnTo>
                  <a:pt x="1695304" y="1906474"/>
                </a:lnTo>
                <a:lnTo>
                  <a:pt x="1686596" y="1909403"/>
                </a:lnTo>
                <a:lnTo>
                  <a:pt x="1677709" y="1911934"/>
                </a:lnTo>
                <a:lnTo>
                  <a:pt x="1668644" y="1914026"/>
                </a:lnTo>
                <a:lnTo>
                  <a:pt x="1659417" y="1915680"/>
                </a:lnTo>
                <a:lnTo>
                  <a:pt x="1650052" y="1916876"/>
                </a:lnTo>
                <a:lnTo>
                  <a:pt x="1640549" y="1917592"/>
                </a:lnTo>
                <a:lnTo>
                  <a:pt x="1631045" y="1917833"/>
                </a:lnTo>
                <a:lnTo>
                  <a:pt x="187161" y="1917833"/>
                </a:lnTo>
                <a:lnTo>
                  <a:pt x="177657" y="1917592"/>
                </a:lnTo>
                <a:lnTo>
                  <a:pt x="168152" y="1916876"/>
                </a:lnTo>
                <a:lnTo>
                  <a:pt x="158787" y="1915680"/>
                </a:lnTo>
                <a:lnTo>
                  <a:pt x="149561" y="1914026"/>
                </a:lnTo>
                <a:lnTo>
                  <a:pt x="140495" y="1911934"/>
                </a:lnTo>
                <a:lnTo>
                  <a:pt x="131608" y="1909403"/>
                </a:lnTo>
                <a:lnTo>
                  <a:pt x="122901" y="1906474"/>
                </a:lnTo>
                <a:lnTo>
                  <a:pt x="114392" y="1903106"/>
                </a:lnTo>
                <a:lnTo>
                  <a:pt x="106084" y="1899361"/>
                </a:lnTo>
                <a:lnTo>
                  <a:pt x="98014" y="1895217"/>
                </a:lnTo>
                <a:lnTo>
                  <a:pt x="90164" y="1890713"/>
                </a:lnTo>
                <a:lnTo>
                  <a:pt x="82571" y="1885851"/>
                </a:lnTo>
                <a:lnTo>
                  <a:pt x="75219" y="1880631"/>
                </a:lnTo>
                <a:lnTo>
                  <a:pt x="68145" y="1875071"/>
                </a:lnTo>
                <a:lnTo>
                  <a:pt x="61351" y="1869174"/>
                </a:lnTo>
                <a:lnTo>
                  <a:pt x="54855" y="1862976"/>
                </a:lnTo>
                <a:lnTo>
                  <a:pt x="48658" y="1856481"/>
                </a:lnTo>
                <a:lnTo>
                  <a:pt x="42761" y="1849687"/>
                </a:lnTo>
                <a:lnTo>
                  <a:pt x="37201" y="1842613"/>
                </a:lnTo>
                <a:lnTo>
                  <a:pt x="31981" y="1835261"/>
                </a:lnTo>
                <a:lnTo>
                  <a:pt x="27119" y="1827668"/>
                </a:lnTo>
                <a:lnTo>
                  <a:pt x="22616" y="1819818"/>
                </a:lnTo>
                <a:lnTo>
                  <a:pt x="18471" y="1811748"/>
                </a:lnTo>
                <a:lnTo>
                  <a:pt x="14725" y="1803440"/>
                </a:lnTo>
                <a:lnTo>
                  <a:pt x="11358" y="1794931"/>
                </a:lnTo>
                <a:lnTo>
                  <a:pt x="8429" y="1786224"/>
                </a:lnTo>
                <a:lnTo>
                  <a:pt x="5898" y="1777336"/>
                </a:lnTo>
                <a:lnTo>
                  <a:pt x="3806" y="1768271"/>
                </a:lnTo>
                <a:lnTo>
                  <a:pt x="2152" y="1759045"/>
                </a:lnTo>
                <a:lnTo>
                  <a:pt x="956" y="1749680"/>
                </a:lnTo>
                <a:lnTo>
                  <a:pt x="240" y="1740176"/>
                </a:lnTo>
                <a:lnTo>
                  <a:pt x="0" y="1730672"/>
                </a:lnTo>
                <a:lnTo>
                  <a:pt x="0" y="187160"/>
                </a:lnTo>
                <a:lnTo>
                  <a:pt x="240" y="177656"/>
                </a:lnTo>
                <a:moveTo>
                  <a:pt x="19926" y="187539"/>
                </a:moveTo>
                <a:lnTo>
                  <a:pt x="19926" y="187300"/>
                </a:lnTo>
                <a:lnTo>
                  <a:pt x="19926" y="1730531"/>
                </a:lnTo>
                <a:lnTo>
                  <a:pt x="19926" y="1730293"/>
                </a:lnTo>
                <a:lnTo>
                  <a:pt x="20145" y="1739418"/>
                </a:lnTo>
                <a:lnTo>
                  <a:pt x="20125" y="1738921"/>
                </a:lnTo>
                <a:lnTo>
                  <a:pt x="20802" y="1747907"/>
                </a:lnTo>
                <a:lnTo>
                  <a:pt x="20763" y="1747409"/>
                </a:lnTo>
                <a:lnTo>
                  <a:pt x="21898" y="1756295"/>
                </a:lnTo>
                <a:lnTo>
                  <a:pt x="21818" y="1755797"/>
                </a:lnTo>
                <a:lnTo>
                  <a:pt x="23373" y="1764525"/>
                </a:lnTo>
                <a:lnTo>
                  <a:pt x="23273" y="1764046"/>
                </a:lnTo>
                <a:lnTo>
                  <a:pt x="25246" y="1772614"/>
                </a:lnTo>
                <a:lnTo>
                  <a:pt x="25126" y="1772136"/>
                </a:lnTo>
                <a:lnTo>
                  <a:pt x="27517" y="1780545"/>
                </a:lnTo>
                <a:lnTo>
                  <a:pt x="27378" y="1780086"/>
                </a:lnTo>
                <a:lnTo>
                  <a:pt x="30167" y="1788316"/>
                </a:lnTo>
                <a:lnTo>
                  <a:pt x="29988" y="1787857"/>
                </a:lnTo>
                <a:lnTo>
                  <a:pt x="33176" y="1795908"/>
                </a:lnTo>
                <a:lnTo>
                  <a:pt x="32977" y="1795468"/>
                </a:lnTo>
                <a:lnTo>
                  <a:pt x="36523" y="1803319"/>
                </a:lnTo>
                <a:lnTo>
                  <a:pt x="36324" y="1802882"/>
                </a:lnTo>
                <a:lnTo>
                  <a:pt x="40230" y="1810533"/>
                </a:lnTo>
                <a:lnTo>
                  <a:pt x="40011" y="1810094"/>
                </a:lnTo>
                <a:lnTo>
                  <a:pt x="44275" y="1817526"/>
                </a:lnTo>
                <a:lnTo>
                  <a:pt x="44016" y="1817108"/>
                </a:lnTo>
                <a:lnTo>
                  <a:pt x="48638" y="1824301"/>
                </a:lnTo>
                <a:lnTo>
                  <a:pt x="48359" y="1823923"/>
                </a:lnTo>
                <a:lnTo>
                  <a:pt x="53301" y="1830857"/>
                </a:lnTo>
                <a:lnTo>
                  <a:pt x="53022" y="1830479"/>
                </a:lnTo>
                <a:lnTo>
                  <a:pt x="58282" y="1837173"/>
                </a:lnTo>
                <a:lnTo>
                  <a:pt x="57983" y="1836815"/>
                </a:lnTo>
                <a:lnTo>
                  <a:pt x="63562" y="1843251"/>
                </a:lnTo>
                <a:lnTo>
                  <a:pt x="63244" y="1842891"/>
                </a:lnTo>
                <a:lnTo>
                  <a:pt x="69102" y="1849049"/>
                </a:lnTo>
                <a:lnTo>
                  <a:pt x="68783" y="1848730"/>
                </a:lnTo>
                <a:lnTo>
                  <a:pt x="74940" y="1854588"/>
                </a:lnTo>
                <a:lnTo>
                  <a:pt x="74581" y="1854270"/>
                </a:lnTo>
                <a:lnTo>
                  <a:pt x="81017" y="1859848"/>
                </a:lnTo>
                <a:lnTo>
                  <a:pt x="80658" y="1859550"/>
                </a:lnTo>
                <a:lnTo>
                  <a:pt x="87353" y="1864810"/>
                </a:lnTo>
                <a:lnTo>
                  <a:pt x="86975" y="1864531"/>
                </a:lnTo>
                <a:lnTo>
                  <a:pt x="93909" y="1869473"/>
                </a:lnTo>
                <a:lnTo>
                  <a:pt x="93530" y="1869193"/>
                </a:lnTo>
                <a:lnTo>
                  <a:pt x="100724" y="1873816"/>
                </a:lnTo>
                <a:lnTo>
                  <a:pt x="100306" y="1873557"/>
                </a:lnTo>
                <a:lnTo>
                  <a:pt x="107738" y="1877821"/>
                </a:lnTo>
                <a:lnTo>
                  <a:pt x="107299" y="1877602"/>
                </a:lnTo>
                <a:lnTo>
                  <a:pt x="114950" y="1881508"/>
                </a:lnTo>
                <a:lnTo>
                  <a:pt x="114512" y="1881309"/>
                </a:lnTo>
                <a:lnTo>
                  <a:pt x="122363" y="1884856"/>
                </a:lnTo>
                <a:lnTo>
                  <a:pt x="121924" y="1884655"/>
                </a:lnTo>
                <a:lnTo>
                  <a:pt x="129974" y="1887845"/>
                </a:lnTo>
                <a:lnTo>
                  <a:pt x="129516" y="1887665"/>
                </a:lnTo>
                <a:lnTo>
                  <a:pt x="137745" y="1890453"/>
                </a:lnTo>
                <a:lnTo>
                  <a:pt x="137287" y="1890314"/>
                </a:lnTo>
                <a:lnTo>
                  <a:pt x="145696" y="1892706"/>
                </a:lnTo>
                <a:lnTo>
                  <a:pt x="145218" y="1892586"/>
                </a:lnTo>
                <a:lnTo>
                  <a:pt x="153786" y="1894559"/>
                </a:lnTo>
                <a:lnTo>
                  <a:pt x="153307" y="1894459"/>
                </a:lnTo>
                <a:lnTo>
                  <a:pt x="162035" y="1896014"/>
                </a:lnTo>
                <a:lnTo>
                  <a:pt x="161537" y="1895934"/>
                </a:lnTo>
                <a:lnTo>
                  <a:pt x="170423" y="1897069"/>
                </a:lnTo>
                <a:lnTo>
                  <a:pt x="169925" y="1897010"/>
                </a:lnTo>
                <a:lnTo>
                  <a:pt x="178911" y="1897707"/>
                </a:lnTo>
                <a:lnTo>
                  <a:pt x="178413" y="1897687"/>
                </a:lnTo>
                <a:lnTo>
                  <a:pt x="187539" y="1897906"/>
                </a:lnTo>
                <a:lnTo>
                  <a:pt x="187300" y="1897906"/>
                </a:lnTo>
                <a:lnTo>
                  <a:pt x="1630904" y="1897906"/>
                </a:lnTo>
                <a:lnTo>
                  <a:pt x="1630666" y="1897906"/>
                </a:lnTo>
                <a:lnTo>
                  <a:pt x="1639791" y="1897687"/>
                </a:lnTo>
                <a:lnTo>
                  <a:pt x="1639274" y="1897707"/>
                </a:lnTo>
                <a:lnTo>
                  <a:pt x="1648279" y="1897010"/>
                </a:lnTo>
                <a:lnTo>
                  <a:pt x="1647783" y="1897069"/>
                </a:lnTo>
                <a:lnTo>
                  <a:pt x="1656668" y="1895934"/>
                </a:lnTo>
                <a:lnTo>
                  <a:pt x="1656171" y="1896014"/>
                </a:lnTo>
                <a:lnTo>
                  <a:pt x="1664897" y="1894459"/>
                </a:lnTo>
                <a:lnTo>
                  <a:pt x="1664420" y="1894559"/>
                </a:lnTo>
                <a:lnTo>
                  <a:pt x="1672986" y="1892586"/>
                </a:lnTo>
                <a:lnTo>
                  <a:pt x="1672510" y="1892706"/>
                </a:lnTo>
                <a:lnTo>
                  <a:pt x="1680917" y="1890314"/>
                </a:lnTo>
                <a:lnTo>
                  <a:pt x="1680459" y="1890453"/>
                </a:lnTo>
                <a:lnTo>
                  <a:pt x="1688688" y="1887665"/>
                </a:lnTo>
                <a:lnTo>
                  <a:pt x="1688230" y="1887845"/>
                </a:lnTo>
                <a:lnTo>
                  <a:pt x="1696281" y="1884655"/>
                </a:lnTo>
                <a:lnTo>
                  <a:pt x="1695841" y="1884856"/>
                </a:lnTo>
                <a:lnTo>
                  <a:pt x="1703692" y="1881309"/>
                </a:lnTo>
                <a:lnTo>
                  <a:pt x="1703254" y="1881508"/>
                </a:lnTo>
                <a:lnTo>
                  <a:pt x="1710905" y="1877602"/>
                </a:lnTo>
                <a:lnTo>
                  <a:pt x="1710467" y="1877821"/>
                </a:lnTo>
                <a:lnTo>
                  <a:pt x="1717899" y="1873557"/>
                </a:lnTo>
                <a:lnTo>
                  <a:pt x="1717482" y="1873816"/>
                </a:lnTo>
                <a:lnTo>
                  <a:pt x="1724674" y="1869193"/>
                </a:lnTo>
                <a:lnTo>
                  <a:pt x="1724275" y="1869473"/>
                </a:lnTo>
                <a:lnTo>
                  <a:pt x="1731229" y="1864531"/>
                </a:lnTo>
                <a:lnTo>
                  <a:pt x="1730850" y="1864810"/>
                </a:lnTo>
                <a:lnTo>
                  <a:pt x="1737546" y="1859550"/>
                </a:lnTo>
                <a:lnTo>
                  <a:pt x="1737188" y="1859848"/>
                </a:lnTo>
                <a:lnTo>
                  <a:pt x="1743624" y="1854270"/>
                </a:lnTo>
                <a:lnTo>
                  <a:pt x="1743264" y="1854588"/>
                </a:lnTo>
                <a:lnTo>
                  <a:pt x="1749422" y="1848730"/>
                </a:lnTo>
                <a:lnTo>
                  <a:pt x="1749083" y="1849049"/>
                </a:lnTo>
                <a:lnTo>
                  <a:pt x="1754960" y="1842891"/>
                </a:lnTo>
                <a:lnTo>
                  <a:pt x="1754641" y="1843251"/>
                </a:lnTo>
                <a:lnTo>
                  <a:pt x="1760221" y="1836815"/>
                </a:lnTo>
                <a:lnTo>
                  <a:pt x="1759922" y="1837173"/>
                </a:lnTo>
                <a:lnTo>
                  <a:pt x="1765183" y="1830479"/>
                </a:lnTo>
                <a:lnTo>
                  <a:pt x="1764884" y="1830857"/>
                </a:lnTo>
                <a:lnTo>
                  <a:pt x="1769844" y="1823923"/>
                </a:lnTo>
                <a:lnTo>
                  <a:pt x="1769566" y="1824301"/>
                </a:lnTo>
                <a:lnTo>
                  <a:pt x="1774188" y="1817108"/>
                </a:lnTo>
                <a:lnTo>
                  <a:pt x="1773931" y="1817526"/>
                </a:lnTo>
                <a:lnTo>
                  <a:pt x="1778193" y="1810094"/>
                </a:lnTo>
                <a:lnTo>
                  <a:pt x="1777975" y="1810533"/>
                </a:lnTo>
                <a:lnTo>
                  <a:pt x="1781880" y="1802882"/>
                </a:lnTo>
                <a:lnTo>
                  <a:pt x="1781681" y="1803319"/>
                </a:lnTo>
                <a:lnTo>
                  <a:pt x="1785228" y="1795468"/>
                </a:lnTo>
                <a:lnTo>
                  <a:pt x="1785028" y="1795908"/>
                </a:lnTo>
                <a:lnTo>
                  <a:pt x="1788217" y="1787857"/>
                </a:lnTo>
                <a:lnTo>
                  <a:pt x="1788037" y="1788316"/>
                </a:lnTo>
                <a:lnTo>
                  <a:pt x="1790826" y="1780086"/>
                </a:lnTo>
                <a:lnTo>
                  <a:pt x="1790687" y="1780545"/>
                </a:lnTo>
                <a:lnTo>
                  <a:pt x="1793079" y="1772136"/>
                </a:lnTo>
                <a:lnTo>
                  <a:pt x="1792958" y="1772614"/>
                </a:lnTo>
                <a:lnTo>
                  <a:pt x="1794931" y="1764046"/>
                </a:lnTo>
                <a:lnTo>
                  <a:pt x="1794831" y="1764525"/>
                </a:lnTo>
                <a:lnTo>
                  <a:pt x="1796385" y="1755797"/>
                </a:lnTo>
                <a:lnTo>
                  <a:pt x="1796305" y="1756295"/>
                </a:lnTo>
                <a:lnTo>
                  <a:pt x="1797442" y="1747409"/>
                </a:lnTo>
                <a:lnTo>
                  <a:pt x="1797383" y="1747907"/>
                </a:lnTo>
                <a:lnTo>
                  <a:pt x="1798080" y="1738921"/>
                </a:lnTo>
                <a:lnTo>
                  <a:pt x="1798059" y="1739418"/>
                </a:lnTo>
                <a:lnTo>
                  <a:pt x="1798278" y="1730293"/>
                </a:lnTo>
                <a:lnTo>
                  <a:pt x="1798278" y="1730531"/>
                </a:lnTo>
                <a:lnTo>
                  <a:pt x="1798278" y="187300"/>
                </a:lnTo>
                <a:lnTo>
                  <a:pt x="1798278" y="187539"/>
                </a:lnTo>
                <a:lnTo>
                  <a:pt x="1798059" y="178413"/>
                </a:lnTo>
                <a:lnTo>
                  <a:pt x="1798080" y="178931"/>
                </a:lnTo>
                <a:lnTo>
                  <a:pt x="1797383" y="169925"/>
                </a:lnTo>
                <a:lnTo>
                  <a:pt x="1797442" y="170423"/>
                </a:lnTo>
                <a:lnTo>
                  <a:pt x="1796305" y="161536"/>
                </a:lnTo>
                <a:lnTo>
                  <a:pt x="1796385" y="162034"/>
                </a:lnTo>
                <a:lnTo>
                  <a:pt x="1794831" y="153307"/>
                </a:lnTo>
                <a:lnTo>
                  <a:pt x="1794931" y="153785"/>
                </a:lnTo>
                <a:lnTo>
                  <a:pt x="1792958" y="145217"/>
                </a:lnTo>
                <a:lnTo>
                  <a:pt x="1793079" y="145695"/>
                </a:lnTo>
                <a:lnTo>
                  <a:pt x="1790687" y="137287"/>
                </a:lnTo>
                <a:lnTo>
                  <a:pt x="1790826" y="137745"/>
                </a:lnTo>
                <a:lnTo>
                  <a:pt x="1788037" y="129516"/>
                </a:lnTo>
                <a:lnTo>
                  <a:pt x="1788217" y="129974"/>
                </a:lnTo>
                <a:lnTo>
                  <a:pt x="1785028" y="121924"/>
                </a:lnTo>
                <a:lnTo>
                  <a:pt x="1785228" y="122362"/>
                </a:lnTo>
                <a:lnTo>
                  <a:pt x="1781681" y="114512"/>
                </a:lnTo>
                <a:lnTo>
                  <a:pt x="1781880" y="114950"/>
                </a:lnTo>
                <a:lnTo>
                  <a:pt x="1777975" y="107299"/>
                </a:lnTo>
                <a:lnTo>
                  <a:pt x="1778193" y="107737"/>
                </a:lnTo>
                <a:lnTo>
                  <a:pt x="1773931" y="100305"/>
                </a:lnTo>
                <a:lnTo>
                  <a:pt x="1774188" y="100724"/>
                </a:lnTo>
                <a:lnTo>
                  <a:pt x="1769566" y="93531"/>
                </a:lnTo>
                <a:lnTo>
                  <a:pt x="1769844" y="93929"/>
                </a:lnTo>
                <a:lnTo>
                  <a:pt x="1764884" y="86975"/>
                </a:lnTo>
                <a:lnTo>
                  <a:pt x="1765183" y="87353"/>
                </a:lnTo>
                <a:lnTo>
                  <a:pt x="1759922" y="80658"/>
                </a:lnTo>
                <a:lnTo>
                  <a:pt x="1760221" y="81017"/>
                </a:lnTo>
                <a:lnTo>
                  <a:pt x="1754641" y="74581"/>
                </a:lnTo>
                <a:lnTo>
                  <a:pt x="1754960" y="74940"/>
                </a:lnTo>
                <a:lnTo>
                  <a:pt x="1749083" y="68783"/>
                </a:lnTo>
                <a:lnTo>
                  <a:pt x="1749422" y="69122"/>
                </a:lnTo>
                <a:lnTo>
                  <a:pt x="1743264" y="63243"/>
                </a:lnTo>
                <a:lnTo>
                  <a:pt x="1743624" y="63563"/>
                </a:lnTo>
                <a:lnTo>
                  <a:pt x="1737188" y="57983"/>
                </a:lnTo>
                <a:lnTo>
                  <a:pt x="1737546" y="58282"/>
                </a:lnTo>
                <a:lnTo>
                  <a:pt x="1730850" y="53022"/>
                </a:lnTo>
                <a:lnTo>
                  <a:pt x="1731229" y="53321"/>
                </a:lnTo>
                <a:lnTo>
                  <a:pt x="1724275" y="48359"/>
                </a:lnTo>
                <a:lnTo>
                  <a:pt x="1724674" y="48638"/>
                </a:lnTo>
                <a:lnTo>
                  <a:pt x="1717482" y="44015"/>
                </a:lnTo>
                <a:lnTo>
                  <a:pt x="1717899" y="44274"/>
                </a:lnTo>
                <a:lnTo>
                  <a:pt x="1710467" y="40010"/>
                </a:lnTo>
                <a:lnTo>
                  <a:pt x="1710905" y="40230"/>
                </a:lnTo>
                <a:lnTo>
                  <a:pt x="1703254" y="36324"/>
                </a:lnTo>
                <a:lnTo>
                  <a:pt x="1703692" y="36523"/>
                </a:lnTo>
                <a:lnTo>
                  <a:pt x="1695841" y="32977"/>
                </a:lnTo>
                <a:lnTo>
                  <a:pt x="1696281" y="33176"/>
                </a:lnTo>
                <a:lnTo>
                  <a:pt x="1688230" y="29987"/>
                </a:lnTo>
                <a:lnTo>
                  <a:pt x="1688688" y="30167"/>
                </a:lnTo>
                <a:lnTo>
                  <a:pt x="1680459" y="27378"/>
                </a:lnTo>
                <a:lnTo>
                  <a:pt x="1680917" y="27517"/>
                </a:lnTo>
                <a:lnTo>
                  <a:pt x="1672510" y="25126"/>
                </a:lnTo>
                <a:lnTo>
                  <a:pt x="1672986" y="25246"/>
                </a:lnTo>
                <a:lnTo>
                  <a:pt x="1664420" y="23273"/>
                </a:lnTo>
                <a:lnTo>
                  <a:pt x="1664897" y="23372"/>
                </a:lnTo>
                <a:lnTo>
                  <a:pt x="1656171" y="21819"/>
                </a:lnTo>
                <a:lnTo>
                  <a:pt x="1656668" y="21898"/>
                </a:lnTo>
                <a:lnTo>
                  <a:pt x="1647783" y="20762"/>
                </a:lnTo>
                <a:lnTo>
                  <a:pt x="1648279" y="20822"/>
                </a:lnTo>
                <a:lnTo>
                  <a:pt x="1639274" y="20124"/>
                </a:lnTo>
                <a:lnTo>
                  <a:pt x="1639791" y="20144"/>
                </a:lnTo>
                <a:lnTo>
                  <a:pt x="1630666" y="19926"/>
                </a:lnTo>
                <a:lnTo>
                  <a:pt x="1630904" y="19926"/>
                </a:lnTo>
                <a:lnTo>
                  <a:pt x="187300" y="19926"/>
                </a:lnTo>
                <a:lnTo>
                  <a:pt x="187539" y="19926"/>
                </a:lnTo>
                <a:lnTo>
                  <a:pt x="178413" y="20144"/>
                </a:lnTo>
                <a:lnTo>
                  <a:pt x="178911" y="20124"/>
                </a:lnTo>
                <a:lnTo>
                  <a:pt x="169925" y="20822"/>
                </a:lnTo>
                <a:lnTo>
                  <a:pt x="170423" y="20762"/>
                </a:lnTo>
                <a:lnTo>
                  <a:pt x="161537" y="21898"/>
                </a:lnTo>
                <a:lnTo>
                  <a:pt x="162035" y="21819"/>
                </a:lnTo>
                <a:lnTo>
                  <a:pt x="153307" y="23372"/>
                </a:lnTo>
                <a:lnTo>
                  <a:pt x="153786" y="23273"/>
                </a:lnTo>
                <a:lnTo>
                  <a:pt x="145218" y="25246"/>
                </a:lnTo>
                <a:lnTo>
                  <a:pt x="145696" y="25126"/>
                </a:lnTo>
                <a:lnTo>
                  <a:pt x="137287" y="27517"/>
                </a:lnTo>
                <a:lnTo>
                  <a:pt x="137745" y="27378"/>
                </a:lnTo>
                <a:lnTo>
                  <a:pt x="129516" y="30167"/>
                </a:lnTo>
                <a:lnTo>
                  <a:pt x="129974" y="29987"/>
                </a:lnTo>
                <a:lnTo>
                  <a:pt x="121924" y="33176"/>
                </a:lnTo>
                <a:lnTo>
                  <a:pt x="122363" y="32977"/>
                </a:lnTo>
                <a:lnTo>
                  <a:pt x="114512" y="36523"/>
                </a:lnTo>
                <a:lnTo>
                  <a:pt x="114950" y="36324"/>
                </a:lnTo>
                <a:lnTo>
                  <a:pt x="107299" y="40230"/>
                </a:lnTo>
                <a:lnTo>
                  <a:pt x="107738" y="40010"/>
                </a:lnTo>
                <a:lnTo>
                  <a:pt x="100306" y="44274"/>
                </a:lnTo>
                <a:lnTo>
                  <a:pt x="100724" y="44015"/>
                </a:lnTo>
                <a:lnTo>
                  <a:pt x="93530" y="48638"/>
                </a:lnTo>
                <a:lnTo>
                  <a:pt x="93909" y="48359"/>
                </a:lnTo>
                <a:lnTo>
                  <a:pt x="86975" y="53321"/>
                </a:lnTo>
                <a:lnTo>
                  <a:pt x="87353" y="53022"/>
                </a:lnTo>
                <a:lnTo>
                  <a:pt x="80658" y="58282"/>
                </a:lnTo>
                <a:lnTo>
                  <a:pt x="81017" y="57983"/>
                </a:lnTo>
                <a:lnTo>
                  <a:pt x="74581" y="63563"/>
                </a:lnTo>
                <a:lnTo>
                  <a:pt x="74940" y="63243"/>
                </a:lnTo>
                <a:lnTo>
                  <a:pt x="68783" y="69122"/>
                </a:lnTo>
                <a:lnTo>
                  <a:pt x="69102" y="68783"/>
                </a:lnTo>
                <a:lnTo>
                  <a:pt x="63244" y="74940"/>
                </a:lnTo>
                <a:lnTo>
                  <a:pt x="63562" y="74581"/>
                </a:lnTo>
                <a:lnTo>
                  <a:pt x="57983" y="81017"/>
                </a:lnTo>
                <a:lnTo>
                  <a:pt x="58282" y="80658"/>
                </a:lnTo>
                <a:lnTo>
                  <a:pt x="53022" y="87353"/>
                </a:lnTo>
                <a:lnTo>
                  <a:pt x="53301" y="86975"/>
                </a:lnTo>
                <a:lnTo>
                  <a:pt x="48359" y="93929"/>
                </a:lnTo>
                <a:lnTo>
                  <a:pt x="48638" y="93531"/>
                </a:lnTo>
                <a:lnTo>
                  <a:pt x="44016" y="100724"/>
                </a:lnTo>
                <a:lnTo>
                  <a:pt x="44275" y="100305"/>
                </a:lnTo>
                <a:lnTo>
                  <a:pt x="40011" y="107737"/>
                </a:lnTo>
                <a:lnTo>
                  <a:pt x="40230" y="107299"/>
                </a:lnTo>
                <a:lnTo>
                  <a:pt x="36324" y="114950"/>
                </a:lnTo>
                <a:lnTo>
                  <a:pt x="36523" y="114512"/>
                </a:lnTo>
                <a:lnTo>
                  <a:pt x="32977" y="122362"/>
                </a:lnTo>
                <a:lnTo>
                  <a:pt x="33176" y="121924"/>
                </a:lnTo>
                <a:lnTo>
                  <a:pt x="29988" y="129974"/>
                </a:lnTo>
                <a:lnTo>
                  <a:pt x="30167" y="129516"/>
                </a:lnTo>
                <a:lnTo>
                  <a:pt x="27378" y="137745"/>
                </a:lnTo>
                <a:lnTo>
                  <a:pt x="27517" y="137287"/>
                </a:lnTo>
                <a:lnTo>
                  <a:pt x="25126" y="145695"/>
                </a:lnTo>
                <a:lnTo>
                  <a:pt x="25246" y="145217"/>
                </a:lnTo>
                <a:lnTo>
                  <a:pt x="23273" y="153785"/>
                </a:lnTo>
                <a:lnTo>
                  <a:pt x="23373" y="153307"/>
                </a:lnTo>
                <a:lnTo>
                  <a:pt x="21818" y="162034"/>
                </a:lnTo>
                <a:lnTo>
                  <a:pt x="21898" y="161536"/>
                </a:lnTo>
                <a:lnTo>
                  <a:pt x="20763" y="170423"/>
                </a:lnTo>
                <a:lnTo>
                  <a:pt x="20802" y="169925"/>
                </a:lnTo>
                <a:lnTo>
                  <a:pt x="20125" y="178931"/>
                </a:lnTo>
                <a:lnTo>
                  <a:pt x="20145" y="178413"/>
                </a:lnTo>
                <a:lnTo>
                  <a:pt x="19926" y="187539"/>
                </a:lnTo>
              </a:path>
            </a:pathLst>
          </a:custGeom>
          <a:solidFill xmlns:a="http://schemas.openxmlformats.org/drawingml/2006/main">
            <a:srgbClr val="E3C137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13" name="">
            <a:extLst xmlns:a="http://schemas.openxmlformats.org/drawingml/2006/main">
              <a:ext uri="{FF2B5EF4-FFF2-40B4-BE49-F238E27FC236}">
                <a16:creationId xmlns:a16="http://schemas.microsoft.com/office/drawing/2014/main" id="{E0FA423B-533D-4222-864F-FEBCD83E81F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cbe6a3afadb47b5"/>
          <a:stretch xmlns:a="http://schemas.openxmlformats.org/drawingml/2006/main"/>
        </p:blipFill>
        <p:spPr>
          <a:xfrm xmlns:a="http://schemas.openxmlformats.org/drawingml/2006/main">
            <a:off x="2050128" y="8250732"/>
            <a:ext cx="460653" cy="460653"/>
          </a:xfrm>
          <a:prstGeom xmlns:a="http://schemas.openxmlformats.org/drawingml/2006/main" prst="rect">
            <a:avLst/>
          </a:prstGeom>
        </p:spPr>
      </p:pic>
      <p:sp>
        <p:nvSpPr>
          <p:cNvPr id="214" name="path-139">
            <a:extLst xmlns:a="http://schemas.openxmlformats.org/drawingml/2006/main">
              <a:ext uri="{FF2B5EF4-FFF2-40B4-BE49-F238E27FC236}">
                <a16:creationId xmlns:a16="http://schemas.microsoft.com/office/drawing/2014/main" id="{C3841D0F-1FC5-4306-9E9C-7E06F07CE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7714" y="6446226"/>
            <a:ext cx="1735060" cy="25778"/>
          </a:xfrm>
          <a:custGeom xmlns:a="http://schemas.openxmlformats.org/drawingml/2006/main">
            <a:pathLst>
              <a:path w="1542275" h="22914">
                <a:moveTo>
                  <a:pt x="39" y="0"/>
                </a:moveTo>
                <a:lnTo>
                  <a:pt x="59816" y="120"/>
                </a:lnTo>
                <a:lnTo>
                  <a:pt x="59776" y="20045"/>
                </a:lnTo>
                <a:lnTo>
                  <a:pt x="0" y="19925"/>
                </a:lnTo>
                <a:lnTo>
                  <a:pt x="39" y="0"/>
                </a:lnTo>
                <a:moveTo>
                  <a:pt x="79741" y="159"/>
                </a:moveTo>
                <a:lnTo>
                  <a:pt x="139518" y="279"/>
                </a:lnTo>
                <a:lnTo>
                  <a:pt x="139479" y="20204"/>
                </a:lnTo>
                <a:lnTo>
                  <a:pt x="79702" y="20085"/>
                </a:lnTo>
                <a:lnTo>
                  <a:pt x="79741" y="159"/>
                </a:lnTo>
                <a:moveTo>
                  <a:pt x="159444" y="299"/>
                </a:moveTo>
                <a:lnTo>
                  <a:pt x="219220" y="418"/>
                </a:lnTo>
                <a:lnTo>
                  <a:pt x="219181" y="20344"/>
                </a:lnTo>
                <a:lnTo>
                  <a:pt x="159404" y="20225"/>
                </a:lnTo>
                <a:lnTo>
                  <a:pt x="159444" y="299"/>
                </a:lnTo>
                <a:moveTo>
                  <a:pt x="239145" y="458"/>
                </a:moveTo>
                <a:lnTo>
                  <a:pt x="298923" y="578"/>
                </a:lnTo>
                <a:lnTo>
                  <a:pt x="298883" y="20503"/>
                </a:lnTo>
                <a:lnTo>
                  <a:pt x="239106" y="20384"/>
                </a:lnTo>
                <a:lnTo>
                  <a:pt x="239145" y="458"/>
                </a:lnTo>
                <a:moveTo>
                  <a:pt x="318848" y="617"/>
                </a:moveTo>
                <a:lnTo>
                  <a:pt x="378624" y="738"/>
                </a:lnTo>
                <a:lnTo>
                  <a:pt x="378584" y="20663"/>
                </a:lnTo>
                <a:lnTo>
                  <a:pt x="318808" y="20543"/>
                </a:lnTo>
                <a:lnTo>
                  <a:pt x="318848" y="617"/>
                </a:lnTo>
                <a:moveTo>
                  <a:pt x="398550" y="777"/>
                </a:moveTo>
                <a:lnTo>
                  <a:pt x="458326" y="896"/>
                </a:lnTo>
                <a:lnTo>
                  <a:pt x="458287" y="20822"/>
                </a:lnTo>
                <a:lnTo>
                  <a:pt x="398510" y="20703"/>
                </a:lnTo>
                <a:lnTo>
                  <a:pt x="398550" y="777"/>
                </a:lnTo>
                <a:moveTo>
                  <a:pt x="478252" y="936"/>
                </a:moveTo>
                <a:lnTo>
                  <a:pt x="538028" y="1036"/>
                </a:lnTo>
                <a:lnTo>
                  <a:pt x="537990" y="20962"/>
                </a:lnTo>
                <a:lnTo>
                  <a:pt x="478212" y="20862"/>
                </a:lnTo>
                <a:lnTo>
                  <a:pt x="478252" y="936"/>
                </a:lnTo>
                <a:moveTo>
                  <a:pt x="557954" y="1076"/>
                </a:moveTo>
                <a:lnTo>
                  <a:pt x="617731" y="1195"/>
                </a:lnTo>
                <a:lnTo>
                  <a:pt x="617691" y="21121"/>
                </a:lnTo>
                <a:lnTo>
                  <a:pt x="557915" y="21002"/>
                </a:lnTo>
                <a:lnTo>
                  <a:pt x="557954" y="1076"/>
                </a:lnTo>
                <a:moveTo>
                  <a:pt x="637656" y="1235"/>
                </a:moveTo>
                <a:lnTo>
                  <a:pt x="697433" y="1354"/>
                </a:lnTo>
                <a:lnTo>
                  <a:pt x="697393" y="21280"/>
                </a:lnTo>
                <a:lnTo>
                  <a:pt x="637616" y="21161"/>
                </a:lnTo>
                <a:lnTo>
                  <a:pt x="637656" y="1235"/>
                </a:lnTo>
                <a:moveTo>
                  <a:pt x="717359" y="1395"/>
                </a:moveTo>
                <a:lnTo>
                  <a:pt x="777134" y="1514"/>
                </a:lnTo>
                <a:lnTo>
                  <a:pt x="777095" y="21440"/>
                </a:lnTo>
                <a:lnTo>
                  <a:pt x="717318" y="21320"/>
                </a:lnTo>
                <a:lnTo>
                  <a:pt x="717359" y="1395"/>
                </a:lnTo>
                <a:moveTo>
                  <a:pt x="797060" y="1554"/>
                </a:moveTo>
                <a:lnTo>
                  <a:pt x="856837" y="1654"/>
                </a:lnTo>
                <a:lnTo>
                  <a:pt x="856798" y="21579"/>
                </a:lnTo>
                <a:lnTo>
                  <a:pt x="797021" y="21479"/>
                </a:lnTo>
                <a:lnTo>
                  <a:pt x="797060" y="1554"/>
                </a:lnTo>
                <a:moveTo>
                  <a:pt x="876762" y="1693"/>
                </a:moveTo>
                <a:lnTo>
                  <a:pt x="936540" y="1813"/>
                </a:lnTo>
                <a:lnTo>
                  <a:pt x="936500" y="21739"/>
                </a:lnTo>
                <a:lnTo>
                  <a:pt x="876723" y="21619"/>
                </a:lnTo>
                <a:lnTo>
                  <a:pt x="876762" y="1693"/>
                </a:lnTo>
                <a:moveTo>
                  <a:pt x="956465" y="1853"/>
                </a:moveTo>
                <a:lnTo>
                  <a:pt x="1016240" y="1972"/>
                </a:lnTo>
                <a:lnTo>
                  <a:pt x="1016201" y="21898"/>
                </a:lnTo>
                <a:lnTo>
                  <a:pt x="956426" y="21779"/>
                </a:lnTo>
                <a:lnTo>
                  <a:pt x="956465" y="1853"/>
                </a:lnTo>
                <a:moveTo>
                  <a:pt x="1036167" y="2012"/>
                </a:moveTo>
                <a:lnTo>
                  <a:pt x="1095943" y="2132"/>
                </a:lnTo>
                <a:lnTo>
                  <a:pt x="1095904" y="22057"/>
                </a:lnTo>
                <a:lnTo>
                  <a:pt x="1036126" y="21938"/>
                </a:lnTo>
                <a:lnTo>
                  <a:pt x="1036167" y="2012"/>
                </a:lnTo>
                <a:moveTo>
                  <a:pt x="1115868" y="2172"/>
                </a:moveTo>
                <a:lnTo>
                  <a:pt x="1175645" y="2271"/>
                </a:lnTo>
                <a:lnTo>
                  <a:pt x="1175607" y="22197"/>
                </a:lnTo>
                <a:lnTo>
                  <a:pt x="1115829" y="22097"/>
                </a:lnTo>
                <a:lnTo>
                  <a:pt x="1115868" y="2172"/>
                </a:lnTo>
                <a:moveTo>
                  <a:pt x="1195571" y="2311"/>
                </a:moveTo>
                <a:lnTo>
                  <a:pt x="1255348" y="2431"/>
                </a:lnTo>
                <a:lnTo>
                  <a:pt x="1255307" y="22356"/>
                </a:lnTo>
                <a:lnTo>
                  <a:pt x="1195532" y="22236"/>
                </a:lnTo>
                <a:lnTo>
                  <a:pt x="1195571" y="2311"/>
                </a:lnTo>
                <a:moveTo>
                  <a:pt x="1275273" y="2470"/>
                </a:moveTo>
                <a:lnTo>
                  <a:pt x="1335049" y="2590"/>
                </a:lnTo>
                <a:lnTo>
                  <a:pt x="1335010" y="22515"/>
                </a:lnTo>
                <a:lnTo>
                  <a:pt x="1275234" y="22396"/>
                </a:lnTo>
                <a:lnTo>
                  <a:pt x="1275273" y="2470"/>
                </a:lnTo>
                <a:moveTo>
                  <a:pt x="1354976" y="2630"/>
                </a:moveTo>
                <a:lnTo>
                  <a:pt x="1414751" y="2749"/>
                </a:lnTo>
                <a:lnTo>
                  <a:pt x="1414712" y="22675"/>
                </a:lnTo>
                <a:lnTo>
                  <a:pt x="1354935" y="22556"/>
                </a:lnTo>
                <a:lnTo>
                  <a:pt x="1354976" y="2630"/>
                </a:lnTo>
                <a:moveTo>
                  <a:pt x="1434676" y="2790"/>
                </a:moveTo>
                <a:lnTo>
                  <a:pt x="1494454" y="2889"/>
                </a:lnTo>
                <a:lnTo>
                  <a:pt x="1494415" y="22815"/>
                </a:lnTo>
                <a:lnTo>
                  <a:pt x="1434638" y="22715"/>
                </a:lnTo>
                <a:lnTo>
                  <a:pt x="1434676" y="2790"/>
                </a:lnTo>
                <a:moveTo>
                  <a:pt x="1514379" y="2929"/>
                </a:moveTo>
                <a:lnTo>
                  <a:pt x="1542275" y="2988"/>
                </a:lnTo>
                <a:lnTo>
                  <a:pt x="1542235" y="22914"/>
                </a:lnTo>
                <a:lnTo>
                  <a:pt x="1514340" y="22854"/>
                </a:lnTo>
                <a:lnTo>
                  <a:pt x="1514379" y="2929"/>
                </a:lnTo>
              </a:path>
            </a:pathLst>
          </a:custGeom>
          <a:solidFill xmlns:a="http://schemas.openxmlformats.org/drawingml/2006/main">
            <a:srgbClr val="FED961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15" name="">
            <a:extLst xmlns:a="http://schemas.openxmlformats.org/drawingml/2006/main">
              <a:ext uri="{FF2B5EF4-FFF2-40B4-BE49-F238E27FC236}">
                <a16:creationId xmlns:a16="http://schemas.microsoft.com/office/drawing/2014/main" id="{6A6FCF13-D686-49FC-BFC9-80819F14108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16c3bbfd3584167"/>
          <a:stretch xmlns:a="http://schemas.openxmlformats.org/drawingml/2006/main"/>
        </p:blipFill>
        <p:spPr>
          <a:xfrm xmlns:a="http://schemas.openxmlformats.org/drawingml/2006/main">
            <a:off x="10105283" y="5820969"/>
            <a:ext cx="581701" cy="552248"/>
          </a:xfrm>
          <a:prstGeom xmlns:a="http://schemas.openxmlformats.org/drawingml/2006/main" prst="rect">
            <a:avLst/>
          </a:prstGeom>
        </p:spPr>
      </p:pic>
      <p:sp>
        <p:nvSpPr>
          <p:cNvPr id="216" name="path-141">
            <a:extLst xmlns:a="http://schemas.openxmlformats.org/drawingml/2006/main">
              <a:ext uri="{FF2B5EF4-FFF2-40B4-BE49-F238E27FC236}">
                <a16:creationId xmlns:a16="http://schemas.microsoft.com/office/drawing/2014/main" id="{1A97A764-1F7C-470C-B7E1-9CB3395D1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2327" y="6390857"/>
            <a:ext cx="1546719" cy="411562"/>
          </a:xfrm>
          <a:custGeom xmlns:a="http://schemas.openxmlformats.org/drawingml/2006/main">
            <a:pathLst>
              <a:path w="1374862" h="365833">
                <a:moveTo>
                  <a:pt x="0" y="0"/>
                </a:moveTo>
                <a:lnTo>
                  <a:pt x="0" y="365833"/>
                </a:lnTo>
                <a:lnTo>
                  <a:pt x="1374862" y="365833"/>
                </a:lnTo>
                <a:lnTo>
                  <a:pt x="1374862" y="0"/>
                </a:lnTo>
                <a:close/>
              </a:path>
            </a:pathLst>
          </a:custGeom>
          <a:solidFill xmlns:a="http://schemas.openxmlformats.org/drawingml/2006/main">
            <a:srgbClr val="3C2E0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" name="path-142">
            <a:extLst xmlns:a="http://schemas.openxmlformats.org/drawingml/2006/main">
              <a:ext uri="{FF2B5EF4-FFF2-40B4-BE49-F238E27FC236}">
                <a16:creationId xmlns:a16="http://schemas.microsoft.com/office/drawing/2014/main" id="{2885BE39-44A5-41D2-BFB4-8F13F8B76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1007" y="6380098"/>
            <a:ext cx="1569135" cy="432633"/>
          </a:xfrm>
          <a:custGeom xmlns:a="http://schemas.openxmlformats.org/drawingml/2006/main">
            <a:pathLst>
              <a:path w="1394787" h="384562">
                <a:moveTo>
                  <a:pt x="1394787" y="0"/>
                </a:moveTo>
                <a:lnTo>
                  <a:pt x="1394787" y="384562"/>
                </a:lnTo>
                <a:lnTo>
                  <a:pt x="0" y="384562"/>
                </a:lnTo>
                <a:lnTo>
                  <a:pt x="0" y="0"/>
                </a:lnTo>
                <a:lnTo>
                  <a:pt x="1394787" y="0"/>
                </a:lnTo>
                <a:moveTo>
                  <a:pt x="9963" y="19926"/>
                </a:moveTo>
                <a:lnTo>
                  <a:pt x="19925" y="9963"/>
                </a:lnTo>
                <a:lnTo>
                  <a:pt x="19925" y="374600"/>
                </a:lnTo>
                <a:lnTo>
                  <a:pt x="9963" y="364637"/>
                </a:lnTo>
                <a:lnTo>
                  <a:pt x="1384824" y="364637"/>
                </a:lnTo>
                <a:lnTo>
                  <a:pt x="1374862" y="374600"/>
                </a:lnTo>
                <a:lnTo>
                  <a:pt x="1374862" y="9963"/>
                </a:lnTo>
                <a:lnTo>
                  <a:pt x="1384824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3C2E0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" name="text-143 GPT-4o">
            <a:extLst xmlns:a="http://schemas.openxmlformats.org/drawingml/2006/main">
              <a:ext uri="{FF2B5EF4-FFF2-40B4-BE49-F238E27FC236}">
                <a16:creationId xmlns:a16="http://schemas.microsoft.com/office/drawing/2014/main" id="{C6B8DA07-204B-44F6-96B9-6714FFB1D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09142" y="6429637"/>
            <a:ext cx="1030446" cy="3762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6" b="1" i="0">
                <a:solidFill>
                  <a:srgbClr val="FFFFFF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6" b="1" i="0">
                <a:solidFill>
                  <a:srgbClr val="FFFFFF"/>
                </a:solidFill>
                <a:latin typeface="Comic Sans MS"/>
                <a:ea typeface="Comic Sans MS"/>
                <a:cs typeface="Comic Sans MS"/>
              </a:defRPr>
            </a:pPr>
            <a:r>
              <a:rPr sz="2116" b="1" i="0">
                <a:solidFill>
                  <a:srgbClr val="FFFFFF"/>
                </a:solidFill>
                <a:latin typeface="Comic Sans MS"/>
                <a:ea typeface="Comic Sans MS"/>
                <a:cs typeface="Comic Sans MS"/>
              </a:rPr>
              <a:t>GPT-4o</a:t>
            </a:r>
          </a:p>
        </p:txBody>
      </p:sp>
      <p:sp>
        <p:nvSpPr>
          <p:cNvPr id="219" name="path-144">
            <a:extLst xmlns:a="http://schemas.openxmlformats.org/drawingml/2006/main">
              <a:ext uri="{FF2B5EF4-FFF2-40B4-BE49-F238E27FC236}">
                <a16:creationId xmlns:a16="http://schemas.microsoft.com/office/drawing/2014/main" id="{8CC738C0-3384-42B8-978E-811E66075A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968" y="5067628"/>
            <a:ext cx="4510144" cy="1388685"/>
          </a:xfrm>
          <a:custGeom xmlns:a="http://schemas.openxmlformats.org/drawingml/2006/main">
            <a:pathLst>
              <a:path w="4009016" h="1234386">
                <a:moveTo>
                  <a:pt x="159" y="123060"/>
                </a:moveTo>
                <a:lnTo>
                  <a:pt x="658" y="116465"/>
                </a:lnTo>
                <a:lnTo>
                  <a:pt x="1494" y="109969"/>
                </a:lnTo>
                <a:lnTo>
                  <a:pt x="2631" y="103593"/>
                </a:lnTo>
                <a:lnTo>
                  <a:pt x="4085" y="97316"/>
                </a:lnTo>
                <a:lnTo>
                  <a:pt x="5839" y="91139"/>
                </a:lnTo>
                <a:lnTo>
                  <a:pt x="7871" y="85122"/>
                </a:lnTo>
                <a:lnTo>
                  <a:pt x="10202" y="79224"/>
                </a:lnTo>
                <a:lnTo>
                  <a:pt x="12792" y="73466"/>
                </a:lnTo>
                <a:lnTo>
                  <a:pt x="15662" y="67886"/>
                </a:lnTo>
                <a:lnTo>
                  <a:pt x="18790" y="62447"/>
                </a:lnTo>
                <a:lnTo>
                  <a:pt x="22158" y="57186"/>
                </a:lnTo>
                <a:lnTo>
                  <a:pt x="25764" y="52105"/>
                </a:lnTo>
                <a:lnTo>
                  <a:pt x="29630" y="47204"/>
                </a:lnTo>
                <a:lnTo>
                  <a:pt x="33694" y="42501"/>
                </a:lnTo>
                <a:lnTo>
                  <a:pt x="37998" y="37998"/>
                </a:lnTo>
                <a:lnTo>
                  <a:pt x="42502" y="33694"/>
                </a:lnTo>
                <a:lnTo>
                  <a:pt x="47204" y="29629"/>
                </a:lnTo>
                <a:lnTo>
                  <a:pt x="52105" y="25764"/>
                </a:lnTo>
                <a:lnTo>
                  <a:pt x="57187" y="22157"/>
                </a:lnTo>
                <a:lnTo>
                  <a:pt x="62445" y="18790"/>
                </a:lnTo>
                <a:lnTo>
                  <a:pt x="67886" y="15661"/>
                </a:lnTo>
                <a:lnTo>
                  <a:pt x="73465" y="12792"/>
                </a:lnTo>
                <a:lnTo>
                  <a:pt x="79224" y="10202"/>
                </a:lnTo>
                <a:lnTo>
                  <a:pt x="85120" y="7871"/>
                </a:lnTo>
                <a:lnTo>
                  <a:pt x="91139" y="5838"/>
                </a:lnTo>
                <a:lnTo>
                  <a:pt x="97316" y="4085"/>
                </a:lnTo>
                <a:lnTo>
                  <a:pt x="103592" y="2630"/>
                </a:lnTo>
                <a:lnTo>
                  <a:pt x="109969" y="1494"/>
                </a:lnTo>
                <a:lnTo>
                  <a:pt x="116464" y="657"/>
                </a:lnTo>
                <a:lnTo>
                  <a:pt x="123061" y="159"/>
                </a:lnTo>
                <a:lnTo>
                  <a:pt x="129595" y="0"/>
                </a:lnTo>
                <a:lnTo>
                  <a:pt x="3879419" y="0"/>
                </a:lnTo>
                <a:lnTo>
                  <a:pt x="3885955" y="159"/>
                </a:lnTo>
                <a:lnTo>
                  <a:pt x="3892551" y="657"/>
                </a:lnTo>
                <a:lnTo>
                  <a:pt x="3899027" y="1494"/>
                </a:lnTo>
                <a:lnTo>
                  <a:pt x="3905422" y="2630"/>
                </a:lnTo>
                <a:lnTo>
                  <a:pt x="3911699" y="4085"/>
                </a:lnTo>
                <a:lnTo>
                  <a:pt x="3917857" y="5838"/>
                </a:lnTo>
                <a:lnTo>
                  <a:pt x="3923894" y="7871"/>
                </a:lnTo>
                <a:lnTo>
                  <a:pt x="3929792" y="10202"/>
                </a:lnTo>
                <a:lnTo>
                  <a:pt x="3935531" y="12792"/>
                </a:lnTo>
                <a:lnTo>
                  <a:pt x="3941131" y="15661"/>
                </a:lnTo>
                <a:lnTo>
                  <a:pt x="3946569" y="18790"/>
                </a:lnTo>
                <a:lnTo>
                  <a:pt x="3951829" y="22157"/>
                </a:lnTo>
                <a:lnTo>
                  <a:pt x="3956912" y="25764"/>
                </a:lnTo>
                <a:lnTo>
                  <a:pt x="3961812" y="29629"/>
                </a:lnTo>
                <a:lnTo>
                  <a:pt x="3966515" y="33694"/>
                </a:lnTo>
                <a:lnTo>
                  <a:pt x="3971018" y="37998"/>
                </a:lnTo>
                <a:lnTo>
                  <a:pt x="3975322" y="42501"/>
                </a:lnTo>
                <a:lnTo>
                  <a:pt x="3979386" y="47204"/>
                </a:lnTo>
                <a:lnTo>
                  <a:pt x="3983232" y="52105"/>
                </a:lnTo>
                <a:lnTo>
                  <a:pt x="3986859" y="57186"/>
                </a:lnTo>
                <a:lnTo>
                  <a:pt x="3990226" y="62447"/>
                </a:lnTo>
                <a:lnTo>
                  <a:pt x="3993354" y="67886"/>
                </a:lnTo>
                <a:lnTo>
                  <a:pt x="3996224" y="73466"/>
                </a:lnTo>
                <a:lnTo>
                  <a:pt x="3998815" y="79224"/>
                </a:lnTo>
                <a:lnTo>
                  <a:pt x="4001145" y="85122"/>
                </a:lnTo>
                <a:lnTo>
                  <a:pt x="4003178" y="91139"/>
                </a:lnTo>
                <a:lnTo>
                  <a:pt x="4004932" y="97316"/>
                </a:lnTo>
                <a:lnTo>
                  <a:pt x="4006385" y="103593"/>
                </a:lnTo>
                <a:lnTo>
                  <a:pt x="4007522" y="109969"/>
                </a:lnTo>
                <a:lnTo>
                  <a:pt x="4008358" y="116465"/>
                </a:lnTo>
                <a:lnTo>
                  <a:pt x="4008857" y="123060"/>
                </a:lnTo>
                <a:lnTo>
                  <a:pt x="4009016" y="129596"/>
                </a:lnTo>
                <a:lnTo>
                  <a:pt x="4009016" y="1104791"/>
                </a:lnTo>
                <a:lnTo>
                  <a:pt x="4008857" y="1111327"/>
                </a:lnTo>
                <a:lnTo>
                  <a:pt x="4008358" y="1117922"/>
                </a:lnTo>
                <a:lnTo>
                  <a:pt x="4007522" y="1124417"/>
                </a:lnTo>
                <a:lnTo>
                  <a:pt x="4006385" y="1130793"/>
                </a:lnTo>
                <a:lnTo>
                  <a:pt x="4004932" y="1137070"/>
                </a:lnTo>
                <a:lnTo>
                  <a:pt x="4003178" y="1143227"/>
                </a:lnTo>
                <a:lnTo>
                  <a:pt x="4001145" y="1149264"/>
                </a:lnTo>
                <a:lnTo>
                  <a:pt x="3998815" y="1155162"/>
                </a:lnTo>
                <a:lnTo>
                  <a:pt x="3996224" y="1160921"/>
                </a:lnTo>
                <a:lnTo>
                  <a:pt x="3993354" y="1166500"/>
                </a:lnTo>
                <a:lnTo>
                  <a:pt x="3990226" y="1171940"/>
                </a:lnTo>
                <a:lnTo>
                  <a:pt x="3986859" y="1177200"/>
                </a:lnTo>
                <a:lnTo>
                  <a:pt x="3983232" y="1182281"/>
                </a:lnTo>
                <a:lnTo>
                  <a:pt x="3979386" y="1187183"/>
                </a:lnTo>
                <a:lnTo>
                  <a:pt x="3975322" y="1191885"/>
                </a:lnTo>
                <a:lnTo>
                  <a:pt x="3971018" y="1196388"/>
                </a:lnTo>
                <a:lnTo>
                  <a:pt x="3966515" y="1200692"/>
                </a:lnTo>
                <a:lnTo>
                  <a:pt x="3961812" y="1204757"/>
                </a:lnTo>
                <a:lnTo>
                  <a:pt x="3956912" y="1208603"/>
                </a:lnTo>
                <a:lnTo>
                  <a:pt x="3951829" y="1212229"/>
                </a:lnTo>
                <a:lnTo>
                  <a:pt x="3946569" y="1215597"/>
                </a:lnTo>
                <a:lnTo>
                  <a:pt x="3941131" y="1218725"/>
                </a:lnTo>
                <a:lnTo>
                  <a:pt x="3935531" y="1221594"/>
                </a:lnTo>
                <a:lnTo>
                  <a:pt x="3929792" y="1224185"/>
                </a:lnTo>
                <a:lnTo>
                  <a:pt x="3923894" y="1226515"/>
                </a:lnTo>
                <a:lnTo>
                  <a:pt x="3917857" y="1228548"/>
                </a:lnTo>
                <a:lnTo>
                  <a:pt x="3911699" y="1230302"/>
                </a:lnTo>
                <a:lnTo>
                  <a:pt x="3905422" y="1231756"/>
                </a:lnTo>
                <a:lnTo>
                  <a:pt x="3899027" y="1232892"/>
                </a:lnTo>
                <a:lnTo>
                  <a:pt x="3892551" y="1233729"/>
                </a:lnTo>
                <a:lnTo>
                  <a:pt x="3885955" y="1234227"/>
                </a:lnTo>
                <a:lnTo>
                  <a:pt x="3879419" y="1234386"/>
                </a:lnTo>
                <a:lnTo>
                  <a:pt x="129595" y="1234386"/>
                </a:lnTo>
                <a:lnTo>
                  <a:pt x="123061" y="1234227"/>
                </a:lnTo>
                <a:lnTo>
                  <a:pt x="116464" y="1233729"/>
                </a:lnTo>
                <a:lnTo>
                  <a:pt x="109969" y="1232892"/>
                </a:lnTo>
                <a:lnTo>
                  <a:pt x="103592" y="1231756"/>
                </a:lnTo>
                <a:lnTo>
                  <a:pt x="97316" y="1230302"/>
                </a:lnTo>
                <a:lnTo>
                  <a:pt x="91139" y="1228548"/>
                </a:lnTo>
                <a:lnTo>
                  <a:pt x="85120" y="1226515"/>
                </a:lnTo>
                <a:lnTo>
                  <a:pt x="79224" y="1224185"/>
                </a:lnTo>
                <a:lnTo>
                  <a:pt x="73465" y="1221594"/>
                </a:lnTo>
                <a:lnTo>
                  <a:pt x="67886" y="1218725"/>
                </a:lnTo>
                <a:lnTo>
                  <a:pt x="62445" y="1215597"/>
                </a:lnTo>
                <a:lnTo>
                  <a:pt x="57187" y="1212229"/>
                </a:lnTo>
                <a:lnTo>
                  <a:pt x="52105" y="1208603"/>
                </a:lnTo>
                <a:lnTo>
                  <a:pt x="47204" y="1204757"/>
                </a:lnTo>
                <a:lnTo>
                  <a:pt x="42502" y="1200692"/>
                </a:lnTo>
                <a:lnTo>
                  <a:pt x="37998" y="1196388"/>
                </a:lnTo>
                <a:lnTo>
                  <a:pt x="33694" y="1191885"/>
                </a:lnTo>
                <a:lnTo>
                  <a:pt x="29630" y="1187183"/>
                </a:lnTo>
                <a:lnTo>
                  <a:pt x="25764" y="1182281"/>
                </a:lnTo>
                <a:lnTo>
                  <a:pt x="22158" y="1177200"/>
                </a:lnTo>
                <a:lnTo>
                  <a:pt x="18790" y="1171940"/>
                </a:lnTo>
                <a:lnTo>
                  <a:pt x="15662" y="1166500"/>
                </a:lnTo>
                <a:lnTo>
                  <a:pt x="12792" y="1160921"/>
                </a:lnTo>
                <a:lnTo>
                  <a:pt x="10202" y="1155162"/>
                </a:lnTo>
                <a:lnTo>
                  <a:pt x="7871" y="1149264"/>
                </a:lnTo>
                <a:lnTo>
                  <a:pt x="5839" y="1143227"/>
                </a:lnTo>
                <a:lnTo>
                  <a:pt x="4085" y="1137070"/>
                </a:lnTo>
                <a:lnTo>
                  <a:pt x="2631" y="1130793"/>
                </a:lnTo>
                <a:lnTo>
                  <a:pt x="1494" y="1124417"/>
                </a:lnTo>
                <a:lnTo>
                  <a:pt x="658" y="1117922"/>
                </a:lnTo>
                <a:lnTo>
                  <a:pt x="159" y="1111327"/>
                </a:lnTo>
                <a:lnTo>
                  <a:pt x="0" y="1104791"/>
                </a:lnTo>
                <a:lnTo>
                  <a:pt x="0" y="129596"/>
                </a:lnTo>
                <a:lnTo>
                  <a:pt x="159" y="123060"/>
                </a:lnTo>
                <a:moveTo>
                  <a:pt x="19925" y="129974"/>
                </a:moveTo>
                <a:lnTo>
                  <a:pt x="19925" y="129715"/>
                </a:lnTo>
                <a:lnTo>
                  <a:pt x="19925" y="1104671"/>
                </a:lnTo>
                <a:lnTo>
                  <a:pt x="19925" y="1104412"/>
                </a:lnTo>
                <a:lnTo>
                  <a:pt x="20085" y="1110569"/>
                </a:lnTo>
                <a:lnTo>
                  <a:pt x="20046" y="1110071"/>
                </a:lnTo>
                <a:lnTo>
                  <a:pt x="20524" y="1116148"/>
                </a:lnTo>
                <a:lnTo>
                  <a:pt x="20463" y="1115650"/>
                </a:lnTo>
                <a:lnTo>
                  <a:pt x="21221" y="1121648"/>
                </a:lnTo>
                <a:lnTo>
                  <a:pt x="21140" y="1121149"/>
                </a:lnTo>
                <a:lnTo>
                  <a:pt x="22197" y="1127048"/>
                </a:lnTo>
                <a:lnTo>
                  <a:pt x="22098" y="1126569"/>
                </a:lnTo>
                <a:lnTo>
                  <a:pt x="23433" y="1132348"/>
                </a:lnTo>
                <a:lnTo>
                  <a:pt x="23313" y="1131869"/>
                </a:lnTo>
                <a:lnTo>
                  <a:pt x="24926" y="1137548"/>
                </a:lnTo>
                <a:lnTo>
                  <a:pt x="24787" y="1137090"/>
                </a:lnTo>
                <a:lnTo>
                  <a:pt x="26662" y="1142649"/>
                </a:lnTo>
                <a:lnTo>
                  <a:pt x="26502" y="1142191"/>
                </a:lnTo>
                <a:lnTo>
                  <a:pt x="28632" y="1147630"/>
                </a:lnTo>
                <a:lnTo>
                  <a:pt x="28453" y="1147172"/>
                </a:lnTo>
                <a:lnTo>
                  <a:pt x="30845" y="1152473"/>
                </a:lnTo>
                <a:lnTo>
                  <a:pt x="30646" y="1152034"/>
                </a:lnTo>
                <a:lnTo>
                  <a:pt x="33275" y="1157215"/>
                </a:lnTo>
                <a:lnTo>
                  <a:pt x="33057" y="1156776"/>
                </a:lnTo>
                <a:lnTo>
                  <a:pt x="35945" y="1161797"/>
                </a:lnTo>
                <a:lnTo>
                  <a:pt x="35688" y="1161379"/>
                </a:lnTo>
                <a:lnTo>
                  <a:pt x="38795" y="1166241"/>
                </a:lnTo>
                <a:lnTo>
                  <a:pt x="38536" y="1165843"/>
                </a:lnTo>
                <a:lnTo>
                  <a:pt x="41864" y="1170545"/>
                </a:lnTo>
                <a:lnTo>
                  <a:pt x="41584" y="1170167"/>
                </a:lnTo>
                <a:lnTo>
                  <a:pt x="45152" y="1174690"/>
                </a:lnTo>
                <a:lnTo>
                  <a:pt x="44833" y="1174311"/>
                </a:lnTo>
                <a:lnTo>
                  <a:pt x="48598" y="1178674"/>
                </a:lnTo>
                <a:lnTo>
                  <a:pt x="48280" y="1178316"/>
                </a:lnTo>
                <a:lnTo>
                  <a:pt x="52246" y="1182480"/>
                </a:lnTo>
                <a:lnTo>
                  <a:pt x="51906" y="1182142"/>
                </a:lnTo>
                <a:lnTo>
                  <a:pt x="56071" y="1186107"/>
                </a:lnTo>
                <a:lnTo>
                  <a:pt x="55713" y="1185788"/>
                </a:lnTo>
                <a:lnTo>
                  <a:pt x="60056" y="1189554"/>
                </a:lnTo>
                <a:lnTo>
                  <a:pt x="59696" y="1189235"/>
                </a:lnTo>
                <a:lnTo>
                  <a:pt x="64220" y="1192802"/>
                </a:lnTo>
                <a:lnTo>
                  <a:pt x="63842" y="1192502"/>
                </a:lnTo>
                <a:lnTo>
                  <a:pt x="68544" y="1195850"/>
                </a:lnTo>
                <a:lnTo>
                  <a:pt x="68145" y="1195592"/>
                </a:lnTo>
                <a:lnTo>
                  <a:pt x="73007" y="1198700"/>
                </a:lnTo>
                <a:lnTo>
                  <a:pt x="72588" y="1198440"/>
                </a:lnTo>
                <a:lnTo>
                  <a:pt x="77611" y="1201330"/>
                </a:lnTo>
                <a:lnTo>
                  <a:pt x="77172" y="1201110"/>
                </a:lnTo>
                <a:lnTo>
                  <a:pt x="82332" y="1203741"/>
                </a:lnTo>
                <a:lnTo>
                  <a:pt x="81894" y="1203542"/>
                </a:lnTo>
                <a:lnTo>
                  <a:pt x="87214" y="1205933"/>
                </a:lnTo>
                <a:lnTo>
                  <a:pt x="86756" y="1205753"/>
                </a:lnTo>
                <a:lnTo>
                  <a:pt x="92196" y="1207885"/>
                </a:lnTo>
                <a:lnTo>
                  <a:pt x="91738" y="1207726"/>
                </a:lnTo>
                <a:lnTo>
                  <a:pt x="97297" y="1209598"/>
                </a:lnTo>
                <a:lnTo>
                  <a:pt x="96837" y="1209459"/>
                </a:lnTo>
                <a:lnTo>
                  <a:pt x="102517" y="1211073"/>
                </a:lnTo>
                <a:lnTo>
                  <a:pt x="102038" y="1210954"/>
                </a:lnTo>
                <a:lnTo>
                  <a:pt x="107818" y="1212289"/>
                </a:lnTo>
                <a:lnTo>
                  <a:pt x="107339" y="1212189"/>
                </a:lnTo>
                <a:lnTo>
                  <a:pt x="113236" y="1213245"/>
                </a:lnTo>
                <a:lnTo>
                  <a:pt x="112739" y="1213166"/>
                </a:lnTo>
                <a:lnTo>
                  <a:pt x="118735" y="1213922"/>
                </a:lnTo>
                <a:lnTo>
                  <a:pt x="118238" y="1213863"/>
                </a:lnTo>
                <a:lnTo>
                  <a:pt x="124316" y="1214341"/>
                </a:lnTo>
                <a:lnTo>
                  <a:pt x="123818" y="1214302"/>
                </a:lnTo>
                <a:lnTo>
                  <a:pt x="129973" y="1214461"/>
                </a:lnTo>
                <a:lnTo>
                  <a:pt x="129716" y="1214461"/>
                </a:lnTo>
                <a:lnTo>
                  <a:pt x="3879301" y="1214461"/>
                </a:lnTo>
                <a:lnTo>
                  <a:pt x="3879041" y="1214461"/>
                </a:lnTo>
                <a:lnTo>
                  <a:pt x="3885199" y="1214302"/>
                </a:lnTo>
                <a:lnTo>
                  <a:pt x="3884700" y="1214341"/>
                </a:lnTo>
                <a:lnTo>
                  <a:pt x="3890778" y="1213863"/>
                </a:lnTo>
                <a:lnTo>
                  <a:pt x="3890279" y="1213922"/>
                </a:lnTo>
                <a:lnTo>
                  <a:pt x="3896278" y="1213166"/>
                </a:lnTo>
                <a:lnTo>
                  <a:pt x="3895779" y="1213245"/>
                </a:lnTo>
                <a:lnTo>
                  <a:pt x="3901677" y="1212189"/>
                </a:lnTo>
                <a:lnTo>
                  <a:pt x="3901199" y="1212289"/>
                </a:lnTo>
                <a:lnTo>
                  <a:pt x="3906976" y="1210954"/>
                </a:lnTo>
                <a:lnTo>
                  <a:pt x="3906500" y="1211073"/>
                </a:lnTo>
                <a:lnTo>
                  <a:pt x="3912179" y="1209459"/>
                </a:lnTo>
                <a:lnTo>
                  <a:pt x="3911719" y="1209598"/>
                </a:lnTo>
                <a:lnTo>
                  <a:pt x="3917278" y="1207726"/>
                </a:lnTo>
                <a:lnTo>
                  <a:pt x="3916820" y="1207885"/>
                </a:lnTo>
                <a:lnTo>
                  <a:pt x="3922261" y="1205753"/>
                </a:lnTo>
                <a:lnTo>
                  <a:pt x="3921803" y="1205933"/>
                </a:lnTo>
                <a:lnTo>
                  <a:pt x="3927102" y="1203542"/>
                </a:lnTo>
                <a:lnTo>
                  <a:pt x="3926664" y="1203741"/>
                </a:lnTo>
                <a:lnTo>
                  <a:pt x="3931845" y="1201110"/>
                </a:lnTo>
                <a:lnTo>
                  <a:pt x="3931405" y="1201330"/>
                </a:lnTo>
                <a:lnTo>
                  <a:pt x="3936426" y="1198440"/>
                </a:lnTo>
                <a:lnTo>
                  <a:pt x="3936009" y="1198700"/>
                </a:lnTo>
                <a:lnTo>
                  <a:pt x="3940871" y="1195592"/>
                </a:lnTo>
                <a:lnTo>
                  <a:pt x="3940472" y="1195850"/>
                </a:lnTo>
                <a:lnTo>
                  <a:pt x="3945175" y="1192502"/>
                </a:lnTo>
                <a:lnTo>
                  <a:pt x="3944796" y="1192802"/>
                </a:lnTo>
                <a:lnTo>
                  <a:pt x="3949319" y="1189235"/>
                </a:lnTo>
                <a:lnTo>
                  <a:pt x="3948940" y="1189554"/>
                </a:lnTo>
                <a:lnTo>
                  <a:pt x="3953285" y="1185788"/>
                </a:lnTo>
                <a:lnTo>
                  <a:pt x="3952946" y="1186107"/>
                </a:lnTo>
                <a:lnTo>
                  <a:pt x="3957110" y="1182142"/>
                </a:lnTo>
                <a:lnTo>
                  <a:pt x="3956771" y="1182480"/>
                </a:lnTo>
                <a:lnTo>
                  <a:pt x="3960737" y="1178316"/>
                </a:lnTo>
                <a:lnTo>
                  <a:pt x="3960418" y="1178674"/>
                </a:lnTo>
                <a:lnTo>
                  <a:pt x="3964184" y="1174311"/>
                </a:lnTo>
                <a:lnTo>
                  <a:pt x="3963865" y="1174690"/>
                </a:lnTo>
                <a:lnTo>
                  <a:pt x="3967430" y="1170167"/>
                </a:lnTo>
                <a:lnTo>
                  <a:pt x="3967132" y="1170545"/>
                </a:lnTo>
                <a:lnTo>
                  <a:pt x="3970481" y="1165843"/>
                </a:lnTo>
                <a:lnTo>
                  <a:pt x="3970221" y="1166241"/>
                </a:lnTo>
                <a:lnTo>
                  <a:pt x="3973329" y="1161379"/>
                </a:lnTo>
                <a:lnTo>
                  <a:pt x="3973071" y="1161797"/>
                </a:lnTo>
                <a:lnTo>
                  <a:pt x="3975960" y="1156776"/>
                </a:lnTo>
                <a:lnTo>
                  <a:pt x="3975721" y="1157215"/>
                </a:lnTo>
                <a:lnTo>
                  <a:pt x="3978370" y="1152034"/>
                </a:lnTo>
                <a:lnTo>
                  <a:pt x="3978170" y="1152473"/>
                </a:lnTo>
                <a:lnTo>
                  <a:pt x="3980562" y="1147172"/>
                </a:lnTo>
                <a:lnTo>
                  <a:pt x="3980364" y="1147630"/>
                </a:lnTo>
                <a:lnTo>
                  <a:pt x="3982514" y="1142191"/>
                </a:lnTo>
                <a:lnTo>
                  <a:pt x="3982355" y="1142649"/>
                </a:lnTo>
                <a:lnTo>
                  <a:pt x="3984228" y="1137090"/>
                </a:lnTo>
                <a:lnTo>
                  <a:pt x="3984089" y="1137548"/>
                </a:lnTo>
                <a:lnTo>
                  <a:pt x="3985704" y="1131869"/>
                </a:lnTo>
                <a:lnTo>
                  <a:pt x="3985565" y="1132348"/>
                </a:lnTo>
                <a:lnTo>
                  <a:pt x="3986918" y="1126569"/>
                </a:lnTo>
                <a:lnTo>
                  <a:pt x="3986818" y="1127048"/>
                </a:lnTo>
                <a:lnTo>
                  <a:pt x="3987854" y="1121149"/>
                </a:lnTo>
                <a:lnTo>
                  <a:pt x="3987795" y="1121648"/>
                </a:lnTo>
                <a:lnTo>
                  <a:pt x="3988552" y="1115650"/>
                </a:lnTo>
                <a:lnTo>
                  <a:pt x="3988492" y="1116148"/>
                </a:lnTo>
                <a:lnTo>
                  <a:pt x="3988971" y="1110071"/>
                </a:lnTo>
                <a:lnTo>
                  <a:pt x="3988932" y="1110569"/>
                </a:lnTo>
                <a:lnTo>
                  <a:pt x="3989091" y="1104412"/>
                </a:lnTo>
                <a:lnTo>
                  <a:pt x="3989091" y="1104671"/>
                </a:lnTo>
                <a:lnTo>
                  <a:pt x="3989091" y="129715"/>
                </a:lnTo>
                <a:lnTo>
                  <a:pt x="3989091" y="129974"/>
                </a:lnTo>
                <a:lnTo>
                  <a:pt x="3988932" y="123817"/>
                </a:lnTo>
                <a:lnTo>
                  <a:pt x="3988971" y="124315"/>
                </a:lnTo>
                <a:lnTo>
                  <a:pt x="3988492" y="118238"/>
                </a:lnTo>
                <a:lnTo>
                  <a:pt x="3988552" y="118736"/>
                </a:lnTo>
                <a:lnTo>
                  <a:pt x="3987795" y="112739"/>
                </a:lnTo>
                <a:lnTo>
                  <a:pt x="3987854" y="113237"/>
                </a:lnTo>
                <a:lnTo>
                  <a:pt x="3986818" y="107339"/>
                </a:lnTo>
                <a:lnTo>
                  <a:pt x="3986918" y="107817"/>
                </a:lnTo>
                <a:lnTo>
                  <a:pt x="3985565" y="102039"/>
                </a:lnTo>
                <a:lnTo>
                  <a:pt x="3985704" y="102517"/>
                </a:lnTo>
                <a:lnTo>
                  <a:pt x="3984089" y="96838"/>
                </a:lnTo>
                <a:lnTo>
                  <a:pt x="3984228" y="97297"/>
                </a:lnTo>
                <a:lnTo>
                  <a:pt x="3982355" y="91737"/>
                </a:lnTo>
                <a:lnTo>
                  <a:pt x="3982514" y="92195"/>
                </a:lnTo>
                <a:lnTo>
                  <a:pt x="3980364" y="86755"/>
                </a:lnTo>
                <a:lnTo>
                  <a:pt x="3980562" y="87214"/>
                </a:lnTo>
                <a:lnTo>
                  <a:pt x="3978170" y="81914"/>
                </a:lnTo>
                <a:lnTo>
                  <a:pt x="3978370" y="82352"/>
                </a:lnTo>
                <a:lnTo>
                  <a:pt x="3975721" y="77172"/>
                </a:lnTo>
                <a:lnTo>
                  <a:pt x="3975960" y="77610"/>
                </a:lnTo>
                <a:lnTo>
                  <a:pt x="3973071" y="72588"/>
                </a:lnTo>
                <a:lnTo>
                  <a:pt x="3973329" y="73007"/>
                </a:lnTo>
                <a:lnTo>
                  <a:pt x="3970221" y="68145"/>
                </a:lnTo>
                <a:lnTo>
                  <a:pt x="3970481" y="68544"/>
                </a:lnTo>
                <a:lnTo>
                  <a:pt x="3967132" y="63841"/>
                </a:lnTo>
                <a:lnTo>
                  <a:pt x="3967430" y="64220"/>
                </a:lnTo>
                <a:lnTo>
                  <a:pt x="3963865" y="59697"/>
                </a:lnTo>
                <a:lnTo>
                  <a:pt x="3964184" y="60075"/>
                </a:lnTo>
                <a:lnTo>
                  <a:pt x="3960418" y="55712"/>
                </a:lnTo>
                <a:lnTo>
                  <a:pt x="3960737" y="56070"/>
                </a:lnTo>
                <a:lnTo>
                  <a:pt x="3956771" y="51906"/>
                </a:lnTo>
                <a:lnTo>
                  <a:pt x="3957110" y="52245"/>
                </a:lnTo>
                <a:lnTo>
                  <a:pt x="3952946" y="48280"/>
                </a:lnTo>
                <a:lnTo>
                  <a:pt x="3953285" y="48598"/>
                </a:lnTo>
                <a:lnTo>
                  <a:pt x="3948940" y="44832"/>
                </a:lnTo>
                <a:lnTo>
                  <a:pt x="3949319" y="45151"/>
                </a:lnTo>
                <a:lnTo>
                  <a:pt x="3944796" y="41584"/>
                </a:lnTo>
                <a:lnTo>
                  <a:pt x="3945175" y="41864"/>
                </a:lnTo>
                <a:lnTo>
                  <a:pt x="3940472" y="38536"/>
                </a:lnTo>
                <a:lnTo>
                  <a:pt x="3940871" y="38795"/>
                </a:lnTo>
                <a:lnTo>
                  <a:pt x="3936009" y="35686"/>
                </a:lnTo>
                <a:lnTo>
                  <a:pt x="3936426" y="35945"/>
                </a:lnTo>
                <a:lnTo>
                  <a:pt x="3931405" y="33057"/>
                </a:lnTo>
                <a:lnTo>
                  <a:pt x="3931845" y="33276"/>
                </a:lnTo>
                <a:lnTo>
                  <a:pt x="3926664" y="30646"/>
                </a:lnTo>
                <a:lnTo>
                  <a:pt x="3927102" y="30845"/>
                </a:lnTo>
                <a:lnTo>
                  <a:pt x="3921803" y="28454"/>
                </a:lnTo>
                <a:lnTo>
                  <a:pt x="3922261" y="28633"/>
                </a:lnTo>
                <a:lnTo>
                  <a:pt x="3916820" y="26501"/>
                </a:lnTo>
                <a:lnTo>
                  <a:pt x="3917278" y="26661"/>
                </a:lnTo>
                <a:lnTo>
                  <a:pt x="3911719" y="24787"/>
                </a:lnTo>
                <a:lnTo>
                  <a:pt x="3912179" y="24927"/>
                </a:lnTo>
                <a:lnTo>
                  <a:pt x="3906500" y="23313"/>
                </a:lnTo>
                <a:lnTo>
                  <a:pt x="3906976" y="23432"/>
                </a:lnTo>
                <a:lnTo>
                  <a:pt x="3901199" y="22097"/>
                </a:lnTo>
                <a:lnTo>
                  <a:pt x="3901677" y="22197"/>
                </a:lnTo>
                <a:lnTo>
                  <a:pt x="3895779" y="21141"/>
                </a:lnTo>
                <a:lnTo>
                  <a:pt x="3896278" y="21220"/>
                </a:lnTo>
                <a:lnTo>
                  <a:pt x="3890279" y="20463"/>
                </a:lnTo>
                <a:lnTo>
                  <a:pt x="3890778" y="20523"/>
                </a:lnTo>
                <a:lnTo>
                  <a:pt x="3884700" y="20045"/>
                </a:lnTo>
                <a:lnTo>
                  <a:pt x="3885199" y="20085"/>
                </a:lnTo>
                <a:lnTo>
                  <a:pt x="3879041" y="19925"/>
                </a:lnTo>
                <a:lnTo>
                  <a:pt x="3879301" y="19925"/>
                </a:lnTo>
                <a:lnTo>
                  <a:pt x="129716" y="19925"/>
                </a:lnTo>
                <a:lnTo>
                  <a:pt x="129973" y="19925"/>
                </a:lnTo>
                <a:lnTo>
                  <a:pt x="123818" y="20085"/>
                </a:lnTo>
                <a:lnTo>
                  <a:pt x="124316" y="20045"/>
                </a:lnTo>
                <a:lnTo>
                  <a:pt x="118238" y="20523"/>
                </a:lnTo>
                <a:lnTo>
                  <a:pt x="118735" y="20463"/>
                </a:lnTo>
                <a:lnTo>
                  <a:pt x="112739" y="21220"/>
                </a:lnTo>
                <a:lnTo>
                  <a:pt x="113236" y="21141"/>
                </a:lnTo>
                <a:lnTo>
                  <a:pt x="107339" y="22197"/>
                </a:lnTo>
                <a:lnTo>
                  <a:pt x="107818" y="22097"/>
                </a:lnTo>
                <a:lnTo>
                  <a:pt x="102038" y="23432"/>
                </a:lnTo>
                <a:lnTo>
                  <a:pt x="102517" y="23313"/>
                </a:lnTo>
                <a:lnTo>
                  <a:pt x="96837" y="24927"/>
                </a:lnTo>
                <a:lnTo>
                  <a:pt x="97297" y="24787"/>
                </a:lnTo>
                <a:lnTo>
                  <a:pt x="91738" y="26661"/>
                </a:lnTo>
                <a:lnTo>
                  <a:pt x="92196" y="26501"/>
                </a:lnTo>
                <a:lnTo>
                  <a:pt x="86756" y="28633"/>
                </a:lnTo>
                <a:lnTo>
                  <a:pt x="87214" y="28454"/>
                </a:lnTo>
                <a:lnTo>
                  <a:pt x="81894" y="30845"/>
                </a:lnTo>
                <a:lnTo>
                  <a:pt x="82332" y="30646"/>
                </a:lnTo>
                <a:lnTo>
                  <a:pt x="77172" y="33276"/>
                </a:lnTo>
                <a:lnTo>
                  <a:pt x="77611" y="33057"/>
                </a:lnTo>
                <a:lnTo>
                  <a:pt x="72588" y="35945"/>
                </a:lnTo>
                <a:lnTo>
                  <a:pt x="73007" y="35686"/>
                </a:lnTo>
                <a:lnTo>
                  <a:pt x="68145" y="38795"/>
                </a:lnTo>
                <a:lnTo>
                  <a:pt x="68544" y="38536"/>
                </a:lnTo>
                <a:lnTo>
                  <a:pt x="63842" y="41864"/>
                </a:lnTo>
                <a:lnTo>
                  <a:pt x="64220" y="41584"/>
                </a:lnTo>
                <a:lnTo>
                  <a:pt x="59696" y="45151"/>
                </a:lnTo>
                <a:lnTo>
                  <a:pt x="60056" y="44832"/>
                </a:lnTo>
                <a:lnTo>
                  <a:pt x="55713" y="48598"/>
                </a:lnTo>
                <a:lnTo>
                  <a:pt x="56071" y="48280"/>
                </a:lnTo>
                <a:lnTo>
                  <a:pt x="51906" y="52245"/>
                </a:lnTo>
                <a:lnTo>
                  <a:pt x="52246" y="51906"/>
                </a:lnTo>
                <a:lnTo>
                  <a:pt x="48280" y="56070"/>
                </a:lnTo>
                <a:lnTo>
                  <a:pt x="48598" y="55712"/>
                </a:lnTo>
                <a:lnTo>
                  <a:pt x="44833" y="60075"/>
                </a:lnTo>
                <a:lnTo>
                  <a:pt x="45152" y="59697"/>
                </a:lnTo>
                <a:lnTo>
                  <a:pt x="41584" y="64220"/>
                </a:lnTo>
                <a:lnTo>
                  <a:pt x="41864" y="63841"/>
                </a:lnTo>
                <a:lnTo>
                  <a:pt x="38536" y="68544"/>
                </a:lnTo>
                <a:lnTo>
                  <a:pt x="38795" y="68145"/>
                </a:lnTo>
                <a:lnTo>
                  <a:pt x="35688" y="73007"/>
                </a:lnTo>
                <a:lnTo>
                  <a:pt x="35945" y="72588"/>
                </a:lnTo>
                <a:lnTo>
                  <a:pt x="33057" y="77610"/>
                </a:lnTo>
                <a:lnTo>
                  <a:pt x="33275" y="77172"/>
                </a:lnTo>
                <a:lnTo>
                  <a:pt x="30646" y="82352"/>
                </a:lnTo>
                <a:lnTo>
                  <a:pt x="30845" y="81914"/>
                </a:lnTo>
                <a:lnTo>
                  <a:pt x="28453" y="87214"/>
                </a:lnTo>
                <a:lnTo>
                  <a:pt x="28632" y="86755"/>
                </a:lnTo>
                <a:lnTo>
                  <a:pt x="26502" y="92195"/>
                </a:lnTo>
                <a:lnTo>
                  <a:pt x="26662" y="91737"/>
                </a:lnTo>
                <a:lnTo>
                  <a:pt x="24787" y="97297"/>
                </a:lnTo>
                <a:lnTo>
                  <a:pt x="24926" y="96838"/>
                </a:lnTo>
                <a:lnTo>
                  <a:pt x="23313" y="102517"/>
                </a:lnTo>
                <a:lnTo>
                  <a:pt x="23433" y="102039"/>
                </a:lnTo>
                <a:lnTo>
                  <a:pt x="22098" y="107817"/>
                </a:lnTo>
                <a:lnTo>
                  <a:pt x="22197" y="107339"/>
                </a:lnTo>
                <a:lnTo>
                  <a:pt x="21140" y="113237"/>
                </a:lnTo>
                <a:lnTo>
                  <a:pt x="21221" y="112739"/>
                </a:lnTo>
                <a:lnTo>
                  <a:pt x="20463" y="118736"/>
                </a:lnTo>
                <a:lnTo>
                  <a:pt x="20524" y="118238"/>
                </a:lnTo>
                <a:lnTo>
                  <a:pt x="20046" y="124315"/>
                </a:lnTo>
                <a:lnTo>
                  <a:pt x="20085" y="123817"/>
                </a:lnTo>
                <a:lnTo>
                  <a:pt x="19925" y="129974"/>
                </a:lnTo>
              </a:path>
            </a:pathLst>
          </a:custGeom>
          <a:solidFill xmlns:a="http://schemas.openxmlformats.org/drawingml/2006/main">
            <a:srgbClr val="7DB0F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" name="text-145 Prompt">
            <a:extLst xmlns:a="http://schemas.openxmlformats.org/drawingml/2006/main">
              <a:ext uri="{FF2B5EF4-FFF2-40B4-BE49-F238E27FC236}">
                <a16:creationId xmlns:a16="http://schemas.microsoft.com/office/drawing/2014/main" id="{C9FB0FEC-ACC3-4051-B5EC-B59F1649C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51124" y="5176625"/>
            <a:ext cx="780893" cy="3134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Prompt</a:t>
            </a:r>
          </a:p>
        </p:txBody>
      </p:sp>
      <p:sp>
        <p:nvSpPr>
          <p:cNvPr id="221" name="text-145 for">
            <a:extLst xmlns:a="http://schemas.openxmlformats.org/drawingml/2006/main">
              <a:ext uri="{FF2B5EF4-FFF2-40B4-BE49-F238E27FC236}">
                <a16:creationId xmlns:a16="http://schemas.microsoft.com/office/drawing/2014/main" id="{6EA6F8FD-640B-4C8E-B405-0E91951CC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59228" y="5176471"/>
            <a:ext cx="379496" cy="3136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for</a:t>
            </a:r>
          </a:p>
        </p:txBody>
      </p:sp>
      <p:sp>
        <p:nvSpPr>
          <p:cNvPr id="222" name="text-145 question">
            <a:extLst xmlns:a="http://schemas.openxmlformats.org/drawingml/2006/main">
              <a:ext uri="{FF2B5EF4-FFF2-40B4-BE49-F238E27FC236}">
                <a16:creationId xmlns:a16="http://schemas.microsoft.com/office/drawing/2014/main" id="{3DF33D69-1413-4061-AB41-83AD07764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66082" y="5176518"/>
            <a:ext cx="908009" cy="3135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question</a:t>
            </a:r>
          </a:p>
        </p:txBody>
      </p:sp>
      <p:sp>
        <p:nvSpPr>
          <p:cNvPr id="223" name="text-145 generation:">
            <a:extLst xmlns:a="http://schemas.openxmlformats.org/drawingml/2006/main">
              <a:ext uri="{FF2B5EF4-FFF2-40B4-BE49-F238E27FC236}">
                <a16:creationId xmlns:a16="http://schemas.microsoft.com/office/drawing/2014/main" id="{D19C4DD8-A500-4E49-9962-9ADD232B7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01958" y="5176225"/>
            <a:ext cx="1215501" cy="3139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generation:</a:t>
            </a:r>
          </a:p>
        </p:txBody>
      </p:sp>
      <p:sp>
        <p:nvSpPr>
          <p:cNvPr id="224" name="text-146 Prompt">
            <a:extLst xmlns:a="http://schemas.openxmlformats.org/drawingml/2006/main">
              <a:ext uri="{FF2B5EF4-FFF2-40B4-BE49-F238E27FC236}">
                <a16:creationId xmlns:a16="http://schemas.microsoft.com/office/drawing/2014/main" id="{8561BC84-384C-4EE4-A67D-692F48AC66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06043" y="6717740"/>
            <a:ext cx="780893" cy="3134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Prompt</a:t>
            </a:r>
          </a:p>
        </p:txBody>
      </p:sp>
      <p:sp>
        <p:nvSpPr>
          <p:cNvPr id="225" name="text-146 for">
            <a:extLst xmlns:a="http://schemas.openxmlformats.org/drawingml/2006/main">
              <a:ext uri="{FF2B5EF4-FFF2-40B4-BE49-F238E27FC236}">
                <a16:creationId xmlns:a16="http://schemas.microsoft.com/office/drawing/2014/main" id="{F1969F70-AA2E-4609-AF2D-7F37FFF78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14148" y="6717585"/>
            <a:ext cx="379499" cy="3136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for</a:t>
            </a:r>
          </a:p>
        </p:txBody>
      </p:sp>
      <p:sp>
        <p:nvSpPr>
          <p:cNvPr id="226" name="text-146 answer">
            <a:extLst xmlns:a="http://schemas.openxmlformats.org/drawingml/2006/main">
              <a:ext uri="{FF2B5EF4-FFF2-40B4-BE49-F238E27FC236}">
                <a16:creationId xmlns:a16="http://schemas.microsoft.com/office/drawing/2014/main" id="{7D89DB94-B45A-4108-9E0E-CDDA827457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21001" y="6717442"/>
            <a:ext cx="765082" cy="3138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answer</a:t>
            </a:r>
          </a:p>
        </p:txBody>
      </p:sp>
      <p:sp>
        <p:nvSpPr>
          <p:cNvPr id="227" name="text-146 generation:">
            <a:extLst xmlns:a="http://schemas.openxmlformats.org/drawingml/2006/main">
              <a:ext uri="{FF2B5EF4-FFF2-40B4-BE49-F238E27FC236}">
                <a16:creationId xmlns:a16="http://schemas.microsoft.com/office/drawing/2014/main" id="{CB371D8D-58BD-4AB3-9980-40994C020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13413" y="6717341"/>
            <a:ext cx="1215501" cy="3139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generation:</a:t>
            </a:r>
          </a:p>
        </p:txBody>
      </p:sp>
      <p:sp>
        <p:nvSpPr>
          <p:cNvPr id="228" name="text-147 #">
            <a:extLst xmlns:a="http://schemas.openxmlformats.org/drawingml/2006/main">
              <a:ext uri="{FF2B5EF4-FFF2-40B4-BE49-F238E27FC236}">
                <a16:creationId xmlns:a16="http://schemas.microsoft.com/office/drawing/2014/main" id="{1A74ACD2-0A62-4A60-89C8-6BEA096D58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08285" y="5447425"/>
            <a:ext cx="151697" cy="312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#</a:t>
            </a:r>
          </a:p>
        </p:txBody>
      </p:sp>
      <p:sp>
        <p:nvSpPr>
          <p:cNvPr id="229" name="text-147 Role">
            <a:extLst xmlns:a="http://schemas.openxmlformats.org/drawingml/2006/main">
              <a:ext uri="{FF2B5EF4-FFF2-40B4-BE49-F238E27FC236}">
                <a16:creationId xmlns:a16="http://schemas.microsoft.com/office/drawing/2014/main" id="{7479CF74-16BA-4865-8373-F3DFF589F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76406" y="5446623"/>
            <a:ext cx="463232" cy="3136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Role</a:t>
            </a:r>
          </a:p>
        </p:txBody>
      </p:sp>
      <p:sp>
        <p:nvSpPr>
          <p:cNvPr id="230" name="text-147 Setting">
            <a:extLst xmlns:a="http://schemas.openxmlformats.org/drawingml/2006/main">
              <a:ext uri="{FF2B5EF4-FFF2-40B4-BE49-F238E27FC236}">
                <a16:creationId xmlns:a16="http://schemas.microsoft.com/office/drawing/2014/main" id="{719E1E93-EB8D-4F27-AA84-91C7091B0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56115" y="5446043"/>
            <a:ext cx="676484" cy="3144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Setting</a:t>
            </a:r>
          </a:p>
        </p:txBody>
      </p:sp>
      <p:sp>
        <p:nvSpPr>
          <p:cNvPr id="231" name="text-148 You">
            <a:extLst xmlns:a="http://schemas.openxmlformats.org/drawingml/2006/main">
              <a:ext uri="{FF2B5EF4-FFF2-40B4-BE49-F238E27FC236}">
                <a16:creationId xmlns:a16="http://schemas.microsoft.com/office/drawing/2014/main" id="{EB2AD1C0-6377-4977-9986-1D9CC593F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08285" y="5705912"/>
            <a:ext cx="344304" cy="2675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5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You</a:t>
            </a:r>
          </a:p>
        </p:txBody>
      </p:sp>
      <p:sp>
        <p:nvSpPr>
          <p:cNvPr id="232" name="text-148 are">
            <a:extLst xmlns:a="http://schemas.openxmlformats.org/drawingml/2006/main">
              <a:ext uri="{FF2B5EF4-FFF2-40B4-BE49-F238E27FC236}">
                <a16:creationId xmlns:a16="http://schemas.microsoft.com/office/drawing/2014/main" id="{99880BB0-3170-4877-AF50-56A2DAFD0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62462" y="5717516"/>
            <a:ext cx="251385" cy="2513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are</a:t>
            </a:r>
          </a:p>
        </p:txBody>
      </p:sp>
      <p:sp>
        <p:nvSpPr>
          <p:cNvPr id="233" name="text-148 a">
            <a:extLst xmlns:a="http://schemas.openxmlformats.org/drawingml/2006/main">
              <a:ext uri="{FF2B5EF4-FFF2-40B4-BE49-F238E27FC236}">
                <a16:creationId xmlns:a16="http://schemas.microsoft.com/office/drawing/2014/main" id="{293C8615-A8DD-4760-A948-0049157D5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25851" y="5716605"/>
            <a:ext cx="112569" cy="2525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</a:t>
            </a:r>
          </a:p>
        </p:txBody>
      </p:sp>
      <p:sp>
        <p:nvSpPr>
          <p:cNvPr id="234" name="text-148 question-design">
            <a:extLst xmlns:a="http://schemas.openxmlformats.org/drawingml/2006/main">
              <a:ext uri="{FF2B5EF4-FFF2-40B4-BE49-F238E27FC236}">
                <a16:creationId xmlns:a16="http://schemas.microsoft.com/office/drawing/2014/main" id="{305DB23E-EA03-4A82-9F04-CD8B66344B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50260" y="5717926"/>
            <a:ext cx="1165939" cy="2507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question-design</a:t>
            </a:r>
          </a:p>
        </p:txBody>
      </p:sp>
      <p:sp>
        <p:nvSpPr>
          <p:cNvPr id="235" name="text-148 expert">
            <a:extLst xmlns:a="http://schemas.openxmlformats.org/drawingml/2006/main">
              <a:ext uri="{FF2B5EF4-FFF2-40B4-BE49-F238E27FC236}">
                <a16:creationId xmlns:a16="http://schemas.microsoft.com/office/drawing/2014/main" id="{24BDA3EF-B403-407A-8A0D-2BAD41CD1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28232" y="5717658"/>
            <a:ext cx="480310" cy="2511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expert</a:t>
            </a:r>
          </a:p>
        </p:txBody>
      </p:sp>
      <p:sp>
        <p:nvSpPr>
          <p:cNvPr id="236" name="text-148 specializing">
            <a:extLst xmlns:a="http://schemas.openxmlformats.org/drawingml/2006/main">
              <a:ext uri="{FF2B5EF4-FFF2-40B4-BE49-F238E27FC236}">
                <a16:creationId xmlns:a16="http://schemas.microsoft.com/office/drawing/2014/main" id="{42DA44F8-2B99-4A1A-ADF2-AAAF25D02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20269" y="5718006"/>
            <a:ext cx="886842" cy="2506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specializing</a:t>
            </a:r>
          </a:p>
        </p:txBody>
      </p:sp>
      <p:sp>
        <p:nvSpPr>
          <p:cNvPr id="237" name="text-148 in">
            <a:extLst xmlns:a="http://schemas.openxmlformats.org/drawingml/2006/main">
              <a:ext uri="{FF2B5EF4-FFF2-40B4-BE49-F238E27FC236}">
                <a16:creationId xmlns:a16="http://schemas.microsoft.com/office/drawing/2014/main" id="{FBE9CAA7-EF04-420C-82F0-14C4D28D0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19159" y="5717556"/>
            <a:ext cx="171847" cy="2512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238" name="text-148 creating">
            <a:extLst xmlns:a="http://schemas.openxmlformats.org/drawingml/2006/main">
              <a:ext uri="{FF2B5EF4-FFF2-40B4-BE49-F238E27FC236}">
                <a16:creationId xmlns:a16="http://schemas.microsoft.com/office/drawing/2014/main" id="{8D8B4D6A-FA81-40B3-B737-7FA7A0DED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02973" y="5717875"/>
            <a:ext cx="608904" cy="2508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creating</a:t>
            </a:r>
          </a:p>
        </p:txBody>
      </p:sp>
      <p:sp>
        <p:nvSpPr>
          <p:cNvPr id="239" name="text-149 questions">
            <a:extLst xmlns:a="http://schemas.openxmlformats.org/drawingml/2006/main">
              <a:ext uri="{FF2B5EF4-FFF2-40B4-BE49-F238E27FC236}">
                <a16:creationId xmlns:a16="http://schemas.microsoft.com/office/drawing/2014/main" id="{9DD79626-C743-4281-A6F8-E1016CAAA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08285" y="5933054"/>
            <a:ext cx="708833" cy="2508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questions</a:t>
            </a:r>
          </a:p>
        </p:txBody>
      </p:sp>
      <p:sp>
        <p:nvSpPr>
          <p:cNvPr id="240" name="text-149 based">
            <a:extLst xmlns:a="http://schemas.openxmlformats.org/drawingml/2006/main">
              <a:ext uri="{FF2B5EF4-FFF2-40B4-BE49-F238E27FC236}">
                <a16:creationId xmlns:a16="http://schemas.microsoft.com/office/drawing/2014/main" id="{9DBDA0BF-5EF3-4A6B-ABFB-C57D52356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28967" y="5932733"/>
            <a:ext cx="440842" cy="2512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based</a:t>
            </a:r>
          </a:p>
        </p:txBody>
      </p:sp>
      <p:sp>
        <p:nvSpPr>
          <p:cNvPr id="241" name="text-149 on">
            <a:extLst xmlns:a="http://schemas.openxmlformats.org/drawingml/2006/main">
              <a:ext uri="{FF2B5EF4-FFF2-40B4-BE49-F238E27FC236}">
                <a16:creationId xmlns:a16="http://schemas.microsoft.com/office/drawing/2014/main" id="{17C7F57B-6670-47E3-B48A-9DA30AEB9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81772" y="5932286"/>
            <a:ext cx="212280" cy="2519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on</a:t>
            </a:r>
          </a:p>
        </p:txBody>
      </p:sp>
      <p:sp>
        <p:nvSpPr>
          <p:cNvPr id="242" name="text-149 different">
            <a:extLst xmlns:a="http://schemas.openxmlformats.org/drawingml/2006/main">
              <a:ext uri="{FF2B5EF4-FFF2-40B4-BE49-F238E27FC236}">
                <a16:creationId xmlns:a16="http://schemas.microsoft.com/office/drawing/2014/main" id="{E271052C-3D0D-4FFA-9961-1405340ED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05935" y="5932226"/>
            <a:ext cx="648546" cy="2519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different</a:t>
            </a:r>
          </a:p>
        </p:txBody>
      </p:sp>
      <p:sp>
        <p:nvSpPr>
          <p:cNvPr id="243" name="text-149 images">
            <a:extLst xmlns:a="http://schemas.openxmlformats.org/drawingml/2006/main">
              <a:ext uri="{FF2B5EF4-FFF2-40B4-BE49-F238E27FC236}">
                <a16:creationId xmlns:a16="http://schemas.microsoft.com/office/drawing/2014/main" id="{88EE2646-3304-44CD-8701-3404ED96C4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66094" y="5933038"/>
            <a:ext cx="539593" cy="2508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images</a:t>
            </a:r>
          </a:p>
        </p:txBody>
      </p:sp>
      <p:sp>
        <p:nvSpPr>
          <p:cNvPr id="244" name="text-149 and">
            <a:extLst xmlns:a="http://schemas.openxmlformats.org/drawingml/2006/main">
              <a:ext uri="{FF2B5EF4-FFF2-40B4-BE49-F238E27FC236}">
                <a16:creationId xmlns:a16="http://schemas.microsoft.com/office/drawing/2014/main" id="{EDEB6F31-66F9-4042-85F4-817836DC0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17533" y="5932430"/>
            <a:ext cx="291829" cy="2517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245" name="text-149 materials.">
            <a:extLst xmlns:a="http://schemas.openxmlformats.org/drawingml/2006/main">
              <a:ext uri="{FF2B5EF4-FFF2-40B4-BE49-F238E27FC236}">
                <a16:creationId xmlns:a16="http://schemas.microsoft.com/office/drawing/2014/main" id="{D8F22118-C08A-4F87-9866-D16D5223D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21271" y="5933438"/>
            <a:ext cx="731848" cy="2502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materials.</a:t>
            </a:r>
          </a:p>
        </p:txBody>
      </p:sp>
      <p:sp>
        <p:nvSpPr>
          <p:cNvPr id="246" name="text-149 Your">
            <a:extLst xmlns:a="http://schemas.openxmlformats.org/drawingml/2006/main">
              <a:ext uri="{FF2B5EF4-FFF2-40B4-BE49-F238E27FC236}">
                <a16:creationId xmlns:a16="http://schemas.microsoft.com/office/drawing/2014/main" id="{3381362F-89E4-43D1-94FE-462097F3E5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65491" y="5923166"/>
            <a:ext cx="403464" cy="2646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Your</a:t>
            </a:r>
          </a:p>
        </p:txBody>
      </p:sp>
      <p:sp>
        <p:nvSpPr>
          <p:cNvPr id="247" name="text-150 task">
            <a:extLst xmlns:a="http://schemas.openxmlformats.org/drawingml/2006/main">
              <a:ext uri="{FF2B5EF4-FFF2-40B4-BE49-F238E27FC236}">
                <a16:creationId xmlns:a16="http://schemas.microsoft.com/office/drawing/2014/main" id="{E066B241-C02B-4EB4-8481-3D0E435D5B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08285" y="6148211"/>
            <a:ext cx="320865" cy="2508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task</a:t>
            </a:r>
          </a:p>
        </p:txBody>
      </p:sp>
      <p:sp>
        <p:nvSpPr>
          <p:cNvPr id="248" name="text-150 is">
            <a:extLst xmlns:a="http://schemas.openxmlformats.org/drawingml/2006/main">
              <a:ext uri="{FF2B5EF4-FFF2-40B4-BE49-F238E27FC236}">
                <a16:creationId xmlns:a16="http://schemas.microsoft.com/office/drawing/2014/main" id="{266DA8A8-F93D-423B-9E01-3B6CF5079E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41167" y="6148112"/>
            <a:ext cx="151814" cy="2510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249" name="text-150 to">
            <a:extLst xmlns:a="http://schemas.openxmlformats.org/drawingml/2006/main">
              <a:ext uri="{FF2B5EF4-FFF2-40B4-BE49-F238E27FC236}">
                <a16:creationId xmlns:a16="http://schemas.microsoft.com/office/drawing/2014/main" id="{1CACC18A-CE29-4732-ABA8-276F3B594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04805" y="6147951"/>
            <a:ext cx="171844" cy="2512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</a:t>
            </a:r>
          </a:p>
        </p:txBody>
      </p:sp>
      <p:sp>
        <p:nvSpPr>
          <p:cNvPr id="250" name="text-150 design">
            <a:extLst xmlns:a="http://schemas.openxmlformats.org/drawingml/2006/main">
              <a:ext uri="{FF2B5EF4-FFF2-40B4-BE49-F238E27FC236}">
                <a16:creationId xmlns:a16="http://schemas.microsoft.com/office/drawing/2014/main" id="{9FADFD22-3E9D-4FF5-A88C-E584432B3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88616" y="6148110"/>
            <a:ext cx="500214" cy="2510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design</a:t>
            </a:r>
          </a:p>
        </p:txBody>
      </p:sp>
      <p:sp>
        <p:nvSpPr>
          <p:cNvPr id="251" name="text-151 ......">
            <a:extLst xmlns:a="http://schemas.openxmlformats.org/drawingml/2006/main">
              <a:ext uri="{FF2B5EF4-FFF2-40B4-BE49-F238E27FC236}">
                <a16:creationId xmlns:a16="http://schemas.microsoft.com/office/drawing/2014/main" id="{0026381A-097D-4D6C-8732-73AF14203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55994" y="6147856"/>
            <a:ext cx="301596" cy="2513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......</a:t>
            </a:r>
          </a:p>
        </p:txBody>
      </p:sp>
      <p:sp>
        <p:nvSpPr>
          <p:cNvPr id="252" name="path-152">
            <a:extLst xmlns:a="http://schemas.openxmlformats.org/drawingml/2006/main">
              <a:ext uri="{FF2B5EF4-FFF2-40B4-BE49-F238E27FC236}">
                <a16:creationId xmlns:a16="http://schemas.microsoft.com/office/drawing/2014/main" id="{B4725B1D-08A5-4BBD-A70E-64EB29D68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968" y="6614347"/>
            <a:ext cx="4510144" cy="1388685"/>
          </a:xfrm>
          <a:custGeom xmlns:a="http://schemas.openxmlformats.org/drawingml/2006/main">
            <a:pathLst>
              <a:path w="4009016" h="1234387">
                <a:moveTo>
                  <a:pt x="159" y="123060"/>
                </a:moveTo>
                <a:lnTo>
                  <a:pt x="658" y="116465"/>
                </a:lnTo>
                <a:lnTo>
                  <a:pt x="1494" y="109969"/>
                </a:lnTo>
                <a:lnTo>
                  <a:pt x="2631" y="103593"/>
                </a:lnTo>
                <a:lnTo>
                  <a:pt x="4085" y="97317"/>
                </a:lnTo>
                <a:lnTo>
                  <a:pt x="5839" y="91140"/>
                </a:lnTo>
                <a:lnTo>
                  <a:pt x="7871" y="85122"/>
                </a:lnTo>
                <a:lnTo>
                  <a:pt x="10202" y="79224"/>
                </a:lnTo>
                <a:lnTo>
                  <a:pt x="12792" y="73466"/>
                </a:lnTo>
                <a:lnTo>
                  <a:pt x="15662" y="67887"/>
                </a:lnTo>
                <a:lnTo>
                  <a:pt x="18790" y="62447"/>
                </a:lnTo>
                <a:lnTo>
                  <a:pt x="22158" y="57186"/>
                </a:lnTo>
                <a:lnTo>
                  <a:pt x="25764" y="52106"/>
                </a:lnTo>
                <a:lnTo>
                  <a:pt x="29630" y="47204"/>
                </a:lnTo>
                <a:lnTo>
                  <a:pt x="33694" y="42501"/>
                </a:lnTo>
                <a:lnTo>
                  <a:pt x="37998" y="37999"/>
                </a:lnTo>
                <a:lnTo>
                  <a:pt x="42502" y="33694"/>
                </a:lnTo>
                <a:lnTo>
                  <a:pt x="47204" y="29629"/>
                </a:lnTo>
                <a:lnTo>
                  <a:pt x="52105" y="25764"/>
                </a:lnTo>
                <a:lnTo>
                  <a:pt x="57187" y="22157"/>
                </a:lnTo>
                <a:lnTo>
                  <a:pt x="62445" y="18789"/>
                </a:lnTo>
                <a:lnTo>
                  <a:pt x="67886" y="15662"/>
                </a:lnTo>
                <a:lnTo>
                  <a:pt x="73465" y="12792"/>
                </a:lnTo>
                <a:lnTo>
                  <a:pt x="79224" y="10202"/>
                </a:lnTo>
                <a:lnTo>
                  <a:pt x="85120" y="7871"/>
                </a:lnTo>
                <a:lnTo>
                  <a:pt x="91139" y="5838"/>
                </a:lnTo>
                <a:lnTo>
                  <a:pt x="97316" y="4085"/>
                </a:lnTo>
                <a:lnTo>
                  <a:pt x="103592" y="2631"/>
                </a:lnTo>
                <a:lnTo>
                  <a:pt x="109969" y="1494"/>
                </a:lnTo>
                <a:lnTo>
                  <a:pt x="116464" y="658"/>
                </a:lnTo>
                <a:lnTo>
                  <a:pt x="123061" y="159"/>
                </a:lnTo>
                <a:lnTo>
                  <a:pt x="129595" y="0"/>
                </a:lnTo>
                <a:lnTo>
                  <a:pt x="3879419" y="0"/>
                </a:lnTo>
                <a:lnTo>
                  <a:pt x="3885955" y="159"/>
                </a:lnTo>
                <a:lnTo>
                  <a:pt x="3892551" y="658"/>
                </a:lnTo>
                <a:lnTo>
                  <a:pt x="3899027" y="1494"/>
                </a:lnTo>
                <a:lnTo>
                  <a:pt x="3905422" y="2631"/>
                </a:lnTo>
                <a:lnTo>
                  <a:pt x="3911699" y="4085"/>
                </a:lnTo>
                <a:lnTo>
                  <a:pt x="3917857" y="5838"/>
                </a:lnTo>
                <a:lnTo>
                  <a:pt x="3923894" y="7871"/>
                </a:lnTo>
                <a:lnTo>
                  <a:pt x="3929792" y="10202"/>
                </a:lnTo>
                <a:lnTo>
                  <a:pt x="3935531" y="12792"/>
                </a:lnTo>
                <a:lnTo>
                  <a:pt x="3941131" y="15662"/>
                </a:lnTo>
                <a:lnTo>
                  <a:pt x="3946569" y="18789"/>
                </a:lnTo>
                <a:lnTo>
                  <a:pt x="3951829" y="22157"/>
                </a:lnTo>
                <a:lnTo>
                  <a:pt x="3956912" y="25764"/>
                </a:lnTo>
                <a:lnTo>
                  <a:pt x="3961812" y="29629"/>
                </a:lnTo>
                <a:lnTo>
                  <a:pt x="3966515" y="33694"/>
                </a:lnTo>
                <a:lnTo>
                  <a:pt x="3971018" y="37999"/>
                </a:lnTo>
                <a:lnTo>
                  <a:pt x="3975322" y="42501"/>
                </a:lnTo>
                <a:lnTo>
                  <a:pt x="3979386" y="47204"/>
                </a:lnTo>
                <a:lnTo>
                  <a:pt x="3983232" y="52106"/>
                </a:lnTo>
                <a:lnTo>
                  <a:pt x="3986859" y="57186"/>
                </a:lnTo>
                <a:lnTo>
                  <a:pt x="3990226" y="62447"/>
                </a:lnTo>
                <a:lnTo>
                  <a:pt x="3993354" y="67887"/>
                </a:lnTo>
                <a:lnTo>
                  <a:pt x="3996224" y="73466"/>
                </a:lnTo>
                <a:lnTo>
                  <a:pt x="3998815" y="79224"/>
                </a:lnTo>
                <a:lnTo>
                  <a:pt x="4001145" y="85122"/>
                </a:lnTo>
                <a:lnTo>
                  <a:pt x="4003178" y="91140"/>
                </a:lnTo>
                <a:lnTo>
                  <a:pt x="4004932" y="97317"/>
                </a:lnTo>
                <a:lnTo>
                  <a:pt x="4006385" y="103593"/>
                </a:lnTo>
                <a:lnTo>
                  <a:pt x="4007522" y="109969"/>
                </a:lnTo>
                <a:lnTo>
                  <a:pt x="4008358" y="116465"/>
                </a:lnTo>
                <a:lnTo>
                  <a:pt x="4008857" y="123060"/>
                </a:lnTo>
                <a:lnTo>
                  <a:pt x="4009016" y="129596"/>
                </a:lnTo>
                <a:lnTo>
                  <a:pt x="4009016" y="1104792"/>
                </a:lnTo>
                <a:lnTo>
                  <a:pt x="4008857" y="1111327"/>
                </a:lnTo>
                <a:lnTo>
                  <a:pt x="4008358" y="1117922"/>
                </a:lnTo>
                <a:lnTo>
                  <a:pt x="4007522" y="1124417"/>
                </a:lnTo>
                <a:lnTo>
                  <a:pt x="4006385" y="1130794"/>
                </a:lnTo>
                <a:lnTo>
                  <a:pt x="4004932" y="1137070"/>
                </a:lnTo>
                <a:lnTo>
                  <a:pt x="4003178" y="1143227"/>
                </a:lnTo>
                <a:lnTo>
                  <a:pt x="4001145" y="1149264"/>
                </a:lnTo>
                <a:lnTo>
                  <a:pt x="3998815" y="1155163"/>
                </a:lnTo>
                <a:lnTo>
                  <a:pt x="3996224" y="1160921"/>
                </a:lnTo>
                <a:lnTo>
                  <a:pt x="3993354" y="1166500"/>
                </a:lnTo>
                <a:lnTo>
                  <a:pt x="3990226" y="1171939"/>
                </a:lnTo>
                <a:lnTo>
                  <a:pt x="3986859" y="1177201"/>
                </a:lnTo>
                <a:lnTo>
                  <a:pt x="3983232" y="1182281"/>
                </a:lnTo>
                <a:lnTo>
                  <a:pt x="3979386" y="1187183"/>
                </a:lnTo>
                <a:lnTo>
                  <a:pt x="3975322" y="1191885"/>
                </a:lnTo>
                <a:lnTo>
                  <a:pt x="3971018" y="1196389"/>
                </a:lnTo>
                <a:lnTo>
                  <a:pt x="3966515" y="1200692"/>
                </a:lnTo>
                <a:lnTo>
                  <a:pt x="3961812" y="1204757"/>
                </a:lnTo>
                <a:lnTo>
                  <a:pt x="3956912" y="1208602"/>
                </a:lnTo>
                <a:lnTo>
                  <a:pt x="3951829" y="1212229"/>
                </a:lnTo>
                <a:lnTo>
                  <a:pt x="3946569" y="1215596"/>
                </a:lnTo>
                <a:lnTo>
                  <a:pt x="3941131" y="1218724"/>
                </a:lnTo>
                <a:lnTo>
                  <a:pt x="3935531" y="1221595"/>
                </a:lnTo>
                <a:lnTo>
                  <a:pt x="3929792" y="1224185"/>
                </a:lnTo>
                <a:lnTo>
                  <a:pt x="3923894" y="1226516"/>
                </a:lnTo>
                <a:lnTo>
                  <a:pt x="3917857" y="1228548"/>
                </a:lnTo>
                <a:lnTo>
                  <a:pt x="3911699" y="1230302"/>
                </a:lnTo>
                <a:lnTo>
                  <a:pt x="3905422" y="1231756"/>
                </a:lnTo>
                <a:lnTo>
                  <a:pt x="3899027" y="1232892"/>
                </a:lnTo>
                <a:lnTo>
                  <a:pt x="3892551" y="1233729"/>
                </a:lnTo>
                <a:lnTo>
                  <a:pt x="3885955" y="1234227"/>
                </a:lnTo>
                <a:lnTo>
                  <a:pt x="3879419" y="1234387"/>
                </a:lnTo>
                <a:lnTo>
                  <a:pt x="129595" y="1234387"/>
                </a:lnTo>
                <a:lnTo>
                  <a:pt x="123061" y="1234227"/>
                </a:lnTo>
                <a:lnTo>
                  <a:pt x="116464" y="1233729"/>
                </a:lnTo>
                <a:lnTo>
                  <a:pt x="109969" y="1232892"/>
                </a:lnTo>
                <a:lnTo>
                  <a:pt x="103592" y="1231756"/>
                </a:lnTo>
                <a:lnTo>
                  <a:pt x="97316" y="1230302"/>
                </a:lnTo>
                <a:lnTo>
                  <a:pt x="91139" y="1228548"/>
                </a:lnTo>
                <a:lnTo>
                  <a:pt x="85120" y="1226516"/>
                </a:lnTo>
                <a:lnTo>
                  <a:pt x="79224" y="1224185"/>
                </a:lnTo>
                <a:lnTo>
                  <a:pt x="73465" y="1221595"/>
                </a:lnTo>
                <a:lnTo>
                  <a:pt x="67886" y="1218724"/>
                </a:lnTo>
                <a:lnTo>
                  <a:pt x="62445" y="1215596"/>
                </a:lnTo>
                <a:lnTo>
                  <a:pt x="57187" y="1212229"/>
                </a:lnTo>
                <a:lnTo>
                  <a:pt x="52105" y="1208602"/>
                </a:lnTo>
                <a:lnTo>
                  <a:pt x="47204" y="1204757"/>
                </a:lnTo>
                <a:lnTo>
                  <a:pt x="42502" y="1200692"/>
                </a:lnTo>
                <a:lnTo>
                  <a:pt x="37998" y="1196389"/>
                </a:lnTo>
                <a:lnTo>
                  <a:pt x="33694" y="1191885"/>
                </a:lnTo>
                <a:lnTo>
                  <a:pt x="29630" y="1187183"/>
                </a:lnTo>
                <a:lnTo>
                  <a:pt x="25764" y="1182281"/>
                </a:lnTo>
                <a:lnTo>
                  <a:pt x="22158" y="1177201"/>
                </a:lnTo>
                <a:lnTo>
                  <a:pt x="18790" y="1171939"/>
                </a:lnTo>
                <a:lnTo>
                  <a:pt x="15662" y="1166500"/>
                </a:lnTo>
                <a:lnTo>
                  <a:pt x="12792" y="1160921"/>
                </a:lnTo>
                <a:lnTo>
                  <a:pt x="10202" y="1155163"/>
                </a:lnTo>
                <a:lnTo>
                  <a:pt x="7871" y="1149264"/>
                </a:lnTo>
                <a:lnTo>
                  <a:pt x="5839" y="1143227"/>
                </a:lnTo>
                <a:lnTo>
                  <a:pt x="4085" y="1137070"/>
                </a:lnTo>
                <a:lnTo>
                  <a:pt x="2631" y="1130794"/>
                </a:lnTo>
                <a:lnTo>
                  <a:pt x="1494" y="1124417"/>
                </a:lnTo>
                <a:lnTo>
                  <a:pt x="658" y="1117922"/>
                </a:lnTo>
                <a:lnTo>
                  <a:pt x="159" y="1111327"/>
                </a:lnTo>
                <a:lnTo>
                  <a:pt x="0" y="1104792"/>
                </a:lnTo>
                <a:lnTo>
                  <a:pt x="0" y="129596"/>
                </a:lnTo>
                <a:lnTo>
                  <a:pt x="159" y="123060"/>
                </a:lnTo>
                <a:moveTo>
                  <a:pt x="19925" y="129974"/>
                </a:moveTo>
                <a:lnTo>
                  <a:pt x="19925" y="129715"/>
                </a:lnTo>
                <a:lnTo>
                  <a:pt x="19925" y="1104671"/>
                </a:lnTo>
                <a:lnTo>
                  <a:pt x="19925" y="1104412"/>
                </a:lnTo>
                <a:lnTo>
                  <a:pt x="20085" y="1110569"/>
                </a:lnTo>
                <a:lnTo>
                  <a:pt x="20046" y="1110070"/>
                </a:lnTo>
                <a:lnTo>
                  <a:pt x="20524" y="1116149"/>
                </a:lnTo>
                <a:lnTo>
                  <a:pt x="20463" y="1115650"/>
                </a:lnTo>
                <a:lnTo>
                  <a:pt x="21221" y="1121648"/>
                </a:lnTo>
                <a:lnTo>
                  <a:pt x="21140" y="1121149"/>
                </a:lnTo>
                <a:lnTo>
                  <a:pt x="22197" y="1127047"/>
                </a:lnTo>
                <a:lnTo>
                  <a:pt x="22098" y="1126569"/>
                </a:lnTo>
                <a:lnTo>
                  <a:pt x="23433" y="1132349"/>
                </a:lnTo>
                <a:lnTo>
                  <a:pt x="23313" y="1131869"/>
                </a:lnTo>
                <a:lnTo>
                  <a:pt x="24926" y="1137548"/>
                </a:lnTo>
                <a:lnTo>
                  <a:pt x="24787" y="1137090"/>
                </a:lnTo>
                <a:lnTo>
                  <a:pt x="26662" y="1142650"/>
                </a:lnTo>
                <a:lnTo>
                  <a:pt x="26502" y="1142191"/>
                </a:lnTo>
                <a:lnTo>
                  <a:pt x="28632" y="1147631"/>
                </a:lnTo>
                <a:lnTo>
                  <a:pt x="28453" y="1147173"/>
                </a:lnTo>
                <a:lnTo>
                  <a:pt x="30845" y="1152473"/>
                </a:lnTo>
                <a:lnTo>
                  <a:pt x="30646" y="1152035"/>
                </a:lnTo>
                <a:lnTo>
                  <a:pt x="33275" y="1157215"/>
                </a:lnTo>
                <a:lnTo>
                  <a:pt x="33057" y="1156776"/>
                </a:lnTo>
                <a:lnTo>
                  <a:pt x="35945" y="1161798"/>
                </a:lnTo>
                <a:lnTo>
                  <a:pt x="35688" y="1161380"/>
                </a:lnTo>
                <a:lnTo>
                  <a:pt x="38795" y="1166241"/>
                </a:lnTo>
                <a:lnTo>
                  <a:pt x="38536" y="1165843"/>
                </a:lnTo>
                <a:lnTo>
                  <a:pt x="41864" y="1170545"/>
                </a:lnTo>
                <a:lnTo>
                  <a:pt x="41584" y="1170167"/>
                </a:lnTo>
                <a:lnTo>
                  <a:pt x="45152" y="1174689"/>
                </a:lnTo>
                <a:lnTo>
                  <a:pt x="44833" y="1174311"/>
                </a:lnTo>
                <a:lnTo>
                  <a:pt x="48598" y="1178674"/>
                </a:lnTo>
                <a:lnTo>
                  <a:pt x="48280" y="1178316"/>
                </a:lnTo>
                <a:lnTo>
                  <a:pt x="52246" y="1182480"/>
                </a:lnTo>
                <a:lnTo>
                  <a:pt x="51906" y="1182141"/>
                </a:lnTo>
                <a:lnTo>
                  <a:pt x="56071" y="1186107"/>
                </a:lnTo>
                <a:lnTo>
                  <a:pt x="55713" y="1185788"/>
                </a:lnTo>
                <a:lnTo>
                  <a:pt x="60056" y="1189554"/>
                </a:lnTo>
                <a:lnTo>
                  <a:pt x="59696" y="1189235"/>
                </a:lnTo>
                <a:lnTo>
                  <a:pt x="64220" y="1192802"/>
                </a:lnTo>
                <a:lnTo>
                  <a:pt x="63842" y="1192502"/>
                </a:lnTo>
                <a:lnTo>
                  <a:pt x="68544" y="1195850"/>
                </a:lnTo>
                <a:lnTo>
                  <a:pt x="68145" y="1195592"/>
                </a:lnTo>
                <a:lnTo>
                  <a:pt x="73007" y="1198699"/>
                </a:lnTo>
                <a:lnTo>
                  <a:pt x="72588" y="1198441"/>
                </a:lnTo>
                <a:lnTo>
                  <a:pt x="77611" y="1201330"/>
                </a:lnTo>
                <a:lnTo>
                  <a:pt x="77172" y="1201112"/>
                </a:lnTo>
                <a:lnTo>
                  <a:pt x="82332" y="1203741"/>
                </a:lnTo>
                <a:lnTo>
                  <a:pt x="81894" y="1203542"/>
                </a:lnTo>
                <a:lnTo>
                  <a:pt x="87214" y="1205932"/>
                </a:lnTo>
                <a:lnTo>
                  <a:pt x="86756" y="1205753"/>
                </a:lnTo>
                <a:lnTo>
                  <a:pt x="92196" y="1207885"/>
                </a:lnTo>
                <a:lnTo>
                  <a:pt x="91738" y="1207726"/>
                </a:lnTo>
                <a:lnTo>
                  <a:pt x="97297" y="1209599"/>
                </a:lnTo>
                <a:lnTo>
                  <a:pt x="96837" y="1209459"/>
                </a:lnTo>
                <a:lnTo>
                  <a:pt x="102517" y="1211074"/>
                </a:lnTo>
                <a:lnTo>
                  <a:pt x="102038" y="1210954"/>
                </a:lnTo>
                <a:lnTo>
                  <a:pt x="107818" y="1212288"/>
                </a:lnTo>
                <a:lnTo>
                  <a:pt x="107339" y="1212189"/>
                </a:lnTo>
                <a:lnTo>
                  <a:pt x="113236" y="1213245"/>
                </a:lnTo>
                <a:lnTo>
                  <a:pt x="112739" y="1213166"/>
                </a:lnTo>
                <a:lnTo>
                  <a:pt x="118735" y="1213923"/>
                </a:lnTo>
                <a:lnTo>
                  <a:pt x="118238" y="1213863"/>
                </a:lnTo>
                <a:lnTo>
                  <a:pt x="124316" y="1214341"/>
                </a:lnTo>
                <a:lnTo>
                  <a:pt x="123818" y="1214302"/>
                </a:lnTo>
                <a:lnTo>
                  <a:pt x="129973" y="1214462"/>
                </a:lnTo>
                <a:lnTo>
                  <a:pt x="129716" y="1214462"/>
                </a:lnTo>
                <a:lnTo>
                  <a:pt x="3879301" y="1214462"/>
                </a:lnTo>
                <a:lnTo>
                  <a:pt x="3879041" y="1214462"/>
                </a:lnTo>
                <a:lnTo>
                  <a:pt x="3885199" y="1214302"/>
                </a:lnTo>
                <a:lnTo>
                  <a:pt x="3884700" y="1214341"/>
                </a:lnTo>
                <a:lnTo>
                  <a:pt x="3890778" y="1213863"/>
                </a:lnTo>
                <a:lnTo>
                  <a:pt x="3890279" y="1213923"/>
                </a:lnTo>
                <a:lnTo>
                  <a:pt x="3896278" y="1213166"/>
                </a:lnTo>
                <a:lnTo>
                  <a:pt x="3895779" y="1213245"/>
                </a:lnTo>
                <a:lnTo>
                  <a:pt x="3901677" y="1212189"/>
                </a:lnTo>
                <a:lnTo>
                  <a:pt x="3901199" y="1212288"/>
                </a:lnTo>
                <a:lnTo>
                  <a:pt x="3906976" y="1210954"/>
                </a:lnTo>
                <a:lnTo>
                  <a:pt x="3906500" y="1211074"/>
                </a:lnTo>
                <a:lnTo>
                  <a:pt x="3912179" y="1209459"/>
                </a:lnTo>
                <a:lnTo>
                  <a:pt x="3911719" y="1209599"/>
                </a:lnTo>
                <a:lnTo>
                  <a:pt x="3917278" y="1207726"/>
                </a:lnTo>
                <a:lnTo>
                  <a:pt x="3916820" y="1207885"/>
                </a:lnTo>
                <a:lnTo>
                  <a:pt x="3922261" y="1205753"/>
                </a:lnTo>
                <a:lnTo>
                  <a:pt x="3921803" y="1205932"/>
                </a:lnTo>
                <a:lnTo>
                  <a:pt x="3927102" y="1203542"/>
                </a:lnTo>
                <a:lnTo>
                  <a:pt x="3926664" y="1203741"/>
                </a:lnTo>
                <a:lnTo>
                  <a:pt x="3931845" y="1201112"/>
                </a:lnTo>
                <a:lnTo>
                  <a:pt x="3931405" y="1201330"/>
                </a:lnTo>
                <a:lnTo>
                  <a:pt x="3936426" y="1198441"/>
                </a:lnTo>
                <a:lnTo>
                  <a:pt x="3936009" y="1198699"/>
                </a:lnTo>
                <a:lnTo>
                  <a:pt x="3940871" y="1195592"/>
                </a:lnTo>
                <a:lnTo>
                  <a:pt x="3940472" y="1195850"/>
                </a:lnTo>
                <a:lnTo>
                  <a:pt x="3945175" y="1192502"/>
                </a:lnTo>
                <a:lnTo>
                  <a:pt x="3944796" y="1192802"/>
                </a:lnTo>
                <a:lnTo>
                  <a:pt x="3949319" y="1189235"/>
                </a:lnTo>
                <a:lnTo>
                  <a:pt x="3948940" y="1189554"/>
                </a:lnTo>
                <a:lnTo>
                  <a:pt x="3953285" y="1185788"/>
                </a:lnTo>
                <a:lnTo>
                  <a:pt x="3952946" y="1186107"/>
                </a:lnTo>
                <a:lnTo>
                  <a:pt x="3957110" y="1182141"/>
                </a:lnTo>
                <a:lnTo>
                  <a:pt x="3956771" y="1182480"/>
                </a:lnTo>
                <a:lnTo>
                  <a:pt x="3960737" y="1178316"/>
                </a:lnTo>
                <a:lnTo>
                  <a:pt x="3960418" y="1178674"/>
                </a:lnTo>
                <a:lnTo>
                  <a:pt x="3964184" y="1174311"/>
                </a:lnTo>
                <a:lnTo>
                  <a:pt x="3963865" y="1174689"/>
                </a:lnTo>
                <a:lnTo>
                  <a:pt x="3967430" y="1170167"/>
                </a:lnTo>
                <a:lnTo>
                  <a:pt x="3967132" y="1170545"/>
                </a:lnTo>
                <a:lnTo>
                  <a:pt x="3970481" y="1165843"/>
                </a:lnTo>
                <a:lnTo>
                  <a:pt x="3970221" y="1166241"/>
                </a:lnTo>
                <a:lnTo>
                  <a:pt x="3973329" y="1161380"/>
                </a:lnTo>
                <a:lnTo>
                  <a:pt x="3973071" y="1161798"/>
                </a:lnTo>
                <a:lnTo>
                  <a:pt x="3975960" y="1156776"/>
                </a:lnTo>
                <a:lnTo>
                  <a:pt x="3975721" y="1157215"/>
                </a:lnTo>
                <a:lnTo>
                  <a:pt x="3978370" y="1152035"/>
                </a:lnTo>
                <a:lnTo>
                  <a:pt x="3978170" y="1152473"/>
                </a:lnTo>
                <a:lnTo>
                  <a:pt x="3980562" y="1147173"/>
                </a:lnTo>
                <a:lnTo>
                  <a:pt x="3980364" y="1147631"/>
                </a:lnTo>
                <a:lnTo>
                  <a:pt x="3982514" y="1142191"/>
                </a:lnTo>
                <a:lnTo>
                  <a:pt x="3982355" y="1142650"/>
                </a:lnTo>
                <a:lnTo>
                  <a:pt x="3984228" y="1137090"/>
                </a:lnTo>
                <a:lnTo>
                  <a:pt x="3984089" y="1137548"/>
                </a:lnTo>
                <a:lnTo>
                  <a:pt x="3985704" y="1131869"/>
                </a:lnTo>
                <a:lnTo>
                  <a:pt x="3985565" y="1132349"/>
                </a:lnTo>
                <a:lnTo>
                  <a:pt x="3986918" y="1126569"/>
                </a:lnTo>
                <a:lnTo>
                  <a:pt x="3986818" y="1127047"/>
                </a:lnTo>
                <a:lnTo>
                  <a:pt x="3987854" y="1121149"/>
                </a:lnTo>
                <a:lnTo>
                  <a:pt x="3987795" y="1121648"/>
                </a:lnTo>
                <a:lnTo>
                  <a:pt x="3988552" y="1115650"/>
                </a:lnTo>
                <a:lnTo>
                  <a:pt x="3988492" y="1116149"/>
                </a:lnTo>
                <a:lnTo>
                  <a:pt x="3988971" y="1110070"/>
                </a:lnTo>
                <a:lnTo>
                  <a:pt x="3988932" y="1110569"/>
                </a:lnTo>
                <a:lnTo>
                  <a:pt x="3989091" y="1104412"/>
                </a:lnTo>
                <a:lnTo>
                  <a:pt x="3989091" y="1104671"/>
                </a:lnTo>
                <a:lnTo>
                  <a:pt x="3989091" y="129715"/>
                </a:lnTo>
                <a:lnTo>
                  <a:pt x="3989091" y="129974"/>
                </a:lnTo>
                <a:lnTo>
                  <a:pt x="3988932" y="123818"/>
                </a:lnTo>
                <a:lnTo>
                  <a:pt x="3988971" y="124315"/>
                </a:lnTo>
                <a:lnTo>
                  <a:pt x="3988492" y="118238"/>
                </a:lnTo>
                <a:lnTo>
                  <a:pt x="3988552" y="118737"/>
                </a:lnTo>
                <a:lnTo>
                  <a:pt x="3987795" y="112739"/>
                </a:lnTo>
                <a:lnTo>
                  <a:pt x="3987854" y="113237"/>
                </a:lnTo>
                <a:lnTo>
                  <a:pt x="3986818" y="107339"/>
                </a:lnTo>
                <a:lnTo>
                  <a:pt x="3986918" y="107817"/>
                </a:lnTo>
                <a:lnTo>
                  <a:pt x="3985565" y="102039"/>
                </a:lnTo>
                <a:lnTo>
                  <a:pt x="3985704" y="102517"/>
                </a:lnTo>
                <a:lnTo>
                  <a:pt x="3984089" y="96839"/>
                </a:lnTo>
                <a:lnTo>
                  <a:pt x="3984228" y="97296"/>
                </a:lnTo>
                <a:lnTo>
                  <a:pt x="3982355" y="91737"/>
                </a:lnTo>
                <a:lnTo>
                  <a:pt x="3982514" y="92196"/>
                </a:lnTo>
                <a:lnTo>
                  <a:pt x="3980364" y="86756"/>
                </a:lnTo>
                <a:lnTo>
                  <a:pt x="3980562" y="87214"/>
                </a:lnTo>
                <a:lnTo>
                  <a:pt x="3978170" y="81914"/>
                </a:lnTo>
                <a:lnTo>
                  <a:pt x="3978370" y="82352"/>
                </a:lnTo>
                <a:lnTo>
                  <a:pt x="3975721" y="77172"/>
                </a:lnTo>
                <a:lnTo>
                  <a:pt x="3975960" y="77610"/>
                </a:lnTo>
                <a:lnTo>
                  <a:pt x="3973071" y="72589"/>
                </a:lnTo>
                <a:lnTo>
                  <a:pt x="3973329" y="73007"/>
                </a:lnTo>
                <a:lnTo>
                  <a:pt x="3970221" y="68145"/>
                </a:lnTo>
                <a:lnTo>
                  <a:pt x="3970481" y="68544"/>
                </a:lnTo>
                <a:lnTo>
                  <a:pt x="3967132" y="63842"/>
                </a:lnTo>
                <a:lnTo>
                  <a:pt x="3967430" y="64220"/>
                </a:lnTo>
                <a:lnTo>
                  <a:pt x="3963865" y="59697"/>
                </a:lnTo>
                <a:lnTo>
                  <a:pt x="3964184" y="60076"/>
                </a:lnTo>
                <a:lnTo>
                  <a:pt x="3960418" y="55712"/>
                </a:lnTo>
                <a:lnTo>
                  <a:pt x="3960737" y="56070"/>
                </a:lnTo>
                <a:lnTo>
                  <a:pt x="3956771" y="51906"/>
                </a:lnTo>
                <a:lnTo>
                  <a:pt x="3957110" y="52245"/>
                </a:lnTo>
                <a:lnTo>
                  <a:pt x="3952946" y="48280"/>
                </a:lnTo>
                <a:lnTo>
                  <a:pt x="3953285" y="48598"/>
                </a:lnTo>
                <a:lnTo>
                  <a:pt x="3948940" y="44833"/>
                </a:lnTo>
                <a:lnTo>
                  <a:pt x="3949319" y="45151"/>
                </a:lnTo>
                <a:lnTo>
                  <a:pt x="3944796" y="41585"/>
                </a:lnTo>
                <a:lnTo>
                  <a:pt x="3945175" y="41864"/>
                </a:lnTo>
                <a:lnTo>
                  <a:pt x="3940472" y="38536"/>
                </a:lnTo>
                <a:lnTo>
                  <a:pt x="3940871" y="38795"/>
                </a:lnTo>
                <a:lnTo>
                  <a:pt x="3936009" y="35687"/>
                </a:lnTo>
                <a:lnTo>
                  <a:pt x="3936426" y="35946"/>
                </a:lnTo>
                <a:lnTo>
                  <a:pt x="3931405" y="33057"/>
                </a:lnTo>
                <a:lnTo>
                  <a:pt x="3931845" y="33276"/>
                </a:lnTo>
                <a:lnTo>
                  <a:pt x="3926664" y="30645"/>
                </a:lnTo>
                <a:lnTo>
                  <a:pt x="3927102" y="30845"/>
                </a:lnTo>
                <a:lnTo>
                  <a:pt x="3921803" y="28454"/>
                </a:lnTo>
                <a:lnTo>
                  <a:pt x="3922261" y="28633"/>
                </a:lnTo>
                <a:lnTo>
                  <a:pt x="3916820" y="26501"/>
                </a:lnTo>
                <a:lnTo>
                  <a:pt x="3917278" y="26661"/>
                </a:lnTo>
                <a:lnTo>
                  <a:pt x="3911719" y="24788"/>
                </a:lnTo>
                <a:lnTo>
                  <a:pt x="3912179" y="24927"/>
                </a:lnTo>
                <a:lnTo>
                  <a:pt x="3906500" y="23313"/>
                </a:lnTo>
                <a:lnTo>
                  <a:pt x="3906976" y="23432"/>
                </a:lnTo>
                <a:lnTo>
                  <a:pt x="3901199" y="22098"/>
                </a:lnTo>
                <a:lnTo>
                  <a:pt x="3901677" y="22198"/>
                </a:lnTo>
                <a:lnTo>
                  <a:pt x="3895779" y="21141"/>
                </a:lnTo>
                <a:lnTo>
                  <a:pt x="3896278" y="21221"/>
                </a:lnTo>
                <a:lnTo>
                  <a:pt x="3890279" y="20464"/>
                </a:lnTo>
                <a:lnTo>
                  <a:pt x="3890778" y="20523"/>
                </a:lnTo>
                <a:lnTo>
                  <a:pt x="3884700" y="20045"/>
                </a:lnTo>
                <a:lnTo>
                  <a:pt x="3885199" y="20085"/>
                </a:lnTo>
                <a:lnTo>
                  <a:pt x="3879041" y="19926"/>
                </a:lnTo>
                <a:lnTo>
                  <a:pt x="3879301" y="19926"/>
                </a:lnTo>
                <a:lnTo>
                  <a:pt x="129716" y="19926"/>
                </a:lnTo>
                <a:lnTo>
                  <a:pt x="129973" y="19926"/>
                </a:lnTo>
                <a:lnTo>
                  <a:pt x="123818" y="20085"/>
                </a:lnTo>
                <a:lnTo>
                  <a:pt x="124316" y="20045"/>
                </a:lnTo>
                <a:lnTo>
                  <a:pt x="118238" y="20523"/>
                </a:lnTo>
                <a:lnTo>
                  <a:pt x="118735" y="20464"/>
                </a:lnTo>
                <a:lnTo>
                  <a:pt x="112739" y="21221"/>
                </a:lnTo>
                <a:lnTo>
                  <a:pt x="113236" y="21141"/>
                </a:lnTo>
                <a:lnTo>
                  <a:pt x="107339" y="22198"/>
                </a:lnTo>
                <a:lnTo>
                  <a:pt x="107818" y="22098"/>
                </a:lnTo>
                <a:lnTo>
                  <a:pt x="102038" y="23432"/>
                </a:lnTo>
                <a:lnTo>
                  <a:pt x="102517" y="23313"/>
                </a:lnTo>
                <a:lnTo>
                  <a:pt x="96837" y="24927"/>
                </a:lnTo>
                <a:lnTo>
                  <a:pt x="97297" y="24788"/>
                </a:lnTo>
                <a:lnTo>
                  <a:pt x="91738" y="26661"/>
                </a:lnTo>
                <a:lnTo>
                  <a:pt x="92196" y="26501"/>
                </a:lnTo>
                <a:lnTo>
                  <a:pt x="86756" y="28633"/>
                </a:lnTo>
                <a:lnTo>
                  <a:pt x="87214" y="28454"/>
                </a:lnTo>
                <a:lnTo>
                  <a:pt x="81894" y="30845"/>
                </a:lnTo>
                <a:lnTo>
                  <a:pt x="82332" y="30645"/>
                </a:lnTo>
                <a:lnTo>
                  <a:pt x="77172" y="33276"/>
                </a:lnTo>
                <a:lnTo>
                  <a:pt x="77611" y="33057"/>
                </a:lnTo>
                <a:lnTo>
                  <a:pt x="72588" y="35946"/>
                </a:lnTo>
                <a:lnTo>
                  <a:pt x="73007" y="35687"/>
                </a:lnTo>
                <a:lnTo>
                  <a:pt x="68145" y="38795"/>
                </a:lnTo>
                <a:lnTo>
                  <a:pt x="68544" y="38536"/>
                </a:lnTo>
                <a:lnTo>
                  <a:pt x="63842" y="41864"/>
                </a:lnTo>
                <a:lnTo>
                  <a:pt x="64220" y="41585"/>
                </a:lnTo>
                <a:lnTo>
                  <a:pt x="59696" y="45151"/>
                </a:lnTo>
                <a:lnTo>
                  <a:pt x="60056" y="44833"/>
                </a:lnTo>
                <a:lnTo>
                  <a:pt x="55713" y="48598"/>
                </a:lnTo>
                <a:lnTo>
                  <a:pt x="56071" y="48280"/>
                </a:lnTo>
                <a:lnTo>
                  <a:pt x="51906" y="52245"/>
                </a:lnTo>
                <a:lnTo>
                  <a:pt x="52246" y="51906"/>
                </a:lnTo>
                <a:lnTo>
                  <a:pt x="48280" y="56070"/>
                </a:lnTo>
                <a:lnTo>
                  <a:pt x="48598" y="55712"/>
                </a:lnTo>
                <a:lnTo>
                  <a:pt x="44833" y="60076"/>
                </a:lnTo>
                <a:lnTo>
                  <a:pt x="45152" y="59697"/>
                </a:lnTo>
                <a:lnTo>
                  <a:pt x="41584" y="64220"/>
                </a:lnTo>
                <a:lnTo>
                  <a:pt x="41864" y="63842"/>
                </a:lnTo>
                <a:lnTo>
                  <a:pt x="38536" y="68544"/>
                </a:lnTo>
                <a:lnTo>
                  <a:pt x="38795" y="68145"/>
                </a:lnTo>
                <a:lnTo>
                  <a:pt x="35688" y="73007"/>
                </a:lnTo>
                <a:lnTo>
                  <a:pt x="35945" y="72589"/>
                </a:lnTo>
                <a:lnTo>
                  <a:pt x="33057" y="77610"/>
                </a:lnTo>
                <a:lnTo>
                  <a:pt x="33275" y="77172"/>
                </a:lnTo>
                <a:lnTo>
                  <a:pt x="30646" y="82352"/>
                </a:lnTo>
                <a:lnTo>
                  <a:pt x="30845" y="81914"/>
                </a:lnTo>
                <a:lnTo>
                  <a:pt x="28453" y="87214"/>
                </a:lnTo>
                <a:lnTo>
                  <a:pt x="28632" y="86756"/>
                </a:lnTo>
                <a:lnTo>
                  <a:pt x="26502" y="92196"/>
                </a:lnTo>
                <a:lnTo>
                  <a:pt x="26662" y="91737"/>
                </a:lnTo>
                <a:lnTo>
                  <a:pt x="24787" y="97296"/>
                </a:lnTo>
                <a:lnTo>
                  <a:pt x="24926" y="96839"/>
                </a:lnTo>
                <a:lnTo>
                  <a:pt x="23313" y="102517"/>
                </a:lnTo>
                <a:lnTo>
                  <a:pt x="23433" y="102039"/>
                </a:lnTo>
                <a:lnTo>
                  <a:pt x="22098" y="107817"/>
                </a:lnTo>
                <a:lnTo>
                  <a:pt x="22197" y="107339"/>
                </a:lnTo>
                <a:lnTo>
                  <a:pt x="21140" y="113237"/>
                </a:lnTo>
                <a:lnTo>
                  <a:pt x="21221" y="112739"/>
                </a:lnTo>
                <a:lnTo>
                  <a:pt x="20463" y="118737"/>
                </a:lnTo>
                <a:lnTo>
                  <a:pt x="20524" y="118238"/>
                </a:lnTo>
                <a:lnTo>
                  <a:pt x="20046" y="124315"/>
                </a:lnTo>
                <a:lnTo>
                  <a:pt x="20085" y="123818"/>
                </a:lnTo>
                <a:lnTo>
                  <a:pt x="19925" y="129974"/>
                </a:lnTo>
              </a:path>
            </a:pathLst>
          </a:custGeom>
          <a:solidFill xmlns:a="http://schemas.openxmlformats.org/drawingml/2006/main">
            <a:srgbClr val="7DB0F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" name="text-153 #">
            <a:extLst xmlns:a="http://schemas.openxmlformats.org/drawingml/2006/main">
              <a:ext uri="{FF2B5EF4-FFF2-40B4-BE49-F238E27FC236}">
                <a16:creationId xmlns:a16="http://schemas.microsoft.com/office/drawing/2014/main" id="{D889CC1D-3BEE-483F-88A1-962E06E5E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97078" y="6958278"/>
            <a:ext cx="151697" cy="312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#</a:t>
            </a:r>
          </a:p>
        </p:txBody>
      </p:sp>
      <p:sp>
        <p:nvSpPr>
          <p:cNvPr id="254" name="text-153 Role">
            <a:extLst xmlns:a="http://schemas.openxmlformats.org/drawingml/2006/main">
              <a:ext uri="{FF2B5EF4-FFF2-40B4-BE49-F238E27FC236}">
                <a16:creationId xmlns:a16="http://schemas.microsoft.com/office/drawing/2014/main" id="{DBCF3E9F-0B3A-4614-9D95-8FFA62165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65198" y="6957476"/>
            <a:ext cx="463232" cy="3136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Role</a:t>
            </a:r>
          </a:p>
        </p:txBody>
      </p:sp>
      <p:sp>
        <p:nvSpPr>
          <p:cNvPr id="255" name="text-153 Setting">
            <a:extLst xmlns:a="http://schemas.openxmlformats.org/drawingml/2006/main">
              <a:ext uri="{FF2B5EF4-FFF2-40B4-BE49-F238E27FC236}">
                <a16:creationId xmlns:a16="http://schemas.microsoft.com/office/drawing/2014/main" id="{EF3DE371-68F3-40A0-A5BE-2BF5838E1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44907" y="6956896"/>
            <a:ext cx="676484" cy="3144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Setting</a:t>
            </a:r>
          </a:p>
        </p:txBody>
      </p:sp>
      <p:sp>
        <p:nvSpPr>
          <p:cNvPr id="256" name="text-154 You">
            <a:extLst xmlns:a="http://schemas.openxmlformats.org/drawingml/2006/main">
              <a:ext uri="{FF2B5EF4-FFF2-40B4-BE49-F238E27FC236}">
                <a16:creationId xmlns:a16="http://schemas.microsoft.com/office/drawing/2014/main" id="{16303A32-FA2A-4265-B9C7-0F1C942BB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97078" y="7216765"/>
            <a:ext cx="344304" cy="2675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5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You</a:t>
            </a:r>
          </a:p>
        </p:txBody>
      </p:sp>
      <p:sp>
        <p:nvSpPr>
          <p:cNvPr id="257" name="text-154 are">
            <a:extLst xmlns:a="http://schemas.openxmlformats.org/drawingml/2006/main">
              <a:ext uri="{FF2B5EF4-FFF2-40B4-BE49-F238E27FC236}">
                <a16:creationId xmlns:a16="http://schemas.microsoft.com/office/drawing/2014/main" id="{8D222265-937E-44BC-823D-70FC3E134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51252" y="7228367"/>
            <a:ext cx="251387" cy="2513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are</a:t>
            </a:r>
          </a:p>
        </p:txBody>
      </p:sp>
      <p:sp>
        <p:nvSpPr>
          <p:cNvPr id="258" name="text-154 an">
            <a:extLst xmlns:a="http://schemas.openxmlformats.org/drawingml/2006/main">
              <a:ext uri="{FF2B5EF4-FFF2-40B4-BE49-F238E27FC236}">
                <a16:creationId xmlns:a16="http://schemas.microsoft.com/office/drawing/2014/main" id="{4C5E0C14-3754-4EDD-9526-1955A23EE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14643" y="7227864"/>
            <a:ext cx="202206" cy="2520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</a:t>
            </a:r>
          </a:p>
        </p:txBody>
      </p:sp>
      <p:sp>
        <p:nvSpPr>
          <p:cNvPr id="259" name="text-154 answer">
            <a:extLst xmlns:a="http://schemas.openxmlformats.org/drawingml/2006/main">
              <a:ext uri="{FF2B5EF4-FFF2-40B4-BE49-F238E27FC236}">
                <a16:creationId xmlns:a16="http://schemas.microsoft.com/office/drawing/2014/main" id="{1932F8EA-F947-490E-A896-641064F08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28718" y="7228282"/>
            <a:ext cx="540741" cy="2514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answer</a:t>
            </a:r>
          </a:p>
        </p:txBody>
      </p:sp>
      <p:sp>
        <p:nvSpPr>
          <p:cNvPr id="260" name="text-154 expert,">
            <a:extLst xmlns:a="http://schemas.openxmlformats.org/drawingml/2006/main">
              <a:ext uri="{FF2B5EF4-FFF2-40B4-BE49-F238E27FC236}">
                <a16:creationId xmlns:a16="http://schemas.microsoft.com/office/drawing/2014/main" id="{9C813957-A44D-40DE-9FBD-B9457EE91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81277" y="7228689"/>
            <a:ext cx="524572" cy="2508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expert,</a:t>
            </a:r>
          </a:p>
        </p:txBody>
      </p:sp>
      <p:sp>
        <p:nvSpPr>
          <p:cNvPr id="261" name="text-154 specializing">
            <a:extLst xmlns:a="http://schemas.openxmlformats.org/drawingml/2006/main">
              <a:ext uri="{FF2B5EF4-FFF2-40B4-BE49-F238E27FC236}">
                <a16:creationId xmlns:a16="http://schemas.microsoft.com/office/drawing/2014/main" id="{75C8CA89-1B30-4458-AF1F-0189977B1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18147" y="7228860"/>
            <a:ext cx="886840" cy="2506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specializing</a:t>
            </a:r>
          </a:p>
        </p:txBody>
      </p:sp>
      <p:sp>
        <p:nvSpPr>
          <p:cNvPr id="262" name="text-154 in">
            <a:extLst xmlns:a="http://schemas.openxmlformats.org/drawingml/2006/main">
              <a:ext uri="{FF2B5EF4-FFF2-40B4-BE49-F238E27FC236}">
                <a16:creationId xmlns:a16="http://schemas.microsoft.com/office/drawing/2014/main" id="{01B0C7EA-7988-4F00-8539-BF8B0F140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17035" y="7228409"/>
            <a:ext cx="171847" cy="2512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263" name="text-154 answering">
            <a:extLst xmlns:a="http://schemas.openxmlformats.org/drawingml/2006/main">
              <a:ext uri="{FF2B5EF4-FFF2-40B4-BE49-F238E27FC236}">
                <a16:creationId xmlns:a16="http://schemas.microsoft.com/office/drawing/2014/main" id="{55DE6C0E-A273-41FC-AEAF-8239F4FA3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100848" y="7228500"/>
            <a:ext cx="769223" cy="2511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answering</a:t>
            </a:r>
          </a:p>
        </p:txBody>
      </p:sp>
      <p:sp>
        <p:nvSpPr>
          <p:cNvPr id="264" name="text-155 questions">
            <a:extLst xmlns:a="http://schemas.openxmlformats.org/drawingml/2006/main">
              <a:ext uri="{FF2B5EF4-FFF2-40B4-BE49-F238E27FC236}">
                <a16:creationId xmlns:a16="http://schemas.microsoft.com/office/drawing/2014/main" id="{18C35968-E2D1-4A6C-83DE-E8F2F1880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97078" y="7443907"/>
            <a:ext cx="708833" cy="2508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questions</a:t>
            </a:r>
          </a:p>
        </p:txBody>
      </p:sp>
      <p:sp>
        <p:nvSpPr>
          <p:cNvPr id="265" name="text-155 based">
            <a:extLst xmlns:a="http://schemas.openxmlformats.org/drawingml/2006/main">
              <a:ext uri="{FF2B5EF4-FFF2-40B4-BE49-F238E27FC236}">
                <a16:creationId xmlns:a16="http://schemas.microsoft.com/office/drawing/2014/main" id="{3CE5C639-2E9D-4092-9DE2-BE6BB91ED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17757" y="7443585"/>
            <a:ext cx="440845" cy="2512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based</a:t>
            </a:r>
          </a:p>
        </p:txBody>
      </p:sp>
      <p:sp>
        <p:nvSpPr>
          <p:cNvPr id="266" name="text-155 on">
            <a:extLst xmlns:a="http://schemas.openxmlformats.org/drawingml/2006/main">
              <a:ext uri="{FF2B5EF4-FFF2-40B4-BE49-F238E27FC236}">
                <a16:creationId xmlns:a16="http://schemas.microsoft.com/office/drawing/2014/main" id="{DB3AF816-A0FE-4F79-8666-541A49962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70565" y="7443139"/>
            <a:ext cx="212280" cy="2519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on</a:t>
            </a:r>
          </a:p>
        </p:txBody>
      </p:sp>
      <p:sp>
        <p:nvSpPr>
          <p:cNvPr id="267" name="text-155 images.">
            <a:extLst xmlns:a="http://schemas.openxmlformats.org/drawingml/2006/main">
              <a:ext uri="{FF2B5EF4-FFF2-40B4-BE49-F238E27FC236}">
                <a16:creationId xmlns:a16="http://schemas.microsoft.com/office/drawing/2014/main" id="{45B185BD-780E-4F72-AC11-11E1FD0A0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94727" y="7444039"/>
            <a:ext cx="583944" cy="2506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images.</a:t>
            </a:r>
          </a:p>
        </p:txBody>
      </p:sp>
      <p:sp>
        <p:nvSpPr>
          <p:cNvPr id="268" name="text-155 Your">
            <a:extLst xmlns:a="http://schemas.openxmlformats.org/drawingml/2006/main">
              <a:ext uri="{FF2B5EF4-FFF2-40B4-BE49-F238E27FC236}">
                <a16:creationId xmlns:a16="http://schemas.microsoft.com/office/drawing/2014/main" id="{F7D424AA-D681-42B8-ADEC-2C2C770FF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90997" y="7434020"/>
            <a:ext cx="403464" cy="2646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Your</a:t>
            </a:r>
          </a:p>
        </p:txBody>
      </p:sp>
      <p:sp>
        <p:nvSpPr>
          <p:cNvPr id="269" name="text-155 task">
            <a:extLst xmlns:a="http://schemas.openxmlformats.org/drawingml/2006/main">
              <a:ext uri="{FF2B5EF4-FFF2-40B4-BE49-F238E27FC236}">
                <a16:creationId xmlns:a16="http://schemas.microsoft.com/office/drawing/2014/main" id="{06031C3D-FBBF-4812-B7C8-EC17E427F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04576" y="7443867"/>
            <a:ext cx="320867" cy="250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task</a:t>
            </a:r>
          </a:p>
        </p:txBody>
      </p:sp>
      <p:sp>
        <p:nvSpPr>
          <p:cNvPr id="270" name="text-155 is">
            <a:extLst xmlns:a="http://schemas.openxmlformats.org/drawingml/2006/main">
              <a:ext uri="{FF2B5EF4-FFF2-40B4-BE49-F238E27FC236}">
                <a16:creationId xmlns:a16="http://schemas.microsoft.com/office/drawing/2014/main" id="{4E1A84AA-9484-4E44-AD3F-D0A226A8D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37457" y="7443766"/>
            <a:ext cx="151817" cy="2510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271" name="text-155 to">
            <a:extLst xmlns:a="http://schemas.openxmlformats.org/drawingml/2006/main">
              <a:ext uri="{FF2B5EF4-FFF2-40B4-BE49-F238E27FC236}">
                <a16:creationId xmlns:a16="http://schemas.microsoft.com/office/drawing/2014/main" id="{E2405021-FFCA-485D-9E94-AF1EE93990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01095" y="7443605"/>
            <a:ext cx="171847" cy="2512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</a:t>
            </a:r>
          </a:p>
        </p:txBody>
      </p:sp>
      <p:sp>
        <p:nvSpPr>
          <p:cNvPr id="272" name="text-155 answer">
            <a:extLst xmlns:a="http://schemas.openxmlformats.org/drawingml/2006/main">
              <a:ext uri="{FF2B5EF4-FFF2-40B4-BE49-F238E27FC236}">
                <a16:creationId xmlns:a16="http://schemas.microsoft.com/office/drawing/2014/main" id="{84300C4D-C8D9-403C-9670-27B4E803E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184909" y="7443478"/>
            <a:ext cx="540741" cy="2514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answer</a:t>
            </a:r>
          </a:p>
        </p:txBody>
      </p:sp>
      <p:sp>
        <p:nvSpPr>
          <p:cNvPr id="273" name="text-155 multiple">
            <a:extLst xmlns:a="http://schemas.openxmlformats.org/drawingml/2006/main">
              <a:ext uri="{FF2B5EF4-FFF2-40B4-BE49-F238E27FC236}">
                <a16:creationId xmlns:a16="http://schemas.microsoft.com/office/drawing/2014/main" id="{0F20B005-EDCD-4B4B-80A2-9B0E5A05B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37467" y="7444292"/>
            <a:ext cx="627849" cy="2502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multiple</a:t>
            </a:r>
          </a:p>
        </p:txBody>
      </p:sp>
      <p:sp>
        <p:nvSpPr>
          <p:cNvPr id="274" name="text-156 questions">
            <a:extLst xmlns:a="http://schemas.openxmlformats.org/drawingml/2006/main">
              <a:ext uri="{FF2B5EF4-FFF2-40B4-BE49-F238E27FC236}">
                <a16:creationId xmlns:a16="http://schemas.microsoft.com/office/drawing/2014/main" id="{FF44670D-CB3C-424A-BCF9-262D6DDED5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97078" y="7659102"/>
            <a:ext cx="708833" cy="2508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questions</a:t>
            </a:r>
          </a:p>
        </p:txBody>
      </p:sp>
      <p:sp>
        <p:nvSpPr>
          <p:cNvPr id="275" name="text-156 based">
            <a:extLst xmlns:a="http://schemas.openxmlformats.org/drawingml/2006/main">
              <a:ext uri="{FF2B5EF4-FFF2-40B4-BE49-F238E27FC236}">
                <a16:creationId xmlns:a16="http://schemas.microsoft.com/office/drawing/2014/main" id="{9DBA551F-0200-4E51-9F96-E06FC07D9D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17757" y="7658780"/>
            <a:ext cx="440845" cy="2512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based</a:t>
            </a:r>
          </a:p>
        </p:txBody>
      </p:sp>
      <p:sp>
        <p:nvSpPr>
          <p:cNvPr id="276" name="text-156 on">
            <a:extLst xmlns:a="http://schemas.openxmlformats.org/drawingml/2006/main">
              <a:ext uri="{FF2B5EF4-FFF2-40B4-BE49-F238E27FC236}">
                <a16:creationId xmlns:a16="http://schemas.microsoft.com/office/drawing/2014/main" id="{EA7740FA-AD3E-45E6-8F47-96219D2A2C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70565" y="7658334"/>
            <a:ext cx="212280" cy="2519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on</a:t>
            </a:r>
          </a:p>
        </p:txBody>
      </p:sp>
      <p:sp>
        <p:nvSpPr>
          <p:cNvPr id="277" name="text-156 the">
            <a:extLst xmlns:a="http://schemas.openxmlformats.org/drawingml/2006/main">
              <a:ext uri="{FF2B5EF4-FFF2-40B4-BE49-F238E27FC236}">
                <a16:creationId xmlns:a16="http://schemas.microsoft.com/office/drawing/2014/main" id="{516C1EB5-89EF-4C11-AA05-59E1B8F881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94727" y="7658915"/>
            <a:ext cx="251357" cy="2511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78" name="text-156 images">
            <a:extLst xmlns:a="http://schemas.openxmlformats.org/drawingml/2006/main">
              <a:ext uri="{FF2B5EF4-FFF2-40B4-BE49-F238E27FC236}">
                <a16:creationId xmlns:a16="http://schemas.microsoft.com/office/drawing/2014/main" id="{888DBA91-0EB0-4F52-92A4-EB13652EE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58116" y="7659085"/>
            <a:ext cx="539595" cy="2508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images</a:t>
            </a:r>
          </a:p>
        </p:txBody>
      </p:sp>
      <p:sp>
        <p:nvSpPr>
          <p:cNvPr id="279" name="text-156 provided">
            <a:extLst xmlns:a="http://schemas.openxmlformats.org/drawingml/2006/main">
              <a:ext uri="{FF2B5EF4-FFF2-40B4-BE49-F238E27FC236}">
                <a16:creationId xmlns:a16="http://schemas.microsoft.com/office/drawing/2014/main" id="{DB8147F8-94F0-44B1-B496-18F22A28C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09554" y="7658958"/>
            <a:ext cx="669460" cy="2510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provided</a:t>
            </a:r>
          </a:p>
        </p:txBody>
      </p:sp>
      <p:sp>
        <p:nvSpPr>
          <p:cNvPr id="280" name="text-156 by">
            <a:extLst xmlns:a="http://schemas.openxmlformats.org/drawingml/2006/main">
              <a:ext uri="{FF2B5EF4-FFF2-40B4-BE49-F238E27FC236}">
                <a16:creationId xmlns:a16="http://schemas.microsoft.com/office/drawing/2014/main" id="{D2748462-F557-4B15-99CB-956AFBBFC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91010" y="7658336"/>
            <a:ext cx="212277" cy="2519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by</a:t>
            </a:r>
          </a:p>
        </p:txBody>
      </p:sp>
      <p:sp>
        <p:nvSpPr>
          <p:cNvPr id="281" name="text-156 the">
            <a:extLst xmlns:a="http://schemas.openxmlformats.org/drawingml/2006/main">
              <a:ext uri="{FF2B5EF4-FFF2-40B4-BE49-F238E27FC236}">
                <a16:creationId xmlns:a16="http://schemas.microsoft.com/office/drawing/2014/main" id="{41410372-748A-4727-A3B8-C6719A1FD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15172" y="7658915"/>
            <a:ext cx="251357" cy="2511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82" name="text-156 user">
            <a:extLst xmlns:a="http://schemas.openxmlformats.org/drawingml/2006/main">
              <a:ext uri="{FF2B5EF4-FFF2-40B4-BE49-F238E27FC236}">
                <a16:creationId xmlns:a16="http://schemas.microsoft.com/office/drawing/2014/main" id="{BBA32B4D-7B51-41D1-8422-4B55167B5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78561" y="7658836"/>
            <a:ext cx="331122" cy="2512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user</a:t>
            </a:r>
          </a:p>
        </p:txBody>
      </p:sp>
      <p:sp>
        <p:nvSpPr>
          <p:cNvPr id="283" name="text-157 ......">
            <a:extLst xmlns:a="http://schemas.openxmlformats.org/drawingml/2006/main">
              <a:ext uri="{FF2B5EF4-FFF2-40B4-BE49-F238E27FC236}">
                <a16:creationId xmlns:a16="http://schemas.microsoft.com/office/drawing/2014/main" id="{2178B9ED-4760-43FB-BAA2-47D5904763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76698" y="7658708"/>
            <a:ext cx="301596" cy="2513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......</a:t>
            </a:r>
          </a:p>
        </p:txBody>
      </p:sp>
      <p:pic>
        <p:nvPicPr>
          <p:cNvPr id="284" name="">
            <a:extLst xmlns:a="http://schemas.openxmlformats.org/drawingml/2006/main">
              <a:ext uri="{FF2B5EF4-FFF2-40B4-BE49-F238E27FC236}">
                <a16:creationId xmlns:a16="http://schemas.microsoft.com/office/drawing/2014/main" id="{3CB6F4D9-03C3-4514-A90A-C7BF8FC2F0B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a6f3e13c878477c"/>
          <a:stretch xmlns:a="http://schemas.openxmlformats.org/drawingml/2006/main"/>
        </p:blipFill>
        <p:spPr>
          <a:xfrm xmlns:a="http://schemas.openxmlformats.org/drawingml/2006/main">
            <a:off x="8058795" y="5404992"/>
            <a:ext cx="395646" cy="395646"/>
          </a:xfrm>
          <a:prstGeom xmlns:a="http://schemas.openxmlformats.org/drawingml/2006/main" prst="rect">
            <a:avLst/>
          </a:prstGeom>
        </p:spPr>
      </p:pic>
      <p:sp>
        <p:nvSpPr>
          <p:cNvPr id="285" name="path-159">
            <a:extLst xmlns:a="http://schemas.openxmlformats.org/drawingml/2006/main">
              <a:ext uri="{FF2B5EF4-FFF2-40B4-BE49-F238E27FC236}">
                <a16:creationId xmlns:a16="http://schemas.microsoft.com/office/drawing/2014/main" id="{EC069DFE-3CF7-4AA1-9188-E63291067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1218" y="8276509"/>
            <a:ext cx="2160026" cy="430392"/>
          </a:xfrm>
          <a:custGeom xmlns:a="http://schemas.openxmlformats.org/drawingml/2006/main">
            <a:pathLst>
              <a:path w="1920023" h="382571">
                <a:moveTo>
                  <a:pt x="0" y="0"/>
                </a:moveTo>
                <a:lnTo>
                  <a:pt x="0" y="382571"/>
                </a:lnTo>
                <a:lnTo>
                  <a:pt x="1920023" y="382571"/>
                </a:lnTo>
                <a:lnTo>
                  <a:pt x="1920023" y="0"/>
                </a:lnTo>
                <a:close/>
              </a:path>
            </a:pathLst>
          </a:custGeom>
          <a:solidFill xmlns:a="http://schemas.openxmlformats.org/drawingml/2006/main">
            <a:srgbClr val="F8CDA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" name="path-160">
            <a:extLst xmlns:a="http://schemas.openxmlformats.org/drawingml/2006/main">
              <a:ext uri="{FF2B5EF4-FFF2-40B4-BE49-F238E27FC236}">
                <a16:creationId xmlns:a16="http://schemas.microsoft.com/office/drawing/2014/main" id="{18EBE066-236C-46D8-A50F-B08C4650F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8777" y="8266422"/>
            <a:ext cx="2183339" cy="451686"/>
          </a:xfrm>
          <a:custGeom xmlns:a="http://schemas.openxmlformats.org/drawingml/2006/main">
            <a:pathLst>
              <a:path w="1940746" h="401499">
                <a:moveTo>
                  <a:pt x="1940746" y="0"/>
                </a:moveTo>
                <a:lnTo>
                  <a:pt x="1940746" y="401499"/>
                </a:lnTo>
                <a:lnTo>
                  <a:pt x="0" y="401499"/>
                </a:lnTo>
                <a:lnTo>
                  <a:pt x="0" y="0"/>
                </a:lnTo>
                <a:lnTo>
                  <a:pt x="1940746" y="0"/>
                </a:lnTo>
                <a:moveTo>
                  <a:pt x="9963" y="19926"/>
                </a:moveTo>
                <a:lnTo>
                  <a:pt x="19925" y="9964"/>
                </a:lnTo>
                <a:lnTo>
                  <a:pt x="19925" y="391536"/>
                </a:lnTo>
                <a:lnTo>
                  <a:pt x="9963" y="381574"/>
                </a:lnTo>
                <a:lnTo>
                  <a:pt x="1930783" y="381574"/>
                </a:lnTo>
                <a:lnTo>
                  <a:pt x="1920820" y="391536"/>
                </a:lnTo>
                <a:lnTo>
                  <a:pt x="1920820" y="9964"/>
                </a:lnTo>
                <a:lnTo>
                  <a:pt x="1930783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F8CDA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" name="text-161 Single">
            <a:extLst xmlns:a="http://schemas.openxmlformats.org/drawingml/2006/main">
              <a:ext uri="{FF2B5EF4-FFF2-40B4-BE49-F238E27FC236}">
                <a16:creationId xmlns:a16="http://schemas.microsoft.com/office/drawing/2014/main" id="{B2B36FE6-E4B8-4959-9E9B-A7BC12B1E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86884" y="8346989"/>
            <a:ext cx="679261" cy="3140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Single</a:t>
            </a:r>
          </a:p>
        </p:txBody>
      </p:sp>
      <p:sp>
        <p:nvSpPr>
          <p:cNvPr id="288" name="text-161 item">
            <a:extLst xmlns:a="http://schemas.openxmlformats.org/drawingml/2006/main">
              <a:ext uri="{FF2B5EF4-FFF2-40B4-BE49-F238E27FC236}">
                <a16:creationId xmlns:a16="http://schemas.microsoft.com/office/drawing/2014/main" id="{90C3B3BB-11CD-479B-8404-DA4852C6B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94116" y="8347391"/>
            <a:ext cx="504983" cy="31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</a:t>
            </a:r>
          </a:p>
        </p:txBody>
      </p:sp>
      <p:sp>
        <p:nvSpPr>
          <p:cNvPr id="289" name="text-161 dialogue">
            <a:extLst xmlns:a="http://schemas.openxmlformats.org/drawingml/2006/main">
              <a:ext uri="{FF2B5EF4-FFF2-40B4-BE49-F238E27FC236}">
                <a16:creationId xmlns:a16="http://schemas.microsoft.com/office/drawing/2014/main" id="{97802FAE-9911-481B-A49D-C9F94DAA4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26502" y="8347470"/>
            <a:ext cx="885403" cy="3133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dialogue</a:t>
            </a:r>
          </a:p>
        </p:txBody>
      </p:sp>
      <p:sp>
        <p:nvSpPr>
          <p:cNvPr id="290" name="text-162 Multi">
            <a:extLst xmlns:a="http://schemas.openxmlformats.org/drawingml/2006/main">
              <a:ext uri="{FF2B5EF4-FFF2-40B4-BE49-F238E27FC236}">
                <a16:creationId xmlns:a16="http://schemas.microsoft.com/office/drawing/2014/main" id="{8B2E4E17-92F7-4619-86DE-9C38595F49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09412" y="9396059"/>
            <a:ext cx="584836" cy="3140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Multi</a:t>
            </a:r>
          </a:p>
        </p:txBody>
      </p:sp>
      <p:sp>
        <p:nvSpPr>
          <p:cNvPr id="291" name="text-162 items">
            <a:extLst xmlns:a="http://schemas.openxmlformats.org/drawingml/2006/main">
              <a:ext uri="{FF2B5EF4-FFF2-40B4-BE49-F238E27FC236}">
                <a16:creationId xmlns:a16="http://schemas.microsoft.com/office/drawing/2014/main" id="{EC89F4C2-6276-41B4-B742-85DD62E11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21375" y="9396417"/>
            <a:ext cx="614027" cy="3135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items</a:t>
            </a:r>
          </a:p>
        </p:txBody>
      </p:sp>
      <p:sp>
        <p:nvSpPr>
          <p:cNvPr id="292" name="text-162 dialogue">
            <a:extLst xmlns:a="http://schemas.openxmlformats.org/drawingml/2006/main">
              <a:ext uri="{FF2B5EF4-FFF2-40B4-BE49-F238E27FC236}">
                <a16:creationId xmlns:a16="http://schemas.microsoft.com/office/drawing/2014/main" id="{774FA0DE-5680-4314-A1C2-66000BF24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62479" y="9396548"/>
            <a:ext cx="885404" cy="3133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dialogue</a:t>
            </a:r>
          </a:p>
        </p:txBody>
      </p:sp>
      <p:sp>
        <p:nvSpPr>
          <p:cNvPr id="293" name="path-163">
            <a:extLst xmlns:a="http://schemas.openxmlformats.org/drawingml/2006/main">
              <a:ext uri="{FF2B5EF4-FFF2-40B4-BE49-F238E27FC236}">
                <a16:creationId xmlns:a16="http://schemas.microsoft.com/office/drawing/2014/main" id="{D688BF8F-56A9-45C8-BC48-E650108C1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5507" y="6098774"/>
            <a:ext cx="724044" cy="531265"/>
          </a:xfrm>
          <a:custGeom xmlns:a="http://schemas.openxmlformats.org/drawingml/2006/main">
            <a:pathLst>
              <a:path w="643594" h="472235">
                <a:moveTo>
                  <a:pt x="524041" y="472235"/>
                </a:moveTo>
                <a:lnTo>
                  <a:pt x="524041" y="432384"/>
                </a:lnTo>
                <a:lnTo>
                  <a:pt x="524041" y="392533"/>
                </a:lnTo>
                <a:lnTo>
                  <a:pt x="643594" y="432384"/>
                </a:lnTo>
                <a:lnTo>
                  <a:pt x="524041" y="472235"/>
                </a:lnTo>
                <a:moveTo>
                  <a:pt x="0" y="0"/>
                </a:moveTo>
                <a:lnTo>
                  <a:pt x="331760" y="0"/>
                </a:lnTo>
                <a:lnTo>
                  <a:pt x="331760" y="432384"/>
                </a:lnTo>
                <a:lnTo>
                  <a:pt x="321797" y="422421"/>
                </a:lnTo>
                <a:lnTo>
                  <a:pt x="583818" y="422421"/>
                </a:lnTo>
                <a:lnTo>
                  <a:pt x="583818" y="442347"/>
                </a:lnTo>
                <a:lnTo>
                  <a:pt x="311834" y="442347"/>
                </a:lnTo>
                <a:lnTo>
                  <a:pt x="311834" y="9963"/>
                </a:lnTo>
                <a:lnTo>
                  <a:pt x="321797" y="19926"/>
                </a:lnTo>
                <a:lnTo>
                  <a:pt x="0" y="19926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" name="path-164">
            <a:extLst xmlns:a="http://schemas.openxmlformats.org/drawingml/2006/main">
              <a:ext uri="{FF2B5EF4-FFF2-40B4-BE49-F238E27FC236}">
                <a16:creationId xmlns:a16="http://schemas.microsoft.com/office/drawing/2014/main" id="{2693F54D-FDC7-4F9D-AACE-45C307C5E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2231" y="6540374"/>
            <a:ext cx="717319" cy="627654"/>
          </a:xfrm>
          <a:custGeom xmlns:a="http://schemas.openxmlformats.org/drawingml/2006/main">
            <a:pathLst>
              <a:path w="637617" h="557915">
                <a:moveTo>
                  <a:pt x="518064" y="0"/>
                </a:moveTo>
                <a:lnTo>
                  <a:pt x="518064" y="39851"/>
                </a:lnTo>
                <a:lnTo>
                  <a:pt x="518064" y="79702"/>
                </a:lnTo>
                <a:lnTo>
                  <a:pt x="637617" y="39851"/>
                </a:lnTo>
                <a:lnTo>
                  <a:pt x="518064" y="0"/>
                </a:lnTo>
                <a:moveTo>
                  <a:pt x="0" y="557915"/>
                </a:moveTo>
                <a:lnTo>
                  <a:pt x="324786" y="557915"/>
                </a:lnTo>
                <a:lnTo>
                  <a:pt x="324786" y="39851"/>
                </a:lnTo>
                <a:lnTo>
                  <a:pt x="314823" y="49814"/>
                </a:lnTo>
                <a:lnTo>
                  <a:pt x="577840" y="49814"/>
                </a:lnTo>
                <a:lnTo>
                  <a:pt x="577840" y="29888"/>
                </a:lnTo>
                <a:lnTo>
                  <a:pt x="304860" y="29888"/>
                </a:lnTo>
                <a:lnTo>
                  <a:pt x="304860" y="547951"/>
                </a:lnTo>
                <a:lnTo>
                  <a:pt x="314823" y="537989"/>
                </a:lnTo>
                <a:lnTo>
                  <a:pt x="0" y="537989"/>
                </a:lnTo>
                <a:lnTo>
                  <a:pt x="0" y="55791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" name="path-165">
            <a:extLst xmlns:a="http://schemas.openxmlformats.org/drawingml/2006/main">
              <a:ext uri="{FF2B5EF4-FFF2-40B4-BE49-F238E27FC236}">
                <a16:creationId xmlns:a16="http://schemas.microsoft.com/office/drawing/2014/main" id="{97D8689A-9BAC-4DCE-A544-38CC48B61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06095" y="6043855"/>
            <a:ext cx="939240" cy="552560"/>
          </a:xfrm>
          <a:custGeom xmlns:a="http://schemas.openxmlformats.org/drawingml/2006/main">
            <a:pathLst>
              <a:path w="834880" h="491164">
                <a:moveTo>
                  <a:pt x="715327" y="0"/>
                </a:moveTo>
                <a:lnTo>
                  <a:pt x="715327" y="39851"/>
                </a:lnTo>
                <a:lnTo>
                  <a:pt x="715327" y="79702"/>
                </a:lnTo>
                <a:lnTo>
                  <a:pt x="834880" y="39851"/>
                </a:lnTo>
                <a:lnTo>
                  <a:pt x="715327" y="0"/>
                </a:lnTo>
                <a:moveTo>
                  <a:pt x="0" y="491164"/>
                </a:moveTo>
                <a:lnTo>
                  <a:pt x="427403" y="491164"/>
                </a:lnTo>
                <a:lnTo>
                  <a:pt x="427403" y="39851"/>
                </a:lnTo>
                <a:lnTo>
                  <a:pt x="417440" y="49814"/>
                </a:lnTo>
                <a:lnTo>
                  <a:pt x="775103" y="49814"/>
                </a:lnTo>
                <a:lnTo>
                  <a:pt x="775103" y="29888"/>
                </a:lnTo>
                <a:lnTo>
                  <a:pt x="407477" y="29888"/>
                </a:lnTo>
                <a:lnTo>
                  <a:pt x="407477" y="481201"/>
                </a:lnTo>
                <a:lnTo>
                  <a:pt x="417440" y="471239"/>
                </a:lnTo>
                <a:lnTo>
                  <a:pt x="0" y="471239"/>
                </a:lnTo>
                <a:lnTo>
                  <a:pt x="0" y="49116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" name="path-166">
            <a:extLst xmlns:a="http://schemas.openxmlformats.org/drawingml/2006/main">
              <a:ext uri="{FF2B5EF4-FFF2-40B4-BE49-F238E27FC236}">
                <a16:creationId xmlns:a16="http://schemas.microsoft.com/office/drawing/2014/main" id="{F4345D93-D10A-4B83-B5F7-30C8EEA35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06095" y="6573998"/>
            <a:ext cx="939240" cy="620930"/>
          </a:xfrm>
          <a:custGeom xmlns:a="http://schemas.openxmlformats.org/drawingml/2006/main">
            <a:pathLst>
              <a:path w="834880" h="551937">
                <a:moveTo>
                  <a:pt x="715327" y="551937"/>
                </a:moveTo>
                <a:lnTo>
                  <a:pt x="715327" y="512085"/>
                </a:lnTo>
                <a:lnTo>
                  <a:pt x="715327" y="472235"/>
                </a:lnTo>
                <a:lnTo>
                  <a:pt x="834880" y="512085"/>
                </a:lnTo>
                <a:lnTo>
                  <a:pt x="715327" y="551937"/>
                </a:lnTo>
                <a:moveTo>
                  <a:pt x="0" y="0"/>
                </a:moveTo>
                <a:lnTo>
                  <a:pt x="427403" y="0"/>
                </a:lnTo>
                <a:lnTo>
                  <a:pt x="427403" y="512085"/>
                </a:lnTo>
                <a:lnTo>
                  <a:pt x="417440" y="502122"/>
                </a:lnTo>
                <a:lnTo>
                  <a:pt x="775103" y="502122"/>
                </a:lnTo>
                <a:lnTo>
                  <a:pt x="775103" y="522049"/>
                </a:lnTo>
                <a:lnTo>
                  <a:pt x="407477" y="522049"/>
                </a:lnTo>
                <a:lnTo>
                  <a:pt x="407477" y="9963"/>
                </a:lnTo>
                <a:lnTo>
                  <a:pt x="417440" y="19926"/>
                </a:lnTo>
                <a:lnTo>
                  <a:pt x="0" y="19926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" name="path-167">
            <a:extLst xmlns:a="http://schemas.openxmlformats.org/drawingml/2006/main">
              <a:ext uri="{FF2B5EF4-FFF2-40B4-BE49-F238E27FC236}">
                <a16:creationId xmlns:a16="http://schemas.microsoft.com/office/drawing/2014/main" id="{D3271DE8-5F9A-4AD2-A425-DC59D1FDE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2054" y="6077479"/>
            <a:ext cx="930274" cy="563768"/>
          </a:xfrm>
          <a:custGeom xmlns:a="http://schemas.openxmlformats.org/drawingml/2006/main">
            <a:pathLst>
              <a:path w="826910" h="501127">
                <a:moveTo>
                  <a:pt x="707357" y="501127"/>
                </a:moveTo>
                <a:lnTo>
                  <a:pt x="707357" y="461276"/>
                </a:lnTo>
                <a:lnTo>
                  <a:pt x="707357" y="421425"/>
                </a:lnTo>
                <a:lnTo>
                  <a:pt x="826910" y="461276"/>
                </a:lnTo>
                <a:lnTo>
                  <a:pt x="707357" y="501127"/>
                </a:lnTo>
                <a:moveTo>
                  <a:pt x="0" y="0"/>
                </a:moveTo>
                <a:lnTo>
                  <a:pt x="423416" y="0"/>
                </a:lnTo>
                <a:lnTo>
                  <a:pt x="423416" y="461276"/>
                </a:lnTo>
                <a:lnTo>
                  <a:pt x="413454" y="451313"/>
                </a:lnTo>
                <a:lnTo>
                  <a:pt x="767132" y="451313"/>
                </a:lnTo>
                <a:lnTo>
                  <a:pt x="767132" y="471239"/>
                </a:lnTo>
                <a:lnTo>
                  <a:pt x="403491" y="471239"/>
                </a:lnTo>
                <a:lnTo>
                  <a:pt x="403491" y="9963"/>
                </a:lnTo>
                <a:lnTo>
                  <a:pt x="413454" y="19926"/>
                </a:lnTo>
                <a:lnTo>
                  <a:pt x="0" y="19926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" name="path-168">
            <a:extLst xmlns:a="http://schemas.openxmlformats.org/drawingml/2006/main">
              <a:ext uri="{FF2B5EF4-FFF2-40B4-BE49-F238E27FC236}">
                <a16:creationId xmlns:a16="http://schemas.microsoft.com/office/drawing/2014/main" id="{4FB0F708-EEDE-439D-900A-07EEE24B3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2054" y="6551582"/>
            <a:ext cx="930274" cy="609721"/>
          </a:xfrm>
          <a:custGeom xmlns:a="http://schemas.openxmlformats.org/drawingml/2006/main">
            <a:pathLst>
              <a:path w="826910" h="541974">
                <a:moveTo>
                  <a:pt x="707357" y="0"/>
                </a:moveTo>
                <a:lnTo>
                  <a:pt x="707357" y="39851"/>
                </a:lnTo>
                <a:lnTo>
                  <a:pt x="707357" y="79702"/>
                </a:lnTo>
                <a:lnTo>
                  <a:pt x="826910" y="39851"/>
                </a:lnTo>
                <a:lnTo>
                  <a:pt x="707357" y="0"/>
                </a:lnTo>
                <a:moveTo>
                  <a:pt x="0" y="541974"/>
                </a:moveTo>
                <a:lnTo>
                  <a:pt x="423416" y="541974"/>
                </a:lnTo>
                <a:lnTo>
                  <a:pt x="423416" y="39851"/>
                </a:lnTo>
                <a:lnTo>
                  <a:pt x="413454" y="49814"/>
                </a:lnTo>
                <a:lnTo>
                  <a:pt x="767132" y="49814"/>
                </a:lnTo>
                <a:lnTo>
                  <a:pt x="767132" y="29888"/>
                </a:lnTo>
                <a:lnTo>
                  <a:pt x="403491" y="29888"/>
                </a:lnTo>
                <a:lnTo>
                  <a:pt x="403491" y="532011"/>
                </a:lnTo>
                <a:lnTo>
                  <a:pt x="413454" y="522048"/>
                </a:lnTo>
                <a:lnTo>
                  <a:pt x="0" y="522048"/>
                </a:lnTo>
                <a:lnTo>
                  <a:pt x="0" y="54197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" name="path-169">
            <a:extLst xmlns:a="http://schemas.openxmlformats.org/drawingml/2006/main">
              <a:ext uri="{FF2B5EF4-FFF2-40B4-BE49-F238E27FC236}">
                <a16:creationId xmlns:a16="http://schemas.microsoft.com/office/drawing/2014/main" id="{FC9CC96A-63DF-4242-BE9F-EB3808886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046" y="5751322"/>
            <a:ext cx="734130" cy="889924"/>
          </a:xfrm>
          <a:custGeom xmlns:a="http://schemas.openxmlformats.org/drawingml/2006/main">
            <a:pathLst>
              <a:path w="652560" h="791044">
                <a:moveTo>
                  <a:pt x="119553" y="791044"/>
                </a:moveTo>
                <a:lnTo>
                  <a:pt x="119553" y="751193"/>
                </a:lnTo>
                <a:lnTo>
                  <a:pt x="119553" y="711342"/>
                </a:lnTo>
                <a:lnTo>
                  <a:pt x="0" y="751193"/>
                </a:lnTo>
                <a:lnTo>
                  <a:pt x="119553" y="791044"/>
                </a:lnTo>
                <a:moveTo>
                  <a:pt x="652560" y="0"/>
                </a:moveTo>
                <a:lnTo>
                  <a:pt x="316815" y="0"/>
                </a:lnTo>
                <a:lnTo>
                  <a:pt x="316815" y="751193"/>
                </a:lnTo>
                <a:lnTo>
                  <a:pt x="326778" y="741230"/>
                </a:lnTo>
                <a:lnTo>
                  <a:pt x="59775" y="741230"/>
                </a:lnTo>
                <a:lnTo>
                  <a:pt x="59775" y="761155"/>
                </a:lnTo>
                <a:lnTo>
                  <a:pt x="336740" y="761155"/>
                </a:lnTo>
                <a:lnTo>
                  <a:pt x="336740" y="9963"/>
                </a:lnTo>
                <a:lnTo>
                  <a:pt x="326778" y="19926"/>
                </a:lnTo>
                <a:lnTo>
                  <a:pt x="652560" y="19926"/>
                </a:lnTo>
                <a:lnTo>
                  <a:pt x="65256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" name="path-170">
            <a:extLst xmlns:a="http://schemas.openxmlformats.org/drawingml/2006/main">
              <a:ext uri="{FF2B5EF4-FFF2-40B4-BE49-F238E27FC236}">
                <a16:creationId xmlns:a16="http://schemas.microsoft.com/office/drawing/2014/main" id="{C22F01B8-7411-4400-A915-96503803E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617" y="6549340"/>
            <a:ext cx="719559" cy="771118"/>
          </a:xfrm>
          <a:custGeom xmlns:a="http://schemas.openxmlformats.org/drawingml/2006/main">
            <a:pathLst>
              <a:path w="639608" h="685438">
                <a:moveTo>
                  <a:pt x="119553" y="0"/>
                </a:moveTo>
                <a:lnTo>
                  <a:pt x="119553" y="39851"/>
                </a:lnTo>
                <a:lnTo>
                  <a:pt x="119553" y="79702"/>
                </a:lnTo>
                <a:lnTo>
                  <a:pt x="0" y="39851"/>
                </a:lnTo>
                <a:lnTo>
                  <a:pt x="119553" y="0"/>
                </a:lnTo>
                <a:moveTo>
                  <a:pt x="639608" y="685438"/>
                </a:moveTo>
                <a:lnTo>
                  <a:pt x="301870" y="685438"/>
                </a:lnTo>
                <a:lnTo>
                  <a:pt x="301870" y="39851"/>
                </a:lnTo>
                <a:lnTo>
                  <a:pt x="311833" y="49813"/>
                </a:lnTo>
                <a:lnTo>
                  <a:pt x="59775" y="49813"/>
                </a:lnTo>
                <a:lnTo>
                  <a:pt x="59775" y="29888"/>
                </a:lnTo>
                <a:lnTo>
                  <a:pt x="321795" y="29888"/>
                </a:lnTo>
                <a:lnTo>
                  <a:pt x="321795" y="675474"/>
                </a:lnTo>
                <a:lnTo>
                  <a:pt x="311833" y="665512"/>
                </a:lnTo>
                <a:lnTo>
                  <a:pt x="639608" y="665512"/>
                </a:lnTo>
                <a:lnTo>
                  <a:pt x="639608" y="68543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" name="text-171 Extract">
            <a:extLst xmlns:a="http://schemas.openxmlformats.org/drawingml/2006/main">
              <a:ext uri="{FF2B5EF4-FFF2-40B4-BE49-F238E27FC236}">
                <a16:creationId xmlns:a16="http://schemas.microsoft.com/office/drawing/2014/main" id="{ECE69089-B186-410C-B62B-3BDCF26D2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85898" y="7021202"/>
            <a:ext cx="688920" cy="2510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Extract</a:t>
            </a:r>
          </a:p>
        </p:txBody>
      </p:sp>
      <p:sp>
        <p:nvSpPr>
          <p:cNvPr id="302" name="text-171 Key">
            <a:extLst xmlns:a="http://schemas.openxmlformats.org/drawingml/2006/main">
              <a:ext uri="{FF2B5EF4-FFF2-40B4-BE49-F238E27FC236}">
                <a16:creationId xmlns:a16="http://schemas.microsoft.com/office/drawing/2014/main" id="{702BCE49-61DA-40C0-B11F-7B4B3D433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95372" y="7020377"/>
            <a:ext cx="334824" cy="2522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Key</a:t>
            </a:r>
          </a:p>
        </p:txBody>
      </p:sp>
      <p:sp>
        <p:nvSpPr>
          <p:cNvPr id="303" name="text-171 Information">
            <a:extLst xmlns:a="http://schemas.openxmlformats.org/drawingml/2006/main">
              <a:ext uri="{FF2B5EF4-FFF2-40B4-BE49-F238E27FC236}">
                <a16:creationId xmlns:a16="http://schemas.microsoft.com/office/drawing/2014/main" id="{21E6EE9B-1177-4026-AA22-C5E233CD5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50668" y="7021239"/>
            <a:ext cx="1049156" cy="2510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Information</a:t>
            </a:r>
          </a:p>
        </p:txBody>
      </p:sp>
      <p:sp>
        <p:nvSpPr>
          <p:cNvPr id="304" name="text-172 Information">
            <a:extLst xmlns:a="http://schemas.openxmlformats.org/drawingml/2006/main">
              <a:ext uri="{FF2B5EF4-FFF2-40B4-BE49-F238E27FC236}">
                <a16:creationId xmlns:a16="http://schemas.microsoft.com/office/drawing/2014/main" id="{6F91AEAF-9F0F-4330-8DAE-711A9154CB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30537" y="5719979"/>
            <a:ext cx="1049155" cy="2510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Information</a:t>
            </a:r>
          </a:p>
        </p:txBody>
      </p:sp>
      <p:sp>
        <p:nvSpPr>
          <p:cNvPr id="305" name="text-173 Inputs">
            <a:extLst xmlns:a="http://schemas.openxmlformats.org/drawingml/2006/main">
              <a:ext uri="{FF2B5EF4-FFF2-40B4-BE49-F238E27FC236}">
                <a16:creationId xmlns:a16="http://schemas.microsoft.com/office/drawing/2014/main" id="{42B38366-68A9-4D5E-8FD5-1A49BB657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35647" y="5935017"/>
            <a:ext cx="585283" cy="2512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Inputs</a:t>
            </a:r>
          </a:p>
        </p:txBody>
      </p:sp>
      <p:pic>
        <p:nvPicPr>
          <p:cNvPr id="306" name="">
            <a:extLst xmlns:a="http://schemas.openxmlformats.org/drawingml/2006/main">
              <a:ext uri="{FF2B5EF4-FFF2-40B4-BE49-F238E27FC236}">
                <a16:creationId xmlns:a16="http://schemas.microsoft.com/office/drawing/2014/main" id="{D82CF5C5-86C0-4AFF-835C-C212D1A7419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2404fd084554dca"/>
          <a:stretch xmlns:a="http://schemas.openxmlformats.org/drawingml/2006/main"/>
        </p:blipFill>
        <p:spPr>
          <a:xfrm xmlns:a="http://schemas.openxmlformats.org/drawingml/2006/main">
            <a:off x="7301003" y="5439737"/>
            <a:ext cx="360029" cy="330639"/>
          </a:xfrm>
          <a:prstGeom xmlns:a="http://schemas.openxmlformats.org/drawingml/2006/main" prst="rect">
            <a:avLst/>
          </a:prstGeom>
        </p:spPr>
      </p:pic>
      <p:pic>
        <p:nvPicPr>
          <p:cNvPr id="307" name="">
            <a:extLst xmlns:a="http://schemas.openxmlformats.org/drawingml/2006/main">
              <a:ext uri="{FF2B5EF4-FFF2-40B4-BE49-F238E27FC236}">
                <a16:creationId xmlns:a16="http://schemas.microsoft.com/office/drawing/2014/main" id="{CD22B329-D7E9-486A-A183-2059E90D0CF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dd46e653283488a"/>
          <a:stretch xmlns:a="http://schemas.openxmlformats.org/drawingml/2006/main"/>
        </p:blipFill>
        <p:spPr>
          <a:xfrm xmlns:a="http://schemas.openxmlformats.org/drawingml/2006/main">
            <a:off x="7674357" y="5404993"/>
            <a:ext cx="365384" cy="365384"/>
          </a:xfrm>
          <a:prstGeom xmlns:a="http://schemas.openxmlformats.org/drawingml/2006/main" prst="rect">
            <a:avLst/>
          </a:prstGeom>
        </p:spPr>
      </p:pic>
      <p:pic>
        <p:nvPicPr>
          <p:cNvPr id="308" name="">
            <a:extLst xmlns:a="http://schemas.openxmlformats.org/drawingml/2006/main">
              <a:ext uri="{FF2B5EF4-FFF2-40B4-BE49-F238E27FC236}">
                <a16:creationId xmlns:a16="http://schemas.microsoft.com/office/drawing/2014/main" id="{A1C96661-74EB-4917-94C8-507A935CEC3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645ff1fa0504648"/>
          <a:stretch xmlns:a="http://schemas.openxmlformats.org/drawingml/2006/main"/>
        </p:blipFill>
        <p:spPr>
          <a:xfrm xmlns:a="http://schemas.openxmlformats.org/drawingml/2006/main">
            <a:off x="8058795" y="6479850"/>
            <a:ext cx="395646" cy="395646"/>
          </a:xfrm>
          <a:prstGeom xmlns:a="http://schemas.openxmlformats.org/drawingml/2006/main" prst="rect">
            <a:avLst/>
          </a:prstGeom>
        </p:spPr>
      </p:pic>
      <p:pic>
        <p:nvPicPr>
          <p:cNvPr id="309" name="">
            <a:extLst xmlns:a="http://schemas.openxmlformats.org/drawingml/2006/main">
              <a:ext uri="{FF2B5EF4-FFF2-40B4-BE49-F238E27FC236}">
                <a16:creationId xmlns:a16="http://schemas.microsoft.com/office/drawing/2014/main" id="{6FECDBD8-9AFA-4067-92C4-85BF6C54DC6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2d8be85a8934ed0"/>
          <a:stretch xmlns:a="http://schemas.openxmlformats.org/drawingml/2006/main"/>
        </p:blipFill>
        <p:spPr>
          <a:xfrm xmlns:a="http://schemas.openxmlformats.org/drawingml/2006/main">
            <a:off x="7301003" y="6514595"/>
            <a:ext cx="360029" cy="330639"/>
          </a:xfrm>
          <a:prstGeom xmlns:a="http://schemas.openxmlformats.org/drawingml/2006/main" prst="rect">
            <a:avLst/>
          </a:prstGeom>
        </p:spPr>
      </p:pic>
      <p:pic>
        <p:nvPicPr>
          <p:cNvPr id="310" name="">
            <a:extLst xmlns:a="http://schemas.openxmlformats.org/drawingml/2006/main">
              <a:ext uri="{FF2B5EF4-FFF2-40B4-BE49-F238E27FC236}">
                <a16:creationId xmlns:a16="http://schemas.microsoft.com/office/drawing/2014/main" id="{F2F618C8-922E-4DDA-ACE1-E3308ED254F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42de6ba19fa43d2"/>
          <a:stretch xmlns:a="http://schemas.openxmlformats.org/drawingml/2006/main"/>
        </p:blipFill>
        <p:spPr>
          <a:xfrm xmlns:a="http://schemas.openxmlformats.org/drawingml/2006/main">
            <a:off x="7674357" y="6479850"/>
            <a:ext cx="365384" cy="365384"/>
          </a:xfrm>
          <a:prstGeom xmlns:a="http://schemas.openxmlformats.org/drawingml/2006/main" prst="rect">
            <a:avLst/>
          </a:prstGeom>
        </p:spPr>
      </p:pic>
      <p:sp>
        <p:nvSpPr>
          <p:cNvPr id="311" name="text-179 Prompt">
            <a:extLst xmlns:a="http://schemas.openxmlformats.org/drawingml/2006/main">
              <a:ext uri="{FF2B5EF4-FFF2-40B4-BE49-F238E27FC236}">
                <a16:creationId xmlns:a16="http://schemas.microsoft.com/office/drawing/2014/main" id="{FEE6A0C4-5797-477C-8ADE-A8532E2A4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33923" y="5719744"/>
            <a:ext cx="626188" cy="2513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Prompt</a:t>
            </a:r>
          </a:p>
        </p:txBody>
      </p:sp>
      <p:sp>
        <p:nvSpPr>
          <p:cNvPr id="312" name="text-180 Inputs">
            <a:extLst xmlns:a="http://schemas.openxmlformats.org/drawingml/2006/main">
              <a:ext uri="{FF2B5EF4-FFF2-40B4-BE49-F238E27FC236}">
                <a16:creationId xmlns:a16="http://schemas.microsoft.com/office/drawing/2014/main" id="{4EEEF7A1-6DCB-4EE2-A9BE-3D0F91829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54098" y="5935017"/>
            <a:ext cx="585283" cy="2512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Inputs</a:t>
            </a:r>
          </a:p>
        </p:txBody>
      </p:sp>
      <p:pic>
        <p:nvPicPr>
          <p:cNvPr id="313" name="">
            <a:extLst xmlns:a="http://schemas.openxmlformats.org/drawingml/2006/main">
              <a:ext uri="{FF2B5EF4-FFF2-40B4-BE49-F238E27FC236}">
                <a16:creationId xmlns:a16="http://schemas.microsoft.com/office/drawing/2014/main" id="{B61ABF35-213B-44E3-B4CF-C0D6AE7954C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82435dc243743c9"/>
          <a:stretch xmlns:a="http://schemas.openxmlformats.org/drawingml/2006/main"/>
        </p:blipFill>
        <p:spPr>
          <a:xfrm xmlns:a="http://schemas.openxmlformats.org/drawingml/2006/main">
            <a:off x="10653472" y="8820102"/>
            <a:ext cx="439358" cy="439358"/>
          </a:xfrm>
          <a:prstGeom xmlns:a="http://schemas.openxmlformats.org/drawingml/2006/main" prst="rect">
            <a:avLst/>
          </a:prstGeom>
        </p:spPr>
      </p:pic>
      <p:sp>
        <p:nvSpPr>
          <p:cNvPr id="314" name="path-182">
            <a:extLst xmlns:a="http://schemas.openxmlformats.org/drawingml/2006/main">
              <a:ext uri="{FF2B5EF4-FFF2-40B4-BE49-F238E27FC236}">
                <a16:creationId xmlns:a16="http://schemas.microsoft.com/office/drawing/2014/main" id="{5F9970EB-9F02-40DB-AB54-1EEED7F15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695" y="8830638"/>
            <a:ext cx="1950213" cy="400802"/>
          </a:xfrm>
          <a:custGeom xmlns:a="http://schemas.openxmlformats.org/drawingml/2006/main">
            <a:pathLst>
              <a:path w="1733522" h="356269">
                <a:moveTo>
                  <a:pt x="0" y="0"/>
                </a:moveTo>
                <a:lnTo>
                  <a:pt x="0" y="356269"/>
                </a:lnTo>
                <a:lnTo>
                  <a:pt x="1733522" y="356269"/>
                </a:lnTo>
                <a:lnTo>
                  <a:pt x="1733522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" name="path-183">
            <a:extLst xmlns:a="http://schemas.openxmlformats.org/drawingml/2006/main">
              <a:ext uri="{FF2B5EF4-FFF2-40B4-BE49-F238E27FC236}">
                <a16:creationId xmlns:a16="http://schemas.microsoft.com/office/drawing/2014/main" id="{6F6EC4B3-1280-49BB-927F-07531CE4E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8610" y="8818982"/>
            <a:ext cx="1970386" cy="423667"/>
          </a:xfrm>
          <a:custGeom xmlns:a="http://schemas.openxmlformats.org/drawingml/2006/main">
            <a:pathLst>
              <a:path w="1751454" h="376593">
                <a:moveTo>
                  <a:pt x="1751454" y="0"/>
                </a:moveTo>
                <a:lnTo>
                  <a:pt x="1751454" y="376593"/>
                </a:lnTo>
                <a:lnTo>
                  <a:pt x="0" y="376593"/>
                </a:lnTo>
                <a:lnTo>
                  <a:pt x="0" y="0"/>
                </a:lnTo>
                <a:lnTo>
                  <a:pt x="1751454" y="0"/>
                </a:lnTo>
                <a:moveTo>
                  <a:pt x="9963" y="19925"/>
                </a:moveTo>
                <a:lnTo>
                  <a:pt x="19925" y="9963"/>
                </a:lnTo>
                <a:lnTo>
                  <a:pt x="19925" y="366630"/>
                </a:lnTo>
                <a:lnTo>
                  <a:pt x="9963" y="356666"/>
                </a:lnTo>
                <a:lnTo>
                  <a:pt x="1741492" y="356666"/>
                </a:lnTo>
                <a:lnTo>
                  <a:pt x="1731527" y="366630"/>
                </a:lnTo>
                <a:lnTo>
                  <a:pt x="1731527" y="9963"/>
                </a:lnTo>
                <a:lnTo>
                  <a:pt x="1741492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" name="text-184 Human">
            <a:extLst xmlns:a="http://schemas.openxmlformats.org/drawingml/2006/main">
              <a:ext uri="{FF2B5EF4-FFF2-40B4-BE49-F238E27FC236}">
                <a16:creationId xmlns:a16="http://schemas.microsoft.com/office/drawing/2014/main" id="{EF251870-1BD6-48AE-AC33-2DBF33C46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90854" y="8871792"/>
            <a:ext cx="744378" cy="3136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Human</a:t>
            </a:r>
          </a:p>
        </p:txBody>
      </p:sp>
      <p:sp>
        <p:nvSpPr>
          <p:cNvPr id="317" name="text-184 Check">
            <a:extLst xmlns:a="http://schemas.openxmlformats.org/drawingml/2006/main">
              <a:ext uri="{FF2B5EF4-FFF2-40B4-BE49-F238E27FC236}">
                <a16:creationId xmlns:a16="http://schemas.microsoft.com/office/drawing/2014/main" id="{3FE8FA75-02C6-4A22-A191-53CAFE597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93355" y="8871303"/>
            <a:ext cx="670832" cy="3143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Check</a:t>
            </a:r>
          </a:p>
        </p:txBody>
      </p:sp>
      <p:sp>
        <p:nvSpPr>
          <p:cNvPr id="318" name="path-185">
            <a:extLst xmlns:a="http://schemas.openxmlformats.org/drawingml/2006/main">
              <a:ext uri="{FF2B5EF4-FFF2-40B4-BE49-F238E27FC236}">
                <a16:creationId xmlns:a16="http://schemas.microsoft.com/office/drawing/2014/main" id="{E9DF4717-F19A-4B21-A179-9F9EFF19F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61680" y="9309449"/>
            <a:ext cx="2439781" cy="443841"/>
          </a:xfrm>
          <a:custGeom xmlns:a="http://schemas.openxmlformats.org/drawingml/2006/main">
            <a:pathLst>
              <a:path w="2168694" h="394525">
                <a:moveTo>
                  <a:pt x="0" y="0"/>
                </a:moveTo>
                <a:lnTo>
                  <a:pt x="0" y="394525"/>
                </a:lnTo>
                <a:lnTo>
                  <a:pt x="2168694" y="394525"/>
                </a:lnTo>
                <a:lnTo>
                  <a:pt x="2168694" y="0"/>
                </a:lnTo>
                <a:close/>
              </a:path>
            </a:pathLst>
          </a:custGeom>
          <a:solidFill xmlns:a="http://schemas.openxmlformats.org/drawingml/2006/main">
            <a:srgbClr val="DCC0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" name="path-186">
            <a:extLst xmlns:a="http://schemas.openxmlformats.org/drawingml/2006/main">
              <a:ext uri="{FF2B5EF4-FFF2-40B4-BE49-F238E27FC236}">
                <a16:creationId xmlns:a16="http://schemas.microsoft.com/office/drawing/2014/main" id="{84369257-B2E1-4F72-8882-12A073D9E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50024" y="9297568"/>
            <a:ext cx="2461302" cy="466257"/>
          </a:xfrm>
          <a:custGeom xmlns:a="http://schemas.openxmlformats.org/drawingml/2006/main">
            <a:pathLst>
              <a:path w="2187824" h="414451">
                <a:moveTo>
                  <a:pt x="2187824" y="0"/>
                </a:moveTo>
                <a:lnTo>
                  <a:pt x="2187824" y="414451"/>
                </a:lnTo>
                <a:lnTo>
                  <a:pt x="0" y="414451"/>
                </a:lnTo>
                <a:lnTo>
                  <a:pt x="0" y="0"/>
                </a:lnTo>
                <a:lnTo>
                  <a:pt x="2187824" y="0"/>
                </a:lnTo>
                <a:moveTo>
                  <a:pt x="9963" y="19926"/>
                </a:moveTo>
                <a:lnTo>
                  <a:pt x="19925" y="9964"/>
                </a:lnTo>
                <a:lnTo>
                  <a:pt x="19925" y="404488"/>
                </a:lnTo>
                <a:lnTo>
                  <a:pt x="9963" y="394525"/>
                </a:lnTo>
                <a:lnTo>
                  <a:pt x="2177862" y="394525"/>
                </a:lnTo>
                <a:lnTo>
                  <a:pt x="2167899" y="404488"/>
                </a:lnTo>
                <a:lnTo>
                  <a:pt x="2167899" y="9964"/>
                </a:lnTo>
                <a:lnTo>
                  <a:pt x="2177862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DCC0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" name="text-187 MMDU">
            <a:extLst xmlns:a="http://schemas.openxmlformats.org/drawingml/2006/main">
              <a:ext uri="{FF2B5EF4-FFF2-40B4-BE49-F238E27FC236}">
                <a16:creationId xmlns:a16="http://schemas.microsoft.com/office/drawing/2014/main" id="{B4131173-B093-4136-9450-43C725901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03330" y="9392796"/>
            <a:ext cx="762859" cy="3138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MMDU</a:t>
            </a:r>
          </a:p>
        </p:txBody>
      </p:sp>
      <p:sp>
        <p:nvSpPr>
          <p:cNvPr id="321" name="text-188 Benchmark">
            <a:extLst xmlns:a="http://schemas.openxmlformats.org/drawingml/2006/main">
              <a:ext uri="{FF2B5EF4-FFF2-40B4-BE49-F238E27FC236}">
                <a16:creationId xmlns:a16="http://schemas.microsoft.com/office/drawing/2014/main" id="{74260A94-81BB-41AF-9A93-5B38A9592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23762" y="9392733"/>
            <a:ext cx="1196446" cy="3139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6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Benchmark</a:t>
            </a:r>
          </a:p>
        </p:txBody>
      </p:sp>
      <p:pic>
        <p:nvPicPr>
          <p:cNvPr id="322" name="">
            <a:extLst xmlns:a="http://schemas.openxmlformats.org/drawingml/2006/main">
              <a:ext uri="{FF2B5EF4-FFF2-40B4-BE49-F238E27FC236}">
                <a16:creationId xmlns:a16="http://schemas.microsoft.com/office/drawing/2014/main" id="{171F5592-9080-4413-97CD-AAAFCA99C30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20158a09397422b"/>
          <a:stretch xmlns:a="http://schemas.openxmlformats.org/drawingml/2006/main"/>
        </p:blipFill>
        <p:spPr>
          <a:xfrm xmlns:a="http://schemas.openxmlformats.org/drawingml/2006/main">
            <a:off x="13396096" y="9271790"/>
            <a:ext cx="497640" cy="497640"/>
          </a:xfrm>
          <a:prstGeom xmlns:a="http://schemas.openxmlformats.org/drawingml/2006/main" prst="rect">
            <a:avLst/>
          </a:prstGeom>
        </p:spPr>
      </p:pic>
      <p:sp>
        <p:nvSpPr>
          <p:cNvPr id="323" name="text-190 Filter">
            <a:extLst xmlns:a="http://schemas.openxmlformats.org/drawingml/2006/main">
              <a:ext uri="{FF2B5EF4-FFF2-40B4-BE49-F238E27FC236}">
                <a16:creationId xmlns:a16="http://schemas.microsoft.com/office/drawing/2014/main" id="{B2D753F0-E008-4917-B242-79E4D4420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68797" y="9270804"/>
            <a:ext cx="636162" cy="3136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Filter</a:t>
            </a:r>
          </a:p>
        </p:txBody>
      </p:sp>
      <p:sp>
        <p:nvSpPr>
          <p:cNvPr id="324" name="text-190 &amp;">
            <a:extLst xmlns:a="http://schemas.openxmlformats.org/drawingml/2006/main">
              <a:ext uri="{FF2B5EF4-FFF2-40B4-BE49-F238E27FC236}">
                <a16:creationId xmlns:a16="http://schemas.microsoft.com/office/drawing/2014/main" id="{AC0D8CFB-2CF9-44C7-B7CC-BB7AF32E0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32317" y="9271626"/>
            <a:ext cx="186112" cy="3124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5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&amp;</a:t>
            </a:r>
          </a:p>
        </p:txBody>
      </p:sp>
      <p:sp>
        <p:nvSpPr>
          <p:cNvPr id="325" name="text-190 Modify">
            <a:extLst xmlns:a="http://schemas.openxmlformats.org/drawingml/2006/main">
              <a:ext uri="{FF2B5EF4-FFF2-40B4-BE49-F238E27FC236}">
                <a16:creationId xmlns:a16="http://schemas.microsoft.com/office/drawing/2014/main" id="{7D07B08C-249C-4119-BBEE-BEC0FAA642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46392" y="9270721"/>
            <a:ext cx="780723" cy="3137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Modify</a:t>
            </a:r>
          </a:p>
        </p:txBody>
      </p:sp>
      <p:sp>
        <p:nvSpPr>
          <p:cNvPr id="326" name="path-191">
            <a:extLst xmlns:a="http://schemas.openxmlformats.org/drawingml/2006/main">
              <a:ext uri="{FF2B5EF4-FFF2-40B4-BE49-F238E27FC236}">
                <a16:creationId xmlns:a16="http://schemas.microsoft.com/office/drawing/2014/main" id="{8753B97E-A0C5-4B2D-AB37-57E448523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238" y="6790202"/>
            <a:ext cx="29141" cy="616670"/>
          </a:xfrm>
          <a:custGeom xmlns:a="http://schemas.openxmlformats.org/drawingml/2006/main">
            <a:pathLst>
              <a:path w="25903" h="548151">
                <a:moveTo>
                  <a:pt x="5976" y="0"/>
                </a:moveTo>
                <a:lnTo>
                  <a:pt x="0" y="547952"/>
                </a:lnTo>
                <a:lnTo>
                  <a:pt x="19925" y="548151"/>
                </a:lnTo>
                <a:lnTo>
                  <a:pt x="25903" y="199"/>
                </a:lnTo>
                <a:lnTo>
                  <a:pt x="5976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" name="path-192">
            <a:extLst xmlns:a="http://schemas.openxmlformats.org/drawingml/2006/main">
              <a:ext uri="{FF2B5EF4-FFF2-40B4-BE49-F238E27FC236}">
                <a16:creationId xmlns:a16="http://schemas.microsoft.com/office/drawing/2014/main" id="{656396BB-5667-4971-818B-27A5A5CB9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3363" y="7405952"/>
            <a:ext cx="240729" cy="267000"/>
          </a:xfrm>
          <a:custGeom xmlns:a="http://schemas.openxmlformats.org/drawingml/2006/main">
            <a:pathLst>
              <a:path w="213982" h="237333">
                <a:moveTo>
                  <a:pt x="213982" y="440"/>
                </a:moveTo>
                <a:lnTo>
                  <a:pt x="213704" y="12355"/>
                </a:lnTo>
                <a:lnTo>
                  <a:pt x="212886" y="24349"/>
                </a:lnTo>
                <a:lnTo>
                  <a:pt x="211551" y="36166"/>
                </a:lnTo>
                <a:lnTo>
                  <a:pt x="209678" y="47802"/>
                </a:lnTo>
                <a:lnTo>
                  <a:pt x="207307" y="59219"/>
                </a:lnTo>
                <a:lnTo>
                  <a:pt x="204457" y="70437"/>
                </a:lnTo>
                <a:lnTo>
                  <a:pt x="201128" y="81436"/>
                </a:lnTo>
                <a:lnTo>
                  <a:pt x="197324" y="92176"/>
                </a:lnTo>
                <a:lnTo>
                  <a:pt x="193079" y="102658"/>
                </a:lnTo>
                <a:lnTo>
                  <a:pt x="188398" y="112859"/>
                </a:lnTo>
                <a:lnTo>
                  <a:pt x="183276" y="122782"/>
                </a:lnTo>
                <a:lnTo>
                  <a:pt x="177738" y="132386"/>
                </a:lnTo>
                <a:lnTo>
                  <a:pt x="171819" y="141672"/>
                </a:lnTo>
                <a:lnTo>
                  <a:pt x="165504" y="150638"/>
                </a:lnTo>
                <a:lnTo>
                  <a:pt x="158808" y="159246"/>
                </a:lnTo>
                <a:lnTo>
                  <a:pt x="151755" y="167495"/>
                </a:lnTo>
                <a:lnTo>
                  <a:pt x="144362" y="175366"/>
                </a:lnTo>
                <a:lnTo>
                  <a:pt x="136630" y="182838"/>
                </a:lnTo>
                <a:lnTo>
                  <a:pt x="128561" y="189891"/>
                </a:lnTo>
                <a:lnTo>
                  <a:pt x="120193" y="196547"/>
                </a:lnTo>
                <a:lnTo>
                  <a:pt x="111504" y="202743"/>
                </a:lnTo>
                <a:lnTo>
                  <a:pt x="102557" y="208482"/>
                </a:lnTo>
                <a:lnTo>
                  <a:pt x="93333" y="213742"/>
                </a:lnTo>
                <a:lnTo>
                  <a:pt x="83828" y="218545"/>
                </a:lnTo>
                <a:lnTo>
                  <a:pt x="74103" y="222808"/>
                </a:lnTo>
                <a:lnTo>
                  <a:pt x="64122" y="226573"/>
                </a:lnTo>
                <a:lnTo>
                  <a:pt x="53941" y="229802"/>
                </a:lnTo>
                <a:lnTo>
                  <a:pt x="43559" y="232472"/>
                </a:lnTo>
                <a:lnTo>
                  <a:pt x="32979" y="234584"/>
                </a:lnTo>
                <a:lnTo>
                  <a:pt x="22237" y="236098"/>
                </a:lnTo>
                <a:lnTo>
                  <a:pt x="11318" y="237035"/>
                </a:lnTo>
                <a:lnTo>
                  <a:pt x="560" y="237333"/>
                </a:lnTo>
                <a:lnTo>
                  <a:pt x="0" y="217408"/>
                </a:lnTo>
                <a:lnTo>
                  <a:pt x="10482" y="217110"/>
                </a:lnTo>
                <a:lnTo>
                  <a:pt x="9924" y="217149"/>
                </a:lnTo>
                <a:lnTo>
                  <a:pt x="20267" y="216272"/>
                </a:lnTo>
                <a:lnTo>
                  <a:pt x="19708" y="216333"/>
                </a:lnTo>
                <a:lnTo>
                  <a:pt x="29910" y="214898"/>
                </a:lnTo>
                <a:lnTo>
                  <a:pt x="29370" y="214977"/>
                </a:lnTo>
                <a:lnTo>
                  <a:pt x="39394" y="212985"/>
                </a:lnTo>
                <a:lnTo>
                  <a:pt x="38857" y="213105"/>
                </a:lnTo>
                <a:lnTo>
                  <a:pt x="48719" y="210574"/>
                </a:lnTo>
                <a:lnTo>
                  <a:pt x="48181" y="210713"/>
                </a:lnTo>
                <a:lnTo>
                  <a:pt x="57864" y="207664"/>
                </a:lnTo>
                <a:lnTo>
                  <a:pt x="57347" y="207844"/>
                </a:lnTo>
                <a:lnTo>
                  <a:pt x="66812" y="204257"/>
                </a:lnTo>
                <a:lnTo>
                  <a:pt x="66314" y="204457"/>
                </a:lnTo>
                <a:lnTo>
                  <a:pt x="75579" y="200392"/>
                </a:lnTo>
                <a:lnTo>
                  <a:pt x="75101" y="200631"/>
                </a:lnTo>
                <a:lnTo>
                  <a:pt x="84127" y="196068"/>
                </a:lnTo>
                <a:lnTo>
                  <a:pt x="83669" y="196327"/>
                </a:lnTo>
                <a:lnTo>
                  <a:pt x="92456" y="191306"/>
                </a:lnTo>
                <a:lnTo>
                  <a:pt x="92018" y="191564"/>
                </a:lnTo>
                <a:lnTo>
                  <a:pt x="100546" y="186106"/>
                </a:lnTo>
                <a:lnTo>
                  <a:pt x="100127" y="186384"/>
                </a:lnTo>
                <a:lnTo>
                  <a:pt x="108396" y="180466"/>
                </a:lnTo>
                <a:lnTo>
                  <a:pt x="107998" y="180766"/>
                </a:lnTo>
                <a:lnTo>
                  <a:pt x="115987" y="174429"/>
                </a:lnTo>
                <a:lnTo>
                  <a:pt x="115609" y="174748"/>
                </a:lnTo>
                <a:lnTo>
                  <a:pt x="123321" y="168012"/>
                </a:lnTo>
                <a:lnTo>
                  <a:pt x="122961" y="168331"/>
                </a:lnTo>
                <a:lnTo>
                  <a:pt x="130354" y="161198"/>
                </a:lnTo>
                <a:lnTo>
                  <a:pt x="130016" y="161538"/>
                </a:lnTo>
                <a:lnTo>
                  <a:pt x="137088" y="154006"/>
                </a:lnTo>
                <a:lnTo>
                  <a:pt x="136769" y="154364"/>
                </a:lnTo>
                <a:lnTo>
                  <a:pt x="143524" y="146474"/>
                </a:lnTo>
                <a:lnTo>
                  <a:pt x="143226" y="146832"/>
                </a:lnTo>
                <a:lnTo>
                  <a:pt x="149623" y="138603"/>
                </a:lnTo>
                <a:lnTo>
                  <a:pt x="149342" y="138961"/>
                </a:lnTo>
                <a:lnTo>
                  <a:pt x="155400" y="130394"/>
                </a:lnTo>
                <a:lnTo>
                  <a:pt x="155141" y="130773"/>
                </a:lnTo>
                <a:lnTo>
                  <a:pt x="160820" y="121865"/>
                </a:lnTo>
                <a:lnTo>
                  <a:pt x="160581" y="122264"/>
                </a:lnTo>
                <a:lnTo>
                  <a:pt x="165882" y="113038"/>
                </a:lnTo>
                <a:lnTo>
                  <a:pt x="165663" y="113437"/>
                </a:lnTo>
                <a:lnTo>
                  <a:pt x="170584" y="103932"/>
                </a:lnTo>
                <a:lnTo>
                  <a:pt x="170384" y="104331"/>
                </a:lnTo>
                <a:lnTo>
                  <a:pt x="174867" y="94547"/>
                </a:lnTo>
                <a:lnTo>
                  <a:pt x="174690" y="94946"/>
                </a:lnTo>
                <a:lnTo>
                  <a:pt x="178772" y="84883"/>
                </a:lnTo>
                <a:lnTo>
                  <a:pt x="178613" y="85322"/>
                </a:lnTo>
                <a:lnTo>
                  <a:pt x="182260" y="75000"/>
                </a:lnTo>
                <a:lnTo>
                  <a:pt x="182121" y="75420"/>
                </a:lnTo>
                <a:lnTo>
                  <a:pt x="185329" y="64878"/>
                </a:lnTo>
                <a:lnTo>
                  <a:pt x="185210" y="65317"/>
                </a:lnTo>
                <a:lnTo>
                  <a:pt x="187958" y="54537"/>
                </a:lnTo>
                <a:lnTo>
                  <a:pt x="187839" y="54975"/>
                </a:lnTo>
                <a:lnTo>
                  <a:pt x="190129" y="43976"/>
                </a:lnTo>
                <a:lnTo>
                  <a:pt x="190051" y="44415"/>
                </a:lnTo>
                <a:lnTo>
                  <a:pt x="191824" y="33237"/>
                </a:lnTo>
                <a:lnTo>
                  <a:pt x="191765" y="33675"/>
                </a:lnTo>
                <a:lnTo>
                  <a:pt x="193061" y="22317"/>
                </a:lnTo>
                <a:lnTo>
                  <a:pt x="193020" y="22775"/>
                </a:lnTo>
                <a:lnTo>
                  <a:pt x="193817" y="11239"/>
                </a:lnTo>
                <a:lnTo>
                  <a:pt x="193797" y="11677"/>
                </a:lnTo>
                <a:lnTo>
                  <a:pt x="194057" y="0"/>
                </a:lnTo>
                <a:lnTo>
                  <a:pt x="213982" y="44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" name="path-193">
            <a:extLst xmlns:a="http://schemas.openxmlformats.org/drawingml/2006/main">
              <a:ext uri="{FF2B5EF4-FFF2-40B4-BE49-F238E27FC236}">
                <a16:creationId xmlns:a16="http://schemas.microsoft.com/office/drawing/2014/main" id="{70CEA59F-56AD-4788-B435-3B736AE8E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2116" y="7651098"/>
            <a:ext cx="6471562" cy="26898"/>
          </a:xfrm>
          <a:custGeom xmlns:a="http://schemas.openxmlformats.org/drawingml/2006/main">
            <a:pathLst>
              <a:path w="5752499" h="23910">
                <a:moveTo>
                  <a:pt x="5752499" y="0"/>
                </a:moveTo>
                <a:lnTo>
                  <a:pt x="0" y="3985"/>
                </a:lnTo>
                <a:lnTo>
                  <a:pt x="0" y="23910"/>
                </a:lnTo>
                <a:lnTo>
                  <a:pt x="5752499" y="19925"/>
                </a:lnTo>
                <a:lnTo>
                  <a:pt x="5752499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" name="path-194">
            <a:extLst xmlns:a="http://schemas.openxmlformats.org/drawingml/2006/main">
              <a:ext uri="{FF2B5EF4-FFF2-40B4-BE49-F238E27FC236}">
                <a16:creationId xmlns:a16="http://schemas.microsoft.com/office/drawing/2014/main" id="{17688604-A320-4E6E-977F-017063688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80843" y="7646054"/>
            <a:ext cx="249672" cy="264780"/>
          </a:xfrm>
          <a:custGeom xmlns:a="http://schemas.openxmlformats.org/drawingml/2006/main">
            <a:pathLst>
              <a:path w="221930" h="235360">
                <a:moveTo>
                  <a:pt x="0" y="234882"/>
                </a:moveTo>
                <a:lnTo>
                  <a:pt x="279" y="223065"/>
                </a:lnTo>
                <a:lnTo>
                  <a:pt x="1136" y="211150"/>
                </a:lnTo>
                <a:lnTo>
                  <a:pt x="2531" y="199415"/>
                </a:lnTo>
                <a:lnTo>
                  <a:pt x="4483" y="187858"/>
                </a:lnTo>
                <a:lnTo>
                  <a:pt x="6934" y="176500"/>
                </a:lnTo>
                <a:lnTo>
                  <a:pt x="9923" y="165362"/>
                </a:lnTo>
                <a:lnTo>
                  <a:pt x="13390" y="154462"/>
                </a:lnTo>
                <a:lnTo>
                  <a:pt x="17335" y="143802"/>
                </a:lnTo>
                <a:lnTo>
                  <a:pt x="21758" y="133401"/>
                </a:lnTo>
                <a:lnTo>
                  <a:pt x="26640" y="123259"/>
                </a:lnTo>
                <a:lnTo>
                  <a:pt x="31960" y="113415"/>
                </a:lnTo>
                <a:lnTo>
                  <a:pt x="37699" y="103891"/>
                </a:lnTo>
                <a:lnTo>
                  <a:pt x="43876" y="94666"/>
                </a:lnTo>
                <a:lnTo>
                  <a:pt x="50431" y="85799"/>
                </a:lnTo>
                <a:lnTo>
                  <a:pt x="57385" y="77251"/>
                </a:lnTo>
                <a:lnTo>
                  <a:pt x="64718" y="69082"/>
                </a:lnTo>
                <a:lnTo>
                  <a:pt x="72390" y="61290"/>
                </a:lnTo>
                <a:lnTo>
                  <a:pt x="80439" y="53878"/>
                </a:lnTo>
                <a:lnTo>
                  <a:pt x="88808" y="46885"/>
                </a:lnTo>
                <a:lnTo>
                  <a:pt x="97495" y="40329"/>
                </a:lnTo>
                <a:lnTo>
                  <a:pt x="106482" y="34191"/>
                </a:lnTo>
                <a:lnTo>
                  <a:pt x="115767" y="28513"/>
                </a:lnTo>
                <a:lnTo>
                  <a:pt x="125351" y="23292"/>
                </a:lnTo>
                <a:lnTo>
                  <a:pt x="135175" y="18570"/>
                </a:lnTo>
                <a:lnTo>
                  <a:pt x="145257" y="14346"/>
                </a:lnTo>
                <a:lnTo>
                  <a:pt x="155578" y="10620"/>
                </a:lnTo>
                <a:lnTo>
                  <a:pt x="166139" y="7432"/>
                </a:lnTo>
                <a:lnTo>
                  <a:pt x="176879" y="4801"/>
                </a:lnTo>
                <a:lnTo>
                  <a:pt x="187838" y="2709"/>
                </a:lnTo>
                <a:lnTo>
                  <a:pt x="198956" y="1214"/>
                </a:lnTo>
                <a:lnTo>
                  <a:pt x="210234" y="298"/>
                </a:lnTo>
                <a:lnTo>
                  <a:pt x="221412" y="0"/>
                </a:lnTo>
                <a:lnTo>
                  <a:pt x="221930" y="19925"/>
                </a:lnTo>
                <a:lnTo>
                  <a:pt x="211051" y="20224"/>
                </a:lnTo>
                <a:lnTo>
                  <a:pt x="211589" y="20184"/>
                </a:lnTo>
                <a:lnTo>
                  <a:pt x="200829" y="21061"/>
                </a:lnTo>
                <a:lnTo>
                  <a:pt x="201367" y="21001"/>
                </a:lnTo>
                <a:lnTo>
                  <a:pt x="190767" y="22436"/>
                </a:lnTo>
                <a:lnTo>
                  <a:pt x="191285" y="22336"/>
                </a:lnTo>
                <a:lnTo>
                  <a:pt x="180864" y="24329"/>
                </a:lnTo>
                <a:lnTo>
                  <a:pt x="181382" y="24209"/>
                </a:lnTo>
                <a:lnTo>
                  <a:pt x="171140" y="26719"/>
                </a:lnTo>
                <a:lnTo>
                  <a:pt x="171639" y="26580"/>
                </a:lnTo>
                <a:lnTo>
                  <a:pt x="161596" y="29628"/>
                </a:lnTo>
                <a:lnTo>
                  <a:pt x="162094" y="29450"/>
                </a:lnTo>
                <a:lnTo>
                  <a:pt x="152251" y="32996"/>
                </a:lnTo>
                <a:lnTo>
                  <a:pt x="152729" y="32817"/>
                </a:lnTo>
                <a:lnTo>
                  <a:pt x="143125" y="36842"/>
                </a:lnTo>
                <a:lnTo>
                  <a:pt x="143583" y="36643"/>
                </a:lnTo>
                <a:lnTo>
                  <a:pt x="134198" y="41145"/>
                </a:lnTo>
                <a:lnTo>
                  <a:pt x="134657" y="40907"/>
                </a:lnTo>
                <a:lnTo>
                  <a:pt x="125531" y="45888"/>
                </a:lnTo>
                <a:lnTo>
                  <a:pt x="125949" y="45629"/>
                </a:lnTo>
                <a:lnTo>
                  <a:pt x="117082" y="51049"/>
                </a:lnTo>
                <a:lnTo>
                  <a:pt x="117501" y="50790"/>
                </a:lnTo>
                <a:lnTo>
                  <a:pt x="108913" y="56647"/>
                </a:lnTo>
                <a:lnTo>
                  <a:pt x="109311" y="56369"/>
                </a:lnTo>
                <a:lnTo>
                  <a:pt x="101002" y="62646"/>
                </a:lnTo>
                <a:lnTo>
                  <a:pt x="101401" y="62346"/>
                </a:lnTo>
                <a:lnTo>
                  <a:pt x="93391" y="69022"/>
                </a:lnTo>
                <a:lnTo>
                  <a:pt x="93749" y="68702"/>
                </a:lnTo>
                <a:lnTo>
                  <a:pt x="86078" y="75776"/>
                </a:lnTo>
                <a:lnTo>
                  <a:pt x="86417" y="75458"/>
                </a:lnTo>
                <a:lnTo>
                  <a:pt x="79064" y="82910"/>
                </a:lnTo>
                <a:lnTo>
                  <a:pt x="79383" y="82551"/>
                </a:lnTo>
                <a:lnTo>
                  <a:pt x="72369" y="90382"/>
                </a:lnTo>
                <a:lnTo>
                  <a:pt x="72688" y="90023"/>
                </a:lnTo>
                <a:lnTo>
                  <a:pt x="66033" y="98193"/>
                </a:lnTo>
                <a:lnTo>
                  <a:pt x="66312" y="97814"/>
                </a:lnTo>
                <a:lnTo>
                  <a:pt x="60036" y="106321"/>
                </a:lnTo>
                <a:lnTo>
                  <a:pt x="60294" y="105943"/>
                </a:lnTo>
                <a:lnTo>
                  <a:pt x="54397" y="114771"/>
                </a:lnTo>
                <a:lnTo>
                  <a:pt x="54656" y="114372"/>
                </a:lnTo>
                <a:lnTo>
                  <a:pt x="49136" y="123517"/>
                </a:lnTo>
                <a:lnTo>
                  <a:pt x="49375" y="123100"/>
                </a:lnTo>
                <a:lnTo>
                  <a:pt x="44274" y="132544"/>
                </a:lnTo>
                <a:lnTo>
                  <a:pt x="44494" y="132126"/>
                </a:lnTo>
                <a:lnTo>
                  <a:pt x="39811" y="141829"/>
                </a:lnTo>
                <a:lnTo>
                  <a:pt x="40010" y="141411"/>
                </a:lnTo>
                <a:lnTo>
                  <a:pt x="35767" y="151375"/>
                </a:lnTo>
                <a:lnTo>
                  <a:pt x="35945" y="150935"/>
                </a:lnTo>
                <a:lnTo>
                  <a:pt x="32160" y="161157"/>
                </a:lnTo>
                <a:lnTo>
                  <a:pt x="32299" y="160719"/>
                </a:lnTo>
                <a:lnTo>
                  <a:pt x="28972" y="171179"/>
                </a:lnTo>
                <a:lnTo>
                  <a:pt x="29111" y="170742"/>
                </a:lnTo>
                <a:lnTo>
                  <a:pt x="26262" y="181422"/>
                </a:lnTo>
                <a:lnTo>
                  <a:pt x="26362" y="180963"/>
                </a:lnTo>
                <a:lnTo>
                  <a:pt x="23991" y="191863"/>
                </a:lnTo>
                <a:lnTo>
                  <a:pt x="24090" y="191384"/>
                </a:lnTo>
                <a:lnTo>
                  <a:pt x="22237" y="202484"/>
                </a:lnTo>
                <a:lnTo>
                  <a:pt x="22297" y="202004"/>
                </a:lnTo>
                <a:lnTo>
                  <a:pt x="20942" y="213282"/>
                </a:lnTo>
                <a:lnTo>
                  <a:pt x="21001" y="212804"/>
                </a:lnTo>
                <a:lnTo>
                  <a:pt x="20184" y="224241"/>
                </a:lnTo>
                <a:lnTo>
                  <a:pt x="20204" y="223763"/>
                </a:lnTo>
                <a:lnTo>
                  <a:pt x="19925" y="235360"/>
                </a:lnTo>
                <a:lnTo>
                  <a:pt x="0" y="23488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" name="path-195">
            <a:extLst xmlns:a="http://schemas.openxmlformats.org/drawingml/2006/main">
              <a:ext uri="{FF2B5EF4-FFF2-40B4-BE49-F238E27FC236}">
                <a16:creationId xmlns:a16="http://schemas.microsoft.com/office/drawing/2014/main" id="{87F49D83-0D37-4374-9E22-AD12F0CCE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40516" y="7854659"/>
            <a:ext cx="89598" cy="299683"/>
          </a:xfrm>
          <a:custGeom xmlns:a="http://schemas.openxmlformats.org/drawingml/2006/main">
            <a:pathLst>
              <a:path w="79642" h="266385">
                <a:moveTo>
                  <a:pt x="79642" y="148404"/>
                </a:moveTo>
                <a:lnTo>
                  <a:pt x="39831" y="146911"/>
                </a:lnTo>
                <a:lnTo>
                  <a:pt x="0" y="145416"/>
                </a:lnTo>
                <a:lnTo>
                  <a:pt x="35348" y="266385"/>
                </a:lnTo>
                <a:lnTo>
                  <a:pt x="79642" y="148404"/>
                </a:lnTo>
                <a:moveTo>
                  <a:pt x="35348" y="0"/>
                </a:moveTo>
                <a:lnTo>
                  <a:pt x="27637" y="206269"/>
                </a:lnTo>
                <a:lnTo>
                  <a:pt x="47543" y="207026"/>
                </a:lnTo>
                <a:lnTo>
                  <a:pt x="55274" y="756"/>
                </a:lnTo>
                <a:lnTo>
                  <a:pt x="35348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" name="path-196">
            <a:extLst xmlns:a="http://schemas.openxmlformats.org/drawingml/2006/main">
              <a:ext uri="{FF2B5EF4-FFF2-40B4-BE49-F238E27FC236}">
                <a16:creationId xmlns:a16="http://schemas.microsoft.com/office/drawing/2014/main" id="{A15049B3-14A1-4DF8-BC29-AC4DCE324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72440" y="8284580"/>
            <a:ext cx="2429022" cy="403491"/>
          </a:xfrm>
          <a:custGeom xmlns:a="http://schemas.openxmlformats.org/drawingml/2006/main">
            <a:pathLst>
              <a:path w="2159131" h="358659">
                <a:moveTo>
                  <a:pt x="0" y="0"/>
                </a:moveTo>
                <a:lnTo>
                  <a:pt x="0" y="358659"/>
                </a:lnTo>
                <a:lnTo>
                  <a:pt x="2159131" y="358659"/>
                </a:lnTo>
                <a:lnTo>
                  <a:pt x="2159131" y="0"/>
                </a:lnTo>
                <a:close/>
              </a:path>
            </a:pathLst>
          </a:custGeom>
          <a:solidFill xmlns:a="http://schemas.openxmlformats.org/drawingml/2006/main">
            <a:srgbClr val="DCC0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" name="path-197">
            <a:extLst xmlns:a="http://schemas.openxmlformats.org/drawingml/2006/main">
              <a:ext uri="{FF2B5EF4-FFF2-40B4-BE49-F238E27FC236}">
                <a16:creationId xmlns:a16="http://schemas.microsoft.com/office/drawing/2014/main" id="{F298956C-B8DB-4366-B712-B874A81F9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61232" y="8273146"/>
            <a:ext cx="2451215" cy="427029"/>
          </a:xfrm>
          <a:custGeom xmlns:a="http://schemas.openxmlformats.org/drawingml/2006/main">
            <a:pathLst>
              <a:path w="2178857" h="379582">
                <a:moveTo>
                  <a:pt x="2178857" y="0"/>
                </a:moveTo>
                <a:lnTo>
                  <a:pt x="2178857" y="379582"/>
                </a:lnTo>
                <a:lnTo>
                  <a:pt x="0" y="379582"/>
                </a:lnTo>
                <a:lnTo>
                  <a:pt x="0" y="0"/>
                </a:lnTo>
                <a:lnTo>
                  <a:pt x="2178857" y="0"/>
                </a:lnTo>
                <a:moveTo>
                  <a:pt x="9963" y="19926"/>
                </a:moveTo>
                <a:lnTo>
                  <a:pt x="19925" y="9964"/>
                </a:lnTo>
                <a:lnTo>
                  <a:pt x="19925" y="369619"/>
                </a:lnTo>
                <a:lnTo>
                  <a:pt x="9963" y="359656"/>
                </a:lnTo>
                <a:lnTo>
                  <a:pt x="2168895" y="359656"/>
                </a:lnTo>
                <a:lnTo>
                  <a:pt x="2158932" y="369619"/>
                </a:lnTo>
                <a:lnTo>
                  <a:pt x="2158932" y="9964"/>
                </a:lnTo>
                <a:lnTo>
                  <a:pt x="2168895" y="19926"/>
                </a:lnTo>
                <a:lnTo>
                  <a:pt x="9963" y="19926"/>
                </a:lnTo>
              </a:path>
            </a:pathLst>
          </a:custGeom>
          <a:solidFill xmlns:a="http://schemas.openxmlformats.org/drawingml/2006/main">
            <a:srgbClr val="DCC0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" name="text-198 MMDU-45k">
            <a:extLst xmlns:a="http://schemas.openxmlformats.org/drawingml/2006/main">
              <a:ext uri="{FF2B5EF4-FFF2-40B4-BE49-F238E27FC236}">
                <a16:creationId xmlns:a16="http://schemas.microsoft.com/office/drawing/2014/main" id="{9B4BB300-DC82-4394-8449-B0230CE4A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21638" y="8346013"/>
            <a:ext cx="1293933" cy="3138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MMDU-45k</a:t>
            </a:r>
          </a:p>
        </p:txBody>
      </p:sp>
      <p:pic>
        <p:nvPicPr>
          <p:cNvPr id="334" name="">
            <a:extLst xmlns:a="http://schemas.openxmlformats.org/drawingml/2006/main">
              <a:ext uri="{FF2B5EF4-FFF2-40B4-BE49-F238E27FC236}">
                <a16:creationId xmlns:a16="http://schemas.microsoft.com/office/drawing/2014/main" id="{A44B5CD5-3D3C-43F1-B521-7D430C9601B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b5d27b5bdc94837"/>
          <a:stretch xmlns:a="http://schemas.openxmlformats.org/drawingml/2006/main"/>
        </p:blipFill>
        <p:spPr>
          <a:xfrm xmlns:a="http://schemas.openxmlformats.org/drawingml/2006/main">
            <a:off x="13350142" y="8219348"/>
            <a:ext cx="537989" cy="537989"/>
          </a:xfrm>
          <a:prstGeom xmlns:a="http://schemas.openxmlformats.org/drawingml/2006/main" prst="rect">
            <a:avLst/>
          </a:prstGeom>
        </p:spPr>
      </p:pic>
      <p:sp>
        <p:nvSpPr>
          <p:cNvPr id="335" name="path-200">
            <a:extLst xmlns:a="http://schemas.openxmlformats.org/drawingml/2006/main">
              <a:ext uri="{FF2B5EF4-FFF2-40B4-BE49-F238E27FC236}">
                <a16:creationId xmlns:a16="http://schemas.microsoft.com/office/drawing/2014/main" id="{5FE91A31-C6F3-4EA6-B899-E08353A49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7142" y="7969856"/>
            <a:ext cx="3679848" cy="430391"/>
          </a:xfrm>
          <a:custGeom xmlns:a="http://schemas.openxmlformats.org/drawingml/2006/main">
            <a:pathLst>
              <a:path w="3270976" h="382570">
                <a:moveTo>
                  <a:pt x="0" y="0"/>
                </a:moveTo>
                <a:lnTo>
                  <a:pt x="0" y="382570"/>
                </a:lnTo>
                <a:lnTo>
                  <a:pt x="3270976" y="382570"/>
                </a:lnTo>
                <a:lnTo>
                  <a:pt x="3270976" y="0"/>
                </a:lnTo>
                <a:close/>
              </a:path>
            </a:pathLst>
          </a:custGeom>
          <a:solidFill xmlns:a="http://schemas.openxmlformats.org/drawingml/2006/main">
            <a:srgbClr val="FFF2C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" name="path-201">
            <a:extLst xmlns:a="http://schemas.openxmlformats.org/drawingml/2006/main">
              <a:ext uri="{FF2B5EF4-FFF2-40B4-BE49-F238E27FC236}">
                <a16:creationId xmlns:a16="http://schemas.microsoft.com/office/drawing/2014/main" id="{FF3AE2E9-0D3B-4240-85AB-20578E637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17055" y="7959321"/>
            <a:ext cx="3702038" cy="451685"/>
          </a:xfrm>
          <a:custGeom xmlns:a="http://schemas.openxmlformats.org/drawingml/2006/main">
            <a:pathLst>
              <a:path w="3290701" h="401498">
                <a:moveTo>
                  <a:pt x="3290701" y="0"/>
                </a:moveTo>
                <a:lnTo>
                  <a:pt x="3290701" y="401498"/>
                </a:lnTo>
                <a:lnTo>
                  <a:pt x="0" y="401498"/>
                </a:lnTo>
                <a:lnTo>
                  <a:pt x="0" y="0"/>
                </a:lnTo>
                <a:lnTo>
                  <a:pt x="3290701" y="0"/>
                </a:lnTo>
                <a:moveTo>
                  <a:pt x="9963" y="19925"/>
                </a:moveTo>
                <a:lnTo>
                  <a:pt x="19926" y="9963"/>
                </a:lnTo>
                <a:lnTo>
                  <a:pt x="19926" y="391535"/>
                </a:lnTo>
                <a:lnTo>
                  <a:pt x="9963" y="381573"/>
                </a:lnTo>
                <a:lnTo>
                  <a:pt x="3280738" y="381573"/>
                </a:lnTo>
                <a:lnTo>
                  <a:pt x="3270776" y="391535"/>
                </a:lnTo>
                <a:lnTo>
                  <a:pt x="3270776" y="9963"/>
                </a:lnTo>
                <a:lnTo>
                  <a:pt x="3280738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FFF2C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" name="text-202 Multi-turn">
            <a:extLst xmlns:a="http://schemas.openxmlformats.org/drawingml/2006/main">
              <a:ext uri="{FF2B5EF4-FFF2-40B4-BE49-F238E27FC236}">
                <a16:creationId xmlns:a16="http://schemas.microsoft.com/office/drawing/2014/main" id="{CC470B53-F789-49F8-83D6-F6471CF11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87666" y="8047948"/>
            <a:ext cx="1124342" cy="3137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Multi-turn</a:t>
            </a:r>
          </a:p>
        </p:txBody>
      </p:sp>
      <p:sp>
        <p:nvSpPr>
          <p:cNvPr id="338" name="text-202 multi-image">
            <a:extLst xmlns:a="http://schemas.openxmlformats.org/drawingml/2006/main">
              <a:ext uri="{FF2B5EF4-FFF2-40B4-BE49-F238E27FC236}">
                <a16:creationId xmlns:a16="http://schemas.microsoft.com/office/drawing/2014/main" id="{7B97CDF0-057A-400F-B490-9E181754E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39860" y="8048227"/>
            <a:ext cx="1245181" cy="3133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multi-image</a:t>
            </a:r>
          </a:p>
        </p:txBody>
      </p:sp>
      <p:sp>
        <p:nvSpPr>
          <p:cNvPr id="339" name="text-202 dialogue">
            <a:extLst xmlns:a="http://schemas.openxmlformats.org/drawingml/2006/main">
              <a:ext uri="{FF2B5EF4-FFF2-40B4-BE49-F238E27FC236}">
                <a16:creationId xmlns:a16="http://schemas.microsoft.com/office/drawing/2014/main" id="{27E168E2-779A-439F-ABAB-EF6777CEF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13102" y="8048213"/>
            <a:ext cx="885401" cy="3133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7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dialogue</a:t>
            </a:r>
          </a:p>
        </p:txBody>
      </p:sp>
      <p:sp>
        <p:nvSpPr>
          <p:cNvPr id="340" name="text-203 ：">
            <a:extLst xmlns:a="http://schemas.openxmlformats.org/drawingml/2006/main">
              <a:ext uri="{FF2B5EF4-FFF2-40B4-BE49-F238E27FC236}">
                <a16:creationId xmlns:a16="http://schemas.microsoft.com/office/drawing/2014/main" id="{C568E63E-DED9-4B7B-BD1C-982E10EF1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59313" y="7974429"/>
            <a:ext cx="276609" cy="4166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4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4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4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：</a:t>
            </a:r>
          </a:p>
        </p:txBody>
      </p:sp>
      <p:sp>
        <p:nvSpPr>
          <p:cNvPr id="341" name="text-204 Q1:">
            <a:extLst xmlns:a="http://schemas.openxmlformats.org/drawingml/2006/main">
              <a:ext uri="{FF2B5EF4-FFF2-40B4-BE49-F238E27FC236}">
                <a16:creationId xmlns:a16="http://schemas.microsoft.com/office/drawing/2014/main" id="{DDB981E6-2424-4830-BA4B-0EB576EF8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37230" y="9039673"/>
            <a:ext cx="323835" cy="2512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Q1:</a:t>
            </a:r>
          </a:p>
        </p:txBody>
      </p:sp>
      <p:sp>
        <p:nvSpPr>
          <p:cNvPr id="342" name="text-205 Describe">
            <a:extLst xmlns:a="http://schemas.openxmlformats.org/drawingml/2006/main">
              <a:ext uri="{FF2B5EF4-FFF2-40B4-BE49-F238E27FC236}">
                <a16:creationId xmlns:a16="http://schemas.microsoft.com/office/drawing/2014/main" id="{88D11CB7-74FE-444F-9F5A-5CB9409AF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28641" y="9058237"/>
            <a:ext cx="663456" cy="2252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Describe</a:t>
            </a:r>
          </a:p>
        </p:txBody>
      </p:sp>
      <p:sp>
        <p:nvSpPr>
          <p:cNvPr id="343" name="text-205 the">
            <a:extLst xmlns:a="http://schemas.openxmlformats.org/drawingml/2006/main">
              <a:ext uri="{FF2B5EF4-FFF2-40B4-BE49-F238E27FC236}">
                <a16:creationId xmlns:a16="http://schemas.microsoft.com/office/drawing/2014/main" id="{A8AA1387-4F79-482F-8FF8-0A61FD8E8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03368" y="9043220"/>
            <a:ext cx="276118" cy="2462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344" name="text-205 main">
            <a:extLst xmlns:a="http://schemas.openxmlformats.org/drawingml/2006/main">
              <a:ext uri="{FF2B5EF4-FFF2-40B4-BE49-F238E27FC236}">
                <a16:creationId xmlns:a16="http://schemas.microsoft.com/office/drawing/2014/main" id="{AFDBAF5A-DB8E-42B2-86B5-547395541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88054" y="9050179"/>
            <a:ext cx="396451" cy="2365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main</a:t>
            </a:r>
          </a:p>
        </p:txBody>
      </p:sp>
      <p:sp>
        <p:nvSpPr>
          <p:cNvPr id="345" name="text-205 subject">
            <a:extLst xmlns:a="http://schemas.openxmlformats.org/drawingml/2006/main">
              <a:ext uri="{FF2B5EF4-FFF2-40B4-BE49-F238E27FC236}">
                <a16:creationId xmlns:a16="http://schemas.microsoft.com/office/drawing/2014/main" id="{65E29F26-3317-404B-998B-3D9602EDD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93788" y="9052452"/>
            <a:ext cx="557821" cy="2333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1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1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1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subject</a:t>
            </a:r>
          </a:p>
        </p:txBody>
      </p:sp>
      <p:sp>
        <p:nvSpPr>
          <p:cNvPr id="346" name="text-205 of">
            <a:extLst xmlns:a="http://schemas.openxmlformats.org/drawingml/2006/main">
              <a:ext uri="{FF2B5EF4-FFF2-40B4-BE49-F238E27FC236}">
                <a16:creationId xmlns:a16="http://schemas.microsoft.com/office/drawing/2014/main" id="{1BACEF14-9868-4DB6-953E-1869B2C76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62039" y="9040080"/>
            <a:ext cx="181443" cy="2506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1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347" name="text-205 each">
            <a:extLst xmlns:a="http://schemas.openxmlformats.org/drawingml/2006/main">
              <a:ext uri="{FF2B5EF4-FFF2-40B4-BE49-F238E27FC236}">
                <a16:creationId xmlns:a16="http://schemas.microsoft.com/office/drawing/2014/main" id="{880026B2-5D54-425A-AD79-938D703A4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51458" y="9059051"/>
            <a:ext cx="375799" cy="224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each</a:t>
            </a:r>
          </a:p>
        </p:txBody>
      </p:sp>
      <p:sp>
        <p:nvSpPr>
          <p:cNvPr id="348" name="text-205 image">
            <a:extLst xmlns:a="http://schemas.openxmlformats.org/drawingml/2006/main">
              <a:ext uri="{FF2B5EF4-FFF2-40B4-BE49-F238E27FC236}">
                <a16:creationId xmlns:a16="http://schemas.microsoft.com/office/drawing/2014/main" id="{522FA63E-D014-4C2D-9562-52135D1D6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38136" y="9055636"/>
            <a:ext cx="474508" cy="2288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sp>
        <p:nvSpPr>
          <p:cNvPr id="349" name="text-206 .">
            <a:extLst xmlns:a="http://schemas.openxmlformats.org/drawingml/2006/main">
              <a:ext uri="{FF2B5EF4-FFF2-40B4-BE49-F238E27FC236}">
                <a16:creationId xmlns:a16="http://schemas.microsoft.com/office/drawing/2014/main" id="{E95466C4-9749-414E-8773-4BBC8EC9A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83098" y="9055045"/>
            <a:ext cx="75085" cy="2296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9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9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</a:t>
            </a:r>
          </a:p>
        </p:txBody>
      </p:sp>
      <p:sp>
        <p:nvSpPr>
          <p:cNvPr id="350" name="text-207 A1:">
            <a:extLst xmlns:a="http://schemas.openxmlformats.org/drawingml/2006/main">
              <a:ext uri="{FF2B5EF4-FFF2-40B4-BE49-F238E27FC236}">
                <a16:creationId xmlns:a16="http://schemas.microsoft.com/office/drawing/2014/main" id="{A8D05779-445E-455F-9087-33CAB42673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37230" y="9322000"/>
            <a:ext cx="298078" cy="2513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A1:</a:t>
            </a:r>
          </a:p>
        </p:txBody>
      </p:sp>
      <p:sp>
        <p:nvSpPr>
          <p:cNvPr id="351" name="text-208 The">
            <a:extLst xmlns:a="http://schemas.openxmlformats.org/drawingml/2006/main">
              <a:ext uri="{FF2B5EF4-FFF2-40B4-BE49-F238E27FC236}">
                <a16:creationId xmlns:a16="http://schemas.microsoft.com/office/drawing/2014/main" id="{BBF1A04F-C8B8-40BE-AB94-56063AEDF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43211" y="9344007"/>
            <a:ext cx="299715" cy="2205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352" name="text-208 main">
            <a:extLst xmlns:a="http://schemas.openxmlformats.org/drawingml/2006/main">
              <a:ext uri="{FF2B5EF4-FFF2-40B4-BE49-F238E27FC236}">
                <a16:creationId xmlns:a16="http://schemas.microsoft.com/office/drawing/2014/main" id="{B291A70C-CE8C-45FB-8688-2053EDF4E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54796" y="9332624"/>
            <a:ext cx="396451" cy="2365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main</a:t>
            </a:r>
          </a:p>
        </p:txBody>
      </p:sp>
      <p:sp>
        <p:nvSpPr>
          <p:cNvPr id="353" name="text-208 subjects">
            <a:extLst xmlns:a="http://schemas.openxmlformats.org/drawingml/2006/main">
              <a:ext uri="{FF2B5EF4-FFF2-40B4-BE49-F238E27FC236}">
                <a16:creationId xmlns:a16="http://schemas.microsoft.com/office/drawing/2014/main" id="{ABF5D342-1ADF-420B-894E-1111DD146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60529" y="9338347"/>
            <a:ext cx="627857" cy="2284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8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subjects</a:t>
            </a:r>
          </a:p>
        </p:txBody>
      </p:sp>
      <p:sp>
        <p:nvSpPr>
          <p:cNvPr id="354" name="text-208 of">
            <a:extLst xmlns:a="http://schemas.openxmlformats.org/drawingml/2006/main">
              <a:ext uri="{FF2B5EF4-FFF2-40B4-BE49-F238E27FC236}">
                <a16:creationId xmlns:a16="http://schemas.microsoft.com/office/drawing/2014/main" id="{C56B11D3-680A-4047-B06C-BBCBAD6AB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99392" y="9322525"/>
            <a:ext cx="181443" cy="2506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1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355" name="text-208 each">
            <a:extLst xmlns:a="http://schemas.openxmlformats.org/drawingml/2006/main">
              <a:ext uri="{FF2B5EF4-FFF2-40B4-BE49-F238E27FC236}">
                <a16:creationId xmlns:a16="http://schemas.microsoft.com/office/drawing/2014/main" id="{5281671C-AA55-4488-B407-B5253850B2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88809" y="9341496"/>
            <a:ext cx="375799" cy="224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each</a:t>
            </a:r>
          </a:p>
        </p:txBody>
      </p:sp>
      <p:sp>
        <p:nvSpPr>
          <p:cNvPr id="356" name="text-208 image">
            <a:extLst xmlns:a="http://schemas.openxmlformats.org/drawingml/2006/main">
              <a:ext uri="{FF2B5EF4-FFF2-40B4-BE49-F238E27FC236}">
                <a16:creationId xmlns:a16="http://schemas.microsoft.com/office/drawing/2014/main" id="{C1354E3C-B00E-4A86-847F-D28FBDF28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75490" y="9338081"/>
            <a:ext cx="474508" cy="2288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sp>
        <p:nvSpPr>
          <p:cNvPr id="357" name="text-208 are">
            <a:extLst xmlns:a="http://schemas.openxmlformats.org/drawingml/2006/main">
              <a:ext uri="{FF2B5EF4-FFF2-40B4-BE49-F238E27FC236}">
                <a16:creationId xmlns:a16="http://schemas.microsoft.com/office/drawing/2014/main" id="{3FA322B8-A7AB-460C-B251-16F9649A3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0799" y="9336226"/>
            <a:ext cx="268614" cy="2314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0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are</a:t>
            </a:r>
          </a:p>
        </p:txBody>
      </p:sp>
      <p:sp>
        <p:nvSpPr>
          <p:cNvPr id="358" name="text-208 as">
            <a:extLst xmlns:a="http://schemas.openxmlformats.org/drawingml/2006/main">
              <a:ext uri="{FF2B5EF4-FFF2-40B4-BE49-F238E27FC236}">
                <a16:creationId xmlns:a16="http://schemas.microsoft.com/office/drawing/2014/main" id="{07344B37-0407-493C-BE92-3BBB1B639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39880" y="9352952"/>
            <a:ext cx="183628" cy="2080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1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as</a:t>
            </a:r>
          </a:p>
        </p:txBody>
      </p:sp>
      <p:sp>
        <p:nvSpPr>
          <p:cNvPr id="359" name="text-208 follows">
            <a:extLst xmlns:a="http://schemas.openxmlformats.org/drawingml/2006/main">
              <a:ext uri="{FF2B5EF4-FFF2-40B4-BE49-F238E27FC236}">
                <a16:creationId xmlns:a16="http://schemas.microsoft.com/office/drawing/2014/main" id="{23B3A82B-73F4-47F4-8718-D155929D7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37144" y="9329907"/>
            <a:ext cx="555403" cy="2403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5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5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5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follows</a:t>
            </a:r>
          </a:p>
        </p:txBody>
      </p:sp>
      <p:sp>
        <p:nvSpPr>
          <p:cNvPr id="360" name="text-209 ......">
            <a:extLst xmlns:a="http://schemas.openxmlformats.org/drawingml/2006/main">
              <a:ext uri="{FF2B5EF4-FFF2-40B4-BE49-F238E27FC236}">
                <a16:creationId xmlns:a16="http://schemas.microsoft.com/office/drawing/2014/main" id="{F4136161-2876-450F-942C-645F335DC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61684" y="9339702"/>
            <a:ext cx="298849" cy="2265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7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7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7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......</a:t>
            </a:r>
          </a:p>
        </p:txBody>
      </p:sp>
      <p:pic>
        <p:nvPicPr>
          <p:cNvPr id="361" name="">
            <a:extLst xmlns:a="http://schemas.openxmlformats.org/drawingml/2006/main">
              <a:ext uri="{FF2B5EF4-FFF2-40B4-BE49-F238E27FC236}">
                <a16:creationId xmlns:a16="http://schemas.microsoft.com/office/drawing/2014/main" id="{6CBC9FAD-4C3E-4F1C-AF34-D4F14B26E49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f4cffdc5bfc4b39"/>
          <a:stretch xmlns:a="http://schemas.openxmlformats.org/drawingml/2006/main"/>
        </p:blipFill>
        <p:spPr>
          <a:xfrm xmlns:a="http://schemas.openxmlformats.org/drawingml/2006/main">
            <a:off x="9236238" y="8468086"/>
            <a:ext cx="771525" cy="535781"/>
          </a:xfrm>
          <a:prstGeom xmlns:a="http://schemas.openxmlformats.org/drawingml/2006/main" prst="rect">
            <a:avLst/>
          </a:prstGeom>
        </p:spPr>
      </p:pic>
      <p:pic>
        <p:nvPicPr>
          <p:cNvPr id="362" name="">
            <a:extLst xmlns:a="http://schemas.openxmlformats.org/drawingml/2006/main">
              <a:ext uri="{FF2B5EF4-FFF2-40B4-BE49-F238E27FC236}">
                <a16:creationId xmlns:a16="http://schemas.microsoft.com/office/drawing/2014/main" id="{336F9D15-712C-482B-8412-4E5EA456970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fc4190eac1f4121"/>
          <a:stretch xmlns:a="http://schemas.openxmlformats.org/drawingml/2006/main"/>
        </p:blipFill>
        <p:spPr>
          <a:xfrm xmlns:a="http://schemas.openxmlformats.org/drawingml/2006/main">
            <a:off x="8261116" y="8468086"/>
            <a:ext cx="771525" cy="535781"/>
          </a:xfrm>
          <a:prstGeom xmlns:a="http://schemas.openxmlformats.org/drawingml/2006/main" prst="rect">
            <a:avLst/>
          </a:prstGeom>
        </p:spPr>
      </p:pic>
      <p:pic>
        <p:nvPicPr>
          <p:cNvPr id="363" name="">
            <a:extLst xmlns:a="http://schemas.openxmlformats.org/drawingml/2006/main">
              <a:ext uri="{FF2B5EF4-FFF2-40B4-BE49-F238E27FC236}">
                <a16:creationId xmlns:a16="http://schemas.microsoft.com/office/drawing/2014/main" id="{B9AA8D82-714C-46A7-87A3-060A208DB5A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91f4f6872304aa7"/>
          <a:stretch xmlns:a="http://schemas.openxmlformats.org/drawingml/2006/main"/>
        </p:blipFill>
        <p:spPr>
          <a:xfrm xmlns:a="http://schemas.openxmlformats.org/drawingml/2006/main">
            <a:off x="7285994" y="8468086"/>
            <a:ext cx="771525" cy="535781"/>
          </a:xfrm>
          <a:prstGeom xmlns:a="http://schemas.openxmlformats.org/drawingml/2006/main" prst="rect">
            <a:avLst/>
          </a:prstGeom>
        </p:spPr>
      </p:pic>
      <p:pic>
        <p:nvPicPr>
          <p:cNvPr id="364" name="">
            <a:extLst xmlns:a="http://schemas.openxmlformats.org/drawingml/2006/main">
              <a:ext uri="{FF2B5EF4-FFF2-40B4-BE49-F238E27FC236}">
                <a16:creationId xmlns:a16="http://schemas.microsoft.com/office/drawing/2014/main" id="{CDDFBF4F-FA76-4527-B735-89977FE0E1C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a9a3d0ac9b9456f"/>
          <a:stretch xmlns:a="http://schemas.openxmlformats.org/drawingml/2006/main"/>
        </p:blipFill>
        <p:spPr>
          <a:xfrm xmlns:a="http://schemas.openxmlformats.org/drawingml/2006/main">
            <a:off x="6321588" y="8468086"/>
            <a:ext cx="771525" cy="535781"/>
          </a:xfrm>
          <a:prstGeom xmlns:a="http://schemas.openxmlformats.org/drawingml/2006/main" prst="rect">
            <a:avLst/>
          </a:prstGeom>
        </p:spPr>
      </p:pic>
      <p:pic>
        <p:nvPicPr>
          <p:cNvPr id="365" name="">
            <a:extLst xmlns:a="http://schemas.openxmlformats.org/drawingml/2006/main">
              <a:ext uri="{FF2B5EF4-FFF2-40B4-BE49-F238E27FC236}">
                <a16:creationId xmlns:a16="http://schemas.microsoft.com/office/drawing/2014/main" id="{DCA73EBD-8714-460F-9A78-6BD898E1BA8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ff4b75264ed408c"/>
          <a:stretch xmlns:a="http://schemas.openxmlformats.org/drawingml/2006/main"/>
        </p:blipFill>
        <p:spPr>
          <a:xfrm xmlns:a="http://schemas.openxmlformats.org/drawingml/2006/main">
            <a:off x="7679962" y="9571579"/>
            <a:ext cx="762152" cy="184988"/>
          </a:xfrm>
          <a:prstGeom xmlns:a="http://schemas.openxmlformats.org/drawingml/2006/main" prst="rect">
            <a:avLst/>
          </a:prstGeom>
        </p:spPr>
      </p:pic>
      <p:sp>
        <p:nvSpPr>
          <p:cNvPr id="366" name="text-215 Q15:">
            <a:extLst xmlns:a="http://schemas.openxmlformats.org/drawingml/2006/main">
              <a:ext uri="{FF2B5EF4-FFF2-40B4-BE49-F238E27FC236}">
                <a16:creationId xmlns:a16="http://schemas.microsoft.com/office/drawing/2014/main" id="{999E5FD7-85F8-45AD-B58A-56381CBEA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26022" y="9746748"/>
            <a:ext cx="433702" cy="2514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Q15:</a:t>
            </a:r>
          </a:p>
        </p:txBody>
      </p:sp>
      <p:sp>
        <p:nvSpPr>
          <p:cNvPr id="367" name="text-216 Describe">
            <a:extLst xmlns:a="http://schemas.openxmlformats.org/drawingml/2006/main">
              <a:ext uri="{FF2B5EF4-FFF2-40B4-BE49-F238E27FC236}">
                <a16:creationId xmlns:a16="http://schemas.microsoft.com/office/drawing/2014/main" id="{0A953FA8-1E37-401D-8B90-E11AF87893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27272" y="9765468"/>
            <a:ext cx="663456" cy="2252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Describe</a:t>
            </a:r>
          </a:p>
        </p:txBody>
      </p:sp>
      <p:sp>
        <p:nvSpPr>
          <p:cNvPr id="368" name="text-216 the">
            <a:extLst xmlns:a="http://schemas.openxmlformats.org/drawingml/2006/main">
              <a:ext uri="{FF2B5EF4-FFF2-40B4-BE49-F238E27FC236}">
                <a16:creationId xmlns:a16="http://schemas.microsoft.com/office/drawing/2014/main" id="{82084AC6-7520-4B28-B46D-21588D39A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02000" y="9750452"/>
            <a:ext cx="276117" cy="2462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369" name="text-216 main">
            <a:extLst xmlns:a="http://schemas.openxmlformats.org/drawingml/2006/main">
              <a:ext uri="{FF2B5EF4-FFF2-40B4-BE49-F238E27FC236}">
                <a16:creationId xmlns:a16="http://schemas.microsoft.com/office/drawing/2014/main" id="{2E8106E5-CFF7-483F-BACA-D18C0F5F3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86685" y="9757410"/>
            <a:ext cx="396451" cy="2365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main</a:t>
            </a:r>
          </a:p>
        </p:txBody>
      </p:sp>
      <p:sp>
        <p:nvSpPr>
          <p:cNvPr id="370" name="text-216 subject">
            <a:extLst xmlns:a="http://schemas.openxmlformats.org/drawingml/2006/main">
              <a:ext uri="{FF2B5EF4-FFF2-40B4-BE49-F238E27FC236}">
                <a16:creationId xmlns:a16="http://schemas.microsoft.com/office/drawing/2014/main" id="{8EC9F6E7-8294-4292-9B2B-49328E868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92420" y="9759684"/>
            <a:ext cx="557820" cy="2333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1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1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1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subject</a:t>
            </a:r>
          </a:p>
        </p:txBody>
      </p:sp>
      <p:sp>
        <p:nvSpPr>
          <p:cNvPr id="371" name="text-216 of">
            <a:extLst xmlns:a="http://schemas.openxmlformats.org/drawingml/2006/main">
              <a:ext uri="{FF2B5EF4-FFF2-40B4-BE49-F238E27FC236}">
                <a16:creationId xmlns:a16="http://schemas.microsoft.com/office/drawing/2014/main" id="{5E5B2B9B-6FE4-40B9-AC93-3C7D550213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60670" y="9747311"/>
            <a:ext cx="181443" cy="2506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1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372" name="text-216 each">
            <a:extLst xmlns:a="http://schemas.openxmlformats.org/drawingml/2006/main">
              <a:ext uri="{FF2B5EF4-FFF2-40B4-BE49-F238E27FC236}">
                <a16:creationId xmlns:a16="http://schemas.microsoft.com/office/drawing/2014/main" id="{8F4AF30C-6880-4C09-B4BD-7F5C728CD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50089" y="9766283"/>
            <a:ext cx="375799" cy="224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each</a:t>
            </a:r>
          </a:p>
        </p:txBody>
      </p:sp>
      <p:sp>
        <p:nvSpPr>
          <p:cNvPr id="373" name="text-216 image">
            <a:extLst xmlns:a="http://schemas.openxmlformats.org/drawingml/2006/main">
              <a:ext uri="{FF2B5EF4-FFF2-40B4-BE49-F238E27FC236}">
                <a16:creationId xmlns:a16="http://schemas.microsoft.com/office/drawing/2014/main" id="{BEDDA426-D8E3-4244-8EFE-53C885670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36767" y="9762867"/>
            <a:ext cx="474510" cy="2288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sp>
        <p:nvSpPr>
          <p:cNvPr id="374" name="text-217 .">
            <a:extLst xmlns:a="http://schemas.openxmlformats.org/drawingml/2006/main">
              <a:ext uri="{FF2B5EF4-FFF2-40B4-BE49-F238E27FC236}">
                <a16:creationId xmlns:a16="http://schemas.microsoft.com/office/drawing/2014/main" id="{94868FA2-B844-4EDE-ACF2-AD9386C983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81729" y="9762276"/>
            <a:ext cx="75085" cy="2296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9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9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</a:t>
            </a:r>
          </a:p>
        </p:txBody>
      </p:sp>
      <p:pic>
        <p:nvPicPr>
          <p:cNvPr id="375" name="">
            <a:extLst xmlns:a="http://schemas.openxmlformats.org/drawingml/2006/main">
              <a:ext uri="{FF2B5EF4-FFF2-40B4-BE49-F238E27FC236}">
                <a16:creationId xmlns:a16="http://schemas.microsoft.com/office/drawing/2014/main" id="{4382DFF3-7D2C-4411-AF2D-9717554F0EC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fe06cdccac34e3f"/>
          <a:stretch xmlns:a="http://schemas.openxmlformats.org/drawingml/2006/main"/>
        </p:blipFill>
        <p:spPr>
          <a:xfrm xmlns:a="http://schemas.openxmlformats.org/drawingml/2006/main">
            <a:off x="5127875" y="8666552"/>
            <a:ext cx="637741" cy="637741"/>
          </a:xfrm>
          <a:prstGeom xmlns:a="http://schemas.openxmlformats.org/drawingml/2006/main" prst="rect">
            <a:avLst/>
          </a:prstGeom>
        </p:spPr>
      </p:pic>
      <p:sp>
        <p:nvSpPr>
          <p:cNvPr id="376" name="text-219 Combine">
            <a:extLst xmlns:a="http://schemas.openxmlformats.org/drawingml/2006/main">
              <a:ext uri="{FF2B5EF4-FFF2-40B4-BE49-F238E27FC236}">
                <a16:creationId xmlns:a16="http://schemas.microsoft.com/office/drawing/2014/main" id="{0090EDF4-06B8-4962-88DC-F53EE919CB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14425" y="9291836"/>
            <a:ext cx="722951" cy="2512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Combine</a:t>
            </a:r>
          </a:p>
        </p:txBody>
      </p:sp>
      <p:sp>
        <p:nvSpPr>
          <p:cNvPr id="377" name="path-220">
            <a:extLst xmlns:a="http://schemas.openxmlformats.org/drawingml/2006/main">
              <a:ext uri="{FF2B5EF4-FFF2-40B4-BE49-F238E27FC236}">
                <a16:creationId xmlns:a16="http://schemas.microsoft.com/office/drawing/2014/main" id="{ECCDE016-04EB-436B-9BA2-038A5C8CD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1021" y="8481618"/>
            <a:ext cx="433754" cy="549197"/>
          </a:xfrm>
          <a:custGeom xmlns:a="http://schemas.openxmlformats.org/drawingml/2006/main">
            <a:pathLst>
              <a:path w="385559" h="488175">
                <a:moveTo>
                  <a:pt x="266006" y="488175"/>
                </a:moveTo>
                <a:lnTo>
                  <a:pt x="266006" y="448324"/>
                </a:lnTo>
                <a:lnTo>
                  <a:pt x="266006" y="408474"/>
                </a:lnTo>
                <a:lnTo>
                  <a:pt x="385559" y="448324"/>
                </a:lnTo>
                <a:lnTo>
                  <a:pt x="266006" y="488175"/>
                </a:lnTo>
                <a:moveTo>
                  <a:pt x="0" y="0"/>
                </a:moveTo>
                <a:lnTo>
                  <a:pt x="203240" y="0"/>
                </a:lnTo>
                <a:lnTo>
                  <a:pt x="203240" y="448324"/>
                </a:lnTo>
                <a:lnTo>
                  <a:pt x="193277" y="438361"/>
                </a:lnTo>
                <a:lnTo>
                  <a:pt x="325783" y="438361"/>
                </a:lnTo>
                <a:lnTo>
                  <a:pt x="325783" y="458287"/>
                </a:lnTo>
                <a:lnTo>
                  <a:pt x="183315" y="458287"/>
                </a:lnTo>
                <a:lnTo>
                  <a:pt x="183315" y="9963"/>
                </a:lnTo>
                <a:lnTo>
                  <a:pt x="193277" y="19925"/>
                </a:lnTo>
                <a:lnTo>
                  <a:pt x="0" y="19925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" name="path-221">
            <a:extLst xmlns:a="http://schemas.openxmlformats.org/drawingml/2006/main">
              <a:ext uri="{FF2B5EF4-FFF2-40B4-BE49-F238E27FC236}">
                <a16:creationId xmlns:a16="http://schemas.microsoft.com/office/drawing/2014/main" id="{3318CF5C-81AB-4E9F-9D55-371449C90F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4470" y="8941151"/>
            <a:ext cx="420304" cy="608600"/>
          </a:xfrm>
          <a:custGeom xmlns:a="http://schemas.openxmlformats.org/drawingml/2006/main">
            <a:pathLst>
              <a:path w="373604" h="540978">
                <a:moveTo>
                  <a:pt x="254051" y="0"/>
                </a:moveTo>
                <a:lnTo>
                  <a:pt x="254051" y="39850"/>
                </a:lnTo>
                <a:lnTo>
                  <a:pt x="254051" y="79702"/>
                </a:lnTo>
                <a:lnTo>
                  <a:pt x="373604" y="39850"/>
                </a:lnTo>
                <a:lnTo>
                  <a:pt x="254051" y="0"/>
                </a:lnTo>
                <a:moveTo>
                  <a:pt x="0" y="540978"/>
                </a:moveTo>
                <a:lnTo>
                  <a:pt x="192281" y="540978"/>
                </a:lnTo>
                <a:lnTo>
                  <a:pt x="192281" y="39850"/>
                </a:lnTo>
                <a:lnTo>
                  <a:pt x="182318" y="49813"/>
                </a:lnTo>
                <a:lnTo>
                  <a:pt x="313827" y="49813"/>
                </a:lnTo>
                <a:lnTo>
                  <a:pt x="313827" y="29888"/>
                </a:lnTo>
                <a:lnTo>
                  <a:pt x="172356" y="29888"/>
                </a:lnTo>
                <a:lnTo>
                  <a:pt x="172356" y="531015"/>
                </a:lnTo>
                <a:lnTo>
                  <a:pt x="182318" y="521052"/>
                </a:lnTo>
                <a:lnTo>
                  <a:pt x="0" y="521052"/>
                </a:lnTo>
                <a:lnTo>
                  <a:pt x="0" y="54097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" name="path-222">
            <a:extLst xmlns:a="http://schemas.openxmlformats.org/drawingml/2006/main">
              <a:ext uri="{FF2B5EF4-FFF2-40B4-BE49-F238E27FC236}">
                <a16:creationId xmlns:a16="http://schemas.microsoft.com/office/drawing/2014/main" id="{F887E63D-E43D-41CE-9F9B-90E801DD0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322" y="9102234"/>
            <a:ext cx="566076" cy="89664"/>
          </a:xfrm>
          <a:custGeom xmlns:a="http://schemas.openxmlformats.org/drawingml/2006/main">
            <a:pathLst>
              <a:path w="503178" h="79702">
                <a:moveTo>
                  <a:pt x="383386" y="0"/>
                </a:moveTo>
                <a:lnTo>
                  <a:pt x="383625" y="39850"/>
                </a:lnTo>
                <a:lnTo>
                  <a:pt x="383865" y="79702"/>
                </a:lnTo>
                <a:lnTo>
                  <a:pt x="503178" y="39134"/>
                </a:lnTo>
                <a:lnTo>
                  <a:pt x="383386" y="0"/>
                </a:lnTo>
                <a:moveTo>
                  <a:pt x="119" y="52085"/>
                </a:moveTo>
                <a:lnTo>
                  <a:pt x="443462" y="49455"/>
                </a:lnTo>
                <a:lnTo>
                  <a:pt x="443342" y="29530"/>
                </a:lnTo>
                <a:lnTo>
                  <a:pt x="0" y="32159"/>
                </a:lnTo>
                <a:lnTo>
                  <a:pt x="119" y="5208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" name="path-223">
            <a:extLst xmlns:a="http://schemas.openxmlformats.org/drawingml/2006/main">
              <a:ext uri="{FF2B5EF4-FFF2-40B4-BE49-F238E27FC236}">
                <a16:creationId xmlns:a16="http://schemas.microsoft.com/office/drawing/2014/main" id="{81AC88BD-D897-45AA-8C59-F2EE24B52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67923" y="8488343"/>
            <a:ext cx="309120" cy="559015"/>
          </a:xfrm>
          <a:custGeom xmlns:a="http://schemas.openxmlformats.org/drawingml/2006/main">
            <a:pathLst>
              <a:path w="274773" h="496902">
                <a:moveTo>
                  <a:pt x="182875" y="86217"/>
                </a:moveTo>
                <a:lnTo>
                  <a:pt x="217925" y="105166"/>
                </a:lnTo>
                <a:lnTo>
                  <a:pt x="252994" y="124116"/>
                </a:lnTo>
                <a:lnTo>
                  <a:pt x="274773" y="0"/>
                </a:lnTo>
                <a:lnTo>
                  <a:pt x="182875" y="86217"/>
                </a:lnTo>
                <a:moveTo>
                  <a:pt x="17535" y="496902"/>
                </a:moveTo>
                <a:lnTo>
                  <a:pt x="255106" y="57326"/>
                </a:lnTo>
                <a:lnTo>
                  <a:pt x="237591" y="47841"/>
                </a:lnTo>
                <a:lnTo>
                  <a:pt x="0" y="487418"/>
                </a:lnTo>
                <a:lnTo>
                  <a:pt x="17535" y="49690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" name="path-224">
            <a:extLst xmlns:a="http://schemas.openxmlformats.org/drawingml/2006/main">
              <a:ext uri="{FF2B5EF4-FFF2-40B4-BE49-F238E27FC236}">
                <a16:creationId xmlns:a16="http://schemas.microsoft.com/office/drawing/2014/main" id="{8E7BEA5F-CC8E-4F3F-8F21-436672896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68753" y="9044354"/>
            <a:ext cx="354241" cy="476255"/>
          </a:xfrm>
          <a:custGeom xmlns:a="http://schemas.openxmlformats.org/drawingml/2006/main">
            <a:pathLst>
              <a:path w="314881" h="423338">
                <a:moveTo>
                  <a:pt x="211968" y="350610"/>
                </a:moveTo>
                <a:lnTo>
                  <a:pt x="244066" y="327018"/>
                </a:lnTo>
                <a:lnTo>
                  <a:pt x="276186" y="303407"/>
                </a:lnTo>
                <a:lnTo>
                  <a:pt x="314881" y="423338"/>
                </a:lnTo>
                <a:lnTo>
                  <a:pt x="211968" y="350610"/>
                </a:lnTo>
                <a:moveTo>
                  <a:pt x="16059" y="0"/>
                </a:moveTo>
                <a:lnTo>
                  <a:pt x="287506" y="369281"/>
                </a:lnTo>
                <a:lnTo>
                  <a:pt x="271445" y="381076"/>
                </a:lnTo>
                <a:lnTo>
                  <a:pt x="0" y="11796"/>
                </a:lnTo>
                <a:lnTo>
                  <a:pt x="16059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" name="path-225">
            <a:extLst xmlns:a="http://schemas.openxmlformats.org/drawingml/2006/main">
              <a:ext uri="{FF2B5EF4-FFF2-40B4-BE49-F238E27FC236}">
                <a16:creationId xmlns:a16="http://schemas.microsoft.com/office/drawing/2014/main" id="{DC0C088F-F8AF-4AFF-BB6B-650AABD01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7421" y="8235040"/>
            <a:ext cx="362112" cy="1636384"/>
          </a:xfrm>
          <a:custGeom xmlns:a="http://schemas.openxmlformats.org/drawingml/2006/main">
            <a:pathLst>
              <a:path w="321878" h="1454563">
                <a:moveTo>
                  <a:pt x="321718" y="1454563"/>
                </a:moveTo>
                <a:lnTo>
                  <a:pt x="309245" y="1454464"/>
                </a:lnTo>
                <a:lnTo>
                  <a:pt x="297070" y="1454144"/>
                </a:lnTo>
                <a:lnTo>
                  <a:pt x="285294" y="1453646"/>
                </a:lnTo>
                <a:lnTo>
                  <a:pt x="273976" y="1452949"/>
                </a:lnTo>
                <a:lnTo>
                  <a:pt x="263197" y="1452092"/>
                </a:lnTo>
                <a:lnTo>
                  <a:pt x="252995" y="1451056"/>
                </a:lnTo>
                <a:lnTo>
                  <a:pt x="243430" y="1449861"/>
                </a:lnTo>
                <a:lnTo>
                  <a:pt x="234564" y="1448526"/>
                </a:lnTo>
                <a:lnTo>
                  <a:pt x="226414" y="1447031"/>
                </a:lnTo>
                <a:lnTo>
                  <a:pt x="219022" y="1445378"/>
                </a:lnTo>
                <a:lnTo>
                  <a:pt x="212406" y="1443564"/>
                </a:lnTo>
                <a:lnTo>
                  <a:pt x="206568" y="1441532"/>
                </a:lnTo>
                <a:lnTo>
                  <a:pt x="201388" y="1439181"/>
                </a:lnTo>
                <a:lnTo>
                  <a:pt x="196725" y="1436152"/>
                </a:lnTo>
                <a:lnTo>
                  <a:pt x="192959" y="1432048"/>
                </a:lnTo>
                <a:lnTo>
                  <a:pt x="191265" y="1428341"/>
                </a:lnTo>
                <a:lnTo>
                  <a:pt x="190787" y="1425173"/>
                </a:lnTo>
                <a:lnTo>
                  <a:pt x="190787" y="747446"/>
                </a:lnTo>
                <a:lnTo>
                  <a:pt x="190907" y="748941"/>
                </a:lnTo>
                <a:lnTo>
                  <a:pt x="190747" y="747904"/>
                </a:lnTo>
                <a:lnTo>
                  <a:pt x="191524" y="750554"/>
                </a:lnTo>
                <a:lnTo>
                  <a:pt x="191067" y="749518"/>
                </a:lnTo>
                <a:lnTo>
                  <a:pt x="192780" y="752128"/>
                </a:lnTo>
                <a:lnTo>
                  <a:pt x="190946" y="750116"/>
                </a:lnTo>
                <a:lnTo>
                  <a:pt x="192880" y="751750"/>
                </a:lnTo>
                <a:lnTo>
                  <a:pt x="189890" y="749817"/>
                </a:lnTo>
                <a:lnTo>
                  <a:pt x="191186" y="750515"/>
                </a:lnTo>
                <a:lnTo>
                  <a:pt x="187101" y="748662"/>
                </a:lnTo>
                <a:lnTo>
                  <a:pt x="187978" y="749021"/>
                </a:lnTo>
                <a:lnTo>
                  <a:pt x="182877" y="747246"/>
                </a:lnTo>
                <a:lnTo>
                  <a:pt x="183494" y="747446"/>
                </a:lnTo>
                <a:lnTo>
                  <a:pt x="177437" y="745792"/>
                </a:lnTo>
                <a:lnTo>
                  <a:pt x="177916" y="745893"/>
                </a:lnTo>
                <a:lnTo>
                  <a:pt x="170942" y="744338"/>
                </a:lnTo>
                <a:lnTo>
                  <a:pt x="171320" y="744418"/>
                </a:lnTo>
                <a:lnTo>
                  <a:pt x="163490" y="742983"/>
                </a:lnTo>
                <a:lnTo>
                  <a:pt x="163808" y="743043"/>
                </a:lnTo>
                <a:lnTo>
                  <a:pt x="155200" y="741747"/>
                </a:lnTo>
                <a:lnTo>
                  <a:pt x="155459" y="741767"/>
                </a:lnTo>
                <a:lnTo>
                  <a:pt x="146154" y="740612"/>
                </a:lnTo>
                <a:lnTo>
                  <a:pt x="146373" y="740631"/>
                </a:lnTo>
                <a:lnTo>
                  <a:pt x="136390" y="739636"/>
                </a:lnTo>
                <a:lnTo>
                  <a:pt x="136610" y="739655"/>
                </a:lnTo>
                <a:lnTo>
                  <a:pt x="126029" y="738798"/>
                </a:lnTo>
                <a:lnTo>
                  <a:pt x="126209" y="738819"/>
                </a:lnTo>
                <a:lnTo>
                  <a:pt x="115090" y="738140"/>
                </a:lnTo>
                <a:lnTo>
                  <a:pt x="115269" y="738140"/>
                </a:lnTo>
                <a:lnTo>
                  <a:pt x="103673" y="737643"/>
                </a:lnTo>
                <a:lnTo>
                  <a:pt x="103852" y="737643"/>
                </a:lnTo>
                <a:lnTo>
                  <a:pt x="91817" y="737344"/>
                </a:lnTo>
                <a:lnTo>
                  <a:pt x="91996" y="737344"/>
                </a:lnTo>
                <a:lnTo>
                  <a:pt x="0" y="736566"/>
                </a:lnTo>
                <a:lnTo>
                  <a:pt x="0" y="717996"/>
                </a:lnTo>
                <a:lnTo>
                  <a:pt x="91996" y="717219"/>
                </a:lnTo>
                <a:lnTo>
                  <a:pt x="91817" y="717219"/>
                </a:lnTo>
                <a:lnTo>
                  <a:pt x="103852" y="716920"/>
                </a:lnTo>
                <a:lnTo>
                  <a:pt x="103673" y="716920"/>
                </a:lnTo>
                <a:lnTo>
                  <a:pt x="115269" y="716422"/>
                </a:lnTo>
                <a:lnTo>
                  <a:pt x="115090" y="716422"/>
                </a:lnTo>
                <a:lnTo>
                  <a:pt x="126209" y="715745"/>
                </a:lnTo>
                <a:lnTo>
                  <a:pt x="126029" y="715765"/>
                </a:lnTo>
                <a:lnTo>
                  <a:pt x="136610" y="714908"/>
                </a:lnTo>
                <a:lnTo>
                  <a:pt x="136390" y="714928"/>
                </a:lnTo>
                <a:lnTo>
                  <a:pt x="146373" y="713932"/>
                </a:lnTo>
                <a:lnTo>
                  <a:pt x="146154" y="713951"/>
                </a:lnTo>
                <a:lnTo>
                  <a:pt x="155459" y="712795"/>
                </a:lnTo>
                <a:lnTo>
                  <a:pt x="155200" y="712816"/>
                </a:lnTo>
                <a:lnTo>
                  <a:pt x="163808" y="711520"/>
                </a:lnTo>
                <a:lnTo>
                  <a:pt x="163490" y="711580"/>
                </a:lnTo>
                <a:lnTo>
                  <a:pt x="171320" y="710146"/>
                </a:lnTo>
                <a:lnTo>
                  <a:pt x="170942" y="710225"/>
                </a:lnTo>
                <a:lnTo>
                  <a:pt x="177916" y="708672"/>
                </a:lnTo>
                <a:lnTo>
                  <a:pt x="177437" y="708771"/>
                </a:lnTo>
                <a:lnTo>
                  <a:pt x="183494" y="707117"/>
                </a:lnTo>
                <a:lnTo>
                  <a:pt x="182877" y="707316"/>
                </a:lnTo>
                <a:lnTo>
                  <a:pt x="187978" y="705544"/>
                </a:lnTo>
                <a:lnTo>
                  <a:pt x="187101" y="705901"/>
                </a:lnTo>
                <a:lnTo>
                  <a:pt x="191186" y="704048"/>
                </a:lnTo>
                <a:lnTo>
                  <a:pt x="189890" y="704746"/>
                </a:lnTo>
                <a:lnTo>
                  <a:pt x="192880" y="702812"/>
                </a:lnTo>
                <a:lnTo>
                  <a:pt x="190946" y="704447"/>
                </a:lnTo>
                <a:lnTo>
                  <a:pt x="192780" y="702434"/>
                </a:lnTo>
                <a:lnTo>
                  <a:pt x="191067" y="705024"/>
                </a:lnTo>
                <a:lnTo>
                  <a:pt x="191524" y="704008"/>
                </a:lnTo>
                <a:lnTo>
                  <a:pt x="190747" y="706659"/>
                </a:lnTo>
                <a:lnTo>
                  <a:pt x="190907" y="705623"/>
                </a:lnTo>
                <a:lnTo>
                  <a:pt x="190787" y="707117"/>
                </a:lnTo>
                <a:lnTo>
                  <a:pt x="190787" y="29390"/>
                </a:lnTo>
                <a:lnTo>
                  <a:pt x="191265" y="26222"/>
                </a:lnTo>
                <a:lnTo>
                  <a:pt x="192959" y="22496"/>
                </a:lnTo>
                <a:lnTo>
                  <a:pt x="196725" y="18410"/>
                </a:lnTo>
                <a:lnTo>
                  <a:pt x="201388" y="15382"/>
                </a:lnTo>
                <a:lnTo>
                  <a:pt x="206568" y="13031"/>
                </a:lnTo>
                <a:lnTo>
                  <a:pt x="212406" y="10999"/>
                </a:lnTo>
                <a:lnTo>
                  <a:pt x="219022" y="9186"/>
                </a:lnTo>
                <a:lnTo>
                  <a:pt x="226414" y="7532"/>
                </a:lnTo>
                <a:lnTo>
                  <a:pt x="234564" y="6037"/>
                </a:lnTo>
                <a:lnTo>
                  <a:pt x="243430" y="4702"/>
                </a:lnTo>
                <a:lnTo>
                  <a:pt x="252995" y="3506"/>
                </a:lnTo>
                <a:lnTo>
                  <a:pt x="263197" y="2471"/>
                </a:lnTo>
                <a:lnTo>
                  <a:pt x="273976" y="1613"/>
                </a:lnTo>
                <a:lnTo>
                  <a:pt x="285294" y="916"/>
                </a:lnTo>
                <a:lnTo>
                  <a:pt x="297070" y="419"/>
                </a:lnTo>
                <a:lnTo>
                  <a:pt x="309245" y="99"/>
                </a:lnTo>
                <a:lnTo>
                  <a:pt x="321718" y="0"/>
                </a:lnTo>
                <a:lnTo>
                  <a:pt x="321878" y="19925"/>
                </a:lnTo>
                <a:lnTo>
                  <a:pt x="309504" y="20025"/>
                </a:lnTo>
                <a:lnTo>
                  <a:pt x="309683" y="20025"/>
                </a:lnTo>
                <a:lnTo>
                  <a:pt x="297648" y="20324"/>
                </a:lnTo>
                <a:lnTo>
                  <a:pt x="297827" y="20324"/>
                </a:lnTo>
                <a:lnTo>
                  <a:pt x="286231" y="20822"/>
                </a:lnTo>
                <a:lnTo>
                  <a:pt x="286410" y="20822"/>
                </a:lnTo>
                <a:lnTo>
                  <a:pt x="275291" y="21499"/>
                </a:lnTo>
                <a:lnTo>
                  <a:pt x="275471" y="21480"/>
                </a:lnTo>
                <a:lnTo>
                  <a:pt x="264890" y="22337"/>
                </a:lnTo>
                <a:lnTo>
                  <a:pt x="265110" y="22317"/>
                </a:lnTo>
                <a:lnTo>
                  <a:pt x="255127" y="23313"/>
                </a:lnTo>
                <a:lnTo>
                  <a:pt x="255346" y="23292"/>
                </a:lnTo>
                <a:lnTo>
                  <a:pt x="246041" y="24448"/>
                </a:lnTo>
                <a:lnTo>
                  <a:pt x="246300" y="24429"/>
                </a:lnTo>
                <a:lnTo>
                  <a:pt x="237692" y="25723"/>
                </a:lnTo>
                <a:lnTo>
                  <a:pt x="238011" y="25664"/>
                </a:lnTo>
                <a:lnTo>
                  <a:pt x="230180" y="27099"/>
                </a:lnTo>
                <a:lnTo>
                  <a:pt x="230559" y="27019"/>
                </a:lnTo>
                <a:lnTo>
                  <a:pt x="223584" y="28573"/>
                </a:lnTo>
                <a:lnTo>
                  <a:pt x="224063" y="28473"/>
                </a:lnTo>
                <a:lnTo>
                  <a:pt x="217986" y="30127"/>
                </a:lnTo>
                <a:lnTo>
                  <a:pt x="218624" y="29928"/>
                </a:lnTo>
                <a:lnTo>
                  <a:pt x="213522" y="31701"/>
                </a:lnTo>
                <a:lnTo>
                  <a:pt x="214399" y="31343"/>
                </a:lnTo>
                <a:lnTo>
                  <a:pt x="210314" y="33196"/>
                </a:lnTo>
                <a:lnTo>
                  <a:pt x="211610" y="32498"/>
                </a:lnTo>
                <a:lnTo>
                  <a:pt x="208621" y="34430"/>
                </a:lnTo>
                <a:lnTo>
                  <a:pt x="210554" y="32797"/>
                </a:lnTo>
                <a:lnTo>
                  <a:pt x="208720" y="34810"/>
                </a:lnTo>
                <a:lnTo>
                  <a:pt x="210434" y="32200"/>
                </a:lnTo>
                <a:lnTo>
                  <a:pt x="209976" y="33237"/>
                </a:lnTo>
                <a:lnTo>
                  <a:pt x="210753" y="30585"/>
                </a:lnTo>
                <a:lnTo>
                  <a:pt x="210593" y="31621"/>
                </a:lnTo>
                <a:lnTo>
                  <a:pt x="210713" y="30127"/>
                </a:lnTo>
                <a:lnTo>
                  <a:pt x="210713" y="707854"/>
                </a:lnTo>
                <a:lnTo>
                  <a:pt x="210235" y="711023"/>
                </a:lnTo>
                <a:lnTo>
                  <a:pt x="208541" y="714729"/>
                </a:lnTo>
                <a:lnTo>
                  <a:pt x="204775" y="718832"/>
                </a:lnTo>
                <a:lnTo>
                  <a:pt x="200112" y="721862"/>
                </a:lnTo>
                <a:lnTo>
                  <a:pt x="194932" y="724213"/>
                </a:lnTo>
                <a:lnTo>
                  <a:pt x="189094" y="726246"/>
                </a:lnTo>
                <a:lnTo>
                  <a:pt x="182478" y="728059"/>
                </a:lnTo>
                <a:lnTo>
                  <a:pt x="175086" y="729713"/>
                </a:lnTo>
                <a:lnTo>
                  <a:pt x="166936" y="731207"/>
                </a:lnTo>
                <a:lnTo>
                  <a:pt x="158070" y="732541"/>
                </a:lnTo>
                <a:lnTo>
                  <a:pt x="148505" y="733736"/>
                </a:lnTo>
                <a:lnTo>
                  <a:pt x="138304" y="734773"/>
                </a:lnTo>
                <a:lnTo>
                  <a:pt x="127524" y="735630"/>
                </a:lnTo>
                <a:lnTo>
                  <a:pt x="116206" y="736327"/>
                </a:lnTo>
                <a:lnTo>
                  <a:pt x="104430" y="736826"/>
                </a:lnTo>
                <a:lnTo>
                  <a:pt x="92256" y="737145"/>
                </a:lnTo>
                <a:lnTo>
                  <a:pt x="79782" y="737245"/>
                </a:lnTo>
                <a:lnTo>
                  <a:pt x="79782" y="717320"/>
                </a:lnTo>
                <a:lnTo>
                  <a:pt x="92256" y="717418"/>
                </a:lnTo>
                <a:lnTo>
                  <a:pt x="104430" y="717737"/>
                </a:lnTo>
                <a:lnTo>
                  <a:pt x="116206" y="718235"/>
                </a:lnTo>
                <a:lnTo>
                  <a:pt x="127524" y="718933"/>
                </a:lnTo>
                <a:lnTo>
                  <a:pt x="138304" y="719789"/>
                </a:lnTo>
                <a:lnTo>
                  <a:pt x="148505" y="720826"/>
                </a:lnTo>
                <a:lnTo>
                  <a:pt x="158070" y="722022"/>
                </a:lnTo>
                <a:lnTo>
                  <a:pt x="166936" y="723356"/>
                </a:lnTo>
                <a:lnTo>
                  <a:pt x="175086" y="724851"/>
                </a:lnTo>
                <a:lnTo>
                  <a:pt x="182478" y="726505"/>
                </a:lnTo>
                <a:lnTo>
                  <a:pt x="189094" y="728318"/>
                </a:lnTo>
                <a:lnTo>
                  <a:pt x="194932" y="730351"/>
                </a:lnTo>
                <a:lnTo>
                  <a:pt x="200112" y="732701"/>
                </a:lnTo>
                <a:lnTo>
                  <a:pt x="204775" y="735730"/>
                </a:lnTo>
                <a:lnTo>
                  <a:pt x="208541" y="739815"/>
                </a:lnTo>
                <a:lnTo>
                  <a:pt x="210235" y="743541"/>
                </a:lnTo>
                <a:lnTo>
                  <a:pt x="210713" y="746708"/>
                </a:lnTo>
                <a:lnTo>
                  <a:pt x="210713" y="1424435"/>
                </a:lnTo>
                <a:lnTo>
                  <a:pt x="210593" y="1422942"/>
                </a:lnTo>
                <a:lnTo>
                  <a:pt x="210753" y="1423977"/>
                </a:lnTo>
                <a:lnTo>
                  <a:pt x="209976" y="1421328"/>
                </a:lnTo>
                <a:lnTo>
                  <a:pt x="210434" y="1422344"/>
                </a:lnTo>
                <a:lnTo>
                  <a:pt x="208720" y="1419753"/>
                </a:lnTo>
                <a:lnTo>
                  <a:pt x="210554" y="1421765"/>
                </a:lnTo>
                <a:lnTo>
                  <a:pt x="208621" y="1420132"/>
                </a:lnTo>
                <a:lnTo>
                  <a:pt x="211610" y="1422065"/>
                </a:lnTo>
                <a:lnTo>
                  <a:pt x="210314" y="1421368"/>
                </a:lnTo>
                <a:lnTo>
                  <a:pt x="214399" y="1423221"/>
                </a:lnTo>
                <a:lnTo>
                  <a:pt x="213522" y="1422862"/>
                </a:lnTo>
                <a:lnTo>
                  <a:pt x="218624" y="1424635"/>
                </a:lnTo>
                <a:lnTo>
                  <a:pt x="217986" y="1424435"/>
                </a:lnTo>
                <a:lnTo>
                  <a:pt x="224063" y="1426089"/>
                </a:lnTo>
                <a:lnTo>
                  <a:pt x="223584" y="1425990"/>
                </a:lnTo>
                <a:lnTo>
                  <a:pt x="230559" y="1427544"/>
                </a:lnTo>
                <a:lnTo>
                  <a:pt x="230180" y="1427464"/>
                </a:lnTo>
                <a:lnTo>
                  <a:pt x="238011" y="1428899"/>
                </a:lnTo>
                <a:lnTo>
                  <a:pt x="237692" y="1428839"/>
                </a:lnTo>
                <a:lnTo>
                  <a:pt x="246300" y="1430134"/>
                </a:lnTo>
                <a:lnTo>
                  <a:pt x="246041" y="1430115"/>
                </a:lnTo>
                <a:lnTo>
                  <a:pt x="255346" y="1431271"/>
                </a:lnTo>
                <a:lnTo>
                  <a:pt x="255127" y="1431250"/>
                </a:lnTo>
                <a:lnTo>
                  <a:pt x="265110" y="1432246"/>
                </a:lnTo>
                <a:lnTo>
                  <a:pt x="264890" y="1432227"/>
                </a:lnTo>
                <a:lnTo>
                  <a:pt x="275471" y="1433083"/>
                </a:lnTo>
                <a:lnTo>
                  <a:pt x="275291" y="1433064"/>
                </a:lnTo>
                <a:lnTo>
                  <a:pt x="286410" y="1433741"/>
                </a:lnTo>
                <a:lnTo>
                  <a:pt x="286231" y="1433741"/>
                </a:lnTo>
                <a:lnTo>
                  <a:pt x="297827" y="1434239"/>
                </a:lnTo>
                <a:lnTo>
                  <a:pt x="297648" y="1434239"/>
                </a:lnTo>
                <a:lnTo>
                  <a:pt x="309683" y="1434538"/>
                </a:lnTo>
                <a:lnTo>
                  <a:pt x="309504" y="1434538"/>
                </a:lnTo>
                <a:lnTo>
                  <a:pt x="321878" y="1434638"/>
                </a:lnTo>
                <a:lnTo>
                  <a:pt x="321718" y="145456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" name="path-226">
            <a:extLst xmlns:a="http://schemas.openxmlformats.org/drawingml/2006/main">
              <a:ext uri="{FF2B5EF4-FFF2-40B4-BE49-F238E27FC236}">
                <a16:creationId xmlns:a16="http://schemas.microsoft.com/office/drawing/2014/main" id="{B310D617-5971-4703-AEF0-216574784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5107" y="4905110"/>
            <a:ext cx="14675897" cy="5267811"/>
          </a:xfrm>
          <a:custGeom xmlns:a="http://schemas.openxmlformats.org/drawingml/2006/main">
            <a:pathLst>
              <a:path w="13045241" h="4682499">
                <a:moveTo>
                  <a:pt x="378" y="277324"/>
                </a:moveTo>
                <a:lnTo>
                  <a:pt x="1494" y="262499"/>
                </a:lnTo>
                <a:lnTo>
                  <a:pt x="3367" y="247854"/>
                </a:lnTo>
                <a:lnTo>
                  <a:pt x="5938" y="233448"/>
                </a:lnTo>
                <a:lnTo>
                  <a:pt x="9206" y="219301"/>
                </a:lnTo>
                <a:lnTo>
                  <a:pt x="13151" y="205432"/>
                </a:lnTo>
                <a:lnTo>
                  <a:pt x="17734" y="191843"/>
                </a:lnTo>
                <a:lnTo>
                  <a:pt x="22974" y="178552"/>
                </a:lnTo>
                <a:lnTo>
                  <a:pt x="28832" y="165601"/>
                </a:lnTo>
                <a:lnTo>
                  <a:pt x="35288" y="152988"/>
                </a:lnTo>
                <a:lnTo>
                  <a:pt x="42342" y="140734"/>
                </a:lnTo>
                <a:lnTo>
                  <a:pt x="49933" y="128879"/>
                </a:lnTo>
                <a:lnTo>
                  <a:pt x="58083" y="117422"/>
                </a:lnTo>
                <a:lnTo>
                  <a:pt x="66770" y="106383"/>
                </a:lnTo>
                <a:lnTo>
                  <a:pt x="75956" y="95782"/>
                </a:lnTo>
                <a:lnTo>
                  <a:pt x="85620" y="85620"/>
                </a:lnTo>
                <a:lnTo>
                  <a:pt x="95782" y="75957"/>
                </a:lnTo>
                <a:lnTo>
                  <a:pt x="106383" y="66771"/>
                </a:lnTo>
                <a:lnTo>
                  <a:pt x="117421" y="58083"/>
                </a:lnTo>
                <a:lnTo>
                  <a:pt x="128878" y="49933"/>
                </a:lnTo>
                <a:lnTo>
                  <a:pt x="140734" y="42342"/>
                </a:lnTo>
                <a:lnTo>
                  <a:pt x="152988" y="35289"/>
                </a:lnTo>
                <a:lnTo>
                  <a:pt x="165601" y="28832"/>
                </a:lnTo>
                <a:lnTo>
                  <a:pt x="178553" y="22974"/>
                </a:lnTo>
                <a:lnTo>
                  <a:pt x="191843" y="17734"/>
                </a:lnTo>
                <a:lnTo>
                  <a:pt x="205432" y="13131"/>
                </a:lnTo>
                <a:lnTo>
                  <a:pt x="219300" y="9206"/>
                </a:lnTo>
                <a:lnTo>
                  <a:pt x="233448" y="5938"/>
                </a:lnTo>
                <a:lnTo>
                  <a:pt x="247853" y="3368"/>
                </a:lnTo>
                <a:lnTo>
                  <a:pt x="262499" y="1495"/>
                </a:lnTo>
                <a:lnTo>
                  <a:pt x="277323" y="379"/>
                </a:lnTo>
                <a:lnTo>
                  <a:pt x="292108" y="0"/>
                </a:lnTo>
                <a:lnTo>
                  <a:pt x="12753133" y="0"/>
                </a:lnTo>
                <a:lnTo>
                  <a:pt x="12767919" y="379"/>
                </a:lnTo>
                <a:lnTo>
                  <a:pt x="12782743" y="1495"/>
                </a:lnTo>
                <a:lnTo>
                  <a:pt x="12797387" y="3368"/>
                </a:lnTo>
                <a:lnTo>
                  <a:pt x="12811774" y="5938"/>
                </a:lnTo>
                <a:lnTo>
                  <a:pt x="12825942" y="9206"/>
                </a:lnTo>
                <a:lnTo>
                  <a:pt x="12839810" y="13131"/>
                </a:lnTo>
                <a:lnTo>
                  <a:pt x="12853399" y="17734"/>
                </a:lnTo>
                <a:lnTo>
                  <a:pt x="12866690" y="22974"/>
                </a:lnTo>
                <a:lnTo>
                  <a:pt x="12879642" y="28832"/>
                </a:lnTo>
                <a:lnTo>
                  <a:pt x="12892254" y="35289"/>
                </a:lnTo>
                <a:lnTo>
                  <a:pt x="12904508" y="42342"/>
                </a:lnTo>
                <a:lnTo>
                  <a:pt x="12916364" y="49933"/>
                </a:lnTo>
                <a:lnTo>
                  <a:pt x="12927821" y="58083"/>
                </a:lnTo>
                <a:lnTo>
                  <a:pt x="12938861" y="66771"/>
                </a:lnTo>
                <a:lnTo>
                  <a:pt x="12949459" y="75957"/>
                </a:lnTo>
                <a:lnTo>
                  <a:pt x="12959622" y="85620"/>
                </a:lnTo>
                <a:lnTo>
                  <a:pt x="12969286" y="95782"/>
                </a:lnTo>
                <a:lnTo>
                  <a:pt x="12978472" y="106383"/>
                </a:lnTo>
                <a:lnTo>
                  <a:pt x="12987159" y="117422"/>
                </a:lnTo>
                <a:lnTo>
                  <a:pt x="12995308" y="128879"/>
                </a:lnTo>
                <a:lnTo>
                  <a:pt x="13002901" y="140734"/>
                </a:lnTo>
                <a:lnTo>
                  <a:pt x="13009954" y="152988"/>
                </a:lnTo>
                <a:lnTo>
                  <a:pt x="13016411" y="165601"/>
                </a:lnTo>
                <a:lnTo>
                  <a:pt x="13022268" y="178552"/>
                </a:lnTo>
                <a:lnTo>
                  <a:pt x="13027508" y="191843"/>
                </a:lnTo>
                <a:lnTo>
                  <a:pt x="13032092" y="205432"/>
                </a:lnTo>
                <a:lnTo>
                  <a:pt x="13036035" y="219301"/>
                </a:lnTo>
                <a:lnTo>
                  <a:pt x="13039304" y="233448"/>
                </a:lnTo>
                <a:lnTo>
                  <a:pt x="13041874" y="247854"/>
                </a:lnTo>
                <a:lnTo>
                  <a:pt x="13043747" y="262499"/>
                </a:lnTo>
                <a:lnTo>
                  <a:pt x="13044863" y="277324"/>
                </a:lnTo>
                <a:lnTo>
                  <a:pt x="13045241" y="292109"/>
                </a:lnTo>
                <a:lnTo>
                  <a:pt x="13045241" y="4390391"/>
                </a:lnTo>
                <a:lnTo>
                  <a:pt x="13044863" y="4405175"/>
                </a:lnTo>
                <a:lnTo>
                  <a:pt x="13043747" y="4420000"/>
                </a:lnTo>
                <a:lnTo>
                  <a:pt x="13041874" y="4434646"/>
                </a:lnTo>
                <a:lnTo>
                  <a:pt x="13039304" y="4449032"/>
                </a:lnTo>
                <a:lnTo>
                  <a:pt x="13036035" y="4463199"/>
                </a:lnTo>
                <a:lnTo>
                  <a:pt x="13032092" y="4477067"/>
                </a:lnTo>
                <a:lnTo>
                  <a:pt x="13027508" y="4490656"/>
                </a:lnTo>
                <a:lnTo>
                  <a:pt x="13022268" y="4503946"/>
                </a:lnTo>
                <a:lnTo>
                  <a:pt x="13016411" y="4516898"/>
                </a:lnTo>
                <a:lnTo>
                  <a:pt x="13009954" y="4529511"/>
                </a:lnTo>
                <a:lnTo>
                  <a:pt x="13002901" y="4541765"/>
                </a:lnTo>
                <a:lnTo>
                  <a:pt x="12995308" y="4553621"/>
                </a:lnTo>
                <a:lnTo>
                  <a:pt x="12987159" y="4565078"/>
                </a:lnTo>
                <a:lnTo>
                  <a:pt x="12978472" y="4576117"/>
                </a:lnTo>
                <a:lnTo>
                  <a:pt x="12969286" y="4586716"/>
                </a:lnTo>
                <a:lnTo>
                  <a:pt x="12959622" y="4596879"/>
                </a:lnTo>
                <a:lnTo>
                  <a:pt x="12949459" y="4606543"/>
                </a:lnTo>
                <a:lnTo>
                  <a:pt x="12938861" y="4615729"/>
                </a:lnTo>
                <a:lnTo>
                  <a:pt x="12927821" y="4624416"/>
                </a:lnTo>
                <a:lnTo>
                  <a:pt x="12916364" y="4632566"/>
                </a:lnTo>
                <a:lnTo>
                  <a:pt x="12904508" y="4640157"/>
                </a:lnTo>
                <a:lnTo>
                  <a:pt x="12892254" y="4647210"/>
                </a:lnTo>
                <a:lnTo>
                  <a:pt x="12879642" y="4653667"/>
                </a:lnTo>
                <a:lnTo>
                  <a:pt x="12866690" y="4659525"/>
                </a:lnTo>
                <a:lnTo>
                  <a:pt x="12853399" y="4664765"/>
                </a:lnTo>
                <a:lnTo>
                  <a:pt x="12839810" y="4669348"/>
                </a:lnTo>
                <a:lnTo>
                  <a:pt x="12825942" y="4673293"/>
                </a:lnTo>
                <a:lnTo>
                  <a:pt x="12811774" y="4676560"/>
                </a:lnTo>
                <a:lnTo>
                  <a:pt x="12797387" y="4679131"/>
                </a:lnTo>
                <a:lnTo>
                  <a:pt x="12782743" y="4681005"/>
                </a:lnTo>
                <a:lnTo>
                  <a:pt x="12767919" y="4682120"/>
                </a:lnTo>
                <a:lnTo>
                  <a:pt x="12753133" y="4682499"/>
                </a:lnTo>
                <a:lnTo>
                  <a:pt x="292108" y="4682499"/>
                </a:lnTo>
                <a:lnTo>
                  <a:pt x="277323" y="4682120"/>
                </a:lnTo>
                <a:lnTo>
                  <a:pt x="262499" y="4681005"/>
                </a:lnTo>
                <a:lnTo>
                  <a:pt x="247853" y="4679131"/>
                </a:lnTo>
                <a:lnTo>
                  <a:pt x="233448" y="4676560"/>
                </a:lnTo>
                <a:lnTo>
                  <a:pt x="219300" y="4673293"/>
                </a:lnTo>
                <a:lnTo>
                  <a:pt x="205432" y="4669348"/>
                </a:lnTo>
                <a:lnTo>
                  <a:pt x="191843" y="4664765"/>
                </a:lnTo>
                <a:lnTo>
                  <a:pt x="178553" y="4659525"/>
                </a:lnTo>
                <a:lnTo>
                  <a:pt x="165601" y="4653667"/>
                </a:lnTo>
                <a:lnTo>
                  <a:pt x="152988" y="4647210"/>
                </a:lnTo>
                <a:lnTo>
                  <a:pt x="140734" y="4640157"/>
                </a:lnTo>
                <a:lnTo>
                  <a:pt x="128878" y="4632566"/>
                </a:lnTo>
                <a:lnTo>
                  <a:pt x="117421" y="4624416"/>
                </a:lnTo>
                <a:lnTo>
                  <a:pt x="106383" y="4615729"/>
                </a:lnTo>
                <a:lnTo>
                  <a:pt x="95782" y="4606543"/>
                </a:lnTo>
                <a:lnTo>
                  <a:pt x="85620" y="4596879"/>
                </a:lnTo>
                <a:lnTo>
                  <a:pt x="75956" y="4586716"/>
                </a:lnTo>
                <a:lnTo>
                  <a:pt x="66770" y="4576117"/>
                </a:lnTo>
                <a:lnTo>
                  <a:pt x="58083" y="4565078"/>
                </a:lnTo>
                <a:lnTo>
                  <a:pt x="49933" y="4553621"/>
                </a:lnTo>
                <a:lnTo>
                  <a:pt x="42342" y="4541765"/>
                </a:lnTo>
                <a:lnTo>
                  <a:pt x="35288" y="4529511"/>
                </a:lnTo>
                <a:lnTo>
                  <a:pt x="28832" y="4516898"/>
                </a:lnTo>
                <a:lnTo>
                  <a:pt x="22974" y="4503946"/>
                </a:lnTo>
                <a:lnTo>
                  <a:pt x="17734" y="4490656"/>
                </a:lnTo>
                <a:lnTo>
                  <a:pt x="13151" y="4477067"/>
                </a:lnTo>
                <a:lnTo>
                  <a:pt x="9206" y="4463199"/>
                </a:lnTo>
                <a:lnTo>
                  <a:pt x="5938" y="4449032"/>
                </a:lnTo>
                <a:lnTo>
                  <a:pt x="3367" y="4434646"/>
                </a:lnTo>
                <a:lnTo>
                  <a:pt x="1494" y="4420000"/>
                </a:lnTo>
                <a:lnTo>
                  <a:pt x="378" y="4405175"/>
                </a:lnTo>
                <a:lnTo>
                  <a:pt x="0" y="4390391"/>
                </a:lnTo>
                <a:lnTo>
                  <a:pt x="0" y="292109"/>
                </a:lnTo>
                <a:lnTo>
                  <a:pt x="378" y="277324"/>
                </a:lnTo>
                <a:moveTo>
                  <a:pt x="39851" y="292866"/>
                </a:moveTo>
                <a:lnTo>
                  <a:pt x="39851" y="292348"/>
                </a:lnTo>
                <a:lnTo>
                  <a:pt x="39851" y="4390151"/>
                </a:lnTo>
                <a:lnTo>
                  <a:pt x="39851" y="4389633"/>
                </a:lnTo>
                <a:lnTo>
                  <a:pt x="40190" y="4403661"/>
                </a:lnTo>
                <a:lnTo>
                  <a:pt x="40150" y="4402645"/>
                </a:lnTo>
                <a:lnTo>
                  <a:pt x="41206" y="4416493"/>
                </a:lnTo>
                <a:lnTo>
                  <a:pt x="41106" y="4415477"/>
                </a:lnTo>
                <a:lnTo>
                  <a:pt x="42840" y="4429126"/>
                </a:lnTo>
                <a:lnTo>
                  <a:pt x="42681" y="4428130"/>
                </a:lnTo>
                <a:lnTo>
                  <a:pt x="45072" y="4441539"/>
                </a:lnTo>
                <a:lnTo>
                  <a:pt x="44872" y="4440563"/>
                </a:lnTo>
                <a:lnTo>
                  <a:pt x="47921" y="4453754"/>
                </a:lnTo>
                <a:lnTo>
                  <a:pt x="47662" y="4452778"/>
                </a:lnTo>
                <a:lnTo>
                  <a:pt x="51348" y="4465709"/>
                </a:lnTo>
                <a:lnTo>
                  <a:pt x="51049" y="4464772"/>
                </a:lnTo>
                <a:lnTo>
                  <a:pt x="55333" y="4477426"/>
                </a:lnTo>
                <a:lnTo>
                  <a:pt x="54994" y="4476509"/>
                </a:lnTo>
                <a:lnTo>
                  <a:pt x="59876" y="4488883"/>
                </a:lnTo>
                <a:lnTo>
                  <a:pt x="59497" y="4487986"/>
                </a:lnTo>
                <a:lnTo>
                  <a:pt x="64937" y="4500041"/>
                </a:lnTo>
                <a:lnTo>
                  <a:pt x="64519" y="4499164"/>
                </a:lnTo>
                <a:lnTo>
                  <a:pt x="70536" y="4510921"/>
                </a:lnTo>
                <a:lnTo>
                  <a:pt x="70078" y="4510063"/>
                </a:lnTo>
                <a:lnTo>
                  <a:pt x="76633" y="4521481"/>
                </a:lnTo>
                <a:lnTo>
                  <a:pt x="76135" y="4520644"/>
                </a:lnTo>
                <a:lnTo>
                  <a:pt x="83229" y="4531702"/>
                </a:lnTo>
                <a:lnTo>
                  <a:pt x="82691" y="4530905"/>
                </a:lnTo>
                <a:lnTo>
                  <a:pt x="90283" y="4541585"/>
                </a:lnTo>
                <a:lnTo>
                  <a:pt x="89725" y="4540829"/>
                </a:lnTo>
                <a:lnTo>
                  <a:pt x="97795" y="4551130"/>
                </a:lnTo>
                <a:lnTo>
                  <a:pt x="97197" y="4550393"/>
                </a:lnTo>
                <a:lnTo>
                  <a:pt x="105765" y="4560276"/>
                </a:lnTo>
                <a:lnTo>
                  <a:pt x="105127" y="4559578"/>
                </a:lnTo>
                <a:lnTo>
                  <a:pt x="114133" y="4569023"/>
                </a:lnTo>
                <a:lnTo>
                  <a:pt x="113476" y="4568365"/>
                </a:lnTo>
                <a:lnTo>
                  <a:pt x="122921" y="4577372"/>
                </a:lnTo>
                <a:lnTo>
                  <a:pt x="122223" y="4576734"/>
                </a:lnTo>
                <a:lnTo>
                  <a:pt x="132106" y="4585303"/>
                </a:lnTo>
                <a:lnTo>
                  <a:pt x="131369" y="4584705"/>
                </a:lnTo>
                <a:lnTo>
                  <a:pt x="141670" y="4592774"/>
                </a:lnTo>
                <a:lnTo>
                  <a:pt x="140914" y="4592216"/>
                </a:lnTo>
                <a:lnTo>
                  <a:pt x="151593" y="4599808"/>
                </a:lnTo>
                <a:lnTo>
                  <a:pt x="150796" y="4599270"/>
                </a:lnTo>
                <a:lnTo>
                  <a:pt x="161835" y="4606363"/>
                </a:lnTo>
                <a:lnTo>
                  <a:pt x="161018" y="4605865"/>
                </a:lnTo>
                <a:lnTo>
                  <a:pt x="172436" y="4612421"/>
                </a:lnTo>
                <a:lnTo>
                  <a:pt x="171579" y="4611962"/>
                </a:lnTo>
                <a:lnTo>
                  <a:pt x="183335" y="4617980"/>
                </a:lnTo>
                <a:lnTo>
                  <a:pt x="182458" y="4617562"/>
                </a:lnTo>
                <a:lnTo>
                  <a:pt x="194513" y="4623001"/>
                </a:lnTo>
                <a:lnTo>
                  <a:pt x="193616" y="4622623"/>
                </a:lnTo>
                <a:lnTo>
                  <a:pt x="205990" y="4627505"/>
                </a:lnTo>
                <a:lnTo>
                  <a:pt x="205074" y="4627166"/>
                </a:lnTo>
                <a:lnTo>
                  <a:pt x="217726" y="4631450"/>
                </a:lnTo>
                <a:lnTo>
                  <a:pt x="216790" y="4631151"/>
                </a:lnTo>
                <a:lnTo>
                  <a:pt x="229722" y="4634837"/>
                </a:lnTo>
                <a:lnTo>
                  <a:pt x="228745" y="4634578"/>
                </a:lnTo>
                <a:lnTo>
                  <a:pt x="241936" y="4637627"/>
                </a:lnTo>
                <a:lnTo>
                  <a:pt x="240959" y="4637428"/>
                </a:lnTo>
                <a:lnTo>
                  <a:pt x="254369" y="4639819"/>
                </a:lnTo>
                <a:lnTo>
                  <a:pt x="253373" y="4639659"/>
                </a:lnTo>
                <a:lnTo>
                  <a:pt x="267022" y="4641393"/>
                </a:lnTo>
                <a:lnTo>
                  <a:pt x="266006" y="4641293"/>
                </a:lnTo>
                <a:lnTo>
                  <a:pt x="279854" y="4642349"/>
                </a:lnTo>
                <a:lnTo>
                  <a:pt x="278838" y="4642309"/>
                </a:lnTo>
                <a:lnTo>
                  <a:pt x="292865" y="4642648"/>
                </a:lnTo>
                <a:lnTo>
                  <a:pt x="292347" y="4642648"/>
                </a:lnTo>
                <a:lnTo>
                  <a:pt x="12752894" y="4642648"/>
                </a:lnTo>
                <a:lnTo>
                  <a:pt x="12752377" y="4642648"/>
                </a:lnTo>
                <a:lnTo>
                  <a:pt x="12766404" y="4642309"/>
                </a:lnTo>
                <a:lnTo>
                  <a:pt x="12765388" y="4642349"/>
                </a:lnTo>
                <a:lnTo>
                  <a:pt x="12779235" y="4641293"/>
                </a:lnTo>
                <a:lnTo>
                  <a:pt x="12778221" y="4641393"/>
                </a:lnTo>
                <a:lnTo>
                  <a:pt x="12791870" y="4639659"/>
                </a:lnTo>
                <a:lnTo>
                  <a:pt x="12790874" y="4639819"/>
                </a:lnTo>
                <a:lnTo>
                  <a:pt x="12804283" y="4637428"/>
                </a:lnTo>
                <a:lnTo>
                  <a:pt x="12803306" y="4637627"/>
                </a:lnTo>
                <a:lnTo>
                  <a:pt x="12816497" y="4634578"/>
                </a:lnTo>
                <a:lnTo>
                  <a:pt x="12815522" y="4634837"/>
                </a:lnTo>
                <a:lnTo>
                  <a:pt x="12828453" y="4631151"/>
                </a:lnTo>
                <a:lnTo>
                  <a:pt x="12827516" y="4631450"/>
                </a:lnTo>
                <a:lnTo>
                  <a:pt x="12840170" y="4627166"/>
                </a:lnTo>
                <a:lnTo>
                  <a:pt x="12839252" y="4627505"/>
                </a:lnTo>
                <a:lnTo>
                  <a:pt x="12851625" y="4622623"/>
                </a:lnTo>
                <a:lnTo>
                  <a:pt x="12850729" y="4623001"/>
                </a:lnTo>
                <a:lnTo>
                  <a:pt x="12862785" y="4617562"/>
                </a:lnTo>
                <a:lnTo>
                  <a:pt x="12861908" y="4617980"/>
                </a:lnTo>
                <a:lnTo>
                  <a:pt x="12873664" y="4611962"/>
                </a:lnTo>
                <a:lnTo>
                  <a:pt x="12872807" y="4612421"/>
                </a:lnTo>
                <a:lnTo>
                  <a:pt x="12884225" y="4605865"/>
                </a:lnTo>
                <a:lnTo>
                  <a:pt x="12883387" y="4606363"/>
                </a:lnTo>
                <a:lnTo>
                  <a:pt x="12894445" y="4599270"/>
                </a:lnTo>
                <a:lnTo>
                  <a:pt x="12893648" y="4599808"/>
                </a:lnTo>
                <a:lnTo>
                  <a:pt x="12904328" y="4592216"/>
                </a:lnTo>
                <a:lnTo>
                  <a:pt x="12903572" y="4592774"/>
                </a:lnTo>
                <a:lnTo>
                  <a:pt x="12913874" y="4584705"/>
                </a:lnTo>
                <a:lnTo>
                  <a:pt x="12913136" y="4585303"/>
                </a:lnTo>
                <a:lnTo>
                  <a:pt x="12923019" y="4576734"/>
                </a:lnTo>
                <a:lnTo>
                  <a:pt x="12922321" y="4577372"/>
                </a:lnTo>
                <a:lnTo>
                  <a:pt x="12931767" y="4568365"/>
                </a:lnTo>
                <a:lnTo>
                  <a:pt x="12931108" y="4569023"/>
                </a:lnTo>
                <a:lnTo>
                  <a:pt x="12940116" y="4559578"/>
                </a:lnTo>
                <a:lnTo>
                  <a:pt x="12939478" y="4560276"/>
                </a:lnTo>
                <a:lnTo>
                  <a:pt x="12948047" y="4550393"/>
                </a:lnTo>
                <a:lnTo>
                  <a:pt x="12947448" y="4551130"/>
                </a:lnTo>
                <a:lnTo>
                  <a:pt x="12955517" y="4540829"/>
                </a:lnTo>
                <a:lnTo>
                  <a:pt x="12954959" y="4541585"/>
                </a:lnTo>
                <a:lnTo>
                  <a:pt x="12962552" y="4530905"/>
                </a:lnTo>
                <a:lnTo>
                  <a:pt x="12962014" y="4531702"/>
                </a:lnTo>
                <a:lnTo>
                  <a:pt x="12969106" y="4520644"/>
                </a:lnTo>
                <a:lnTo>
                  <a:pt x="12968610" y="4521481"/>
                </a:lnTo>
                <a:lnTo>
                  <a:pt x="12975164" y="4510063"/>
                </a:lnTo>
                <a:lnTo>
                  <a:pt x="12974706" y="4510921"/>
                </a:lnTo>
                <a:lnTo>
                  <a:pt x="12980723" y="4499164"/>
                </a:lnTo>
                <a:lnTo>
                  <a:pt x="12980285" y="4500041"/>
                </a:lnTo>
                <a:lnTo>
                  <a:pt x="12985744" y="4487986"/>
                </a:lnTo>
                <a:lnTo>
                  <a:pt x="12985366" y="4488883"/>
                </a:lnTo>
                <a:lnTo>
                  <a:pt x="12990248" y="4476509"/>
                </a:lnTo>
                <a:lnTo>
                  <a:pt x="12989909" y="4477426"/>
                </a:lnTo>
                <a:lnTo>
                  <a:pt x="12994194" y="4464772"/>
                </a:lnTo>
                <a:lnTo>
                  <a:pt x="12993893" y="4465709"/>
                </a:lnTo>
                <a:lnTo>
                  <a:pt x="12997579" y="4452778"/>
                </a:lnTo>
                <a:lnTo>
                  <a:pt x="12997322" y="4453754"/>
                </a:lnTo>
                <a:lnTo>
                  <a:pt x="13000370" y="4440563"/>
                </a:lnTo>
                <a:lnTo>
                  <a:pt x="13000170" y="4441539"/>
                </a:lnTo>
                <a:lnTo>
                  <a:pt x="13002562" y="4428130"/>
                </a:lnTo>
                <a:lnTo>
                  <a:pt x="13002402" y="4429126"/>
                </a:lnTo>
                <a:lnTo>
                  <a:pt x="13004136" y="4415477"/>
                </a:lnTo>
                <a:lnTo>
                  <a:pt x="13004036" y="4416493"/>
                </a:lnTo>
                <a:lnTo>
                  <a:pt x="13005093" y="4402645"/>
                </a:lnTo>
                <a:lnTo>
                  <a:pt x="13005033" y="4403661"/>
                </a:lnTo>
                <a:lnTo>
                  <a:pt x="13005391" y="4389633"/>
                </a:lnTo>
                <a:lnTo>
                  <a:pt x="13005391" y="4390151"/>
                </a:lnTo>
                <a:lnTo>
                  <a:pt x="13005391" y="292348"/>
                </a:lnTo>
                <a:lnTo>
                  <a:pt x="13005391" y="292866"/>
                </a:lnTo>
                <a:lnTo>
                  <a:pt x="13005033" y="278838"/>
                </a:lnTo>
                <a:lnTo>
                  <a:pt x="13005093" y="279855"/>
                </a:lnTo>
                <a:lnTo>
                  <a:pt x="13004036" y="266006"/>
                </a:lnTo>
                <a:lnTo>
                  <a:pt x="13004136" y="267022"/>
                </a:lnTo>
                <a:lnTo>
                  <a:pt x="13002402" y="253373"/>
                </a:lnTo>
                <a:lnTo>
                  <a:pt x="13002562" y="254370"/>
                </a:lnTo>
                <a:lnTo>
                  <a:pt x="13000170" y="240960"/>
                </a:lnTo>
                <a:lnTo>
                  <a:pt x="13000370" y="241936"/>
                </a:lnTo>
                <a:lnTo>
                  <a:pt x="12997322" y="228746"/>
                </a:lnTo>
                <a:lnTo>
                  <a:pt x="12997579" y="229722"/>
                </a:lnTo>
                <a:lnTo>
                  <a:pt x="12993893" y="216790"/>
                </a:lnTo>
                <a:lnTo>
                  <a:pt x="12994194" y="217727"/>
                </a:lnTo>
                <a:lnTo>
                  <a:pt x="12989909" y="205074"/>
                </a:lnTo>
                <a:lnTo>
                  <a:pt x="12990248" y="205990"/>
                </a:lnTo>
                <a:lnTo>
                  <a:pt x="12985366" y="193616"/>
                </a:lnTo>
                <a:lnTo>
                  <a:pt x="12985744" y="194513"/>
                </a:lnTo>
                <a:lnTo>
                  <a:pt x="12980285" y="182458"/>
                </a:lnTo>
                <a:lnTo>
                  <a:pt x="12980723" y="183335"/>
                </a:lnTo>
                <a:lnTo>
                  <a:pt x="12974706" y="171579"/>
                </a:lnTo>
                <a:lnTo>
                  <a:pt x="12975164" y="172436"/>
                </a:lnTo>
                <a:lnTo>
                  <a:pt x="12968610" y="161018"/>
                </a:lnTo>
                <a:lnTo>
                  <a:pt x="12969106" y="161836"/>
                </a:lnTo>
                <a:lnTo>
                  <a:pt x="12962014" y="150797"/>
                </a:lnTo>
                <a:lnTo>
                  <a:pt x="12962552" y="151593"/>
                </a:lnTo>
                <a:lnTo>
                  <a:pt x="12954959" y="140914"/>
                </a:lnTo>
                <a:lnTo>
                  <a:pt x="12955517" y="141671"/>
                </a:lnTo>
                <a:lnTo>
                  <a:pt x="12947448" y="131369"/>
                </a:lnTo>
                <a:lnTo>
                  <a:pt x="12948047" y="132106"/>
                </a:lnTo>
                <a:lnTo>
                  <a:pt x="12939478" y="122223"/>
                </a:lnTo>
                <a:lnTo>
                  <a:pt x="12940116" y="122921"/>
                </a:lnTo>
                <a:lnTo>
                  <a:pt x="12931108" y="113476"/>
                </a:lnTo>
                <a:lnTo>
                  <a:pt x="12931767" y="114134"/>
                </a:lnTo>
                <a:lnTo>
                  <a:pt x="12922321" y="105127"/>
                </a:lnTo>
                <a:lnTo>
                  <a:pt x="12923019" y="105765"/>
                </a:lnTo>
                <a:lnTo>
                  <a:pt x="12913136" y="97197"/>
                </a:lnTo>
                <a:lnTo>
                  <a:pt x="12913874" y="97795"/>
                </a:lnTo>
                <a:lnTo>
                  <a:pt x="12903572" y="89705"/>
                </a:lnTo>
                <a:lnTo>
                  <a:pt x="12904328" y="90283"/>
                </a:lnTo>
                <a:lnTo>
                  <a:pt x="12893648" y="82691"/>
                </a:lnTo>
                <a:lnTo>
                  <a:pt x="12894445" y="83229"/>
                </a:lnTo>
                <a:lnTo>
                  <a:pt x="12883387" y="76136"/>
                </a:lnTo>
                <a:lnTo>
                  <a:pt x="12884225" y="76634"/>
                </a:lnTo>
                <a:lnTo>
                  <a:pt x="12872807" y="70078"/>
                </a:lnTo>
                <a:lnTo>
                  <a:pt x="12873664" y="70537"/>
                </a:lnTo>
                <a:lnTo>
                  <a:pt x="12861908" y="64519"/>
                </a:lnTo>
                <a:lnTo>
                  <a:pt x="12862785" y="64938"/>
                </a:lnTo>
                <a:lnTo>
                  <a:pt x="12850729" y="59498"/>
                </a:lnTo>
                <a:lnTo>
                  <a:pt x="12851625" y="59877"/>
                </a:lnTo>
                <a:lnTo>
                  <a:pt x="12839252" y="54995"/>
                </a:lnTo>
                <a:lnTo>
                  <a:pt x="12840170" y="55333"/>
                </a:lnTo>
                <a:lnTo>
                  <a:pt x="12827516" y="51050"/>
                </a:lnTo>
                <a:lnTo>
                  <a:pt x="12828453" y="51348"/>
                </a:lnTo>
                <a:lnTo>
                  <a:pt x="12815522" y="47662"/>
                </a:lnTo>
                <a:lnTo>
                  <a:pt x="12816497" y="47921"/>
                </a:lnTo>
                <a:lnTo>
                  <a:pt x="12803306" y="44872"/>
                </a:lnTo>
                <a:lnTo>
                  <a:pt x="12804283" y="45072"/>
                </a:lnTo>
                <a:lnTo>
                  <a:pt x="12790874" y="42681"/>
                </a:lnTo>
                <a:lnTo>
                  <a:pt x="12791870" y="42840"/>
                </a:lnTo>
                <a:lnTo>
                  <a:pt x="12778221" y="41107"/>
                </a:lnTo>
                <a:lnTo>
                  <a:pt x="12779235" y="41206"/>
                </a:lnTo>
                <a:lnTo>
                  <a:pt x="12765388" y="40150"/>
                </a:lnTo>
                <a:lnTo>
                  <a:pt x="12766404" y="40190"/>
                </a:lnTo>
                <a:lnTo>
                  <a:pt x="12752377" y="39851"/>
                </a:lnTo>
                <a:lnTo>
                  <a:pt x="12752894" y="39851"/>
                </a:lnTo>
                <a:lnTo>
                  <a:pt x="292347" y="39851"/>
                </a:lnTo>
                <a:lnTo>
                  <a:pt x="292865" y="39851"/>
                </a:lnTo>
                <a:lnTo>
                  <a:pt x="278838" y="40190"/>
                </a:lnTo>
                <a:lnTo>
                  <a:pt x="279854" y="40150"/>
                </a:lnTo>
                <a:lnTo>
                  <a:pt x="266006" y="41206"/>
                </a:lnTo>
                <a:lnTo>
                  <a:pt x="267022" y="41107"/>
                </a:lnTo>
                <a:lnTo>
                  <a:pt x="253373" y="42840"/>
                </a:lnTo>
                <a:lnTo>
                  <a:pt x="254369" y="42681"/>
                </a:lnTo>
                <a:lnTo>
                  <a:pt x="240959" y="45072"/>
                </a:lnTo>
                <a:lnTo>
                  <a:pt x="241936" y="44872"/>
                </a:lnTo>
                <a:lnTo>
                  <a:pt x="228745" y="47921"/>
                </a:lnTo>
                <a:lnTo>
                  <a:pt x="229722" y="47662"/>
                </a:lnTo>
                <a:lnTo>
                  <a:pt x="216790" y="51348"/>
                </a:lnTo>
                <a:lnTo>
                  <a:pt x="217726" y="51050"/>
                </a:lnTo>
                <a:lnTo>
                  <a:pt x="205074" y="55333"/>
                </a:lnTo>
                <a:lnTo>
                  <a:pt x="205990" y="54995"/>
                </a:lnTo>
                <a:lnTo>
                  <a:pt x="193616" y="59877"/>
                </a:lnTo>
                <a:lnTo>
                  <a:pt x="194513" y="59498"/>
                </a:lnTo>
                <a:lnTo>
                  <a:pt x="182458" y="64938"/>
                </a:lnTo>
                <a:lnTo>
                  <a:pt x="183335" y="64519"/>
                </a:lnTo>
                <a:lnTo>
                  <a:pt x="171579" y="70537"/>
                </a:lnTo>
                <a:lnTo>
                  <a:pt x="172436" y="70078"/>
                </a:lnTo>
                <a:lnTo>
                  <a:pt x="161018" y="76634"/>
                </a:lnTo>
                <a:lnTo>
                  <a:pt x="161835" y="76136"/>
                </a:lnTo>
                <a:lnTo>
                  <a:pt x="150796" y="83229"/>
                </a:lnTo>
                <a:lnTo>
                  <a:pt x="151593" y="82691"/>
                </a:lnTo>
                <a:lnTo>
                  <a:pt x="140914" y="90283"/>
                </a:lnTo>
                <a:lnTo>
                  <a:pt x="141670" y="89705"/>
                </a:lnTo>
                <a:lnTo>
                  <a:pt x="131369" y="97795"/>
                </a:lnTo>
                <a:lnTo>
                  <a:pt x="132106" y="97197"/>
                </a:lnTo>
                <a:lnTo>
                  <a:pt x="122223" y="105765"/>
                </a:lnTo>
                <a:lnTo>
                  <a:pt x="122921" y="105127"/>
                </a:lnTo>
                <a:lnTo>
                  <a:pt x="113476" y="114134"/>
                </a:lnTo>
                <a:lnTo>
                  <a:pt x="114133" y="113476"/>
                </a:lnTo>
                <a:lnTo>
                  <a:pt x="105127" y="122921"/>
                </a:lnTo>
                <a:lnTo>
                  <a:pt x="105765" y="122223"/>
                </a:lnTo>
                <a:lnTo>
                  <a:pt x="97197" y="132106"/>
                </a:lnTo>
                <a:lnTo>
                  <a:pt x="97795" y="131369"/>
                </a:lnTo>
                <a:lnTo>
                  <a:pt x="89725" y="141671"/>
                </a:lnTo>
                <a:lnTo>
                  <a:pt x="90283" y="140914"/>
                </a:lnTo>
                <a:lnTo>
                  <a:pt x="82691" y="151593"/>
                </a:lnTo>
                <a:lnTo>
                  <a:pt x="83229" y="150797"/>
                </a:lnTo>
                <a:lnTo>
                  <a:pt x="76135" y="161836"/>
                </a:lnTo>
                <a:lnTo>
                  <a:pt x="76633" y="161018"/>
                </a:lnTo>
                <a:lnTo>
                  <a:pt x="70078" y="172436"/>
                </a:lnTo>
                <a:lnTo>
                  <a:pt x="70536" y="171579"/>
                </a:lnTo>
                <a:lnTo>
                  <a:pt x="64519" y="183335"/>
                </a:lnTo>
                <a:lnTo>
                  <a:pt x="64937" y="182458"/>
                </a:lnTo>
                <a:lnTo>
                  <a:pt x="59497" y="194513"/>
                </a:lnTo>
                <a:lnTo>
                  <a:pt x="59876" y="193616"/>
                </a:lnTo>
                <a:lnTo>
                  <a:pt x="54994" y="205990"/>
                </a:lnTo>
                <a:lnTo>
                  <a:pt x="55333" y="205074"/>
                </a:lnTo>
                <a:lnTo>
                  <a:pt x="51049" y="217727"/>
                </a:lnTo>
                <a:lnTo>
                  <a:pt x="51348" y="216790"/>
                </a:lnTo>
                <a:lnTo>
                  <a:pt x="47662" y="229722"/>
                </a:lnTo>
                <a:lnTo>
                  <a:pt x="47921" y="228746"/>
                </a:lnTo>
                <a:lnTo>
                  <a:pt x="44872" y="241936"/>
                </a:lnTo>
                <a:lnTo>
                  <a:pt x="45072" y="240960"/>
                </a:lnTo>
                <a:lnTo>
                  <a:pt x="42681" y="254370"/>
                </a:lnTo>
                <a:lnTo>
                  <a:pt x="42840" y="253373"/>
                </a:lnTo>
                <a:lnTo>
                  <a:pt x="41106" y="267022"/>
                </a:lnTo>
                <a:lnTo>
                  <a:pt x="41206" y="266006"/>
                </a:lnTo>
                <a:lnTo>
                  <a:pt x="40150" y="279855"/>
                </a:lnTo>
                <a:lnTo>
                  <a:pt x="40190" y="278838"/>
                </a:lnTo>
                <a:lnTo>
                  <a:pt x="39851" y="292866"/>
                </a:lnTo>
              </a:path>
            </a:pathLst>
          </a:custGeom>
          <a:solidFill xmlns:a="http://schemas.openxmlformats.org/drawingml/2006/main">
            <a:srgbClr val="F5B7B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" name="path-227">
            <a:extLst xmlns:a="http://schemas.openxmlformats.org/drawingml/2006/main">
              <a:ext uri="{FF2B5EF4-FFF2-40B4-BE49-F238E27FC236}">
                <a16:creationId xmlns:a16="http://schemas.microsoft.com/office/drawing/2014/main" id="{3983E8E6-6E79-410A-962C-9C3E76FBE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65796" y="4854898"/>
            <a:ext cx="5167386" cy="314723"/>
          </a:xfrm>
          <a:custGeom xmlns:a="http://schemas.openxmlformats.org/drawingml/2006/main">
            <a:pathLst>
              <a:path w="4593232" h="279754">
                <a:moveTo>
                  <a:pt x="0" y="0"/>
                </a:moveTo>
                <a:lnTo>
                  <a:pt x="0" y="279754"/>
                </a:lnTo>
                <a:lnTo>
                  <a:pt x="4593232" y="279754"/>
                </a:lnTo>
                <a:lnTo>
                  <a:pt x="4593232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" name="path-228">
            <a:extLst xmlns:a="http://schemas.openxmlformats.org/drawingml/2006/main">
              <a:ext uri="{FF2B5EF4-FFF2-40B4-BE49-F238E27FC236}">
                <a16:creationId xmlns:a16="http://schemas.microsoft.com/office/drawing/2014/main" id="{83ECA0B5-8653-4BE4-A62E-B91DDF4CE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5484" y="4844587"/>
            <a:ext cx="5188234" cy="336243"/>
          </a:xfrm>
          <a:custGeom xmlns:a="http://schemas.openxmlformats.org/drawingml/2006/main">
            <a:pathLst>
              <a:path w="4611764" h="298883">
                <a:moveTo>
                  <a:pt x="4611764" y="0"/>
                </a:moveTo>
                <a:lnTo>
                  <a:pt x="4611764" y="298883"/>
                </a:lnTo>
                <a:lnTo>
                  <a:pt x="0" y="298883"/>
                </a:lnTo>
                <a:lnTo>
                  <a:pt x="0" y="0"/>
                </a:lnTo>
                <a:lnTo>
                  <a:pt x="4611764" y="0"/>
                </a:lnTo>
                <a:moveTo>
                  <a:pt x="9963" y="19925"/>
                </a:moveTo>
                <a:lnTo>
                  <a:pt x="19925" y="9963"/>
                </a:lnTo>
                <a:lnTo>
                  <a:pt x="19925" y="288920"/>
                </a:lnTo>
                <a:lnTo>
                  <a:pt x="9963" y="278957"/>
                </a:lnTo>
                <a:lnTo>
                  <a:pt x="4601801" y="278957"/>
                </a:lnTo>
                <a:lnTo>
                  <a:pt x="4591838" y="288920"/>
                </a:lnTo>
                <a:lnTo>
                  <a:pt x="4591838" y="9963"/>
                </a:lnTo>
                <a:lnTo>
                  <a:pt x="4601801" y="19925"/>
                </a:lnTo>
                <a:lnTo>
                  <a:pt x="9963" y="1992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" name="text-229 (b)">
            <a:extLst xmlns:a="http://schemas.openxmlformats.org/drawingml/2006/main">
              <a:ext uri="{FF2B5EF4-FFF2-40B4-BE49-F238E27FC236}">
                <a16:creationId xmlns:a16="http://schemas.microsoft.com/office/drawing/2014/main" id="{6A419570-769B-43DA-ACCC-C0EE32026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40666" y="4687922"/>
            <a:ext cx="539537" cy="5017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822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(b)</a:t>
            </a:r>
          </a:p>
        </p:txBody>
      </p:sp>
      <p:sp>
        <p:nvSpPr>
          <p:cNvPr id="387" name="text-229 Data">
            <a:extLst xmlns:a="http://schemas.openxmlformats.org/drawingml/2006/main">
              <a:ext uri="{FF2B5EF4-FFF2-40B4-BE49-F238E27FC236}">
                <a16:creationId xmlns:a16="http://schemas.microsoft.com/office/drawing/2014/main" id="{8DF31AF2-6A2D-4B68-BEB5-C0B89F1EA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71682" y="4687664"/>
            <a:ext cx="890886" cy="5021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82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Data</a:t>
            </a:r>
          </a:p>
        </p:txBody>
      </p:sp>
      <p:sp>
        <p:nvSpPr>
          <p:cNvPr id="388" name="text-229 Genetation">
            <a:extLst xmlns:a="http://schemas.openxmlformats.org/drawingml/2006/main">
              <a:ext uri="{FF2B5EF4-FFF2-40B4-BE49-F238E27FC236}">
                <a16:creationId xmlns:a16="http://schemas.microsoft.com/office/drawing/2014/main" id="{1B75571B-A3AB-4E47-AA32-634E14DB1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54633" y="4687340"/>
            <a:ext cx="1912809" cy="502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82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Genetation</a:t>
            </a:r>
          </a:p>
        </p:txBody>
      </p:sp>
      <p:sp>
        <p:nvSpPr>
          <p:cNvPr id="389" name="text-229 pipeline">
            <a:extLst xmlns:a="http://schemas.openxmlformats.org/drawingml/2006/main">
              <a:ext uri="{FF2B5EF4-FFF2-40B4-BE49-F238E27FC236}">
                <a16:creationId xmlns:a16="http://schemas.microsoft.com/office/drawing/2014/main" id="{CAB38E3B-9B2C-44B0-B31B-1FF7B5CD6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59763" y="4687351"/>
            <a:ext cx="1337126" cy="5025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82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pipeline</a:t>
            </a:r>
          </a:p>
        </p:txBody>
      </p:sp>
    </p:spTree>
    <p:extLst>
      <p:ext uri="{BB962C8B-B14F-4D97-AF65-F5344CB8AC3E}">
        <p14:creationId xmlns:p14="http://schemas.microsoft.com/office/powerpoint/2010/main" val="1015388674"/>
      </p:ext>
    </p:extLst>
  </p:cSld>
</p:sld>
</file>

<file path=ppt/slides/slide9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608" name="path-1">
            <a:extLst xmlns:a="http://schemas.openxmlformats.org/drawingml/2006/main">
              <a:ext uri="{FF2B5EF4-FFF2-40B4-BE49-F238E27FC236}">
                <a16:creationId xmlns:a16="http://schemas.microsoft.com/office/drawing/2014/main" id="{E9349D7D-E205-4D58-B0B4-1258D071A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0857" y="0"/>
            <a:ext cx="15486286" cy="10279759"/>
          </a:xfrm>
          <a:custGeom xmlns:a="http://schemas.openxmlformats.org/drawingml/2006/main">
            <a:pathLst>
              <a:path w="13220700" h="8775869">
                <a:moveTo>
                  <a:pt x="0" y="8775869"/>
                </a:moveTo>
                <a:lnTo>
                  <a:pt x="13220700" y="8775869"/>
                </a:lnTo>
                <a:lnTo>
                  <a:pt x="13220700" y="0"/>
                </a:lnTo>
                <a:lnTo>
                  <a:pt x="0" y="0"/>
                </a:lnTo>
                <a:lnTo>
                  <a:pt x="0" y="8775869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F3046E78-325E-4096-9A5D-8C86E5DC7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19476" y="6225981"/>
            <a:ext cx="3079945" cy="1229569"/>
          </a:xfrm>
          <a:custGeom xmlns:a="http://schemas.openxmlformats.org/drawingml/2006/main">
            <a:pathLst>
              <a:path w="2629360" h="1049688">
                <a:moveTo>
                  <a:pt x="2629360" y="138429"/>
                </a:moveTo>
                <a:cubicBezTo>
                  <a:pt x="2629360" y="61977"/>
                  <a:pt x="2567384" y="0"/>
                  <a:pt x="2491722" y="791"/>
                </a:cubicBezTo>
                <a:lnTo>
                  <a:pt x="2190343" y="791"/>
                </a:lnTo>
                <a:lnTo>
                  <a:pt x="1533002" y="791"/>
                </a:lnTo>
                <a:lnTo>
                  <a:pt x="137637" y="791"/>
                </a:lnTo>
                <a:cubicBezTo>
                  <a:pt x="62174" y="0"/>
                  <a:pt x="198" y="61977"/>
                  <a:pt x="0" y="138429"/>
                </a:cubicBezTo>
                <a:lnTo>
                  <a:pt x="0" y="484897"/>
                </a:lnTo>
                <a:lnTo>
                  <a:pt x="198" y="692145"/>
                </a:lnTo>
                <a:lnTo>
                  <a:pt x="0" y="691354"/>
                </a:lnTo>
                <a:cubicBezTo>
                  <a:pt x="198" y="768597"/>
                  <a:pt x="62174" y="830574"/>
                  <a:pt x="137637" y="831365"/>
                </a:cubicBezTo>
                <a:lnTo>
                  <a:pt x="1533002" y="831365"/>
                </a:lnTo>
                <a:lnTo>
                  <a:pt x="2382561" y="1049688"/>
                </a:lnTo>
                <a:lnTo>
                  <a:pt x="2190343" y="831365"/>
                </a:lnTo>
                <a:lnTo>
                  <a:pt x="2491722" y="831365"/>
                </a:lnTo>
                <a:cubicBezTo>
                  <a:pt x="2567384" y="830574"/>
                  <a:pt x="2629360" y="768597"/>
                  <a:pt x="2629360" y="692145"/>
                </a:cubicBezTo>
                <a:lnTo>
                  <a:pt x="2629360" y="691354"/>
                </a:lnTo>
                <a:lnTo>
                  <a:pt x="2629360" y="484897"/>
                </a:lnTo>
                <a:lnTo>
                  <a:pt x="2629360" y="138429"/>
                </a:lnTo>
              </a:path>
            </a:pathLst>
          </a:custGeom>
          <a:solidFill xmlns:a="http://schemas.openxmlformats.org/drawingml/2006/main">
            <a:srgbClr val="FFF2C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E75DB39D-784C-4307-A5C7-B867FF2F5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08126" y="6214399"/>
            <a:ext cx="3102878" cy="1263042"/>
          </a:xfrm>
          <a:custGeom xmlns:a="http://schemas.openxmlformats.org/drawingml/2006/main">
            <a:pathLst>
              <a:path w="2648938" h="1078264">
                <a:moveTo>
                  <a:pt x="2648741" y="140683"/>
                </a:moveTo>
                <a:lnTo>
                  <a:pt x="2648167" y="133168"/>
                </a:lnTo>
                <a:lnTo>
                  <a:pt x="2647237" y="125733"/>
                </a:lnTo>
                <a:lnTo>
                  <a:pt x="2645933" y="118435"/>
                </a:lnTo>
                <a:lnTo>
                  <a:pt x="2644271" y="111257"/>
                </a:lnTo>
                <a:lnTo>
                  <a:pt x="2642274" y="104217"/>
                </a:lnTo>
                <a:lnTo>
                  <a:pt x="2639940" y="97316"/>
                </a:lnTo>
                <a:lnTo>
                  <a:pt x="2637290" y="90572"/>
                </a:lnTo>
                <a:lnTo>
                  <a:pt x="2634304" y="84007"/>
                </a:lnTo>
                <a:lnTo>
                  <a:pt x="2631041" y="77619"/>
                </a:lnTo>
                <a:lnTo>
                  <a:pt x="2627462" y="71390"/>
                </a:lnTo>
                <a:lnTo>
                  <a:pt x="2623605" y="65378"/>
                </a:lnTo>
                <a:lnTo>
                  <a:pt x="2619472" y="59564"/>
                </a:lnTo>
                <a:lnTo>
                  <a:pt x="2615063" y="53967"/>
                </a:lnTo>
                <a:lnTo>
                  <a:pt x="2610415" y="48589"/>
                </a:lnTo>
                <a:lnTo>
                  <a:pt x="2605491" y="43447"/>
                </a:lnTo>
                <a:lnTo>
                  <a:pt x="2600350" y="38523"/>
                </a:lnTo>
                <a:lnTo>
                  <a:pt x="2594970" y="33875"/>
                </a:lnTo>
                <a:lnTo>
                  <a:pt x="2589375" y="29465"/>
                </a:lnTo>
                <a:lnTo>
                  <a:pt x="2583560" y="25332"/>
                </a:lnTo>
                <a:lnTo>
                  <a:pt x="2577548" y="21476"/>
                </a:lnTo>
                <a:lnTo>
                  <a:pt x="2571318" y="17897"/>
                </a:lnTo>
                <a:lnTo>
                  <a:pt x="2564931" y="14634"/>
                </a:lnTo>
                <a:lnTo>
                  <a:pt x="2558367" y="11648"/>
                </a:lnTo>
                <a:lnTo>
                  <a:pt x="2551623" y="8997"/>
                </a:lnTo>
                <a:lnTo>
                  <a:pt x="2544721" y="6664"/>
                </a:lnTo>
                <a:lnTo>
                  <a:pt x="2537681" y="4667"/>
                </a:lnTo>
                <a:lnTo>
                  <a:pt x="2530502" y="3005"/>
                </a:lnTo>
                <a:lnTo>
                  <a:pt x="2523205" y="1700"/>
                </a:lnTo>
                <a:lnTo>
                  <a:pt x="2515770" y="771"/>
                </a:lnTo>
                <a:lnTo>
                  <a:pt x="2508255" y="197"/>
                </a:lnTo>
                <a:lnTo>
                  <a:pt x="2500759" y="0"/>
                </a:lnTo>
                <a:lnTo>
                  <a:pt x="2200864" y="0"/>
                </a:lnTo>
                <a:lnTo>
                  <a:pt x="1543562" y="0"/>
                </a:lnTo>
                <a:lnTo>
                  <a:pt x="148178" y="0"/>
                </a:lnTo>
                <a:lnTo>
                  <a:pt x="140682" y="197"/>
                </a:lnTo>
                <a:lnTo>
                  <a:pt x="133168" y="771"/>
                </a:lnTo>
                <a:lnTo>
                  <a:pt x="125732" y="1700"/>
                </a:lnTo>
                <a:lnTo>
                  <a:pt x="118435" y="3005"/>
                </a:lnTo>
                <a:lnTo>
                  <a:pt x="111257" y="4667"/>
                </a:lnTo>
                <a:lnTo>
                  <a:pt x="104216" y="6664"/>
                </a:lnTo>
                <a:lnTo>
                  <a:pt x="97315" y="8997"/>
                </a:lnTo>
                <a:lnTo>
                  <a:pt x="90571" y="11648"/>
                </a:lnTo>
                <a:lnTo>
                  <a:pt x="84007" y="14634"/>
                </a:lnTo>
                <a:lnTo>
                  <a:pt x="77619" y="17897"/>
                </a:lnTo>
                <a:lnTo>
                  <a:pt x="71390" y="21476"/>
                </a:lnTo>
                <a:lnTo>
                  <a:pt x="65377" y="25332"/>
                </a:lnTo>
                <a:lnTo>
                  <a:pt x="59563" y="29465"/>
                </a:lnTo>
                <a:lnTo>
                  <a:pt x="53967" y="33875"/>
                </a:lnTo>
                <a:lnTo>
                  <a:pt x="48588" y="38523"/>
                </a:lnTo>
                <a:lnTo>
                  <a:pt x="43426" y="43447"/>
                </a:lnTo>
                <a:lnTo>
                  <a:pt x="38523" y="48589"/>
                </a:lnTo>
                <a:lnTo>
                  <a:pt x="33874" y="53967"/>
                </a:lnTo>
                <a:lnTo>
                  <a:pt x="29465" y="59564"/>
                </a:lnTo>
                <a:lnTo>
                  <a:pt x="25332" y="65378"/>
                </a:lnTo>
                <a:lnTo>
                  <a:pt x="21477" y="71390"/>
                </a:lnTo>
                <a:lnTo>
                  <a:pt x="17896" y="77619"/>
                </a:lnTo>
                <a:lnTo>
                  <a:pt x="14634" y="84007"/>
                </a:lnTo>
                <a:lnTo>
                  <a:pt x="11648" y="90572"/>
                </a:lnTo>
                <a:lnTo>
                  <a:pt x="8997" y="97316"/>
                </a:lnTo>
                <a:lnTo>
                  <a:pt x="6664" y="104217"/>
                </a:lnTo>
                <a:lnTo>
                  <a:pt x="4666" y="111257"/>
                </a:lnTo>
                <a:lnTo>
                  <a:pt x="3005" y="118435"/>
                </a:lnTo>
                <a:lnTo>
                  <a:pt x="1700" y="125733"/>
                </a:lnTo>
                <a:lnTo>
                  <a:pt x="772" y="133168"/>
                </a:lnTo>
                <a:lnTo>
                  <a:pt x="196" y="140683"/>
                </a:lnTo>
                <a:lnTo>
                  <a:pt x="0" y="148178"/>
                </a:lnTo>
                <a:lnTo>
                  <a:pt x="0" y="494389"/>
                </a:lnTo>
                <a:lnTo>
                  <a:pt x="0" y="702033"/>
                </a:lnTo>
                <a:lnTo>
                  <a:pt x="0" y="702171"/>
                </a:lnTo>
                <a:lnTo>
                  <a:pt x="196" y="709666"/>
                </a:lnTo>
                <a:lnTo>
                  <a:pt x="772" y="717181"/>
                </a:lnTo>
                <a:lnTo>
                  <a:pt x="1700" y="724617"/>
                </a:lnTo>
                <a:lnTo>
                  <a:pt x="3005" y="731914"/>
                </a:lnTo>
                <a:lnTo>
                  <a:pt x="4666" y="739092"/>
                </a:lnTo>
                <a:lnTo>
                  <a:pt x="6664" y="746132"/>
                </a:lnTo>
                <a:lnTo>
                  <a:pt x="8997" y="753033"/>
                </a:lnTo>
                <a:lnTo>
                  <a:pt x="11648" y="759778"/>
                </a:lnTo>
                <a:lnTo>
                  <a:pt x="14634" y="766342"/>
                </a:lnTo>
                <a:lnTo>
                  <a:pt x="17896" y="772730"/>
                </a:lnTo>
                <a:lnTo>
                  <a:pt x="21477" y="778959"/>
                </a:lnTo>
                <a:lnTo>
                  <a:pt x="25332" y="784972"/>
                </a:lnTo>
                <a:lnTo>
                  <a:pt x="29465" y="790785"/>
                </a:lnTo>
                <a:lnTo>
                  <a:pt x="33874" y="796383"/>
                </a:lnTo>
                <a:lnTo>
                  <a:pt x="38523" y="801761"/>
                </a:lnTo>
                <a:lnTo>
                  <a:pt x="43426" y="806902"/>
                </a:lnTo>
                <a:lnTo>
                  <a:pt x="48588" y="811827"/>
                </a:lnTo>
                <a:lnTo>
                  <a:pt x="53967" y="816474"/>
                </a:lnTo>
                <a:lnTo>
                  <a:pt x="59563" y="820884"/>
                </a:lnTo>
                <a:lnTo>
                  <a:pt x="65377" y="825017"/>
                </a:lnTo>
                <a:lnTo>
                  <a:pt x="71390" y="828874"/>
                </a:lnTo>
                <a:lnTo>
                  <a:pt x="77619" y="832452"/>
                </a:lnTo>
                <a:lnTo>
                  <a:pt x="84007" y="835715"/>
                </a:lnTo>
                <a:lnTo>
                  <a:pt x="90571" y="838702"/>
                </a:lnTo>
                <a:lnTo>
                  <a:pt x="97315" y="841351"/>
                </a:lnTo>
                <a:lnTo>
                  <a:pt x="104216" y="843685"/>
                </a:lnTo>
                <a:lnTo>
                  <a:pt x="111257" y="845682"/>
                </a:lnTo>
                <a:lnTo>
                  <a:pt x="118435" y="847344"/>
                </a:lnTo>
                <a:lnTo>
                  <a:pt x="125732" y="848650"/>
                </a:lnTo>
                <a:lnTo>
                  <a:pt x="133168" y="849579"/>
                </a:lnTo>
                <a:lnTo>
                  <a:pt x="140682" y="850152"/>
                </a:lnTo>
                <a:lnTo>
                  <a:pt x="148178" y="850350"/>
                </a:lnTo>
                <a:lnTo>
                  <a:pt x="1543562" y="850350"/>
                </a:lnTo>
                <a:lnTo>
                  <a:pt x="1541090" y="850033"/>
                </a:lnTo>
                <a:lnTo>
                  <a:pt x="2421815" y="1078264"/>
                </a:lnTo>
                <a:lnTo>
                  <a:pt x="2208298" y="833956"/>
                </a:lnTo>
                <a:lnTo>
                  <a:pt x="2200864" y="850350"/>
                </a:lnTo>
                <a:lnTo>
                  <a:pt x="2500759" y="850350"/>
                </a:lnTo>
                <a:lnTo>
                  <a:pt x="2508255" y="850152"/>
                </a:lnTo>
                <a:lnTo>
                  <a:pt x="2515770" y="849579"/>
                </a:lnTo>
                <a:lnTo>
                  <a:pt x="2523205" y="848650"/>
                </a:lnTo>
                <a:lnTo>
                  <a:pt x="2530502" y="847344"/>
                </a:lnTo>
                <a:lnTo>
                  <a:pt x="2537681" y="845682"/>
                </a:lnTo>
                <a:lnTo>
                  <a:pt x="2544721" y="843685"/>
                </a:lnTo>
                <a:lnTo>
                  <a:pt x="2551623" y="841351"/>
                </a:lnTo>
                <a:lnTo>
                  <a:pt x="2558367" y="838702"/>
                </a:lnTo>
                <a:lnTo>
                  <a:pt x="2564931" y="835715"/>
                </a:lnTo>
                <a:lnTo>
                  <a:pt x="2571318" y="832452"/>
                </a:lnTo>
                <a:lnTo>
                  <a:pt x="2577548" y="828874"/>
                </a:lnTo>
                <a:lnTo>
                  <a:pt x="2583560" y="825017"/>
                </a:lnTo>
                <a:lnTo>
                  <a:pt x="2589375" y="820884"/>
                </a:lnTo>
                <a:lnTo>
                  <a:pt x="2594970" y="816474"/>
                </a:lnTo>
                <a:lnTo>
                  <a:pt x="2600350" y="811827"/>
                </a:lnTo>
                <a:lnTo>
                  <a:pt x="2605491" y="806902"/>
                </a:lnTo>
                <a:lnTo>
                  <a:pt x="2610415" y="801761"/>
                </a:lnTo>
                <a:lnTo>
                  <a:pt x="2615063" y="796383"/>
                </a:lnTo>
                <a:lnTo>
                  <a:pt x="2619472" y="790785"/>
                </a:lnTo>
                <a:lnTo>
                  <a:pt x="2623605" y="784972"/>
                </a:lnTo>
                <a:lnTo>
                  <a:pt x="2627462" y="778959"/>
                </a:lnTo>
                <a:lnTo>
                  <a:pt x="2631041" y="772730"/>
                </a:lnTo>
                <a:lnTo>
                  <a:pt x="2634304" y="766342"/>
                </a:lnTo>
                <a:lnTo>
                  <a:pt x="2637290" y="759778"/>
                </a:lnTo>
                <a:lnTo>
                  <a:pt x="2639940" y="753033"/>
                </a:lnTo>
                <a:lnTo>
                  <a:pt x="2642274" y="746132"/>
                </a:lnTo>
                <a:lnTo>
                  <a:pt x="2644271" y="739092"/>
                </a:lnTo>
                <a:lnTo>
                  <a:pt x="2645933" y="731914"/>
                </a:lnTo>
                <a:lnTo>
                  <a:pt x="2647237" y="724617"/>
                </a:lnTo>
                <a:lnTo>
                  <a:pt x="2648167" y="717181"/>
                </a:lnTo>
                <a:lnTo>
                  <a:pt x="2648741" y="709666"/>
                </a:lnTo>
                <a:lnTo>
                  <a:pt x="2648938" y="702171"/>
                </a:lnTo>
                <a:lnTo>
                  <a:pt x="2648938" y="702033"/>
                </a:lnTo>
                <a:lnTo>
                  <a:pt x="2648938" y="494389"/>
                </a:lnTo>
                <a:lnTo>
                  <a:pt x="2648938" y="148178"/>
                </a:lnTo>
                <a:lnTo>
                  <a:pt x="2648741" y="140683"/>
                </a:lnTo>
                <a:moveTo>
                  <a:pt x="2629162" y="148554"/>
                </a:moveTo>
                <a:lnTo>
                  <a:pt x="2629162" y="148317"/>
                </a:lnTo>
                <a:lnTo>
                  <a:pt x="2629162" y="494389"/>
                </a:lnTo>
                <a:lnTo>
                  <a:pt x="2629162" y="702033"/>
                </a:lnTo>
                <a:lnTo>
                  <a:pt x="2629162" y="701795"/>
                </a:lnTo>
                <a:lnTo>
                  <a:pt x="2628984" y="708915"/>
                </a:lnTo>
                <a:lnTo>
                  <a:pt x="2629004" y="708420"/>
                </a:lnTo>
                <a:lnTo>
                  <a:pt x="2628470" y="715440"/>
                </a:lnTo>
                <a:lnTo>
                  <a:pt x="2628529" y="714946"/>
                </a:lnTo>
                <a:lnTo>
                  <a:pt x="2627640" y="721868"/>
                </a:lnTo>
                <a:lnTo>
                  <a:pt x="2627718" y="721374"/>
                </a:lnTo>
                <a:lnTo>
                  <a:pt x="2626513" y="728196"/>
                </a:lnTo>
                <a:lnTo>
                  <a:pt x="2626611" y="727721"/>
                </a:lnTo>
                <a:lnTo>
                  <a:pt x="2625050" y="734406"/>
                </a:lnTo>
                <a:lnTo>
                  <a:pt x="2625188" y="733930"/>
                </a:lnTo>
                <a:lnTo>
                  <a:pt x="2623309" y="740496"/>
                </a:lnTo>
                <a:lnTo>
                  <a:pt x="2623468" y="740041"/>
                </a:lnTo>
                <a:lnTo>
                  <a:pt x="2621292" y="746468"/>
                </a:lnTo>
                <a:lnTo>
                  <a:pt x="2621451" y="746015"/>
                </a:lnTo>
                <a:lnTo>
                  <a:pt x="2618979" y="752283"/>
                </a:lnTo>
                <a:lnTo>
                  <a:pt x="2619156" y="751848"/>
                </a:lnTo>
                <a:lnTo>
                  <a:pt x="2616387" y="757977"/>
                </a:lnTo>
                <a:lnTo>
                  <a:pt x="2616606" y="757543"/>
                </a:lnTo>
                <a:lnTo>
                  <a:pt x="2613540" y="763515"/>
                </a:lnTo>
                <a:lnTo>
                  <a:pt x="2613778" y="763099"/>
                </a:lnTo>
                <a:lnTo>
                  <a:pt x="2610435" y="768893"/>
                </a:lnTo>
                <a:lnTo>
                  <a:pt x="2610693" y="768478"/>
                </a:lnTo>
                <a:lnTo>
                  <a:pt x="2607093" y="774095"/>
                </a:lnTo>
                <a:lnTo>
                  <a:pt x="2607350" y="773700"/>
                </a:lnTo>
                <a:lnTo>
                  <a:pt x="2603493" y="779138"/>
                </a:lnTo>
                <a:lnTo>
                  <a:pt x="2603770" y="778742"/>
                </a:lnTo>
                <a:lnTo>
                  <a:pt x="2599657" y="783983"/>
                </a:lnTo>
                <a:lnTo>
                  <a:pt x="2599974" y="783607"/>
                </a:lnTo>
                <a:lnTo>
                  <a:pt x="2595623" y="788630"/>
                </a:lnTo>
                <a:lnTo>
                  <a:pt x="2595939" y="788294"/>
                </a:lnTo>
                <a:lnTo>
                  <a:pt x="2591351" y="793099"/>
                </a:lnTo>
                <a:lnTo>
                  <a:pt x="2591688" y="792763"/>
                </a:lnTo>
                <a:lnTo>
                  <a:pt x="2586882" y="797351"/>
                </a:lnTo>
                <a:lnTo>
                  <a:pt x="2587218" y="797035"/>
                </a:lnTo>
                <a:lnTo>
                  <a:pt x="2582195" y="801385"/>
                </a:lnTo>
                <a:lnTo>
                  <a:pt x="2582572" y="801069"/>
                </a:lnTo>
                <a:lnTo>
                  <a:pt x="2577330" y="805181"/>
                </a:lnTo>
                <a:lnTo>
                  <a:pt x="2577727" y="804905"/>
                </a:lnTo>
                <a:lnTo>
                  <a:pt x="2572288" y="808761"/>
                </a:lnTo>
                <a:lnTo>
                  <a:pt x="2572684" y="808505"/>
                </a:lnTo>
                <a:lnTo>
                  <a:pt x="2567067" y="812104"/>
                </a:lnTo>
                <a:lnTo>
                  <a:pt x="2567483" y="811846"/>
                </a:lnTo>
                <a:lnTo>
                  <a:pt x="2561688" y="815188"/>
                </a:lnTo>
                <a:lnTo>
                  <a:pt x="2562103" y="814951"/>
                </a:lnTo>
                <a:lnTo>
                  <a:pt x="2556131" y="818017"/>
                </a:lnTo>
                <a:lnTo>
                  <a:pt x="2556567" y="817798"/>
                </a:lnTo>
                <a:lnTo>
                  <a:pt x="2550437" y="820567"/>
                </a:lnTo>
                <a:lnTo>
                  <a:pt x="2550871" y="820390"/>
                </a:lnTo>
                <a:lnTo>
                  <a:pt x="2544601" y="822862"/>
                </a:lnTo>
                <a:lnTo>
                  <a:pt x="2545056" y="822703"/>
                </a:lnTo>
                <a:lnTo>
                  <a:pt x="2538610" y="824878"/>
                </a:lnTo>
                <a:lnTo>
                  <a:pt x="2539084" y="824720"/>
                </a:lnTo>
                <a:lnTo>
                  <a:pt x="2532519" y="826599"/>
                </a:lnTo>
                <a:lnTo>
                  <a:pt x="2532994" y="826461"/>
                </a:lnTo>
                <a:lnTo>
                  <a:pt x="2526290" y="828023"/>
                </a:lnTo>
                <a:lnTo>
                  <a:pt x="2526783" y="827924"/>
                </a:lnTo>
                <a:lnTo>
                  <a:pt x="2519962" y="829131"/>
                </a:lnTo>
                <a:lnTo>
                  <a:pt x="2520457" y="829051"/>
                </a:lnTo>
                <a:lnTo>
                  <a:pt x="2513534" y="829941"/>
                </a:lnTo>
                <a:lnTo>
                  <a:pt x="2514030" y="829882"/>
                </a:lnTo>
                <a:lnTo>
                  <a:pt x="2507008" y="830416"/>
                </a:lnTo>
                <a:lnTo>
                  <a:pt x="2507503" y="830396"/>
                </a:lnTo>
                <a:lnTo>
                  <a:pt x="2500384" y="830574"/>
                </a:lnTo>
                <a:lnTo>
                  <a:pt x="2500620" y="830574"/>
                </a:lnTo>
                <a:lnTo>
                  <a:pt x="2179090" y="830574"/>
                </a:lnTo>
                <a:lnTo>
                  <a:pt x="2385863" y="1067169"/>
                </a:lnTo>
                <a:lnTo>
                  <a:pt x="2395791" y="1051091"/>
                </a:lnTo>
                <a:lnTo>
                  <a:pt x="1544828" y="830574"/>
                </a:lnTo>
                <a:lnTo>
                  <a:pt x="148317" y="830574"/>
                </a:lnTo>
                <a:lnTo>
                  <a:pt x="148554" y="830574"/>
                </a:lnTo>
                <a:lnTo>
                  <a:pt x="141434" y="830396"/>
                </a:lnTo>
                <a:lnTo>
                  <a:pt x="141930" y="830416"/>
                </a:lnTo>
                <a:lnTo>
                  <a:pt x="134908" y="829882"/>
                </a:lnTo>
                <a:lnTo>
                  <a:pt x="135403" y="829941"/>
                </a:lnTo>
                <a:lnTo>
                  <a:pt x="128480" y="829051"/>
                </a:lnTo>
                <a:lnTo>
                  <a:pt x="128976" y="829131"/>
                </a:lnTo>
                <a:lnTo>
                  <a:pt x="122154" y="827924"/>
                </a:lnTo>
                <a:lnTo>
                  <a:pt x="122628" y="828023"/>
                </a:lnTo>
                <a:lnTo>
                  <a:pt x="115944" y="826461"/>
                </a:lnTo>
                <a:lnTo>
                  <a:pt x="116418" y="826599"/>
                </a:lnTo>
                <a:lnTo>
                  <a:pt x="109853" y="824720"/>
                </a:lnTo>
                <a:lnTo>
                  <a:pt x="110309" y="824878"/>
                </a:lnTo>
                <a:lnTo>
                  <a:pt x="103881" y="822703"/>
                </a:lnTo>
                <a:lnTo>
                  <a:pt x="104336" y="822862"/>
                </a:lnTo>
                <a:lnTo>
                  <a:pt x="98067" y="820390"/>
                </a:lnTo>
                <a:lnTo>
                  <a:pt x="98501" y="820567"/>
                </a:lnTo>
                <a:lnTo>
                  <a:pt x="92371" y="817798"/>
                </a:lnTo>
                <a:lnTo>
                  <a:pt x="92806" y="818017"/>
                </a:lnTo>
                <a:lnTo>
                  <a:pt x="86834" y="814951"/>
                </a:lnTo>
                <a:lnTo>
                  <a:pt x="87249" y="815188"/>
                </a:lnTo>
                <a:lnTo>
                  <a:pt x="81455" y="811846"/>
                </a:lnTo>
                <a:lnTo>
                  <a:pt x="81870" y="812104"/>
                </a:lnTo>
                <a:lnTo>
                  <a:pt x="76253" y="808505"/>
                </a:lnTo>
                <a:lnTo>
                  <a:pt x="76650" y="808761"/>
                </a:lnTo>
                <a:lnTo>
                  <a:pt x="71211" y="804905"/>
                </a:lnTo>
                <a:lnTo>
                  <a:pt x="71607" y="805181"/>
                </a:lnTo>
                <a:lnTo>
                  <a:pt x="66366" y="801069"/>
                </a:lnTo>
                <a:lnTo>
                  <a:pt x="66742" y="801385"/>
                </a:lnTo>
                <a:lnTo>
                  <a:pt x="61719" y="797035"/>
                </a:lnTo>
                <a:lnTo>
                  <a:pt x="62056" y="797351"/>
                </a:lnTo>
                <a:lnTo>
                  <a:pt x="57250" y="792763"/>
                </a:lnTo>
                <a:lnTo>
                  <a:pt x="57586" y="793099"/>
                </a:lnTo>
                <a:lnTo>
                  <a:pt x="52999" y="788294"/>
                </a:lnTo>
                <a:lnTo>
                  <a:pt x="53314" y="788630"/>
                </a:lnTo>
                <a:lnTo>
                  <a:pt x="48963" y="783607"/>
                </a:lnTo>
                <a:lnTo>
                  <a:pt x="49281" y="783983"/>
                </a:lnTo>
                <a:lnTo>
                  <a:pt x="45168" y="778742"/>
                </a:lnTo>
                <a:lnTo>
                  <a:pt x="45444" y="779138"/>
                </a:lnTo>
                <a:lnTo>
                  <a:pt x="41587" y="773700"/>
                </a:lnTo>
                <a:lnTo>
                  <a:pt x="41844" y="774095"/>
                </a:lnTo>
                <a:lnTo>
                  <a:pt x="38245" y="768478"/>
                </a:lnTo>
                <a:lnTo>
                  <a:pt x="38503" y="768893"/>
                </a:lnTo>
                <a:lnTo>
                  <a:pt x="35160" y="763099"/>
                </a:lnTo>
                <a:lnTo>
                  <a:pt x="35398" y="763515"/>
                </a:lnTo>
                <a:lnTo>
                  <a:pt x="32332" y="757543"/>
                </a:lnTo>
                <a:lnTo>
                  <a:pt x="32550" y="757977"/>
                </a:lnTo>
                <a:lnTo>
                  <a:pt x="29782" y="751848"/>
                </a:lnTo>
                <a:lnTo>
                  <a:pt x="29960" y="752283"/>
                </a:lnTo>
                <a:lnTo>
                  <a:pt x="27487" y="746015"/>
                </a:lnTo>
                <a:lnTo>
                  <a:pt x="27645" y="746468"/>
                </a:lnTo>
                <a:lnTo>
                  <a:pt x="25470" y="740041"/>
                </a:lnTo>
                <a:lnTo>
                  <a:pt x="25629" y="740496"/>
                </a:lnTo>
                <a:lnTo>
                  <a:pt x="23750" y="733930"/>
                </a:lnTo>
                <a:lnTo>
                  <a:pt x="23888" y="734406"/>
                </a:lnTo>
                <a:lnTo>
                  <a:pt x="22326" y="727721"/>
                </a:lnTo>
                <a:lnTo>
                  <a:pt x="22425" y="728196"/>
                </a:lnTo>
                <a:lnTo>
                  <a:pt x="21219" y="721374"/>
                </a:lnTo>
                <a:lnTo>
                  <a:pt x="21298" y="721868"/>
                </a:lnTo>
                <a:lnTo>
                  <a:pt x="20408" y="714946"/>
                </a:lnTo>
                <a:lnTo>
                  <a:pt x="20467" y="715440"/>
                </a:lnTo>
                <a:lnTo>
                  <a:pt x="19933" y="708420"/>
                </a:lnTo>
                <a:lnTo>
                  <a:pt x="19953" y="708915"/>
                </a:lnTo>
                <a:lnTo>
                  <a:pt x="19775" y="701795"/>
                </a:lnTo>
                <a:lnTo>
                  <a:pt x="19775" y="702033"/>
                </a:lnTo>
                <a:lnTo>
                  <a:pt x="19775" y="494389"/>
                </a:lnTo>
                <a:lnTo>
                  <a:pt x="19775" y="148317"/>
                </a:lnTo>
                <a:lnTo>
                  <a:pt x="19775" y="148554"/>
                </a:lnTo>
                <a:lnTo>
                  <a:pt x="19953" y="141435"/>
                </a:lnTo>
                <a:lnTo>
                  <a:pt x="19933" y="141929"/>
                </a:lnTo>
                <a:lnTo>
                  <a:pt x="20467" y="134909"/>
                </a:lnTo>
                <a:lnTo>
                  <a:pt x="20408" y="135403"/>
                </a:lnTo>
                <a:lnTo>
                  <a:pt x="21298" y="128481"/>
                </a:lnTo>
                <a:lnTo>
                  <a:pt x="21219" y="128976"/>
                </a:lnTo>
                <a:lnTo>
                  <a:pt x="22425" y="122154"/>
                </a:lnTo>
                <a:lnTo>
                  <a:pt x="22326" y="122628"/>
                </a:lnTo>
                <a:lnTo>
                  <a:pt x="23888" y="115944"/>
                </a:lnTo>
                <a:lnTo>
                  <a:pt x="23750" y="116419"/>
                </a:lnTo>
                <a:lnTo>
                  <a:pt x="25629" y="109853"/>
                </a:lnTo>
                <a:lnTo>
                  <a:pt x="25470" y="110308"/>
                </a:lnTo>
                <a:lnTo>
                  <a:pt x="27645" y="103881"/>
                </a:lnTo>
                <a:lnTo>
                  <a:pt x="27487" y="104336"/>
                </a:lnTo>
                <a:lnTo>
                  <a:pt x="29960" y="98067"/>
                </a:lnTo>
                <a:lnTo>
                  <a:pt x="29782" y="98502"/>
                </a:lnTo>
                <a:lnTo>
                  <a:pt x="32550" y="92371"/>
                </a:lnTo>
                <a:lnTo>
                  <a:pt x="32332" y="92807"/>
                </a:lnTo>
                <a:lnTo>
                  <a:pt x="35398" y="86834"/>
                </a:lnTo>
                <a:lnTo>
                  <a:pt x="35160" y="87250"/>
                </a:lnTo>
                <a:lnTo>
                  <a:pt x="38503" y="81455"/>
                </a:lnTo>
                <a:lnTo>
                  <a:pt x="38245" y="81871"/>
                </a:lnTo>
                <a:lnTo>
                  <a:pt x="41844" y="76254"/>
                </a:lnTo>
                <a:lnTo>
                  <a:pt x="41587" y="76650"/>
                </a:lnTo>
                <a:lnTo>
                  <a:pt x="45444" y="71212"/>
                </a:lnTo>
                <a:lnTo>
                  <a:pt x="45168" y="71607"/>
                </a:lnTo>
                <a:lnTo>
                  <a:pt x="49281" y="66367"/>
                </a:lnTo>
                <a:lnTo>
                  <a:pt x="48963" y="66742"/>
                </a:lnTo>
                <a:lnTo>
                  <a:pt x="53314" y="61720"/>
                </a:lnTo>
                <a:lnTo>
                  <a:pt x="52999" y="62056"/>
                </a:lnTo>
                <a:lnTo>
                  <a:pt x="57586" y="57250"/>
                </a:lnTo>
                <a:lnTo>
                  <a:pt x="57250" y="57586"/>
                </a:lnTo>
                <a:lnTo>
                  <a:pt x="62056" y="52999"/>
                </a:lnTo>
                <a:lnTo>
                  <a:pt x="61719" y="53314"/>
                </a:lnTo>
                <a:lnTo>
                  <a:pt x="66742" y="48964"/>
                </a:lnTo>
                <a:lnTo>
                  <a:pt x="66366" y="49280"/>
                </a:lnTo>
                <a:lnTo>
                  <a:pt x="71607" y="45167"/>
                </a:lnTo>
                <a:lnTo>
                  <a:pt x="71211" y="45444"/>
                </a:lnTo>
                <a:lnTo>
                  <a:pt x="76650" y="41588"/>
                </a:lnTo>
                <a:lnTo>
                  <a:pt x="76253" y="41845"/>
                </a:lnTo>
                <a:lnTo>
                  <a:pt x="81870" y="38246"/>
                </a:lnTo>
                <a:lnTo>
                  <a:pt x="81455" y="38503"/>
                </a:lnTo>
                <a:lnTo>
                  <a:pt x="87249" y="35161"/>
                </a:lnTo>
                <a:lnTo>
                  <a:pt x="86834" y="35398"/>
                </a:lnTo>
                <a:lnTo>
                  <a:pt x="92806" y="32332"/>
                </a:lnTo>
                <a:lnTo>
                  <a:pt x="92371" y="32551"/>
                </a:lnTo>
                <a:lnTo>
                  <a:pt x="98501" y="29782"/>
                </a:lnTo>
                <a:lnTo>
                  <a:pt x="98067" y="29960"/>
                </a:lnTo>
                <a:lnTo>
                  <a:pt x="104336" y="27487"/>
                </a:lnTo>
                <a:lnTo>
                  <a:pt x="103881" y="27646"/>
                </a:lnTo>
                <a:lnTo>
                  <a:pt x="110309" y="25471"/>
                </a:lnTo>
                <a:lnTo>
                  <a:pt x="109853" y="25629"/>
                </a:lnTo>
                <a:lnTo>
                  <a:pt x="116418" y="23750"/>
                </a:lnTo>
                <a:lnTo>
                  <a:pt x="115944" y="23888"/>
                </a:lnTo>
                <a:lnTo>
                  <a:pt x="122628" y="22326"/>
                </a:lnTo>
                <a:lnTo>
                  <a:pt x="122154" y="22425"/>
                </a:lnTo>
                <a:lnTo>
                  <a:pt x="128976" y="21219"/>
                </a:lnTo>
                <a:lnTo>
                  <a:pt x="128480" y="21298"/>
                </a:lnTo>
                <a:lnTo>
                  <a:pt x="135403" y="20408"/>
                </a:lnTo>
                <a:lnTo>
                  <a:pt x="134908" y="20467"/>
                </a:lnTo>
                <a:lnTo>
                  <a:pt x="141930" y="19933"/>
                </a:lnTo>
                <a:lnTo>
                  <a:pt x="141434" y="19953"/>
                </a:lnTo>
                <a:lnTo>
                  <a:pt x="148554" y="19776"/>
                </a:lnTo>
                <a:lnTo>
                  <a:pt x="148317" y="19776"/>
                </a:lnTo>
                <a:lnTo>
                  <a:pt x="1543562" y="19776"/>
                </a:lnTo>
                <a:lnTo>
                  <a:pt x="2200864" y="19776"/>
                </a:lnTo>
                <a:lnTo>
                  <a:pt x="2500620" y="19776"/>
                </a:lnTo>
                <a:lnTo>
                  <a:pt x="2500384" y="19776"/>
                </a:lnTo>
                <a:lnTo>
                  <a:pt x="2507503" y="19953"/>
                </a:lnTo>
                <a:lnTo>
                  <a:pt x="2507008" y="19933"/>
                </a:lnTo>
                <a:lnTo>
                  <a:pt x="2514030" y="20467"/>
                </a:lnTo>
                <a:lnTo>
                  <a:pt x="2513534" y="20408"/>
                </a:lnTo>
                <a:lnTo>
                  <a:pt x="2520457" y="21298"/>
                </a:lnTo>
                <a:lnTo>
                  <a:pt x="2519962" y="21219"/>
                </a:lnTo>
                <a:lnTo>
                  <a:pt x="2526783" y="22425"/>
                </a:lnTo>
                <a:lnTo>
                  <a:pt x="2526290" y="22326"/>
                </a:lnTo>
                <a:lnTo>
                  <a:pt x="2532994" y="23888"/>
                </a:lnTo>
                <a:lnTo>
                  <a:pt x="2532519" y="23750"/>
                </a:lnTo>
                <a:lnTo>
                  <a:pt x="2539084" y="25629"/>
                </a:lnTo>
                <a:lnTo>
                  <a:pt x="2538610" y="25471"/>
                </a:lnTo>
                <a:lnTo>
                  <a:pt x="2545056" y="27646"/>
                </a:lnTo>
                <a:lnTo>
                  <a:pt x="2544601" y="27487"/>
                </a:lnTo>
                <a:lnTo>
                  <a:pt x="2550871" y="29960"/>
                </a:lnTo>
                <a:lnTo>
                  <a:pt x="2550437" y="29782"/>
                </a:lnTo>
                <a:lnTo>
                  <a:pt x="2556567" y="32551"/>
                </a:lnTo>
                <a:lnTo>
                  <a:pt x="2556131" y="32332"/>
                </a:lnTo>
                <a:lnTo>
                  <a:pt x="2562103" y="35398"/>
                </a:lnTo>
                <a:lnTo>
                  <a:pt x="2561688" y="35161"/>
                </a:lnTo>
                <a:lnTo>
                  <a:pt x="2567483" y="38503"/>
                </a:lnTo>
                <a:lnTo>
                  <a:pt x="2567067" y="38246"/>
                </a:lnTo>
                <a:lnTo>
                  <a:pt x="2572684" y="41845"/>
                </a:lnTo>
                <a:lnTo>
                  <a:pt x="2572288" y="41588"/>
                </a:lnTo>
                <a:lnTo>
                  <a:pt x="2577727" y="45444"/>
                </a:lnTo>
                <a:lnTo>
                  <a:pt x="2577330" y="45167"/>
                </a:lnTo>
                <a:lnTo>
                  <a:pt x="2582572" y="49280"/>
                </a:lnTo>
                <a:lnTo>
                  <a:pt x="2582195" y="48964"/>
                </a:lnTo>
                <a:lnTo>
                  <a:pt x="2587218" y="53314"/>
                </a:lnTo>
                <a:lnTo>
                  <a:pt x="2586882" y="52999"/>
                </a:lnTo>
                <a:lnTo>
                  <a:pt x="2591688" y="57586"/>
                </a:lnTo>
                <a:lnTo>
                  <a:pt x="2591351" y="57250"/>
                </a:lnTo>
                <a:lnTo>
                  <a:pt x="2595939" y="62056"/>
                </a:lnTo>
                <a:lnTo>
                  <a:pt x="2595623" y="61720"/>
                </a:lnTo>
                <a:lnTo>
                  <a:pt x="2599974" y="66742"/>
                </a:lnTo>
                <a:lnTo>
                  <a:pt x="2599657" y="66367"/>
                </a:lnTo>
                <a:lnTo>
                  <a:pt x="2603770" y="71607"/>
                </a:lnTo>
                <a:lnTo>
                  <a:pt x="2603493" y="71212"/>
                </a:lnTo>
                <a:lnTo>
                  <a:pt x="2607350" y="76650"/>
                </a:lnTo>
                <a:lnTo>
                  <a:pt x="2607093" y="76254"/>
                </a:lnTo>
                <a:lnTo>
                  <a:pt x="2610693" y="81871"/>
                </a:lnTo>
                <a:lnTo>
                  <a:pt x="2610435" y="81455"/>
                </a:lnTo>
                <a:lnTo>
                  <a:pt x="2613778" y="87250"/>
                </a:lnTo>
                <a:lnTo>
                  <a:pt x="2613540" y="86834"/>
                </a:lnTo>
                <a:lnTo>
                  <a:pt x="2616606" y="92807"/>
                </a:lnTo>
                <a:lnTo>
                  <a:pt x="2616387" y="92371"/>
                </a:lnTo>
                <a:lnTo>
                  <a:pt x="2619156" y="98502"/>
                </a:lnTo>
                <a:lnTo>
                  <a:pt x="2618979" y="98067"/>
                </a:lnTo>
                <a:lnTo>
                  <a:pt x="2621451" y="104336"/>
                </a:lnTo>
                <a:lnTo>
                  <a:pt x="2621292" y="103881"/>
                </a:lnTo>
                <a:lnTo>
                  <a:pt x="2623468" y="110308"/>
                </a:lnTo>
                <a:lnTo>
                  <a:pt x="2623309" y="109853"/>
                </a:lnTo>
                <a:lnTo>
                  <a:pt x="2625188" y="116419"/>
                </a:lnTo>
                <a:lnTo>
                  <a:pt x="2625050" y="115944"/>
                </a:lnTo>
                <a:lnTo>
                  <a:pt x="2626611" y="122628"/>
                </a:lnTo>
                <a:lnTo>
                  <a:pt x="2626513" y="122154"/>
                </a:lnTo>
                <a:lnTo>
                  <a:pt x="2627718" y="128976"/>
                </a:lnTo>
                <a:lnTo>
                  <a:pt x="2627640" y="128481"/>
                </a:lnTo>
                <a:lnTo>
                  <a:pt x="2628529" y="135403"/>
                </a:lnTo>
                <a:lnTo>
                  <a:pt x="2628470" y="134909"/>
                </a:lnTo>
                <a:lnTo>
                  <a:pt x="2629004" y="141929"/>
                </a:lnTo>
                <a:lnTo>
                  <a:pt x="2628984" y="141435"/>
                </a:lnTo>
                <a:lnTo>
                  <a:pt x="2629162" y="148554"/>
                </a:lnTo>
              </a:path>
            </a:pathLst>
          </a:custGeom>
          <a:solidFill xmlns:a="http://schemas.openxmlformats.org/drawingml/2006/main">
            <a:srgbClr val="FED961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4FEAEEFD-BD62-4728-9499-C3122851FC2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67bee144bc845d6"/>
          <a:stretch xmlns:a="http://schemas.openxmlformats.org/drawingml/2006/main"/>
        </p:blipFill>
        <p:spPr>
          <a:xfrm xmlns:a="http://schemas.openxmlformats.org/drawingml/2006/main">
            <a:off x="1996480" y="4029963"/>
            <a:ext cx="1573175" cy="1082255"/>
          </a:xfrm>
          <a:prstGeom xmlns:a="http://schemas.openxmlformats.org/drawingml/2006/main" prst="rect">
            <a:avLst/>
          </a:prstGeom>
        </p:spPr>
      </p:pic>
      <p:sp>
        <p:nvSpPr>
          <p:cNvPr id="5" name="text-5 Image">
            <a:extLst xmlns:a="http://schemas.openxmlformats.org/drawingml/2006/main">
              <a:ext uri="{FF2B5EF4-FFF2-40B4-BE49-F238E27FC236}">
                <a16:creationId xmlns:a16="http://schemas.microsoft.com/office/drawing/2014/main" id="{28216AE6-65A1-4DCB-9CE7-232CC5625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65169" y="5110738"/>
            <a:ext cx="714548" cy="3235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Image</a:t>
            </a:r>
          </a:p>
        </p:txBody>
      </p:sp>
      <p:sp>
        <p:nvSpPr>
          <p:cNvPr id="6" name="text-5 1">
            <a:extLst xmlns:a="http://schemas.openxmlformats.org/drawingml/2006/main">
              <a:ext uri="{FF2B5EF4-FFF2-40B4-BE49-F238E27FC236}">
                <a16:creationId xmlns:a16="http://schemas.microsoft.com/office/drawing/2014/main" id="{65E8C3D9-2D29-4836-B389-592E10C85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08748" y="5111249"/>
            <a:ext cx="145266" cy="3227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</a:t>
            </a:r>
          </a:p>
        </p:txBody>
      </p:sp>
      <p:pic>
        <p:nvPic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5C37436E-F49D-41B7-8F70-9C4B9697BE9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5df2a0e9cd142ee"/>
          <a:stretch xmlns:a="http://schemas.openxmlformats.org/drawingml/2006/main"/>
        </p:blipFill>
        <p:spPr>
          <a:xfrm xmlns:a="http://schemas.openxmlformats.org/drawingml/2006/main">
            <a:off x="3993631" y="4029963"/>
            <a:ext cx="1539703" cy="1082255"/>
          </a:xfrm>
          <a:prstGeom xmlns:a="http://schemas.openxmlformats.org/drawingml/2006/main" prst="rect">
            <a:avLst/>
          </a:prstGeom>
        </p:spPr>
      </p:pic>
      <p:sp>
        <p:nvSpPr>
          <p:cNvPr id="8" name="text-7 Image">
            <a:extLst xmlns:a="http://schemas.openxmlformats.org/drawingml/2006/main">
              <a:ext uri="{FF2B5EF4-FFF2-40B4-BE49-F238E27FC236}">
                <a16:creationId xmlns:a16="http://schemas.microsoft.com/office/drawing/2014/main" id="{C8A23BC9-5F66-4BC6-B81E-4EDB64F3F8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22426" y="5110738"/>
            <a:ext cx="714547" cy="3235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Image</a:t>
            </a:r>
          </a:p>
        </p:txBody>
      </p:sp>
      <p:sp>
        <p:nvSpPr>
          <p:cNvPr id="9" name="text-7 2">
            <a:extLst xmlns:a="http://schemas.openxmlformats.org/drawingml/2006/main">
              <a:ext uri="{FF2B5EF4-FFF2-40B4-BE49-F238E27FC236}">
                <a16:creationId xmlns:a16="http://schemas.microsoft.com/office/drawing/2014/main" id="{36802699-D1AC-4459-B753-846510285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66005" y="5111186"/>
            <a:ext cx="182191" cy="3228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</a:t>
            </a:r>
          </a:p>
        </p:txBody>
      </p:sp>
      <p:pic>
        <p:nvPic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608DF7BF-BD8C-448F-83C4-38B66B2DD66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212f54897e141d8"/>
          <a:stretch xmlns:a="http://schemas.openxmlformats.org/drawingml/2006/main"/>
        </p:blipFill>
        <p:spPr>
          <a:xfrm xmlns:a="http://schemas.openxmlformats.org/drawingml/2006/main">
            <a:off x="5957310" y="4029963"/>
            <a:ext cx="1495074" cy="1115727"/>
          </a:xfrm>
          <a:prstGeom xmlns:a="http://schemas.openxmlformats.org/drawingml/2006/main" prst="rect">
            <a:avLst/>
          </a:prstGeom>
        </p:spPr>
      </p:pic>
      <p:sp>
        <p:nvSpPr>
          <p:cNvPr id="11" name="text-9 Image">
            <a:extLst xmlns:a="http://schemas.openxmlformats.org/drawingml/2006/main">
              <a:ext uri="{FF2B5EF4-FFF2-40B4-BE49-F238E27FC236}">
                <a16:creationId xmlns:a16="http://schemas.microsoft.com/office/drawing/2014/main" id="{26FB73A3-A4A0-4F50-91D0-9A5E9445F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60735" y="5137516"/>
            <a:ext cx="714547" cy="3235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Image</a:t>
            </a:r>
          </a:p>
        </p:txBody>
      </p:sp>
      <p:sp>
        <p:nvSpPr>
          <p:cNvPr id="12" name="text-9 3">
            <a:extLst xmlns:a="http://schemas.openxmlformats.org/drawingml/2006/main">
              <a:ext uri="{FF2B5EF4-FFF2-40B4-BE49-F238E27FC236}">
                <a16:creationId xmlns:a16="http://schemas.microsoft.com/office/drawing/2014/main" id="{3005A41B-83D6-4270-AED2-7E0F83457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04313" y="5137963"/>
            <a:ext cx="182191" cy="3228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3</a:t>
            </a:r>
          </a:p>
        </p:txBody>
      </p:sp>
      <p:pic>
        <p:nvPicPr>
          <p:cNvPr id="13" name="">
            <a:extLst xmlns:a="http://schemas.openxmlformats.org/drawingml/2006/main">
              <a:ext uri="{FF2B5EF4-FFF2-40B4-BE49-F238E27FC236}">
                <a16:creationId xmlns:a16="http://schemas.microsoft.com/office/drawing/2014/main" id="{BA274C00-A211-452E-9A52-FBB75F6AEFB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7fc4bdb443e40b5"/>
          <a:stretch xmlns:a="http://schemas.openxmlformats.org/drawingml/2006/main"/>
        </p:blipFill>
        <p:spPr>
          <a:xfrm xmlns:a="http://schemas.openxmlformats.org/drawingml/2006/main">
            <a:off x="7887517" y="4029963"/>
            <a:ext cx="1528546" cy="1104569"/>
          </a:xfrm>
          <a:prstGeom xmlns:a="http://schemas.openxmlformats.org/drawingml/2006/main" prst="rect">
            <a:avLst/>
          </a:prstGeom>
        </p:spPr>
      </p:pic>
      <p:sp>
        <p:nvSpPr>
          <p:cNvPr id="14" name="text-11 Image">
            <a:extLst xmlns:a="http://schemas.openxmlformats.org/drawingml/2006/main">
              <a:ext uri="{FF2B5EF4-FFF2-40B4-BE49-F238E27FC236}">
                <a16:creationId xmlns:a16="http://schemas.microsoft.com/office/drawing/2014/main" id="{914F968E-3DF8-427B-A0EB-D64564CFA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06618" y="5124358"/>
            <a:ext cx="714548" cy="3235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Image</a:t>
            </a:r>
          </a:p>
        </p:txBody>
      </p:sp>
      <p:sp>
        <p:nvSpPr>
          <p:cNvPr id="15" name="text-11 4">
            <a:extLst xmlns:a="http://schemas.openxmlformats.org/drawingml/2006/main">
              <a:ext uri="{FF2B5EF4-FFF2-40B4-BE49-F238E27FC236}">
                <a16:creationId xmlns:a16="http://schemas.microsoft.com/office/drawing/2014/main" id="{CC7252CC-E595-46D0-8D5E-C1C4E4728D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50198" y="5124807"/>
            <a:ext cx="182191" cy="3228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4</a:t>
            </a:r>
          </a:p>
        </p:txBody>
      </p:sp>
      <p:pic>
        <p:nvPicPr>
          <p:cNvPr id="16" name="">
            <a:extLst xmlns:a="http://schemas.openxmlformats.org/drawingml/2006/main">
              <a:ext uri="{FF2B5EF4-FFF2-40B4-BE49-F238E27FC236}">
                <a16:creationId xmlns:a16="http://schemas.microsoft.com/office/drawing/2014/main" id="{83B2F52B-20AE-43A4-A904-4FA61720A17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229ea9fa35f490d"/>
          <a:stretch xmlns:a="http://schemas.openxmlformats.org/drawingml/2006/main"/>
        </p:blipFill>
        <p:spPr>
          <a:xfrm xmlns:a="http://schemas.openxmlformats.org/drawingml/2006/main">
            <a:off x="9840039" y="4029963"/>
            <a:ext cx="1483916" cy="1093412"/>
          </a:xfrm>
          <a:prstGeom xmlns:a="http://schemas.openxmlformats.org/drawingml/2006/main" prst="rect">
            <a:avLst/>
          </a:prstGeom>
        </p:spPr>
      </p:pic>
      <p:sp>
        <p:nvSpPr>
          <p:cNvPr id="17" name="text-13 Image">
            <a:extLst xmlns:a="http://schemas.openxmlformats.org/drawingml/2006/main">
              <a:ext uri="{FF2B5EF4-FFF2-40B4-BE49-F238E27FC236}">
                <a16:creationId xmlns:a16="http://schemas.microsoft.com/office/drawing/2014/main" id="{48284BE7-8AB6-4A2A-AF5E-76DE12C8A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44255" y="5116969"/>
            <a:ext cx="714546" cy="3235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Image</a:t>
            </a:r>
          </a:p>
        </p:txBody>
      </p:sp>
      <p:sp>
        <p:nvSpPr>
          <p:cNvPr id="18" name="text-13 5">
            <a:extLst xmlns:a="http://schemas.openxmlformats.org/drawingml/2006/main">
              <a:ext uri="{FF2B5EF4-FFF2-40B4-BE49-F238E27FC236}">
                <a16:creationId xmlns:a16="http://schemas.microsoft.com/office/drawing/2014/main" id="{4CADC3D8-B1A6-404A-AA0B-A6435E225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87834" y="5117417"/>
            <a:ext cx="182191" cy="3228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5</a:t>
            </a:r>
          </a:p>
        </p:txBody>
      </p:sp>
      <p:sp>
        <p:nvSpPr>
          <p:cNvPr id="19" name="text-14 Q1">
            <a:extLst xmlns:a="http://schemas.openxmlformats.org/drawingml/2006/main">
              <a:ext uri="{FF2B5EF4-FFF2-40B4-BE49-F238E27FC236}">
                <a16:creationId xmlns:a16="http://schemas.microsoft.com/office/drawing/2014/main" id="{75031B2B-8017-48EB-A8DB-332A6D224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31182" y="5441294"/>
            <a:ext cx="384957" cy="3234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Q1</a:t>
            </a:r>
          </a:p>
        </p:txBody>
      </p:sp>
      <p:sp>
        <p:nvSpPr>
          <p:cNvPr id="20" name="text-15 ：">
            <a:extLst xmlns:a="http://schemas.openxmlformats.org/drawingml/2006/main">
              <a:ext uri="{FF2B5EF4-FFF2-40B4-BE49-F238E27FC236}">
                <a16:creationId xmlns:a16="http://schemas.microsoft.com/office/drawing/2014/main" id="{AE324880-F2D2-4E99-AEFE-91A9943A4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75174" y="5364891"/>
            <a:ext cx="285829" cy="4304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2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2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2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：</a:t>
            </a:r>
          </a:p>
        </p:txBody>
      </p:sp>
      <p:sp>
        <p:nvSpPr>
          <p:cNvPr id="21" name="text-16 &quot;Describe">
            <a:extLst xmlns:a="http://schemas.openxmlformats.org/drawingml/2006/main">
              <a:ext uri="{FF2B5EF4-FFF2-40B4-BE49-F238E27FC236}">
                <a16:creationId xmlns:a16="http://schemas.microsoft.com/office/drawing/2014/main" id="{9CB006B5-57D7-4D85-A515-66EF5C8FDB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06818" y="5440658"/>
            <a:ext cx="1106137" cy="3243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"Describe</a:t>
            </a:r>
          </a:p>
        </p:txBody>
      </p:sp>
      <p:sp>
        <p:nvSpPr>
          <p:cNvPr id="22" name="text-16 the">
            <a:extLst xmlns:a="http://schemas.openxmlformats.org/drawingml/2006/main">
              <a:ext uri="{FF2B5EF4-FFF2-40B4-BE49-F238E27FC236}">
                <a16:creationId xmlns:a16="http://schemas.microsoft.com/office/drawing/2014/main" id="{F7246336-4165-4729-8C25-41F0DD0C1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41876" y="5440834"/>
            <a:ext cx="411172" cy="3241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23" name="text-16 architectural">
            <a:extLst xmlns:a="http://schemas.openxmlformats.org/drawingml/2006/main">
              <a:ext uri="{FF2B5EF4-FFF2-40B4-BE49-F238E27FC236}">
                <a16:creationId xmlns:a16="http://schemas.microsoft.com/office/drawing/2014/main" id="{0A261AAC-53B8-44EA-8A8D-D38DC1E02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82001" y="5440659"/>
            <a:ext cx="1466909" cy="3243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architectural</a:t>
            </a:r>
          </a:p>
        </p:txBody>
      </p:sp>
      <p:sp>
        <p:nvSpPr>
          <p:cNvPr id="24" name="text-16 features">
            <a:extLst xmlns:a="http://schemas.openxmlformats.org/drawingml/2006/main">
              <a:ext uri="{FF2B5EF4-FFF2-40B4-BE49-F238E27FC236}">
                <a16:creationId xmlns:a16="http://schemas.microsoft.com/office/drawing/2014/main" id="{88F8E558-7A12-4AD5-A68E-FD6806C39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77266" y="5440607"/>
            <a:ext cx="985523" cy="3244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features</a:t>
            </a:r>
          </a:p>
        </p:txBody>
      </p:sp>
      <p:sp>
        <p:nvSpPr>
          <p:cNvPr id="25" name="text-16 visible">
            <a:extLst xmlns:a="http://schemas.openxmlformats.org/drawingml/2006/main">
              <a:ext uri="{FF2B5EF4-FFF2-40B4-BE49-F238E27FC236}">
                <a16:creationId xmlns:a16="http://schemas.microsoft.com/office/drawing/2014/main" id="{E7C68239-918B-495F-A72F-58C7B6A27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90711" y="5440881"/>
            <a:ext cx="723883" cy="3240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visible</a:t>
            </a:r>
          </a:p>
        </p:txBody>
      </p:sp>
      <p:sp>
        <p:nvSpPr>
          <p:cNvPr id="26" name="text-16 in">
            <a:extLst xmlns:a="http://schemas.openxmlformats.org/drawingml/2006/main">
              <a:ext uri="{FF2B5EF4-FFF2-40B4-BE49-F238E27FC236}">
                <a16:creationId xmlns:a16="http://schemas.microsoft.com/office/drawing/2014/main" id="{644CC82B-DB8F-48D7-BB79-9E6A9ACDF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43556" y="5441442"/>
            <a:ext cx="227069" cy="3232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</a:t>
            </a:r>
          </a:p>
        </p:txBody>
      </p:sp>
      <p:sp>
        <p:nvSpPr>
          <p:cNvPr id="27" name="text-17 &lt;image-1&gt;">
            <a:extLst xmlns:a="http://schemas.openxmlformats.org/drawingml/2006/main">
              <a:ext uri="{FF2B5EF4-FFF2-40B4-BE49-F238E27FC236}">
                <a16:creationId xmlns:a16="http://schemas.microsoft.com/office/drawing/2014/main" id="{776B425A-140B-4CF0-9622-BB09F92C3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99524" y="5441015"/>
            <a:ext cx="1030631" cy="3238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&lt;image-1&gt;</a:t>
            </a:r>
          </a:p>
        </p:txBody>
      </p:sp>
      <p:sp>
        <p:nvSpPr>
          <p:cNvPr id="28" name="text-18 ,">
            <a:extLst xmlns:a="http://schemas.openxmlformats.org/drawingml/2006/main">
              <a:ext uri="{FF2B5EF4-FFF2-40B4-BE49-F238E27FC236}">
                <a16:creationId xmlns:a16="http://schemas.microsoft.com/office/drawing/2014/main" id="{E9A5FCC9-7CD3-477D-9F7F-5E6195B8B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88645" y="5441885"/>
            <a:ext cx="105295" cy="3226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,</a:t>
            </a:r>
          </a:p>
        </p:txBody>
      </p:sp>
      <p:sp>
        <p:nvSpPr>
          <p:cNvPr id="29" name="text-19 &lt;image-">
            <a:extLst xmlns:a="http://schemas.openxmlformats.org/drawingml/2006/main">
              <a:ext uri="{FF2B5EF4-FFF2-40B4-BE49-F238E27FC236}">
                <a16:creationId xmlns:a16="http://schemas.microsoft.com/office/drawing/2014/main" id="{B534F9EE-FAAB-4CD2-9A0E-3F275FA87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21841" y="5440991"/>
            <a:ext cx="838368" cy="3239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&lt;image-</a:t>
            </a:r>
          </a:p>
        </p:txBody>
      </p:sp>
      <p:sp>
        <p:nvSpPr>
          <p:cNvPr id="30" name="text-20 2">
            <a:extLst xmlns:a="http://schemas.openxmlformats.org/drawingml/2006/main">
              <a:ext uri="{FF2B5EF4-FFF2-40B4-BE49-F238E27FC236}">
                <a16:creationId xmlns:a16="http://schemas.microsoft.com/office/drawing/2014/main" id="{8325A03F-288E-40AC-8130-2B70116518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18698" y="5441719"/>
            <a:ext cx="182191" cy="3228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</a:t>
            </a:r>
          </a:p>
        </p:txBody>
      </p:sp>
      <p:sp>
        <p:nvSpPr>
          <p:cNvPr id="31" name="text-21 &gt;">
            <a:extLst xmlns:a="http://schemas.openxmlformats.org/drawingml/2006/main">
              <a:ext uri="{FF2B5EF4-FFF2-40B4-BE49-F238E27FC236}">
                <a16:creationId xmlns:a16="http://schemas.microsoft.com/office/drawing/2014/main" id="{A9E7F761-F10E-45E9-A1C7-3A819C7D8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60001" y="5441669"/>
            <a:ext cx="129418" cy="3229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&gt;</a:t>
            </a:r>
          </a:p>
        </p:txBody>
      </p:sp>
      <p:sp>
        <p:nvSpPr>
          <p:cNvPr id="32" name="text-22 ,">
            <a:extLst xmlns:a="http://schemas.openxmlformats.org/drawingml/2006/main">
              <a:ext uri="{FF2B5EF4-FFF2-40B4-BE49-F238E27FC236}">
                <a16:creationId xmlns:a16="http://schemas.microsoft.com/office/drawing/2014/main" id="{71A2BBD0-D188-4D8E-A03B-ADE0EB038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48026" y="5441885"/>
            <a:ext cx="105295" cy="3226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,</a:t>
            </a:r>
          </a:p>
        </p:txBody>
      </p:sp>
      <p:sp>
        <p:nvSpPr>
          <p:cNvPr id="33" name="text-22 and">
            <a:extLst xmlns:a="http://schemas.openxmlformats.org/drawingml/2006/main">
              <a:ext uri="{FF2B5EF4-FFF2-40B4-BE49-F238E27FC236}">
                <a16:creationId xmlns:a16="http://schemas.microsoft.com/office/drawing/2014/main" id="{5CAFAB5F-0389-4C0E-90C8-58033E8E4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81221" y="5441072"/>
            <a:ext cx="416771" cy="3237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34" name="text-23 &lt;image-">
            <a:extLst xmlns:a="http://schemas.openxmlformats.org/drawingml/2006/main">
              <a:ext uri="{FF2B5EF4-FFF2-40B4-BE49-F238E27FC236}">
                <a16:creationId xmlns:a16="http://schemas.microsoft.com/office/drawing/2014/main" id="{C960C703-FA2D-4997-AFF2-595DDCBB6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25978" y="5440992"/>
            <a:ext cx="838367" cy="3239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&lt;image-</a:t>
            </a:r>
          </a:p>
        </p:txBody>
      </p:sp>
      <p:sp>
        <p:nvSpPr>
          <p:cNvPr id="35" name="text-24 3">
            <a:extLst xmlns:a="http://schemas.openxmlformats.org/drawingml/2006/main">
              <a:ext uri="{FF2B5EF4-FFF2-40B4-BE49-F238E27FC236}">
                <a16:creationId xmlns:a16="http://schemas.microsoft.com/office/drawing/2014/main" id="{EC8CEF4F-8401-49C5-8B41-898A6F94A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22836" y="5441719"/>
            <a:ext cx="182191" cy="3228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3</a:t>
            </a:r>
          </a:p>
        </p:txBody>
      </p:sp>
      <p:sp>
        <p:nvSpPr>
          <p:cNvPr id="36" name="text-25 &gt;">
            <a:extLst xmlns:a="http://schemas.openxmlformats.org/drawingml/2006/main">
              <a:ext uri="{FF2B5EF4-FFF2-40B4-BE49-F238E27FC236}">
                <a16:creationId xmlns:a16="http://schemas.microsoft.com/office/drawing/2014/main" id="{60FF9712-15DA-47D3-9E09-F5A786503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64139" y="5441669"/>
            <a:ext cx="129418" cy="3229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&gt;</a:t>
            </a:r>
          </a:p>
        </p:txBody>
      </p:sp>
      <p:sp>
        <p:nvSpPr>
          <p:cNvPr id="37" name="text-26 .">
            <a:extLst xmlns:a="http://schemas.openxmlformats.org/drawingml/2006/main">
              <a:ext uri="{FF2B5EF4-FFF2-40B4-BE49-F238E27FC236}">
                <a16:creationId xmlns:a16="http://schemas.microsoft.com/office/drawing/2014/main" id="{AE59E56D-6AD9-4333-909F-76B6EB7AC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52165" y="5441638"/>
            <a:ext cx="98925" cy="3229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7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.</a:t>
            </a:r>
          </a:p>
        </p:txBody>
      </p:sp>
      <p:sp>
        <p:nvSpPr>
          <p:cNvPr id="38" name="text-27 &quot;">
            <a:extLst xmlns:a="http://schemas.openxmlformats.org/drawingml/2006/main">
              <a:ext uri="{FF2B5EF4-FFF2-40B4-BE49-F238E27FC236}">
                <a16:creationId xmlns:a16="http://schemas.microsoft.com/office/drawing/2014/main" id="{11EF51D8-C701-411D-B910-EE455E1C8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10076" y="5441692"/>
            <a:ext cx="139318" cy="3229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"</a:t>
            </a:r>
          </a:p>
        </p:txBody>
      </p:sp>
      <p:sp>
        <p:nvSpPr>
          <p:cNvPr id="39" name="text-28 A1">
            <a:extLst xmlns:a="http://schemas.openxmlformats.org/drawingml/2006/main">
              <a:ext uri="{FF2B5EF4-FFF2-40B4-BE49-F238E27FC236}">
                <a16:creationId xmlns:a16="http://schemas.microsoft.com/office/drawing/2014/main" id="{8241E0D8-EF48-451C-9A6F-ECBC3514B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31298" y="5823562"/>
            <a:ext cx="351359" cy="3234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A1</a:t>
            </a:r>
          </a:p>
        </p:txBody>
      </p:sp>
      <p:sp>
        <p:nvSpPr>
          <p:cNvPr id="40" name="text-29 ：">
            <a:extLst xmlns:a="http://schemas.openxmlformats.org/drawingml/2006/main">
              <a:ext uri="{FF2B5EF4-FFF2-40B4-BE49-F238E27FC236}">
                <a16:creationId xmlns:a16="http://schemas.microsoft.com/office/drawing/2014/main" id="{E66A6D54-697A-4F3D-9EA4-0524FEC30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41701" y="5747105"/>
            <a:ext cx="285829" cy="4304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2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2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2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：</a:t>
            </a:r>
          </a:p>
        </p:txBody>
      </p:sp>
      <p:sp>
        <p:nvSpPr>
          <p:cNvPr id="41" name="text-30 &lt;image-1&gt;,">
            <a:extLst xmlns:a="http://schemas.openxmlformats.org/drawingml/2006/main">
              <a:ext uri="{FF2B5EF4-FFF2-40B4-BE49-F238E27FC236}">
                <a16:creationId xmlns:a16="http://schemas.microsoft.com/office/drawing/2014/main" id="{81251BBA-0293-4B1C-93EC-594B5BE63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73346" y="5822357"/>
            <a:ext cx="1122129" cy="3250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&lt;image-1&gt;,</a:t>
            </a:r>
          </a:p>
        </p:txBody>
      </p:sp>
      <p:sp>
        <p:nvSpPr>
          <p:cNvPr id="42" name="text-31 &lt;image-2&gt;">
            <a:extLst xmlns:a="http://schemas.openxmlformats.org/drawingml/2006/main">
              <a:ext uri="{FF2B5EF4-FFF2-40B4-BE49-F238E27FC236}">
                <a16:creationId xmlns:a16="http://schemas.microsoft.com/office/drawing/2014/main" id="{13809E1E-A2B5-402B-A92C-E5E872DEF2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11879" y="5822460"/>
            <a:ext cx="1063597" cy="3249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&lt;image-2&gt;</a:t>
            </a:r>
          </a:p>
        </p:txBody>
      </p:sp>
      <p:sp>
        <p:nvSpPr>
          <p:cNvPr id="43" name="text-32 and">
            <a:extLst xmlns:a="http://schemas.openxmlformats.org/drawingml/2006/main">
              <a:ext uri="{FF2B5EF4-FFF2-40B4-BE49-F238E27FC236}">
                <a16:creationId xmlns:a16="http://schemas.microsoft.com/office/drawing/2014/main" id="{D46206B0-29FA-4B20-BB60-F40611BA1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92500" y="5823014"/>
            <a:ext cx="375826" cy="3241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44" name="text-33 &lt;image-3&gt;">
            <a:extLst xmlns:a="http://schemas.openxmlformats.org/drawingml/2006/main">
              <a:ext uri="{FF2B5EF4-FFF2-40B4-BE49-F238E27FC236}">
                <a16:creationId xmlns:a16="http://schemas.microsoft.com/office/drawing/2014/main" id="{3A3F25F9-2E1A-4733-8912-344134432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85138" y="5822460"/>
            <a:ext cx="1063597" cy="3249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&lt;image-3&gt;</a:t>
            </a:r>
          </a:p>
        </p:txBody>
      </p:sp>
      <p:sp>
        <p:nvSpPr>
          <p:cNvPr id="45" name="text-34 depict">
            <a:extLst xmlns:a="http://schemas.openxmlformats.org/drawingml/2006/main">
              <a:ext uri="{FF2B5EF4-FFF2-40B4-BE49-F238E27FC236}">
                <a16:creationId xmlns:a16="http://schemas.microsoft.com/office/drawing/2014/main" id="{30F79C63-B43C-44F4-AC7B-815AD3385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65759" y="5822531"/>
            <a:ext cx="608472" cy="3248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depict</a:t>
            </a:r>
          </a:p>
        </p:txBody>
      </p:sp>
      <p:sp>
        <p:nvSpPr>
          <p:cNvPr id="46" name="text-34 three">
            <a:extLst xmlns:a="http://schemas.openxmlformats.org/drawingml/2006/main">
              <a:ext uri="{FF2B5EF4-FFF2-40B4-BE49-F238E27FC236}">
                <a16:creationId xmlns:a16="http://schemas.microsoft.com/office/drawing/2014/main" id="{73CAD5D1-EC29-40AF-A373-16B2C0483F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2357" y="5820143"/>
            <a:ext cx="510494" cy="3281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three</a:t>
            </a:r>
          </a:p>
        </p:txBody>
      </p:sp>
      <p:sp>
        <p:nvSpPr>
          <p:cNvPr id="47" name="text-34 distinct">
            <a:extLst xmlns:a="http://schemas.openxmlformats.org/drawingml/2006/main">
              <a:ext uri="{FF2B5EF4-FFF2-40B4-BE49-F238E27FC236}">
                <a16:creationId xmlns:a16="http://schemas.microsoft.com/office/drawing/2014/main" id="{4038B036-17E0-429F-A73E-D9C42C8F5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21665" y="5819517"/>
            <a:ext cx="734102" cy="3290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distinct</a:t>
            </a:r>
          </a:p>
        </p:txBody>
      </p:sp>
      <p:sp>
        <p:nvSpPr>
          <p:cNvPr id="48" name="text-34 architectural">
            <a:extLst xmlns:a="http://schemas.openxmlformats.org/drawingml/2006/main">
              <a:ext uri="{FF2B5EF4-FFF2-40B4-BE49-F238E27FC236}">
                <a16:creationId xmlns:a16="http://schemas.microsoft.com/office/drawing/2014/main" id="{11F733EA-0150-4582-BD8E-FAE502474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74509" y="5819337"/>
            <a:ext cx="1217113" cy="3293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architectural</a:t>
            </a:r>
          </a:p>
        </p:txBody>
      </p:sp>
      <p:sp>
        <p:nvSpPr>
          <p:cNvPr id="49" name="text-34 marvels">
            <a:extLst xmlns:a="http://schemas.openxmlformats.org/drawingml/2006/main">
              <a:ext uri="{FF2B5EF4-FFF2-40B4-BE49-F238E27FC236}">
                <a16:creationId xmlns:a16="http://schemas.microsoft.com/office/drawing/2014/main" id="{BED3013E-35BB-4DD9-AD8A-2A7CCB859D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10332" y="5820144"/>
            <a:ext cx="783971" cy="3281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marvels</a:t>
            </a:r>
          </a:p>
        </p:txBody>
      </p:sp>
      <p:sp>
        <p:nvSpPr>
          <p:cNvPr id="50" name="text-34 from">
            <a:extLst xmlns:a="http://schemas.openxmlformats.org/drawingml/2006/main">
              <a:ext uri="{FF2B5EF4-FFF2-40B4-BE49-F238E27FC236}">
                <a16:creationId xmlns:a16="http://schemas.microsoft.com/office/drawing/2014/main" id="{2436E55E-FB27-47E0-AE4D-D08C65D3E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12981" y="5821034"/>
            <a:ext cx="495815" cy="326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from</a:t>
            </a:r>
          </a:p>
        </p:txBody>
      </p:sp>
      <p:sp>
        <p:nvSpPr>
          <p:cNvPr id="51" name="text-34 different">
            <a:extLst xmlns:a="http://schemas.openxmlformats.org/drawingml/2006/main">
              <a:ext uri="{FF2B5EF4-FFF2-40B4-BE49-F238E27FC236}">
                <a16:creationId xmlns:a16="http://schemas.microsoft.com/office/drawing/2014/main" id="{39533765-66F8-4538-A9C5-81F200DA5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28390" y="5818288"/>
            <a:ext cx="851305" cy="3307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different</a:t>
            </a:r>
          </a:p>
        </p:txBody>
      </p:sp>
      <p:sp>
        <p:nvSpPr>
          <p:cNvPr id="52" name="text-34 parts">
            <a:extLst xmlns:a="http://schemas.openxmlformats.org/drawingml/2006/main">
              <a:ext uri="{FF2B5EF4-FFF2-40B4-BE49-F238E27FC236}">
                <a16:creationId xmlns:a16="http://schemas.microsoft.com/office/drawing/2014/main" id="{F266AFDC-2EEB-48E9-AFC7-0C368EC9A7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98215" y="5820049"/>
            <a:ext cx="497907" cy="3283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parts</a:t>
            </a:r>
          </a:p>
        </p:txBody>
      </p:sp>
      <p:sp>
        <p:nvSpPr>
          <p:cNvPr id="53" name="text-34 of">
            <a:extLst xmlns:a="http://schemas.openxmlformats.org/drawingml/2006/main">
              <a:ext uri="{FF2B5EF4-FFF2-40B4-BE49-F238E27FC236}">
                <a16:creationId xmlns:a16="http://schemas.microsoft.com/office/drawing/2014/main" id="{5DE61EA1-9EE3-45D5-9752-767F0B7E7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14781" y="5821909"/>
            <a:ext cx="235613" cy="3257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54" name="text-34 the">
            <a:extLst xmlns:a="http://schemas.openxmlformats.org/drawingml/2006/main">
              <a:ext uri="{FF2B5EF4-FFF2-40B4-BE49-F238E27FC236}">
                <a16:creationId xmlns:a16="http://schemas.microsoft.com/office/drawing/2014/main" id="{80189FAF-D525-41F0-9D3B-8531CFA81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69591" y="5820937"/>
            <a:ext cx="327351" cy="3270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55" name="text-34 world,">
            <a:extLst xmlns:a="http://schemas.openxmlformats.org/drawingml/2006/main">
              <a:ext uri="{FF2B5EF4-FFF2-40B4-BE49-F238E27FC236}">
                <a16:creationId xmlns:a16="http://schemas.microsoft.com/office/drawing/2014/main" id="{3024CE8D-F2A4-41FC-AF95-547329F67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15898" y="5820522"/>
            <a:ext cx="646430" cy="3276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world,</a:t>
            </a:r>
          </a:p>
        </p:txBody>
      </p:sp>
      <p:sp>
        <p:nvSpPr>
          <p:cNvPr id="56" name="text-35 showcasing">
            <a:extLst xmlns:a="http://schemas.openxmlformats.org/drawingml/2006/main">
              <a:ext uri="{FF2B5EF4-FFF2-40B4-BE49-F238E27FC236}">
                <a16:creationId xmlns:a16="http://schemas.microsoft.com/office/drawing/2014/main" id="{0B107CF5-5B19-4B5C-875A-69D8C658F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31298" y="6087980"/>
            <a:ext cx="1122927" cy="3245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showcasing</a:t>
            </a:r>
          </a:p>
        </p:txBody>
      </p:sp>
      <p:sp>
        <p:nvSpPr>
          <p:cNvPr id="57" name="text-35 unique">
            <a:extLst xmlns:a="http://schemas.openxmlformats.org/drawingml/2006/main">
              <a:ext uri="{FF2B5EF4-FFF2-40B4-BE49-F238E27FC236}">
                <a16:creationId xmlns:a16="http://schemas.microsoft.com/office/drawing/2014/main" id="{329DE277-4623-4AD9-B3E0-2ACBB5D71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70988" y="6088054"/>
            <a:ext cx="672165" cy="3244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unique</a:t>
            </a:r>
          </a:p>
        </p:txBody>
      </p:sp>
      <p:sp>
        <p:nvSpPr>
          <p:cNvPr id="58" name="text-35 styles">
            <a:extLst xmlns:a="http://schemas.openxmlformats.org/drawingml/2006/main">
              <a:ext uri="{FF2B5EF4-FFF2-40B4-BE49-F238E27FC236}">
                <a16:creationId xmlns:a16="http://schemas.microsoft.com/office/drawing/2014/main" id="{24709091-2095-447F-AD35-A05D92373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60131" y="6087627"/>
            <a:ext cx="570453" cy="3250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styles</a:t>
            </a:r>
          </a:p>
        </p:txBody>
      </p:sp>
      <p:sp>
        <p:nvSpPr>
          <p:cNvPr id="59" name="text-35 and">
            <a:extLst xmlns:a="http://schemas.openxmlformats.org/drawingml/2006/main">
              <a:ext uri="{FF2B5EF4-FFF2-40B4-BE49-F238E27FC236}">
                <a16:creationId xmlns:a16="http://schemas.microsoft.com/office/drawing/2014/main" id="{79928BAA-D619-4058-A765-AE0735283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47349" y="6088247"/>
            <a:ext cx="375827" cy="3241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60" name="text-35 features.">
            <a:extLst xmlns:a="http://schemas.openxmlformats.org/drawingml/2006/main">
              <a:ext uri="{FF2B5EF4-FFF2-40B4-BE49-F238E27FC236}">
                <a16:creationId xmlns:a16="http://schemas.microsoft.com/office/drawing/2014/main" id="{73864204-B7CB-451B-8D7F-DA8B05CCC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39987" y="6087429"/>
            <a:ext cx="834920" cy="3253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features.</a:t>
            </a:r>
          </a:p>
        </p:txBody>
      </p:sp>
      <p:sp>
        <p:nvSpPr>
          <p:cNvPr id="61" name="text-37 &lt;image-1&gt;">
            <a:extLst xmlns:a="http://schemas.openxmlformats.org/drawingml/2006/main">
              <a:ext uri="{FF2B5EF4-FFF2-40B4-BE49-F238E27FC236}">
                <a16:creationId xmlns:a16="http://schemas.microsoft.com/office/drawing/2014/main" id="{00F7794A-E205-4BA6-B1E7-B233EA8B8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91281" y="6087694"/>
            <a:ext cx="1063596" cy="3249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&lt;image-1&gt;</a:t>
            </a:r>
          </a:p>
        </p:txBody>
      </p:sp>
      <p:sp>
        <p:nvSpPr>
          <p:cNvPr id="62" name="text-38 shows">
            <a:extLst xmlns:a="http://schemas.openxmlformats.org/drawingml/2006/main">
              <a:ext uri="{FF2B5EF4-FFF2-40B4-BE49-F238E27FC236}">
                <a16:creationId xmlns:a16="http://schemas.microsoft.com/office/drawing/2014/main" id="{CB068E89-E20B-4ED1-B8C3-1A2695AA2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71903" y="6088353"/>
            <a:ext cx="620126" cy="3240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shows</a:t>
            </a:r>
          </a:p>
        </p:txBody>
      </p:sp>
      <p:sp>
        <p:nvSpPr>
          <p:cNvPr id="63" name="text-38 the">
            <a:extLst xmlns:a="http://schemas.openxmlformats.org/drawingml/2006/main">
              <a:ext uri="{FF2B5EF4-FFF2-40B4-BE49-F238E27FC236}">
                <a16:creationId xmlns:a16="http://schemas.microsoft.com/office/drawing/2014/main" id="{9B036DF0-5924-4F21-8C74-82CC07A5A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08926" y="6088067"/>
            <a:ext cx="324694" cy="3244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64" name="text-38 Colosseum">
            <a:extLst xmlns:a="http://schemas.openxmlformats.org/drawingml/2006/main">
              <a:ext uri="{FF2B5EF4-FFF2-40B4-BE49-F238E27FC236}">
                <a16:creationId xmlns:a16="http://schemas.microsoft.com/office/drawing/2014/main" id="{BBAB7A3E-F763-4E87-ACB9-5DAAC4C440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50601" y="6088100"/>
            <a:ext cx="1071119" cy="3243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Colosseum</a:t>
            </a:r>
          </a:p>
        </p:txBody>
      </p:sp>
      <p:sp>
        <p:nvSpPr>
          <p:cNvPr id="65" name="text-38 in">
            <a:extLst xmlns:a="http://schemas.openxmlformats.org/drawingml/2006/main">
              <a:ext uri="{FF2B5EF4-FFF2-40B4-BE49-F238E27FC236}">
                <a16:creationId xmlns:a16="http://schemas.microsoft.com/office/drawing/2014/main" id="{47F86219-2E9F-4272-9FBF-1EA550FF2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39329" y="6088103"/>
            <a:ext cx="221809" cy="3243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66" name="text-38 Rome,">
            <a:extLst xmlns:a="http://schemas.openxmlformats.org/drawingml/2006/main">
              <a:ext uri="{FF2B5EF4-FFF2-40B4-BE49-F238E27FC236}">
                <a16:creationId xmlns:a16="http://schemas.microsoft.com/office/drawing/2014/main" id="{69A0D4B8-DF12-4C6F-914A-0026B221A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77923" y="6088034"/>
            <a:ext cx="652969" cy="3244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Rome,</a:t>
            </a:r>
          </a:p>
        </p:txBody>
      </p:sp>
      <p:sp>
        <p:nvSpPr>
          <p:cNvPr id="67" name="text-38 an">
            <a:extLst xmlns:a="http://schemas.openxmlformats.org/drawingml/2006/main">
              <a:ext uri="{FF2B5EF4-FFF2-40B4-BE49-F238E27FC236}">
                <a16:creationId xmlns:a16="http://schemas.microsoft.com/office/drawing/2014/main" id="{24775FB8-1CBA-4416-B696-AFA481EB45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47375" y="6088388"/>
            <a:ext cx="259980" cy="3239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</a:t>
            </a:r>
          </a:p>
        </p:txBody>
      </p:sp>
      <p:sp>
        <p:nvSpPr>
          <p:cNvPr id="68" name="text-38 ancient">
            <a:extLst xmlns:a="http://schemas.openxmlformats.org/drawingml/2006/main">
              <a:ext uri="{FF2B5EF4-FFF2-40B4-BE49-F238E27FC236}">
                <a16:creationId xmlns:a16="http://schemas.microsoft.com/office/drawing/2014/main" id="{402E9D8F-E813-49F4-AAF0-4E9EF8DC5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24191" y="6087697"/>
            <a:ext cx="711565" cy="3249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ancient</a:t>
            </a:r>
          </a:p>
        </p:txBody>
      </p:sp>
      <p:sp>
        <p:nvSpPr>
          <p:cNvPr id="69" name="text-38 amphitheater">
            <a:extLst xmlns:a="http://schemas.openxmlformats.org/drawingml/2006/main">
              <a:ext uri="{FF2B5EF4-FFF2-40B4-BE49-F238E27FC236}">
                <a16:creationId xmlns:a16="http://schemas.microsoft.com/office/drawing/2014/main" id="{6C0A998F-9333-48A6-AF63-DC84CBCD6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52712" y="6087532"/>
            <a:ext cx="1253620" cy="3251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amphitheater</a:t>
            </a:r>
          </a:p>
        </p:txBody>
      </p:sp>
      <p:sp>
        <p:nvSpPr>
          <p:cNvPr id="70" name="text-38 renowned">
            <a:extLst xmlns:a="http://schemas.openxmlformats.org/drawingml/2006/main">
              <a:ext uri="{FF2B5EF4-FFF2-40B4-BE49-F238E27FC236}">
                <a16:creationId xmlns:a16="http://schemas.microsoft.com/office/drawing/2014/main" id="{78207F52-3B05-4131-997A-DAB6E53D3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23282" y="6088078"/>
            <a:ext cx="954968" cy="3244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renowned</a:t>
            </a:r>
          </a:p>
        </p:txBody>
      </p:sp>
      <p:sp>
        <p:nvSpPr>
          <p:cNvPr id="71" name="text-38 for">
            <a:extLst xmlns:a="http://schemas.openxmlformats.org/drawingml/2006/main">
              <a:ext uri="{FF2B5EF4-FFF2-40B4-BE49-F238E27FC236}">
                <a16:creationId xmlns:a16="http://schemas.microsoft.com/office/drawing/2014/main" id="{59A82514-6E67-4C81-873C-EC7A47973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95031" y="6087961"/>
            <a:ext cx="311908" cy="3245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for</a:t>
            </a:r>
          </a:p>
        </p:txBody>
      </p:sp>
      <p:sp>
        <p:nvSpPr>
          <p:cNvPr id="72" name="text-39 its">
            <a:extLst xmlns:a="http://schemas.openxmlformats.org/drawingml/2006/main">
              <a:ext uri="{FF2B5EF4-FFF2-40B4-BE49-F238E27FC236}">
                <a16:creationId xmlns:a16="http://schemas.microsoft.com/office/drawing/2014/main" id="{58737CC1-44DC-4531-B1E2-47FCC37C8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31298" y="6362955"/>
            <a:ext cx="264001" cy="3287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its</a:t>
            </a:r>
          </a:p>
        </p:txBody>
      </p:sp>
      <p:sp>
        <p:nvSpPr>
          <p:cNvPr id="73" name="text-39 grand">
            <a:extLst xmlns:a="http://schemas.openxmlformats.org/drawingml/2006/main">
              <a:ext uri="{FF2B5EF4-FFF2-40B4-BE49-F238E27FC236}">
                <a16:creationId xmlns:a16="http://schemas.microsoft.com/office/drawing/2014/main" id="{55622B13-F6EA-4F41-B35B-0297219C9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13904" y="6363918"/>
            <a:ext cx="574297" cy="3273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grand</a:t>
            </a:r>
          </a:p>
        </p:txBody>
      </p:sp>
      <p:sp>
        <p:nvSpPr>
          <p:cNvPr id="74" name="text-39 scale">
            <a:extLst xmlns:a="http://schemas.openxmlformats.org/drawingml/2006/main">
              <a:ext uri="{FF2B5EF4-FFF2-40B4-BE49-F238E27FC236}">
                <a16:creationId xmlns:a16="http://schemas.microsoft.com/office/drawing/2014/main" id="{A10C492A-13C6-4539-B4DB-FA1AFC189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06914" y="6363349"/>
            <a:ext cx="510495" cy="3281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scale</a:t>
            </a:r>
          </a:p>
        </p:txBody>
      </p:sp>
      <p:sp>
        <p:nvSpPr>
          <p:cNvPr id="75" name="text-39 and">
            <a:extLst xmlns:a="http://schemas.openxmlformats.org/drawingml/2006/main">
              <a:ext uri="{FF2B5EF4-FFF2-40B4-BE49-F238E27FC236}">
                <a16:creationId xmlns:a16="http://schemas.microsoft.com/office/drawing/2014/main" id="{7B1BD522-DDA4-478B-A68E-4B28D5FC2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36222" y="6364616"/>
            <a:ext cx="378431" cy="3264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76" name="text-39 engineering">
            <a:extLst xmlns:a="http://schemas.openxmlformats.org/drawingml/2006/main">
              <a:ext uri="{FF2B5EF4-FFF2-40B4-BE49-F238E27FC236}">
                <a16:creationId xmlns:a16="http://schemas.microsoft.com/office/drawing/2014/main" id="{9690A699-1EAA-4ED8-8A4E-8EE607426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33493" y="6363212"/>
            <a:ext cx="1148901" cy="3283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engineering</a:t>
            </a:r>
          </a:p>
        </p:txBody>
      </p:sp>
      <p:sp>
        <p:nvSpPr>
          <p:cNvPr id="77" name="text-39 prowess">
            <a:extLst xmlns:a="http://schemas.openxmlformats.org/drawingml/2006/main">
              <a:ext uri="{FF2B5EF4-FFF2-40B4-BE49-F238E27FC236}">
                <a16:creationId xmlns:a16="http://schemas.microsoft.com/office/drawing/2014/main" id="{C84D28AE-67EF-41C5-B5A5-AB2CD3F25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00981" y="6363911"/>
            <a:ext cx="808192" cy="3274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prowess</a:t>
            </a:r>
          </a:p>
        </p:txBody>
      </p:sp>
      <p:sp>
        <p:nvSpPr>
          <p:cNvPr id="78" name="text-40 ......">
            <a:extLst xmlns:a="http://schemas.openxmlformats.org/drawingml/2006/main">
              <a:ext uri="{FF2B5EF4-FFF2-40B4-BE49-F238E27FC236}">
                <a16:creationId xmlns:a16="http://schemas.microsoft.com/office/drawing/2014/main" id="{A1CF29BC-D341-4201-9D0D-1051F3342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68882" y="6362348"/>
            <a:ext cx="395343" cy="3295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......</a:t>
            </a:r>
          </a:p>
        </p:txBody>
      </p:sp>
      <p:sp>
        <p:nvSpPr>
          <p:cNvPr id="79" name="text-41 &lt;image-2&gt;">
            <a:extLst xmlns:a="http://schemas.openxmlformats.org/drawingml/2006/main">
              <a:ext uri="{FF2B5EF4-FFF2-40B4-BE49-F238E27FC236}">
                <a16:creationId xmlns:a16="http://schemas.microsoft.com/office/drawing/2014/main" id="{0770CB71-C65C-41B3-B258-0335AC76D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82368" y="6363562"/>
            <a:ext cx="1073241" cy="3278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&lt;image-2&gt;</a:t>
            </a:r>
          </a:p>
        </p:txBody>
      </p:sp>
      <p:sp>
        <p:nvSpPr>
          <p:cNvPr id="80" name="text-42 depicts">
            <a:extLst xmlns:a="http://schemas.openxmlformats.org/drawingml/2006/main">
              <a:ext uri="{FF2B5EF4-FFF2-40B4-BE49-F238E27FC236}">
                <a16:creationId xmlns:a16="http://schemas.microsoft.com/office/drawing/2014/main" id="{CDAD1896-20F7-4666-8F00-2EDB02010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76888" y="6360727"/>
            <a:ext cx="713791" cy="3318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depicts</a:t>
            </a:r>
          </a:p>
        </p:txBody>
      </p:sp>
      <p:sp>
        <p:nvSpPr>
          <p:cNvPr id="81" name="text-42 the">
            <a:extLst xmlns:a="http://schemas.openxmlformats.org/drawingml/2006/main">
              <a:ext uri="{FF2B5EF4-FFF2-40B4-BE49-F238E27FC236}">
                <a16:creationId xmlns:a16="http://schemas.microsoft.com/office/drawing/2014/main" id="{9D372631-00D0-4A88-AB98-4222FDAED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11200" y="6362245"/>
            <a:ext cx="330012" cy="3297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82" name="text-42 Hall">
            <a:extLst xmlns:a="http://schemas.openxmlformats.org/drawingml/2006/main">
              <a:ext uri="{FF2B5EF4-FFF2-40B4-BE49-F238E27FC236}">
                <a16:creationId xmlns:a16="http://schemas.microsoft.com/office/drawing/2014/main" id="{898FD56E-167C-489E-BCCE-0E1DA4E3F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62142" y="6362002"/>
            <a:ext cx="448149" cy="3300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Hall</a:t>
            </a:r>
          </a:p>
        </p:txBody>
      </p:sp>
      <p:sp>
        <p:nvSpPr>
          <p:cNvPr id="83" name="text-42 of">
            <a:extLst xmlns:a="http://schemas.openxmlformats.org/drawingml/2006/main">
              <a:ext uri="{FF2B5EF4-FFF2-40B4-BE49-F238E27FC236}">
                <a16:creationId xmlns:a16="http://schemas.microsoft.com/office/drawing/2014/main" id="{1AA6F602-8718-485C-92D4-C10E7B2F1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31221" y="6363724"/>
            <a:ext cx="237022" cy="3276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84" name="text-42 Prayer">
            <a:extLst xmlns:a="http://schemas.openxmlformats.org/drawingml/2006/main">
              <a:ext uri="{FF2B5EF4-FFF2-40B4-BE49-F238E27FC236}">
                <a16:creationId xmlns:a16="http://schemas.microsoft.com/office/drawing/2014/main" id="{B0EABC18-DD3E-4532-AECC-DC0A5A7EA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89505" y="6361468"/>
            <a:ext cx="659020" cy="3308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Prayer</a:t>
            </a:r>
          </a:p>
        </p:txBody>
      </p:sp>
      <p:sp>
        <p:nvSpPr>
          <p:cNvPr id="85" name="text-42 for">
            <a:extLst xmlns:a="http://schemas.openxmlformats.org/drawingml/2006/main">
              <a:ext uri="{FF2B5EF4-FFF2-40B4-BE49-F238E27FC236}">
                <a16:creationId xmlns:a16="http://schemas.microsoft.com/office/drawing/2014/main" id="{A57FC83E-0C3C-4740-A29F-76E827439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69383" y="6361960"/>
            <a:ext cx="317256" cy="3301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for</a:t>
            </a:r>
          </a:p>
        </p:txBody>
      </p:sp>
      <p:sp>
        <p:nvSpPr>
          <p:cNvPr id="86" name="text-42 Good">
            <a:extLst xmlns:a="http://schemas.openxmlformats.org/drawingml/2006/main">
              <a:ext uri="{FF2B5EF4-FFF2-40B4-BE49-F238E27FC236}">
                <a16:creationId xmlns:a16="http://schemas.microsoft.com/office/drawing/2014/main" id="{96F5624E-C8EF-4F5D-8035-60A89A401A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07584" y="6363389"/>
            <a:ext cx="562809" cy="3281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Good</a:t>
            </a:r>
          </a:p>
        </p:txBody>
      </p:sp>
      <p:sp>
        <p:nvSpPr>
          <p:cNvPr id="87" name="text-42 Harvests">
            <a:extLst xmlns:a="http://schemas.openxmlformats.org/drawingml/2006/main">
              <a:ext uri="{FF2B5EF4-FFF2-40B4-BE49-F238E27FC236}">
                <a16:creationId xmlns:a16="http://schemas.microsoft.com/office/drawing/2014/main" id="{2BBA7EF2-236A-48B6-A57F-286D424A3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91326" y="6361170"/>
            <a:ext cx="870072" cy="331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Harvests</a:t>
            </a:r>
          </a:p>
        </p:txBody>
      </p:sp>
      <p:sp>
        <p:nvSpPr>
          <p:cNvPr id="88" name="text-42 within">
            <a:extLst xmlns:a="http://schemas.openxmlformats.org/drawingml/2006/main">
              <a:ext uri="{FF2B5EF4-FFF2-40B4-BE49-F238E27FC236}">
                <a16:creationId xmlns:a16="http://schemas.microsoft.com/office/drawing/2014/main" id="{F1A7AE9F-4422-49B1-8838-97048BED2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81998" y="6361342"/>
            <a:ext cx="646572" cy="3309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within</a:t>
            </a:r>
          </a:p>
        </p:txBody>
      </p:sp>
      <p:sp>
        <p:nvSpPr>
          <p:cNvPr id="89" name="text-42 the">
            <a:extLst xmlns:a="http://schemas.openxmlformats.org/drawingml/2006/main">
              <a:ext uri="{FF2B5EF4-FFF2-40B4-BE49-F238E27FC236}">
                <a16:creationId xmlns:a16="http://schemas.microsoft.com/office/drawing/2014/main" id="{78212452-C3C6-4ED4-98B0-D46EADC80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49133" y="6362245"/>
            <a:ext cx="330012" cy="3297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90" name="text-42 Temple">
            <a:extLst xmlns:a="http://schemas.openxmlformats.org/drawingml/2006/main">
              <a:ext uri="{FF2B5EF4-FFF2-40B4-BE49-F238E27FC236}">
                <a16:creationId xmlns:a16="http://schemas.microsoft.com/office/drawing/2014/main" id="{8424481C-29B0-4D64-BD07-D7BF4C4C5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00075" y="6356516"/>
            <a:ext cx="763060" cy="3377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Temple</a:t>
            </a:r>
          </a:p>
        </p:txBody>
      </p:sp>
      <p:sp>
        <p:nvSpPr>
          <p:cNvPr id="91" name="text-43 of">
            <a:extLst xmlns:a="http://schemas.openxmlformats.org/drawingml/2006/main">
              <a:ext uri="{FF2B5EF4-FFF2-40B4-BE49-F238E27FC236}">
                <a16:creationId xmlns:a16="http://schemas.microsoft.com/office/drawing/2014/main" id="{150DE730-3A2D-4CBF-8946-532CFD93D8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31298" y="6643089"/>
            <a:ext cx="235612" cy="3257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92" name="text-43 Heaven">
            <a:extLst xmlns:a="http://schemas.openxmlformats.org/drawingml/2006/main">
              <a:ext uri="{FF2B5EF4-FFF2-40B4-BE49-F238E27FC236}">
                <a16:creationId xmlns:a16="http://schemas.microsoft.com/office/drawing/2014/main" id="{CAE3B7F6-F5FB-4C84-AC1C-6EAFFADEC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86107" y="6642188"/>
            <a:ext cx="754926" cy="3269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Heaven</a:t>
            </a:r>
          </a:p>
        </p:txBody>
      </p:sp>
      <p:sp>
        <p:nvSpPr>
          <p:cNvPr id="93" name="text-43 complex">
            <a:extLst xmlns:a="http://schemas.openxmlformats.org/drawingml/2006/main">
              <a:ext uri="{FF2B5EF4-FFF2-40B4-BE49-F238E27FC236}">
                <a16:creationId xmlns:a16="http://schemas.microsoft.com/office/drawing/2014/main" id="{9F969DA5-9D51-448B-8AC9-4B1A002D2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59800" y="6641711"/>
            <a:ext cx="847670" cy="3276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complex</a:t>
            </a:r>
          </a:p>
        </p:txBody>
      </p:sp>
      <p:sp>
        <p:nvSpPr>
          <p:cNvPr id="94" name="text-43 in">
            <a:extLst xmlns:a="http://schemas.openxmlformats.org/drawingml/2006/main">
              <a:ext uri="{FF2B5EF4-FFF2-40B4-BE49-F238E27FC236}">
                <a16:creationId xmlns:a16="http://schemas.microsoft.com/office/drawing/2014/main" id="{BF317F62-95EA-4D4A-A3A3-63F93C3074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26150" y="6642560"/>
            <a:ext cx="223235" cy="3264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95" name="text-43 Beijing,">
            <a:extLst xmlns:a="http://schemas.openxmlformats.org/drawingml/2006/main">
              <a:ext uri="{FF2B5EF4-FFF2-40B4-BE49-F238E27FC236}">
                <a16:creationId xmlns:a16="http://schemas.microsoft.com/office/drawing/2014/main" id="{FB5899FE-36DB-47C7-8114-53F928955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68220" y="6641129"/>
            <a:ext cx="791311" cy="3284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Beijing,</a:t>
            </a:r>
          </a:p>
        </p:txBody>
      </p:sp>
      <p:sp>
        <p:nvSpPr>
          <p:cNvPr id="96" name="text-43 China.">
            <a:extLst xmlns:a="http://schemas.openxmlformats.org/drawingml/2006/main">
              <a:ext uri="{FF2B5EF4-FFF2-40B4-BE49-F238E27FC236}">
                <a16:creationId xmlns:a16="http://schemas.microsoft.com/office/drawing/2014/main" id="{3E575E51-940F-4BB3-AAC8-67166D1A7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77817" y="6641785"/>
            <a:ext cx="659156" cy="3275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China.</a:t>
            </a:r>
          </a:p>
        </p:txBody>
      </p:sp>
      <p:sp>
        <p:nvSpPr>
          <p:cNvPr id="97" name="text-43 This">
            <a:extLst xmlns:a="http://schemas.openxmlformats.org/drawingml/2006/main">
              <a:ext uri="{FF2B5EF4-FFF2-40B4-BE49-F238E27FC236}">
                <a16:creationId xmlns:a16="http://schemas.microsoft.com/office/drawing/2014/main" id="{03E897F8-F8BD-4CA6-BE09-9F4366483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55376" y="6642117"/>
            <a:ext cx="457208" cy="3270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This</a:t>
            </a:r>
          </a:p>
        </p:txBody>
      </p:sp>
      <p:sp>
        <p:nvSpPr>
          <p:cNvPr id="98" name="text-43 building,">
            <a:extLst xmlns:a="http://schemas.openxmlformats.org/drawingml/2006/main">
              <a:ext uri="{FF2B5EF4-FFF2-40B4-BE49-F238E27FC236}">
                <a16:creationId xmlns:a16="http://schemas.microsoft.com/office/drawing/2014/main" id="{A90FD11E-1A45-49CA-8D93-76E9BD53E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31405" y="6641083"/>
            <a:ext cx="882818" cy="3285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building,</a:t>
            </a:r>
          </a:p>
        </p:txBody>
      </p:sp>
      <p:sp>
        <p:nvSpPr>
          <p:cNvPr id="99" name="text-43 completed">
            <a:extLst xmlns:a="http://schemas.openxmlformats.org/drawingml/2006/main">
              <a:ext uri="{FF2B5EF4-FFF2-40B4-BE49-F238E27FC236}">
                <a16:creationId xmlns:a16="http://schemas.microsoft.com/office/drawing/2014/main" id="{96772095-FFC0-479D-B776-6B775EE66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32501" y="6641353"/>
            <a:ext cx="1017993" cy="3281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completed</a:t>
            </a:r>
          </a:p>
        </p:txBody>
      </p:sp>
      <p:sp>
        <p:nvSpPr>
          <p:cNvPr id="100" name="text-43 in">
            <a:extLst xmlns:a="http://schemas.openxmlformats.org/drawingml/2006/main">
              <a:ext uri="{FF2B5EF4-FFF2-40B4-BE49-F238E27FC236}">
                <a16:creationId xmlns:a16="http://schemas.microsoft.com/office/drawing/2014/main" id="{4017032D-D6C4-40C3-8D0A-B04C2D71A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69109" y="6642559"/>
            <a:ext cx="223236" cy="3264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101" name="text-43 the">
            <a:extLst xmlns:a="http://schemas.openxmlformats.org/drawingml/2006/main">
              <a:ext uri="{FF2B5EF4-FFF2-40B4-BE49-F238E27FC236}">
                <a16:creationId xmlns:a16="http://schemas.microsoft.com/office/drawing/2014/main" id="{A49B149B-875A-4698-AAD0-D5A4A7E4A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11177" y="6642115"/>
            <a:ext cx="327354" cy="3270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102" name="text-43 early">
            <a:extLst xmlns:a="http://schemas.openxmlformats.org/drawingml/2006/main">
              <a:ext uri="{FF2B5EF4-FFF2-40B4-BE49-F238E27FC236}">
                <a16:creationId xmlns:a16="http://schemas.microsoft.com/office/drawing/2014/main" id="{5D33577B-1598-4894-92C4-6A9DD041C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57486" y="6641221"/>
            <a:ext cx="510716" cy="3283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early</a:t>
            </a:r>
          </a:p>
        </p:txBody>
      </p:sp>
      <p:sp>
        <p:nvSpPr>
          <p:cNvPr id="103" name="text-43 15th">
            <a:extLst xmlns:a="http://schemas.openxmlformats.org/drawingml/2006/main">
              <a:ext uri="{FF2B5EF4-FFF2-40B4-BE49-F238E27FC236}">
                <a16:creationId xmlns:a16="http://schemas.microsoft.com/office/drawing/2014/main" id="{D0FCE73B-B9B7-4D92-950B-AC08EA3EA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87951" y="6640123"/>
            <a:ext cx="461111" cy="3298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15th</a:t>
            </a:r>
          </a:p>
        </p:txBody>
      </p:sp>
      <p:sp>
        <p:nvSpPr>
          <p:cNvPr id="104" name="text-43 century,">
            <a:extLst xmlns:a="http://schemas.openxmlformats.org/drawingml/2006/main">
              <a:ext uri="{FF2B5EF4-FFF2-40B4-BE49-F238E27FC236}">
                <a16:creationId xmlns:a16="http://schemas.microsoft.com/office/drawing/2014/main" id="{DFD7E44A-E6A3-4A85-93EA-E77EF507D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69772" y="6633786"/>
            <a:ext cx="813480" cy="3387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century,</a:t>
            </a:r>
          </a:p>
        </p:txBody>
      </p:sp>
      <p:sp>
        <p:nvSpPr>
          <p:cNvPr id="105" name="text-43 is">
            <a:extLst xmlns:a="http://schemas.openxmlformats.org/drawingml/2006/main">
              <a:ext uri="{FF2B5EF4-FFF2-40B4-BE49-F238E27FC236}">
                <a16:creationId xmlns:a16="http://schemas.microsoft.com/office/drawing/2014/main" id="{F7CE56A3-74DD-4C15-A74E-7EA035E71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02533" y="6640403"/>
            <a:ext cx="199236" cy="3294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106" name="text-43 a">
            <a:extLst xmlns:a="http://schemas.openxmlformats.org/drawingml/2006/main">
              <a:ext uri="{FF2B5EF4-FFF2-40B4-BE49-F238E27FC236}">
                <a16:creationId xmlns:a16="http://schemas.microsoft.com/office/drawing/2014/main" id="{D4F9E3DC-6AAD-49A3-B7E5-E9C316CDD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22595" y="6645251"/>
            <a:ext cx="143790" cy="3226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</a:t>
            </a:r>
          </a:p>
        </p:txBody>
      </p:sp>
      <p:sp>
        <p:nvSpPr>
          <p:cNvPr id="107" name="text-43 masterpiece">
            <a:extLst xmlns:a="http://schemas.openxmlformats.org/drawingml/2006/main">
              <a:ext uri="{FF2B5EF4-FFF2-40B4-BE49-F238E27FC236}">
                <a16:creationId xmlns:a16="http://schemas.microsoft.com/office/drawing/2014/main" id="{FE62BF0A-3189-439C-9810-1C4DE952A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88219" y="6638569"/>
            <a:ext cx="1174653" cy="332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masterpiece</a:t>
            </a:r>
          </a:p>
        </p:txBody>
      </p:sp>
      <p:sp>
        <p:nvSpPr>
          <p:cNvPr id="108" name="text-43 of">
            <a:extLst xmlns:a="http://schemas.openxmlformats.org/drawingml/2006/main">
              <a:ext uri="{FF2B5EF4-FFF2-40B4-BE49-F238E27FC236}">
                <a16:creationId xmlns:a16="http://schemas.microsoft.com/office/drawing/2014/main" id="{5F78886F-4486-402D-BF59-E4201F618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83505" y="6641698"/>
            <a:ext cx="237020" cy="3276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109" name="text-43 traditional">
            <a:extLst xmlns:a="http://schemas.openxmlformats.org/drawingml/2006/main">
              <a:ext uri="{FF2B5EF4-FFF2-40B4-BE49-F238E27FC236}">
                <a16:creationId xmlns:a16="http://schemas.microsoft.com/office/drawing/2014/main" id="{DB7FA45D-C8F8-4C14-B8B6-DFCB533596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41788" y="6637713"/>
            <a:ext cx="1020720" cy="3332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traditional</a:t>
            </a:r>
          </a:p>
        </p:txBody>
      </p:sp>
      <p:sp>
        <p:nvSpPr>
          <p:cNvPr id="110" name="text-44 Chinese">
            <a:extLst xmlns:a="http://schemas.openxmlformats.org/drawingml/2006/main">
              <a:ext uri="{FF2B5EF4-FFF2-40B4-BE49-F238E27FC236}">
                <a16:creationId xmlns:a16="http://schemas.microsoft.com/office/drawing/2014/main" id="{0E17E1E9-E416-4806-9574-875C2AC98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31298" y="6913330"/>
            <a:ext cx="817340" cy="3365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Chinese</a:t>
            </a:r>
          </a:p>
        </p:txBody>
      </p:sp>
      <p:sp>
        <p:nvSpPr>
          <p:cNvPr id="111" name="text-44 architecture">
            <a:extLst xmlns:a="http://schemas.openxmlformats.org/drawingml/2006/main">
              <a:ext uri="{FF2B5EF4-FFF2-40B4-BE49-F238E27FC236}">
                <a16:creationId xmlns:a16="http://schemas.microsoft.com/office/drawing/2014/main" id="{C2EA5851-A5F1-45CE-BA48-55559C4A5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73325" y="6910524"/>
            <a:ext cx="1190792" cy="3404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architecture</a:t>
            </a:r>
          </a:p>
        </p:txBody>
      </p:sp>
      <p:sp>
        <p:nvSpPr>
          <p:cNvPr id="112" name="text-45 ......">
            <a:extLst xmlns:a="http://schemas.openxmlformats.org/drawingml/2006/main">
              <a:ext uri="{FF2B5EF4-FFF2-40B4-BE49-F238E27FC236}">
                <a16:creationId xmlns:a16="http://schemas.microsoft.com/office/drawing/2014/main" id="{F0229314-BD54-486F-8DE9-EB05D8A19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25757" y="6906706"/>
            <a:ext cx="414804" cy="3458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......</a:t>
            </a:r>
          </a:p>
        </p:txBody>
      </p:sp>
      <p:sp>
        <p:nvSpPr>
          <p:cNvPr id="113" name="text-46 &lt;image-3&gt;">
            <a:extLst xmlns:a="http://schemas.openxmlformats.org/drawingml/2006/main">
              <a:ext uri="{FF2B5EF4-FFF2-40B4-BE49-F238E27FC236}">
                <a16:creationId xmlns:a16="http://schemas.microsoft.com/office/drawing/2014/main" id="{F4726732-99EE-4FB7-9C1C-E36DFFFAD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63565" y="6913194"/>
            <a:ext cx="1102175" cy="3367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&lt;image-3&gt;</a:t>
            </a:r>
          </a:p>
        </p:txBody>
      </p:sp>
      <p:sp>
        <p:nvSpPr>
          <p:cNvPr id="114" name="text-47 showcases">
            <a:extLst xmlns:a="http://schemas.openxmlformats.org/drawingml/2006/main">
              <a:ext uri="{FF2B5EF4-FFF2-40B4-BE49-F238E27FC236}">
                <a16:creationId xmlns:a16="http://schemas.microsoft.com/office/drawing/2014/main" id="{374FF759-1CF2-4B13-9C80-F302B2406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90516" y="6913131"/>
            <a:ext cx="1058421" cy="3368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showcases</a:t>
            </a:r>
          </a:p>
        </p:txBody>
      </p:sp>
      <p:sp>
        <p:nvSpPr>
          <p:cNvPr id="115" name="text-47 the">
            <a:extLst xmlns:a="http://schemas.openxmlformats.org/drawingml/2006/main">
              <a:ext uri="{FF2B5EF4-FFF2-40B4-BE49-F238E27FC236}">
                <a16:creationId xmlns:a16="http://schemas.microsoft.com/office/drawing/2014/main" id="{AC1C3134-0D54-4742-9E2E-4013AF6CBB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73455" y="6914398"/>
            <a:ext cx="335326" cy="3350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116" name="text-47 Sydney">
            <a:extLst xmlns:a="http://schemas.openxmlformats.org/drawingml/2006/main">
              <a:ext uri="{FF2B5EF4-FFF2-40B4-BE49-F238E27FC236}">
                <a16:creationId xmlns:a16="http://schemas.microsoft.com/office/drawing/2014/main" id="{D639DA41-E197-4511-A2E0-50A06CF50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33662" y="6914431"/>
            <a:ext cx="760592" cy="335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Sydney</a:t>
            </a:r>
          </a:p>
        </p:txBody>
      </p:sp>
      <p:sp>
        <p:nvSpPr>
          <p:cNvPr id="117" name="text-47 Opera">
            <a:extLst xmlns:a="http://schemas.openxmlformats.org/drawingml/2006/main">
              <a:ext uri="{FF2B5EF4-FFF2-40B4-BE49-F238E27FC236}">
                <a16:creationId xmlns:a16="http://schemas.microsoft.com/office/drawing/2014/main" id="{8485B227-7E7C-4C1E-8C4F-BFD05D2FE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18938" y="6914512"/>
            <a:ext cx="627179" cy="3348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Opera</a:t>
            </a:r>
          </a:p>
        </p:txBody>
      </p:sp>
      <p:sp>
        <p:nvSpPr>
          <p:cNvPr id="118" name="text-47 House,">
            <a:extLst xmlns:a="http://schemas.openxmlformats.org/drawingml/2006/main">
              <a:ext uri="{FF2B5EF4-FFF2-40B4-BE49-F238E27FC236}">
                <a16:creationId xmlns:a16="http://schemas.microsoft.com/office/drawing/2014/main" id="{CD55E525-19DF-4D30-8589-8477FEE63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71017" y="6913827"/>
            <a:ext cx="715819" cy="3358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House,</a:t>
            </a:r>
          </a:p>
        </p:txBody>
      </p:sp>
      <p:sp>
        <p:nvSpPr>
          <p:cNvPr id="119" name="text-47 a">
            <a:extLst xmlns:a="http://schemas.openxmlformats.org/drawingml/2006/main">
              <a:ext uri="{FF2B5EF4-FFF2-40B4-BE49-F238E27FC236}">
                <a16:creationId xmlns:a16="http://schemas.microsoft.com/office/drawing/2014/main" id="{5ECC9703-AAAD-4988-BF7F-B6B9688C2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11123" y="6923224"/>
            <a:ext cx="143790" cy="3226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</a:t>
            </a:r>
          </a:p>
        </p:txBody>
      </p:sp>
      <p:sp>
        <p:nvSpPr>
          <p:cNvPr id="120" name="text-47 modern">
            <a:extLst xmlns:a="http://schemas.openxmlformats.org/drawingml/2006/main">
              <a:ext uri="{FF2B5EF4-FFF2-40B4-BE49-F238E27FC236}">
                <a16:creationId xmlns:a16="http://schemas.microsoft.com/office/drawing/2014/main" id="{CFAD7113-C7B4-440B-AE43-15C5D0616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81382" y="6914187"/>
            <a:ext cx="774533" cy="3353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modern</a:t>
            </a:r>
          </a:p>
        </p:txBody>
      </p:sp>
      <p:sp>
        <p:nvSpPr>
          <p:cNvPr id="121" name="text-47 architectural">
            <a:extLst xmlns:a="http://schemas.openxmlformats.org/drawingml/2006/main">
              <a:ext uri="{FF2B5EF4-FFF2-40B4-BE49-F238E27FC236}">
                <a16:creationId xmlns:a16="http://schemas.microsoft.com/office/drawing/2014/main" id="{B485A49C-F60D-4293-8D89-3F4C2BF9D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80556" y="6910140"/>
            <a:ext cx="1260315" cy="3410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1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1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1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architectural</a:t>
            </a:r>
          </a:p>
        </p:txBody>
      </p:sp>
      <p:sp>
        <p:nvSpPr>
          <p:cNvPr id="122" name="text-47 icon">
            <a:extLst xmlns:a="http://schemas.openxmlformats.org/drawingml/2006/main">
              <a:ext uri="{FF2B5EF4-FFF2-40B4-BE49-F238E27FC236}">
                <a16:creationId xmlns:a16="http://schemas.microsoft.com/office/drawing/2014/main" id="{9F3CEBD7-F5B6-4859-9C67-087157AD8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65028" y="6913766"/>
            <a:ext cx="456099" cy="3359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icon</a:t>
            </a:r>
          </a:p>
        </p:txBody>
      </p:sp>
      <p:sp>
        <p:nvSpPr>
          <p:cNvPr id="123" name="text-47 located">
            <a:extLst xmlns:a="http://schemas.openxmlformats.org/drawingml/2006/main">
              <a:ext uri="{FF2B5EF4-FFF2-40B4-BE49-F238E27FC236}">
                <a16:creationId xmlns:a16="http://schemas.microsoft.com/office/drawing/2014/main" id="{CDF29939-66B9-4F76-8D4F-861165373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45691" y="6910293"/>
            <a:ext cx="746280" cy="3407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1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located</a:t>
            </a:r>
          </a:p>
        </p:txBody>
      </p:sp>
      <p:sp>
        <p:nvSpPr>
          <p:cNvPr id="124" name="text-47 on">
            <a:extLst xmlns:a="http://schemas.openxmlformats.org/drawingml/2006/main">
              <a:ext uri="{FF2B5EF4-FFF2-40B4-BE49-F238E27FC236}">
                <a16:creationId xmlns:a16="http://schemas.microsoft.com/office/drawing/2014/main" id="{9736A3D3-B968-45B1-9001-484F2E2212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18226" y="6916780"/>
            <a:ext cx="279507" cy="3317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on</a:t>
            </a:r>
          </a:p>
        </p:txBody>
      </p:sp>
      <p:sp>
        <p:nvSpPr>
          <p:cNvPr id="125" name="text-47 the">
            <a:extLst xmlns:a="http://schemas.openxmlformats.org/drawingml/2006/main">
              <a:ext uri="{FF2B5EF4-FFF2-40B4-BE49-F238E27FC236}">
                <a16:creationId xmlns:a16="http://schemas.microsoft.com/office/drawing/2014/main" id="{3E609E38-3DCA-4DF4-B2AC-895F8793D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25155" y="6912501"/>
            <a:ext cx="337985" cy="3377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126" name="text-48 shores">
            <a:extLst xmlns:a="http://schemas.openxmlformats.org/drawingml/2006/main">
              <a:ext uri="{FF2B5EF4-FFF2-40B4-BE49-F238E27FC236}">
                <a16:creationId xmlns:a16="http://schemas.microsoft.com/office/drawing/2014/main" id="{A9B95D60-C370-4143-AC8D-5EC275812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31298" y="7190678"/>
            <a:ext cx="658911" cy="3374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shores</a:t>
            </a:r>
          </a:p>
        </p:txBody>
      </p:sp>
      <p:sp>
        <p:nvSpPr>
          <p:cNvPr id="127" name="text-48 of">
            <a:extLst xmlns:a="http://schemas.openxmlformats.org/drawingml/2006/main">
              <a:ext uri="{FF2B5EF4-FFF2-40B4-BE49-F238E27FC236}">
                <a16:creationId xmlns:a16="http://schemas.microsoft.com/office/drawing/2014/main" id="{E3A79305-55B1-4CC1-AFDE-F9CF8E6CE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14649" y="7194865"/>
            <a:ext cx="239837" cy="3315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128" name="text-48 Sydney">
            <a:extLst xmlns:a="http://schemas.openxmlformats.org/drawingml/2006/main">
              <a:ext uri="{FF2B5EF4-FFF2-40B4-BE49-F238E27FC236}">
                <a16:creationId xmlns:a16="http://schemas.microsoft.com/office/drawing/2014/main" id="{0ACEFD4D-BFC0-4557-A2D6-012206E49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79882" y="7192405"/>
            <a:ext cx="760590" cy="3349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Sydney</a:t>
            </a:r>
          </a:p>
        </p:txBody>
      </p:sp>
      <p:sp>
        <p:nvSpPr>
          <p:cNvPr id="129" name="text-48 Harbour">
            <a:extLst xmlns:a="http://schemas.openxmlformats.org/drawingml/2006/main">
              <a:ext uri="{FF2B5EF4-FFF2-40B4-BE49-F238E27FC236}">
                <a16:creationId xmlns:a16="http://schemas.microsoft.com/office/drawing/2014/main" id="{5FC734A0-01CE-4166-9AE5-636C910DA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65156" y="7191636"/>
            <a:ext cx="842695" cy="3360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Harbour</a:t>
            </a:r>
          </a:p>
        </p:txBody>
      </p:sp>
      <p:sp>
        <p:nvSpPr>
          <p:cNvPr id="130" name="text-48 in">
            <a:extLst xmlns:a="http://schemas.openxmlformats.org/drawingml/2006/main">
              <a:ext uri="{FF2B5EF4-FFF2-40B4-BE49-F238E27FC236}">
                <a16:creationId xmlns:a16="http://schemas.microsoft.com/office/drawing/2014/main" id="{6BB9B77F-9E5F-44C3-BD94-522F16041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32666" y="7194037"/>
            <a:ext cx="227514" cy="332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7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131" name="text-48 Australia.">
            <a:extLst xmlns:a="http://schemas.openxmlformats.org/drawingml/2006/main">
              <a:ext uri="{FF2B5EF4-FFF2-40B4-BE49-F238E27FC236}">
                <a16:creationId xmlns:a16="http://schemas.microsoft.com/office/drawing/2014/main" id="{A107938D-AFA7-4771-A656-99899FA64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85159" y="7188813"/>
            <a:ext cx="994329" cy="3400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Australia.</a:t>
            </a:r>
          </a:p>
        </p:txBody>
      </p:sp>
      <p:sp>
        <p:nvSpPr>
          <p:cNvPr id="132" name="text-48 Designed">
            <a:extLst xmlns:a="http://schemas.openxmlformats.org/drawingml/2006/main">
              <a:ext uri="{FF2B5EF4-FFF2-40B4-BE49-F238E27FC236}">
                <a16:creationId xmlns:a16="http://schemas.microsoft.com/office/drawing/2014/main" id="{5E68F75A-2B18-47A3-B045-8FDB8B95A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03237" y="7191308"/>
            <a:ext cx="950736" cy="3365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Designed</a:t>
            </a:r>
          </a:p>
        </p:txBody>
      </p:sp>
      <p:sp>
        <p:nvSpPr>
          <p:cNvPr id="133" name="text-48 by">
            <a:extLst xmlns:a="http://schemas.openxmlformats.org/drawingml/2006/main">
              <a:ext uri="{FF2B5EF4-FFF2-40B4-BE49-F238E27FC236}">
                <a16:creationId xmlns:a16="http://schemas.microsoft.com/office/drawing/2014/main" id="{6DEBC2FA-3E7E-4AF9-9C7B-3139F1DC8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78461" y="7195914"/>
            <a:ext cx="278138" cy="3300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by</a:t>
            </a:r>
          </a:p>
        </p:txBody>
      </p:sp>
      <p:sp>
        <p:nvSpPr>
          <p:cNvPr id="134" name="text-48 Danish">
            <a:extLst xmlns:a="http://schemas.openxmlformats.org/drawingml/2006/main">
              <a:ext uri="{FF2B5EF4-FFF2-40B4-BE49-F238E27FC236}">
                <a16:creationId xmlns:a16="http://schemas.microsoft.com/office/drawing/2014/main" id="{0D63AF0B-F7DC-43F8-A411-353317D9D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81916" y="7190158"/>
            <a:ext cx="727407" cy="3381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Danish</a:t>
            </a:r>
          </a:p>
        </p:txBody>
      </p:sp>
      <p:sp>
        <p:nvSpPr>
          <p:cNvPr id="135" name="text-48 architect">
            <a:extLst xmlns:a="http://schemas.openxmlformats.org/drawingml/2006/main">
              <a:ext uri="{FF2B5EF4-FFF2-40B4-BE49-F238E27FC236}">
                <a16:creationId xmlns:a16="http://schemas.microsoft.com/office/drawing/2014/main" id="{FB817248-6FF4-456E-9F73-2F7187E02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35919" y="7185833"/>
            <a:ext cx="890092" cy="3442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architect</a:t>
            </a:r>
          </a:p>
        </p:txBody>
      </p:sp>
      <p:sp>
        <p:nvSpPr>
          <p:cNvPr id="136" name="text-48 Jørn">
            <a:extLst xmlns:a="http://schemas.openxmlformats.org/drawingml/2006/main">
              <a:ext uri="{FF2B5EF4-FFF2-40B4-BE49-F238E27FC236}">
                <a16:creationId xmlns:a16="http://schemas.microsoft.com/office/drawing/2014/main" id="{B32E9EDD-7B72-41CB-BE57-0BB329928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52073" y="7189779"/>
            <a:ext cx="459925" cy="3386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Jørn</a:t>
            </a:r>
          </a:p>
        </p:txBody>
      </p:sp>
      <p:sp>
        <p:nvSpPr>
          <p:cNvPr id="137" name="text-48 Utzon">
            <a:extLst xmlns:a="http://schemas.openxmlformats.org/drawingml/2006/main">
              <a:ext uri="{FF2B5EF4-FFF2-40B4-BE49-F238E27FC236}">
                <a16:creationId xmlns:a16="http://schemas.microsoft.com/office/drawing/2014/main" id="{929FAAD4-E2CB-49A7-A5B9-8ED1F84993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38527" y="7190587"/>
            <a:ext cx="632356" cy="3375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Utzon</a:t>
            </a:r>
          </a:p>
        </p:txBody>
      </p:sp>
      <p:sp>
        <p:nvSpPr>
          <p:cNvPr id="138" name="text-48 and">
            <a:extLst xmlns:a="http://schemas.openxmlformats.org/drawingml/2006/main">
              <a:ext uri="{FF2B5EF4-FFF2-40B4-BE49-F238E27FC236}">
                <a16:creationId xmlns:a16="http://schemas.microsoft.com/office/drawing/2014/main" id="{8C14E29A-2503-4BC5-8812-94637FF63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97556" y="7192114"/>
            <a:ext cx="388855" cy="3354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139" name="text-48 completed">
            <a:extLst xmlns:a="http://schemas.openxmlformats.org/drawingml/2006/main">
              <a:ext uri="{FF2B5EF4-FFF2-40B4-BE49-F238E27FC236}">
                <a16:creationId xmlns:a16="http://schemas.microsoft.com/office/drawing/2014/main" id="{FFB90649-603B-495A-ABBA-B222F8F8C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13358" y="7188397"/>
            <a:ext cx="1056660" cy="3406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1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1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1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completed</a:t>
            </a:r>
          </a:p>
        </p:txBody>
      </p:sp>
      <p:sp>
        <p:nvSpPr>
          <p:cNvPr id="140" name="text-48 in">
            <a:extLst xmlns:a="http://schemas.openxmlformats.org/drawingml/2006/main">
              <a:ext uri="{FF2B5EF4-FFF2-40B4-BE49-F238E27FC236}">
                <a16:creationId xmlns:a16="http://schemas.microsoft.com/office/drawing/2014/main" id="{92D401E3-FD0F-441A-B972-27A1080F1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96297" y="7192548"/>
            <a:ext cx="228940" cy="33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141" name="text-48 1973,">
            <a:extLst xmlns:a="http://schemas.openxmlformats.org/drawingml/2006/main">
              <a:ext uri="{FF2B5EF4-FFF2-40B4-BE49-F238E27FC236}">
                <a16:creationId xmlns:a16="http://schemas.microsoft.com/office/drawing/2014/main" id="{25D416DE-A8FA-4C51-812A-7A05A9A4F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52263" y="7189766"/>
            <a:ext cx="587622" cy="3386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1973,</a:t>
            </a:r>
          </a:p>
        </p:txBody>
      </p:sp>
      <p:sp>
        <p:nvSpPr>
          <p:cNvPr id="142" name="text-48 the">
            <a:extLst xmlns:a="http://schemas.openxmlformats.org/drawingml/2006/main">
              <a:ext uri="{FF2B5EF4-FFF2-40B4-BE49-F238E27FC236}">
                <a16:creationId xmlns:a16="http://schemas.microsoft.com/office/drawing/2014/main" id="{74DFDB95-08A2-4740-9EC7-D2AA00451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66121" y="7190475"/>
            <a:ext cx="337985" cy="3377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143" name="text-48 Opera">
            <a:extLst xmlns:a="http://schemas.openxmlformats.org/drawingml/2006/main">
              <a:ext uri="{FF2B5EF4-FFF2-40B4-BE49-F238E27FC236}">
                <a16:creationId xmlns:a16="http://schemas.microsoft.com/office/drawing/2014/main" id="{B25259CB-1752-4D7C-B084-258E77152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30962" y="7190589"/>
            <a:ext cx="632153" cy="3375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Opera</a:t>
            </a:r>
          </a:p>
        </p:txBody>
      </p:sp>
      <p:sp>
        <p:nvSpPr>
          <p:cNvPr id="144" name="text-49 House">
            <a:extLst xmlns:a="http://schemas.openxmlformats.org/drawingml/2006/main">
              <a:ext uri="{FF2B5EF4-FFF2-40B4-BE49-F238E27FC236}">
                <a16:creationId xmlns:a16="http://schemas.microsoft.com/office/drawing/2014/main" id="{BFAA08A1-06A4-4734-9F57-204F237B4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31298" y="7478229"/>
            <a:ext cx="632729" cy="3240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House</a:t>
            </a:r>
          </a:p>
        </p:txBody>
      </p:sp>
      <p:sp>
        <p:nvSpPr>
          <p:cNvPr id="145" name="text-49 is">
            <a:extLst xmlns:a="http://schemas.openxmlformats.org/drawingml/2006/main">
              <a:ext uri="{FF2B5EF4-FFF2-40B4-BE49-F238E27FC236}">
                <a16:creationId xmlns:a16="http://schemas.microsoft.com/office/drawing/2014/main" id="{B60CDA24-2C5C-4DD3-9673-B7C3AD843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81061" y="7477801"/>
            <a:ext cx="196292" cy="3246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146" name="text-49 celebrated">
            <a:extLst xmlns:a="http://schemas.openxmlformats.org/drawingml/2006/main">
              <a:ext uri="{FF2B5EF4-FFF2-40B4-BE49-F238E27FC236}">
                <a16:creationId xmlns:a16="http://schemas.microsoft.com/office/drawing/2014/main" id="{47EAF7AF-11F4-4BEA-90B0-10F042E85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94173" y="7477378"/>
            <a:ext cx="995608" cy="3252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celebrated</a:t>
            </a:r>
          </a:p>
        </p:txBody>
      </p:sp>
      <p:sp>
        <p:nvSpPr>
          <p:cNvPr id="147" name="text-49 for">
            <a:extLst xmlns:a="http://schemas.openxmlformats.org/drawingml/2006/main">
              <a:ext uri="{FF2B5EF4-FFF2-40B4-BE49-F238E27FC236}">
                <a16:creationId xmlns:a16="http://schemas.microsoft.com/office/drawing/2014/main" id="{D6FAE9D0-7D5C-4FC3-AC11-F626B6BA9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6460" y="7477829"/>
            <a:ext cx="311907" cy="3245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for</a:t>
            </a:r>
          </a:p>
        </p:txBody>
      </p:sp>
      <p:sp>
        <p:nvSpPr>
          <p:cNvPr id="148" name="text-49 its">
            <a:extLst xmlns:a="http://schemas.openxmlformats.org/drawingml/2006/main">
              <a:ext uri="{FF2B5EF4-FFF2-40B4-BE49-F238E27FC236}">
                <a16:creationId xmlns:a16="http://schemas.microsoft.com/office/drawing/2014/main" id="{EF1BF66B-0C57-40B3-8DC6-F5D4337BA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35395" y="7477303"/>
            <a:ext cx="261241" cy="3253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its</a:t>
            </a:r>
          </a:p>
        </p:txBody>
      </p:sp>
      <p:sp>
        <p:nvSpPr>
          <p:cNvPr id="149" name="text-49 innovative">
            <a:extLst xmlns:a="http://schemas.openxmlformats.org/drawingml/2006/main">
              <a:ext uri="{FF2B5EF4-FFF2-40B4-BE49-F238E27FC236}">
                <a16:creationId xmlns:a16="http://schemas.microsoft.com/office/drawing/2014/main" id="{1029A990-12D7-4182-86F7-ABC09F2C87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13368" y="7477621"/>
            <a:ext cx="1020842" cy="3248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innovative</a:t>
            </a:r>
          </a:p>
        </p:txBody>
      </p:sp>
      <p:sp>
        <p:nvSpPr>
          <p:cNvPr id="150" name="text-49 design">
            <a:extLst xmlns:a="http://schemas.openxmlformats.org/drawingml/2006/main">
              <a:ext uri="{FF2B5EF4-FFF2-40B4-BE49-F238E27FC236}">
                <a16:creationId xmlns:a16="http://schemas.microsoft.com/office/drawing/2014/main" id="{BDF1BF12-4849-4503-8D47-F4076873C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51135" y="7477773"/>
            <a:ext cx="646912" cy="324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design</a:t>
            </a:r>
          </a:p>
        </p:txBody>
      </p:sp>
      <p:sp>
        <p:nvSpPr>
          <p:cNvPr id="151" name="text-49 and">
            <a:extLst xmlns:a="http://schemas.openxmlformats.org/drawingml/2006/main">
              <a:ext uri="{FF2B5EF4-FFF2-40B4-BE49-F238E27FC236}">
                <a16:creationId xmlns:a16="http://schemas.microsoft.com/office/drawing/2014/main" id="{5CAAF569-9164-48EA-A695-B77037291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14797" y="7478115"/>
            <a:ext cx="375827" cy="3241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152" name="text-49 engineering.">
            <a:extLst xmlns:a="http://schemas.openxmlformats.org/drawingml/2006/main">
              <a:ext uri="{FF2B5EF4-FFF2-40B4-BE49-F238E27FC236}">
                <a16:creationId xmlns:a16="http://schemas.microsoft.com/office/drawing/2014/main" id="{E7A452CE-3560-4C10-9DA7-C3AA8903CA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07435" y="7477527"/>
            <a:ext cx="1195084" cy="3249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engineering.</a:t>
            </a:r>
          </a:p>
        </p:txBody>
      </p:sp>
      <p:sp>
        <p:nvSpPr>
          <p:cNvPr id="153" name="text-50 .....">
            <a:extLst xmlns:a="http://schemas.openxmlformats.org/drawingml/2006/main">
              <a:ext uri="{FF2B5EF4-FFF2-40B4-BE49-F238E27FC236}">
                <a16:creationId xmlns:a16="http://schemas.microsoft.com/office/drawing/2014/main" id="{F36625A6-DCFE-447B-BAB6-B659EB72A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61025" y="7478118"/>
            <a:ext cx="330944" cy="3241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.....</a:t>
            </a:r>
          </a:p>
        </p:txBody>
      </p:sp>
      <p:sp>
        <p:nvSpPr>
          <p:cNvPr id="154" name="text-51 Q12">
            <a:extLst xmlns:a="http://schemas.openxmlformats.org/drawingml/2006/main">
              <a:ext uri="{FF2B5EF4-FFF2-40B4-BE49-F238E27FC236}">
                <a16:creationId xmlns:a16="http://schemas.microsoft.com/office/drawing/2014/main" id="{2BCB8848-E912-43F7-9841-74A672818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31182" y="7977672"/>
            <a:ext cx="526283" cy="3236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Q12</a:t>
            </a:r>
          </a:p>
        </p:txBody>
      </p:sp>
      <p:sp>
        <p:nvSpPr>
          <p:cNvPr id="155" name="text-52 ：">
            <a:extLst xmlns:a="http://schemas.openxmlformats.org/drawingml/2006/main">
              <a:ext uri="{FF2B5EF4-FFF2-40B4-BE49-F238E27FC236}">
                <a16:creationId xmlns:a16="http://schemas.microsoft.com/office/drawing/2014/main" id="{6460A04F-363F-4621-8854-7ECF97807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16477" y="7901399"/>
            <a:ext cx="285829" cy="4304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2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2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2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：</a:t>
            </a:r>
          </a:p>
        </p:txBody>
      </p:sp>
      <p:sp>
        <p:nvSpPr>
          <p:cNvPr id="156" name="text-53 &quot;Discuss">
            <a:extLst xmlns:a="http://schemas.openxmlformats.org/drawingml/2006/main">
              <a:ext uri="{FF2B5EF4-FFF2-40B4-BE49-F238E27FC236}">
                <a16:creationId xmlns:a16="http://schemas.microsoft.com/office/drawing/2014/main" id="{CB35EEB4-9660-46BC-BF43-56B2939A5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48122" y="7977457"/>
            <a:ext cx="948397" cy="3239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"Discuss</a:t>
            </a:r>
          </a:p>
        </p:txBody>
      </p:sp>
      <p:sp>
        <p:nvSpPr>
          <p:cNvPr id="157" name="text-53 the">
            <a:extLst xmlns:a="http://schemas.openxmlformats.org/drawingml/2006/main">
              <a:ext uri="{FF2B5EF4-FFF2-40B4-BE49-F238E27FC236}">
                <a16:creationId xmlns:a16="http://schemas.microsoft.com/office/drawing/2014/main" id="{BBBF1F6A-47EF-42C8-A78B-DDDF5FBBC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24504" y="7977342"/>
            <a:ext cx="411172" cy="3241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158" name="text-53 historical">
            <a:extLst xmlns:a="http://schemas.openxmlformats.org/drawingml/2006/main">
              <a:ext uri="{FF2B5EF4-FFF2-40B4-BE49-F238E27FC236}">
                <a16:creationId xmlns:a16="http://schemas.microsoft.com/office/drawing/2014/main" id="{6F4A7F1D-A1C6-4F98-8506-761E05994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64629" y="7977340"/>
            <a:ext cx="1060342" cy="3241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historical</a:t>
            </a:r>
          </a:p>
        </p:txBody>
      </p:sp>
      <p:sp>
        <p:nvSpPr>
          <p:cNvPr id="159" name="text-53 significance">
            <a:extLst xmlns:a="http://schemas.openxmlformats.org/drawingml/2006/main">
              <a:ext uri="{FF2B5EF4-FFF2-40B4-BE49-F238E27FC236}">
                <a16:creationId xmlns:a16="http://schemas.microsoft.com/office/drawing/2014/main" id="{BE50F058-C807-4588-8E89-F6F9D78C3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53357" y="7977123"/>
            <a:ext cx="1315782" cy="3244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significance</a:t>
            </a:r>
          </a:p>
        </p:txBody>
      </p:sp>
      <p:sp>
        <p:nvSpPr>
          <p:cNvPr id="160" name="text-53 of">
            <a:extLst xmlns:a="http://schemas.openxmlformats.org/drawingml/2006/main">
              <a:ext uri="{FF2B5EF4-FFF2-40B4-BE49-F238E27FC236}">
                <a16:creationId xmlns:a16="http://schemas.microsoft.com/office/drawing/2014/main" id="{47520C11-B842-4884-A8F1-5C53B9A0F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98052" y="7977840"/>
            <a:ext cx="280353" cy="323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161" name="text-53 &lt;image-1&gt;">
            <a:extLst xmlns:a="http://schemas.openxmlformats.org/drawingml/2006/main">
              <a:ext uri="{FF2B5EF4-FFF2-40B4-BE49-F238E27FC236}">
                <a16:creationId xmlns:a16="http://schemas.microsoft.com/office/drawing/2014/main" id="{18B2A5A3-D2D4-43CE-92B5-5ED97DA74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07298" y="7977523"/>
            <a:ext cx="1030632" cy="3238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&lt;image-1&gt;</a:t>
            </a:r>
          </a:p>
        </p:txBody>
      </p:sp>
      <p:sp>
        <p:nvSpPr>
          <p:cNvPr id="162" name="text-53 and">
            <a:extLst xmlns:a="http://schemas.openxmlformats.org/drawingml/2006/main">
              <a:ext uri="{FF2B5EF4-FFF2-40B4-BE49-F238E27FC236}">
                <a16:creationId xmlns:a16="http://schemas.microsoft.com/office/drawing/2014/main" id="{ADBDFE78-34D0-41B6-90D6-1AADF1B39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65913" y="7977580"/>
            <a:ext cx="416770" cy="3237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and</a:t>
            </a:r>
          </a:p>
        </p:txBody>
      </p:sp>
      <p:sp>
        <p:nvSpPr>
          <p:cNvPr id="163" name="text-53 &lt;image-4&gt;">
            <a:extLst xmlns:a="http://schemas.openxmlformats.org/drawingml/2006/main">
              <a:ext uri="{FF2B5EF4-FFF2-40B4-BE49-F238E27FC236}">
                <a16:creationId xmlns:a16="http://schemas.microsoft.com/office/drawing/2014/main" id="{ADA1213C-74CA-41EF-A5E6-F25B8769F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10670" y="7977508"/>
            <a:ext cx="1067698" cy="3238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&lt;image-4&gt;</a:t>
            </a:r>
          </a:p>
        </p:txBody>
      </p:sp>
      <p:sp>
        <p:nvSpPr>
          <p:cNvPr id="164" name="text-53 in">
            <a:extLst xmlns:a="http://schemas.openxmlformats.org/drawingml/2006/main">
              <a:ext uri="{FF2B5EF4-FFF2-40B4-BE49-F238E27FC236}">
                <a16:creationId xmlns:a16="http://schemas.microsoft.com/office/drawing/2014/main" id="{AE90E5A5-4855-44A2-9995-B5F27DBE6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06348" y="7977951"/>
            <a:ext cx="227067" cy="3232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in</a:t>
            </a:r>
          </a:p>
        </p:txBody>
      </p:sp>
      <p:sp>
        <p:nvSpPr>
          <p:cNvPr id="165" name="text-53 their">
            <a:extLst xmlns:a="http://schemas.openxmlformats.org/drawingml/2006/main">
              <a:ext uri="{FF2B5EF4-FFF2-40B4-BE49-F238E27FC236}">
                <a16:creationId xmlns:a16="http://schemas.microsoft.com/office/drawing/2014/main" id="{58B7C42B-1F26-4F28-8C28-D55F10862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62314" y="7977049"/>
            <a:ext cx="587959" cy="3245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their</a:t>
            </a:r>
          </a:p>
        </p:txBody>
      </p:sp>
      <p:sp>
        <p:nvSpPr>
          <p:cNvPr id="166" name="text-53 respective">
            <a:extLst xmlns:a="http://schemas.openxmlformats.org/drawingml/2006/main">
              <a:ext uri="{FF2B5EF4-FFF2-40B4-BE49-F238E27FC236}">
                <a16:creationId xmlns:a16="http://schemas.microsoft.com/office/drawing/2014/main" id="{9FA18186-113B-4183-9AC7-48B4A0238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78488" y="7977210"/>
            <a:ext cx="1175621" cy="3243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respective</a:t>
            </a:r>
          </a:p>
        </p:txBody>
      </p:sp>
      <p:sp>
        <p:nvSpPr>
          <p:cNvPr id="167" name="text-53 cultures.&quot;">
            <a:extLst xmlns:a="http://schemas.openxmlformats.org/drawingml/2006/main">
              <a:ext uri="{FF2B5EF4-FFF2-40B4-BE49-F238E27FC236}">
                <a16:creationId xmlns:a16="http://schemas.microsoft.com/office/drawing/2014/main" id="{C61CEBE5-6CEF-4ADB-8EFD-D8D5A697D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83039" y="7977126"/>
            <a:ext cx="1081146" cy="324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cultures."</a:t>
            </a:r>
          </a:p>
        </p:txBody>
      </p:sp>
      <p:sp>
        <p:nvSpPr>
          <p:cNvPr id="168" name="text-54 A12">
            <a:extLst xmlns:a="http://schemas.openxmlformats.org/drawingml/2006/main">
              <a:ext uri="{FF2B5EF4-FFF2-40B4-BE49-F238E27FC236}">
                <a16:creationId xmlns:a16="http://schemas.microsoft.com/office/drawing/2014/main" id="{69BE76B9-58C6-4252-9B1A-4AE48C4FA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19600" y="8366777"/>
            <a:ext cx="500280" cy="3286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4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A12</a:t>
            </a:r>
          </a:p>
        </p:txBody>
      </p:sp>
      <p:sp>
        <p:nvSpPr>
          <p:cNvPr id="169" name="text-55 ：">
            <a:extLst xmlns:a="http://schemas.openxmlformats.org/drawingml/2006/main">
              <a:ext uri="{FF2B5EF4-FFF2-40B4-BE49-F238E27FC236}">
                <a16:creationId xmlns:a16="http://schemas.microsoft.com/office/drawing/2014/main" id="{1C57673D-3A19-4544-8658-A6AA3138D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81731" y="8294037"/>
            <a:ext cx="285829" cy="4304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2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21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21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：</a:t>
            </a:r>
          </a:p>
        </p:txBody>
      </p:sp>
      <p:sp>
        <p:nvSpPr>
          <p:cNvPr id="170" name="text-56 The">
            <a:extLst xmlns:a="http://schemas.openxmlformats.org/drawingml/2006/main">
              <a:ext uri="{FF2B5EF4-FFF2-40B4-BE49-F238E27FC236}">
                <a16:creationId xmlns:a16="http://schemas.microsoft.com/office/drawing/2014/main" id="{BC054487-2951-4189-93FD-DA6F3FA55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16850" y="8365710"/>
            <a:ext cx="408817" cy="3301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171" name="text-56 historical">
            <a:extLst xmlns:a="http://schemas.openxmlformats.org/drawingml/2006/main">
              <a:ext uri="{FF2B5EF4-FFF2-40B4-BE49-F238E27FC236}">
                <a16:creationId xmlns:a16="http://schemas.microsoft.com/office/drawing/2014/main" id="{25410FD3-D4BB-4CDB-AF36-F287A723A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48867" y="8360715"/>
            <a:ext cx="938981" cy="3370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historical</a:t>
            </a:r>
          </a:p>
        </p:txBody>
      </p:sp>
      <p:sp>
        <p:nvSpPr>
          <p:cNvPr id="172" name="text-56 significance">
            <a:extLst xmlns:a="http://schemas.openxmlformats.org/drawingml/2006/main">
              <a:ext uri="{FF2B5EF4-FFF2-40B4-BE49-F238E27FC236}">
                <a16:creationId xmlns:a16="http://schemas.microsoft.com/office/drawing/2014/main" id="{65FCA678-CEAF-440A-8822-CF8AE80B3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10191" y="8361326"/>
            <a:ext cx="1202989" cy="3362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significance</a:t>
            </a:r>
          </a:p>
        </p:txBody>
      </p:sp>
      <p:sp>
        <p:nvSpPr>
          <p:cNvPr id="173" name="text-56 of">
            <a:extLst xmlns:a="http://schemas.openxmlformats.org/drawingml/2006/main">
              <a:ext uri="{FF2B5EF4-FFF2-40B4-BE49-F238E27FC236}">
                <a16:creationId xmlns:a16="http://schemas.microsoft.com/office/drawing/2014/main" id="{0394702C-7EEA-436D-8908-609C606948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35591" y="8366060"/>
            <a:ext cx="238429" cy="3296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174" name="text-56 &lt;image-1&gt;">
            <a:extLst xmlns:a="http://schemas.openxmlformats.org/drawingml/2006/main">
              <a:ext uri="{FF2B5EF4-FFF2-40B4-BE49-F238E27FC236}">
                <a16:creationId xmlns:a16="http://schemas.microsoft.com/office/drawing/2014/main" id="{C8F5BB3F-956C-4BCB-8DFB-134908E42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97349" y="8363079"/>
            <a:ext cx="1092530" cy="3337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&lt;image-1&gt;</a:t>
            </a:r>
          </a:p>
        </p:txBody>
      </p:sp>
      <p:sp>
        <p:nvSpPr>
          <p:cNvPr id="175" name="text-56 and">
            <a:extLst xmlns:a="http://schemas.openxmlformats.org/drawingml/2006/main">
              <a:ext uri="{FF2B5EF4-FFF2-40B4-BE49-F238E27FC236}">
                <a16:creationId xmlns:a16="http://schemas.microsoft.com/office/drawing/2014/main" id="{5CAC02B2-AAFD-4C10-A15E-D0414A407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12717" y="8365131"/>
            <a:ext cx="383642" cy="3309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176" name="text-56 &lt;image-4&gt;">
            <a:extLst xmlns:a="http://schemas.openxmlformats.org/drawingml/2006/main">
              <a:ext uri="{FF2B5EF4-FFF2-40B4-BE49-F238E27FC236}">
                <a16:creationId xmlns:a16="http://schemas.microsoft.com/office/drawing/2014/main" id="{0EC2326C-34E7-4ADB-9483-C4B535E55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19253" y="8363079"/>
            <a:ext cx="1092530" cy="3337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&lt;image-4&gt;</a:t>
            </a:r>
          </a:p>
        </p:txBody>
      </p:sp>
      <p:sp>
        <p:nvSpPr>
          <p:cNvPr id="177" name="text-56 in">
            <a:extLst xmlns:a="http://schemas.openxmlformats.org/drawingml/2006/main">
              <a:ext uri="{FF2B5EF4-FFF2-40B4-BE49-F238E27FC236}">
                <a16:creationId xmlns:a16="http://schemas.microsoft.com/office/drawing/2014/main" id="{B10D45CE-027A-4B89-930F-76C00A7EE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34621" y="8365332"/>
            <a:ext cx="226089" cy="3306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178" name="text-56 their">
            <a:extLst xmlns:a="http://schemas.openxmlformats.org/drawingml/2006/main">
              <a:ext uri="{FF2B5EF4-FFF2-40B4-BE49-F238E27FC236}">
                <a16:creationId xmlns:a16="http://schemas.microsoft.com/office/drawing/2014/main" id="{D936530E-B03B-4B98-AA8E-F39945818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83639" y="8361657"/>
            <a:ext cx="482449" cy="3357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their</a:t>
            </a:r>
          </a:p>
        </p:txBody>
      </p:sp>
      <p:sp>
        <p:nvSpPr>
          <p:cNvPr id="179" name="text-56 respective">
            <a:extLst xmlns:a="http://schemas.openxmlformats.org/drawingml/2006/main">
              <a:ext uri="{FF2B5EF4-FFF2-40B4-BE49-F238E27FC236}">
                <a16:creationId xmlns:a16="http://schemas.microsoft.com/office/drawing/2014/main" id="{1CD56303-A5F4-4D19-B2E4-E4F5F24D5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88624" y="8361558"/>
            <a:ext cx="1015317" cy="3359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respective</a:t>
            </a:r>
          </a:p>
        </p:txBody>
      </p:sp>
      <p:sp>
        <p:nvSpPr>
          <p:cNvPr id="180" name="text-56 cultures">
            <a:extLst xmlns:a="http://schemas.openxmlformats.org/drawingml/2006/main">
              <a:ext uri="{FF2B5EF4-FFF2-40B4-BE49-F238E27FC236}">
                <a16:creationId xmlns:a16="http://schemas.microsoft.com/office/drawing/2014/main" id="{339711A8-2E6D-4EA6-B042-C6CB66CFD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26393" y="8361586"/>
            <a:ext cx="802334" cy="3358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cultures</a:t>
            </a:r>
          </a:p>
        </p:txBody>
      </p:sp>
      <p:sp>
        <p:nvSpPr>
          <p:cNvPr id="181" name="text-56 is">
            <a:extLst xmlns:a="http://schemas.openxmlformats.org/drawingml/2006/main">
              <a:ext uri="{FF2B5EF4-FFF2-40B4-BE49-F238E27FC236}">
                <a16:creationId xmlns:a16="http://schemas.microsoft.com/office/drawing/2014/main" id="{0729BB90-DFB5-4D59-85A3-017288AFD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51048" y="8364419"/>
            <a:ext cx="200706" cy="3319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182" name="text-56 profound,">
            <a:extLst xmlns:a="http://schemas.openxmlformats.org/drawingml/2006/main">
              <a:ext uri="{FF2B5EF4-FFF2-40B4-BE49-F238E27FC236}">
                <a16:creationId xmlns:a16="http://schemas.microsoft.com/office/drawing/2014/main" id="{832D1E8A-0F39-43C6-9B34-48660FDC3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74586" y="8362490"/>
            <a:ext cx="978578" cy="3346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profound,</a:t>
            </a:r>
          </a:p>
        </p:txBody>
      </p:sp>
      <p:sp>
        <p:nvSpPr>
          <p:cNvPr id="183" name="text-56 reflecting">
            <a:extLst xmlns:a="http://schemas.openxmlformats.org/drawingml/2006/main">
              <a:ext uri="{FF2B5EF4-FFF2-40B4-BE49-F238E27FC236}">
                <a16:creationId xmlns:a16="http://schemas.microsoft.com/office/drawing/2014/main" id="{E5C07CBD-ADCF-462A-AA3A-64F07463E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75295" y="8359068"/>
            <a:ext cx="971953" cy="3394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reflecting</a:t>
            </a:r>
          </a:p>
        </p:txBody>
      </p:sp>
      <p:sp>
        <p:nvSpPr>
          <p:cNvPr id="184" name="text-56 their">
            <a:extLst xmlns:a="http://schemas.openxmlformats.org/drawingml/2006/main">
              <a:ext uri="{FF2B5EF4-FFF2-40B4-BE49-F238E27FC236}">
                <a16:creationId xmlns:a16="http://schemas.microsoft.com/office/drawing/2014/main" id="{0FF6C792-92AD-4C30-A8C0-E4D12858E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71367" y="8359127"/>
            <a:ext cx="487539" cy="3393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their</a:t>
            </a:r>
          </a:p>
        </p:txBody>
      </p:sp>
      <p:sp>
        <p:nvSpPr>
          <p:cNvPr id="185" name="text-56 roles">
            <a:extLst xmlns:a="http://schemas.openxmlformats.org/drawingml/2006/main">
              <a:ext uri="{FF2B5EF4-FFF2-40B4-BE49-F238E27FC236}">
                <a16:creationId xmlns:a16="http://schemas.microsoft.com/office/drawing/2014/main" id="{97C05515-6DA7-4D67-9088-8BD803038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83302" y="8359827"/>
            <a:ext cx="513095" cy="3383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roles</a:t>
            </a:r>
          </a:p>
        </p:txBody>
      </p:sp>
      <p:sp>
        <p:nvSpPr>
          <p:cNvPr id="186" name="text-56 as">
            <a:extLst xmlns:a="http://schemas.openxmlformats.org/drawingml/2006/main">
              <a:ext uri="{FF2B5EF4-FFF2-40B4-BE49-F238E27FC236}">
                <a16:creationId xmlns:a16="http://schemas.microsoft.com/office/drawing/2014/main" id="{22A4CF1C-14EA-4301-B77D-743EC8338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20718" y="8364425"/>
            <a:ext cx="240085" cy="3318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as</a:t>
            </a:r>
          </a:p>
        </p:txBody>
      </p:sp>
      <p:sp>
        <p:nvSpPr>
          <p:cNvPr id="187" name="text-56 iconic">
            <a:extLst xmlns:a="http://schemas.openxmlformats.org/drawingml/2006/main">
              <a:ext uri="{FF2B5EF4-FFF2-40B4-BE49-F238E27FC236}">
                <a16:creationId xmlns:a16="http://schemas.microsoft.com/office/drawing/2014/main" id="{098FBAB2-5423-4CFC-B306-6E0B7BDB8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85951" y="8359960"/>
            <a:ext cx="633391" cy="3381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iconic</a:t>
            </a:r>
          </a:p>
        </p:txBody>
      </p:sp>
      <p:sp>
        <p:nvSpPr>
          <p:cNvPr id="188" name="text-56 symbols">
            <a:extLst xmlns:a="http://schemas.openxmlformats.org/drawingml/2006/main">
              <a:ext uri="{FF2B5EF4-FFF2-40B4-BE49-F238E27FC236}">
                <a16:creationId xmlns:a16="http://schemas.microsoft.com/office/drawing/2014/main" id="{8B1591C1-0472-4F9B-9725-DFF579DA4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43824" y="8361183"/>
            <a:ext cx="844101" cy="3364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symbols</a:t>
            </a:r>
          </a:p>
        </p:txBody>
      </p:sp>
      <p:sp>
        <p:nvSpPr>
          <p:cNvPr id="189" name="text-56 of">
            <a:extLst xmlns:a="http://schemas.openxmlformats.org/drawingml/2006/main">
              <a:ext uri="{FF2B5EF4-FFF2-40B4-BE49-F238E27FC236}">
                <a16:creationId xmlns:a16="http://schemas.microsoft.com/office/drawing/2014/main" id="{0391F6EE-AAA7-444F-84E9-5549F6A0B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12491" y="8364668"/>
            <a:ext cx="239839" cy="3315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190" name="text-56 their">
            <a:extLst xmlns:a="http://schemas.openxmlformats.org/drawingml/2006/main">
              <a:ext uri="{FF2B5EF4-FFF2-40B4-BE49-F238E27FC236}">
                <a16:creationId xmlns:a16="http://schemas.microsoft.com/office/drawing/2014/main" id="{BBDA34DD-E7A1-4B28-B888-F5F5F9F2E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77724" y="8359128"/>
            <a:ext cx="487537" cy="3393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their</a:t>
            </a:r>
          </a:p>
        </p:txBody>
      </p:sp>
      <p:sp>
        <p:nvSpPr>
          <p:cNvPr id="191" name="text-57 civilizations.">
            <a:extLst xmlns:a="http://schemas.openxmlformats.org/drawingml/2006/main">
              <a:ext uri="{FF2B5EF4-FFF2-40B4-BE49-F238E27FC236}">
                <a16:creationId xmlns:a16="http://schemas.microsoft.com/office/drawing/2014/main" id="{7AE71580-1AAA-4795-ABCF-EA2B3B449D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19600" y="8631331"/>
            <a:ext cx="1251268" cy="3295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civilizations.</a:t>
            </a:r>
          </a:p>
        </p:txBody>
      </p:sp>
      <p:sp>
        <p:nvSpPr>
          <p:cNvPr id="192" name="text-59 &lt;image-1&gt;">
            <a:extLst xmlns:a="http://schemas.openxmlformats.org/drawingml/2006/main">
              <a:ext uri="{FF2B5EF4-FFF2-40B4-BE49-F238E27FC236}">
                <a16:creationId xmlns:a16="http://schemas.microsoft.com/office/drawing/2014/main" id="{A1276E17-930E-4A09-A299-C81B38B40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89011" y="8632521"/>
            <a:ext cx="1073241" cy="3278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&lt;image-1&gt;</a:t>
            </a:r>
          </a:p>
        </p:txBody>
      </p:sp>
      <p:sp>
        <p:nvSpPr>
          <p:cNvPr id="193" name="text-59 shows">
            <a:extLst xmlns:a="http://schemas.openxmlformats.org/drawingml/2006/main">
              <a:ext uri="{FF2B5EF4-FFF2-40B4-BE49-F238E27FC236}">
                <a16:creationId xmlns:a16="http://schemas.microsoft.com/office/drawing/2014/main" id="{B8500939-A76D-4FDE-B61A-E30EB4F2E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81215" y="8633431"/>
            <a:ext cx="625092" cy="3266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shows</a:t>
            </a:r>
          </a:p>
        </p:txBody>
      </p:sp>
      <p:sp>
        <p:nvSpPr>
          <p:cNvPr id="194" name="text-59 the">
            <a:extLst xmlns:a="http://schemas.openxmlformats.org/drawingml/2006/main">
              <a:ext uri="{FF2B5EF4-FFF2-40B4-BE49-F238E27FC236}">
                <a16:creationId xmlns:a16="http://schemas.microsoft.com/office/drawing/2014/main" id="{1FDDFC93-7EF4-40E9-B1F5-DA520FB31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25186" y="8633101"/>
            <a:ext cx="327353" cy="3270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195" name="text-59 Colosseum,">
            <a:extLst xmlns:a="http://schemas.openxmlformats.org/drawingml/2006/main">
              <a:ext uri="{FF2B5EF4-FFF2-40B4-BE49-F238E27FC236}">
                <a16:creationId xmlns:a16="http://schemas.microsoft.com/office/drawing/2014/main" id="{1B417D5F-FE13-467A-BC9A-5CE8D91AB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71495" y="8632576"/>
            <a:ext cx="1141011" cy="3278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Colosseum,</a:t>
            </a:r>
          </a:p>
        </p:txBody>
      </p:sp>
      <p:sp>
        <p:nvSpPr>
          <p:cNvPr id="196" name="text-59 an">
            <a:extLst xmlns:a="http://schemas.openxmlformats.org/drawingml/2006/main">
              <a:ext uri="{FF2B5EF4-FFF2-40B4-BE49-F238E27FC236}">
                <a16:creationId xmlns:a16="http://schemas.microsoft.com/office/drawing/2014/main" id="{C8F7D85A-3C22-4FA9-87F8-772E48122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30875" y="8634093"/>
            <a:ext cx="261358" cy="3256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</a:t>
            </a:r>
          </a:p>
        </p:txBody>
      </p:sp>
      <p:sp>
        <p:nvSpPr>
          <p:cNvPr id="197" name="text-59 ancient">
            <a:extLst xmlns:a="http://schemas.openxmlformats.org/drawingml/2006/main">
              <a:ext uri="{FF2B5EF4-FFF2-40B4-BE49-F238E27FC236}">
                <a16:creationId xmlns:a16="http://schemas.microsoft.com/office/drawing/2014/main" id="{EE057A08-3049-46FF-8E6A-3863A1F9E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11165" y="8632221"/>
            <a:ext cx="718947" cy="3283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ancient</a:t>
            </a:r>
          </a:p>
        </p:txBody>
      </p:sp>
      <p:sp>
        <p:nvSpPr>
          <p:cNvPr id="198" name="text-59 amphitheater">
            <a:extLst xmlns:a="http://schemas.openxmlformats.org/drawingml/2006/main">
              <a:ext uri="{FF2B5EF4-FFF2-40B4-BE49-F238E27FC236}">
                <a16:creationId xmlns:a16="http://schemas.microsoft.com/office/drawing/2014/main" id="{46A26DC7-FA43-40F4-96A2-A107CB42F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48952" y="8632022"/>
            <a:ext cx="1266799" cy="3285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amphitheater</a:t>
            </a:r>
          </a:p>
        </p:txBody>
      </p:sp>
      <p:sp>
        <p:nvSpPr>
          <p:cNvPr id="199" name="text-59 in">
            <a:extLst xmlns:a="http://schemas.openxmlformats.org/drawingml/2006/main">
              <a:ext uri="{FF2B5EF4-FFF2-40B4-BE49-F238E27FC236}">
                <a16:creationId xmlns:a16="http://schemas.microsoft.com/office/drawing/2014/main" id="{4CFDB66A-F68D-4994-A305-4533C534A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34578" y="8633544"/>
            <a:ext cx="223236" cy="3264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200" name="text-59 Rome,">
            <a:extLst xmlns:a="http://schemas.openxmlformats.org/drawingml/2006/main">
              <a:ext uri="{FF2B5EF4-FFF2-40B4-BE49-F238E27FC236}">
                <a16:creationId xmlns:a16="http://schemas.microsoft.com/office/drawing/2014/main" id="{9A308E03-D42C-467E-8AAC-F88B91663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76646" y="8633209"/>
            <a:ext cx="657919" cy="3269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Rome,</a:t>
            </a:r>
          </a:p>
        </p:txBody>
      </p:sp>
      <p:sp>
        <p:nvSpPr>
          <p:cNvPr id="201" name="text-59 Italy,">
            <a:extLst xmlns:a="http://schemas.openxmlformats.org/drawingml/2006/main">
              <a:ext uri="{FF2B5EF4-FFF2-40B4-BE49-F238E27FC236}">
                <a16:creationId xmlns:a16="http://schemas.microsoft.com/office/drawing/2014/main" id="{76EDA116-6394-4F36-ADF3-D3592FB84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55365" y="8621064"/>
            <a:ext cx="539650" cy="3439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Italy,</a:t>
            </a:r>
          </a:p>
        </p:txBody>
      </p:sp>
      <p:sp>
        <p:nvSpPr>
          <p:cNvPr id="202" name="text-59 constructed">
            <a:extLst xmlns:a="http://schemas.openxmlformats.org/drawingml/2006/main">
              <a:ext uri="{FF2B5EF4-FFF2-40B4-BE49-F238E27FC236}">
                <a16:creationId xmlns:a16="http://schemas.microsoft.com/office/drawing/2014/main" id="{6F1E4464-6BD0-4C94-AB67-9877F5A33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13627" y="8629549"/>
            <a:ext cx="1135475" cy="3320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constructed</a:t>
            </a:r>
          </a:p>
        </p:txBody>
      </p:sp>
      <p:sp>
        <p:nvSpPr>
          <p:cNvPr id="203" name="text-59 in">
            <a:extLst xmlns:a="http://schemas.openxmlformats.org/drawingml/2006/main">
              <a:ext uri="{FF2B5EF4-FFF2-40B4-BE49-F238E27FC236}">
                <a16:creationId xmlns:a16="http://schemas.microsoft.com/office/drawing/2014/main" id="{2438F107-EF1F-48A8-9E94-0BD3C96C7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69531" y="8632054"/>
            <a:ext cx="224663" cy="3285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204" name="text-59 the">
            <a:extLst xmlns:a="http://schemas.openxmlformats.org/drawingml/2006/main">
              <a:ext uri="{FF2B5EF4-FFF2-40B4-BE49-F238E27FC236}">
                <a16:creationId xmlns:a16="http://schemas.microsoft.com/office/drawing/2014/main" id="{C9E79CF0-87E5-437E-ADB4-E1F6C3877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15074" y="8631204"/>
            <a:ext cx="330012" cy="3297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05" name="text-59 first">
            <a:extLst xmlns:a="http://schemas.openxmlformats.org/drawingml/2006/main">
              <a:ext uri="{FF2B5EF4-FFF2-40B4-BE49-F238E27FC236}">
                <a16:creationId xmlns:a16="http://schemas.microsoft.com/office/drawing/2014/main" id="{4CED6557-0EAF-4564-BE80-CB393B263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66014" y="8628409"/>
            <a:ext cx="426605" cy="333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first</a:t>
            </a:r>
          </a:p>
        </p:txBody>
      </p:sp>
      <p:sp>
        <p:nvSpPr>
          <p:cNvPr id="206" name="text-59 century">
            <a:extLst xmlns:a="http://schemas.openxmlformats.org/drawingml/2006/main">
              <a:ext uri="{FF2B5EF4-FFF2-40B4-BE49-F238E27FC236}">
                <a16:creationId xmlns:a16="http://schemas.microsoft.com/office/drawing/2014/main" id="{544628D1-37BF-40BE-8FE7-0A60A429A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13089" y="8630049"/>
            <a:ext cx="752014" cy="3313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century</a:t>
            </a:r>
          </a:p>
        </p:txBody>
      </p:sp>
      <p:sp>
        <p:nvSpPr>
          <p:cNvPr id="207" name="text-59 AD.">
            <a:extLst xmlns:a="http://schemas.openxmlformats.org/drawingml/2006/main">
              <a:ext uri="{FF2B5EF4-FFF2-40B4-BE49-F238E27FC236}">
                <a16:creationId xmlns:a16="http://schemas.microsoft.com/office/drawing/2014/main" id="{C0BB55DE-E006-4999-B4ED-27BAC74D2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85621" y="8633002"/>
            <a:ext cx="437893" cy="3272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AD.</a:t>
            </a:r>
          </a:p>
        </p:txBody>
      </p:sp>
      <p:sp>
        <p:nvSpPr>
          <p:cNvPr id="208" name="text-59 The">
            <a:extLst xmlns:a="http://schemas.openxmlformats.org/drawingml/2006/main">
              <a:ext uri="{FF2B5EF4-FFF2-40B4-BE49-F238E27FC236}">
                <a16:creationId xmlns:a16="http://schemas.microsoft.com/office/drawing/2014/main" id="{02E1FFDE-35C6-4419-99A4-23052AF22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44276" y="8632433"/>
            <a:ext cx="406232" cy="3280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09" name="text-59 Colosseum">
            <a:extLst xmlns:a="http://schemas.openxmlformats.org/drawingml/2006/main">
              <a:ext uri="{FF2B5EF4-FFF2-40B4-BE49-F238E27FC236}">
                <a16:creationId xmlns:a16="http://schemas.microsoft.com/office/drawing/2014/main" id="{ACDD1BCA-9EDD-4FF3-A7E6-A1C4BB294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71660" y="8630860"/>
            <a:ext cx="1090401" cy="3302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Colosseum</a:t>
            </a:r>
          </a:p>
        </p:txBody>
      </p:sp>
      <p:sp>
        <p:nvSpPr>
          <p:cNvPr id="210" name="text-59 is">
            <a:extLst xmlns:a="http://schemas.openxmlformats.org/drawingml/2006/main">
              <a:ext uri="{FF2B5EF4-FFF2-40B4-BE49-F238E27FC236}">
                <a16:creationId xmlns:a16="http://schemas.microsoft.com/office/drawing/2014/main" id="{ACDF12C9-CAD7-41F9-8858-8E586C07A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83551" y="8631388"/>
            <a:ext cx="199236" cy="3294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211" name="text-59 a">
            <a:extLst xmlns:a="http://schemas.openxmlformats.org/drawingml/2006/main">
              <a:ext uri="{FF2B5EF4-FFF2-40B4-BE49-F238E27FC236}">
                <a16:creationId xmlns:a16="http://schemas.microsoft.com/office/drawing/2014/main" id="{0BA4DA4D-8FBA-4166-8BB2-A2C513095F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03614" y="8636236"/>
            <a:ext cx="143790" cy="3226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</a:t>
            </a:r>
          </a:p>
        </p:txBody>
      </p:sp>
      <p:sp>
        <p:nvSpPr>
          <p:cNvPr id="212" name="text-59 symbol">
            <a:extLst xmlns:a="http://schemas.openxmlformats.org/drawingml/2006/main">
              <a:ext uri="{FF2B5EF4-FFF2-40B4-BE49-F238E27FC236}">
                <a16:creationId xmlns:a16="http://schemas.microsoft.com/office/drawing/2014/main" id="{87E46A66-2527-427A-9147-65A31894F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69238" y="8630928"/>
            <a:ext cx="736553" cy="3301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symbol</a:t>
            </a:r>
          </a:p>
        </p:txBody>
      </p:sp>
      <p:sp>
        <p:nvSpPr>
          <p:cNvPr id="213" name="text-59 of">
            <a:extLst xmlns:a="http://schemas.openxmlformats.org/drawingml/2006/main">
              <a:ext uri="{FF2B5EF4-FFF2-40B4-BE49-F238E27FC236}">
                <a16:creationId xmlns:a16="http://schemas.microsoft.com/office/drawing/2014/main" id="{439DEEA4-7E41-40BC-A51F-D21DAE582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26714" y="8632684"/>
            <a:ext cx="237020" cy="3276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214" name="text-60 the">
            <a:extLst xmlns:a="http://schemas.openxmlformats.org/drawingml/2006/main">
              <a:ext uri="{FF2B5EF4-FFF2-40B4-BE49-F238E27FC236}">
                <a16:creationId xmlns:a16="http://schemas.microsoft.com/office/drawing/2014/main" id="{E1022BAC-BA9E-485E-9BAE-71FB44A4FD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19600" y="8909178"/>
            <a:ext cx="330011" cy="3297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15" name="text-60 might">
            <a:extLst xmlns:a="http://schemas.openxmlformats.org/drawingml/2006/main">
              <a:ext uri="{FF2B5EF4-FFF2-40B4-BE49-F238E27FC236}">
                <a16:creationId xmlns:a16="http://schemas.microsoft.com/office/drawing/2014/main" id="{CE673C7C-4526-4139-8C4F-D2FBCED48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70542" y="8908686"/>
            <a:ext cx="592973" cy="3304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might</a:t>
            </a:r>
          </a:p>
        </p:txBody>
      </p:sp>
      <p:sp>
        <p:nvSpPr>
          <p:cNvPr id="216" name="text-60 and">
            <a:extLst xmlns:a="http://schemas.openxmlformats.org/drawingml/2006/main">
              <a:ext uri="{FF2B5EF4-FFF2-40B4-BE49-F238E27FC236}">
                <a16:creationId xmlns:a16="http://schemas.microsoft.com/office/drawing/2014/main" id="{702750CC-14F2-45FB-9D2A-584F9A143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84400" y="8909943"/>
            <a:ext cx="381037" cy="32866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217" name="text-60 grandeur">
            <a:extLst xmlns:a="http://schemas.openxmlformats.org/drawingml/2006/main">
              <a:ext uri="{FF2B5EF4-FFF2-40B4-BE49-F238E27FC236}">
                <a16:creationId xmlns:a16="http://schemas.microsoft.com/office/drawing/2014/main" id="{14FA62B7-E40C-4271-9C51-A44CCAAB7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86303" y="8908233"/>
            <a:ext cx="882587" cy="3310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grandeur</a:t>
            </a:r>
          </a:p>
        </p:txBody>
      </p:sp>
      <p:sp>
        <p:nvSpPr>
          <p:cNvPr id="218" name="text-60 of">
            <a:extLst xmlns:a="http://schemas.openxmlformats.org/drawingml/2006/main">
              <a:ext uri="{FF2B5EF4-FFF2-40B4-BE49-F238E27FC236}">
                <a16:creationId xmlns:a16="http://schemas.microsoft.com/office/drawing/2014/main" id="{013B8906-180F-4DFD-81E3-53F097D64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89718" y="8910658"/>
            <a:ext cx="237020" cy="3276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219" name="text-60 the">
            <a:extLst xmlns:a="http://schemas.openxmlformats.org/drawingml/2006/main">
              <a:ext uri="{FF2B5EF4-FFF2-40B4-BE49-F238E27FC236}">
                <a16:creationId xmlns:a16="http://schemas.microsoft.com/office/drawing/2014/main" id="{6901D79D-BE98-46A2-82AD-A1D56E156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48002" y="8909178"/>
            <a:ext cx="330011" cy="3297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20" name="text-60 Roman">
            <a:extLst xmlns:a="http://schemas.openxmlformats.org/drawingml/2006/main">
              <a:ext uri="{FF2B5EF4-FFF2-40B4-BE49-F238E27FC236}">
                <a16:creationId xmlns:a16="http://schemas.microsoft.com/office/drawing/2014/main" id="{97BA7AD0-BE46-4215-A5B0-1F98AAE10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98943" y="8909843"/>
            <a:ext cx="720414" cy="3288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Roman</a:t>
            </a:r>
          </a:p>
        </p:txBody>
      </p:sp>
      <p:sp>
        <p:nvSpPr>
          <p:cNvPr id="221" name="text-60 Empire">
            <a:extLst xmlns:a="http://schemas.openxmlformats.org/drawingml/2006/main">
              <a:ext uri="{FF2B5EF4-FFF2-40B4-BE49-F238E27FC236}">
                <a16:creationId xmlns:a16="http://schemas.microsoft.com/office/drawing/2014/main" id="{B8EDAA15-6D26-418C-ABC8-9BA48374B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40206" y="8908755"/>
            <a:ext cx="736624" cy="3303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Empire</a:t>
            </a:r>
          </a:p>
        </p:txBody>
      </p:sp>
      <p:sp>
        <p:nvSpPr>
          <p:cNvPr id="222" name="text-61 ......">
            <a:extLst xmlns:a="http://schemas.openxmlformats.org/drawingml/2006/main">
              <a:ext uri="{FF2B5EF4-FFF2-40B4-BE49-F238E27FC236}">
                <a16:creationId xmlns:a16="http://schemas.microsoft.com/office/drawing/2014/main" id="{B5342E9A-E95A-4106-B23C-248A7A8D8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37453" y="8905417"/>
            <a:ext cx="401832" cy="335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......</a:t>
            </a:r>
          </a:p>
        </p:txBody>
      </p:sp>
      <p:sp>
        <p:nvSpPr>
          <p:cNvPr id="223" name="text-62 &lt;image-4&gt;">
            <a:extLst xmlns:a="http://schemas.openxmlformats.org/drawingml/2006/main">
              <a:ext uri="{FF2B5EF4-FFF2-40B4-BE49-F238E27FC236}">
                <a16:creationId xmlns:a16="http://schemas.microsoft.com/office/drawing/2014/main" id="{53137F19-6BA4-49F4-A9FF-6516957732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59047" y="8908390"/>
            <a:ext cx="1082885" cy="3308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&lt;image-4&gt;</a:t>
            </a:r>
          </a:p>
        </p:txBody>
      </p:sp>
      <p:sp>
        <p:nvSpPr>
          <p:cNvPr id="224" name="text-62 depicts">
            <a:extLst xmlns:a="http://schemas.openxmlformats.org/drawingml/2006/main">
              <a:ext uri="{FF2B5EF4-FFF2-40B4-BE49-F238E27FC236}">
                <a16:creationId xmlns:a16="http://schemas.microsoft.com/office/drawing/2014/main" id="{8E72DDB1-9DE4-4F50-B371-18F3141B5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62833" y="8907659"/>
            <a:ext cx="713791" cy="3318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depicts</a:t>
            </a:r>
          </a:p>
        </p:txBody>
      </p:sp>
      <p:sp>
        <p:nvSpPr>
          <p:cNvPr id="225" name="text-62 the">
            <a:extLst xmlns:a="http://schemas.openxmlformats.org/drawingml/2006/main">
              <a:ext uri="{FF2B5EF4-FFF2-40B4-BE49-F238E27FC236}">
                <a16:creationId xmlns:a16="http://schemas.microsoft.com/office/drawing/2014/main" id="{59547FF7-6FC9-491D-8188-AB3B52B92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97146" y="8909177"/>
            <a:ext cx="330012" cy="3297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26" name="text-62 Taj">
            <a:extLst xmlns:a="http://schemas.openxmlformats.org/drawingml/2006/main">
              <a:ext uri="{FF2B5EF4-FFF2-40B4-BE49-F238E27FC236}">
                <a16:creationId xmlns:a16="http://schemas.microsoft.com/office/drawing/2014/main" id="{9E17AB3D-639B-4C40-9CD8-E5F5A0987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48086" y="8896657"/>
            <a:ext cx="357704" cy="34726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5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5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5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Taj</a:t>
            </a:r>
          </a:p>
        </p:txBody>
      </p:sp>
      <p:sp>
        <p:nvSpPr>
          <p:cNvPr id="227" name="text-62 Mahal,">
            <a:extLst xmlns:a="http://schemas.openxmlformats.org/drawingml/2006/main">
              <a:ext uri="{FF2B5EF4-FFF2-40B4-BE49-F238E27FC236}">
                <a16:creationId xmlns:a16="http://schemas.microsoft.com/office/drawing/2014/main" id="{0BAB6F11-2048-405C-BEFE-50E76023E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24509" y="8908496"/>
            <a:ext cx="704731" cy="3306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Mahal,</a:t>
            </a:r>
          </a:p>
        </p:txBody>
      </p:sp>
      <p:sp>
        <p:nvSpPr>
          <p:cNvPr id="228" name="text-62 a">
            <a:extLst xmlns:a="http://schemas.openxmlformats.org/drawingml/2006/main">
              <a:ext uri="{FF2B5EF4-FFF2-40B4-BE49-F238E27FC236}">
                <a16:creationId xmlns:a16="http://schemas.microsoft.com/office/drawing/2014/main" id="{05BBEEFC-E311-4463-A6E1-63198AE6D3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51872" y="8914210"/>
            <a:ext cx="143790" cy="3226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</a:t>
            </a:r>
          </a:p>
        </p:txBody>
      </p:sp>
      <p:sp>
        <p:nvSpPr>
          <p:cNvPr id="229" name="text-62 mausoleum">
            <a:extLst xmlns:a="http://schemas.openxmlformats.org/drawingml/2006/main">
              <a:ext uri="{FF2B5EF4-FFF2-40B4-BE49-F238E27FC236}">
                <a16:creationId xmlns:a16="http://schemas.microsoft.com/office/drawing/2014/main" id="{9D68C436-3B5B-4DE4-937E-DD9D50A50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19814" y="8906738"/>
            <a:ext cx="1139426" cy="3331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mausoleum</a:t>
            </a:r>
          </a:p>
        </p:txBody>
      </p:sp>
      <p:sp>
        <p:nvSpPr>
          <p:cNvPr id="230" name="text-62 built">
            <a:extLst xmlns:a="http://schemas.openxmlformats.org/drawingml/2006/main">
              <a:ext uri="{FF2B5EF4-FFF2-40B4-BE49-F238E27FC236}">
                <a16:creationId xmlns:a16="http://schemas.microsoft.com/office/drawing/2014/main" id="{FDF040E7-EF81-408E-AD66-D627D6C13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82672" y="8905013"/>
            <a:ext cx="482446" cy="3355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built</a:t>
            </a:r>
          </a:p>
        </p:txBody>
      </p:sp>
      <p:sp>
        <p:nvSpPr>
          <p:cNvPr id="231" name="text-62 in">
            <a:extLst xmlns:a="http://schemas.openxmlformats.org/drawingml/2006/main">
              <a:ext uri="{FF2B5EF4-FFF2-40B4-BE49-F238E27FC236}">
                <a16:creationId xmlns:a16="http://schemas.microsoft.com/office/drawing/2014/main" id="{EEB8445F-2272-414E-8570-527BC86A2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87659" y="8908538"/>
            <a:ext cx="226089" cy="3306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232" name="text-62 the">
            <a:extLst xmlns:a="http://schemas.openxmlformats.org/drawingml/2006/main">
              <a:ext uri="{FF2B5EF4-FFF2-40B4-BE49-F238E27FC236}">
                <a16:creationId xmlns:a16="http://schemas.microsoft.com/office/drawing/2014/main" id="{CD53072B-40CC-4DA4-A05C-27EEC0C91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36678" y="8907280"/>
            <a:ext cx="332671" cy="3323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33" name="text-62 17th">
            <a:extLst xmlns:a="http://schemas.openxmlformats.org/drawingml/2006/main">
              <a:ext uri="{FF2B5EF4-FFF2-40B4-BE49-F238E27FC236}">
                <a16:creationId xmlns:a16="http://schemas.microsoft.com/office/drawing/2014/main" id="{E0548122-08A0-4BD6-B5E0-33EEE8F6A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92253" y="8907126"/>
            <a:ext cx="464938" cy="3326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7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17th</a:t>
            </a:r>
          </a:p>
        </p:txBody>
      </p:sp>
      <p:sp>
        <p:nvSpPr>
          <p:cNvPr id="234" name="text-62 century">
            <a:extLst xmlns:a="http://schemas.openxmlformats.org/drawingml/2006/main">
              <a:ext uri="{FF2B5EF4-FFF2-40B4-BE49-F238E27FC236}">
                <a16:creationId xmlns:a16="http://schemas.microsoft.com/office/drawing/2014/main" id="{459DA9E8-65B4-49F1-AC30-6B2F82B9D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79868" y="8905704"/>
            <a:ext cx="759381" cy="3345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century</a:t>
            </a:r>
          </a:p>
        </p:txBody>
      </p:sp>
      <p:sp>
        <p:nvSpPr>
          <p:cNvPr id="235" name="text-62 in">
            <a:extLst xmlns:a="http://schemas.openxmlformats.org/drawingml/2006/main">
              <a:ext uri="{FF2B5EF4-FFF2-40B4-BE49-F238E27FC236}">
                <a16:creationId xmlns:a16="http://schemas.microsoft.com/office/drawing/2014/main" id="{1FEAB3B2-68A3-47E5-A402-976766D854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61669" y="8908538"/>
            <a:ext cx="226089" cy="3306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236" name="text-62 Agra,">
            <a:extLst xmlns:a="http://schemas.openxmlformats.org/drawingml/2006/main">
              <a:ext uri="{FF2B5EF4-FFF2-40B4-BE49-F238E27FC236}">
                <a16:creationId xmlns:a16="http://schemas.microsoft.com/office/drawing/2014/main" id="{0C19EBB8-048F-457B-814D-6A45660C0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10689" y="8906811"/>
            <a:ext cx="577628" cy="3330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Agra,</a:t>
            </a:r>
          </a:p>
        </p:txBody>
      </p:sp>
      <p:sp>
        <p:nvSpPr>
          <p:cNvPr id="237" name="text-62 India,">
            <a:extLst xmlns:a="http://schemas.openxmlformats.org/drawingml/2006/main">
              <a:ext uri="{FF2B5EF4-FFF2-40B4-BE49-F238E27FC236}">
                <a16:creationId xmlns:a16="http://schemas.microsoft.com/office/drawing/2014/main" id="{560C7226-1D00-46BC-AD6B-A95A4C3E8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10648" y="8904987"/>
            <a:ext cx="595333" cy="3356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India,</a:t>
            </a:r>
          </a:p>
        </p:txBody>
      </p:sp>
      <p:sp>
        <p:nvSpPr>
          <p:cNvPr id="238" name="text-62 by">
            <a:extLst xmlns:a="http://schemas.openxmlformats.org/drawingml/2006/main">
              <a:ext uri="{FF2B5EF4-FFF2-40B4-BE49-F238E27FC236}">
                <a16:creationId xmlns:a16="http://schemas.microsoft.com/office/drawing/2014/main" id="{5E54EE05-FCFD-4875-B127-4DA7201F4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27982" y="8910083"/>
            <a:ext cx="276773" cy="328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by</a:t>
            </a:r>
          </a:p>
        </p:txBody>
      </p:sp>
      <p:sp>
        <p:nvSpPr>
          <p:cNvPr id="239" name="text-62 the">
            <a:extLst xmlns:a="http://schemas.openxmlformats.org/drawingml/2006/main">
              <a:ext uri="{FF2B5EF4-FFF2-40B4-BE49-F238E27FC236}">
                <a16:creationId xmlns:a16="http://schemas.microsoft.com/office/drawing/2014/main" id="{81ABE7CA-808F-45B2-BDBF-453C67FC2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27964" y="8907280"/>
            <a:ext cx="332671" cy="3323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40" name="text-62 Mughal">
            <a:extLst xmlns:a="http://schemas.openxmlformats.org/drawingml/2006/main">
              <a:ext uri="{FF2B5EF4-FFF2-40B4-BE49-F238E27FC236}">
                <a16:creationId xmlns:a16="http://schemas.microsoft.com/office/drawing/2014/main" id="{80A26759-B302-43D7-B464-52D70C250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83539" y="8907314"/>
            <a:ext cx="780854" cy="3323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Mughal</a:t>
            </a:r>
          </a:p>
        </p:txBody>
      </p:sp>
      <p:sp>
        <p:nvSpPr>
          <p:cNvPr id="241" name="text-63 Emperor">
            <a:extLst xmlns:a="http://schemas.openxmlformats.org/drawingml/2006/main">
              <a:ext uri="{FF2B5EF4-FFF2-40B4-BE49-F238E27FC236}">
                <a16:creationId xmlns:a16="http://schemas.microsoft.com/office/drawing/2014/main" id="{AAAF70DB-AE69-43E1-9095-2C71639F91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19600" y="9188754"/>
            <a:ext cx="860122" cy="3274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Emperor</a:t>
            </a:r>
          </a:p>
        </p:txBody>
      </p:sp>
      <p:sp>
        <p:nvSpPr>
          <p:cNvPr id="242" name="text-63 Shah">
            <a:extLst xmlns:a="http://schemas.openxmlformats.org/drawingml/2006/main">
              <a:ext uri="{FF2B5EF4-FFF2-40B4-BE49-F238E27FC236}">
                <a16:creationId xmlns:a16="http://schemas.microsoft.com/office/drawing/2014/main" id="{6F304E4E-0701-4BCB-BA2A-3B56BF69A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98691" y="9189505"/>
            <a:ext cx="508155" cy="3264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Shah</a:t>
            </a:r>
          </a:p>
        </p:txBody>
      </p:sp>
      <p:sp>
        <p:nvSpPr>
          <p:cNvPr id="243" name="text-63 Jahan">
            <a:extLst xmlns:a="http://schemas.openxmlformats.org/drawingml/2006/main">
              <a:ext uri="{FF2B5EF4-FFF2-40B4-BE49-F238E27FC236}">
                <a16:creationId xmlns:a16="http://schemas.microsoft.com/office/drawing/2014/main" id="{02A40690-5657-421D-B635-0E305C2E1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25682" y="9188822"/>
            <a:ext cx="574297" cy="3273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Jahan</a:t>
            </a:r>
          </a:p>
        </p:txBody>
      </p:sp>
      <p:sp>
        <p:nvSpPr>
          <p:cNvPr id="244" name="text-63 in">
            <a:extLst xmlns:a="http://schemas.openxmlformats.org/drawingml/2006/main">
              <a:ext uri="{FF2B5EF4-FFF2-40B4-BE49-F238E27FC236}">
                <a16:creationId xmlns:a16="http://schemas.microsoft.com/office/drawing/2014/main" id="{B03E0436-09B3-4F0C-A547-1556A4014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18693" y="9189492"/>
            <a:ext cx="223234" cy="3264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245" name="text-63 memory">
            <a:extLst xmlns:a="http://schemas.openxmlformats.org/drawingml/2006/main">
              <a:ext uri="{FF2B5EF4-FFF2-40B4-BE49-F238E27FC236}">
                <a16:creationId xmlns:a16="http://schemas.microsoft.com/office/drawing/2014/main" id="{9B465EED-3D8F-40DE-A341-970ACE84EB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60761" y="9188859"/>
            <a:ext cx="820991" cy="3273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memory</a:t>
            </a:r>
          </a:p>
        </p:txBody>
      </p:sp>
      <p:sp>
        <p:nvSpPr>
          <p:cNvPr id="246" name="text-63 of">
            <a:extLst xmlns:a="http://schemas.openxmlformats.org/drawingml/2006/main">
              <a:ext uri="{FF2B5EF4-FFF2-40B4-BE49-F238E27FC236}">
                <a16:creationId xmlns:a16="http://schemas.microsoft.com/office/drawing/2014/main" id="{29029329-B7BB-472C-884F-DE241705F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00472" y="9190021"/>
            <a:ext cx="235612" cy="3257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247" name="text-63 his">
            <a:extLst xmlns:a="http://schemas.openxmlformats.org/drawingml/2006/main">
              <a:ext uri="{FF2B5EF4-FFF2-40B4-BE49-F238E27FC236}">
                <a16:creationId xmlns:a16="http://schemas.microsoft.com/office/drawing/2014/main" id="{3270AD69-C8AD-4580-B8DB-07CD525C9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55280" y="9188928"/>
            <a:ext cx="314769" cy="3272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his</a:t>
            </a:r>
          </a:p>
        </p:txBody>
      </p:sp>
      <p:sp>
        <p:nvSpPr>
          <p:cNvPr id="248" name="text-63 beloved">
            <a:extLst xmlns:a="http://schemas.openxmlformats.org/drawingml/2006/main">
              <a:ext uri="{FF2B5EF4-FFF2-40B4-BE49-F238E27FC236}">
                <a16:creationId xmlns:a16="http://schemas.microsoft.com/office/drawing/2014/main" id="{E0691A39-3F59-45A1-AFAA-7D1C18110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88848" y="9188601"/>
            <a:ext cx="782816" cy="3277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beloved</a:t>
            </a:r>
          </a:p>
        </p:txBody>
      </p:sp>
      <p:sp>
        <p:nvSpPr>
          <p:cNvPr id="249" name="text-63 wife">
            <a:extLst xmlns:a="http://schemas.openxmlformats.org/drawingml/2006/main">
              <a:ext uri="{FF2B5EF4-FFF2-40B4-BE49-F238E27FC236}">
                <a16:creationId xmlns:a16="http://schemas.microsoft.com/office/drawing/2014/main" id="{7BC41B9F-AB50-488C-9D7F-A44936884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90337" y="9189016"/>
            <a:ext cx="457080" cy="3271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wife</a:t>
            </a:r>
          </a:p>
        </p:txBody>
      </p:sp>
      <p:sp>
        <p:nvSpPr>
          <p:cNvPr id="250" name="text-63 Mumtaz">
            <a:extLst xmlns:a="http://schemas.openxmlformats.org/drawingml/2006/main">
              <a:ext uri="{FF2B5EF4-FFF2-40B4-BE49-F238E27FC236}">
                <a16:creationId xmlns:a16="http://schemas.microsoft.com/office/drawing/2014/main" id="{D751796F-8E4D-453B-B9EE-D63282BED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66366" y="9188919"/>
            <a:ext cx="820779" cy="3272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Mumtaz</a:t>
            </a:r>
          </a:p>
        </p:txBody>
      </p:sp>
      <p:sp>
        <p:nvSpPr>
          <p:cNvPr id="251" name="text-63 Mahal.">
            <a:extLst xmlns:a="http://schemas.openxmlformats.org/drawingml/2006/main">
              <a:ext uri="{FF2B5EF4-FFF2-40B4-BE49-F238E27FC236}">
                <a16:creationId xmlns:a16="http://schemas.microsoft.com/office/drawing/2014/main" id="{380ACA80-C2E5-4272-B7FE-C7D3D4F9C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06077" y="9188534"/>
            <a:ext cx="698569" cy="3277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Mahal.</a:t>
            </a:r>
          </a:p>
        </p:txBody>
      </p:sp>
      <p:sp>
        <p:nvSpPr>
          <p:cNvPr id="252" name="text-63 The">
            <a:extLst xmlns:a="http://schemas.openxmlformats.org/drawingml/2006/main">
              <a:ext uri="{FF2B5EF4-FFF2-40B4-BE49-F238E27FC236}">
                <a16:creationId xmlns:a16="http://schemas.microsoft.com/office/drawing/2014/main" id="{C8693B65-B4AE-466E-973F-A9BB0B668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23017" y="9189870"/>
            <a:ext cx="403647" cy="3259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53" name="text-63 Taj">
            <a:extLst xmlns:a="http://schemas.openxmlformats.org/drawingml/2006/main">
              <a:ext uri="{FF2B5EF4-FFF2-40B4-BE49-F238E27FC236}">
                <a16:creationId xmlns:a16="http://schemas.microsoft.com/office/drawing/2014/main" id="{F02084E6-8447-4FF8-B918-F0822DB9C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45768" y="9176465"/>
            <a:ext cx="355056" cy="3446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Taj</a:t>
            </a:r>
          </a:p>
        </p:txBody>
      </p:sp>
      <p:sp>
        <p:nvSpPr>
          <p:cNvPr id="254" name="text-63 Mahal">
            <a:extLst xmlns:a="http://schemas.openxmlformats.org/drawingml/2006/main">
              <a:ext uri="{FF2B5EF4-FFF2-40B4-BE49-F238E27FC236}">
                <a16:creationId xmlns:a16="http://schemas.microsoft.com/office/drawing/2014/main" id="{9E60731A-24A2-4F4B-B183-D62D7A0AB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17557" y="9188951"/>
            <a:ext cx="638889" cy="3272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Mahal</a:t>
            </a:r>
          </a:p>
        </p:txBody>
      </p:sp>
      <p:sp>
        <p:nvSpPr>
          <p:cNvPr id="255" name="text-63 is">
            <a:extLst xmlns:a="http://schemas.openxmlformats.org/drawingml/2006/main">
              <a:ext uri="{FF2B5EF4-FFF2-40B4-BE49-F238E27FC236}">
                <a16:creationId xmlns:a16="http://schemas.microsoft.com/office/drawing/2014/main" id="{354FF9B9-FA99-423B-AED5-7ED634383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75426" y="9189073"/>
            <a:ext cx="197764" cy="327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256" name="text-63 a">
            <a:extLst xmlns:a="http://schemas.openxmlformats.org/drawingml/2006/main">
              <a:ext uri="{FF2B5EF4-FFF2-40B4-BE49-F238E27FC236}">
                <a16:creationId xmlns:a16="http://schemas.microsoft.com/office/drawing/2014/main" id="{429DD2E6-5257-4266-8C9E-1E14952B09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92015" y="9192183"/>
            <a:ext cx="143790" cy="3226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</a:t>
            </a:r>
          </a:p>
        </p:txBody>
      </p:sp>
      <p:sp>
        <p:nvSpPr>
          <p:cNvPr id="257" name="text-63 symbol">
            <a:extLst xmlns:a="http://schemas.openxmlformats.org/drawingml/2006/main">
              <a:ext uri="{FF2B5EF4-FFF2-40B4-BE49-F238E27FC236}">
                <a16:creationId xmlns:a16="http://schemas.microsoft.com/office/drawing/2014/main" id="{2FA0E86F-B6CB-4F81-97DB-5138BA803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55324" y="9188842"/>
            <a:ext cx="730407" cy="3273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symbol</a:t>
            </a:r>
          </a:p>
        </p:txBody>
      </p:sp>
      <p:sp>
        <p:nvSpPr>
          <p:cNvPr id="258" name="text-63 of">
            <a:extLst xmlns:a="http://schemas.openxmlformats.org/drawingml/2006/main">
              <a:ext uri="{FF2B5EF4-FFF2-40B4-BE49-F238E27FC236}">
                <a16:creationId xmlns:a16="http://schemas.microsoft.com/office/drawing/2014/main" id="{6E3C0581-4D0E-4CEF-B90A-F49C2D36C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04692" y="9190020"/>
            <a:ext cx="235613" cy="3257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259" name="text-63 love">
            <a:extLst xmlns:a="http://schemas.openxmlformats.org/drawingml/2006/main">
              <a:ext uri="{FF2B5EF4-FFF2-40B4-BE49-F238E27FC236}">
                <a16:creationId xmlns:a16="http://schemas.microsoft.com/office/drawing/2014/main" id="{E047E8DD-217A-4543-9594-F6C1FD102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59501" y="9188900"/>
            <a:ext cx="444360" cy="3272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love</a:t>
            </a:r>
          </a:p>
        </p:txBody>
      </p:sp>
      <p:sp>
        <p:nvSpPr>
          <p:cNvPr id="260" name="text-63 and">
            <a:extLst xmlns:a="http://schemas.openxmlformats.org/drawingml/2006/main">
              <a:ext uri="{FF2B5EF4-FFF2-40B4-BE49-F238E27FC236}">
                <a16:creationId xmlns:a16="http://schemas.microsoft.com/office/drawing/2014/main" id="{955362AB-85CD-46F9-A4E9-18FB3D356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22789" y="9189521"/>
            <a:ext cx="378431" cy="3264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261" name="text-63 devotion,">
            <a:extLst xmlns:a="http://schemas.openxmlformats.org/drawingml/2006/main">
              <a:ext uri="{FF2B5EF4-FFF2-40B4-BE49-F238E27FC236}">
                <a16:creationId xmlns:a16="http://schemas.microsoft.com/office/drawing/2014/main" id="{6DBB5783-CCFF-4B22-A86B-6CC9BDCC4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20059" y="9188193"/>
            <a:ext cx="921005" cy="328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devotion,</a:t>
            </a:r>
          </a:p>
        </p:txBody>
      </p:sp>
      <p:sp>
        <p:nvSpPr>
          <p:cNvPr id="262" name="text-63 renowned">
            <a:extLst xmlns:a="http://schemas.openxmlformats.org/drawingml/2006/main">
              <a:ext uri="{FF2B5EF4-FFF2-40B4-BE49-F238E27FC236}">
                <a16:creationId xmlns:a16="http://schemas.microsoft.com/office/drawing/2014/main" id="{B7BE4BE4-011B-4C66-9662-0B6A88236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59373" y="9188899"/>
            <a:ext cx="963446" cy="3272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renowned</a:t>
            </a:r>
          </a:p>
        </p:txBody>
      </p:sp>
      <p:sp>
        <p:nvSpPr>
          <p:cNvPr id="263" name="text-63 for">
            <a:extLst xmlns:a="http://schemas.openxmlformats.org/drawingml/2006/main">
              <a:ext uri="{FF2B5EF4-FFF2-40B4-BE49-F238E27FC236}">
                <a16:creationId xmlns:a16="http://schemas.microsoft.com/office/drawing/2014/main" id="{BB92A4B8-5F69-4A07-8957-815C4B779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41546" y="9188852"/>
            <a:ext cx="314582" cy="3273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for</a:t>
            </a:r>
          </a:p>
        </p:txBody>
      </p:sp>
      <p:sp>
        <p:nvSpPr>
          <p:cNvPr id="264" name="text-63 its">
            <a:extLst xmlns:a="http://schemas.openxmlformats.org/drawingml/2006/main">
              <a:ext uri="{FF2B5EF4-FFF2-40B4-BE49-F238E27FC236}">
                <a16:creationId xmlns:a16="http://schemas.microsoft.com/office/drawing/2014/main" id="{8C28F5B1-DB35-49F8-8E6C-9E26F7A30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75115" y="9187862"/>
            <a:ext cx="263999" cy="3287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its</a:t>
            </a:r>
          </a:p>
        </p:txBody>
      </p:sp>
      <p:sp>
        <p:nvSpPr>
          <p:cNvPr id="265" name="text-63 architectural">
            <a:extLst xmlns:a="http://schemas.openxmlformats.org/drawingml/2006/main">
              <a:ext uri="{FF2B5EF4-FFF2-40B4-BE49-F238E27FC236}">
                <a16:creationId xmlns:a16="http://schemas.microsoft.com/office/drawing/2014/main" id="{F98E2845-7D1C-42A5-9437-681CCC08A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57720" y="9187449"/>
            <a:ext cx="1217112" cy="3293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architectural</a:t>
            </a:r>
          </a:p>
        </p:txBody>
      </p:sp>
      <p:sp>
        <p:nvSpPr>
          <p:cNvPr id="266" name="text-63 beauty">
            <a:extLst xmlns:a="http://schemas.openxmlformats.org/drawingml/2006/main">
              <a:ext uri="{FF2B5EF4-FFF2-40B4-BE49-F238E27FC236}">
                <a16:creationId xmlns:a16="http://schemas.microsoft.com/office/drawing/2014/main" id="{9726034E-4FF7-4F9B-B6EC-698DF55D6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93541" y="9186837"/>
            <a:ext cx="670786" cy="3301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beauty</a:t>
            </a:r>
          </a:p>
        </p:txBody>
      </p:sp>
      <p:sp>
        <p:nvSpPr>
          <p:cNvPr id="267" name="text-64 and">
            <a:extLst xmlns:a="http://schemas.openxmlformats.org/drawingml/2006/main">
              <a:ext uri="{FF2B5EF4-FFF2-40B4-BE49-F238E27FC236}">
                <a16:creationId xmlns:a16="http://schemas.microsoft.com/office/drawing/2014/main" id="{864B2EEA-58F2-4A12-8B45-16E9ACA21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19600" y="9469100"/>
            <a:ext cx="375826" cy="3241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and</a:t>
            </a:r>
          </a:p>
        </p:txBody>
      </p:sp>
      <p:sp>
        <p:nvSpPr>
          <p:cNvPr id="268" name="text-64 elegance.">
            <a:extLst xmlns:a="http://schemas.openxmlformats.org/drawingml/2006/main">
              <a:ext uri="{FF2B5EF4-FFF2-40B4-BE49-F238E27FC236}">
                <a16:creationId xmlns:a16="http://schemas.microsoft.com/office/drawing/2014/main" id="{6A262E0D-E30F-4C01-9360-4171C808D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12237" y="9468485"/>
            <a:ext cx="911325" cy="3250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elegance.</a:t>
            </a:r>
          </a:p>
        </p:txBody>
      </p:sp>
      <p:sp>
        <p:nvSpPr>
          <p:cNvPr id="269" name="text-65 .....">
            <a:extLst xmlns:a="http://schemas.openxmlformats.org/drawingml/2006/main">
              <a:ext uri="{FF2B5EF4-FFF2-40B4-BE49-F238E27FC236}">
                <a16:creationId xmlns:a16="http://schemas.microsoft.com/office/drawing/2014/main" id="{62CCFF1A-9C06-4262-AC39-1242C6284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82062" y="9469101"/>
            <a:ext cx="330945" cy="3241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.....</a:t>
            </a:r>
          </a:p>
        </p:txBody>
      </p:sp>
      <p:sp>
        <p:nvSpPr>
          <p:cNvPr id="270" name="native-dialogue-ellipsis-0">
            <a:extLst xmlns:a="http://schemas.openxmlformats.org/drawingml/2006/main">
              <a:ext uri="{FF2B5EF4-FFF2-40B4-BE49-F238E27FC236}">
                <a16:creationId xmlns:a16="http://schemas.microsoft.com/office/drawing/2014/main" id="{9752902E-D5DE-403C-B43C-914457C1EA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4701" y="7668421"/>
            <a:ext cx="137398" cy="132291"/>
          </a:xfrm>
          <a:custGeom xmlns:a="http://schemas.openxmlformats.org/drawingml/2006/main">
            <a:pathLst>
              <a:path w="117297" h="112937">
                <a:moveTo>
                  <a:pt x="26066" y="6643"/>
                </a:moveTo>
                <a:lnTo>
                  <a:pt x="13033" y="19930"/>
                </a:lnTo>
                <a:lnTo>
                  <a:pt x="13033" y="26573"/>
                </a:lnTo>
                <a:lnTo>
                  <a:pt x="6517" y="33217"/>
                </a:lnTo>
                <a:lnTo>
                  <a:pt x="6517" y="39860"/>
                </a:lnTo>
                <a:lnTo>
                  <a:pt x="0" y="46503"/>
                </a:lnTo>
                <a:lnTo>
                  <a:pt x="0" y="73077"/>
                </a:lnTo>
                <a:lnTo>
                  <a:pt x="6517" y="79720"/>
                </a:lnTo>
                <a:lnTo>
                  <a:pt x="6517" y="86364"/>
                </a:lnTo>
                <a:lnTo>
                  <a:pt x="32583" y="112937"/>
                </a:lnTo>
                <a:lnTo>
                  <a:pt x="78198" y="112937"/>
                </a:lnTo>
                <a:lnTo>
                  <a:pt x="84715" y="106294"/>
                </a:lnTo>
                <a:lnTo>
                  <a:pt x="91231" y="106294"/>
                </a:lnTo>
                <a:lnTo>
                  <a:pt x="110781" y="86364"/>
                </a:lnTo>
                <a:lnTo>
                  <a:pt x="110781" y="66433"/>
                </a:lnTo>
                <a:lnTo>
                  <a:pt x="117297" y="59790"/>
                </a:lnTo>
                <a:lnTo>
                  <a:pt x="117297" y="53147"/>
                </a:lnTo>
                <a:lnTo>
                  <a:pt x="110781" y="46503"/>
                </a:lnTo>
                <a:lnTo>
                  <a:pt x="110781" y="33217"/>
                </a:lnTo>
                <a:lnTo>
                  <a:pt x="97748" y="19930"/>
                </a:lnTo>
                <a:lnTo>
                  <a:pt x="97748" y="13287"/>
                </a:lnTo>
                <a:lnTo>
                  <a:pt x="91231" y="13287"/>
                </a:lnTo>
                <a:lnTo>
                  <a:pt x="84715" y="6643"/>
                </a:lnTo>
                <a:lnTo>
                  <a:pt x="78198" y="6643"/>
                </a:lnTo>
                <a:lnTo>
                  <a:pt x="71682" y="0"/>
                </a:lnTo>
                <a:lnTo>
                  <a:pt x="45616" y="0"/>
                </a:lnTo>
                <a:lnTo>
                  <a:pt x="39099" y="6643"/>
                </a:lnTo>
                <a:close/>
              </a:path>
            </a:pathLst>
          </a:custGeom>
          <a:solidFill xmlns:a="http://schemas.openxmlformats.org/drawingml/2006/main">
            <a:srgbClr val="40404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" name="native-dialogue-ellipsis-1">
            <a:extLst xmlns:a="http://schemas.openxmlformats.org/drawingml/2006/main">
              <a:ext uri="{FF2B5EF4-FFF2-40B4-BE49-F238E27FC236}">
                <a16:creationId xmlns:a16="http://schemas.microsoft.com/office/drawing/2014/main" id="{DB043E47-4E63-4581-B707-C6BA117B0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64042" y="7668421"/>
            <a:ext cx="129765" cy="132291"/>
          </a:xfrm>
          <a:custGeom xmlns:a="http://schemas.openxmlformats.org/drawingml/2006/main">
            <a:pathLst>
              <a:path w="110781" h="112937">
                <a:moveTo>
                  <a:pt x="39099" y="0"/>
                </a:moveTo>
                <a:lnTo>
                  <a:pt x="32583" y="6643"/>
                </a:lnTo>
                <a:lnTo>
                  <a:pt x="26066" y="6643"/>
                </a:lnTo>
                <a:lnTo>
                  <a:pt x="6517" y="26573"/>
                </a:lnTo>
                <a:lnTo>
                  <a:pt x="6517" y="33217"/>
                </a:lnTo>
                <a:lnTo>
                  <a:pt x="0" y="39860"/>
                </a:lnTo>
                <a:lnTo>
                  <a:pt x="0" y="73077"/>
                </a:lnTo>
                <a:lnTo>
                  <a:pt x="6517" y="79720"/>
                </a:lnTo>
                <a:lnTo>
                  <a:pt x="6517" y="86364"/>
                </a:lnTo>
                <a:lnTo>
                  <a:pt x="13033" y="93007"/>
                </a:lnTo>
                <a:lnTo>
                  <a:pt x="13033" y="99650"/>
                </a:lnTo>
                <a:lnTo>
                  <a:pt x="19550" y="99650"/>
                </a:lnTo>
                <a:lnTo>
                  <a:pt x="32583" y="112937"/>
                </a:lnTo>
                <a:lnTo>
                  <a:pt x="78198" y="112937"/>
                </a:lnTo>
                <a:lnTo>
                  <a:pt x="84715" y="106294"/>
                </a:lnTo>
                <a:lnTo>
                  <a:pt x="91231" y="106294"/>
                </a:lnTo>
                <a:lnTo>
                  <a:pt x="104264" y="93007"/>
                </a:lnTo>
                <a:lnTo>
                  <a:pt x="104264" y="86364"/>
                </a:lnTo>
                <a:lnTo>
                  <a:pt x="110781" y="79720"/>
                </a:lnTo>
                <a:lnTo>
                  <a:pt x="110781" y="33217"/>
                </a:lnTo>
                <a:lnTo>
                  <a:pt x="84715" y="6643"/>
                </a:lnTo>
                <a:lnTo>
                  <a:pt x="78198" y="6643"/>
                </a:lnTo>
                <a:lnTo>
                  <a:pt x="71682" y="0"/>
                </a:lnTo>
                <a:close/>
              </a:path>
            </a:pathLst>
          </a:custGeom>
          <a:solidFill xmlns:a="http://schemas.openxmlformats.org/drawingml/2006/main">
            <a:srgbClr val="40404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" name="native-dialogue-ellipsis-2">
            <a:extLst xmlns:a="http://schemas.openxmlformats.org/drawingml/2006/main">
              <a:ext uri="{FF2B5EF4-FFF2-40B4-BE49-F238E27FC236}">
                <a16:creationId xmlns:a16="http://schemas.microsoft.com/office/drawing/2014/main" id="{D582842F-D5A5-42ED-8E00-3B6734528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38838" y="7637294"/>
            <a:ext cx="190831" cy="194545"/>
          </a:xfrm>
          <a:custGeom xmlns:a="http://schemas.openxmlformats.org/drawingml/2006/main">
            <a:pathLst>
              <a:path w="162913" h="166084">
                <a:moveTo>
                  <a:pt x="78198" y="0"/>
                </a:moveTo>
                <a:lnTo>
                  <a:pt x="71682" y="6643"/>
                </a:lnTo>
                <a:lnTo>
                  <a:pt x="52132" y="6643"/>
                </a:lnTo>
                <a:lnTo>
                  <a:pt x="45616" y="13287"/>
                </a:lnTo>
                <a:lnTo>
                  <a:pt x="39099" y="13287"/>
                </a:lnTo>
                <a:lnTo>
                  <a:pt x="13033" y="39860"/>
                </a:lnTo>
                <a:lnTo>
                  <a:pt x="13033" y="46503"/>
                </a:lnTo>
                <a:lnTo>
                  <a:pt x="6517" y="53147"/>
                </a:lnTo>
                <a:lnTo>
                  <a:pt x="6517" y="73077"/>
                </a:lnTo>
                <a:lnTo>
                  <a:pt x="0" y="79720"/>
                </a:lnTo>
                <a:lnTo>
                  <a:pt x="0" y="86364"/>
                </a:lnTo>
                <a:lnTo>
                  <a:pt x="6517" y="93007"/>
                </a:lnTo>
                <a:lnTo>
                  <a:pt x="6517" y="112937"/>
                </a:lnTo>
                <a:lnTo>
                  <a:pt x="13033" y="119580"/>
                </a:lnTo>
                <a:lnTo>
                  <a:pt x="13033" y="126224"/>
                </a:lnTo>
                <a:lnTo>
                  <a:pt x="19550" y="132867"/>
                </a:lnTo>
                <a:lnTo>
                  <a:pt x="19550" y="139510"/>
                </a:lnTo>
                <a:lnTo>
                  <a:pt x="26066" y="146154"/>
                </a:lnTo>
                <a:lnTo>
                  <a:pt x="32583" y="146154"/>
                </a:lnTo>
                <a:lnTo>
                  <a:pt x="45616" y="159440"/>
                </a:lnTo>
                <a:lnTo>
                  <a:pt x="52132" y="159440"/>
                </a:lnTo>
                <a:lnTo>
                  <a:pt x="58649" y="166084"/>
                </a:lnTo>
                <a:lnTo>
                  <a:pt x="104264" y="166084"/>
                </a:lnTo>
                <a:lnTo>
                  <a:pt x="110781" y="159440"/>
                </a:lnTo>
                <a:lnTo>
                  <a:pt x="117297" y="159440"/>
                </a:lnTo>
                <a:lnTo>
                  <a:pt x="123814" y="152797"/>
                </a:lnTo>
                <a:lnTo>
                  <a:pt x="130330" y="152797"/>
                </a:lnTo>
                <a:lnTo>
                  <a:pt x="149880" y="132867"/>
                </a:lnTo>
                <a:lnTo>
                  <a:pt x="149880" y="126224"/>
                </a:lnTo>
                <a:lnTo>
                  <a:pt x="156397" y="119580"/>
                </a:lnTo>
                <a:lnTo>
                  <a:pt x="156397" y="112937"/>
                </a:lnTo>
                <a:lnTo>
                  <a:pt x="162913" y="106294"/>
                </a:lnTo>
                <a:lnTo>
                  <a:pt x="162913" y="59790"/>
                </a:lnTo>
                <a:lnTo>
                  <a:pt x="156397" y="53147"/>
                </a:lnTo>
                <a:lnTo>
                  <a:pt x="156397" y="46503"/>
                </a:lnTo>
                <a:lnTo>
                  <a:pt x="143364" y="33217"/>
                </a:lnTo>
                <a:lnTo>
                  <a:pt x="143364" y="26573"/>
                </a:lnTo>
                <a:lnTo>
                  <a:pt x="136847" y="19930"/>
                </a:lnTo>
                <a:lnTo>
                  <a:pt x="130330" y="19930"/>
                </a:lnTo>
                <a:lnTo>
                  <a:pt x="123814" y="13287"/>
                </a:lnTo>
                <a:lnTo>
                  <a:pt x="117297" y="13287"/>
                </a:lnTo>
                <a:lnTo>
                  <a:pt x="110781" y="6643"/>
                </a:lnTo>
                <a:lnTo>
                  <a:pt x="91231" y="6643"/>
                </a:lnTo>
                <a:lnTo>
                  <a:pt x="84715" y="0"/>
                </a:lnTo>
                <a:close/>
              </a:path>
            </a:pathLst>
          </a:custGeom>
          <a:solidFill xmlns:a="http://schemas.openxmlformats.org/drawingml/2006/main">
            <a:srgbClr val="40404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" name="text-69 Average">
            <a:extLst xmlns:a="http://schemas.openxmlformats.org/drawingml/2006/main">
              <a:ext uri="{FF2B5EF4-FFF2-40B4-BE49-F238E27FC236}">
                <a16:creationId xmlns:a16="http://schemas.microsoft.com/office/drawing/2014/main" id="{4224D307-9FFD-403A-BA2C-97A147612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63720" y="6277215"/>
            <a:ext cx="928869" cy="3239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Average</a:t>
            </a:r>
          </a:p>
        </p:txBody>
      </p:sp>
      <p:sp>
        <p:nvSpPr>
          <p:cNvPr id="274" name="text-69 Text">
            <a:extLst xmlns:a="http://schemas.openxmlformats.org/drawingml/2006/main">
              <a:ext uri="{FF2B5EF4-FFF2-40B4-BE49-F238E27FC236}">
                <a16:creationId xmlns:a16="http://schemas.microsoft.com/office/drawing/2014/main" id="{629DE487-DEE1-461C-8DF4-0E3DC8601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21567" y="6276878"/>
            <a:ext cx="571905" cy="324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Text</a:t>
            </a:r>
          </a:p>
        </p:txBody>
      </p:sp>
      <p:sp>
        <p:nvSpPr>
          <p:cNvPr id="275" name="text-69 Tokens:">
            <a:extLst xmlns:a="http://schemas.openxmlformats.org/drawingml/2006/main">
              <a:ext uri="{FF2B5EF4-FFF2-40B4-BE49-F238E27FC236}">
                <a16:creationId xmlns:a16="http://schemas.microsoft.com/office/drawing/2014/main" id="{B0839DE4-35F3-4CD8-84E2-6B11602F6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21527" y="6276865"/>
            <a:ext cx="876170" cy="324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Tokens:</a:t>
            </a:r>
          </a:p>
        </p:txBody>
      </p:sp>
      <p:sp>
        <p:nvSpPr>
          <p:cNvPr id="276" name="text-69 6.4K">
            <a:extLst xmlns:a="http://schemas.openxmlformats.org/drawingml/2006/main">
              <a:ext uri="{FF2B5EF4-FFF2-40B4-BE49-F238E27FC236}">
                <a16:creationId xmlns:a16="http://schemas.microsoft.com/office/drawing/2014/main" id="{BB0CF163-BC9E-4A9D-B3D5-604833435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26099" y="6277136"/>
            <a:ext cx="522966" cy="3240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6.4K</a:t>
            </a:r>
          </a:p>
        </p:txBody>
      </p:sp>
      <p:sp>
        <p:nvSpPr>
          <p:cNvPr id="277" name="text-70 Images">
            <a:extLst xmlns:a="http://schemas.openxmlformats.org/drawingml/2006/main">
              <a:ext uri="{FF2B5EF4-FFF2-40B4-BE49-F238E27FC236}">
                <a16:creationId xmlns:a16="http://schemas.microsoft.com/office/drawing/2014/main" id="{E24DBDF0-71E3-437D-BB8B-939E8A693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63720" y="6555234"/>
            <a:ext cx="827928" cy="3238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Images</a:t>
            </a:r>
          </a:p>
        </p:txBody>
      </p:sp>
      <p:sp>
        <p:nvSpPr>
          <p:cNvPr id="278" name="text-70 :">
            <a:extLst xmlns:a="http://schemas.openxmlformats.org/drawingml/2006/main">
              <a:ext uri="{FF2B5EF4-FFF2-40B4-BE49-F238E27FC236}">
                <a16:creationId xmlns:a16="http://schemas.microsoft.com/office/drawing/2014/main" id="{1C16F6BE-5DCD-4E22-B416-1677DEDF73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19645" y="6556043"/>
            <a:ext cx="110368" cy="322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:</a:t>
            </a:r>
          </a:p>
        </p:txBody>
      </p:sp>
      <p:sp>
        <p:nvSpPr>
          <p:cNvPr id="279" name="text-70 2-20">
            <a:extLst xmlns:a="http://schemas.openxmlformats.org/drawingml/2006/main">
              <a:ext uri="{FF2B5EF4-FFF2-40B4-BE49-F238E27FC236}">
                <a16:creationId xmlns:a16="http://schemas.microsoft.com/office/drawing/2014/main" id="{C26AE1B2-E9BC-41C8-BE8E-60B6C6040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58632" y="6555346"/>
            <a:ext cx="561034" cy="3237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2-20</a:t>
            </a:r>
          </a:p>
        </p:txBody>
      </p:sp>
      <p:sp>
        <p:nvSpPr>
          <p:cNvPr id="280" name="text-71 Average">
            <a:extLst xmlns:a="http://schemas.openxmlformats.org/drawingml/2006/main">
              <a:ext uri="{FF2B5EF4-FFF2-40B4-BE49-F238E27FC236}">
                <a16:creationId xmlns:a16="http://schemas.microsoft.com/office/drawing/2014/main" id="{ED83AAC8-CE84-47BD-B13B-AB2F057FF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63720" y="6833162"/>
            <a:ext cx="928869" cy="3239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Average</a:t>
            </a:r>
          </a:p>
        </p:txBody>
      </p:sp>
      <p:sp>
        <p:nvSpPr>
          <p:cNvPr id="281" name="text-71 15">
            <a:extLst xmlns:a="http://schemas.openxmlformats.org/drawingml/2006/main">
              <a:ext uri="{FF2B5EF4-FFF2-40B4-BE49-F238E27FC236}">
                <a16:creationId xmlns:a16="http://schemas.microsoft.com/office/drawing/2014/main" id="{8F3DDA78-3D60-4DF6-B5A1-AA3CBBDFA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21567" y="6833480"/>
            <a:ext cx="286507" cy="3234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15</a:t>
            </a:r>
          </a:p>
        </p:txBody>
      </p:sp>
      <p:sp>
        <p:nvSpPr>
          <p:cNvPr id="282" name="text-71 rounds">
            <a:extLst xmlns:a="http://schemas.openxmlformats.org/drawingml/2006/main">
              <a:ext uri="{FF2B5EF4-FFF2-40B4-BE49-F238E27FC236}">
                <a16:creationId xmlns:a16="http://schemas.microsoft.com/office/drawing/2014/main" id="{7F2D762F-4283-4210-B027-FD875B8DC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36603" y="6833126"/>
            <a:ext cx="764241" cy="3239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rounds</a:t>
            </a:r>
          </a:p>
        </p:txBody>
      </p:sp>
      <p:sp>
        <p:nvSpPr>
          <p:cNvPr id="283" name="text-71 of">
            <a:extLst xmlns:a="http://schemas.openxmlformats.org/drawingml/2006/main">
              <a:ext uri="{FF2B5EF4-FFF2-40B4-BE49-F238E27FC236}">
                <a16:creationId xmlns:a16="http://schemas.microsoft.com/office/drawing/2014/main" id="{2BF27131-B282-42E8-91B7-F17E9F788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28826" y="6833515"/>
            <a:ext cx="280354" cy="3234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19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of</a:t>
            </a:r>
          </a:p>
        </p:txBody>
      </p:sp>
      <p:sp>
        <p:nvSpPr>
          <p:cNvPr id="284" name="text-71 Q&amp;A">
            <a:extLst xmlns:a="http://schemas.openxmlformats.org/drawingml/2006/main">
              <a:ext uri="{FF2B5EF4-FFF2-40B4-BE49-F238E27FC236}">
                <a16:creationId xmlns:a16="http://schemas.microsoft.com/office/drawing/2014/main" id="{1E42D64B-9806-4BE2-828F-B6D61C1336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38071" y="6833253"/>
            <a:ext cx="564634" cy="3237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Q&amp;A</a:t>
            </a:r>
          </a:p>
        </p:txBody>
      </p:sp>
      <p:sp>
        <p:nvSpPr>
          <p:cNvPr id="285" name="path-72">
            <a:extLst xmlns:a="http://schemas.openxmlformats.org/drawingml/2006/main">
              <a:ext uri="{FF2B5EF4-FFF2-40B4-BE49-F238E27FC236}">
                <a16:creationId xmlns:a16="http://schemas.microsoft.com/office/drawing/2014/main" id="{C40E5A50-7ED4-4FC0-B821-E862234EE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0584" y="46864"/>
            <a:ext cx="15254950" cy="10158770"/>
          </a:xfrm>
          <a:custGeom xmlns:a="http://schemas.openxmlformats.org/drawingml/2006/main">
            <a:pathLst>
              <a:path w="13023207" h="8672580">
                <a:moveTo>
                  <a:pt x="317" y="235270"/>
                </a:moveTo>
                <a:lnTo>
                  <a:pt x="1266" y="222673"/>
                </a:lnTo>
                <a:lnTo>
                  <a:pt x="2848" y="210274"/>
                </a:lnTo>
                <a:lnTo>
                  <a:pt x="5043" y="198052"/>
                </a:lnTo>
                <a:lnTo>
                  <a:pt x="7812" y="186049"/>
                </a:lnTo>
                <a:lnTo>
                  <a:pt x="11154" y="174262"/>
                </a:lnTo>
                <a:lnTo>
                  <a:pt x="15049" y="162733"/>
                </a:lnTo>
                <a:lnTo>
                  <a:pt x="19499" y="151481"/>
                </a:lnTo>
                <a:lnTo>
                  <a:pt x="24462" y="140486"/>
                </a:lnTo>
                <a:lnTo>
                  <a:pt x="29940" y="129787"/>
                </a:lnTo>
                <a:lnTo>
                  <a:pt x="35913" y="119405"/>
                </a:lnTo>
                <a:lnTo>
                  <a:pt x="42360" y="109339"/>
                </a:lnTo>
                <a:lnTo>
                  <a:pt x="49281" y="99609"/>
                </a:lnTo>
                <a:lnTo>
                  <a:pt x="56638" y="90256"/>
                </a:lnTo>
                <a:lnTo>
                  <a:pt x="64429" y="81258"/>
                </a:lnTo>
                <a:lnTo>
                  <a:pt x="72636" y="72635"/>
                </a:lnTo>
                <a:lnTo>
                  <a:pt x="81258" y="64429"/>
                </a:lnTo>
                <a:lnTo>
                  <a:pt x="90256" y="56637"/>
                </a:lnTo>
                <a:lnTo>
                  <a:pt x="99610" y="49281"/>
                </a:lnTo>
                <a:lnTo>
                  <a:pt x="109339" y="42359"/>
                </a:lnTo>
                <a:lnTo>
                  <a:pt x="119405" y="35912"/>
                </a:lnTo>
                <a:lnTo>
                  <a:pt x="129787" y="29940"/>
                </a:lnTo>
                <a:lnTo>
                  <a:pt x="140486" y="24462"/>
                </a:lnTo>
                <a:lnTo>
                  <a:pt x="151481" y="19499"/>
                </a:lnTo>
                <a:lnTo>
                  <a:pt x="162733" y="15049"/>
                </a:lnTo>
                <a:lnTo>
                  <a:pt x="174263" y="11153"/>
                </a:lnTo>
                <a:lnTo>
                  <a:pt x="186049" y="7811"/>
                </a:lnTo>
                <a:lnTo>
                  <a:pt x="198052" y="5043"/>
                </a:lnTo>
                <a:lnTo>
                  <a:pt x="210274" y="2848"/>
                </a:lnTo>
                <a:lnTo>
                  <a:pt x="222673" y="1266"/>
                </a:lnTo>
                <a:lnTo>
                  <a:pt x="235270" y="316"/>
                </a:lnTo>
                <a:lnTo>
                  <a:pt x="247828" y="0"/>
                </a:lnTo>
                <a:lnTo>
                  <a:pt x="12775379" y="0"/>
                </a:lnTo>
                <a:lnTo>
                  <a:pt x="12787937" y="316"/>
                </a:lnTo>
                <a:lnTo>
                  <a:pt x="12800534" y="1266"/>
                </a:lnTo>
                <a:lnTo>
                  <a:pt x="12812934" y="2848"/>
                </a:lnTo>
                <a:lnTo>
                  <a:pt x="12825154" y="5043"/>
                </a:lnTo>
                <a:lnTo>
                  <a:pt x="12837158" y="7811"/>
                </a:lnTo>
                <a:lnTo>
                  <a:pt x="12848944" y="11153"/>
                </a:lnTo>
                <a:lnTo>
                  <a:pt x="12860473" y="15049"/>
                </a:lnTo>
                <a:lnTo>
                  <a:pt x="12871726" y="19499"/>
                </a:lnTo>
                <a:lnTo>
                  <a:pt x="12882721" y="24462"/>
                </a:lnTo>
                <a:lnTo>
                  <a:pt x="12893420" y="29940"/>
                </a:lnTo>
                <a:lnTo>
                  <a:pt x="12903802" y="35912"/>
                </a:lnTo>
                <a:lnTo>
                  <a:pt x="12913868" y="42359"/>
                </a:lnTo>
                <a:lnTo>
                  <a:pt x="12923598" y="49281"/>
                </a:lnTo>
                <a:lnTo>
                  <a:pt x="12932951" y="56637"/>
                </a:lnTo>
                <a:lnTo>
                  <a:pt x="12941949" y="64429"/>
                </a:lnTo>
                <a:lnTo>
                  <a:pt x="12950571" y="72635"/>
                </a:lnTo>
                <a:lnTo>
                  <a:pt x="12958779" y="81258"/>
                </a:lnTo>
                <a:lnTo>
                  <a:pt x="12966570" y="90256"/>
                </a:lnTo>
                <a:lnTo>
                  <a:pt x="12973926" y="99609"/>
                </a:lnTo>
                <a:lnTo>
                  <a:pt x="12980847" y="109339"/>
                </a:lnTo>
                <a:lnTo>
                  <a:pt x="12987294" y="119405"/>
                </a:lnTo>
                <a:lnTo>
                  <a:pt x="12993266" y="129787"/>
                </a:lnTo>
                <a:lnTo>
                  <a:pt x="12998745" y="140486"/>
                </a:lnTo>
                <a:lnTo>
                  <a:pt x="13003708" y="151481"/>
                </a:lnTo>
                <a:lnTo>
                  <a:pt x="13008158" y="162733"/>
                </a:lnTo>
                <a:lnTo>
                  <a:pt x="13012053" y="174262"/>
                </a:lnTo>
                <a:lnTo>
                  <a:pt x="13015395" y="186049"/>
                </a:lnTo>
                <a:lnTo>
                  <a:pt x="13018164" y="198052"/>
                </a:lnTo>
                <a:lnTo>
                  <a:pt x="13020359" y="210274"/>
                </a:lnTo>
                <a:lnTo>
                  <a:pt x="13021922" y="222673"/>
                </a:lnTo>
                <a:lnTo>
                  <a:pt x="13022891" y="235270"/>
                </a:lnTo>
                <a:lnTo>
                  <a:pt x="13023207" y="247827"/>
                </a:lnTo>
                <a:lnTo>
                  <a:pt x="13023207" y="8424752"/>
                </a:lnTo>
                <a:lnTo>
                  <a:pt x="13022891" y="8437309"/>
                </a:lnTo>
                <a:lnTo>
                  <a:pt x="13021922" y="8449906"/>
                </a:lnTo>
                <a:lnTo>
                  <a:pt x="13020359" y="8462306"/>
                </a:lnTo>
                <a:lnTo>
                  <a:pt x="13018164" y="8474526"/>
                </a:lnTo>
                <a:lnTo>
                  <a:pt x="13015395" y="8486531"/>
                </a:lnTo>
                <a:lnTo>
                  <a:pt x="13012053" y="8498317"/>
                </a:lnTo>
                <a:lnTo>
                  <a:pt x="13008158" y="8509846"/>
                </a:lnTo>
                <a:lnTo>
                  <a:pt x="13003708" y="8521098"/>
                </a:lnTo>
                <a:lnTo>
                  <a:pt x="12998745" y="8532094"/>
                </a:lnTo>
                <a:lnTo>
                  <a:pt x="12993266" y="8542792"/>
                </a:lnTo>
                <a:lnTo>
                  <a:pt x="12987294" y="8553175"/>
                </a:lnTo>
                <a:lnTo>
                  <a:pt x="12980847" y="8563241"/>
                </a:lnTo>
                <a:lnTo>
                  <a:pt x="12973926" y="8572971"/>
                </a:lnTo>
                <a:lnTo>
                  <a:pt x="12966570" y="8582324"/>
                </a:lnTo>
                <a:lnTo>
                  <a:pt x="12958779" y="8591321"/>
                </a:lnTo>
                <a:lnTo>
                  <a:pt x="12950571" y="8599944"/>
                </a:lnTo>
                <a:lnTo>
                  <a:pt x="12941949" y="8608151"/>
                </a:lnTo>
                <a:lnTo>
                  <a:pt x="12932951" y="8615942"/>
                </a:lnTo>
                <a:lnTo>
                  <a:pt x="12923598" y="8623299"/>
                </a:lnTo>
                <a:lnTo>
                  <a:pt x="12913868" y="8630220"/>
                </a:lnTo>
                <a:lnTo>
                  <a:pt x="12903802" y="8636667"/>
                </a:lnTo>
                <a:lnTo>
                  <a:pt x="12893420" y="8642639"/>
                </a:lnTo>
                <a:lnTo>
                  <a:pt x="12882721" y="8648117"/>
                </a:lnTo>
                <a:lnTo>
                  <a:pt x="12871726" y="8653081"/>
                </a:lnTo>
                <a:lnTo>
                  <a:pt x="12860473" y="8657530"/>
                </a:lnTo>
                <a:lnTo>
                  <a:pt x="12848944" y="8661427"/>
                </a:lnTo>
                <a:lnTo>
                  <a:pt x="12837158" y="8664768"/>
                </a:lnTo>
                <a:lnTo>
                  <a:pt x="12825154" y="8667537"/>
                </a:lnTo>
                <a:lnTo>
                  <a:pt x="12812934" y="8669732"/>
                </a:lnTo>
                <a:lnTo>
                  <a:pt x="12800534" y="8671314"/>
                </a:lnTo>
                <a:lnTo>
                  <a:pt x="12787937" y="8672263"/>
                </a:lnTo>
                <a:lnTo>
                  <a:pt x="12775379" y="8672580"/>
                </a:lnTo>
                <a:lnTo>
                  <a:pt x="247828" y="8672580"/>
                </a:lnTo>
                <a:lnTo>
                  <a:pt x="235270" y="8672263"/>
                </a:lnTo>
                <a:lnTo>
                  <a:pt x="222673" y="8671314"/>
                </a:lnTo>
                <a:lnTo>
                  <a:pt x="210274" y="8669732"/>
                </a:lnTo>
                <a:lnTo>
                  <a:pt x="198052" y="8667537"/>
                </a:lnTo>
                <a:lnTo>
                  <a:pt x="186049" y="8664768"/>
                </a:lnTo>
                <a:lnTo>
                  <a:pt x="174263" y="8661427"/>
                </a:lnTo>
                <a:lnTo>
                  <a:pt x="162733" y="8657530"/>
                </a:lnTo>
                <a:lnTo>
                  <a:pt x="151481" y="8653081"/>
                </a:lnTo>
                <a:lnTo>
                  <a:pt x="140486" y="8648117"/>
                </a:lnTo>
                <a:lnTo>
                  <a:pt x="129787" y="8642639"/>
                </a:lnTo>
                <a:lnTo>
                  <a:pt x="119405" y="8636667"/>
                </a:lnTo>
                <a:lnTo>
                  <a:pt x="109339" y="8630220"/>
                </a:lnTo>
                <a:lnTo>
                  <a:pt x="99610" y="8623299"/>
                </a:lnTo>
                <a:lnTo>
                  <a:pt x="90256" y="8615942"/>
                </a:lnTo>
                <a:lnTo>
                  <a:pt x="81258" y="8608151"/>
                </a:lnTo>
                <a:lnTo>
                  <a:pt x="72636" y="8599944"/>
                </a:lnTo>
                <a:lnTo>
                  <a:pt x="64429" y="8591321"/>
                </a:lnTo>
                <a:lnTo>
                  <a:pt x="56638" y="8582324"/>
                </a:lnTo>
                <a:lnTo>
                  <a:pt x="49281" y="8572971"/>
                </a:lnTo>
                <a:lnTo>
                  <a:pt x="42360" y="8563241"/>
                </a:lnTo>
                <a:lnTo>
                  <a:pt x="35913" y="8553175"/>
                </a:lnTo>
                <a:lnTo>
                  <a:pt x="29940" y="8542792"/>
                </a:lnTo>
                <a:lnTo>
                  <a:pt x="24462" y="8532094"/>
                </a:lnTo>
                <a:lnTo>
                  <a:pt x="19499" y="8521098"/>
                </a:lnTo>
                <a:lnTo>
                  <a:pt x="15049" y="8509846"/>
                </a:lnTo>
                <a:lnTo>
                  <a:pt x="11154" y="8498317"/>
                </a:lnTo>
                <a:lnTo>
                  <a:pt x="7812" y="8486531"/>
                </a:lnTo>
                <a:lnTo>
                  <a:pt x="5043" y="8474526"/>
                </a:lnTo>
                <a:lnTo>
                  <a:pt x="2848" y="8462306"/>
                </a:lnTo>
                <a:lnTo>
                  <a:pt x="1266" y="8449906"/>
                </a:lnTo>
                <a:lnTo>
                  <a:pt x="317" y="8437309"/>
                </a:lnTo>
                <a:lnTo>
                  <a:pt x="0" y="8424752"/>
                </a:lnTo>
                <a:lnTo>
                  <a:pt x="0" y="247827"/>
                </a:lnTo>
                <a:lnTo>
                  <a:pt x="317" y="235270"/>
                </a:lnTo>
                <a:moveTo>
                  <a:pt x="29663" y="248401"/>
                </a:moveTo>
                <a:lnTo>
                  <a:pt x="29663" y="248025"/>
                </a:lnTo>
                <a:lnTo>
                  <a:pt x="29663" y="8424555"/>
                </a:lnTo>
                <a:lnTo>
                  <a:pt x="29663" y="8424179"/>
                </a:lnTo>
                <a:lnTo>
                  <a:pt x="29960" y="8436182"/>
                </a:lnTo>
                <a:lnTo>
                  <a:pt x="29920" y="8435431"/>
                </a:lnTo>
                <a:lnTo>
                  <a:pt x="30830" y="8447276"/>
                </a:lnTo>
                <a:lnTo>
                  <a:pt x="30751" y="8446525"/>
                </a:lnTo>
                <a:lnTo>
                  <a:pt x="32234" y="8458212"/>
                </a:lnTo>
                <a:lnTo>
                  <a:pt x="32116" y="8457461"/>
                </a:lnTo>
                <a:lnTo>
                  <a:pt x="34172" y="8468951"/>
                </a:lnTo>
                <a:lnTo>
                  <a:pt x="34014" y="8468218"/>
                </a:lnTo>
                <a:lnTo>
                  <a:pt x="36624" y="8479510"/>
                </a:lnTo>
                <a:lnTo>
                  <a:pt x="36446" y="8478779"/>
                </a:lnTo>
                <a:lnTo>
                  <a:pt x="39591" y="8489853"/>
                </a:lnTo>
                <a:lnTo>
                  <a:pt x="39373" y="8489141"/>
                </a:lnTo>
                <a:lnTo>
                  <a:pt x="43032" y="8499978"/>
                </a:lnTo>
                <a:lnTo>
                  <a:pt x="42775" y="8499306"/>
                </a:lnTo>
                <a:lnTo>
                  <a:pt x="46947" y="8509886"/>
                </a:lnTo>
                <a:lnTo>
                  <a:pt x="46670" y="8509213"/>
                </a:lnTo>
                <a:lnTo>
                  <a:pt x="51337" y="8519556"/>
                </a:lnTo>
                <a:lnTo>
                  <a:pt x="51021" y="8518903"/>
                </a:lnTo>
                <a:lnTo>
                  <a:pt x="56182" y="8528950"/>
                </a:lnTo>
                <a:lnTo>
                  <a:pt x="55827" y="8528316"/>
                </a:lnTo>
                <a:lnTo>
                  <a:pt x="61443" y="8538085"/>
                </a:lnTo>
                <a:lnTo>
                  <a:pt x="61087" y="8537472"/>
                </a:lnTo>
                <a:lnTo>
                  <a:pt x="67138" y="8546925"/>
                </a:lnTo>
                <a:lnTo>
                  <a:pt x="66743" y="8546352"/>
                </a:lnTo>
                <a:lnTo>
                  <a:pt x="73249" y="8555489"/>
                </a:lnTo>
                <a:lnTo>
                  <a:pt x="72814" y="8554914"/>
                </a:lnTo>
                <a:lnTo>
                  <a:pt x="79736" y="8563735"/>
                </a:lnTo>
                <a:lnTo>
                  <a:pt x="79300" y="8563181"/>
                </a:lnTo>
                <a:lnTo>
                  <a:pt x="86617" y="8571645"/>
                </a:lnTo>
                <a:lnTo>
                  <a:pt x="86142" y="8571111"/>
                </a:lnTo>
                <a:lnTo>
                  <a:pt x="93875" y="8579219"/>
                </a:lnTo>
                <a:lnTo>
                  <a:pt x="93361" y="8578705"/>
                </a:lnTo>
                <a:lnTo>
                  <a:pt x="101469" y="8586437"/>
                </a:lnTo>
                <a:lnTo>
                  <a:pt x="100935" y="8585962"/>
                </a:lnTo>
                <a:lnTo>
                  <a:pt x="109399" y="8593279"/>
                </a:lnTo>
                <a:lnTo>
                  <a:pt x="108845" y="8592844"/>
                </a:lnTo>
                <a:lnTo>
                  <a:pt x="117665" y="8599765"/>
                </a:lnTo>
                <a:lnTo>
                  <a:pt x="117091" y="8599331"/>
                </a:lnTo>
                <a:lnTo>
                  <a:pt x="126228" y="8605836"/>
                </a:lnTo>
                <a:lnTo>
                  <a:pt x="125654" y="8605442"/>
                </a:lnTo>
                <a:lnTo>
                  <a:pt x="135107" y="8611493"/>
                </a:lnTo>
                <a:lnTo>
                  <a:pt x="134494" y="8611137"/>
                </a:lnTo>
                <a:lnTo>
                  <a:pt x="144263" y="8616753"/>
                </a:lnTo>
                <a:lnTo>
                  <a:pt x="143630" y="8616397"/>
                </a:lnTo>
                <a:lnTo>
                  <a:pt x="153676" y="8621559"/>
                </a:lnTo>
                <a:lnTo>
                  <a:pt x="153023" y="8621242"/>
                </a:lnTo>
                <a:lnTo>
                  <a:pt x="163366" y="8625909"/>
                </a:lnTo>
                <a:lnTo>
                  <a:pt x="162694" y="8625632"/>
                </a:lnTo>
                <a:lnTo>
                  <a:pt x="173274" y="8629805"/>
                </a:lnTo>
                <a:lnTo>
                  <a:pt x="172602" y="8629548"/>
                </a:lnTo>
                <a:lnTo>
                  <a:pt x="183438" y="8633206"/>
                </a:lnTo>
                <a:lnTo>
                  <a:pt x="182727" y="8632989"/>
                </a:lnTo>
                <a:lnTo>
                  <a:pt x="193801" y="8636133"/>
                </a:lnTo>
                <a:lnTo>
                  <a:pt x="193069" y="8635955"/>
                </a:lnTo>
                <a:lnTo>
                  <a:pt x="204361" y="8638565"/>
                </a:lnTo>
                <a:lnTo>
                  <a:pt x="203629" y="8638407"/>
                </a:lnTo>
                <a:lnTo>
                  <a:pt x="215119" y="8640464"/>
                </a:lnTo>
                <a:lnTo>
                  <a:pt x="214368" y="8640346"/>
                </a:lnTo>
                <a:lnTo>
                  <a:pt x="226055" y="8641828"/>
                </a:lnTo>
                <a:lnTo>
                  <a:pt x="225303" y="8641750"/>
                </a:lnTo>
                <a:lnTo>
                  <a:pt x="237149" y="8642659"/>
                </a:lnTo>
                <a:lnTo>
                  <a:pt x="236398" y="8642619"/>
                </a:lnTo>
                <a:lnTo>
                  <a:pt x="248401" y="8642916"/>
                </a:lnTo>
                <a:lnTo>
                  <a:pt x="248025" y="8642916"/>
                </a:lnTo>
                <a:lnTo>
                  <a:pt x="12775182" y="8642916"/>
                </a:lnTo>
                <a:lnTo>
                  <a:pt x="12774805" y="8642916"/>
                </a:lnTo>
                <a:lnTo>
                  <a:pt x="12786809" y="8642619"/>
                </a:lnTo>
                <a:lnTo>
                  <a:pt x="12786058" y="8642659"/>
                </a:lnTo>
                <a:lnTo>
                  <a:pt x="12797903" y="8641750"/>
                </a:lnTo>
                <a:lnTo>
                  <a:pt x="12797151" y="8641828"/>
                </a:lnTo>
                <a:lnTo>
                  <a:pt x="12808839" y="8640346"/>
                </a:lnTo>
                <a:lnTo>
                  <a:pt x="12808089" y="8640464"/>
                </a:lnTo>
                <a:lnTo>
                  <a:pt x="12819578" y="8638407"/>
                </a:lnTo>
                <a:lnTo>
                  <a:pt x="12818847" y="8638565"/>
                </a:lnTo>
                <a:lnTo>
                  <a:pt x="12830138" y="8635955"/>
                </a:lnTo>
                <a:lnTo>
                  <a:pt x="12829406" y="8636133"/>
                </a:lnTo>
                <a:lnTo>
                  <a:pt x="12840481" y="8632989"/>
                </a:lnTo>
                <a:lnTo>
                  <a:pt x="12839768" y="8633206"/>
                </a:lnTo>
                <a:lnTo>
                  <a:pt x="12850605" y="8629548"/>
                </a:lnTo>
                <a:lnTo>
                  <a:pt x="12849933" y="8629805"/>
                </a:lnTo>
                <a:lnTo>
                  <a:pt x="12860513" y="8625632"/>
                </a:lnTo>
                <a:lnTo>
                  <a:pt x="12859841" y="8625909"/>
                </a:lnTo>
                <a:lnTo>
                  <a:pt x="12870183" y="8621242"/>
                </a:lnTo>
                <a:lnTo>
                  <a:pt x="12869531" y="8621559"/>
                </a:lnTo>
                <a:lnTo>
                  <a:pt x="12879577" y="8616397"/>
                </a:lnTo>
                <a:lnTo>
                  <a:pt x="12878944" y="8616753"/>
                </a:lnTo>
                <a:lnTo>
                  <a:pt x="12888713" y="8611137"/>
                </a:lnTo>
                <a:lnTo>
                  <a:pt x="12888100" y="8611493"/>
                </a:lnTo>
                <a:lnTo>
                  <a:pt x="12897553" y="8605442"/>
                </a:lnTo>
                <a:lnTo>
                  <a:pt x="12896979" y="8605836"/>
                </a:lnTo>
                <a:lnTo>
                  <a:pt x="12906115" y="8599331"/>
                </a:lnTo>
                <a:lnTo>
                  <a:pt x="12905542" y="8599765"/>
                </a:lnTo>
                <a:lnTo>
                  <a:pt x="12914362" y="8592844"/>
                </a:lnTo>
                <a:lnTo>
                  <a:pt x="12913809" y="8593279"/>
                </a:lnTo>
                <a:lnTo>
                  <a:pt x="12922273" y="8585962"/>
                </a:lnTo>
                <a:lnTo>
                  <a:pt x="12921737" y="8586437"/>
                </a:lnTo>
                <a:lnTo>
                  <a:pt x="12929846" y="8578705"/>
                </a:lnTo>
                <a:lnTo>
                  <a:pt x="12929332" y="8579219"/>
                </a:lnTo>
                <a:lnTo>
                  <a:pt x="12937064" y="8571111"/>
                </a:lnTo>
                <a:lnTo>
                  <a:pt x="12936590" y="8571645"/>
                </a:lnTo>
                <a:lnTo>
                  <a:pt x="12943907" y="8563181"/>
                </a:lnTo>
                <a:lnTo>
                  <a:pt x="12943472" y="8563735"/>
                </a:lnTo>
                <a:lnTo>
                  <a:pt x="12950393" y="8554914"/>
                </a:lnTo>
                <a:lnTo>
                  <a:pt x="12949957" y="8555489"/>
                </a:lnTo>
                <a:lnTo>
                  <a:pt x="12956464" y="8546352"/>
                </a:lnTo>
                <a:lnTo>
                  <a:pt x="12956068" y="8546925"/>
                </a:lnTo>
                <a:lnTo>
                  <a:pt x="12962120" y="8537472"/>
                </a:lnTo>
                <a:lnTo>
                  <a:pt x="12961765" y="8538085"/>
                </a:lnTo>
                <a:lnTo>
                  <a:pt x="12967380" y="8528316"/>
                </a:lnTo>
                <a:lnTo>
                  <a:pt x="12967024" y="8528950"/>
                </a:lnTo>
                <a:lnTo>
                  <a:pt x="12972186" y="8518903"/>
                </a:lnTo>
                <a:lnTo>
                  <a:pt x="12971869" y="8519556"/>
                </a:lnTo>
                <a:lnTo>
                  <a:pt x="12976536" y="8509213"/>
                </a:lnTo>
                <a:lnTo>
                  <a:pt x="12976259" y="8509886"/>
                </a:lnTo>
                <a:lnTo>
                  <a:pt x="12980432" y="8499306"/>
                </a:lnTo>
                <a:lnTo>
                  <a:pt x="12980174" y="8499978"/>
                </a:lnTo>
                <a:lnTo>
                  <a:pt x="12983833" y="8489141"/>
                </a:lnTo>
                <a:lnTo>
                  <a:pt x="12983616" y="8489853"/>
                </a:lnTo>
                <a:lnTo>
                  <a:pt x="12986761" y="8478779"/>
                </a:lnTo>
                <a:lnTo>
                  <a:pt x="12986583" y="8479510"/>
                </a:lnTo>
                <a:lnTo>
                  <a:pt x="12989193" y="8468218"/>
                </a:lnTo>
                <a:lnTo>
                  <a:pt x="12989034" y="8468951"/>
                </a:lnTo>
                <a:lnTo>
                  <a:pt x="12991091" y="8457461"/>
                </a:lnTo>
                <a:lnTo>
                  <a:pt x="12990973" y="8458212"/>
                </a:lnTo>
                <a:lnTo>
                  <a:pt x="12992456" y="8446525"/>
                </a:lnTo>
                <a:lnTo>
                  <a:pt x="12992376" y="8447276"/>
                </a:lnTo>
                <a:lnTo>
                  <a:pt x="12993287" y="8435431"/>
                </a:lnTo>
                <a:lnTo>
                  <a:pt x="12993247" y="8436182"/>
                </a:lnTo>
                <a:lnTo>
                  <a:pt x="12993543" y="8424179"/>
                </a:lnTo>
                <a:lnTo>
                  <a:pt x="12993543" y="8424555"/>
                </a:lnTo>
                <a:lnTo>
                  <a:pt x="12993543" y="248025"/>
                </a:lnTo>
                <a:lnTo>
                  <a:pt x="12993543" y="248401"/>
                </a:lnTo>
                <a:lnTo>
                  <a:pt x="12993247" y="236397"/>
                </a:lnTo>
                <a:lnTo>
                  <a:pt x="12993287" y="237149"/>
                </a:lnTo>
                <a:lnTo>
                  <a:pt x="12992376" y="225303"/>
                </a:lnTo>
                <a:lnTo>
                  <a:pt x="12992456" y="226055"/>
                </a:lnTo>
                <a:lnTo>
                  <a:pt x="12990973" y="214367"/>
                </a:lnTo>
                <a:lnTo>
                  <a:pt x="12991091" y="215119"/>
                </a:lnTo>
                <a:lnTo>
                  <a:pt x="12989034" y="203629"/>
                </a:lnTo>
                <a:lnTo>
                  <a:pt x="12989193" y="204361"/>
                </a:lnTo>
                <a:lnTo>
                  <a:pt x="12986583" y="193069"/>
                </a:lnTo>
                <a:lnTo>
                  <a:pt x="12986761" y="193800"/>
                </a:lnTo>
                <a:lnTo>
                  <a:pt x="12983616" y="182726"/>
                </a:lnTo>
                <a:lnTo>
                  <a:pt x="12983833" y="183438"/>
                </a:lnTo>
                <a:lnTo>
                  <a:pt x="12980174" y="172601"/>
                </a:lnTo>
                <a:lnTo>
                  <a:pt x="12980432" y="173274"/>
                </a:lnTo>
                <a:lnTo>
                  <a:pt x="12976259" y="162693"/>
                </a:lnTo>
                <a:lnTo>
                  <a:pt x="12976536" y="163366"/>
                </a:lnTo>
                <a:lnTo>
                  <a:pt x="12971869" y="153023"/>
                </a:lnTo>
                <a:lnTo>
                  <a:pt x="12972186" y="153676"/>
                </a:lnTo>
                <a:lnTo>
                  <a:pt x="12967024" y="143630"/>
                </a:lnTo>
                <a:lnTo>
                  <a:pt x="12967380" y="144263"/>
                </a:lnTo>
                <a:lnTo>
                  <a:pt x="12961765" y="134494"/>
                </a:lnTo>
                <a:lnTo>
                  <a:pt x="12962120" y="135107"/>
                </a:lnTo>
                <a:lnTo>
                  <a:pt x="12956068" y="125654"/>
                </a:lnTo>
                <a:lnTo>
                  <a:pt x="12956464" y="126227"/>
                </a:lnTo>
                <a:lnTo>
                  <a:pt x="12949957" y="117091"/>
                </a:lnTo>
                <a:lnTo>
                  <a:pt x="12950393" y="117665"/>
                </a:lnTo>
                <a:lnTo>
                  <a:pt x="12943472" y="108845"/>
                </a:lnTo>
                <a:lnTo>
                  <a:pt x="12943907" y="109398"/>
                </a:lnTo>
                <a:lnTo>
                  <a:pt x="12936590" y="100934"/>
                </a:lnTo>
                <a:lnTo>
                  <a:pt x="12937064" y="101468"/>
                </a:lnTo>
                <a:lnTo>
                  <a:pt x="12929332" y="93360"/>
                </a:lnTo>
                <a:lnTo>
                  <a:pt x="12929846" y="93874"/>
                </a:lnTo>
                <a:lnTo>
                  <a:pt x="12921737" y="86142"/>
                </a:lnTo>
                <a:lnTo>
                  <a:pt x="12922273" y="86617"/>
                </a:lnTo>
                <a:lnTo>
                  <a:pt x="12913809" y="79300"/>
                </a:lnTo>
                <a:lnTo>
                  <a:pt x="12914362" y="79735"/>
                </a:lnTo>
                <a:lnTo>
                  <a:pt x="12905542" y="72814"/>
                </a:lnTo>
                <a:lnTo>
                  <a:pt x="12906115" y="73249"/>
                </a:lnTo>
                <a:lnTo>
                  <a:pt x="12896979" y="66743"/>
                </a:lnTo>
                <a:lnTo>
                  <a:pt x="12897553" y="67138"/>
                </a:lnTo>
                <a:lnTo>
                  <a:pt x="12888100" y="61067"/>
                </a:lnTo>
                <a:lnTo>
                  <a:pt x="12888713" y="61442"/>
                </a:lnTo>
                <a:lnTo>
                  <a:pt x="12878944" y="55827"/>
                </a:lnTo>
                <a:lnTo>
                  <a:pt x="12879577" y="56182"/>
                </a:lnTo>
                <a:lnTo>
                  <a:pt x="12869531" y="51021"/>
                </a:lnTo>
                <a:lnTo>
                  <a:pt x="12870183" y="51337"/>
                </a:lnTo>
                <a:lnTo>
                  <a:pt x="12859841" y="46670"/>
                </a:lnTo>
                <a:lnTo>
                  <a:pt x="12860513" y="46947"/>
                </a:lnTo>
                <a:lnTo>
                  <a:pt x="12849933" y="42775"/>
                </a:lnTo>
                <a:lnTo>
                  <a:pt x="12850605" y="43032"/>
                </a:lnTo>
                <a:lnTo>
                  <a:pt x="12839768" y="39373"/>
                </a:lnTo>
                <a:lnTo>
                  <a:pt x="12840481" y="39591"/>
                </a:lnTo>
                <a:lnTo>
                  <a:pt x="12829406" y="36446"/>
                </a:lnTo>
                <a:lnTo>
                  <a:pt x="12830138" y="36624"/>
                </a:lnTo>
                <a:lnTo>
                  <a:pt x="12818847" y="34014"/>
                </a:lnTo>
                <a:lnTo>
                  <a:pt x="12819578" y="34172"/>
                </a:lnTo>
                <a:lnTo>
                  <a:pt x="12808089" y="32115"/>
                </a:lnTo>
                <a:lnTo>
                  <a:pt x="12808839" y="32234"/>
                </a:lnTo>
                <a:lnTo>
                  <a:pt x="12797151" y="30751"/>
                </a:lnTo>
                <a:lnTo>
                  <a:pt x="12797903" y="30830"/>
                </a:lnTo>
                <a:lnTo>
                  <a:pt x="12786058" y="29920"/>
                </a:lnTo>
                <a:lnTo>
                  <a:pt x="12786809" y="29960"/>
                </a:lnTo>
                <a:lnTo>
                  <a:pt x="12774805" y="29663"/>
                </a:lnTo>
                <a:lnTo>
                  <a:pt x="12775182" y="29663"/>
                </a:lnTo>
                <a:lnTo>
                  <a:pt x="248025" y="29663"/>
                </a:lnTo>
                <a:lnTo>
                  <a:pt x="248401" y="29663"/>
                </a:lnTo>
                <a:lnTo>
                  <a:pt x="236398" y="29960"/>
                </a:lnTo>
                <a:lnTo>
                  <a:pt x="237149" y="29920"/>
                </a:lnTo>
                <a:lnTo>
                  <a:pt x="225303" y="30830"/>
                </a:lnTo>
                <a:lnTo>
                  <a:pt x="226055" y="30751"/>
                </a:lnTo>
                <a:lnTo>
                  <a:pt x="214368" y="32234"/>
                </a:lnTo>
                <a:lnTo>
                  <a:pt x="215119" y="32115"/>
                </a:lnTo>
                <a:lnTo>
                  <a:pt x="203629" y="34172"/>
                </a:lnTo>
                <a:lnTo>
                  <a:pt x="204361" y="34014"/>
                </a:lnTo>
                <a:lnTo>
                  <a:pt x="193069" y="36624"/>
                </a:lnTo>
                <a:lnTo>
                  <a:pt x="193801" y="36446"/>
                </a:lnTo>
                <a:lnTo>
                  <a:pt x="182727" y="39591"/>
                </a:lnTo>
                <a:lnTo>
                  <a:pt x="183438" y="39373"/>
                </a:lnTo>
                <a:lnTo>
                  <a:pt x="172602" y="43032"/>
                </a:lnTo>
                <a:lnTo>
                  <a:pt x="173274" y="42775"/>
                </a:lnTo>
                <a:lnTo>
                  <a:pt x="162694" y="46947"/>
                </a:lnTo>
                <a:lnTo>
                  <a:pt x="163366" y="46670"/>
                </a:lnTo>
                <a:lnTo>
                  <a:pt x="153023" y="51337"/>
                </a:lnTo>
                <a:lnTo>
                  <a:pt x="153676" y="51021"/>
                </a:lnTo>
                <a:lnTo>
                  <a:pt x="143630" y="56182"/>
                </a:lnTo>
                <a:lnTo>
                  <a:pt x="144263" y="55827"/>
                </a:lnTo>
                <a:lnTo>
                  <a:pt x="134494" y="61442"/>
                </a:lnTo>
                <a:lnTo>
                  <a:pt x="135107" y="61067"/>
                </a:lnTo>
                <a:lnTo>
                  <a:pt x="125654" y="67138"/>
                </a:lnTo>
                <a:lnTo>
                  <a:pt x="126228" y="66743"/>
                </a:lnTo>
                <a:lnTo>
                  <a:pt x="117091" y="73249"/>
                </a:lnTo>
                <a:lnTo>
                  <a:pt x="117665" y="72814"/>
                </a:lnTo>
                <a:lnTo>
                  <a:pt x="108845" y="79735"/>
                </a:lnTo>
                <a:lnTo>
                  <a:pt x="109399" y="79300"/>
                </a:lnTo>
                <a:lnTo>
                  <a:pt x="100935" y="86617"/>
                </a:lnTo>
                <a:lnTo>
                  <a:pt x="101469" y="86142"/>
                </a:lnTo>
                <a:lnTo>
                  <a:pt x="93361" y="93874"/>
                </a:lnTo>
                <a:lnTo>
                  <a:pt x="93875" y="93360"/>
                </a:lnTo>
                <a:lnTo>
                  <a:pt x="86142" y="101468"/>
                </a:lnTo>
                <a:lnTo>
                  <a:pt x="86617" y="100934"/>
                </a:lnTo>
                <a:lnTo>
                  <a:pt x="79300" y="109398"/>
                </a:lnTo>
                <a:lnTo>
                  <a:pt x="79736" y="108845"/>
                </a:lnTo>
                <a:lnTo>
                  <a:pt x="72814" y="117665"/>
                </a:lnTo>
                <a:lnTo>
                  <a:pt x="73249" y="117091"/>
                </a:lnTo>
                <a:lnTo>
                  <a:pt x="66743" y="126227"/>
                </a:lnTo>
                <a:lnTo>
                  <a:pt x="67138" y="125654"/>
                </a:lnTo>
                <a:lnTo>
                  <a:pt x="61087" y="135107"/>
                </a:lnTo>
                <a:lnTo>
                  <a:pt x="61443" y="134494"/>
                </a:lnTo>
                <a:lnTo>
                  <a:pt x="55827" y="144263"/>
                </a:lnTo>
                <a:lnTo>
                  <a:pt x="56182" y="143630"/>
                </a:lnTo>
                <a:lnTo>
                  <a:pt x="51021" y="153676"/>
                </a:lnTo>
                <a:lnTo>
                  <a:pt x="51337" y="153023"/>
                </a:lnTo>
                <a:lnTo>
                  <a:pt x="46670" y="163366"/>
                </a:lnTo>
                <a:lnTo>
                  <a:pt x="46947" y="162693"/>
                </a:lnTo>
                <a:lnTo>
                  <a:pt x="42775" y="173274"/>
                </a:lnTo>
                <a:lnTo>
                  <a:pt x="43032" y="172601"/>
                </a:lnTo>
                <a:lnTo>
                  <a:pt x="39373" y="183438"/>
                </a:lnTo>
                <a:lnTo>
                  <a:pt x="39591" y="182726"/>
                </a:lnTo>
                <a:lnTo>
                  <a:pt x="36446" y="193800"/>
                </a:lnTo>
                <a:lnTo>
                  <a:pt x="36624" y="193069"/>
                </a:lnTo>
                <a:lnTo>
                  <a:pt x="34014" y="204361"/>
                </a:lnTo>
                <a:lnTo>
                  <a:pt x="34172" y="203629"/>
                </a:lnTo>
                <a:lnTo>
                  <a:pt x="32116" y="215119"/>
                </a:lnTo>
                <a:lnTo>
                  <a:pt x="32234" y="214367"/>
                </a:lnTo>
                <a:lnTo>
                  <a:pt x="30751" y="226055"/>
                </a:lnTo>
                <a:lnTo>
                  <a:pt x="30830" y="225303"/>
                </a:lnTo>
                <a:lnTo>
                  <a:pt x="29920" y="237149"/>
                </a:lnTo>
                <a:lnTo>
                  <a:pt x="29960" y="236397"/>
                </a:lnTo>
                <a:lnTo>
                  <a:pt x="29663" y="248401"/>
                </a:lnTo>
              </a:path>
            </a:pathLst>
          </a:custGeom>
          <a:solidFill xmlns:a="http://schemas.openxmlformats.org/drawingml/2006/main">
            <a:srgbClr val="70A7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" name="path-73">
            <a:extLst xmlns:a="http://schemas.openxmlformats.org/drawingml/2006/main">
              <a:ext uri="{FF2B5EF4-FFF2-40B4-BE49-F238E27FC236}">
                <a16:creationId xmlns:a16="http://schemas.microsoft.com/office/drawing/2014/main" id="{4AF16DF7-2C60-430C-98BF-71933809A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2960" y="3765916"/>
            <a:ext cx="14610955" cy="34746"/>
          </a:xfrm>
          <a:custGeom xmlns:a="http://schemas.openxmlformats.org/drawingml/2006/main">
            <a:pathLst>
              <a:path w="12473426" h="29663">
                <a:moveTo>
                  <a:pt x="0" y="0"/>
                </a:moveTo>
                <a:lnTo>
                  <a:pt x="88990" y="0"/>
                </a:lnTo>
                <a:lnTo>
                  <a:pt x="88990" y="29663"/>
                </a:lnTo>
                <a:lnTo>
                  <a:pt x="0" y="29663"/>
                </a:lnTo>
                <a:lnTo>
                  <a:pt x="0" y="0"/>
                </a:lnTo>
                <a:moveTo>
                  <a:pt x="118654" y="0"/>
                </a:moveTo>
                <a:lnTo>
                  <a:pt x="207644" y="0"/>
                </a:lnTo>
                <a:lnTo>
                  <a:pt x="207644" y="29663"/>
                </a:lnTo>
                <a:lnTo>
                  <a:pt x="118654" y="29663"/>
                </a:lnTo>
                <a:lnTo>
                  <a:pt x="118654" y="0"/>
                </a:lnTo>
                <a:moveTo>
                  <a:pt x="237307" y="0"/>
                </a:moveTo>
                <a:lnTo>
                  <a:pt x="326297" y="0"/>
                </a:lnTo>
                <a:lnTo>
                  <a:pt x="326297" y="29663"/>
                </a:lnTo>
                <a:lnTo>
                  <a:pt x="237307" y="29663"/>
                </a:lnTo>
                <a:lnTo>
                  <a:pt x="237307" y="0"/>
                </a:lnTo>
                <a:moveTo>
                  <a:pt x="355960" y="0"/>
                </a:moveTo>
                <a:lnTo>
                  <a:pt x="444951" y="0"/>
                </a:lnTo>
                <a:lnTo>
                  <a:pt x="444951" y="29663"/>
                </a:lnTo>
                <a:lnTo>
                  <a:pt x="355960" y="29663"/>
                </a:lnTo>
                <a:lnTo>
                  <a:pt x="355960" y="0"/>
                </a:lnTo>
                <a:moveTo>
                  <a:pt x="474614" y="0"/>
                </a:moveTo>
                <a:lnTo>
                  <a:pt x="563604" y="0"/>
                </a:lnTo>
                <a:lnTo>
                  <a:pt x="563604" y="29663"/>
                </a:lnTo>
                <a:lnTo>
                  <a:pt x="474614" y="29663"/>
                </a:lnTo>
                <a:lnTo>
                  <a:pt x="474614" y="0"/>
                </a:lnTo>
                <a:moveTo>
                  <a:pt x="593268" y="0"/>
                </a:moveTo>
                <a:lnTo>
                  <a:pt x="682257" y="0"/>
                </a:lnTo>
                <a:lnTo>
                  <a:pt x="682257" y="29663"/>
                </a:lnTo>
                <a:lnTo>
                  <a:pt x="593268" y="29663"/>
                </a:lnTo>
                <a:lnTo>
                  <a:pt x="593268" y="0"/>
                </a:lnTo>
                <a:moveTo>
                  <a:pt x="711921" y="0"/>
                </a:moveTo>
                <a:lnTo>
                  <a:pt x="800911" y="0"/>
                </a:lnTo>
                <a:lnTo>
                  <a:pt x="800911" y="29663"/>
                </a:lnTo>
                <a:lnTo>
                  <a:pt x="711921" y="29663"/>
                </a:lnTo>
                <a:lnTo>
                  <a:pt x="711921" y="0"/>
                </a:lnTo>
                <a:moveTo>
                  <a:pt x="830574" y="0"/>
                </a:moveTo>
                <a:lnTo>
                  <a:pt x="919564" y="0"/>
                </a:lnTo>
                <a:lnTo>
                  <a:pt x="919564" y="29663"/>
                </a:lnTo>
                <a:lnTo>
                  <a:pt x="830574" y="29663"/>
                </a:lnTo>
                <a:lnTo>
                  <a:pt x="830574" y="0"/>
                </a:lnTo>
                <a:moveTo>
                  <a:pt x="949228" y="0"/>
                </a:moveTo>
                <a:lnTo>
                  <a:pt x="1038218" y="0"/>
                </a:lnTo>
                <a:lnTo>
                  <a:pt x="1038218" y="29663"/>
                </a:lnTo>
                <a:lnTo>
                  <a:pt x="949228" y="29663"/>
                </a:lnTo>
                <a:lnTo>
                  <a:pt x="949228" y="0"/>
                </a:lnTo>
                <a:moveTo>
                  <a:pt x="1067881" y="0"/>
                </a:moveTo>
                <a:lnTo>
                  <a:pt x="1156871" y="0"/>
                </a:lnTo>
                <a:lnTo>
                  <a:pt x="1156871" y="29663"/>
                </a:lnTo>
                <a:lnTo>
                  <a:pt x="1067881" y="29663"/>
                </a:lnTo>
                <a:lnTo>
                  <a:pt x="1067881" y="0"/>
                </a:lnTo>
                <a:moveTo>
                  <a:pt x="1186535" y="0"/>
                </a:moveTo>
                <a:lnTo>
                  <a:pt x="1275525" y="0"/>
                </a:lnTo>
                <a:lnTo>
                  <a:pt x="1275525" y="29663"/>
                </a:lnTo>
                <a:lnTo>
                  <a:pt x="1186535" y="29663"/>
                </a:lnTo>
                <a:lnTo>
                  <a:pt x="1186535" y="0"/>
                </a:lnTo>
                <a:moveTo>
                  <a:pt x="1305188" y="0"/>
                </a:moveTo>
                <a:lnTo>
                  <a:pt x="1394179" y="0"/>
                </a:lnTo>
                <a:lnTo>
                  <a:pt x="1394179" y="29663"/>
                </a:lnTo>
                <a:lnTo>
                  <a:pt x="1305188" y="29663"/>
                </a:lnTo>
                <a:lnTo>
                  <a:pt x="1305188" y="0"/>
                </a:lnTo>
                <a:moveTo>
                  <a:pt x="1423842" y="0"/>
                </a:moveTo>
                <a:lnTo>
                  <a:pt x="1512832" y="0"/>
                </a:lnTo>
                <a:lnTo>
                  <a:pt x="1512832" y="29663"/>
                </a:lnTo>
                <a:lnTo>
                  <a:pt x="1423842" y="29663"/>
                </a:lnTo>
                <a:lnTo>
                  <a:pt x="1423842" y="0"/>
                </a:lnTo>
                <a:moveTo>
                  <a:pt x="1542495" y="0"/>
                </a:moveTo>
                <a:lnTo>
                  <a:pt x="1631485" y="0"/>
                </a:lnTo>
                <a:lnTo>
                  <a:pt x="1631485" y="29663"/>
                </a:lnTo>
                <a:lnTo>
                  <a:pt x="1542495" y="29663"/>
                </a:lnTo>
                <a:lnTo>
                  <a:pt x="1542495" y="0"/>
                </a:lnTo>
                <a:moveTo>
                  <a:pt x="1661148" y="0"/>
                </a:moveTo>
                <a:lnTo>
                  <a:pt x="1750139" y="0"/>
                </a:lnTo>
                <a:lnTo>
                  <a:pt x="1750139" y="29663"/>
                </a:lnTo>
                <a:lnTo>
                  <a:pt x="1661148" y="29663"/>
                </a:lnTo>
                <a:lnTo>
                  <a:pt x="1661148" y="0"/>
                </a:lnTo>
                <a:moveTo>
                  <a:pt x="1779802" y="0"/>
                </a:moveTo>
                <a:lnTo>
                  <a:pt x="1868792" y="0"/>
                </a:lnTo>
                <a:lnTo>
                  <a:pt x="1868792" y="29663"/>
                </a:lnTo>
                <a:lnTo>
                  <a:pt x="1779802" y="29663"/>
                </a:lnTo>
                <a:lnTo>
                  <a:pt x="1779802" y="0"/>
                </a:lnTo>
                <a:moveTo>
                  <a:pt x="1898456" y="0"/>
                </a:moveTo>
                <a:lnTo>
                  <a:pt x="1987446" y="0"/>
                </a:lnTo>
                <a:lnTo>
                  <a:pt x="1987446" y="29663"/>
                </a:lnTo>
                <a:lnTo>
                  <a:pt x="1898456" y="29663"/>
                </a:lnTo>
                <a:lnTo>
                  <a:pt x="1898456" y="0"/>
                </a:lnTo>
                <a:moveTo>
                  <a:pt x="2017109" y="0"/>
                </a:moveTo>
                <a:lnTo>
                  <a:pt x="2106099" y="0"/>
                </a:lnTo>
                <a:lnTo>
                  <a:pt x="2106099" y="29663"/>
                </a:lnTo>
                <a:lnTo>
                  <a:pt x="2017109" y="29663"/>
                </a:lnTo>
                <a:lnTo>
                  <a:pt x="2017109" y="0"/>
                </a:lnTo>
                <a:moveTo>
                  <a:pt x="2135763" y="0"/>
                </a:moveTo>
                <a:lnTo>
                  <a:pt x="2224753" y="0"/>
                </a:lnTo>
                <a:lnTo>
                  <a:pt x="2224753" y="29663"/>
                </a:lnTo>
                <a:lnTo>
                  <a:pt x="2135763" y="29663"/>
                </a:lnTo>
                <a:lnTo>
                  <a:pt x="2135763" y="0"/>
                </a:lnTo>
                <a:moveTo>
                  <a:pt x="2254416" y="0"/>
                </a:moveTo>
                <a:lnTo>
                  <a:pt x="2343406" y="0"/>
                </a:lnTo>
                <a:lnTo>
                  <a:pt x="2343406" y="29663"/>
                </a:lnTo>
                <a:lnTo>
                  <a:pt x="2254416" y="29663"/>
                </a:lnTo>
                <a:lnTo>
                  <a:pt x="2254416" y="0"/>
                </a:lnTo>
                <a:moveTo>
                  <a:pt x="2373070" y="0"/>
                </a:moveTo>
                <a:lnTo>
                  <a:pt x="2462060" y="0"/>
                </a:lnTo>
                <a:lnTo>
                  <a:pt x="2462060" y="29663"/>
                </a:lnTo>
                <a:lnTo>
                  <a:pt x="2373070" y="29663"/>
                </a:lnTo>
                <a:lnTo>
                  <a:pt x="2373070" y="0"/>
                </a:lnTo>
                <a:moveTo>
                  <a:pt x="2491723" y="0"/>
                </a:moveTo>
                <a:lnTo>
                  <a:pt x="2580713" y="0"/>
                </a:lnTo>
                <a:lnTo>
                  <a:pt x="2580713" y="29663"/>
                </a:lnTo>
                <a:lnTo>
                  <a:pt x="2491723" y="29663"/>
                </a:lnTo>
                <a:lnTo>
                  <a:pt x="2491723" y="0"/>
                </a:lnTo>
                <a:moveTo>
                  <a:pt x="2610377" y="0"/>
                </a:moveTo>
                <a:lnTo>
                  <a:pt x="2699367" y="0"/>
                </a:lnTo>
                <a:lnTo>
                  <a:pt x="2699367" y="29663"/>
                </a:lnTo>
                <a:lnTo>
                  <a:pt x="2610377" y="29663"/>
                </a:lnTo>
                <a:lnTo>
                  <a:pt x="2610377" y="0"/>
                </a:lnTo>
                <a:moveTo>
                  <a:pt x="2729030" y="0"/>
                </a:moveTo>
                <a:lnTo>
                  <a:pt x="2818020" y="0"/>
                </a:lnTo>
                <a:lnTo>
                  <a:pt x="2818020" y="29663"/>
                </a:lnTo>
                <a:lnTo>
                  <a:pt x="2729030" y="29663"/>
                </a:lnTo>
                <a:lnTo>
                  <a:pt x="2729030" y="0"/>
                </a:lnTo>
                <a:moveTo>
                  <a:pt x="2847683" y="0"/>
                </a:moveTo>
                <a:lnTo>
                  <a:pt x="2936674" y="0"/>
                </a:lnTo>
                <a:lnTo>
                  <a:pt x="2936674" y="29663"/>
                </a:lnTo>
                <a:lnTo>
                  <a:pt x="2847683" y="29663"/>
                </a:lnTo>
                <a:lnTo>
                  <a:pt x="2847683" y="0"/>
                </a:lnTo>
                <a:moveTo>
                  <a:pt x="2966337" y="0"/>
                </a:moveTo>
                <a:lnTo>
                  <a:pt x="3055327" y="0"/>
                </a:lnTo>
                <a:lnTo>
                  <a:pt x="3055327" y="29663"/>
                </a:lnTo>
                <a:lnTo>
                  <a:pt x="2966337" y="29663"/>
                </a:lnTo>
                <a:lnTo>
                  <a:pt x="2966337" y="0"/>
                </a:lnTo>
                <a:moveTo>
                  <a:pt x="3084991" y="0"/>
                </a:moveTo>
                <a:lnTo>
                  <a:pt x="3173981" y="0"/>
                </a:lnTo>
                <a:lnTo>
                  <a:pt x="3173981" y="29663"/>
                </a:lnTo>
                <a:lnTo>
                  <a:pt x="3084991" y="29663"/>
                </a:lnTo>
                <a:lnTo>
                  <a:pt x="3084991" y="0"/>
                </a:lnTo>
                <a:moveTo>
                  <a:pt x="3203644" y="0"/>
                </a:moveTo>
                <a:lnTo>
                  <a:pt x="3292634" y="0"/>
                </a:lnTo>
                <a:lnTo>
                  <a:pt x="3292634" y="29663"/>
                </a:lnTo>
                <a:lnTo>
                  <a:pt x="3203644" y="29663"/>
                </a:lnTo>
                <a:lnTo>
                  <a:pt x="3203644" y="0"/>
                </a:lnTo>
                <a:moveTo>
                  <a:pt x="3322297" y="0"/>
                </a:moveTo>
                <a:lnTo>
                  <a:pt x="3411287" y="0"/>
                </a:lnTo>
                <a:lnTo>
                  <a:pt x="3411287" y="29663"/>
                </a:lnTo>
                <a:lnTo>
                  <a:pt x="3322297" y="29663"/>
                </a:lnTo>
                <a:lnTo>
                  <a:pt x="3322297" y="0"/>
                </a:lnTo>
                <a:moveTo>
                  <a:pt x="3440951" y="0"/>
                </a:moveTo>
                <a:lnTo>
                  <a:pt x="3529941" y="0"/>
                </a:lnTo>
                <a:lnTo>
                  <a:pt x="3529941" y="29663"/>
                </a:lnTo>
                <a:lnTo>
                  <a:pt x="3440951" y="29663"/>
                </a:lnTo>
                <a:lnTo>
                  <a:pt x="3440951" y="0"/>
                </a:lnTo>
                <a:moveTo>
                  <a:pt x="3559604" y="0"/>
                </a:moveTo>
                <a:lnTo>
                  <a:pt x="3648595" y="0"/>
                </a:lnTo>
                <a:lnTo>
                  <a:pt x="3648595" y="29663"/>
                </a:lnTo>
                <a:lnTo>
                  <a:pt x="3559604" y="29663"/>
                </a:lnTo>
                <a:lnTo>
                  <a:pt x="3559604" y="0"/>
                </a:lnTo>
                <a:moveTo>
                  <a:pt x="3678258" y="0"/>
                </a:moveTo>
                <a:lnTo>
                  <a:pt x="3767248" y="0"/>
                </a:lnTo>
                <a:lnTo>
                  <a:pt x="3767248" y="29663"/>
                </a:lnTo>
                <a:lnTo>
                  <a:pt x="3678258" y="29663"/>
                </a:lnTo>
                <a:lnTo>
                  <a:pt x="3678258" y="0"/>
                </a:lnTo>
                <a:moveTo>
                  <a:pt x="3796912" y="0"/>
                </a:moveTo>
                <a:lnTo>
                  <a:pt x="3885902" y="0"/>
                </a:lnTo>
                <a:lnTo>
                  <a:pt x="3885902" y="29663"/>
                </a:lnTo>
                <a:lnTo>
                  <a:pt x="3796912" y="29663"/>
                </a:lnTo>
                <a:lnTo>
                  <a:pt x="3796912" y="0"/>
                </a:lnTo>
                <a:moveTo>
                  <a:pt x="3915565" y="0"/>
                </a:moveTo>
                <a:lnTo>
                  <a:pt x="4004555" y="0"/>
                </a:lnTo>
                <a:lnTo>
                  <a:pt x="4004555" y="29663"/>
                </a:lnTo>
                <a:lnTo>
                  <a:pt x="3915565" y="29663"/>
                </a:lnTo>
                <a:lnTo>
                  <a:pt x="3915565" y="0"/>
                </a:lnTo>
                <a:moveTo>
                  <a:pt x="4034218" y="0"/>
                </a:moveTo>
                <a:lnTo>
                  <a:pt x="4123208" y="0"/>
                </a:lnTo>
                <a:lnTo>
                  <a:pt x="4123208" y="29663"/>
                </a:lnTo>
                <a:lnTo>
                  <a:pt x="4034218" y="29663"/>
                </a:lnTo>
                <a:lnTo>
                  <a:pt x="4034218" y="0"/>
                </a:lnTo>
                <a:moveTo>
                  <a:pt x="4152872" y="0"/>
                </a:moveTo>
                <a:lnTo>
                  <a:pt x="4241862" y="0"/>
                </a:lnTo>
                <a:lnTo>
                  <a:pt x="4241862" y="29663"/>
                </a:lnTo>
                <a:lnTo>
                  <a:pt x="4152872" y="29663"/>
                </a:lnTo>
                <a:lnTo>
                  <a:pt x="4152872" y="0"/>
                </a:lnTo>
                <a:moveTo>
                  <a:pt x="4271525" y="0"/>
                </a:moveTo>
                <a:lnTo>
                  <a:pt x="4360515" y="0"/>
                </a:lnTo>
                <a:lnTo>
                  <a:pt x="4360515" y="29663"/>
                </a:lnTo>
                <a:lnTo>
                  <a:pt x="4271525" y="29663"/>
                </a:lnTo>
                <a:lnTo>
                  <a:pt x="4271525" y="0"/>
                </a:lnTo>
                <a:moveTo>
                  <a:pt x="4390179" y="0"/>
                </a:moveTo>
                <a:lnTo>
                  <a:pt x="4479169" y="0"/>
                </a:lnTo>
                <a:lnTo>
                  <a:pt x="4479169" y="29663"/>
                </a:lnTo>
                <a:lnTo>
                  <a:pt x="4390179" y="29663"/>
                </a:lnTo>
                <a:lnTo>
                  <a:pt x="4390179" y="0"/>
                </a:lnTo>
                <a:moveTo>
                  <a:pt x="4508832" y="0"/>
                </a:moveTo>
                <a:lnTo>
                  <a:pt x="4597822" y="0"/>
                </a:lnTo>
                <a:lnTo>
                  <a:pt x="4597822" y="29663"/>
                </a:lnTo>
                <a:lnTo>
                  <a:pt x="4508832" y="29663"/>
                </a:lnTo>
                <a:lnTo>
                  <a:pt x="4508832" y="0"/>
                </a:lnTo>
                <a:moveTo>
                  <a:pt x="4627486" y="0"/>
                </a:moveTo>
                <a:lnTo>
                  <a:pt x="4716475" y="0"/>
                </a:lnTo>
                <a:lnTo>
                  <a:pt x="4716475" y="29663"/>
                </a:lnTo>
                <a:lnTo>
                  <a:pt x="4627486" y="29663"/>
                </a:lnTo>
                <a:lnTo>
                  <a:pt x="4627486" y="0"/>
                </a:lnTo>
                <a:moveTo>
                  <a:pt x="4746139" y="0"/>
                </a:moveTo>
                <a:lnTo>
                  <a:pt x="4835130" y="0"/>
                </a:lnTo>
                <a:lnTo>
                  <a:pt x="4835130" y="29663"/>
                </a:lnTo>
                <a:lnTo>
                  <a:pt x="4746139" y="29663"/>
                </a:lnTo>
                <a:lnTo>
                  <a:pt x="4746139" y="0"/>
                </a:lnTo>
                <a:moveTo>
                  <a:pt x="4864792" y="0"/>
                </a:moveTo>
                <a:lnTo>
                  <a:pt x="4953782" y="0"/>
                </a:lnTo>
                <a:lnTo>
                  <a:pt x="4953782" y="29663"/>
                </a:lnTo>
                <a:lnTo>
                  <a:pt x="4864792" y="29663"/>
                </a:lnTo>
                <a:lnTo>
                  <a:pt x="4864792" y="0"/>
                </a:lnTo>
                <a:moveTo>
                  <a:pt x="4983446" y="0"/>
                </a:moveTo>
                <a:lnTo>
                  <a:pt x="5072436" y="0"/>
                </a:lnTo>
                <a:lnTo>
                  <a:pt x="5072436" y="29663"/>
                </a:lnTo>
                <a:lnTo>
                  <a:pt x="4983446" y="29663"/>
                </a:lnTo>
                <a:lnTo>
                  <a:pt x="4983446" y="0"/>
                </a:lnTo>
                <a:moveTo>
                  <a:pt x="5102099" y="0"/>
                </a:moveTo>
                <a:lnTo>
                  <a:pt x="5191090" y="0"/>
                </a:lnTo>
                <a:lnTo>
                  <a:pt x="5191090" y="29663"/>
                </a:lnTo>
                <a:lnTo>
                  <a:pt x="5102099" y="29663"/>
                </a:lnTo>
                <a:lnTo>
                  <a:pt x="5102099" y="0"/>
                </a:lnTo>
                <a:moveTo>
                  <a:pt x="5220753" y="0"/>
                </a:moveTo>
                <a:lnTo>
                  <a:pt x="5309743" y="0"/>
                </a:lnTo>
                <a:lnTo>
                  <a:pt x="5309743" y="29663"/>
                </a:lnTo>
                <a:lnTo>
                  <a:pt x="5220753" y="29663"/>
                </a:lnTo>
                <a:lnTo>
                  <a:pt x="5220753" y="0"/>
                </a:lnTo>
                <a:moveTo>
                  <a:pt x="5339406" y="0"/>
                </a:moveTo>
                <a:lnTo>
                  <a:pt x="5428397" y="0"/>
                </a:lnTo>
                <a:lnTo>
                  <a:pt x="5428397" y="29663"/>
                </a:lnTo>
                <a:lnTo>
                  <a:pt x="5339406" y="29663"/>
                </a:lnTo>
                <a:lnTo>
                  <a:pt x="5339406" y="0"/>
                </a:lnTo>
                <a:moveTo>
                  <a:pt x="5458060" y="0"/>
                </a:moveTo>
                <a:lnTo>
                  <a:pt x="5547049" y="0"/>
                </a:lnTo>
                <a:lnTo>
                  <a:pt x="5547049" y="29663"/>
                </a:lnTo>
                <a:lnTo>
                  <a:pt x="5458060" y="29663"/>
                </a:lnTo>
                <a:lnTo>
                  <a:pt x="5458060" y="0"/>
                </a:lnTo>
                <a:moveTo>
                  <a:pt x="5576714" y="0"/>
                </a:moveTo>
                <a:lnTo>
                  <a:pt x="5665703" y="0"/>
                </a:lnTo>
                <a:lnTo>
                  <a:pt x="5665703" y="29663"/>
                </a:lnTo>
                <a:lnTo>
                  <a:pt x="5576714" y="29663"/>
                </a:lnTo>
                <a:lnTo>
                  <a:pt x="5576714" y="0"/>
                </a:lnTo>
                <a:moveTo>
                  <a:pt x="5695366" y="0"/>
                </a:moveTo>
                <a:lnTo>
                  <a:pt x="5784357" y="0"/>
                </a:lnTo>
                <a:lnTo>
                  <a:pt x="5784357" y="29663"/>
                </a:lnTo>
                <a:lnTo>
                  <a:pt x="5695366" y="29663"/>
                </a:lnTo>
                <a:lnTo>
                  <a:pt x="5695366" y="0"/>
                </a:lnTo>
                <a:moveTo>
                  <a:pt x="5814020" y="0"/>
                </a:moveTo>
                <a:lnTo>
                  <a:pt x="5903010" y="0"/>
                </a:lnTo>
                <a:lnTo>
                  <a:pt x="5903010" y="29663"/>
                </a:lnTo>
                <a:lnTo>
                  <a:pt x="5814020" y="29663"/>
                </a:lnTo>
                <a:lnTo>
                  <a:pt x="5814020" y="0"/>
                </a:lnTo>
                <a:moveTo>
                  <a:pt x="5932674" y="0"/>
                </a:moveTo>
                <a:lnTo>
                  <a:pt x="6021664" y="0"/>
                </a:lnTo>
                <a:lnTo>
                  <a:pt x="6021664" y="29663"/>
                </a:lnTo>
                <a:lnTo>
                  <a:pt x="5932674" y="29663"/>
                </a:lnTo>
                <a:lnTo>
                  <a:pt x="5932674" y="0"/>
                </a:lnTo>
                <a:moveTo>
                  <a:pt x="6051327" y="0"/>
                </a:moveTo>
                <a:lnTo>
                  <a:pt x="6140318" y="0"/>
                </a:lnTo>
                <a:lnTo>
                  <a:pt x="6140318" y="29663"/>
                </a:lnTo>
                <a:lnTo>
                  <a:pt x="6051327" y="29663"/>
                </a:lnTo>
                <a:lnTo>
                  <a:pt x="6051327" y="0"/>
                </a:lnTo>
                <a:moveTo>
                  <a:pt x="6169981" y="0"/>
                </a:moveTo>
                <a:lnTo>
                  <a:pt x="6258970" y="0"/>
                </a:lnTo>
                <a:lnTo>
                  <a:pt x="6258970" y="29663"/>
                </a:lnTo>
                <a:lnTo>
                  <a:pt x="6169981" y="29663"/>
                </a:lnTo>
                <a:lnTo>
                  <a:pt x="6169981" y="0"/>
                </a:lnTo>
                <a:moveTo>
                  <a:pt x="6288634" y="0"/>
                </a:moveTo>
                <a:lnTo>
                  <a:pt x="6377624" y="0"/>
                </a:lnTo>
                <a:lnTo>
                  <a:pt x="6377624" y="29663"/>
                </a:lnTo>
                <a:lnTo>
                  <a:pt x="6288634" y="29663"/>
                </a:lnTo>
                <a:lnTo>
                  <a:pt x="6288634" y="0"/>
                </a:lnTo>
                <a:moveTo>
                  <a:pt x="6407287" y="0"/>
                </a:moveTo>
                <a:lnTo>
                  <a:pt x="6496278" y="0"/>
                </a:lnTo>
                <a:lnTo>
                  <a:pt x="6496278" y="29663"/>
                </a:lnTo>
                <a:lnTo>
                  <a:pt x="6407287" y="29663"/>
                </a:lnTo>
                <a:lnTo>
                  <a:pt x="6407287" y="0"/>
                </a:lnTo>
                <a:moveTo>
                  <a:pt x="6525941" y="0"/>
                </a:moveTo>
                <a:lnTo>
                  <a:pt x="6614931" y="0"/>
                </a:lnTo>
                <a:lnTo>
                  <a:pt x="6614931" y="29663"/>
                </a:lnTo>
                <a:lnTo>
                  <a:pt x="6525941" y="29663"/>
                </a:lnTo>
                <a:lnTo>
                  <a:pt x="6525941" y="0"/>
                </a:lnTo>
                <a:moveTo>
                  <a:pt x="6644594" y="0"/>
                </a:moveTo>
                <a:lnTo>
                  <a:pt x="6733585" y="0"/>
                </a:lnTo>
                <a:lnTo>
                  <a:pt x="6733585" y="29663"/>
                </a:lnTo>
                <a:lnTo>
                  <a:pt x="6644594" y="29663"/>
                </a:lnTo>
                <a:lnTo>
                  <a:pt x="6644594" y="0"/>
                </a:lnTo>
                <a:moveTo>
                  <a:pt x="6763248" y="0"/>
                </a:moveTo>
                <a:lnTo>
                  <a:pt x="6852239" y="0"/>
                </a:lnTo>
                <a:lnTo>
                  <a:pt x="6852239" y="29663"/>
                </a:lnTo>
                <a:lnTo>
                  <a:pt x="6763248" y="29663"/>
                </a:lnTo>
                <a:lnTo>
                  <a:pt x="6763248" y="0"/>
                </a:lnTo>
                <a:moveTo>
                  <a:pt x="6881902" y="0"/>
                </a:moveTo>
                <a:lnTo>
                  <a:pt x="6970891" y="0"/>
                </a:lnTo>
                <a:lnTo>
                  <a:pt x="6970891" y="29663"/>
                </a:lnTo>
                <a:lnTo>
                  <a:pt x="6881902" y="29663"/>
                </a:lnTo>
                <a:lnTo>
                  <a:pt x="6881902" y="0"/>
                </a:lnTo>
                <a:moveTo>
                  <a:pt x="7000554" y="0"/>
                </a:moveTo>
                <a:lnTo>
                  <a:pt x="7089545" y="0"/>
                </a:lnTo>
                <a:lnTo>
                  <a:pt x="7089545" y="29663"/>
                </a:lnTo>
                <a:lnTo>
                  <a:pt x="7000554" y="29663"/>
                </a:lnTo>
                <a:lnTo>
                  <a:pt x="7000554" y="0"/>
                </a:lnTo>
                <a:moveTo>
                  <a:pt x="7119208" y="0"/>
                </a:moveTo>
                <a:lnTo>
                  <a:pt x="7208197" y="0"/>
                </a:lnTo>
                <a:lnTo>
                  <a:pt x="7208197" y="29663"/>
                </a:lnTo>
                <a:lnTo>
                  <a:pt x="7119208" y="29663"/>
                </a:lnTo>
                <a:lnTo>
                  <a:pt x="7119208" y="0"/>
                </a:lnTo>
                <a:moveTo>
                  <a:pt x="7237862" y="0"/>
                </a:moveTo>
                <a:lnTo>
                  <a:pt x="7326851" y="0"/>
                </a:lnTo>
                <a:lnTo>
                  <a:pt x="7326851" y="29663"/>
                </a:lnTo>
                <a:lnTo>
                  <a:pt x="7237862" y="29663"/>
                </a:lnTo>
                <a:lnTo>
                  <a:pt x="7237862" y="0"/>
                </a:lnTo>
                <a:moveTo>
                  <a:pt x="7356514" y="0"/>
                </a:moveTo>
                <a:lnTo>
                  <a:pt x="7445505" y="0"/>
                </a:lnTo>
                <a:lnTo>
                  <a:pt x="7445505" y="29663"/>
                </a:lnTo>
                <a:lnTo>
                  <a:pt x="7356514" y="29663"/>
                </a:lnTo>
                <a:lnTo>
                  <a:pt x="7356514" y="0"/>
                </a:lnTo>
                <a:moveTo>
                  <a:pt x="7475168" y="0"/>
                </a:moveTo>
                <a:lnTo>
                  <a:pt x="7564158" y="0"/>
                </a:lnTo>
                <a:lnTo>
                  <a:pt x="7564158" y="29663"/>
                </a:lnTo>
                <a:lnTo>
                  <a:pt x="7475168" y="29663"/>
                </a:lnTo>
                <a:lnTo>
                  <a:pt x="7475168" y="0"/>
                </a:lnTo>
                <a:moveTo>
                  <a:pt x="7593822" y="0"/>
                </a:moveTo>
                <a:lnTo>
                  <a:pt x="7682812" y="0"/>
                </a:lnTo>
                <a:lnTo>
                  <a:pt x="7682812" y="29663"/>
                </a:lnTo>
                <a:lnTo>
                  <a:pt x="7593822" y="29663"/>
                </a:lnTo>
                <a:lnTo>
                  <a:pt x="7593822" y="0"/>
                </a:lnTo>
                <a:moveTo>
                  <a:pt x="7712475" y="0"/>
                </a:moveTo>
                <a:lnTo>
                  <a:pt x="7801466" y="0"/>
                </a:lnTo>
                <a:lnTo>
                  <a:pt x="7801466" y="29663"/>
                </a:lnTo>
                <a:lnTo>
                  <a:pt x="7712475" y="29663"/>
                </a:lnTo>
                <a:lnTo>
                  <a:pt x="7712475" y="0"/>
                </a:lnTo>
                <a:moveTo>
                  <a:pt x="7831129" y="0"/>
                </a:moveTo>
                <a:lnTo>
                  <a:pt x="7920118" y="0"/>
                </a:lnTo>
                <a:lnTo>
                  <a:pt x="7920118" y="29663"/>
                </a:lnTo>
                <a:lnTo>
                  <a:pt x="7831129" y="29663"/>
                </a:lnTo>
                <a:lnTo>
                  <a:pt x="7831129" y="0"/>
                </a:lnTo>
                <a:moveTo>
                  <a:pt x="7949782" y="0"/>
                </a:moveTo>
                <a:lnTo>
                  <a:pt x="8038772" y="0"/>
                </a:lnTo>
                <a:lnTo>
                  <a:pt x="8038772" y="29663"/>
                </a:lnTo>
                <a:lnTo>
                  <a:pt x="7949782" y="29663"/>
                </a:lnTo>
                <a:lnTo>
                  <a:pt x="7949782" y="0"/>
                </a:lnTo>
                <a:moveTo>
                  <a:pt x="8068435" y="0"/>
                </a:moveTo>
                <a:lnTo>
                  <a:pt x="8157426" y="0"/>
                </a:lnTo>
                <a:lnTo>
                  <a:pt x="8157426" y="29663"/>
                </a:lnTo>
                <a:lnTo>
                  <a:pt x="8068435" y="29663"/>
                </a:lnTo>
                <a:lnTo>
                  <a:pt x="8068435" y="0"/>
                </a:lnTo>
                <a:moveTo>
                  <a:pt x="8187089" y="0"/>
                </a:moveTo>
                <a:lnTo>
                  <a:pt x="8276079" y="0"/>
                </a:lnTo>
                <a:lnTo>
                  <a:pt x="8276079" y="29663"/>
                </a:lnTo>
                <a:lnTo>
                  <a:pt x="8187089" y="29663"/>
                </a:lnTo>
                <a:lnTo>
                  <a:pt x="8187089" y="0"/>
                </a:lnTo>
                <a:moveTo>
                  <a:pt x="8305742" y="0"/>
                </a:moveTo>
                <a:lnTo>
                  <a:pt x="8394733" y="0"/>
                </a:lnTo>
                <a:lnTo>
                  <a:pt x="8394733" y="29663"/>
                </a:lnTo>
                <a:lnTo>
                  <a:pt x="8305742" y="29663"/>
                </a:lnTo>
                <a:lnTo>
                  <a:pt x="8305742" y="0"/>
                </a:lnTo>
                <a:moveTo>
                  <a:pt x="8424396" y="0"/>
                </a:moveTo>
                <a:lnTo>
                  <a:pt x="8513385" y="0"/>
                </a:lnTo>
                <a:lnTo>
                  <a:pt x="8513385" y="29663"/>
                </a:lnTo>
                <a:lnTo>
                  <a:pt x="8424396" y="29663"/>
                </a:lnTo>
                <a:lnTo>
                  <a:pt x="8424396" y="0"/>
                </a:lnTo>
                <a:moveTo>
                  <a:pt x="8543050" y="0"/>
                </a:moveTo>
                <a:lnTo>
                  <a:pt x="8632039" y="0"/>
                </a:lnTo>
                <a:lnTo>
                  <a:pt x="8632039" y="29663"/>
                </a:lnTo>
                <a:lnTo>
                  <a:pt x="8543050" y="29663"/>
                </a:lnTo>
                <a:lnTo>
                  <a:pt x="8543050" y="0"/>
                </a:lnTo>
                <a:moveTo>
                  <a:pt x="8661702" y="0"/>
                </a:moveTo>
                <a:lnTo>
                  <a:pt x="8750693" y="0"/>
                </a:lnTo>
                <a:lnTo>
                  <a:pt x="8750693" y="29663"/>
                </a:lnTo>
                <a:lnTo>
                  <a:pt x="8661702" y="29663"/>
                </a:lnTo>
                <a:lnTo>
                  <a:pt x="8661702" y="0"/>
                </a:lnTo>
                <a:moveTo>
                  <a:pt x="8780356" y="0"/>
                </a:moveTo>
                <a:lnTo>
                  <a:pt x="8869346" y="0"/>
                </a:lnTo>
                <a:lnTo>
                  <a:pt x="8869346" y="29663"/>
                </a:lnTo>
                <a:lnTo>
                  <a:pt x="8780356" y="29663"/>
                </a:lnTo>
                <a:lnTo>
                  <a:pt x="8780356" y="0"/>
                </a:lnTo>
                <a:moveTo>
                  <a:pt x="8899010" y="0"/>
                </a:moveTo>
                <a:lnTo>
                  <a:pt x="8988000" y="0"/>
                </a:lnTo>
                <a:lnTo>
                  <a:pt x="8988000" y="29663"/>
                </a:lnTo>
                <a:lnTo>
                  <a:pt x="8899010" y="29663"/>
                </a:lnTo>
                <a:lnTo>
                  <a:pt x="8899010" y="0"/>
                </a:lnTo>
                <a:moveTo>
                  <a:pt x="9017663" y="0"/>
                </a:moveTo>
                <a:lnTo>
                  <a:pt x="9106654" y="0"/>
                </a:lnTo>
                <a:lnTo>
                  <a:pt x="9106654" y="29663"/>
                </a:lnTo>
                <a:lnTo>
                  <a:pt x="9017663" y="29663"/>
                </a:lnTo>
                <a:lnTo>
                  <a:pt x="9017663" y="0"/>
                </a:lnTo>
                <a:moveTo>
                  <a:pt x="9136317" y="0"/>
                </a:moveTo>
                <a:lnTo>
                  <a:pt x="9225306" y="0"/>
                </a:lnTo>
                <a:lnTo>
                  <a:pt x="9225306" y="29663"/>
                </a:lnTo>
                <a:lnTo>
                  <a:pt x="9136317" y="29663"/>
                </a:lnTo>
                <a:lnTo>
                  <a:pt x="9136317" y="0"/>
                </a:lnTo>
                <a:moveTo>
                  <a:pt x="9254971" y="0"/>
                </a:moveTo>
                <a:lnTo>
                  <a:pt x="9343960" y="0"/>
                </a:lnTo>
                <a:lnTo>
                  <a:pt x="9343960" y="29663"/>
                </a:lnTo>
                <a:lnTo>
                  <a:pt x="9254971" y="29663"/>
                </a:lnTo>
                <a:lnTo>
                  <a:pt x="9254971" y="0"/>
                </a:lnTo>
                <a:moveTo>
                  <a:pt x="9373623" y="0"/>
                </a:moveTo>
                <a:lnTo>
                  <a:pt x="9462614" y="0"/>
                </a:lnTo>
                <a:lnTo>
                  <a:pt x="9462614" y="29663"/>
                </a:lnTo>
                <a:lnTo>
                  <a:pt x="9373623" y="29663"/>
                </a:lnTo>
                <a:lnTo>
                  <a:pt x="9373623" y="0"/>
                </a:lnTo>
                <a:moveTo>
                  <a:pt x="9492277" y="0"/>
                </a:moveTo>
                <a:lnTo>
                  <a:pt x="9581267" y="0"/>
                </a:lnTo>
                <a:lnTo>
                  <a:pt x="9581267" y="29663"/>
                </a:lnTo>
                <a:lnTo>
                  <a:pt x="9492277" y="29663"/>
                </a:lnTo>
                <a:lnTo>
                  <a:pt x="9492277" y="0"/>
                </a:lnTo>
                <a:moveTo>
                  <a:pt x="9610930" y="0"/>
                </a:moveTo>
                <a:lnTo>
                  <a:pt x="9699921" y="0"/>
                </a:lnTo>
                <a:lnTo>
                  <a:pt x="9699921" y="29663"/>
                </a:lnTo>
                <a:lnTo>
                  <a:pt x="9610930" y="29663"/>
                </a:lnTo>
                <a:lnTo>
                  <a:pt x="9610930" y="0"/>
                </a:lnTo>
                <a:moveTo>
                  <a:pt x="9729584" y="0"/>
                </a:moveTo>
                <a:lnTo>
                  <a:pt x="9818575" y="0"/>
                </a:lnTo>
                <a:lnTo>
                  <a:pt x="9818575" y="29663"/>
                </a:lnTo>
                <a:lnTo>
                  <a:pt x="9729584" y="29663"/>
                </a:lnTo>
                <a:lnTo>
                  <a:pt x="9729584" y="0"/>
                </a:lnTo>
                <a:moveTo>
                  <a:pt x="9848238" y="0"/>
                </a:moveTo>
                <a:lnTo>
                  <a:pt x="9937227" y="0"/>
                </a:lnTo>
                <a:lnTo>
                  <a:pt x="9937227" y="29663"/>
                </a:lnTo>
                <a:lnTo>
                  <a:pt x="9848238" y="29663"/>
                </a:lnTo>
                <a:lnTo>
                  <a:pt x="9848238" y="0"/>
                </a:lnTo>
                <a:moveTo>
                  <a:pt x="9966891" y="0"/>
                </a:moveTo>
                <a:lnTo>
                  <a:pt x="10055881" y="0"/>
                </a:lnTo>
                <a:lnTo>
                  <a:pt x="10055881" y="29663"/>
                </a:lnTo>
                <a:lnTo>
                  <a:pt x="9966891" y="29663"/>
                </a:lnTo>
                <a:lnTo>
                  <a:pt x="9966891" y="0"/>
                </a:lnTo>
                <a:moveTo>
                  <a:pt x="10085544" y="0"/>
                </a:moveTo>
                <a:lnTo>
                  <a:pt x="10174515" y="0"/>
                </a:lnTo>
                <a:lnTo>
                  <a:pt x="10174515" y="29663"/>
                </a:lnTo>
                <a:lnTo>
                  <a:pt x="10085544" y="29663"/>
                </a:lnTo>
                <a:lnTo>
                  <a:pt x="10085544" y="0"/>
                </a:lnTo>
                <a:moveTo>
                  <a:pt x="10204178" y="0"/>
                </a:moveTo>
                <a:lnTo>
                  <a:pt x="10293169" y="0"/>
                </a:lnTo>
                <a:lnTo>
                  <a:pt x="10293169" y="29663"/>
                </a:lnTo>
                <a:lnTo>
                  <a:pt x="10204178" y="29663"/>
                </a:lnTo>
                <a:lnTo>
                  <a:pt x="10204178" y="0"/>
                </a:lnTo>
                <a:moveTo>
                  <a:pt x="10322832" y="0"/>
                </a:moveTo>
                <a:lnTo>
                  <a:pt x="10411822" y="0"/>
                </a:lnTo>
                <a:lnTo>
                  <a:pt x="10411822" y="29663"/>
                </a:lnTo>
                <a:lnTo>
                  <a:pt x="10322832" y="29663"/>
                </a:lnTo>
                <a:lnTo>
                  <a:pt x="10322832" y="0"/>
                </a:lnTo>
                <a:moveTo>
                  <a:pt x="10441485" y="0"/>
                </a:moveTo>
                <a:lnTo>
                  <a:pt x="10530476" y="0"/>
                </a:lnTo>
                <a:lnTo>
                  <a:pt x="10530476" y="29663"/>
                </a:lnTo>
                <a:lnTo>
                  <a:pt x="10441485" y="29663"/>
                </a:lnTo>
                <a:lnTo>
                  <a:pt x="10441485" y="0"/>
                </a:lnTo>
                <a:moveTo>
                  <a:pt x="10560139" y="0"/>
                </a:moveTo>
                <a:lnTo>
                  <a:pt x="10649129" y="0"/>
                </a:lnTo>
                <a:lnTo>
                  <a:pt x="10649129" y="29663"/>
                </a:lnTo>
                <a:lnTo>
                  <a:pt x="10560139" y="29663"/>
                </a:lnTo>
                <a:lnTo>
                  <a:pt x="10560139" y="0"/>
                </a:lnTo>
                <a:moveTo>
                  <a:pt x="10678793" y="0"/>
                </a:moveTo>
                <a:lnTo>
                  <a:pt x="10767782" y="0"/>
                </a:lnTo>
                <a:lnTo>
                  <a:pt x="10767782" y="29663"/>
                </a:lnTo>
                <a:lnTo>
                  <a:pt x="10678793" y="29663"/>
                </a:lnTo>
                <a:lnTo>
                  <a:pt x="10678793" y="0"/>
                </a:lnTo>
                <a:moveTo>
                  <a:pt x="10797445" y="0"/>
                </a:moveTo>
                <a:lnTo>
                  <a:pt x="10886436" y="0"/>
                </a:lnTo>
                <a:lnTo>
                  <a:pt x="10886436" y="29663"/>
                </a:lnTo>
                <a:lnTo>
                  <a:pt x="10797445" y="29663"/>
                </a:lnTo>
                <a:lnTo>
                  <a:pt x="10797445" y="0"/>
                </a:lnTo>
                <a:moveTo>
                  <a:pt x="10916099" y="0"/>
                </a:moveTo>
                <a:lnTo>
                  <a:pt x="11005090" y="0"/>
                </a:lnTo>
                <a:lnTo>
                  <a:pt x="11005090" y="29663"/>
                </a:lnTo>
                <a:lnTo>
                  <a:pt x="10916099" y="29663"/>
                </a:lnTo>
                <a:lnTo>
                  <a:pt x="10916099" y="0"/>
                </a:lnTo>
                <a:moveTo>
                  <a:pt x="11034753" y="0"/>
                </a:moveTo>
                <a:lnTo>
                  <a:pt x="11123743" y="0"/>
                </a:lnTo>
                <a:lnTo>
                  <a:pt x="11123743" y="29663"/>
                </a:lnTo>
                <a:lnTo>
                  <a:pt x="11034753" y="29663"/>
                </a:lnTo>
                <a:lnTo>
                  <a:pt x="11034753" y="0"/>
                </a:lnTo>
                <a:moveTo>
                  <a:pt x="11153406" y="0"/>
                </a:moveTo>
                <a:lnTo>
                  <a:pt x="11242397" y="0"/>
                </a:lnTo>
                <a:lnTo>
                  <a:pt x="11242397" y="29663"/>
                </a:lnTo>
                <a:lnTo>
                  <a:pt x="11153406" y="29663"/>
                </a:lnTo>
                <a:lnTo>
                  <a:pt x="11153406" y="0"/>
                </a:lnTo>
                <a:moveTo>
                  <a:pt x="11272060" y="0"/>
                </a:moveTo>
                <a:lnTo>
                  <a:pt x="11361049" y="0"/>
                </a:lnTo>
                <a:lnTo>
                  <a:pt x="11361049" y="29663"/>
                </a:lnTo>
                <a:lnTo>
                  <a:pt x="11272060" y="29663"/>
                </a:lnTo>
                <a:lnTo>
                  <a:pt x="11272060" y="0"/>
                </a:lnTo>
                <a:moveTo>
                  <a:pt x="11390714" y="0"/>
                </a:moveTo>
                <a:lnTo>
                  <a:pt x="11479703" y="0"/>
                </a:lnTo>
                <a:lnTo>
                  <a:pt x="11479703" y="29663"/>
                </a:lnTo>
                <a:lnTo>
                  <a:pt x="11390714" y="29663"/>
                </a:lnTo>
                <a:lnTo>
                  <a:pt x="11390714" y="0"/>
                </a:lnTo>
                <a:moveTo>
                  <a:pt x="11509366" y="0"/>
                </a:moveTo>
                <a:lnTo>
                  <a:pt x="11598357" y="0"/>
                </a:lnTo>
                <a:lnTo>
                  <a:pt x="11598357" y="29663"/>
                </a:lnTo>
                <a:lnTo>
                  <a:pt x="11509366" y="29663"/>
                </a:lnTo>
                <a:lnTo>
                  <a:pt x="11509366" y="0"/>
                </a:lnTo>
                <a:moveTo>
                  <a:pt x="11628020" y="0"/>
                </a:moveTo>
                <a:lnTo>
                  <a:pt x="11717010" y="0"/>
                </a:lnTo>
                <a:lnTo>
                  <a:pt x="11717010" y="29663"/>
                </a:lnTo>
                <a:lnTo>
                  <a:pt x="11628020" y="29663"/>
                </a:lnTo>
                <a:lnTo>
                  <a:pt x="11628020" y="0"/>
                </a:lnTo>
                <a:moveTo>
                  <a:pt x="11746674" y="0"/>
                </a:moveTo>
                <a:lnTo>
                  <a:pt x="11835664" y="0"/>
                </a:lnTo>
                <a:lnTo>
                  <a:pt x="11835664" y="29663"/>
                </a:lnTo>
                <a:lnTo>
                  <a:pt x="11746674" y="29663"/>
                </a:lnTo>
                <a:lnTo>
                  <a:pt x="11746674" y="0"/>
                </a:lnTo>
                <a:moveTo>
                  <a:pt x="11865327" y="0"/>
                </a:moveTo>
                <a:lnTo>
                  <a:pt x="11954317" y="0"/>
                </a:lnTo>
                <a:lnTo>
                  <a:pt x="11954317" y="29663"/>
                </a:lnTo>
                <a:lnTo>
                  <a:pt x="11865327" y="29663"/>
                </a:lnTo>
                <a:lnTo>
                  <a:pt x="11865327" y="0"/>
                </a:lnTo>
                <a:moveTo>
                  <a:pt x="11983981" y="0"/>
                </a:moveTo>
                <a:lnTo>
                  <a:pt x="12072970" y="0"/>
                </a:lnTo>
                <a:lnTo>
                  <a:pt x="12072970" y="29663"/>
                </a:lnTo>
                <a:lnTo>
                  <a:pt x="11983981" y="29663"/>
                </a:lnTo>
                <a:lnTo>
                  <a:pt x="11983981" y="0"/>
                </a:lnTo>
                <a:moveTo>
                  <a:pt x="12102633" y="0"/>
                </a:moveTo>
                <a:lnTo>
                  <a:pt x="12191624" y="0"/>
                </a:lnTo>
                <a:lnTo>
                  <a:pt x="12191624" y="29663"/>
                </a:lnTo>
                <a:lnTo>
                  <a:pt x="12102633" y="29663"/>
                </a:lnTo>
                <a:lnTo>
                  <a:pt x="12102633" y="0"/>
                </a:lnTo>
                <a:moveTo>
                  <a:pt x="12221287" y="0"/>
                </a:moveTo>
                <a:lnTo>
                  <a:pt x="12310278" y="0"/>
                </a:lnTo>
                <a:lnTo>
                  <a:pt x="12310278" y="29663"/>
                </a:lnTo>
                <a:lnTo>
                  <a:pt x="12221287" y="29663"/>
                </a:lnTo>
                <a:lnTo>
                  <a:pt x="12221287" y="0"/>
                </a:lnTo>
                <a:moveTo>
                  <a:pt x="12339941" y="0"/>
                </a:moveTo>
                <a:lnTo>
                  <a:pt x="12428931" y="0"/>
                </a:lnTo>
                <a:lnTo>
                  <a:pt x="12428931" y="29663"/>
                </a:lnTo>
                <a:lnTo>
                  <a:pt x="12339941" y="29663"/>
                </a:lnTo>
                <a:lnTo>
                  <a:pt x="12339941" y="0"/>
                </a:lnTo>
                <a:moveTo>
                  <a:pt x="12458594" y="0"/>
                </a:moveTo>
                <a:lnTo>
                  <a:pt x="12473426" y="0"/>
                </a:lnTo>
                <a:lnTo>
                  <a:pt x="12473426" y="29663"/>
                </a:lnTo>
                <a:lnTo>
                  <a:pt x="12458594" y="29663"/>
                </a:lnTo>
                <a:lnTo>
                  <a:pt x="12458594" y="0"/>
                </a:lnTo>
              </a:path>
            </a:pathLst>
          </a:custGeom>
          <a:solidFill xmlns:a="http://schemas.openxmlformats.org/drawingml/2006/main">
            <a:srgbClr val="70A7F3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87" name="">
            <a:extLst xmlns:a="http://schemas.openxmlformats.org/drawingml/2006/main">
              <a:ext uri="{FF2B5EF4-FFF2-40B4-BE49-F238E27FC236}">
                <a16:creationId xmlns:a16="http://schemas.microsoft.com/office/drawing/2014/main" id="{B44346A6-DE59-43A7-8CA9-DD3FB5C8DA9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d5a8250f4a047f4"/>
          <a:stretch xmlns:a="http://schemas.openxmlformats.org/drawingml/2006/main"/>
        </p:blipFill>
        <p:spPr>
          <a:xfrm xmlns:a="http://schemas.openxmlformats.org/drawingml/2006/main">
            <a:off x="15867682" y="7378412"/>
            <a:ext cx="742421" cy="742421"/>
          </a:xfrm>
          <a:prstGeom xmlns:a="http://schemas.openxmlformats.org/drawingml/2006/main" prst="rect">
            <a:avLst/>
          </a:prstGeom>
        </p:spPr>
      </p:pic>
      <p:sp>
        <p:nvSpPr>
          <p:cNvPr id="288" name="text-75 (iii)">
            <a:extLst xmlns:a="http://schemas.openxmlformats.org/drawingml/2006/main">
              <a:ext uri="{FF2B5EF4-FFF2-40B4-BE49-F238E27FC236}">
                <a16:creationId xmlns:a16="http://schemas.microsoft.com/office/drawing/2014/main" id="{C729A561-3DC0-442D-B721-0D5B61BA5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12170" y="3087203"/>
            <a:ext cx="390839" cy="3259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(iii)</a:t>
            </a:r>
          </a:p>
        </p:txBody>
      </p:sp>
      <p:sp>
        <p:nvSpPr>
          <p:cNvPr id="289" name="text-75 ConvBench">
            <a:extLst xmlns:a="http://schemas.openxmlformats.org/drawingml/2006/main">
              <a:ext uri="{FF2B5EF4-FFF2-40B4-BE49-F238E27FC236}">
                <a16:creationId xmlns:a16="http://schemas.microsoft.com/office/drawing/2014/main" id="{0EFECACA-CFE2-43B8-9F22-FD9B7758E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19864" y="3088469"/>
            <a:ext cx="1134459" cy="3241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ConvBench</a:t>
            </a:r>
          </a:p>
        </p:txBody>
      </p:sp>
      <p:pic>
        <p:nvPicPr>
          <p:cNvPr id="290" name="">
            <a:extLst xmlns:a="http://schemas.openxmlformats.org/drawingml/2006/main">
              <a:ext uri="{FF2B5EF4-FFF2-40B4-BE49-F238E27FC236}">
                <a16:creationId xmlns:a16="http://schemas.microsoft.com/office/drawing/2014/main" id="{5986FDC9-B668-451E-BBE5-5624245EB5D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fb6193e739442b6"/>
          <a:stretch xmlns:a="http://schemas.openxmlformats.org/drawingml/2006/main"/>
        </p:blipFill>
        <p:spPr>
          <a:xfrm xmlns:a="http://schemas.openxmlformats.org/drawingml/2006/main">
            <a:off x="4863898" y="794355"/>
            <a:ext cx="1662433" cy="2231453"/>
          </a:xfrm>
          <a:prstGeom xmlns:a="http://schemas.openxmlformats.org/drawingml/2006/main" prst="rect">
            <a:avLst/>
          </a:prstGeom>
        </p:spPr>
      </p:pic>
      <p:sp>
        <p:nvSpPr>
          <p:cNvPr id="291" name="text-77 Q1:">
            <a:extLst xmlns:a="http://schemas.openxmlformats.org/drawingml/2006/main">
              <a:ext uri="{FF2B5EF4-FFF2-40B4-BE49-F238E27FC236}">
                <a16:creationId xmlns:a16="http://schemas.microsoft.com/office/drawing/2014/main" id="{613FA6EA-1A7C-45F9-A508-DA4ACF8F2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3516" y="817316"/>
            <a:ext cx="493158" cy="3288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4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Q1:</a:t>
            </a:r>
          </a:p>
        </p:txBody>
      </p:sp>
      <p:sp>
        <p:nvSpPr>
          <p:cNvPr id="292" name="text-78 What">
            <a:extLst xmlns:a="http://schemas.openxmlformats.org/drawingml/2006/main">
              <a:ext uri="{FF2B5EF4-FFF2-40B4-BE49-F238E27FC236}">
                <a16:creationId xmlns:a16="http://schemas.microsoft.com/office/drawing/2014/main" id="{F8EE48C6-983D-477D-BA37-C62940F72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48698" y="815548"/>
            <a:ext cx="554866" cy="3313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What</a:t>
            </a:r>
          </a:p>
        </p:txBody>
      </p:sp>
      <p:sp>
        <p:nvSpPr>
          <p:cNvPr id="293" name="text-78 furniture">
            <a:extLst xmlns:a="http://schemas.openxmlformats.org/drawingml/2006/main">
              <a:ext uri="{FF2B5EF4-FFF2-40B4-BE49-F238E27FC236}">
                <a16:creationId xmlns:a16="http://schemas.microsoft.com/office/drawing/2014/main" id="{6843BB5F-8E2E-45E0-8C7E-7A336C843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26651" y="810643"/>
            <a:ext cx="888202" cy="3381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furniture</a:t>
            </a:r>
          </a:p>
        </p:txBody>
      </p:sp>
      <p:sp>
        <p:nvSpPr>
          <p:cNvPr id="294" name="text-78 are">
            <a:extLst xmlns:a="http://schemas.openxmlformats.org/drawingml/2006/main">
              <a:ext uri="{FF2B5EF4-FFF2-40B4-BE49-F238E27FC236}">
                <a16:creationId xmlns:a16="http://schemas.microsoft.com/office/drawing/2014/main" id="{F139F65C-317A-40B3-99D8-0FEB4184B6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39330" y="812721"/>
            <a:ext cx="335355" cy="3352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are</a:t>
            </a:r>
          </a:p>
        </p:txBody>
      </p:sp>
      <p:sp>
        <p:nvSpPr>
          <p:cNvPr id="295" name="text-79 there">
            <a:extLst xmlns:a="http://schemas.openxmlformats.org/drawingml/2006/main">
              <a:ext uri="{FF2B5EF4-FFF2-40B4-BE49-F238E27FC236}">
                <a16:creationId xmlns:a16="http://schemas.microsoft.com/office/drawing/2014/main" id="{1952355B-7890-45BE-AED6-0D8912488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3516" y="1050547"/>
            <a:ext cx="576150" cy="3703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08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there</a:t>
            </a:r>
          </a:p>
        </p:txBody>
      </p:sp>
      <p:sp>
        <p:nvSpPr>
          <p:cNvPr id="296" name="text-79 in">
            <a:extLst xmlns:a="http://schemas.openxmlformats.org/drawingml/2006/main">
              <a:ext uri="{FF2B5EF4-FFF2-40B4-BE49-F238E27FC236}">
                <a16:creationId xmlns:a16="http://schemas.microsoft.com/office/drawing/2014/main" id="{1D26A387-FF75-4C81-A876-40CAF8B7D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13165" y="1062563"/>
            <a:ext cx="241779" cy="353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297" name="text-79 the">
            <a:extLst xmlns:a="http://schemas.openxmlformats.org/drawingml/2006/main">
              <a:ext uri="{FF2B5EF4-FFF2-40B4-BE49-F238E27FC236}">
                <a16:creationId xmlns:a16="http://schemas.microsoft.com/office/drawing/2014/main" id="{4EEE96B8-6C8C-45F9-9F71-D9B6B5978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00405" y="1056829"/>
            <a:ext cx="361907" cy="3616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0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298" name="text-79 bedroom">
            <a:extLst xmlns:a="http://schemas.openxmlformats.org/drawingml/2006/main">
              <a:ext uri="{FF2B5EF4-FFF2-40B4-BE49-F238E27FC236}">
                <a16:creationId xmlns:a16="http://schemas.microsoft.com/office/drawing/2014/main" id="{4F2B030B-9C16-4D2B-9A5B-E03245238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06941" y="1055063"/>
            <a:ext cx="970827" cy="3640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0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bedroom</a:t>
            </a:r>
          </a:p>
        </p:txBody>
      </p:sp>
      <p:sp>
        <p:nvSpPr>
          <p:cNvPr id="299" name="text-80 shown">
            <a:extLst xmlns:a="http://schemas.openxmlformats.org/drawingml/2006/main">
              <a:ext uri="{FF2B5EF4-FFF2-40B4-BE49-F238E27FC236}">
                <a16:creationId xmlns:a16="http://schemas.microsoft.com/office/drawing/2014/main" id="{B2B1AAD4-E711-4EEF-AF92-B2B1B0D3E4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3516" y="1361679"/>
            <a:ext cx="645669" cy="3239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shown</a:t>
            </a:r>
          </a:p>
        </p:txBody>
      </p:sp>
      <p:sp>
        <p:nvSpPr>
          <p:cNvPr id="300" name="text-80 in">
            <a:extLst xmlns:a="http://schemas.openxmlformats.org/drawingml/2006/main">
              <a:ext uri="{FF2B5EF4-FFF2-40B4-BE49-F238E27FC236}">
                <a16:creationId xmlns:a16="http://schemas.microsoft.com/office/drawing/2014/main" id="{CFD4E19C-EFEF-4C31-ACAE-55F728E03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56020" y="1361398"/>
            <a:ext cx="221807" cy="3243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301" name="text-80 the">
            <a:extLst xmlns:a="http://schemas.openxmlformats.org/drawingml/2006/main">
              <a:ext uri="{FF2B5EF4-FFF2-40B4-BE49-F238E27FC236}">
                <a16:creationId xmlns:a16="http://schemas.microsoft.com/office/drawing/2014/main" id="{1BB6A389-B796-48A5-9646-5910D1F18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94614" y="1361361"/>
            <a:ext cx="324694" cy="3244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302" name="text-80 image?">
            <a:extLst xmlns:a="http://schemas.openxmlformats.org/drawingml/2006/main">
              <a:ext uri="{FF2B5EF4-FFF2-40B4-BE49-F238E27FC236}">
                <a16:creationId xmlns:a16="http://schemas.microsoft.com/office/drawing/2014/main" id="{6C5F4B98-701E-43D1-8B7C-05DAF1DF5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36290" y="1360976"/>
            <a:ext cx="711610" cy="324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image?</a:t>
            </a:r>
          </a:p>
        </p:txBody>
      </p:sp>
      <p:sp>
        <p:nvSpPr>
          <p:cNvPr id="303" name="text-81 Q2:">
            <a:extLst xmlns:a="http://schemas.openxmlformats.org/drawingml/2006/main">
              <a:ext uri="{FF2B5EF4-FFF2-40B4-BE49-F238E27FC236}">
                <a16:creationId xmlns:a16="http://schemas.microsoft.com/office/drawing/2014/main" id="{CCECC9B8-5A19-4313-8ADF-32411BAE0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3516" y="1650030"/>
            <a:ext cx="495691" cy="3305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5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Q2:</a:t>
            </a:r>
          </a:p>
        </p:txBody>
      </p:sp>
      <p:sp>
        <p:nvSpPr>
          <p:cNvPr id="304" name="text-82 Please">
            <a:extLst xmlns:a="http://schemas.openxmlformats.org/drawingml/2006/main">
              <a:ext uri="{FF2B5EF4-FFF2-40B4-BE49-F238E27FC236}">
                <a16:creationId xmlns:a16="http://schemas.microsoft.com/office/drawing/2014/main" id="{9496AC27-A9C3-4C01-A37B-D8946B3E3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52172" y="1645122"/>
            <a:ext cx="658774" cy="3373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Please</a:t>
            </a:r>
          </a:p>
        </p:txBody>
      </p:sp>
      <p:sp>
        <p:nvSpPr>
          <p:cNvPr id="305" name="text-82 analyze">
            <a:extLst xmlns:a="http://schemas.openxmlformats.org/drawingml/2006/main">
              <a:ext uri="{FF2B5EF4-FFF2-40B4-BE49-F238E27FC236}">
                <a16:creationId xmlns:a16="http://schemas.microsoft.com/office/drawing/2014/main" id="{231A9FB7-81F0-4600-8277-614E064BB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35523" y="1645009"/>
            <a:ext cx="779249" cy="3375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analyze</a:t>
            </a:r>
          </a:p>
        </p:txBody>
      </p:sp>
      <p:sp>
        <p:nvSpPr>
          <p:cNvPr id="306" name="text-82 the">
            <a:extLst xmlns:a="http://schemas.openxmlformats.org/drawingml/2006/main">
              <a:ext uri="{FF2B5EF4-FFF2-40B4-BE49-F238E27FC236}">
                <a16:creationId xmlns:a16="http://schemas.microsoft.com/office/drawing/2014/main" id="{2FF2AF37-8E28-4D3C-8D82-6E92FDD41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39330" y="1646802"/>
            <a:ext cx="335327" cy="3350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307" name="text-83 identity">
            <a:extLst xmlns:a="http://schemas.openxmlformats.org/drawingml/2006/main">
              <a:ext uri="{FF2B5EF4-FFF2-40B4-BE49-F238E27FC236}">
                <a16:creationId xmlns:a16="http://schemas.microsoft.com/office/drawing/2014/main" id="{55396B57-1324-4511-9449-EDA1BC05B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3516" y="1916746"/>
            <a:ext cx="751224" cy="3252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identity</a:t>
            </a:r>
          </a:p>
        </p:txBody>
      </p:sp>
      <p:sp>
        <p:nvSpPr>
          <p:cNvPr id="308" name="text-83 of">
            <a:extLst xmlns:a="http://schemas.openxmlformats.org/drawingml/2006/main">
              <a:ext uri="{FF2B5EF4-FFF2-40B4-BE49-F238E27FC236}">
                <a16:creationId xmlns:a16="http://schemas.microsoft.com/office/drawing/2014/main" id="{A38B84CD-389A-4E5E-9C83-ECFC511CB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61417" y="1917774"/>
            <a:ext cx="234203" cy="3237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309" name="text-83 the">
            <a:extLst xmlns:a="http://schemas.openxmlformats.org/drawingml/2006/main">
              <a:ext uri="{FF2B5EF4-FFF2-40B4-BE49-F238E27FC236}">
                <a16:creationId xmlns:a16="http://schemas.microsoft.com/office/drawing/2014/main" id="{657D0AFC-FFB6-46A5-922B-35E565705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12752" y="1917308"/>
            <a:ext cx="324694" cy="3244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310" name="text-83 owner">
            <a:extLst xmlns:a="http://schemas.openxmlformats.org/drawingml/2006/main">
              <a:ext uri="{FF2B5EF4-FFF2-40B4-BE49-F238E27FC236}">
                <a16:creationId xmlns:a16="http://schemas.microsoft.com/office/drawing/2014/main" id="{6E35CAD7-FDF9-4C5A-B88F-ED9E3919D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54428" y="1917559"/>
            <a:ext cx="619930" cy="3240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owner</a:t>
            </a:r>
          </a:p>
        </p:txBody>
      </p:sp>
      <p:sp>
        <p:nvSpPr>
          <p:cNvPr id="311" name="text-83 of">
            <a:extLst xmlns:a="http://schemas.openxmlformats.org/drawingml/2006/main">
              <a:ext uri="{FF2B5EF4-FFF2-40B4-BE49-F238E27FC236}">
                <a16:creationId xmlns:a16="http://schemas.microsoft.com/office/drawing/2014/main" id="{AD69D838-4EB9-41BA-BB8D-C493C226A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91451" y="1917774"/>
            <a:ext cx="234203" cy="3237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312" name="text-84 the">
            <a:extLst xmlns:a="http://schemas.openxmlformats.org/drawingml/2006/main">
              <a:ext uri="{FF2B5EF4-FFF2-40B4-BE49-F238E27FC236}">
                <a16:creationId xmlns:a16="http://schemas.microsoft.com/office/drawing/2014/main" id="{7E4E2196-95E3-4F34-8C85-B427E222D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3516" y="2180105"/>
            <a:ext cx="345959" cy="3456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313" name="text-84 room">
            <a:extLst xmlns:a="http://schemas.openxmlformats.org/drawingml/2006/main">
              <a:ext uri="{FF2B5EF4-FFF2-40B4-BE49-F238E27FC236}">
                <a16:creationId xmlns:a16="http://schemas.microsoft.com/office/drawing/2014/main" id="{259DAB21-D267-4D42-B8E9-DF8BBB5BA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72255" y="2182319"/>
            <a:ext cx="560367" cy="3425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room</a:t>
            </a:r>
          </a:p>
        </p:txBody>
      </p:sp>
      <p:sp>
        <p:nvSpPr>
          <p:cNvPr id="314" name="text-84 based">
            <a:extLst xmlns:a="http://schemas.openxmlformats.org/drawingml/2006/main">
              <a:ext uri="{FF2B5EF4-FFF2-40B4-BE49-F238E27FC236}">
                <a16:creationId xmlns:a16="http://schemas.microsoft.com/office/drawing/2014/main" id="{DE53EA92-1115-462A-ABF1-00E6B180C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66423" y="2178908"/>
            <a:ext cx="609293" cy="3473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based</a:t>
            </a:r>
          </a:p>
        </p:txBody>
      </p:sp>
      <p:sp>
        <p:nvSpPr>
          <p:cNvPr id="315" name="text-84 on">
            <a:extLst xmlns:a="http://schemas.openxmlformats.org/drawingml/2006/main">
              <a:ext uri="{FF2B5EF4-FFF2-40B4-BE49-F238E27FC236}">
                <a16:creationId xmlns:a16="http://schemas.microsoft.com/office/drawing/2014/main" id="{4E9F4732-A095-42F6-9FAB-6A405FAF5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08078" y="2186600"/>
            <a:ext cx="283606" cy="3365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9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on</a:t>
            </a:r>
          </a:p>
        </p:txBody>
      </p:sp>
      <p:sp>
        <p:nvSpPr>
          <p:cNvPr id="316" name="text-84 the">
            <a:extLst xmlns:a="http://schemas.openxmlformats.org/drawingml/2006/main">
              <a:ext uri="{FF2B5EF4-FFF2-40B4-BE49-F238E27FC236}">
                <a16:creationId xmlns:a16="http://schemas.microsoft.com/office/drawing/2014/main" id="{9BBB3157-EACA-42B3-8240-8F924FBCA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27748" y="2178208"/>
            <a:ext cx="348617" cy="348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5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5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5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317" name="text-85 content">
            <a:extLst xmlns:a="http://schemas.openxmlformats.org/drawingml/2006/main">
              <a:ext uri="{FF2B5EF4-FFF2-40B4-BE49-F238E27FC236}">
                <a16:creationId xmlns:a16="http://schemas.microsoft.com/office/drawing/2014/main" id="{E8D8D330-C8A5-487A-881C-8547DE6C4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3516" y="2472987"/>
            <a:ext cx="724288" cy="3247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content</a:t>
            </a:r>
          </a:p>
        </p:txBody>
      </p:sp>
      <p:sp>
        <p:nvSpPr>
          <p:cNvPr id="318" name="text-85 of">
            <a:extLst xmlns:a="http://schemas.openxmlformats.org/drawingml/2006/main">
              <a:ext uri="{FF2B5EF4-FFF2-40B4-BE49-F238E27FC236}">
                <a16:creationId xmlns:a16="http://schemas.microsoft.com/office/drawing/2014/main" id="{9B2956E7-EF7F-445D-8A06-A65EF6CE1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34778" y="2473719"/>
            <a:ext cx="234205" cy="3237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319" name="text-85 this">
            <a:extLst xmlns:a="http://schemas.openxmlformats.org/drawingml/2006/main">
              <a:ext uri="{FF2B5EF4-FFF2-40B4-BE49-F238E27FC236}">
                <a16:creationId xmlns:a16="http://schemas.microsoft.com/office/drawing/2014/main" id="{D1821C02-F462-4B36-AEF7-F1C415EDCE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86113" y="2472877"/>
            <a:ext cx="377018" cy="3249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this</a:t>
            </a:r>
          </a:p>
        </p:txBody>
      </p:sp>
      <p:sp>
        <p:nvSpPr>
          <p:cNvPr id="320" name="text-85 photo.">
            <a:extLst xmlns:a="http://schemas.openxmlformats.org/drawingml/2006/main">
              <a:ext uri="{FF2B5EF4-FFF2-40B4-BE49-F238E27FC236}">
                <a16:creationId xmlns:a16="http://schemas.microsoft.com/office/drawing/2014/main" id="{2722F872-165F-457F-8B8C-4F41A4F0B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79908" y="2473147"/>
            <a:ext cx="627503" cy="324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photo.</a:t>
            </a:r>
          </a:p>
        </p:txBody>
      </p:sp>
      <p:sp>
        <p:nvSpPr>
          <p:cNvPr id="321" name="text-86 Q3:">
            <a:extLst xmlns:a="http://schemas.openxmlformats.org/drawingml/2006/main">
              <a:ext uri="{FF2B5EF4-FFF2-40B4-BE49-F238E27FC236}">
                <a16:creationId xmlns:a16="http://schemas.microsoft.com/office/drawing/2014/main" id="{280306B2-9DFD-4C8D-B298-631728B6A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3516" y="2764337"/>
            <a:ext cx="490625" cy="3271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4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Q3:</a:t>
            </a:r>
          </a:p>
        </p:txBody>
      </p:sp>
      <p:sp>
        <p:nvSpPr>
          <p:cNvPr id="322" name="text-87 How">
            <a:extLst xmlns:a="http://schemas.openxmlformats.org/drawingml/2006/main">
              <a:ext uri="{FF2B5EF4-FFF2-40B4-BE49-F238E27FC236}">
                <a16:creationId xmlns:a16="http://schemas.microsoft.com/office/drawing/2014/main" id="{1E9AFDA7-7BE7-499E-86C2-48BD6AE07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45223" y="2764582"/>
            <a:ext cx="495706" cy="3268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How</a:t>
            </a:r>
          </a:p>
        </p:txBody>
      </p:sp>
      <p:sp>
        <p:nvSpPr>
          <p:cNvPr id="323" name="text-87 to">
            <a:extLst xmlns:a="http://schemas.openxmlformats.org/drawingml/2006/main">
              <a:ext uri="{FF2B5EF4-FFF2-40B4-BE49-F238E27FC236}">
                <a16:creationId xmlns:a16="http://schemas.microsoft.com/office/drawing/2014/main" id="{FD20DD52-E5DD-43F4-B150-1A464A9B6F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61790" y="2761849"/>
            <a:ext cx="226090" cy="3306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</a:t>
            </a:r>
          </a:p>
        </p:txBody>
      </p:sp>
      <p:sp>
        <p:nvSpPr>
          <p:cNvPr id="324" name="text-87 renovate">
            <a:extLst xmlns:a="http://schemas.openxmlformats.org/drawingml/2006/main">
              <a:ext uri="{FF2B5EF4-FFF2-40B4-BE49-F238E27FC236}">
                <a16:creationId xmlns:a16="http://schemas.microsoft.com/office/drawing/2014/main" id="{E45AB92B-E7F2-4DDF-A769-36338787A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10807" y="2758907"/>
            <a:ext cx="865757" cy="3347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renovate</a:t>
            </a:r>
          </a:p>
        </p:txBody>
      </p:sp>
      <p:sp>
        <p:nvSpPr>
          <p:cNvPr id="325" name="text-87 it">
            <a:extLst xmlns:a="http://schemas.openxmlformats.org/drawingml/2006/main">
              <a:ext uri="{FF2B5EF4-FFF2-40B4-BE49-F238E27FC236}">
                <a16:creationId xmlns:a16="http://schemas.microsoft.com/office/drawing/2014/main" id="{C6C77C5C-A8AC-4EC9-A251-D445539B5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99165" y="2759686"/>
            <a:ext cx="175271" cy="3336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7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it</a:t>
            </a:r>
          </a:p>
        </p:txBody>
      </p:sp>
      <p:sp>
        <p:nvSpPr>
          <p:cNvPr id="326" name="text-88 to">
            <a:extLst xmlns:a="http://schemas.openxmlformats.org/drawingml/2006/main">
              <a:ext uri="{FF2B5EF4-FFF2-40B4-BE49-F238E27FC236}">
                <a16:creationId xmlns:a16="http://schemas.microsoft.com/office/drawing/2014/main" id="{CACEA60C-DD45-4D1B-9399-4FB9BD3B2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93516" y="3029238"/>
            <a:ext cx="221808" cy="3243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</a:t>
            </a:r>
          </a:p>
        </p:txBody>
      </p:sp>
      <p:sp>
        <p:nvSpPr>
          <p:cNvPr id="327" name="text-88 be">
            <a:extLst xmlns:a="http://schemas.openxmlformats.org/drawingml/2006/main">
              <a:ext uri="{FF2B5EF4-FFF2-40B4-BE49-F238E27FC236}">
                <a16:creationId xmlns:a16="http://schemas.microsoft.com/office/drawing/2014/main" id="{5129E82F-8335-4E5B-A3AC-4271B696A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32110" y="3029738"/>
            <a:ext cx="259738" cy="3236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be</a:t>
            </a:r>
          </a:p>
        </p:txBody>
      </p:sp>
      <p:sp>
        <p:nvSpPr>
          <p:cNvPr id="328" name="text-88 more">
            <a:extLst xmlns:a="http://schemas.openxmlformats.org/drawingml/2006/main">
              <a:ext uri="{FF2B5EF4-FFF2-40B4-BE49-F238E27FC236}">
                <a16:creationId xmlns:a16="http://schemas.microsoft.com/office/drawing/2014/main" id="{A45C69A8-FA50-47BA-AFAB-E8BBCF03F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08926" y="3028978"/>
            <a:ext cx="518159" cy="3247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more</a:t>
            </a:r>
          </a:p>
        </p:txBody>
      </p:sp>
      <p:sp>
        <p:nvSpPr>
          <p:cNvPr id="329" name="text-88 childlike">
            <a:extLst xmlns:a="http://schemas.openxmlformats.org/drawingml/2006/main">
              <a:ext uri="{FF2B5EF4-FFF2-40B4-BE49-F238E27FC236}">
                <a16:creationId xmlns:a16="http://schemas.microsoft.com/office/drawing/2014/main" id="{0503EC96-751A-4B2E-B975-3D35BBAA8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44024" y="3028675"/>
            <a:ext cx="854097" cy="3251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childlike</a:t>
            </a:r>
          </a:p>
        </p:txBody>
      </p:sp>
      <p:sp>
        <p:nvSpPr>
          <p:cNvPr id="330" name="text-88 ?">
            <a:extLst xmlns:a="http://schemas.openxmlformats.org/drawingml/2006/main">
              <a:ext uri="{FF2B5EF4-FFF2-40B4-BE49-F238E27FC236}">
                <a16:creationId xmlns:a16="http://schemas.microsoft.com/office/drawing/2014/main" id="{8D714D17-0BFE-40EF-8C4A-174CE3A78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15007" y="3030439"/>
            <a:ext cx="143790" cy="3226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?</a:t>
            </a:r>
          </a:p>
        </p:txBody>
      </p:sp>
      <p:sp>
        <p:nvSpPr>
          <p:cNvPr id="331" name="text-89 Q:">
            <a:extLst xmlns:a="http://schemas.openxmlformats.org/drawingml/2006/main">
              <a:ext uri="{FF2B5EF4-FFF2-40B4-BE49-F238E27FC236}">
                <a16:creationId xmlns:a16="http://schemas.microsoft.com/office/drawing/2014/main" id="{4CCB14C5-FE51-482B-B559-AFEEE4DC0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89872" y="925360"/>
            <a:ext cx="344221" cy="3235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Q:</a:t>
            </a:r>
          </a:p>
        </p:txBody>
      </p:sp>
      <p:sp>
        <p:nvSpPr>
          <p:cNvPr id="332" name="text-90 Is">
            <a:extLst xmlns:a="http://schemas.openxmlformats.org/drawingml/2006/main">
              <a:ext uri="{FF2B5EF4-FFF2-40B4-BE49-F238E27FC236}">
                <a16:creationId xmlns:a16="http://schemas.microsoft.com/office/drawing/2014/main" id="{7B7DA678-0ED0-40D9-A142-27CBF1860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94092" y="924715"/>
            <a:ext cx="209008" cy="3244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333" name="text-90 the">
            <a:extLst xmlns:a="http://schemas.openxmlformats.org/drawingml/2006/main">
              <a:ext uri="{FF2B5EF4-FFF2-40B4-BE49-F238E27FC236}">
                <a16:creationId xmlns:a16="http://schemas.microsoft.com/office/drawing/2014/main" id="{7D33AE0E-F2F4-45C8-91B5-279E3104E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19945" y="924710"/>
            <a:ext cx="324695" cy="3244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334" name="text-91 boy">
            <a:extLst xmlns:a="http://schemas.openxmlformats.org/drawingml/2006/main">
              <a:ext uri="{FF2B5EF4-FFF2-40B4-BE49-F238E27FC236}">
                <a16:creationId xmlns:a16="http://schemas.microsoft.com/office/drawing/2014/main" id="{D071B7B6-697F-4B56-A760-ED5753AA1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89872" y="1187990"/>
            <a:ext cx="388534" cy="3239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boy</a:t>
            </a:r>
          </a:p>
        </p:txBody>
      </p:sp>
      <p:sp>
        <p:nvSpPr>
          <p:cNvPr id="335" name="text-91 happy?">
            <a:extLst xmlns:a="http://schemas.openxmlformats.org/drawingml/2006/main">
              <a:ext uri="{FF2B5EF4-FFF2-40B4-BE49-F238E27FC236}">
                <a16:creationId xmlns:a16="http://schemas.microsoft.com/office/drawing/2014/main" id="{DC23D63A-EE05-4227-9600-B910E58DF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95251" y="1187710"/>
            <a:ext cx="710368" cy="3243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happy?</a:t>
            </a:r>
          </a:p>
        </p:txBody>
      </p:sp>
      <p:sp>
        <p:nvSpPr>
          <p:cNvPr id="336" name="text-92 (i)">
            <a:extLst xmlns:a="http://schemas.openxmlformats.org/drawingml/2006/main">
              <a:ext uri="{FF2B5EF4-FFF2-40B4-BE49-F238E27FC236}">
                <a16:creationId xmlns:a16="http://schemas.microsoft.com/office/drawing/2014/main" id="{A8A36A68-12BB-4C1E-BCBA-B19EEA196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61784" y="1730213"/>
            <a:ext cx="261038" cy="3252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(i)</a:t>
            </a:r>
          </a:p>
        </p:txBody>
      </p:sp>
      <p:sp>
        <p:nvSpPr>
          <p:cNvPr id="337" name="text-92 MMVet">
            <a:extLst xmlns:a="http://schemas.openxmlformats.org/drawingml/2006/main">
              <a:ext uri="{FF2B5EF4-FFF2-40B4-BE49-F238E27FC236}">
                <a16:creationId xmlns:a16="http://schemas.microsoft.com/office/drawing/2014/main" id="{F409F661-47AF-43C9-9416-9DCEA946A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39757" y="1722600"/>
            <a:ext cx="789424" cy="3359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8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MMVet</a:t>
            </a:r>
          </a:p>
        </p:txBody>
      </p:sp>
      <p:pic>
        <p:nvPicPr>
          <p:cNvPr id="338" name="">
            <a:extLst xmlns:a="http://schemas.openxmlformats.org/drawingml/2006/main">
              <a:ext uri="{FF2B5EF4-FFF2-40B4-BE49-F238E27FC236}">
                <a16:creationId xmlns:a16="http://schemas.microsoft.com/office/drawing/2014/main" id="{E152EF2B-A0AE-4985-8419-C17297BF8D9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014e63469224c29"/>
          <a:stretch xmlns:a="http://schemas.openxmlformats.org/drawingml/2006/main"/>
        </p:blipFill>
        <p:spPr>
          <a:xfrm xmlns:a="http://schemas.openxmlformats.org/drawingml/2006/main">
            <a:off x="1963008" y="638154"/>
            <a:ext cx="1361187" cy="1026469"/>
          </a:xfrm>
          <a:prstGeom xmlns:a="http://schemas.openxmlformats.org/drawingml/2006/main" prst="rect">
            <a:avLst/>
          </a:prstGeom>
        </p:spPr>
      </p:pic>
      <p:sp>
        <p:nvSpPr>
          <p:cNvPr id="339" name="text-94 Q:">
            <a:extLst xmlns:a="http://schemas.openxmlformats.org/drawingml/2006/main">
              <a:ext uri="{FF2B5EF4-FFF2-40B4-BE49-F238E27FC236}">
                <a16:creationId xmlns:a16="http://schemas.microsoft.com/office/drawing/2014/main" id="{F9CC9FAF-93EC-4B80-AD7A-A6DFAFFBF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95664" y="2048836"/>
            <a:ext cx="344221" cy="3235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0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Q:</a:t>
            </a:r>
          </a:p>
        </p:txBody>
      </p:sp>
      <p:sp>
        <p:nvSpPr>
          <p:cNvPr id="340" name="text-95 Which">
            <a:extLst xmlns:a="http://schemas.openxmlformats.org/drawingml/2006/main">
              <a:ext uri="{FF2B5EF4-FFF2-40B4-BE49-F238E27FC236}">
                <a16:creationId xmlns:a16="http://schemas.microsoft.com/office/drawing/2014/main" id="{FA8A5256-0219-4CA2-B702-906BCCD6D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99883" y="2047991"/>
            <a:ext cx="659659" cy="3246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Which</a:t>
            </a:r>
          </a:p>
        </p:txBody>
      </p:sp>
      <p:sp>
        <p:nvSpPr>
          <p:cNvPr id="341" name="text-96 image">
            <a:extLst xmlns:a="http://schemas.openxmlformats.org/drawingml/2006/main">
              <a:ext uri="{FF2B5EF4-FFF2-40B4-BE49-F238E27FC236}">
                <a16:creationId xmlns:a16="http://schemas.microsoft.com/office/drawing/2014/main" id="{AC4D6445-185D-48B4-8FE5-D4C889F82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95664" y="2310783"/>
            <a:ext cx="608517" cy="3248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image</a:t>
            </a:r>
          </a:p>
        </p:txBody>
      </p:sp>
      <p:sp>
        <p:nvSpPr>
          <p:cNvPr id="342" name="text-96 is">
            <a:extLst xmlns:a="http://schemas.openxmlformats.org/drawingml/2006/main">
              <a:ext uri="{FF2B5EF4-FFF2-40B4-BE49-F238E27FC236}">
                <a16:creationId xmlns:a16="http://schemas.microsoft.com/office/drawing/2014/main" id="{6E043B0A-7835-45E3-A00F-25B9E4884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21104" y="2310970"/>
            <a:ext cx="196292" cy="3246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343" name="text-97 most">
            <a:extLst xmlns:a="http://schemas.openxmlformats.org/drawingml/2006/main">
              <a:ext uri="{FF2B5EF4-FFF2-40B4-BE49-F238E27FC236}">
                <a16:creationId xmlns:a16="http://schemas.microsoft.com/office/drawing/2014/main" id="{D5184588-8478-4075-9B0C-E2D9D9994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95664" y="2588866"/>
            <a:ext cx="492632" cy="3247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most</a:t>
            </a:r>
          </a:p>
        </p:txBody>
      </p:sp>
      <p:sp>
        <p:nvSpPr>
          <p:cNvPr id="344" name="text-97 likely">
            <a:extLst xmlns:a="http://schemas.openxmlformats.org/drawingml/2006/main">
              <a:ext uri="{FF2B5EF4-FFF2-40B4-BE49-F238E27FC236}">
                <a16:creationId xmlns:a16="http://schemas.microsoft.com/office/drawing/2014/main" id="{AF7F1BFD-1F1C-48D3-9ADD-3667A4B37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05282" y="2588523"/>
            <a:ext cx="570539" cy="3251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likely</a:t>
            </a:r>
          </a:p>
        </p:txBody>
      </p:sp>
      <p:sp>
        <p:nvSpPr>
          <p:cNvPr id="345" name="text-98 to">
            <a:extLst xmlns:a="http://schemas.openxmlformats.org/drawingml/2006/main">
              <a:ext uri="{FF2B5EF4-FFF2-40B4-BE49-F238E27FC236}">
                <a16:creationId xmlns:a16="http://schemas.microsoft.com/office/drawing/2014/main" id="{1A05F988-8E9D-4CA8-9033-80A9C6331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95664" y="2867086"/>
            <a:ext cx="221808" cy="3243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</a:t>
            </a:r>
          </a:p>
        </p:txBody>
      </p:sp>
      <p:sp>
        <p:nvSpPr>
          <p:cNvPr id="346" name="text-98 be">
            <a:extLst xmlns:a="http://schemas.openxmlformats.org/drawingml/2006/main">
              <a:ext uri="{FF2B5EF4-FFF2-40B4-BE49-F238E27FC236}">
                <a16:creationId xmlns:a16="http://schemas.microsoft.com/office/drawing/2014/main" id="{CC62522B-55EB-4DAC-A7BD-CDD3E265B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34258" y="2867587"/>
            <a:ext cx="259737" cy="3236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be</a:t>
            </a:r>
          </a:p>
        </p:txBody>
      </p:sp>
      <p:sp>
        <p:nvSpPr>
          <p:cNvPr id="347" name="text-98 a">
            <a:extLst xmlns:a="http://schemas.openxmlformats.org/drawingml/2006/main">
              <a:ext uri="{FF2B5EF4-FFF2-40B4-BE49-F238E27FC236}">
                <a16:creationId xmlns:a16="http://schemas.microsoft.com/office/drawing/2014/main" id="{CDA15A26-45AE-47CA-84D3-CFA3E75C6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11073" y="2868288"/>
            <a:ext cx="143789" cy="3226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1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</a:t>
            </a:r>
          </a:p>
        </p:txBody>
      </p:sp>
      <p:sp>
        <p:nvSpPr>
          <p:cNvPr id="348" name="text-98 real">
            <a:extLst xmlns:a="http://schemas.openxmlformats.org/drawingml/2006/main">
              <a:ext uri="{FF2B5EF4-FFF2-40B4-BE49-F238E27FC236}">
                <a16:creationId xmlns:a16="http://schemas.microsoft.com/office/drawing/2014/main" id="{E3447605-D4C7-4643-A6C8-88C99DC5B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72066" y="2866611"/>
            <a:ext cx="389592" cy="3250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real</a:t>
            </a:r>
          </a:p>
        </p:txBody>
      </p:sp>
      <p:sp>
        <p:nvSpPr>
          <p:cNvPr id="349" name="text-99 photograph?">
            <a:extLst xmlns:a="http://schemas.openxmlformats.org/drawingml/2006/main">
              <a:ext uri="{FF2B5EF4-FFF2-40B4-BE49-F238E27FC236}">
                <a16:creationId xmlns:a16="http://schemas.microsoft.com/office/drawing/2014/main" id="{89A901EA-2438-48C7-9FA5-166C78751B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95664" y="3144861"/>
            <a:ext cx="1200341" cy="3246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photograph?</a:t>
            </a:r>
          </a:p>
        </p:txBody>
      </p:sp>
      <p:pic>
        <p:nvPicPr>
          <p:cNvPr id="350" name="">
            <a:extLst xmlns:a="http://schemas.openxmlformats.org/drawingml/2006/main">
              <a:ext uri="{FF2B5EF4-FFF2-40B4-BE49-F238E27FC236}">
                <a16:creationId xmlns:a16="http://schemas.microsoft.com/office/drawing/2014/main" id="{0C956B60-2060-448D-996A-603434C5636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ed1b6acc4a041dc"/>
          <a:stretch xmlns:a="http://schemas.openxmlformats.org/drawingml/2006/main"/>
        </p:blipFill>
        <p:spPr>
          <a:xfrm xmlns:a="http://schemas.openxmlformats.org/drawingml/2006/main">
            <a:off x="1974165" y="2746877"/>
            <a:ext cx="669436" cy="580178"/>
          </a:xfrm>
          <a:prstGeom xmlns:a="http://schemas.openxmlformats.org/drawingml/2006/main" prst="rect">
            <a:avLst/>
          </a:prstGeom>
        </p:spPr>
      </p:pic>
      <p:pic>
        <p:nvPicPr>
          <p:cNvPr id="351" name="">
            <a:extLst xmlns:a="http://schemas.openxmlformats.org/drawingml/2006/main">
              <a:ext uri="{FF2B5EF4-FFF2-40B4-BE49-F238E27FC236}">
                <a16:creationId xmlns:a16="http://schemas.microsoft.com/office/drawing/2014/main" id="{388D1E65-562F-4153-9C11-77485F975D8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6506b7b46f94e16"/>
          <a:stretch xmlns:a="http://schemas.openxmlformats.org/drawingml/2006/main"/>
        </p:blipFill>
        <p:spPr>
          <a:xfrm xmlns:a="http://schemas.openxmlformats.org/drawingml/2006/main">
            <a:off x="2654759" y="2746877"/>
            <a:ext cx="669436" cy="580178"/>
          </a:xfrm>
          <a:prstGeom xmlns:a="http://schemas.openxmlformats.org/drawingml/2006/main" prst="rect">
            <a:avLst/>
          </a:prstGeom>
        </p:spPr>
      </p:pic>
      <p:pic>
        <p:nvPicPr>
          <p:cNvPr id="352" name="">
            <a:extLst xmlns:a="http://schemas.openxmlformats.org/drawingml/2006/main">
              <a:ext uri="{FF2B5EF4-FFF2-40B4-BE49-F238E27FC236}">
                <a16:creationId xmlns:a16="http://schemas.microsoft.com/office/drawing/2014/main" id="{1094247B-945C-4D6B-B1AB-3D25D78D814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95417e01606485e"/>
          <a:stretch xmlns:a="http://schemas.openxmlformats.org/drawingml/2006/main"/>
        </p:blipFill>
        <p:spPr>
          <a:xfrm xmlns:a="http://schemas.openxmlformats.org/drawingml/2006/main">
            <a:off x="2654759" y="2144385"/>
            <a:ext cx="669436" cy="580178"/>
          </a:xfrm>
          <a:prstGeom xmlns:a="http://schemas.openxmlformats.org/drawingml/2006/main" prst="rect">
            <a:avLst/>
          </a:prstGeom>
        </p:spPr>
      </p:pic>
      <p:pic>
        <p:nvPicPr>
          <p:cNvPr id="353" name="">
            <a:extLst xmlns:a="http://schemas.openxmlformats.org/drawingml/2006/main">
              <a:ext uri="{FF2B5EF4-FFF2-40B4-BE49-F238E27FC236}">
                <a16:creationId xmlns:a16="http://schemas.microsoft.com/office/drawing/2014/main" id="{AB2A6CC1-1365-4FEB-AEF0-A8389461A6E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41cd2b3e2994de2"/>
          <a:stretch xmlns:a="http://schemas.openxmlformats.org/drawingml/2006/main"/>
        </p:blipFill>
        <p:spPr>
          <a:xfrm xmlns:a="http://schemas.openxmlformats.org/drawingml/2006/main">
            <a:off x="1974165" y="2144385"/>
            <a:ext cx="669436" cy="580178"/>
          </a:xfrm>
          <a:prstGeom xmlns:a="http://schemas.openxmlformats.org/drawingml/2006/main" prst="rect">
            <a:avLst/>
          </a:prstGeom>
        </p:spPr>
      </p:pic>
      <p:sp>
        <p:nvSpPr>
          <p:cNvPr id="354" name="text-104 (ii)">
            <a:extLst xmlns:a="http://schemas.openxmlformats.org/drawingml/2006/main">
              <a:ext uri="{FF2B5EF4-FFF2-40B4-BE49-F238E27FC236}">
                <a16:creationId xmlns:a16="http://schemas.microsoft.com/office/drawing/2014/main" id="{58A60332-3EFD-4071-B512-B2B9CFFA8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40936" y="3391988"/>
            <a:ext cx="325948" cy="3256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(ii)</a:t>
            </a:r>
          </a:p>
        </p:txBody>
      </p:sp>
      <p:sp>
        <p:nvSpPr>
          <p:cNvPr id="355" name="text-104 BLINK">
            <a:extLst xmlns:a="http://schemas.openxmlformats.org/drawingml/2006/main">
              <a:ext uri="{FF2B5EF4-FFF2-40B4-BE49-F238E27FC236}">
                <a16:creationId xmlns:a16="http://schemas.microsoft.com/office/drawing/2014/main" id="{0CA3D002-1287-4665-BE86-EDD91EDDF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83770" y="3393379"/>
            <a:ext cx="747804" cy="3237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2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BLINK</a:t>
            </a:r>
          </a:p>
        </p:txBody>
      </p:sp>
      <p:sp>
        <p:nvSpPr>
          <p:cNvPr id="356" name="path-105">
            <a:extLst xmlns:a="http://schemas.openxmlformats.org/drawingml/2006/main">
              <a:ext uri="{FF2B5EF4-FFF2-40B4-BE49-F238E27FC236}">
                <a16:creationId xmlns:a16="http://schemas.microsoft.com/office/drawing/2014/main" id="{92138AED-50D7-469F-913E-315DD56D4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1771" y="295835"/>
            <a:ext cx="41695" cy="3254698"/>
          </a:xfrm>
          <a:custGeom xmlns:a="http://schemas.openxmlformats.org/drawingml/2006/main">
            <a:pathLst>
              <a:path w="35595" h="2778548">
                <a:moveTo>
                  <a:pt x="29663" y="0"/>
                </a:moveTo>
                <a:lnTo>
                  <a:pt x="29860" y="88990"/>
                </a:lnTo>
                <a:lnTo>
                  <a:pt x="197" y="89069"/>
                </a:lnTo>
                <a:lnTo>
                  <a:pt x="0" y="79"/>
                </a:lnTo>
                <a:lnTo>
                  <a:pt x="29663" y="0"/>
                </a:lnTo>
                <a:moveTo>
                  <a:pt x="29921" y="118653"/>
                </a:moveTo>
                <a:lnTo>
                  <a:pt x="30097" y="207643"/>
                </a:lnTo>
                <a:lnTo>
                  <a:pt x="434" y="207723"/>
                </a:lnTo>
                <a:lnTo>
                  <a:pt x="257" y="118733"/>
                </a:lnTo>
                <a:lnTo>
                  <a:pt x="29921" y="118653"/>
                </a:lnTo>
                <a:moveTo>
                  <a:pt x="30177" y="237307"/>
                </a:moveTo>
                <a:lnTo>
                  <a:pt x="30355" y="326297"/>
                </a:lnTo>
                <a:lnTo>
                  <a:pt x="692" y="326376"/>
                </a:lnTo>
                <a:lnTo>
                  <a:pt x="514" y="237386"/>
                </a:lnTo>
                <a:lnTo>
                  <a:pt x="30177" y="237307"/>
                </a:lnTo>
                <a:moveTo>
                  <a:pt x="30414" y="355960"/>
                </a:moveTo>
                <a:lnTo>
                  <a:pt x="30611" y="444951"/>
                </a:lnTo>
                <a:lnTo>
                  <a:pt x="948" y="445030"/>
                </a:lnTo>
                <a:lnTo>
                  <a:pt x="751" y="356040"/>
                </a:lnTo>
                <a:lnTo>
                  <a:pt x="30414" y="355960"/>
                </a:lnTo>
                <a:moveTo>
                  <a:pt x="30672" y="474614"/>
                </a:moveTo>
                <a:lnTo>
                  <a:pt x="30869" y="563604"/>
                </a:lnTo>
                <a:lnTo>
                  <a:pt x="1206" y="563683"/>
                </a:lnTo>
                <a:lnTo>
                  <a:pt x="1009" y="474693"/>
                </a:lnTo>
                <a:lnTo>
                  <a:pt x="30672" y="474614"/>
                </a:lnTo>
                <a:moveTo>
                  <a:pt x="30929" y="593267"/>
                </a:moveTo>
                <a:lnTo>
                  <a:pt x="31127" y="682257"/>
                </a:lnTo>
                <a:lnTo>
                  <a:pt x="1462" y="682337"/>
                </a:lnTo>
                <a:lnTo>
                  <a:pt x="1265" y="593347"/>
                </a:lnTo>
                <a:lnTo>
                  <a:pt x="30929" y="593267"/>
                </a:lnTo>
                <a:moveTo>
                  <a:pt x="31186" y="711921"/>
                </a:moveTo>
                <a:lnTo>
                  <a:pt x="31364" y="800911"/>
                </a:lnTo>
                <a:lnTo>
                  <a:pt x="1700" y="800990"/>
                </a:lnTo>
                <a:lnTo>
                  <a:pt x="1523" y="712000"/>
                </a:lnTo>
                <a:lnTo>
                  <a:pt x="31186" y="711921"/>
                </a:lnTo>
                <a:moveTo>
                  <a:pt x="31443" y="830574"/>
                </a:moveTo>
                <a:lnTo>
                  <a:pt x="31621" y="919564"/>
                </a:lnTo>
                <a:lnTo>
                  <a:pt x="1958" y="919624"/>
                </a:lnTo>
                <a:lnTo>
                  <a:pt x="1779" y="830634"/>
                </a:lnTo>
                <a:lnTo>
                  <a:pt x="31443" y="830574"/>
                </a:lnTo>
                <a:moveTo>
                  <a:pt x="31680" y="949228"/>
                </a:moveTo>
                <a:lnTo>
                  <a:pt x="31878" y="1038218"/>
                </a:lnTo>
                <a:lnTo>
                  <a:pt x="2214" y="1038277"/>
                </a:lnTo>
                <a:lnTo>
                  <a:pt x="2017" y="949287"/>
                </a:lnTo>
                <a:lnTo>
                  <a:pt x="31680" y="949228"/>
                </a:lnTo>
                <a:moveTo>
                  <a:pt x="31937" y="1067881"/>
                </a:moveTo>
                <a:lnTo>
                  <a:pt x="32135" y="1156871"/>
                </a:lnTo>
                <a:lnTo>
                  <a:pt x="2472" y="1156931"/>
                </a:lnTo>
                <a:lnTo>
                  <a:pt x="2274" y="1067941"/>
                </a:lnTo>
                <a:lnTo>
                  <a:pt x="31937" y="1067881"/>
                </a:lnTo>
                <a:moveTo>
                  <a:pt x="32194" y="1186535"/>
                </a:moveTo>
                <a:lnTo>
                  <a:pt x="32393" y="1275525"/>
                </a:lnTo>
                <a:lnTo>
                  <a:pt x="2729" y="1275584"/>
                </a:lnTo>
                <a:lnTo>
                  <a:pt x="2531" y="1186594"/>
                </a:lnTo>
                <a:lnTo>
                  <a:pt x="32194" y="1186535"/>
                </a:lnTo>
                <a:moveTo>
                  <a:pt x="32452" y="1305188"/>
                </a:moveTo>
                <a:lnTo>
                  <a:pt x="32649" y="1394178"/>
                </a:lnTo>
                <a:lnTo>
                  <a:pt x="2986" y="1394238"/>
                </a:lnTo>
                <a:lnTo>
                  <a:pt x="2788" y="1305248"/>
                </a:lnTo>
                <a:lnTo>
                  <a:pt x="32452" y="1305188"/>
                </a:lnTo>
                <a:moveTo>
                  <a:pt x="32708" y="1423842"/>
                </a:moveTo>
                <a:lnTo>
                  <a:pt x="32886" y="1512831"/>
                </a:lnTo>
                <a:lnTo>
                  <a:pt x="3223" y="1512891"/>
                </a:lnTo>
                <a:lnTo>
                  <a:pt x="3045" y="1423901"/>
                </a:lnTo>
                <a:lnTo>
                  <a:pt x="32708" y="1423842"/>
                </a:lnTo>
                <a:moveTo>
                  <a:pt x="32966" y="1542495"/>
                </a:moveTo>
                <a:lnTo>
                  <a:pt x="33144" y="1631485"/>
                </a:lnTo>
                <a:lnTo>
                  <a:pt x="3481" y="1631544"/>
                </a:lnTo>
                <a:lnTo>
                  <a:pt x="3302" y="1542554"/>
                </a:lnTo>
                <a:lnTo>
                  <a:pt x="32966" y="1542495"/>
                </a:lnTo>
                <a:moveTo>
                  <a:pt x="33203" y="1661148"/>
                </a:moveTo>
                <a:lnTo>
                  <a:pt x="33400" y="1750139"/>
                </a:lnTo>
                <a:lnTo>
                  <a:pt x="3737" y="1750198"/>
                </a:lnTo>
                <a:lnTo>
                  <a:pt x="3540" y="1661208"/>
                </a:lnTo>
                <a:lnTo>
                  <a:pt x="33203" y="1661148"/>
                </a:lnTo>
                <a:moveTo>
                  <a:pt x="33460" y="1779802"/>
                </a:moveTo>
                <a:lnTo>
                  <a:pt x="33658" y="1868792"/>
                </a:lnTo>
                <a:lnTo>
                  <a:pt x="3995" y="1868852"/>
                </a:lnTo>
                <a:lnTo>
                  <a:pt x="3796" y="1779861"/>
                </a:lnTo>
                <a:lnTo>
                  <a:pt x="33460" y="1779802"/>
                </a:lnTo>
                <a:moveTo>
                  <a:pt x="33717" y="1898456"/>
                </a:moveTo>
                <a:lnTo>
                  <a:pt x="33915" y="1987445"/>
                </a:lnTo>
                <a:lnTo>
                  <a:pt x="4251" y="1987505"/>
                </a:lnTo>
                <a:lnTo>
                  <a:pt x="4054" y="1898515"/>
                </a:lnTo>
                <a:lnTo>
                  <a:pt x="33717" y="1898456"/>
                </a:lnTo>
                <a:moveTo>
                  <a:pt x="33974" y="2017109"/>
                </a:moveTo>
                <a:lnTo>
                  <a:pt x="34152" y="2106099"/>
                </a:lnTo>
                <a:lnTo>
                  <a:pt x="4488" y="2106158"/>
                </a:lnTo>
                <a:lnTo>
                  <a:pt x="4310" y="2017168"/>
                </a:lnTo>
                <a:lnTo>
                  <a:pt x="33974" y="2017109"/>
                </a:lnTo>
                <a:moveTo>
                  <a:pt x="34231" y="2135762"/>
                </a:moveTo>
                <a:lnTo>
                  <a:pt x="34409" y="2224752"/>
                </a:lnTo>
                <a:lnTo>
                  <a:pt x="4746" y="2224812"/>
                </a:lnTo>
                <a:lnTo>
                  <a:pt x="4568" y="2135822"/>
                </a:lnTo>
                <a:lnTo>
                  <a:pt x="34231" y="2135762"/>
                </a:lnTo>
                <a:moveTo>
                  <a:pt x="34468" y="2254416"/>
                </a:moveTo>
                <a:lnTo>
                  <a:pt x="34666" y="2343406"/>
                </a:lnTo>
                <a:lnTo>
                  <a:pt x="5003" y="2343465"/>
                </a:lnTo>
                <a:lnTo>
                  <a:pt x="4805" y="2254475"/>
                </a:lnTo>
                <a:lnTo>
                  <a:pt x="34468" y="2254416"/>
                </a:lnTo>
                <a:moveTo>
                  <a:pt x="34726" y="2373069"/>
                </a:moveTo>
                <a:lnTo>
                  <a:pt x="34923" y="2462060"/>
                </a:lnTo>
                <a:lnTo>
                  <a:pt x="5260" y="2462119"/>
                </a:lnTo>
                <a:lnTo>
                  <a:pt x="5063" y="2373129"/>
                </a:lnTo>
                <a:lnTo>
                  <a:pt x="34726" y="2373069"/>
                </a:lnTo>
                <a:moveTo>
                  <a:pt x="34982" y="2491723"/>
                </a:moveTo>
                <a:lnTo>
                  <a:pt x="35180" y="2580713"/>
                </a:lnTo>
                <a:lnTo>
                  <a:pt x="5517" y="2580772"/>
                </a:lnTo>
                <a:lnTo>
                  <a:pt x="5319" y="2491782"/>
                </a:lnTo>
                <a:lnTo>
                  <a:pt x="34982" y="2491723"/>
                </a:lnTo>
                <a:moveTo>
                  <a:pt x="35240" y="2610376"/>
                </a:moveTo>
                <a:lnTo>
                  <a:pt x="35418" y="2699366"/>
                </a:lnTo>
                <a:lnTo>
                  <a:pt x="5754" y="2699426"/>
                </a:lnTo>
                <a:lnTo>
                  <a:pt x="5577" y="2610436"/>
                </a:lnTo>
                <a:lnTo>
                  <a:pt x="35240" y="2610376"/>
                </a:lnTo>
                <a:moveTo>
                  <a:pt x="35496" y="2729030"/>
                </a:moveTo>
                <a:lnTo>
                  <a:pt x="35595" y="2778468"/>
                </a:lnTo>
                <a:lnTo>
                  <a:pt x="5932" y="2778548"/>
                </a:lnTo>
                <a:lnTo>
                  <a:pt x="5833" y="2729089"/>
                </a:lnTo>
                <a:lnTo>
                  <a:pt x="35496" y="2729030"/>
                </a:lnTo>
              </a:path>
            </a:pathLst>
          </a:custGeom>
          <a:solidFill xmlns:a="http://schemas.openxmlformats.org/drawingml/2006/main">
            <a:srgbClr val="70A7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" name="native-plot-average-text-token-length-y-axis">
            <a:extLst xmlns:a="http://schemas.openxmlformats.org/drawingml/2006/main">
              <a:ext uri="{FF2B5EF4-FFF2-40B4-BE49-F238E27FC236}">
                <a16:creationId xmlns:a16="http://schemas.microsoft.com/office/drawing/2014/main" id="{B438E778-EE45-4439-B059-1D757F8002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7501" y="1227044"/>
            <a:ext cx="191" cy="1910777"/>
          </a:xfrm>
          <a:custGeom xmlns:a="http://schemas.openxmlformats.org/drawingml/2006/main">
            <a:pathLst>
              <a:path w="191" h="1631237">
                <a:moveTo>
                  <a:pt x="0" y="0"/>
                </a:moveTo>
                <a:lnTo>
                  <a:pt x="0" y="1631237"/>
                </a:lnTo>
              </a:path>
            </a:pathLst>
          </a:custGeom>
          <a:noFill xmlns:a="http://schemas.openxmlformats.org/drawingml/2006/main"/>
          <a:ln xmlns:a="http://schemas.openxmlformats.org/drawingml/2006/main" w="6824">
            <a:solidFill>
              <a:srgbClr val="555555"/>
            </a:solidFill>
            <a:prstDash val="solid"/>
          </a:ln>
        </p:spPr>
      </p:sp>
      <p:sp>
        <p:nvSpPr>
          <p:cNvPr id="358" name="native-plot-average-text-token-length-x-axis">
            <a:extLst xmlns:a="http://schemas.openxmlformats.org/drawingml/2006/main">
              <a:ext uri="{FF2B5EF4-FFF2-40B4-BE49-F238E27FC236}">
                <a16:creationId xmlns:a16="http://schemas.microsoft.com/office/drawing/2014/main" id="{815AC701-FB77-4636-BF35-E5DDF876B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7501" y="3137821"/>
            <a:ext cx="3040302" cy="191"/>
          </a:xfrm>
          <a:custGeom xmlns:a="http://schemas.openxmlformats.org/drawingml/2006/main">
            <a:pathLst>
              <a:path w="2595517" h="191">
                <a:moveTo>
                  <a:pt x="0" y="0"/>
                </a:moveTo>
                <a:lnTo>
                  <a:pt x="2595517" y="0"/>
                </a:lnTo>
              </a:path>
            </a:pathLst>
          </a:custGeom>
          <a:noFill xmlns:a="http://schemas.openxmlformats.org/drawingml/2006/main"/>
          <a:ln xmlns:a="http://schemas.openxmlformats.org/drawingml/2006/main" w="6824">
            <a:solidFill>
              <a:srgbClr val="555555"/>
            </a:solidFill>
            <a:prstDash val="solid"/>
          </a:ln>
        </p:spPr>
      </p:sp>
      <p:sp>
        <p:nvSpPr>
          <p:cNvPr id="359" name="native-plot-average-text-token-length-bar-0">
            <a:extLst xmlns:a="http://schemas.openxmlformats.org/drawingml/2006/main">
              <a:ext uri="{FF2B5EF4-FFF2-40B4-BE49-F238E27FC236}">
                <a16:creationId xmlns:a16="http://schemas.microsoft.com/office/drawing/2014/main" id="{90A8E91D-9C21-40BC-84DE-AB0C42F34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21555" y="3039249"/>
            <a:ext cx="348763" cy="98572"/>
          </a:xfrm>
          <a:custGeom xmlns:a="http://schemas.openxmlformats.org/drawingml/2006/main">
            <a:pathLst>
              <a:path w="297740" h="84151">
                <a:moveTo>
                  <a:pt x="0" y="0"/>
                </a:moveTo>
                <a:lnTo>
                  <a:pt x="297740" y="0"/>
                </a:lnTo>
                <a:lnTo>
                  <a:pt x="297740" y="84151"/>
                </a:lnTo>
                <a:lnTo>
                  <a:pt x="0" y="84151"/>
                </a:lnTo>
                <a:close/>
              </a:path>
            </a:pathLst>
          </a:custGeom>
          <a:solidFill xmlns:a="http://schemas.openxmlformats.org/drawingml/2006/main">
            <a:srgbClr val="BBD5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" name="native-plot-average-text-token-length-bar-1">
            <a:extLst xmlns:a="http://schemas.openxmlformats.org/drawingml/2006/main">
              <a:ext uri="{FF2B5EF4-FFF2-40B4-BE49-F238E27FC236}">
                <a16:creationId xmlns:a16="http://schemas.microsoft.com/office/drawing/2014/main" id="{EC8AA2E7-FBB3-4697-A3BD-73F51B759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70717" y="2986172"/>
            <a:ext cx="348763" cy="151649"/>
          </a:xfrm>
          <a:custGeom xmlns:a="http://schemas.openxmlformats.org/drawingml/2006/main">
            <a:pathLst>
              <a:path w="297740" h="129463">
                <a:moveTo>
                  <a:pt x="0" y="0"/>
                </a:moveTo>
                <a:lnTo>
                  <a:pt x="297740" y="0"/>
                </a:lnTo>
                <a:lnTo>
                  <a:pt x="297740" y="129463"/>
                </a:lnTo>
                <a:lnTo>
                  <a:pt x="0" y="129463"/>
                </a:lnTo>
                <a:close/>
              </a:path>
            </a:pathLst>
          </a:custGeom>
          <a:solidFill xmlns:a="http://schemas.openxmlformats.org/drawingml/2006/main">
            <a:srgbClr val="F6E7B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" name="native-plot-average-text-token-length-bar-2">
            <a:extLst xmlns:a="http://schemas.openxmlformats.org/drawingml/2006/main">
              <a:ext uri="{FF2B5EF4-FFF2-40B4-BE49-F238E27FC236}">
                <a16:creationId xmlns:a16="http://schemas.microsoft.com/office/drawing/2014/main" id="{13E50C17-1AD3-4963-87A9-F5E445FD6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27461" y="2493313"/>
            <a:ext cx="333599" cy="644508"/>
          </a:xfrm>
          <a:custGeom xmlns:a="http://schemas.openxmlformats.org/drawingml/2006/main">
            <a:pathLst>
              <a:path w="284795" h="550219">
                <a:moveTo>
                  <a:pt x="0" y="0"/>
                </a:moveTo>
                <a:lnTo>
                  <a:pt x="284795" y="0"/>
                </a:lnTo>
                <a:lnTo>
                  <a:pt x="284795" y="550219"/>
                </a:lnTo>
                <a:lnTo>
                  <a:pt x="0" y="550219"/>
                </a:lnTo>
                <a:close/>
              </a:path>
            </a:pathLst>
          </a:custGeom>
          <a:solidFill xmlns:a="http://schemas.openxmlformats.org/drawingml/2006/main">
            <a:srgbClr val="CDEAC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" name="native-plot-average-text-token-length-bar-3">
            <a:extLst xmlns:a="http://schemas.openxmlformats.org/drawingml/2006/main">
              <a:ext uri="{FF2B5EF4-FFF2-40B4-BE49-F238E27FC236}">
                <a16:creationId xmlns:a16="http://schemas.microsoft.com/office/drawing/2014/main" id="{4DD6CCB3-6A6C-45CF-80DE-7EF644358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76622" y="1537924"/>
            <a:ext cx="333599" cy="1599896"/>
          </a:xfrm>
          <a:custGeom xmlns:a="http://schemas.openxmlformats.org/drawingml/2006/main">
            <a:pathLst>
              <a:path w="284795" h="1365837">
                <a:moveTo>
                  <a:pt x="0" y="0"/>
                </a:moveTo>
                <a:lnTo>
                  <a:pt x="284795" y="0"/>
                </a:lnTo>
                <a:lnTo>
                  <a:pt x="284795" y="1365837"/>
                </a:lnTo>
                <a:lnTo>
                  <a:pt x="0" y="1365837"/>
                </a:lnTo>
                <a:close/>
              </a:path>
            </a:pathLst>
          </a:custGeom>
          <a:solidFill xmlns:a="http://schemas.openxmlformats.org/drawingml/2006/main">
            <a:srgbClr val="F3C5C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" name="native-plot-average-text-token-length-dashed-trend-0-0">
            <a:extLst xmlns:a="http://schemas.openxmlformats.org/drawingml/2006/main">
              <a:ext uri="{FF2B5EF4-FFF2-40B4-BE49-F238E27FC236}">
                <a16:creationId xmlns:a16="http://schemas.microsoft.com/office/drawing/2014/main" id="{B8382664-EB89-463A-945A-4CDB5069C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88355" y="3037375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64" name="native-plot-average-text-token-length-dashed-trend-0-1">
            <a:extLst xmlns:a="http://schemas.openxmlformats.org/drawingml/2006/main">
              <a:ext uri="{FF2B5EF4-FFF2-40B4-BE49-F238E27FC236}">
                <a16:creationId xmlns:a16="http://schemas.microsoft.com/office/drawing/2014/main" id="{F8695CC7-4887-410B-A3D0-A811E1B11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33732" y="3034162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65" name="native-plot-average-text-token-length-dashed-trend-0-2">
            <a:extLst xmlns:a="http://schemas.openxmlformats.org/drawingml/2006/main">
              <a:ext uri="{FF2B5EF4-FFF2-40B4-BE49-F238E27FC236}">
                <a16:creationId xmlns:a16="http://schemas.microsoft.com/office/drawing/2014/main" id="{8C449BB5-AAF3-4388-8203-FB1D727495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79109" y="3030949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66" name="native-plot-average-text-token-length-dashed-trend-0-3">
            <a:extLst xmlns:a="http://schemas.openxmlformats.org/drawingml/2006/main">
              <a:ext uri="{FF2B5EF4-FFF2-40B4-BE49-F238E27FC236}">
                <a16:creationId xmlns:a16="http://schemas.microsoft.com/office/drawing/2014/main" id="{B8DE2A3A-1E32-49B3-8F6A-AA67209B1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24487" y="3027736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67" name="native-plot-average-text-token-length-dashed-trend-0-4">
            <a:extLst xmlns:a="http://schemas.openxmlformats.org/drawingml/2006/main">
              <a:ext uri="{FF2B5EF4-FFF2-40B4-BE49-F238E27FC236}">
                <a16:creationId xmlns:a16="http://schemas.microsoft.com/office/drawing/2014/main" id="{DA76FE66-A709-451F-B530-926CFF6A61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69864" y="3024523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68" name="native-plot-average-text-token-length-dashed-trend-0-5">
            <a:extLst xmlns:a="http://schemas.openxmlformats.org/drawingml/2006/main">
              <a:ext uri="{FF2B5EF4-FFF2-40B4-BE49-F238E27FC236}">
                <a16:creationId xmlns:a16="http://schemas.microsoft.com/office/drawing/2014/main" id="{79DA0744-CCD1-4762-869A-AC10ECEF6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15241" y="3021311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69" name="native-plot-average-text-token-length-dashed-trend-0-6">
            <a:extLst xmlns:a="http://schemas.openxmlformats.org/drawingml/2006/main">
              <a:ext uri="{FF2B5EF4-FFF2-40B4-BE49-F238E27FC236}">
                <a16:creationId xmlns:a16="http://schemas.microsoft.com/office/drawing/2014/main" id="{97A2C36C-C40F-4902-BED8-973DF48DC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60618" y="3018098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0" name="native-plot-average-text-token-length-dashed-trend-0-7">
            <a:extLst xmlns:a="http://schemas.openxmlformats.org/drawingml/2006/main">
              <a:ext uri="{FF2B5EF4-FFF2-40B4-BE49-F238E27FC236}">
                <a16:creationId xmlns:a16="http://schemas.microsoft.com/office/drawing/2014/main" id="{F23C86BE-F152-417B-A6CB-755729EE1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05996" y="3014885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1" name="native-plot-average-text-token-length-dashed-trend-0-8">
            <a:extLst xmlns:a="http://schemas.openxmlformats.org/drawingml/2006/main">
              <a:ext uri="{FF2B5EF4-FFF2-40B4-BE49-F238E27FC236}">
                <a16:creationId xmlns:a16="http://schemas.microsoft.com/office/drawing/2014/main" id="{8A876715-D482-4B63-B755-C1042E38F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51373" y="3011672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2" name="native-plot-average-text-token-length-dashed-trend-0-9">
            <a:extLst xmlns:a="http://schemas.openxmlformats.org/drawingml/2006/main">
              <a:ext uri="{FF2B5EF4-FFF2-40B4-BE49-F238E27FC236}">
                <a16:creationId xmlns:a16="http://schemas.microsoft.com/office/drawing/2014/main" id="{4FA5A21D-7B6A-451E-9A4F-6CA26B71C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96750" y="3008459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3" name="native-plot-average-text-token-length-dashed-trend-0-10">
            <a:extLst xmlns:a="http://schemas.openxmlformats.org/drawingml/2006/main">
              <a:ext uri="{FF2B5EF4-FFF2-40B4-BE49-F238E27FC236}">
                <a16:creationId xmlns:a16="http://schemas.microsoft.com/office/drawing/2014/main" id="{7EEFBD8F-7909-4D32-BDF4-DB3AB69A0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2127" y="3005246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4" name="native-plot-average-text-token-length-dashed-trend-0-11">
            <a:extLst xmlns:a="http://schemas.openxmlformats.org/drawingml/2006/main">
              <a:ext uri="{FF2B5EF4-FFF2-40B4-BE49-F238E27FC236}">
                <a16:creationId xmlns:a16="http://schemas.microsoft.com/office/drawing/2014/main" id="{FEBE00B4-7612-4826-9F30-93EAB2A50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87504" y="3002034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5" name="native-plot-average-text-token-length-dashed-trend-0-12">
            <a:extLst xmlns:a="http://schemas.openxmlformats.org/drawingml/2006/main">
              <a:ext uri="{FF2B5EF4-FFF2-40B4-BE49-F238E27FC236}">
                <a16:creationId xmlns:a16="http://schemas.microsoft.com/office/drawing/2014/main" id="{6169BD02-41FB-4657-9046-CDC22ED36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2882" y="2998821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6" name="native-plot-average-text-token-length-dashed-trend-0-13">
            <a:extLst xmlns:a="http://schemas.openxmlformats.org/drawingml/2006/main">
              <a:ext uri="{FF2B5EF4-FFF2-40B4-BE49-F238E27FC236}">
                <a16:creationId xmlns:a16="http://schemas.microsoft.com/office/drawing/2014/main" id="{62DEEE01-506E-47D9-9905-4EB05A706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78259" y="2995608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7" name="native-plot-average-text-token-length-dashed-trend-0-14">
            <a:extLst xmlns:a="http://schemas.openxmlformats.org/drawingml/2006/main">
              <a:ext uri="{FF2B5EF4-FFF2-40B4-BE49-F238E27FC236}">
                <a16:creationId xmlns:a16="http://schemas.microsoft.com/office/drawing/2014/main" id="{6A18CC4E-D5C7-4974-88E1-F9F037B57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23636" y="2992395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8" name="native-plot-average-text-token-length-dashed-trend-0-15">
            <a:extLst xmlns:a="http://schemas.openxmlformats.org/drawingml/2006/main">
              <a:ext uri="{FF2B5EF4-FFF2-40B4-BE49-F238E27FC236}">
                <a16:creationId xmlns:a16="http://schemas.microsoft.com/office/drawing/2014/main" id="{AD42E2D1-6958-471B-8CB2-710EE97E6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69013" y="2989182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79" name="native-plot-average-text-token-length-dashed-trend-0-16">
            <a:extLst xmlns:a="http://schemas.openxmlformats.org/drawingml/2006/main">
              <a:ext uri="{FF2B5EF4-FFF2-40B4-BE49-F238E27FC236}">
                <a16:creationId xmlns:a16="http://schemas.microsoft.com/office/drawing/2014/main" id="{E6A84D35-C36A-4309-A1E9-8842D26F3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4391" y="2985970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0" name="native-plot-average-text-token-length-dashed-trend-0-17">
            <a:extLst xmlns:a="http://schemas.openxmlformats.org/drawingml/2006/main">
              <a:ext uri="{FF2B5EF4-FFF2-40B4-BE49-F238E27FC236}">
                <a16:creationId xmlns:a16="http://schemas.microsoft.com/office/drawing/2014/main" id="{8478C459-3BD3-4D81-AA09-0CC353689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9768" y="2982757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1" name="native-plot-average-text-token-length-dashed-trend-0-18">
            <a:extLst xmlns:a="http://schemas.openxmlformats.org/drawingml/2006/main">
              <a:ext uri="{FF2B5EF4-FFF2-40B4-BE49-F238E27FC236}">
                <a16:creationId xmlns:a16="http://schemas.microsoft.com/office/drawing/2014/main" id="{A615B355-E98B-4D43-8E91-7DB8B8DE2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05145" y="2979544"/>
            <a:ext cx="26470" cy="1874"/>
          </a:xfrm>
          <a:custGeom xmlns:a="http://schemas.openxmlformats.org/drawingml/2006/main">
            <a:pathLst>
              <a:path w="22598" h="1600">
                <a:moveTo>
                  <a:pt x="0" y="1600"/>
                </a:moveTo>
                <a:lnTo>
                  <a:pt x="225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2" name="native-plot-average-text-token-length-dashed-trend-1-0">
            <a:extLst xmlns:a="http://schemas.openxmlformats.org/drawingml/2006/main">
              <a:ext uri="{FF2B5EF4-FFF2-40B4-BE49-F238E27FC236}">
                <a16:creationId xmlns:a16="http://schemas.microsoft.com/office/drawing/2014/main" id="{0FC1F21A-84C2-4FED-83EF-7C55212F5D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45098" y="2965268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3" name="native-plot-average-text-token-length-dashed-trend-1-1">
            <a:extLst xmlns:a="http://schemas.openxmlformats.org/drawingml/2006/main">
              <a:ext uri="{FF2B5EF4-FFF2-40B4-BE49-F238E27FC236}">
                <a16:creationId xmlns:a16="http://schemas.microsoft.com/office/drawing/2014/main" id="{2EF31D9A-EE3E-4B76-B5D3-878FFB2B0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4443" y="2942432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4" name="native-plot-average-text-token-length-dashed-trend-1-2">
            <a:extLst xmlns:a="http://schemas.openxmlformats.org/drawingml/2006/main">
              <a:ext uri="{FF2B5EF4-FFF2-40B4-BE49-F238E27FC236}">
                <a16:creationId xmlns:a16="http://schemas.microsoft.com/office/drawing/2014/main" id="{4ADF6832-F012-4233-BDCE-70C378520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3788" y="2919596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5" name="native-plot-average-text-token-length-dashed-trend-1-3">
            <a:extLst xmlns:a="http://schemas.openxmlformats.org/drawingml/2006/main">
              <a:ext uri="{FF2B5EF4-FFF2-40B4-BE49-F238E27FC236}">
                <a16:creationId xmlns:a16="http://schemas.microsoft.com/office/drawing/2014/main" id="{693E5EDB-36AE-45A2-BB6D-EA6121FAF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3133" y="2896760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6" name="native-plot-average-text-token-length-dashed-trend-1-4">
            <a:extLst xmlns:a="http://schemas.openxmlformats.org/drawingml/2006/main">
              <a:ext uri="{FF2B5EF4-FFF2-40B4-BE49-F238E27FC236}">
                <a16:creationId xmlns:a16="http://schemas.microsoft.com/office/drawing/2014/main" id="{BF2C9D90-1254-4FCA-9FEA-A4A065EC7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02478" y="2873924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7" name="native-plot-average-text-token-length-dashed-trend-1-5">
            <a:extLst xmlns:a="http://schemas.openxmlformats.org/drawingml/2006/main">
              <a:ext uri="{FF2B5EF4-FFF2-40B4-BE49-F238E27FC236}">
                <a16:creationId xmlns:a16="http://schemas.microsoft.com/office/drawing/2014/main" id="{03FD9CBA-BB03-4B78-9563-BA5FAA340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41823" y="2851088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8" name="native-plot-average-text-token-length-dashed-trend-1-6">
            <a:extLst xmlns:a="http://schemas.openxmlformats.org/drawingml/2006/main">
              <a:ext uri="{FF2B5EF4-FFF2-40B4-BE49-F238E27FC236}">
                <a16:creationId xmlns:a16="http://schemas.microsoft.com/office/drawing/2014/main" id="{B4C971A2-DC9E-4AF0-99A9-0F2FDA1FE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81168" y="2828252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89" name="native-plot-average-text-token-length-dashed-trend-1-7">
            <a:extLst xmlns:a="http://schemas.openxmlformats.org/drawingml/2006/main">
              <a:ext uri="{FF2B5EF4-FFF2-40B4-BE49-F238E27FC236}">
                <a16:creationId xmlns:a16="http://schemas.microsoft.com/office/drawing/2014/main" id="{D0225FEF-3A22-4EA2-A008-38AD2BB9E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0513" y="2805416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0" name="native-plot-average-text-token-length-dashed-trend-1-8">
            <a:extLst xmlns:a="http://schemas.openxmlformats.org/drawingml/2006/main">
              <a:ext uri="{FF2B5EF4-FFF2-40B4-BE49-F238E27FC236}">
                <a16:creationId xmlns:a16="http://schemas.microsoft.com/office/drawing/2014/main" id="{68BBAE2F-39CF-470B-8CE3-4F09EDDD63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59857" y="2782580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1" name="native-plot-average-text-token-length-dashed-trend-1-9">
            <a:extLst xmlns:a="http://schemas.openxmlformats.org/drawingml/2006/main">
              <a:ext uri="{FF2B5EF4-FFF2-40B4-BE49-F238E27FC236}">
                <a16:creationId xmlns:a16="http://schemas.microsoft.com/office/drawing/2014/main" id="{A38E11BC-0F00-41AC-B30F-AED3BA7FB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99202" y="2759744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2" name="native-plot-average-text-token-length-dashed-trend-1-10">
            <a:extLst xmlns:a="http://schemas.openxmlformats.org/drawingml/2006/main">
              <a:ext uri="{FF2B5EF4-FFF2-40B4-BE49-F238E27FC236}">
                <a16:creationId xmlns:a16="http://schemas.microsoft.com/office/drawing/2014/main" id="{CA8AFB01-A503-4C0D-8E2D-19383766E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38547" y="2736908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3" name="native-plot-average-text-token-length-dashed-trend-1-11">
            <a:extLst xmlns:a="http://schemas.openxmlformats.org/drawingml/2006/main">
              <a:ext uri="{FF2B5EF4-FFF2-40B4-BE49-F238E27FC236}">
                <a16:creationId xmlns:a16="http://schemas.microsoft.com/office/drawing/2014/main" id="{C1152202-5AD2-43EA-970A-4115C1239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77892" y="2714072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4" name="native-plot-average-text-token-length-dashed-trend-1-12">
            <a:extLst xmlns:a="http://schemas.openxmlformats.org/drawingml/2006/main">
              <a:ext uri="{FF2B5EF4-FFF2-40B4-BE49-F238E27FC236}">
                <a16:creationId xmlns:a16="http://schemas.microsoft.com/office/drawing/2014/main" id="{38A76387-5765-4C89-A379-A0F91370A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17237" y="2691236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5" name="native-plot-average-text-token-length-dashed-trend-1-13">
            <a:extLst xmlns:a="http://schemas.openxmlformats.org/drawingml/2006/main">
              <a:ext uri="{FF2B5EF4-FFF2-40B4-BE49-F238E27FC236}">
                <a16:creationId xmlns:a16="http://schemas.microsoft.com/office/drawing/2014/main" id="{308E2445-06D1-45AC-A36F-1CF88FC4F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56582" y="2668400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6" name="native-plot-average-text-token-length-dashed-trend-1-14">
            <a:extLst xmlns:a="http://schemas.openxmlformats.org/drawingml/2006/main">
              <a:ext uri="{FF2B5EF4-FFF2-40B4-BE49-F238E27FC236}">
                <a16:creationId xmlns:a16="http://schemas.microsoft.com/office/drawing/2014/main" id="{E27CB341-CC10-45B2-A39F-4A3EF33D6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95927" y="2645564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7" name="native-plot-average-text-token-length-dashed-trend-1-15">
            <a:extLst xmlns:a="http://schemas.openxmlformats.org/drawingml/2006/main">
              <a:ext uri="{FF2B5EF4-FFF2-40B4-BE49-F238E27FC236}">
                <a16:creationId xmlns:a16="http://schemas.microsoft.com/office/drawing/2014/main" id="{A0BB3C28-E52F-4255-96DD-D40919A26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35271" y="2622728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8" name="native-plot-average-text-token-length-dashed-trend-1-16">
            <a:extLst xmlns:a="http://schemas.openxmlformats.org/drawingml/2006/main">
              <a:ext uri="{FF2B5EF4-FFF2-40B4-BE49-F238E27FC236}">
                <a16:creationId xmlns:a16="http://schemas.microsoft.com/office/drawing/2014/main" id="{1B85CA4E-262F-4D3E-8CDC-EDF52B97F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74616" y="2599892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399" name="native-plot-average-text-token-length-dashed-trend-1-17">
            <a:extLst xmlns:a="http://schemas.openxmlformats.org/drawingml/2006/main">
              <a:ext uri="{FF2B5EF4-FFF2-40B4-BE49-F238E27FC236}">
                <a16:creationId xmlns:a16="http://schemas.microsoft.com/office/drawing/2014/main" id="{5B8F52D1-8264-4DB3-AE0B-4B0D21E76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13961" y="2577056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0" name="native-plot-average-text-token-length-dashed-trend-1-18">
            <a:extLst xmlns:a="http://schemas.openxmlformats.org/drawingml/2006/main">
              <a:ext uri="{FF2B5EF4-FFF2-40B4-BE49-F238E27FC236}">
                <a16:creationId xmlns:a16="http://schemas.microsoft.com/office/drawing/2014/main" id="{BD468245-D82F-421C-AB99-0BCCB138B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53306" y="2554220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1" name="native-plot-average-text-token-length-dashed-trend-1-19">
            <a:extLst xmlns:a="http://schemas.openxmlformats.org/drawingml/2006/main">
              <a:ext uri="{FF2B5EF4-FFF2-40B4-BE49-F238E27FC236}">
                <a16:creationId xmlns:a16="http://schemas.microsoft.com/office/drawing/2014/main" id="{E9AA3587-B5D8-464E-9AF6-CACF97146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92651" y="2531384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2" name="native-plot-average-text-token-length-dashed-trend-1-20">
            <a:extLst xmlns:a="http://schemas.openxmlformats.org/drawingml/2006/main">
              <a:ext uri="{FF2B5EF4-FFF2-40B4-BE49-F238E27FC236}">
                <a16:creationId xmlns:a16="http://schemas.microsoft.com/office/drawing/2014/main" id="{4959AE71-7AD3-43AD-9D15-87084B416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31996" y="2508548"/>
            <a:ext cx="22951" cy="13321"/>
          </a:xfrm>
          <a:custGeom xmlns:a="http://schemas.openxmlformats.org/drawingml/2006/main">
            <a:pathLst>
              <a:path w="19594" h="11372">
                <a:moveTo>
                  <a:pt x="0" y="11372"/>
                </a:moveTo>
                <a:lnTo>
                  <a:pt x="195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3" name="native-plot-average-text-token-length-dashed-trend-1-21">
            <a:extLst xmlns:a="http://schemas.openxmlformats.org/drawingml/2006/main">
              <a:ext uri="{FF2B5EF4-FFF2-40B4-BE49-F238E27FC236}">
                <a16:creationId xmlns:a16="http://schemas.microsoft.com/office/drawing/2014/main" id="{90F717ED-0B42-473D-A4E7-07E17A534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71341" y="2485730"/>
            <a:ext cx="22920" cy="13303"/>
          </a:xfrm>
          <a:custGeom xmlns:a="http://schemas.openxmlformats.org/drawingml/2006/main">
            <a:pathLst>
              <a:path w="19566" h="11357">
                <a:moveTo>
                  <a:pt x="0" y="11357"/>
                </a:moveTo>
                <a:lnTo>
                  <a:pt x="19566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4" name="native-plot-average-text-token-length-dashed-trend-2-0">
            <a:extLst xmlns:a="http://schemas.openxmlformats.org/drawingml/2006/main">
              <a:ext uri="{FF2B5EF4-FFF2-40B4-BE49-F238E27FC236}">
                <a16:creationId xmlns:a16="http://schemas.microsoft.com/office/drawing/2014/main" id="{D2197D79-6976-4106-A227-967151496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94260" y="2465895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5" name="native-plot-average-text-token-length-dashed-trend-2-1">
            <a:extLst xmlns:a="http://schemas.openxmlformats.org/drawingml/2006/main">
              <a:ext uri="{FF2B5EF4-FFF2-40B4-BE49-F238E27FC236}">
                <a16:creationId xmlns:a16="http://schemas.microsoft.com/office/drawing/2014/main" id="{FF2F6E93-DDC4-4DBD-893D-5395D30B7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24483" y="2431892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6" name="native-plot-average-text-token-length-dashed-trend-2-2">
            <a:extLst xmlns:a="http://schemas.openxmlformats.org/drawingml/2006/main">
              <a:ext uri="{FF2B5EF4-FFF2-40B4-BE49-F238E27FC236}">
                <a16:creationId xmlns:a16="http://schemas.microsoft.com/office/drawing/2014/main" id="{D6233879-4C05-418D-8D1F-D4094F7EF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54705" y="2397889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7" name="native-plot-average-text-token-length-dashed-trend-2-3">
            <a:extLst xmlns:a="http://schemas.openxmlformats.org/drawingml/2006/main">
              <a:ext uri="{FF2B5EF4-FFF2-40B4-BE49-F238E27FC236}">
                <a16:creationId xmlns:a16="http://schemas.microsoft.com/office/drawing/2014/main" id="{A34DD813-F4B7-48E6-88A3-F653EC16F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84927" y="2363886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8" name="native-plot-average-text-token-length-dashed-trend-2-4">
            <a:extLst xmlns:a="http://schemas.openxmlformats.org/drawingml/2006/main">
              <a:ext uri="{FF2B5EF4-FFF2-40B4-BE49-F238E27FC236}">
                <a16:creationId xmlns:a16="http://schemas.microsoft.com/office/drawing/2014/main" id="{7C90A8E3-3EC0-4ECA-B6D9-0D3FD1201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15150" y="2329882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09" name="native-plot-average-text-token-length-dashed-trend-2-5">
            <a:extLst xmlns:a="http://schemas.openxmlformats.org/drawingml/2006/main">
              <a:ext uri="{FF2B5EF4-FFF2-40B4-BE49-F238E27FC236}">
                <a16:creationId xmlns:a16="http://schemas.microsoft.com/office/drawing/2014/main" id="{D4552DDA-6C01-4A55-8F92-67EE06B3B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45372" y="2295879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0" name="native-plot-average-text-token-length-dashed-trend-2-6">
            <a:extLst xmlns:a="http://schemas.openxmlformats.org/drawingml/2006/main">
              <a:ext uri="{FF2B5EF4-FFF2-40B4-BE49-F238E27FC236}">
                <a16:creationId xmlns:a16="http://schemas.microsoft.com/office/drawing/2014/main" id="{01701A19-EB9B-48DA-861B-1B300FAF9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5595" y="2261876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1" name="native-plot-average-text-token-length-dashed-trend-2-7">
            <a:extLst xmlns:a="http://schemas.openxmlformats.org/drawingml/2006/main">
              <a:ext uri="{FF2B5EF4-FFF2-40B4-BE49-F238E27FC236}">
                <a16:creationId xmlns:a16="http://schemas.microsoft.com/office/drawing/2014/main" id="{13E7CD52-61B1-46CE-A583-A6996C04A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05817" y="2227873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2" name="native-plot-average-text-token-length-dashed-trend-2-8">
            <a:extLst xmlns:a="http://schemas.openxmlformats.org/drawingml/2006/main">
              <a:ext uri="{FF2B5EF4-FFF2-40B4-BE49-F238E27FC236}">
                <a16:creationId xmlns:a16="http://schemas.microsoft.com/office/drawing/2014/main" id="{102762AE-37C5-4C25-AC06-198616936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36040" y="2193870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3" name="native-plot-average-text-token-length-dashed-trend-2-9">
            <a:extLst xmlns:a="http://schemas.openxmlformats.org/drawingml/2006/main">
              <a:ext uri="{FF2B5EF4-FFF2-40B4-BE49-F238E27FC236}">
                <a16:creationId xmlns:a16="http://schemas.microsoft.com/office/drawing/2014/main" id="{7A4DF5A2-5266-4394-8ED4-482F9C07B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66262" y="2159867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4" name="native-plot-average-text-token-length-dashed-trend-2-10">
            <a:extLst xmlns:a="http://schemas.openxmlformats.org/drawingml/2006/main">
              <a:ext uri="{FF2B5EF4-FFF2-40B4-BE49-F238E27FC236}">
                <a16:creationId xmlns:a16="http://schemas.microsoft.com/office/drawing/2014/main" id="{08F7058C-70AD-4895-BD0E-758AA1424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96485" y="2125863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5" name="native-plot-average-text-token-length-dashed-trend-2-11">
            <a:extLst xmlns:a="http://schemas.openxmlformats.org/drawingml/2006/main">
              <a:ext uri="{FF2B5EF4-FFF2-40B4-BE49-F238E27FC236}">
                <a16:creationId xmlns:a16="http://schemas.microsoft.com/office/drawing/2014/main" id="{A2433F1A-ED75-41F8-9642-A497AF0A5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6707" y="2091860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6" name="native-plot-average-text-token-length-dashed-trend-2-12">
            <a:extLst xmlns:a="http://schemas.openxmlformats.org/drawingml/2006/main">
              <a:ext uri="{FF2B5EF4-FFF2-40B4-BE49-F238E27FC236}">
                <a16:creationId xmlns:a16="http://schemas.microsoft.com/office/drawing/2014/main" id="{9DC8793B-FB81-4EEB-A3BF-F41173E72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6930" y="2057857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7" name="native-plot-average-text-token-length-dashed-trend-2-13">
            <a:extLst xmlns:a="http://schemas.openxmlformats.org/drawingml/2006/main">
              <a:ext uri="{FF2B5EF4-FFF2-40B4-BE49-F238E27FC236}">
                <a16:creationId xmlns:a16="http://schemas.microsoft.com/office/drawing/2014/main" id="{26E69E47-B259-4027-9015-0DCCEE3D3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152" y="2023854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8" name="native-plot-average-text-token-length-dashed-trend-2-14">
            <a:extLst xmlns:a="http://schemas.openxmlformats.org/drawingml/2006/main">
              <a:ext uri="{FF2B5EF4-FFF2-40B4-BE49-F238E27FC236}">
                <a16:creationId xmlns:a16="http://schemas.microsoft.com/office/drawing/2014/main" id="{E1734C8C-C0FE-4C03-930E-332B29403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17374" y="1989851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19" name="native-plot-average-text-token-length-dashed-trend-2-15">
            <a:extLst xmlns:a="http://schemas.openxmlformats.org/drawingml/2006/main">
              <a:ext uri="{FF2B5EF4-FFF2-40B4-BE49-F238E27FC236}">
                <a16:creationId xmlns:a16="http://schemas.microsoft.com/office/drawing/2014/main" id="{C0A8BCAC-E4B6-4611-A245-B789715CC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7597" y="1955848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0" name="native-plot-average-text-token-length-dashed-trend-2-16">
            <a:extLst xmlns:a="http://schemas.openxmlformats.org/drawingml/2006/main">
              <a:ext uri="{FF2B5EF4-FFF2-40B4-BE49-F238E27FC236}">
                <a16:creationId xmlns:a16="http://schemas.microsoft.com/office/drawing/2014/main" id="{F6D8DA77-353A-43EE-8BFC-5217C5D70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7819" y="1921845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1" name="native-plot-average-text-token-length-dashed-trend-2-17">
            <a:extLst xmlns:a="http://schemas.openxmlformats.org/drawingml/2006/main">
              <a:ext uri="{FF2B5EF4-FFF2-40B4-BE49-F238E27FC236}">
                <a16:creationId xmlns:a16="http://schemas.microsoft.com/office/drawing/2014/main" id="{CCC681A0-415E-43EB-B352-7021D3495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8042" y="1887841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2" name="native-plot-average-text-token-length-dashed-trend-2-18">
            <a:extLst xmlns:a="http://schemas.openxmlformats.org/drawingml/2006/main">
              <a:ext uri="{FF2B5EF4-FFF2-40B4-BE49-F238E27FC236}">
                <a16:creationId xmlns:a16="http://schemas.microsoft.com/office/drawing/2014/main" id="{B3787294-AD93-43E4-B90A-8E582D841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38264" y="1853838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3" name="native-plot-average-text-token-length-dashed-trend-2-19">
            <a:extLst xmlns:a="http://schemas.openxmlformats.org/drawingml/2006/main">
              <a:ext uri="{FF2B5EF4-FFF2-40B4-BE49-F238E27FC236}">
                <a16:creationId xmlns:a16="http://schemas.microsoft.com/office/drawing/2014/main" id="{5C17233B-960B-47A5-B9D5-3AFFF45FA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8487" y="1819835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4" name="native-plot-average-text-token-length-dashed-trend-2-20">
            <a:extLst xmlns:a="http://schemas.openxmlformats.org/drawingml/2006/main">
              <a:ext uri="{FF2B5EF4-FFF2-40B4-BE49-F238E27FC236}">
                <a16:creationId xmlns:a16="http://schemas.microsoft.com/office/drawing/2014/main" id="{58FA0F62-6473-4DD7-A8DB-4D2522B31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98709" y="1785832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5" name="native-plot-average-text-token-length-dashed-trend-2-21">
            <a:extLst xmlns:a="http://schemas.openxmlformats.org/drawingml/2006/main">
              <a:ext uri="{FF2B5EF4-FFF2-40B4-BE49-F238E27FC236}">
                <a16:creationId xmlns:a16="http://schemas.microsoft.com/office/drawing/2014/main" id="{CA2F8341-9FC8-4159-883A-5D888E870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8932" y="1751829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6" name="native-plot-average-text-token-length-dashed-trend-2-22">
            <a:extLst xmlns:a="http://schemas.openxmlformats.org/drawingml/2006/main">
              <a:ext uri="{FF2B5EF4-FFF2-40B4-BE49-F238E27FC236}">
                <a16:creationId xmlns:a16="http://schemas.microsoft.com/office/drawing/2014/main" id="{0D09D3E1-B4DA-4FF8-9610-5E1D5B774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59154" y="1717826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7" name="native-plot-average-text-token-length-dashed-trend-2-23">
            <a:extLst xmlns:a="http://schemas.openxmlformats.org/drawingml/2006/main">
              <a:ext uri="{FF2B5EF4-FFF2-40B4-BE49-F238E27FC236}">
                <a16:creationId xmlns:a16="http://schemas.microsoft.com/office/drawing/2014/main" id="{4A352813-3261-447D-A0E4-BBC724517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9376" y="1683822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8" name="native-plot-average-text-token-length-dashed-trend-2-24">
            <a:extLst xmlns:a="http://schemas.openxmlformats.org/drawingml/2006/main">
              <a:ext uri="{FF2B5EF4-FFF2-40B4-BE49-F238E27FC236}">
                <a16:creationId xmlns:a16="http://schemas.microsoft.com/office/drawing/2014/main" id="{429C8AC1-AFC2-4533-8CEF-67F4D9E9AD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9599" y="1649819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29" name="native-plot-average-text-token-length-dashed-trend-2-25">
            <a:extLst xmlns:a="http://schemas.openxmlformats.org/drawingml/2006/main">
              <a:ext uri="{FF2B5EF4-FFF2-40B4-BE49-F238E27FC236}">
                <a16:creationId xmlns:a16="http://schemas.microsoft.com/office/drawing/2014/main" id="{010DB1F6-87F3-4351-9065-E18AFF17E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49821" y="1615816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30" name="native-plot-average-text-token-length-dashed-trend-2-26">
            <a:extLst xmlns:a="http://schemas.openxmlformats.org/drawingml/2006/main">
              <a:ext uri="{FF2B5EF4-FFF2-40B4-BE49-F238E27FC236}">
                <a16:creationId xmlns:a16="http://schemas.microsoft.com/office/drawing/2014/main" id="{8F3D9E98-8A8D-4B83-8C70-6C8E60375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0044" y="1581813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31" name="native-plot-average-text-token-length-dashed-trend-2-27">
            <a:extLst xmlns:a="http://schemas.openxmlformats.org/drawingml/2006/main">
              <a:ext uri="{FF2B5EF4-FFF2-40B4-BE49-F238E27FC236}">
                <a16:creationId xmlns:a16="http://schemas.microsoft.com/office/drawing/2014/main" id="{06C3A4D1-37F5-45E3-94D2-1EB33CD5E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10266" y="1547810"/>
            <a:ext cx="17630" cy="19835"/>
          </a:xfrm>
          <a:custGeom xmlns:a="http://schemas.openxmlformats.org/drawingml/2006/main">
            <a:pathLst>
              <a:path w="15051" h="16933">
                <a:moveTo>
                  <a:pt x="0" y="16933"/>
                </a:moveTo>
                <a:lnTo>
                  <a:pt x="150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32" name="native-plot-average-text-token-length-dashed-trend-2-28">
            <a:extLst xmlns:a="http://schemas.openxmlformats.org/drawingml/2006/main">
              <a:ext uri="{FF2B5EF4-FFF2-40B4-BE49-F238E27FC236}">
                <a16:creationId xmlns:a16="http://schemas.microsoft.com/office/drawing/2014/main" id="{BEEA75AF-7382-4CC7-ABA8-689BDDC8E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40489" y="1530342"/>
            <a:ext cx="2933" cy="3300"/>
          </a:xfrm>
          <a:custGeom xmlns:a="http://schemas.openxmlformats.org/drawingml/2006/main">
            <a:pathLst>
              <a:path w="2504" h="2817">
                <a:moveTo>
                  <a:pt x="0" y="2817"/>
                </a:moveTo>
                <a:lnTo>
                  <a:pt x="2504" y="0"/>
                </a:lnTo>
              </a:path>
            </a:pathLst>
          </a:custGeom>
          <a:noFill xmlns:a="http://schemas.openxmlformats.org/drawingml/2006/main"/>
          <a:ln xmlns:a="http://schemas.openxmlformats.org/drawingml/2006/main" w="7582">
            <a:solidFill>
              <a:srgbClr val="E4AB59"/>
            </a:solidFill>
            <a:prstDash val="solid"/>
          </a:ln>
        </p:spPr>
      </p:sp>
      <p:sp>
        <p:nvSpPr>
          <p:cNvPr id="433" name="native-plot-average-text-token-length-trend-marker-0">
            <a:extLst xmlns:a="http://schemas.openxmlformats.org/drawingml/2006/main">
              <a:ext uri="{FF2B5EF4-FFF2-40B4-BE49-F238E27FC236}">
                <a16:creationId xmlns:a16="http://schemas.microsoft.com/office/drawing/2014/main" id="{2AFE540E-7DE7-4DAE-8C67-8B4EE7C139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69400" y="3020293"/>
            <a:ext cx="37909" cy="37912"/>
          </a:xfrm>
          <a:custGeom xmlns:a="http://schemas.openxmlformats.org/drawingml/2006/main">
            <a:pathLst>
              <a:path w="32363" h="32366">
                <a:moveTo>
                  <a:pt x="32363" y="16183"/>
                </a:moveTo>
                <a:cubicBezTo>
                  <a:pt x="32363" y="25120"/>
                  <a:pt x="25118" y="32366"/>
                  <a:pt x="16182" y="32366"/>
                </a:cubicBezTo>
                <a:cubicBezTo>
                  <a:pt x="7245" y="32366"/>
                  <a:pt x="0" y="25120"/>
                  <a:pt x="0" y="16183"/>
                </a:cubicBezTo>
                <a:cubicBezTo>
                  <a:pt x="0" y="7245"/>
                  <a:pt x="7245" y="0"/>
                  <a:pt x="16182" y="0"/>
                </a:cubicBezTo>
                <a:cubicBezTo>
                  <a:pt x="25118" y="0"/>
                  <a:pt x="32363" y="7245"/>
                  <a:pt x="32363" y="16183"/>
                </a:cubicBezTo>
                <a:close/>
              </a:path>
            </a:pathLst>
          </a:custGeom>
          <a:solidFill xmlns:a="http://schemas.openxmlformats.org/drawingml/2006/main">
            <a:srgbClr val="ECA43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" name="native-plot-average-text-token-length-trend-marker-1">
            <a:extLst xmlns:a="http://schemas.openxmlformats.org/drawingml/2006/main">
              <a:ext uri="{FF2B5EF4-FFF2-40B4-BE49-F238E27FC236}">
                <a16:creationId xmlns:a16="http://schemas.microsoft.com/office/drawing/2014/main" id="{DD16E467-10D1-4B80-814C-079626FB8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6144" y="2959633"/>
            <a:ext cx="37909" cy="37912"/>
          </a:xfrm>
          <a:custGeom xmlns:a="http://schemas.openxmlformats.org/drawingml/2006/main">
            <a:pathLst>
              <a:path w="32363" h="32366">
                <a:moveTo>
                  <a:pt x="32363" y="16183"/>
                </a:moveTo>
                <a:cubicBezTo>
                  <a:pt x="32363" y="25120"/>
                  <a:pt x="25118" y="32366"/>
                  <a:pt x="16182" y="32366"/>
                </a:cubicBezTo>
                <a:cubicBezTo>
                  <a:pt x="7245" y="32366"/>
                  <a:pt x="0" y="25120"/>
                  <a:pt x="0" y="16183"/>
                </a:cubicBezTo>
                <a:cubicBezTo>
                  <a:pt x="0" y="7245"/>
                  <a:pt x="7245" y="0"/>
                  <a:pt x="16182" y="0"/>
                </a:cubicBezTo>
                <a:cubicBezTo>
                  <a:pt x="25118" y="0"/>
                  <a:pt x="32363" y="7245"/>
                  <a:pt x="32363" y="16183"/>
                </a:cubicBezTo>
                <a:close/>
              </a:path>
            </a:pathLst>
          </a:custGeom>
          <a:solidFill xmlns:a="http://schemas.openxmlformats.org/drawingml/2006/main">
            <a:srgbClr val="ECA43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" name="native-plot-average-text-token-length-trend-marker-2">
            <a:extLst xmlns:a="http://schemas.openxmlformats.org/drawingml/2006/main">
              <a:ext uri="{FF2B5EF4-FFF2-40B4-BE49-F238E27FC236}">
                <a16:creationId xmlns:a16="http://schemas.microsoft.com/office/drawing/2014/main" id="{D106FCAB-BACF-4F7C-979C-901FF14FF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75306" y="2466774"/>
            <a:ext cx="37909" cy="37912"/>
          </a:xfrm>
          <a:custGeom xmlns:a="http://schemas.openxmlformats.org/drawingml/2006/main">
            <a:pathLst>
              <a:path w="32363" h="32366">
                <a:moveTo>
                  <a:pt x="32363" y="16183"/>
                </a:moveTo>
                <a:cubicBezTo>
                  <a:pt x="32363" y="25120"/>
                  <a:pt x="25118" y="32366"/>
                  <a:pt x="16182" y="32366"/>
                </a:cubicBezTo>
                <a:cubicBezTo>
                  <a:pt x="7245" y="32366"/>
                  <a:pt x="0" y="25120"/>
                  <a:pt x="0" y="16183"/>
                </a:cubicBezTo>
                <a:cubicBezTo>
                  <a:pt x="0" y="7245"/>
                  <a:pt x="7245" y="0"/>
                  <a:pt x="16182" y="0"/>
                </a:cubicBezTo>
                <a:cubicBezTo>
                  <a:pt x="25118" y="0"/>
                  <a:pt x="32363" y="7245"/>
                  <a:pt x="32363" y="16183"/>
                </a:cubicBezTo>
                <a:close/>
              </a:path>
            </a:pathLst>
          </a:custGeom>
          <a:solidFill xmlns:a="http://schemas.openxmlformats.org/drawingml/2006/main">
            <a:srgbClr val="ECA43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" name="native-plot-average-text-token-length-trend-marker-3">
            <a:extLst xmlns:a="http://schemas.openxmlformats.org/drawingml/2006/main">
              <a:ext uri="{FF2B5EF4-FFF2-40B4-BE49-F238E27FC236}">
                <a16:creationId xmlns:a16="http://schemas.microsoft.com/office/drawing/2014/main" id="{98561FBE-A1F4-40C8-885B-B157F80EB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24467" y="1511386"/>
            <a:ext cx="37909" cy="37912"/>
          </a:xfrm>
          <a:custGeom xmlns:a="http://schemas.openxmlformats.org/drawingml/2006/main">
            <a:pathLst>
              <a:path w="32363" h="32366">
                <a:moveTo>
                  <a:pt x="32363" y="16183"/>
                </a:moveTo>
                <a:cubicBezTo>
                  <a:pt x="32363" y="25120"/>
                  <a:pt x="25118" y="32366"/>
                  <a:pt x="16182" y="32366"/>
                </a:cubicBezTo>
                <a:cubicBezTo>
                  <a:pt x="7245" y="32366"/>
                  <a:pt x="0" y="25120"/>
                  <a:pt x="0" y="16183"/>
                </a:cubicBezTo>
                <a:cubicBezTo>
                  <a:pt x="0" y="7245"/>
                  <a:pt x="7245" y="0"/>
                  <a:pt x="16182" y="0"/>
                </a:cubicBezTo>
                <a:cubicBezTo>
                  <a:pt x="25118" y="0"/>
                  <a:pt x="32363" y="7245"/>
                  <a:pt x="32363" y="16183"/>
                </a:cubicBezTo>
                <a:close/>
              </a:path>
            </a:pathLst>
          </a:custGeom>
          <a:solidFill xmlns:a="http://schemas.openxmlformats.org/drawingml/2006/main">
            <a:srgbClr val="ECA43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" name="native-plot-dataset-statistic-vertical-grid-0">
            <a:extLst xmlns:a="http://schemas.openxmlformats.org/drawingml/2006/main">
              <a:ext uri="{FF2B5EF4-FFF2-40B4-BE49-F238E27FC236}">
                <a16:creationId xmlns:a16="http://schemas.microsoft.com/office/drawing/2014/main" id="{D09878E7-8551-4F70-AB66-58AC4BC8B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69" y="1132388"/>
            <a:ext cx="191" cy="1936267"/>
          </a:xfrm>
          <a:custGeom xmlns:a="http://schemas.openxmlformats.org/drawingml/2006/main">
            <a:pathLst>
              <a:path w="191" h="1652998">
                <a:moveTo>
                  <a:pt x="0" y="0"/>
                </a:moveTo>
                <a:lnTo>
                  <a:pt x="0" y="1652998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38" name="native-plot-dataset-statistic-vertical-grid-1">
            <a:extLst xmlns:a="http://schemas.openxmlformats.org/drawingml/2006/main">
              <a:ext uri="{FF2B5EF4-FFF2-40B4-BE49-F238E27FC236}">
                <a16:creationId xmlns:a16="http://schemas.microsoft.com/office/drawing/2014/main" id="{F24C4B4B-5B23-4F37-B7E3-B3BA3F72F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0726" y="1132388"/>
            <a:ext cx="191" cy="1936267"/>
          </a:xfrm>
          <a:custGeom xmlns:a="http://schemas.openxmlformats.org/drawingml/2006/main">
            <a:pathLst>
              <a:path w="191" h="1652998">
                <a:moveTo>
                  <a:pt x="0" y="0"/>
                </a:moveTo>
                <a:lnTo>
                  <a:pt x="0" y="1652998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39" name="native-plot-dataset-statistic-vertical-grid-2">
            <a:extLst xmlns:a="http://schemas.openxmlformats.org/drawingml/2006/main">
              <a:ext uri="{FF2B5EF4-FFF2-40B4-BE49-F238E27FC236}">
                <a16:creationId xmlns:a16="http://schemas.microsoft.com/office/drawing/2014/main" id="{35FB84FF-D125-4FCA-9682-823D62043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590" y="1132388"/>
            <a:ext cx="191" cy="1936267"/>
          </a:xfrm>
          <a:custGeom xmlns:a="http://schemas.openxmlformats.org/drawingml/2006/main">
            <a:pathLst>
              <a:path w="191" h="1652998">
                <a:moveTo>
                  <a:pt x="0" y="0"/>
                </a:moveTo>
                <a:lnTo>
                  <a:pt x="0" y="1652998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0" name="native-plot-dataset-statistic-vertical-grid-3">
            <a:extLst xmlns:a="http://schemas.openxmlformats.org/drawingml/2006/main">
              <a:ext uri="{FF2B5EF4-FFF2-40B4-BE49-F238E27FC236}">
                <a16:creationId xmlns:a16="http://schemas.microsoft.com/office/drawing/2014/main" id="{EE9618A2-8659-415B-BA27-7ABEEA9478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8689" y="1132388"/>
            <a:ext cx="191" cy="1936267"/>
          </a:xfrm>
          <a:custGeom xmlns:a="http://schemas.openxmlformats.org/drawingml/2006/main">
            <a:pathLst>
              <a:path w="191" h="1652998">
                <a:moveTo>
                  <a:pt x="0" y="0"/>
                </a:moveTo>
                <a:lnTo>
                  <a:pt x="0" y="1652998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1" name="native-plot-dataset-statistic-vertical-grid-4">
            <a:extLst xmlns:a="http://schemas.openxmlformats.org/drawingml/2006/main">
              <a:ext uri="{FF2B5EF4-FFF2-40B4-BE49-F238E27FC236}">
                <a16:creationId xmlns:a16="http://schemas.microsoft.com/office/drawing/2014/main" id="{7B3E8583-0F17-4ED1-87B7-C97611A74F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8620" y="1132388"/>
            <a:ext cx="191" cy="1936267"/>
          </a:xfrm>
          <a:custGeom xmlns:a="http://schemas.openxmlformats.org/drawingml/2006/main">
            <a:pathLst>
              <a:path w="191" h="1652998">
                <a:moveTo>
                  <a:pt x="0" y="0"/>
                </a:moveTo>
                <a:lnTo>
                  <a:pt x="0" y="1652998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2" name="native-plot-dataset-statistic-vertical-grid-5">
            <a:extLst xmlns:a="http://schemas.openxmlformats.org/drawingml/2006/main">
              <a:ext uri="{FF2B5EF4-FFF2-40B4-BE49-F238E27FC236}">
                <a16:creationId xmlns:a16="http://schemas.microsoft.com/office/drawing/2014/main" id="{584D5B1F-852D-41F6-85BF-2B3B9123B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0954" y="1132388"/>
            <a:ext cx="191" cy="1936267"/>
          </a:xfrm>
          <a:custGeom xmlns:a="http://schemas.openxmlformats.org/drawingml/2006/main">
            <a:pathLst>
              <a:path w="191" h="1652998">
                <a:moveTo>
                  <a:pt x="0" y="0"/>
                </a:moveTo>
                <a:lnTo>
                  <a:pt x="0" y="1652998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3" name="native-plot-dataset-statistic-vertical-grid-6">
            <a:extLst xmlns:a="http://schemas.openxmlformats.org/drawingml/2006/main">
              <a:ext uri="{FF2B5EF4-FFF2-40B4-BE49-F238E27FC236}">
                <a16:creationId xmlns:a16="http://schemas.microsoft.com/office/drawing/2014/main" id="{45E85A85-7E2E-4EE2-8213-7AAF8B24E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0221" y="1132388"/>
            <a:ext cx="191" cy="1936267"/>
          </a:xfrm>
          <a:custGeom xmlns:a="http://schemas.openxmlformats.org/drawingml/2006/main">
            <a:pathLst>
              <a:path w="191" h="1652998">
                <a:moveTo>
                  <a:pt x="0" y="0"/>
                </a:moveTo>
                <a:lnTo>
                  <a:pt x="0" y="1652998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4" name="native-plot-dataset-statistic-horizontal-grid-0">
            <a:extLst xmlns:a="http://schemas.openxmlformats.org/drawingml/2006/main">
              <a:ext uri="{FF2B5EF4-FFF2-40B4-BE49-F238E27FC236}">
                <a16:creationId xmlns:a16="http://schemas.microsoft.com/office/drawing/2014/main" id="{D6AFF03C-F023-4A4A-988E-D4909457DE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69" y="1132388"/>
            <a:ext cx="2742608" cy="191"/>
          </a:xfrm>
          <a:custGeom xmlns:a="http://schemas.openxmlformats.org/drawingml/2006/main">
            <a:pathLst>
              <a:path w="2341375" h="191">
                <a:moveTo>
                  <a:pt x="0" y="0"/>
                </a:moveTo>
                <a:lnTo>
                  <a:pt x="23413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5" name="native-plot-dataset-statistic-horizontal-grid-1">
            <a:extLst xmlns:a="http://schemas.openxmlformats.org/drawingml/2006/main">
              <a:ext uri="{FF2B5EF4-FFF2-40B4-BE49-F238E27FC236}">
                <a16:creationId xmlns:a16="http://schemas.microsoft.com/office/drawing/2014/main" id="{17C3C9F8-40D5-4720-9855-44EEDB047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69" y="1747438"/>
            <a:ext cx="2742608" cy="191"/>
          </a:xfrm>
          <a:custGeom xmlns:a="http://schemas.openxmlformats.org/drawingml/2006/main">
            <a:pathLst>
              <a:path w="2341375" h="191">
                <a:moveTo>
                  <a:pt x="0" y="0"/>
                </a:moveTo>
                <a:lnTo>
                  <a:pt x="23413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6" name="native-plot-dataset-statistic-horizontal-grid-2">
            <a:extLst xmlns:a="http://schemas.openxmlformats.org/drawingml/2006/main">
              <a:ext uri="{FF2B5EF4-FFF2-40B4-BE49-F238E27FC236}">
                <a16:creationId xmlns:a16="http://schemas.microsoft.com/office/drawing/2014/main" id="{223BD493-CD5C-4310-9F75-5ACCAC6F5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69" y="2240996"/>
            <a:ext cx="2742608" cy="191"/>
          </a:xfrm>
          <a:custGeom xmlns:a="http://schemas.openxmlformats.org/drawingml/2006/main">
            <a:pathLst>
              <a:path w="2341375" h="191">
                <a:moveTo>
                  <a:pt x="0" y="0"/>
                </a:moveTo>
                <a:lnTo>
                  <a:pt x="23413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7" name="native-plot-dataset-statistic-horizontal-grid-3">
            <a:extLst xmlns:a="http://schemas.openxmlformats.org/drawingml/2006/main">
              <a:ext uri="{FF2B5EF4-FFF2-40B4-BE49-F238E27FC236}">
                <a16:creationId xmlns:a16="http://schemas.microsoft.com/office/drawing/2014/main" id="{DB9480DA-DBED-49C0-954C-19E214990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69" y="2408046"/>
            <a:ext cx="2742608" cy="191"/>
          </a:xfrm>
          <a:custGeom xmlns:a="http://schemas.openxmlformats.org/drawingml/2006/main">
            <a:pathLst>
              <a:path w="2341375" h="191">
                <a:moveTo>
                  <a:pt x="0" y="0"/>
                </a:moveTo>
                <a:lnTo>
                  <a:pt x="23413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8" name="native-plot-dataset-statistic-horizontal-grid-4">
            <a:extLst xmlns:a="http://schemas.openxmlformats.org/drawingml/2006/main">
              <a:ext uri="{FF2B5EF4-FFF2-40B4-BE49-F238E27FC236}">
                <a16:creationId xmlns:a16="http://schemas.microsoft.com/office/drawing/2014/main" id="{B610B42E-4CE4-4584-B2D0-359E1AFF2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69" y="2658622"/>
            <a:ext cx="2742608" cy="191"/>
          </a:xfrm>
          <a:custGeom xmlns:a="http://schemas.openxmlformats.org/drawingml/2006/main">
            <a:pathLst>
              <a:path w="2341375" h="191">
                <a:moveTo>
                  <a:pt x="0" y="0"/>
                </a:moveTo>
                <a:lnTo>
                  <a:pt x="23413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49" name="native-plot-dataset-statistic-horizontal-grid-5">
            <a:extLst xmlns:a="http://schemas.openxmlformats.org/drawingml/2006/main">
              <a:ext uri="{FF2B5EF4-FFF2-40B4-BE49-F238E27FC236}">
                <a16:creationId xmlns:a16="http://schemas.microsoft.com/office/drawing/2014/main" id="{49C4244F-9732-4B8C-A391-1018B9A0C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69" y="3030689"/>
            <a:ext cx="2742608" cy="191"/>
          </a:xfrm>
          <a:custGeom xmlns:a="http://schemas.openxmlformats.org/drawingml/2006/main">
            <a:pathLst>
              <a:path w="2341375" h="191">
                <a:moveTo>
                  <a:pt x="0" y="0"/>
                </a:moveTo>
                <a:lnTo>
                  <a:pt x="23413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4936">
            <a:solidFill>
              <a:srgbClr val="DEDEDE"/>
            </a:solidFill>
            <a:prstDash val="solid"/>
          </a:ln>
        </p:spPr>
      </p:sp>
      <p:sp>
        <p:nvSpPr>
          <p:cNvPr id="450" name="native-plot-dataset-statistic-y-axis">
            <a:extLst xmlns:a="http://schemas.openxmlformats.org/drawingml/2006/main">
              <a:ext uri="{FF2B5EF4-FFF2-40B4-BE49-F238E27FC236}">
                <a16:creationId xmlns:a16="http://schemas.microsoft.com/office/drawing/2014/main" id="{14BAEEDF-C23B-4B34-AF07-8012BE7B07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69" y="1132388"/>
            <a:ext cx="191" cy="1936267"/>
          </a:xfrm>
          <a:custGeom xmlns:a="http://schemas.openxmlformats.org/drawingml/2006/main">
            <a:pathLst>
              <a:path w="191" h="1652998">
                <a:moveTo>
                  <a:pt x="0" y="0"/>
                </a:moveTo>
                <a:lnTo>
                  <a:pt x="0" y="1652998"/>
                </a:lnTo>
              </a:path>
            </a:pathLst>
          </a:custGeom>
          <a:noFill xmlns:a="http://schemas.openxmlformats.org/drawingml/2006/main"/>
          <a:ln xmlns:a="http://schemas.openxmlformats.org/drawingml/2006/main" w="6075">
            <a:solidFill>
              <a:srgbClr val="7A7A7A"/>
            </a:solidFill>
            <a:prstDash val="solid"/>
          </a:ln>
        </p:spPr>
      </p:sp>
      <p:sp>
        <p:nvSpPr>
          <p:cNvPr id="451" name="native-plot-dataset-statistic-x-axis">
            <a:extLst xmlns:a="http://schemas.openxmlformats.org/drawingml/2006/main">
              <a:ext uri="{FF2B5EF4-FFF2-40B4-BE49-F238E27FC236}">
                <a16:creationId xmlns:a16="http://schemas.microsoft.com/office/drawing/2014/main" id="{11EC7569-B1BC-462F-9143-A0B581F86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69" y="3068655"/>
            <a:ext cx="2742608" cy="191"/>
          </a:xfrm>
          <a:custGeom xmlns:a="http://schemas.openxmlformats.org/drawingml/2006/main">
            <a:pathLst>
              <a:path w="2341375" h="191">
                <a:moveTo>
                  <a:pt x="0" y="0"/>
                </a:moveTo>
                <a:lnTo>
                  <a:pt x="23413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6075">
            <a:solidFill>
              <a:srgbClr val="7A7A7A"/>
            </a:solidFill>
            <a:prstDash val="solid"/>
          </a:ln>
        </p:spPr>
      </p:sp>
      <p:sp>
        <p:nvSpPr>
          <p:cNvPr id="452" name="native-plot-dataset-statistic-marker-0">
            <a:extLst xmlns:a="http://schemas.openxmlformats.org/drawingml/2006/main">
              <a:ext uri="{FF2B5EF4-FFF2-40B4-BE49-F238E27FC236}">
                <a16:creationId xmlns:a16="http://schemas.microsoft.com/office/drawing/2014/main" id="{7E4143E0-7052-4E89-90FC-3A2043278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558" y="2931977"/>
            <a:ext cx="182334" cy="182237"/>
          </a:xfrm>
          <a:custGeom xmlns:a="http://schemas.openxmlformats.org/drawingml/2006/main">
            <a:pathLst>
              <a:path w="155659" h="155576">
                <a:moveTo>
                  <a:pt x="155659" y="77788"/>
                </a:moveTo>
                <a:cubicBezTo>
                  <a:pt x="155659" y="120749"/>
                  <a:pt x="120814" y="155576"/>
                  <a:pt x="77830" y="155576"/>
                </a:cubicBezTo>
                <a:cubicBezTo>
                  <a:pt x="34846" y="155576"/>
                  <a:pt x="0" y="120749"/>
                  <a:pt x="0" y="77788"/>
                </a:cubicBezTo>
                <a:cubicBezTo>
                  <a:pt x="0" y="34827"/>
                  <a:pt x="34846" y="0"/>
                  <a:pt x="77830" y="0"/>
                </a:cubicBezTo>
                <a:cubicBezTo>
                  <a:pt x="120814" y="0"/>
                  <a:pt x="155659" y="34827"/>
                  <a:pt x="155659" y="77788"/>
                </a:cubicBezTo>
                <a:close/>
              </a:path>
            </a:pathLst>
          </a:custGeom>
          <a:solidFill xmlns:a="http://schemas.openxmlformats.org/drawingml/2006/main">
            <a:srgbClr val="F1E1E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" name="native-plot-dataset-statistic-marker-1">
            <a:extLst xmlns:a="http://schemas.openxmlformats.org/drawingml/2006/main">
              <a:ext uri="{FF2B5EF4-FFF2-40B4-BE49-F238E27FC236}">
                <a16:creationId xmlns:a16="http://schemas.microsoft.com/office/drawing/2014/main" id="{0C8D7213-212F-4646-917D-EC2F96D07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558" y="2316928"/>
            <a:ext cx="182334" cy="182237"/>
          </a:xfrm>
          <a:custGeom xmlns:a="http://schemas.openxmlformats.org/drawingml/2006/main">
            <a:pathLst>
              <a:path w="155659" h="155576">
                <a:moveTo>
                  <a:pt x="155659" y="77788"/>
                </a:moveTo>
                <a:cubicBezTo>
                  <a:pt x="155659" y="120749"/>
                  <a:pt x="120814" y="155576"/>
                  <a:pt x="77830" y="155576"/>
                </a:cubicBezTo>
                <a:cubicBezTo>
                  <a:pt x="34846" y="155576"/>
                  <a:pt x="0" y="120749"/>
                  <a:pt x="0" y="77788"/>
                </a:cubicBezTo>
                <a:cubicBezTo>
                  <a:pt x="0" y="34827"/>
                  <a:pt x="34846" y="0"/>
                  <a:pt x="77830" y="0"/>
                </a:cubicBezTo>
                <a:cubicBezTo>
                  <a:pt x="120814" y="0"/>
                  <a:pt x="155659" y="34827"/>
                  <a:pt x="155659" y="77788"/>
                </a:cubicBezTo>
                <a:close/>
              </a:path>
            </a:pathLst>
          </a:custGeom>
          <a:solidFill xmlns:a="http://schemas.openxmlformats.org/drawingml/2006/main">
            <a:srgbClr val="F6CE8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" name="native-plot-dataset-statistic-marker-2">
            <a:extLst xmlns:a="http://schemas.openxmlformats.org/drawingml/2006/main">
              <a:ext uri="{FF2B5EF4-FFF2-40B4-BE49-F238E27FC236}">
                <a16:creationId xmlns:a16="http://schemas.microsoft.com/office/drawing/2014/main" id="{24E653C0-285F-4C28-92F0-834B2828D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6423" y="2939571"/>
            <a:ext cx="182334" cy="182237"/>
          </a:xfrm>
          <a:custGeom xmlns:a="http://schemas.openxmlformats.org/drawingml/2006/main">
            <a:pathLst>
              <a:path w="155659" h="155576">
                <a:moveTo>
                  <a:pt x="155659" y="77788"/>
                </a:moveTo>
                <a:cubicBezTo>
                  <a:pt x="155659" y="120749"/>
                  <a:pt x="120814" y="155576"/>
                  <a:pt x="77830" y="155576"/>
                </a:cubicBezTo>
                <a:cubicBezTo>
                  <a:pt x="34846" y="155576"/>
                  <a:pt x="0" y="120749"/>
                  <a:pt x="0" y="77788"/>
                </a:cubicBezTo>
                <a:cubicBezTo>
                  <a:pt x="0" y="34827"/>
                  <a:pt x="34846" y="0"/>
                  <a:pt x="77830" y="0"/>
                </a:cubicBezTo>
                <a:cubicBezTo>
                  <a:pt x="120814" y="0"/>
                  <a:pt x="155659" y="34827"/>
                  <a:pt x="155659" y="77788"/>
                </a:cubicBezTo>
                <a:close/>
              </a:path>
            </a:pathLst>
          </a:custGeom>
          <a:solidFill xmlns:a="http://schemas.openxmlformats.org/drawingml/2006/main">
            <a:srgbClr val="8FBB8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" name="native-plot-dataset-statistic-marker-3">
            <a:extLst xmlns:a="http://schemas.openxmlformats.org/drawingml/2006/main">
              <a:ext uri="{FF2B5EF4-FFF2-40B4-BE49-F238E27FC236}">
                <a16:creationId xmlns:a16="http://schemas.microsoft.com/office/drawing/2014/main" id="{B09367CF-1B2D-435A-B3A5-E73F5778F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6423" y="2567504"/>
            <a:ext cx="182334" cy="182237"/>
          </a:xfrm>
          <a:custGeom xmlns:a="http://schemas.openxmlformats.org/drawingml/2006/main">
            <a:pathLst>
              <a:path w="155659" h="155576">
                <a:moveTo>
                  <a:pt x="155659" y="77788"/>
                </a:moveTo>
                <a:cubicBezTo>
                  <a:pt x="155659" y="120749"/>
                  <a:pt x="120814" y="155576"/>
                  <a:pt x="77830" y="155576"/>
                </a:cubicBezTo>
                <a:cubicBezTo>
                  <a:pt x="34846" y="155576"/>
                  <a:pt x="0" y="120749"/>
                  <a:pt x="0" y="77788"/>
                </a:cubicBezTo>
                <a:cubicBezTo>
                  <a:pt x="0" y="34827"/>
                  <a:pt x="34846" y="0"/>
                  <a:pt x="77830" y="0"/>
                </a:cubicBezTo>
                <a:cubicBezTo>
                  <a:pt x="120814" y="0"/>
                  <a:pt x="155659" y="34827"/>
                  <a:pt x="155659" y="77788"/>
                </a:cubicBezTo>
                <a:close/>
              </a:path>
            </a:pathLst>
          </a:custGeom>
          <a:solidFill xmlns:a="http://schemas.openxmlformats.org/drawingml/2006/main">
            <a:srgbClr val="8D90D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" name="native-plot-dataset-statistic-marker-4">
            <a:extLst xmlns:a="http://schemas.openxmlformats.org/drawingml/2006/main">
              <a:ext uri="{FF2B5EF4-FFF2-40B4-BE49-F238E27FC236}">
                <a16:creationId xmlns:a16="http://schemas.microsoft.com/office/drawing/2014/main" id="{0A9EAB78-766B-4FB1-8334-FE7B3BC0E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4021" y="2157471"/>
            <a:ext cx="167140" cy="150345"/>
          </a:xfrm>
          <a:custGeom xmlns:a="http://schemas.openxmlformats.org/drawingml/2006/main">
            <a:pathLst>
              <a:path w="142688" h="128350">
                <a:moveTo>
                  <a:pt x="71344" y="0"/>
                </a:moveTo>
                <a:lnTo>
                  <a:pt x="142688" y="128350"/>
                </a:lnTo>
                <a:lnTo>
                  <a:pt x="0" y="128350"/>
                </a:lnTo>
                <a:close/>
              </a:path>
            </a:pathLst>
          </a:custGeom>
          <a:solidFill xmlns:a="http://schemas.openxmlformats.org/drawingml/2006/main">
            <a:srgbClr val="ABB1D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" name="native-plot-dataset-statistic-marker-5">
            <a:extLst xmlns:a="http://schemas.openxmlformats.org/drawingml/2006/main">
              <a:ext uri="{FF2B5EF4-FFF2-40B4-BE49-F238E27FC236}">
                <a16:creationId xmlns:a16="http://schemas.microsoft.com/office/drawing/2014/main" id="{1548437D-F6D9-4668-BBB2-C6631DCAE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7522" y="2939571"/>
            <a:ext cx="182334" cy="182237"/>
          </a:xfrm>
          <a:custGeom xmlns:a="http://schemas.openxmlformats.org/drawingml/2006/main">
            <a:pathLst>
              <a:path w="155659" h="155576">
                <a:moveTo>
                  <a:pt x="155659" y="77788"/>
                </a:moveTo>
                <a:cubicBezTo>
                  <a:pt x="155659" y="120749"/>
                  <a:pt x="120814" y="155576"/>
                  <a:pt x="77830" y="155576"/>
                </a:cubicBezTo>
                <a:cubicBezTo>
                  <a:pt x="34846" y="155576"/>
                  <a:pt x="0" y="120749"/>
                  <a:pt x="0" y="77788"/>
                </a:cubicBezTo>
                <a:cubicBezTo>
                  <a:pt x="0" y="34827"/>
                  <a:pt x="34846" y="0"/>
                  <a:pt x="77830" y="0"/>
                </a:cubicBezTo>
                <a:cubicBezTo>
                  <a:pt x="120814" y="0"/>
                  <a:pt x="155659" y="34827"/>
                  <a:pt x="155659" y="77788"/>
                </a:cubicBezTo>
                <a:close/>
              </a:path>
            </a:pathLst>
          </a:custGeom>
          <a:solidFill xmlns:a="http://schemas.openxmlformats.org/drawingml/2006/main">
            <a:srgbClr val="BBB6D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" name="native-plot-dataset-statistic-marker-6">
            <a:extLst xmlns:a="http://schemas.openxmlformats.org/drawingml/2006/main">
              <a:ext uri="{FF2B5EF4-FFF2-40B4-BE49-F238E27FC236}">
                <a16:creationId xmlns:a16="http://schemas.microsoft.com/office/drawing/2014/main" id="{70E6D0F5-EDA8-441A-B998-853988BC9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7522" y="2567504"/>
            <a:ext cx="182334" cy="182237"/>
          </a:xfrm>
          <a:custGeom xmlns:a="http://schemas.openxmlformats.org/drawingml/2006/main">
            <a:pathLst>
              <a:path w="155659" h="155576">
                <a:moveTo>
                  <a:pt x="155659" y="77788"/>
                </a:moveTo>
                <a:cubicBezTo>
                  <a:pt x="155659" y="120749"/>
                  <a:pt x="120814" y="155576"/>
                  <a:pt x="77830" y="155576"/>
                </a:cubicBezTo>
                <a:cubicBezTo>
                  <a:pt x="34846" y="155576"/>
                  <a:pt x="0" y="120749"/>
                  <a:pt x="0" y="77788"/>
                </a:cubicBezTo>
                <a:cubicBezTo>
                  <a:pt x="0" y="34827"/>
                  <a:pt x="34846" y="0"/>
                  <a:pt x="77830" y="0"/>
                </a:cubicBezTo>
                <a:cubicBezTo>
                  <a:pt x="120814" y="0"/>
                  <a:pt x="155659" y="34827"/>
                  <a:pt x="155659" y="77788"/>
                </a:cubicBezTo>
                <a:close/>
              </a:path>
            </a:pathLst>
          </a:custGeom>
          <a:solidFill xmlns:a="http://schemas.openxmlformats.org/drawingml/2006/main">
            <a:srgbClr val="BC8AB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" name="native-plot-dataset-statistic-marker-7">
            <a:extLst xmlns:a="http://schemas.openxmlformats.org/drawingml/2006/main">
              <a:ext uri="{FF2B5EF4-FFF2-40B4-BE49-F238E27FC236}">
                <a16:creationId xmlns:a16="http://schemas.microsoft.com/office/drawing/2014/main" id="{AE9C094A-DDB0-4682-A203-EE9704751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7453" y="2939571"/>
            <a:ext cx="182334" cy="182237"/>
          </a:xfrm>
          <a:custGeom xmlns:a="http://schemas.openxmlformats.org/drawingml/2006/main">
            <a:pathLst>
              <a:path w="155659" h="155576">
                <a:moveTo>
                  <a:pt x="155659" y="77788"/>
                </a:moveTo>
                <a:cubicBezTo>
                  <a:pt x="155659" y="120749"/>
                  <a:pt x="120814" y="155576"/>
                  <a:pt x="77830" y="155576"/>
                </a:cubicBezTo>
                <a:cubicBezTo>
                  <a:pt x="34846" y="155576"/>
                  <a:pt x="0" y="120749"/>
                  <a:pt x="0" y="77788"/>
                </a:cubicBezTo>
                <a:cubicBezTo>
                  <a:pt x="0" y="34827"/>
                  <a:pt x="34846" y="0"/>
                  <a:pt x="77830" y="0"/>
                </a:cubicBezTo>
                <a:cubicBezTo>
                  <a:pt x="120814" y="0"/>
                  <a:pt x="155659" y="34827"/>
                  <a:pt x="155659" y="77788"/>
                </a:cubicBezTo>
                <a:close/>
              </a:path>
            </a:pathLst>
          </a:custGeom>
          <a:solidFill xmlns:a="http://schemas.openxmlformats.org/drawingml/2006/main">
            <a:srgbClr val="EAC69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" name="native-plot-dataset-statistic-marker-8">
            <a:extLst xmlns:a="http://schemas.openxmlformats.org/drawingml/2006/main">
              <a:ext uri="{FF2B5EF4-FFF2-40B4-BE49-F238E27FC236}">
                <a16:creationId xmlns:a16="http://schemas.microsoft.com/office/drawing/2014/main" id="{B854F1D9-E548-4EC5-BFCE-DCF1FD364D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7453" y="1656319"/>
            <a:ext cx="182334" cy="164013"/>
          </a:xfrm>
          <a:custGeom xmlns:a="http://schemas.openxmlformats.org/drawingml/2006/main">
            <a:pathLst>
              <a:path w="155659" h="140019">
                <a:moveTo>
                  <a:pt x="77830" y="0"/>
                </a:moveTo>
                <a:lnTo>
                  <a:pt x="155659" y="140019"/>
                </a:lnTo>
                <a:lnTo>
                  <a:pt x="0" y="140019"/>
                </a:lnTo>
                <a:close/>
              </a:path>
            </a:pathLst>
          </a:custGeom>
          <a:solidFill xmlns:a="http://schemas.openxmlformats.org/drawingml/2006/main">
            <a:srgbClr val="BEBC8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" name="native-plot-dataset-statistic-marker-9">
            <a:extLst xmlns:a="http://schemas.openxmlformats.org/drawingml/2006/main">
              <a:ext uri="{FF2B5EF4-FFF2-40B4-BE49-F238E27FC236}">
                <a16:creationId xmlns:a16="http://schemas.microsoft.com/office/drawing/2014/main" id="{278F27A9-D866-4722-BCFA-53CF2D14D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384" y="2582690"/>
            <a:ext cx="167140" cy="150345"/>
          </a:xfrm>
          <a:custGeom xmlns:a="http://schemas.openxmlformats.org/drawingml/2006/main">
            <a:pathLst>
              <a:path w="142688" h="128350">
                <a:moveTo>
                  <a:pt x="71344" y="0"/>
                </a:moveTo>
                <a:lnTo>
                  <a:pt x="142688" y="128350"/>
                </a:lnTo>
                <a:lnTo>
                  <a:pt x="0" y="128350"/>
                </a:lnTo>
                <a:close/>
              </a:path>
            </a:pathLst>
          </a:custGeom>
          <a:solidFill xmlns:a="http://schemas.openxmlformats.org/drawingml/2006/main">
            <a:srgbClr val="BFDBE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" name="native-plot-dataset-statistic-marker-10">
            <a:extLst xmlns:a="http://schemas.openxmlformats.org/drawingml/2006/main">
              <a:ext uri="{FF2B5EF4-FFF2-40B4-BE49-F238E27FC236}">
                <a16:creationId xmlns:a16="http://schemas.microsoft.com/office/drawing/2014/main" id="{2CE84B98-3131-439B-B5DA-B438F0B80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6291" y="1064049"/>
            <a:ext cx="187861" cy="178571"/>
          </a:xfrm>
          <a:custGeom xmlns:a="http://schemas.openxmlformats.org/drawingml/2006/main">
            <a:pathLst>
              <a:path w="160377" h="152447">
                <a:moveTo>
                  <a:pt x="80189" y="0"/>
                </a:moveTo>
                <a:lnTo>
                  <a:pt x="101499" y="54955"/>
                </a:lnTo>
                <a:lnTo>
                  <a:pt x="160377" y="58229"/>
                </a:lnTo>
                <a:lnTo>
                  <a:pt x="114670" y="95468"/>
                </a:lnTo>
                <a:lnTo>
                  <a:pt x="129748" y="152447"/>
                </a:lnTo>
                <a:lnTo>
                  <a:pt x="80189" y="120507"/>
                </a:lnTo>
                <a:lnTo>
                  <a:pt x="30629" y="152447"/>
                </a:lnTo>
                <a:lnTo>
                  <a:pt x="45708" y="95468"/>
                </a:lnTo>
                <a:lnTo>
                  <a:pt x="0" y="58229"/>
                </a:lnTo>
                <a:lnTo>
                  <a:pt x="58878" y="54955"/>
                </a:lnTo>
                <a:close/>
              </a:path>
            </a:pathLst>
          </a:custGeom>
          <a:solidFill xmlns:a="http://schemas.openxmlformats.org/drawingml/2006/main">
            <a:srgbClr val="ED8A8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" name="path-212">
            <a:extLst xmlns:a="http://schemas.openxmlformats.org/drawingml/2006/main">
              <a:ext uri="{FF2B5EF4-FFF2-40B4-BE49-F238E27FC236}">
                <a16:creationId xmlns:a16="http://schemas.microsoft.com/office/drawing/2014/main" id="{A23663C2-5988-43C5-842B-8D5B36A89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58424" y="984329"/>
            <a:ext cx="305771" cy="2212669"/>
          </a:xfrm>
          <a:custGeom xmlns:a="http://schemas.openxmlformats.org/drawingml/2006/main">
            <a:pathLst>
              <a:path w="261038" h="1888964">
                <a:moveTo>
                  <a:pt x="0" y="0"/>
                </a:moveTo>
                <a:lnTo>
                  <a:pt x="0" y="1888964"/>
                </a:lnTo>
                <a:lnTo>
                  <a:pt x="261038" y="1888964"/>
                </a:lnTo>
                <a:lnTo>
                  <a:pt x="261038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" name="path-213">
            <a:extLst xmlns:a="http://schemas.openxmlformats.org/drawingml/2006/main">
              <a:ext uri="{FF2B5EF4-FFF2-40B4-BE49-F238E27FC236}">
                <a16:creationId xmlns:a16="http://schemas.microsoft.com/office/drawing/2014/main" id="{FD8DAE4C-8D2D-4B14-92AC-76695C8CC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46612" y="972284"/>
            <a:ext cx="330093" cy="2235369"/>
          </a:xfrm>
          <a:custGeom xmlns:a="http://schemas.openxmlformats.org/drawingml/2006/main">
            <a:pathLst>
              <a:path w="281802" h="1908343">
                <a:moveTo>
                  <a:pt x="281802" y="0"/>
                </a:moveTo>
                <a:lnTo>
                  <a:pt x="281802" y="1908343"/>
                </a:lnTo>
                <a:lnTo>
                  <a:pt x="0" y="1908343"/>
                </a:lnTo>
                <a:lnTo>
                  <a:pt x="0" y="0"/>
                </a:lnTo>
                <a:lnTo>
                  <a:pt x="281802" y="0"/>
                </a:lnTo>
                <a:moveTo>
                  <a:pt x="9887" y="19776"/>
                </a:moveTo>
                <a:lnTo>
                  <a:pt x="19775" y="9888"/>
                </a:lnTo>
                <a:lnTo>
                  <a:pt x="19775" y="1898455"/>
                </a:lnTo>
                <a:lnTo>
                  <a:pt x="9887" y="1888568"/>
                </a:lnTo>
                <a:lnTo>
                  <a:pt x="271913" y="1888568"/>
                </a:lnTo>
                <a:lnTo>
                  <a:pt x="262026" y="1898455"/>
                </a:lnTo>
                <a:lnTo>
                  <a:pt x="262026" y="9888"/>
                </a:lnTo>
                <a:lnTo>
                  <a:pt x="271913" y="19776"/>
                </a:lnTo>
                <a:lnTo>
                  <a:pt x="9887" y="1977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" name="path-214">
            <a:extLst xmlns:a="http://schemas.openxmlformats.org/drawingml/2006/main">
              <a:ext uri="{FF2B5EF4-FFF2-40B4-BE49-F238E27FC236}">
                <a16:creationId xmlns:a16="http://schemas.microsoft.com/office/drawing/2014/main" id="{FC925798-F573-401A-91A7-0D6DDBAEF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3654" y="3177539"/>
            <a:ext cx="2813091" cy="216819"/>
          </a:xfrm>
          <a:custGeom xmlns:a="http://schemas.openxmlformats.org/drawingml/2006/main">
            <a:pathLst>
              <a:path w="2401547" h="185099">
                <a:moveTo>
                  <a:pt x="0" y="0"/>
                </a:moveTo>
                <a:lnTo>
                  <a:pt x="0" y="185099"/>
                </a:lnTo>
                <a:lnTo>
                  <a:pt x="2401547" y="185099"/>
                </a:lnTo>
                <a:lnTo>
                  <a:pt x="2401547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" name="path-215">
            <a:extLst xmlns:a="http://schemas.openxmlformats.org/drawingml/2006/main">
              <a:ext uri="{FF2B5EF4-FFF2-40B4-BE49-F238E27FC236}">
                <a16:creationId xmlns:a16="http://schemas.microsoft.com/office/drawing/2014/main" id="{39C24626-3AE0-43B8-A4B4-2E2606E21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913" y="3164799"/>
            <a:ext cx="2837645" cy="242069"/>
          </a:xfrm>
          <a:custGeom xmlns:a="http://schemas.openxmlformats.org/drawingml/2006/main">
            <a:pathLst>
              <a:path w="2422508" h="206655">
                <a:moveTo>
                  <a:pt x="2422508" y="0"/>
                </a:moveTo>
                <a:lnTo>
                  <a:pt x="2422508" y="206655"/>
                </a:lnTo>
                <a:lnTo>
                  <a:pt x="0" y="206655"/>
                </a:lnTo>
                <a:lnTo>
                  <a:pt x="0" y="0"/>
                </a:lnTo>
                <a:lnTo>
                  <a:pt x="2422508" y="0"/>
                </a:lnTo>
                <a:moveTo>
                  <a:pt x="9888" y="19776"/>
                </a:moveTo>
                <a:lnTo>
                  <a:pt x="19776" y="9888"/>
                </a:lnTo>
                <a:lnTo>
                  <a:pt x="19776" y="196767"/>
                </a:lnTo>
                <a:lnTo>
                  <a:pt x="9888" y="186879"/>
                </a:lnTo>
                <a:lnTo>
                  <a:pt x="2412621" y="186879"/>
                </a:lnTo>
                <a:lnTo>
                  <a:pt x="2402733" y="196767"/>
                </a:lnTo>
                <a:lnTo>
                  <a:pt x="2402733" y="9888"/>
                </a:lnTo>
                <a:lnTo>
                  <a:pt x="2412621" y="19776"/>
                </a:lnTo>
                <a:lnTo>
                  <a:pt x="9888" y="1977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" name="text-216 1">
            <a:extLst xmlns:a="http://schemas.openxmlformats.org/drawingml/2006/main">
              <a:ext uri="{FF2B5EF4-FFF2-40B4-BE49-F238E27FC236}">
                <a16:creationId xmlns:a16="http://schemas.microsoft.com/office/drawing/2014/main" id="{7991FA26-2FA5-458C-8EC8-66C90213A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11058" y="3139123"/>
            <a:ext cx="87624" cy="1948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</a:t>
            </a:r>
          </a:p>
        </p:txBody>
      </p:sp>
      <p:sp>
        <p:nvSpPr>
          <p:cNvPr id="468" name="text-217 2">
            <a:extLst xmlns:a="http://schemas.openxmlformats.org/drawingml/2006/main">
              <a:ext uri="{FF2B5EF4-FFF2-40B4-BE49-F238E27FC236}">
                <a16:creationId xmlns:a16="http://schemas.microsoft.com/office/drawing/2014/main" id="{BC92B871-7DD9-4B2F-8ED7-6AA92AFBE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06365" y="3139222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</a:t>
            </a:r>
          </a:p>
        </p:txBody>
      </p:sp>
      <p:sp>
        <p:nvSpPr>
          <p:cNvPr id="469" name="text-218 2.4">
            <a:extLst xmlns:a="http://schemas.openxmlformats.org/drawingml/2006/main">
              <a:ext uri="{FF2B5EF4-FFF2-40B4-BE49-F238E27FC236}">
                <a16:creationId xmlns:a16="http://schemas.microsoft.com/office/drawing/2014/main" id="{BD70601F-D4CE-488A-AD4D-35D9EDCAE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98629" y="3139312"/>
            <a:ext cx="229147" cy="194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2.4</a:t>
            </a:r>
          </a:p>
        </p:txBody>
      </p:sp>
      <p:sp>
        <p:nvSpPr>
          <p:cNvPr id="470" name="text-219 2.7">
            <a:extLst xmlns:a="http://schemas.openxmlformats.org/drawingml/2006/main">
              <a:ext uri="{FF2B5EF4-FFF2-40B4-BE49-F238E27FC236}">
                <a16:creationId xmlns:a16="http://schemas.microsoft.com/office/drawing/2014/main" id="{8EB59FFE-2B76-41E3-8A42-E8938F15C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62703" y="3140471"/>
            <a:ext cx="229147" cy="194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2.7</a:t>
            </a:r>
          </a:p>
        </p:txBody>
      </p:sp>
      <p:sp>
        <p:nvSpPr>
          <p:cNvPr id="471" name="text-220 3">
            <a:extLst xmlns:a="http://schemas.openxmlformats.org/drawingml/2006/main">
              <a:ext uri="{FF2B5EF4-FFF2-40B4-BE49-F238E27FC236}">
                <a16:creationId xmlns:a16="http://schemas.microsoft.com/office/drawing/2014/main" id="{BAFAEBDE-5273-450C-A8B5-39A779EA73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07089" y="3134590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3</a:t>
            </a:r>
          </a:p>
        </p:txBody>
      </p:sp>
      <p:sp>
        <p:nvSpPr>
          <p:cNvPr id="472" name="text-221 3.8">
            <a:extLst xmlns:a="http://schemas.openxmlformats.org/drawingml/2006/main">
              <a:ext uri="{FF2B5EF4-FFF2-40B4-BE49-F238E27FC236}">
                <a16:creationId xmlns:a16="http://schemas.microsoft.com/office/drawing/2014/main" id="{E031068E-FDE1-411E-A80C-C900DB34B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44484" y="3141629"/>
            <a:ext cx="229147" cy="194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3.8</a:t>
            </a:r>
          </a:p>
        </p:txBody>
      </p:sp>
      <p:sp>
        <p:nvSpPr>
          <p:cNvPr id="473" name="text-222 Average">
            <a:extLst xmlns:a="http://schemas.openxmlformats.org/drawingml/2006/main">
              <a:ext uri="{FF2B5EF4-FFF2-40B4-BE49-F238E27FC236}">
                <a16:creationId xmlns:a16="http://schemas.microsoft.com/office/drawing/2014/main" id="{2F594D65-C1F5-49BF-AF98-4825B12B7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71638" y="3325347"/>
            <a:ext cx="838649" cy="2924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64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Average</a:t>
            </a:r>
          </a:p>
        </p:txBody>
      </p:sp>
      <p:sp>
        <p:nvSpPr>
          <p:cNvPr id="474" name="text-222 Images">
            <a:extLst xmlns:a="http://schemas.openxmlformats.org/drawingml/2006/main">
              <a:ext uri="{FF2B5EF4-FFF2-40B4-BE49-F238E27FC236}">
                <a16:creationId xmlns:a16="http://schemas.microsoft.com/office/drawing/2014/main" id="{E5697168-9E2C-4E78-A5E5-09EB5A50E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35672" y="3325471"/>
            <a:ext cx="747143" cy="2923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4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4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64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Images</a:t>
            </a:r>
          </a:p>
        </p:txBody>
      </p:sp>
      <p:sp>
        <p:nvSpPr>
          <p:cNvPr id="475" name="text-223 Average">
            <a:extLst xmlns:a="http://schemas.openxmlformats.org/drawingml/2006/main">
              <a:ext uri="{FF2B5EF4-FFF2-40B4-BE49-F238E27FC236}">
                <a16:creationId xmlns:a16="http://schemas.microsoft.com/office/drawing/2014/main" id="{440E78A0-6085-4D6C-B7EE-344731926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9114070" y="2290222"/>
            <a:ext cx="639043" cy="2229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25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Average</a:t>
            </a:r>
          </a:p>
        </p:txBody>
      </p:sp>
      <p:sp>
        <p:nvSpPr>
          <p:cNvPr id="476" name="text-223 Turns">
            <a:extLst xmlns:a="http://schemas.openxmlformats.org/drawingml/2006/main">
              <a:ext uri="{FF2B5EF4-FFF2-40B4-BE49-F238E27FC236}">
                <a16:creationId xmlns:a16="http://schemas.microsoft.com/office/drawing/2014/main" id="{59846882-C737-422F-A49F-76F6D2CCE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9217619" y="1628724"/>
            <a:ext cx="436228" cy="2129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19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Turns</a:t>
            </a:r>
          </a:p>
        </p:txBody>
      </p:sp>
      <p:sp>
        <p:nvSpPr>
          <p:cNvPr id="477" name="text-224 1">
            <a:extLst xmlns:a="http://schemas.openxmlformats.org/drawingml/2006/main">
              <a:ext uri="{FF2B5EF4-FFF2-40B4-BE49-F238E27FC236}">
                <a16:creationId xmlns:a16="http://schemas.microsoft.com/office/drawing/2014/main" id="{348F82C5-529C-4256-90DC-34FF552B4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2464" y="2931802"/>
            <a:ext cx="87624" cy="1948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</a:t>
            </a:r>
          </a:p>
        </p:txBody>
      </p:sp>
      <p:sp>
        <p:nvSpPr>
          <p:cNvPr id="478" name="text-225 2">
            <a:extLst xmlns:a="http://schemas.openxmlformats.org/drawingml/2006/main">
              <a:ext uri="{FF2B5EF4-FFF2-40B4-BE49-F238E27FC236}">
                <a16:creationId xmlns:a16="http://schemas.microsoft.com/office/drawing/2014/main" id="{BB6A01FF-A61A-4F80-AFC7-927037D61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60883" y="2586751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</a:t>
            </a:r>
          </a:p>
        </p:txBody>
      </p:sp>
      <p:sp>
        <p:nvSpPr>
          <p:cNvPr id="479" name="text-226 3">
            <a:extLst xmlns:a="http://schemas.openxmlformats.org/drawingml/2006/main">
              <a:ext uri="{FF2B5EF4-FFF2-40B4-BE49-F238E27FC236}">
                <a16:creationId xmlns:a16="http://schemas.microsoft.com/office/drawing/2014/main" id="{C83079E5-85E0-4120-8B80-8B405572A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60883" y="2326151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3</a:t>
            </a:r>
          </a:p>
        </p:txBody>
      </p:sp>
      <p:sp>
        <p:nvSpPr>
          <p:cNvPr id="480" name="text-227 4">
            <a:extLst xmlns:a="http://schemas.openxmlformats.org/drawingml/2006/main">
              <a:ext uri="{FF2B5EF4-FFF2-40B4-BE49-F238E27FC236}">
                <a16:creationId xmlns:a16="http://schemas.microsoft.com/office/drawing/2014/main" id="{216AC591-1C42-403F-960D-D691D37C5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60883" y="2109563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4</a:t>
            </a:r>
          </a:p>
        </p:txBody>
      </p:sp>
      <p:sp>
        <p:nvSpPr>
          <p:cNvPr id="481" name="text-228 7.5">
            <a:extLst xmlns:a="http://schemas.openxmlformats.org/drawingml/2006/main">
              <a:ext uri="{FF2B5EF4-FFF2-40B4-BE49-F238E27FC236}">
                <a16:creationId xmlns:a16="http://schemas.microsoft.com/office/drawing/2014/main" id="{C156A9A4-81AB-4618-A280-B3A56ECE2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55484" y="1639415"/>
            <a:ext cx="229146" cy="1945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7.5</a:t>
            </a:r>
          </a:p>
        </p:txBody>
      </p:sp>
      <p:sp>
        <p:nvSpPr>
          <p:cNvPr id="482" name="text-229 15">
            <a:extLst xmlns:a="http://schemas.openxmlformats.org/drawingml/2006/main">
              <a:ext uri="{FF2B5EF4-FFF2-40B4-BE49-F238E27FC236}">
                <a16:creationId xmlns:a16="http://schemas.microsoft.com/office/drawing/2014/main" id="{352AB552-5098-4389-912D-B1F365E4F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84439" y="1068304"/>
            <a:ext cx="172414" cy="1947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15</a:t>
            </a:r>
          </a:p>
        </p:txBody>
      </p:sp>
      <p:sp>
        <p:nvSpPr>
          <p:cNvPr id="483" name="path-230">
            <a:extLst xmlns:a="http://schemas.openxmlformats.org/drawingml/2006/main">
              <a:ext uri="{FF2B5EF4-FFF2-40B4-BE49-F238E27FC236}">
                <a16:creationId xmlns:a16="http://schemas.microsoft.com/office/drawing/2014/main" id="{E9823890-9D40-4327-A4E8-14856DDAB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1979" y="820325"/>
            <a:ext cx="1181387" cy="214039"/>
          </a:xfrm>
          <a:custGeom xmlns:a="http://schemas.openxmlformats.org/drawingml/2006/main">
            <a:pathLst>
              <a:path w="1008554" h="182726">
                <a:moveTo>
                  <a:pt x="0" y="0"/>
                </a:moveTo>
                <a:lnTo>
                  <a:pt x="0" y="182726"/>
                </a:lnTo>
                <a:lnTo>
                  <a:pt x="1008554" y="182726"/>
                </a:lnTo>
                <a:lnTo>
                  <a:pt x="100855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" name="path-231">
            <a:extLst xmlns:a="http://schemas.openxmlformats.org/drawingml/2006/main">
              <a:ext uri="{FF2B5EF4-FFF2-40B4-BE49-F238E27FC236}">
                <a16:creationId xmlns:a16="http://schemas.microsoft.com/office/drawing/2014/main" id="{1A8CFAB2-05E1-44DD-9A5C-A0B72D6F0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0396" y="807816"/>
            <a:ext cx="1204552" cy="237436"/>
          </a:xfrm>
          <a:custGeom xmlns:a="http://schemas.openxmlformats.org/drawingml/2006/main">
            <a:pathLst>
              <a:path w="1028331" h="202700">
                <a:moveTo>
                  <a:pt x="1028331" y="0"/>
                </a:moveTo>
                <a:lnTo>
                  <a:pt x="1028331" y="202700"/>
                </a:lnTo>
                <a:lnTo>
                  <a:pt x="0" y="202700"/>
                </a:lnTo>
                <a:lnTo>
                  <a:pt x="0" y="0"/>
                </a:lnTo>
                <a:lnTo>
                  <a:pt x="1028331" y="0"/>
                </a:lnTo>
                <a:moveTo>
                  <a:pt x="9888" y="19776"/>
                </a:moveTo>
                <a:lnTo>
                  <a:pt x="19776" y="9888"/>
                </a:lnTo>
                <a:lnTo>
                  <a:pt x="19776" y="192812"/>
                </a:lnTo>
                <a:lnTo>
                  <a:pt x="9888" y="182924"/>
                </a:lnTo>
                <a:lnTo>
                  <a:pt x="1018443" y="182924"/>
                </a:lnTo>
                <a:lnTo>
                  <a:pt x="1008554" y="192812"/>
                </a:lnTo>
                <a:lnTo>
                  <a:pt x="1008554" y="9888"/>
                </a:lnTo>
                <a:lnTo>
                  <a:pt x="1018443" y="19776"/>
                </a:lnTo>
                <a:lnTo>
                  <a:pt x="9888" y="1977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" name="text-232 Dataset">
            <a:extLst xmlns:a="http://schemas.openxmlformats.org/drawingml/2006/main">
              <a:ext uri="{FF2B5EF4-FFF2-40B4-BE49-F238E27FC236}">
                <a16:creationId xmlns:a16="http://schemas.microsoft.com/office/drawing/2014/main" id="{E54A1626-0D01-4104-9ADD-9F06D24B11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25702" y="831399"/>
            <a:ext cx="901909" cy="3237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Dataset</a:t>
            </a:r>
          </a:p>
        </p:txBody>
      </p:sp>
      <p:sp>
        <p:nvSpPr>
          <p:cNvPr id="486" name="text-232 Statistic">
            <a:extLst xmlns:a="http://schemas.openxmlformats.org/drawingml/2006/main">
              <a:ext uri="{FF2B5EF4-FFF2-40B4-BE49-F238E27FC236}">
                <a16:creationId xmlns:a16="http://schemas.microsoft.com/office/drawing/2014/main" id="{D711E146-FCAD-4535-8087-39B0C504D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55754" y="831364"/>
            <a:ext cx="1007839" cy="3237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Statistic</a:t>
            </a:r>
          </a:p>
        </p:txBody>
      </p:sp>
      <p:sp>
        <p:nvSpPr>
          <p:cNvPr id="487" name="path-233">
            <a:extLst xmlns:a="http://schemas.openxmlformats.org/drawingml/2006/main">
              <a:ext uri="{FF2B5EF4-FFF2-40B4-BE49-F238E27FC236}">
                <a16:creationId xmlns:a16="http://schemas.microsoft.com/office/drawing/2014/main" id="{589B6019-2CCE-4882-BA8F-56FABF6A7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5775" y="1084399"/>
            <a:ext cx="972906" cy="136207"/>
          </a:xfrm>
          <a:custGeom xmlns:a="http://schemas.openxmlformats.org/drawingml/2006/main">
            <a:pathLst>
              <a:path w="830573" h="116280">
                <a:moveTo>
                  <a:pt x="0" y="0"/>
                </a:moveTo>
                <a:lnTo>
                  <a:pt x="0" y="116280"/>
                </a:lnTo>
                <a:lnTo>
                  <a:pt x="830573" y="116280"/>
                </a:lnTo>
                <a:lnTo>
                  <a:pt x="83057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" name="path-234">
            <a:extLst xmlns:a="http://schemas.openxmlformats.org/drawingml/2006/main">
              <a:ext uri="{FF2B5EF4-FFF2-40B4-BE49-F238E27FC236}">
                <a16:creationId xmlns:a16="http://schemas.microsoft.com/office/drawing/2014/main" id="{8273F7F5-8382-4CBD-A9C1-91C4492997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4425" y="1071890"/>
            <a:ext cx="996071" cy="160993"/>
          </a:xfrm>
          <a:custGeom xmlns:a="http://schemas.openxmlformats.org/drawingml/2006/main">
            <a:pathLst>
              <a:path w="850350" h="137441">
                <a:moveTo>
                  <a:pt x="850350" y="0"/>
                </a:moveTo>
                <a:lnTo>
                  <a:pt x="850350" y="137441"/>
                </a:lnTo>
                <a:lnTo>
                  <a:pt x="0" y="137441"/>
                </a:lnTo>
                <a:lnTo>
                  <a:pt x="0" y="0"/>
                </a:lnTo>
                <a:lnTo>
                  <a:pt x="850350" y="0"/>
                </a:lnTo>
                <a:moveTo>
                  <a:pt x="9887" y="19776"/>
                </a:moveTo>
                <a:lnTo>
                  <a:pt x="19775" y="9888"/>
                </a:lnTo>
                <a:lnTo>
                  <a:pt x="19775" y="127553"/>
                </a:lnTo>
                <a:lnTo>
                  <a:pt x="9887" y="117665"/>
                </a:lnTo>
                <a:lnTo>
                  <a:pt x="840462" y="117665"/>
                </a:lnTo>
                <a:lnTo>
                  <a:pt x="830573" y="127553"/>
                </a:lnTo>
                <a:lnTo>
                  <a:pt x="830573" y="9888"/>
                </a:lnTo>
                <a:lnTo>
                  <a:pt x="840462" y="19776"/>
                </a:lnTo>
                <a:lnTo>
                  <a:pt x="9887" y="1977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" name="path-235">
            <a:extLst xmlns:a="http://schemas.openxmlformats.org/drawingml/2006/main">
              <a:ext uri="{FF2B5EF4-FFF2-40B4-BE49-F238E27FC236}">
                <a16:creationId xmlns:a16="http://schemas.microsoft.com/office/drawing/2014/main" id="{CD38D9D7-C330-446E-8704-7011D16C5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2255" y="3177539"/>
            <a:ext cx="3202253" cy="138987"/>
          </a:xfrm>
          <a:custGeom xmlns:a="http://schemas.openxmlformats.org/drawingml/2006/main">
            <a:pathLst>
              <a:path w="2733776" h="118654">
                <a:moveTo>
                  <a:pt x="0" y="0"/>
                </a:moveTo>
                <a:lnTo>
                  <a:pt x="0" y="118654"/>
                </a:lnTo>
                <a:lnTo>
                  <a:pt x="2733776" y="118654"/>
                </a:lnTo>
                <a:lnTo>
                  <a:pt x="2733776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" name="path-236">
            <a:extLst xmlns:a="http://schemas.openxmlformats.org/drawingml/2006/main">
              <a:ext uri="{FF2B5EF4-FFF2-40B4-BE49-F238E27FC236}">
                <a16:creationId xmlns:a16="http://schemas.microsoft.com/office/drawing/2014/main" id="{B5015C06-3704-47E9-9142-15D4F28A8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10442" y="3164799"/>
            <a:ext cx="3225649" cy="162151"/>
          </a:xfrm>
          <a:custGeom xmlns:a="http://schemas.openxmlformats.org/drawingml/2006/main">
            <a:pathLst>
              <a:path w="2753749" h="138429">
                <a:moveTo>
                  <a:pt x="2753749" y="0"/>
                </a:moveTo>
                <a:lnTo>
                  <a:pt x="2753749" y="138429"/>
                </a:lnTo>
                <a:lnTo>
                  <a:pt x="0" y="138429"/>
                </a:lnTo>
                <a:lnTo>
                  <a:pt x="0" y="0"/>
                </a:lnTo>
                <a:lnTo>
                  <a:pt x="2753749" y="0"/>
                </a:lnTo>
                <a:moveTo>
                  <a:pt x="9887" y="19776"/>
                </a:moveTo>
                <a:lnTo>
                  <a:pt x="19775" y="9888"/>
                </a:lnTo>
                <a:lnTo>
                  <a:pt x="19775" y="128542"/>
                </a:lnTo>
                <a:lnTo>
                  <a:pt x="9887" y="118654"/>
                </a:lnTo>
                <a:lnTo>
                  <a:pt x="2743861" y="118654"/>
                </a:lnTo>
                <a:lnTo>
                  <a:pt x="2733973" y="128542"/>
                </a:lnTo>
                <a:lnTo>
                  <a:pt x="2733973" y="9888"/>
                </a:lnTo>
                <a:lnTo>
                  <a:pt x="2743861" y="19776"/>
                </a:lnTo>
                <a:lnTo>
                  <a:pt x="9887" y="1977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" name="path-237">
            <a:extLst xmlns:a="http://schemas.openxmlformats.org/drawingml/2006/main">
              <a:ext uri="{FF2B5EF4-FFF2-40B4-BE49-F238E27FC236}">
                <a16:creationId xmlns:a16="http://schemas.microsoft.com/office/drawing/2014/main" id="{FC9E2581-B55F-40A9-AF04-7C09108BEB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94247" y="1290100"/>
            <a:ext cx="255736" cy="1870761"/>
          </a:xfrm>
          <a:custGeom xmlns:a="http://schemas.openxmlformats.org/drawingml/2006/main">
            <a:pathLst>
              <a:path w="218323" h="1597076">
                <a:moveTo>
                  <a:pt x="218323" y="0"/>
                </a:moveTo>
                <a:lnTo>
                  <a:pt x="218323" y="1597076"/>
                </a:lnTo>
                <a:lnTo>
                  <a:pt x="0" y="1597076"/>
                </a:lnTo>
                <a:lnTo>
                  <a:pt x="0" y="0"/>
                </a:lnTo>
                <a:lnTo>
                  <a:pt x="218323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" name="path-238">
            <a:extLst xmlns:a="http://schemas.openxmlformats.org/drawingml/2006/main">
              <a:ext uri="{FF2B5EF4-FFF2-40B4-BE49-F238E27FC236}">
                <a16:creationId xmlns:a16="http://schemas.microsoft.com/office/drawing/2014/main" id="{970A3DBE-82CC-4B27-80D2-E832EFCB8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81507" y="1278054"/>
            <a:ext cx="280290" cy="1894852"/>
          </a:xfrm>
          <a:custGeom xmlns:a="http://schemas.openxmlformats.org/drawingml/2006/main">
            <a:pathLst>
              <a:path w="239285" h="1617642">
                <a:moveTo>
                  <a:pt x="239285" y="1617642"/>
                </a:moveTo>
                <a:lnTo>
                  <a:pt x="0" y="1617642"/>
                </a:lnTo>
                <a:lnTo>
                  <a:pt x="0" y="0"/>
                </a:lnTo>
                <a:lnTo>
                  <a:pt x="239285" y="0"/>
                </a:lnTo>
                <a:lnTo>
                  <a:pt x="239285" y="1617642"/>
                </a:lnTo>
                <a:moveTo>
                  <a:pt x="219510" y="9888"/>
                </a:moveTo>
                <a:lnTo>
                  <a:pt x="229397" y="19776"/>
                </a:lnTo>
                <a:lnTo>
                  <a:pt x="9887" y="19776"/>
                </a:lnTo>
                <a:lnTo>
                  <a:pt x="19775" y="9888"/>
                </a:lnTo>
                <a:lnTo>
                  <a:pt x="19775" y="1607754"/>
                </a:lnTo>
                <a:lnTo>
                  <a:pt x="9887" y="1597867"/>
                </a:lnTo>
                <a:lnTo>
                  <a:pt x="229397" y="1597867"/>
                </a:lnTo>
                <a:lnTo>
                  <a:pt x="219510" y="1607754"/>
                </a:lnTo>
                <a:lnTo>
                  <a:pt x="219510" y="988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" name="text-239 MMVet">
            <a:extLst xmlns:a="http://schemas.openxmlformats.org/drawingml/2006/main">
              <a:ext uri="{FF2B5EF4-FFF2-40B4-BE49-F238E27FC236}">
                <a16:creationId xmlns:a16="http://schemas.microsoft.com/office/drawing/2014/main" id="{80FF59E4-A416-4D5B-88E5-8550384BE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88042" y="3169169"/>
            <a:ext cx="502881" cy="1949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MMVet</a:t>
            </a:r>
          </a:p>
        </p:txBody>
      </p:sp>
      <p:sp>
        <p:nvSpPr>
          <p:cNvPr id="494" name="text-240 BLINK">
            <a:extLst xmlns:a="http://schemas.openxmlformats.org/drawingml/2006/main">
              <a:ext uri="{FF2B5EF4-FFF2-40B4-BE49-F238E27FC236}">
                <a16:creationId xmlns:a16="http://schemas.microsoft.com/office/drawing/2014/main" id="{D215E656-F74F-49DE-8C53-4CD9D955D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40495" y="3174709"/>
            <a:ext cx="462107" cy="1953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8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BLINK</a:t>
            </a:r>
          </a:p>
        </p:txBody>
      </p:sp>
      <p:sp>
        <p:nvSpPr>
          <p:cNvPr id="495" name="text-241 Convbench">
            <a:extLst xmlns:a="http://schemas.openxmlformats.org/drawingml/2006/main">
              <a:ext uri="{FF2B5EF4-FFF2-40B4-BE49-F238E27FC236}">
                <a16:creationId xmlns:a16="http://schemas.microsoft.com/office/drawing/2014/main" id="{92D0F0C2-A106-4FA4-A4D5-4C156BD2C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69015" y="3173934"/>
            <a:ext cx="705286" cy="1947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Convbench</a:t>
            </a:r>
          </a:p>
        </p:txBody>
      </p:sp>
      <p:sp>
        <p:nvSpPr>
          <p:cNvPr id="496" name="text-242 MMDU(Ours)">
            <a:extLst xmlns:a="http://schemas.openxmlformats.org/drawingml/2006/main">
              <a:ext uri="{FF2B5EF4-FFF2-40B4-BE49-F238E27FC236}">
                <a16:creationId xmlns:a16="http://schemas.microsoft.com/office/drawing/2014/main" id="{55C22EF0-29F1-49F9-9728-5A9154036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83246" y="3173957"/>
            <a:ext cx="892481" cy="1947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MMDU(Ours)</a:t>
            </a:r>
          </a:p>
        </p:txBody>
      </p:sp>
      <p:sp>
        <p:nvSpPr>
          <p:cNvPr id="497" name="text-243 Datasets">
            <a:extLst xmlns:a="http://schemas.openxmlformats.org/drawingml/2006/main">
              <a:ext uri="{FF2B5EF4-FFF2-40B4-BE49-F238E27FC236}">
                <a16:creationId xmlns:a16="http://schemas.microsoft.com/office/drawing/2014/main" id="{32669050-B44A-4DC4-8E3F-DF5BF9732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43184" y="3356323"/>
            <a:ext cx="1014383" cy="3237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Datasets</a:t>
            </a:r>
          </a:p>
        </p:txBody>
      </p:sp>
      <p:sp>
        <p:nvSpPr>
          <p:cNvPr id="498" name="text-244 Average">
            <a:extLst xmlns:a="http://schemas.openxmlformats.org/drawingml/2006/main">
              <a:ext uri="{FF2B5EF4-FFF2-40B4-BE49-F238E27FC236}">
                <a16:creationId xmlns:a16="http://schemas.microsoft.com/office/drawing/2014/main" id="{97A6B5A5-A85A-44B0-967D-0A8D6914C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12500712" y="2365505"/>
            <a:ext cx="639045" cy="2229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25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Average</a:t>
            </a:r>
          </a:p>
        </p:txBody>
      </p:sp>
      <p:sp>
        <p:nvSpPr>
          <p:cNvPr id="499" name="text-244 Tokens">
            <a:extLst xmlns:a="http://schemas.openxmlformats.org/drawingml/2006/main">
              <a:ext uri="{FF2B5EF4-FFF2-40B4-BE49-F238E27FC236}">
                <a16:creationId xmlns:a16="http://schemas.microsoft.com/office/drawing/2014/main" id="{9D3877FA-EDA2-482B-86C9-74571EA7D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12545112" y="1642402"/>
            <a:ext cx="550839" cy="2215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24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Tokens</a:t>
            </a:r>
          </a:p>
        </p:txBody>
      </p:sp>
      <p:sp>
        <p:nvSpPr>
          <p:cNvPr id="500" name="text-245 0">
            <a:extLst xmlns:a="http://schemas.openxmlformats.org/drawingml/2006/main">
              <a:ext uri="{FF2B5EF4-FFF2-40B4-BE49-F238E27FC236}">
                <a16:creationId xmlns:a16="http://schemas.microsoft.com/office/drawing/2014/main" id="{95851751-63BE-4A93-BEDC-38A39D123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19335" y="3071045"/>
            <a:ext cx="92445" cy="1636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2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0</a:t>
            </a:r>
          </a:p>
        </p:txBody>
      </p:sp>
      <p:sp>
        <p:nvSpPr>
          <p:cNvPr id="501" name="text-246 20^2">
            <a:extLst xmlns:a="http://schemas.openxmlformats.org/drawingml/2006/main">
              <a:ext uri="{FF2B5EF4-FFF2-40B4-BE49-F238E27FC236}">
                <a16:creationId xmlns:a16="http://schemas.microsoft.com/office/drawing/2014/main" id="{904FA567-AA9A-4435-8066-6A5850215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62975" y="2658431"/>
            <a:ext cx="300768" cy="1624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20^2</a:t>
            </a:r>
          </a:p>
        </p:txBody>
      </p:sp>
      <p:sp>
        <p:nvSpPr>
          <p:cNvPr id="502" name="text-247 40^2">
            <a:extLst xmlns:a="http://schemas.openxmlformats.org/drawingml/2006/main">
              <a:ext uri="{FF2B5EF4-FFF2-40B4-BE49-F238E27FC236}">
                <a16:creationId xmlns:a16="http://schemas.microsoft.com/office/drawing/2014/main" id="{6219C920-CC53-4DFE-86CA-0378B0D36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62975" y="2255369"/>
            <a:ext cx="300768" cy="1624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40^2</a:t>
            </a:r>
          </a:p>
        </p:txBody>
      </p:sp>
      <p:sp>
        <p:nvSpPr>
          <p:cNvPr id="503" name="text-248 60^2">
            <a:extLst xmlns:a="http://schemas.openxmlformats.org/drawingml/2006/main">
              <a:ext uri="{FF2B5EF4-FFF2-40B4-BE49-F238E27FC236}">
                <a16:creationId xmlns:a16="http://schemas.microsoft.com/office/drawing/2014/main" id="{66A4CF99-B43D-4B04-B06A-2207D0F398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62975" y="1855783"/>
            <a:ext cx="300768" cy="1624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60^2</a:t>
            </a:r>
          </a:p>
        </p:txBody>
      </p:sp>
      <p:sp>
        <p:nvSpPr>
          <p:cNvPr id="504" name="text-249 Average">
            <a:extLst xmlns:a="http://schemas.openxmlformats.org/drawingml/2006/main">
              <a:ext uri="{FF2B5EF4-FFF2-40B4-BE49-F238E27FC236}">
                <a16:creationId xmlns:a16="http://schemas.microsoft.com/office/drawing/2014/main" id="{C1B24CE4-73E8-4818-B061-B4BF13634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32448" y="831253"/>
            <a:ext cx="928869" cy="3239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Average</a:t>
            </a:r>
          </a:p>
        </p:txBody>
      </p:sp>
      <p:sp>
        <p:nvSpPr>
          <p:cNvPr id="505" name="text-249 Text">
            <a:extLst xmlns:a="http://schemas.openxmlformats.org/drawingml/2006/main">
              <a:ext uri="{FF2B5EF4-FFF2-40B4-BE49-F238E27FC236}">
                <a16:creationId xmlns:a16="http://schemas.microsoft.com/office/drawing/2014/main" id="{5F05D3D4-3D0D-4681-B8CA-049DEF0EC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90296" y="830916"/>
            <a:ext cx="571905" cy="324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Text</a:t>
            </a:r>
          </a:p>
        </p:txBody>
      </p:sp>
      <p:sp>
        <p:nvSpPr>
          <p:cNvPr id="506" name="text-249 Token">
            <a:extLst xmlns:a="http://schemas.openxmlformats.org/drawingml/2006/main">
              <a:ext uri="{FF2B5EF4-FFF2-40B4-BE49-F238E27FC236}">
                <a16:creationId xmlns:a16="http://schemas.microsoft.com/office/drawing/2014/main" id="{BF068311-5CCD-4DE4-8242-117C056A3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90256" y="830956"/>
            <a:ext cx="693969" cy="3243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Token</a:t>
            </a:r>
          </a:p>
        </p:txBody>
      </p:sp>
      <p:sp>
        <p:nvSpPr>
          <p:cNvPr id="507" name="text-249 Length">
            <a:extLst xmlns:a="http://schemas.openxmlformats.org/drawingml/2006/main">
              <a:ext uri="{FF2B5EF4-FFF2-40B4-BE49-F238E27FC236}">
                <a16:creationId xmlns:a16="http://schemas.microsoft.com/office/drawing/2014/main" id="{7ACCCF06-5073-40EB-88CF-1300ECC56F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12987" y="831018"/>
            <a:ext cx="782893" cy="3242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82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Length</a:t>
            </a:r>
          </a:p>
        </p:txBody>
      </p:sp>
      <p:sp>
        <p:nvSpPr>
          <p:cNvPr id="508" name="native-gain-arrow-blue-0">
            <a:extLst xmlns:a="http://schemas.openxmlformats.org/drawingml/2006/main">
              <a:ext uri="{FF2B5EF4-FFF2-40B4-BE49-F238E27FC236}">
                <a16:creationId xmlns:a16="http://schemas.microsoft.com/office/drawing/2014/main" id="{62C98452-1468-45C7-96BB-A13DAB272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94510" y="2667603"/>
            <a:ext cx="381006" cy="169105"/>
          </a:xfrm>
          <a:custGeom xmlns:a="http://schemas.openxmlformats.org/drawingml/2006/main">
            <a:pathLst>
              <a:path w="325267" h="144365">
                <a:moveTo>
                  <a:pt x="325267" y="59059"/>
                </a:moveTo>
                <a:lnTo>
                  <a:pt x="305751" y="39372"/>
                </a:lnTo>
                <a:lnTo>
                  <a:pt x="299245" y="39372"/>
                </a:lnTo>
                <a:lnTo>
                  <a:pt x="279729" y="19686"/>
                </a:lnTo>
                <a:lnTo>
                  <a:pt x="273224" y="19686"/>
                </a:lnTo>
                <a:lnTo>
                  <a:pt x="253708" y="0"/>
                </a:lnTo>
                <a:lnTo>
                  <a:pt x="247203" y="0"/>
                </a:lnTo>
                <a:lnTo>
                  <a:pt x="247203" y="19686"/>
                </a:lnTo>
                <a:lnTo>
                  <a:pt x="240697" y="26248"/>
                </a:lnTo>
                <a:lnTo>
                  <a:pt x="156128" y="26248"/>
                </a:lnTo>
                <a:lnTo>
                  <a:pt x="149623" y="32810"/>
                </a:lnTo>
                <a:lnTo>
                  <a:pt x="130107" y="32810"/>
                </a:lnTo>
                <a:lnTo>
                  <a:pt x="123601" y="39372"/>
                </a:lnTo>
                <a:lnTo>
                  <a:pt x="110591" y="39372"/>
                </a:lnTo>
                <a:lnTo>
                  <a:pt x="104085" y="45934"/>
                </a:lnTo>
                <a:lnTo>
                  <a:pt x="97580" y="45934"/>
                </a:lnTo>
                <a:lnTo>
                  <a:pt x="91075" y="52496"/>
                </a:lnTo>
                <a:lnTo>
                  <a:pt x="84569" y="52496"/>
                </a:lnTo>
                <a:lnTo>
                  <a:pt x="78064" y="59059"/>
                </a:lnTo>
                <a:lnTo>
                  <a:pt x="71559" y="59059"/>
                </a:lnTo>
                <a:lnTo>
                  <a:pt x="58548" y="72183"/>
                </a:lnTo>
                <a:lnTo>
                  <a:pt x="52043" y="72183"/>
                </a:lnTo>
                <a:lnTo>
                  <a:pt x="19516" y="104993"/>
                </a:lnTo>
                <a:lnTo>
                  <a:pt x="19516" y="111555"/>
                </a:lnTo>
                <a:lnTo>
                  <a:pt x="6505" y="124679"/>
                </a:lnTo>
                <a:lnTo>
                  <a:pt x="6505" y="131241"/>
                </a:lnTo>
                <a:lnTo>
                  <a:pt x="0" y="137803"/>
                </a:lnTo>
                <a:lnTo>
                  <a:pt x="6505" y="144365"/>
                </a:lnTo>
                <a:lnTo>
                  <a:pt x="13011" y="144365"/>
                </a:lnTo>
                <a:lnTo>
                  <a:pt x="19516" y="137803"/>
                </a:lnTo>
                <a:lnTo>
                  <a:pt x="19516" y="131241"/>
                </a:lnTo>
                <a:lnTo>
                  <a:pt x="78064" y="72183"/>
                </a:lnTo>
                <a:lnTo>
                  <a:pt x="84569" y="72183"/>
                </a:lnTo>
                <a:lnTo>
                  <a:pt x="91075" y="65621"/>
                </a:lnTo>
                <a:lnTo>
                  <a:pt x="97580" y="65621"/>
                </a:lnTo>
                <a:lnTo>
                  <a:pt x="104085" y="59059"/>
                </a:lnTo>
                <a:lnTo>
                  <a:pt x="110591" y="59059"/>
                </a:lnTo>
                <a:lnTo>
                  <a:pt x="117096" y="52496"/>
                </a:lnTo>
                <a:lnTo>
                  <a:pt x="130107" y="52496"/>
                </a:lnTo>
                <a:lnTo>
                  <a:pt x="136612" y="45934"/>
                </a:lnTo>
                <a:lnTo>
                  <a:pt x="156128" y="45934"/>
                </a:lnTo>
                <a:lnTo>
                  <a:pt x="162633" y="39372"/>
                </a:lnTo>
                <a:lnTo>
                  <a:pt x="234192" y="39372"/>
                </a:lnTo>
                <a:lnTo>
                  <a:pt x="240697" y="45934"/>
                </a:lnTo>
                <a:lnTo>
                  <a:pt x="240697" y="52496"/>
                </a:lnTo>
                <a:lnTo>
                  <a:pt x="227687" y="65621"/>
                </a:lnTo>
                <a:lnTo>
                  <a:pt x="227687" y="72183"/>
                </a:lnTo>
                <a:lnTo>
                  <a:pt x="234192" y="65621"/>
                </a:lnTo>
                <a:lnTo>
                  <a:pt x="286235" y="65621"/>
                </a:lnTo>
                <a:lnTo>
                  <a:pt x="292740" y="59059"/>
                </a:lnTo>
                <a:close/>
              </a:path>
            </a:pathLst>
          </a:custGeom>
          <a:solidFill xmlns:a="http://schemas.openxmlformats.org/drawingml/2006/main">
            <a:srgbClr val="77A2E7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" name="native-gain-arrow-yellow-0">
            <a:extLst xmlns:a="http://schemas.openxmlformats.org/drawingml/2006/main">
              <a:ext uri="{FF2B5EF4-FFF2-40B4-BE49-F238E27FC236}">
                <a16:creationId xmlns:a16="http://schemas.microsoft.com/office/drawing/2014/main" id="{FFFB878A-8E5D-409E-8A51-ABD746043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0702" y="2403164"/>
            <a:ext cx="403632" cy="273393"/>
          </a:xfrm>
          <a:custGeom xmlns:a="http://schemas.openxmlformats.org/drawingml/2006/main">
            <a:pathLst>
              <a:path w="344582" h="233396">
                <a:moveTo>
                  <a:pt x="344582" y="45383"/>
                </a:moveTo>
                <a:lnTo>
                  <a:pt x="338081" y="38899"/>
                </a:lnTo>
                <a:lnTo>
                  <a:pt x="325078" y="38899"/>
                </a:lnTo>
                <a:lnTo>
                  <a:pt x="318576" y="32416"/>
                </a:lnTo>
                <a:lnTo>
                  <a:pt x="305573" y="32416"/>
                </a:lnTo>
                <a:lnTo>
                  <a:pt x="299072" y="25933"/>
                </a:lnTo>
                <a:lnTo>
                  <a:pt x="292570" y="25933"/>
                </a:lnTo>
                <a:lnTo>
                  <a:pt x="286068" y="19450"/>
                </a:lnTo>
                <a:lnTo>
                  <a:pt x="273065" y="19450"/>
                </a:lnTo>
                <a:lnTo>
                  <a:pt x="266564" y="12966"/>
                </a:lnTo>
                <a:lnTo>
                  <a:pt x="260062" y="12966"/>
                </a:lnTo>
                <a:lnTo>
                  <a:pt x="253561" y="6483"/>
                </a:lnTo>
                <a:lnTo>
                  <a:pt x="240558" y="6483"/>
                </a:lnTo>
                <a:lnTo>
                  <a:pt x="234056" y="0"/>
                </a:lnTo>
                <a:lnTo>
                  <a:pt x="234056" y="12966"/>
                </a:lnTo>
                <a:lnTo>
                  <a:pt x="240558" y="19450"/>
                </a:lnTo>
                <a:lnTo>
                  <a:pt x="240558" y="25933"/>
                </a:lnTo>
                <a:lnTo>
                  <a:pt x="247059" y="32416"/>
                </a:lnTo>
                <a:lnTo>
                  <a:pt x="240558" y="38899"/>
                </a:lnTo>
                <a:lnTo>
                  <a:pt x="214551" y="38899"/>
                </a:lnTo>
                <a:lnTo>
                  <a:pt x="208050" y="45383"/>
                </a:lnTo>
                <a:lnTo>
                  <a:pt x="188545" y="45383"/>
                </a:lnTo>
                <a:lnTo>
                  <a:pt x="182044" y="51866"/>
                </a:lnTo>
                <a:lnTo>
                  <a:pt x="169040" y="51866"/>
                </a:lnTo>
                <a:lnTo>
                  <a:pt x="162539" y="58349"/>
                </a:lnTo>
                <a:lnTo>
                  <a:pt x="149536" y="58349"/>
                </a:lnTo>
                <a:lnTo>
                  <a:pt x="143034" y="64832"/>
                </a:lnTo>
                <a:lnTo>
                  <a:pt x="136533" y="64832"/>
                </a:lnTo>
                <a:lnTo>
                  <a:pt x="130031" y="71316"/>
                </a:lnTo>
                <a:lnTo>
                  <a:pt x="123530" y="71316"/>
                </a:lnTo>
                <a:lnTo>
                  <a:pt x="117028" y="77799"/>
                </a:lnTo>
                <a:lnTo>
                  <a:pt x="110526" y="77799"/>
                </a:lnTo>
                <a:lnTo>
                  <a:pt x="97523" y="90765"/>
                </a:lnTo>
                <a:lnTo>
                  <a:pt x="91022" y="90765"/>
                </a:lnTo>
                <a:lnTo>
                  <a:pt x="39009" y="142631"/>
                </a:lnTo>
                <a:lnTo>
                  <a:pt x="39009" y="149114"/>
                </a:lnTo>
                <a:lnTo>
                  <a:pt x="26006" y="162081"/>
                </a:lnTo>
                <a:lnTo>
                  <a:pt x="26006" y="168564"/>
                </a:lnTo>
                <a:lnTo>
                  <a:pt x="19505" y="175047"/>
                </a:lnTo>
                <a:lnTo>
                  <a:pt x="19505" y="181531"/>
                </a:lnTo>
                <a:lnTo>
                  <a:pt x="13003" y="188014"/>
                </a:lnTo>
                <a:lnTo>
                  <a:pt x="13003" y="200980"/>
                </a:lnTo>
                <a:lnTo>
                  <a:pt x="6502" y="207464"/>
                </a:lnTo>
                <a:lnTo>
                  <a:pt x="6502" y="220430"/>
                </a:lnTo>
                <a:lnTo>
                  <a:pt x="0" y="226913"/>
                </a:lnTo>
                <a:lnTo>
                  <a:pt x="0" y="233396"/>
                </a:lnTo>
                <a:lnTo>
                  <a:pt x="19505" y="233396"/>
                </a:lnTo>
                <a:lnTo>
                  <a:pt x="19505" y="226913"/>
                </a:lnTo>
                <a:lnTo>
                  <a:pt x="26006" y="220430"/>
                </a:lnTo>
                <a:lnTo>
                  <a:pt x="26006" y="207464"/>
                </a:lnTo>
                <a:lnTo>
                  <a:pt x="32508" y="200980"/>
                </a:lnTo>
                <a:lnTo>
                  <a:pt x="32508" y="194497"/>
                </a:lnTo>
                <a:lnTo>
                  <a:pt x="39009" y="188014"/>
                </a:lnTo>
                <a:lnTo>
                  <a:pt x="39009" y="181531"/>
                </a:lnTo>
                <a:lnTo>
                  <a:pt x="45511" y="175047"/>
                </a:lnTo>
                <a:lnTo>
                  <a:pt x="45511" y="168564"/>
                </a:lnTo>
                <a:lnTo>
                  <a:pt x="52012" y="162081"/>
                </a:lnTo>
                <a:lnTo>
                  <a:pt x="52012" y="155598"/>
                </a:lnTo>
                <a:lnTo>
                  <a:pt x="104025" y="103732"/>
                </a:lnTo>
                <a:lnTo>
                  <a:pt x="110526" y="103732"/>
                </a:lnTo>
                <a:lnTo>
                  <a:pt x="123530" y="90765"/>
                </a:lnTo>
                <a:lnTo>
                  <a:pt x="130031" y="90765"/>
                </a:lnTo>
                <a:lnTo>
                  <a:pt x="136533" y="84282"/>
                </a:lnTo>
                <a:lnTo>
                  <a:pt x="143034" y="84282"/>
                </a:lnTo>
                <a:lnTo>
                  <a:pt x="149536" y="77799"/>
                </a:lnTo>
                <a:lnTo>
                  <a:pt x="156037" y="77799"/>
                </a:lnTo>
                <a:lnTo>
                  <a:pt x="162539" y="71316"/>
                </a:lnTo>
                <a:lnTo>
                  <a:pt x="175542" y="71316"/>
                </a:lnTo>
                <a:lnTo>
                  <a:pt x="182044" y="64832"/>
                </a:lnTo>
                <a:lnTo>
                  <a:pt x="201548" y="64832"/>
                </a:lnTo>
                <a:lnTo>
                  <a:pt x="208050" y="58349"/>
                </a:lnTo>
                <a:lnTo>
                  <a:pt x="234056" y="58349"/>
                </a:lnTo>
                <a:lnTo>
                  <a:pt x="240558" y="51866"/>
                </a:lnTo>
                <a:lnTo>
                  <a:pt x="247059" y="58349"/>
                </a:lnTo>
                <a:lnTo>
                  <a:pt x="247059" y="64832"/>
                </a:lnTo>
                <a:lnTo>
                  <a:pt x="240558" y="71316"/>
                </a:lnTo>
                <a:lnTo>
                  <a:pt x="240558" y="77799"/>
                </a:lnTo>
                <a:lnTo>
                  <a:pt x="234056" y="84282"/>
                </a:lnTo>
                <a:lnTo>
                  <a:pt x="247059" y="84282"/>
                </a:lnTo>
                <a:lnTo>
                  <a:pt x="253561" y="77799"/>
                </a:lnTo>
                <a:lnTo>
                  <a:pt x="266564" y="77799"/>
                </a:lnTo>
                <a:lnTo>
                  <a:pt x="273065" y="71316"/>
                </a:lnTo>
                <a:lnTo>
                  <a:pt x="279567" y="71316"/>
                </a:lnTo>
                <a:lnTo>
                  <a:pt x="286068" y="64832"/>
                </a:lnTo>
                <a:lnTo>
                  <a:pt x="299072" y="64832"/>
                </a:lnTo>
                <a:lnTo>
                  <a:pt x="305573" y="58349"/>
                </a:lnTo>
                <a:lnTo>
                  <a:pt x="312075" y="58349"/>
                </a:lnTo>
                <a:lnTo>
                  <a:pt x="318576" y="51866"/>
                </a:lnTo>
                <a:lnTo>
                  <a:pt x="331579" y="51866"/>
                </a:lnTo>
                <a:lnTo>
                  <a:pt x="338081" y="45383"/>
                </a:lnTo>
                <a:close/>
              </a:path>
            </a:pathLst>
          </a:custGeom>
          <a:solidFill xmlns:a="http://schemas.openxmlformats.org/drawingml/2006/main">
            <a:srgbClr val="DFCF7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" name="native-gain-arrow-green-0">
            <a:extLst xmlns:a="http://schemas.openxmlformats.org/drawingml/2006/main">
              <a:ext uri="{FF2B5EF4-FFF2-40B4-BE49-F238E27FC236}">
                <a16:creationId xmlns:a16="http://schemas.microsoft.com/office/drawing/2014/main" id="{530F7B23-61BE-4F61-A1E5-B4D87C819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40354" y="1654287"/>
            <a:ext cx="478739" cy="436085"/>
          </a:xfrm>
          <a:custGeom xmlns:a="http://schemas.openxmlformats.org/drawingml/2006/main">
            <a:pathLst>
              <a:path w="408701" h="372287">
                <a:moveTo>
                  <a:pt x="408701" y="58782"/>
                </a:moveTo>
                <a:lnTo>
                  <a:pt x="402214" y="52251"/>
                </a:lnTo>
                <a:lnTo>
                  <a:pt x="389239" y="52251"/>
                </a:lnTo>
                <a:lnTo>
                  <a:pt x="382752" y="45719"/>
                </a:lnTo>
                <a:lnTo>
                  <a:pt x="376264" y="45719"/>
                </a:lnTo>
                <a:lnTo>
                  <a:pt x="369777" y="39188"/>
                </a:lnTo>
                <a:lnTo>
                  <a:pt x="363290" y="39188"/>
                </a:lnTo>
                <a:lnTo>
                  <a:pt x="356802" y="32657"/>
                </a:lnTo>
                <a:lnTo>
                  <a:pt x="343828" y="32657"/>
                </a:lnTo>
                <a:lnTo>
                  <a:pt x="337340" y="26125"/>
                </a:lnTo>
                <a:lnTo>
                  <a:pt x="330853" y="26125"/>
                </a:lnTo>
                <a:lnTo>
                  <a:pt x="324366" y="19594"/>
                </a:lnTo>
                <a:lnTo>
                  <a:pt x="311391" y="19594"/>
                </a:lnTo>
                <a:lnTo>
                  <a:pt x="304904" y="13063"/>
                </a:lnTo>
                <a:lnTo>
                  <a:pt x="298416" y="13063"/>
                </a:lnTo>
                <a:lnTo>
                  <a:pt x="291929" y="6531"/>
                </a:lnTo>
                <a:lnTo>
                  <a:pt x="285442" y="6531"/>
                </a:lnTo>
                <a:lnTo>
                  <a:pt x="278955" y="0"/>
                </a:lnTo>
                <a:lnTo>
                  <a:pt x="272467" y="0"/>
                </a:lnTo>
                <a:lnTo>
                  <a:pt x="278955" y="6531"/>
                </a:lnTo>
                <a:lnTo>
                  <a:pt x="278955" y="19594"/>
                </a:lnTo>
                <a:lnTo>
                  <a:pt x="285442" y="26125"/>
                </a:lnTo>
                <a:lnTo>
                  <a:pt x="285442" y="39188"/>
                </a:lnTo>
                <a:lnTo>
                  <a:pt x="291929" y="45719"/>
                </a:lnTo>
                <a:lnTo>
                  <a:pt x="278955" y="58782"/>
                </a:lnTo>
                <a:lnTo>
                  <a:pt x="259493" y="58782"/>
                </a:lnTo>
                <a:lnTo>
                  <a:pt x="253005" y="65314"/>
                </a:lnTo>
                <a:lnTo>
                  <a:pt x="240031" y="65314"/>
                </a:lnTo>
                <a:lnTo>
                  <a:pt x="233543" y="71845"/>
                </a:lnTo>
                <a:lnTo>
                  <a:pt x="227056" y="71845"/>
                </a:lnTo>
                <a:lnTo>
                  <a:pt x="220569" y="78376"/>
                </a:lnTo>
                <a:lnTo>
                  <a:pt x="207594" y="78376"/>
                </a:lnTo>
                <a:lnTo>
                  <a:pt x="194619" y="91439"/>
                </a:lnTo>
                <a:lnTo>
                  <a:pt x="188132" y="91439"/>
                </a:lnTo>
                <a:lnTo>
                  <a:pt x="181645" y="97970"/>
                </a:lnTo>
                <a:lnTo>
                  <a:pt x="175158" y="97970"/>
                </a:lnTo>
                <a:lnTo>
                  <a:pt x="168670" y="104502"/>
                </a:lnTo>
                <a:lnTo>
                  <a:pt x="162183" y="104502"/>
                </a:lnTo>
                <a:lnTo>
                  <a:pt x="142721" y="124096"/>
                </a:lnTo>
                <a:lnTo>
                  <a:pt x="136234" y="124096"/>
                </a:lnTo>
                <a:lnTo>
                  <a:pt x="84335" y="176347"/>
                </a:lnTo>
                <a:lnTo>
                  <a:pt x="84335" y="182878"/>
                </a:lnTo>
                <a:lnTo>
                  <a:pt x="64873" y="202472"/>
                </a:lnTo>
                <a:lnTo>
                  <a:pt x="64873" y="209003"/>
                </a:lnTo>
                <a:lnTo>
                  <a:pt x="58386" y="215535"/>
                </a:lnTo>
                <a:lnTo>
                  <a:pt x="58386" y="222066"/>
                </a:lnTo>
                <a:lnTo>
                  <a:pt x="45411" y="235129"/>
                </a:lnTo>
                <a:lnTo>
                  <a:pt x="45411" y="241660"/>
                </a:lnTo>
                <a:lnTo>
                  <a:pt x="38924" y="248191"/>
                </a:lnTo>
                <a:lnTo>
                  <a:pt x="38924" y="254723"/>
                </a:lnTo>
                <a:lnTo>
                  <a:pt x="32437" y="261254"/>
                </a:lnTo>
                <a:lnTo>
                  <a:pt x="32437" y="274317"/>
                </a:lnTo>
                <a:lnTo>
                  <a:pt x="25949" y="280848"/>
                </a:lnTo>
                <a:lnTo>
                  <a:pt x="25949" y="287380"/>
                </a:lnTo>
                <a:lnTo>
                  <a:pt x="19462" y="293911"/>
                </a:lnTo>
                <a:lnTo>
                  <a:pt x="19462" y="306974"/>
                </a:lnTo>
                <a:lnTo>
                  <a:pt x="12975" y="313505"/>
                </a:lnTo>
                <a:lnTo>
                  <a:pt x="12975" y="326568"/>
                </a:lnTo>
                <a:lnTo>
                  <a:pt x="6487" y="333099"/>
                </a:lnTo>
                <a:lnTo>
                  <a:pt x="6487" y="352693"/>
                </a:lnTo>
                <a:lnTo>
                  <a:pt x="0" y="359224"/>
                </a:lnTo>
                <a:lnTo>
                  <a:pt x="0" y="372287"/>
                </a:lnTo>
                <a:lnTo>
                  <a:pt x="19462" y="372287"/>
                </a:lnTo>
                <a:lnTo>
                  <a:pt x="25949" y="365756"/>
                </a:lnTo>
                <a:lnTo>
                  <a:pt x="25949" y="346162"/>
                </a:lnTo>
                <a:lnTo>
                  <a:pt x="32437" y="339630"/>
                </a:lnTo>
                <a:lnTo>
                  <a:pt x="32437" y="326568"/>
                </a:lnTo>
                <a:lnTo>
                  <a:pt x="38924" y="320036"/>
                </a:lnTo>
                <a:lnTo>
                  <a:pt x="38924" y="306974"/>
                </a:lnTo>
                <a:lnTo>
                  <a:pt x="45411" y="300442"/>
                </a:lnTo>
                <a:lnTo>
                  <a:pt x="45411" y="287380"/>
                </a:lnTo>
                <a:lnTo>
                  <a:pt x="51899" y="280848"/>
                </a:lnTo>
                <a:lnTo>
                  <a:pt x="51899" y="274317"/>
                </a:lnTo>
                <a:lnTo>
                  <a:pt x="58386" y="267785"/>
                </a:lnTo>
                <a:lnTo>
                  <a:pt x="58386" y="261254"/>
                </a:lnTo>
                <a:lnTo>
                  <a:pt x="64873" y="254723"/>
                </a:lnTo>
                <a:lnTo>
                  <a:pt x="64873" y="248191"/>
                </a:lnTo>
                <a:lnTo>
                  <a:pt x="77848" y="235129"/>
                </a:lnTo>
                <a:lnTo>
                  <a:pt x="77848" y="228597"/>
                </a:lnTo>
                <a:lnTo>
                  <a:pt x="84335" y="222066"/>
                </a:lnTo>
                <a:lnTo>
                  <a:pt x="84335" y="215535"/>
                </a:lnTo>
                <a:lnTo>
                  <a:pt x="110284" y="189409"/>
                </a:lnTo>
                <a:lnTo>
                  <a:pt x="110284" y="182878"/>
                </a:lnTo>
                <a:lnTo>
                  <a:pt x="136234" y="156752"/>
                </a:lnTo>
                <a:lnTo>
                  <a:pt x="142721" y="156752"/>
                </a:lnTo>
                <a:lnTo>
                  <a:pt x="168670" y="130627"/>
                </a:lnTo>
                <a:lnTo>
                  <a:pt x="175158" y="130627"/>
                </a:lnTo>
                <a:lnTo>
                  <a:pt x="181645" y="124096"/>
                </a:lnTo>
                <a:lnTo>
                  <a:pt x="188132" y="124096"/>
                </a:lnTo>
                <a:lnTo>
                  <a:pt x="201107" y="111033"/>
                </a:lnTo>
                <a:lnTo>
                  <a:pt x="207594" y="111033"/>
                </a:lnTo>
                <a:lnTo>
                  <a:pt x="214081" y="104502"/>
                </a:lnTo>
                <a:lnTo>
                  <a:pt x="227056" y="104502"/>
                </a:lnTo>
                <a:lnTo>
                  <a:pt x="233543" y="97970"/>
                </a:lnTo>
                <a:lnTo>
                  <a:pt x="240031" y="97970"/>
                </a:lnTo>
                <a:lnTo>
                  <a:pt x="246518" y="91439"/>
                </a:lnTo>
                <a:lnTo>
                  <a:pt x="259493" y="91439"/>
                </a:lnTo>
                <a:lnTo>
                  <a:pt x="265980" y="84908"/>
                </a:lnTo>
                <a:lnTo>
                  <a:pt x="285442" y="84908"/>
                </a:lnTo>
                <a:lnTo>
                  <a:pt x="291929" y="91439"/>
                </a:lnTo>
                <a:lnTo>
                  <a:pt x="285442" y="97970"/>
                </a:lnTo>
                <a:lnTo>
                  <a:pt x="285442" y="111033"/>
                </a:lnTo>
                <a:lnTo>
                  <a:pt x="278955" y="117564"/>
                </a:lnTo>
                <a:lnTo>
                  <a:pt x="278955" y="130627"/>
                </a:lnTo>
                <a:lnTo>
                  <a:pt x="285442" y="124096"/>
                </a:lnTo>
                <a:lnTo>
                  <a:pt x="291929" y="124096"/>
                </a:lnTo>
                <a:lnTo>
                  <a:pt x="298416" y="117564"/>
                </a:lnTo>
                <a:lnTo>
                  <a:pt x="304904" y="117564"/>
                </a:lnTo>
                <a:lnTo>
                  <a:pt x="311391" y="111033"/>
                </a:lnTo>
                <a:lnTo>
                  <a:pt x="317878" y="111033"/>
                </a:lnTo>
                <a:lnTo>
                  <a:pt x="330853" y="97970"/>
                </a:lnTo>
                <a:lnTo>
                  <a:pt x="337340" y="97970"/>
                </a:lnTo>
                <a:lnTo>
                  <a:pt x="343828" y="91439"/>
                </a:lnTo>
                <a:lnTo>
                  <a:pt x="350315" y="91439"/>
                </a:lnTo>
                <a:lnTo>
                  <a:pt x="356802" y="84908"/>
                </a:lnTo>
                <a:lnTo>
                  <a:pt x="363290" y="84908"/>
                </a:lnTo>
                <a:lnTo>
                  <a:pt x="376264" y="71845"/>
                </a:lnTo>
                <a:lnTo>
                  <a:pt x="382752" y="71845"/>
                </a:lnTo>
                <a:lnTo>
                  <a:pt x="389239" y="65314"/>
                </a:lnTo>
                <a:lnTo>
                  <a:pt x="395726" y="65314"/>
                </a:lnTo>
                <a:lnTo>
                  <a:pt x="402214" y="58782"/>
                </a:lnTo>
                <a:close/>
              </a:path>
            </a:pathLst>
          </a:custGeom>
          <a:solidFill xmlns:a="http://schemas.openxmlformats.org/drawingml/2006/main">
            <a:srgbClr val="82BF8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" name="text-253 +65">
            <a:extLst xmlns:a="http://schemas.openxmlformats.org/drawingml/2006/main">
              <a:ext uri="{FF2B5EF4-FFF2-40B4-BE49-F238E27FC236}">
                <a16:creationId xmlns:a16="http://schemas.microsoft.com/office/drawing/2014/main" id="{98CC5560-3797-44D2-B082-0FBCD7F63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38984" y="2482893"/>
            <a:ext cx="350016" cy="2606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66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+65</a:t>
            </a:r>
          </a:p>
        </p:txBody>
      </p:sp>
      <p:sp>
        <p:nvSpPr>
          <p:cNvPr id="512" name="text-254 +910">
            <a:extLst xmlns:a="http://schemas.openxmlformats.org/drawingml/2006/main">
              <a:ext uri="{FF2B5EF4-FFF2-40B4-BE49-F238E27FC236}">
                <a16:creationId xmlns:a16="http://schemas.microsoft.com/office/drawing/2014/main" id="{476003AF-01E8-4E7E-8057-6DC38D683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38551" y="2215527"/>
            <a:ext cx="433375" cy="2604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6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+910</a:t>
            </a:r>
          </a:p>
        </p:txBody>
      </p:sp>
      <p:sp>
        <p:nvSpPr>
          <p:cNvPr id="513" name="text-255 +5.4k">
            <a:extLst xmlns:a="http://schemas.openxmlformats.org/drawingml/2006/main">
              <a:ext uri="{FF2B5EF4-FFF2-40B4-BE49-F238E27FC236}">
                <a16:creationId xmlns:a16="http://schemas.microsoft.com/office/drawing/2014/main" id="{9EDDFACE-F798-4A67-9779-FAFC8507C6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83679" y="1536872"/>
            <a:ext cx="554609" cy="2603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64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+5.4k</a:t>
            </a:r>
          </a:p>
        </p:txBody>
      </p:sp>
      <p:sp>
        <p:nvSpPr>
          <p:cNvPr id="514" name="text-256 MMVet">
            <a:extLst xmlns:a="http://schemas.openxmlformats.org/drawingml/2006/main">
              <a:ext uri="{FF2B5EF4-FFF2-40B4-BE49-F238E27FC236}">
                <a16:creationId xmlns:a16="http://schemas.microsoft.com/office/drawing/2014/main" id="{EB56D168-DD9C-438E-B784-4ECF2F14C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71286" y="2783695"/>
            <a:ext cx="418811" cy="1622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MMVet</a:t>
            </a:r>
          </a:p>
        </p:txBody>
      </p:sp>
      <p:sp>
        <p:nvSpPr>
          <p:cNvPr id="515" name="text-257 Convbench">
            <a:extLst xmlns:a="http://schemas.openxmlformats.org/drawingml/2006/main">
              <a:ext uri="{FF2B5EF4-FFF2-40B4-BE49-F238E27FC236}">
                <a16:creationId xmlns:a16="http://schemas.microsoft.com/office/drawing/2014/main" id="{918ABCDC-BFE4-49BF-A03E-958DE3C7C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84027" y="2154832"/>
            <a:ext cx="587614" cy="1621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Convbench</a:t>
            </a:r>
          </a:p>
        </p:txBody>
      </p:sp>
      <p:sp>
        <p:nvSpPr>
          <p:cNvPr id="516" name="text-258 MMDU(Ours)">
            <a:extLst xmlns:a="http://schemas.openxmlformats.org/drawingml/2006/main">
              <a:ext uri="{FF2B5EF4-FFF2-40B4-BE49-F238E27FC236}">
                <a16:creationId xmlns:a16="http://schemas.microsoft.com/office/drawing/2014/main" id="{806466FB-AB28-451C-A561-624BB44F5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29075" y="1281422"/>
            <a:ext cx="892481" cy="1947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MMDU(Ours)</a:t>
            </a:r>
          </a:p>
        </p:txBody>
      </p:sp>
      <p:sp>
        <p:nvSpPr>
          <p:cNvPr id="517" name="text-259 NLVR2">
            <a:extLst xmlns:a="http://schemas.openxmlformats.org/drawingml/2006/main">
              <a:ext uri="{FF2B5EF4-FFF2-40B4-BE49-F238E27FC236}">
                <a16:creationId xmlns:a16="http://schemas.microsoft.com/office/drawing/2014/main" id="{9ACAB314-7BBC-431A-A910-DAEF3D26F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83201" y="2770650"/>
            <a:ext cx="396924" cy="1626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NLVR2</a:t>
            </a:r>
          </a:p>
        </p:txBody>
      </p:sp>
      <p:sp>
        <p:nvSpPr>
          <p:cNvPr id="518" name="text-260 Coinstruct">
            <a:extLst xmlns:a="http://schemas.openxmlformats.org/drawingml/2006/main">
              <a:ext uri="{FF2B5EF4-FFF2-40B4-BE49-F238E27FC236}">
                <a16:creationId xmlns:a16="http://schemas.microsoft.com/office/drawing/2014/main" id="{DE6842D7-3394-45AE-9D33-1AF1B3210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76230" y="1831679"/>
            <a:ext cx="585587" cy="1621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Coinstruct</a:t>
            </a:r>
          </a:p>
        </p:txBody>
      </p:sp>
      <p:sp>
        <p:nvSpPr>
          <p:cNvPr id="519" name="text-261 Dreamsim">
            <a:extLst xmlns:a="http://schemas.openxmlformats.org/drawingml/2006/main">
              <a:ext uri="{FF2B5EF4-FFF2-40B4-BE49-F238E27FC236}">
                <a16:creationId xmlns:a16="http://schemas.microsoft.com/office/drawing/2014/main" id="{3E13C369-E678-4817-93FE-6522CA352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53025" y="2586540"/>
            <a:ext cx="553064" cy="162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Dreamsim</a:t>
            </a:r>
          </a:p>
        </p:txBody>
      </p:sp>
      <p:sp>
        <p:nvSpPr>
          <p:cNvPr id="520" name="text-262 SEEDbench2">
            <a:extLst xmlns:a="http://schemas.openxmlformats.org/drawingml/2006/main">
              <a:ext uri="{FF2B5EF4-FFF2-40B4-BE49-F238E27FC236}">
                <a16:creationId xmlns:a16="http://schemas.microsoft.com/office/drawing/2014/main" id="{4F1EDAF9-9215-41BA-B43F-BD45D2DC8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72343" y="2938052"/>
            <a:ext cx="717638" cy="1617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SEEDbench2</a:t>
            </a:r>
          </a:p>
        </p:txBody>
      </p:sp>
      <p:sp>
        <p:nvSpPr>
          <p:cNvPr id="521" name="text-263 Spot-the-Diff">
            <a:extLst xmlns:a="http://schemas.openxmlformats.org/drawingml/2006/main">
              <a:ext uri="{FF2B5EF4-FFF2-40B4-BE49-F238E27FC236}">
                <a16:creationId xmlns:a16="http://schemas.microsoft.com/office/drawing/2014/main" id="{8F73FD6C-99F1-4F6E-AB0F-E9FA325342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41503" y="2304068"/>
            <a:ext cx="794963" cy="1623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3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Spot-the-Diff</a:t>
            </a:r>
          </a:p>
        </p:txBody>
      </p:sp>
      <p:sp>
        <p:nvSpPr>
          <p:cNvPr id="522" name="text-264 1k">
            <a:extLst xmlns:a="http://schemas.openxmlformats.org/drawingml/2006/main">
              <a:ext uri="{FF2B5EF4-FFF2-40B4-BE49-F238E27FC236}">
                <a16:creationId xmlns:a16="http://schemas.microsoft.com/office/drawing/2014/main" id="{261F613F-CFCD-4D94-AFE3-26CE2F9C9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186762" y="2235155"/>
            <a:ext cx="217587" cy="2604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5" b="0" i="0">
                <a:solidFill>
                  <a:srgbClr val="00B05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5" b="0" i="0">
                <a:solidFill>
                  <a:srgbClr val="00B050"/>
                </a:solidFill>
                <a:latin typeface="Comic Sans MS"/>
                <a:ea typeface="Comic Sans MS"/>
                <a:cs typeface="Comic Sans MS"/>
              </a:defRPr>
            </a:pPr>
            <a:r>
              <a:rPr sz="1465" b="0" i="0">
                <a:solidFill>
                  <a:srgbClr val="00B050"/>
                </a:solidFill>
                <a:latin typeface="Comic Sans MS"/>
                <a:ea typeface="Comic Sans MS"/>
                <a:cs typeface="Comic Sans MS"/>
              </a:rPr>
              <a:t>1k</a:t>
            </a:r>
          </a:p>
        </p:txBody>
      </p:sp>
      <p:sp>
        <p:nvSpPr>
          <p:cNvPr id="523" name="text-265 80^2">
            <a:extLst xmlns:a="http://schemas.openxmlformats.org/drawingml/2006/main">
              <a:ext uri="{FF2B5EF4-FFF2-40B4-BE49-F238E27FC236}">
                <a16:creationId xmlns:a16="http://schemas.microsoft.com/office/drawing/2014/main" id="{989D71FE-8825-485C-BD18-C1864024A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62975" y="1439981"/>
            <a:ext cx="300768" cy="1624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91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80^2</a:t>
            </a:r>
          </a:p>
        </p:txBody>
      </p:sp>
      <p:sp>
        <p:nvSpPr>
          <p:cNvPr id="524" name="text-266 6.4k">
            <a:extLst xmlns:a="http://schemas.openxmlformats.org/drawingml/2006/main">
              <a:ext uri="{FF2B5EF4-FFF2-40B4-BE49-F238E27FC236}">
                <a16:creationId xmlns:a16="http://schemas.microsoft.com/office/drawing/2014/main" id="{921AE1D3-6FB5-4BEA-884A-8C4FFED943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77829" y="1310723"/>
            <a:ext cx="407567" cy="2607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6" b="0" i="0">
                <a:solidFill>
                  <a:srgbClr val="C81D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6" b="0" i="0">
                <a:solidFill>
                  <a:srgbClr val="C81D31"/>
                </a:solidFill>
                <a:latin typeface="Comic Sans MS"/>
                <a:ea typeface="Comic Sans MS"/>
                <a:cs typeface="Comic Sans MS"/>
              </a:defRPr>
            </a:pPr>
            <a:r>
              <a:rPr sz="1466" b="0" i="0">
                <a:solidFill>
                  <a:srgbClr val="C81D31"/>
                </a:solidFill>
                <a:latin typeface="Comic Sans MS"/>
                <a:ea typeface="Comic Sans MS"/>
                <a:cs typeface="Comic Sans MS"/>
              </a:rPr>
              <a:t>6.4k</a:t>
            </a:r>
          </a:p>
        </p:txBody>
      </p:sp>
      <p:sp>
        <p:nvSpPr>
          <p:cNvPr id="525" name="text-267 25">
            <a:extLst xmlns:a="http://schemas.openxmlformats.org/drawingml/2006/main">
              <a:ext uri="{FF2B5EF4-FFF2-40B4-BE49-F238E27FC236}">
                <a16:creationId xmlns:a16="http://schemas.microsoft.com/office/drawing/2014/main" id="{7FF47CE4-065C-4A80-A69C-FDF81F209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81859" y="2793121"/>
            <a:ext cx="260866" cy="2609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7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7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defRPr>
            </a:pPr>
            <a:r>
              <a:rPr sz="1467" b="0" i="0">
                <a:solidFill>
                  <a:srgbClr val="2E54A1"/>
                </a:solidFill>
                <a:latin typeface="Comic Sans MS"/>
                <a:ea typeface="Comic Sans MS"/>
                <a:cs typeface="Comic Sans MS"/>
              </a:rPr>
              <a:t>25</a:t>
            </a:r>
          </a:p>
        </p:txBody>
      </p:sp>
      <p:sp>
        <p:nvSpPr>
          <p:cNvPr id="526" name="text-268 90">
            <a:extLst xmlns:a="http://schemas.openxmlformats.org/drawingml/2006/main">
              <a:ext uri="{FF2B5EF4-FFF2-40B4-BE49-F238E27FC236}">
                <a16:creationId xmlns:a16="http://schemas.microsoft.com/office/drawing/2014/main" id="{655F50C5-CD32-4CA6-9CC5-D86231EF9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18096" y="2712046"/>
            <a:ext cx="260865" cy="2609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7" b="0" i="0">
                <a:solidFill>
                  <a:srgbClr val="B68C02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7" b="0" i="0">
                <a:solidFill>
                  <a:srgbClr val="B68C02"/>
                </a:solidFill>
                <a:latin typeface="Comic Sans MS"/>
                <a:ea typeface="Comic Sans MS"/>
                <a:cs typeface="Comic Sans MS"/>
              </a:defRPr>
            </a:pPr>
            <a:r>
              <a:rPr sz="1467" b="0" i="0">
                <a:solidFill>
                  <a:srgbClr val="B68C02"/>
                </a:solidFill>
                <a:latin typeface="Comic Sans MS"/>
                <a:ea typeface="Comic Sans MS"/>
                <a:cs typeface="Comic Sans MS"/>
              </a:rPr>
              <a:t>90</a:t>
            </a:r>
          </a:p>
        </p:txBody>
      </p:sp>
      <p:sp>
        <p:nvSpPr>
          <p:cNvPr id="527" name="text-269 We">
            <a:extLst xmlns:a="http://schemas.openxmlformats.org/drawingml/2006/main">
              <a:ext uri="{FF2B5EF4-FFF2-40B4-BE49-F238E27FC236}">
                <a16:creationId xmlns:a16="http://schemas.microsoft.com/office/drawing/2014/main" id="{DDACA4CE-3941-4B6E-8983-2B4EA8196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18528" y="1391236"/>
            <a:ext cx="245998" cy="1950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7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7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pPr>
            <a:r>
              <a:rPr sz="1097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rPr>
              <a:t>We</a:t>
            </a:r>
          </a:p>
        </p:txBody>
      </p:sp>
      <p:sp>
        <p:nvSpPr>
          <p:cNvPr id="528" name="text-269 have">
            <a:extLst xmlns:a="http://schemas.openxmlformats.org/drawingml/2006/main">
              <a:ext uri="{FF2B5EF4-FFF2-40B4-BE49-F238E27FC236}">
                <a16:creationId xmlns:a16="http://schemas.microsoft.com/office/drawing/2014/main" id="{87C50E2A-4E5E-40BE-B0D0-E8C66AA2F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81445" y="1392033"/>
            <a:ext cx="318822" cy="1939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1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1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pPr>
            <a:r>
              <a:rPr sz="1091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rPr>
              <a:t>have</a:t>
            </a:r>
          </a:p>
        </p:txBody>
      </p:sp>
      <p:sp>
        <p:nvSpPr>
          <p:cNvPr id="529" name="text-269 the">
            <a:extLst xmlns:a="http://schemas.openxmlformats.org/drawingml/2006/main">
              <a:ext uri="{FF2B5EF4-FFF2-40B4-BE49-F238E27FC236}">
                <a16:creationId xmlns:a16="http://schemas.microsoft.com/office/drawing/2014/main" id="{9680ABDE-AA0C-4F17-ADC6-D1C99EEBA0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17329" y="1391348"/>
            <a:ext cx="247135" cy="1948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pPr>
            <a:r>
              <a:rPr sz="1096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rPr>
              <a:t>the</a:t>
            </a:r>
          </a:p>
        </p:txBody>
      </p:sp>
      <p:sp>
        <p:nvSpPr>
          <p:cNvPr id="530" name="text-269 longest">
            <a:extLst xmlns:a="http://schemas.openxmlformats.org/drawingml/2006/main">
              <a:ext uri="{FF2B5EF4-FFF2-40B4-BE49-F238E27FC236}">
                <a16:creationId xmlns:a16="http://schemas.microsoft.com/office/drawing/2014/main" id="{1C49E4F6-AAE9-4288-8E07-18697D305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81403" y="1391304"/>
            <a:ext cx="492458" cy="1949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6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6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pPr>
            <a:r>
              <a:rPr sz="1096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rPr>
              <a:t>longest</a:t>
            </a:r>
          </a:p>
        </p:txBody>
      </p:sp>
      <p:sp>
        <p:nvSpPr>
          <p:cNvPr id="531" name="text-270 context">
            <a:extLst xmlns:a="http://schemas.openxmlformats.org/drawingml/2006/main">
              <a:ext uri="{FF2B5EF4-FFF2-40B4-BE49-F238E27FC236}">
                <a16:creationId xmlns:a16="http://schemas.microsoft.com/office/drawing/2014/main" id="{28BEF570-FA38-41D5-8B13-F1E0730E9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87628" y="1557805"/>
            <a:ext cx="533044" cy="1953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9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9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pPr>
            <a:r>
              <a:rPr sz="1099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rPr>
              <a:t>context</a:t>
            </a:r>
          </a:p>
        </p:txBody>
      </p:sp>
      <p:sp>
        <p:nvSpPr>
          <p:cNvPr id="532" name="text-270 length.">
            <a:extLst xmlns:a="http://schemas.openxmlformats.org/drawingml/2006/main">
              <a:ext uri="{FF2B5EF4-FFF2-40B4-BE49-F238E27FC236}">
                <a16:creationId xmlns:a16="http://schemas.microsoft.com/office/drawing/2014/main" id="{D64DFD0A-CAAA-46E2-833B-AC63E7115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37783" y="1557845"/>
            <a:ext cx="467413" cy="1952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8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8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defRPr>
            </a:pPr>
            <a:r>
              <a:rPr sz="1098" b="0" i="0">
                <a:solidFill>
                  <a:srgbClr val="EF949E"/>
                </a:solidFill>
                <a:latin typeface="Comic Sans MS"/>
                <a:ea typeface="Comic Sans MS"/>
                <a:cs typeface="Comic Sans MS"/>
              </a:rPr>
              <a:t>length.</a:t>
            </a:r>
          </a:p>
        </p:txBody>
      </p:sp>
      <p:pic>
        <p:nvPicPr>
          <p:cNvPr id="533" name="">
            <a:extLst xmlns:a="http://schemas.openxmlformats.org/drawingml/2006/main">
              <a:ext uri="{FF2B5EF4-FFF2-40B4-BE49-F238E27FC236}">
                <a16:creationId xmlns:a16="http://schemas.microsoft.com/office/drawing/2014/main" id="{E1CBDAF2-B572-497B-8725-6C72C5DB8A8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42aaf1755f440c8"/>
          <a:stretch xmlns:a="http://schemas.openxmlformats.org/drawingml/2006/main"/>
        </p:blipFill>
        <p:spPr>
          <a:xfrm xmlns:a="http://schemas.openxmlformats.org/drawingml/2006/main">
            <a:off x="13338240" y="1439047"/>
            <a:ext cx="294189" cy="294189"/>
          </a:xfrm>
          <a:prstGeom xmlns:a="http://schemas.openxmlformats.org/drawingml/2006/main" prst="rect">
            <a:avLst/>
          </a:prstGeom>
        </p:spPr>
      </p:pic>
      <p:sp>
        <p:nvSpPr>
          <p:cNvPr id="534" name="native-plot-token-length-distribution-area-fill">
            <a:extLst xmlns:a="http://schemas.openxmlformats.org/drawingml/2006/main">
              <a:ext uri="{FF2B5EF4-FFF2-40B4-BE49-F238E27FC236}">
                <a16:creationId xmlns:a16="http://schemas.microsoft.com/office/drawing/2014/main" id="{EFD0B27D-3C31-49A9-9051-CBF1C4A1F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86535" y="4361299"/>
            <a:ext cx="3883615" cy="1213235"/>
          </a:xfrm>
          <a:custGeom xmlns:a="http://schemas.openxmlformats.org/drawingml/2006/main">
            <a:pathLst>
              <a:path w="3315456" h="1035743">
                <a:moveTo>
                  <a:pt x="0" y="951545"/>
                </a:moveTo>
                <a:lnTo>
                  <a:pt x="103608" y="954003"/>
                </a:lnTo>
                <a:lnTo>
                  <a:pt x="207216" y="764662"/>
                </a:lnTo>
                <a:lnTo>
                  <a:pt x="310824" y="954003"/>
                </a:lnTo>
                <a:lnTo>
                  <a:pt x="414432" y="679202"/>
                </a:lnTo>
                <a:lnTo>
                  <a:pt x="518040" y="741832"/>
                </a:lnTo>
                <a:lnTo>
                  <a:pt x="621648" y="744290"/>
                </a:lnTo>
                <a:lnTo>
                  <a:pt x="725256" y="530557"/>
                </a:lnTo>
                <a:lnTo>
                  <a:pt x="828864" y="531027"/>
                </a:lnTo>
                <a:lnTo>
                  <a:pt x="932472" y="0"/>
                </a:lnTo>
                <a:lnTo>
                  <a:pt x="1036080" y="248464"/>
                </a:lnTo>
                <a:lnTo>
                  <a:pt x="1139688" y="873355"/>
                </a:lnTo>
                <a:lnTo>
                  <a:pt x="1243296" y="748757"/>
                </a:lnTo>
                <a:lnTo>
                  <a:pt x="1346904" y="873318"/>
                </a:lnTo>
                <a:lnTo>
                  <a:pt x="1450512" y="740411"/>
                </a:lnTo>
                <a:lnTo>
                  <a:pt x="1554120" y="483925"/>
                </a:lnTo>
                <a:lnTo>
                  <a:pt x="1657728" y="804888"/>
                </a:lnTo>
                <a:lnTo>
                  <a:pt x="1761336" y="736897"/>
                </a:lnTo>
                <a:lnTo>
                  <a:pt x="1864944" y="669807"/>
                </a:lnTo>
                <a:lnTo>
                  <a:pt x="1968552" y="945424"/>
                </a:lnTo>
                <a:lnTo>
                  <a:pt x="2072160" y="808141"/>
                </a:lnTo>
                <a:lnTo>
                  <a:pt x="2175768" y="605424"/>
                </a:lnTo>
                <a:lnTo>
                  <a:pt x="2279376" y="950832"/>
                </a:lnTo>
                <a:lnTo>
                  <a:pt x="2382984" y="948307"/>
                </a:lnTo>
                <a:lnTo>
                  <a:pt x="2486592" y="889450"/>
                </a:lnTo>
                <a:lnTo>
                  <a:pt x="2590200" y="906208"/>
                </a:lnTo>
                <a:lnTo>
                  <a:pt x="2693808" y="935353"/>
                </a:lnTo>
                <a:lnTo>
                  <a:pt x="2797416" y="952515"/>
                </a:lnTo>
                <a:lnTo>
                  <a:pt x="2901024" y="950832"/>
                </a:lnTo>
                <a:lnTo>
                  <a:pt x="3004632" y="948307"/>
                </a:lnTo>
                <a:lnTo>
                  <a:pt x="3108240" y="948307"/>
                </a:lnTo>
                <a:lnTo>
                  <a:pt x="3211848" y="951545"/>
                </a:lnTo>
                <a:lnTo>
                  <a:pt x="3315456" y="950487"/>
                </a:lnTo>
                <a:lnTo>
                  <a:pt x="3315456" y="1035743"/>
                </a:lnTo>
                <a:lnTo>
                  <a:pt x="0" y="1035743"/>
                </a:lnTo>
                <a:close/>
              </a:path>
            </a:pathLst>
          </a:custGeom>
          <a:solidFill xmlns:a="http://schemas.openxmlformats.org/drawingml/2006/main">
            <a:srgbClr val="DCF0F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" name="native-plot-token-length-distribution-curve">
            <a:extLst xmlns:a="http://schemas.openxmlformats.org/drawingml/2006/main">
              <a:ext uri="{FF2B5EF4-FFF2-40B4-BE49-F238E27FC236}">
                <a16:creationId xmlns:a16="http://schemas.microsoft.com/office/drawing/2014/main" id="{811DFED8-9E9E-4AED-98A6-15A97AF27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86535" y="4361299"/>
            <a:ext cx="3883615" cy="1117487"/>
          </a:xfrm>
          <a:custGeom xmlns:a="http://schemas.openxmlformats.org/drawingml/2006/main">
            <a:pathLst>
              <a:path w="3315456" h="954003">
                <a:moveTo>
                  <a:pt x="0" y="951545"/>
                </a:moveTo>
                <a:lnTo>
                  <a:pt x="103608" y="954003"/>
                </a:lnTo>
                <a:lnTo>
                  <a:pt x="207216" y="764662"/>
                </a:lnTo>
                <a:lnTo>
                  <a:pt x="310824" y="954003"/>
                </a:lnTo>
                <a:lnTo>
                  <a:pt x="414432" y="679202"/>
                </a:lnTo>
                <a:lnTo>
                  <a:pt x="518040" y="741832"/>
                </a:lnTo>
                <a:lnTo>
                  <a:pt x="621648" y="744290"/>
                </a:lnTo>
                <a:lnTo>
                  <a:pt x="725256" y="530557"/>
                </a:lnTo>
                <a:lnTo>
                  <a:pt x="828864" y="531027"/>
                </a:lnTo>
                <a:lnTo>
                  <a:pt x="932472" y="0"/>
                </a:lnTo>
                <a:lnTo>
                  <a:pt x="1036080" y="248464"/>
                </a:lnTo>
                <a:lnTo>
                  <a:pt x="1139688" y="873355"/>
                </a:lnTo>
                <a:lnTo>
                  <a:pt x="1243296" y="748757"/>
                </a:lnTo>
                <a:lnTo>
                  <a:pt x="1346904" y="873318"/>
                </a:lnTo>
                <a:lnTo>
                  <a:pt x="1450512" y="740411"/>
                </a:lnTo>
                <a:lnTo>
                  <a:pt x="1554120" y="483925"/>
                </a:lnTo>
                <a:lnTo>
                  <a:pt x="1657728" y="804888"/>
                </a:lnTo>
                <a:lnTo>
                  <a:pt x="1761336" y="736897"/>
                </a:lnTo>
                <a:lnTo>
                  <a:pt x="1864944" y="669807"/>
                </a:lnTo>
                <a:lnTo>
                  <a:pt x="1968552" y="945424"/>
                </a:lnTo>
                <a:lnTo>
                  <a:pt x="2072160" y="808141"/>
                </a:lnTo>
                <a:lnTo>
                  <a:pt x="2175768" y="605424"/>
                </a:lnTo>
                <a:lnTo>
                  <a:pt x="2279376" y="950832"/>
                </a:lnTo>
                <a:lnTo>
                  <a:pt x="2382984" y="948307"/>
                </a:lnTo>
                <a:lnTo>
                  <a:pt x="2486592" y="889450"/>
                </a:lnTo>
                <a:lnTo>
                  <a:pt x="2590200" y="906208"/>
                </a:lnTo>
                <a:lnTo>
                  <a:pt x="2693808" y="935353"/>
                </a:lnTo>
                <a:lnTo>
                  <a:pt x="2797416" y="952515"/>
                </a:lnTo>
                <a:lnTo>
                  <a:pt x="2901024" y="950832"/>
                </a:lnTo>
                <a:lnTo>
                  <a:pt x="3004632" y="948307"/>
                </a:lnTo>
                <a:lnTo>
                  <a:pt x="3108240" y="948307"/>
                </a:lnTo>
                <a:lnTo>
                  <a:pt x="3211848" y="951545"/>
                </a:lnTo>
                <a:lnTo>
                  <a:pt x="3315456" y="950487"/>
                </a:lnTo>
              </a:path>
            </a:pathLst>
          </a:custGeom>
          <a:noFill xmlns:a="http://schemas.openxmlformats.org/drawingml/2006/main"/>
          <a:ln xmlns:a="http://schemas.openxmlformats.org/drawingml/2006/main" w="9861">
            <a:solidFill>
              <a:srgbClr val="96D1E3"/>
            </a:solidFill>
            <a:prstDash val="solid"/>
          </a:ln>
        </p:spPr>
      </p:sp>
      <p:sp>
        <p:nvSpPr>
          <p:cNvPr id="536" name="native-plot-token-length-distribution-curve-marker-0">
            <a:extLst xmlns:a="http://schemas.openxmlformats.org/drawingml/2006/main">
              <a:ext uri="{FF2B5EF4-FFF2-40B4-BE49-F238E27FC236}">
                <a16:creationId xmlns:a16="http://schemas.microsoft.com/office/drawing/2014/main" id="{A56D8413-5A98-409C-87D5-B080C95EA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66055" y="5455423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" name="native-plot-token-length-distribution-curve-marker-1">
            <a:extLst xmlns:a="http://schemas.openxmlformats.org/drawingml/2006/main">
              <a:ext uri="{FF2B5EF4-FFF2-40B4-BE49-F238E27FC236}">
                <a16:creationId xmlns:a16="http://schemas.microsoft.com/office/drawing/2014/main" id="{8856ABE7-16D2-4818-9773-D2A632EB1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7418" y="5458301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" name="native-plot-token-length-distribution-curve-marker-2">
            <a:extLst xmlns:a="http://schemas.openxmlformats.org/drawingml/2006/main">
              <a:ext uri="{FF2B5EF4-FFF2-40B4-BE49-F238E27FC236}">
                <a16:creationId xmlns:a16="http://schemas.microsoft.com/office/drawing/2014/main" id="{F500C4EB-521C-4C2E-99B4-82C67B725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08781" y="5236514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" name="native-plot-token-length-distribution-curve-marker-3">
            <a:extLst xmlns:a="http://schemas.openxmlformats.org/drawingml/2006/main">
              <a:ext uri="{FF2B5EF4-FFF2-40B4-BE49-F238E27FC236}">
                <a16:creationId xmlns:a16="http://schemas.microsoft.com/office/drawing/2014/main" id="{F2720EAB-D8FF-44DD-94C9-D04590A3A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30144" y="5458301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" name="native-plot-token-length-distribution-curve-marker-4">
            <a:extLst xmlns:a="http://schemas.openxmlformats.org/drawingml/2006/main">
              <a:ext uri="{FF2B5EF4-FFF2-40B4-BE49-F238E27FC236}">
                <a16:creationId xmlns:a16="http://schemas.microsoft.com/office/drawing/2014/main" id="{BF28C95B-9C2B-4C54-9C05-892BE0716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51506" y="5136409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" name="native-plot-token-length-distribution-curve-marker-5">
            <a:extLst xmlns:a="http://schemas.openxmlformats.org/drawingml/2006/main">
              <a:ext uri="{FF2B5EF4-FFF2-40B4-BE49-F238E27FC236}">
                <a16:creationId xmlns:a16="http://schemas.microsoft.com/office/drawing/2014/main" id="{FA6B68CD-BD19-4E72-95CE-65BF9B8BA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72869" y="5209772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" name="native-plot-token-length-distribution-curve-marker-6">
            <a:extLst xmlns:a="http://schemas.openxmlformats.org/drawingml/2006/main">
              <a:ext uri="{FF2B5EF4-FFF2-40B4-BE49-F238E27FC236}">
                <a16:creationId xmlns:a16="http://schemas.microsoft.com/office/drawing/2014/main" id="{6898F442-23E8-44F9-86C7-992DE4103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4232" y="5212651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" name="native-plot-token-length-distribution-curve-marker-7">
            <a:extLst xmlns:a="http://schemas.openxmlformats.org/drawingml/2006/main">
              <a:ext uri="{FF2B5EF4-FFF2-40B4-BE49-F238E27FC236}">
                <a16:creationId xmlns:a16="http://schemas.microsoft.com/office/drawing/2014/main" id="{651CCFD0-E4C9-4A15-AB97-2A58BA6C3F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15595" y="4962292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" name="native-plot-token-length-distribution-curve-marker-8">
            <a:extLst xmlns:a="http://schemas.openxmlformats.org/drawingml/2006/main">
              <a:ext uri="{FF2B5EF4-FFF2-40B4-BE49-F238E27FC236}">
                <a16:creationId xmlns:a16="http://schemas.microsoft.com/office/drawing/2014/main" id="{7B629D32-11BF-419E-A3A0-09CEB6C67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6958" y="4962842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" name="native-plot-token-length-distribution-curve-marker-9">
            <a:extLst xmlns:a="http://schemas.openxmlformats.org/drawingml/2006/main">
              <a:ext uri="{FF2B5EF4-FFF2-40B4-BE49-F238E27FC236}">
                <a16:creationId xmlns:a16="http://schemas.microsoft.com/office/drawing/2014/main" id="{8B287875-CDF0-4F03-BD5B-2973DD91B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58321" y="4340815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" name="native-plot-token-length-distribution-curve-marker-10">
            <a:extLst xmlns:a="http://schemas.openxmlformats.org/drawingml/2006/main">
              <a:ext uri="{FF2B5EF4-FFF2-40B4-BE49-F238E27FC236}">
                <a16:creationId xmlns:a16="http://schemas.microsoft.com/office/drawing/2014/main" id="{52B4EBD8-5EE6-419F-B044-95E17192D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79684" y="4631857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" name="native-plot-token-length-distribution-curve-marker-11">
            <a:extLst xmlns:a="http://schemas.openxmlformats.org/drawingml/2006/main">
              <a:ext uri="{FF2B5EF4-FFF2-40B4-BE49-F238E27FC236}">
                <a16:creationId xmlns:a16="http://schemas.microsoft.com/office/drawing/2014/main" id="{D87CC0F9-979E-4BAC-AD98-D328F0C9F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01047" y="5363833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" name="native-plot-token-length-distribution-curve-marker-12">
            <a:extLst xmlns:a="http://schemas.openxmlformats.org/drawingml/2006/main">
              <a:ext uri="{FF2B5EF4-FFF2-40B4-BE49-F238E27FC236}">
                <a16:creationId xmlns:a16="http://schemas.microsoft.com/office/drawing/2014/main" id="{23E8777A-2E5E-498C-B867-5CAAA0AFB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22410" y="5217883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" name="native-plot-token-length-distribution-curve-marker-13">
            <a:extLst xmlns:a="http://schemas.openxmlformats.org/drawingml/2006/main">
              <a:ext uri="{FF2B5EF4-FFF2-40B4-BE49-F238E27FC236}">
                <a16:creationId xmlns:a16="http://schemas.microsoft.com/office/drawing/2014/main" id="{D2ED090C-D4C3-4B15-88F1-6199BD5EC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3773" y="5363791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" name="native-plot-token-length-distribution-curve-marker-14">
            <a:extLst xmlns:a="http://schemas.openxmlformats.org/drawingml/2006/main">
              <a:ext uri="{FF2B5EF4-FFF2-40B4-BE49-F238E27FC236}">
                <a16:creationId xmlns:a16="http://schemas.microsoft.com/office/drawing/2014/main" id="{6F4F4D5A-B015-4DF8-9302-3E08FEF59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65136" y="5208108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" name="native-plot-token-length-distribution-curve-marker-15">
            <a:extLst xmlns:a="http://schemas.openxmlformats.org/drawingml/2006/main">
              <a:ext uri="{FF2B5EF4-FFF2-40B4-BE49-F238E27FC236}">
                <a16:creationId xmlns:a16="http://schemas.microsoft.com/office/drawing/2014/main" id="{EB930BA2-0861-4759-9D3F-31BCFBFF3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6499" y="4907668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" name="native-plot-token-length-distribution-curve-marker-16">
            <a:extLst xmlns:a="http://schemas.openxmlformats.org/drawingml/2006/main">
              <a:ext uri="{FF2B5EF4-FFF2-40B4-BE49-F238E27FC236}">
                <a16:creationId xmlns:a16="http://schemas.microsoft.com/office/drawing/2014/main" id="{73C0F235-7659-4D45-B472-C0AAAD623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07862" y="5283633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" name="native-plot-token-length-distribution-curve-marker-17">
            <a:extLst xmlns:a="http://schemas.openxmlformats.org/drawingml/2006/main">
              <a:ext uri="{FF2B5EF4-FFF2-40B4-BE49-F238E27FC236}">
                <a16:creationId xmlns:a16="http://schemas.microsoft.com/office/drawing/2014/main" id="{B53D4081-1766-4582-A39B-A5789708F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9225" y="5203992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" name="native-plot-token-length-distribution-curve-marker-18">
            <a:extLst xmlns:a="http://schemas.openxmlformats.org/drawingml/2006/main">
              <a:ext uri="{FF2B5EF4-FFF2-40B4-BE49-F238E27FC236}">
                <a16:creationId xmlns:a16="http://schemas.microsoft.com/office/drawing/2014/main" id="{6D2E454A-42CB-4284-93FC-19F2895DE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50588" y="5125404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" name="native-plot-token-length-distribution-curve-marker-19">
            <a:extLst xmlns:a="http://schemas.openxmlformats.org/drawingml/2006/main">
              <a:ext uri="{FF2B5EF4-FFF2-40B4-BE49-F238E27FC236}">
                <a16:creationId xmlns:a16="http://schemas.microsoft.com/office/drawing/2014/main" id="{0513FA3D-C448-440C-B7D8-6D39074F3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71951" y="5448253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" name="native-plot-token-length-distribution-curve-marker-20">
            <a:extLst xmlns:a="http://schemas.openxmlformats.org/drawingml/2006/main">
              <a:ext uri="{FF2B5EF4-FFF2-40B4-BE49-F238E27FC236}">
                <a16:creationId xmlns:a16="http://schemas.microsoft.com/office/drawing/2014/main" id="{F46FA8C4-DA8D-42B1-981D-77C361285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93314" y="5287445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" name="native-plot-token-length-distribution-curve-marker-21">
            <a:extLst xmlns:a="http://schemas.openxmlformats.org/drawingml/2006/main">
              <a:ext uri="{FF2B5EF4-FFF2-40B4-BE49-F238E27FC236}">
                <a16:creationId xmlns:a16="http://schemas.microsoft.com/office/drawing/2014/main" id="{CB934541-452E-4B48-83CF-8F9DDEDCD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14677" y="5049988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" name="native-plot-token-length-distribution-curve-marker-22">
            <a:extLst xmlns:a="http://schemas.openxmlformats.org/drawingml/2006/main">
              <a:ext uri="{FF2B5EF4-FFF2-40B4-BE49-F238E27FC236}">
                <a16:creationId xmlns:a16="http://schemas.microsoft.com/office/drawing/2014/main" id="{8B8F8BFB-CCBA-4803-888B-0B2B1D228B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36040" y="5454587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" name="native-plot-token-length-distribution-curve-marker-23">
            <a:extLst xmlns:a="http://schemas.openxmlformats.org/drawingml/2006/main">
              <a:ext uri="{FF2B5EF4-FFF2-40B4-BE49-F238E27FC236}">
                <a16:creationId xmlns:a16="http://schemas.microsoft.com/office/drawing/2014/main" id="{B8BDC2CA-0E0B-47B9-84C5-2EA97AC11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57403" y="5451630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" name="native-plot-token-length-distribution-curve-marker-24">
            <a:extLst xmlns:a="http://schemas.openxmlformats.org/drawingml/2006/main">
              <a:ext uri="{FF2B5EF4-FFF2-40B4-BE49-F238E27FC236}">
                <a16:creationId xmlns:a16="http://schemas.microsoft.com/office/drawing/2014/main" id="{37833FD5-F01E-4C1B-AF97-A452E7B7E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78766" y="5382687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" name="native-plot-token-length-distribution-curve-marker-25">
            <a:extLst xmlns:a="http://schemas.openxmlformats.org/drawingml/2006/main">
              <a:ext uri="{FF2B5EF4-FFF2-40B4-BE49-F238E27FC236}">
                <a16:creationId xmlns:a16="http://schemas.microsoft.com/office/drawing/2014/main" id="{9497689C-12A3-41BA-BBD2-BAFB70D6F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00128" y="5402317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" name="native-plot-token-length-distribution-curve-marker-26">
            <a:extLst xmlns:a="http://schemas.openxmlformats.org/drawingml/2006/main">
              <a:ext uri="{FF2B5EF4-FFF2-40B4-BE49-F238E27FC236}">
                <a16:creationId xmlns:a16="http://schemas.microsoft.com/office/drawing/2014/main" id="{E1E36F19-01DB-458B-A744-C4182D8CE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1491" y="5436456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" name="native-plot-token-length-distribution-curve-marker-27">
            <a:extLst xmlns:a="http://schemas.openxmlformats.org/drawingml/2006/main">
              <a:ext uri="{FF2B5EF4-FFF2-40B4-BE49-F238E27FC236}">
                <a16:creationId xmlns:a16="http://schemas.microsoft.com/office/drawing/2014/main" id="{3D0786CE-7473-4953-98CC-0F71BA0B4E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2854" y="5456559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" name="native-plot-token-length-distribution-curve-marker-28">
            <a:extLst xmlns:a="http://schemas.openxmlformats.org/drawingml/2006/main">
              <a:ext uri="{FF2B5EF4-FFF2-40B4-BE49-F238E27FC236}">
                <a16:creationId xmlns:a16="http://schemas.microsoft.com/office/drawing/2014/main" id="{4BF5EA74-8626-4E2B-BA54-9586B30BC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4217" y="5454587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" name="native-plot-token-length-distribution-curve-marker-29">
            <a:extLst xmlns:a="http://schemas.openxmlformats.org/drawingml/2006/main">
              <a:ext uri="{FF2B5EF4-FFF2-40B4-BE49-F238E27FC236}">
                <a16:creationId xmlns:a16="http://schemas.microsoft.com/office/drawing/2014/main" id="{11681E7C-5B8C-4563-B71B-F9C69E396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5580" y="5451630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" name="native-plot-token-length-distribution-curve-marker-30">
            <a:extLst xmlns:a="http://schemas.openxmlformats.org/drawingml/2006/main">
              <a:ext uri="{FF2B5EF4-FFF2-40B4-BE49-F238E27FC236}">
                <a16:creationId xmlns:a16="http://schemas.microsoft.com/office/drawing/2014/main" id="{5A99468E-6121-4A35-8BC4-9FADEDE0A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6943" y="5451630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" name="native-plot-token-length-distribution-curve-marker-31">
            <a:extLst xmlns:a="http://schemas.openxmlformats.org/drawingml/2006/main">
              <a:ext uri="{FF2B5EF4-FFF2-40B4-BE49-F238E27FC236}">
                <a16:creationId xmlns:a16="http://schemas.microsoft.com/office/drawing/2014/main" id="{2CCA5A73-0876-459F-99E4-33D8F5E51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28306" y="5455423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" name="native-plot-token-length-distribution-curve-marker-32">
            <a:extLst xmlns:a="http://schemas.openxmlformats.org/drawingml/2006/main">
              <a:ext uri="{FF2B5EF4-FFF2-40B4-BE49-F238E27FC236}">
                <a16:creationId xmlns:a16="http://schemas.microsoft.com/office/drawing/2014/main" id="{BEA4F8C9-67C3-4C27-A413-68EC763AB9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9669" y="5454183"/>
            <a:ext cx="40960" cy="40968"/>
          </a:xfrm>
          <a:custGeom xmlns:a="http://schemas.openxmlformats.org/drawingml/2006/main">
            <a:pathLst>
              <a:path w="34968" h="34974">
                <a:moveTo>
                  <a:pt x="34968" y="17487"/>
                </a:moveTo>
                <a:cubicBezTo>
                  <a:pt x="34968" y="27145"/>
                  <a:pt x="27140" y="34974"/>
                  <a:pt x="17484" y="34974"/>
                </a:cubicBezTo>
                <a:cubicBezTo>
                  <a:pt x="7828" y="34974"/>
                  <a:pt x="0" y="27145"/>
                  <a:pt x="0" y="17487"/>
                </a:cubicBezTo>
                <a:cubicBezTo>
                  <a:pt x="0" y="7829"/>
                  <a:pt x="7828" y="0"/>
                  <a:pt x="17484" y="0"/>
                </a:cubicBezTo>
                <a:cubicBezTo>
                  <a:pt x="27140" y="0"/>
                  <a:pt x="34968" y="7829"/>
                  <a:pt x="34968" y="17487"/>
                </a:cubicBezTo>
                <a:close/>
              </a:path>
            </a:pathLst>
          </a:custGeom>
          <a:solidFill xmlns:a="http://schemas.openxmlformats.org/drawingml/2006/main">
            <a:srgbClr val="9ED5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" name="native-plot-token-length-distribution-y-axis">
            <a:extLst xmlns:a="http://schemas.openxmlformats.org/drawingml/2006/main">
              <a:ext uri="{FF2B5EF4-FFF2-40B4-BE49-F238E27FC236}">
                <a16:creationId xmlns:a16="http://schemas.microsoft.com/office/drawing/2014/main" id="{678DEA50-73B4-492E-BCAD-B596D7FA86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9320" y="4292392"/>
            <a:ext cx="191" cy="1282141"/>
          </a:xfrm>
          <a:custGeom xmlns:a="http://schemas.openxmlformats.org/drawingml/2006/main">
            <a:pathLst>
              <a:path w="191" h="1094569">
                <a:moveTo>
                  <a:pt x="0" y="0"/>
                </a:moveTo>
                <a:lnTo>
                  <a:pt x="0" y="1094569"/>
                </a:lnTo>
              </a:path>
            </a:pathLst>
          </a:custGeom>
          <a:noFill xmlns:a="http://schemas.openxmlformats.org/drawingml/2006/main"/>
          <a:ln xmlns:a="http://schemas.openxmlformats.org/drawingml/2006/main" w="6068">
            <a:solidFill>
              <a:srgbClr val="777777"/>
            </a:solidFill>
            <a:prstDash val="solid"/>
          </a:ln>
        </p:spPr>
      </p:sp>
      <p:sp>
        <p:nvSpPr>
          <p:cNvPr id="570" name="native-plot-token-length-distribution-x-axis">
            <a:extLst xmlns:a="http://schemas.openxmlformats.org/drawingml/2006/main">
              <a:ext uri="{FF2B5EF4-FFF2-40B4-BE49-F238E27FC236}">
                <a16:creationId xmlns:a16="http://schemas.microsoft.com/office/drawing/2014/main" id="{BA126231-E63C-429F-BDD4-429B29474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9320" y="5574533"/>
            <a:ext cx="4088415" cy="191"/>
          </a:xfrm>
          <a:custGeom xmlns:a="http://schemas.openxmlformats.org/drawingml/2006/main">
            <a:pathLst>
              <a:path w="3490295" h="191">
                <a:moveTo>
                  <a:pt x="0" y="0"/>
                </a:moveTo>
                <a:lnTo>
                  <a:pt x="34902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6068">
            <a:solidFill>
              <a:srgbClr val="777777"/>
            </a:solidFill>
            <a:prstDash val="solid"/>
          </a:ln>
        </p:spPr>
      </p:sp>
      <p:sp>
        <p:nvSpPr>
          <p:cNvPr id="571" name="path-309">
            <a:extLst xmlns:a="http://schemas.openxmlformats.org/drawingml/2006/main">
              <a:ext uri="{FF2B5EF4-FFF2-40B4-BE49-F238E27FC236}">
                <a16:creationId xmlns:a16="http://schemas.microsoft.com/office/drawing/2014/main" id="{C1F47086-7E86-441F-93B0-F6232897D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0630" y="4108750"/>
            <a:ext cx="2037546" cy="138987"/>
          </a:xfrm>
          <a:custGeom xmlns:a="http://schemas.openxmlformats.org/drawingml/2006/main">
            <a:pathLst>
              <a:path w="1739460" h="118654">
                <a:moveTo>
                  <a:pt x="0" y="0"/>
                </a:moveTo>
                <a:lnTo>
                  <a:pt x="0" y="118654"/>
                </a:lnTo>
                <a:lnTo>
                  <a:pt x="1739460" y="118654"/>
                </a:lnTo>
                <a:lnTo>
                  <a:pt x="173946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" name="path-310">
            <a:extLst xmlns:a="http://schemas.openxmlformats.org/drawingml/2006/main">
              <a:ext uri="{FF2B5EF4-FFF2-40B4-BE49-F238E27FC236}">
                <a16:creationId xmlns:a16="http://schemas.microsoft.com/office/drawing/2014/main" id="{5BC7BEF4-ED76-40AE-97F7-96EA1899F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9511" y="4097168"/>
            <a:ext cx="2059320" cy="160993"/>
          </a:xfrm>
          <a:custGeom xmlns:a="http://schemas.openxmlformats.org/drawingml/2006/main">
            <a:pathLst>
              <a:path w="1758049" h="137440">
                <a:moveTo>
                  <a:pt x="1758049" y="0"/>
                </a:moveTo>
                <a:lnTo>
                  <a:pt x="1758049" y="137440"/>
                </a:lnTo>
                <a:lnTo>
                  <a:pt x="0" y="137440"/>
                </a:lnTo>
                <a:lnTo>
                  <a:pt x="0" y="0"/>
                </a:lnTo>
                <a:lnTo>
                  <a:pt x="1758049" y="0"/>
                </a:lnTo>
                <a:moveTo>
                  <a:pt x="9887" y="19776"/>
                </a:moveTo>
                <a:lnTo>
                  <a:pt x="19775" y="9888"/>
                </a:lnTo>
                <a:lnTo>
                  <a:pt x="19775" y="127552"/>
                </a:lnTo>
                <a:lnTo>
                  <a:pt x="9887" y="117664"/>
                </a:lnTo>
                <a:lnTo>
                  <a:pt x="1748161" y="117664"/>
                </a:lnTo>
                <a:lnTo>
                  <a:pt x="1738273" y="127552"/>
                </a:lnTo>
                <a:lnTo>
                  <a:pt x="1738273" y="9888"/>
                </a:lnTo>
                <a:lnTo>
                  <a:pt x="1748161" y="19776"/>
                </a:lnTo>
                <a:lnTo>
                  <a:pt x="9887" y="1977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" name="text-311 MMDU">
            <a:extLst xmlns:a="http://schemas.openxmlformats.org/drawingml/2006/main">
              <a:ext uri="{FF2B5EF4-FFF2-40B4-BE49-F238E27FC236}">
                <a16:creationId xmlns:a16="http://schemas.microsoft.com/office/drawing/2014/main" id="{27EA6077-F53E-4892-BB27-0EE169F647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72219" y="3943062"/>
            <a:ext cx="630579" cy="2595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MMDU</a:t>
            </a:r>
          </a:p>
        </p:txBody>
      </p:sp>
      <p:sp>
        <p:nvSpPr>
          <p:cNvPr id="574" name="text-311 BenchmarkTokens">
            <a:extLst xmlns:a="http://schemas.openxmlformats.org/drawingml/2006/main">
              <a:ext uri="{FF2B5EF4-FFF2-40B4-BE49-F238E27FC236}">
                <a16:creationId xmlns:a16="http://schemas.microsoft.com/office/drawing/2014/main" id="{07EB702B-2607-4235-810C-E98B346F3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24300" y="3942924"/>
            <a:ext cx="1591639" cy="2597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61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BenchmarkTokens</a:t>
            </a:r>
          </a:p>
        </p:txBody>
      </p:sp>
      <p:sp>
        <p:nvSpPr>
          <p:cNvPr id="575" name="text-312 Statistic">
            <a:extLst xmlns:a="http://schemas.openxmlformats.org/drawingml/2006/main">
              <a:ext uri="{FF2B5EF4-FFF2-40B4-BE49-F238E27FC236}">
                <a16:creationId xmlns:a16="http://schemas.microsoft.com/office/drawing/2014/main" id="{EC552AD2-05F4-4C4E-88DE-6A8FA9DC1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90318" y="4165388"/>
            <a:ext cx="807882" cy="2596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60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Statistic</a:t>
            </a:r>
          </a:p>
        </p:txBody>
      </p:sp>
      <p:sp>
        <p:nvSpPr>
          <p:cNvPr id="576" name="path-313">
            <a:extLst xmlns:a="http://schemas.openxmlformats.org/drawingml/2006/main">
              <a:ext uri="{FF2B5EF4-FFF2-40B4-BE49-F238E27FC236}">
                <a16:creationId xmlns:a16="http://schemas.microsoft.com/office/drawing/2014/main" id="{2C2374B1-F70C-4F0C-8B31-875CA7A63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4119" y="4289433"/>
            <a:ext cx="227939" cy="1292576"/>
          </a:xfrm>
          <a:custGeom xmlns:a="http://schemas.openxmlformats.org/drawingml/2006/main">
            <a:pathLst>
              <a:path w="194592" h="1103477">
                <a:moveTo>
                  <a:pt x="0" y="0"/>
                </a:moveTo>
                <a:lnTo>
                  <a:pt x="0" y="1103477"/>
                </a:lnTo>
                <a:lnTo>
                  <a:pt x="194592" y="1103477"/>
                </a:lnTo>
                <a:lnTo>
                  <a:pt x="194592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" name="path-314">
            <a:extLst xmlns:a="http://schemas.openxmlformats.org/drawingml/2006/main">
              <a:ext uri="{FF2B5EF4-FFF2-40B4-BE49-F238E27FC236}">
                <a16:creationId xmlns:a16="http://schemas.microsoft.com/office/drawing/2014/main" id="{E8B9F669-FFD6-4FD0-B37D-47C840594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2074" y="4276693"/>
            <a:ext cx="252491" cy="1318057"/>
          </a:xfrm>
          <a:custGeom xmlns:a="http://schemas.openxmlformats.org/drawingml/2006/main">
            <a:pathLst>
              <a:path w="215553" h="1125230">
                <a:moveTo>
                  <a:pt x="215553" y="0"/>
                </a:moveTo>
                <a:lnTo>
                  <a:pt x="215553" y="1125230"/>
                </a:lnTo>
                <a:lnTo>
                  <a:pt x="0" y="1125230"/>
                </a:lnTo>
                <a:lnTo>
                  <a:pt x="0" y="0"/>
                </a:lnTo>
                <a:lnTo>
                  <a:pt x="215553" y="0"/>
                </a:lnTo>
                <a:moveTo>
                  <a:pt x="9888" y="19775"/>
                </a:moveTo>
                <a:lnTo>
                  <a:pt x="19775" y="9888"/>
                </a:lnTo>
                <a:lnTo>
                  <a:pt x="19775" y="1115343"/>
                </a:lnTo>
                <a:lnTo>
                  <a:pt x="9888" y="1105455"/>
                </a:lnTo>
                <a:lnTo>
                  <a:pt x="205666" y="1105455"/>
                </a:lnTo>
                <a:lnTo>
                  <a:pt x="195778" y="1115343"/>
                </a:lnTo>
                <a:lnTo>
                  <a:pt x="195778" y="9888"/>
                </a:lnTo>
                <a:lnTo>
                  <a:pt x="205666" y="19775"/>
                </a:lnTo>
                <a:lnTo>
                  <a:pt x="9888" y="1977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" name="text-315 Numbers">
            <a:extLst xmlns:a="http://schemas.openxmlformats.org/drawingml/2006/main">
              <a:ext uri="{FF2B5EF4-FFF2-40B4-BE49-F238E27FC236}">
                <a16:creationId xmlns:a16="http://schemas.microsoft.com/office/drawing/2014/main" id="{EE722F5A-92E1-40D5-AED6-DE6D2B3DB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5400000">
            <a:off x="11574537" y="4843700"/>
            <a:ext cx="718686" cy="2297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9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9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29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Numbers</a:t>
            </a:r>
          </a:p>
        </p:txBody>
      </p:sp>
      <p:sp>
        <p:nvSpPr>
          <p:cNvPr id="579" name="text-316 0">
            <a:extLst xmlns:a="http://schemas.openxmlformats.org/drawingml/2006/main">
              <a:ext uri="{FF2B5EF4-FFF2-40B4-BE49-F238E27FC236}">
                <a16:creationId xmlns:a16="http://schemas.microsoft.com/office/drawing/2014/main" id="{D3EEBD4E-15A9-4044-80BF-D267CB3F1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12839" y="5468408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0</a:t>
            </a:r>
          </a:p>
        </p:txBody>
      </p:sp>
      <p:sp>
        <p:nvSpPr>
          <p:cNvPr id="580" name="text-317 2">
            <a:extLst xmlns:a="http://schemas.openxmlformats.org/drawingml/2006/main">
              <a:ext uri="{FF2B5EF4-FFF2-40B4-BE49-F238E27FC236}">
                <a16:creationId xmlns:a16="http://schemas.microsoft.com/office/drawing/2014/main" id="{AB76A46F-D2B4-49F9-9294-B42F7D01D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11681" y="5302783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</a:t>
            </a:r>
          </a:p>
        </p:txBody>
      </p:sp>
      <p:sp>
        <p:nvSpPr>
          <p:cNvPr id="581" name="text-318 4">
            <a:extLst xmlns:a="http://schemas.openxmlformats.org/drawingml/2006/main">
              <a:ext uri="{FF2B5EF4-FFF2-40B4-BE49-F238E27FC236}">
                <a16:creationId xmlns:a16="http://schemas.microsoft.com/office/drawing/2014/main" id="{FD84137D-32C3-42D4-9C23-CFE078AFC3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12839" y="5134840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4</a:t>
            </a:r>
          </a:p>
        </p:txBody>
      </p:sp>
      <p:sp>
        <p:nvSpPr>
          <p:cNvPr id="582" name="text-319 6">
            <a:extLst xmlns:a="http://schemas.openxmlformats.org/drawingml/2006/main">
              <a:ext uri="{FF2B5EF4-FFF2-40B4-BE49-F238E27FC236}">
                <a16:creationId xmlns:a16="http://schemas.microsoft.com/office/drawing/2014/main" id="{437306AF-8361-448C-8CF6-D1D4A842BA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12839" y="4972689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6</a:t>
            </a:r>
          </a:p>
        </p:txBody>
      </p:sp>
      <p:sp>
        <p:nvSpPr>
          <p:cNvPr id="583" name="text-320 8">
            <a:extLst xmlns:a="http://schemas.openxmlformats.org/drawingml/2006/main">
              <a:ext uri="{FF2B5EF4-FFF2-40B4-BE49-F238E27FC236}">
                <a16:creationId xmlns:a16="http://schemas.microsoft.com/office/drawing/2014/main" id="{FE7688C4-D107-4DD9-98D7-CBCF782F7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11681" y="4812855"/>
            <a:ext cx="109865" cy="19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8</a:t>
            </a:r>
          </a:p>
        </p:txBody>
      </p:sp>
      <p:sp>
        <p:nvSpPr>
          <p:cNvPr id="584" name="text-321 10">
            <a:extLst xmlns:a="http://schemas.openxmlformats.org/drawingml/2006/main">
              <a:ext uri="{FF2B5EF4-FFF2-40B4-BE49-F238E27FC236}">
                <a16:creationId xmlns:a16="http://schemas.microsoft.com/office/drawing/2014/main" id="{334C0095-79C1-4A53-871B-81F21EA41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81567" y="4639103"/>
            <a:ext cx="172414" cy="1947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10</a:t>
            </a:r>
          </a:p>
        </p:txBody>
      </p:sp>
      <p:sp>
        <p:nvSpPr>
          <p:cNvPr id="585" name="text-322 12">
            <a:extLst xmlns:a="http://schemas.openxmlformats.org/drawingml/2006/main">
              <a:ext uri="{FF2B5EF4-FFF2-40B4-BE49-F238E27FC236}">
                <a16:creationId xmlns:a16="http://schemas.microsoft.com/office/drawing/2014/main" id="{662AA41B-C3DC-40BB-95AB-CA353A592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81567" y="4457263"/>
            <a:ext cx="172414" cy="1947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12</a:t>
            </a:r>
          </a:p>
        </p:txBody>
      </p:sp>
      <p:sp>
        <p:nvSpPr>
          <p:cNvPr id="586" name="text-323 14">
            <a:extLst xmlns:a="http://schemas.openxmlformats.org/drawingml/2006/main">
              <a:ext uri="{FF2B5EF4-FFF2-40B4-BE49-F238E27FC236}">
                <a16:creationId xmlns:a16="http://schemas.microsoft.com/office/drawing/2014/main" id="{4E5701FF-42BE-448C-B208-1E825E8B0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81567" y="4304377"/>
            <a:ext cx="172414" cy="1947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5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14</a:t>
            </a:r>
          </a:p>
        </p:txBody>
      </p:sp>
      <p:sp>
        <p:nvSpPr>
          <p:cNvPr id="587" name="path-324">
            <a:extLst xmlns:a="http://schemas.openxmlformats.org/drawingml/2006/main">
              <a:ext uri="{FF2B5EF4-FFF2-40B4-BE49-F238E27FC236}">
                <a16:creationId xmlns:a16="http://schemas.microsoft.com/office/drawing/2014/main" id="{AE165078-5BDD-4E29-BF22-2D0822CCA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8771" y="5640384"/>
            <a:ext cx="4250214" cy="138987"/>
          </a:xfrm>
          <a:custGeom xmlns:a="http://schemas.openxmlformats.org/drawingml/2006/main">
            <a:pathLst>
              <a:path w="3628423" h="118654">
                <a:moveTo>
                  <a:pt x="0" y="0"/>
                </a:moveTo>
                <a:lnTo>
                  <a:pt x="0" y="118654"/>
                </a:lnTo>
                <a:lnTo>
                  <a:pt x="3628423" y="118654"/>
                </a:lnTo>
                <a:lnTo>
                  <a:pt x="362842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" name="path-325">
            <a:extLst xmlns:a="http://schemas.openxmlformats.org/drawingml/2006/main">
              <a:ext uri="{FF2B5EF4-FFF2-40B4-BE49-F238E27FC236}">
                <a16:creationId xmlns:a16="http://schemas.microsoft.com/office/drawing/2014/main" id="{E651ACC8-F9B2-4A94-897B-871191176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263" y="5629497"/>
            <a:ext cx="4275000" cy="162151"/>
          </a:xfrm>
          <a:custGeom xmlns:a="http://schemas.openxmlformats.org/drawingml/2006/main">
            <a:pathLst>
              <a:path w="3649583" h="138429">
                <a:moveTo>
                  <a:pt x="3649583" y="0"/>
                </a:moveTo>
                <a:lnTo>
                  <a:pt x="3649583" y="138429"/>
                </a:lnTo>
                <a:lnTo>
                  <a:pt x="0" y="138429"/>
                </a:lnTo>
                <a:lnTo>
                  <a:pt x="0" y="0"/>
                </a:lnTo>
                <a:lnTo>
                  <a:pt x="3649583" y="0"/>
                </a:lnTo>
                <a:moveTo>
                  <a:pt x="9888" y="19776"/>
                </a:moveTo>
                <a:lnTo>
                  <a:pt x="19775" y="9888"/>
                </a:lnTo>
                <a:lnTo>
                  <a:pt x="19775" y="128541"/>
                </a:lnTo>
                <a:lnTo>
                  <a:pt x="9888" y="118653"/>
                </a:lnTo>
                <a:lnTo>
                  <a:pt x="3639695" y="118653"/>
                </a:lnTo>
                <a:lnTo>
                  <a:pt x="3629807" y="128541"/>
                </a:lnTo>
                <a:lnTo>
                  <a:pt x="3629807" y="9888"/>
                </a:lnTo>
                <a:lnTo>
                  <a:pt x="3639695" y="19776"/>
                </a:lnTo>
                <a:lnTo>
                  <a:pt x="9888" y="1977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" name="text-326 2k">
            <a:extLst xmlns:a="http://schemas.openxmlformats.org/drawingml/2006/main">
              <a:ext uri="{FF2B5EF4-FFF2-40B4-BE49-F238E27FC236}">
                <a16:creationId xmlns:a16="http://schemas.microsoft.com/office/drawing/2014/main" id="{CD7578C4-D2B4-4E62-8056-6F9D20E6A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00079" y="5623815"/>
            <a:ext cx="184606" cy="194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2k</a:t>
            </a:r>
          </a:p>
        </p:txBody>
      </p:sp>
      <p:sp>
        <p:nvSpPr>
          <p:cNvPr id="590" name="text-327 4k">
            <a:extLst xmlns:a="http://schemas.openxmlformats.org/drawingml/2006/main">
              <a:ext uri="{FF2B5EF4-FFF2-40B4-BE49-F238E27FC236}">
                <a16:creationId xmlns:a16="http://schemas.microsoft.com/office/drawing/2014/main" id="{B00BBD1D-F6A0-45AF-8A18-6EECBC8FF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64526" y="5623815"/>
            <a:ext cx="184606" cy="194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4k</a:t>
            </a:r>
          </a:p>
        </p:txBody>
      </p:sp>
      <p:sp>
        <p:nvSpPr>
          <p:cNvPr id="591" name="text-328 6k">
            <a:extLst xmlns:a="http://schemas.openxmlformats.org/drawingml/2006/main">
              <a:ext uri="{FF2B5EF4-FFF2-40B4-BE49-F238E27FC236}">
                <a16:creationId xmlns:a16="http://schemas.microsoft.com/office/drawing/2014/main" id="{A7366E6C-DFDF-4E9D-810C-F883BAE4F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41713" y="5623815"/>
            <a:ext cx="184606" cy="194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6k</a:t>
            </a:r>
          </a:p>
        </p:txBody>
      </p:sp>
      <p:sp>
        <p:nvSpPr>
          <p:cNvPr id="592" name="text-329 8k">
            <a:extLst xmlns:a="http://schemas.openxmlformats.org/drawingml/2006/main">
              <a:ext uri="{FF2B5EF4-FFF2-40B4-BE49-F238E27FC236}">
                <a16:creationId xmlns:a16="http://schemas.microsoft.com/office/drawing/2014/main" id="{C54C65AF-B20F-4DA1-AB9E-51B6A3D67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59440" y="5623815"/>
            <a:ext cx="184606" cy="194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8k</a:t>
            </a:r>
          </a:p>
        </p:txBody>
      </p:sp>
      <p:sp>
        <p:nvSpPr>
          <p:cNvPr id="593" name="text-330 10k">
            <a:extLst xmlns:a="http://schemas.openxmlformats.org/drawingml/2006/main">
              <a:ext uri="{FF2B5EF4-FFF2-40B4-BE49-F238E27FC236}">
                <a16:creationId xmlns:a16="http://schemas.microsoft.com/office/drawing/2014/main" id="{5BD77E6A-F38C-4248-9557-C806D44E6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79873" y="5623746"/>
            <a:ext cx="247164" cy="1945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10k</a:t>
            </a:r>
          </a:p>
        </p:txBody>
      </p:sp>
      <p:sp>
        <p:nvSpPr>
          <p:cNvPr id="594" name="text-331 12k">
            <a:extLst xmlns:a="http://schemas.openxmlformats.org/drawingml/2006/main">
              <a:ext uri="{FF2B5EF4-FFF2-40B4-BE49-F238E27FC236}">
                <a16:creationId xmlns:a16="http://schemas.microsoft.com/office/drawing/2014/main" id="{9CECAB2A-D8E4-4CA9-B5D9-0E9640E77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67486" y="5623747"/>
            <a:ext cx="247163" cy="1945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12k</a:t>
            </a:r>
          </a:p>
        </p:txBody>
      </p:sp>
      <p:sp>
        <p:nvSpPr>
          <p:cNvPr id="595" name="text-332 14k">
            <a:extLst xmlns:a="http://schemas.openxmlformats.org/drawingml/2006/main">
              <a:ext uri="{FF2B5EF4-FFF2-40B4-BE49-F238E27FC236}">
                <a16:creationId xmlns:a16="http://schemas.microsoft.com/office/drawing/2014/main" id="{9574A40C-4D57-49E6-88A3-A013F2C2E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31933" y="5623746"/>
            <a:ext cx="247164" cy="1945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14k</a:t>
            </a:r>
          </a:p>
        </p:txBody>
      </p:sp>
      <p:sp>
        <p:nvSpPr>
          <p:cNvPr id="596" name="text-333 16k">
            <a:extLst xmlns:a="http://schemas.openxmlformats.org/drawingml/2006/main">
              <a:ext uri="{FF2B5EF4-FFF2-40B4-BE49-F238E27FC236}">
                <a16:creationId xmlns:a16="http://schemas.microsoft.com/office/drawing/2014/main" id="{DF6E5719-F048-4FD4-9DC6-F58FF1F48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36917" y="5623746"/>
            <a:ext cx="247164" cy="1945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16k</a:t>
            </a:r>
          </a:p>
        </p:txBody>
      </p:sp>
      <p:sp>
        <p:nvSpPr>
          <p:cNvPr id="597" name="text-334 18k">
            <a:extLst xmlns:a="http://schemas.openxmlformats.org/drawingml/2006/main">
              <a:ext uri="{FF2B5EF4-FFF2-40B4-BE49-F238E27FC236}">
                <a16:creationId xmlns:a16="http://schemas.microsoft.com/office/drawing/2014/main" id="{0D3C0AA9-7A58-487B-B560-1FBB1DE29C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11789" y="5623746"/>
            <a:ext cx="247164" cy="1945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094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18k</a:t>
            </a:r>
          </a:p>
        </p:txBody>
      </p:sp>
      <p:sp>
        <p:nvSpPr>
          <p:cNvPr id="598" name="text-335 Tokens">
            <a:extLst xmlns:a="http://schemas.openxmlformats.org/drawingml/2006/main">
              <a:ext uri="{FF2B5EF4-FFF2-40B4-BE49-F238E27FC236}">
                <a16:creationId xmlns:a16="http://schemas.microsoft.com/office/drawing/2014/main" id="{7DD37C08-D3FF-4E4B-BFA0-22CE5E77B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29345" y="5799342"/>
            <a:ext cx="646570" cy="2600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Tokens</a:t>
            </a:r>
          </a:p>
        </p:txBody>
      </p:sp>
      <p:sp>
        <p:nvSpPr>
          <p:cNvPr id="599" name="text-335 Length">
            <a:extLst xmlns:a="http://schemas.openxmlformats.org/drawingml/2006/main">
              <a:ext uri="{FF2B5EF4-FFF2-40B4-BE49-F238E27FC236}">
                <a16:creationId xmlns:a16="http://schemas.microsoft.com/office/drawing/2014/main" id="{3F775289-78A7-462E-909B-BF7522A922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97642" y="5799341"/>
            <a:ext cx="627600" cy="2600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1462" b="0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Length</a:t>
            </a:r>
          </a:p>
        </p:txBody>
      </p:sp>
      <p:sp>
        <p:nvSpPr>
          <p:cNvPr id="600" name="text-336 (a)">
            <a:extLst xmlns:a="http://schemas.openxmlformats.org/drawingml/2006/main">
              <a:ext uri="{FF2B5EF4-FFF2-40B4-BE49-F238E27FC236}">
                <a16:creationId xmlns:a16="http://schemas.microsoft.com/office/drawing/2014/main" id="{A53EEB11-29A6-4396-8F9C-D6E649216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36696" y="173254"/>
            <a:ext cx="407773" cy="3889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(a)</a:t>
            </a:r>
          </a:p>
        </p:txBody>
      </p:sp>
      <p:sp>
        <p:nvSpPr>
          <p:cNvPr id="601" name="text-336 Previous">
            <a:extLst xmlns:a="http://schemas.openxmlformats.org/drawingml/2006/main">
              <a:ext uri="{FF2B5EF4-FFF2-40B4-BE49-F238E27FC236}">
                <a16:creationId xmlns:a16="http://schemas.microsoft.com/office/drawing/2014/main" id="{5F9FBA86-0FCA-4B15-9BD8-CC0778D8D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15042" y="173098"/>
            <a:ext cx="1125837" cy="3891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89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Previous</a:t>
            </a:r>
          </a:p>
        </p:txBody>
      </p:sp>
      <p:sp>
        <p:nvSpPr>
          <p:cNvPr id="602" name="text-336 Benchmarks">
            <a:extLst xmlns:a="http://schemas.openxmlformats.org/drawingml/2006/main">
              <a:ext uri="{FF2B5EF4-FFF2-40B4-BE49-F238E27FC236}">
                <a16:creationId xmlns:a16="http://schemas.microsoft.com/office/drawing/2014/main" id="{A02D76FF-E75C-4244-9F8A-45840E517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11485" y="173154"/>
            <a:ext cx="1618070" cy="3891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Benchmarks</a:t>
            </a:r>
          </a:p>
        </p:txBody>
      </p:sp>
      <p:sp>
        <p:nvSpPr>
          <p:cNvPr id="603" name="text-337 (b)">
            <a:extLst xmlns:a="http://schemas.openxmlformats.org/drawingml/2006/main">
              <a:ext uri="{FF2B5EF4-FFF2-40B4-BE49-F238E27FC236}">
                <a16:creationId xmlns:a16="http://schemas.microsoft.com/office/drawing/2014/main" id="{535257A8-3811-47C9-91EC-38C165561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29630" y="173218"/>
            <a:ext cx="418204" cy="3890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(b)</a:t>
            </a:r>
          </a:p>
        </p:txBody>
      </p:sp>
      <p:sp>
        <p:nvSpPr>
          <p:cNvPr id="604" name="text-337 Benchmarks">
            <a:extLst xmlns:a="http://schemas.openxmlformats.org/drawingml/2006/main">
              <a:ext uri="{FF2B5EF4-FFF2-40B4-BE49-F238E27FC236}">
                <a16:creationId xmlns:a16="http://schemas.microsoft.com/office/drawing/2014/main" id="{8860540A-BB2D-40A9-B969-7958F0905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18400" y="173154"/>
            <a:ext cx="1618072" cy="3891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88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Benchmarks</a:t>
            </a:r>
          </a:p>
        </p:txBody>
      </p:sp>
      <p:sp>
        <p:nvSpPr>
          <p:cNvPr id="605" name="text-337 Comparison">
            <a:extLst xmlns:a="http://schemas.openxmlformats.org/drawingml/2006/main">
              <a:ext uri="{FF2B5EF4-FFF2-40B4-BE49-F238E27FC236}">
                <a16:creationId xmlns:a16="http://schemas.microsoft.com/office/drawing/2014/main" id="{0F6988A6-F860-4D0B-ABE9-CD9CE6BDE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07089" y="173528"/>
            <a:ext cx="1522784" cy="3885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85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Comparison</a:t>
            </a:r>
          </a:p>
        </p:txBody>
      </p:sp>
      <p:sp>
        <p:nvSpPr>
          <p:cNvPr id="606" name="text-338 (C)">
            <a:extLst xmlns:a="http://schemas.openxmlformats.org/drawingml/2006/main">
              <a:ext uri="{FF2B5EF4-FFF2-40B4-BE49-F238E27FC236}">
                <a16:creationId xmlns:a16="http://schemas.microsoft.com/office/drawing/2014/main" id="{AF9A3B97-2D1E-4D10-94CA-734BDA136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54428" y="9620911"/>
            <a:ext cx="425140" cy="3889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87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(C)</a:t>
            </a:r>
          </a:p>
        </p:txBody>
      </p:sp>
      <p:sp>
        <p:nvSpPr>
          <p:cNvPr id="607" name="text-338 MMDU(Ours)">
            <a:extLst xmlns:a="http://schemas.openxmlformats.org/drawingml/2006/main">
              <a:ext uri="{FF2B5EF4-FFF2-40B4-BE49-F238E27FC236}">
                <a16:creationId xmlns:a16="http://schemas.microsoft.com/office/drawing/2014/main" id="{22FB5240-75BA-48F7-A53D-B3B5CA32D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50146" y="9620484"/>
            <a:ext cx="1786129" cy="3895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91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91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defRPr>
            </a:pPr>
            <a:r>
              <a:rPr sz="2191" b="1" i="0">
                <a:solidFill>
                  <a:srgbClr val="000000"/>
                </a:solidFill>
                <a:latin typeface="Comic Sans MS"/>
                <a:ea typeface="Comic Sans MS"/>
                <a:cs typeface="Comic Sans MS"/>
              </a:rPr>
              <a:t>MMDU(Ours)</a:t>
            </a:r>
          </a:p>
        </p:txBody>
      </p:sp>
    </p:spTree>
    <p:extLst>
      <p:ext uri="{BB962C8B-B14F-4D97-AF65-F5344CB8AC3E}">
        <p14:creationId xmlns:p14="http://schemas.microsoft.com/office/powerpoint/2010/main" val="2049850772"/>
      </p:ext>
    </p:extLst>
  </p:cSld>
</p:sld>
</file>

<file path=ppt/slides/slide10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19" name="path-1">
            <a:extLst xmlns:a="http://schemas.openxmlformats.org/drawingml/2006/main">
              <a:ext uri="{FF2B5EF4-FFF2-40B4-BE49-F238E27FC236}">
                <a16:creationId xmlns:a16="http://schemas.microsoft.com/office/drawing/2014/main" id="{880D09F1-F1B3-4905-85A0-3BD90CEC8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66" y="3138920"/>
            <a:ext cx="18205296" cy="4009159"/>
          </a:xfrm>
          <a:custGeom xmlns:a="http://schemas.openxmlformats.org/drawingml/2006/main">
            <a:pathLst>
              <a:path w="20025825" h="4410075">
                <a:moveTo>
                  <a:pt x="0" y="4410075"/>
                </a:moveTo>
                <a:lnTo>
                  <a:pt x="20025825" y="4410075"/>
                </a:lnTo>
                <a:lnTo>
                  <a:pt x="20025825" y="0"/>
                </a:lnTo>
                <a:lnTo>
                  <a:pt x="0" y="0"/>
                </a:lnTo>
                <a:lnTo>
                  <a:pt x="0" y="44100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24982831-EA14-401B-9340-595A946C5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2416" y="3813351"/>
            <a:ext cx="1279677" cy="1524406"/>
          </a:xfrm>
          <a:custGeom xmlns:a="http://schemas.openxmlformats.org/drawingml/2006/main">
            <a:pathLst>
              <a:path w="1407645" h="1676846">
                <a:moveTo>
                  <a:pt x="0" y="102856"/>
                </a:moveTo>
                <a:lnTo>
                  <a:pt x="0" y="102856"/>
                </a:lnTo>
                <a:cubicBezTo>
                  <a:pt x="0" y="46050"/>
                  <a:pt x="46050" y="0"/>
                  <a:pt x="102858" y="0"/>
                </a:cubicBezTo>
                <a:lnTo>
                  <a:pt x="1304790" y="0"/>
                </a:lnTo>
                <a:cubicBezTo>
                  <a:pt x="1332067" y="0"/>
                  <a:pt x="1358229" y="10836"/>
                  <a:pt x="1377519" y="30126"/>
                </a:cubicBezTo>
                <a:cubicBezTo>
                  <a:pt x="1396807" y="49416"/>
                  <a:pt x="1407645" y="75576"/>
                  <a:pt x="1407645" y="102856"/>
                </a:cubicBezTo>
                <a:lnTo>
                  <a:pt x="1407645" y="1573991"/>
                </a:lnTo>
                <a:cubicBezTo>
                  <a:pt x="1407645" y="1630796"/>
                  <a:pt x="1361595" y="1676846"/>
                  <a:pt x="1304790" y="1676846"/>
                </a:cubicBezTo>
                <a:lnTo>
                  <a:pt x="102858" y="1676846"/>
                </a:lnTo>
                <a:cubicBezTo>
                  <a:pt x="46050" y="1676846"/>
                  <a:pt x="0" y="1630796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6EFEC"/>
          </a:solidFill>
          <a:ln xmlns:a="http://schemas.openxmlformats.org/drawingml/2006/main" w="16782">
            <a:solidFill>
              <a:srgbClr val="005853"/>
            </a:solidFill>
            <a:prstDash val="dash"/>
          </a:ln>
        </p:spPr>
      </p:sp>
      <p:pic>
        <p:nvPic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1ECFA6B0-0979-4B94-B8CD-59874015C0D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5289c6bd15247d7"/>
          <a:stretch xmlns:a="http://schemas.openxmlformats.org/drawingml/2006/main"/>
        </p:blipFill>
        <p:spPr>
          <a:xfrm xmlns:a="http://schemas.openxmlformats.org/drawingml/2006/main">
            <a:off x="6763914" y="4467352"/>
            <a:ext cx="476250" cy="476250"/>
          </a:xfrm>
          <a:prstGeom xmlns:a="http://schemas.openxmlformats.org/drawingml/2006/main" prst="rect">
            <a:avLst/>
          </a:prstGeom>
        </p:spPr>
      </p:pic>
      <p:sp>
        <p:nvSpPr>
          <p:cNvPr id="4" name="path-5">
            <a:extLst xmlns:a="http://schemas.openxmlformats.org/drawingml/2006/main">
              <a:ext uri="{FF2B5EF4-FFF2-40B4-BE49-F238E27FC236}">
                <a16:creationId xmlns:a16="http://schemas.microsoft.com/office/drawing/2014/main" id="{663C1931-93E9-4797-B23C-B32F22F03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2687" y="5465539"/>
            <a:ext cx="1279677" cy="1524406"/>
          </a:xfrm>
          <a:custGeom xmlns:a="http://schemas.openxmlformats.org/drawingml/2006/main">
            <a:pathLst>
              <a:path w="1407645" h="1676846">
                <a:moveTo>
                  <a:pt x="0" y="102856"/>
                </a:moveTo>
                <a:lnTo>
                  <a:pt x="0" y="102856"/>
                </a:lnTo>
                <a:cubicBezTo>
                  <a:pt x="0" y="46053"/>
                  <a:pt x="46050" y="0"/>
                  <a:pt x="102856" y="0"/>
                </a:cubicBezTo>
                <a:lnTo>
                  <a:pt x="1304787" y="0"/>
                </a:lnTo>
                <a:cubicBezTo>
                  <a:pt x="1332067" y="0"/>
                  <a:pt x="1358229" y="10836"/>
                  <a:pt x="1377517" y="30126"/>
                </a:cubicBezTo>
                <a:cubicBezTo>
                  <a:pt x="1396807" y="49416"/>
                  <a:pt x="1407645" y="75578"/>
                  <a:pt x="1407645" y="102856"/>
                </a:cubicBezTo>
                <a:lnTo>
                  <a:pt x="1407645" y="1573991"/>
                </a:lnTo>
                <a:cubicBezTo>
                  <a:pt x="1407645" y="1630796"/>
                  <a:pt x="1361595" y="1676846"/>
                  <a:pt x="1304787" y="1676846"/>
                </a:cubicBezTo>
                <a:lnTo>
                  <a:pt x="102856" y="1676846"/>
                </a:lnTo>
                <a:cubicBezTo>
                  <a:pt x="46050" y="1676846"/>
                  <a:pt x="0" y="1630796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6EFEC"/>
          </a:solidFill>
          <a:ln xmlns:a="http://schemas.openxmlformats.org/drawingml/2006/main" w="16782">
            <a:solidFill>
              <a:srgbClr val="005853"/>
            </a:solidFill>
            <a:prstDash val="dash"/>
          </a:ln>
        </p:spPr>
      </p:sp>
      <p:pic>
        <p:nvPic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D49146C6-FCF3-4E19-8167-3B216AEFFE8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d3bf40b49414b00"/>
          <a:stretch xmlns:a="http://schemas.openxmlformats.org/drawingml/2006/main"/>
        </p:blipFill>
        <p:spPr>
          <a:xfrm xmlns:a="http://schemas.openxmlformats.org/drawingml/2006/main">
            <a:off x="6772573" y="6112579"/>
            <a:ext cx="476250" cy="476250"/>
          </a:xfrm>
          <a:prstGeom xmlns:a="http://schemas.openxmlformats.org/drawingml/2006/main" prst="rect">
            <a:avLst/>
          </a:prstGeom>
        </p:spPr>
      </p:pic>
      <p:sp>
        <p:nvSpPr>
          <p:cNvPr id="6" name="path-8">
            <a:extLst xmlns:a="http://schemas.openxmlformats.org/drawingml/2006/main">
              <a:ext uri="{FF2B5EF4-FFF2-40B4-BE49-F238E27FC236}">
                <a16:creationId xmlns:a16="http://schemas.microsoft.com/office/drawing/2014/main" id="{907E5064-5D4F-4406-8586-B9936FAE5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35" y="5382024"/>
            <a:ext cx="1279676" cy="1524408"/>
          </a:xfrm>
          <a:custGeom xmlns:a="http://schemas.openxmlformats.org/drawingml/2006/main">
            <a:pathLst>
              <a:path w="1407644" h="1676849">
                <a:moveTo>
                  <a:pt x="0" y="102856"/>
                </a:moveTo>
                <a:lnTo>
                  <a:pt x="0" y="102856"/>
                </a:lnTo>
                <a:cubicBezTo>
                  <a:pt x="0" y="46053"/>
                  <a:pt x="46050" y="0"/>
                  <a:pt x="102857" y="0"/>
                </a:cubicBezTo>
                <a:lnTo>
                  <a:pt x="1304788" y="0"/>
                </a:lnTo>
                <a:cubicBezTo>
                  <a:pt x="1332067" y="0"/>
                  <a:pt x="1358228" y="10836"/>
                  <a:pt x="1377518" y="30126"/>
                </a:cubicBezTo>
                <a:cubicBezTo>
                  <a:pt x="1396807" y="49416"/>
                  <a:pt x="1407644" y="75578"/>
                  <a:pt x="1407644" y="102856"/>
                </a:cubicBezTo>
                <a:lnTo>
                  <a:pt x="1407644" y="1573991"/>
                </a:lnTo>
                <a:cubicBezTo>
                  <a:pt x="1407644" y="1630796"/>
                  <a:pt x="1361595" y="1676849"/>
                  <a:pt x="1304788" y="1676849"/>
                </a:cubicBezTo>
                <a:lnTo>
                  <a:pt x="102857" y="1676849"/>
                </a:lnTo>
                <a:cubicBezTo>
                  <a:pt x="46050" y="1676849"/>
                  <a:pt x="0" y="1630796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6EFEC"/>
          </a:solidFill>
          <a:ln xmlns:a="http://schemas.openxmlformats.org/drawingml/2006/main" w="16782">
            <a:solidFill>
              <a:srgbClr val="134F5C"/>
            </a:solidFill>
            <a:prstDash val="dash"/>
          </a:ln>
        </p:spPr>
      </p:sp>
      <p:pic>
        <p:nvPic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B6AE3E32-54AB-4488-990F-63C915FAA15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87f20bf10af4240"/>
          <a:stretch xmlns:a="http://schemas.openxmlformats.org/drawingml/2006/main"/>
        </p:blipFill>
        <p:spPr>
          <a:xfrm xmlns:a="http://schemas.openxmlformats.org/drawingml/2006/main">
            <a:off x="538028" y="5826829"/>
            <a:ext cx="476250" cy="467591"/>
          </a:xfrm>
          <a:prstGeom xmlns:a="http://schemas.openxmlformats.org/drawingml/2006/main" prst="rect">
            <a:avLst/>
          </a:prstGeom>
        </p:spPr>
      </p:pic>
      <p:sp>
        <p:nvSpPr>
          <p:cNvPr id="8" name="path-11">
            <a:extLst xmlns:a="http://schemas.openxmlformats.org/drawingml/2006/main">
              <a:ext uri="{FF2B5EF4-FFF2-40B4-BE49-F238E27FC236}">
                <a16:creationId xmlns:a16="http://schemas.microsoft.com/office/drawing/2014/main" id="{C76D9EF0-AF26-40B2-B5A6-79C4650DF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35" y="3704531"/>
            <a:ext cx="1279676" cy="1524406"/>
          </a:xfrm>
          <a:custGeom xmlns:a="http://schemas.openxmlformats.org/drawingml/2006/main">
            <a:pathLst>
              <a:path w="1407644" h="1676846">
                <a:moveTo>
                  <a:pt x="0" y="102856"/>
                </a:moveTo>
                <a:lnTo>
                  <a:pt x="0" y="102856"/>
                </a:lnTo>
                <a:cubicBezTo>
                  <a:pt x="0" y="46050"/>
                  <a:pt x="46050" y="0"/>
                  <a:pt x="102857" y="0"/>
                </a:cubicBezTo>
                <a:lnTo>
                  <a:pt x="1304788" y="0"/>
                </a:lnTo>
                <a:cubicBezTo>
                  <a:pt x="1332067" y="0"/>
                  <a:pt x="1358228" y="10836"/>
                  <a:pt x="1377518" y="30126"/>
                </a:cubicBezTo>
                <a:cubicBezTo>
                  <a:pt x="1396807" y="49416"/>
                  <a:pt x="1407644" y="75578"/>
                  <a:pt x="1407644" y="102856"/>
                </a:cubicBezTo>
                <a:lnTo>
                  <a:pt x="1407644" y="1573991"/>
                </a:lnTo>
                <a:cubicBezTo>
                  <a:pt x="1407644" y="1630796"/>
                  <a:pt x="1361595" y="1676846"/>
                  <a:pt x="1304788" y="1676846"/>
                </a:cubicBezTo>
                <a:lnTo>
                  <a:pt x="102857" y="1676846"/>
                </a:lnTo>
                <a:cubicBezTo>
                  <a:pt x="46050" y="1676846"/>
                  <a:pt x="0" y="1630796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6EFEC"/>
          </a:solidFill>
          <a:ln xmlns:a="http://schemas.openxmlformats.org/drawingml/2006/main" w="16782">
            <a:solidFill>
              <a:srgbClr val="005853"/>
            </a:solidFill>
            <a:prstDash val="dash"/>
          </a:ln>
        </p:spPr>
      </p:sp>
      <p:pic>
        <p:nvPic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0CBD1770-6B84-42AF-B213-16DF3610D42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f7894e803024ef7"/>
          <a:stretch xmlns:a="http://schemas.openxmlformats.org/drawingml/2006/main"/>
        </p:blipFill>
        <p:spPr>
          <a:xfrm xmlns:a="http://schemas.openxmlformats.org/drawingml/2006/main">
            <a:off x="538028" y="4129648"/>
            <a:ext cx="476250" cy="476250"/>
          </a:xfrm>
          <a:prstGeom xmlns:a="http://schemas.openxmlformats.org/drawingml/2006/main" prst="rect">
            <a:avLst/>
          </a:prstGeom>
        </p:spPr>
      </p:pic>
      <p:pic>
        <p:nvPic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F7BE7818-BBB5-4D99-B0ED-97108534987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f9630bcee0e45d6"/>
          <a:stretch xmlns:a="http://schemas.openxmlformats.org/drawingml/2006/main"/>
        </p:blipFill>
        <p:spPr>
          <a:xfrm xmlns:a="http://schemas.openxmlformats.org/drawingml/2006/main">
            <a:off x="8054119" y="4805057"/>
            <a:ext cx="441614" cy="415636"/>
          </a:xfrm>
          <a:prstGeom xmlns:a="http://schemas.openxmlformats.org/drawingml/2006/main" prst="rect">
            <a:avLst/>
          </a:prstGeom>
        </p:spPr>
      </p:pic>
      <p:sp>
        <p:nvSpPr>
          <p:cNvPr id="11" name="path-16">
            <a:extLst xmlns:a="http://schemas.openxmlformats.org/drawingml/2006/main">
              <a:ext uri="{FF2B5EF4-FFF2-40B4-BE49-F238E27FC236}">
                <a16:creationId xmlns:a16="http://schemas.microsoft.com/office/drawing/2014/main" id="{7502137C-B571-47D5-8DBA-E357D31EF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7375" y="5347289"/>
            <a:ext cx="450875" cy="191"/>
          </a:xfrm>
          <a:custGeom xmlns:a="http://schemas.openxmlformats.org/drawingml/2006/main">
            <a:pathLst>
              <a:path w="495962" h="191">
                <a:moveTo>
                  <a:pt x="0" y="0"/>
                </a:moveTo>
                <a:lnTo>
                  <a:pt x="495962" y="0"/>
                </a:ln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50347">
            <a:solidFill>
              <a:srgbClr val="5E757C"/>
            </a:solidFill>
            <a:prstDash val="solid"/>
          </a:ln>
        </p:spPr>
      </p:sp>
      <p:sp>
        <p:nvSpPr>
          <p:cNvPr id="12" name="text-18 Image">
            <a:extLst xmlns:a="http://schemas.openxmlformats.org/drawingml/2006/main">
              <a:ext uri="{FF2B5EF4-FFF2-40B4-BE49-F238E27FC236}">
                <a16:creationId xmlns:a16="http://schemas.microsoft.com/office/drawing/2014/main" id="{DBDC297A-A06D-4FD6-954A-2FE5085D3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35554" y="4909082"/>
            <a:ext cx="568593" cy="2691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14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14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514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sp>
        <p:nvSpPr>
          <p:cNvPr id="13" name="text-20 Retrieve">
            <a:extLst xmlns:a="http://schemas.openxmlformats.org/drawingml/2006/main">
              <a:ext uri="{FF2B5EF4-FFF2-40B4-BE49-F238E27FC236}">
                <a16:creationId xmlns:a16="http://schemas.microsoft.com/office/drawing/2014/main" id="{C90B2689-29E8-48B2-BA14-C4EB91BAC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51536" y="3930655"/>
            <a:ext cx="736475" cy="2641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6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6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86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Retrieve</a:t>
            </a:r>
          </a:p>
        </p:txBody>
      </p:sp>
      <p:sp>
        <p:nvSpPr>
          <p:cNvPr id="14" name="text-21 Images">
            <a:extLst xmlns:a="http://schemas.openxmlformats.org/drawingml/2006/main">
              <a:ext uri="{FF2B5EF4-FFF2-40B4-BE49-F238E27FC236}">
                <a16:creationId xmlns:a16="http://schemas.microsoft.com/office/drawing/2014/main" id="{C2110F9D-D903-452D-91B4-A9EDD5B40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02129" y="4129653"/>
            <a:ext cx="633873" cy="2566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3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3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43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Images</a:t>
            </a:r>
          </a:p>
        </p:txBody>
      </p:sp>
      <p:sp>
        <p:nvSpPr>
          <p:cNvPr id="15" name="text-23 Retrieve">
            <a:extLst xmlns:a="http://schemas.openxmlformats.org/drawingml/2006/main">
              <a:ext uri="{FF2B5EF4-FFF2-40B4-BE49-F238E27FC236}">
                <a16:creationId xmlns:a16="http://schemas.microsoft.com/office/drawing/2014/main" id="{AE659CCA-97BA-42A5-BD18-BD2EA6F1B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61807" y="5582843"/>
            <a:ext cx="736475" cy="2641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6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6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86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Retrieve</a:t>
            </a:r>
          </a:p>
        </p:txBody>
      </p:sp>
      <p:sp>
        <p:nvSpPr>
          <p:cNvPr id="16" name="text-24 Videos">
            <a:extLst xmlns:a="http://schemas.openxmlformats.org/drawingml/2006/main">
              <a:ext uri="{FF2B5EF4-FFF2-40B4-BE49-F238E27FC236}">
                <a16:creationId xmlns:a16="http://schemas.microsoft.com/office/drawing/2014/main" id="{6F59391B-F076-4670-A7AB-126A7F0064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25294" y="5775878"/>
            <a:ext cx="609137" cy="2649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90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90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90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Videos</a:t>
            </a:r>
          </a:p>
        </p:txBody>
      </p:sp>
      <p:sp>
        <p:nvSpPr>
          <p:cNvPr id="17" name="text-26 Video">
            <a:extLst xmlns:a="http://schemas.openxmlformats.org/drawingml/2006/main">
              <a:ext uri="{FF2B5EF4-FFF2-40B4-BE49-F238E27FC236}">
                <a16:creationId xmlns:a16="http://schemas.microsoft.com/office/drawing/2014/main" id="{CE9031BB-07DA-4C71-91D6-ED879B3B2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60768" y="6570538"/>
            <a:ext cx="529395" cy="2726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34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34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534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Video</a:t>
            </a:r>
          </a:p>
        </p:txBody>
      </p:sp>
      <p:sp>
        <p:nvSpPr>
          <p:cNvPr id="18" name="text-28 Video">
            <a:extLst xmlns:a="http://schemas.openxmlformats.org/drawingml/2006/main">
              <a:ext uri="{FF2B5EF4-FFF2-40B4-BE49-F238E27FC236}">
                <a16:creationId xmlns:a16="http://schemas.microsoft.com/office/drawing/2014/main" id="{FE55A2A8-4890-41BF-8890-4BFF0CAF5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1282" y="6417408"/>
            <a:ext cx="529395" cy="2726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34" b="0" i="0">
                <a:solidFill>
                  <a:srgbClr val="134F5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34" b="0" i="0">
                <a:solidFill>
                  <a:srgbClr val="134F5C"/>
                </a:solidFill>
                <a:latin typeface="Arial"/>
                <a:ea typeface="Arial"/>
                <a:cs typeface="Arial"/>
              </a:defRPr>
            </a:pPr>
            <a:r>
              <a:rPr sz="1534" b="0" i="0">
                <a:solidFill>
                  <a:srgbClr val="134F5C"/>
                </a:solidFill>
                <a:latin typeface="Arial"/>
                <a:ea typeface="Arial"/>
                <a:cs typeface="Arial"/>
              </a:rPr>
              <a:t>Video</a:t>
            </a:r>
          </a:p>
        </p:txBody>
      </p:sp>
      <p:sp>
        <p:nvSpPr>
          <p:cNvPr id="19" name="text-30 Image">
            <a:extLst xmlns:a="http://schemas.openxmlformats.org/drawingml/2006/main">
              <a:ext uri="{FF2B5EF4-FFF2-40B4-BE49-F238E27FC236}">
                <a16:creationId xmlns:a16="http://schemas.microsoft.com/office/drawing/2014/main" id="{395C762B-90FC-4A44-85E8-E9DFCAF7C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1387" y="4723905"/>
            <a:ext cx="568593" cy="2691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14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14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514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sp>
        <p:nvSpPr>
          <p:cNvPr id="20" name="path-31">
            <a:extLst xmlns:a="http://schemas.openxmlformats.org/drawingml/2006/main">
              <a:ext uri="{FF2B5EF4-FFF2-40B4-BE49-F238E27FC236}">
                <a16:creationId xmlns:a16="http://schemas.microsoft.com/office/drawing/2014/main" id="{97129813-520C-4256-9A5C-516E70006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788" y="5404270"/>
            <a:ext cx="538617" cy="918660"/>
          </a:xfrm>
          <a:custGeom xmlns:a="http://schemas.openxmlformats.org/drawingml/2006/main">
            <a:pathLst>
              <a:path w="592478" h="1010526">
                <a:moveTo>
                  <a:pt x="0" y="1010526"/>
                </a:moveTo>
                <a:cubicBezTo>
                  <a:pt x="148156" y="1010526"/>
                  <a:pt x="222252" y="757894"/>
                  <a:pt x="296311" y="505262"/>
                </a:cubicBezTo>
                <a:cubicBezTo>
                  <a:pt x="370371" y="252632"/>
                  <a:pt x="444395" y="0"/>
                  <a:pt x="592478" y="0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16782">
            <a:solidFill>
              <a:srgbClr val="327686"/>
            </a:solidFill>
            <a:prstDash val="solid"/>
          </a:ln>
        </p:spPr>
      </p:sp>
      <p:sp>
        <p:nvSpPr>
          <p:cNvPr id="21" name="path-32">
            <a:extLst xmlns:a="http://schemas.openxmlformats.org/drawingml/2006/main">
              <a:ext uri="{FF2B5EF4-FFF2-40B4-BE49-F238E27FC236}">
                <a16:creationId xmlns:a16="http://schemas.microsoft.com/office/drawing/2014/main" id="{F7AA037D-A479-4785-98D3-3D24654B7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788" y="4626914"/>
            <a:ext cx="538617" cy="777530"/>
          </a:xfrm>
          <a:custGeom xmlns:a="http://schemas.openxmlformats.org/drawingml/2006/main">
            <a:pathLst>
              <a:path w="592478" h="855283">
                <a:moveTo>
                  <a:pt x="0" y="0"/>
                </a:moveTo>
                <a:cubicBezTo>
                  <a:pt x="148156" y="0"/>
                  <a:pt x="222252" y="213820"/>
                  <a:pt x="296311" y="427643"/>
                </a:cubicBezTo>
                <a:cubicBezTo>
                  <a:pt x="370371" y="641463"/>
                  <a:pt x="444395" y="855283"/>
                  <a:pt x="592478" y="855283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16782">
            <a:solidFill>
              <a:srgbClr val="327686"/>
            </a:solidFill>
            <a:prstDash val="solid"/>
          </a:ln>
        </p:spPr>
      </p:sp>
      <p:sp>
        <p:nvSpPr>
          <p:cNvPr id="22" name="path-33">
            <a:extLst xmlns:a="http://schemas.openxmlformats.org/drawingml/2006/main">
              <a:ext uri="{FF2B5EF4-FFF2-40B4-BE49-F238E27FC236}">
                <a16:creationId xmlns:a16="http://schemas.microsoft.com/office/drawing/2014/main" id="{4A4E9281-38B6-49D0-88C0-41083ED0BB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5422" y="3813373"/>
            <a:ext cx="1259061" cy="1524406"/>
          </a:xfrm>
          <a:custGeom xmlns:a="http://schemas.openxmlformats.org/drawingml/2006/main">
            <a:pathLst>
              <a:path w="1384967" h="1676846">
                <a:moveTo>
                  <a:pt x="0" y="101200"/>
                </a:moveTo>
                <a:lnTo>
                  <a:pt x="0" y="101200"/>
                </a:lnTo>
                <a:cubicBezTo>
                  <a:pt x="0" y="45310"/>
                  <a:pt x="45307" y="0"/>
                  <a:pt x="101199" y="0"/>
                </a:cubicBezTo>
                <a:lnTo>
                  <a:pt x="1283767" y="0"/>
                </a:lnTo>
                <a:cubicBezTo>
                  <a:pt x="1310608" y="0"/>
                  <a:pt x="1336349" y="10664"/>
                  <a:pt x="1355327" y="29642"/>
                </a:cubicBezTo>
                <a:cubicBezTo>
                  <a:pt x="1374306" y="48618"/>
                  <a:pt x="1384967" y="74359"/>
                  <a:pt x="1384967" y="101200"/>
                </a:cubicBezTo>
                <a:lnTo>
                  <a:pt x="1384967" y="1575649"/>
                </a:lnTo>
                <a:cubicBezTo>
                  <a:pt x="1384967" y="1631537"/>
                  <a:pt x="1339657" y="1676846"/>
                  <a:pt x="1283767" y="1676846"/>
                </a:cubicBezTo>
                <a:lnTo>
                  <a:pt x="101199" y="1676846"/>
                </a:lnTo>
                <a:cubicBezTo>
                  <a:pt x="45307" y="1676846"/>
                  <a:pt x="0" y="1631537"/>
                  <a:pt x="0" y="1575649"/>
                </a:cubicBezTo>
                <a:lnTo>
                  <a:pt x="0" y="101200"/>
                </a:lnTo>
              </a:path>
            </a:pathLst>
          </a:custGeom>
          <a:solidFill xmlns:a="http://schemas.openxmlformats.org/drawingml/2006/main">
            <a:srgbClr val="E6EFEC"/>
          </a:solidFill>
          <a:ln xmlns:a="http://schemas.openxmlformats.org/drawingml/2006/main" w="16782">
            <a:solidFill>
              <a:srgbClr val="005853"/>
            </a:solidFill>
            <a:prstDash val="dash"/>
          </a:ln>
        </p:spPr>
      </p:sp>
      <p:sp>
        <p:nvSpPr>
          <p:cNvPr id="23" name="text-35 Classify">
            <a:extLst xmlns:a="http://schemas.openxmlformats.org/drawingml/2006/main">
              <a:ext uri="{FF2B5EF4-FFF2-40B4-BE49-F238E27FC236}">
                <a16:creationId xmlns:a16="http://schemas.microsoft.com/office/drawing/2014/main" id="{3367CC37-1725-4C30-85AE-96C5E3157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78406" y="3932648"/>
            <a:ext cx="687101" cy="2614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70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70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70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Classify</a:t>
            </a:r>
          </a:p>
        </p:txBody>
      </p:sp>
      <p:sp>
        <p:nvSpPr>
          <p:cNvPr id="24" name="text-36 Images">
            <a:extLst xmlns:a="http://schemas.openxmlformats.org/drawingml/2006/main">
              <a:ext uri="{FF2B5EF4-FFF2-40B4-BE49-F238E27FC236}">
                <a16:creationId xmlns:a16="http://schemas.microsoft.com/office/drawing/2014/main" id="{8FEDAF74-AA85-48F6-A66F-98C24EAA4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04825" y="4129674"/>
            <a:ext cx="633873" cy="2566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3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3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43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Images</a:t>
            </a:r>
          </a:p>
        </p:txBody>
      </p:sp>
      <p:sp>
        <p:nvSpPr>
          <p:cNvPr id="25" name="text-38 #">
            <a:extLst xmlns:a="http://schemas.openxmlformats.org/drawingml/2006/main">
              <a:ext uri="{FF2B5EF4-FFF2-40B4-BE49-F238E27FC236}">
                <a16:creationId xmlns:a16="http://schemas.microsoft.com/office/drawing/2014/main" id="{4C114429-0160-4663-999A-702B73470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99122" y="4457629"/>
            <a:ext cx="280063" cy="5328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97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97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2997" b="1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#</a:t>
            </a:r>
          </a:p>
        </p:txBody>
      </p:sp>
      <p:sp>
        <p:nvSpPr>
          <p:cNvPr id="26" name="text-39 Class">
            <a:extLst xmlns:a="http://schemas.openxmlformats.org/drawingml/2006/main">
              <a:ext uri="{FF2B5EF4-FFF2-40B4-BE49-F238E27FC236}">
                <a16:creationId xmlns:a16="http://schemas.microsoft.com/office/drawing/2014/main" id="{DEBB40F9-321C-4049-86E4-2244CFB29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26343" y="4919029"/>
            <a:ext cx="488399" cy="2552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36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36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36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Class</a:t>
            </a:r>
          </a:p>
        </p:txBody>
      </p:sp>
      <p:sp>
        <p:nvSpPr>
          <p:cNvPr id="27" name="text-39 Idx">
            <a:extLst xmlns:a="http://schemas.openxmlformats.org/drawingml/2006/main">
              <a:ext uri="{FF2B5EF4-FFF2-40B4-BE49-F238E27FC236}">
                <a16:creationId xmlns:a16="http://schemas.microsoft.com/office/drawing/2014/main" id="{E40A1A8C-BC63-400B-AC4C-5225DCCEB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22560" y="4905409"/>
            <a:ext cx="296446" cy="27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3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3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543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Idx</a:t>
            </a:r>
          </a:p>
        </p:txBody>
      </p:sp>
      <p:sp>
        <p:nvSpPr>
          <p:cNvPr id="28" name="path-40">
            <a:extLst xmlns:a="http://schemas.openxmlformats.org/drawingml/2006/main">
              <a:ext uri="{FF2B5EF4-FFF2-40B4-BE49-F238E27FC236}">
                <a16:creationId xmlns:a16="http://schemas.microsoft.com/office/drawing/2014/main" id="{BB6A045F-00B5-482C-9E63-396EBA83DE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5533" y="5465563"/>
            <a:ext cx="1259063" cy="1524406"/>
          </a:xfrm>
          <a:custGeom xmlns:a="http://schemas.openxmlformats.org/drawingml/2006/main">
            <a:pathLst>
              <a:path w="1384970" h="1676846">
                <a:moveTo>
                  <a:pt x="0" y="101197"/>
                </a:moveTo>
                <a:lnTo>
                  <a:pt x="0" y="101197"/>
                </a:lnTo>
                <a:cubicBezTo>
                  <a:pt x="0" y="45307"/>
                  <a:pt x="45310" y="0"/>
                  <a:pt x="101201" y="0"/>
                </a:cubicBezTo>
                <a:lnTo>
                  <a:pt x="1283770" y="0"/>
                </a:lnTo>
                <a:cubicBezTo>
                  <a:pt x="1310608" y="0"/>
                  <a:pt x="1336349" y="10661"/>
                  <a:pt x="1355330" y="29640"/>
                </a:cubicBezTo>
                <a:cubicBezTo>
                  <a:pt x="1374308" y="48618"/>
                  <a:pt x="1384970" y="74359"/>
                  <a:pt x="1384970" y="101197"/>
                </a:cubicBezTo>
                <a:lnTo>
                  <a:pt x="1384970" y="1575646"/>
                </a:lnTo>
                <a:cubicBezTo>
                  <a:pt x="1384970" y="1631537"/>
                  <a:pt x="1339660" y="1676846"/>
                  <a:pt x="1283770" y="1676846"/>
                </a:cubicBezTo>
                <a:lnTo>
                  <a:pt x="101201" y="1676846"/>
                </a:lnTo>
                <a:cubicBezTo>
                  <a:pt x="45310" y="1676846"/>
                  <a:pt x="0" y="1631537"/>
                  <a:pt x="0" y="1575646"/>
                </a:cubicBezTo>
                <a:lnTo>
                  <a:pt x="0" y="101197"/>
                </a:lnTo>
              </a:path>
            </a:pathLst>
          </a:custGeom>
          <a:solidFill xmlns:a="http://schemas.openxmlformats.org/drawingml/2006/main">
            <a:srgbClr val="E6EFEC"/>
          </a:solidFill>
          <a:ln xmlns:a="http://schemas.openxmlformats.org/drawingml/2006/main" w="16782">
            <a:solidFill>
              <a:srgbClr val="005853"/>
            </a:solidFill>
            <a:prstDash val="dash"/>
          </a:ln>
        </p:spPr>
      </p:sp>
      <p:sp>
        <p:nvSpPr>
          <p:cNvPr id="29" name="text-42 Classify">
            <a:extLst xmlns:a="http://schemas.openxmlformats.org/drawingml/2006/main">
              <a:ext uri="{FF2B5EF4-FFF2-40B4-BE49-F238E27FC236}">
                <a16:creationId xmlns:a16="http://schemas.microsoft.com/office/drawing/2014/main" id="{EA66FF30-252F-4182-9799-395AC03F5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78520" y="5584838"/>
            <a:ext cx="687101" cy="2614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70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70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70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Classify</a:t>
            </a:r>
          </a:p>
        </p:txBody>
      </p:sp>
      <p:sp>
        <p:nvSpPr>
          <p:cNvPr id="30" name="text-43 Videos">
            <a:extLst xmlns:a="http://schemas.openxmlformats.org/drawingml/2006/main">
              <a:ext uri="{FF2B5EF4-FFF2-40B4-BE49-F238E27FC236}">
                <a16:creationId xmlns:a16="http://schemas.microsoft.com/office/drawing/2014/main" id="{06FA4DC0-0C5C-4AE9-8F53-4062783A6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17833" y="5775902"/>
            <a:ext cx="609136" cy="2649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90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90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90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Videos</a:t>
            </a:r>
          </a:p>
        </p:txBody>
      </p:sp>
      <p:sp>
        <p:nvSpPr>
          <p:cNvPr id="31" name="text-45 #">
            <a:extLst xmlns:a="http://schemas.openxmlformats.org/drawingml/2006/main">
              <a:ext uri="{FF2B5EF4-FFF2-40B4-BE49-F238E27FC236}">
                <a16:creationId xmlns:a16="http://schemas.microsoft.com/office/drawing/2014/main" id="{3AF87C86-3BF8-4A1A-BC43-1A9B8C413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99234" y="6109819"/>
            <a:ext cx="280063" cy="5328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97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97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2997" b="1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#</a:t>
            </a:r>
          </a:p>
        </p:txBody>
      </p:sp>
      <p:sp>
        <p:nvSpPr>
          <p:cNvPr id="32" name="text-46 Class">
            <a:extLst xmlns:a="http://schemas.openxmlformats.org/drawingml/2006/main">
              <a:ext uri="{FF2B5EF4-FFF2-40B4-BE49-F238E27FC236}">
                <a16:creationId xmlns:a16="http://schemas.microsoft.com/office/drawing/2014/main" id="{EDD9E34B-015F-4EA8-8802-CC1BBBECDB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26456" y="6571220"/>
            <a:ext cx="488399" cy="2552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36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36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436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Class</a:t>
            </a:r>
          </a:p>
        </p:txBody>
      </p:sp>
      <p:sp>
        <p:nvSpPr>
          <p:cNvPr id="33" name="text-46 Idx">
            <a:extLst xmlns:a="http://schemas.openxmlformats.org/drawingml/2006/main">
              <a:ext uri="{FF2B5EF4-FFF2-40B4-BE49-F238E27FC236}">
                <a16:creationId xmlns:a16="http://schemas.microsoft.com/office/drawing/2014/main" id="{E2DCD844-A186-4A6D-B1F2-3D41A45ED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22672" y="6557600"/>
            <a:ext cx="296446" cy="274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3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3" b="0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543" b="0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Idx</a:t>
            </a:r>
          </a:p>
        </p:txBody>
      </p:sp>
      <p:sp>
        <p:nvSpPr>
          <p:cNvPr id="34" name="path-47">
            <a:extLst xmlns:a="http://schemas.openxmlformats.org/drawingml/2006/main">
              <a:ext uri="{FF2B5EF4-FFF2-40B4-BE49-F238E27FC236}">
                <a16:creationId xmlns:a16="http://schemas.microsoft.com/office/drawing/2014/main" id="{1554DB1B-FF17-4525-8D38-599233C30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6537" y="4764254"/>
            <a:ext cx="2435666" cy="1280207"/>
          </a:xfrm>
          <a:custGeom xmlns:a="http://schemas.openxmlformats.org/drawingml/2006/main">
            <a:pathLst>
              <a:path w="2679233" h="1408227">
                <a:moveTo>
                  <a:pt x="0" y="86086"/>
                </a:moveTo>
                <a:lnTo>
                  <a:pt x="0" y="86086"/>
                </a:lnTo>
                <a:cubicBezTo>
                  <a:pt x="0" y="38542"/>
                  <a:pt x="38542" y="0"/>
                  <a:pt x="86085" y="0"/>
                </a:cubicBezTo>
                <a:lnTo>
                  <a:pt x="2593148" y="0"/>
                </a:lnTo>
                <a:cubicBezTo>
                  <a:pt x="2615979" y="0"/>
                  <a:pt x="2637877" y="9071"/>
                  <a:pt x="2654019" y="25214"/>
                </a:cubicBezTo>
                <a:cubicBezTo>
                  <a:pt x="2670164" y="41359"/>
                  <a:pt x="2679233" y="63254"/>
                  <a:pt x="2679233" y="86086"/>
                </a:cubicBezTo>
                <a:lnTo>
                  <a:pt x="2679233" y="1322141"/>
                </a:lnTo>
                <a:cubicBezTo>
                  <a:pt x="2679233" y="1369686"/>
                  <a:pt x="2640693" y="1408227"/>
                  <a:pt x="2593148" y="1408227"/>
                </a:cubicBezTo>
                <a:lnTo>
                  <a:pt x="86085" y="1408227"/>
                </a:lnTo>
                <a:cubicBezTo>
                  <a:pt x="38542" y="1408227"/>
                  <a:pt x="0" y="1369686"/>
                  <a:pt x="0" y="1322141"/>
                </a:cubicBezTo>
                <a:lnTo>
                  <a:pt x="0" y="86086"/>
                </a:lnTo>
              </a:path>
            </a:pathLst>
          </a:custGeom>
          <a:solidFill xmlns:a="http://schemas.openxmlformats.org/drawingml/2006/main">
            <a:srgbClr val="E6EFEC"/>
          </a:solidFill>
          <a:ln xmlns:a="http://schemas.openxmlformats.org/drawingml/2006/main" w="33564">
            <a:solidFill>
              <a:srgbClr val="005853"/>
            </a:solidFill>
            <a:prstDash val="solid"/>
          </a:ln>
        </p:spPr>
      </p:sp>
      <p:sp>
        <p:nvSpPr>
          <p:cNvPr id="35" name="text-48 PE">
            <a:extLst xmlns:a="http://schemas.openxmlformats.org/drawingml/2006/main">
              <a:ext uri="{FF2B5EF4-FFF2-40B4-BE49-F238E27FC236}">
                <a16:creationId xmlns:a16="http://schemas.microsoft.com/office/drawing/2014/main" id="{CD0F7C4D-32BB-4B1B-B20C-9B94D5D41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81823" y="4987929"/>
            <a:ext cx="641352" cy="5931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336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336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3336" b="1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PE</a:t>
            </a:r>
          </a:p>
        </p:txBody>
      </p:sp>
      <p:sp>
        <p:nvSpPr>
          <p:cNvPr id="36" name="text-49 Core">
            <a:extLst xmlns:a="http://schemas.openxmlformats.org/drawingml/2006/main">
              <a:ext uri="{FF2B5EF4-FFF2-40B4-BE49-F238E27FC236}">
                <a16:creationId xmlns:a16="http://schemas.microsoft.com/office/drawing/2014/main" id="{6CE02938-D002-4855-9725-EB4ACD9EA1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33506" y="5406418"/>
            <a:ext cx="716433" cy="4273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04" b="0" i="1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04" b="0" i="1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2404" b="0" i="1">
                <a:solidFill>
                  <a:srgbClr val="005853"/>
                </a:solidFill>
                <a:latin typeface="Arial"/>
                <a:ea typeface="Arial"/>
                <a:cs typeface="Arial"/>
              </a:rPr>
              <a:t>Core</a:t>
            </a:r>
          </a:p>
        </p:txBody>
      </p:sp>
      <p:sp>
        <p:nvSpPr>
          <p:cNvPr id="37" name="path-50">
            <a:extLst xmlns:a="http://schemas.openxmlformats.org/drawingml/2006/main">
              <a:ext uri="{FF2B5EF4-FFF2-40B4-BE49-F238E27FC236}">
                <a16:creationId xmlns:a16="http://schemas.microsoft.com/office/drawing/2014/main" id="{5ED503F2-2207-4987-8384-1B21C3B0B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6460" y="3746352"/>
            <a:ext cx="2435665" cy="1280204"/>
          </a:xfrm>
          <a:custGeom xmlns:a="http://schemas.openxmlformats.org/drawingml/2006/main">
            <a:pathLst>
              <a:path w="2679232" h="1408225">
                <a:moveTo>
                  <a:pt x="0" y="86084"/>
                </a:moveTo>
                <a:lnTo>
                  <a:pt x="0" y="86084"/>
                </a:lnTo>
                <a:cubicBezTo>
                  <a:pt x="0" y="38542"/>
                  <a:pt x="38542" y="0"/>
                  <a:pt x="86084" y="0"/>
                </a:cubicBezTo>
                <a:lnTo>
                  <a:pt x="2593148" y="0"/>
                </a:lnTo>
                <a:cubicBezTo>
                  <a:pt x="2615978" y="0"/>
                  <a:pt x="2637875" y="9068"/>
                  <a:pt x="2654018" y="25214"/>
                </a:cubicBezTo>
                <a:cubicBezTo>
                  <a:pt x="2670164" y="41356"/>
                  <a:pt x="2679232" y="63254"/>
                  <a:pt x="2679232" y="86084"/>
                </a:cubicBezTo>
                <a:lnTo>
                  <a:pt x="2679232" y="1322141"/>
                </a:lnTo>
                <a:cubicBezTo>
                  <a:pt x="2679232" y="1369683"/>
                  <a:pt x="2640693" y="1408225"/>
                  <a:pt x="2593148" y="1408225"/>
                </a:cubicBezTo>
                <a:lnTo>
                  <a:pt x="86084" y="1408225"/>
                </a:lnTo>
                <a:cubicBezTo>
                  <a:pt x="38542" y="1408225"/>
                  <a:pt x="0" y="1369683"/>
                  <a:pt x="0" y="1322141"/>
                </a:cubicBezTo>
                <a:lnTo>
                  <a:pt x="0" y="86084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33564">
            <a:solidFill>
              <a:srgbClr val="144E74"/>
            </a:solidFill>
            <a:prstDash val="solid"/>
          </a:ln>
        </p:spPr>
      </p:sp>
      <p:sp>
        <p:nvSpPr>
          <p:cNvPr id="38" name="text-51 PE">
            <a:extLst xmlns:a="http://schemas.openxmlformats.org/drawingml/2006/main">
              <a:ext uri="{FF2B5EF4-FFF2-40B4-BE49-F238E27FC236}">
                <a16:creationId xmlns:a16="http://schemas.microsoft.com/office/drawing/2014/main" id="{EDF3E5A8-899F-473A-ACB6-508BBB4BB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71744" y="3970026"/>
            <a:ext cx="641352" cy="5931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336" b="1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336" b="1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3336" b="1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PE</a:t>
            </a:r>
          </a:p>
        </p:txBody>
      </p:sp>
      <p:sp>
        <p:nvSpPr>
          <p:cNvPr id="39" name="text-52 Language">
            <a:extLst xmlns:a="http://schemas.openxmlformats.org/drawingml/2006/main">
              <a:ext uri="{FF2B5EF4-FFF2-40B4-BE49-F238E27FC236}">
                <a16:creationId xmlns:a16="http://schemas.microsoft.com/office/drawing/2014/main" id="{E3F8AF70-637A-474F-B7EF-74D6AFAF7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65008" y="4383843"/>
            <a:ext cx="1434322" cy="4338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0" b="0" i="1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0" b="0" i="1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2440" b="0" i="1">
                <a:solidFill>
                  <a:srgbClr val="144E74"/>
                </a:solidFill>
                <a:latin typeface="Arial"/>
                <a:ea typeface="Arial"/>
                <a:cs typeface="Arial"/>
              </a:rPr>
              <a:t>Language</a:t>
            </a:r>
          </a:p>
        </p:txBody>
      </p:sp>
      <p:sp>
        <p:nvSpPr>
          <p:cNvPr id="40" name="path-53">
            <a:extLst xmlns:a="http://schemas.openxmlformats.org/drawingml/2006/main">
              <a:ext uri="{FF2B5EF4-FFF2-40B4-BE49-F238E27FC236}">
                <a16:creationId xmlns:a16="http://schemas.microsoft.com/office/drawing/2014/main" id="{EE8FDB46-A299-4FD8-86ED-6F657BFF0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03722" y="3627357"/>
            <a:ext cx="1279677" cy="1524406"/>
          </a:xfrm>
          <a:custGeom xmlns:a="http://schemas.openxmlformats.org/drawingml/2006/main">
            <a:pathLst>
              <a:path w="1407645" h="1676846">
                <a:moveTo>
                  <a:pt x="0" y="102856"/>
                </a:moveTo>
                <a:lnTo>
                  <a:pt x="0" y="102856"/>
                </a:lnTo>
                <a:cubicBezTo>
                  <a:pt x="0" y="46050"/>
                  <a:pt x="46050" y="0"/>
                  <a:pt x="102856" y="0"/>
                </a:cubicBezTo>
                <a:lnTo>
                  <a:pt x="1304790" y="0"/>
                </a:lnTo>
                <a:cubicBezTo>
                  <a:pt x="1332067" y="0"/>
                  <a:pt x="1358229" y="10833"/>
                  <a:pt x="1377519" y="30123"/>
                </a:cubicBezTo>
                <a:cubicBezTo>
                  <a:pt x="1396810" y="49413"/>
                  <a:pt x="1407645" y="75576"/>
                  <a:pt x="1407645" y="102856"/>
                </a:cubicBezTo>
                <a:lnTo>
                  <a:pt x="1407645" y="1573991"/>
                </a:lnTo>
                <a:cubicBezTo>
                  <a:pt x="1407645" y="1630793"/>
                  <a:pt x="1361592" y="1676846"/>
                  <a:pt x="1304790" y="1676846"/>
                </a:cubicBezTo>
                <a:lnTo>
                  <a:pt x="102856" y="1676846"/>
                </a:lnTo>
                <a:cubicBezTo>
                  <a:pt x="46050" y="1676846"/>
                  <a:pt x="0" y="1630793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16782">
            <a:solidFill>
              <a:srgbClr val="144E74"/>
            </a:solidFill>
            <a:prstDash val="dash"/>
          </a:ln>
        </p:spPr>
      </p:sp>
      <p:sp>
        <p:nvSpPr>
          <p:cNvPr id="41" name="text-55 OCR">
            <a:extLst xmlns:a="http://schemas.openxmlformats.org/drawingml/2006/main">
              <a:ext uri="{FF2B5EF4-FFF2-40B4-BE49-F238E27FC236}">
                <a16:creationId xmlns:a16="http://schemas.microsoft.com/office/drawing/2014/main" id="{29987D7C-2D23-47E6-8E3E-FD9452420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26707" y="3850954"/>
            <a:ext cx="430336" cy="2508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411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OCR</a:t>
            </a:r>
          </a:p>
        </p:txBody>
      </p:sp>
      <p:sp>
        <p:nvSpPr>
          <p:cNvPr id="42" name="text-55 Q&amp;A">
            <a:extLst xmlns:a="http://schemas.openxmlformats.org/drawingml/2006/main">
              <a:ext uri="{FF2B5EF4-FFF2-40B4-BE49-F238E27FC236}">
                <a16:creationId xmlns:a16="http://schemas.microsoft.com/office/drawing/2014/main" id="{BB5C7B4C-3AC7-4720-820A-020457092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63321" y="3841788"/>
            <a:ext cx="431627" cy="2637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3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3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483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Q&amp;A</a:t>
            </a:r>
          </a:p>
        </p:txBody>
      </p:sp>
      <p:sp>
        <p:nvSpPr>
          <p:cNvPr id="43" name="text-57 T">
            <a:extLst xmlns:a="http://schemas.openxmlformats.org/drawingml/2006/main">
              <a:ext uri="{FF2B5EF4-FFF2-40B4-BE49-F238E27FC236}">
                <a16:creationId xmlns:a16="http://schemas.microsoft.com/office/drawing/2014/main" id="{C863F55B-661D-45EC-96F4-02EE334C3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16927" y="4271694"/>
            <a:ext cx="322211" cy="5327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96" b="1" i="0">
                <a:solidFill>
                  <a:srgbClr val="144E7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96" b="1" i="0">
                <a:solidFill>
                  <a:srgbClr val="144E7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996" b="1" i="0">
                <a:solidFill>
                  <a:srgbClr val="144E74"/>
                </a:solidFill>
                <a:latin typeface="Times New Roman"/>
                <a:ea typeface="Times New Roman"/>
                <a:cs typeface="Times New Roman"/>
              </a:rPr>
              <a:t>T</a:t>
            </a:r>
          </a:p>
        </p:txBody>
      </p:sp>
      <p:sp>
        <p:nvSpPr>
          <p:cNvPr id="44" name="text-58 Text">
            <a:extLst xmlns:a="http://schemas.openxmlformats.org/drawingml/2006/main">
              <a:ext uri="{FF2B5EF4-FFF2-40B4-BE49-F238E27FC236}">
                <a16:creationId xmlns:a16="http://schemas.microsoft.com/office/drawing/2014/main" id="{9B6F5C13-A0ED-4FBB-BDC1-356B610C2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60028" y="4714598"/>
            <a:ext cx="404000" cy="281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581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Text</a:t>
            </a:r>
          </a:p>
        </p:txBody>
      </p:sp>
      <p:sp>
        <p:nvSpPr>
          <p:cNvPr id="45" name="path-59">
            <a:extLst xmlns:a="http://schemas.openxmlformats.org/drawingml/2006/main">
              <a:ext uri="{FF2B5EF4-FFF2-40B4-BE49-F238E27FC236}">
                <a16:creationId xmlns:a16="http://schemas.microsoft.com/office/drawing/2014/main" id="{64B56630-2907-43F2-B2B4-92A655867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39152" y="3627357"/>
            <a:ext cx="1279675" cy="1524406"/>
          </a:xfrm>
          <a:custGeom xmlns:a="http://schemas.openxmlformats.org/drawingml/2006/main">
            <a:pathLst>
              <a:path w="1407643" h="1676846">
                <a:moveTo>
                  <a:pt x="0" y="102856"/>
                </a:moveTo>
                <a:lnTo>
                  <a:pt x="0" y="102856"/>
                </a:lnTo>
                <a:cubicBezTo>
                  <a:pt x="0" y="46050"/>
                  <a:pt x="46050" y="0"/>
                  <a:pt x="102856" y="0"/>
                </a:cubicBezTo>
                <a:lnTo>
                  <a:pt x="1304787" y="0"/>
                </a:lnTo>
                <a:cubicBezTo>
                  <a:pt x="1332067" y="0"/>
                  <a:pt x="1358229" y="10833"/>
                  <a:pt x="1377519" y="30123"/>
                </a:cubicBezTo>
                <a:cubicBezTo>
                  <a:pt x="1396810" y="49413"/>
                  <a:pt x="1407643" y="75576"/>
                  <a:pt x="1407643" y="102856"/>
                </a:cubicBezTo>
                <a:lnTo>
                  <a:pt x="1407643" y="1573991"/>
                </a:lnTo>
                <a:cubicBezTo>
                  <a:pt x="1407643" y="1630793"/>
                  <a:pt x="1361592" y="1676846"/>
                  <a:pt x="1304787" y="1676846"/>
                </a:cubicBezTo>
                <a:lnTo>
                  <a:pt x="102856" y="1676846"/>
                </a:lnTo>
                <a:cubicBezTo>
                  <a:pt x="46050" y="1676846"/>
                  <a:pt x="0" y="1630793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16782">
            <a:solidFill>
              <a:srgbClr val="144E74"/>
            </a:solidFill>
            <a:prstDash val="dash"/>
          </a:ln>
        </p:spPr>
      </p:sp>
      <p:sp>
        <p:nvSpPr>
          <p:cNvPr id="46" name="text-61 Captioning">
            <a:extLst xmlns:a="http://schemas.openxmlformats.org/drawingml/2006/main">
              <a:ext uri="{FF2B5EF4-FFF2-40B4-BE49-F238E27FC236}">
                <a16:creationId xmlns:a16="http://schemas.microsoft.com/office/drawing/2014/main" id="{EA9F5C8A-1ABA-43ED-A68E-6D75D3DD8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24751" y="3839909"/>
            <a:ext cx="943678" cy="2663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98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98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498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Captioning</a:t>
            </a:r>
          </a:p>
        </p:txBody>
      </p:sp>
      <p:sp>
        <p:nvSpPr>
          <p:cNvPr id="47" name="text-63 T">
            <a:extLst xmlns:a="http://schemas.openxmlformats.org/drawingml/2006/main">
              <a:ext uri="{FF2B5EF4-FFF2-40B4-BE49-F238E27FC236}">
                <a16:creationId xmlns:a16="http://schemas.microsoft.com/office/drawing/2014/main" id="{107F65DD-B2C1-4484-97A6-04DDCC39B0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52355" y="4271694"/>
            <a:ext cx="322211" cy="5327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96" b="1" i="0">
                <a:solidFill>
                  <a:srgbClr val="144E7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96" b="1" i="0">
                <a:solidFill>
                  <a:srgbClr val="144E7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996" b="1" i="0">
                <a:solidFill>
                  <a:srgbClr val="144E74"/>
                </a:solidFill>
                <a:latin typeface="Times New Roman"/>
                <a:ea typeface="Times New Roman"/>
                <a:cs typeface="Times New Roman"/>
              </a:rPr>
              <a:t>T</a:t>
            </a:r>
          </a:p>
        </p:txBody>
      </p:sp>
      <p:sp>
        <p:nvSpPr>
          <p:cNvPr id="48" name="text-64 Text">
            <a:extLst xmlns:a="http://schemas.openxmlformats.org/drawingml/2006/main">
              <a:ext uri="{FF2B5EF4-FFF2-40B4-BE49-F238E27FC236}">
                <a16:creationId xmlns:a16="http://schemas.microsoft.com/office/drawing/2014/main" id="{5270E42F-6871-462C-8CEC-3F5A34B87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95456" y="4714598"/>
            <a:ext cx="404000" cy="281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581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Text</a:t>
            </a:r>
          </a:p>
        </p:txBody>
      </p:sp>
      <p:sp>
        <p:nvSpPr>
          <p:cNvPr id="49" name="path-65">
            <a:extLst xmlns:a="http://schemas.openxmlformats.org/drawingml/2006/main">
              <a:ext uri="{FF2B5EF4-FFF2-40B4-BE49-F238E27FC236}">
                <a16:creationId xmlns:a16="http://schemas.microsoft.com/office/drawing/2014/main" id="{5EEBA596-630C-4C5A-B2E2-9B9EF3CE5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74583" y="3627357"/>
            <a:ext cx="1279675" cy="1524406"/>
          </a:xfrm>
          <a:custGeom xmlns:a="http://schemas.openxmlformats.org/drawingml/2006/main">
            <a:pathLst>
              <a:path w="1407643" h="1676846">
                <a:moveTo>
                  <a:pt x="0" y="102856"/>
                </a:moveTo>
                <a:lnTo>
                  <a:pt x="0" y="102856"/>
                </a:lnTo>
                <a:cubicBezTo>
                  <a:pt x="0" y="46050"/>
                  <a:pt x="46050" y="0"/>
                  <a:pt x="102856" y="0"/>
                </a:cubicBezTo>
                <a:lnTo>
                  <a:pt x="1304787" y="0"/>
                </a:lnTo>
                <a:cubicBezTo>
                  <a:pt x="1332067" y="0"/>
                  <a:pt x="1358226" y="10833"/>
                  <a:pt x="1377517" y="30123"/>
                </a:cubicBezTo>
                <a:cubicBezTo>
                  <a:pt x="1396807" y="49413"/>
                  <a:pt x="1407643" y="75576"/>
                  <a:pt x="1407643" y="102856"/>
                </a:cubicBezTo>
                <a:lnTo>
                  <a:pt x="1407643" y="1573991"/>
                </a:lnTo>
                <a:cubicBezTo>
                  <a:pt x="1407643" y="1630793"/>
                  <a:pt x="1361592" y="1676846"/>
                  <a:pt x="1304787" y="1676846"/>
                </a:cubicBezTo>
                <a:lnTo>
                  <a:pt x="102856" y="1676846"/>
                </a:lnTo>
                <a:cubicBezTo>
                  <a:pt x="46050" y="1676846"/>
                  <a:pt x="0" y="1630793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16782">
            <a:solidFill>
              <a:srgbClr val="144E74"/>
            </a:solidFill>
            <a:prstDash val="dash"/>
          </a:ln>
        </p:spPr>
      </p:sp>
      <p:sp>
        <p:nvSpPr>
          <p:cNvPr id="50" name="text-67 Video">
            <a:extLst xmlns:a="http://schemas.openxmlformats.org/drawingml/2006/main">
              <a:ext uri="{FF2B5EF4-FFF2-40B4-BE49-F238E27FC236}">
                <a16:creationId xmlns:a16="http://schemas.microsoft.com/office/drawing/2014/main" id="{DA26AA9D-973A-4F28-8241-A41B198D8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54133" y="3839148"/>
            <a:ext cx="519389" cy="2674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4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4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504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Video</a:t>
            </a:r>
          </a:p>
        </p:txBody>
      </p:sp>
      <p:sp>
        <p:nvSpPr>
          <p:cNvPr id="51" name="text-67 Q&amp;A">
            <a:extLst xmlns:a="http://schemas.openxmlformats.org/drawingml/2006/main">
              <a:ext uri="{FF2B5EF4-FFF2-40B4-BE49-F238E27FC236}">
                <a16:creationId xmlns:a16="http://schemas.microsoft.com/office/drawing/2014/main" id="{CF99FAB3-ED77-401B-92A7-293B2FB19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77676" y="3841788"/>
            <a:ext cx="431627" cy="2637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3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3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483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Q&amp;A</a:t>
            </a:r>
          </a:p>
        </p:txBody>
      </p:sp>
      <p:sp>
        <p:nvSpPr>
          <p:cNvPr id="52" name="text-69 T">
            <a:extLst xmlns:a="http://schemas.openxmlformats.org/drawingml/2006/main">
              <a:ext uri="{FF2B5EF4-FFF2-40B4-BE49-F238E27FC236}">
                <a16:creationId xmlns:a16="http://schemas.microsoft.com/office/drawing/2014/main" id="{91097445-57AA-4B02-940D-4AA151C04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87785" y="4271694"/>
            <a:ext cx="322211" cy="5327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96" b="1" i="0">
                <a:solidFill>
                  <a:srgbClr val="144E7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96" b="1" i="0">
                <a:solidFill>
                  <a:srgbClr val="144E7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996" b="1" i="0">
                <a:solidFill>
                  <a:srgbClr val="144E74"/>
                </a:solidFill>
                <a:latin typeface="Times New Roman"/>
                <a:ea typeface="Times New Roman"/>
                <a:cs typeface="Times New Roman"/>
              </a:rPr>
              <a:t>T</a:t>
            </a:r>
          </a:p>
        </p:txBody>
      </p:sp>
      <p:sp>
        <p:nvSpPr>
          <p:cNvPr id="53" name="text-70 Text">
            <a:extLst xmlns:a="http://schemas.openxmlformats.org/drawingml/2006/main">
              <a:ext uri="{FF2B5EF4-FFF2-40B4-BE49-F238E27FC236}">
                <a16:creationId xmlns:a16="http://schemas.microsoft.com/office/drawing/2014/main" id="{BD389F1C-EE4F-456D-9B9C-9AD027E7F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30886" y="4714598"/>
            <a:ext cx="404000" cy="281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581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Text</a:t>
            </a:r>
          </a:p>
        </p:txBody>
      </p:sp>
      <p:sp>
        <p:nvSpPr>
          <p:cNvPr id="54" name="path-71">
            <a:extLst xmlns:a="http://schemas.openxmlformats.org/drawingml/2006/main">
              <a:ext uri="{FF2B5EF4-FFF2-40B4-BE49-F238E27FC236}">
                <a16:creationId xmlns:a16="http://schemas.microsoft.com/office/drawing/2014/main" id="{667EC466-208F-4FBF-AB7A-6DF34332F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99546" y="3621148"/>
            <a:ext cx="1279676" cy="1524406"/>
          </a:xfrm>
          <a:custGeom xmlns:a="http://schemas.openxmlformats.org/drawingml/2006/main">
            <a:pathLst>
              <a:path w="1407644" h="1676846">
                <a:moveTo>
                  <a:pt x="0" y="102856"/>
                </a:moveTo>
                <a:lnTo>
                  <a:pt x="0" y="102856"/>
                </a:lnTo>
                <a:cubicBezTo>
                  <a:pt x="0" y="46053"/>
                  <a:pt x="46053" y="0"/>
                  <a:pt x="102858" y="0"/>
                </a:cubicBezTo>
                <a:lnTo>
                  <a:pt x="1304788" y="0"/>
                </a:lnTo>
                <a:cubicBezTo>
                  <a:pt x="1332068" y="0"/>
                  <a:pt x="1358230" y="10836"/>
                  <a:pt x="1377521" y="30126"/>
                </a:cubicBezTo>
                <a:cubicBezTo>
                  <a:pt x="1396806" y="49416"/>
                  <a:pt x="1407644" y="75578"/>
                  <a:pt x="1407644" y="102856"/>
                </a:cubicBezTo>
                <a:lnTo>
                  <a:pt x="1407644" y="1573991"/>
                </a:lnTo>
                <a:cubicBezTo>
                  <a:pt x="1407644" y="1630796"/>
                  <a:pt x="1361594" y="1676846"/>
                  <a:pt x="1304788" y="1676846"/>
                </a:cubicBezTo>
                <a:lnTo>
                  <a:pt x="102858" y="1676846"/>
                </a:lnTo>
                <a:cubicBezTo>
                  <a:pt x="46053" y="1676846"/>
                  <a:pt x="0" y="1630796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16782">
            <a:solidFill>
              <a:srgbClr val="144E74"/>
            </a:solidFill>
            <a:prstDash val="dash"/>
          </a:ln>
        </p:spPr>
      </p:sp>
      <p:sp>
        <p:nvSpPr>
          <p:cNvPr id="55" name="text-73 Grounding">
            <a:extLst xmlns:a="http://schemas.openxmlformats.org/drawingml/2006/main">
              <a:ext uri="{FF2B5EF4-FFF2-40B4-BE49-F238E27FC236}">
                <a16:creationId xmlns:a16="http://schemas.microsoft.com/office/drawing/2014/main" id="{2D941233-7C70-47A4-BAF9-BF6F5BE81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100725" y="3835831"/>
            <a:ext cx="912109" cy="2633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8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81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481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Grounding</a:t>
            </a:r>
          </a:p>
        </p:txBody>
      </p:sp>
      <p:sp>
        <p:nvSpPr>
          <p:cNvPr id="56" name="text-75 Box">
            <a:extLst xmlns:a="http://schemas.openxmlformats.org/drawingml/2006/main">
              <a:ext uri="{FF2B5EF4-FFF2-40B4-BE49-F238E27FC236}">
                <a16:creationId xmlns:a16="http://schemas.microsoft.com/office/drawing/2014/main" id="{B927D933-6B61-4CBE-B3B5-B97BBED99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369905" y="4715490"/>
            <a:ext cx="364009" cy="2679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7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7" b="0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507" b="0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Box</a:t>
            </a:r>
          </a:p>
        </p:txBody>
      </p:sp>
      <p:sp>
        <p:nvSpPr>
          <p:cNvPr id="57" name="path-76">
            <a:extLst xmlns:a="http://schemas.openxmlformats.org/drawingml/2006/main">
              <a:ext uri="{FF2B5EF4-FFF2-40B4-BE49-F238E27FC236}">
                <a16:creationId xmlns:a16="http://schemas.microsoft.com/office/drawing/2014/main" id="{8E43444E-7E5C-4E68-8663-D738C8D8C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41920" y="4269660"/>
            <a:ext cx="251075" cy="251072"/>
          </a:xfrm>
          <a:custGeom xmlns:a="http://schemas.openxmlformats.org/drawingml/2006/main">
            <a:pathLst>
              <a:path w="276182" h="276180">
                <a:moveTo>
                  <a:pt x="0" y="0"/>
                </a:moveTo>
                <a:lnTo>
                  <a:pt x="0" y="276180"/>
                </a:lnTo>
                <a:lnTo>
                  <a:pt x="276182" y="276180"/>
                </a:lnTo>
                <a:lnTo>
                  <a:pt x="276182" y="0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33564">
            <a:solidFill>
              <a:srgbClr val="2C4978"/>
            </a:solidFill>
            <a:prstDash val="solid"/>
          </a:ln>
        </p:spPr>
      </p:sp>
      <p:sp>
        <p:nvSpPr>
          <p:cNvPr id="58" name="path-77">
            <a:extLst xmlns:a="http://schemas.openxmlformats.org/drawingml/2006/main">
              <a:ext uri="{FF2B5EF4-FFF2-40B4-BE49-F238E27FC236}">
                <a16:creationId xmlns:a16="http://schemas.microsoft.com/office/drawing/2014/main" id="{F5D211B2-6F6F-4105-9AE6-B17C6E97FA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6179" y="4389827"/>
            <a:ext cx="251075" cy="251072"/>
          </a:xfrm>
          <a:custGeom xmlns:a="http://schemas.openxmlformats.org/drawingml/2006/main">
            <a:pathLst>
              <a:path w="276182" h="276180">
                <a:moveTo>
                  <a:pt x="0" y="0"/>
                </a:moveTo>
                <a:lnTo>
                  <a:pt x="0" y="276180"/>
                </a:lnTo>
                <a:lnTo>
                  <a:pt x="276182" y="276180"/>
                </a:lnTo>
                <a:lnTo>
                  <a:pt x="276182" y="0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33564">
            <a:solidFill>
              <a:srgbClr val="2C4978"/>
            </a:solidFill>
            <a:prstDash val="solid"/>
          </a:ln>
        </p:spPr>
      </p:sp>
      <p:sp>
        <p:nvSpPr>
          <p:cNvPr id="59" name="path-78">
            <a:extLst xmlns:a="http://schemas.openxmlformats.org/drawingml/2006/main">
              <a:ext uri="{FF2B5EF4-FFF2-40B4-BE49-F238E27FC236}">
                <a16:creationId xmlns:a16="http://schemas.microsoft.com/office/drawing/2014/main" id="{804FCB54-46F5-41DC-829B-B03910C1A6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6479" y="5724628"/>
            <a:ext cx="2435668" cy="1280204"/>
          </a:xfrm>
          <a:custGeom xmlns:a="http://schemas.openxmlformats.org/drawingml/2006/main">
            <a:pathLst>
              <a:path w="2679234" h="1408225">
                <a:moveTo>
                  <a:pt x="0" y="86086"/>
                </a:moveTo>
                <a:lnTo>
                  <a:pt x="0" y="86086"/>
                </a:lnTo>
                <a:cubicBezTo>
                  <a:pt x="0" y="38542"/>
                  <a:pt x="38542" y="0"/>
                  <a:pt x="86084" y="0"/>
                </a:cubicBezTo>
                <a:lnTo>
                  <a:pt x="2593148" y="0"/>
                </a:lnTo>
                <a:cubicBezTo>
                  <a:pt x="2615978" y="0"/>
                  <a:pt x="2637875" y="9071"/>
                  <a:pt x="2654021" y="25214"/>
                </a:cubicBezTo>
                <a:cubicBezTo>
                  <a:pt x="2670164" y="41356"/>
                  <a:pt x="2679234" y="63256"/>
                  <a:pt x="2679234" y="86086"/>
                </a:cubicBezTo>
                <a:lnTo>
                  <a:pt x="2679234" y="1322141"/>
                </a:lnTo>
                <a:cubicBezTo>
                  <a:pt x="2679234" y="1369686"/>
                  <a:pt x="2640693" y="1408225"/>
                  <a:pt x="2593148" y="1408225"/>
                </a:cubicBezTo>
                <a:lnTo>
                  <a:pt x="86084" y="1408225"/>
                </a:lnTo>
                <a:cubicBezTo>
                  <a:pt x="38542" y="1408225"/>
                  <a:pt x="0" y="1369686"/>
                  <a:pt x="0" y="1322141"/>
                </a:cubicBezTo>
                <a:lnTo>
                  <a:pt x="0" y="86086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33564">
            <a:solidFill>
              <a:srgbClr val="4F3A7B"/>
            </a:solidFill>
            <a:prstDash val="solid"/>
          </a:ln>
        </p:spPr>
      </p:sp>
      <p:sp>
        <p:nvSpPr>
          <p:cNvPr id="60" name="text-79 PE">
            <a:extLst xmlns:a="http://schemas.openxmlformats.org/drawingml/2006/main">
              <a:ext uri="{FF2B5EF4-FFF2-40B4-BE49-F238E27FC236}">
                <a16:creationId xmlns:a16="http://schemas.microsoft.com/office/drawing/2014/main" id="{1DC89189-955E-4EA8-8972-5315AE330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71763" y="5948304"/>
            <a:ext cx="641352" cy="5931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336" b="1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336" b="1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3336" b="1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PE</a:t>
            </a:r>
          </a:p>
        </p:txBody>
      </p:sp>
      <p:sp>
        <p:nvSpPr>
          <p:cNvPr id="61" name="text-80 Spatial">
            <a:extLst xmlns:a="http://schemas.openxmlformats.org/drawingml/2006/main">
              <a:ext uri="{FF2B5EF4-FFF2-40B4-BE49-F238E27FC236}">
                <a16:creationId xmlns:a16="http://schemas.microsoft.com/office/drawing/2014/main" id="{B4F484E7-2CA7-435D-922D-C61514350F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70771" y="6355619"/>
            <a:ext cx="1024171" cy="4429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92" b="0" i="1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92" b="0" i="1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2492" b="0" i="1">
                <a:solidFill>
                  <a:srgbClr val="4F3A7B"/>
                </a:solidFill>
                <a:latin typeface="Arial"/>
                <a:ea typeface="Arial"/>
                <a:cs typeface="Arial"/>
              </a:rPr>
              <a:t>Spatial</a:t>
            </a:r>
          </a:p>
        </p:txBody>
      </p:sp>
      <p:sp>
        <p:nvSpPr>
          <p:cNvPr id="62" name="path-81">
            <a:extLst xmlns:a="http://schemas.openxmlformats.org/drawingml/2006/main">
              <a:ext uri="{FF2B5EF4-FFF2-40B4-BE49-F238E27FC236}">
                <a16:creationId xmlns:a16="http://schemas.microsoft.com/office/drawing/2014/main" id="{E254E8F6-EFFA-47DC-9CBF-753E2690C8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08507" y="5555420"/>
            <a:ext cx="1279677" cy="1524406"/>
          </a:xfrm>
          <a:custGeom xmlns:a="http://schemas.openxmlformats.org/drawingml/2006/main">
            <a:pathLst>
              <a:path w="1407645" h="1676846">
                <a:moveTo>
                  <a:pt x="0" y="102856"/>
                </a:moveTo>
                <a:lnTo>
                  <a:pt x="0" y="102856"/>
                </a:lnTo>
                <a:cubicBezTo>
                  <a:pt x="0" y="46050"/>
                  <a:pt x="46048" y="0"/>
                  <a:pt x="102856" y="0"/>
                </a:cubicBezTo>
                <a:lnTo>
                  <a:pt x="1304784" y="0"/>
                </a:lnTo>
                <a:cubicBezTo>
                  <a:pt x="1332067" y="0"/>
                  <a:pt x="1358229" y="10836"/>
                  <a:pt x="1377517" y="30126"/>
                </a:cubicBezTo>
                <a:cubicBezTo>
                  <a:pt x="1396807" y="49416"/>
                  <a:pt x="1407645" y="75576"/>
                  <a:pt x="1407645" y="102856"/>
                </a:cubicBezTo>
                <a:lnTo>
                  <a:pt x="1407645" y="1573991"/>
                </a:lnTo>
                <a:cubicBezTo>
                  <a:pt x="1407645" y="1630796"/>
                  <a:pt x="1361592" y="1676846"/>
                  <a:pt x="1304784" y="1676846"/>
                </a:cubicBezTo>
                <a:lnTo>
                  <a:pt x="102856" y="1676846"/>
                </a:lnTo>
                <a:cubicBezTo>
                  <a:pt x="46048" y="1676846"/>
                  <a:pt x="0" y="1630796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16782">
            <a:solidFill>
              <a:srgbClr val="4F3A7B"/>
            </a:solidFill>
            <a:prstDash val="dash"/>
          </a:ln>
        </p:spPr>
      </p:sp>
      <p:sp>
        <p:nvSpPr>
          <p:cNvPr id="63" name="text-83 Detect">
            <a:extLst xmlns:a="http://schemas.openxmlformats.org/drawingml/2006/main">
              <a:ext uri="{FF2B5EF4-FFF2-40B4-BE49-F238E27FC236}">
                <a16:creationId xmlns:a16="http://schemas.microsoft.com/office/drawing/2014/main" id="{79060A1A-729A-4895-82B8-D0F9CFD72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56905" y="5756366"/>
            <a:ext cx="619562" cy="2825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9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9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589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Detect</a:t>
            </a:r>
          </a:p>
        </p:txBody>
      </p:sp>
      <p:sp>
        <p:nvSpPr>
          <p:cNvPr id="64" name="text-85 Box">
            <a:extLst xmlns:a="http://schemas.openxmlformats.org/drawingml/2006/main">
              <a:ext uri="{FF2B5EF4-FFF2-40B4-BE49-F238E27FC236}">
                <a16:creationId xmlns:a16="http://schemas.microsoft.com/office/drawing/2014/main" id="{AA736C54-BDED-41C7-8192-2AAC935E4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83672" y="6652006"/>
            <a:ext cx="364010" cy="2679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7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7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507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Box</a:t>
            </a:r>
          </a:p>
        </p:txBody>
      </p:sp>
      <p:sp>
        <p:nvSpPr>
          <p:cNvPr id="65" name="path-86">
            <a:extLst xmlns:a="http://schemas.openxmlformats.org/drawingml/2006/main">
              <a:ext uri="{FF2B5EF4-FFF2-40B4-BE49-F238E27FC236}">
                <a16:creationId xmlns:a16="http://schemas.microsoft.com/office/drawing/2014/main" id="{A477215E-AC9D-4DC6-BFE7-B604EDCFB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55689" y="6206179"/>
            <a:ext cx="251072" cy="251072"/>
          </a:xfrm>
          <a:custGeom xmlns:a="http://schemas.openxmlformats.org/drawingml/2006/main">
            <a:pathLst>
              <a:path w="276180" h="276180">
                <a:moveTo>
                  <a:pt x="0" y="0"/>
                </a:moveTo>
                <a:lnTo>
                  <a:pt x="0" y="276180"/>
                </a:lnTo>
                <a:lnTo>
                  <a:pt x="276180" y="276180"/>
                </a:lnTo>
                <a:lnTo>
                  <a:pt x="276180" y="0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33564">
            <a:solidFill>
              <a:srgbClr val="4F3A7B"/>
            </a:solidFill>
            <a:prstDash val="solid"/>
          </a:ln>
        </p:spPr>
      </p:sp>
      <p:sp>
        <p:nvSpPr>
          <p:cNvPr id="66" name="path-87">
            <a:extLst xmlns:a="http://schemas.openxmlformats.org/drawingml/2006/main">
              <a:ext uri="{FF2B5EF4-FFF2-40B4-BE49-F238E27FC236}">
                <a16:creationId xmlns:a16="http://schemas.microsoft.com/office/drawing/2014/main" id="{E5CCAAF2-29EA-49CF-8026-C142A20EE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89947" y="6326344"/>
            <a:ext cx="251072" cy="251072"/>
          </a:xfrm>
          <a:custGeom xmlns:a="http://schemas.openxmlformats.org/drawingml/2006/main">
            <a:pathLst>
              <a:path w="276180" h="276180">
                <a:moveTo>
                  <a:pt x="0" y="0"/>
                </a:moveTo>
                <a:lnTo>
                  <a:pt x="0" y="276180"/>
                </a:lnTo>
                <a:lnTo>
                  <a:pt x="276180" y="276180"/>
                </a:lnTo>
                <a:lnTo>
                  <a:pt x="276180" y="0"/>
                </a:lnTo>
                <a:close/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33564">
            <a:solidFill>
              <a:srgbClr val="4F3A7B"/>
            </a:solidFill>
            <a:prstDash val="solid"/>
          </a:ln>
        </p:spPr>
      </p:sp>
      <p:sp>
        <p:nvSpPr>
          <p:cNvPr id="67" name="path-88">
            <a:extLst xmlns:a="http://schemas.openxmlformats.org/drawingml/2006/main">
              <a:ext uri="{FF2B5EF4-FFF2-40B4-BE49-F238E27FC236}">
                <a16:creationId xmlns:a16="http://schemas.microsoft.com/office/drawing/2014/main" id="{33E4F1FB-67CC-4A87-AF03-F4E37CDC4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94577" y="5555420"/>
            <a:ext cx="1279679" cy="1524406"/>
          </a:xfrm>
          <a:custGeom xmlns:a="http://schemas.openxmlformats.org/drawingml/2006/main">
            <a:pathLst>
              <a:path w="1407646" h="1676846">
                <a:moveTo>
                  <a:pt x="0" y="102856"/>
                </a:moveTo>
                <a:lnTo>
                  <a:pt x="0" y="102856"/>
                </a:lnTo>
                <a:cubicBezTo>
                  <a:pt x="0" y="46050"/>
                  <a:pt x="46050" y="0"/>
                  <a:pt x="102856" y="0"/>
                </a:cubicBezTo>
                <a:lnTo>
                  <a:pt x="1304786" y="0"/>
                </a:lnTo>
                <a:cubicBezTo>
                  <a:pt x="1332071" y="0"/>
                  <a:pt x="1358228" y="10836"/>
                  <a:pt x="1377518" y="30126"/>
                </a:cubicBezTo>
                <a:cubicBezTo>
                  <a:pt x="1396808" y="49416"/>
                  <a:pt x="1407646" y="75576"/>
                  <a:pt x="1407646" y="102856"/>
                </a:cubicBezTo>
                <a:lnTo>
                  <a:pt x="1407646" y="1573991"/>
                </a:lnTo>
                <a:cubicBezTo>
                  <a:pt x="1407646" y="1630796"/>
                  <a:pt x="1361596" y="1676846"/>
                  <a:pt x="1304786" y="1676846"/>
                </a:cubicBezTo>
                <a:lnTo>
                  <a:pt x="102856" y="1676846"/>
                </a:lnTo>
                <a:cubicBezTo>
                  <a:pt x="46050" y="1676846"/>
                  <a:pt x="0" y="1630796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16782">
            <a:solidFill>
              <a:srgbClr val="4F3A7B"/>
            </a:solidFill>
            <a:prstDash val="dash"/>
          </a:ln>
        </p:spPr>
      </p:sp>
      <p:sp>
        <p:nvSpPr>
          <p:cNvPr id="68" name="text-90 Estimate">
            <a:extLst xmlns:a="http://schemas.openxmlformats.org/drawingml/2006/main">
              <a:ext uri="{FF2B5EF4-FFF2-40B4-BE49-F238E27FC236}">
                <a16:creationId xmlns:a16="http://schemas.microsoft.com/office/drawing/2014/main" id="{A6ABE379-D608-4A95-B241-A69115C82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150917" y="5664063"/>
            <a:ext cx="803098" cy="2763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54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54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554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Estimate</a:t>
            </a:r>
          </a:p>
        </p:txBody>
      </p:sp>
      <p:sp>
        <p:nvSpPr>
          <p:cNvPr id="69" name="text-91 Depth">
            <a:extLst xmlns:a="http://schemas.openxmlformats.org/drawingml/2006/main">
              <a:ext uri="{FF2B5EF4-FFF2-40B4-BE49-F238E27FC236}">
                <a16:creationId xmlns:a16="http://schemas.microsoft.com/office/drawing/2014/main" id="{612E6B42-D4C8-4D1D-83B0-F49D4674B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270961" y="5857280"/>
            <a:ext cx="563076" cy="2768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57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57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557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Depth</a:t>
            </a:r>
          </a:p>
        </p:txBody>
      </p:sp>
      <p:sp>
        <p:nvSpPr>
          <p:cNvPr id="70" name="text-93 Depth">
            <a:extLst xmlns:a="http://schemas.openxmlformats.org/drawingml/2006/main">
              <a:ext uri="{FF2B5EF4-FFF2-40B4-BE49-F238E27FC236}">
                <a16:creationId xmlns:a16="http://schemas.microsoft.com/office/drawing/2014/main" id="{252BB990-5214-4FC5-A800-0696373202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057265" y="6642937"/>
            <a:ext cx="570698" cy="2806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8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8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578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Depth</a:t>
            </a:r>
          </a:p>
        </p:txBody>
      </p:sp>
      <p:sp>
        <p:nvSpPr>
          <p:cNvPr id="71" name="text-93 Map">
            <a:extLst xmlns:a="http://schemas.openxmlformats.org/drawingml/2006/main">
              <a:ext uri="{FF2B5EF4-FFF2-40B4-BE49-F238E27FC236}">
                <a16:creationId xmlns:a16="http://schemas.microsoft.com/office/drawing/2014/main" id="{9CAC57CA-C329-40C4-972D-6FEF07CE5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632425" y="6648167"/>
            <a:ext cx="414734" cy="2733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37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37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537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Map</a:t>
            </a:r>
          </a:p>
        </p:txBody>
      </p:sp>
      <p:pic>
        <p:nvPicPr>
          <p:cNvPr id="72" name="">
            <a:extLst xmlns:a="http://schemas.openxmlformats.org/drawingml/2006/main">
              <a:ext uri="{FF2B5EF4-FFF2-40B4-BE49-F238E27FC236}">
                <a16:creationId xmlns:a16="http://schemas.microsoft.com/office/drawing/2014/main" id="{A6952BFE-444F-4565-9B1F-961C5CDC21C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94c8cd650ca457d"/>
          <a:stretch xmlns:a="http://schemas.openxmlformats.org/drawingml/2006/main"/>
        </p:blipFill>
        <p:spPr>
          <a:xfrm xmlns:a="http://schemas.openxmlformats.org/drawingml/2006/main">
            <a:off x="17328005" y="6216489"/>
            <a:ext cx="441614" cy="450273"/>
          </a:xfrm>
          <a:prstGeom xmlns:a="http://schemas.openxmlformats.org/drawingml/2006/main" prst="rect">
            <a:avLst/>
          </a:prstGeom>
        </p:spPr>
      </p:pic>
      <p:sp>
        <p:nvSpPr>
          <p:cNvPr id="73" name="path-96">
            <a:extLst xmlns:a="http://schemas.openxmlformats.org/drawingml/2006/main">
              <a:ext uri="{FF2B5EF4-FFF2-40B4-BE49-F238E27FC236}">
                <a16:creationId xmlns:a16="http://schemas.microsoft.com/office/drawing/2014/main" id="{CBB04BC0-B921-454B-8DF7-860746A0E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65888" y="5555420"/>
            <a:ext cx="1279677" cy="1524406"/>
          </a:xfrm>
          <a:custGeom xmlns:a="http://schemas.openxmlformats.org/drawingml/2006/main">
            <a:pathLst>
              <a:path w="1407645" h="1676846">
                <a:moveTo>
                  <a:pt x="0" y="102856"/>
                </a:moveTo>
                <a:lnTo>
                  <a:pt x="0" y="102856"/>
                </a:lnTo>
                <a:cubicBezTo>
                  <a:pt x="0" y="46050"/>
                  <a:pt x="46048" y="0"/>
                  <a:pt x="102856" y="0"/>
                </a:cubicBezTo>
                <a:lnTo>
                  <a:pt x="1304784" y="0"/>
                </a:lnTo>
                <a:cubicBezTo>
                  <a:pt x="1332067" y="0"/>
                  <a:pt x="1358229" y="10836"/>
                  <a:pt x="1377517" y="30126"/>
                </a:cubicBezTo>
                <a:cubicBezTo>
                  <a:pt x="1396807" y="49416"/>
                  <a:pt x="1407645" y="75576"/>
                  <a:pt x="1407645" y="102856"/>
                </a:cubicBezTo>
                <a:lnTo>
                  <a:pt x="1407645" y="1573991"/>
                </a:lnTo>
                <a:cubicBezTo>
                  <a:pt x="1407645" y="1630796"/>
                  <a:pt x="1361592" y="1676846"/>
                  <a:pt x="1304784" y="1676846"/>
                </a:cubicBezTo>
                <a:lnTo>
                  <a:pt x="102856" y="1676846"/>
                </a:lnTo>
                <a:cubicBezTo>
                  <a:pt x="46048" y="1676846"/>
                  <a:pt x="0" y="1630796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16782">
            <a:solidFill>
              <a:srgbClr val="4F3A7B"/>
            </a:solidFill>
            <a:prstDash val="dash"/>
          </a:ln>
        </p:spPr>
      </p:sp>
      <p:sp>
        <p:nvSpPr>
          <p:cNvPr id="74" name="text-98 Track">
            <a:extLst xmlns:a="http://schemas.openxmlformats.org/drawingml/2006/main">
              <a:ext uri="{FF2B5EF4-FFF2-40B4-BE49-F238E27FC236}">
                <a16:creationId xmlns:a16="http://schemas.microsoft.com/office/drawing/2014/main" id="{45ADED92-E8CC-4A04-9D53-60B283E34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76302" y="5771676"/>
            <a:ext cx="492866" cy="2611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9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9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469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Track</a:t>
            </a:r>
          </a:p>
        </p:txBody>
      </p:sp>
      <p:sp>
        <p:nvSpPr>
          <p:cNvPr id="75" name="text-100 Masklet">
            <a:extLst xmlns:a="http://schemas.openxmlformats.org/drawingml/2006/main">
              <a:ext uri="{FF2B5EF4-FFF2-40B4-BE49-F238E27FC236}">
                <a16:creationId xmlns:a16="http://schemas.microsoft.com/office/drawing/2014/main" id="{CD737277-B020-4EEB-81B0-184E26BD8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65342" y="6645582"/>
            <a:ext cx="716741" cy="2769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58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58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558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Masklet</a:t>
            </a:r>
          </a:p>
        </p:txBody>
      </p:sp>
      <p:sp>
        <p:nvSpPr>
          <p:cNvPr id="76" name="path-101">
            <a:extLst xmlns:a="http://schemas.openxmlformats.org/drawingml/2006/main">
              <a:ext uri="{FF2B5EF4-FFF2-40B4-BE49-F238E27FC236}">
                <a16:creationId xmlns:a16="http://schemas.microsoft.com/office/drawing/2014/main" id="{C1918183-9731-411D-AED1-738643FD7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37198" y="5555420"/>
            <a:ext cx="1279675" cy="1524406"/>
          </a:xfrm>
          <a:custGeom xmlns:a="http://schemas.openxmlformats.org/drawingml/2006/main">
            <a:pathLst>
              <a:path w="1407643" h="1676846">
                <a:moveTo>
                  <a:pt x="0" y="102856"/>
                </a:moveTo>
                <a:lnTo>
                  <a:pt x="0" y="102856"/>
                </a:lnTo>
                <a:cubicBezTo>
                  <a:pt x="0" y="46050"/>
                  <a:pt x="46048" y="0"/>
                  <a:pt x="102856" y="0"/>
                </a:cubicBezTo>
                <a:lnTo>
                  <a:pt x="1304784" y="0"/>
                </a:lnTo>
                <a:cubicBezTo>
                  <a:pt x="1332067" y="0"/>
                  <a:pt x="1358226" y="10836"/>
                  <a:pt x="1377514" y="30126"/>
                </a:cubicBezTo>
                <a:cubicBezTo>
                  <a:pt x="1396804" y="49416"/>
                  <a:pt x="1407643" y="75576"/>
                  <a:pt x="1407643" y="102856"/>
                </a:cubicBezTo>
                <a:lnTo>
                  <a:pt x="1407643" y="1573991"/>
                </a:lnTo>
                <a:cubicBezTo>
                  <a:pt x="1407643" y="1630796"/>
                  <a:pt x="1361592" y="1676846"/>
                  <a:pt x="1304784" y="1676846"/>
                </a:cubicBezTo>
                <a:lnTo>
                  <a:pt x="102856" y="1676846"/>
                </a:lnTo>
                <a:cubicBezTo>
                  <a:pt x="46048" y="1676846"/>
                  <a:pt x="0" y="1630796"/>
                  <a:pt x="0" y="1573991"/>
                </a:cubicBezTo>
                <a:lnTo>
                  <a:pt x="0" y="102856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16782">
            <a:solidFill>
              <a:srgbClr val="4F3A7B"/>
            </a:solidFill>
            <a:prstDash val="dash"/>
          </a:ln>
        </p:spPr>
      </p:sp>
      <p:sp>
        <p:nvSpPr>
          <p:cNvPr id="77" name="text-103 Segment">
            <a:extLst xmlns:a="http://schemas.openxmlformats.org/drawingml/2006/main">
              <a:ext uri="{FF2B5EF4-FFF2-40B4-BE49-F238E27FC236}">
                <a16:creationId xmlns:a16="http://schemas.microsoft.com/office/drawing/2014/main" id="{EF05ADB7-A775-464C-AF9D-AB7CF1CD3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95777" y="5767503"/>
            <a:ext cx="797508" cy="2670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2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2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502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Segment</a:t>
            </a:r>
          </a:p>
        </p:txBody>
      </p:sp>
      <p:sp>
        <p:nvSpPr>
          <p:cNvPr id="78" name="text-105 Mask">
            <a:extLst xmlns:a="http://schemas.openxmlformats.org/drawingml/2006/main">
              <a:ext uri="{FF2B5EF4-FFF2-40B4-BE49-F238E27FC236}">
                <a16:creationId xmlns:a16="http://schemas.microsoft.com/office/drawing/2014/main" id="{212F0248-1A55-452B-8B5F-6B04ECE58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47887" y="6651347"/>
            <a:ext cx="493105" cy="2688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12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12" b="0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512" b="0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Mask</a:t>
            </a:r>
          </a:p>
        </p:txBody>
      </p:sp>
      <p:sp>
        <p:nvSpPr>
          <p:cNvPr id="79" name="path-106">
            <a:extLst xmlns:a="http://schemas.openxmlformats.org/drawingml/2006/main">
              <a:ext uri="{FF2B5EF4-FFF2-40B4-BE49-F238E27FC236}">
                <a16:creationId xmlns:a16="http://schemas.microsoft.com/office/drawing/2014/main" id="{F65A672A-BFD1-4407-A937-1C9185ED5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6924" y="6390307"/>
            <a:ext cx="234018" cy="242136"/>
          </a:xfrm>
          <a:custGeom xmlns:a="http://schemas.openxmlformats.org/drawingml/2006/main">
            <a:pathLst>
              <a:path w="257420" h="266350">
                <a:moveTo>
                  <a:pt x="155352" y="249170"/>
                </a:moveTo>
                <a:lnTo>
                  <a:pt x="155352" y="249170"/>
                </a:lnTo>
                <a:cubicBezTo>
                  <a:pt x="91287" y="266350"/>
                  <a:pt x="25429" y="228344"/>
                  <a:pt x="8249" y="164282"/>
                </a:cubicBezTo>
                <a:cubicBezTo>
                  <a:pt x="0" y="133517"/>
                  <a:pt x="4309" y="100735"/>
                  <a:pt x="20229" y="73151"/>
                </a:cubicBezTo>
                <a:cubicBezTo>
                  <a:pt x="36148" y="45564"/>
                  <a:pt x="62375" y="25429"/>
                  <a:pt x="93138" y="17180"/>
                </a:cubicBezTo>
                <a:cubicBezTo>
                  <a:pt x="157202" y="0"/>
                  <a:pt x="223060" y="38004"/>
                  <a:pt x="240240" y="102068"/>
                </a:cubicBezTo>
                <a:cubicBezTo>
                  <a:pt x="257420" y="166132"/>
                  <a:pt x="219416" y="231990"/>
                  <a:pt x="155352" y="249170"/>
                </a:cubicBezTo>
              </a:path>
            </a:pathLst>
          </a:custGeom>
          <a:solidFill xmlns:a="http://schemas.openxmlformats.org/drawingml/2006/main">
            <a:srgbClr val="4F3A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" name="path-107">
            <a:extLst xmlns:a="http://schemas.openxmlformats.org/drawingml/2006/main">
              <a:ext uri="{FF2B5EF4-FFF2-40B4-BE49-F238E27FC236}">
                <a16:creationId xmlns:a16="http://schemas.microsoft.com/office/drawing/2014/main" id="{9D3E54D9-3B56-4142-95B7-08AFD45EDD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45155" y="6355562"/>
            <a:ext cx="234020" cy="242136"/>
          </a:xfrm>
          <a:custGeom xmlns:a="http://schemas.openxmlformats.org/drawingml/2006/main">
            <a:pathLst>
              <a:path w="257422" h="266350">
                <a:moveTo>
                  <a:pt x="155354" y="249170"/>
                </a:moveTo>
                <a:lnTo>
                  <a:pt x="155354" y="249170"/>
                </a:lnTo>
                <a:cubicBezTo>
                  <a:pt x="91290" y="266350"/>
                  <a:pt x="25429" y="228344"/>
                  <a:pt x="8252" y="164279"/>
                </a:cubicBezTo>
                <a:cubicBezTo>
                  <a:pt x="0" y="133517"/>
                  <a:pt x="4309" y="100735"/>
                  <a:pt x="20229" y="73151"/>
                </a:cubicBezTo>
                <a:cubicBezTo>
                  <a:pt x="36148" y="45562"/>
                  <a:pt x="62375" y="25427"/>
                  <a:pt x="93140" y="17177"/>
                </a:cubicBezTo>
                <a:cubicBezTo>
                  <a:pt x="157199" y="0"/>
                  <a:pt x="223060" y="38004"/>
                  <a:pt x="240242" y="102068"/>
                </a:cubicBezTo>
                <a:cubicBezTo>
                  <a:pt x="257422" y="166130"/>
                  <a:pt x="219413" y="231990"/>
                  <a:pt x="155354" y="249170"/>
                </a:cubicBezTo>
              </a:path>
            </a:pathLst>
          </a:custGeom>
          <a:solidFill xmlns:a="http://schemas.openxmlformats.org/drawingml/2006/main">
            <a:srgbClr val="4F3A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108">
            <a:extLst xmlns:a="http://schemas.openxmlformats.org/drawingml/2006/main">
              <a:ext uri="{FF2B5EF4-FFF2-40B4-BE49-F238E27FC236}">
                <a16:creationId xmlns:a16="http://schemas.microsoft.com/office/drawing/2014/main" id="{D7513080-A103-429C-B27F-EA82C6772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9979" y="6289734"/>
            <a:ext cx="234018" cy="242136"/>
          </a:xfrm>
          <a:custGeom xmlns:a="http://schemas.openxmlformats.org/drawingml/2006/main">
            <a:pathLst>
              <a:path w="257420" h="266350">
                <a:moveTo>
                  <a:pt x="155352" y="249170"/>
                </a:moveTo>
                <a:lnTo>
                  <a:pt x="155352" y="249170"/>
                </a:lnTo>
                <a:cubicBezTo>
                  <a:pt x="91290" y="266350"/>
                  <a:pt x="25427" y="228344"/>
                  <a:pt x="8249" y="164282"/>
                </a:cubicBezTo>
                <a:cubicBezTo>
                  <a:pt x="0" y="133517"/>
                  <a:pt x="4309" y="100735"/>
                  <a:pt x="20229" y="73148"/>
                </a:cubicBezTo>
                <a:cubicBezTo>
                  <a:pt x="36148" y="45564"/>
                  <a:pt x="62375" y="25429"/>
                  <a:pt x="93138" y="17180"/>
                </a:cubicBezTo>
                <a:cubicBezTo>
                  <a:pt x="157199" y="0"/>
                  <a:pt x="223060" y="38004"/>
                  <a:pt x="240240" y="102068"/>
                </a:cubicBezTo>
                <a:cubicBezTo>
                  <a:pt x="257420" y="166132"/>
                  <a:pt x="219413" y="231990"/>
                  <a:pt x="155352" y="249170"/>
                </a:cubicBezTo>
              </a:path>
            </a:pathLst>
          </a:custGeom>
          <a:solidFill xmlns:a="http://schemas.openxmlformats.org/drawingml/2006/main">
            <a:srgbClr val="4F3A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path-109">
            <a:extLst xmlns:a="http://schemas.openxmlformats.org/drawingml/2006/main">
              <a:ext uri="{FF2B5EF4-FFF2-40B4-BE49-F238E27FC236}">
                <a16:creationId xmlns:a16="http://schemas.microsoft.com/office/drawing/2014/main" id="{C52DDF6B-CDD6-492A-9863-A5A179D3F3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3735" y="6230679"/>
            <a:ext cx="234018" cy="242136"/>
          </a:xfrm>
          <a:custGeom xmlns:a="http://schemas.openxmlformats.org/drawingml/2006/main">
            <a:pathLst>
              <a:path w="257420" h="266350">
                <a:moveTo>
                  <a:pt x="155352" y="249173"/>
                </a:moveTo>
                <a:lnTo>
                  <a:pt x="155352" y="249173"/>
                </a:lnTo>
                <a:cubicBezTo>
                  <a:pt x="91287" y="266350"/>
                  <a:pt x="25429" y="228344"/>
                  <a:pt x="8249" y="164282"/>
                </a:cubicBezTo>
                <a:cubicBezTo>
                  <a:pt x="0" y="133519"/>
                  <a:pt x="4309" y="100737"/>
                  <a:pt x="20229" y="73148"/>
                </a:cubicBezTo>
                <a:cubicBezTo>
                  <a:pt x="36148" y="45562"/>
                  <a:pt x="62372" y="25429"/>
                  <a:pt x="93138" y="17180"/>
                </a:cubicBezTo>
                <a:cubicBezTo>
                  <a:pt x="157202" y="0"/>
                  <a:pt x="223060" y="38006"/>
                  <a:pt x="240240" y="102071"/>
                </a:cubicBezTo>
                <a:cubicBezTo>
                  <a:pt x="257420" y="166130"/>
                  <a:pt x="219413" y="231993"/>
                  <a:pt x="155352" y="249173"/>
                </a:cubicBezTo>
              </a:path>
            </a:pathLst>
          </a:custGeom>
          <a:solidFill xmlns:a="http://schemas.openxmlformats.org/drawingml/2006/main">
            <a:srgbClr val="4F3A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" name="path-110">
            <a:extLst xmlns:a="http://schemas.openxmlformats.org/drawingml/2006/main">
              <a:ext uri="{FF2B5EF4-FFF2-40B4-BE49-F238E27FC236}">
                <a16:creationId xmlns:a16="http://schemas.microsoft.com/office/drawing/2014/main" id="{609D3525-355A-4719-A476-840FA79DE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62520" y="6230688"/>
            <a:ext cx="234018" cy="242136"/>
          </a:xfrm>
          <a:custGeom xmlns:a="http://schemas.openxmlformats.org/drawingml/2006/main">
            <a:pathLst>
              <a:path w="257420" h="266350">
                <a:moveTo>
                  <a:pt x="155349" y="249170"/>
                </a:moveTo>
                <a:lnTo>
                  <a:pt x="155349" y="249170"/>
                </a:lnTo>
                <a:cubicBezTo>
                  <a:pt x="91287" y="266350"/>
                  <a:pt x="25427" y="228344"/>
                  <a:pt x="8247" y="164282"/>
                </a:cubicBezTo>
                <a:cubicBezTo>
                  <a:pt x="0" y="133517"/>
                  <a:pt x="4309" y="100735"/>
                  <a:pt x="20229" y="73148"/>
                </a:cubicBezTo>
                <a:cubicBezTo>
                  <a:pt x="36148" y="45564"/>
                  <a:pt x="62372" y="25429"/>
                  <a:pt x="93138" y="17180"/>
                </a:cubicBezTo>
                <a:cubicBezTo>
                  <a:pt x="157199" y="0"/>
                  <a:pt x="223060" y="38004"/>
                  <a:pt x="240240" y="102068"/>
                </a:cubicBezTo>
                <a:cubicBezTo>
                  <a:pt x="257420" y="166132"/>
                  <a:pt x="219413" y="231990"/>
                  <a:pt x="155349" y="249170"/>
                </a:cubicBezTo>
              </a:path>
            </a:pathLst>
          </a:custGeom>
          <a:solidFill xmlns:a="http://schemas.openxmlformats.org/drawingml/2006/main">
            <a:srgbClr val="4F3A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111">
            <a:extLst xmlns:a="http://schemas.openxmlformats.org/drawingml/2006/main">
              <a:ext uri="{FF2B5EF4-FFF2-40B4-BE49-F238E27FC236}">
                <a16:creationId xmlns:a16="http://schemas.microsoft.com/office/drawing/2014/main" id="{785E6CA3-06AC-4E4D-9C9C-DACDA044F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73039" y="6361875"/>
            <a:ext cx="234020" cy="242136"/>
          </a:xfrm>
          <a:custGeom xmlns:a="http://schemas.openxmlformats.org/drawingml/2006/main">
            <a:pathLst>
              <a:path w="257422" h="266350">
                <a:moveTo>
                  <a:pt x="155354" y="249173"/>
                </a:moveTo>
                <a:lnTo>
                  <a:pt x="155354" y="249173"/>
                </a:lnTo>
                <a:cubicBezTo>
                  <a:pt x="91290" y="266350"/>
                  <a:pt x="25429" y="228346"/>
                  <a:pt x="8252" y="164282"/>
                </a:cubicBezTo>
                <a:cubicBezTo>
                  <a:pt x="0" y="133519"/>
                  <a:pt x="4309" y="100737"/>
                  <a:pt x="20229" y="73151"/>
                </a:cubicBezTo>
                <a:cubicBezTo>
                  <a:pt x="36148" y="45564"/>
                  <a:pt x="62375" y="25429"/>
                  <a:pt x="93140" y="17180"/>
                </a:cubicBezTo>
                <a:cubicBezTo>
                  <a:pt x="157202" y="0"/>
                  <a:pt x="223062" y="38006"/>
                  <a:pt x="240242" y="102071"/>
                </a:cubicBezTo>
                <a:cubicBezTo>
                  <a:pt x="257422" y="166132"/>
                  <a:pt x="219416" y="231993"/>
                  <a:pt x="155354" y="249173"/>
                </a:cubicBezTo>
              </a:path>
            </a:pathLst>
          </a:custGeom>
          <a:solidFill xmlns:a="http://schemas.openxmlformats.org/drawingml/2006/main">
            <a:srgbClr val="4F3A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112">
            <a:extLst xmlns:a="http://schemas.openxmlformats.org/drawingml/2006/main">
              <a:ext uri="{FF2B5EF4-FFF2-40B4-BE49-F238E27FC236}">
                <a16:creationId xmlns:a16="http://schemas.microsoft.com/office/drawing/2014/main" id="{2DD49185-FC4F-4D2C-A168-87783B5C0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1332" y="6204530"/>
            <a:ext cx="234018" cy="242136"/>
          </a:xfrm>
          <a:custGeom xmlns:a="http://schemas.openxmlformats.org/drawingml/2006/main">
            <a:pathLst>
              <a:path w="257420" h="266350">
                <a:moveTo>
                  <a:pt x="155352" y="249170"/>
                </a:moveTo>
                <a:lnTo>
                  <a:pt x="155352" y="249170"/>
                </a:lnTo>
                <a:cubicBezTo>
                  <a:pt x="91292" y="266350"/>
                  <a:pt x="25429" y="228344"/>
                  <a:pt x="8249" y="164282"/>
                </a:cubicBezTo>
                <a:cubicBezTo>
                  <a:pt x="0" y="133517"/>
                  <a:pt x="4309" y="100735"/>
                  <a:pt x="20231" y="73151"/>
                </a:cubicBezTo>
                <a:cubicBezTo>
                  <a:pt x="36150" y="45562"/>
                  <a:pt x="62378" y="25432"/>
                  <a:pt x="93140" y="17180"/>
                </a:cubicBezTo>
                <a:cubicBezTo>
                  <a:pt x="157202" y="0"/>
                  <a:pt x="223062" y="38004"/>
                  <a:pt x="240242" y="102068"/>
                </a:cubicBezTo>
                <a:cubicBezTo>
                  <a:pt x="257420" y="166130"/>
                  <a:pt x="219416" y="231990"/>
                  <a:pt x="155352" y="249170"/>
                </a:cubicBezTo>
              </a:path>
            </a:pathLst>
          </a:custGeom>
          <a:solidFill xmlns:a="http://schemas.openxmlformats.org/drawingml/2006/main">
            <a:srgbClr val="4F3A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" name="path-114">
            <a:extLst xmlns:a="http://schemas.openxmlformats.org/drawingml/2006/main">
              <a:ext uri="{FF2B5EF4-FFF2-40B4-BE49-F238E27FC236}">
                <a16:creationId xmlns:a16="http://schemas.microsoft.com/office/drawing/2014/main" id="{84EDE5FC-6416-4BBC-AF6A-3A7E9D7AC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2125" y="4386453"/>
            <a:ext cx="229673" cy="1373"/>
          </a:xfrm>
          <a:custGeom xmlns:a="http://schemas.openxmlformats.org/drawingml/2006/main">
            <a:pathLst>
              <a:path w="252640" h="1510">
                <a:moveTo>
                  <a:pt x="0" y="0"/>
                </a:moveTo>
                <a:lnTo>
                  <a:pt x="252640" y="1510"/>
                </a:lnTo>
              </a:path>
            </a:pathLst>
          </a:custGeom>
          <a:noFill xmlns:a="http://schemas.openxmlformats.org/drawingml/2006/main"/>
          <a:ln xmlns:a="http://schemas.openxmlformats.org/drawingml/2006/main" w="50347">
            <a:solidFill>
              <a:srgbClr val="144E74"/>
            </a:solidFill>
            <a:prstDash val="solid"/>
          </a:ln>
        </p:spPr>
      </p:sp>
      <p:sp>
        <p:nvSpPr>
          <p:cNvPr id="87" name="path-115">
            <a:extLst xmlns:a="http://schemas.openxmlformats.org/drawingml/2006/main">
              <a:ext uri="{FF2B5EF4-FFF2-40B4-BE49-F238E27FC236}">
                <a16:creationId xmlns:a16="http://schemas.microsoft.com/office/drawing/2014/main" id="{380AEA82-6D33-4B0A-B429-78301D399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1302" y="4304665"/>
            <a:ext cx="228968" cy="166317"/>
          </a:xfrm>
          <a:custGeom xmlns:a="http://schemas.openxmlformats.org/drawingml/2006/main">
            <a:pathLst>
              <a:path w="251865" h="182948">
                <a:moveTo>
                  <a:pt x="0" y="182948"/>
                </a:moveTo>
                <a:lnTo>
                  <a:pt x="251865" y="92974"/>
                </a:lnTo>
                <a:lnTo>
                  <a:pt x="1089" y="0"/>
                </a:lnTo>
                <a:lnTo>
                  <a:pt x="0" y="182948"/>
                </a:lnTo>
              </a:path>
            </a:pathLst>
          </a:custGeom>
          <a:solidFill xmlns:a="http://schemas.openxmlformats.org/drawingml/2006/main">
            <a:srgbClr val="144E74"/>
          </a:solidFill>
          <a:ln xmlns:a="http://schemas.openxmlformats.org/drawingml/2006/main" w="50347">
            <a:solidFill>
              <a:srgbClr val="144E74"/>
            </a:solidFill>
            <a:prstDash val="solid"/>
          </a:ln>
        </p:spPr>
      </p:sp>
      <p:sp>
        <p:nvSpPr>
          <p:cNvPr id="88" name="path-117">
            <a:extLst xmlns:a="http://schemas.openxmlformats.org/drawingml/2006/main">
              <a:ext uri="{FF2B5EF4-FFF2-40B4-BE49-F238E27FC236}">
                <a16:creationId xmlns:a16="http://schemas.microsoft.com/office/drawing/2014/main" id="{6B3E97EF-A375-445C-A167-D1C8B13FD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6664" y="6365722"/>
            <a:ext cx="229774" cy="6167"/>
          </a:xfrm>
          <a:custGeom xmlns:a="http://schemas.openxmlformats.org/drawingml/2006/main">
            <a:pathLst>
              <a:path w="252752" h="6784">
                <a:moveTo>
                  <a:pt x="0" y="6784"/>
                </a:moveTo>
                <a:lnTo>
                  <a:pt x="252752" y="0"/>
                </a:lnTo>
              </a:path>
            </a:pathLst>
          </a:custGeom>
          <a:noFill xmlns:a="http://schemas.openxmlformats.org/drawingml/2006/main"/>
          <a:ln xmlns:a="http://schemas.openxmlformats.org/drawingml/2006/main" w="50347">
            <a:solidFill>
              <a:srgbClr val="4F3A7B"/>
            </a:solidFill>
            <a:prstDash val="solid"/>
          </a:ln>
        </p:spPr>
      </p:sp>
      <p:sp>
        <p:nvSpPr>
          <p:cNvPr id="89" name="path-118">
            <a:extLst xmlns:a="http://schemas.openxmlformats.org/drawingml/2006/main">
              <a:ext uri="{FF2B5EF4-FFF2-40B4-BE49-F238E27FC236}">
                <a16:creationId xmlns:a16="http://schemas.microsoft.com/office/drawing/2014/main" id="{33F18CD3-F91E-41E3-A290-3275F9EAA9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4206" y="6282594"/>
            <a:ext cx="230627" cy="166258"/>
          </a:xfrm>
          <a:custGeom xmlns:a="http://schemas.openxmlformats.org/drawingml/2006/main">
            <a:pathLst>
              <a:path w="253690" h="182883">
                <a:moveTo>
                  <a:pt x="4910" y="182883"/>
                </a:moveTo>
                <a:lnTo>
                  <a:pt x="253690" y="84696"/>
                </a:lnTo>
                <a:lnTo>
                  <a:pt x="0" y="0"/>
                </a:lnTo>
                <a:lnTo>
                  <a:pt x="4910" y="182883"/>
                </a:lnTo>
              </a:path>
            </a:pathLst>
          </a:custGeom>
          <a:solidFill xmlns:a="http://schemas.openxmlformats.org/drawingml/2006/main">
            <a:srgbClr val="4F3A7B"/>
          </a:solidFill>
          <a:ln xmlns:a="http://schemas.openxmlformats.org/drawingml/2006/main" w="50347">
            <a:solidFill>
              <a:srgbClr val="4F3A7B"/>
            </a:solidFill>
            <a:prstDash val="solid"/>
          </a:ln>
        </p:spPr>
      </p:sp>
      <p:sp>
        <p:nvSpPr>
          <p:cNvPr id="90" name="path-120">
            <a:extLst xmlns:a="http://schemas.openxmlformats.org/drawingml/2006/main">
              <a:ext uri="{FF2B5EF4-FFF2-40B4-BE49-F238E27FC236}">
                <a16:creationId xmlns:a16="http://schemas.microsoft.com/office/drawing/2014/main" id="{530C13B2-A79F-4F15-880F-5041F27711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82332" y="5402790"/>
            <a:ext cx="229670" cy="1370"/>
          </a:xfrm>
          <a:custGeom xmlns:a="http://schemas.openxmlformats.org/drawingml/2006/main">
            <a:pathLst>
              <a:path w="252637" h="1507">
                <a:moveTo>
                  <a:pt x="0" y="0"/>
                </a:moveTo>
                <a:lnTo>
                  <a:pt x="252637" y="1507"/>
                </a:lnTo>
              </a:path>
            </a:pathLst>
          </a:custGeom>
          <a:noFill xmlns:a="http://schemas.openxmlformats.org/drawingml/2006/main"/>
          <a:ln xmlns:a="http://schemas.openxmlformats.org/drawingml/2006/main" w="50347">
            <a:solidFill>
              <a:srgbClr val="005853"/>
            </a:solidFill>
            <a:prstDash val="solid"/>
          </a:ln>
        </p:spPr>
      </p:sp>
      <p:sp>
        <p:nvSpPr>
          <p:cNvPr id="91" name="path-121">
            <a:extLst xmlns:a="http://schemas.openxmlformats.org/drawingml/2006/main">
              <a:ext uri="{FF2B5EF4-FFF2-40B4-BE49-F238E27FC236}">
                <a16:creationId xmlns:a16="http://schemas.microsoft.com/office/drawing/2014/main" id="{2707A25E-0BE0-4F14-B5E3-39E36A083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11507" y="5321002"/>
            <a:ext cx="228968" cy="166317"/>
          </a:xfrm>
          <a:custGeom xmlns:a="http://schemas.openxmlformats.org/drawingml/2006/main">
            <a:pathLst>
              <a:path w="251865" h="182948">
                <a:moveTo>
                  <a:pt x="0" y="182948"/>
                </a:moveTo>
                <a:lnTo>
                  <a:pt x="251865" y="92974"/>
                </a:lnTo>
                <a:lnTo>
                  <a:pt x="1090" y="0"/>
                </a:lnTo>
                <a:lnTo>
                  <a:pt x="0" y="182948"/>
                </a:lnTo>
              </a:path>
            </a:pathLst>
          </a:custGeom>
          <a:solidFill xmlns:a="http://schemas.openxmlformats.org/drawingml/2006/main">
            <a:srgbClr val="005853"/>
          </a:solidFill>
          <a:ln xmlns:a="http://schemas.openxmlformats.org/drawingml/2006/main" w="50347">
            <a:solidFill>
              <a:srgbClr val="005853"/>
            </a:solidFill>
            <a:prstDash val="solid"/>
          </a:ln>
        </p:spPr>
      </p:sp>
      <p:sp>
        <p:nvSpPr>
          <p:cNvPr id="92" name="path-123">
            <a:extLst xmlns:a="http://schemas.openxmlformats.org/drawingml/2006/main">
              <a:ext uri="{FF2B5EF4-FFF2-40B4-BE49-F238E27FC236}">
                <a16:creationId xmlns:a16="http://schemas.microsoft.com/office/drawing/2014/main" id="{C07A309F-BA39-43C3-85E1-09E24C425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98250" y="5090290"/>
            <a:ext cx="466438" cy="256998"/>
          </a:xfrm>
          <a:custGeom xmlns:a="http://schemas.openxmlformats.org/drawingml/2006/main">
            <a:pathLst>
              <a:path w="513082" h="282698">
                <a:moveTo>
                  <a:pt x="0" y="282698"/>
                </a:moveTo>
                <a:lnTo>
                  <a:pt x="513082" y="0"/>
                </a:lnTo>
              </a:path>
            </a:pathLst>
          </a:custGeom>
          <a:noFill xmlns:a="http://schemas.openxmlformats.org/drawingml/2006/main"/>
          <a:ln xmlns:a="http://schemas.openxmlformats.org/drawingml/2006/main" w="50347">
            <a:solidFill>
              <a:srgbClr val="5E757C"/>
            </a:solidFill>
            <a:prstDash val="solid"/>
          </a:ln>
        </p:spPr>
      </p:sp>
      <p:sp>
        <p:nvSpPr>
          <p:cNvPr id="93" name="path-124">
            <a:extLst xmlns:a="http://schemas.openxmlformats.org/drawingml/2006/main">
              <a:ext uri="{FF2B5EF4-FFF2-40B4-BE49-F238E27FC236}">
                <a16:creationId xmlns:a16="http://schemas.microsoft.com/office/drawing/2014/main" id="{09F6DEAE-A9B3-40F7-B23D-AA405B1C3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4559" y="4980033"/>
            <a:ext cx="240246" cy="183093"/>
          </a:xfrm>
          <a:custGeom xmlns:a="http://schemas.openxmlformats.org/drawingml/2006/main">
            <a:pathLst>
              <a:path w="264271" h="201402">
                <a:moveTo>
                  <a:pt x="88288" y="201402"/>
                </a:moveTo>
                <a:lnTo>
                  <a:pt x="264271" y="0"/>
                </a:lnTo>
                <a:lnTo>
                  <a:pt x="0" y="41164"/>
                </a:lnTo>
                <a:lnTo>
                  <a:pt x="88288" y="201402"/>
                </a:lnTo>
              </a:path>
            </a:pathLst>
          </a:custGeom>
          <a:solidFill xmlns:a="http://schemas.openxmlformats.org/drawingml/2006/main">
            <a:srgbClr val="5E757C"/>
          </a:solidFill>
          <a:ln xmlns:a="http://schemas.openxmlformats.org/drawingml/2006/main" w="50347">
            <a:solidFill>
              <a:srgbClr val="5E757C"/>
            </a:solidFill>
            <a:prstDash val="solid"/>
          </a:ln>
        </p:spPr>
      </p:sp>
      <p:sp>
        <p:nvSpPr>
          <p:cNvPr id="94" name="path-125">
            <a:extLst xmlns:a="http://schemas.openxmlformats.org/drawingml/2006/main">
              <a:ext uri="{FF2B5EF4-FFF2-40B4-BE49-F238E27FC236}">
                <a16:creationId xmlns:a16="http://schemas.microsoft.com/office/drawing/2014/main" id="{09DC1201-C775-4E7E-A150-418B109F8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2219" y="6238573"/>
            <a:ext cx="315891" cy="301842"/>
          </a:xfrm>
          <a:custGeom xmlns:a="http://schemas.openxmlformats.org/drawingml/2006/main">
            <a:pathLst>
              <a:path w="347480" h="332026">
                <a:moveTo>
                  <a:pt x="61816" y="270215"/>
                </a:moveTo>
                <a:lnTo>
                  <a:pt x="61816" y="270215"/>
                </a:lnTo>
                <a:cubicBezTo>
                  <a:pt x="0" y="208399"/>
                  <a:pt x="0" y="108176"/>
                  <a:pt x="61816" y="46362"/>
                </a:cubicBezTo>
                <a:cubicBezTo>
                  <a:pt x="91500" y="16676"/>
                  <a:pt x="131760" y="0"/>
                  <a:pt x="173740" y="0"/>
                </a:cubicBezTo>
                <a:cubicBezTo>
                  <a:pt x="215720" y="0"/>
                  <a:pt x="255980" y="16676"/>
                  <a:pt x="285666" y="46362"/>
                </a:cubicBezTo>
                <a:cubicBezTo>
                  <a:pt x="347480" y="108176"/>
                  <a:pt x="347480" y="208399"/>
                  <a:pt x="285666" y="270215"/>
                </a:cubicBezTo>
                <a:cubicBezTo>
                  <a:pt x="223850" y="332026"/>
                  <a:pt x="123630" y="332026"/>
                  <a:pt x="61816" y="270215"/>
                </a:cubicBezTo>
              </a:path>
            </a:pathLst>
          </a:custGeom>
          <a:solidFill xmlns:a="http://schemas.openxmlformats.org/drawingml/2006/main">
            <a:srgbClr val="A28CD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126">
            <a:extLst xmlns:a="http://schemas.openxmlformats.org/drawingml/2006/main">
              <a:ext uri="{FF2B5EF4-FFF2-40B4-BE49-F238E27FC236}">
                <a16:creationId xmlns:a16="http://schemas.microsoft.com/office/drawing/2014/main" id="{709D7A20-0D82-433F-B4FF-6AAE41738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95166" y="6238573"/>
            <a:ext cx="315891" cy="301842"/>
          </a:xfrm>
          <a:custGeom xmlns:a="http://schemas.openxmlformats.org/drawingml/2006/main">
            <a:pathLst>
              <a:path w="347480" h="332026">
                <a:moveTo>
                  <a:pt x="61816" y="270215"/>
                </a:moveTo>
                <a:lnTo>
                  <a:pt x="61816" y="270215"/>
                </a:lnTo>
                <a:cubicBezTo>
                  <a:pt x="0" y="208399"/>
                  <a:pt x="0" y="108176"/>
                  <a:pt x="61816" y="46362"/>
                </a:cubicBezTo>
                <a:cubicBezTo>
                  <a:pt x="91500" y="16676"/>
                  <a:pt x="131760" y="0"/>
                  <a:pt x="173743" y="0"/>
                </a:cubicBezTo>
                <a:cubicBezTo>
                  <a:pt x="215723" y="0"/>
                  <a:pt x="255985" y="16676"/>
                  <a:pt x="285666" y="46362"/>
                </a:cubicBezTo>
                <a:cubicBezTo>
                  <a:pt x="347480" y="108176"/>
                  <a:pt x="347480" y="208399"/>
                  <a:pt x="285666" y="270215"/>
                </a:cubicBezTo>
                <a:cubicBezTo>
                  <a:pt x="223850" y="332026"/>
                  <a:pt x="123630" y="332026"/>
                  <a:pt x="61816" y="270215"/>
                </a:cubicBezTo>
              </a:path>
            </a:pathLst>
          </a:custGeom>
          <a:solidFill xmlns:a="http://schemas.openxmlformats.org/drawingml/2006/main">
            <a:srgbClr val="836CB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" name="path-127">
            <a:extLst xmlns:a="http://schemas.openxmlformats.org/drawingml/2006/main">
              <a:ext uri="{FF2B5EF4-FFF2-40B4-BE49-F238E27FC236}">
                <a16:creationId xmlns:a16="http://schemas.microsoft.com/office/drawing/2014/main" id="{47FEE422-2A1D-4821-A1E8-028BBCD1AB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8116" y="6238573"/>
            <a:ext cx="315893" cy="301842"/>
          </a:xfrm>
          <a:custGeom xmlns:a="http://schemas.openxmlformats.org/drawingml/2006/main">
            <a:pathLst>
              <a:path w="347482" h="332026">
                <a:moveTo>
                  <a:pt x="61814" y="270215"/>
                </a:moveTo>
                <a:lnTo>
                  <a:pt x="61814" y="270215"/>
                </a:lnTo>
                <a:cubicBezTo>
                  <a:pt x="0" y="208399"/>
                  <a:pt x="0" y="108176"/>
                  <a:pt x="61814" y="46362"/>
                </a:cubicBezTo>
                <a:cubicBezTo>
                  <a:pt x="91500" y="16676"/>
                  <a:pt x="131762" y="0"/>
                  <a:pt x="173740" y="0"/>
                </a:cubicBezTo>
                <a:cubicBezTo>
                  <a:pt x="215720" y="0"/>
                  <a:pt x="255982" y="16676"/>
                  <a:pt x="285666" y="46362"/>
                </a:cubicBezTo>
                <a:cubicBezTo>
                  <a:pt x="347482" y="108176"/>
                  <a:pt x="347482" y="208399"/>
                  <a:pt x="285666" y="270215"/>
                </a:cubicBezTo>
                <a:cubicBezTo>
                  <a:pt x="223853" y="332026"/>
                  <a:pt x="123630" y="332026"/>
                  <a:pt x="61814" y="270215"/>
                </a:cubicBezTo>
              </a:path>
            </a:pathLst>
          </a:custGeom>
          <a:solidFill xmlns:a="http://schemas.openxmlformats.org/drawingml/2006/main">
            <a:srgbClr val="6C549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" name="path-128">
            <a:extLst xmlns:a="http://schemas.openxmlformats.org/drawingml/2006/main">
              <a:ext uri="{FF2B5EF4-FFF2-40B4-BE49-F238E27FC236}">
                <a16:creationId xmlns:a16="http://schemas.microsoft.com/office/drawing/2014/main" id="{F6CDC41B-3C87-46DD-8A54-46104A7DE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41067" y="6238573"/>
            <a:ext cx="315891" cy="301842"/>
          </a:xfrm>
          <a:custGeom xmlns:a="http://schemas.openxmlformats.org/drawingml/2006/main">
            <a:pathLst>
              <a:path w="347480" h="332026">
                <a:moveTo>
                  <a:pt x="61816" y="270215"/>
                </a:moveTo>
                <a:lnTo>
                  <a:pt x="61816" y="270215"/>
                </a:lnTo>
                <a:cubicBezTo>
                  <a:pt x="0" y="208399"/>
                  <a:pt x="0" y="108176"/>
                  <a:pt x="61816" y="46362"/>
                </a:cubicBezTo>
                <a:cubicBezTo>
                  <a:pt x="91500" y="16676"/>
                  <a:pt x="131760" y="0"/>
                  <a:pt x="173740" y="0"/>
                </a:cubicBezTo>
                <a:cubicBezTo>
                  <a:pt x="215720" y="0"/>
                  <a:pt x="255980" y="16676"/>
                  <a:pt x="285666" y="46362"/>
                </a:cubicBezTo>
                <a:cubicBezTo>
                  <a:pt x="347480" y="108176"/>
                  <a:pt x="347480" y="208399"/>
                  <a:pt x="285666" y="270215"/>
                </a:cubicBezTo>
                <a:cubicBezTo>
                  <a:pt x="223850" y="332026"/>
                  <a:pt x="123630" y="332026"/>
                  <a:pt x="61816" y="270215"/>
                </a:cubicBezTo>
              </a:path>
            </a:pathLst>
          </a:custGeom>
          <a:solidFill xmlns:a="http://schemas.openxmlformats.org/drawingml/2006/main">
            <a:srgbClr val="4F3A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" name="text-130 Alignment">
            <a:extLst xmlns:a="http://schemas.openxmlformats.org/drawingml/2006/main">
              <a:ext uri="{FF2B5EF4-FFF2-40B4-BE49-F238E27FC236}">
                <a16:creationId xmlns:a16="http://schemas.microsoft.com/office/drawing/2014/main" id="{7D7B08AE-605E-4C30-9BC1-7552C51E7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36054" y="5944299"/>
            <a:ext cx="1054139" cy="2911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8" b="1" i="1">
                <a:solidFill>
                  <a:srgbClr val="5E7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8" b="1" i="1">
                <a:solidFill>
                  <a:srgbClr val="5E757C"/>
                </a:solidFill>
                <a:latin typeface="Arial"/>
                <a:ea typeface="Arial"/>
                <a:cs typeface="Arial"/>
              </a:defRPr>
            </a:pPr>
            <a:r>
              <a:rPr sz="1638" b="1" i="1">
                <a:solidFill>
                  <a:srgbClr val="5E757C"/>
                </a:solidFill>
                <a:latin typeface="Arial"/>
                <a:ea typeface="Arial"/>
                <a:cs typeface="Arial"/>
              </a:rPr>
              <a:t>Alignment</a:t>
            </a:r>
          </a:p>
        </p:txBody>
      </p:sp>
      <p:sp>
        <p:nvSpPr>
          <p:cNvPr id="99" name="text-131 Tuning">
            <a:extLst xmlns:a="http://schemas.openxmlformats.org/drawingml/2006/main">
              <a:ext uri="{FF2B5EF4-FFF2-40B4-BE49-F238E27FC236}">
                <a16:creationId xmlns:a16="http://schemas.microsoft.com/office/drawing/2014/main" id="{F3981D0D-9CFD-4F3D-B78C-D7C3FF81C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12218" y="6186715"/>
            <a:ext cx="700569" cy="2807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9" b="1" i="1">
                <a:solidFill>
                  <a:srgbClr val="5E7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9" b="1" i="1">
                <a:solidFill>
                  <a:srgbClr val="5E757C"/>
                </a:solidFill>
                <a:latin typeface="Arial"/>
                <a:ea typeface="Arial"/>
                <a:cs typeface="Arial"/>
              </a:defRPr>
            </a:pPr>
            <a:r>
              <a:rPr sz="1579" b="1" i="1">
                <a:solidFill>
                  <a:srgbClr val="5E757C"/>
                </a:solidFill>
                <a:latin typeface="Arial"/>
                <a:ea typeface="Arial"/>
                <a:cs typeface="Arial"/>
              </a:rPr>
              <a:t>Tuning</a:t>
            </a:r>
          </a:p>
        </p:txBody>
      </p:sp>
      <p:sp>
        <p:nvSpPr>
          <p:cNvPr id="100" name="text-133 Large-Scale">
            <a:extLst xmlns:a="http://schemas.openxmlformats.org/drawingml/2006/main">
              <a:ext uri="{FF2B5EF4-FFF2-40B4-BE49-F238E27FC236}">
                <a16:creationId xmlns:a16="http://schemas.microsoft.com/office/drawing/2014/main" id="{903E3034-D833-4E67-8BC8-CA5650B37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29606" y="4165302"/>
            <a:ext cx="1211570" cy="2899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1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1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631" b="1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Large-Scale</a:t>
            </a:r>
          </a:p>
        </p:txBody>
      </p:sp>
      <p:sp>
        <p:nvSpPr>
          <p:cNvPr id="101" name="text-134 Contrastive">
            <a:extLst xmlns:a="http://schemas.openxmlformats.org/drawingml/2006/main">
              <a:ext uri="{FF2B5EF4-FFF2-40B4-BE49-F238E27FC236}">
                <a16:creationId xmlns:a16="http://schemas.microsoft.com/office/drawing/2014/main" id="{1B35B06D-5114-4A17-8CA1-3ADA6D057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67185" y="4386016"/>
            <a:ext cx="1159355" cy="3099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3" b="0" i="1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3" b="0" i="1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743" b="0" i="1">
                <a:solidFill>
                  <a:srgbClr val="005853"/>
                </a:solidFill>
                <a:latin typeface="Arial"/>
                <a:ea typeface="Arial"/>
                <a:cs typeface="Arial"/>
              </a:rPr>
              <a:t>Contrastive</a:t>
            </a:r>
          </a:p>
        </p:txBody>
      </p:sp>
      <p:sp>
        <p:nvSpPr>
          <p:cNvPr id="102" name="text-134 Pretraining">
            <a:extLst xmlns:a="http://schemas.openxmlformats.org/drawingml/2006/main">
              <a:ext uri="{FF2B5EF4-FFF2-40B4-BE49-F238E27FC236}">
                <a16:creationId xmlns:a16="http://schemas.microsoft.com/office/drawing/2014/main" id="{21ACC443-67B5-4512-9E08-B99142840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32407" y="4385918"/>
            <a:ext cx="1110738" cy="3100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4" b="0" i="1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4" b="0" i="1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1744" b="0" i="1">
                <a:solidFill>
                  <a:srgbClr val="005853"/>
                </a:solidFill>
                <a:latin typeface="Arial"/>
                <a:ea typeface="Arial"/>
                <a:cs typeface="Arial"/>
              </a:rPr>
              <a:t>Pretraining</a:t>
            </a:r>
          </a:p>
        </p:txBody>
      </p:sp>
      <p:sp>
        <p:nvSpPr>
          <p:cNvPr id="103" name="path-136">
            <a:extLst xmlns:a="http://schemas.openxmlformats.org/drawingml/2006/main">
              <a:ext uri="{FF2B5EF4-FFF2-40B4-BE49-F238E27FC236}">
                <a16:creationId xmlns:a16="http://schemas.microsoft.com/office/drawing/2014/main" id="{4B05958A-3756-45F6-8807-EAB71125C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98250" y="5347289"/>
            <a:ext cx="466438" cy="256996"/>
          </a:xfrm>
          <a:custGeom xmlns:a="http://schemas.openxmlformats.org/drawingml/2006/main">
            <a:pathLst>
              <a:path w="513082" h="282695">
                <a:moveTo>
                  <a:pt x="0" y="0"/>
                </a:moveTo>
                <a:lnTo>
                  <a:pt x="513082" y="282695"/>
                </a:lnTo>
              </a:path>
            </a:pathLst>
          </a:custGeom>
          <a:noFill xmlns:a="http://schemas.openxmlformats.org/drawingml/2006/main"/>
          <a:ln xmlns:a="http://schemas.openxmlformats.org/drawingml/2006/main" w="50347">
            <a:solidFill>
              <a:srgbClr val="5E757C"/>
            </a:solidFill>
            <a:prstDash val="solid"/>
          </a:ln>
        </p:spPr>
      </p:sp>
      <p:sp>
        <p:nvSpPr>
          <p:cNvPr id="104" name="path-137">
            <a:extLst xmlns:a="http://schemas.openxmlformats.org/drawingml/2006/main">
              <a:ext uri="{FF2B5EF4-FFF2-40B4-BE49-F238E27FC236}">
                <a16:creationId xmlns:a16="http://schemas.microsoft.com/office/drawing/2014/main" id="{34A1CC0F-571B-42B7-8B31-32C6B0847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4559" y="5531449"/>
            <a:ext cx="240246" cy="183093"/>
          </a:xfrm>
          <a:custGeom xmlns:a="http://schemas.openxmlformats.org/drawingml/2006/main">
            <a:pathLst>
              <a:path w="264271" h="201402">
                <a:moveTo>
                  <a:pt x="0" y="160238"/>
                </a:moveTo>
                <a:lnTo>
                  <a:pt x="264271" y="201402"/>
                </a:lnTo>
                <a:lnTo>
                  <a:pt x="88288" y="0"/>
                </a:lnTo>
                <a:lnTo>
                  <a:pt x="0" y="160238"/>
                </a:lnTo>
              </a:path>
            </a:pathLst>
          </a:custGeom>
          <a:solidFill xmlns:a="http://schemas.openxmlformats.org/drawingml/2006/main">
            <a:srgbClr val="5E757C"/>
          </a:solidFill>
          <a:ln xmlns:a="http://schemas.openxmlformats.org/drawingml/2006/main" w="50347">
            <a:solidFill>
              <a:srgbClr val="5E757C"/>
            </a:solidFill>
            <a:prstDash val="solid"/>
          </a:ln>
        </p:spPr>
      </p:sp>
      <p:sp>
        <p:nvSpPr>
          <p:cNvPr id="105" name="text-142 State-of-the-Art">
            <a:extLst xmlns:a="http://schemas.openxmlformats.org/drawingml/2006/main">
              <a:ext uri="{FF2B5EF4-FFF2-40B4-BE49-F238E27FC236}">
                <a16:creationId xmlns:a16="http://schemas.microsoft.com/office/drawing/2014/main" id="{D93A0A76-9150-4D80-BD5B-60BCB00DB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23422" y="3150635"/>
            <a:ext cx="1688302" cy="3146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0" b="1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0" b="1" i="0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770" b="1" i="0">
                <a:solidFill>
                  <a:srgbClr val="144E74"/>
                </a:solidFill>
                <a:latin typeface="Arial"/>
                <a:ea typeface="Arial"/>
                <a:cs typeface="Arial"/>
              </a:rPr>
              <a:t>State-of-the-Art</a:t>
            </a:r>
          </a:p>
        </p:txBody>
      </p:sp>
      <p:sp>
        <p:nvSpPr>
          <p:cNvPr id="106" name="text-143 Language">
            <a:extLst xmlns:a="http://schemas.openxmlformats.org/drawingml/2006/main">
              <a:ext uri="{FF2B5EF4-FFF2-40B4-BE49-F238E27FC236}">
                <a16:creationId xmlns:a16="http://schemas.microsoft.com/office/drawing/2014/main" id="{380524AF-04F9-4682-A4FB-37933BDCD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23422" y="3395823"/>
            <a:ext cx="992985" cy="3003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9" b="0" i="1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9" b="0" i="1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689" b="0" i="1">
                <a:solidFill>
                  <a:srgbClr val="144E74"/>
                </a:solidFill>
                <a:latin typeface="Arial"/>
                <a:ea typeface="Arial"/>
                <a:cs typeface="Arial"/>
              </a:rPr>
              <a:t>Language</a:t>
            </a:r>
          </a:p>
        </p:txBody>
      </p:sp>
      <p:sp>
        <p:nvSpPr>
          <p:cNvPr id="107" name="text-143 Encoder">
            <a:extLst xmlns:a="http://schemas.openxmlformats.org/drawingml/2006/main">
              <a:ext uri="{FF2B5EF4-FFF2-40B4-BE49-F238E27FC236}">
                <a16:creationId xmlns:a16="http://schemas.microsoft.com/office/drawing/2014/main" id="{92CF17D2-6330-4E0D-82E2-82ED96158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23507" y="3393478"/>
            <a:ext cx="846698" cy="3036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8" b="0" i="1">
                <a:solidFill>
                  <a:srgbClr val="14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8" b="0" i="1">
                <a:solidFill>
                  <a:srgbClr val="144E74"/>
                </a:solidFill>
                <a:latin typeface="Arial"/>
                <a:ea typeface="Arial"/>
                <a:cs typeface="Arial"/>
              </a:defRPr>
            </a:pPr>
            <a:r>
              <a:rPr sz="1708" b="0" i="1">
                <a:solidFill>
                  <a:srgbClr val="144E74"/>
                </a:solidFill>
                <a:latin typeface="Arial"/>
                <a:ea typeface="Arial"/>
                <a:cs typeface="Arial"/>
              </a:rPr>
              <a:t>Encoder</a:t>
            </a:r>
          </a:p>
        </p:txBody>
      </p:sp>
      <p:sp>
        <p:nvSpPr>
          <p:cNvPr id="108" name="text-145 State-of-the-Art">
            <a:extLst xmlns:a="http://schemas.openxmlformats.org/drawingml/2006/main">
              <a:ext uri="{FF2B5EF4-FFF2-40B4-BE49-F238E27FC236}">
                <a16:creationId xmlns:a16="http://schemas.microsoft.com/office/drawing/2014/main" id="{DAE007E4-409C-4890-B8C8-EBF64D0D2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23422" y="5145929"/>
            <a:ext cx="1688302" cy="3146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0" b="1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0" b="1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770" b="1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State-of-the-Art</a:t>
            </a:r>
          </a:p>
        </p:txBody>
      </p:sp>
      <p:sp>
        <p:nvSpPr>
          <p:cNvPr id="109" name="text-146 Spatial">
            <a:extLst xmlns:a="http://schemas.openxmlformats.org/drawingml/2006/main">
              <a:ext uri="{FF2B5EF4-FFF2-40B4-BE49-F238E27FC236}">
                <a16:creationId xmlns:a16="http://schemas.microsoft.com/office/drawing/2014/main" id="{F8EAB4EA-ED11-4D3F-BB23-F67236B9F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23422" y="5386620"/>
            <a:ext cx="709034" cy="3066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25" b="0" i="1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25" b="0" i="1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725" b="0" i="1">
                <a:solidFill>
                  <a:srgbClr val="4F3A7B"/>
                </a:solidFill>
                <a:latin typeface="Arial"/>
                <a:ea typeface="Arial"/>
                <a:cs typeface="Arial"/>
              </a:rPr>
              <a:t>Spatial</a:t>
            </a:r>
          </a:p>
        </p:txBody>
      </p:sp>
      <p:sp>
        <p:nvSpPr>
          <p:cNvPr id="110" name="text-146 Encoder">
            <a:extLst xmlns:a="http://schemas.openxmlformats.org/drawingml/2006/main">
              <a:ext uri="{FF2B5EF4-FFF2-40B4-BE49-F238E27FC236}">
                <a16:creationId xmlns:a16="http://schemas.microsoft.com/office/drawing/2014/main" id="{48A6E93B-4D5A-47F9-9D4D-B24241CD34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38747" y="5388771"/>
            <a:ext cx="846697" cy="3036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8" b="0" i="1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8" b="0" i="1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1708" b="0" i="1">
                <a:solidFill>
                  <a:srgbClr val="4F3A7B"/>
                </a:solidFill>
                <a:latin typeface="Arial"/>
                <a:ea typeface="Arial"/>
                <a:cs typeface="Arial"/>
              </a:rPr>
              <a:t>Encoder</a:t>
            </a:r>
          </a:p>
        </p:txBody>
      </p:sp>
      <p:sp>
        <p:nvSpPr>
          <p:cNvPr id="111" name="text-147 §">
            <a:extLst xmlns:a="http://schemas.openxmlformats.org/drawingml/2006/main">
              <a:ext uri="{FF2B5EF4-FFF2-40B4-BE49-F238E27FC236}">
                <a16:creationId xmlns:a16="http://schemas.microsoft.com/office/drawing/2014/main" id="{C6F9543E-BB23-497D-9FC8-D849AE5E0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19342" y="4807121"/>
            <a:ext cx="168245" cy="3199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0" b="1" i="0">
                <a:solidFill>
                  <a:srgbClr val="0059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0" b="1" i="0">
                <a:solidFill>
                  <a:srgbClr val="005953"/>
                </a:solidFill>
                <a:latin typeface="Arial"/>
                <a:ea typeface="Arial"/>
                <a:cs typeface="Arial"/>
              </a:defRPr>
            </a:pPr>
            <a:r>
              <a:rPr sz="1800" b="1" i="0">
                <a:solidFill>
                  <a:srgbClr val="005953"/>
                </a:solidFill>
                <a:latin typeface="Arial"/>
                <a:ea typeface="Arial"/>
                <a:cs typeface="Arial"/>
              </a:rPr>
              <a:t>§</a:t>
            </a:r>
          </a:p>
        </p:txBody>
      </p:sp>
      <p:sp>
        <p:nvSpPr>
          <p:cNvPr id="112" name="text-148 2">
            <a:extLst xmlns:a="http://schemas.openxmlformats.org/drawingml/2006/main">
              <a:ext uri="{FF2B5EF4-FFF2-40B4-BE49-F238E27FC236}">
                <a16:creationId xmlns:a16="http://schemas.microsoft.com/office/drawing/2014/main" id="{9AEAFAAB-47F6-4713-A8E4-7F16B8323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46445" y="4765039"/>
            <a:ext cx="199221" cy="3789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31" b="1" i="0">
                <a:solidFill>
                  <a:srgbClr val="0071B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31" b="1" i="0">
                <a:solidFill>
                  <a:srgbClr val="0071BC"/>
                </a:solidFill>
                <a:latin typeface="Arial"/>
                <a:ea typeface="Arial"/>
                <a:cs typeface="Arial"/>
              </a:defRPr>
            </a:pPr>
            <a:r>
              <a:rPr sz="2131" b="1" i="0">
                <a:solidFill>
                  <a:srgbClr val="0071BC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13" name="text-149 §">
            <a:extLst xmlns:a="http://schemas.openxmlformats.org/drawingml/2006/main">
              <a:ext uri="{FF2B5EF4-FFF2-40B4-BE49-F238E27FC236}">
                <a16:creationId xmlns:a16="http://schemas.microsoft.com/office/drawing/2014/main" id="{442FD52F-99DA-40B8-9906-94D995CD8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79578" y="4761595"/>
            <a:ext cx="168245" cy="3199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0" b="1" i="0">
                <a:solidFill>
                  <a:srgbClr val="5E7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0" b="1" i="0">
                <a:solidFill>
                  <a:srgbClr val="5E757C"/>
                </a:solidFill>
                <a:latin typeface="Arial"/>
                <a:ea typeface="Arial"/>
                <a:cs typeface="Arial"/>
              </a:defRPr>
            </a:pPr>
            <a:r>
              <a:rPr sz="1800" b="1" i="0">
                <a:solidFill>
                  <a:srgbClr val="5E757C"/>
                </a:solidFill>
                <a:latin typeface="Arial"/>
                <a:ea typeface="Arial"/>
                <a:cs typeface="Arial"/>
              </a:rPr>
              <a:t>§</a:t>
            </a:r>
          </a:p>
        </p:txBody>
      </p:sp>
      <p:sp>
        <p:nvSpPr>
          <p:cNvPr id="114" name="text-150 3">
            <a:extLst xmlns:a="http://schemas.openxmlformats.org/drawingml/2006/main">
              <a:ext uri="{FF2B5EF4-FFF2-40B4-BE49-F238E27FC236}">
                <a16:creationId xmlns:a16="http://schemas.microsoft.com/office/drawing/2014/main" id="{2B776E1A-6BA0-4332-A451-B1DFC41D9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06681" y="4721436"/>
            <a:ext cx="197805" cy="3762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6" b="1" i="0">
                <a:solidFill>
                  <a:srgbClr val="0071B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6" b="1" i="0">
                <a:solidFill>
                  <a:srgbClr val="0071BC"/>
                </a:solidFill>
                <a:latin typeface="Arial"/>
                <a:ea typeface="Arial"/>
                <a:cs typeface="Arial"/>
              </a:defRPr>
            </a:pPr>
            <a:r>
              <a:rPr sz="2116" b="1" i="0">
                <a:solidFill>
                  <a:srgbClr val="0071BC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115" name="text-151 §">
            <a:extLst xmlns:a="http://schemas.openxmlformats.org/drawingml/2006/main">
              <a:ext uri="{FF2B5EF4-FFF2-40B4-BE49-F238E27FC236}">
                <a16:creationId xmlns:a16="http://schemas.microsoft.com/office/drawing/2014/main" id="{B18ACB91-13D2-4ADE-867C-A7B4585EE9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01844" y="3787641"/>
            <a:ext cx="168245" cy="3199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0" b="1" i="0">
                <a:solidFill>
                  <a:srgbClr val="124E7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0" b="1" i="0">
                <a:solidFill>
                  <a:srgbClr val="124E74"/>
                </a:solidFill>
                <a:latin typeface="Arial"/>
                <a:ea typeface="Arial"/>
                <a:cs typeface="Arial"/>
              </a:defRPr>
            </a:pPr>
            <a:r>
              <a:rPr sz="1800" b="1" i="0">
                <a:solidFill>
                  <a:srgbClr val="124E74"/>
                </a:solidFill>
                <a:latin typeface="Arial"/>
                <a:ea typeface="Arial"/>
                <a:cs typeface="Arial"/>
              </a:rPr>
              <a:t>§</a:t>
            </a:r>
          </a:p>
        </p:txBody>
      </p:sp>
      <p:sp>
        <p:nvSpPr>
          <p:cNvPr id="116" name="text-152 4">
            <a:extLst xmlns:a="http://schemas.openxmlformats.org/drawingml/2006/main">
              <a:ext uri="{FF2B5EF4-FFF2-40B4-BE49-F238E27FC236}">
                <a16:creationId xmlns:a16="http://schemas.microsoft.com/office/drawing/2014/main" id="{3C123A57-598D-4026-85EE-472BD879D2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28947" y="3725266"/>
            <a:ext cx="214158" cy="4073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1" b="1" i="0">
                <a:solidFill>
                  <a:srgbClr val="0071B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1" b="1" i="0">
                <a:solidFill>
                  <a:srgbClr val="0071BC"/>
                </a:solidFill>
                <a:latin typeface="Arial"/>
                <a:ea typeface="Arial"/>
                <a:cs typeface="Arial"/>
              </a:defRPr>
            </a:pPr>
            <a:r>
              <a:rPr sz="2291" b="1" i="0">
                <a:solidFill>
                  <a:srgbClr val="0071BC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117" name="text-153 §">
            <a:extLst xmlns:a="http://schemas.openxmlformats.org/drawingml/2006/main">
              <a:ext uri="{FF2B5EF4-FFF2-40B4-BE49-F238E27FC236}">
                <a16:creationId xmlns:a16="http://schemas.microsoft.com/office/drawing/2014/main" id="{FBE2BFC5-2444-4C98-8A43-410BAFD33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01844" y="5762879"/>
            <a:ext cx="168245" cy="3199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0" b="1" i="0">
                <a:solidFill>
                  <a:srgbClr val="493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0" b="1" i="0">
                <a:solidFill>
                  <a:srgbClr val="493E7B"/>
                </a:solidFill>
                <a:latin typeface="Arial"/>
                <a:ea typeface="Arial"/>
                <a:cs typeface="Arial"/>
              </a:defRPr>
            </a:pPr>
            <a:r>
              <a:rPr sz="1800" b="1" i="0">
                <a:solidFill>
                  <a:srgbClr val="493E7B"/>
                </a:solidFill>
                <a:latin typeface="Arial"/>
                <a:ea typeface="Arial"/>
                <a:cs typeface="Arial"/>
              </a:rPr>
              <a:t>§</a:t>
            </a:r>
          </a:p>
        </p:txBody>
      </p:sp>
      <p:sp>
        <p:nvSpPr>
          <p:cNvPr id="118" name="text-154 5">
            <a:extLst xmlns:a="http://schemas.openxmlformats.org/drawingml/2006/main">
              <a:ext uri="{FF2B5EF4-FFF2-40B4-BE49-F238E27FC236}">
                <a16:creationId xmlns:a16="http://schemas.microsoft.com/office/drawing/2014/main" id="{B940BEDC-DF89-415F-8019-C18489D7C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28947" y="5712467"/>
            <a:ext cx="205352" cy="3905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97" b="1" i="0">
                <a:solidFill>
                  <a:srgbClr val="0071B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97" b="1" i="0">
                <a:solidFill>
                  <a:srgbClr val="0071BC"/>
                </a:solidFill>
                <a:latin typeface="Arial"/>
                <a:ea typeface="Arial"/>
                <a:cs typeface="Arial"/>
              </a:defRPr>
            </a:pPr>
            <a:r>
              <a:rPr sz="2197" b="1" i="0">
                <a:solidFill>
                  <a:srgbClr val="0071BC"/>
                </a:solidFill>
                <a:latin typeface="Arial"/>
                <a:ea typeface="Arial"/>
                <a:cs typeface="Arial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1648613449"/>
      </p:ext>
    </p:extLst>
  </p:cSld>
</p:sld>
</file>

<file path=ppt/slides/slide11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86" name="path-1">
            <a:extLst xmlns:a="http://schemas.openxmlformats.org/drawingml/2006/main">
              <a:ext uri="{FF2B5EF4-FFF2-40B4-BE49-F238E27FC236}">
                <a16:creationId xmlns:a16="http://schemas.microsoft.com/office/drawing/2014/main" id="{23BCA9DB-8B5A-4B1F-B55C-5B34A3810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191" y="1733369"/>
            <a:ext cx="17989286" cy="6833142"/>
          </a:xfrm>
          <a:custGeom xmlns:a="http://schemas.openxmlformats.org/drawingml/2006/main">
            <a:pathLst>
              <a:path w="18401540" h="6989735">
                <a:moveTo>
                  <a:pt x="18401540" y="6989735"/>
                </a:moveTo>
                <a:lnTo>
                  <a:pt x="18401540" y="0"/>
                </a:lnTo>
                <a:lnTo>
                  <a:pt x="0" y="0"/>
                </a:lnTo>
                <a:lnTo>
                  <a:pt x="0" y="6989735"/>
                </a:lnTo>
                <a:lnTo>
                  <a:pt x="18401540" y="698973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E090C3CF-E87E-4950-AC15-AC5D84315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314" y="4390857"/>
            <a:ext cx="1575701" cy="1877208"/>
          </a:xfrm>
          <a:custGeom xmlns:a="http://schemas.openxmlformats.org/drawingml/2006/main">
            <a:pathLst>
              <a:path w="1611811" h="1920227">
                <a:moveTo>
                  <a:pt x="0" y="117775"/>
                </a:moveTo>
                <a:lnTo>
                  <a:pt x="0" y="117775"/>
                </a:lnTo>
                <a:cubicBezTo>
                  <a:pt x="0" y="52729"/>
                  <a:pt x="52729" y="0"/>
                  <a:pt x="117775" y="0"/>
                </a:cubicBezTo>
                <a:lnTo>
                  <a:pt x="1494035" y="0"/>
                </a:lnTo>
                <a:cubicBezTo>
                  <a:pt x="1525271" y="0"/>
                  <a:pt x="1555229" y="12408"/>
                  <a:pt x="1577315" y="34496"/>
                </a:cubicBezTo>
                <a:cubicBezTo>
                  <a:pt x="1599402" y="56583"/>
                  <a:pt x="1611811" y="86539"/>
                  <a:pt x="1611811" y="117775"/>
                </a:cubicBezTo>
                <a:lnTo>
                  <a:pt x="1611811" y="1802452"/>
                </a:lnTo>
                <a:cubicBezTo>
                  <a:pt x="1611811" y="1867497"/>
                  <a:pt x="1559081" y="1920227"/>
                  <a:pt x="1494035" y="1920227"/>
                </a:cubicBezTo>
                <a:lnTo>
                  <a:pt x="117775" y="1920227"/>
                </a:lnTo>
                <a:cubicBezTo>
                  <a:pt x="52729" y="1920227"/>
                  <a:pt x="0" y="1867497"/>
                  <a:pt x="0" y="1802452"/>
                </a:cubicBezTo>
                <a:lnTo>
                  <a:pt x="0" y="117775"/>
                </a:lnTo>
              </a:path>
            </a:pathLst>
          </a:custGeom>
          <a:solidFill xmlns:a="http://schemas.openxmlformats.org/drawingml/2006/main">
            <a:srgbClr val="E6EDEF"/>
          </a:solidFill>
          <a:ln xmlns:a="http://schemas.openxmlformats.org/drawingml/2006/main" w="29053">
            <a:solidFill>
              <a:srgbClr val="03536A"/>
            </a:solidFill>
            <a:prstDash val="dash"/>
          </a:ln>
        </p:spPr>
      </p:sp>
      <p:sp>
        <p:nvSpPr>
          <p:cNvPr id="3" name="text-4 Video">
            <a:extLst xmlns:a="http://schemas.openxmlformats.org/drawingml/2006/main">
              <a:ext uri="{FF2B5EF4-FFF2-40B4-BE49-F238E27FC236}">
                <a16:creationId xmlns:a16="http://schemas.microsoft.com/office/drawing/2014/main" id="{B15DAC5F-DC54-4EF5-8597-6251F926B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7759" y="5502461"/>
            <a:ext cx="744621" cy="3834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57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57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157" b="0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Video</a:t>
            </a:r>
          </a:p>
        </p:txBody>
      </p:sp>
      <p:sp>
        <p:nvSpPr>
          <p:cNvPr id="4" name="text-5 Frames">
            <a:extLst xmlns:a="http://schemas.openxmlformats.org/drawingml/2006/main">
              <a:ext uri="{FF2B5EF4-FFF2-40B4-BE49-F238E27FC236}">
                <a16:creationId xmlns:a16="http://schemas.microsoft.com/office/drawing/2014/main" id="{A64FCD6F-214D-49CF-BC14-2287BCB406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7705" y="5814153"/>
            <a:ext cx="943202" cy="3701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2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2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082" b="0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Frames</a:t>
            </a:r>
          </a:p>
        </p:txBody>
      </p:sp>
      <p:pic>
        <p:nvPic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49F618DF-7497-4CC4-BCCF-7423E69456B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1da19e60ad143da"/>
          <a:stretch xmlns:a="http://schemas.openxmlformats.org/drawingml/2006/main"/>
        </p:blipFill>
        <p:spPr>
          <a:xfrm xmlns:a="http://schemas.openxmlformats.org/drawingml/2006/main">
            <a:off x="1321352" y="4727935"/>
            <a:ext cx="735617" cy="735617"/>
          </a:xfrm>
          <a:prstGeom xmlns:a="http://schemas.openxmlformats.org/drawingml/2006/main" prst="rect">
            <a:avLst/>
          </a:prstGeom>
        </p:spPr>
      </p:pic>
      <p:sp>
        <p:nvSpPr>
          <p:cNvPr id="6" name="path-8">
            <a:extLst xmlns:a="http://schemas.openxmlformats.org/drawingml/2006/main">
              <a:ext uri="{FF2B5EF4-FFF2-40B4-BE49-F238E27FC236}">
                <a16:creationId xmlns:a16="http://schemas.microsoft.com/office/drawing/2014/main" id="{7F19C286-475C-42A2-845B-66F969E86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250" y="4507066"/>
            <a:ext cx="1575702" cy="1877208"/>
          </a:xfrm>
          <a:custGeom xmlns:a="http://schemas.openxmlformats.org/drawingml/2006/main">
            <a:pathLst>
              <a:path w="1611812" h="1920227">
                <a:moveTo>
                  <a:pt x="0" y="117776"/>
                </a:moveTo>
                <a:lnTo>
                  <a:pt x="0" y="117776"/>
                </a:lnTo>
                <a:cubicBezTo>
                  <a:pt x="0" y="52730"/>
                  <a:pt x="52730" y="0"/>
                  <a:pt x="117775" y="0"/>
                </a:cubicBezTo>
                <a:lnTo>
                  <a:pt x="1494036" y="0"/>
                </a:lnTo>
                <a:cubicBezTo>
                  <a:pt x="1525272" y="0"/>
                  <a:pt x="1555228" y="12409"/>
                  <a:pt x="1577316" y="34496"/>
                </a:cubicBezTo>
                <a:cubicBezTo>
                  <a:pt x="1599403" y="56583"/>
                  <a:pt x="1611812" y="86540"/>
                  <a:pt x="1611812" y="117776"/>
                </a:cubicBezTo>
                <a:lnTo>
                  <a:pt x="1611812" y="1802452"/>
                </a:lnTo>
                <a:cubicBezTo>
                  <a:pt x="1611812" y="1867497"/>
                  <a:pt x="1559080" y="1920227"/>
                  <a:pt x="1494036" y="1920227"/>
                </a:cubicBezTo>
                <a:lnTo>
                  <a:pt x="117775" y="1920227"/>
                </a:lnTo>
                <a:cubicBezTo>
                  <a:pt x="52730" y="1920227"/>
                  <a:pt x="0" y="1867497"/>
                  <a:pt x="0" y="1802452"/>
                </a:cubicBezTo>
                <a:lnTo>
                  <a:pt x="0" y="117776"/>
                </a:lnTo>
              </a:path>
            </a:pathLst>
          </a:custGeom>
          <a:solidFill xmlns:a="http://schemas.openxmlformats.org/drawingml/2006/main">
            <a:srgbClr val="E6EDEF"/>
          </a:solidFill>
          <a:ln xmlns:a="http://schemas.openxmlformats.org/drawingml/2006/main" w="29053">
            <a:solidFill>
              <a:srgbClr val="03536A"/>
            </a:solidFill>
            <a:prstDash val="dash"/>
          </a:ln>
        </p:spPr>
      </p:sp>
      <p:sp>
        <p:nvSpPr>
          <p:cNvPr id="7" name="text-10 Video">
            <a:extLst xmlns:a="http://schemas.openxmlformats.org/drawingml/2006/main">
              <a:ext uri="{FF2B5EF4-FFF2-40B4-BE49-F238E27FC236}">
                <a16:creationId xmlns:a16="http://schemas.microsoft.com/office/drawing/2014/main" id="{CEB72BC5-6023-456A-BAD5-41D906F22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7695" y="5618670"/>
            <a:ext cx="744622" cy="3834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57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57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157" b="0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Video</a:t>
            </a:r>
          </a:p>
        </p:txBody>
      </p:sp>
      <p:sp>
        <p:nvSpPr>
          <p:cNvPr id="8" name="text-11 Frames">
            <a:extLst xmlns:a="http://schemas.openxmlformats.org/drawingml/2006/main">
              <a:ext uri="{FF2B5EF4-FFF2-40B4-BE49-F238E27FC236}">
                <a16:creationId xmlns:a16="http://schemas.microsoft.com/office/drawing/2014/main" id="{F32B55D1-5355-49BF-A7C3-713E4BF6C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7641" y="5930363"/>
            <a:ext cx="943201" cy="3701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2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2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082" b="0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Frames</a:t>
            </a:r>
          </a:p>
        </p:txBody>
      </p:sp>
      <p:pic>
        <p:nvPic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C50EC080-3174-4864-8CFD-27B2F4CCE86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7b44b20c63e4c57"/>
          <a:stretch xmlns:a="http://schemas.openxmlformats.org/drawingml/2006/main"/>
        </p:blipFill>
        <p:spPr>
          <a:xfrm xmlns:a="http://schemas.openxmlformats.org/drawingml/2006/main">
            <a:off x="1144432" y="4848986"/>
            <a:ext cx="735617" cy="735617"/>
          </a:xfrm>
          <a:prstGeom xmlns:a="http://schemas.openxmlformats.org/drawingml/2006/main" prst="rect">
            <a:avLst/>
          </a:prstGeom>
        </p:spPr>
      </p:pic>
      <p:sp>
        <p:nvSpPr>
          <p:cNvPr id="10" name="path-14">
            <a:extLst xmlns:a="http://schemas.openxmlformats.org/drawingml/2006/main">
              <a:ext uri="{FF2B5EF4-FFF2-40B4-BE49-F238E27FC236}">
                <a16:creationId xmlns:a16="http://schemas.microsoft.com/office/drawing/2014/main" id="{0B3AE32C-C5C8-41CF-86EC-7E3644A03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186" y="4623277"/>
            <a:ext cx="1575701" cy="1877207"/>
          </a:xfrm>
          <a:custGeom xmlns:a="http://schemas.openxmlformats.org/drawingml/2006/main">
            <a:pathLst>
              <a:path w="1611811" h="1920226">
                <a:moveTo>
                  <a:pt x="0" y="117775"/>
                </a:moveTo>
                <a:lnTo>
                  <a:pt x="0" y="117775"/>
                </a:lnTo>
                <a:cubicBezTo>
                  <a:pt x="0" y="52730"/>
                  <a:pt x="52730" y="0"/>
                  <a:pt x="117775" y="0"/>
                </a:cubicBezTo>
                <a:lnTo>
                  <a:pt x="1494035" y="0"/>
                </a:lnTo>
                <a:cubicBezTo>
                  <a:pt x="1525271" y="0"/>
                  <a:pt x="1555229" y="12408"/>
                  <a:pt x="1577315" y="34495"/>
                </a:cubicBezTo>
                <a:cubicBezTo>
                  <a:pt x="1599402" y="56583"/>
                  <a:pt x="1611811" y="86538"/>
                  <a:pt x="1611811" y="117775"/>
                </a:cubicBezTo>
                <a:lnTo>
                  <a:pt x="1611811" y="1802451"/>
                </a:lnTo>
                <a:cubicBezTo>
                  <a:pt x="1611811" y="1867497"/>
                  <a:pt x="1559081" y="1920226"/>
                  <a:pt x="1494035" y="1920226"/>
                </a:cubicBezTo>
                <a:lnTo>
                  <a:pt x="117775" y="1920226"/>
                </a:lnTo>
                <a:cubicBezTo>
                  <a:pt x="52730" y="1920226"/>
                  <a:pt x="0" y="1867497"/>
                  <a:pt x="0" y="1802451"/>
                </a:cubicBezTo>
                <a:lnTo>
                  <a:pt x="0" y="117775"/>
                </a:lnTo>
              </a:path>
            </a:pathLst>
          </a:custGeom>
          <a:solidFill xmlns:a="http://schemas.openxmlformats.org/drawingml/2006/main">
            <a:srgbClr val="E6EDEF"/>
          </a:solidFill>
          <a:ln xmlns:a="http://schemas.openxmlformats.org/drawingml/2006/main" w="29053">
            <a:solidFill>
              <a:srgbClr val="03536A"/>
            </a:solidFill>
            <a:prstDash val="dash"/>
          </a:ln>
        </p:spPr>
      </p:sp>
      <p:sp>
        <p:nvSpPr>
          <p:cNvPr id="11" name="text-16 Video">
            <a:extLst xmlns:a="http://schemas.openxmlformats.org/drawingml/2006/main">
              <a:ext uri="{FF2B5EF4-FFF2-40B4-BE49-F238E27FC236}">
                <a16:creationId xmlns:a16="http://schemas.microsoft.com/office/drawing/2014/main" id="{C49FBD82-C03B-4C92-AB5A-8C1EC2CA3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7631" y="5734881"/>
            <a:ext cx="744621" cy="3834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57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57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157" b="0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Video</a:t>
            </a:r>
          </a:p>
        </p:txBody>
      </p:sp>
      <p:sp>
        <p:nvSpPr>
          <p:cNvPr id="12" name="text-17 Frames">
            <a:extLst xmlns:a="http://schemas.openxmlformats.org/drawingml/2006/main">
              <a:ext uri="{FF2B5EF4-FFF2-40B4-BE49-F238E27FC236}">
                <a16:creationId xmlns:a16="http://schemas.microsoft.com/office/drawing/2014/main" id="{CCBE81AE-356D-42BA-9151-7CF70BFCE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7577" y="6046573"/>
            <a:ext cx="943202" cy="3701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2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2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082" b="0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Frames</a:t>
            </a:r>
          </a:p>
        </p:txBody>
      </p:sp>
      <p:pic>
        <p:nvPicPr>
          <p:cNvPr id="13" name="">
            <a:extLst xmlns:a="http://schemas.openxmlformats.org/drawingml/2006/main">
              <a:ext uri="{FF2B5EF4-FFF2-40B4-BE49-F238E27FC236}">
                <a16:creationId xmlns:a16="http://schemas.microsoft.com/office/drawing/2014/main" id="{68D99077-0BCE-4E19-BC82-0C3DD7DA6D5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5909ad62bf34f64"/>
          <a:stretch xmlns:a="http://schemas.openxmlformats.org/drawingml/2006/main"/>
        </p:blipFill>
        <p:spPr>
          <a:xfrm xmlns:a="http://schemas.openxmlformats.org/drawingml/2006/main">
            <a:off x="976823" y="4960726"/>
            <a:ext cx="735617" cy="735617"/>
          </a:xfrm>
          <a:prstGeom xmlns:a="http://schemas.openxmlformats.org/drawingml/2006/main" prst="rect">
            <a:avLst/>
          </a:prstGeom>
        </p:spPr>
      </p:pic>
      <p:sp>
        <p:nvSpPr>
          <p:cNvPr id="14" name="path-20">
            <a:extLst xmlns:a="http://schemas.openxmlformats.org/drawingml/2006/main">
              <a:ext uri="{FF2B5EF4-FFF2-40B4-BE49-F238E27FC236}">
                <a16:creationId xmlns:a16="http://schemas.microsoft.com/office/drawing/2014/main" id="{A8401399-E3E5-43D6-B141-7EAAC58BA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123" y="4739488"/>
            <a:ext cx="1575701" cy="1877207"/>
          </a:xfrm>
          <a:custGeom xmlns:a="http://schemas.openxmlformats.org/drawingml/2006/main">
            <a:pathLst>
              <a:path w="1611811" h="1920226">
                <a:moveTo>
                  <a:pt x="0" y="117775"/>
                </a:moveTo>
                <a:lnTo>
                  <a:pt x="0" y="117775"/>
                </a:lnTo>
                <a:cubicBezTo>
                  <a:pt x="0" y="52729"/>
                  <a:pt x="52729" y="0"/>
                  <a:pt x="117775" y="0"/>
                </a:cubicBezTo>
                <a:lnTo>
                  <a:pt x="1494035" y="0"/>
                </a:lnTo>
                <a:cubicBezTo>
                  <a:pt x="1525271" y="0"/>
                  <a:pt x="1555227" y="12408"/>
                  <a:pt x="1577315" y="34494"/>
                </a:cubicBezTo>
                <a:cubicBezTo>
                  <a:pt x="1599402" y="56582"/>
                  <a:pt x="1611811" y="86538"/>
                  <a:pt x="1611811" y="117775"/>
                </a:cubicBezTo>
                <a:lnTo>
                  <a:pt x="1611811" y="1802451"/>
                </a:lnTo>
                <a:cubicBezTo>
                  <a:pt x="1611811" y="1867496"/>
                  <a:pt x="1559081" y="1920226"/>
                  <a:pt x="1494035" y="1920226"/>
                </a:cubicBezTo>
                <a:lnTo>
                  <a:pt x="117775" y="1920226"/>
                </a:lnTo>
                <a:cubicBezTo>
                  <a:pt x="52729" y="1920226"/>
                  <a:pt x="0" y="1867496"/>
                  <a:pt x="0" y="1802451"/>
                </a:cubicBezTo>
                <a:lnTo>
                  <a:pt x="0" y="117775"/>
                </a:lnTo>
              </a:path>
            </a:pathLst>
          </a:custGeom>
          <a:solidFill xmlns:a="http://schemas.openxmlformats.org/drawingml/2006/main">
            <a:srgbClr val="E6EDEF"/>
          </a:solidFill>
          <a:ln xmlns:a="http://schemas.openxmlformats.org/drawingml/2006/main" w="29053">
            <a:solidFill>
              <a:srgbClr val="03536A"/>
            </a:solidFill>
            <a:prstDash val="dash"/>
          </a:ln>
        </p:spPr>
      </p:sp>
      <p:sp>
        <p:nvSpPr>
          <p:cNvPr id="15" name="text-22 Video">
            <a:extLst xmlns:a="http://schemas.openxmlformats.org/drawingml/2006/main">
              <a:ext uri="{FF2B5EF4-FFF2-40B4-BE49-F238E27FC236}">
                <a16:creationId xmlns:a16="http://schemas.microsoft.com/office/drawing/2014/main" id="{8A52936B-2B9A-469B-8543-B97D4A8639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7567" y="5819914"/>
            <a:ext cx="744620" cy="3834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57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57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157" b="0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Video</a:t>
            </a:r>
          </a:p>
        </p:txBody>
      </p:sp>
      <p:sp>
        <p:nvSpPr>
          <p:cNvPr id="16" name="text-23 Frames">
            <a:extLst xmlns:a="http://schemas.openxmlformats.org/drawingml/2006/main">
              <a:ext uri="{FF2B5EF4-FFF2-40B4-BE49-F238E27FC236}">
                <a16:creationId xmlns:a16="http://schemas.microsoft.com/office/drawing/2014/main" id="{2C1E2E16-8234-4EF8-9108-F5DF93EC1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7513" y="6131606"/>
            <a:ext cx="943201" cy="3701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2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2" b="0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082" b="0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Frames</a:t>
            </a:r>
          </a:p>
        </p:txBody>
      </p:sp>
      <p:pic>
        <p:nvPic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34A08DB5-25E9-43EB-9233-2BC863EBB75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087085f022340fb"/>
          <a:stretch xmlns:a="http://schemas.openxmlformats.org/drawingml/2006/main"/>
        </p:blipFill>
        <p:spPr>
          <a:xfrm xmlns:a="http://schemas.openxmlformats.org/drawingml/2006/main">
            <a:off x="809214" y="5081777"/>
            <a:ext cx="735617" cy="735617"/>
          </a:xfrm>
          <a:prstGeom xmlns:a="http://schemas.openxmlformats.org/drawingml/2006/main" prst="rect">
            <a:avLst/>
          </a:prstGeom>
        </p:spPr>
      </p:pic>
      <p:sp>
        <p:nvSpPr>
          <p:cNvPr id="18" name="path-26">
            <a:extLst xmlns:a="http://schemas.openxmlformats.org/drawingml/2006/main">
              <a:ext uri="{FF2B5EF4-FFF2-40B4-BE49-F238E27FC236}">
                <a16:creationId xmlns:a16="http://schemas.microsoft.com/office/drawing/2014/main" id="{9D0A6AA7-4926-4B71-B635-77B87ACE8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61286" y="2358237"/>
            <a:ext cx="2039630" cy="5395083"/>
          </a:xfrm>
          <a:custGeom xmlns:a="http://schemas.openxmlformats.org/drawingml/2006/main">
            <a:pathLst>
              <a:path w="2086371" h="5518720">
                <a:moveTo>
                  <a:pt x="0" y="133256"/>
                </a:moveTo>
                <a:lnTo>
                  <a:pt x="0" y="133256"/>
                </a:lnTo>
                <a:cubicBezTo>
                  <a:pt x="0" y="59661"/>
                  <a:pt x="59661" y="0"/>
                  <a:pt x="133259" y="0"/>
                </a:cubicBezTo>
                <a:lnTo>
                  <a:pt x="1953112" y="0"/>
                </a:lnTo>
                <a:cubicBezTo>
                  <a:pt x="1988456" y="0"/>
                  <a:pt x="2022349" y="14040"/>
                  <a:pt x="2047338" y="39030"/>
                </a:cubicBezTo>
                <a:cubicBezTo>
                  <a:pt x="2072331" y="64021"/>
                  <a:pt x="2086371" y="97915"/>
                  <a:pt x="2086371" y="133256"/>
                </a:cubicBezTo>
                <a:lnTo>
                  <a:pt x="2086371" y="5385464"/>
                </a:lnTo>
                <a:cubicBezTo>
                  <a:pt x="2086371" y="5459060"/>
                  <a:pt x="2026710" y="5518720"/>
                  <a:pt x="1953112" y="5518720"/>
                </a:cubicBezTo>
                <a:lnTo>
                  <a:pt x="133259" y="5518720"/>
                </a:lnTo>
                <a:cubicBezTo>
                  <a:pt x="59661" y="5518720"/>
                  <a:pt x="0" y="5459060"/>
                  <a:pt x="0" y="5385464"/>
                </a:cubicBezTo>
                <a:lnTo>
                  <a:pt x="0" y="133256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29053">
            <a:solidFill>
              <a:srgbClr val="4F3A7B"/>
            </a:solidFill>
            <a:prstDash val="solid"/>
          </a:ln>
        </p:spPr>
      </p:sp>
      <p:sp>
        <p:nvSpPr>
          <p:cNvPr id="19" name="text-27 LLM">
            <a:extLst xmlns:a="http://schemas.openxmlformats.org/drawingml/2006/main">
              <a:ext uri="{FF2B5EF4-FFF2-40B4-BE49-F238E27FC236}">
                <a16:creationId xmlns:a16="http://schemas.microsoft.com/office/drawing/2014/main" id="{E0807531-D8D7-425C-9E3C-091B684E72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18020" y="4685803"/>
            <a:ext cx="1225207" cy="7677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318" b="1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318" b="1" i="0">
                <a:solidFill>
                  <a:srgbClr val="4F3A7B"/>
                </a:solidFill>
                <a:latin typeface="Arial"/>
                <a:ea typeface="Arial"/>
                <a:cs typeface="Arial"/>
              </a:defRPr>
            </a:pPr>
            <a:r>
              <a:rPr sz="4318" b="1" i="0">
                <a:solidFill>
                  <a:srgbClr val="4F3A7B"/>
                </a:solidFill>
                <a:latin typeface="Arial"/>
                <a:ea typeface="Arial"/>
                <a:cs typeface="Arial"/>
              </a:rPr>
              <a:t>LLM</a:t>
            </a:r>
          </a:p>
        </p:txBody>
      </p:sp>
      <p:sp>
        <p:nvSpPr>
          <p:cNvPr id="20" name="path-28">
            <a:extLst xmlns:a="http://schemas.openxmlformats.org/drawingml/2006/main">
              <a:ext uri="{FF2B5EF4-FFF2-40B4-BE49-F238E27FC236}">
                <a16:creationId xmlns:a16="http://schemas.microsoft.com/office/drawing/2014/main" id="{E266D529-5A67-4E8D-8065-87F20DCD9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50338" y="6910304"/>
            <a:ext cx="4520302" cy="1627858"/>
          </a:xfrm>
          <a:custGeom xmlns:a="http://schemas.openxmlformats.org/drawingml/2006/main">
            <a:pathLst>
              <a:path w="4623892" h="1665163">
                <a:moveTo>
                  <a:pt x="0" y="63709"/>
                </a:moveTo>
                <a:lnTo>
                  <a:pt x="0" y="63709"/>
                </a:lnTo>
                <a:cubicBezTo>
                  <a:pt x="0" y="28523"/>
                  <a:pt x="28524" y="0"/>
                  <a:pt x="63710" y="0"/>
                </a:cubicBezTo>
                <a:lnTo>
                  <a:pt x="4560185" y="0"/>
                </a:lnTo>
                <a:cubicBezTo>
                  <a:pt x="4577084" y="0"/>
                  <a:pt x="4593288" y="6713"/>
                  <a:pt x="4605233" y="18660"/>
                </a:cubicBezTo>
                <a:cubicBezTo>
                  <a:pt x="4617182" y="30608"/>
                  <a:pt x="4623892" y="46813"/>
                  <a:pt x="4623892" y="63709"/>
                </a:cubicBezTo>
                <a:lnTo>
                  <a:pt x="4623892" y="1601454"/>
                </a:lnTo>
                <a:cubicBezTo>
                  <a:pt x="4623892" y="1636640"/>
                  <a:pt x="4595371" y="1665163"/>
                  <a:pt x="4560185" y="1665163"/>
                </a:cubicBezTo>
                <a:lnTo>
                  <a:pt x="63710" y="1665163"/>
                </a:lnTo>
                <a:cubicBezTo>
                  <a:pt x="28524" y="1665163"/>
                  <a:pt x="0" y="1636640"/>
                  <a:pt x="0" y="1601454"/>
                </a:cubicBezTo>
                <a:lnTo>
                  <a:pt x="0" y="63709"/>
                </a:lnTo>
              </a:path>
            </a:pathLst>
          </a:custGeom>
          <a:solidFill xmlns:a="http://schemas.openxmlformats.org/drawingml/2006/main">
            <a:srgbClr val="F6F7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path-29">
            <a:extLst xmlns:a="http://schemas.openxmlformats.org/drawingml/2006/main">
              <a:ext uri="{FF2B5EF4-FFF2-40B4-BE49-F238E27FC236}">
                <a16:creationId xmlns:a16="http://schemas.microsoft.com/office/drawing/2014/main" id="{21808A6A-687E-4361-8B93-07463A41B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727" y="7172310"/>
            <a:ext cx="3692192" cy="547194"/>
          </a:xfrm>
          <a:custGeom xmlns:a="http://schemas.openxmlformats.org/drawingml/2006/main">
            <a:pathLst>
              <a:path w="3776805" h="559734">
                <a:moveTo>
                  <a:pt x="0" y="93290"/>
                </a:moveTo>
                <a:lnTo>
                  <a:pt x="0" y="93290"/>
                </a:lnTo>
                <a:cubicBezTo>
                  <a:pt x="0" y="41767"/>
                  <a:pt x="41767" y="0"/>
                  <a:pt x="93291" y="0"/>
                </a:cubicBezTo>
                <a:lnTo>
                  <a:pt x="3683512" y="0"/>
                </a:lnTo>
                <a:cubicBezTo>
                  <a:pt x="3708255" y="0"/>
                  <a:pt x="3731985" y="9828"/>
                  <a:pt x="3749478" y="27323"/>
                </a:cubicBezTo>
                <a:cubicBezTo>
                  <a:pt x="3766976" y="44818"/>
                  <a:pt x="3776805" y="68548"/>
                  <a:pt x="3776805" y="93290"/>
                </a:cubicBezTo>
                <a:lnTo>
                  <a:pt x="3776805" y="466443"/>
                </a:lnTo>
                <a:cubicBezTo>
                  <a:pt x="3776805" y="517966"/>
                  <a:pt x="3735038" y="559734"/>
                  <a:pt x="3683512" y="559734"/>
                </a:cubicBezTo>
                <a:lnTo>
                  <a:pt x="93291" y="559734"/>
                </a:lnTo>
                <a:cubicBezTo>
                  <a:pt x="41767" y="559734"/>
                  <a:pt x="0" y="517966"/>
                  <a:pt x="0" y="466443"/>
                </a:cubicBezTo>
                <a:lnTo>
                  <a:pt x="0" y="93290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text-30 Title">
            <a:extLst xmlns:a="http://schemas.openxmlformats.org/drawingml/2006/main">
              <a:ext uri="{FF2B5EF4-FFF2-40B4-BE49-F238E27FC236}">
                <a16:creationId xmlns:a16="http://schemas.microsoft.com/office/drawing/2014/main" id="{392E6D55-58FE-465D-90E0-94030B580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1338" y="7217310"/>
            <a:ext cx="677049" cy="4664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624" b="0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624" b="0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pPr>
            <a:r>
              <a:rPr sz="2624" b="0" i="0">
                <a:solidFill>
                  <a:srgbClr val="66629B"/>
                </a:solidFill>
                <a:latin typeface="Arial"/>
                <a:ea typeface="Arial"/>
                <a:cs typeface="Arial"/>
              </a:rPr>
              <a:t>Title</a:t>
            </a:r>
          </a:p>
        </p:txBody>
      </p:sp>
      <p:sp>
        <p:nvSpPr>
          <p:cNvPr id="23" name="path-31">
            <a:extLst xmlns:a="http://schemas.openxmlformats.org/drawingml/2006/main">
              <a:ext uri="{FF2B5EF4-FFF2-40B4-BE49-F238E27FC236}">
                <a16:creationId xmlns:a16="http://schemas.microsoft.com/office/drawing/2014/main" id="{1C7D0AA8-B624-4ECA-83AC-0CCA383AB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861" y="7172310"/>
            <a:ext cx="414055" cy="547194"/>
          </a:xfrm>
          <a:custGeom xmlns:a="http://schemas.openxmlformats.org/drawingml/2006/main">
            <a:pathLst>
              <a:path w="423544" h="559734">
                <a:moveTo>
                  <a:pt x="423544" y="70592"/>
                </a:moveTo>
                <a:lnTo>
                  <a:pt x="423544" y="70592"/>
                </a:lnTo>
                <a:cubicBezTo>
                  <a:pt x="423544" y="31604"/>
                  <a:pt x="391940" y="0"/>
                  <a:pt x="352951" y="0"/>
                </a:cubicBezTo>
                <a:lnTo>
                  <a:pt x="70592" y="0"/>
                </a:lnTo>
                <a:cubicBezTo>
                  <a:pt x="51870" y="0"/>
                  <a:pt x="33915" y="7436"/>
                  <a:pt x="20676" y="20675"/>
                </a:cubicBezTo>
                <a:cubicBezTo>
                  <a:pt x="7437" y="33914"/>
                  <a:pt x="0" y="51869"/>
                  <a:pt x="0" y="70592"/>
                </a:cubicBezTo>
                <a:lnTo>
                  <a:pt x="0" y="489142"/>
                </a:lnTo>
                <a:cubicBezTo>
                  <a:pt x="0" y="528129"/>
                  <a:pt x="31605" y="559734"/>
                  <a:pt x="70592" y="559734"/>
                </a:cubicBezTo>
                <a:lnTo>
                  <a:pt x="352951" y="559734"/>
                </a:lnTo>
                <a:cubicBezTo>
                  <a:pt x="391940" y="559734"/>
                  <a:pt x="423544" y="528129"/>
                  <a:pt x="423544" y="489142"/>
                </a:cubicBezTo>
                <a:lnTo>
                  <a:pt x="423544" y="70592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text-32 +">
            <a:extLst xmlns:a="http://schemas.openxmlformats.org/drawingml/2006/main">
              <a:ext uri="{FF2B5EF4-FFF2-40B4-BE49-F238E27FC236}">
                <a16:creationId xmlns:a16="http://schemas.microsoft.com/office/drawing/2014/main" id="{30808316-6FDB-44DB-9633-AF659A77A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16994" y="7184254"/>
            <a:ext cx="303306" cy="5558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26" b="1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26" b="1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pPr>
            <a:r>
              <a:rPr sz="3126" b="1" i="0">
                <a:solidFill>
                  <a:srgbClr val="66629B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25" name="path-33">
            <a:extLst xmlns:a="http://schemas.openxmlformats.org/drawingml/2006/main">
              <a:ext uri="{FF2B5EF4-FFF2-40B4-BE49-F238E27FC236}">
                <a16:creationId xmlns:a16="http://schemas.microsoft.com/office/drawing/2014/main" id="{81ADC1C1-B712-4584-AEE6-6F52B5A98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727" y="7797274"/>
            <a:ext cx="3692192" cy="547195"/>
          </a:xfrm>
          <a:custGeom xmlns:a="http://schemas.openxmlformats.org/drawingml/2006/main">
            <a:pathLst>
              <a:path w="3776805" h="559735">
                <a:moveTo>
                  <a:pt x="0" y="93292"/>
                </a:moveTo>
                <a:lnTo>
                  <a:pt x="0" y="93292"/>
                </a:lnTo>
                <a:cubicBezTo>
                  <a:pt x="0" y="41769"/>
                  <a:pt x="41767" y="0"/>
                  <a:pt x="93291" y="0"/>
                </a:cubicBezTo>
                <a:lnTo>
                  <a:pt x="3683512" y="0"/>
                </a:lnTo>
                <a:cubicBezTo>
                  <a:pt x="3708255" y="0"/>
                  <a:pt x="3731985" y="9829"/>
                  <a:pt x="3749478" y="27325"/>
                </a:cubicBezTo>
                <a:cubicBezTo>
                  <a:pt x="3766976" y="44820"/>
                  <a:pt x="3776805" y="68549"/>
                  <a:pt x="3776805" y="93292"/>
                </a:cubicBezTo>
                <a:lnTo>
                  <a:pt x="3776805" y="466444"/>
                </a:lnTo>
                <a:cubicBezTo>
                  <a:pt x="3776805" y="517967"/>
                  <a:pt x="3735038" y="559735"/>
                  <a:pt x="3683512" y="559735"/>
                </a:cubicBezTo>
                <a:lnTo>
                  <a:pt x="93291" y="559735"/>
                </a:lnTo>
                <a:cubicBezTo>
                  <a:pt x="41767" y="559735"/>
                  <a:pt x="0" y="517967"/>
                  <a:pt x="0" y="466444"/>
                </a:cubicBezTo>
                <a:lnTo>
                  <a:pt x="0" y="93292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text-34 Description">
            <a:extLst xmlns:a="http://schemas.openxmlformats.org/drawingml/2006/main">
              <a:ext uri="{FF2B5EF4-FFF2-40B4-BE49-F238E27FC236}">
                <a16:creationId xmlns:a16="http://schemas.microsoft.com/office/drawing/2014/main" id="{5662526D-7B54-4031-A4B5-D8513D6F4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1338" y="7853932"/>
            <a:ext cx="1666079" cy="4501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32" b="0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32" b="0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pPr>
            <a:r>
              <a:rPr sz="2532" b="0" i="0">
                <a:solidFill>
                  <a:srgbClr val="66629B"/>
                </a:solidFill>
                <a:latin typeface="Arial"/>
                <a:ea typeface="Arial"/>
                <a:cs typeface="Arial"/>
              </a:rPr>
              <a:t>Description</a:t>
            </a:r>
          </a:p>
        </p:txBody>
      </p:sp>
      <p:sp>
        <p:nvSpPr>
          <p:cNvPr id="27" name="path-35">
            <a:extLst xmlns:a="http://schemas.openxmlformats.org/drawingml/2006/main">
              <a:ext uri="{FF2B5EF4-FFF2-40B4-BE49-F238E27FC236}">
                <a16:creationId xmlns:a16="http://schemas.microsoft.com/office/drawing/2014/main" id="{E5AB438D-3D42-4CF3-8A12-AA39D6432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861" y="7797274"/>
            <a:ext cx="414055" cy="547195"/>
          </a:xfrm>
          <a:custGeom xmlns:a="http://schemas.openxmlformats.org/drawingml/2006/main">
            <a:pathLst>
              <a:path w="423544" h="559735">
                <a:moveTo>
                  <a:pt x="423544" y="70592"/>
                </a:moveTo>
                <a:lnTo>
                  <a:pt x="423544" y="70592"/>
                </a:lnTo>
                <a:cubicBezTo>
                  <a:pt x="423544" y="31605"/>
                  <a:pt x="391940" y="0"/>
                  <a:pt x="352951" y="0"/>
                </a:cubicBezTo>
                <a:lnTo>
                  <a:pt x="70592" y="0"/>
                </a:lnTo>
                <a:cubicBezTo>
                  <a:pt x="51870" y="0"/>
                  <a:pt x="33915" y="7438"/>
                  <a:pt x="20676" y="20677"/>
                </a:cubicBezTo>
                <a:cubicBezTo>
                  <a:pt x="7437" y="33915"/>
                  <a:pt x="0" y="51870"/>
                  <a:pt x="0" y="70592"/>
                </a:cubicBezTo>
                <a:lnTo>
                  <a:pt x="0" y="489142"/>
                </a:lnTo>
                <a:cubicBezTo>
                  <a:pt x="0" y="528130"/>
                  <a:pt x="31605" y="559735"/>
                  <a:pt x="70592" y="559735"/>
                </a:cubicBezTo>
                <a:lnTo>
                  <a:pt x="352951" y="559735"/>
                </a:lnTo>
                <a:cubicBezTo>
                  <a:pt x="391940" y="559735"/>
                  <a:pt x="423544" y="528130"/>
                  <a:pt x="423544" y="489142"/>
                </a:cubicBezTo>
                <a:lnTo>
                  <a:pt x="423544" y="70592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text-36 +">
            <a:extLst xmlns:a="http://schemas.openxmlformats.org/drawingml/2006/main">
              <a:ext uri="{FF2B5EF4-FFF2-40B4-BE49-F238E27FC236}">
                <a16:creationId xmlns:a16="http://schemas.microsoft.com/office/drawing/2014/main" id="{68B259DF-814F-4CE1-969F-D236058EA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16994" y="7809219"/>
            <a:ext cx="303306" cy="5558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26" b="1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26" b="1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pPr>
            <a:r>
              <a:rPr sz="3126" b="1" i="0">
                <a:solidFill>
                  <a:srgbClr val="66629B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29" name="path-37">
            <a:extLst xmlns:a="http://schemas.openxmlformats.org/drawingml/2006/main">
              <a:ext uri="{FF2B5EF4-FFF2-40B4-BE49-F238E27FC236}">
                <a16:creationId xmlns:a16="http://schemas.microsoft.com/office/drawing/2014/main" id="{B70493AF-BA5C-40BA-BD34-9203CEF40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50320" y="6490933"/>
            <a:ext cx="4520302" cy="547194"/>
          </a:xfrm>
          <a:custGeom xmlns:a="http://schemas.openxmlformats.org/drawingml/2006/main">
            <a:pathLst>
              <a:path w="4623892" h="559734">
                <a:moveTo>
                  <a:pt x="0" y="93290"/>
                </a:moveTo>
                <a:lnTo>
                  <a:pt x="0" y="93290"/>
                </a:lnTo>
                <a:cubicBezTo>
                  <a:pt x="0" y="41767"/>
                  <a:pt x="41767" y="0"/>
                  <a:pt x="93289" y="0"/>
                </a:cubicBezTo>
                <a:lnTo>
                  <a:pt x="4530603" y="0"/>
                </a:lnTo>
                <a:cubicBezTo>
                  <a:pt x="4555342" y="0"/>
                  <a:pt x="4579072" y="9828"/>
                  <a:pt x="4596569" y="27323"/>
                </a:cubicBezTo>
                <a:cubicBezTo>
                  <a:pt x="4614063" y="44818"/>
                  <a:pt x="4623892" y="68548"/>
                  <a:pt x="4623892" y="93290"/>
                </a:cubicBezTo>
                <a:lnTo>
                  <a:pt x="4623892" y="466443"/>
                </a:lnTo>
                <a:cubicBezTo>
                  <a:pt x="4623892" y="517966"/>
                  <a:pt x="4582125" y="559734"/>
                  <a:pt x="4530603" y="559734"/>
                </a:cubicBezTo>
                <a:lnTo>
                  <a:pt x="93289" y="559734"/>
                </a:lnTo>
                <a:cubicBezTo>
                  <a:pt x="41767" y="559734"/>
                  <a:pt x="0" y="517966"/>
                  <a:pt x="0" y="466443"/>
                </a:cubicBezTo>
                <a:lnTo>
                  <a:pt x="0" y="93290"/>
                </a:lnTo>
              </a:path>
            </a:pathLst>
          </a:custGeom>
          <a:solidFill xmlns:a="http://schemas.openxmlformats.org/drawingml/2006/main">
            <a:srgbClr val="E2E4F6"/>
          </a:solidFill>
          <a:ln xmlns:a="http://schemas.openxmlformats.org/drawingml/2006/main" w="14526">
            <a:solidFill>
              <a:srgbClr val="66629B"/>
            </a:solidFill>
            <a:prstDash val="solid"/>
          </a:ln>
        </p:spPr>
      </p:sp>
      <p:sp>
        <p:nvSpPr>
          <p:cNvPr id="30" name="text-38 Metadata">
            <a:extLst xmlns:a="http://schemas.openxmlformats.org/drawingml/2006/main">
              <a:ext uri="{FF2B5EF4-FFF2-40B4-BE49-F238E27FC236}">
                <a16:creationId xmlns:a16="http://schemas.microsoft.com/office/drawing/2014/main" id="{6A8E30C2-8DCA-4D2F-9280-A06F42F61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45856" y="6517569"/>
            <a:ext cx="1595803" cy="5137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89" b="0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89" b="0" i="0">
                <a:solidFill>
                  <a:srgbClr val="66629B"/>
                </a:solidFill>
                <a:latin typeface="Arial"/>
                <a:ea typeface="Arial"/>
                <a:cs typeface="Arial"/>
              </a:defRPr>
            </a:pPr>
            <a:r>
              <a:rPr sz="2889" b="0" i="0">
                <a:solidFill>
                  <a:srgbClr val="66629B"/>
                </a:solidFill>
                <a:latin typeface="Arial"/>
                <a:ea typeface="Arial"/>
                <a:cs typeface="Arial"/>
              </a:rPr>
              <a:t>Metadata</a:t>
            </a:r>
          </a:p>
        </p:txBody>
      </p:sp>
      <p:sp>
        <p:nvSpPr>
          <p:cNvPr id="31" name="path-39">
            <a:extLst xmlns:a="http://schemas.openxmlformats.org/drawingml/2006/main">
              <a:ext uri="{FF2B5EF4-FFF2-40B4-BE49-F238E27FC236}">
                <a16:creationId xmlns:a16="http://schemas.microsoft.com/office/drawing/2014/main" id="{93AAD2AD-D33E-4A5B-9E19-5A9073CF5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50320" y="3313484"/>
            <a:ext cx="4520302" cy="2885125"/>
          </a:xfrm>
          <a:custGeom xmlns:a="http://schemas.openxmlformats.org/drawingml/2006/main">
            <a:pathLst>
              <a:path w="4623892" h="2951242">
                <a:moveTo>
                  <a:pt x="0" y="112915"/>
                </a:moveTo>
                <a:lnTo>
                  <a:pt x="0" y="112915"/>
                </a:lnTo>
                <a:cubicBezTo>
                  <a:pt x="0" y="50554"/>
                  <a:pt x="50552" y="0"/>
                  <a:pt x="112914" y="0"/>
                </a:cubicBezTo>
                <a:lnTo>
                  <a:pt x="4510978" y="0"/>
                </a:lnTo>
                <a:cubicBezTo>
                  <a:pt x="4540924" y="0"/>
                  <a:pt x="4569647" y="11897"/>
                  <a:pt x="4590822" y="33072"/>
                </a:cubicBezTo>
                <a:cubicBezTo>
                  <a:pt x="4611998" y="54248"/>
                  <a:pt x="4623892" y="82969"/>
                  <a:pt x="4623892" y="112915"/>
                </a:cubicBezTo>
                <a:lnTo>
                  <a:pt x="4623892" y="2838327"/>
                </a:lnTo>
                <a:cubicBezTo>
                  <a:pt x="4623892" y="2900689"/>
                  <a:pt x="4573339" y="2951242"/>
                  <a:pt x="4510978" y="2951242"/>
                </a:cubicBezTo>
                <a:lnTo>
                  <a:pt x="112914" y="2951242"/>
                </a:lnTo>
                <a:cubicBezTo>
                  <a:pt x="50552" y="2951242"/>
                  <a:pt x="0" y="2900689"/>
                  <a:pt x="0" y="2838327"/>
                </a:cubicBezTo>
                <a:lnTo>
                  <a:pt x="0" y="112915"/>
                </a:lnTo>
              </a:path>
            </a:pathLst>
          </a:custGeom>
          <a:solidFill xmlns:a="http://schemas.openxmlformats.org/drawingml/2006/main">
            <a:srgbClr val="F7F8F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40">
            <a:extLst xmlns:a="http://schemas.openxmlformats.org/drawingml/2006/main">
              <a:ext uri="{FF2B5EF4-FFF2-40B4-BE49-F238E27FC236}">
                <a16:creationId xmlns:a16="http://schemas.microsoft.com/office/drawing/2014/main" id="{326100F9-F50C-4E7F-826C-790D020BE8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727" y="3575500"/>
            <a:ext cx="3692192" cy="547195"/>
          </a:xfrm>
          <a:custGeom xmlns:a="http://schemas.openxmlformats.org/drawingml/2006/main">
            <a:pathLst>
              <a:path w="3776805" h="559735">
                <a:moveTo>
                  <a:pt x="0" y="93291"/>
                </a:moveTo>
                <a:lnTo>
                  <a:pt x="0" y="93291"/>
                </a:lnTo>
                <a:cubicBezTo>
                  <a:pt x="0" y="41768"/>
                  <a:pt x="41767" y="0"/>
                  <a:pt x="93291" y="0"/>
                </a:cubicBezTo>
                <a:lnTo>
                  <a:pt x="3683512" y="0"/>
                </a:lnTo>
                <a:cubicBezTo>
                  <a:pt x="3708255" y="0"/>
                  <a:pt x="3731985" y="9829"/>
                  <a:pt x="3749478" y="27325"/>
                </a:cubicBezTo>
                <a:cubicBezTo>
                  <a:pt x="3766976" y="44820"/>
                  <a:pt x="3776805" y="68549"/>
                  <a:pt x="3776805" y="93291"/>
                </a:cubicBezTo>
                <a:lnTo>
                  <a:pt x="3776805" y="466444"/>
                </a:lnTo>
                <a:cubicBezTo>
                  <a:pt x="3776805" y="517967"/>
                  <a:pt x="3735038" y="559735"/>
                  <a:pt x="3683512" y="559735"/>
                </a:cubicBezTo>
                <a:lnTo>
                  <a:pt x="93291" y="559735"/>
                </a:lnTo>
                <a:cubicBezTo>
                  <a:pt x="41767" y="559735"/>
                  <a:pt x="0" y="517967"/>
                  <a:pt x="0" y="466444"/>
                </a:cubicBezTo>
                <a:lnTo>
                  <a:pt x="0" y="93291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text-41 Frame">
            <a:extLst xmlns:a="http://schemas.openxmlformats.org/drawingml/2006/main">
              <a:ext uri="{FF2B5EF4-FFF2-40B4-BE49-F238E27FC236}">
                <a16:creationId xmlns:a16="http://schemas.microsoft.com/office/drawing/2014/main" id="{D9C0FE2D-1FBF-4B2E-84FF-4CAADE037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1338" y="3647277"/>
            <a:ext cx="940384" cy="4289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3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3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413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Frame</a:t>
            </a:r>
          </a:p>
        </p:txBody>
      </p:sp>
      <p:sp>
        <p:nvSpPr>
          <p:cNvPr id="34" name="text-41 1">
            <a:extLst xmlns:a="http://schemas.openxmlformats.org/drawingml/2006/main">
              <a:ext uri="{FF2B5EF4-FFF2-40B4-BE49-F238E27FC236}">
                <a16:creationId xmlns:a16="http://schemas.microsoft.com/office/drawing/2014/main" id="{F8D581AE-E7E4-49FF-B2A9-FD95606426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12519" y="3713080"/>
            <a:ext cx="177096" cy="3368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5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5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1895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35" name="text-41 caption">
            <a:extLst xmlns:a="http://schemas.openxmlformats.org/drawingml/2006/main">
              <a:ext uri="{FF2B5EF4-FFF2-40B4-BE49-F238E27FC236}">
                <a16:creationId xmlns:a16="http://schemas.microsoft.com/office/drawing/2014/main" id="{AF2ED25E-D6F0-47C1-95C9-2BAD19492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12109" y="3630088"/>
            <a:ext cx="1101671" cy="4530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48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48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548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caption</a:t>
            </a:r>
          </a:p>
        </p:txBody>
      </p:sp>
      <p:sp>
        <p:nvSpPr>
          <p:cNvPr id="36" name="path-42">
            <a:extLst xmlns:a="http://schemas.openxmlformats.org/drawingml/2006/main">
              <a:ext uri="{FF2B5EF4-FFF2-40B4-BE49-F238E27FC236}">
                <a16:creationId xmlns:a16="http://schemas.microsoft.com/office/drawing/2014/main" id="{BC1C519D-D88C-456F-9932-691CF5BFB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861" y="3575500"/>
            <a:ext cx="414055" cy="547195"/>
          </a:xfrm>
          <a:custGeom xmlns:a="http://schemas.openxmlformats.org/drawingml/2006/main">
            <a:pathLst>
              <a:path w="423544" h="559735">
                <a:moveTo>
                  <a:pt x="423544" y="70592"/>
                </a:moveTo>
                <a:lnTo>
                  <a:pt x="423544" y="70592"/>
                </a:lnTo>
                <a:cubicBezTo>
                  <a:pt x="423544" y="31605"/>
                  <a:pt x="391940" y="0"/>
                  <a:pt x="352951" y="0"/>
                </a:cubicBezTo>
                <a:lnTo>
                  <a:pt x="70592" y="0"/>
                </a:lnTo>
                <a:cubicBezTo>
                  <a:pt x="51870" y="0"/>
                  <a:pt x="33915" y="7438"/>
                  <a:pt x="20676" y="20677"/>
                </a:cubicBezTo>
                <a:cubicBezTo>
                  <a:pt x="7437" y="33915"/>
                  <a:pt x="0" y="51870"/>
                  <a:pt x="0" y="70592"/>
                </a:cubicBezTo>
                <a:lnTo>
                  <a:pt x="0" y="489142"/>
                </a:lnTo>
                <a:cubicBezTo>
                  <a:pt x="0" y="528130"/>
                  <a:pt x="31605" y="559735"/>
                  <a:pt x="70592" y="559735"/>
                </a:cubicBezTo>
                <a:lnTo>
                  <a:pt x="352951" y="559735"/>
                </a:lnTo>
                <a:cubicBezTo>
                  <a:pt x="391940" y="559735"/>
                  <a:pt x="423544" y="528130"/>
                  <a:pt x="423544" y="489142"/>
                </a:cubicBezTo>
                <a:lnTo>
                  <a:pt x="423544" y="70592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text-43 +">
            <a:extLst xmlns:a="http://schemas.openxmlformats.org/drawingml/2006/main">
              <a:ext uri="{FF2B5EF4-FFF2-40B4-BE49-F238E27FC236}">
                <a16:creationId xmlns:a16="http://schemas.microsoft.com/office/drawing/2014/main" id="{1CD28511-481B-49E6-98E0-CEA6BD026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16994" y="3587445"/>
            <a:ext cx="303306" cy="5558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26" b="1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26" b="1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3126" b="1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38" name="path-44">
            <a:extLst xmlns:a="http://schemas.openxmlformats.org/drawingml/2006/main">
              <a:ext uri="{FF2B5EF4-FFF2-40B4-BE49-F238E27FC236}">
                <a16:creationId xmlns:a16="http://schemas.microsoft.com/office/drawing/2014/main" id="{C2DB1AD2-2958-4F4C-AFA7-D5FB7FF42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727" y="4200465"/>
            <a:ext cx="3692192" cy="547195"/>
          </a:xfrm>
          <a:custGeom xmlns:a="http://schemas.openxmlformats.org/drawingml/2006/main">
            <a:pathLst>
              <a:path w="3776805" h="559735">
                <a:moveTo>
                  <a:pt x="0" y="93291"/>
                </a:moveTo>
                <a:lnTo>
                  <a:pt x="0" y="93291"/>
                </a:lnTo>
                <a:cubicBezTo>
                  <a:pt x="0" y="41768"/>
                  <a:pt x="41767" y="0"/>
                  <a:pt x="93291" y="0"/>
                </a:cubicBezTo>
                <a:lnTo>
                  <a:pt x="3683512" y="0"/>
                </a:lnTo>
                <a:cubicBezTo>
                  <a:pt x="3708255" y="0"/>
                  <a:pt x="3731985" y="9829"/>
                  <a:pt x="3749478" y="27325"/>
                </a:cubicBezTo>
                <a:cubicBezTo>
                  <a:pt x="3766976" y="44820"/>
                  <a:pt x="3776805" y="68549"/>
                  <a:pt x="3776805" y="93291"/>
                </a:cubicBezTo>
                <a:lnTo>
                  <a:pt x="3776805" y="466443"/>
                </a:lnTo>
                <a:cubicBezTo>
                  <a:pt x="3776805" y="517966"/>
                  <a:pt x="3735038" y="559735"/>
                  <a:pt x="3683512" y="559735"/>
                </a:cubicBezTo>
                <a:lnTo>
                  <a:pt x="93291" y="559735"/>
                </a:lnTo>
                <a:cubicBezTo>
                  <a:pt x="41767" y="559735"/>
                  <a:pt x="0" y="517966"/>
                  <a:pt x="0" y="466443"/>
                </a:cubicBezTo>
                <a:lnTo>
                  <a:pt x="0" y="93291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text-45 Frame">
            <a:extLst xmlns:a="http://schemas.openxmlformats.org/drawingml/2006/main">
              <a:ext uri="{FF2B5EF4-FFF2-40B4-BE49-F238E27FC236}">
                <a16:creationId xmlns:a16="http://schemas.microsoft.com/office/drawing/2014/main" id="{6AA75584-8E7F-46E5-ACBC-EA59D3D8B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1338" y="4272243"/>
            <a:ext cx="940384" cy="4289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3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3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413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Frame</a:t>
            </a:r>
          </a:p>
        </p:txBody>
      </p:sp>
      <p:sp>
        <p:nvSpPr>
          <p:cNvPr id="40" name="text-45 2">
            <a:extLst xmlns:a="http://schemas.openxmlformats.org/drawingml/2006/main">
              <a:ext uri="{FF2B5EF4-FFF2-40B4-BE49-F238E27FC236}">
                <a16:creationId xmlns:a16="http://schemas.microsoft.com/office/drawing/2014/main" id="{519DCD78-AEDA-4865-80CF-79D38FB05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12519" y="4251051"/>
            <a:ext cx="241128" cy="4586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80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80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580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41" name="text-45 caption">
            <a:extLst xmlns:a="http://schemas.openxmlformats.org/drawingml/2006/main">
              <a:ext uri="{FF2B5EF4-FFF2-40B4-BE49-F238E27FC236}">
                <a16:creationId xmlns:a16="http://schemas.microsoft.com/office/drawing/2014/main" id="{64D82C62-DA26-4910-BB63-EB45FEEE3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60628" y="4255055"/>
            <a:ext cx="1101670" cy="4530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48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48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548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caption</a:t>
            </a:r>
          </a:p>
        </p:txBody>
      </p:sp>
      <p:sp>
        <p:nvSpPr>
          <p:cNvPr id="42" name="path-46">
            <a:extLst xmlns:a="http://schemas.openxmlformats.org/drawingml/2006/main">
              <a:ext uri="{FF2B5EF4-FFF2-40B4-BE49-F238E27FC236}">
                <a16:creationId xmlns:a16="http://schemas.microsoft.com/office/drawing/2014/main" id="{B30CF85E-21CD-424F-BCD0-B7863CE39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861" y="4200465"/>
            <a:ext cx="414055" cy="547195"/>
          </a:xfrm>
          <a:custGeom xmlns:a="http://schemas.openxmlformats.org/drawingml/2006/main">
            <a:pathLst>
              <a:path w="423544" h="559735">
                <a:moveTo>
                  <a:pt x="423544" y="70592"/>
                </a:moveTo>
                <a:lnTo>
                  <a:pt x="423544" y="70592"/>
                </a:lnTo>
                <a:cubicBezTo>
                  <a:pt x="423544" y="31606"/>
                  <a:pt x="391940" y="0"/>
                  <a:pt x="352951" y="0"/>
                </a:cubicBezTo>
                <a:lnTo>
                  <a:pt x="70592" y="0"/>
                </a:lnTo>
                <a:cubicBezTo>
                  <a:pt x="51870" y="0"/>
                  <a:pt x="33915" y="7438"/>
                  <a:pt x="20676" y="20677"/>
                </a:cubicBezTo>
                <a:cubicBezTo>
                  <a:pt x="7437" y="33915"/>
                  <a:pt x="0" y="51870"/>
                  <a:pt x="0" y="70592"/>
                </a:cubicBezTo>
                <a:lnTo>
                  <a:pt x="0" y="489142"/>
                </a:lnTo>
                <a:cubicBezTo>
                  <a:pt x="0" y="528130"/>
                  <a:pt x="31605" y="559735"/>
                  <a:pt x="70592" y="559735"/>
                </a:cubicBezTo>
                <a:lnTo>
                  <a:pt x="352951" y="559735"/>
                </a:lnTo>
                <a:cubicBezTo>
                  <a:pt x="391940" y="559735"/>
                  <a:pt x="423544" y="528130"/>
                  <a:pt x="423544" y="489142"/>
                </a:cubicBezTo>
                <a:lnTo>
                  <a:pt x="423544" y="70592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text-47 +">
            <a:extLst xmlns:a="http://schemas.openxmlformats.org/drawingml/2006/main">
              <a:ext uri="{FF2B5EF4-FFF2-40B4-BE49-F238E27FC236}">
                <a16:creationId xmlns:a16="http://schemas.microsoft.com/office/drawing/2014/main" id="{AB2B6B76-BE4F-4152-947B-4A8BDD477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16994" y="4212410"/>
            <a:ext cx="303306" cy="5558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26" b="1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26" b="1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3126" b="1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44" name="path-48">
            <a:extLst xmlns:a="http://schemas.openxmlformats.org/drawingml/2006/main">
              <a:ext uri="{FF2B5EF4-FFF2-40B4-BE49-F238E27FC236}">
                <a16:creationId xmlns:a16="http://schemas.microsoft.com/office/drawing/2014/main" id="{BA2C128C-C51E-4986-B4B6-453DF366D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727" y="4825444"/>
            <a:ext cx="3692192" cy="547194"/>
          </a:xfrm>
          <a:custGeom xmlns:a="http://schemas.openxmlformats.org/drawingml/2006/main">
            <a:pathLst>
              <a:path w="3776805" h="559734">
                <a:moveTo>
                  <a:pt x="0" y="93290"/>
                </a:moveTo>
                <a:lnTo>
                  <a:pt x="0" y="93290"/>
                </a:lnTo>
                <a:cubicBezTo>
                  <a:pt x="0" y="41768"/>
                  <a:pt x="41767" y="0"/>
                  <a:pt x="93291" y="0"/>
                </a:cubicBezTo>
                <a:lnTo>
                  <a:pt x="3683512" y="0"/>
                </a:lnTo>
                <a:cubicBezTo>
                  <a:pt x="3708255" y="0"/>
                  <a:pt x="3731985" y="9829"/>
                  <a:pt x="3749478" y="27325"/>
                </a:cubicBezTo>
                <a:cubicBezTo>
                  <a:pt x="3766976" y="44819"/>
                  <a:pt x="3776805" y="68548"/>
                  <a:pt x="3776805" y="93290"/>
                </a:cubicBezTo>
                <a:lnTo>
                  <a:pt x="3776805" y="466443"/>
                </a:lnTo>
                <a:cubicBezTo>
                  <a:pt x="3776805" y="517966"/>
                  <a:pt x="3735038" y="559734"/>
                  <a:pt x="3683512" y="559734"/>
                </a:cubicBezTo>
                <a:lnTo>
                  <a:pt x="93291" y="559734"/>
                </a:lnTo>
                <a:cubicBezTo>
                  <a:pt x="41767" y="559734"/>
                  <a:pt x="0" y="517966"/>
                  <a:pt x="0" y="466443"/>
                </a:cubicBezTo>
                <a:lnTo>
                  <a:pt x="0" y="93290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text-49 …">
            <a:extLst xmlns:a="http://schemas.openxmlformats.org/drawingml/2006/main">
              <a:ext uri="{FF2B5EF4-FFF2-40B4-BE49-F238E27FC236}">
                <a16:creationId xmlns:a16="http://schemas.microsoft.com/office/drawing/2014/main" id="{5BF0AB9B-F57B-48D5-9DA7-A654AFFA1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1338" y="4913092"/>
            <a:ext cx="342822" cy="4067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88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88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288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…</a:t>
            </a:r>
          </a:p>
        </p:txBody>
      </p:sp>
      <p:sp>
        <p:nvSpPr>
          <p:cNvPr id="46" name="path-50">
            <a:extLst xmlns:a="http://schemas.openxmlformats.org/drawingml/2006/main">
              <a:ext uri="{FF2B5EF4-FFF2-40B4-BE49-F238E27FC236}">
                <a16:creationId xmlns:a16="http://schemas.microsoft.com/office/drawing/2014/main" id="{8C271BD6-623B-4FDD-8064-797DA0E48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861" y="4825444"/>
            <a:ext cx="414055" cy="547194"/>
          </a:xfrm>
          <a:custGeom xmlns:a="http://schemas.openxmlformats.org/drawingml/2006/main">
            <a:pathLst>
              <a:path w="423544" h="559734">
                <a:moveTo>
                  <a:pt x="423544" y="70592"/>
                </a:moveTo>
                <a:lnTo>
                  <a:pt x="423544" y="70592"/>
                </a:lnTo>
                <a:cubicBezTo>
                  <a:pt x="423544" y="31604"/>
                  <a:pt x="391940" y="0"/>
                  <a:pt x="352951" y="0"/>
                </a:cubicBezTo>
                <a:lnTo>
                  <a:pt x="70592" y="0"/>
                </a:lnTo>
                <a:cubicBezTo>
                  <a:pt x="51870" y="0"/>
                  <a:pt x="33915" y="7437"/>
                  <a:pt x="20676" y="20676"/>
                </a:cubicBezTo>
                <a:cubicBezTo>
                  <a:pt x="7437" y="33915"/>
                  <a:pt x="0" y="51870"/>
                  <a:pt x="0" y="70592"/>
                </a:cubicBezTo>
                <a:lnTo>
                  <a:pt x="0" y="489142"/>
                </a:lnTo>
                <a:cubicBezTo>
                  <a:pt x="0" y="528130"/>
                  <a:pt x="31605" y="559734"/>
                  <a:pt x="70592" y="559734"/>
                </a:cubicBezTo>
                <a:lnTo>
                  <a:pt x="352951" y="559734"/>
                </a:lnTo>
                <a:cubicBezTo>
                  <a:pt x="391940" y="559734"/>
                  <a:pt x="423544" y="528130"/>
                  <a:pt x="423544" y="489142"/>
                </a:cubicBezTo>
                <a:lnTo>
                  <a:pt x="423544" y="70592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" name="text-51 +">
            <a:extLst xmlns:a="http://schemas.openxmlformats.org/drawingml/2006/main">
              <a:ext uri="{FF2B5EF4-FFF2-40B4-BE49-F238E27FC236}">
                <a16:creationId xmlns:a16="http://schemas.microsoft.com/office/drawing/2014/main" id="{6302BC10-B6E4-454A-A9BE-92FDAFB21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16994" y="4837389"/>
            <a:ext cx="303306" cy="5558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26" b="1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26" b="1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3126" b="1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48" name="path-52">
            <a:extLst xmlns:a="http://schemas.openxmlformats.org/drawingml/2006/main">
              <a:ext uri="{FF2B5EF4-FFF2-40B4-BE49-F238E27FC236}">
                <a16:creationId xmlns:a16="http://schemas.microsoft.com/office/drawing/2014/main" id="{A1387D88-8F4B-4795-B9B4-A9C30B022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50320" y="2894123"/>
            <a:ext cx="4520302" cy="547195"/>
          </a:xfrm>
          <a:custGeom xmlns:a="http://schemas.openxmlformats.org/drawingml/2006/main">
            <a:pathLst>
              <a:path w="4623892" h="559735">
                <a:moveTo>
                  <a:pt x="0" y="93291"/>
                </a:moveTo>
                <a:lnTo>
                  <a:pt x="0" y="93291"/>
                </a:lnTo>
                <a:cubicBezTo>
                  <a:pt x="0" y="41768"/>
                  <a:pt x="41767" y="0"/>
                  <a:pt x="93289" y="0"/>
                </a:cubicBezTo>
                <a:lnTo>
                  <a:pt x="4530603" y="0"/>
                </a:lnTo>
                <a:cubicBezTo>
                  <a:pt x="4555342" y="0"/>
                  <a:pt x="4579072" y="9829"/>
                  <a:pt x="4596569" y="27325"/>
                </a:cubicBezTo>
                <a:cubicBezTo>
                  <a:pt x="4614063" y="44819"/>
                  <a:pt x="4623892" y="68549"/>
                  <a:pt x="4623892" y="93291"/>
                </a:cubicBezTo>
                <a:lnTo>
                  <a:pt x="4623892" y="466444"/>
                </a:lnTo>
                <a:cubicBezTo>
                  <a:pt x="4623892" y="517967"/>
                  <a:pt x="4582125" y="559735"/>
                  <a:pt x="4530603" y="559735"/>
                </a:cubicBezTo>
                <a:lnTo>
                  <a:pt x="93289" y="559735"/>
                </a:lnTo>
                <a:cubicBezTo>
                  <a:pt x="41767" y="559735"/>
                  <a:pt x="0" y="517967"/>
                  <a:pt x="0" y="466444"/>
                </a:cubicBezTo>
                <a:lnTo>
                  <a:pt x="0" y="93291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14526">
            <a:solidFill>
              <a:srgbClr val="3B7190"/>
            </a:solidFill>
            <a:prstDash val="solid"/>
          </a:ln>
        </p:spPr>
      </p:sp>
      <p:sp>
        <p:nvSpPr>
          <p:cNvPr id="49" name="text-53 Frame">
            <a:extLst xmlns:a="http://schemas.openxmlformats.org/drawingml/2006/main">
              <a:ext uri="{FF2B5EF4-FFF2-40B4-BE49-F238E27FC236}">
                <a16:creationId xmlns:a16="http://schemas.microsoft.com/office/drawing/2014/main" id="{0D3EC648-C0D6-448C-A682-52C0466F6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67412" y="2940525"/>
            <a:ext cx="1065427" cy="4860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4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4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734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Frame</a:t>
            </a:r>
          </a:p>
        </p:txBody>
      </p:sp>
      <p:sp>
        <p:nvSpPr>
          <p:cNvPr id="50" name="text-53 Captions">
            <a:extLst xmlns:a="http://schemas.openxmlformats.org/drawingml/2006/main">
              <a:ext uri="{FF2B5EF4-FFF2-40B4-BE49-F238E27FC236}">
                <a16:creationId xmlns:a16="http://schemas.microsoft.com/office/drawing/2014/main" id="{DB6AF108-2161-4C1B-B72E-F05FAEAA7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45088" y="2930752"/>
            <a:ext cx="1472837" cy="4997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11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11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811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Captions</a:t>
            </a:r>
          </a:p>
        </p:txBody>
      </p:sp>
      <p:sp>
        <p:nvSpPr>
          <p:cNvPr id="51" name="path-54">
            <a:extLst xmlns:a="http://schemas.openxmlformats.org/drawingml/2006/main">
              <a:ext uri="{FF2B5EF4-FFF2-40B4-BE49-F238E27FC236}">
                <a16:creationId xmlns:a16="http://schemas.microsoft.com/office/drawing/2014/main" id="{7BC57D44-C98B-44BD-A790-DB63CF019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2619" y="5471157"/>
            <a:ext cx="3692188" cy="547194"/>
          </a:xfrm>
          <a:custGeom xmlns:a="http://schemas.openxmlformats.org/drawingml/2006/main">
            <a:pathLst>
              <a:path w="3776801" h="559734">
                <a:moveTo>
                  <a:pt x="0" y="93290"/>
                </a:moveTo>
                <a:lnTo>
                  <a:pt x="0" y="93290"/>
                </a:lnTo>
                <a:cubicBezTo>
                  <a:pt x="0" y="41767"/>
                  <a:pt x="41767" y="0"/>
                  <a:pt x="93291" y="0"/>
                </a:cubicBezTo>
                <a:lnTo>
                  <a:pt x="3683512" y="0"/>
                </a:lnTo>
                <a:cubicBezTo>
                  <a:pt x="3708255" y="0"/>
                  <a:pt x="3731981" y="9828"/>
                  <a:pt x="3749478" y="27324"/>
                </a:cubicBezTo>
                <a:cubicBezTo>
                  <a:pt x="3766972" y="44818"/>
                  <a:pt x="3776801" y="68548"/>
                  <a:pt x="3776801" y="93290"/>
                </a:cubicBezTo>
                <a:lnTo>
                  <a:pt x="3776801" y="466443"/>
                </a:lnTo>
                <a:cubicBezTo>
                  <a:pt x="3776801" y="517966"/>
                  <a:pt x="3735034" y="559734"/>
                  <a:pt x="3683512" y="559734"/>
                </a:cubicBezTo>
                <a:lnTo>
                  <a:pt x="93291" y="559734"/>
                </a:lnTo>
                <a:cubicBezTo>
                  <a:pt x="41767" y="559734"/>
                  <a:pt x="0" y="517966"/>
                  <a:pt x="0" y="466443"/>
                </a:cubicBezTo>
                <a:lnTo>
                  <a:pt x="0" y="93290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" name="text-55 Frame">
            <a:extLst xmlns:a="http://schemas.openxmlformats.org/drawingml/2006/main">
              <a:ext uri="{FF2B5EF4-FFF2-40B4-BE49-F238E27FC236}">
                <a16:creationId xmlns:a16="http://schemas.microsoft.com/office/drawing/2014/main" id="{D64032D8-276C-44EF-956A-4ED8652F0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1229" y="5542934"/>
            <a:ext cx="940384" cy="4289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3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3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413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Frame</a:t>
            </a:r>
          </a:p>
        </p:txBody>
      </p:sp>
      <p:sp>
        <p:nvSpPr>
          <p:cNvPr id="53" name="text-56 n">
            <a:extLst xmlns:a="http://schemas.openxmlformats.org/drawingml/2006/main">
              <a:ext uri="{FF2B5EF4-FFF2-40B4-BE49-F238E27FC236}">
                <a16:creationId xmlns:a16="http://schemas.microsoft.com/office/drawing/2014/main" id="{344B6DBD-E983-4508-9C79-DE2270D2F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12845" y="5536109"/>
            <a:ext cx="230553" cy="4385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66" b="0" i="1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66" b="0" i="1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466" b="0" i="1">
                <a:solidFill>
                  <a:srgbClr val="3B7190"/>
                </a:solidFill>
                <a:latin typeface="Arial"/>
                <a:ea typeface="Arial"/>
                <a:cs typeface="Arial"/>
              </a:rPr>
              <a:t>n</a:t>
            </a:r>
          </a:p>
        </p:txBody>
      </p:sp>
      <p:sp>
        <p:nvSpPr>
          <p:cNvPr id="54" name="text-57 caption">
            <a:extLst xmlns:a="http://schemas.openxmlformats.org/drawingml/2006/main">
              <a:ext uri="{FF2B5EF4-FFF2-40B4-BE49-F238E27FC236}">
                <a16:creationId xmlns:a16="http://schemas.microsoft.com/office/drawing/2014/main" id="{5A1EDAAB-057C-497C-832D-DFCBAB72D2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52964" y="5525745"/>
            <a:ext cx="1101670" cy="4530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48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48" b="0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2548" b="0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caption</a:t>
            </a:r>
          </a:p>
        </p:txBody>
      </p:sp>
      <p:sp>
        <p:nvSpPr>
          <p:cNvPr id="55" name="path-58">
            <a:extLst xmlns:a="http://schemas.openxmlformats.org/drawingml/2006/main">
              <a:ext uri="{FF2B5EF4-FFF2-40B4-BE49-F238E27FC236}">
                <a16:creationId xmlns:a16="http://schemas.microsoft.com/office/drawing/2014/main" id="{226C3DDC-7329-49BE-A675-C20154D04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751" y="5471157"/>
            <a:ext cx="414057" cy="547194"/>
          </a:xfrm>
          <a:custGeom xmlns:a="http://schemas.openxmlformats.org/drawingml/2006/main">
            <a:pathLst>
              <a:path w="423545" h="559734">
                <a:moveTo>
                  <a:pt x="423545" y="70592"/>
                </a:moveTo>
                <a:lnTo>
                  <a:pt x="423545" y="70592"/>
                </a:lnTo>
                <a:cubicBezTo>
                  <a:pt x="423545" y="31604"/>
                  <a:pt x="391938" y="0"/>
                  <a:pt x="352953" y="0"/>
                </a:cubicBezTo>
                <a:lnTo>
                  <a:pt x="70592" y="0"/>
                </a:lnTo>
                <a:cubicBezTo>
                  <a:pt x="51870" y="0"/>
                  <a:pt x="33915" y="7437"/>
                  <a:pt x="20676" y="20675"/>
                </a:cubicBezTo>
                <a:cubicBezTo>
                  <a:pt x="7437" y="33915"/>
                  <a:pt x="0" y="51870"/>
                  <a:pt x="0" y="70592"/>
                </a:cubicBezTo>
                <a:lnTo>
                  <a:pt x="0" y="489142"/>
                </a:lnTo>
                <a:cubicBezTo>
                  <a:pt x="0" y="528130"/>
                  <a:pt x="31605" y="559734"/>
                  <a:pt x="70592" y="559734"/>
                </a:cubicBezTo>
                <a:lnTo>
                  <a:pt x="352953" y="559734"/>
                </a:lnTo>
                <a:cubicBezTo>
                  <a:pt x="391938" y="559734"/>
                  <a:pt x="423545" y="528130"/>
                  <a:pt x="423545" y="489142"/>
                </a:cubicBezTo>
                <a:lnTo>
                  <a:pt x="423545" y="70592"/>
                </a:lnTo>
              </a:path>
            </a:pathLst>
          </a:custGeom>
          <a:solidFill xmlns:a="http://schemas.openxmlformats.org/drawingml/2006/main">
            <a:srgbClr val="E1EA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text-59 +">
            <a:extLst xmlns:a="http://schemas.openxmlformats.org/drawingml/2006/main">
              <a:ext uri="{FF2B5EF4-FFF2-40B4-BE49-F238E27FC236}">
                <a16:creationId xmlns:a16="http://schemas.microsoft.com/office/drawing/2014/main" id="{43A578C6-D08C-402D-A787-7F1A68EA9C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16882" y="5483103"/>
            <a:ext cx="303306" cy="5558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26" b="1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26" b="1" i="0">
                <a:solidFill>
                  <a:srgbClr val="3B7190"/>
                </a:solidFill>
                <a:latin typeface="Arial"/>
                <a:ea typeface="Arial"/>
                <a:cs typeface="Arial"/>
              </a:defRPr>
            </a:pPr>
            <a:r>
              <a:rPr sz="3126" b="1" i="0">
                <a:solidFill>
                  <a:srgbClr val="3B7190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57" name="path-60">
            <a:extLst xmlns:a="http://schemas.openxmlformats.org/drawingml/2006/main">
              <a:ext uri="{FF2B5EF4-FFF2-40B4-BE49-F238E27FC236}">
                <a16:creationId xmlns:a16="http://schemas.microsoft.com/office/drawing/2014/main" id="{E148421B-1606-4C78-8429-79B65C91E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50277" y="2054533"/>
            <a:ext cx="4520761" cy="547652"/>
          </a:xfrm>
          <a:custGeom xmlns:a="http://schemas.openxmlformats.org/drawingml/2006/main">
            <a:pathLst>
              <a:path w="4624362" h="560202">
                <a:moveTo>
                  <a:pt x="0" y="93369"/>
                </a:moveTo>
                <a:lnTo>
                  <a:pt x="0" y="93369"/>
                </a:lnTo>
                <a:cubicBezTo>
                  <a:pt x="0" y="41802"/>
                  <a:pt x="41802" y="0"/>
                  <a:pt x="93368" y="0"/>
                </a:cubicBezTo>
                <a:lnTo>
                  <a:pt x="4530992" y="0"/>
                </a:lnTo>
                <a:cubicBezTo>
                  <a:pt x="4555754" y="0"/>
                  <a:pt x="4579505" y="9836"/>
                  <a:pt x="4597014" y="27347"/>
                </a:cubicBezTo>
                <a:cubicBezTo>
                  <a:pt x="4614522" y="44857"/>
                  <a:pt x="4624362" y="68606"/>
                  <a:pt x="4624362" y="93369"/>
                </a:cubicBezTo>
                <a:lnTo>
                  <a:pt x="4624362" y="466833"/>
                </a:lnTo>
                <a:cubicBezTo>
                  <a:pt x="4624362" y="518399"/>
                  <a:pt x="4582559" y="560202"/>
                  <a:pt x="4530992" y="560202"/>
                </a:cubicBezTo>
                <a:lnTo>
                  <a:pt x="93368" y="560202"/>
                </a:lnTo>
                <a:cubicBezTo>
                  <a:pt x="41802" y="560202"/>
                  <a:pt x="0" y="518399"/>
                  <a:pt x="0" y="466833"/>
                </a:cubicBezTo>
                <a:lnTo>
                  <a:pt x="0" y="93369"/>
                </a:lnTo>
              </a:path>
            </a:pathLst>
          </a:custGeom>
          <a:solidFill xmlns:a="http://schemas.openxmlformats.org/drawingml/2006/main">
            <a:srgbClr val="E0ECEE"/>
          </a:solidFill>
          <a:ln xmlns:a="http://schemas.openxmlformats.org/drawingml/2006/main" w="14526">
            <a:solidFill>
              <a:srgbClr val="2E7B6E"/>
            </a:solidFill>
            <a:prstDash val="solid"/>
          </a:ln>
        </p:spPr>
      </p:sp>
      <p:sp>
        <p:nvSpPr>
          <p:cNvPr id="58" name="text-61 Video">
            <a:extLst xmlns:a="http://schemas.openxmlformats.org/drawingml/2006/main">
              <a:ext uri="{FF2B5EF4-FFF2-40B4-BE49-F238E27FC236}">
                <a16:creationId xmlns:a16="http://schemas.microsoft.com/office/drawing/2014/main" id="{49A05169-364A-4F7F-B30E-E0C60C4B5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98415" y="2090234"/>
            <a:ext cx="973718" cy="5013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0" b="0" i="0">
                <a:solidFill>
                  <a:srgbClr val="006E6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0" b="0" i="0">
                <a:solidFill>
                  <a:srgbClr val="006E6C"/>
                </a:solidFill>
                <a:latin typeface="Arial"/>
                <a:ea typeface="Arial"/>
                <a:cs typeface="Arial"/>
              </a:defRPr>
            </a:pPr>
            <a:r>
              <a:rPr sz="2820" b="0" i="0">
                <a:solidFill>
                  <a:srgbClr val="006E6C"/>
                </a:solidFill>
                <a:latin typeface="Arial"/>
                <a:ea typeface="Arial"/>
                <a:cs typeface="Arial"/>
              </a:rPr>
              <a:t>Video</a:t>
            </a:r>
          </a:p>
        </p:txBody>
      </p:sp>
      <p:sp>
        <p:nvSpPr>
          <p:cNvPr id="59" name="text-61 Caption">
            <a:extLst xmlns:a="http://schemas.openxmlformats.org/drawingml/2006/main">
              <a:ext uri="{FF2B5EF4-FFF2-40B4-BE49-F238E27FC236}">
                <a16:creationId xmlns:a16="http://schemas.microsoft.com/office/drawing/2014/main" id="{331E26D1-8E0E-463C-987A-4F88E2265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2252" y="2088292"/>
            <a:ext cx="1305636" cy="5040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35" b="0" i="0">
                <a:solidFill>
                  <a:srgbClr val="006E6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35" b="0" i="0">
                <a:solidFill>
                  <a:srgbClr val="006E6C"/>
                </a:solidFill>
                <a:latin typeface="Arial"/>
                <a:ea typeface="Arial"/>
                <a:cs typeface="Arial"/>
              </a:defRPr>
            </a:pPr>
            <a:r>
              <a:rPr sz="2835" b="0" i="0">
                <a:solidFill>
                  <a:srgbClr val="006E6C"/>
                </a:solidFill>
                <a:latin typeface="Arial"/>
                <a:ea typeface="Arial"/>
                <a:cs typeface="Arial"/>
              </a:rPr>
              <a:t>Caption</a:t>
            </a:r>
          </a:p>
        </p:txBody>
      </p:sp>
      <p:sp>
        <p:nvSpPr>
          <p:cNvPr id="60" name="path-62">
            <a:extLst xmlns:a="http://schemas.openxmlformats.org/drawingml/2006/main">
              <a:ext uri="{FF2B5EF4-FFF2-40B4-BE49-F238E27FC236}">
                <a16:creationId xmlns:a16="http://schemas.microsoft.com/office/drawing/2014/main" id="{7B9962D8-5F23-4E33-A3EF-8DC35BE0B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1038" y="2328359"/>
            <a:ext cx="1090270" cy="2727279"/>
          </a:xfrm>
          <a:custGeom xmlns:a="http://schemas.openxmlformats.org/drawingml/2006/main">
            <a:pathLst>
              <a:path w="1115255" h="2789779">
                <a:moveTo>
                  <a:pt x="0" y="0"/>
                </a:moveTo>
                <a:cubicBezTo>
                  <a:pt x="278809" y="0"/>
                  <a:pt x="418208" y="697445"/>
                  <a:pt x="557615" y="1394890"/>
                </a:cubicBezTo>
                <a:cubicBezTo>
                  <a:pt x="697025" y="2092335"/>
                  <a:pt x="836435" y="2789779"/>
                  <a:pt x="1115255" y="2789779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61" name="path-63">
            <a:extLst xmlns:a="http://schemas.openxmlformats.org/drawingml/2006/main">
              <a:ext uri="{FF2B5EF4-FFF2-40B4-BE49-F238E27FC236}">
                <a16:creationId xmlns:a16="http://schemas.microsoft.com/office/drawing/2014/main" id="{21EB5F1F-A177-4587-85D7-BA112911C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0621" y="3167720"/>
            <a:ext cx="1090730" cy="1888187"/>
          </a:xfrm>
          <a:custGeom xmlns:a="http://schemas.openxmlformats.org/drawingml/2006/main">
            <a:pathLst>
              <a:path w="1115725" h="1931458">
                <a:moveTo>
                  <a:pt x="0" y="0"/>
                </a:moveTo>
                <a:cubicBezTo>
                  <a:pt x="278916" y="0"/>
                  <a:pt x="418363" y="482865"/>
                  <a:pt x="557828" y="965729"/>
                </a:cubicBezTo>
                <a:cubicBezTo>
                  <a:pt x="697293" y="1448594"/>
                  <a:pt x="836777" y="1931458"/>
                  <a:pt x="1115725" y="1931458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62" name="path-64">
            <a:extLst xmlns:a="http://schemas.openxmlformats.org/drawingml/2006/main">
              <a:ext uri="{FF2B5EF4-FFF2-40B4-BE49-F238E27FC236}">
                <a16:creationId xmlns:a16="http://schemas.microsoft.com/office/drawing/2014/main" id="{57A0F67A-D2CF-45EC-A6F1-92D168372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0621" y="5055690"/>
            <a:ext cx="1090730" cy="1708839"/>
          </a:xfrm>
          <a:custGeom xmlns:a="http://schemas.openxmlformats.org/drawingml/2006/main">
            <a:pathLst>
              <a:path w="1115725" h="1748000">
                <a:moveTo>
                  <a:pt x="0" y="1748000"/>
                </a:moveTo>
                <a:cubicBezTo>
                  <a:pt x="278916" y="1748000"/>
                  <a:pt x="418363" y="1311000"/>
                  <a:pt x="557828" y="874000"/>
                </a:cubicBezTo>
                <a:cubicBezTo>
                  <a:pt x="697293" y="437000"/>
                  <a:pt x="836777" y="0"/>
                  <a:pt x="1115725" y="0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63" name="path-66">
            <a:extLst xmlns:a="http://schemas.openxmlformats.org/drawingml/2006/main">
              <a:ext uri="{FF2B5EF4-FFF2-40B4-BE49-F238E27FC236}">
                <a16:creationId xmlns:a16="http://schemas.microsoft.com/office/drawing/2014/main" id="{8251E7F8-00B5-4FA8-8355-EC56139D1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00916" y="5055779"/>
            <a:ext cx="525233" cy="810"/>
          </a:xfrm>
          <a:custGeom xmlns:a="http://schemas.openxmlformats.org/drawingml/2006/main">
            <a:pathLst>
              <a:path w="537270" h="829">
                <a:moveTo>
                  <a:pt x="0" y="0"/>
                </a:moveTo>
                <a:cubicBezTo>
                  <a:pt x="178899" y="0"/>
                  <a:pt x="268348" y="233"/>
                  <a:pt x="357798" y="468"/>
                </a:cubicBezTo>
                <a:cubicBezTo>
                  <a:pt x="402519" y="584"/>
                  <a:pt x="447243" y="702"/>
                  <a:pt x="503146" y="789"/>
                </a:cubicBezTo>
                <a:lnTo>
                  <a:pt x="537270" y="829"/>
                </a:lnTo>
              </a:path>
            </a:pathLst>
          </a:custGeom>
          <a:noFill xmlns:a="http://schemas.openxmlformats.org/drawingml/2006/main"/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64" name="path-67">
            <a:extLst xmlns:a="http://schemas.openxmlformats.org/drawingml/2006/main">
              <a:ext uri="{FF2B5EF4-FFF2-40B4-BE49-F238E27FC236}">
                <a16:creationId xmlns:a16="http://schemas.microsoft.com/office/drawing/2014/main" id="{6531E222-F0D7-4344-BF0B-4FA6E65E1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6120" y="5008602"/>
            <a:ext cx="131872" cy="95975"/>
          </a:xfrm>
          <a:custGeom xmlns:a="http://schemas.openxmlformats.org/drawingml/2006/main">
            <a:pathLst>
              <a:path w="134894" h="98174">
                <a:moveTo>
                  <a:pt x="0" y="98174"/>
                </a:moveTo>
                <a:lnTo>
                  <a:pt x="134894" y="49167"/>
                </a:lnTo>
                <a:lnTo>
                  <a:pt x="59" y="0"/>
                </a:lnTo>
                <a:lnTo>
                  <a:pt x="0" y="98174"/>
                </a:lnTo>
              </a:path>
            </a:pathLst>
          </a:custGeom>
          <a:solidFill xmlns:a="http://schemas.openxmlformats.org/drawingml/2006/main">
            <a:srgbClr val="134F5C"/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65" name="path-68">
            <a:extLst xmlns:a="http://schemas.openxmlformats.org/drawingml/2006/main">
              <a:ext uri="{FF2B5EF4-FFF2-40B4-BE49-F238E27FC236}">
                <a16:creationId xmlns:a16="http://schemas.microsoft.com/office/drawing/2014/main" id="{24326189-DD03-419A-9CD2-496F1C06E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4995" y="1888295"/>
            <a:ext cx="3587418" cy="912296"/>
          </a:xfrm>
          <a:custGeom xmlns:a="http://schemas.openxmlformats.org/drawingml/2006/main">
            <a:pathLst>
              <a:path w="3669630" h="933203">
                <a:moveTo>
                  <a:pt x="0" y="155537"/>
                </a:moveTo>
                <a:lnTo>
                  <a:pt x="0" y="155537"/>
                </a:lnTo>
                <a:cubicBezTo>
                  <a:pt x="0" y="69637"/>
                  <a:pt x="69637" y="0"/>
                  <a:pt x="155537" y="0"/>
                </a:cubicBezTo>
                <a:lnTo>
                  <a:pt x="3514095" y="0"/>
                </a:lnTo>
                <a:cubicBezTo>
                  <a:pt x="3555344" y="0"/>
                  <a:pt x="3594906" y="16387"/>
                  <a:pt x="3624075" y="45556"/>
                </a:cubicBezTo>
                <a:cubicBezTo>
                  <a:pt x="3653244" y="74725"/>
                  <a:pt x="3669630" y="114286"/>
                  <a:pt x="3669630" y="155537"/>
                </a:cubicBezTo>
                <a:lnTo>
                  <a:pt x="3669630" y="777666"/>
                </a:lnTo>
                <a:cubicBezTo>
                  <a:pt x="3669630" y="863567"/>
                  <a:pt x="3599995" y="933203"/>
                  <a:pt x="3514095" y="933203"/>
                </a:cubicBezTo>
                <a:lnTo>
                  <a:pt x="155537" y="933203"/>
                </a:lnTo>
                <a:cubicBezTo>
                  <a:pt x="69637" y="933203"/>
                  <a:pt x="0" y="863567"/>
                  <a:pt x="0" y="777666"/>
                </a:cubicBezTo>
                <a:lnTo>
                  <a:pt x="0" y="155537"/>
                </a:lnTo>
              </a:path>
            </a:pathLst>
          </a:custGeom>
          <a:solidFill xmlns:a="http://schemas.openxmlformats.org/drawingml/2006/main">
            <a:srgbClr val="E6EFEC"/>
          </a:solidFill>
          <a:ln xmlns:a="http://schemas.openxmlformats.org/drawingml/2006/main" w="29053">
            <a:solidFill>
              <a:srgbClr val="005853"/>
            </a:solidFill>
            <a:prstDash val="solid"/>
          </a:ln>
        </p:spPr>
      </p:sp>
      <p:sp>
        <p:nvSpPr>
          <p:cNvPr id="66" name="text-69 Video">
            <a:extLst xmlns:a="http://schemas.openxmlformats.org/drawingml/2006/main">
              <a:ext uri="{FF2B5EF4-FFF2-40B4-BE49-F238E27FC236}">
                <a16:creationId xmlns:a16="http://schemas.microsoft.com/office/drawing/2014/main" id="{9FC35166-CD10-42FD-B2B6-F3A85695B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15200" y="2108841"/>
            <a:ext cx="1037244" cy="5035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32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32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2832" b="1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Video</a:t>
            </a:r>
          </a:p>
        </p:txBody>
      </p:sp>
      <p:sp>
        <p:nvSpPr>
          <p:cNvPr id="67" name="text-69 Captioner">
            <a:extLst xmlns:a="http://schemas.openxmlformats.org/drawingml/2006/main">
              <a:ext uri="{FF2B5EF4-FFF2-40B4-BE49-F238E27FC236}">
                <a16:creationId xmlns:a16="http://schemas.microsoft.com/office/drawing/2014/main" id="{AA0942D1-5FAF-4BAB-80DD-0ED773CEB6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62835" y="2108840"/>
            <a:ext cx="1742871" cy="5035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32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32" b="1" i="0">
                <a:solidFill>
                  <a:srgbClr val="005853"/>
                </a:solidFill>
                <a:latin typeface="Arial"/>
                <a:ea typeface="Arial"/>
                <a:cs typeface="Arial"/>
              </a:defRPr>
            </a:pPr>
            <a:r>
              <a:rPr sz="2832" b="1" i="0">
                <a:solidFill>
                  <a:srgbClr val="005853"/>
                </a:solidFill>
                <a:latin typeface="Arial"/>
                <a:ea typeface="Arial"/>
                <a:cs typeface="Arial"/>
              </a:rPr>
              <a:t>Captioner</a:t>
            </a:r>
          </a:p>
        </p:txBody>
      </p:sp>
      <p:sp>
        <p:nvSpPr>
          <p:cNvPr id="68" name="path-70">
            <a:extLst xmlns:a="http://schemas.openxmlformats.org/drawingml/2006/main">
              <a:ext uri="{FF2B5EF4-FFF2-40B4-BE49-F238E27FC236}">
                <a16:creationId xmlns:a16="http://schemas.microsoft.com/office/drawing/2014/main" id="{63C92AB3-7273-4CF8-A808-D58CC223E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5063" y="3078641"/>
            <a:ext cx="3587420" cy="912296"/>
          </a:xfrm>
          <a:custGeom xmlns:a="http://schemas.openxmlformats.org/drawingml/2006/main">
            <a:pathLst>
              <a:path w="3669632" h="933203">
                <a:moveTo>
                  <a:pt x="0" y="155537"/>
                </a:moveTo>
                <a:lnTo>
                  <a:pt x="0" y="155537"/>
                </a:lnTo>
                <a:cubicBezTo>
                  <a:pt x="0" y="69636"/>
                  <a:pt x="69637" y="0"/>
                  <a:pt x="155537" y="0"/>
                </a:cubicBezTo>
                <a:lnTo>
                  <a:pt x="3514095" y="0"/>
                </a:lnTo>
                <a:cubicBezTo>
                  <a:pt x="3555344" y="0"/>
                  <a:pt x="3594906" y="16387"/>
                  <a:pt x="3624075" y="45555"/>
                </a:cubicBezTo>
                <a:cubicBezTo>
                  <a:pt x="3653244" y="74724"/>
                  <a:pt x="3669632" y="114286"/>
                  <a:pt x="3669632" y="155537"/>
                </a:cubicBezTo>
                <a:lnTo>
                  <a:pt x="3669632" y="777666"/>
                </a:lnTo>
                <a:cubicBezTo>
                  <a:pt x="3669632" y="863566"/>
                  <a:pt x="3599995" y="933203"/>
                  <a:pt x="3514095" y="933203"/>
                </a:cubicBezTo>
                <a:lnTo>
                  <a:pt x="155537" y="933203"/>
                </a:lnTo>
                <a:cubicBezTo>
                  <a:pt x="69637" y="933203"/>
                  <a:pt x="0" y="863566"/>
                  <a:pt x="0" y="777666"/>
                </a:cubicBezTo>
                <a:lnTo>
                  <a:pt x="0" y="155537"/>
                </a:lnTo>
              </a:path>
            </a:pathLst>
          </a:custGeom>
          <a:solidFill xmlns:a="http://schemas.openxmlformats.org/drawingml/2006/main">
            <a:srgbClr val="E6EDEF"/>
          </a:solidFill>
          <a:ln xmlns:a="http://schemas.openxmlformats.org/drawingml/2006/main" w="29053">
            <a:solidFill>
              <a:srgbClr val="03536A"/>
            </a:solidFill>
            <a:prstDash val="solid"/>
          </a:ln>
        </p:spPr>
      </p:sp>
      <p:sp>
        <p:nvSpPr>
          <p:cNvPr id="69" name="text-71 Image">
            <a:extLst xmlns:a="http://schemas.openxmlformats.org/drawingml/2006/main">
              <a:ext uri="{FF2B5EF4-FFF2-40B4-BE49-F238E27FC236}">
                <a16:creationId xmlns:a16="http://schemas.microsoft.com/office/drawing/2014/main" id="{D7D37EF2-FF8C-4DAC-BE7C-AFCE95EE9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77704" y="3296396"/>
            <a:ext cx="1112526" cy="507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54" b="1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54" b="1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854" b="1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sp>
        <p:nvSpPr>
          <p:cNvPr id="70" name="text-71 Captioner">
            <a:extLst xmlns:a="http://schemas.openxmlformats.org/drawingml/2006/main">
              <a:ext uri="{FF2B5EF4-FFF2-40B4-BE49-F238E27FC236}">
                <a16:creationId xmlns:a16="http://schemas.microsoft.com/office/drawing/2014/main" id="{EE31585A-86D3-4A92-BC1F-13BF537D5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00293" y="3299185"/>
            <a:ext cx="1742873" cy="5035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32" b="1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32" b="1" i="0">
                <a:solidFill>
                  <a:srgbClr val="03536A"/>
                </a:solidFill>
                <a:latin typeface="Arial"/>
                <a:ea typeface="Arial"/>
                <a:cs typeface="Arial"/>
              </a:defRPr>
            </a:pPr>
            <a:r>
              <a:rPr sz="2832" b="1" i="0">
                <a:solidFill>
                  <a:srgbClr val="03536A"/>
                </a:solidFill>
                <a:latin typeface="Arial"/>
                <a:ea typeface="Arial"/>
                <a:cs typeface="Arial"/>
              </a:rPr>
              <a:t>Captioner</a:t>
            </a:r>
          </a:p>
        </p:txBody>
      </p:sp>
      <p:sp>
        <p:nvSpPr>
          <p:cNvPr id="71" name="path-72">
            <a:extLst xmlns:a="http://schemas.openxmlformats.org/drawingml/2006/main">
              <a:ext uri="{FF2B5EF4-FFF2-40B4-BE49-F238E27FC236}">
                <a16:creationId xmlns:a16="http://schemas.microsoft.com/office/drawing/2014/main" id="{A4C89EBE-2327-4D32-BF5B-AC605D2BA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2952" y="2344596"/>
            <a:ext cx="882098" cy="3101075"/>
          </a:xfrm>
          <a:custGeom xmlns:a="http://schemas.openxmlformats.org/drawingml/2006/main">
            <a:pathLst>
              <a:path w="902313" h="3172141">
                <a:moveTo>
                  <a:pt x="0" y="3172141"/>
                </a:moveTo>
                <a:cubicBezTo>
                  <a:pt x="225564" y="3172141"/>
                  <a:pt x="338340" y="2379106"/>
                  <a:pt x="451129" y="1586071"/>
                </a:cubicBezTo>
                <a:cubicBezTo>
                  <a:pt x="563918" y="793035"/>
                  <a:pt x="676722" y="0"/>
                  <a:pt x="902313" y="0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72" name="path-73">
            <a:extLst xmlns:a="http://schemas.openxmlformats.org/drawingml/2006/main">
              <a:ext uri="{FF2B5EF4-FFF2-40B4-BE49-F238E27FC236}">
                <a16:creationId xmlns:a16="http://schemas.microsoft.com/office/drawing/2014/main" id="{D4029548-EB93-4A1E-A11E-81D62A550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2952" y="3534607"/>
            <a:ext cx="882098" cy="1911064"/>
          </a:xfrm>
          <a:custGeom xmlns:a="http://schemas.openxmlformats.org/drawingml/2006/main">
            <a:pathLst>
              <a:path w="902313" h="1954859">
                <a:moveTo>
                  <a:pt x="0" y="1954859"/>
                </a:moveTo>
                <a:cubicBezTo>
                  <a:pt x="225582" y="1954859"/>
                  <a:pt x="338377" y="1466145"/>
                  <a:pt x="451166" y="977430"/>
                </a:cubicBezTo>
                <a:cubicBezTo>
                  <a:pt x="563955" y="488714"/>
                  <a:pt x="676740" y="0"/>
                  <a:pt x="902313" y="0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73" name="path-74">
            <a:extLst xmlns:a="http://schemas.openxmlformats.org/drawingml/2006/main">
              <a:ext uri="{FF2B5EF4-FFF2-40B4-BE49-F238E27FC236}">
                <a16:creationId xmlns:a16="http://schemas.microsoft.com/office/drawing/2014/main" id="{6BFA0230-11E6-43B6-A3C5-25892682E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2483" y="3534788"/>
            <a:ext cx="1653478" cy="314317"/>
          </a:xfrm>
          <a:custGeom xmlns:a="http://schemas.openxmlformats.org/drawingml/2006/main">
            <a:pathLst>
              <a:path w="1691370" h="321520">
                <a:moveTo>
                  <a:pt x="0" y="0"/>
                </a:moveTo>
                <a:cubicBezTo>
                  <a:pt x="422816" y="0"/>
                  <a:pt x="634211" y="80380"/>
                  <a:pt x="845634" y="160760"/>
                </a:cubicBezTo>
                <a:cubicBezTo>
                  <a:pt x="1057055" y="241140"/>
                  <a:pt x="1268503" y="321520"/>
                  <a:pt x="1691370" y="321520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74" name="path-75">
            <a:extLst xmlns:a="http://schemas.openxmlformats.org/drawingml/2006/main">
              <a:ext uri="{FF2B5EF4-FFF2-40B4-BE49-F238E27FC236}">
                <a16:creationId xmlns:a16="http://schemas.microsoft.com/office/drawing/2014/main" id="{2B951B85-DE5B-4735-A542-21075C927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2483" y="3534788"/>
            <a:ext cx="1653478" cy="939290"/>
          </a:xfrm>
          <a:custGeom xmlns:a="http://schemas.openxmlformats.org/drawingml/2006/main">
            <a:pathLst>
              <a:path w="1691370" h="960816">
                <a:moveTo>
                  <a:pt x="0" y="0"/>
                </a:moveTo>
                <a:cubicBezTo>
                  <a:pt x="422816" y="0"/>
                  <a:pt x="634211" y="240204"/>
                  <a:pt x="845634" y="480407"/>
                </a:cubicBezTo>
                <a:cubicBezTo>
                  <a:pt x="1057055" y="720612"/>
                  <a:pt x="1268503" y="960816"/>
                  <a:pt x="1691370" y="960816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75" name="path-76">
            <a:extLst xmlns:a="http://schemas.openxmlformats.org/drawingml/2006/main">
              <a:ext uri="{FF2B5EF4-FFF2-40B4-BE49-F238E27FC236}">
                <a16:creationId xmlns:a16="http://schemas.microsoft.com/office/drawing/2014/main" id="{9C690D1C-66F7-4A1F-8EC5-CD85AC1BD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2483" y="3534788"/>
            <a:ext cx="1653478" cy="1564263"/>
          </a:xfrm>
          <a:custGeom xmlns:a="http://schemas.openxmlformats.org/drawingml/2006/main">
            <a:pathLst>
              <a:path w="1691370" h="1600110">
                <a:moveTo>
                  <a:pt x="0" y="0"/>
                </a:moveTo>
                <a:cubicBezTo>
                  <a:pt x="422816" y="0"/>
                  <a:pt x="634211" y="400028"/>
                  <a:pt x="845634" y="800056"/>
                </a:cubicBezTo>
                <a:cubicBezTo>
                  <a:pt x="1057055" y="1200083"/>
                  <a:pt x="1268503" y="1600110"/>
                  <a:pt x="1691370" y="1600110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76" name="path-77">
            <a:extLst xmlns:a="http://schemas.openxmlformats.org/drawingml/2006/main">
              <a:ext uri="{FF2B5EF4-FFF2-40B4-BE49-F238E27FC236}">
                <a16:creationId xmlns:a16="http://schemas.microsoft.com/office/drawing/2014/main" id="{C63CF2EB-C83E-4E94-A214-A5622221F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2483" y="3534788"/>
            <a:ext cx="1653478" cy="2209825"/>
          </a:xfrm>
          <a:custGeom xmlns:a="http://schemas.openxmlformats.org/drawingml/2006/main">
            <a:pathLst>
              <a:path w="1691370" h="2260467">
                <a:moveTo>
                  <a:pt x="0" y="0"/>
                </a:moveTo>
                <a:cubicBezTo>
                  <a:pt x="422790" y="0"/>
                  <a:pt x="634161" y="565117"/>
                  <a:pt x="845584" y="1130234"/>
                </a:cubicBezTo>
                <a:cubicBezTo>
                  <a:pt x="1057005" y="1695350"/>
                  <a:pt x="1268477" y="2260467"/>
                  <a:pt x="1691370" y="2260467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77" name="path-78">
            <a:extLst xmlns:a="http://schemas.openxmlformats.org/drawingml/2006/main">
              <a:ext uri="{FF2B5EF4-FFF2-40B4-BE49-F238E27FC236}">
                <a16:creationId xmlns:a16="http://schemas.microsoft.com/office/drawing/2014/main" id="{2C604A83-E862-472B-B910-05E3C41A6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2413" y="2328430"/>
            <a:ext cx="1477792" cy="16013"/>
          </a:xfrm>
          <a:custGeom xmlns:a="http://schemas.openxmlformats.org/drawingml/2006/main">
            <a:pathLst>
              <a:path w="1511658" h="16380">
                <a:moveTo>
                  <a:pt x="0" y="16380"/>
                </a:moveTo>
                <a:cubicBezTo>
                  <a:pt x="377930" y="16380"/>
                  <a:pt x="566902" y="12285"/>
                  <a:pt x="755861" y="8190"/>
                </a:cubicBezTo>
                <a:cubicBezTo>
                  <a:pt x="944817" y="4095"/>
                  <a:pt x="1133758" y="0"/>
                  <a:pt x="1511658" y="0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78" name="path-79">
            <a:extLst xmlns:a="http://schemas.openxmlformats.org/drawingml/2006/main">
              <a:ext uri="{FF2B5EF4-FFF2-40B4-BE49-F238E27FC236}">
                <a16:creationId xmlns:a16="http://schemas.microsoft.com/office/drawing/2014/main" id="{50C04117-0E4F-44B1-A64B-CA056B0C0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2952" y="5445671"/>
            <a:ext cx="6122999" cy="2000279"/>
          </a:xfrm>
          <a:custGeom xmlns:a="http://schemas.openxmlformats.org/drawingml/2006/main">
            <a:pathLst>
              <a:path w="6263317" h="2046119">
                <a:moveTo>
                  <a:pt x="0" y="0"/>
                </a:moveTo>
                <a:cubicBezTo>
                  <a:pt x="1565798" y="0"/>
                  <a:pt x="2348681" y="511530"/>
                  <a:pt x="3131596" y="1023060"/>
                </a:cubicBezTo>
                <a:cubicBezTo>
                  <a:pt x="3914510" y="1534590"/>
                  <a:pt x="4697455" y="2046119"/>
                  <a:pt x="6263317" y="2046119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79" name="path-80">
            <a:extLst xmlns:a="http://schemas.openxmlformats.org/drawingml/2006/main">
              <a:ext uri="{FF2B5EF4-FFF2-40B4-BE49-F238E27FC236}">
                <a16:creationId xmlns:a16="http://schemas.microsoft.com/office/drawing/2014/main" id="{D827FA85-5F8E-4705-962B-BCEE2A1BC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2952" y="5445671"/>
            <a:ext cx="6122999" cy="2625253"/>
          </a:xfrm>
          <a:custGeom xmlns:a="http://schemas.openxmlformats.org/drawingml/2006/main">
            <a:pathLst>
              <a:path w="6263317" h="2685415">
                <a:moveTo>
                  <a:pt x="0" y="0"/>
                </a:moveTo>
                <a:cubicBezTo>
                  <a:pt x="1565798" y="0"/>
                  <a:pt x="2348681" y="671354"/>
                  <a:pt x="3131596" y="1342707"/>
                </a:cubicBezTo>
                <a:cubicBezTo>
                  <a:pt x="3914510" y="2014061"/>
                  <a:pt x="4697455" y="2685415"/>
                  <a:pt x="6263317" y="2685415"/>
                </a:cubicBezTo>
              </a:path>
            </a:pathLst>
          </a:custGeom>
          <a:solidFill xmlns:a="http://schemas.openxmlformats.org/drawingml/2006/main">
            <a:srgbClr val="000000">
              <a:alpha val="0"/>
            </a:srgbClr>
          </a:solidFill>
          <a:ln xmlns:a="http://schemas.openxmlformats.org/drawingml/2006/main" w="29053">
            <a:solidFill>
              <a:srgbClr val="134F5C"/>
            </a:solidFill>
            <a:prstDash val="solid"/>
          </a:ln>
        </p:spPr>
      </p:sp>
      <p:sp>
        <p:nvSpPr>
          <p:cNvPr id="80" name="path-81">
            <a:extLst xmlns:a="http://schemas.openxmlformats.org/drawingml/2006/main">
              <a:ext uri="{FF2B5EF4-FFF2-40B4-BE49-F238E27FC236}">
                <a16:creationId xmlns:a16="http://schemas.microsoft.com/office/drawing/2014/main" id="{4570BA27-9C3E-410C-99B2-D563A9DCC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00480" y="4117175"/>
            <a:ext cx="1575699" cy="1877208"/>
          </a:xfrm>
          <a:custGeom xmlns:a="http://schemas.openxmlformats.org/drawingml/2006/main">
            <a:pathLst>
              <a:path w="1611809" h="1920227">
                <a:moveTo>
                  <a:pt x="0" y="117775"/>
                </a:moveTo>
                <a:lnTo>
                  <a:pt x="0" y="117775"/>
                </a:lnTo>
                <a:cubicBezTo>
                  <a:pt x="0" y="52729"/>
                  <a:pt x="52728" y="0"/>
                  <a:pt x="117775" y="0"/>
                </a:cubicBezTo>
                <a:lnTo>
                  <a:pt x="1494037" y="0"/>
                </a:lnTo>
                <a:cubicBezTo>
                  <a:pt x="1525270" y="0"/>
                  <a:pt x="1555227" y="12408"/>
                  <a:pt x="1577314" y="34496"/>
                </a:cubicBezTo>
                <a:cubicBezTo>
                  <a:pt x="1599404" y="56583"/>
                  <a:pt x="1611809" y="86539"/>
                  <a:pt x="1611809" y="117775"/>
                </a:cubicBezTo>
                <a:lnTo>
                  <a:pt x="1611809" y="1802452"/>
                </a:lnTo>
                <a:cubicBezTo>
                  <a:pt x="1611809" y="1867497"/>
                  <a:pt x="1559081" y="1920227"/>
                  <a:pt x="1494037" y="1920227"/>
                </a:cubicBezTo>
                <a:lnTo>
                  <a:pt x="117775" y="1920227"/>
                </a:lnTo>
                <a:cubicBezTo>
                  <a:pt x="52728" y="1920227"/>
                  <a:pt x="0" y="1867497"/>
                  <a:pt x="0" y="1802452"/>
                </a:cubicBezTo>
                <a:lnTo>
                  <a:pt x="0" y="117775"/>
                </a:lnTo>
              </a:path>
            </a:pathLst>
          </a:custGeom>
          <a:solidFill xmlns:a="http://schemas.openxmlformats.org/drawingml/2006/main">
            <a:srgbClr val="E5E1F6"/>
          </a:solidFill>
          <a:ln xmlns:a="http://schemas.openxmlformats.org/drawingml/2006/main" w="29053">
            <a:solidFill>
              <a:srgbClr val="5A3477"/>
            </a:solidFill>
            <a:prstDash val="dash"/>
          </a:ln>
        </p:spPr>
      </p:sp>
      <p:sp>
        <p:nvSpPr>
          <p:cNvPr id="81" name="path-82">
            <a:extLst xmlns:a="http://schemas.openxmlformats.org/drawingml/2006/main">
              <a:ext uri="{FF2B5EF4-FFF2-40B4-BE49-F238E27FC236}">
                <a16:creationId xmlns:a16="http://schemas.microsoft.com/office/drawing/2014/main" id="{964466BF-F8FE-44B3-9993-9290D6CA3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18077" y="4332999"/>
            <a:ext cx="1550533" cy="1540014"/>
          </a:xfrm>
          <a:custGeom xmlns:a="http://schemas.openxmlformats.org/drawingml/2006/main">
            <a:pathLst>
              <a:path w="1586066" h="1575306">
                <a:moveTo>
                  <a:pt x="0" y="0"/>
                </a:moveTo>
                <a:lnTo>
                  <a:pt x="0" y="1575306"/>
                </a:lnTo>
                <a:lnTo>
                  <a:pt x="1586066" y="1575306"/>
                </a:lnTo>
                <a:lnTo>
                  <a:pt x="1586066" y="0"/>
                </a:lnTo>
                <a:close/>
              </a:path>
            </a:pathLst>
          </a:custGeom>
          <a:solidFill xmlns:a="http://schemas.openxmlformats.org/drawingml/2006/main">
            <a:srgbClr val="E5E1F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text-83 Aligned">
            <a:extLst xmlns:a="http://schemas.openxmlformats.org/drawingml/2006/main">
              <a:ext uri="{FF2B5EF4-FFF2-40B4-BE49-F238E27FC236}">
                <a16:creationId xmlns:a16="http://schemas.microsoft.com/office/drawing/2014/main" id="{CBB80E74-8542-49FD-9A1A-05048925E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34277" y="4299350"/>
            <a:ext cx="967711" cy="3855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8" b="0" i="0">
                <a:solidFill>
                  <a:srgbClr val="5A347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8" b="0" i="0">
                <a:solidFill>
                  <a:srgbClr val="5A3477"/>
                </a:solidFill>
                <a:latin typeface="Arial"/>
                <a:ea typeface="Arial"/>
                <a:cs typeface="Arial"/>
              </a:defRPr>
            </a:pPr>
            <a:r>
              <a:rPr sz="2168" b="0" i="0">
                <a:solidFill>
                  <a:srgbClr val="5A3477"/>
                </a:solidFill>
                <a:latin typeface="Arial"/>
                <a:ea typeface="Arial"/>
                <a:cs typeface="Arial"/>
              </a:rPr>
              <a:t>Aligned</a:t>
            </a:r>
          </a:p>
        </p:txBody>
      </p:sp>
      <p:sp>
        <p:nvSpPr>
          <p:cNvPr id="83" name="text-84 Caption">
            <a:extLst xmlns:a="http://schemas.openxmlformats.org/drawingml/2006/main">
              <a:ext uri="{FF2B5EF4-FFF2-40B4-BE49-F238E27FC236}">
                <a16:creationId xmlns:a16="http://schemas.microsoft.com/office/drawing/2014/main" id="{E0D2510B-31C2-4CC4-9387-F3A5A65F2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18921" y="4601439"/>
            <a:ext cx="998444" cy="3855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9" b="0" i="0">
                <a:solidFill>
                  <a:srgbClr val="5A347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9" b="0" i="0">
                <a:solidFill>
                  <a:srgbClr val="5A3477"/>
                </a:solidFill>
                <a:latin typeface="Arial"/>
                <a:ea typeface="Arial"/>
                <a:cs typeface="Arial"/>
              </a:defRPr>
            </a:pPr>
            <a:r>
              <a:rPr sz="2169" b="0" i="0">
                <a:solidFill>
                  <a:srgbClr val="5A3477"/>
                </a:solidFill>
                <a:latin typeface="Arial"/>
                <a:ea typeface="Arial"/>
                <a:cs typeface="Arial"/>
              </a:rPr>
              <a:t>Caption</a:t>
            </a:r>
          </a:p>
        </p:txBody>
      </p:sp>
      <p:sp>
        <p:nvSpPr>
          <p:cNvPr id="84" name="text-85 T">
            <a:extLst xmlns:a="http://schemas.openxmlformats.org/drawingml/2006/main">
              <a:ext uri="{FF2B5EF4-FFF2-40B4-BE49-F238E27FC236}">
                <a16:creationId xmlns:a16="http://schemas.microsoft.com/office/drawing/2014/main" id="{D5743D4E-8412-4B43-8EE7-03ED9CEF6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225450" y="5052834"/>
            <a:ext cx="426537" cy="7050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966" b="1" i="0">
                <a:solidFill>
                  <a:srgbClr val="5A3477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966" b="1" i="0">
                <a:solidFill>
                  <a:srgbClr val="5A3477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966" b="1" i="0">
                <a:solidFill>
                  <a:srgbClr val="5A3477"/>
                </a:solidFill>
                <a:latin typeface="Times New Roman"/>
                <a:ea typeface="Times New Roman"/>
                <a:cs typeface="Times New Roman"/>
              </a:rPr>
              <a:t>T</a:t>
            </a:r>
          </a:p>
        </p:txBody>
      </p:sp>
      <p:sp>
        <p:nvSpPr>
          <p:cNvPr id="85" name="text-86 Text">
            <a:extLst xmlns:a="http://schemas.openxmlformats.org/drawingml/2006/main">
              <a:ext uri="{FF2B5EF4-FFF2-40B4-BE49-F238E27FC236}">
                <a16:creationId xmlns:a16="http://schemas.microsoft.com/office/drawing/2014/main" id="{F1870613-A23A-4CB6-B03C-D51C5464B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174651" y="5577975"/>
            <a:ext cx="480803" cy="3343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0" b="0" i="0">
                <a:solidFill>
                  <a:srgbClr val="5A347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0" b="0" i="0">
                <a:solidFill>
                  <a:srgbClr val="5A3477"/>
                </a:solidFill>
                <a:latin typeface="Arial"/>
                <a:ea typeface="Arial"/>
                <a:cs typeface="Arial"/>
              </a:defRPr>
            </a:pPr>
            <a:r>
              <a:rPr sz="1880" b="0" i="0">
                <a:solidFill>
                  <a:srgbClr val="5A3477"/>
                </a:solidFill>
                <a:latin typeface="Arial"/>
                <a:ea typeface="Arial"/>
                <a:cs typeface="Arial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1190448828"/>
      </p:ext>
    </p:extLst>
  </p:cSld>
</p:sld>
</file>

<file path=ppt/slides/slide12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pic>
        <p:nvPicPr>
          <p:cNvPr id="49" name="">
            <a:extLst xmlns:a="http://schemas.openxmlformats.org/drawingml/2006/main">
              <a:ext uri="{FF2B5EF4-FFF2-40B4-BE49-F238E27FC236}">
                <a16:creationId xmlns:a16="http://schemas.microsoft.com/office/drawing/2014/main" id="{A95216C0-0ECC-43E1-8B6E-B72BC74FE62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b942da5b74b4c06"/>
          <a:stretch xmlns:a="http://schemas.openxmlformats.org/drawingml/2006/main"/>
        </p:blipFill>
        <p:spPr>
          <a:xfrm xmlns:a="http://schemas.openxmlformats.org/drawingml/2006/main">
            <a:off x="4917852" y="607351"/>
            <a:ext cx="2163686" cy="2151033"/>
          </a:xfrm>
          <a:prstGeom xmlns:a="http://schemas.openxmlformats.org/drawingml/2006/main" prst="rect">
            <a:avLst/>
          </a:prstGeom>
        </p:spPr>
      </p:pic>
      <p:pic>
        <p:nvPic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74327C63-7EC5-4CFF-8397-D342991E95B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e952dc06be64cfa"/>
          <a:stretch xmlns:a="http://schemas.openxmlformats.org/drawingml/2006/main"/>
        </p:blipFill>
        <p:spPr>
          <a:xfrm xmlns:a="http://schemas.openxmlformats.org/drawingml/2006/main">
            <a:off x="4968465" y="4036351"/>
            <a:ext cx="2138380" cy="2138380"/>
          </a:xfrm>
          <a:prstGeom xmlns:a="http://schemas.openxmlformats.org/drawingml/2006/main" prst="rect">
            <a:avLst/>
          </a:prstGeom>
        </p:spPr>
      </p:pic>
      <p:pic>
        <p:nvPic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61FC7580-A903-43BB-AFD6-A54ED80D87A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e0aeaccbeb349e0"/>
          <a:stretch xmlns:a="http://schemas.openxmlformats.org/drawingml/2006/main"/>
        </p:blipFill>
        <p:spPr>
          <a:xfrm xmlns:a="http://schemas.openxmlformats.org/drawingml/2006/main">
            <a:off x="4993771" y="7440044"/>
            <a:ext cx="2138380" cy="2138380"/>
          </a:xfrm>
          <a:prstGeom xmlns:a="http://schemas.openxmlformats.org/drawingml/2006/main" prst="rect">
            <a:avLst/>
          </a:prstGeom>
        </p:spPr>
      </p:pic>
      <p:pic>
        <p:nvPic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84AD613B-13CB-47C7-9205-2276B3C21FA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9602feeff364235"/>
          <a:stretch xmlns:a="http://schemas.openxmlformats.org/drawingml/2006/main"/>
        </p:blipFill>
        <p:spPr>
          <a:xfrm xmlns:a="http://schemas.openxmlformats.org/drawingml/2006/main">
            <a:off x="7258683" y="468166"/>
            <a:ext cx="7186982" cy="9717609"/>
          </a:xfrm>
          <a:prstGeom xmlns:a="http://schemas.openxmlformats.org/drawingml/2006/main" prst="rect">
            <a:avLst/>
          </a:prstGeom>
        </p:spPr>
      </p:pic>
      <p:sp>
        <p:nvSpPr>
          <p:cNvPr id="5" name="Same-room goal green frame">
            <a:extLst xmlns:a="http://schemas.openxmlformats.org/drawingml/2006/main">
              <a:ext uri="{FF2B5EF4-FFF2-40B4-BE49-F238E27FC236}">
                <a16:creationId xmlns:a16="http://schemas.microsoft.com/office/drawing/2014/main" id="{7B4508CE-05B0-41DA-A44B-8C23747715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9893" y="556738"/>
            <a:ext cx="2239605" cy="2239605"/>
          </a:xfrm>
          <a:custGeom xmlns:a="http://schemas.openxmlformats.org/drawingml/2006/main">
            <a:pathLst>
              <a:path w="1685925" h="1685925">
                <a:moveTo>
                  <a:pt x="0" y="0"/>
                </a:moveTo>
                <a:lnTo>
                  <a:pt x="1685925" y="0"/>
                </a:lnTo>
                <a:lnTo>
                  <a:pt x="1685925" y="1685925"/>
                </a:lnTo>
                <a:lnTo>
                  <a:pt x="0" y="1685925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3266">
            <a:solidFill>
              <a:srgbClr val="70AD47"/>
            </a:solidFill>
            <a:prstDash val="solid"/>
          </a:ln>
        </p:spPr>
      </p:sp>
      <p:sp>
        <p:nvSpPr>
          <p:cNvPr id="6" name="Current observation yellow frame">
            <a:extLst xmlns:a="http://schemas.openxmlformats.org/drawingml/2006/main">
              <a:ext uri="{FF2B5EF4-FFF2-40B4-BE49-F238E27FC236}">
                <a16:creationId xmlns:a16="http://schemas.microsoft.com/office/drawing/2014/main" id="{48BEC7A7-4280-4D9D-AADF-D995C3515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0506" y="3985738"/>
            <a:ext cx="2226952" cy="2226952"/>
          </a:xfrm>
          <a:custGeom xmlns:a="http://schemas.openxmlformats.org/drawingml/2006/main">
            <a:pathLst>
              <a:path w="1676400" h="1676400">
                <a:moveTo>
                  <a:pt x="0" y="0"/>
                </a:moveTo>
                <a:lnTo>
                  <a:pt x="1676400" y="0"/>
                </a:lnTo>
                <a:lnTo>
                  <a:pt x="1676400" y="1676400"/>
                </a:lnTo>
                <a:lnTo>
                  <a:pt x="0" y="167640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3266">
            <a:solidFill>
              <a:srgbClr val="FFD95A"/>
            </a:solidFill>
            <a:prstDash val="solid"/>
          </a:ln>
        </p:spPr>
      </p:sp>
      <p:sp>
        <p:nvSpPr>
          <p:cNvPr id="7" name="Different-room goal red frame">
            <a:extLst xmlns:a="http://schemas.openxmlformats.org/drawingml/2006/main">
              <a:ext uri="{FF2B5EF4-FFF2-40B4-BE49-F238E27FC236}">
                <a16:creationId xmlns:a16="http://schemas.microsoft.com/office/drawing/2014/main" id="{ED57BDFD-B95A-41A6-B2E4-86353C898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5812" y="7402085"/>
            <a:ext cx="2226952" cy="2214299"/>
          </a:xfrm>
          <a:custGeom xmlns:a="http://schemas.openxmlformats.org/drawingml/2006/main">
            <a:pathLst>
              <a:path w="1676400" h="1666875">
                <a:moveTo>
                  <a:pt x="0" y="0"/>
                </a:moveTo>
                <a:lnTo>
                  <a:pt x="1676400" y="0"/>
                </a:lnTo>
                <a:lnTo>
                  <a:pt x="1676400" y="1666875"/>
                </a:lnTo>
                <a:lnTo>
                  <a:pt x="0" y="1666875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3266">
            <a:solidFill>
              <a:srgbClr val="C90000"/>
            </a:solidFill>
            <a:prstDash val="solid"/>
          </a:ln>
        </p:spPr>
      </p:sp>
      <p:sp>
        <p:nvSpPr>
          <p:cNvPr id="8" name="Same-room dashed relation">
            <a:extLst xmlns:a="http://schemas.openxmlformats.org/drawingml/2006/main">
              <a:ext uri="{FF2B5EF4-FFF2-40B4-BE49-F238E27FC236}">
                <a16:creationId xmlns:a16="http://schemas.microsoft.com/office/drawing/2014/main" id="{79463D72-ABE4-4D1D-911C-E3AD355BF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18255" y="1505723"/>
            <a:ext cx="961638" cy="3846554"/>
          </a:xfrm>
          <a:custGeom xmlns:a="http://schemas.openxmlformats.org/drawingml/2006/main">
            <a:pathLst>
              <a:path w="723900" h="2895600">
                <a:moveTo>
                  <a:pt x="723900" y="104775"/>
                </a:moveTo>
                <a:cubicBezTo>
                  <a:pt x="0" y="0"/>
                  <a:pt x="19050" y="2838450"/>
                  <a:pt x="723900" y="2895600"/>
                </a:cubicBezTo>
              </a:path>
            </a:pathLst>
          </a:custGeom>
          <a:noFill xmlns:a="http://schemas.openxmlformats.org/drawingml/2006/main"/>
          <a:ln xmlns:a="http://schemas.openxmlformats.org/drawingml/2006/main" w="63266">
            <a:solidFill>
              <a:srgbClr val="70AD47"/>
            </a:solidFill>
            <a:prstDash val="dash"/>
          </a:ln>
        </p:spPr>
      </p:sp>
      <p:sp>
        <p:nvSpPr>
          <p:cNvPr id="9" name="Different-room dashed relation">
            <a:extLst xmlns:a="http://schemas.openxmlformats.org/drawingml/2006/main">
              <a:ext uri="{FF2B5EF4-FFF2-40B4-BE49-F238E27FC236}">
                <a16:creationId xmlns:a16="http://schemas.microsoft.com/office/drawing/2014/main" id="{7C4DE72B-6B70-4FC8-8E53-D21CCA2EC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0908" y="4833498"/>
            <a:ext cx="948985" cy="3732675"/>
          </a:xfrm>
          <a:custGeom xmlns:a="http://schemas.openxmlformats.org/drawingml/2006/main">
            <a:pathLst>
              <a:path w="714375" h="2809875">
                <a:moveTo>
                  <a:pt x="714375" y="0"/>
                </a:moveTo>
                <a:cubicBezTo>
                  <a:pt x="57150" y="66675"/>
                  <a:pt x="0" y="2609850"/>
                  <a:pt x="714375" y="28098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63266">
            <a:solidFill>
              <a:srgbClr val="C45F09"/>
            </a:solidFill>
            <a:prstDash val="dash"/>
          </a:ln>
        </p:spPr>
      </p:sp>
      <p:sp>
        <p:nvSpPr>
          <p:cNvPr id="10" name="Same-room relation check">
            <a:extLst xmlns:a="http://schemas.openxmlformats.org/drawingml/2006/main">
              <a:ext uri="{FF2B5EF4-FFF2-40B4-BE49-F238E27FC236}">
                <a16:creationId xmlns:a16="http://schemas.microsoft.com/office/drawing/2014/main" id="{3C1681D0-16A0-47DD-8A66-8A5E26444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87646" y="3074712"/>
            <a:ext cx="303675" cy="177144"/>
          </a:xfrm>
          <a:custGeom xmlns:a="http://schemas.openxmlformats.org/drawingml/2006/main">
            <a:pathLst>
              <a:path w="228600" h="133350">
                <a:moveTo>
                  <a:pt x="0" y="57150"/>
                </a:moveTo>
                <a:lnTo>
                  <a:pt x="85725" y="133350"/>
                </a:lnTo>
                <a:lnTo>
                  <a:pt x="2286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50613">
            <a:solidFill>
              <a:srgbClr val="595959"/>
            </a:solidFill>
            <a:prstDash val="solid"/>
          </a:ln>
        </p:spPr>
      </p:sp>
      <p:sp>
        <p:nvSpPr>
          <p:cNvPr id="11" name="Different-room relation cross">
            <a:extLst xmlns:a="http://schemas.openxmlformats.org/drawingml/2006/main">
              <a:ext uri="{FF2B5EF4-FFF2-40B4-BE49-F238E27FC236}">
                <a16:creationId xmlns:a16="http://schemas.microsoft.com/office/drawing/2014/main" id="{228099BE-9A0F-48A1-B2A8-D5E270A4D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38258" y="6478406"/>
            <a:ext cx="215103" cy="202450"/>
          </a:xfrm>
          <a:custGeom xmlns:a="http://schemas.openxmlformats.org/drawingml/2006/main">
            <a:pathLst>
              <a:path w="161925" h="152400">
                <a:moveTo>
                  <a:pt x="0" y="0"/>
                </a:moveTo>
                <a:lnTo>
                  <a:pt x="161925" y="152400"/>
                </a:lnTo>
                <a:moveTo>
                  <a:pt x="161925" y="0"/>
                </a:moveTo>
                <a:lnTo>
                  <a:pt x="0" y="152400"/>
                </a:lnTo>
              </a:path>
            </a:pathLst>
          </a:custGeom>
          <a:noFill xmlns:a="http://schemas.openxmlformats.org/drawingml/2006/main"/>
          <a:ln xmlns:a="http://schemas.openxmlformats.org/drawingml/2006/main" w="50613">
            <a:solidFill>
              <a:srgbClr val="595959"/>
            </a:solidFill>
            <a:prstDash val="solid"/>
          </a:ln>
        </p:spPr>
      </p:sp>
      <p:sp>
        <p:nvSpPr>
          <p:cNvPr id="12" name="Relation dot link">
            <a:extLst xmlns:a="http://schemas.openxmlformats.org/drawingml/2006/main">
              <a:ext uri="{FF2B5EF4-FFF2-40B4-BE49-F238E27FC236}">
                <a16:creationId xmlns:a16="http://schemas.microsoft.com/office/drawing/2014/main" id="{0B393BE7-DD4E-4CBF-B950-DFEA004D8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86421" y="3479613"/>
            <a:ext cx="404900" cy="191"/>
          </a:xfrm>
          <a:custGeom xmlns:a="http://schemas.openxmlformats.org/drawingml/2006/main">
            <a:pathLst>
              <a:path w="304800" h="191">
                <a:moveTo>
                  <a:pt x="0" y="0"/>
                </a:moveTo>
                <a:lnTo>
                  <a:pt x="3048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306">
            <a:solidFill>
              <a:srgbClr val="595959"/>
            </a:solidFill>
            <a:prstDash val="solid"/>
          </a:ln>
        </p:spPr>
      </p:sp>
      <p:sp>
        <p:nvSpPr>
          <p:cNvPr id="13" name="Relation dot link">
            <a:extLst xmlns:a="http://schemas.openxmlformats.org/drawingml/2006/main">
              <a:ext uri="{FF2B5EF4-FFF2-40B4-BE49-F238E27FC236}">
                <a16:creationId xmlns:a16="http://schemas.microsoft.com/office/drawing/2014/main" id="{149EB525-D3CE-4A04-A2CA-2C977521A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4380" y="6858000"/>
            <a:ext cx="417554" cy="191"/>
          </a:xfrm>
          <a:custGeom xmlns:a="http://schemas.openxmlformats.org/drawingml/2006/main">
            <a:pathLst>
              <a:path w="314325" h="191">
                <a:moveTo>
                  <a:pt x="0" y="0"/>
                </a:moveTo>
                <a:lnTo>
                  <a:pt x="3143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306">
            <a:solidFill>
              <a:srgbClr val="595959"/>
            </a:solidFill>
            <a:prstDash val="solid"/>
          </a:ln>
        </p:spPr>
      </p:sp>
      <p:sp>
        <p:nvSpPr>
          <p:cNvPr id="14" name="Same-room relation dot">
            <a:extLst xmlns:a="http://schemas.openxmlformats.org/drawingml/2006/main">
              <a:ext uri="{FF2B5EF4-FFF2-40B4-BE49-F238E27FC236}">
                <a16:creationId xmlns:a16="http://schemas.microsoft.com/office/drawing/2014/main" id="{CB30557A-EDC9-4B7A-89CC-7ACE82DD8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97849" y="3391041"/>
            <a:ext cx="177144" cy="177144"/>
          </a:xfrm>
          <a:custGeom xmlns:a="http://schemas.openxmlformats.org/drawingml/2006/main">
            <a:pathLst>
              <a:path w="133350" h="133350">
                <a:moveTo>
                  <a:pt x="133350" y="66675"/>
                </a:moveTo>
                <a:cubicBezTo>
                  <a:pt x="133350" y="103499"/>
                  <a:pt x="103499" y="133350"/>
                  <a:pt x="66675" y="133350"/>
                </a:cubicBezTo>
                <a:cubicBezTo>
                  <a:pt x="29851" y="133350"/>
                  <a:pt x="0" y="103499"/>
                  <a:pt x="0" y="66675"/>
                </a:cubicBezTo>
                <a:cubicBezTo>
                  <a:pt x="0" y="29851"/>
                  <a:pt x="29851" y="0"/>
                  <a:pt x="66675" y="0"/>
                </a:cubicBezTo>
                <a:cubicBezTo>
                  <a:pt x="103499" y="0"/>
                  <a:pt x="133350" y="29851"/>
                  <a:pt x="133350" y="66675"/>
                </a:cubicBezTo>
                <a:close/>
              </a:path>
            </a:pathLst>
          </a:custGeom>
          <a:solidFill xmlns:a="http://schemas.openxmlformats.org/drawingml/2006/main">
            <a:srgbClr val="70AD47"/>
          </a:solidFill>
          <a:ln xmlns:a="http://schemas.openxmlformats.org/drawingml/2006/main" w="18980">
            <a:noFill/>
            <a:prstDash val="solid"/>
          </a:ln>
        </p:spPr>
      </p:sp>
      <p:sp>
        <p:nvSpPr>
          <p:cNvPr id="15" name="Observation relation dot">
            <a:extLst xmlns:a="http://schemas.openxmlformats.org/drawingml/2006/main">
              <a:ext uri="{FF2B5EF4-FFF2-40B4-BE49-F238E27FC236}">
                <a16:creationId xmlns:a16="http://schemas.microsoft.com/office/drawing/2014/main" id="{8AEB1670-A655-4378-A097-9B29D1BE3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2749" y="3391041"/>
            <a:ext cx="177144" cy="177144"/>
          </a:xfrm>
          <a:custGeom xmlns:a="http://schemas.openxmlformats.org/drawingml/2006/main">
            <a:pathLst>
              <a:path w="133350" h="133350">
                <a:moveTo>
                  <a:pt x="133350" y="66675"/>
                </a:moveTo>
                <a:cubicBezTo>
                  <a:pt x="133350" y="103499"/>
                  <a:pt x="103499" y="133350"/>
                  <a:pt x="66675" y="133350"/>
                </a:cubicBezTo>
                <a:cubicBezTo>
                  <a:pt x="29851" y="133350"/>
                  <a:pt x="0" y="103499"/>
                  <a:pt x="0" y="66675"/>
                </a:cubicBezTo>
                <a:cubicBezTo>
                  <a:pt x="0" y="29851"/>
                  <a:pt x="29851" y="0"/>
                  <a:pt x="66675" y="0"/>
                </a:cubicBezTo>
                <a:cubicBezTo>
                  <a:pt x="103499" y="0"/>
                  <a:pt x="133350" y="29851"/>
                  <a:pt x="133350" y="66675"/>
                </a:cubicBezTo>
                <a:close/>
              </a:path>
            </a:pathLst>
          </a:custGeom>
          <a:solidFill xmlns:a="http://schemas.openxmlformats.org/drawingml/2006/main">
            <a:srgbClr val="FFC000"/>
          </a:solidFill>
          <a:ln xmlns:a="http://schemas.openxmlformats.org/drawingml/2006/main" w="18980">
            <a:noFill/>
            <a:prstDash val="solid"/>
          </a:ln>
        </p:spPr>
      </p:sp>
      <p:sp>
        <p:nvSpPr>
          <p:cNvPr id="16" name="Observation relation dot">
            <a:extLst xmlns:a="http://schemas.openxmlformats.org/drawingml/2006/main">
              <a:ext uri="{FF2B5EF4-FFF2-40B4-BE49-F238E27FC236}">
                <a16:creationId xmlns:a16="http://schemas.microsoft.com/office/drawing/2014/main" id="{E63EEA4A-8025-45B3-9594-B766133DA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5808" y="6769428"/>
            <a:ext cx="177144" cy="177144"/>
          </a:xfrm>
          <a:custGeom xmlns:a="http://schemas.openxmlformats.org/drawingml/2006/main">
            <a:pathLst>
              <a:path w="133350" h="133350">
                <a:moveTo>
                  <a:pt x="133350" y="66675"/>
                </a:moveTo>
                <a:cubicBezTo>
                  <a:pt x="133350" y="103499"/>
                  <a:pt x="103499" y="133350"/>
                  <a:pt x="66675" y="133350"/>
                </a:cubicBezTo>
                <a:cubicBezTo>
                  <a:pt x="29851" y="133350"/>
                  <a:pt x="0" y="103499"/>
                  <a:pt x="0" y="66675"/>
                </a:cubicBezTo>
                <a:cubicBezTo>
                  <a:pt x="0" y="29851"/>
                  <a:pt x="29851" y="0"/>
                  <a:pt x="66675" y="0"/>
                </a:cubicBezTo>
                <a:cubicBezTo>
                  <a:pt x="103499" y="0"/>
                  <a:pt x="133350" y="29851"/>
                  <a:pt x="133350" y="66675"/>
                </a:cubicBezTo>
                <a:close/>
              </a:path>
            </a:pathLst>
          </a:custGeom>
          <a:solidFill xmlns:a="http://schemas.openxmlformats.org/drawingml/2006/main">
            <a:srgbClr val="FFC000"/>
          </a:solidFill>
          <a:ln xmlns:a="http://schemas.openxmlformats.org/drawingml/2006/main" w="18980">
            <a:noFill/>
            <a:prstDash val="solid"/>
          </a:ln>
        </p:spPr>
      </p:sp>
      <p:sp>
        <p:nvSpPr>
          <p:cNvPr id="17" name="Different-room relation dot">
            <a:extLst xmlns:a="http://schemas.openxmlformats.org/drawingml/2006/main">
              <a:ext uri="{FF2B5EF4-FFF2-40B4-BE49-F238E27FC236}">
                <a16:creationId xmlns:a16="http://schemas.microsoft.com/office/drawing/2014/main" id="{3DFD82ED-3FF4-4FBC-BACD-86452CE294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3362" y="6769428"/>
            <a:ext cx="177144" cy="177144"/>
          </a:xfrm>
          <a:custGeom xmlns:a="http://schemas.openxmlformats.org/drawingml/2006/main">
            <a:pathLst>
              <a:path w="133350" h="133350">
                <a:moveTo>
                  <a:pt x="133350" y="66675"/>
                </a:moveTo>
                <a:cubicBezTo>
                  <a:pt x="133350" y="103499"/>
                  <a:pt x="103499" y="133350"/>
                  <a:pt x="66675" y="133350"/>
                </a:cubicBezTo>
                <a:cubicBezTo>
                  <a:pt x="29851" y="133350"/>
                  <a:pt x="0" y="103499"/>
                  <a:pt x="0" y="66675"/>
                </a:cubicBezTo>
                <a:cubicBezTo>
                  <a:pt x="0" y="29851"/>
                  <a:pt x="29851" y="0"/>
                  <a:pt x="66675" y="0"/>
                </a:cubicBezTo>
                <a:cubicBezTo>
                  <a:pt x="103499" y="0"/>
                  <a:pt x="133350" y="29851"/>
                  <a:pt x="133350" y="66675"/>
                </a:cubicBezTo>
                <a:close/>
              </a:path>
            </a:pathLst>
          </a:custGeom>
          <a:solidFill xmlns:a="http://schemas.openxmlformats.org/drawingml/2006/main">
            <a:srgbClr val="C90000"/>
          </a:solidFill>
          <a:ln xmlns:a="http://schemas.openxmlformats.org/drawingml/2006/main" w="18980">
            <a:noFill/>
            <a:prstDash val="solid"/>
          </a:ln>
        </p:spPr>
      </p:sp>
      <p:sp>
        <p:nvSpPr>
          <p:cNvPr id="18" name="Soft source viewing-frustum continuation">
            <a:extLst xmlns:a="http://schemas.openxmlformats.org/drawingml/2006/main">
              <a:ext uri="{FF2B5EF4-FFF2-40B4-BE49-F238E27FC236}">
                <a16:creationId xmlns:a16="http://schemas.microsoft.com/office/drawing/2014/main" id="{E8D2C38E-7D1F-4FC0-BBBE-C0FD8C105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5199" y="2771037"/>
            <a:ext cx="2353483" cy="480819"/>
          </a:xfrm>
          <a:custGeom xmlns:a="http://schemas.openxmlformats.org/drawingml/2006/main">
            <a:pathLst>
              <a:path w="1771650" h="361950">
                <a:moveTo>
                  <a:pt x="0" y="9525"/>
                </a:moveTo>
                <a:lnTo>
                  <a:pt x="1771650" y="361950"/>
                </a:lnTo>
                <a:lnTo>
                  <a:pt x="1771650" y="57150"/>
                </a:lnTo>
                <a:lnTo>
                  <a:pt x="1657350" y="0"/>
                </a:lnTo>
                <a:close/>
              </a:path>
            </a:pathLst>
          </a:custGeom>
          <a:solidFill xmlns:a="http://schemas.openxmlformats.org/drawingml/2006/main">
            <a:srgbClr val="EEF5E5"/>
          </a:solidFill>
          <a:ln xmlns:a="http://schemas.openxmlformats.org/drawingml/2006/main" w="18980">
            <a:noFill/>
            <a:prstDash val="solid"/>
          </a:ln>
        </p:spPr>
      </p:sp>
      <p:sp>
        <p:nvSpPr>
          <p:cNvPr id="19" name="Thought bubble contour 1">
            <a:extLst xmlns:a="http://schemas.openxmlformats.org/drawingml/2006/main">
              <a:ext uri="{FF2B5EF4-FFF2-40B4-BE49-F238E27FC236}">
                <a16:creationId xmlns:a16="http://schemas.microsoft.com/office/drawing/2014/main" id="{718B5B7C-DEEB-40DF-B717-782D784E1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0137" y="3682063"/>
            <a:ext cx="404900" cy="316328"/>
          </a:xfrm>
          <a:custGeom xmlns:a="http://schemas.openxmlformats.org/drawingml/2006/main">
            <a:pathLst>
              <a:path w="304800" h="238125">
                <a:moveTo>
                  <a:pt x="57150" y="28575"/>
                </a:moveTo>
                <a:lnTo>
                  <a:pt x="9525" y="76200"/>
                </a:lnTo>
                <a:lnTo>
                  <a:pt x="9525" y="95250"/>
                </a:lnTo>
                <a:lnTo>
                  <a:pt x="0" y="104775"/>
                </a:lnTo>
                <a:lnTo>
                  <a:pt x="0" y="133350"/>
                </a:lnTo>
                <a:lnTo>
                  <a:pt x="9525" y="142875"/>
                </a:lnTo>
                <a:lnTo>
                  <a:pt x="9525" y="161925"/>
                </a:lnTo>
                <a:lnTo>
                  <a:pt x="19050" y="180975"/>
                </a:lnTo>
                <a:lnTo>
                  <a:pt x="47625" y="209550"/>
                </a:lnTo>
                <a:lnTo>
                  <a:pt x="85725" y="228600"/>
                </a:lnTo>
                <a:lnTo>
                  <a:pt x="104775" y="228600"/>
                </a:lnTo>
                <a:lnTo>
                  <a:pt x="114300" y="238125"/>
                </a:lnTo>
                <a:lnTo>
                  <a:pt x="190500" y="238125"/>
                </a:lnTo>
                <a:lnTo>
                  <a:pt x="200025" y="228600"/>
                </a:lnTo>
                <a:lnTo>
                  <a:pt x="219075" y="228600"/>
                </a:lnTo>
                <a:lnTo>
                  <a:pt x="257175" y="209550"/>
                </a:lnTo>
                <a:lnTo>
                  <a:pt x="285750" y="180975"/>
                </a:lnTo>
                <a:lnTo>
                  <a:pt x="304800" y="142875"/>
                </a:lnTo>
                <a:lnTo>
                  <a:pt x="304800" y="95250"/>
                </a:lnTo>
                <a:lnTo>
                  <a:pt x="285750" y="57150"/>
                </a:lnTo>
                <a:lnTo>
                  <a:pt x="266700" y="38100"/>
                </a:lnTo>
                <a:lnTo>
                  <a:pt x="238125" y="28575"/>
                </a:lnTo>
                <a:lnTo>
                  <a:pt x="219075" y="9525"/>
                </a:lnTo>
                <a:lnTo>
                  <a:pt x="180975" y="9525"/>
                </a:lnTo>
                <a:lnTo>
                  <a:pt x="171450" y="0"/>
                </a:lnTo>
                <a:lnTo>
                  <a:pt x="133350" y="0"/>
                </a:lnTo>
                <a:lnTo>
                  <a:pt x="123825" y="9525"/>
                </a:lnTo>
                <a:lnTo>
                  <a:pt x="95250" y="9525"/>
                </a:lnTo>
                <a:close/>
              </a:path>
            </a:pathLst>
          </a:custGeom>
          <a:solidFill xmlns:a="http://schemas.openxmlformats.org/drawingml/2006/main">
            <a:srgbClr val="FCEFCD"/>
          </a:solidFill>
          <a:ln xmlns:a="http://schemas.openxmlformats.org/drawingml/2006/main" w="10123">
            <a:solidFill>
              <a:srgbClr val="FCEFCD"/>
            </a:solidFill>
            <a:prstDash val="solid"/>
          </a:ln>
        </p:spPr>
      </p:sp>
      <p:sp>
        <p:nvSpPr>
          <p:cNvPr id="20" name="Thought bubble contour 2">
            <a:extLst xmlns:a="http://schemas.openxmlformats.org/drawingml/2006/main">
              <a:ext uri="{FF2B5EF4-FFF2-40B4-BE49-F238E27FC236}">
                <a16:creationId xmlns:a16="http://schemas.microsoft.com/office/drawing/2014/main" id="{B9FB99BF-819B-49A3-AAA9-579763DD2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0956" y="3264509"/>
            <a:ext cx="531432" cy="417554"/>
          </a:xfrm>
          <a:custGeom xmlns:a="http://schemas.openxmlformats.org/drawingml/2006/main">
            <a:pathLst>
              <a:path w="400050" h="314325">
                <a:moveTo>
                  <a:pt x="28575" y="66675"/>
                </a:moveTo>
                <a:lnTo>
                  <a:pt x="9525" y="104775"/>
                </a:lnTo>
                <a:lnTo>
                  <a:pt x="9525" y="123825"/>
                </a:lnTo>
                <a:lnTo>
                  <a:pt x="0" y="133350"/>
                </a:lnTo>
                <a:lnTo>
                  <a:pt x="0" y="171450"/>
                </a:lnTo>
                <a:lnTo>
                  <a:pt x="9525" y="180975"/>
                </a:lnTo>
                <a:lnTo>
                  <a:pt x="9525" y="200025"/>
                </a:lnTo>
                <a:lnTo>
                  <a:pt x="47625" y="257175"/>
                </a:lnTo>
                <a:lnTo>
                  <a:pt x="57150" y="257175"/>
                </a:lnTo>
                <a:lnTo>
                  <a:pt x="76200" y="276225"/>
                </a:lnTo>
                <a:lnTo>
                  <a:pt x="114300" y="295275"/>
                </a:lnTo>
                <a:lnTo>
                  <a:pt x="133350" y="295275"/>
                </a:lnTo>
                <a:lnTo>
                  <a:pt x="142875" y="304800"/>
                </a:lnTo>
                <a:lnTo>
                  <a:pt x="190500" y="304800"/>
                </a:lnTo>
                <a:lnTo>
                  <a:pt x="200025" y="314325"/>
                </a:lnTo>
                <a:lnTo>
                  <a:pt x="219075" y="304800"/>
                </a:lnTo>
                <a:lnTo>
                  <a:pt x="266700" y="304800"/>
                </a:lnTo>
                <a:lnTo>
                  <a:pt x="276225" y="295275"/>
                </a:lnTo>
                <a:lnTo>
                  <a:pt x="295275" y="295275"/>
                </a:lnTo>
                <a:lnTo>
                  <a:pt x="333375" y="276225"/>
                </a:lnTo>
                <a:lnTo>
                  <a:pt x="390525" y="219075"/>
                </a:lnTo>
                <a:lnTo>
                  <a:pt x="400050" y="200025"/>
                </a:lnTo>
                <a:lnTo>
                  <a:pt x="400050" y="114300"/>
                </a:lnTo>
                <a:lnTo>
                  <a:pt x="381000" y="76200"/>
                </a:lnTo>
                <a:lnTo>
                  <a:pt x="333375" y="28575"/>
                </a:lnTo>
                <a:lnTo>
                  <a:pt x="295275" y="9525"/>
                </a:lnTo>
                <a:lnTo>
                  <a:pt x="276225" y="9525"/>
                </a:lnTo>
                <a:lnTo>
                  <a:pt x="266700" y="0"/>
                </a:lnTo>
                <a:lnTo>
                  <a:pt x="142875" y="0"/>
                </a:lnTo>
                <a:lnTo>
                  <a:pt x="133350" y="9525"/>
                </a:lnTo>
                <a:lnTo>
                  <a:pt x="114300" y="9525"/>
                </a:lnTo>
                <a:lnTo>
                  <a:pt x="76200" y="28575"/>
                </a:lnTo>
                <a:close/>
              </a:path>
            </a:pathLst>
          </a:custGeom>
          <a:solidFill xmlns:a="http://schemas.openxmlformats.org/drawingml/2006/main">
            <a:srgbClr val="FCEFCD"/>
          </a:solidFill>
          <a:ln xmlns:a="http://schemas.openxmlformats.org/drawingml/2006/main" w="10123">
            <a:solidFill>
              <a:srgbClr val="FCEFCD"/>
            </a:solidFill>
            <a:prstDash val="solid"/>
          </a:ln>
        </p:spPr>
      </p:sp>
      <p:sp>
        <p:nvSpPr>
          <p:cNvPr id="21" name="Thought bubble contour 3">
            <a:extLst xmlns:a="http://schemas.openxmlformats.org/drawingml/2006/main">
              <a:ext uri="{FF2B5EF4-FFF2-40B4-BE49-F238E27FC236}">
                <a16:creationId xmlns:a16="http://schemas.microsoft.com/office/drawing/2014/main" id="{23E2081C-71D4-4FEF-8B4E-1A6266FA3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299" y="1442458"/>
            <a:ext cx="3074712" cy="1910624"/>
          </a:xfrm>
          <a:custGeom xmlns:a="http://schemas.openxmlformats.org/drawingml/2006/main">
            <a:pathLst>
              <a:path w="2314575" h="1438275">
                <a:moveTo>
                  <a:pt x="2314575" y="485775"/>
                </a:moveTo>
                <a:lnTo>
                  <a:pt x="2257425" y="485775"/>
                </a:lnTo>
                <a:lnTo>
                  <a:pt x="2247900" y="476250"/>
                </a:lnTo>
                <a:lnTo>
                  <a:pt x="2247900" y="409575"/>
                </a:lnTo>
                <a:lnTo>
                  <a:pt x="2238375" y="400050"/>
                </a:lnTo>
                <a:lnTo>
                  <a:pt x="2238375" y="361950"/>
                </a:lnTo>
                <a:lnTo>
                  <a:pt x="2209800" y="304800"/>
                </a:lnTo>
                <a:lnTo>
                  <a:pt x="2133600" y="228600"/>
                </a:lnTo>
                <a:lnTo>
                  <a:pt x="2124075" y="228600"/>
                </a:lnTo>
                <a:lnTo>
                  <a:pt x="2105025" y="209550"/>
                </a:lnTo>
                <a:lnTo>
                  <a:pt x="2085975" y="209550"/>
                </a:lnTo>
                <a:lnTo>
                  <a:pt x="2038350" y="180975"/>
                </a:lnTo>
                <a:lnTo>
                  <a:pt x="2009775" y="180975"/>
                </a:lnTo>
                <a:lnTo>
                  <a:pt x="2000250" y="171450"/>
                </a:lnTo>
                <a:lnTo>
                  <a:pt x="1933575" y="171450"/>
                </a:lnTo>
                <a:lnTo>
                  <a:pt x="1924050" y="161925"/>
                </a:lnTo>
                <a:lnTo>
                  <a:pt x="1885950" y="161925"/>
                </a:lnTo>
                <a:lnTo>
                  <a:pt x="1876425" y="171450"/>
                </a:lnTo>
                <a:lnTo>
                  <a:pt x="1819275" y="171450"/>
                </a:lnTo>
                <a:lnTo>
                  <a:pt x="1809750" y="180975"/>
                </a:lnTo>
                <a:lnTo>
                  <a:pt x="1781175" y="180975"/>
                </a:lnTo>
                <a:lnTo>
                  <a:pt x="1743075" y="200025"/>
                </a:lnTo>
                <a:lnTo>
                  <a:pt x="1695450" y="200025"/>
                </a:lnTo>
                <a:lnTo>
                  <a:pt x="1676400" y="161925"/>
                </a:lnTo>
                <a:lnTo>
                  <a:pt x="1657350" y="142875"/>
                </a:lnTo>
                <a:lnTo>
                  <a:pt x="1657350" y="133350"/>
                </a:lnTo>
                <a:lnTo>
                  <a:pt x="1600200" y="76200"/>
                </a:lnTo>
                <a:lnTo>
                  <a:pt x="1590675" y="76200"/>
                </a:lnTo>
                <a:lnTo>
                  <a:pt x="1543050" y="38100"/>
                </a:lnTo>
                <a:lnTo>
                  <a:pt x="1524000" y="38100"/>
                </a:lnTo>
                <a:lnTo>
                  <a:pt x="1495425" y="19050"/>
                </a:lnTo>
                <a:lnTo>
                  <a:pt x="1466850" y="19050"/>
                </a:lnTo>
                <a:lnTo>
                  <a:pt x="1457325" y="9525"/>
                </a:lnTo>
                <a:lnTo>
                  <a:pt x="1419225" y="9525"/>
                </a:lnTo>
                <a:lnTo>
                  <a:pt x="1409700" y="0"/>
                </a:lnTo>
                <a:lnTo>
                  <a:pt x="1323975" y="0"/>
                </a:lnTo>
                <a:lnTo>
                  <a:pt x="1314450" y="9525"/>
                </a:lnTo>
                <a:lnTo>
                  <a:pt x="1276350" y="9525"/>
                </a:lnTo>
                <a:lnTo>
                  <a:pt x="1266825" y="19050"/>
                </a:lnTo>
                <a:lnTo>
                  <a:pt x="1238250" y="19050"/>
                </a:lnTo>
                <a:lnTo>
                  <a:pt x="1143000" y="66675"/>
                </a:lnTo>
                <a:lnTo>
                  <a:pt x="1066800" y="142875"/>
                </a:lnTo>
                <a:lnTo>
                  <a:pt x="1047750" y="180975"/>
                </a:lnTo>
                <a:lnTo>
                  <a:pt x="1009650" y="180975"/>
                </a:lnTo>
                <a:lnTo>
                  <a:pt x="990600" y="171450"/>
                </a:lnTo>
                <a:lnTo>
                  <a:pt x="962025" y="142875"/>
                </a:lnTo>
                <a:lnTo>
                  <a:pt x="885825" y="104775"/>
                </a:lnTo>
                <a:lnTo>
                  <a:pt x="866775" y="104775"/>
                </a:lnTo>
                <a:lnTo>
                  <a:pt x="857250" y="95250"/>
                </a:lnTo>
                <a:lnTo>
                  <a:pt x="819150" y="95250"/>
                </a:lnTo>
                <a:lnTo>
                  <a:pt x="809625" y="85725"/>
                </a:lnTo>
                <a:lnTo>
                  <a:pt x="685800" y="85725"/>
                </a:lnTo>
                <a:lnTo>
                  <a:pt x="676275" y="95250"/>
                </a:lnTo>
                <a:lnTo>
                  <a:pt x="638175" y="95250"/>
                </a:lnTo>
                <a:lnTo>
                  <a:pt x="628650" y="104775"/>
                </a:lnTo>
                <a:lnTo>
                  <a:pt x="609600" y="104775"/>
                </a:lnTo>
                <a:lnTo>
                  <a:pt x="533400" y="142875"/>
                </a:lnTo>
                <a:lnTo>
                  <a:pt x="514350" y="161925"/>
                </a:lnTo>
                <a:lnTo>
                  <a:pt x="504825" y="161925"/>
                </a:lnTo>
                <a:lnTo>
                  <a:pt x="438150" y="238125"/>
                </a:lnTo>
                <a:lnTo>
                  <a:pt x="438150" y="257175"/>
                </a:lnTo>
                <a:lnTo>
                  <a:pt x="419100" y="285750"/>
                </a:lnTo>
                <a:lnTo>
                  <a:pt x="419100" y="323850"/>
                </a:lnTo>
                <a:lnTo>
                  <a:pt x="409575" y="333375"/>
                </a:lnTo>
                <a:lnTo>
                  <a:pt x="419100" y="352425"/>
                </a:lnTo>
                <a:lnTo>
                  <a:pt x="419100" y="400050"/>
                </a:lnTo>
                <a:lnTo>
                  <a:pt x="409575" y="409575"/>
                </a:lnTo>
                <a:lnTo>
                  <a:pt x="266700" y="409575"/>
                </a:lnTo>
                <a:lnTo>
                  <a:pt x="257175" y="419100"/>
                </a:lnTo>
                <a:lnTo>
                  <a:pt x="219075" y="419100"/>
                </a:lnTo>
                <a:lnTo>
                  <a:pt x="104775" y="476250"/>
                </a:lnTo>
                <a:lnTo>
                  <a:pt x="47625" y="533400"/>
                </a:lnTo>
                <a:lnTo>
                  <a:pt x="47625" y="542925"/>
                </a:lnTo>
                <a:lnTo>
                  <a:pt x="19050" y="581025"/>
                </a:lnTo>
                <a:lnTo>
                  <a:pt x="19050" y="600075"/>
                </a:lnTo>
                <a:lnTo>
                  <a:pt x="0" y="638175"/>
                </a:lnTo>
                <a:lnTo>
                  <a:pt x="0" y="704850"/>
                </a:lnTo>
                <a:lnTo>
                  <a:pt x="19050" y="733425"/>
                </a:lnTo>
                <a:lnTo>
                  <a:pt x="19050" y="762000"/>
                </a:lnTo>
                <a:lnTo>
                  <a:pt x="28575" y="781050"/>
                </a:lnTo>
                <a:lnTo>
                  <a:pt x="47625" y="800100"/>
                </a:lnTo>
                <a:lnTo>
                  <a:pt x="47625" y="809625"/>
                </a:lnTo>
                <a:lnTo>
                  <a:pt x="95250" y="857250"/>
                </a:lnTo>
                <a:lnTo>
                  <a:pt x="104775" y="857250"/>
                </a:lnTo>
                <a:lnTo>
                  <a:pt x="123825" y="876300"/>
                </a:lnTo>
                <a:lnTo>
                  <a:pt x="200025" y="914400"/>
                </a:lnTo>
                <a:lnTo>
                  <a:pt x="228600" y="914400"/>
                </a:lnTo>
                <a:lnTo>
                  <a:pt x="238125" y="923925"/>
                </a:lnTo>
                <a:lnTo>
                  <a:pt x="285750" y="923925"/>
                </a:lnTo>
                <a:lnTo>
                  <a:pt x="295275" y="933450"/>
                </a:lnTo>
                <a:lnTo>
                  <a:pt x="333375" y="933450"/>
                </a:lnTo>
                <a:lnTo>
                  <a:pt x="390525" y="1047750"/>
                </a:lnTo>
                <a:lnTo>
                  <a:pt x="400050" y="1047750"/>
                </a:lnTo>
                <a:lnTo>
                  <a:pt x="428625" y="1085850"/>
                </a:lnTo>
                <a:lnTo>
                  <a:pt x="438150" y="1085850"/>
                </a:lnTo>
                <a:lnTo>
                  <a:pt x="495300" y="1133475"/>
                </a:lnTo>
                <a:lnTo>
                  <a:pt x="514350" y="1143000"/>
                </a:lnTo>
                <a:lnTo>
                  <a:pt x="533400" y="1143000"/>
                </a:lnTo>
                <a:lnTo>
                  <a:pt x="542925" y="1152525"/>
                </a:lnTo>
                <a:lnTo>
                  <a:pt x="561975" y="1152525"/>
                </a:lnTo>
                <a:lnTo>
                  <a:pt x="571500" y="1162050"/>
                </a:lnTo>
                <a:lnTo>
                  <a:pt x="600075" y="1162050"/>
                </a:lnTo>
                <a:lnTo>
                  <a:pt x="609600" y="1171575"/>
                </a:lnTo>
                <a:lnTo>
                  <a:pt x="742950" y="1171575"/>
                </a:lnTo>
                <a:lnTo>
                  <a:pt x="752475" y="1162050"/>
                </a:lnTo>
                <a:lnTo>
                  <a:pt x="781050" y="1162050"/>
                </a:lnTo>
                <a:lnTo>
                  <a:pt x="790575" y="1152525"/>
                </a:lnTo>
                <a:lnTo>
                  <a:pt x="819150" y="1152525"/>
                </a:lnTo>
                <a:lnTo>
                  <a:pt x="828675" y="1143000"/>
                </a:lnTo>
                <a:lnTo>
                  <a:pt x="876300" y="1143000"/>
                </a:lnTo>
                <a:lnTo>
                  <a:pt x="885825" y="1152525"/>
                </a:lnTo>
                <a:lnTo>
                  <a:pt x="885825" y="1171575"/>
                </a:lnTo>
                <a:lnTo>
                  <a:pt x="895350" y="1181100"/>
                </a:lnTo>
                <a:lnTo>
                  <a:pt x="895350" y="1209675"/>
                </a:lnTo>
                <a:lnTo>
                  <a:pt x="904875" y="1219200"/>
                </a:lnTo>
                <a:lnTo>
                  <a:pt x="904875" y="1238250"/>
                </a:lnTo>
                <a:lnTo>
                  <a:pt x="914400" y="1257300"/>
                </a:lnTo>
                <a:lnTo>
                  <a:pt x="933450" y="1276350"/>
                </a:lnTo>
                <a:lnTo>
                  <a:pt x="933450" y="1285875"/>
                </a:lnTo>
                <a:lnTo>
                  <a:pt x="981075" y="1333500"/>
                </a:lnTo>
                <a:lnTo>
                  <a:pt x="990600" y="1333500"/>
                </a:lnTo>
                <a:lnTo>
                  <a:pt x="1038225" y="1371600"/>
                </a:lnTo>
                <a:lnTo>
                  <a:pt x="1057275" y="1371600"/>
                </a:lnTo>
                <a:lnTo>
                  <a:pt x="1114425" y="1400175"/>
                </a:lnTo>
                <a:lnTo>
                  <a:pt x="1143000" y="1400175"/>
                </a:lnTo>
                <a:lnTo>
                  <a:pt x="1152525" y="1409700"/>
                </a:lnTo>
                <a:lnTo>
                  <a:pt x="1247775" y="1409700"/>
                </a:lnTo>
                <a:lnTo>
                  <a:pt x="1257300" y="1419225"/>
                </a:lnTo>
                <a:lnTo>
                  <a:pt x="1257300" y="1438275"/>
                </a:lnTo>
                <a:lnTo>
                  <a:pt x="1257300" y="1419225"/>
                </a:lnTo>
                <a:lnTo>
                  <a:pt x="1276350" y="1400175"/>
                </a:lnTo>
                <a:lnTo>
                  <a:pt x="1323975" y="1400175"/>
                </a:lnTo>
                <a:lnTo>
                  <a:pt x="1333500" y="1390650"/>
                </a:lnTo>
                <a:lnTo>
                  <a:pt x="1362075" y="1390650"/>
                </a:lnTo>
                <a:lnTo>
                  <a:pt x="1457325" y="1343025"/>
                </a:lnTo>
                <a:lnTo>
                  <a:pt x="1524000" y="1276350"/>
                </a:lnTo>
                <a:lnTo>
                  <a:pt x="1552575" y="1219200"/>
                </a:lnTo>
                <a:lnTo>
                  <a:pt x="1552575" y="1200150"/>
                </a:lnTo>
                <a:lnTo>
                  <a:pt x="1562100" y="1190625"/>
                </a:lnTo>
                <a:lnTo>
                  <a:pt x="1600200" y="1190625"/>
                </a:lnTo>
                <a:lnTo>
                  <a:pt x="1647825" y="1228725"/>
                </a:lnTo>
                <a:lnTo>
                  <a:pt x="1685925" y="1247775"/>
                </a:lnTo>
                <a:lnTo>
                  <a:pt x="1704975" y="1247775"/>
                </a:lnTo>
                <a:lnTo>
                  <a:pt x="1714500" y="1257300"/>
                </a:lnTo>
                <a:lnTo>
                  <a:pt x="1743075" y="1257300"/>
                </a:lnTo>
                <a:lnTo>
                  <a:pt x="1752600" y="1266825"/>
                </a:lnTo>
                <a:lnTo>
                  <a:pt x="1790700" y="1266825"/>
                </a:lnTo>
                <a:lnTo>
                  <a:pt x="1800225" y="1276350"/>
                </a:lnTo>
                <a:lnTo>
                  <a:pt x="1885950" y="1276350"/>
                </a:lnTo>
                <a:lnTo>
                  <a:pt x="1895475" y="1266825"/>
                </a:lnTo>
                <a:lnTo>
                  <a:pt x="1933575" y="1266825"/>
                </a:lnTo>
                <a:lnTo>
                  <a:pt x="1943100" y="1257300"/>
                </a:lnTo>
                <a:lnTo>
                  <a:pt x="1971675" y="1257300"/>
                </a:lnTo>
                <a:lnTo>
                  <a:pt x="2000250" y="1238250"/>
                </a:lnTo>
                <a:lnTo>
                  <a:pt x="2019300" y="1238250"/>
                </a:lnTo>
                <a:lnTo>
                  <a:pt x="2038350" y="1219200"/>
                </a:lnTo>
                <a:lnTo>
                  <a:pt x="2066925" y="1209675"/>
                </a:lnTo>
                <a:lnTo>
                  <a:pt x="2143125" y="1133475"/>
                </a:lnTo>
                <a:lnTo>
                  <a:pt x="2162175" y="1095375"/>
                </a:lnTo>
                <a:lnTo>
                  <a:pt x="2162175" y="1076325"/>
                </a:lnTo>
                <a:lnTo>
                  <a:pt x="2171700" y="1066800"/>
                </a:lnTo>
                <a:lnTo>
                  <a:pt x="2171700" y="1000125"/>
                </a:lnTo>
                <a:lnTo>
                  <a:pt x="2181225" y="990600"/>
                </a:lnTo>
                <a:lnTo>
                  <a:pt x="2228850" y="990600"/>
                </a:lnTo>
                <a:lnTo>
                  <a:pt x="2238375" y="1000125"/>
                </a:lnTo>
                <a:lnTo>
                  <a:pt x="2286000" y="1000125"/>
                </a:lnTo>
                <a:lnTo>
                  <a:pt x="2295525" y="1009650"/>
                </a:lnTo>
                <a:lnTo>
                  <a:pt x="2314575" y="1009650"/>
                </a:lnTo>
                <a:lnTo>
                  <a:pt x="2314575" y="695325"/>
                </a:lnTo>
                <a:lnTo>
                  <a:pt x="2295525" y="695325"/>
                </a:lnTo>
                <a:lnTo>
                  <a:pt x="2286000" y="685800"/>
                </a:lnTo>
                <a:lnTo>
                  <a:pt x="2286000" y="581025"/>
                </a:lnTo>
                <a:lnTo>
                  <a:pt x="2295525" y="571500"/>
                </a:lnTo>
                <a:lnTo>
                  <a:pt x="2314575" y="571500"/>
                </a:lnTo>
                <a:close/>
              </a:path>
            </a:pathLst>
          </a:custGeom>
          <a:solidFill xmlns:a="http://schemas.openxmlformats.org/drawingml/2006/main">
            <a:srgbClr val="FCEFCD"/>
          </a:solidFill>
          <a:ln xmlns:a="http://schemas.openxmlformats.org/drawingml/2006/main" w="10123">
            <a:solidFill>
              <a:srgbClr val="FCEFCD"/>
            </a:solidFill>
            <a:prstDash val="solid"/>
          </a:ln>
        </p:spPr>
      </p:sp>
      <p:sp>
        <p:nvSpPr>
          <p:cNvPr id="22" name="Robot body contour 1">
            <a:extLst xmlns:a="http://schemas.openxmlformats.org/drawingml/2006/main">
              <a:ext uri="{FF2B5EF4-FFF2-40B4-BE49-F238E27FC236}">
                <a16:creationId xmlns:a16="http://schemas.microsoft.com/office/drawing/2014/main" id="{2C4E32A0-98AB-4580-863F-8A9F5A9E8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1768" y="5137173"/>
            <a:ext cx="721229" cy="215103"/>
          </a:xfrm>
          <a:custGeom xmlns:a="http://schemas.openxmlformats.org/drawingml/2006/main">
            <a:pathLst>
              <a:path w="542925" h="161925">
                <a:moveTo>
                  <a:pt x="0" y="47625"/>
                </a:moveTo>
                <a:lnTo>
                  <a:pt x="0" y="95250"/>
                </a:lnTo>
                <a:lnTo>
                  <a:pt x="9525" y="104775"/>
                </a:lnTo>
                <a:lnTo>
                  <a:pt x="9525" y="123825"/>
                </a:lnTo>
                <a:lnTo>
                  <a:pt x="38100" y="152400"/>
                </a:lnTo>
                <a:lnTo>
                  <a:pt x="66675" y="152400"/>
                </a:lnTo>
                <a:lnTo>
                  <a:pt x="76200" y="161925"/>
                </a:lnTo>
                <a:lnTo>
                  <a:pt x="466725" y="161925"/>
                </a:lnTo>
                <a:lnTo>
                  <a:pt x="476250" y="152400"/>
                </a:lnTo>
                <a:lnTo>
                  <a:pt x="504825" y="152400"/>
                </a:lnTo>
                <a:lnTo>
                  <a:pt x="533400" y="123825"/>
                </a:lnTo>
                <a:lnTo>
                  <a:pt x="542925" y="104775"/>
                </a:lnTo>
                <a:lnTo>
                  <a:pt x="542925" y="47625"/>
                </a:lnTo>
                <a:lnTo>
                  <a:pt x="533400" y="28575"/>
                </a:lnTo>
                <a:lnTo>
                  <a:pt x="495300" y="0"/>
                </a:lnTo>
                <a:lnTo>
                  <a:pt x="47625" y="0"/>
                </a:lnTo>
                <a:lnTo>
                  <a:pt x="28575" y="9525"/>
                </a:lnTo>
                <a:close/>
              </a:path>
            </a:pathLst>
          </a:custGeom>
          <a:solidFill xmlns:a="http://schemas.openxmlformats.org/drawingml/2006/main">
            <a:srgbClr val="FFD95A"/>
          </a:solidFill>
          <a:ln xmlns:a="http://schemas.openxmlformats.org/drawingml/2006/main" w="10123">
            <a:solidFill>
              <a:srgbClr val="FFD95A"/>
            </a:solidFill>
            <a:prstDash val="solid"/>
          </a:ln>
        </p:spPr>
      </p:sp>
      <p:sp>
        <p:nvSpPr>
          <p:cNvPr id="23" name="Robot body contour 2">
            <a:extLst xmlns:a="http://schemas.openxmlformats.org/drawingml/2006/main">
              <a:ext uri="{FF2B5EF4-FFF2-40B4-BE49-F238E27FC236}">
                <a16:creationId xmlns:a16="http://schemas.microsoft.com/office/drawing/2014/main" id="{65043D91-5A88-43B5-84FA-850946B6C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2583" y="4441251"/>
            <a:ext cx="961638" cy="620004"/>
          </a:xfrm>
          <a:custGeom xmlns:a="http://schemas.openxmlformats.org/drawingml/2006/main">
            <a:pathLst>
              <a:path w="723900" h="466725">
                <a:moveTo>
                  <a:pt x="0" y="28575"/>
                </a:moveTo>
                <a:lnTo>
                  <a:pt x="0" y="57150"/>
                </a:lnTo>
                <a:lnTo>
                  <a:pt x="57150" y="133350"/>
                </a:lnTo>
                <a:lnTo>
                  <a:pt x="47625" y="142875"/>
                </a:lnTo>
                <a:lnTo>
                  <a:pt x="57150" y="152400"/>
                </a:lnTo>
                <a:lnTo>
                  <a:pt x="47625" y="171450"/>
                </a:lnTo>
                <a:lnTo>
                  <a:pt x="57150" y="180975"/>
                </a:lnTo>
                <a:lnTo>
                  <a:pt x="57150" y="228600"/>
                </a:lnTo>
                <a:lnTo>
                  <a:pt x="66675" y="247650"/>
                </a:lnTo>
                <a:lnTo>
                  <a:pt x="85725" y="257175"/>
                </a:lnTo>
                <a:lnTo>
                  <a:pt x="180975" y="257175"/>
                </a:lnTo>
                <a:lnTo>
                  <a:pt x="200025" y="276225"/>
                </a:lnTo>
                <a:lnTo>
                  <a:pt x="200025" y="466725"/>
                </a:lnTo>
                <a:lnTo>
                  <a:pt x="552450" y="466725"/>
                </a:lnTo>
                <a:lnTo>
                  <a:pt x="552450" y="257175"/>
                </a:lnTo>
                <a:lnTo>
                  <a:pt x="561975" y="247650"/>
                </a:lnTo>
                <a:lnTo>
                  <a:pt x="638175" y="247650"/>
                </a:lnTo>
                <a:lnTo>
                  <a:pt x="647700" y="257175"/>
                </a:lnTo>
                <a:lnTo>
                  <a:pt x="647700" y="352425"/>
                </a:lnTo>
                <a:lnTo>
                  <a:pt x="628650" y="371475"/>
                </a:lnTo>
                <a:lnTo>
                  <a:pt x="619125" y="371475"/>
                </a:lnTo>
                <a:lnTo>
                  <a:pt x="590550" y="409575"/>
                </a:lnTo>
                <a:lnTo>
                  <a:pt x="590550" y="447675"/>
                </a:lnTo>
                <a:lnTo>
                  <a:pt x="600075" y="466725"/>
                </a:lnTo>
                <a:lnTo>
                  <a:pt x="609600" y="466725"/>
                </a:lnTo>
                <a:lnTo>
                  <a:pt x="628650" y="447675"/>
                </a:lnTo>
                <a:lnTo>
                  <a:pt x="619125" y="428625"/>
                </a:lnTo>
                <a:lnTo>
                  <a:pt x="628650" y="409575"/>
                </a:lnTo>
                <a:lnTo>
                  <a:pt x="657225" y="390525"/>
                </a:lnTo>
                <a:lnTo>
                  <a:pt x="666750" y="390525"/>
                </a:lnTo>
                <a:lnTo>
                  <a:pt x="695325" y="419100"/>
                </a:lnTo>
                <a:lnTo>
                  <a:pt x="695325" y="447675"/>
                </a:lnTo>
                <a:lnTo>
                  <a:pt x="704850" y="466725"/>
                </a:lnTo>
                <a:lnTo>
                  <a:pt x="723900" y="457200"/>
                </a:lnTo>
                <a:lnTo>
                  <a:pt x="723900" y="400050"/>
                </a:lnTo>
                <a:lnTo>
                  <a:pt x="695325" y="371475"/>
                </a:lnTo>
                <a:lnTo>
                  <a:pt x="676275" y="361950"/>
                </a:lnTo>
                <a:lnTo>
                  <a:pt x="676275" y="247650"/>
                </a:lnTo>
                <a:lnTo>
                  <a:pt x="666750" y="228600"/>
                </a:lnTo>
                <a:lnTo>
                  <a:pt x="647700" y="219075"/>
                </a:lnTo>
                <a:lnTo>
                  <a:pt x="571500" y="219075"/>
                </a:lnTo>
                <a:lnTo>
                  <a:pt x="552450" y="200025"/>
                </a:lnTo>
                <a:lnTo>
                  <a:pt x="552450" y="152400"/>
                </a:lnTo>
                <a:lnTo>
                  <a:pt x="200025" y="152400"/>
                </a:lnTo>
                <a:lnTo>
                  <a:pt x="200025" y="209550"/>
                </a:lnTo>
                <a:lnTo>
                  <a:pt x="180975" y="228600"/>
                </a:lnTo>
                <a:lnTo>
                  <a:pt x="95250" y="228600"/>
                </a:lnTo>
                <a:lnTo>
                  <a:pt x="85725" y="219075"/>
                </a:lnTo>
                <a:lnTo>
                  <a:pt x="85725" y="123825"/>
                </a:lnTo>
                <a:lnTo>
                  <a:pt x="114300" y="95250"/>
                </a:lnTo>
                <a:lnTo>
                  <a:pt x="123825" y="95250"/>
                </a:lnTo>
                <a:lnTo>
                  <a:pt x="142875" y="57150"/>
                </a:lnTo>
                <a:lnTo>
                  <a:pt x="142875" y="28575"/>
                </a:lnTo>
                <a:lnTo>
                  <a:pt x="123825" y="0"/>
                </a:lnTo>
                <a:lnTo>
                  <a:pt x="104775" y="19050"/>
                </a:lnTo>
                <a:lnTo>
                  <a:pt x="104775" y="57150"/>
                </a:lnTo>
                <a:lnTo>
                  <a:pt x="85725" y="76200"/>
                </a:lnTo>
                <a:lnTo>
                  <a:pt x="57150" y="76200"/>
                </a:lnTo>
                <a:lnTo>
                  <a:pt x="38100" y="57150"/>
                </a:lnTo>
                <a:lnTo>
                  <a:pt x="38100" y="19050"/>
                </a:lnTo>
                <a:lnTo>
                  <a:pt x="19050" y="0"/>
                </a:lnTo>
                <a:close/>
              </a:path>
            </a:pathLst>
          </a:custGeom>
          <a:solidFill xmlns:a="http://schemas.openxmlformats.org/drawingml/2006/main">
            <a:srgbClr val="FFD95A"/>
          </a:solidFill>
          <a:ln xmlns:a="http://schemas.openxmlformats.org/drawingml/2006/main" w="10123">
            <a:solidFill>
              <a:srgbClr val="FFD95A"/>
            </a:solidFill>
            <a:prstDash val="solid"/>
          </a:ln>
        </p:spPr>
      </p:sp>
      <p:sp>
        <p:nvSpPr>
          <p:cNvPr id="24" name="Robot body contour 3">
            <a:extLst xmlns:a="http://schemas.openxmlformats.org/drawingml/2006/main">
              <a:ext uri="{FF2B5EF4-FFF2-40B4-BE49-F238E27FC236}">
                <a16:creationId xmlns:a16="http://schemas.microsoft.com/office/drawing/2014/main" id="{4F6D246D-1674-479A-BD6F-C69738EB6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58" y="4099616"/>
            <a:ext cx="392247" cy="480819"/>
          </a:xfrm>
          <a:custGeom xmlns:a="http://schemas.openxmlformats.org/drawingml/2006/main">
            <a:pathLst>
              <a:path w="295275" h="361950">
                <a:moveTo>
                  <a:pt x="133350" y="0"/>
                </a:moveTo>
                <a:lnTo>
                  <a:pt x="114300" y="9525"/>
                </a:lnTo>
                <a:lnTo>
                  <a:pt x="104775" y="28575"/>
                </a:lnTo>
                <a:lnTo>
                  <a:pt x="104775" y="47625"/>
                </a:lnTo>
                <a:lnTo>
                  <a:pt x="133350" y="85725"/>
                </a:lnTo>
                <a:lnTo>
                  <a:pt x="133350" y="123825"/>
                </a:lnTo>
                <a:lnTo>
                  <a:pt x="114300" y="142875"/>
                </a:lnTo>
                <a:lnTo>
                  <a:pt x="28575" y="142875"/>
                </a:lnTo>
                <a:lnTo>
                  <a:pt x="0" y="171450"/>
                </a:lnTo>
                <a:lnTo>
                  <a:pt x="0" y="333375"/>
                </a:lnTo>
                <a:lnTo>
                  <a:pt x="9525" y="352425"/>
                </a:lnTo>
                <a:lnTo>
                  <a:pt x="28575" y="361950"/>
                </a:lnTo>
                <a:lnTo>
                  <a:pt x="266700" y="361950"/>
                </a:lnTo>
                <a:lnTo>
                  <a:pt x="285750" y="352425"/>
                </a:lnTo>
                <a:lnTo>
                  <a:pt x="295275" y="333375"/>
                </a:lnTo>
                <a:lnTo>
                  <a:pt x="295275" y="171450"/>
                </a:lnTo>
                <a:lnTo>
                  <a:pt x="276225" y="142875"/>
                </a:lnTo>
                <a:lnTo>
                  <a:pt x="180975" y="142875"/>
                </a:lnTo>
                <a:lnTo>
                  <a:pt x="161925" y="123825"/>
                </a:lnTo>
                <a:lnTo>
                  <a:pt x="161925" y="85725"/>
                </a:lnTo>
                <a:lnTo>
                  <a:pt x="180975" y="66675"/>
                </a:lnTo>
                <a:lnTo>
                  <a:pt x="190500" y="47625"/>
                </a:lnTo>
                <a:lnTo>
                  <a:pt x="190500" y="28575"/>
                </a:lnTo>
                <a:lnTo>
                  <a:pt x="161925" y="0"/>
                </a:lnTo>
                <a:close/>
              </a:path>
            </a:pathLst>
          </a:custGeom>
          <a:solidFill xmlns:a="http://schemas.openxmlformats.org/drawingml/2006/main">
            <a:srgbClr val="FFD95A"/>
          </a:solidFill>
          <a:ln xmlns:a="http://schemas.openxmlformats.org/drawingml/2006/main" w="10123">
            <a:solidFill>
              <a:srgbClr val="FFD95A"/>
            </a:solidFill>
            <a:prstDash val="solid"/>
          </a:ln>
        </p:spPr>
      </p:sp>
      <p:sp>
        <p:nvSpPr>
          <p:cNvPr id="25" name="Same-room route marker contour 1">
            <a:extLst xmlns:a="http://schemas.openxmlformats.org/drawingml/2006/main">
              <a:ext uri="{FF2B5EF4-FFF2-40B4-BE49-F238E27FC236}">
                <a16:creationId xmlns:a16="http://schemas.microsoft.com/office/drawing/2014/main" id="{44644FB8-C092-4FA4-9FDA-2D12454E7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7480" y="5187786"/>
            <a:ext cx="341635" cy="164491"/>
          </a:xfrm>
          <a:custGeom xmlns:a="http://schemas.openxmlformats.org/drawingml/2006/main">
            <a:pathLst>
              <a:path w="257175" h="123825">
                <a:moveTo>
                  <a:pt x="0" y="38100"/>
                </a:moveTo>
                <a:lnTo>
                  <a:pt x="9525" y="57150"/>
                </a:lnTo>
                <a:lnTo>
                  <a:pt x="104775" y="104775"/>
                </a:lnTo>
                <a:lnTo>
                  <a:pt x="123825" y="104775"/>
                </a:lnTo>
                <a:lnTo>
                  <a:pt x="152400" y="123825"/>
                </a:lnTo>
                <a:lnTo>
                  <a:pt x="209550" y="123825"/>
                </a:lnTo>
                <a:lnTo>
                  <a:pt x="257175" y="95250"/>
                </a:lnTo>
                <a:lnTo>
                  <a:pt x="257175" y="85725"/>
                </a:lnTo>
                <a:lnTo>
                  <a:pt x="228600" y="47625"/>
                </a:lnTo>
                <a:lnTo>
                  <a:pt x="209550" y="47625"/>
                </a:lnTo>
                <a:lnTo>
                  <a:pt x="200025" y="57150"/>
                </a:lnTo>
                <a:lnTo>
                  <a:pt x="152400" y="57150"/>
                </a:lnTo>
                <a:lnTo>
                  <a:pt x="38100" y="0"/>
                </a:lnTo>
                <a:lnTo>
                  <a:pt x="19050" y="0"/>
                </a:lnTo>
                <a:lnTo>
                  <a:pt x="19050" y="19050"/>
                </a:lnTo>
                <a:close/>
              </a:path>
            </a:pathLst>
          </a:custGeom>
          <a:solidFill xmlns:a="http://schemas.openxmlformats.org/drawingml/2006/main">
            <a:srgbClr val="70AD47"/>
          </a:solidFill>
          <a:ln xmlns:a="http://schemas.openxmlformats.org/drawingml/2006/main" w="10123">
            <a:solidFill>
              <a:srgbClr val="70AD47"/>
            </a:solidFill>
            <a:prstDash val="solid"/>
          </a:ln>
        </p:spPr>
      </p:sp>
      <p:sp>
        <p:nvSpPr>
          <p:cNvPr id="26" name="Same-room route marker contour 2">
            <a:extLst xmlns:a="http://schemas.openxmlformats.org/drawingml/2006/main">
              <a:ext uri="{FF2B5EF4-FFF2-40B4-BE49-F238E27FC236}">
                <a16:creationId xmlns:a16="http://schemas.microsoft.com/office/drawing/2014/main" id="{0A7F7B20-D0CA-41F7-AE08-048C7AE6B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9926" y="4782886"/>
            <a:ext cx="253063" cy="316328"/>
          </a:xfrm>
          <a:custGeom xmlns:a="http://schemas.openxmlformats.org/drawingml/2006/main">
            <a:pathLst>
              <a:path w="190500" h="238125">
                <a:moveTo>
                  <a:pt x="0" y="19050"/>
                </a:moveTo>
                <a:lnTo>
                  <a:pt x="0" y="38100"/>
                </a:lnTo>
                <a:lnTo>
                  <a:pt x="19050" y="76200"/>
                </a:lnTo>
                <a:lnTo>
                  <a:pt x="38100" y="95250"/>
                </a:lnTo>
                <a:lnTo>
                  <a:pt x="38100" y="104775"/>
                </a:lnTo>
                <a:lnTo>
                  <a:pt x="57150" y="123825"/>
                </a:lnTo>
                <a:lnTo>
                  <a:pt x="76200" y="161925"/>
                </a:lnTo>
                <a:lnTo>
                  <a:pt x="152400" y="238125"/>
                </a:lnTo>
                <a:lnTo>
                  <a:pt x="190500" y="200025"/>
                </a:lnTo>
                <a:lnTo>
                  <a:pt x="190500" y="190500"/>
                </a:lnTo>
                <a:lnTo>
                  <a:pt x="142875" y="142875"/>
                </a:lnTo>
                <a:lnTo>
                  <a:pt x="142875" y="133350"/>
                </a:lnTo>
                <a:lnTo>
                  <a:pt x="85725" y="66675"/>
                </a:lnTo>
                <a:lnTo>
                  <a:pt x="66675" y="19050"/>
                </a:lnTo>
                <a:lnTo>
                  <a:pt x="47625" y="0"/>
                </a:lnTo>
                <a:lnTo>
                  <a:pt x="38100" y="9525"/>
                </a:lnTo>
                <a:lnTo>
                  <a:pt x="19050" y="9525"/>
                </a:lnTo>
                <a:close/>
              </a:path>
            </a:pathLst>
          </a:custGeom>
          <a:solidFill xmlns:a="http://schemas.openxmlformats.org/drawingml/2006/main">
            <a:srgbClr val="70AD47"/>
          </a:solidFill>
          <a:ln xmlns:a="http://schemas.openxmlformats.org/drawingml/2006/main" w="10123">
            <a:solidFill>
              <a:srgbClr val="70AD47"/>
            </a:solidFill>
            <a:prstDash val="solid"/>
          </a:ln>
        </p:spPr>
      </p:sp>
      <p:sp>
        <p:nvSpPr>
          <p:cNvPr id="27" name="Same-room route marker contour 3">
            <a:extLst xmlns:a="http://schemas.openxmlformats.org/drawingml/2006/main">
              <a:ext uri="{FF2B5EF4-FFF2-40B4-BE49-F238E27FC236}">
                <a16:creationId xmlns:a16="http://schemas.microsoft.com/office/drawing/2014/main" id="{493DC6BF-C03A-4804-BBB2-60B91482F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742" y="4213494"/>
            <a:ext cx="139185" cy="341635"/>
          </a:xfrm>
          <a:custGeom xmlns:a="http://schemas.openxmlformats.org/drawingml/2006/main">
            <a:pathLst>
              <a:path w="104775" h="257175">
                <a:moveTo>
                  <a:pt x="0" y="9525"/>
                </a:moveTo>
                <a:lnTo>
                  <a:pt x="0" y="66675"/>
                </a:lnTo>
                <a:lnTo>
                  <a:pt x="9525" y="76200"/>
                </a:lnTo>
                <a:lnTo>
                  <a:pt x="9525" y="104775"/>
                </a:lnTo>
                <a:lnTo>
                  <a:pt x="19050" y="114300"/>
                </a:lnTo>
                <a:lnTo>
                  <a:pt x="19050" y="152400"/>
                </a:lnTo>
                <a:lnTo>
                  <a:pt x="28575" y="161925"/>
                </a:lnTo>
                <a:lnTo>
                  <a:pt x="28575" y="190500"/>
                </a:lnTo>
                <a:lnTo>
                  <a:pt x="38100" y="200025"/>
                </a:lnTo>
                <a:lnTo>
                  <a:pt x="38100" y="238125"/>
                </a:lnTo>
                <a:lnTo>
                  <a:pt x="47625" y="257175"/>
                </a:lnTo>
                <a:lnTo>
                  <a:pt x="95250" y="257175"/>
                </a:lnTo>
                <a:lnTo>
                  <a:pt x="104775" y="247650"/>
                </a:lnTo>
                <a:lnTo>
                  <a:pt x="104775" y="219075"/>
                </a:lnTo>
                <a:lnTo>
                  <a:pt x="95250" y="209550"/>
                </a:lnTo>
                <a:lnTo>
                  <a:pt x="95250" y="180975"/>
                </a:lnTo>
                <a:lnTo>
                  <a:pt x="85725" y="171450"/>
                </a:lnTo>
                <a:lnTo>
                  <a:pt x="85725" y="133350"/>
                </a:lnTo>
                <a:lnTo>
                  <a:pt x="76200" y="123825"/>
                </a:lnTo>
                <a:lnTo>
                  <a:pt x="76200" y="85725"/>
                </a:lnTo>
                <a:lnTo>
                  <a:pt x="66675" y="76200"/>
                </a:lnTo>
                <a:lnTo>
                  <a:pt x="66675" y="38100"/>
                </a:lnTo>
                <a:lnTo>
                  <a:pt x="57150" y="28575"/>
                </a:lnTo>
                <a:lnTo>
                  <a:pt x="57150" y="9525"/>
                </a:lnTo>
                <a:lnTo>
                  <a:pt x="47625" y="0"/>
                </a:lnTo>
                <a:lnTo>
                  <a:pt x="38100" y="9525"/>
                </a:lnTo>
                <a:close/>
              </a:path>
            </a:pathLst>
          </a:custGeom>
          <a:solidFill xmlns:a="http://schemas.openxmlformats.org/drawingml/2006/main">
            <a:srgbClr val="70AD47"/>
          </a:solidFill>
          <a:ln xmlns:a="http://schemas.openxmlformats.org/drawingml/2006/main" w="10123">
            <a:solidFill>
              <a:srgbClr val="70AD47"/>
            </a:solidFill>
            <a:prstDash val="solid"/>
          </a:ln>
        </p:spPr>
      </p:sp>
      <p:sp>
        <p:nvSpPr>
          <p:cNvPr id="28" name="Same-room route marker contour 4">
            <a:extLst xmlns:a="http://schemas.openxmlformats.org/drawingml/2006/main">
              <a:ext uri="{FF2B5EF4-FFF2-40B4-BE49-F238E27FC236}">
                <a16:creationId xmlns:a16="http://schemas.microsoft.com/office/drawing/2014/main" id="{FC6E464D-54E7-4483-9EC5-D4C18746C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1557" y="3770635"/>
            <a:ext cx="126531" cy="227756"/>
          </a:xfrm>
          <a:custGeom xmlns:a="http://schemas.openxmlformats.org/drawingml/2006/main">
            <a:pathLst>
              <a:path w="95250" h="171450">
                <a:moveTo>
                  <a:pt x="28575" y="0"/>
                </a:moveTo>
                <a:lnTo>
                  <a:pt x="28575" y="19050"/>
                </a:lnTo>
                <a:lnTo>
                  <a:pt x="0" y="38100"/>
                </a:lnTo>
                <a:lnTo>
                  <a:pt x="0" y="57150"/>
                </a:lnTo>
                <a:lnTo>
                  <a:pt x="19050" y="76200"/>
                </a:lnTo>
                <a:lnTo>
                  <a:pt x="38100" y="161925"/>
                </a:lnTo>
                <a:lnTo>
                  <a:pt x="57150" y="171450"/>
                </a:lnTo>
                <a:lnTo>
                  <a:pt x="95250" y="152400"/>
                </a:lnTo>
                <a:lnTo>
                  <a:pt x="95250" y="114300"/>
                </a:lnTo>
                <a:lnTo>
                  <a:pt x="85725" y="104775"/>
                </a:lnTo>
                <a:lnTo>
                  <a:pt x="85725" y="85725"/>
                </a:lnTo>
                <a:lnTo>
                  <a:pt x="76200" y="76200"/>
                </a:lnTo>
                <a:lnTo>
                  <a:pt x="76200" y="57150"/>
                </a:lnTo>
                <a:lnTo>
                  <a:pt x="57150" y="19050"/>
                </a:lnTo>
                <a:close/>
              </a:path>
            </a:pathLst>
          </a:custGeom>
          <a:solidFill xmlns:a="http://schemas.openxmlformats.org/drawingml/2006/main">
            <a:srgbClr val="70AD47"/>
          </a:solidFill>
          <a:ln xmlns:a="http://schemas.openxmlformats.org/drawingml/2006/main" w="10123">
            <a:solidFill>
              <a:srgbClr val="70AD47"/>
            </a:solidFill>
            <a:prstDash val="solid"/>
          </a:ln>
        </p:spPr>
      </p:sp>
      <p:sp>
        <p:nvSpPr>
          <p:cNvPr id="29" name="Same-room route marker contour 5">
            <a:extLst xmlns:a="http://schemas.openxmlformats.org/drawingml/2006/main">
              <a:ext uri="{FF2B5EF4-FFF2-40B4-BE49-F238E27FC236}">
                <a16:creationId xmlns:a16="http://schemas.microsoft.com/office/drawing/2014/main" id="{928DD7C0-9A53-4807-89F7-7D3B9BD65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2373" y="3340428"/>
            <a:ext cx="265716" cy="417554"/>
          </a:xfrm>
          <a:custGeom xmlns:a="http://schemas.openxmlformats.org/drawingml/2006/main">
            <a:pathLst>
              <a:path w="200025" h="314325">
                <a:moveTo>
                  <a:pt x="66675" y="0"/>
                </a:moveTo>
                <a:lnTo>
                  <a:pt x="47625" y="9525"/>
                </a:lnTo>
                <a:lnTo>
                  <a:pt x="9525" y="47625"/>
                </a:lnTo>
                <a:lnTo>
                  <a:pt x="9525" y="76200"/>
                </a:lnTo>
                <a:lnTo>
                  <a:pt x="0" y="85725"/>
                </a:lnTo>
                <a:lnTo>
                  <a:pt x="9525" y="95250"/>
                </a:lnTo>
                <a:lnTo>
                  <a:pt x="0" y="104775"/>
                </a:lnTo>
                <a:lnTo>
                  <a:pt x="9525" y="114300"/>
                </a:lnTo>
                <a:lnTo>
                  <a:pt x="9525" y="142875"/>
                </a:lnTo>
                <a:lnTo>
                  <a:pt x="47625" y="209550"/>
                </a:lnTo>
                <a:lnTo>
                  <a:pt x="47625" y="228600"/>
                </a:lnTo>
                <a:lnTo>
                  <a:pt x="66675" y="247650"/>
                </a:lnTo>
                <a:lnTo>
                  <a:pt x="66675" y="266700"/>
                </a:lnTo>
                <a:lnTo>
                  <a:pt x="85725" y="304800"/>
                </a:lnTo>
                <a:lnTo>
                  <a:pt x="104775" y="314325"/>
                </a:lnTo>
                <a:lnTo>
                  <a:pt x="190500" y="142875"/>
                </a:lnTo>
                <a:lnTo>
                  <a:pt x="190500" y="123825"/>
                </a:lnTo>
                <a:lnTo>
                  <a:pt x="200025" y="114300"/>
                </a:lnTo>
                <a:lnTo>
                  <a:pt x="200025" y="76200"/>
                </a:lnTo>
                <a:lnTo>
                  <a:pt x="190500" y="66675"/>
                </a:lnTo>
                <a:lnTo>
                  <a:pt x="190500" y="47625"/>
                </a:lnTo>
                <a:lnTo>
                  <a:pt x="180975" y="28575"/>
                </a:lnTo>
                <a:lnTo>
                  <a:pt x="171450" y="28575"/>
                </a:lnTo>
                <a:lnTo>
                  <a:pt x="152400" y="9525"/>
                </a:lnTo>
                <a:lnTo>
                  <a:pt x="133350" y="0"/>
                </a:lnTo>
                <a:close/>
              </a:path>
            </a:pathLst>
          </a:custGeom>
          <a:solidFill xmlns:a="http://schemas.openxmlformats.org/drawingml/2006/main">
            <a:srgbClr val="70AD47"/>
          </a:solidFill>
          <a:ln xmlns:a="http://schemas.openxmlformats.org/drawingml/2006/main" w="10123">
            <a:solidFill>
              <a:srgbClr val="70AD47"/>
            </a:solidFill>
            <a:prstDash val="solid"/>
          </a:ln>
        </p:spPr>
      </p:sp>
      <p:sp>
        <p:nvSpPr>
          <p:cNvPr id="30" name="Different-room route marker contour 1">
            <a:extLst xmlns:a="http://schemas.openxmlformats.org/drawingml/2006/main">
              <a:ext uri="{FF2B5EF4-FFF2-40B4-BE49-F238E27FC236}">
                <a16:creationId xmlns:a16="http://schemas.microsoft.com/office/drawing/2014/main" id="{21CE4762-90A0-4FB9-A3D8-D975581FC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5041" y="7389432"/>
            <a:ext cx="531432" cy="670616"/>
          </a:xfrm>
          <a:custGeom xmlns:a="http://schemas.openxmlformats.org/drawingml/2006/main">
            <a:pathLst>
              <a:path w="400050" h="504825">
                <a:moveTo>
                  <a:pt x="28575" y="9525"/>
                </a:moveTo>
                <a:lnTo>
                  <a:pt x="9525" y="28575"/>
                </a:lnTo>
                <a:lnTo>
                  <a:pt x="0" y="28575"/>
                </a:lnTo>
                <a:lnTo>
                  <a:pt x="28575" y="66675"/>
                </a:lnTo>
                <a:lnTo>
                  <a:pt x="28575" y="85725"/>
                </a:lnTo>
                <a:lnTo>
                  <a:pt x="47625" y="114300"/>
                </a:lnTo>
                <a:lnTo>
                  <a:pt x="47625" y="133350"/>
                </a:lnTo>
                <a:lnTo>
                  <a:pt x="66675" y="171450"/>
                </a:lnTo>
                <a:lnTo>
                  <a:pt x="85725" y="190500"/>
                </a:lnTo>
                <a:lnTo>
                  <a:pt x="85725" y="200025"/>
                </a:lnTo>
                <a:lnTo>
                  <a:pt x="114300" y="238125"/>
                </a:lnTo>
                <a:lnTo>
                  <a:pt x="133350" y="238125"/>
                </a:lnTo>
                <a:lnTo>
                  <a:pt x="142875" y="228600"/>
                </a:lnTo>
                <a:lnTo>
                  <a:pt x="171450" y="228600"/>
                </a:lnTo>
                <a:lnTo>
                  <a:pt x="180975" y="238125"/>
                </a:lnTo>
                <a:lnTo>
                  <a:pt x="180975" y="285750"/>
                </a:lnTo>
                <a:lnTo>
                  <a:pt x="190500" y="295275"/>
                </a:lnTo>
                <a:lnTo>
                  <a:pt x="190500" y="314325"/>
                </a:lnTo>
                <a:lnTo>
                  <a:pt x="219075" y="361950"/>
                </a:lnTo>
                <a:lnTo>
                  <a:pt x="219075" y="381000"/>
                </a:lnTo>
                <a:lnTo>
                  <a:pt x="276225" y="495300"/>
                </a:lnTo>
                <a:lnTo>
                  <a:pt x="295275" y="504825"/>
                </a:lnTo>
                <a:lnTo>
                  <a:pt x="361950" y="381000"/>
                </a:lnTo>
                <a:lnTo>
                  <a:pt x="361950" y="361950"/>
                </a:lnTo>
                <a:lnTo>
                  <a:pt x="400050" y="285750"/>
                </a:lnTo>
                <a:lnTo>
                  <a:pt x="400050" y="238125"/>
                </a:lnTo>
                <a:lnTo>
                  <a:pt x="390525" y="228600"/>
                </a:lnTo>
                <a:lnTo>
                  <a:pt x="390525" y="209550"/>
                </a:lnTo>
                <a:lnTo>
                  <a:pt x="381000" y="190500"/>
                </a:lnTo>
                <a:lnTo>
                  <a:pt x="352425" y="161925"/>
                </a:lnTo>
                <a:lnTo>
                  <a:pt x="333375" y="152400"/>
                </a:lnTo>
                <a:lnTo>
                  <a:pt x="247650" y="152400"/>
                </a:lnTo>
                <a:lnTo>
                  <a:pt x="228600" y="161925"/>
                </a:lnTo>
                <a:lnTo>
                  <a:pt x="200025" y="190500"/>
                </a:lnTo>
                <a:lnTo>
                  <a:pt x="180975" y="228600"/>
                </a:lnTo>
                <a:lnTo>
                  <a:pt x="133350" y="171450"/>
                </a:lnTo>
                <a:lnTo>
                  <a:pt x="85725" y="76200"/>
                </a:lnTo>
                <a:lnTo>
                  <a:pt x="85725" y="57150"/>
                </a:lnTo>
                <a:lnTo>
                  <a:pt x="66675" y="19050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C90000"/>
          </a:solidFill>
          <a:ln xmlns:a="http://schemas.openxmlformats.org/drawingml/2006/main" w="10123">
            <a:solidFill>
              <a:srgbClr val="C90000"/>
            </a:solidFill>
            <a:prstDash val="solid"/>
          </a:ln>
        </p:spPr>
      </p:sp>
      <p:sp>
        <p:nvSpPr>
          <p:cNvPr id="31" name="Different-room route marker contour 2">
            <a:extLst xmlns:a="http://schemas.openxmlformats.org/drawingml/2006/main">
              <a:ext uri="{FF2B5EF4-FFF2-40B4-BE49-F238E27FC236}">
                <a16:creationId xmlns:a16="http://schemas.microsoft.com/office/drawing/2014/main" id="{3AE791B6-C763-42FF-B6DF-5564B603B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1775" y="6820041"/>
            <a:ext cx="75919" cy="341635"/>
          </a:xfrm>
          <a:custGeom xmlns:a="http://schemas.openxmlformats.org/drawingml/2006/main">
            <a:pathLst>
              <a:path w="57150" h="257175">
                <a:moveTo>
                  <a:pt x="47625" y="0"/>
                </a:moveTo>
                <a:lnTo>
                  <a:pt x="0" y="0"/>
                </a:lnTo>
                <a:lnTo>
                  <a:pt x="0" y="219075"/>
                </a:lnTo>
                <a:lnTo>
                  <a:pt x="9525" y="228600"/>
                </a:lnTo>
                <a:lnTo>
                  <a:pt x="9525" y="257175"/>
                </a:lnTo>
                <a:lnTo>
                  <a:pt x="19050" y="247650"/>
                </a:lnTo>
                <a:lnTo>
                  <a:pt x="57150" y="247650"/>
                </a:lnTo>
                <a:lnTo>
                  <a:pt x="57150" y="66675"/>
                </a:lnTo>
                <a:lnTo>
                  <a:pt x="47625" y="57150"/>
                </a:lnTo>
                <a:close/>
              </a:path>
            </a:pathLst>
          </a:custGeom>
          <a:solidFill xmlns:a="http://schemas.openxmlformats.org/drawingml/2006/main">
            <a:srgbClr val="C90000"/>
          </a:solidFill>
          <a:ln xmlns:a="http://schemas.openxmlformats.org/drawingml/2006/main" w="10123">
            <a:solidFill>
              <a:srgbClr val="C90000"/>
            </a:solidFill>
            <a:prstDash val="solid"/>
          </a:ln>
        </p:spPr>
      </p:sp>
      <p:sp>
        <p:nvSpPr>
          <p:cNvPr id="32" name="Different-room route marker contour 3">
            <a:extLst xmlns:a="http://schemas.openxmlformats.org/drawingml/2006/main">
              <a:ext uri="{FF2B5EF4-FFF2-40B4-BE49-F238E27FC236}">
                <a16:creationId xmlns:a16="http://schemas.microsoft.com/office/drawing/2014/main" id="{99BCC33C-2C84-4C3D-98A0-85197B984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84428" y="6225343"/>
            <a:ext cx="101225" cy="341635"/>
          </a:xfrm>
          <a:custGeom xmlns:a="http://schemas.openxmlformats.org/drawingml/2006/main">
            <a:pathLst>
              <a:path w="76200" h="257175">
                <a:moveTo>
                  <a:pt x="19050" y="0"/>
                </a:moveTo>
                <a:lnTo>
                  <a:pt x="19050" y="47625"/>
                </a:lnTo>
                <a:lnTo>
                  <a:pt x="9525" y="57150"/>
                </a:lnTo>
                <a:lnTo>
                  <a:pt x="9525" y="123825"/>
                </a:lnTo>
                <a:lnTo>
                  <a:pt x="0" y="133350"/>
                </a:lnTo>
                <a:lnTo>
                  <a:pt x="9525" y="142875"/>
                </a:lnTo>
                <a:lnTo>
                  <a:pt x="0" y="152400"/>
                </a:lnTo>
                <a:lnTo>
                  <a:pt x="0" y="247650"/>
                </a:lnTo>
                <a:lnTo>
                  <a:pt x="19050" y="257175"/>
                </a:lnTo>
                <a:lnTo>
                  <a:pt x="38100" y="257175"/>
                </a:lnTo>
                <a:lnTo>
                  <a:pt x="57150" y="228600"/>
                </a:lnTo>
                <a:lnTo>
                  <a:pt x="57150" y="123825"/>
                </a:lnTo>
                <a:lnTo>
                  <a:pt x="66675" y="114300"/>
                </a:lnTo>
                <a:lnTo>
                  <a:pt x="66675" y="28575"/>
                </a:lnTo>
                <a:lnTo>
                  <a:pt x="76200" y="19050"/>
                </a:lnTo>
                <a:lnTo>
                  <a:pt x="66675" y="9525"/>
                </a:lnTo>
                <a:close/>
              </a:path>
            </a:pathLst>
          </a:custGeom>
          <a:solidFill xmlns:a="http://schemas.openxmlformats.org/drawingml/2006/main">
            <a:srgbClr val="C90000"/>
          </a:solidFill>
          <a:ln xmlns:a="http://schemas.openxmlformats.org/drawingml/2006/main" w="10123">
            <a:solidFill>
              <a:srgbClr val="C90000"/>
            </a:solidFill>
            <a:prstDash val="solid"/>
          </a:ln>
        </p:spPr>
      </p:sp>
      <p:sp>
        <p:nvSpPr>
          <p:cNvPr id="33" name="Different-room route marker contour 4">
            <a:extLst xmlns:a="http://schemas.openxmlformats.org/drawingml/2006/main">
              <a:ext uri="{FF2B5EF4-FFF2-40B4-BE49-F238E27FC236}">
                <a16:creationId xmlns:a16="http://schemas.microsoft.com/office/drawing/2014/main" id="{9A2F262D-F474-44F1-B6A0-D616FF501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21162" y="5643299"/>
            <a:ext cx="139185" cy="341635"/>
          </a:xfrm>
          <a:custGeom xmlns:a="http://schemas.openxmlformats.org/drawingml/2006/main">
            <a:pathLst>
              <a:path w="104775" h="257175">
                <a:moveTo>
                  <a:pt x="28575" y="0"/>
                </a:moveTo>
                <a:lnTo>
                  <a:pt x="9525" y="9525"/>
                </a:lnTo>
                <a:lnTo>
                  <a:pt x="0" y="38100"/>
                </a:lnTo>
                <a:lnTo>
                  <a:pt x="9525" y="47625"/>
                </a:lnTo>
                <a:lnTo>
                  <a:pt x="19050" y="114300"/>
                </a:lnTo>
                <a:lnTo>
                  <a:pt x="38100" y="142875"/>
                </a:lnTo>
                <a:lnTo>
                  <a:pt x="38100" y="228600"/>
                </a:lnTo>
                <a:lnTo>
                  <a:pt x="57150" y="257175"/>
                </a:lnTo>
                <a:lnTo>
                  <a:pt x="66675" y="247650"/>
                </a:lnTo>
                <a:lnTo>
                  <a:pt x="95250" y="247650"/>
                </a:lnTo>
                <a:lnTo>
                  <a:pt x="104775" y="238125"/>
                </a:lnTo>
                <a:lnTo>
                  <a:pt x="104775" y="219075"/>
                </a:lnTo>
                <a:lnTo>
                  <a:pt x="95250" y="209550"/>
                </a:lnTo>
                <a:lnTo>
                  <a:pt x="95250" y="142875"/>
                </a:lnTo>
                <a:lnTo>
                  <a:pt x="85725" y="133350"/>
                </a:lnTo>
                <a:lnTo>
                  <a:pt x="85725" y="95250"/>
                </a:lnTo>
                <a:lnTo>
                  <a:pt x="76200" y="85725"/>
                </a:lnTo>
                <a:lnTo>
                  <a:pt x="76200" y="57150"/>
                </a:lnTo>
                <a:lnTo>
                  <a:pt x="66675" y="47625"/>
                </a:lnTo>
                <a:lnTo>
                  <a:pt x="57150" y="0"/>
                </a:lnTo>
                <a:close/>
              </a:path>
            </a:pathLst>
          </a:custGeom>
          <a:solidFill xmlns:a="http://schemas.openxmlformats.org/drawingml/2006/main">
            <a:srgbClr val="C90000"/>
          </a:solidFill>
          <a:ln xmlns:a="http://schemas.openxmlformats.org/drawingml/2006/main" w="10123">
            <a:solidFill>
              <a:srgbClr val="C90000"/>
            </a:solidFill>
            <a:prstDash val="solid"/>
          </a:ln>
        </p:spPr>
      </p:sp>
      <p:sp>
        <p:nvSpPr>
          <p:cNvPr id="34" name="Different-room route marker contour 5">
            <a:extLst xmlns:a="http://schemas.openxmlformats.org/drawingml/2006/main">
              <a:ext uri="{FF2B5EF4-FFF2-40B4-BE49-F238E27FC236}">
                <a16:creationId xmlns:a16="http://schemas.microsoft.com/office/drawing/2014/main" id="{DA257349-5F26-4623-AB58-3954309C0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04834" y="5213092"/>
            <a:ext cx="291022" cy="215103"/>
          </a:xfrm>
          <a:custGeom xmlns:a="http://schemas.openxmlformats.org/drawingml/2006/main">
            <a:pathLst>
              <a:path w="219075" h="161925">
                <a:moveTo>
                  <a:pt x="0" y="9525"/>
                </a:moveTo>
                <a:lnTo>
                  <a:pt x="0" y="47625"/>
                </a:lnTo>
                <a:lnTo>
                  <a:pt x="28575" y="47625"/>
                </a:lnTo>
                <a:lnTo>
                  <a:pt x="38100" y="57150"/>
                </a:lnTo>
                <a:lnTo>
                  <a:pt x="57150" y="57150"/>
                </a:lnTo>
                <a:lnTo>
                  <a:pt x="76200" y="66675"/>
                </a:lnTo>
                <a:lnTo>
                  <a:pt x="95250" y="85725"/>
                </a:lnTo>
                <a:lnTo>
                  <a:pt x="133350" y="104775"/>
                </a:lnTo>
                <a:lnTo>
                  <a:pt x="152400" y="142875"/>
                </a:lnTo>
                <a:lnTo>
                  <a:pt x="161925" y="142875"/>
                </a:lnTo>
                <a:lnTo>
                  <a:pt x="180975" y="161925"/>
                </a:lnTo>
                <a:lnTo>
                  <a:pt x="209550" y="142875"/>
                </a:lnTo>
                <a:lnTo>
                  <a:pt x="219075" y="123825"/>
                </a:lnTo>
                <a:lnTo>
                  <a:pt x="209550" y="104775"/>
                </a:lnTo>
                <a:lnTo>
                  <a:pt x="171450" y="66675"/>
                </a:lnTo>
                <a:lnTo>
                  <a:pt x="161925" y="66675"/>
                </a:lnTo>
                <a:lnTo>
                  <a:pt x="142875" y="38100"/>
                </a:lnTo>
                <a:lnTo>
                  <a:pt x="123825" y="38100"/>
                </a:lnTo>
                <a:lnTo>
                  <a:pt x="76200" y="0"/>
                </a:lnTo>
                <a:lnTo>
                  <a:pt x="9525" y="0"/>
                </a:lnTo>
                <a:close/>
              </a:path>
            </a:pathLst>
          </a:custGeom>
          <a:solidFill xmlns:a="http://schemas.openxmlformats.org/drawingml/2006/main">
            <a:srgbClr val="C90000"/>
          </a:solidFill>
          <a:ln xmlns:a="http://schemas.openxmlformats.org/drawingml/2006/main" w="10123">
            <a:solidFill>
              <a:srgbClr val="C90000"/>
            </a:solidFill>
            <a:prstDash val="solid"/>
          </a:ln>
        </p:spPr>
      </p:sp>
      <p:sp>
        <p:nvSpPr>
          <p:cNvPr id="35" name="Robot pulse and eyes contour 1">
            <a:extLst xmlns:a="http://schemas.openxmlformats.org/drawingml/2006/main">
              <a:ext uri="{FF2B5EF4-FFF2-40B4-BE49-F238E27FC236}">
                <a16:creationId xmlns:a16="http://schemas.microsoft.com/office/drawing/2014/main" id="{9B00AAE8-0DAE-4AE1-8C11-C78765F36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5852" y="5200439"/>
            <a:ext cx="75919" cy="75919"/>
          </a:xfrm>
          <a:custGeom xmlns:a="http://schemas.openxmlformats.org/drawingml/2006/main">
            <a:pathLst>
              <a:path w="57150" h="57150">
                <a:moveTo>
                  <a:pt x="19050" y="0"/>
                </a:moveTo>
                <a:lnTo>
                  <a:pt x="0" y="38100"/>
                </a:lnTo>
                <a:lnTo>
                  <a:pt x="19050" y="57150"/>
                </a:lnTo>
                <a:lnTo>
                  <a:pt x="47625" y="57150"/>
                </a:lnTo>
                <a:lnTo>
                  <a:pt x="57150" y="47625"/>
                </a:lnTo>
                <a:lnTo>
                  <a:pt x="57150" y="9525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49463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Robot pulse and eyes contour 2">
            <a:extLst xmlns:a="http://schemas.openxmlformats.org/drawingml/2006/main">
              <a:ext uri="{FF2B5EF4-FFF2-40B4-BE49-F238E27FC236}">
                <a16:creationId xmlns:a16="http://schemas.microsoft.com/office/drawing/2014/main" id="{BF4D78B6-CC14-4A9A-9862-B6041365B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096" y="5200439"/>
            <a:ext cx="75919" cy="75919"/>
          </a:xfrm>
          <a:custGeom xmlns:a="http://schemas.openxmlformats.org/drawingml/2006/main">
            <a:pathLst>
              <a:path w="57150" h="57150">
                <a:moveTo>
                  <a:pt x="19050" y="0"/>
                </a:moveTo>
                <a:lnTo>
                  <a:pt x="0" y="38100"/>
                </a:lnTo>
                <a:lnTo>
                  <a:pt x="19050" y="57150"/>
                </a:lnTo>
                <a:lnTo>
                  <a:pt x="47625" y="57150"/>
                </a:lnTo>
                <a:lnTo>
                  <a:pt x="57150" y="47625"/>
                </a:lnTo>
                <a:lnTo>
                  <a:pt x="57150" y="9525"/>
                </a:lnTo>
                <a:lnTo>
                  <a:pt x="47625" y="0"/>
                </a:lnTo>
                <a:close/>
              </a:path>
            </a:pathLst>
          </a:custGeom>
          <a:solidFill xmlns:a="http://schemas.openxmlformats.org/drawingml/2006/main">
            <a:srgbClr val="49463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Robot pulse and eyes contour 3">
            <a:extLst xmlns:a="http://schemas.openxmlformats.org/drawingml/2006/main">
              <a:ext uri="{FF2B5EF4-FFF2-40B4-BE49-F238E27FC236}">
                <a16:creationId xmlns:a16="http://schemas.microsoft.com/office/drawing/2014/main" id="{32887D26-322A-4A07-A621-FCF3915A5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0339" y="5200439"/>
            <a:ext cx="88572" cy="75919"/>
          </a:xfrm>
          <a:custGeom xmlns:a="http://schemas.openxmlformats.org/drawingml/2006/main">
            <a:pathLst>
              <a:path w="66675" h="57150">
                <a:moveTo>
                  <a:pt x="9525" y="9525"/>
                </a:moveTo>
                <a:lnTo>
                  <a:pt x="0" y="38100"/>
                </a:lnTo>
                <a:lnTo>
                  <a:pt x="19050" y="57150"/>
                </a:lnTo>
                <a:lnTo>
                  <a:pt x="47625" y="57150"/>
                </a:lnTo>
                <a:lnTo>
                  <a:pt x="66675" y="38100"/>
                </a:lnTo>
                <a:lnTo>
                  <a:pt x="47625" y="0"/>
                </a:lnTo>
                <a:lnTo>
                  <a:pt x="28575" y="0"/>
                </a:lnTo>
                <a:close/>
              </a:path>
            </a:pathLst>
          </a:custGeom>
          <a:solidFill xmlns:a="http://schemas.openxmlformats.org/drawingml/2006/main">
            <a:srgbClr val="49463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Robot pulse and eyes contour 4">
            <a:extLst xmlns:a="http://schemas.openxmlformats.org/drawingml/2006/main">
              <a:ext uri="{FF2B5EF4-FFF2-40B4-BE49-F238E27FC236}">
                <a16:creationId xmlns:a16="http://schemas.microsoft.com/office/drawing/2014/main" id="{265F93FF-58F7-4195-B037-D478A4B52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4218" y="4706967"/>
            <a:ext cx="341635" cy="227756"/>
          </a:xfrm>
          <a:custGeom xmlns:a="http://schemas.openxmlformats.org/drawingml/2006/main">
            <a:pathLst>
              <a:path w="257175" h="171450">
                <a:moveTo>
                  <a:pt x="0" y="95250"/>
                </a:moveTo>
                <a:lnTo>
                  <a:pt x="0" y="104775"/>
                </a:lnTo>
                <a:lnTo>
                  <a:pt x="47625" y="104775"/>
                </a:lnTo>
                <a:lnTo>
                  <a:pt x="57150" y="76200"/>
                </a:lnTo>
                <a:lnTo>
                  <a:pt x="76200" y="57150"/>
                </a:lnTo>
                <a:lnTo>
                  <a:pt x="85725" y="66675"/>
                </a:lnTo>
                <a:lnTo>
                  <a:pt x="95250" y="133350"/>
                </a:lnTo>
                <a:lnTo>
                  <a:pt x="114300" y="171450"/>
                </a:lnTo>
                <a:lnTo>
                  <a:pt x="123825" y="161925"/>
                </a:lnTo>
                <a:lnTo>
                  <a:pt x="123825" y="142875"/>
                </a:lnTo>
                <a:lnTo>
                  <a:pt x="142875" y="104775"/>
                </a:lnTo>
                <a:lnTo>
                  <a:pt x="161925" y="85725"/>
                </a:lnTo>
                <a:lnTo>
                  <a:pt x="190500" y="142875"/>
                </a:lnTo>
                <a:lnTo>
                  <a:pt x="228600" y="104775"/>
                </a:lnTo>
                <a:lnTo>
                  <a:pt x="257175" y="104775"/>
                </a:lnTo>
                <a:lnTo>
                  <a:pt x="257175" y="95250"/>
                </a:lnTo>
                <a:lnTo>
                  <a:pt x="219075" y="95250"/>
                </a:lnTo>
                <a:lnTo>
                  <a:pt x="200025" y="114300"/>
                </a:lnTo>
                <a:lnTo>
                  <a:pt x="180975" y="95250"/>
                </a:lnTo>
                <a:lnTo>
                  <a:pt x="180975" y="76200"/>
                </a:lnTo>
                <a:lnTo>
                  <a:pt x="161925" y="38100"/>
                </a:lnTo>
                <a:lnTo>
                  <a:pt x="133350" y="104775"/>
                </a:lnTo>
                <a:lnTo>
                  <a:pt x="114300" y="123825"/>
                </a:lnTo>
                <a:lnTo>
                  <a:pt x="104775" y="114300"/>
                </a:lnTo>
                <a:lnTo>
                  <a:pt x="104775" y="85725"/>
                </a:lnTo>
                <a:lnTo>
                  <a:pt x="95250" y="76200"/>
                </a:lnTo>
                <a:lnTo>
                  <a:pt x="95250" y="47625"/>
                </a:lnTo>
                <a:lnTo>
                  <a:pt x="85725" y="38100"/>
                </a:lnTo>
                <a:lnTo>
                  <a:pt x="85725" y="9525"/>
                </a:lnTo>
                <a:lnTo>
                  <a:pt x="76200" y="0"/>
                </a:lnTo>
                <a:lnTo>
                  <a:pt x="47625" y="57150"/>
                </a:lnTo>
                <a:lnTo>
                  <a:pt x="47625" y="76200"/>
                </a:lnTo>
                <a:lnTo>
                  <a:pt x="28575" y="95250"/>
                </a:lnTo>
                <a:close/>
              </a:path>
            </a:pathLst>
          </a:custGeom>
          <a:solidFill xmlns:a="http://schemas.openxmlformats.org/drawingml/2006/main">
            <a:srgbClr val="49463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Robot eye">
            <a:extLst xmlns:a="http://schemas.openxmlformats.org/drawingml/2006/main">
              <a:ext uri="{FF2B5EF4-FFF2-40B4-BE49-F238E27FC236}">
                <a16:creationId xmlns:a16="http://schemas.microsoft.com/office/drawing/2014/main" id="{131FF02E-D070-4C87-8941-271744DC4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6993" y="4388108"/>
            <a:ext cx="80980" cy="80980"/>
          </a:xfrm>
          <a:custGeom xmlns:a="http://schemas.openxmlformats.org/drawingml/2006/main">
            <a:pathLst>
              <a:path w="60960" h="60960">
                <a:moveTo>
                  <a:pt x="60960" y="30480"/>
                </a:moveTo>
                <a:cubicBezTo>
                  <a:pt x="60960" y="47314"/>
                  <a:pt x="47314" y="60960"/>
                  <a:pt x="30480" y="60960"/>
                </a:cubicBezTo>
                <a:cubicBezTo>
                  <a:pt x="13646" y="60960"/>
                  <a:pt x="0" y="47314"/>
                  <a:pt x="0" y="30480"/>
                </a:cubicBezTo>
                <a:cubicBezTo>
                  <a:pt x="0" y="13646"/>
                  <a:pt x="13646" y="0"/>
                  <a:pt x="30480" y="0"/>
                </a:cubicBezTo>
                <a:cubicBezTo>
                  <a:pt x="47314" y="0"/>
                  <a:pt x="60960" y="13646"/>
                  <a:pt x="60960" y="30480"/>
                </a:cubicBezTo>
                <a:close/>
              </a:path>
            </a:pathLst>
          </a:custGeom>
          <a:solidFill xmlns:a="http://schemas.openxmlformats.org/drawingml/2006/main">
            <a:srgbClr val="D8B545"/>
          </a:solidFill>
          <a:ln xmlns:a="http://schemas.openxmlformats.org/drawingml/2006/main" w="18980">
            <a:noFill/>
            <a:prstDash val="solid"/>
          </a:ln>
        </p:spPr>
      </p:sp>
      <p:sp>
        <p:nvSpPr>
          <p:cNvPr id="40" name="Robot eye">
            <a:extLst xmlns:a="http://schemas.openxmlformats.org/drawingml/2006/main">
              <a:ext uri="{FF2B5EF4-FFF2-40B4-BE49-F238E27FC236}">
                <a16:creationId xmlns:a16="http://schemas.microsoft.com/office/drawing/2014/main" id="{907022F5-2294-4C35-9747-636C09D6E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790" y="4388108"/>
            <a:ext cx="80980" cy="80980"/>
          </a:xfrm>
          <a:custGeom xmlns:a="http://schemas.openxmlformats.org/drawingml/2006/main">
            <a:pathLst>
              <a:path w="60960" h="60960">
                <a:moveTo>
                  <a:pt x="60960" y="30480"/>
                </a:moveTo>
                <a:cubicBezTo>
                  <a:pt x="60960" y="47314"/>
                  <a:pt x="47314" y="60960"/>
                  <a:pt x="30480" y="60960"/>
                </a:cubicBezTo>
                <a:cubicBezTo>
                  <a:pt x="13646" y="60960"/>
                  <a:pt x="0" y="47314"/>
                  <a:pt x="0" y="30480"/>
                </a:cubicBezTo>
                <a:cubicBezTo>
                  <a:pt x="0" y="13646"/>
                  <a:pt x="13646" y="0"/>
                  <a:pt x="30480" y="0"/>
                </a:cubicBezTo>
                <a:cubicBezTo>
                  <a:pt x="47314" y="0"/>
                  <a:pt x="60960" y="13646"/>
                  <a:pt x="60960" y="30480"/>
                </a:cubicBezTo>
                <a:close/>
              </a:path>
            </a:pathLst>
          </a:custGeom>
          <a:solidFill xmlns:a="http://schemas.openxmlformats.org/drawingml/2006/main">
            <a:srgbClr val="D8B545"/>
          </a:solidFill>
          <a:ln xmlns:a="http://schemas.openxmlformats.org/drawingml/2006/main" w="18980">
            <a:noFill/>
            <a:prstDash val="solid"/>
          </a:ln>
        </p:spPr>
      </p:sp>
      <p:sp>
        <p:nvSpPr>
          <p:cNvPr id="41" name="Same-room pin center">
            <a:extLst xmlns:a="http://schemas.openxmlformats.org/drawingml/2006/main">
              <a:ext uri="{FF2B5EF4-FFF2-40B4-BE49-F238E27FC236}">
                <a16:creationId xmlns:a16="http://schemas.microsoft.com/office/drawing/2014/main" id="{37FA9E92-3786-4415-9660-734FBA1EF3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18" y="3435327"/>
            <a:ext cx="113878" cy="113878"/>
          </a:xfrm>
          <a:custGeom xmlns:a="http://schemas.openxmlformats.org/drawingml/2006/main">
            <a:pathLst>
              <a:path w="85725" h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 xmlns:a="http://schemas.openxmlformats.org/drawingml/2006/main">
            <a:srgbClr val="8D8A91"/>
          </a:solidFill>
          <a:ln xmlns:a="http://schemas.openxmlformats.org/drawingml/2006/main" w="18980">
            <a:noFill/>
            <a:prstDash val="solid"/>
          </a:ln>
        </p:spPr>
      </p:sp>
      <p:sp>
        <p:nvSpPr>
          <p:cNvPr id="42" name="Different-room pin center">
            <a:extLst xmlns:a="http://schemas.openxmlformats.org/drawingml/2006/main">
              <a:ext uri="{FF2B5EF4-FFF2-40B4-BE49-F238E27FC236}">
                <a16:creationId xmlns:a16="http://schemas.microsoft.com/office/drawing/2014/main" id="{E2BC86B4-C635-4BBB-8BF7-CB0CEFE5E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70349" y="7699434"/>
            <a:ext cx="113878" cy="113878"/>
          </a:xfrm>
          <a:custGeom xmlns:a="http://schemas.openxmlformats.org/drawingml/2006/main">
            <a:pathLst>
              <a:path w="85725" h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 xmlns:a="http://schemas.openxmlformats.org/drawingml/2006/main">
            <a:srgbClr val="A4A299"/>
          </a:solidFill>
          <a:ln xmlns:a="http://schemas.openxmlformats.org/drawingml/2006/main" w="18980">
            <a:noFill/>
            <a:prstDash val="solid"/>
          </a:ln>
        </p:spPr>
      </p:sp>
      <p:sp>
        <p:nvSpPr>
          <p:cNvPr id="43" name="Goal Image">
            <a:extLst xmlns:a="http://schemas.openxmlformats.org/drawingml/2006/main">
              <a:ext uri="{FF2B5EF4-FFF2-40B4-BE49-F238E27FC236}">
                <a16:creationId xmlns:a16="http://schemas.microsoft.com/office/drawing/2014/main" id="{3B61C05E-A1CD-498F-B779-415E0D9EB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34181" y="189797"/>
            <a:ext cx="1695520" cy="4251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9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Goal Image</a:t>
            </a:r>
          </a:p>
        </p:txBody>
      </p:sp>
      <p:sp>
        <p:nvSpPr>
          <p:cNvPr id="44" name="Current">
            <a:extLst xmlns:a="http://schemas.openxmlformats.org/drawingml/2006/main">
              <a:ext uri="{FF2B5EF4-FFF2-40B4-BE49-F238E27FC236}">
                <a16:creationId xmlns:a16="http://schemas.microsoft.com/office/drawing/2014/main" id="{602F335E-3D2B-47D2-B7A0-1B7661722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75815" y="3251856"/>
            <a:ext cx="1252661" cy="4251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9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Current</a:t>
            </a:r>
          </a:p>
        </p:txBody>
      </p:sp>
      <p:sp>
        <p:nvSpPr>
          <p:cNvPr id="45" name="observation">
            <a:extLst xmlns:a="http://schemas.openxmlformats.org/drawingml/2006/main">
              <a:ext uri="{FF2B5EF4-FFF2-40B4-BE49-F238E27FC236}">
                <a16:creationId xmlns:a16="http://schemas.microsoft.com/office/drawing/2014/main" id="{6005F22B-E4D4-4167-BC45-9A735D64B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97446" y="3606144"/>
            <a:ext cx="1746133" cy="4251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9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observation</a:t>
            </a:r>
          </a:p>
        </p:txBody>
      </p:sp>
      <p:sp>
        <p:nvSpPr>
          <p:cNvPr id="46" name="Goal Image">
            <a:extLst xmlns:a="http://schemas.openxmlformats.org/drawingml/2006/main">
              <a:ext uri="{FF2B5EF4-FFF2-40B4-BE49-F238E27FC236}">
                <a16:creationId xmlns:a16="http://schemas.microsoft.com/office/drawing/2014/main" id="{71DC16A8-62C0-48F4-948E-7C00F36ED1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48059" y="6883306"/>
            <a:ext cx="1720827" cy="4251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9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Goal Image</a:t>
            </a:r>
          </a:p>
        </p:txBody>
      </p:sp>
      <p:sp>
        <p:nvSpPr>
          <p:cNvPr id="47" name="Source-clipped thought line 1">
            <a:extLst xmlns:a="http://schemas.openxmlformats.org/drawingml/2006/main">
              <a:ext uri="{FF2B5EF4-FFF2-40B4-BE49-F238E27FC236}">
                <a16:creationId xmlns:a16="http://schemas.microsoft.com/office/drawing/2014/main" id="{43C45317-F239-4C57-876C-216CFD19C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49321" y="2075114"/>
            <a:ext cx="2796343" cy="4251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9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Am I in the same roo</a:t>
            </a:r>
          </a:p>
        </p:txBody>
      </p:sp>
      <p:sp>
        <p:nvSpPr>
          <p:cNvPr id="48" name="Source-clipped thought line 2">
            <a:extLst xmlns:a="http://schemas.openxmlformats.org/drawingml/2006/main">
              <a:ext uri="{FF2B5EF4-FFF2-40B4-BE49-F238E27FC236}">
                <a16:creationId xmlns:a16="http://schemas.microsoft.com/office/drawing/2014/main" id="{CF6FA2B9-7927-4C11-9477-DB32947D5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88506" y="2429402"/>
            <a:ext cx="2657159" cy="4251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9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with the goal image</a:t>
            </a:r>
          </a:p>
        </p:txBody>
      </p:sp>
    </p:spTree>
    <p:extLst>
      <p:ext uri="{BB962C8B-B14F-4D97-AF65-F5344CB8AC3E}">
        <p14:creationId xmlns:p14="http://schemas.microsoft.com/office/powerpoint/2010/main" val="650209540"/>
      </p:ext>
    </p:extLst>
  </p:cSld>
</p:sld>
</file>

<file path=ppt/slides/slide13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pic>
        <p:nvPicPr>
          <p:cNvPr id="291" name="">
            <a:extLst xmlns:a="http://schemas.openxmlformats.org/drawingml/2006/main">
              <a:ext uri="{FF2B5EF4-FFF2-40B4-BE49-F238E27FC236}">
                <a16:creationId xmlns:a16="http://schemas.microsoft.com/office/drawing/2014/main" id="{E864BB13-E7D0-4CB6-93A6-77589080BC5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e169b9014bd4dca"/>
          <a:stretch xmlns:a="http://schemas.openxmlformats.org/drawingml/2006/main"/>
        </p:blipFill>
        <p:spPr>
          <a:xfrm xmlns:a="http://schemas.openxmlformats.org/drawingml/2006/main">
            <a:off x="261833" y="2756795"/>
            <a:ext cx="1832828" cy="1772405"/>
          </a:xfrm>
          <a:prstGeom xmlns:a="http://schemas.openxmlformats.org/drawingml/2006/main" prst="rect">
            <a:avLst/>
          </a:prstGeom>
        </p:spPr>
      </p:pic>
      <p:pic>
        <p:nvPic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A75E2E7B-88AC-45DE-8E29-A25684594A2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8f6fd8488f64ed4"/>
          <a:stretch xmlns:a="http://schemas.openxmlformats.org/drawingml/2006/main"/>
        </p:blipFill>
        <p:spPr>
          <a:xfrm xmlns:a="http://schemas.openxmlformats.org/drawingml/2006/main">
            <a:off x="805639" y="5032725"/>
            <a:ext cx="1037260" cy="986907"/>
          </a:xfrm>
          <a:prstGeom xmlns:a="http://schemas.openxmlformats.org/drawingml/2006/main" prst="rect">
            <a:avLst/>
          </a:prstGeom>
        </p:spPr>
      </p:pic>
      <p:pic>
        <p:nvPic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3F0C5F02-0BDD-455A-A653-FF8EBA76C2A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4badc190eea4e97"/>
          <a:stretch xmlns:a="http://schemas.openxmlformats.org/drawingml/2006/main"/>
        </p:blipFill>
        <p:spPr>
          <a:xfrm xmlns:a="http://schemas.openxmlformats.org/drawingml/2006/main">
            <a:off x="775427" y="6593650"/>
            <a:ext cx="1047330" cy="986907"/>
          </a:xfrm>
          <a:prstGeom xmlns:a="http://schemas.openxmlformats.org/drawingml/2006/main" prst="rect">
            <a:avLst/>
          </a:prstGeom>
        </p:spPr>
      </p:pic>
      <p:pic>
        <p:nvPic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634F0BC8-A5A1-483C-9586-710FA0A0636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cfc1c683896433d"/>
          <a:stretch xmlns:a="http://schemas.openxmlformats.org/drawingml/2006/main"/>
        </p:blipFill>
        <p:spPr>
          <a:xfrm xmlns:a="http://schemas.openxmlformats.org/drawingml/2006/main">
            <a:off x="8499489" y="2313694"/>
            <a:ext cx="1570996" cy="1530714"/>
          </a:xfrm>
          <a:prstGeom xmlns:a="http://schemas.openxmlformats.org/drawingml/2006/main" prst="rect">
            <a:avLst/>
          </a:prstGeom>
        </p:spPr>
      </p:pic>
      <p:pic>
        <p:nvPic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62D13B5C-6D06-4454-80BA-C781C67F46D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a3f701dbd294ade"/>
          <a:stretch xmlns:a="http://schemas.openxmlformats.org/drawingml/2006/main"/>
        </p:blipFill>
        <p:spPr>
          <a:xfrm xmlns:a="http://schemas.openxmlformats.org/drawingml/2006/main">
            <a:off x="8489419" y="3985394"/>
            <a:ext cx="1570996" cy="1520643"/>
          </a:xfrm>
          <a:prstGeom xmlns:a="http://schemas.openxmlformats.org/drawingml/2006/main" prst="rect">
            <a:avLst/>
          </a:prstGeom>
        </p:spPr>
      </p:pic>
      <p:pic>
        <p:nvPic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A92FBB35-406A-4074-81B4-8F2927CBEBE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2c631a91dd446e4"/>
          <a:stretch xmlns:a="http://schemas.openxmlformats.org/drawingml/2006/main"/>
        </p:blipFill>
        <p:spPr>
          <a:xfrm xmlns:a="http://schemas.openxmlformats.org/drawingml/2006/main">
            <a:off x="8267868" y="6331817"/>
            <a:ext cx="2054379" cy="1611278"/>
          </a:xfrm>
          <a:prstGeom xmlns:a="http://schemas.openxmlformats.org/drawingml/2006/main" prst="rect">
            <a:avLst/>
          </a:prstGeom>
        </p:spPr>
      </p:pic>
      <p:sp>
        <p:nvSpPr>
          <p:cNvPr id="7" name="Room expert panel">
            <a:extLst xmlns:a="http://schemas.openxmlformats.org/drawingml/2006/main">
              <a:ext uri="{FF2B5EF4-FFF2-40B4-BE49-F238E27FC236}">
                <a16:creationId xmlns:a16="http://schemas.microsoft.com/office/drawing/2014/main" id="{B42CE9F9-315A-48C6-AFC6-6E4ACAA26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2599" y="1920945"/>
            <a:ext cx="5166159" cy="3705938"/>
          </a:xfrm>
          <a:custGeom xmlns:a="http://schemas.openxmlformats.org/drawingml/2006/main">
            <a:pathLst>
              <a:path w="4886325" h="3505200">
                <a:moveTo>
                  <a:pt x="238125" y="0"/>
                </a:moveTo>
                <a:lnTo>
                  <a:pt x="4648200" y="0"/>
                </a:lnTo>
                <a:cubicBezTo>
                  <a:pt x="4779713" y="0"/>
                  <a:pt x="4886325" y="106612"/>
                  <a:pt x="4886325" y="238125"/>
                </a:cubicBezTo>
                <a:lnTo>
                  <a:pt x="4886325" y="3267075"/>
                </a:lnTo>
                <a:cubicBezTo>
                  <a:pt x="4886325" y="3398588"/>
                  <a:pt x="4779713" y="3505200"/>
                  <a:pt x="4648200" y="3505200"/>
                </a:cubicBezTo>
                <a:lnTo>
                  <a:pt x="238125" y="3505200"/>
                </a:lnTo>
                <a:cubicBezTo>
                  <a:pt x="106612" y="3505200"/>
                  <a:pt x="0" y="3398588"/>
                  <a:pt x="0" y="3267075"/>
                </a:cubicBezTo>
                <a:lnTo>
                  <a:pt x="0" y="238125"/>
                </a:lnTo>
                <a:cubicBezTo>
                  <a:pt x="0" y="106612"/>
                  <a:pt x="106612" y="0"/>
                  <a:pt x="238125" y="0"/>
                </a:cubicBezTo>
                <a:close/>
              </a:path>
            </a:pathLst>
          </a:custGeom>
          <a:solidFill xmlns:a="http://schemas.openxmlformats.org/drawingml/2006/main">
            <a:srgbClr val="FCF0F0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8" name="Visual feature extractor panel">
            <a:extLst xmlns:a="http://schemas.openxmlformats.org/drawingml/2006/main">
              <a:ext uri="{FF2B5EF4-FFF2-40B4-BE49-F238E27FC236}">
                <a16:creationId xmlns:a16="http://schemas.microsoft.com/office/drawing/2014/main" id="{A770DE45-31DE-4CB5-B050-60BC46131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3233" y="5868575"/>
            <a:ext cx="5025172" cy="2749242"/>
          </a:xfrm>
          <a:custGeom xmlns:a="http://schemas.openxmlformats.org/drawingml/2006/main">
            <a:pathLst>
              <a:path w="4752975" h="2600325">
                <a:moveTo>
                  <a:pt x="238125" y="0"/>
                </a:moveTo>
                <a:lnTo>
                  <a:pt x="4514850" y="0"/>
                </a:lnTo>
                <a:cubicBezTo>
                  <a:pt x="4646363" y="0"/>
                  <a:pt x="4752975" y="106612"/>
                  <a:pt x="4752975" y="238125"/>
                </a:cubicBezTo>
                <a:lnTo>
                  <a:pt x="4752975" y="2362200"/>
                </a:lnTo>
                <a:cubicBezTo>
                  <a:pt x="4752975" y="2493713"/>
                  <a:pt x="4646363" y="2600325"/>
                  <a:pt x="4514850" y="2600325"/>
                </a:cubicBezTo>
                <a:lnTo>
                  <a:pt x="238125" y="2600325"/>
                </a:lnTo>
                <a:cubicBezTo>
                  <a:pt x="106612" y="2600325"/>
                  <a:pt x="0" y="2493713"/>
                  <a:pt x="0" y="2362200"/>
                </a:cubicBezTo>
                <a:lnTo>
                  <a:pt x="0" y="238125"/>
                </a:lnTo>
                <a:cubicBezTo>
                  <a:pt x="0" y="106612"/>
                  <a:pt x="106612" y="0"/>
                  <a:pt x="238125" y="0"/>
                </a:cubicBezTo>
                <a:close/>
              </a:path>
            </a:pathLst>
          </a:custGeom>
          <a:solidFill xmlns:a="http://schemas.openxmlformats.org/drawingml/2006/main">
            <a:srgbClr val="EFF4FA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9" name="Constraint set boundary">
            <a:extLst xmlns:a="http://schemas.openxmlformats.org/drawingml/2006/main">
              <a:ext uri="{FF2B5EF4-FFF2-40B4-BE49-F238E27FC236}">
                <a16:creationId xmlns:a16="http://schemas.microsoft.com/office/drawing/2014/main" id="{40E50DD9-F9EF-4F19-B67B-CB0EA7B32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43401" y="2001509"/>
            <a:ext cx="1278952" cy="785498"/>
          </a:xfrm>
          <a:custGeom xmlns:a="http://schemas.openxmlformats.org/drawingml/2006/main">
            <a:pathLst>
              <a:path w="1209675" h="742950">
                <a:moveTo>
                  <a:pt x="123825" y="0"/>
                </a:moveTo>
                <a:lnTo>
                  <a:pt x="1085850" y="0"/>
                </a:lnTo>
                <a:cubicBezTo>
                  <a:pt x="1154237" y="0"/>
                  <a:pt x="1209675" y="55438"/>
                  <a:pt x="1209675" y="123825"/>
                </a:cubicBezTo>
                <a:lnTo>
                  <a:pt x="1209675" y="619125"/>
                </a:lnTo>
                <a:cubicBezTo>
                  <a:pt x="1209675" y="687512"/>
                  <a:pt x="1154237" y="742950"/>
                  <a:pt x="1085850" y="742950"/>
                </a:cubicBezTo>
                <a:lnTo>
                  <a:pt x="123825" y="742950"/>
                </a:lnTo>
                <a:cubicBezTo>
                  <a:pt x="55438" y="742950"/>
                  <a:pt x="0" y="687512"/>
                  <a:pt x="0" y="619125"/>
                </a:cubicBezTo>
                <a:lnTo>
                  <a:pt x="0" y="123825"/>
                </a:lnTo>
                <a:cubicBezTo>
                  <a:pt x="0" y="55438"/>
                  <a:pt x="55438" y="0"/>
                  <a:pt x="123825" y="0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25176">
            <a:solidFill>
              <a:srgbClr val="595959"/>
            </a:solidFill>
            <a:prstDash val="dash"/>
          </a:ln>
        </p:spPr>
      </p:sp>
      <p:sp>
        <p:nvSpPr>
          <p:cNvPr id="10" name="Offline style encoder top">
            <a:extLst xmlns:a="http://schemas.openxmlformats.org/drawingml/2006/main">
              <a:ext uri="{FF2B5EF4-FFF2-40B4-BE49-F238E27FC236}">
                <a16:creationId xmlns:a16="http://schemas.microsoft.com/office/drawing/2014/main" id="{49F7E210-D236-40CA-A7FF-B89760B4F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86000" y="5042795"/>
            <a:ext cx="1349445" cy="996978"/>
          </a:xfrm>
          <a:custGeom xmlns:a="http://schemas.openxmlformats.org/drawingml/2006/main">
            <a:pathLst>
              <a:path w="1276350" h="942975">
                <a:moveTo>
                  <a:pt x="0" y="0"/>
                </a:moveTo>
                <a:lnTo>
                  <a:pt x="1276350" y="190500"/>
                </a:lnTo>
                <a:lnTo>
                  <a:pt x="1276350" y="742950"/>
                </a:lnTo>
                <a:lnTo>
                  <a:pt x="0" y="942975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5176">
            <a:solidFill>
              <a:srgbClr val="888888"/>
            </a:solidFill>
            <a:prstDash val="solid"/>
          </a:ln>
        </p:spPr>
      </p:sp>
      <p:sp>
        <p:nvSpPr>
          <p:cNvPr id="11" name="Offline style encoder bottom">
            <a:extLst xmlns:a="http://schemas.openxmlformats.org/drawingml/2006/main">
              <a:ext uri="{FF2B5EF4-FFF2-40B4-BE49-F238E27FC236}">
                <a16:creationId xmlns:a16="http://schemas.microsoft.com/office/drawing/2014/main" id="{57193AEB-8F0B-464E-89EB-6B93CDCE8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6141" y="6563438"/>
            <a:ext cx="1339374" cy="1007048"/>
          </a:xfrm>
          <a:custGeom xmlns:a="http://schemas.openxmlformats.org/drawingml/2006/main">
            <a:pathLst>
              <a:path w="1266825" h="952500">
                <a:moveTo>
                  <a:pt x="0" y="0"/>
                </a:moveTo>
                <a:lnTo>
                  <a:pt x="1266825" y="200025"/>
                </a:lnTo>
                <a:lnTo>
                  <a:pt x="1266825" y="771525"/>
                </a:lnTo>
                <a:lnTo>
                  <a:pt x="0" y="95250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5176">
            <a:solidFill>
              <a:srgbClr val="888888"/>
            </a:solidFill>
            <a:prstDash val="solid"/>
          </a:ln>
        </p:spPr>
      </p:sp>
      <p:sp>
        <p:nvSpPr>
          <p:cNvPr id="12" name="Offline relation network">
            <a:extLst xmlns:a="http://schemas.openxmlformats.org/drawingml/2006/main">
              <a:ext uri="{FF2B5EF4-FFF2-40B4-BE49-F238E27FC236}">
                <a16:creationId xmlns:a16="http://schemas.microsoft.com/office/drawing/2014/main" id="{35264D1B-5A4B-4B9C-AA3E-7280FFDA4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69683" y="5636954"/>
            <a:ext cx="956696" cy="1148035"/>
          </a:xfrm>
          <a:custGeom xmlns:a="http://schemas.openxmlformats.org/drawingml/2006/main">
            <a:pathLst>
              <a:path w="904875" h="1085850">
                <a:moveTo>
                  <a:pt x="152400" y="0"/>
                </a:moveTo>
                <a:lnTo>
                  <a:pt x="752475" y="0"/>
                </a:lnTo>
                <a:cubicBezTo>
                  <a:pt x="836643" y="0"/>
                  <a:pt x="904875" y="68232"/>
                  <a:pt x="904875" y="152400"/>
                </a:cubicBezTo>
                <a:lnTo>
                  <a:pt x="904875" y="933450"/>
                </a:lnTo>
                <a:cubicBezTo>
                  <a:pt x="904875" y="1017618"/>
                  <a:pt x="836643" y="1085850"/>
                  <a:pt x="752475" y="1085850"/>
                </a:cubicBezTo>
                <a:lnTo>
                  <a:pt x="152400" y="1085850"/>
                </a:lnTo>
                <a:cubicBezTo>
                  <a:pt x="68232" y="1085850"/>
                  <a:pt x="0" y="1017618"/>
                  <a:pt x="0" y="933450"/>
                </a:cubicBezTo>
                <a:lnTo>
                  <a:pt x="0" y="152400"/>
                </a:lnTo>
                <a:cubicBezTo>
                  <a:pt x="0" y="68232"/>
                  <a:pt x="68232" y="0"/>
                  <a:pt x="152400" y="0"/>
                </a:cubicBez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5176">
            <a:solidFill>
              <a:srgbClr val="AAAAAA"/>
            </a:solidFill>
            <a:prstDash val="solid"/>
          </a:ln>
        </p:spPr>
      </p:sp>
      <p:sp>
        <p:nvSpPr>
          <p:cNvPr id="13" name="Relation labels">
            <a:extLst xmlns:a="http://schemas.openxmlformats.org/drawingml/2006/main">
              <a:ext uri="{FF2B5EF4-FFF2-40B4-BE49-F238E27FC236}">
                <a16:creationId xmlns:a16="http://schemas.microsoft.com/office/drawing/2014/main" id="{912CA798-2DBF-4A84-90A0-0A88ED54C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947" y="7943095"/>
            <a:ext cx="1933533" cy="412890"/>
          </a:xfrm>
          <a:custGeom xmlns:a="http://schemas.openxmlformats.org/drawingml/2006/main">
            <a:pathLst>
              <a:path w="1828800" h="390525">
                <a:moveTo>
                  <a:pt x="76200" y="0"/>
                </a:moveTo>
                <a:lnTo>
                  <a:pt x="1752600" y="0"/>
                </a:lnTo>
                <a:cubicBezTo>
                  <a:pt x="1794684" y="0"/>
                  <a:pt x="1828800" y="34116"/>
                  <a:pt x="1828800" y="76200"/>
                </a:cubicBezTo>
                <a:lnTo>
                  <a:pt x="1828800" y="314325"/>
                </a:lnTo>
                <a:cubicBezTo>
                  <a:pt x="1828800" y="356409"/>
                  <a:pt x="1794684" y="390525"/>
                  <a:pt x="1752600" y="390525"/>
                </a:cubicBezTo>
                <a:lnTo>
                  <a:pt x="76200" y="390525"/>
                </a:lnTo>
                <a:cubicBezTo>
                  <a:pt x="34116" y="390525"/>
                  <a:pt x="0" y="356409"/>
                  <a:pt x="0" y="314325"/>
                </a:cubicBezTo>
                <a:lnTo>
                  <a:pt x="0" y="76200"/>
                </a:lnTo>
                <a:cubicBezTo>
                  <a:pt x="0" y="34116"/>
                  <a:pt x="34116" y="0"/>
                  <a:pt x="76200" y="0"/>
                </a:cubicBez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AAAAAA"/>
            </a:solidFill>
            <a:prstDash val="solid"/>
          </a:ln>
        </p:spPr>
      </p:sp>
      <p:sp>
        <p:nvSpPr>
          <p:cNvPr id="14" name="Cluster loss">
            <a:extLst xmlns:a="http://schemas.openxmlformats.org/drawingml/2006/main">
              <a:ext uri="{FF2B5EF4-FFF2-40B4-BE49-F238E27FC236}">
                <a16:creationId xmlns:a16="http://schemas.microsoft.com/office/drawing/2014/main" id="{EC63D93C-6D6A-4CF5-B778-A7108289A6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27991" y="4589623"/>
            <a:ext cx="1369586" cy="503524"/>
          </a:xfrm>
          <a:custGeom xmlns:a="http://schemas.openxmlformats.org/drawingml/2006/main">
            <a:pathLst>
              <a:path w="1295400" h="476250">
                <a:moveTo>
                  <a:pt x="0" y="0"/>
                </a:moveTo>
                <a:lnTo>
                  <a:pt x="1295400" y="0"/>
                </a:lnTo>
                <a:lnTo>
                  <a:pt x="1295400" y="476250"/>
                </a:lnTo>
                <a:lnTo>
                  <a:pt x="0" y="476250"/>
                </a:lnTo>
                <a:close/>
              </a:path>
            </a:pathLst>
          </a:custGeom>
          <a:solidFill xmlns:a="http://schemas.openxmlformats.org/drawingml/2006/main">
            <a:srgbClr val="FBE5D7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5" name="Prediction loss">
            <a:extLst xmlns:a="http://schemas.openxmlformats.org/drawingml/2006/main">
              <a:ext uri="{FF2B5EF4-FFF2-40B4-BE49-F238E27FC236}">
                <a16:creationId xmlns:a16="http://schemas.microsoft.com/office/drawing/2014/main" id="{F52F59B7-7A0F-4A24-8F1D-75522BD64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3410" y="7892742"/>
            <a:ext cx="1369586" cy="523665"/>
          </a:xfrm>
          <a:custGeom xmlns:a="http://schemas.openxmlformats.org/drawingml/2006/main">
            <a:pathLst>
              <a:path w="1295400" h="495300">
                <a:moveTo>
                  <a:pt x="0" y="0"/>
                </a:moveTo>
                <a:lnTo>
                  <a:pt x="1295400" y="0"/>
                </a:lnTo>
                <a:lnTo>
                  <a:pt x="1295400" y="495300"/>
                </a:lnTo>
                <a:lnTo>
                  <a:pt x="0" y="495300"/>
                </a:lnTo>
                <a:close/>
              </a:path>
            </a:pathLst>
          </a:custGeom>
          <a:solidFill xmlns:a="http://schemas.openxmlformats.org/drawingml/2006/main">
            <a:srgbClr val="FBE5D7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6" name="Room style encoder observation">
            <a:extLst xmlns:a="http://schemas.openxmlformats.org/drawingml/2006/main">
              <a:ext uri="{FF2B5EF4-FFF2-40B4-BE49-F238E27FC236}">
                <a16:creationId xmlns:a16="http://schemas.microsoft.com/office/drawing/2014/main" id="{3B366775-CA8A-4BAD-9657-127DDC6CA7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4855" y="2333835"/>
            <a:ext cx="1480361" cy="1248740"/>
          </a:xfrm>
          <a:custGeom xmlns:a="http://schemas.openxmlformats.org/drawingml/2006/main">
            <a:pathLst>
              <a:path w="1400175" h="1181100">
                <a:moveTo>
                  <a:pt x="0" y="0"/>
                </a:moveTo>
                <a:lnTo>
                  <a:pt x="1400175" y="238125"/>
                </a:lnTo>
                <a:lnTo>
                  <a:pt x="1400175" y="942975"/>
                </a:lnTo>
                <a:lnTo>
                  <a:pt x="0" y="118110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5176">
            <a:solidFill>
              <a:srgbClr val="888888"/>
            </a:solidFill>
            <a:prstDash val="solid"/>
          </a:ln>
        </p:spPr>
      </p:sp>
      <p:sp>
        <p:nvSpPr>
          <p:cNvPr id="17" name="Room style encoder goal">
            <a:extLst xmlns:a="http://schemas.openxmlformats.org/drawingml/2006/main">
              <a:ext uri="{FF2B5EF4-FFF2-40B4-BE49-F238E27FC236}">
                <a16:creationId xmlns:a16="http://schemas.microsoft.com/office/drawing/2014/main" id="{2C1617BB-37BD-4E4E-87CD-1400B71A25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4855" y="4186804"/>
            <a:ext cx="1480361" cy="1268881"/>
          </a:xfrm>
          <a:custGeom xmlns:a="http://schemas.openxmlformats.org/drawingml/2006/main">
            <a:pathLst>
              <a:path w="1400175" h="1200150">
                <a:moveTo>
                  <a:pt x="0" y="0"/>
                </a:moveTo>
                <a:lnTo>
                  <a:pt x="1400175" y="238125"/>
                </a:lnTo>
                <a:lnTo>
                  <a:pt x="1400175" y="962025"/>
                </a:lnTo>
                <a:lnTo>
                  <a:pt x="0" y="120015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5176">
            <a:solidFill>
              <a:srgbClr val="888888"/>
            </a:solidFill>
            <a:prstDash val="solid"/>
          </a:ln>
        </p:spPr>
      </p:sp>
      <p:sp>
        <p:nvSpPr>
          <p:cNvPr id="18" name="Room relation network">
            <a:extLst xmlns:a="http://schemas.openxmlformats.org/drawingml/2006/main">
              <a:ext uri="{FF2B5EF4-FFF2-40B4-BE49-F238E27FC236}">
                <a16:creationId xmlns:a16="http://schemas.microsoft.com/office/drawing/2014/main" id="{F162130E-810B-4ABF-957C-238E6AA35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4520" y="3240178"/>
            <a:ext cx="976837" cy="1329304"/>
          </a:xfrm>
          <a:custGeom xmlns:a="http://schemas.openxmlformats.org/drawingml/2006/main">
            <a:pathLst>
              <a:path w="923925" h="1257300">
                <a:moveTo>
                  <a:pt x="171450" y="0"/>
                </a:moveTo>
                <a:lnTo>
                  <a:pt x="752475" y="0"/>
                </a:lnTo>
                <a:cubicBezTo>
                  <a:pt x="847164" y="0"/>
                  <a:pt x="923925" y="76761"/>
                  <a:pt x="923925" y="171450"/>
                </a:cubicBezTo>
                <a:lnTo>
                  <a:pt x="923925" y="1085850"/>
                </a:lnTo>
                <a:cubicBezTo>
                  <a:pt x="923925" y="1180539"/>
                  <a:pt x="847164" y="1257300"/>
                  <a:pt x="752475" y="1257300"/>
                </a:cubicBezTo>
                <a:lnTo>
                  <a:pt x="171450" y="1257300"/>
                </a:lnTo>
                <a:cubicBezTo>
                  <a:pt x="76761" y="1257300"/>
                  <a:pt x="0" y="1180539"/>
                  <a:pt x="0" y="1085850"/>
                </a:cubicBezTo>
                <a:lnTo>
                  <a:pt x="0" y="171450"/>
                </a:lnTo>
                <a:cubicBezTo>
                  <a:pt x="0" y="76761"/>
                  <a:pt x="76761" y="0"/>
                  <a:pt x="171450" y="0"/>
                </a:cubicBez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5176">
            <a:solidFill>
              <a:srgbClr val="AAAAAA"/>
            </a:solidFill>
            <a:prstDash val="solid"/>
          </a:ln>
        </p:spPr>
      </p:sp>
      <p:sp>
        <p:nvSpPr>
          <p:cNvPr id="19" name="ResNet-9 module">
            <a:extLst xmlns:a="http://schemas.openxmlformats.org/drawingml/2006/main">
              <a:ext uri="{FF2B5EF4-FFF2-40B4-BE49-F238E27FC236}">
                <a16:creationId xmlns:a16="http://schemas.microsoft.com/office/drawing/2014/main" id="{20A518D9-238C-4D31-864F-892F1664F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5348" y="6402311"/>
            <a:ext cx="1480361" cy="1490432"/>
          </a:xfrm>
          <a:custGeom xmlns:a="http://schemas.openxmlformats.org/drawingml/2006/main">
            <a:pathLst>
              <a:path w="1400175" h="1409700">
                <a:moveTo>
                  <a:pt x="0" y="0"/>
                </a:moveTo>
                <a:lnTo>
                  <a:pt x="1400175" y="266700"/>
                </a:lnTo>
                <a:lnTo>
                  <a:pt x="1400175" y="1143000"/>
                </a:lnTo>
                <a:lnTo>
                  <a:pt x="0" y="1409700"/>
                </a:lnTo>
                <a:close/>
              </a:path>
            </a:pathLst>
          </a:custGeom>
          <a:solidFill xmlns:a="http://schemas.openxmlformats.org/drawingml/2006/main">
            <a:srgbClr val="D9E8FB"/>
          </a:solidFill>
          <a:ln xmlns:a="http://schemas.openxmlformats.org/drawingml/2006/main" w="25176">
            <a:solidFill>
              <a:srgbClr val="888888"/>
            </a:solidFill>
            <a:prstDash val="solid"/>
          </a:ln>
        </p:spPr>
      </p:sp>
      <p:sp>
        <p:nvSpPr>
          <p:cNvPr id="20" name="Flatten module">
            <a:extLst xmlns:a="http://schemas.openxmlformats.org/drawingml/2006/main">
              <a:ext uri="{FF2B5EF4-FFF2-40B4-BE49-F238E27FC236}">
                <a16:creationId xmlns:a16="http://schemas.microsoft.com/office/drawing/2014/main" id="{494B57D2-014D-4D89-871E-69AF7386A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77128" y="6422452"/>
            <a:ext cx="533736" cy="1369586"/>
          </a:xfrm>
          <a:custGeom xmlns:a="http://schemas.openxmlformats.org/drawingml/2006/main">
            <a:pathLst>
              <a:path w="504825" h="1295400">
                <a:moveTo>
                  <a:pt x="85725" y="0"/>
                </a:moveTo>
                <a:lnTo>
                  <a:pt x="419100" y="0"/>
                </a:lnTo>
                <a:cubicBezTo>
                  <a:pt x="466445" y="0"/>
                  <a:pt x="504825" y="38380"/>
                  <a:pt x="504825" y="85725"/>
                </a:cubicBezTo>
                <a:lnTo>
                  <a:pt x="504825" y="1209675"/>
                </a:lnTo>
                <a:cubicBezTo>
                  <a:pt x="504825" y="1257020"/>
                  <a:pt x="466445" y="1295400"/>
                  <a:pt x="419100" y="1295400"/>
                </a:cubicBezTo>
                <a:lnTo>
                  <a:pt x="85725" y="1295400"/>
                </a:lnTo>
                <a:cubicBezTo>
                  <a:pt x="38380" y="1295400"/>
                  <a:pt x="0" y="1257020"/>
                  <a:pt x="0" y="1209675"/>
                </a:cubicBezTo>
                <a:lnTo>
                  <a:pt x="0" y="85725"/>
                </a:lnTo>
                <a:cubicBezTo>
                  <a:pt x="0" y="38380"/>
                  <a:pt x="38380" y="0"/>
                  <a:pt x="85725" y="0"/>
                </a:cubicBezTo>
                <a:close/>
              </a:path>
            </a:pathLst>
          </a:custGeom>
          <a:solidFill xmlns:a="http://schemas.openxmlformats.org/drawingml/2006/main">
            <a:srgbClr val="D9E8FB"/>
          </a:solidFill>
          <a:ln xmlns:a="http://schemas.openxmlformats.org/drawingml/2006/main" w="25176">
            <a:solidFill>
              <a:srgbClr val="595959"/>
            </a:solidFill>
            <a:prstDash val="solid"/>
          </a:ln>
        </p:spPr>
      </p:sp>
      <p:sp>
        <p:nvSpPr>
          <p:cNvPr id="21" name="Environment">
            <a:extLst xmlns:a="http://schemas.openxmlformats.org/drawingml/2006/main">
              <a:ext uri="{FF2B5EF4-FFF2-40B4-BE49-F238E27FC236}">
                <a16:creationId xmlns:a16="http://schemas.microsoft.com/office/drawing/2014/main" id="{4E71A588-5761-44A1-A34E-F0EC84E7B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5709" y="1125377"/>
            <a:ext cx="2104731" cy="644511"/>
          </a:xfrm>
          <a:custGeom xmlns:a="http://schemas.openxmlformats.org/drawingml/2006/main">
            <a:pathLst>
              <a:path w="1990725" h="609600">
                <a:moveTo>
                  <a:pt x="104775" y="0"/>
                </a:moveTo>
                <a:lnTo>
                  <a:pt x="1885950" y="0"/>
                </a:lnTo>
                <a:cubicBezTo>
                  <a:pt x="1943816" y="0"/>
                  <a:pt x="1990725" y="46909"/>
                  <a:pt x="1990725" y="104775"/>
                </a:cubicBezTo>
                <a:lnTo>
                  <a:pt x="1990725" y="504825"/>
                </a:lnTo>
                <a:cubicBezTo>
                  <a:pt x="1990725" y="562691"/>
                  <a:pt x="1943816" y="609600"/>
                  <a:pt x="1885950" y="609600"/>
                </a:cubicBezTo>
                <a:lnTo>
                  <a:pt x="104775" y="609600"/>
                </a:lnTo>
                <a:cubicBezTo>
                  <a:pt x="46909" y="609600"/>
                  <a:pt x="0" y="562691"/>
                  <a:pt x="0" y="504825"/>
                </a:cubicBezTo>
                <a:lnTo>
                  <a:pt x="0" y="104775"/>
                </a:lnTo>
                <a:cubicBezTo>
                  <a:pt x="0" y="46909"/>
                  <a:pt x="46909" y="0"/>
                  <a:pt x="104775" y="0"/>
                </a:cubicBezTo>
                <a:close/>
              </a:path>
            </a:pathLst>
          </a:custGeom>
          <a:solidFill xmlns:a="http://schemas.openxmlformats.org/drawingml/2006/main">
            <a:srgbClr val="C5E0B5"/>
          </a:solidFill>
          <a:ln xmlns:a="http://schemas.openxmlformats.org/drawingml/2006/main" w="22155">
            <a:solidFill>
              <a:srgbClr val="AAAAAA"/>
            </a:solidFill>
            <a:prstDash val="solid"/>
          </a:ln>
        </p:spPr>
      </p:sp>
      <p:sp>
        <p:nvSpPr>
          <p:cNvPr id="22" name="Actions">
            <a:extLst xmlns:a="http://schemas.openxmlformats.org/drawingml/2006/main">
              <a:ext uri="{FF2B5EF4-FFF2-40B4-BE49-F238E27FC236}">
                <a16:creationId xmlns:a16="http://schemas.microsoft.com/office/drawing/2014/main" id="{E623FF93-0B98-4493-BEED-81E1886C0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83974" y="2575526"/>
            <a:ext cx="1711982" cy="1349445"/>
          </a:xfrm>
          <a:custGeom xmlns:a="http://schemas.openxmlformats.org/drawingml/2006/main">
            <a:pathLst>
              <a:path w="1619250" h="1276350">
                <a:moveTo>
                  <a:pt x="228600" y="0"/>
                </a:moveTo>
                <a:lnTo>
                  <a:pt x="1390650" y="0"/>
                </a:lnTo>
                <a:cubicBezTo>
                  <a:pt x="1516902" y="0"/>
                  <a:pt x="1619250" y="102348"/>
                  <a:pt x="1619250" y="228600"/>
                </a:cubicBezTo>
                <a:lnTo>
                  <a:pt x="1619250" y="1047750"/>
                </a:lnTo>
                <a:cubicBezTo>
                  <a:pt x="1619250" y="1174002"/>
                  <a:pt x="1516902" y="1276350"/>
                  <a:pt x="1390650" y="1276350"/>
                </a:cubicBezTo>
                <a:lnTo>
                  <a:pt x="228600" y="1276350"/>
                </a:lnTo>
                <a:cubicBezTo>
                  <a:pt x="102348" y="1276350"/>
                  <a:pt x="0" y="1174002"/>
                  <a:pt x="0" y="1047750"/>
                </a:cubicBezTo>
                <a:lnTo>
                  <a:pt x="0" y="228600"/>
                </a:lnTo>
                <a:cubicBezTo>
                  <a:pt x="0" y="102348"/>
                  <a:pt x="102348" y="0"/>
                  <a:pt x="228600" y="0"/>
                </a:cubicBezTo>
                <a:close/>
              </a:path>
            </a:pathLst>
          </a:custGeom>
          <a:solidFill xmlns:a="http://schemas.openxmlformats.org/drawingml/2006/main">
            <a:srgbClr val="C5E0B5"/>
          </a:solidFill>
          <a:ln xmlns:a="http://schemas.openxmlformats.org/drawingml/2006/main" w="22155">
            <a:solidFill>
              <a:srgbClr val="AAAAAA"/>
            </a:solidFill>
            <a:prstDash val="solid"/>
          </a:ln>
        </p:spPr>
      </p:sp>
      <p:sp>
        <p:nvSpPr>
          <p:cNvPr id="23" name="Actor">
            <a:extLst xmlns:a="http://schemas.openxmlformats.org/drawingml/2006/main">
              <a:ext uri="{FF2B5EF4-FFF2-40B4-BE49-F238E27FC236}">
                <a16:creationId xmlns:a16="http://schemas.microsoft.com/office/drawing/2014/main" id="{A54DED96-09B3-45C5-8A7E-A3C9F9729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2564" y="4539271"/>
            <a:ext cx="1017119" cy="644511"/>
          </a:xfrm>
          <a:custGeom xmlns:a="http://schemas.openxmlformats.org/drawingml/2006/main">
            <a:pathLst>
              <a:path w="962025" h="609600">
                <a:moveTo>
                  <a:pt x="123825" y="0"/>
                </a:moveTo>
                <a:lnTo>
                  <a:pt x="838200" y="0"/>
                </a:lnTo>
                <a:cubicBezTo>
                  <a:pt x="906587" y="0"/>
                  <a:pt x="962025" y="55438"/>
                  <a:pt x="962025" y="123825"/>
                </a:cubicBezTo>
                <a:lnTo>
                  <a:pt x="962025" y="485775"/>
                </a:lnTo>
                <a:cubicBezTo>
                  <a:pt x="962025" y="554162"/>
                  <a:pt x="906587" y="609600"/>
                  <a:pt x="838200" y="609600"/>
                </a:cubicBezTo>
                <a:lnTo>
                  <a:pt x="123825" y="609600"/>
                </a:lnTo>
                <a:cubicBezTo>
                  <a:pt x="55438" y="609600"/>
                  <a:pt x="0" y="554162"/>
                  <a:pt x="0" y="485775"/>
                </a:cubicBezTo>
                <a:lnTo>
                  <a:pt x="0" y="123825"/>
                </a:lnTo>
                <a:cubicBezTo>
                  <a:pt x="0" y="55438"/>
                  <a:pt x="55438" y="0"/>
                  <a:pt x="123825" y="0"/>
                </a:cubicBezTo>
                <a:close/>
              </a:path>
            </a:pathLst>
          </a:custGeom>
          <a:solidFill xmlns:a="http://schemas.openxmlformats.org/drawingml/2006/main">
            <a:srgbClr val="C5E0B5"/>
          </a:solidFill>
          <a:ln xmlns:a="http://schemas.openxmlformats.org/drawingml/2006/main" w="22155">
            <a:solidFill>
              <a:srgbClr val="AAAAAA"/>
            </a:solidFill>
            <a:prstDash val="solid"/>
          </a:ln>
        </p:spPr>
      </p:sp>
      <p:sp>
        <p:nvSpPr>
          <p:cNvPr id="24" name="Critic">
            <a:extLst xmlns:a="http://schemas.openxmlformats.org/drawingml/2006/main">
              <a:ext uri="{FF2B5EF4-FFF2-40B4-BE49-F238E27FC236}">
                <a16:creationId xmlns:a16="http://schemas.microsoft.com/office/drawing/2014/main" id="{B38FA601-F22A-43FA-A686-66B68D8F6A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20529" y="4539271"/>
            <a:ext cx="1017119" cy="644511"/>
          </a:xfrm>
          <a:custGeom xmlns:a="http://schemas.openxmlformats.org/drawingml/2006/main">
            <a:pathLst>
              <a:path w="962025" h="609600">
                <a:moveTo>
                  <a:pt x="123825" y="0"/>
                </a:moveTo>
                <a:lnTo>
                  <a:pt x="838200" y="0"/>
                </a:lnTo>
                <a:cubicBezTo>
                  <a:pt x="906587" y="0"/>
                  <a:pt x="962025" y="55438"/>
                  <a:pt x="962025" y="123825"/>
                </a:cubicBezTo>
                <a:lnTo>
                  <a:pt x="962025" y="485775"/>
                </a:lnTo>
                <a:cubicBezTo>
                  <a:pt x="962025" y="554162"/>
                  <a:pt x="906587" y="609600"/>
                  <a:pt x="838200" y="609600"/>
                </a:cubicBezTo>
                <a:lnTo>
                  <a:pt x="123825" y="609600"/>
                </a:lnTo>
                <a:cubicBezTo>
                  <a:pt x="55438" y="609600"/>
                  <a:pt x="0" y="554162"/>
                  <a:pt x="0" y="485775"/>
                </a:cubicBezTo>
                <a:lnTo>
                  <a:pt x="0" y="123825"/>
                </a:lnTo>
                <a:cubicBezTo>
                  <a:pt x="0" y="55438"/>
                  <a:pt x="55438" y="0"/>
                  <a:pt x="123825" y="0"/>
                </a:cubicBezTo>
                <a:close/>
              </a:path>
            </a:pathLst>
          </a:custGeom>
          <a:solidFill xmlns:a="http://schemas.openxmlformats.org/drawingml/2006/main">
            <a:srgbClr val="C5E0B5"/>
          </a:solidFill>
          <a:ln xmlns:a="http://schemas.openxmlformats.org/drawingml/2006/main" w="22155">
            <a:solidFill>
              <a:srgbClr val="AAAAAA"/>
            </a:solidFill>
            <a:prstDash val="solid"/>
          </a:ln>
        </p:spPr>
      </p:sp>
      <p:sp>
        <p:nvSpPr>
          <p:cNvPr id="25" name="Navigation policy">
            <a:extLst xmlns:a="http://schemas.openxmlformats.org/drawingml/2006/main">
              <a:ext uri="{FF2B5EF4-FFF2-40B4-BE49-F238E27FC236}">
                <a16:creationId xmlns:a16="http://schemas.microsoft.com/office/drawing/2014/main" id="{B5C4DAA8-25EE-4944-B8D7-46349DD74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4044" y="5193852"/>
            <a:ext cx="1701912" cy="825780"/>
          </a:xfrm>
          <a:custGeom xmlns:a="http://schemas.openxmlformats.org/drawingml/2006/main">
            <a:pathLst>
              <a:path w="1609725" h="781050">
                <a:moveTo>
                  <a:pt x="133350" y="0"/>
                </a:moveTo>
                <a:lnTo>
                  <a:pt x="1476375" y="0"/>
                </a:lnTo>
                <a:cubicBezTo>
                  <a:pt x="1550022" y="0"/>
                  <a:pt x="1609725" y="59703"/>
                  <a:pt x="1609725" y="133350"/>
                </a:cubicBezTo>
                <a:lnTo>
                  <a:pt x="1609725" y="647700"/>
                </a:lnTo>
                <a:cubicBezTo>
                  <a:pt x="1609725" y="721347"/>
                  <a:pt x="1550022" y="781050"/>
                  <a:pt x="1476375" y="781050"/>
                </a:cubicBezTo>
                <a:lnTo>
                  <a:pt x="133350" y="781050"/>
                </a:lnTo>
                <a:cubicBezTo>
                  <a:pt x="59703" y="781050"/>
                  <a:pt x="0" y="721347"/>
                  <a:pt x="0" y="647700"/>
                </a:cubicBezTo>
                <a:lnTo>
                  <a:pt x="0" y="133350"/>
                </a:lnTo>
                <a:cubicBezTo>
                  <a:pt x="0" y="59703"/>
                  <a:pt x="59703" y="0"/>
                  <a:pt x="133350" y="0"/>
                </a:cubicBezTo>
                <a:close/>
              </a:path>
            </a:pathLst>
          </a:custGeom>
          <a:solidFill xmlns:a="http://schemas.openxmlformats.org/drawingml/2006/main">
            <a:srgbClr val="C5E0B5"/>
          </a:solidFill>
          <a:ln xmlns:a="http://schemas.openxmlformats.org/drawingml/2006/main" w="22155">
            <a:solidFill>
              <a:srgbClr val="AAAAAA"/>
            </a:solidFill>
            <a:prstDash val="solid"/>
          </a:ln>
        </p:spPr>
      </p:sp>
      <p:sp>
        <p:nvSpPr>
          <p:cNvPr id="26" name="Reward">
            <a:extLst xmlns:a="http://schemas.openxmlformats.org/drawingml/2006/main">
              <a:ext uri="{FF2B5EF4-FFF2-40B4-BE49-F238E27FC236}">
                <a16:creationId xmlns:a16="http://schemas.microsoft.com/office/drawing/2014/main" id="{32E0BB10-3AA7-40F6-9C0A-C3264583A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4678" y="6513086"/>
            <a:ext cx="1530714" cy="513595"/>
          </a:xfrm>
          <a:custGeom xmlns:a="http://schemas.openxmlformats.org/drawingml/2006/main">
            <a:pathLst>
              <a:path w="1447800" h="485775">
                <a:moveTo>
                  <a:pt x="95250" y="0"/>
                </a:moveTo>
                <a:lnTo>
                  <a:pt x="1352550" y="0"/>
                </a:lnTo>
                <a:cubicBezTo>
                  <a:pt x="1405155" y="0"/>
                  <a:pt x="1447800" y="42645"/>
                  <a:pt x="1447800" y="95250"/>
                </a:cubicBezTo>
                <a:lnTo>
                  <a:pt x="1447800" y="390525"/>
                </a:lnTo>
                <a:cubicBezTo>
                  <a:pt x="1447800" y="443130"/>
                  <a:pt x="1405155" y="485775"/>
                  <a:pt x="1352550" y="485775"/>
                </a:cubicBezTo>
                <a:lnTo>
                  <a:pt x="95250" y="485775"/>
                </a:lnTo>
                <a:cubicBezTo>
                  <a:pt x="42645" y="485775"/>
                  <a:pt x="0" y="443130"/>
                  <a:pt x="0" y="390525"/>
                </a:cubicBezTo>
                <a:lnTo>
                  <a:pt x="0" y="95250"/>
                </a:lnTo>
                <a:cubicBezTo>
                  <a:pt x="0" y="42645"/>
                  <a:pt x="42645" y="0"/>
                  <a:pt x="95250" y="0"/>
                </a:cubicBezTo>
                <a:close/>
              </a:path>
            </a:pathLst>
          </a:custGeom>
          <a:solidFill xmlns:a="http://schemas.openxmlformats.org/drawingml/2006/main">
            <a:srgbClr val="C5E0B5"/>
          </a:solidFill>
          <a:ln xmlns:a="http://schemas.openxmlformats.org/drawingml/2006/main" w="22155">
            <a:solidFill>
              <a:srgbClr val="AAAAAA"/>
            </a:solidFill>
            <a:prstDash val="solid"/>
          </a:ln>
        </p:spPr>
      </p:sp>
      <p:sp>
        <p:nvSpPr>
          <p:cNvPr id="27" name="Channel concatenate boundary">
            <a:extLst xmlns:a="http://schemas.openxmlformats.org/drawingml/2006/main">
              <a:ext uri="{FF2B5EF4-FFF2-40B4-BE49-F238E27FC236}">
                <a16:creationId xmlns:a16="http://schemas.microsoft.com/office/drawing/2014/main" id="{434CED9F-6A03-41F0-92CE-D9CC620DCC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7727" y="6281465"/>
            <a:ext cx="2094661" cy="1742194"/>
          </a:xfrm>
          <a:custGeom xmlns:a="http://schemas.openxmlformats.org/drawingml/2006/main">
            <a:pathLst>
              <a:path w="1981200" h="1647825">
                <a:moveTo>
                  <a:pt x="238125" y="0"/>
                </a:moveTo>
                <a:lnTo>
                  <a:pt x="1743075" y="0"/>
                </a:lnTo>
                <a:cubicBezTo>
                  <a:pt x="1874588" y="0"/>
                  <a:pt x="1981200" y="106612"/>
                  <a:pt x="1981200" y="238125"/>
                </a:cubicBezTo>
                <a:lnTo>
                  <a:pt x="1981200" y="1409700"/>
                </a:lnTo>
                <a:cubicBezTo>
                  <a:pt x="1981200" y="1541213"/>
                  <a:pt x="1874588" y="1647825"/>
                  <a:pt x="1743075" y="1647825"/>
                </a:cubicBezTo>
                <a:lnTo>
                  <a:pt x="238125" y="1647825"/>
                </a:lnTo>
                <a:cubicBezTo>
                  <a:pt x="106612" y="1647825"/>
                  <a:pt x="0" y="1541213"/>
                  <a:pt x="0" y="1409700"/>
                </a:cubicBezTo>
                <a:lnTo>
                  <a:pt x="0" y="238125"/>
                </a:lnTo>
                <a:cubicBezTo>
                  <a:pt x="0" y="106612"/>
                  <a:pt x="106612" y="0"/>
                  <a:pt x="238125" y="0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595959"/>
            </a:solidFill>
            <a:prstDash val="dash"/>
          </a:ln>
        </p:spPr>
      </p:sp>
      <p:sp>
        <p:nvSpPr>
          <p:cNvPr id="28" name="Panel divider">
            <a:extLst xmlns:a="http://schemas.openxmlformats.org/drawingml/2006/main">
              <a:ext uri="{FF2B5EF4-FFF2-40B4-BE49-F238E27FC236}">
                <a16:creationId xmlns:a16="http://schemas.microsoft.com/office/drawing/2014/main" id="{3B67E458-4286-4F36-AA26-AF3CC36651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5401" y="1538267"/>
            <a:ext cx="191" cy="7049339"/>
          </a:xfrm>
          <a:custGeom xmlns:a="http://schemas.openxmlformats.org/drawingml/2006/main">
            <a:pathLst>
              <a:path w="191" h="6667500">
                <a:moveTo>
                  <a:pt x="0" y="0"/>
                </a:moveTo>
                <a:lnTo>
                  <a:pt x="0" y="6667500"/>
                </a:lnTo>
              </a:path>
            </a:pathLst>
          </a:custGeom>
          <a:noFill xmlns:a="http://schemas.openxmlformats.org/drawingml/2006/main"/>
          <a:ln xmlns:a="http://schemas.openxmlformats.org/drawingml/2006/main" w="30211">
            <a:solidFill>
              <a:srgbClr val="595959"/>
            </a:solidFill>
            <a:prstDash val="dash"/>
          </a:ln>
        </p:spPr>
      </p:sp>
      <p:sp>
        <p:nvSpPr>
          <p:cNvPr id="29" name="Extracted features top">
            <a:extLst xmlns:a="http://schemas.openxmlformats.org/drawingml/2006/main">
              <a:ext uri="{FF2B5EF4-FFF2-40B4-BE49-F238E27FC236}">
                <a16:creationId xmlns:a16="http://schemas.microsoft.com/office/drawing/2014/main" id="{BBCF8681-ED38-47A8-BA43-32A307FDE7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5515" y="3189826"/>
            <a:ext cx="765357" cy="302115"/>
          </a:xfrm>
          <a:custGeom xmlns:a="http://schemas.openxmlformats.org/drawingml/2006/main">
            <a:pathLst>
              <a:path w="723900" h="285750">
                <a:moveTo>
                  <a:pt x="0" y="285750"/>
                </a:moveTo>
                <a:lnTo>
                  <a:pt x="285750" y="0"/>
                </a:lnTo>
                <a:lnTo>
                  <a:pt x="723900" y="0"/>
                </a:lnTo>
                <a:lnTo>
                  <a:pt x="438150" y="28575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0" name="Extracted features right face">
            <a:extLst xmlns:a="http://schemas.openxmlformats.org/drawingml/2006/main">
              <a:ext uri="{FF2B5EF4-FFF2-40B4-BE49-F238E27FC236}">
                <a16:creationId xmlns:a16="http://schemas.microsoft.com/office/drawing/2014/main" id="{75A75E83-4B62-4258-96ED-BBC68E705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08758" y="3189826"/>
            <a:ext cx="302115" cy="785498"/>
          </a:xfrm>
          <a:custGeom xmlns:a="http://schemas.openxmlformats.org/drawingml/2006/main">
            <a:pathLst>
              <a:path w="285750" h="742950">
                <a:moveTo>
                  <a:pt x="0" y="285750"/>
                </a:moveTo>
                <a:lnTo>
                  <a:pt x="285750" y="0"/>
                </a:lnTo>
                <a:lnTo>
                  <a:pt x="285750" y="457200"/>
                </a:lnTo>
                <a:lnTo>
                  <a:pt x="0" y="742950"/>
                </a:lnTo>
                <a:close/>
              </a:path>
            </a:pathLst>
          </a:custGeom>
          <a:solidFill xmlns:a="http://schemas.openxmlformats.org/drawingml/2006/main">
            <a:srgbClr val="C6AFB6"/>
          </a:solidFill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1" name="Extracted features front">
            <a:extLst xmlns:a="http://schemas.openxmlformats.org/drawingml/2006/main">
              <a:ext uri="{FF2B5EF4-FFF2-40B4-BE49-F238E27FC236}">
                <a16:creationId xmlns:a16="http://schemas.microsoft.com/office/drawing/2014/main" id="{9DDC2668-F48D-425C-B27E-8EEB0C48A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5515" y="3491941"/>
            <a:ext cx="463242" cy="483383"/>
          </a:xfrm>
          <a:custGeom xmlns:a="http://schemas.openxmlformats.org/drawingml/2006/main">
            <a:pathLst>
              <a:path w="438150" h="457200">
                <a:moveTo>
                  <a:pt x="0" y="0"/>
                </a:moveTo>
                <a:lnTo>
                  <a:pt x="438150" y="0"/>
                </a:lnTo>
                <a:lnTo>
                  <a:pt x="438150" y="457200"/>
                </a:lnTo>
                <a:lnTo>
                  <a:pt x="0" y="45720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2" name="Extract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DCB0586C-8035-4285-BB98-C687F9485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9930" y="3491941"/>
            <a:ext cx="191" cy="483383"/>
          </a:xfrm>
          <a:custGeom xmlns:a="http://schemas.openxmlformats.org/drawingml/2006/main">
            <a:pathLst>
              <a:path w="191"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3" name="Extract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95F20CCC-F3A6-402B-83EB-36C06AA5CB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5515" y="3653068"/>
            <a:ext cx="463242" cy="191"/>
          </a:xfrm>
          <a:custGeom xmlns:a="http://schemas.openxmlformats.org/drawingml/2006/main">
            <a:pathLst>
              <a:path w="438150" h="191">
                <a:moveTo>
                  <a:pt x="0" y="0"/>
                </a:moveTo>
                <a:lnTo>
                  <a:pt x="4381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4" name="Extracted features top grid">
            <a:extLst xmlns:a="http://schemas.openxmlformats.org/drawingml/2006/main">
              <a:ext uri="{FF2B5EF4-FFF2-40B4-BE49-F238E27FC236}">
                <a16:creationId xmlns:a16="http://schemas.microsoft.com/office/drawing/2014/main" id="{F78CB913-8EBE-4A3E-9FE5-6253204A5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9930" y="3189826"/>
            <a:ext cx="302115" cy="302115"/>
          </a:xfrm>
          <a:custGeom xmlns:a="http://schemas.openxmlformats.org/drawingml/2006/main">
            <a:pathLst>
              <a:path w="285750" h="285750">
                <a:moveTo>
                  <a:pt x="0" y="285750"/>
                </a:moveTo>
                <a:lnTo>
                  <a:pt x="285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5" name="Extract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2A4FD275-891E-4FE5-8F2D-7BEF132FF8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4344" y="3491941"/>
            <a:ext cx="191" cy="483383"/>
          </a:xfrm>
          <a:custGeom xmlns:a="http://schemas.openxmlformats.org/drawingml/2006/main">
            <a:pathLst>
              <a:path w="191"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6" name="Extract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22290689-356A-4FB2-82A8-EBA092A68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5515" y="3814196"/>
            <a:ext cx="463242" cy="191"/>
          </a:xfrm>
          <a:custGeom xmlns:a="http://schemas.openxmlformats.org/drawingml/2006/main">
            <a:pathLst>
              <a:path w="438150" h="191">
                <a:moveTo>
                  <a:pt x="0" y="0"/>
                </a:moveTo>
                <a:lnTo>
                  <a:pt x="4381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7" name="Extracted features top grid">
            <a:extLst xmlns:a="http://schemas.openxmlformats.org/drawingml/2006/main">
              <a:ext uri="{FF2B5EF4-FFF2-40B4-BE49-F238E27FC236}">
                <a16:creationId xmlns:a16="http://schemas.microsoft.com/office/drawing/2014/main" id="{0832C168-EA70-4207-9DB2-EF3565E35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4344" y="3189826"/>
            <a:ext cx="302115" cy="302115"/>
          </a:xfrm>
          <a:custGeom xmlns:a="http://schemas.openxmlformats.org/drawingml/2006/main">
            <a:pathLst>
              <a:path w="285750" h="285750">
                <a:moveTo>
                  <a:pt x="0" y="285750"/>
                </a:moveTo>
                <a:lnTo>
                  <a:pt x="285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8" name="Batched features top">
            <a:extLst xmlns:a="http://schemas.openxmlformats.org/drawingml/2006/main">
              <a:ext uri="{FF2B5EF4-FFF2-40B4-BE49-F238E27FC236}">
                <a16:creationId xmlns:a16="http://schemas.microsoft.com/office/drawing/2014/main" id="{89ADB5CD-A183-4C0A-A4EF-BC165FC3D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7841" y="5042795"/>
            <a:ext cx="765357" cy="302115"/>
          </a:xfrm>
          <a:custGeom xmlns:a="http://schemas.openxmlformats.org/drawingml/2006/main">
            <a:pathLst>
              <a:path w="723900" h="285750">
                <a:moveTo>
                  <a:pt x="0" y="285750"/>
                </a:moveTo>
                <a:lnTo>
                  <a:pt x="285750" y="0"/>
                </a:lnTo>
                <a:lnTo>
                  <a:pt x="723900" y="0"/>
                </a:lnTo>
                <a:lnTo>
                  <a:pt x="438150" y="28575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39" name="Batched features right face">
            <a:extLst xmlns:a="http://schemas.openxmlformats.org/drawingml/2006/main">
              <a:ext uri="{FF2B5EF4-FFF2-40B4-BE49-F238E27FC236}">
                <a16:creationId xmlns:a16="http://schemas.microsoft.com/office/drawing/2014/main" id="{84018FBA-7C61-4DEB-AE19-735177D75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41084" y="5042795"/>
            <a:ext cx="302115" cy="785498"/>
          </a:xfrm>
          <a:custGeom xmlns:a="http://schemas.openxmlformats.org/drawingml/2006/main">
            <a:pathLst>
              <a:path w="285750" h="742950">
                <a:moveTo>
                  <a:pt x="0" y="285750"/>
                </a:moveTo>
                <a:lnTo>
                  <a:pt x="285750" y="0"/>
                </a:lnTo>
                <a:lnTo>
                  <a:pt x="285750" y="457200"/>
                </a:lnTo>
                <a:lnTo>
                  <a:pt x="0" y="742950"/>
                </a:lnTo>
                <a:close/>
              </a:path>
            </a:pathLst>
          </a:custGeom>
          <a:solidFill xmlns:a="http://schemas.openxmlformats.org/drawingml/2006/main">
            <a:srgbClr val="C6AFB6"/>
          </a:solidFill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0" name="Batched features front">
            <a:extLst xmlns:a="http://schemas.openxmlformats.org/drawingml/2006/main">
              <a:ext uri="{FF2B5EF4-FFF2-40B4-BE49-F238E27FC236}">
                <a16:creationId xmlns:a16="http://schemas.microsoft.com/office/drawing/2014/main" id="{464A64B9-DFEB-497C-98AC-130C34FF3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7841" y="5344910"/>
            <a:ext cx="463242" cy="483383"/>
          </a:xfrm>
          <a:custGeom xmlns:a="http://schemas.openxmlformats.org/drawingml/2006/main">
            <a:pathLst>
              <a:path w="438150" h="457200">
                <a:moveTo>
                  <a:pt x="0" y="0"/>
                </a:moveTo>
                <a:lnTo>
                  <a:pt x="438150" y="0"/>
                </a:lnTo>
                <a:lnTo>
                  <a:pt x="438150" y="457200"/>
                </a:lnTo>
                <a:lnTo>
                  <a:pt x="0" y="45720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1" name="Batch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B058806F-4F6D-4A16-B9D4-AB7D2A0E6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32256" y="5344910"/>
            <a:ext cx="191" cy="483383"/>
          </a:xfrm>
          <a:custGeom xmlns:a="http://schemas.openxmlformats.org/drawingml/2006/main">
            <a:pathLst>
              <a:path w="191"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2" name="Batch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1364658B-B516-4B20-8755-E7549666F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7841" y="5506037"/>
            <a:ext cx="463242" cy="191"/>
          </a:xfrm>
          <a:custGeom xmlns:a="http://schemas.openxmlformats.org/drawingml/2006/main">
            <a:pathLst>
              <a:path w="438150" h="191">
                <a:moveTo>
                  <a:pt x="0" y="0"/>
                </a:moveTo>
                <a:lnTo>
                  <a:pt x="4381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3" name="Batched features top grid">
            <a:extLst xmlns:a="http://schemas.openxmlformats.org/drawingml/2006/main">
              <a:ext uri="{FF2B5EF4-FFF2-40B4-BE49-F238E27FC236}">
                <a16:creationId xmlns:a16="http://schemas.microsoft.com/office/drawing/2014/main" id="{109715FD-9E37-4B1B-AA24-398D6173B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32256" y="5042795"/>
            <a:ext cx="302115" cy="302115"/>
          </a:xfrm>
          <a:custGeom xmlns:a="http://schemas.openxmlformats.org/drawingml/2006/main">
            <a:pathLst>
              <a:path w="285750" h="285750">
                <a:moveTo>
                  <a:pt x="0" y="285750"/>
                </a:moveTo>
                <a:lnTo>
                  <a:pt x="285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4" name="Batch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39ABF6A5-52A3-4997-B491-8B48F8B9A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6670" y="5344910"/>
            <a:ext cx="191" cy="483383"/>
          </a:xfrm>
          <a:custGeom xmlns:a="http://schemas.openxmlformats.org/drawingml/2006/main">
            <a:pathLst>
              <a:path w="191"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5" name="Batch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058F6554-B32F-4028-B1BE-AE869B73C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7841" y="5667165"/>
            <a:ext cx="463242" cy="191"/>
          </a:xfrm>
          <a:custGeom xmlns:a="http://schemas.openxmlformats.org/drawingml/2006/main">
            <a:pathLst>
              <a:path w="438150" h="191">
                <a:moveTo>
                  <a:pt x="0" y="0"/>
                </a:moveTo>
                <a:lnTo>
                  <a:pt x="4381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6" name="Batched features top grid">
            <a:extLst xmlns:a="http://schemas.openxmlformats.org/drawingml/2006/main">
              <a:ext uri="{FF2B5EF4-FFF2-40B4-BE49-F238E27FC236}">
                <a16:creationId xmlns:a16="http://schemas.microsoft.com/office/drawing/2014/main" id="{CD262516-B537-4D46-9CDA-5FD3A7CEC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6670" y="5042795"/>
            <a:ext cx="302115" cy="302115"/>
          </a:xfrm>
          <a:custGeom xmlns:a="http://schemas.openxmlformats.org/drawingml/2006/main">
            <a:pathLst>
              <a:path w="285750" h="285750">
                <a:moveTo>
                  <a:pt x="0" y="285750"/>
                </a:moveTo>
                <a:lnTo>
                  <a:pt x="285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7" name="Shuffled features top">
            <a:extLst xmlns:a="http://schemas.openxmlformats.org/drawingml/2006/main">
              <a:ext uri="{FF2B5EF4-FFF2-40B4-BE49-F238E27FC236}">
                <a16:creationId xmlns:a16="http://schemas.microsoft.com/office/drawing/2014/main" id="{15CCCE6A-49DB-4D0D-9B18-3F6832F6B9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7912" y="6623861"/>
            <a:ext cx="765357" cy="302115"/>
          </a:xfrm>
          <a:custGeom xmlns:a="http://schemas.openxmlformats.org/drawingml/2006/main">
            <a:pathLst>
              <a:path w="723900" h="285750">
                <a:moveTo>
                  <a:pt x="0" y="285750"/>
                </a:moveTo>
                <a:lnTo>
                  <a:pt x="285750" y="0"/>
                </a:lnTo>
                <a:lnTo>
                  <a:pt x="723900" y="0"/>
                </a:lnTo>
                <a:lnTo>
                  <a:pt x="438150" y="28575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8" name="Shuffled features right face">
            <a:extLst xmlns:a="http://schemas.openxmlformats.org/drawingml/2006/main">
              <a:ext uri="{FF2B5EF4-FFF2-40B4-BE49-F238E27FC236}">
                <a16:creationId xmlns:a16="http://schemas.microsoft.com/office/drawing/2014/main" id="{346A37F2-687C-4486-A5E1-DFCCA60FD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1154" y="6623861"/>
            <a:ext cx="302115" cy="785498"/>
          </a:xfrm>
          <a:custGeom xmlns:a="http://schemas.openxmlformats.org/drawingml/2006/main">
            <a:pathLst>
              <a:path w="285750" h="742950">
                <a:moveTo>
                  <a:pt x="0" y="285750"/>
                </a:moveTo>
                <a:lnTo>
                  <a:pt x="285750" y="0"/>
                </a:lnTo>
                <a:lnTo>
                  <a:pt x="285750" y="457200"/>
                </a:lnTo>
                <a:lnTo>
                  <a:pt x="0" y="742950"/>
                </a:lnTo>
                <a:close/>
              </a:path>
            </a:pathLst>
          </a:custGeom>
          <a:solidFill xmlns:a="http://schemas.openxmlformats.org/drawingml/2006/main">
            <a:srgbClr val="C6AFB6"/>
          </a:solidFill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49" name="Shuffled features front">
            <a:extLst xmlns:a="http://schemas.openxmlformats.org/drawingml/2006/main">
              <a:ext uri="{FF2B5EF4-FFF2-40B4-BE49-F238E27FC236}">
                <a16:creationId xmlns:a16="http://schemas.microsoft.com/office/drawing/2014/main" id="{99140AAA-85A3-4D44-AB41-669093E3A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7912" y="6925976"/>
            <a:ext cx="463242" cy="483383"/>
          </a:xfrm>
          <a:custGeom xmlns:a="http://schemas.openxmlformats.org/drawingml/2006/main">
            <a:pathLst>
              <a:path w="438150" h="457200">
                <a:moveTo>
                  <a:pt x="0" y="0"/>
                </a:moveTo>
                <a:lnTo>
                  <a:pt x="438150" y="0"/>
                </a:lnTo>
                <a:lnTo>
                  <a:pt x="438150" y="457200"/>
                </a:lnTo>
                <a:lnTo>
                  <a:pt x="0" y="45720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50" name="Shuffl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242809F8-0768-449D-A7D6-5CFC8FD04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42326" y="6925976"/>
            <a:ext cx="191" cy="483383"/>
          </a:xfrm>
          <a:custGeom xmlns:a="http://schemas.openxmlformats.org/drawingml/2006/main">
            <a:pathLst>
              <a:path w="191"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51" name="Shuffl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D015BF8F-0D82-45C6-935E-FF8BBF3F7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7912" y="7087104"/>
            <a:ext cx="463242" cy="191"/>
          </a:xfrm>
          <a:custGeom xmlns:a="http://schemas.openxmlformats.org/drawingml/2006/main">
            <a:pathLst>
              <a:path w="438150" h="191">
                <a:moveTo>
                  <a:pt x="0" y="0"/>
                </a:moveTo>
                <a:lnTo>
                  <a:pt x="4381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52" name="Shuffled features top grid">
            <a:extLst xmlns:a="http://schemas.openxmlformats.org/drawingml/2006/main">
              <a:ext uri="{FF2B5EF4-FFF2-40B4-BE49-F238E27FC236}">
                <a16:creationId xmlns:a16="http://schemas.microsoft.com/office/drawing/2014/main" id="{2781F811-6EAD-492D-AD18-0F1195E01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42326" y="6623861"/>
            <a:ext cx="302115" cy="302115"/>
          </a:xfrm>
          <a:custGeom xmlns:a="http://schemas.openxmlformats.org/drawingml/2006/main">
            <a:pathLst>
              <a:path w="285750" h="285750">
                <a:moveTo>
                  <a:pt x="0" y="285750"/>
                </a:moveTo>
                <a:lnTo>
                  <a:pt x="285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53" name="Shuffl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4BECE759-A4C9-4134-A0C7-58030C9F7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96740" y="6925976"/>
            <a:ext cx="191" cy="483383"/>
          </a:xfrm>
          <a:custGeom xmlns:a="http://schemas.openxmlformats.org/drawingml/2006/main">
            <a:pathLst>
              <a:path w="191"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54" name="Shuffled features editable cell grid">
            <a:extLst xmlns:a="http://schemas.openxmlformats.org/drawingml/2006/main">
              <a:ext uri="{FF2B5EF4-FFF2-40B4-BE49-F238E27FC236}">
                <a16:creationId xmlns:a16="http://schemas.microsoft.com/office/drawing/2014/main" id="{D9AEC915-1886-4F31-A358-D1409BD7E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7912" y="7248231"/>
            <a:ext cx="463242" cy="191"/>
          </a:xfrm>
          <a:custGeom xmlns:a="http://schemas.openxmlformats.org/drawingml/2006/main">
            <a:pathLst>
              <a:path w="438150" h="191">
                <a:moveTo>
                  <a:pt x="0" y="0"/>
                </a:moveTo>
                <a:lnTo>
                  <a:pt x="4381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55" name="Shuffled features top grid">
            <a:extLst xmlns:a="http://schemas.openxmlformats.org/drawingml/2006/main">
              <a:ext uri="{FF2B5EF4-FFF2-40B4-BE49-F238E27FC236}">
                <a16:creationId xmlns:a16="http://schemas.microsoft.com/office/drawing/2014/main" id="{9EF7A0B1-D3E1-43AA-ACF3-16ED7FA69A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96740" y="6623861"/>
            <a:ext cx="302115" cy="302115"/>
          </a:xfrm>
          <a:custGeom xmlns:a="http://schemas.openxmlformats.org/drawingml/2006/main">
            <a:pathLst>
              <a:path w="285750" h="285750">
                <a:moveTo>
                  <a:pt x="0" y="285750"/>
                </a:moveTo>
                <a:lnTo>
                  <a:pt x="2857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141">
            <a:solidFill>
              <a:srgbClr val="FFFFFF"/>
            </a:solidFill>
            <a:prstDash val="solid"/>
          </a:ln>
        </p:spPr>
      </p:sp>
      <p:sp>
        <p:nvSpPr>
          <p:cNvPr id="56" name="Observation relation vector front">
            <a:extLst xmlns:a="http://schemas.openxmlformats.org/drawingml/2006/main">
              <a:ext uri="{FF2B5EF4-FFF2-40B4-BE49-F238E27FC236}">
                <a16:creationId xmlns:a16="http://schemas.microsoft.com/office/drawing/2014/main" id="{68F04952-56F8-4C91-BC63-90901DCD7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57894" y="3149544"/>
            <a:ext cx="261833" cy="241692"/>
          </a:xfrm>
          <a:custGeom xmlns:a="http://schemas.openxmlformats.org/drawingml/2006/main">
            <a:pathLst>
              <a:path w="247650" h="228600">
                <a:moveTo>
                  <a:pt x="0" y="0"/>
                </a:moveTo>
                <a:lnTo>
                  <a:pt x="247650" y="0"/>
                </a:lnTo>
                <a:lnTo>
                  <a:pt x="247650" y="228600"/>
                </a:lnTo>
                <a:lnTo>
                  <a:pt x="0" y="22860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57" name="Observation relation vector top">
            <a:extLst xmlns:a="http://schemas.openxmlformats.org/drawingml/2006/main">
              <a:ext uri="{FF2B5EF4-FFF2-40B4-BE49-F238E27FC236}">
                <a16:creationId xmlns:a16="http://schemas.microsoft.com/office/drawing/2014/main" id="{811FBF70-9056-48F5-A7D7-8575D42FB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57894" y="2545315"/>
            <a:ext cx="866062" cy="604229"/>
          </a:xfrm>
          <a:custGeom xmlns:a="http://schemas.openxmlformats.org/drawingml/2006/main">
            <a:pathLst>
              <a:path w="819150" h="571500">
                <a:moveTo>
                  <a:pt x="0" y="571500"/>
                </a:moveTo>
                <a:lnTo>
                  <a:pt x="571500" y="0"/>
                </a:lnTo>
                <a:lnTo>
                  <a:pt x="819150" y="0"/>
                </a:lnTo>
                <a:lnTo>
                  <a:pt x="247650" y="57150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58" name="Observation relation vector side">
            <a:extLst xmlns:a="http://schemas.openxmlformats.org/drawingml/2006/main">
              <a:ext uri="{FF2B5EF4-FFF2-40B4-BE49-F238E27FC236}">
                <a16:creationId xmlns:a16="http://schemas.microsoft.com/office/drawing/2014/main" id="{ADBD5CFE-2A81-4143-91B8-3D171C26C2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19727" y="2545315"/>
            <a:ext cx="604229" cy="845921"/>
          </a:xfrm>
          <a:custGeom xmlns:a="http://schemas.openxmlformats.org/drawingml/2006/main">
            <a:pathLst>
              <a:path w="571500" h="800100">
                <a:moveTo>
                  <a:pt x="0" y="571500"/>
                </a:moveTo>
                <a:lnTo>
                  <a:pt x="571500" y="0"/>
                </a:lnTo>
                <a:lnTo>
                  <a:pt x="571500" y="228600"/>
                </a:lnTo>
                <a:lnTo>
                  <a:pt x="0" y="800100"/>
                </a:lnTo>
                <a:close/>
              </a:path>
            </a:pathLst>
          </a:custGeom>
          <a:solidFill xmlns:a="http://schemas.openxmlformats.org/drawingml/2006/main">
            <a:srgbClr val="C6B8BD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59" name="Goal relation vector front">
            <a:extLst xmlns:a="http://schemas.openxmlformats.org/drawingml/2006/main">
              <a:ext uri="{FF2B5EF4-FFF2-40B4-BE49-F238E27FC236}">
                <a16:creationId xmlns:a16="http://schemas.microsoft.com/office/drawing/2014/main" id="{594C0F61-3466-4E1C-8736-2C8581BA3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7753" y="5002513"/>
            <a:ext cx="261833" cy="241692"/>
          </a:xfrm>
          <a:custGeom xmlns:a="http://schemas.openxmlformats.org/drawingml/2006/main">
            <a:pathLst>
              <a:path w="247650" h="228600">
                <a:moveTo>
                  <a:pt x="0" y="0"/>
                </a:moveTo>
                <a:lnTo>
                  <a:pt x="247650" y="0"/>
                </a:lnTo>
                <a:lnTo>
                  <a:pt x="247650" y="228600"/>
                </a:lnTo>
                <a:lnTo>
                  <a:pt x="0" y="22860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60" name="Goal relation vector top">
            <a:extLst xmlns:a="http://schemas.openxmlformats.org/drawingml/2006/main">
              <a:ext uri="{FF2B5EF4-FFF2-40B4-BE49-F238E27FC236}">
                <a16:creationId xmlns:a16="http://schemas.microsoft.com/office/drawing/2014/main" id="{AE5B53F8-252C-490A-A3C0-7C8E408079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7753" y="4398284"/>
            <a:ext cx="866062" cy="604229"/>
          </a:xfrm>
          <a:custGeom xmlns:a="http://schemas.openxmlformats.org/drawingml/2006/main">
            <a:pathLst>
              <a:path w="819150" h="571500">
                <a:moveTo>
                  <a:pt x="0" y="571500"/>
                </a:moveTo>
                <a:lnTo>
                  <a:pt x="571500" y="0"/>
                </a:lnTo>
                <a:lnTo>
                  <a:pt x="819150" y="0"/>
                </a:lnTo>
                <a:lnTo>
                  <a:pt x="247650" y="571500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61" name="Goal relation vector side">
            <a:extLst xmlns:a="http://schemas.openxmlformats.org/drawingml/2006/main">
              <a:ext uri="{FF2B5EF4-FFF2-40B4-BE49-F238E27FC236}">
                <a16:creationId xmlns:a16="http://schemas.microsoft.com/office/drawing/2014/main" id="{F3F2362F-5E4C-4A21-A805-66FDA80D5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99586" y="4398284"/>
            <a:ext cx="604229" cy="845921"/>
          </a:xfrm>
          <a:custGeom xmlns:a="http://schemas.openxmlformats.org/drawingml/2006/main">
            <a:pathLst>
              <a:path w="571500" h="800100">
                <a:moveTo>
                  <a:pt x="0" y="571500"/>
                </a:moveTo>
                <a:lnTo>
                  <a:pt x="571500" y="0"/>
                </a:lnTo>
                <a:lnTo>
                  <a:pt x="571500" y="228600"/>
                </a:lnTo>
                <a:lnTo>
                  <a:pt x="0" y="800100"/>
                </a:lnTo>
                <a:close/>
              </a:path>
            </a:pathLst>
          </a:custGeom>
          <a:solidFill xmlns:a="http://schemas.openxmlformats.org/drawingml/2006/main">
            <a:srgbClr val="C6B8BD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62" name="Visual feature vector front">
            <a:extLst xmlns:a="http://schemas.openxmlformats.org/drawingml/2006/main">
              <a:ext uri="{FF2B5EF4-FFF2-40B4-BE49-F238E27FC236}">
                <a16:creationId xmlns:a16="http://schemas.microsoft.com/office/drawing/2014/main" id="{F6A8CE01-D86B-46BE-B526-F8607F7A7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17612" y="7328795"/>
            <a:ext cx="261833" cy="241692"/>
          </a:xfrm>
          <a:custGeom xmlns:a="http://schemas.openxmlformats.org/drawingml/2006/main">
            <a:pathLst>
              <a:path w="247650" h="228600">
                <a:moveTo>
                  <a:pt x="0" y="0"/>
                </a:moveTo>
                <a:lnTo>
                  <a:pt x="247650" y="0"/>
                </a:lnTo>
                <a:lnTo>
                  <a:pt x="247650" y="228600"/>
                </a:lnTo>
                <a:lnTo>
                  <a:pt x="0" y="228600"/>
                </a:lnTo>
                <a:close/>
              </a:path>
            </a:pathLst>
          </a:custGeom>
          <a:solidFill xmlns:a="http://schemas.openxmlformats.org/drawingml/2006/main">
            <a:srgbClr val="C4DBEC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63" name="Visual feature vector top">
            <a:extLst xmlns:a="http://schemas.openxmlformats.org/drawingml/2006/main">
              <a:ext uri="{FF2B5EF4-FFF2-40B4-BE49-F238E27FC236}">
                <a16:creationId xmlns:a16="http://schemas.microsoft.com/office/drawing/2014/main" id="{74AEAE42-6053-468F-ABF0-139846B14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17612" y="6724566"/>
            <a:ext cx="866062" cy="604229"/>
          </a:xfrm>
          <a:custGeom xmlns:a="http://schemas.openxmlformats.org/drawingml/2006/main">
            <a:pathLst>
              <a:path w="819150" h="571500">
                <a:moveTo>
                  <a:pt x="0" y="571500"/>
                </a:moveTo>
                <a:lnTo>
                  <a:pt x="571500" y="0"/>
                </a:lnTo>
                <a:lnTo>
                  <a:pt x="819150" y="0"/>
                </a:lnTo>
                <a:lnTo>
                  <a:pt x="247650" y="571500"/>
                </a:lnTo>
                <a:close/>
              </a:path>
            </a:pathLst>
          </a:custGeom>
          <a:solidFill xmlns:a="http://schemas.openxmlformats.org/drawingml/2006/main">
            <a:srgbClr val="C4DBEC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64" name="Visual feature vector side">
            <a:extLst xmlns:a="http://schemas.openxmlformats.org/drawingml/2006/main">
              <a:ext uri="{FF2B5EF4-FFF2-40B4-BE49-F238E27FC236}">
                <a16:creationId xmlns:a16="http://schemas.microsoft.com/office/drawing/2014/main" id="{03CA70BA-C7A6-48A3-8AFC-2AC6E6E58F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9445" y="6724566"/>
            <a:ext cx="604229" cy="845921"/>
          </a:xfrm>
          <a:custGeom xmlns:a="http://schemas.openxmlformats.org/drawingml/2006/main">
            <a:pathLst>
              <a:path w="571500" h="800100">
                <a:moveTo>
                  <a:pt x="0" y="571500"/>
                </a:moveTo>
                <a:lnTo>
                  <a:pt x="571500" y="0"/>
                </a:lnTo>
                <a:lnTo>
                  <a:pt x="571500" y="228600"/>
                </a:lnTo>
                <a:lnTo>
                  <a:pt x="0" y="800100"/>
                </a:lnTo>
                <a:close/>
              </a:path>
            </a:pathLst>
          </a:custGeom>
          <a:solidFill xmlns:a="http://schemas.openxmlformats.org/drawingml/2006/main">
            <a:srgbClr val="B8CBDC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65" name="Distance matrix cell 1-1">
            <a:extLst xmlns:a="http://schemas.openxmlformats.org/drawingml/2006/main">
              <a:ext uri="{FF2B5EF4-FFF2-40B4-BE49-F238E27FC236}">
                <a16:creationId xmlns:a16="http://schemas.microsoft.com/office/drawing/2014/main" id="{45C9955B-07BD-4EF0-A87D-C085504D3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8767" y="2998487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395723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66" name="Distance matrix cell 1-2">
            <a:extLst xmlns:a="http://schemas.openxmlformats.org/drawingml/2006/main">
              <a:ext uri="{FF2B5EF4-FFF2-40B4-BE49-F238E27FC236}">
                <a16:creationId xmlns:a16="http://schemas.microsoft.com/office/drawing/2014/main" id="{D8D899A0-6AEB-424D-A79F-9A8BDAEA4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0388" y="2998487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538234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67" name="Distance matrix cell 1-3">
            <a:extLst xmlns:a="http://schemas.openxmlformats.org/drawingml/2006/main">
              <a:ext uri="{FF2B5EF4-FFF2-40B4-BE49-F238E27FC236}">
                <a16:creationId xmlns:a16="http://schemas.microsoft.com/office/drawing/2014/main" id="{419D94D7-3EFC-415B-B613-CE58308FC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2009" y="2998487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A8D18D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68" name="Distance matrix cell 1-4">
            <a:extLst xmlns:a="http://schemas.openxmlformats.org/drawingml/2006/main">
              <a:ext uri="{FF2B5EF4-FFF2-40B4-BE49-F238E27FC236}">
                <a16:creationId xmlns:a16="http://schemas.microsoft.com/office/drawing/2014/main" id="{A8BDAC2A-1956-40F8-B0CC-16FC88797B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3630" y="2998487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C5E0B5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69" name="Distance matrix cell 1-5">
            <a:extLst xmlns:a="http://schemas.openxmlformats.org/drawingml/2006/main">
              <a:ext uri="{FF2B5EF4-FFF2-40B4-BE49-F238E27FC236}">
                <a16:creationId xmlns:a16="http://schemas.microsoft.com/office/drawing/2014/main" id="{92B66E0B-8121-497F-BFAF-FD6F64D787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5251" y="2998487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E2F0D9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0" name="Distance matrix cell 2-1">
            <a:extLst xmlns:a="http://schemas.openxmlformats.org/drawingml/2006/main">
              <a:ext uri="{FF2B5EF4-FFF2-40B4-BE49-F238E27FC236}">
                <a16:creationId xmlns:a16="http://schemas.microsoft.com/office/drawing/2014/main" id="{EB3C1A60-7EDE-41C5-8E2F-AFDF7629F1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8767" y="3230108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203864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1" name="Distance matrix cell 2-2">
            <a:extLst xmlns:a="http://schemas.openxmlformats.org/drawingml/2006/main">
              <a:ext uri="{FF2B5EF4-FFF2-40B4-BE49-F238E27FC236}">
                <a16:creationId xmlns:a16="http://schemas.microsoft.com/office/drawing/2014/main" id="{AD21408B-C9A2-4DF2-9CDE-CF02EB186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0388" y="3230108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2F5596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2" name="Distance matrix cell 2-3">
            <a:extLst xmlns:a="http://schemas.openxmlformats.org/drawingml/2006/main">
              <a:ext uri="{FF2B5EF4-FFF2-40B4-BE49-F238E27FC236}">
                <a16:creationId xmlns:a16="http://schemas.microsoft.com/office/drawing/2014/main" id="{1D1EADEC-5782-42B1-B315-DBE2B43A1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2009" y="3230108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8FABDD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3" name="Distance matrix cell 2-4">
            <a:extLst xmlns:a="http://schemas.openxmlformats.org/drawingml/2006/main">
              <a:ext uri="{FF2B5EF4-FFF2-40B4-BE49-F238E27FC236}">
                <a16:creationId xmlns:a16="http://schemas.microsoft.com/office/drawing/2014/main" id="{A6A023F0-CEFE-4DEA-80A6-2A4F1373F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3630" y="3230108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B4C7E7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4" name="Distance matrix cell 2-5">
            <a:extLst xmlns:a="http://schemas.openxmlformats.org/drawingml/2006/main">
              <a:ext uri="{FF2B5EF4-FFF2-40B4-BE49-F238E27FC236}">
                <a16:creationId xmlns:a16="http://schemas.microsoft.com/office/drawing/2014/main" id="{B641807C-1CA3-49E8-98B6-E1586BC63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5251" y="3230108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DAE3F4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5" name="Distance matrix cell 3-1">
            <a:extLst xmlns:a="http://schemas.openxmlformats.org/drawingml/2006/main">
              <a:ext uri="{FF2B5EF4-FFF2-40B4-BE49-F238E27FC236}">
                <a16:creationId xmlns:a16="http://schemas.microsoft.com/office/drawing/2014/main" id="{8B950F7E-8BE0-4AEC-853C-181770FE7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8767" y="3461729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7E6000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6" name="Distance matrix cell 3-2">
            <a:extLst xmlns:a="http://schemas.openxmlformats.org/drawingml/2006/main">
              <a:ext uri="{FF2B5EF4-FFF2-40B4-BE49-F238E27FC236}">
                <a16:creationId xmlns:a16="http://schemas.microsoft.com/office/drawing/2014/main" id="{5E49AA9F-72EF-43BC-96F8-F83DA91FF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0388" y="3461729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BF9100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7" name="Distance matrix cell 3-3">
            <a:extLst xmlns:a="http://schemas.openxmlformats.org/drawingml/2006/main">
              <a:ext uri="{FF2B5EF4-FFF2-40B4-BE49-F238E27FC236}">
                <a16:creationId xmlns:a16="http://schemas.microsoft.com/office/drawing/2014/main" id="{FA8C2E91-B598-488E-A4B7-27CFFAE0F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2009" y="3461729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FED966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8" name="Distance matrix cell 3-4">
            <a:extLst xmlns:a="http://schemas.openxmlformats.org/drawingml/2006/main">
              <a:ext uri="{FF2B5EF4-FFF2-40B4-BE49-F238E27FC236}">
                <a16:creationId xmlns:a16="http://schemas.microsoft.com/office/drawing/2014/main" id="{7FC96602-ACF1-479F-AA8C-5422930DE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3630" y="3461729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FFE699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79" name="Distance matrix cell 3-5">
            <a:extLst xmlns:a="http://schemas.openxmlformats.org/drawingml/2006/main">
              <a:ext uri="{FF2B5EF4-FFF2-40B4-BE49-F238E27FC236}">
                <a16:creationId xmlns:a16="http://schemas.microsoft.com/office/drawing/2014/main" id="{5395E989-62B2-4D5B-A8B4-7BDBB3C28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5251" y="3461729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FFF2CD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0" name="Distance matrix cell 4-1">
            <a:extLst xmlns:a="http://schemas.openxmlformats.org/drawingml/2006/main">
              <a:ext uri="{FF2B5EF4-FFF2-40B4-BE49-F238E27FC236}">
                <a16:creationId xmlns:a16="http://schemas.microsoft.com/office/drawing/2014/main" id="{390C919B-0288-43F8-BEBD-6179A8DB9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8767" y="3693350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843C0C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1" name="Distance matrix cell 4-2">
            <a:extLst xmlns:a="http://schemas.openxmlformats.org/drawingml/2006/main">
              <a:ext uri="{FF2B5EF4-FFF2-40B4-BE49-F238E27FC236}">
                <a16:creationId xmlns:a16="http://schemas.microsoft.com/office/drawing/2014/main" id="{450C21CE-D6C2-4D85-A0C4-F404AAB90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0388" y="3693350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C55B11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2" name="Distance matrix cell 4-3">
            <a:extLst xmlns:a="http://schemas.openxmlformats.org/drawingml/2006/main">
              <a:ext uri="{FF2B5EF4-FFF2-40B4-BE49-F238E27FC236}">
                <a16:creationId xmlns:a16="http://schemas.microsoft.com/office/drawing/2014/main" id="{5DC2F0DE-020E-4A9A-922D-22B27AB5E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2009" y="3693350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F4B184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3" name="Distance matrix cell 4-4">
            <a:extLst xmlns:a="http://schemas.openxmlformats.org/drawingml/2006/main">
              <a:ext uri="{FF2B5EF4-FFF2-40B4-BE49-F238E27FC236}">
                <a16:creationId xmlns:a16="http://schemas.microsoft.com/office/drawing/2014/main" id="{709C7528-81B2-4A42-8F0E-758470F68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3630" y="3693350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F8CBAC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4" name="Distance matrix cell 4-5">
            <a:extLst xmlns:a="http://schemas.openxmlformats.org/drawingml/2006/main">
              <a:ext uri="{FF2B5EF4-FFF2-40B4-BE49-F238E27FC236}">
                <a16:creationId xmlns:a16="http://schemas.microsoft.com/office/drawing/2014/main" id="{BD8879DE-4514-4E3B-B5E9-D37B47095B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5251" y="3693350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FBE5D7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5" name="Distance matrix cell 5-1">
            <a:extLst xmlns:a="http://schemas.openxmlformats.org/drawingml/2006/main">
              <a:ext uri="{FF2B5EF4-FFF2-40B4-BE49-F238E27FC236}">
                <a16:creationId xmlns:a16="http://schemas.microsoft.com/office/drawing/2014/main" id="{329F4A02-C1B8-497D-876B-43C28C051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8767" y="3924971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7F7F7F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6" name="Distance matrix cell 5-2">
            <a:extLst xmlns:a="http://schemas.openxmlformats.org/drawingml/2006/main">
              <a:ext uri="{FF2B5EF4-FFF2-40B4-BE49-F238E27FC236}">
                <a16:creationId xmlns:a16="http://schemas.microsoft.com/office/drawing/2014/main" id="{3DA371AF-3BFC-4B5C-8EF8-65C143BCC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0388" y="3924971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A6A6A6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7" name="Distance matrix cell 5-3">
            <a:extLst xmlns:a="http://schemas.openxmlformats.org/drawingml/2006/main">
              <a:ext uri="{FF2B5EF4-FFF2-40B4-BE49-F238E27FC236}">
                <a16:creationId xmlns:a16="http://schemas.microsoft.com/office/drawing/2014/main" id="{14859948-E7BE-43A5-8647-F3043F42FA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02009" y="3924971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BFBFBF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8" name="Distance matrix cell 5-4">
            <a:extLst xmlns:a="http://schemas.openxmlformats.org/drawingml/2006/main">
              <a:ext uri="{FF2B5EF4-FFF2-40B4-BE49-F238E27FC236}">
                <a16:creationId xmlns:a16="http://schemas.microsoft.com/office/drawing/2014/main" id="{A3A5D698-E82B-4ABD-95CF-63DCA89B3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3630" y="3924971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D9D9D9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89" name="Distance matrix cell 5-5">
            <a:extLst xmlns:a="http://schemas.openxmlformats.org/drawingml/2006/main">
              <a:ext uri="{FF2B5EF4-FFF2-40B4-BE49-F238E27FC236}">
                <a16:creationId xmlns:a16="http://schemas.microsoft.com/office/drawing/2014/main" id="{32035A7F-A722-43B1-953B-67AA9DC4B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5251" y="3924971"/>
            <a:ext cx="231621" cy="231621"/>
          </a:xfrm>
          <a:custGeom xmlns:a="http://schemas.openxmlformats.org/drawingml/2006/main">
            <a:pathLst>
              <a:path w="219075" h="219075">
                <a:moveTo>
                  <a:pt x="0" y="0"/>
                </a:moveTo>
                <a:lnTo>
                  <a:pt x="219075" y="0"/>
                </a:lnTo>
                <a:lnTo>
                  <a:pt x="219075" y="219075"/>
                </a:lnTo>
                <a:lnTo>
                  <a:pt x="0" y="219075"/>
                </a:lnTo>
                <a:close/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8056">
            <a:solidFill>
              <a:srgbClr val="595959"/>
            </a:solidFill>
            <a:prstDash val="solid"/>
          </a:ln>
        </p:spPr>
      </p:sp>
      <p:sp>
        <p:nvSpPr>
          <p:cNvPr id="90" name="Cluster assignment stripes">
            <a:extLst xmlns:a="http://schemas.openxmlformats.org/drawingml/2006/main">
              <a:ext uri="{FF2B5EF4-FFF2-40B4-BE49-F238E27FC236}">
                <a16:creationId xmlns:a16="http://schemas.microsoft.com/office/drawing/2014/main" id="{47A6BB31-8EE2-409B-9084-D3EFDC7CE7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9339" y="3068980"/>
            <a:ext cx="574018" cy="1027189"/>
          </a:xfrm>
          <a:custGeom xmlns:a="http://schemas.openxmlformats.org/drawingml/2006/main">
            <a:pathLst>
              <a:path w="542925" h="971550">
                <a:moveTo>
                  <a:pt x="85725" y="0"/>
                </a:moveTo>
                <a:lnTo>
                  <a:pt x="457200" y="0"/>
                </a:lnTo>
                <a:cubicBezTo>
                  <a:pt x="504545" y="0"/>
                  <a:pt x="542925" y="38380"/>
                  <a:pt x="542925" y="85725"/>
                </a:cubicBezTo>
                <a:lnTo>
                  <a:pt x="542925" y="885825"/>
                </a:lnTo>
                <a:cubicBezTo>
                  <a:pt x="542925" y="933170"/>
                  <a:pt x="504545" y="971550"/>
                  <a:pt x="457200" y="971550"/>
                </a:cubicBezTo>
                <a:lnTo>
                  <a:pt x="85725" y="971550"/>
                </a:lnTo>
                <a:cubicBezTo>
                  <a:pt x="38380" y="971550"/>
                  <a:pt x="0" y="933170"/>
                  <a:pt x="0" y="885825"/>
                </a:cubicBezTo>
                <a:lnTo>
                  <a:pt x="0" y="85725"/>
                </a:lnTo>
                <a:cubicBezTo>
                  <a:pt x="0" y="38380"/>
                  <a:pt x="38380" y="0"/>
                  <a:pt x="85725" y="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141">
            <a:solidFill>
              <a:srgbClr val="888888"/>
            </a:solidFill>
            <a:prstDash val="solid"/>
          </a:ln>
        </p:spPr>
      </p:sp>
      <p:sp>
        <p:nvSpPr>
          <p:cNvPr id="91" name="Cluster assignment stripe 1">
            <a:extLst xmlns:a="http://schemas.openxmlformats.org/drawingml/2006/main">
              <a:ext uri="{FF2B5EF4-FFF2-40B4-BE49-F238E27FC236}">
                <a16:creationId xmlns:a16="http://schemas.microsoft.com/office/drawing/2014/main" id="{AA5D7188-2049-4DDB-9612-6908D4948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9762" y="3159615"/>
            <a:ext cx="453172" cy="50352"/>
          </a:xfrm>
          <a:custGeom xmlns:a="http://schemas.openxmlformats.org/drawingml/2006/main">
            <a:pathLst>
              <a:path w="428625" h="47625">
                <a:moveTo>
                  <a:pt x="0" y="0"/>
                </a:moveTo>
                <a:lnTo>
                  <a:pt x="428625" y="0"/>
                </a:lnTo>
                <a:lnTo>
                  <a:pt x="428625" y="47625"/>
                </a:lnTo>
                <a:lnTo>
                  <a:pt x="0" y="47625"/>
                </a:lnTo>
                <a:close/>
              </a:path>
            </a:pathLst>
          </a:custGeom>
          <a:solidFill xmlns:a="http://schemas.openxmlformats.org/drawingml/2006/main">
            <a:srgbClr val="A7D08E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92" name="Cluster assignment stripe 2">
            <a:extLst xmlns:a="http://schemas.openxmlformats.org/drawingml/2006/main">
              <a:ext uri="{FF2B5EF4-FFF2-40B4-BE49-F238E27FC236}">
                <a16:creationId xmlns:a16="http://schemas.microsoft.com/office/drawing/2014/main" id="{B5295A72-B806-4596-B44A-3ABD5224A9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9762" y="3280460"/>
            <a:ext cx="453172" cy="50352"/>
          </a:xfrm>
          <a:custGeom xmlns:a="http://schemas.openxmlformats.org/drawingml/2006/main">
            <a:pathLst>
              <a:path w="428625" h="47625">
                <a:moveTo>
                  <a:pt x="0" y="0"/>
                </a:moveTo>
                <a:lnTo>
                  <a:pt x="428625" y="0"/>
                </a:lnTo>
                <a:lnTo>
                  <a:pt x="428625" y="47625"/>
                </a:lnTo>
                <a:lnTo>
                  <a:pt x="0" y="47625"/>
                </a:lnTo>
                <a:close/>
              </a:path>
            </a:pathLst>
          </a:custGeom>
          <a:solidFill xmlns:a="http://schemas.openxmlformats.org/drawingml/2006/main">
            <a:srgbClr val="9DC3E7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93" name="Cluster assignment stripe 3">
            <a:extLst xmlns:a="http://schemas.openxmlformats.org/drawingml/2006/main">
              <a:ext uri="{FF2B5EF4-FFF2-40B4-BE49-F238E27FC236}">
                <a16:creationId xmlns:a16="http://schemas.microsoft.com/office/drawing/2014/main" id="{D4FCBAAE-B3D0-4A41-97D1-2654F0400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9762" y="3401306"/>
            <a:ext cx="453172" cy="50352"/>
          </a:xfrm>
          <a:custGeom xmlns:a="http://schemas.openxmlformats.org/drawingml/2006/main">
            <a:pathLst>
              <a:path w="428625" h="47625">
                <a:moveTo>
                  <a:pt x="0" y="0"/>
                </a:moveTo>
                <a:lnTo>
                  <a:pt x="428625" y="0"/>
                </a:lnTo>
                <a:lnTo>
                  <a:pt x="428625" y="47625"/>
                </a:lnTo>
                <a:lnTo>
                  <a:pt x="0" y="47625"/>
                </a:lnTo>
                <a:close/>
              </a:path>
            </a:pathLst>
          </a:custGeom>
          <a:solidFill xmlns:a="http://schemas.openxmlformats.org/drawingml/2006/main">
            <a:srgbClr val="FEE697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94" name="Cluster assignment stripe 4">
            <a:extLst xmlns:a="http://schemas.openxmlformats.org/drawingml/2006/main">
              <a:ext uri="{FF2B5EF4-FFF2-40B4-BE49-F238E27FC236}">
                <a16:creationId xmlns:a16="http://schemas.microsoft.com/office/drawing/2014/main" id="{6FEAA73F-453E-434C-9B8B-7A4F936A7B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9762" y="3522152"/>
            <a:ext cx="453172" cy="50352"/>
          </a:xfrm>
          <a:custGeom xmlns:a="http://schemas.openxmlformats.org/drawingml/2006/main">
            <a:pathLst>
              <a:path w="428625" h="47625">
                <a:moveTo>
                  <a:pt x="0" y="0"/>
                </a:moveTo>
                <a:lnTo>
                  <a:pt x="428625" y="0"/>
                </a:lnTo>
                <a:lnTo>
                  <a:pt x="428625" y="47625"/>
                </a:lnTo>
                <a:lnTo>
                  <a:pt x="0" y="47625"/>
                </a:lnTo>
                <a:close/>
              </a:path>
            </a:pathLst>
          </a:custGeom>
          <a:solidFill xmlns:a="http://schemas.openxmlformats.org/drawingml/2006/main">
            <a:srgbClr val="F3B182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95" name="Cluster assignment stripe 5">
            <a:extLst xmlns:a="http://schemas.openxmlformats.org/drawingml/2006/main">
              <a:ext uri="{FF2B5EF4-FFF2-40B4-BE49-F238E27FC236}">
                <a16:creationId xmlns:a16="http://schemas.microsoft.com/office/drawing/2014/main" id="{75D94B64-A859-44EC-AE34-386B0B620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9762" y="3642998"/>
            <a:ext cx="453172" cy="50352"/>
          </a:xfrm>
          <a:custGeom xmlns:a="http://schemas.openxmlformats.org/drawingml/2006/main">
            <a:pathLst>
              <a:path w="428625" h="47625">
                <a:moveTo>
                  <a:pt x="0" y="0"/>
                </a:moveTo>
                <a:lnTo>
                  <a:pt x="428625" y="0"/>
                </a:lnTo>
                <a:lnTo>
                  <a:pt x="428625" y="47625"/>
                </a:lnTo>
                <a:lnTo>
                  <a:pt x="0" y="47625"/>
                </a:lnTo>
                <a:close/>
              </a:path>
            </a:pathLst>
          </a:custGeom>
          <a:solidFill xmlns:a="http://schemas.openxmlformats.org/drawingml/2006/main">
            <a:srgbClr val="7C7C7C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96" name="Cluster assignment stripe 6">
            <a:extLst xmlns:a="http://schemas.openxmlformats.org/drawingml/2006/main">
              <a:ext uri="{FF2B5EF4-FFF2-40B4-BE49-F238E27FC236}">
                <a16:creationId xmlns:a16="http://schemas.microsoft.com/office/drawing/2014/main" id="{892B2EEC-A8B3-49FF-ACAD-48D813C6A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9762" y="3763844"/>
            <a:ext cx="453172" cy="50352"/>
          </a:xfrm>
          <a:custGeom xmlns:a="http://schemas.openxmlformats.org/drawingml/2006/main">
            <a:pathLst>
              <a:path w="428625" h="47625">
                <a:moveTo>
                  <a:pt x="0" y="0"/>
                </a:moveTo>
                <a:lnTo>
                  <a:pt x="428625" y="0"/>
                </a:lnTo>
                <a:lnTo>
                  <a:pt x="428625" y="47625"/>
                </a:lnTo>
                <a:lnTo>
                  <a:pt x="0" y="47625"/>
                </a:lnTo>
                <a:close/>
              </a:path>
            </a:pathLst>
          </a:custGeom>
          <a:solidFill xmlns:a="http://schemas.openxmlformats.org/drawingml/2006/main">
            <a:srgbClr val="8497A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97" name="Cluster assignment stripe 7">
            <a:extLst xmlns:a="http://schemas.openxmlformats.org/drawingml/2006/main">
              <a:ext uri="{FF2B5EF4-FFF2-40B4-BE49-F238E27FC236}">
                <a16:creationId xmlns:a16="http://schemas.microsoft.com/office/drawing/2014/main" id="{CA7E3D3D-FCF5-4ABF-8F62-BE4CD473DE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9762" y="3884689"/>
            <a:ext cx="453172" cy="50352"/>
          </a:xfrm>
          <a:custGeom xmlns:a="http://schemas.openxmlformats.org/drawingml/2006/main">
            <a:pathLst>
              <a:path w="428625" h="47625">
                <a:moveTo>
                  <a:pt x="0" y="0"/>
                </a:moveTo>
                <a:lnTo>
                  <a:pt x="428625" y="0"/>
                </a:lnTo>
                <a:lnTo>
                  <a:pt x="428625" y="47625"/>
                </a:lnTo>
                <a:lnTo>
                  <a:pt x="0" y="47625"/>
                </a:lnTo>
                <a:close/>
              </a:path>
            </a:pathLst>
          </a:custGeom>
          <a:solidFill xmlns:a="http://schemas.openxmlformats.org/drawingml/2006/main">
            <a:srgbClr val="A7D18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98" name="Cluster assignment stripe 8">
            <a:extLst xmlns:a="http://schemas.openxmlformats.org/drawingml/2006/main">
              <a:ext uri="{FF2B5EF4-FFF2-40B4-BE49-F238E27FC236}">
                <a16:creationId xmlns:a16="http://schemas.microsoft.com/office/drawing/2014/main" id="{61A50F22-5A84-4A01-970A-25C63F87A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9762" y="4005535"/>
            <a:ext cx="453172" cy="50352"/>
          </a:xfrm>
          <a:custGeom xmlns:a="http://schemas.openxmlformats.org/drawingml/2006/main">
            <a:pathLst>
              <a:path w="428625" h="47625">
                <a:moveTo>
                  <a:pt x="0" y="0"/>
                </a:moveTo>
                <a:lnTo>
                  <a:pt x="428625" y="0"/>
                </a:lnTo>
                <a:lnTo>
                  <a:pt x="428625" y="47625"/>
                </a:lnTo>
                <a:lnTo>
                  <a:pt x="0" y="47625"/>
                </a:lnTo>
                <a:close/>
              </a:path>
            </a:pathLst>
          </a:custGeom>
          <a:solidFill xmlns:a="http://schemas.openxmlformats.org/drawingml/2006/main">
            <a:srgbClr val="BF9000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99" name="Constraint relation edge">
            <a:extLst xmlns:a="http://schemas.openxmlformats.org/drawingml/2006/main">
              <a:ext uri="{FF2B5EF4-FFF2-40B4-BE49-F238E27FC236}">
                <a16:creationId xmlns:a16="http://schemas.microsoft.com/office/drawing/2014/main" id="{5BD903A9-BB1E-4D0E-A68C-DBCD51075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4811" y="2142496"/>
            <a:ext cx="372608" cy="120846"/>
          </a:xfrm>
          <a:custGeom xmlns:a="http://schemas.openxmlformats.org/drawingml/2006/main">
            <a:pathLst>
              <a:path w="352425" h="114300">
                <a:moveTo>
                  <a:pt x="0" y="114300"/>
                </a:moveTo>
                <a:lnTo>
                  <a:pt x="3524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5106">
            <a:solidFill>
              <a:srgbClr val="777777"/>
            </a:solidFill>
            <a:prstDash val="solid"/>
          </a:ln>
        </p:spPr>
      </p:sp>
      <p:sp>
        <p:nvSpPr>
          <p:cNvPr id="100" name="Constraint relation edge">
            <a:extLst xmlns:a="http://schemas.openxmlformats.org/drawingml/2006/main">
              <a:ext uri="{FF2B5EF4-FFF2-40B4-BE49-F238E27FC236}">
                <a16:creationId xmlns:a16="http://schemas.microsoft.com/office/drawing/2014/main" id="{F3593896-8646-48EF-9EF8-1754F0A03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17419" y="2142496"/>
            <a:ext cx="563947" cy="40282"/>
          </a:xfrm>
          <a:custGeom xmlns:a="http://schemas.openxmlformats.org/drawingml/2006/main">
            <a:pathLst>
              <a:path w="533400" h="38100">
                <a:moveTo>
                  <a:pt x="0" y="0"/>
                </a:moveTo>
                <a:lnTo>
                  <a:pt x="533400" y="38100"/>
                </a:lnTo>
              </a:path>
            </a:pathLst>
          </a:custGeom>
          <a:noFill xmlns:a="http://schemas.openxmlformats.org/drawingml/2006/main"/>
          <a:ln xmlns:a="http://schemas.openxmlformats.org/drawingml/2006/main" w="15106">
            <a:solidFill>
              <a:srgbClr val="777777"/>
            </a:solidFill>
            <a:prstDash val="solid"/>
          </a:ln>
        </p:spPr>
      </p:sp>
      <p:sp>
        <p:nvSpPr>
          <p:cNvPr id="101" name="Constraint relation edge">
            <a:extLst xmlns:a="http://schemas.openxmlformats.org/drawingml/2006/main">
              <a:ext uri="{FF2B5EF4-FFF2-40B4-BE49-F238E27FC236}">
                <a16:creationId xmlns:a16="http://schemas.microsoft.com/office/drawing/2014/main" id="{95ADB204-EF2A-4C73-9352-0A09916EF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4811" y="2515104"/>
            <a:ext cx="372608" cy="100705"/>
          </a:xfrm>
          <a:custGeom xmlns:a="http://schemas.openxmlformats.org/drawingml/2006/main">
            <a:pathLst>
              <a:path w="352425" h="95250">
                <a:moveTo>
                  <a:pt x="0" y="0"/>
                </a:moveTo>
                <a:lnTo>
                  <a:pt x="352425" y="95250"/>
                </a:lnTo>
              </a:path>
            </a:pathLst>
          </a:custGeom>
          <a:noFill xmlns:a="http://schemas.openxmlformats.org/drawingml/2006/main"/>
          <a:ln xmlns:a="http://schemas.openxmlformats.org/drawingml/2006/main" w="15106">
            <a:solidFill>
              <a:srgbClr val="777777"/>
            </a:solidFill>
            <a:prstDash val="solid"/>
          </a:ln>
        </p:spPr>
      </p:sp>
      <p:sp>
        <p:nvSpPr>
          <p:cNvPr id="102" name="Constraint relation edge">
            <a:extLst xmlns:a="http://schemas.openxmlformats.org/drawingml/2006/main">
              <a:ext uri="{FF2B5EF4-FFF2-40B4-BE49-F238E27FC236}">
                <a16:creationId xmlns:a16="http://schemas.microsoft.com/office/drawing/2014/main" id="{623615B4-80FF-46F7-8F27-FB41DBA9A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38969" y="2464751"/>
            <a:ext cx="352467" cy="181269"/>
          </a:xfrm>
          <a:custGeom xmlns:a="http://schemas.openxmlformats.org/drawingml/2006/main">
            <a:pathLst>
              <a:path w="333375" h="171450">
                <a:moveTo>
                  <a:pt x="0" y="0"/>
                </a:moveTo>
                <a:lnTo>
                  <a:pt x="333375" y="171450"/>
                </a:lnTo>
              </a:path>
            </a:pathLst>
          </a:custGeom>
          <a:noFill xmlns:a="http://schemas.openxmlformats.org/drawingml/2006/main"/>
          <a:ln xmlns:a="http://schemas.openxmlformats.org/drawingml/2006/main" w="15106">
            <a:solidFill>
              <a:srgbClr val="777777"/>
            </a:solidFill>
            <a:prstDash val="solid"/>
          </a:ln>
        </p:spPr>
      </p:sp>
      <p:sp>
        <p:nvSpPr>
          <p:cNvPr id="103" name="Constraint node 1">
            <a:extLst xmlns:a="http://schemas.openxmlformats.org/drawingml/2006/main">
              <a:ext uri="{FF2B5EF4-FFF2-40B4-BE49-F238E27FC236}">
                <a16:creationId xmlns:a16="http://schemas.microsoft.com/office/drawing/2014/main" id="{D8A99B80-94A1-4B23-93CD-323D0E4D7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4176" y="2172707"/>
            <a:ext cx="181269" cy="181269"/>
          </a:xfrm>
          <a:custGeom xmlns:a="http://schemas.openxmlformats.org/drawingml/2006/main">
            <a:pathLst>
              <a:path w="171450" h="171450">
                <a:moveTo>
                  <a:pt x="171450" y="85725"/>
                </a:moveTo>
                <a:cubicBezTo>
                  <a:pt x="171450" y="133070"/>
                  <a:pt x="133070" y="171450"/>
                  <a:pt x="85725" y="171450"/>
                </a:cubicBezTo>
                <a:cubicBezTo>
                  <a:pt x="38380" y="171450"/>
                  <a:pt x="0" y="133070"/>
                  <a:pt x="0" y="85725"/>
                </a:cubicBezTo>
                <a:cubicBezTo>
                  <a:pt x="0" y="38380"/>
                  <a:pt x="38380" y="0"/>
                  <a:pt x="85725" y="0"/>
                </a:cubicBezTo>
                <a:cubicBezTo>
                  <a:pt x="133070" y="0"/>
                  <a:pt x="171450" y="38380"/>
                  <a:pt x="171450" y="85725"/>
                </a:cubicBezTo>
                <a:close/>
              </a:path>
            </a:pathLst>
          </a:custGeom>
          <a:solidFill xmlns:a="http://schemas.openxmlformats.org/drawingml/2006/main">
            <a:srgbClr val="A9D18E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04" name="Constraint node 2">
            <a:extLst xmlns:a="http://schemas.openxmlformats.org/drawingml/2006/main">
              <a:ext uri="{FF2B5EF4-FFF2-40B4-BE49-F238E27FC236}">
                <a16:creationId xmlns:a16="http://schemas.microsoft.com/office/drawing/2014/main" id="{5F31D195-622A-4013-8B98-FA728237A4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26784" y="2051861"/>
            <a:ext cx="181269" cy="181269"/>
          </a:xfrm>
          <a:custGeom xmlns:a="http://schemas.openxmlformats.org/drawingml/2006/main">
            <a:pathLst>
              <a:path w="171450" h="171450">
                <a:moveTo>
                  <a:pt x="171450" y="85725"/>
                </a:moveTo>
                <a:cubicBezTo>
                  <a:pt x="171450" y="133070"/>
                  <a:pt x="133070" y="171450"/>
                  <a:pt x="85725" y="171450"/>
                </a:cubicBezTo>
                <a:cubicBezTo>
                  <a:pt x="38380" y="171450"/>
                  <a:pt x="0" y="133070"/>
                  <a:pt x="0" y="85725"/>
                </a:cubicBezTo>
                <a:cubicBezTo>
                  <a:pt x="0" y="38380"/>
                  <a:pt x="38380" y="0"/>
                  <a:pt x="85725" y="0"/>
                </a:cubicBezTo>
                <a:cubicBezTo>
                  <a:pt x="133070" y="0"/>
                  <a:pt x="171450" y="38380"/>
                  <a:pt x="171450" y="85725"/>
                </a:cubicBezTo>
                <a:close/>
              </a:path>
            </a:pathLst>
          </a:custGeom>
          <a:solidFill xmlns:a="http://schemas.openxmlformats.org/drawingml/2006/main">
            <a:srgbClr val="9DC3E6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05" name="Constraint node 3">
            <a:extLst xmlns:a="http://schemas.openxmlformats.org/drawingml/2006/main">
              <a:ext uri="{FF2B5EF4-FFF2-40B4-BE49-F238E27FC236}">
                <a16:creationId xmlns:a16="http://schemas.microsoft.com/office/drawing/2014/main" id="{9B45D336-448B-48D7-B82E-09DE887DB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7982" y="2152566"/>
            <a:ext cx="181269" cy="181269"/>
          </a:xfrm>
          <a:custGeom xmlns:a="http://schemas.openxmlformats.org/drawingml/2006/main">
            <a:pathLst>
              <a:path w="171450" h="171450">
                <a:moveTo>
                  <a:pt x="171450" y="85725"/>
                </a:moveTo>
                <a:cubicBezTo>
                  <a:pt x="171450" y="133070"/>
                  <a:pt x="133070" y="171450"/>
                  <a:pt x="85725" y="171450"/>
                </a:cubicBezTo>
                <a:cubicBezTo>
                  <a:pt x="38380" y="171450"/>
                  <a:pt x="0" y="133070"/>
                  <a:pt x="0" y="85725"/>
                </a:cubicBezTo>
                <a:cubicBezTo>
                  <a:pt x="0" y="38380"/>
                  <a:pt x="38380" y="0"/>
                  <a:pt x="85725" y="0"/>
                </a:cubicBezTo>
                <a:cubicBezTo>
                  <a:pt x="133070" y="0"/>
                  <a:pt x="171450" y="38380"/>
                  <a:pt x="171450" y="85725"/>
                </a:cubicBezTo>
                <a:close/>
              </a:path>
            </a:pathLst>
          </a:custGeom>
          <a:solidFill xmlns:a="http://schemas.openxmlformats.org/drawingml/2006/main">
            <a:srgbClr val="F4B183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06" name="Constraint node 4">
            <a:extLst xmlns:a="http://schemas.openxmlformats.org/drawingml/2006/main">
              <a:ext uri="{FF2B5EF4-FFF2-40B4-BE49-F238E27FC236}">
                <a16:creationId xmlns:a16="http://schemas.microsoft.com/office/drawing/2014/main" id="{8AEC35DA-D92B-41EC-A4BB-F1EBAA89E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90731" y="2092143"/>
            <a:ext cx="181269" cy="181269"/>
          </a:xfrm>
          <a:custGeom xmlns:a="http://schemas.openxmlformats.org/drawingml/2006/main">
            <a:pathLst>
              <a:path w="171450" h="171450">
                <a:moveTo>
                  <a:pt x="171450" y="85725"/>
                </a:moveTo>
                <a:cubicBezTo>
                  <a:pt x="171450" y="133070"/>
                  <a:pt x="133070" y="171450"/>
                  <a:pt x="85725" y="171450"/>
                </a:cubicBezTo>
                <a:cubicBezTo>
                  <a:pt x="38380" y="171450"/>
                  <a:pt x="0" y="133070"/>
                  <a:pt x="0" y="85725"/>
                </a:cubicBezTo>
                <a:cubicBezTo>
                  <a:pt x="0" y="38380"/>
                  <a:pt x="38380" y="0"/>
                  <a:pt x="85725" y="0"/>
                </a:cubicBezTo>
                <a:cubicBezTo>
                  <a:pt x="133070" y="0"/>
                  <a:pt x="171450" y="38380"/>
                  <a:pt x="171450" y="85725"/>
                </a:cubicBezTo>
                <a:close/>
              </a:path>
            </a:pathLst>
          </a:custGeom>
          <a:solidFill xmlns:a="http://schemas.openxmlformats.org/drawingml/2006/main">
            <a:srgbClr val="7F7F7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07" name="Constraint node 5">
            <a:extLst xmlns:a="http://schemas.openxmlformats.org/drawingml/2006/main">
              <a:ext uri="{FF2B5EF4-FFF2-40B4-BE49-F238E27FC236}">
                <a16:creationId xmlns:a16="http://schemas.microsoft.com/office/drawing/2014/main" id="{0094B59A-4739-4A47-B4D6-76AA57636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4176" y="2424469"/>
            <a:ext cx="181269" cy="181269"/>
          </a:xfrm>
          <a:custGeom xmlns:a="http://schemas.openxmlformats.org/drawingml/2006/main">
            <a:pathLst>
              <a:path w="171450" h="171450">
                <a:moveTo>
                  <a:pt x="171450" y="85725"/>
                </a:moveTo>
                <a:cubicBezTo>
                  <a:pt x="171450" y="133070"/>
                  <a:pt x="133070" y="171450"/>
                  <a:pt x="85725" y="171450"/>
                </a:cubicBezTo>
                <a:cubicBezTo>
                  <a:pt x="38380" y="171450"/>
                  <a:pt x="0" y="133070"/>
                  <a:pt x="0" y="85725"/>
                </a:cubicBezTo>
                <a:cubicBezTo>
                  <a:pt x="0" y="38380"/>
                  <a:pt x="38380" y="0"/>
                  <a:pt x="85725" y="0"/>
                </a:cubicBezTo>
                <a:cubicBezTo>
                  <a:pt x="133070" y="0"/>
                  <a:pt x="171450" y="38380"/>
                  <a:pt x="171450" y="85725"/>
                </a:cubicBezTo>
                <a:close/>
              </a:path>
            </a:pathLst>
          </a:custGeom>
          <a:solidFill xmlns:a="http://schemas.openxmlformats.org/drawingml/2006/main">
            <a:srgbClr val="BF9000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08" name="Constraint node 6">
            <a:extLst xmlns:a="http://schemas.openxmlformats.org/drawingml/2006/main">
              <a:ext uri="{FF2B5EF4-FFF2-40B4-BE49-F238E27FC236}">
                <a16:creationId xmlns:a16="http://schemas.microsoft.com/office/drawing/2014/main" id="{EB73F128-CD76-4D3C-94CF-BAE7F822A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8335" y="2374117"/>
            <a:ext cx="181269" cy="181269"/>
          </a:xfrm>
          <a:custGeom xmlns:a="http://schemas.openxmlformats.org/drawingml/2006/main">
            <a:pathLst>
              <a:path w="171450" h="171450">
                <a:moveTo>
                  <a:pt x="171450" y="85725"/>
                </a:moveTo>
                <a:cubicBezTo>
                  <a:pt x="171450" y="133070"/>
                  <a:pt x="133070" y="171450"/>
                  <a:pt x="85725" y="171450"/>
                </a:cubicBezTo>
                <a:cubicBezTo>
                  <a:pt x="38380" y="171450"/>
                  <a:pt x="0" y="133070"/>
                  <a:pt x="0" y="85725"/>
                </a:cubicBezTo>
                <a:cubicBezTo>
                  <a:pt x="0" y="38380"/>
                  <a:pt x="38380" y="0"/>
                  <a:pt x="85725" y="0"/>
                </a:cubicBezTo>
                <a:cubicBezTo>
                  <a:pt x="133070" y="0"/>
                  <a:pt x="171450" y="38380"/>
                  <a:pt x="171450" y="85725"/>
                </a:cubicBezTo>
                <a:close/>
              </a:path>
            </a:pathLst>
          </a:custGeom>
          <a:solidFill xmlns:a="http://schemas.openxmlformats.org/drawingml/2006/main">
            <a:srgbClr val="9DC3E6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09" name="Constraint node 7">
            <a:extLst xmlns:a="http://schemas.openxmlformats.org/drawingml/2006/main">
              <a:ext uri="{FF2B5EF4-FFF2-40B4-BE49-F238E27FC236}">
                <a16:creationId xmlns:a16="http://schemas.microsoft.com/office/drawing/2014/main" id="{4EB4D491-2470-49B1-9A31-B4A92D80B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00802" y="2555385"/>
            <a:ext cx="181269" cy="181269"/>
          </a:xfrm>
          <a:custGeom xmlns:a="http://schemas.openxmlformats.org/drawingml/2006/main">
            <a:pathLst>
              <a:path w="171450" h="171450">
                <a:moveTo>
                  <a:pt x="171450" y="85725"/>
                </a:moveTo>
                <a:cubicBezTo>
                  <a:pt x="171450" y="133070"/>
                  <a:pt x="133070" y="171450"/>
                  <a:pt x="85725" y="171450"/>
                </a:cubicBezTo>
                <a:cubicBezTo>
                  <a:pt x="38380" y="171450"/>
                  <a:pt x="0" y="133070"/>
                  <a:pt x="0" y="85725"/>
                </a:cubicBezTo>
                <a:cubicBezTo>
                  <a:pt x="0" y="38380"/>
                  <a:pt x="38380" y="0"/>
                  <a:pt x="85725" y="0"/>
                </a:cubicBezTo>
                <a:cubicBezTo>
                  <a:pt x="133070" y="0"/>
                  <a:pt x="171450" y="38380"/>
                  <a:pt x="171450" y="85725"/>
                </a:cubicBezTo>
                <a:close/>
              </a:path>
            </a:pathLst>
          </a:custGeom>
          <a:solidFill xmlns:a="http://schemas.openxmlformats.org/drawingml/2006/main">
            <a:srgbClr val="F4B183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10" name="Constraint yellow diamond">
            <a:extLst xmlns:a="http://schemas.openxmlformats.org/drawingml/2006/main">
              <a:ext uri="{FF2B5EF4-FFF2-40B4-BE49-F238E27FC236}">
                <a16:creationId xmlns:a16="http://schemas.microsoft.com/office/drawing/2014/main" id="{0E3E93B9-F856-4446-A908-049ECE362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6855" y="2505033"/>
            <a:ext cx="161128" cy="171198"/>
          </a:xfrm>
          <a:custGeom xmlns:a="http://schemas.openxmlformats.org/drawingml/2006/main">
            <a:pathLst>
              <a:path w="152400" h="161925">
                <a:moveTo>
                  <a:pt x="76200" y="0"/>
                </a:moveTo>
                <a:lnTo>
                  <a:pt x="152400" y="76200"/>
                </a:lnTo>
                <a:lnTo>
                  <a:pt x="76200" y="161925"/>
                </a:lnTo>
                <a:lnTo>
                  <a:pt x="0" y="85725"/>
                </a:lnTo>
                <a:close/>
              </a:path>
            </a:pathLst>
          </a:custGeom>
          <a:solidFill xmlns:a="http://schemas.openxmlformats.org/drawingml/2006/main">
            <a:srgbClr val="FFD966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11" name="Relation prediction card 1">
            <a:extLst xmlns:a="http://schemas.openxmlformats.org/drawingml/2006/main">
              <a:ext uri="{FF2B5EF4-FFF2-40B4-BE49-F238E27FC236}">
                <a16:creationId xmlns:a16="http://schemas.microsoft.com/office/drawing/2014/main" id="{0B4FAC54-B3A7-4B9C-9230-15644723E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21242" y="5657095"/>
            <a:ext cx="342396" cy="855991"/>
          </a:xfrm>
          <a:custGeom xmlns:a="http://schemas.openxmlformats.org/drawingml/2006/main">
            <a:pathLst>
              <a:path w="323850" h="809625">
                <a:moveTo>
                  <a:pt x="0" y="0"/>
                </a:moveTo>
                <a:lnTo>
                  <a:pt x="323850" y="0"/>
                </a:lnTo>
                <a:lnTo>
                  <a:pt x="323850" y="809625"/>
                </a:lnTo>
                <a:lnTo>
                  <a:pt x="0" y="8096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12" name="Relation prediction card pink region 1">
            <a:extLst xmlns:a="http://schemas.openxmlformats.org/drawingml/2006/main">
              <a:ext uri="{FF2B5EF4-FFF2-40B4-BE49-F238E27FC236}">
                <a16:creationId xmlns:a16="http://schemas.microsoft.com/office/drawing/2014/main" id="{30536D1C-EA52-40F7-B66B-CE073708A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21242" y="6100196"/>
            <a:ext cx="342396" cy="412890"/>
          </a:xfrm>
          <a:custGeom xmlns:a="http://schemas.openxmlformats.org/drawingml/2006/main">
            <a:pathLst>
              <a:path w="323850" h="390525">
                <a:moveTo>
                  <a:pt x="0" y="0"/>
                </a:moveTo>
                <a:lnTo>
                  <a:pt x="323850" y="0"/>
                </a:lnTo>
                <a:lnTo>
                  <a:pt x="323850" y="390525"/>
                </a:lnTo>
                <a:lnTo>
                  <a:pt x="0" y="390525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13" name="Relation prediction card 2">
            <a:extLst xmlns:a="http://schemas.openxmlformats.org/drawingml/2006/main">
              <a:ext uri="{FF2B5EF4-FFF2-40B4-BE49-F238E27FC236}">
                <a16:creationId xmlns:a16="http://schemas.microsoft.com/office/drawing/2014/main" id="{33E1E8FB-CDF2-489F-8081-4E4407908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0467" y="5757800"/>
            <a:ext cx="342396" cy="855991"/>
          </a:xfrm>
          <a:custGeom xmlns:a="http://schemas.openxmlformats.org/drawingml/2006/main">
            <a:pathLst>
              <a:path w="323850" h="809625">
                <a:moveTo>
                  <a:pt x="0" y="0"/>
                </a:moveTo>
                <a:lnTo>
                  <a:pt x="323850" y="0"/>
                </a:lnTo>
                <a:lnTo>
                  <a:pt x="323850" y="809625"/>
                </a:lnTo>
                <a:lnTo>
                  <a:pt x="0" y="8096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14" name="Relation prediction card pink region 2">
            <a:extLst xmlns:a="http://schemas.openxmlformats.org/drawingml/2006/main">
              <a:ext uri="{FF2B5EF4-FFF2-40B4-BE49-F238E27FC236}">
                <a16:creationId xmlns:a16="http://schemas.microsoft.com/office/drawing/2014/main" id="{29346349-A79B-4E15-B065-4F96B89C9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0467" y="6200901"/>
            <a:ext cx="342396" cy="412890"/>
          </a:xfrm>
          <a:custGeom xmlns:a="http://schemas.openxmlformats.org/drawingml/2006/main">
            <a:pathLst>
              <a:path w="323850" h="390525">
                <a:moveTo>
                  <a:pt x="0" y="0"/>
                </a:moveTo>
                <a:lnTo>
                  <a:pt x="323850" y="0"/>
                </a:lnTo>
                <a:lnTo>
                  <a:pt x="323850" y="390525"/>
                </a:lnTo>
                <a:lnTo>
                  <a:pt x="0" y="390525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15" name="Relation prediction card 3">
            <a:extLst xmlns:a="http://schemas.openxmlformats.org/drawingml/2006/main">
              <a:ext uri="{FF2B5EF4-FFF2-40B4-BE49-F238E27FC236}">
                <a16:creationId xmlns:a16="http://schemas.microsoft.com/office/drawing/2014/main" id="{BC7B0E80-6E5C-4623-A6D3-F5AC3FA54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9692" y="5858504"/>
            <a:ext cx="342396" cy="855991"/>
          </a:xfrm>
          <a:custGeom xmlns:a="http://schemas.openxmlformats.org/drawingml/2006/main">
            <a:pathLst>
              <a:path w="323850" h="809625">
                <a:moveTo>
                  <a:pt x="0" y="0"/>
                </a:moveTo>
                <a:lnTo>
                  <a:pt x="323850" y="0"/>
                </a:lnTo>
                <a:lnTo>
                  <a:pt x="323850" y="809625"/>
                </a:lnTo>
                <a:lnTo>
                  <a:pt x="0" y="8096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16" name="Relation prediction card pink region 3">
            <a:extLst xmlns:a="http://schemas.openxmlformats.org/drawingml/2006/main">
              <a:ext uri="{FF2B5EF4-FFF2-40B4-BE49-F238E27FC236}">
                <a16:creationId xmlns:a16="http://schemas.microsoft.com/office/drawing/2014/main" id="{7E56881D-D2A7-4062-A510-CA65FF50E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9692" y="6301606"/>
            <a:ext cx="342396" cy="412890"/>
          </a:xfrm>
          <a:custGeom xmlns:a="http://schemas.openxmlformats.org/drawingml/2006/main">
            <a:pathLst>
              <a:path w="323850" h="390525">
                <a:moveTo>
                  <a:pt x="0" y="0"/>
                </a:moveTo>
                <a:lnTo>
                  <a:pt x="323850" y="0"/>
                </a:lnTo>
                <a:lnTo>
                  <a:pt x="323850" y="390525"/>
                </a:lnTo>
                <a:lnTo>
                  <a:pt x="0" y="390525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17" name="Relation prediction card 4">
            <a:extLst xmlns:a="http://schemas.openxmlformats.org/drawingml/2006/main">
              <a:ext uri="{FF2B5EF4-FFF2-40B4-BE49-F238E27FC236}">
                <a16:creationId xmlns:a16="http://schemas.microsoft.com/office/drawing/2014/main" id="{8549FC10-E5C7-431A-AA75-29F07A216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8916" y="5959209"/>
            <a:ext cx="342396" cy="855991"/>
          </a:xfrm>
          <a:custGeom xmlns:a="http://schemas.openxmlformats.org/drawingml/2006/main">
            <a:pathLst>
              <a:path w="323850" h="809625">
                <a:moveTo>
                  <a:pt x="0" y="0"/>
                </a:moveTo>
                <a:lnTo>
                  <a:pt x="323850" y="0"/>
                </a:lnTo>
                <a:lnTo>
                  <a:pt x="323850" y="809625"/>
                </a:lnTo>
                <a:lnTo>
                  <a:pt x="0" y="8096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18" name="Relation prediction card pink region 4">
            <a:extLst xmlns:a="http://schemas.openxmlformats.org/drawingml/2006/main">
              <a:ext uri="{FF2B5EF4-FFF2-40B4-BE49-F238E27FC236}">
                <a16:creationId xmlns:a16="http://schemas.microsoft.com/office/drawing/2014/main" id="{1EB0B9DF-09FB-42D5-B38D-DAAF3B481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8916" y="6402311"/>
            <a:ext cx="342396" cy="412890"/>
          </a:xfrm>
          <a:custGeom xmlns:a="http://schemas.openxmlformats.org/drawingml/2006/main">
            <a:pathLst>
              <a:path w="323850" h="390525">
                <a:moveTo>
                  <a:pt x="0" y="0"/>
                </a:moveTo>
                <a:lnTo>
                  <a:pt x="323850" y="0"/>
                </a:lnTo>
                <a:lnTo>
                  <a:pt x="323850" y="390525"/>
                </a:lnTo>
                <a:lnTo>
                  <a:pt x="0" y="390525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19" name="Room relation output vector">
            <a:extLst xmlns:a="http://schemas.openxmlformats.org/drawingml/2006/main">
              <a:ext uri="{FF2B5EF4-FFF2-40B4-BE49-F238E27FC236}">
                <a16:creationId xmlns:a16="http://schemas.microsoft.com/office/drawing/2014/main" id="{529695F8-6F75-4A96-92B4-3C5965EAE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84881" y="3481870"/>
            <a:ext cx="352467" cy="866062"/>
          </a:xfrm>
          <a:custGeom xmlns:a="http://schemas.openxmlformats.org/drawingml/2006/main">
            <a:pathLst>
              <a:path w="333375" h="819150">
                <a:moveTo>
                  <a:pt x="0" y="0"/>
                </a:moveTo>
                <a:lnTo>
                  <a:pt x="333375" y="0"/>
                </a:lnTo>
                <a:lnTo>
                  <a:pt x="333375" y="819150"/>
                </a:lnTo>
                <a:lnTo>
                  <a:pt x="0" y="81915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20" name="Room relation output pink segment">
            <a:extLst xmlns:a="http://schemas.openxmlformats.org/drawingml/2006/main">
              <a:ext uri="{FF2B5EF4-FFF2-40B4-BE49-F238E27FC236}">
                <a16:creationId xmlns:a16="http://schemas.microsoft.com/office/drawing/2014/main" id="{2EDD1BEA-0128-445F-B9E4-99A3BC746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84881" y="3914901"/>
            <a:ext cx="352467" cy="433031"/>
          </a:xfrm>
          <a:custGeom xmlns:a="http://schemas.openxmlformats.org/drawingml/2006/main">
            <a:pathLst>
              <a:path w="333375" h="409575">
                <a:moveTo>
                  <a:pt x="0" y="0"/>
                </a:moveTo>
                <a:lnTo>
                  <a:pt x="333375" y="0"/>
                </a:lnTo>
                <a:lnTo>
                  <a:pt x="333375" y="409575"/>
                </a:lnTo>
                <a:lnTo>
                  <a:pt x="0" y="409575"/>
                </a:lnTo>
                <a:close/>
              </a:path>
            </a:pathLst>
          </a:custGeom>
          <a:solidFill xmlns:a="http://schemas.openxmlformats.org/drawingml/2006/main">
            <a:srgbClr val="FDD5DE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21" name="Visual feature output segment 1">
            <a:extLst xmlns:a="http://schemas.openxmlformats.org/drawingml/2006/main">
              <a:ext uri="{FF2B5EF4-FFF2-40B4-BE49-F238E27FC236}">
                <a16:creationId xmlns:a16="http://schemas.microsoft.com/office/drawing/2014/main" id="{2D2D3B25-9725-403C-8B13-B8A3DBF4F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14388" y="6281465"/>
            <a:ext cx="362537" cy="422960"/>
          </a:xfrm>
          <a:custGeom xmlns:a="http://schemas.openxmlformats.org/drawingml/2006/main">
            <a:pathLst>
              <a:path w="342900" h="400050">
                <a:moveTo>
                  <a:pt x="0" y="0"/>
                </a:moveTo>
                <a:lnTo>
                  <a:pt x="342900" y="0"/>
                </a:lnTo>
                <a:lnTo>
                  <a:pt x="342900" y="400050"/>
                </a:lnTo>
                <a:lnTo>
                  <a:pt x="0" y="400050"/>
                </a:lnTo>
                <a:close/>
              </a:path>
            </a:pathLst>
          </a:custGeom>
          <a:solidFill xmlns:a="http://schemas.openxmlformats.org/drawingml/2006/main">
            <a:srgbClr val="DEEAF6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22" name="Visual feature output segment 2">
            <a:extLst xmlns:a="http://schemas.openxmlformats.org/drawingml/2006/main">
              <a:ext uri="{FF2B5EF4-FFF2-40B4-BE49-F238E27FC236}">
                <a16:creationId xmlns:a16="http://schemas.microsoft.com/office/drawing/2014/main" id="{357BA46A-020E-4B4F-B556-D3E657C93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14388" y="6704425"/>
            <a:ext cx="362537" cy="422960"/>
          </a:xfrm>
          <a:custGeom xmlns:a="http://schemas.openxmlformats.org/drawingml/2006/main">
            <a:pathLst>
              <a:path w="342900" h="400050">
                <a:moveTo>
                  <a:pt x="0" y="0"/>
                </a:moveTo>
                <a:lnTo>
                  <a:pt x="342900" y="0"/>
                </a:lnTo>
                <a:lnTo>
                  <a:pt x="342900" y="400050"/>
                </a:lnTo>
                <a:lnTo>
                  <a:pt x="0" y="400050"/>
                </a:lnTo>
                <a:close/>
              </a:path>
            </a:pathLst>
          </a:custGeom>
          <a:solidFill xmlns:a="http://schemas.openxmlformats.org/drawingml/2006/main">
            <a:srgbClr val="BDD7EE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23" name="Visual feature output segment 3">
            <a:extLst xmlns:a="http://schemas.openxmlformats.org/drawingml/2006/main">
              <a:ext uri="{FF2B5EF4-FFF2-40B4-BE49-F238E27FC236}">
                <a16:creationId xmlns:a16="http://schemas.microsoft.com/office/drawing/2014/main" id="{8639CE1A-98D6-4787-A805-24A07335B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14388" y="7137456"/>
            <a:ext cx="362537" cy="422960"/>
          </a:xfrm>
          <a:custGeom xmlns:a="http://schemas.openxmlformats.org/drawingml/2006/main">
            <a:pathLst>
              <a:path w="342900" h="400050">
                <a:moveTo>
                  <a:pt x="0" y="0"/>
                </a:moveTo>
                <a:lnTo>
                  <a:pt x="342900" y="0"/>
                </a:lnTo>
                <a:lnTo>
                  <a:pt x="342900" y="400050"/>
                </a:lnTo>
                <a:lnTo>
                  <a:pt x="0" y="400050"/>
                </a:lnTo>
                <a:close/>
              </a:path>
            </a:pathLst>
          </a:custGeom>
          <a:solidFill xmlns:a="http://schemas.openxmlformats.org/drawingml/2006/main">
            <a:srgbClr val="9DC3E7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24" name="Visual feature output segment 4">
            <a:extLst xmlns:a="http://schemas.openxmlformats.org/drawingml/2006/main">
              <a:ext uri="{FF2B5EF4-FFF2-40B4-BE49-F238E27FC236}">
                <a16:creationId xmlns:a16="http://schemas.microsoft.com/office/drawing/2014/main" id="{D2BDCBEF-7D2B-44A9-A09A-87DC29918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14388" y="7570487"/>
            <a:ext cx="362537" cy="422960"/>
          </a:xfrm>
          <a:custGeom xmlns:a="http://schemas.openxmlformats.org/drawingml/2006/main">
            <a:pathLst>
              <a:path w="342900" h="400050">
                <a:moveTo>
                  <a:pt x="0" y="0"/>
                </a:moveTo>
                <a:lnTo>
                  <a:pt x="342900" y="0"/>
                </a:lnTo>
                <a:lnTo>
                  <a:pt x="342900" y="400050"/>
                </a:lnTo>
                <a:lnTo>
                  <a:pt x="0" y="400050"/>
                </a:lnTo>
                <a:close/>
              </a:path>
            </a:pathLst>
          </a:custGeom>
          <a:solidFill xmlns:a="http://schemas.openxmlformats.org/drawingml/2006/main">
            <a:srgbClr val="2E75B5"/>
          </a:solidFill>
          <a:ln xmlns:a="http://schemas.openxmlformats.org/drawingml/2006/main" w="20141">
            <a:solidFill>
              <a:srgbClr val="000000"/>
            </a:solidFill>
            <a:prstDash val="solid"/>
          </a:ln>
        </p:spPr>
      </p:sp>
      <p:sp>
        <p:nvSpPr>
          <p:cNvPr id="125" name="Pseudo-label feedback">
            <a:extLst xmlns:a="http://schemas.openxmlformats.org/drawingml/2006/main">
              <a:ext uri="{FF2B5EF4-FFF2-40B4-BE49-F238E27FC236}">
                <a16:creationId xmlns:a16="http://schemas.microsoft.com/office/drawing/2014/main" id="{FFBFDEB6-5CB0-4A38-A694-125964B50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88" y="1739676"/>
            <a:ext cx="6132925" cy="1319233"/>
          </a:xfrm>
          <a:custGeom xmlns:a="http://schemas.openxmlformats.org/drawingml/2006/main">
            <a:pathLst>
              <a:path w="5800725" h="1247775">
                <a:moveTo>
                  <a:pt x="5800725" y="1247775"/>
                </a:moveTo>
                <a:lnTo>
                  <a:pt x="5800725" y="0"/>
                </a:lnTo>
                <a:lnTo>
                  <a:pt x="0" y="0"/>
                </a:lnTo>
                <a:lnTo>
                  <a:pt x="0" y="62865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26" name="Pseudo-label feedback arrowhead">
            <a:extLst xmlns:a="http://schemas.openxmlformats.org/drawingml/2006/main">
              <a:ext uri="{FF2B5EF4-FFF2-40B4-BE49-F238E27FC236}">
                <a16:creationId xmlns:a16="http://schemas.microsoft.com/office/drawing/2014/main" id="{2C10CE08-136B-4499-8FD3-688D6D9A5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35" y="2293553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104775"/>
                </a:moveTo>
                <a:lnTo>
                  <a:pt x="0" y="0"/>
                </a:lnTo>
                <a:lnTo>
                  <a:pt x="9525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27" name="Unlabeled constraint features">
            <a:extLst xmlns:a="http://schemas.openxmlformats.org/drawingml/2006/main">
              <a:ext uri="{FF2B5EF4-FFF2-40B4-BE49-F238E27FC236}">
                <a16:creationId xmlns:a16="http://schemas.microsoft.com/office/drawing/2014/main" id="{69096CD0-D2C0-457F-B9F4-F18D56DF1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4661" y="2394258"/>
            <a:ext cx="1258811" cy="1248740"/>
          </a:xfrm>
          <a:custGeom xmlns:a="http://schemas.openxmlformats.org/drawingml/2006/main">
            <a:pathLst>
              <a:path w="1190625" h="1181100">
                <a:moveTo>
                  <a:pt x="0" y="1181100"/>
                </a:moveTo>
                <a:lnTo>
                  <a:pt x="95250" y="1181100"/>
                </a:lnTo>
                <a:lnTo>
                  <a:pt x="95250" y="0"/>
                </a:lnTo>
                <a:lnTo>
                  <a:pt x="11906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28" name="Unlabeled constraint features arrowhead">
            <a:extLst xmlns:a="http://schemas.openxmlformats.org/drawingml/2006/main">
              <a:ext uri="{FF2B5EF4-FFF2-40B4-BE49-F238E27FC236}">
                <a16:creationId xmlns:a16="http://schemas.microsoft.com/office/drawing/2014/main" id="{F2CD22AD-B31B-41E4-81A5-F047C2BAD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2696" y="2343905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29" name="Extract features">
            <a:extLst xmlns:a="http://schemas.openxmlformats.org/drawingml/2006/main">
              <a:ext uri="{FF2B5EF4-FFF2-40B4-BE49-F238E27FC236}">
                <a16:creationId xmlns:a16="http://schemas.microsoft.com/office/drawing/2014/main" id="{DFC6CD82-1118-4FF1-BEC6-790C83E40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4661" y="3642998"/>
            <a:ext cx="1540784" cy="191"/>
          </a:xfrm>
          <a:custGeom xmlns:a="http://schemas.openxmlformats.org/drawingml/2006/main">
            <a:pathLst>
              <a:path w="1457325" h="191">
                <a:moveTo>
                  <a:pt x="0" y="0"/>
                </a:moveTo>
                <a:lnTo>
                  <a:pt x="14573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30" name="Extract features arrowhead">
            <a:extLst xmlns:a="http://schemas.openxmlformats.org/drawingml/2006/main">
              <a:ext uri="{FF2B5EF4-FFF2-40B4-BE49-F238E27FC236}">
                <a16:creationId xmlns:a16="http://schemas.microsoft.com/office/drawing/2014/main" id="{92990569-95A3-4B07-929E-8CB3C6D14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24670" y="3592645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31" name="Feature to distance">
            <a:extLst xmlns:a="http://schemas.openxmlformats.org/drawingml/2006/main">
              <a:ext uri="{FF2B5EF4-FFF2-40B4-BE49-F238E27FC236}">
                <a16:creationId xmlns:a16="http://schemas.microsoft.com/office/drawing/2014/main" id="{F2288943-60F5-43F7-8974-EA1AF29E8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0943" y="3632927"/>
            <a:ext cx="886203" cy="191"/>
          </a:xfrm>
          <a:custGeom xmlns:a="http://schemas.openxmlformats.org/drawingml/2006/main">
            <a:pathLst>
              <a:path w="838200" h="191">
                <a:moveTo>
                  <a:pt x="0" y="0"/>
                </a:moveTo>
                <a:lnTo>
                  <a:pt x="8382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32" name="Feature to distance arrowhead">
            <a:extLst xmlns:a="http://schemas.openxmlformats.org/drawingml/2006/main">
              <a:ext uri="{FF2B5EF4-FFF2-40B4-BE49-F238E27FC236}">
                <a16:creationId xmlns:a16="http://schemas.microsoft.com/office/drawing/2014/main" id="{334AEEE4-F6B9-4A6B-81B0-2AC6AA453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96370" y="3582575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33" name="Refined distance matrix">
            <a:extLst xmlns:a="http://schemas.openxmlformats.org/drawingml/2006/main">
              <a:ext uri="{FF2B5EF4-FFF2-40B4-BE49-F238E27FC236}">
                <a16:creationId xmlns:a16="http://schemas.microsoft.com/office/drawing/2014/main" id="{B7EA05E6-A885-401C-93F6-05574A130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2352" y="2394258"/>
            <a:ext cx="1500502" cy="332326"/>
          </a:xfrm>
          <a:custGeom xmlns:a="http://schemas.openxmlformats.org/drawingml/2006/main">
            <a:pathLst>
              <a:path w="1419225" h="314325">
                <a:moveTo>
                  <a:pt x="0" y="0"/>
                </a:moveTo>
                <a:lnTo>
                  <a:pt x="1419225" y="0"/>
                </a:lnTo>
                <a:lnTo>
                  <a:pt x="1419225" y="314325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34" name="Refined distance matrix arrowhead">
            <a:extLst xmlns:a="http://schemas.openxmlformats.org/drawingml/2006/main">
              <a:ext uri="{FF2B5EF4-FFF2-40B4-BE49-F238E27FC236}">
                <a16:creationId xmlns:a16="http://schemas.microsoft.com/office/drawing/2014/main" id="{42C6D38D-719B-41C7-9B6B-9318A65E1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2502" y="2615808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104775"/>
                </a:moveTo>
                <a:lnTo>
                  <a:pt x="0" y="0"/>
                </a:lnTo>
                <a:lnTo>
                  <a:pt x="9525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35" name="Matrix to clusters">
            <a:extLst xmlns:a="http://schemas.openxmlformats.org/drawingml/2006/main">
              <a:ext uri="{FF2B5EF4-FFF2-40B4-BE49-F238E27FC236}">
                <a16:creationId xmlns:a16="http://schemas.microsoft.com/office/drawing/2014/main" id="{AD2A97C6-4893-498D-8BFA-85D1B5089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6943" y="3572504"/>
            <a:ext cx="342396" cy="191"/>
          </a:xfrm>
          <a:custGeom xmlns:a="http://schemas.openxmlformats.org/drawingml/2006/main">
            <a:pathLst>
              <a:path w="323850" h="191">
                <a:moveTo>
                  <a:pt x="0" y="0"/>
                </a:moveTo>
                <a:lnTo>
                  <a:pt x="3238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36" name="Matrix to clusters arrowhead">
            <a:extLst xmlns:a="http://schemas.openxmlformats.org/drawingml/2006/main">
              <a:ext uri="{FF2B5EF4-FFF2-40B4-BE49-F238E27FC236}">
                <a16:creationId xmlns:a16="http://schemas.microsoft.com/office/drawing/2014/main" id="{4D1534D5-8BAB-4474-BFD5-34210CA88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8564" y="3522152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37" name="Batching arrow">
            <a:extLst xmlns:a="http://schemas.openxmlformats.org/drawingml/2006/main">
              <a:ext uri="{FF2B5EF4-FFF2-40B4-BE49-F238E27FC236}">
                <a16:creationId xmlns:a16="http://schemas.microsoft.com/office/drawing/2014/main" id="{70D8E8ED-291A-4E3C-B358-83FFBD74F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529" y="4539271"/>
            <a:ext cx="191" cy="412890"/>
          </a:xfrm>
          <a:custGeom xmlns:a="http://schemas.openxmlformats.org/drawingml/2006/main">
            <a:pathLst>
              <a:path w="191" h="390525">
                <a:moveTo>
                  <a:pt x="0" y="0"/>
                </a:moveTo>
                <a:lnTo>
                  <a:pt x="0" y="390525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38" name="Batching arrow arrowhead">
            <a:extLst xmlns:a="http://schemas.openxmlformats.org/drawingml/2006/main">
              <a:ext uri="{FF2B5EF4-FFF2-40B4-BE49-F238E27FC236}">
                <a16:creationId xmlns:a16="http://schemas.microsoft.com/office/drawing/2014/main" id="{9E69D645-384E-4FF2-B39B-A2691AA96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176" y="4841385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104775"/>
                </a:moveTo>
                <a:lnTo>
                  <a:pt x="0" y="0"/>
                </a:lnTo>
                <a:lnTo>
                  <a:pt x="9525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39" name="Shuffle arrow">
            <a:extLst xmlns:a="http://schemas.openxmlformats.org/drawingml/2006/main">
              <a:ext uri="{FF2B5EF4-FFF2-40B4-BE49-F238E27FC236}">
                <a16:creationId xmlns:a16="http://schemas.microsoft.com/office/drawing/2014/main" id="{B4F0C83C-218C-4053-8F69-EED6E1942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8952" y="6100196"/>
            <a:ext cx="191" cy="392749"/>
          </a:xfrm>
          <a:custGeom xmlns:a="http://schemas.openxmlformats.org/drawingml/2006/main">
            <a:pathLst>
              <a:path w="191" h="371475">
                <a:moveTo>
                  <a:pt x="0" y="0"/>
                </a:moveTo>
                <a:lnTo>
                  <a:pt x="0" y="371475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40" name="Shuffle arrow arrowhead">
            <a:extLst xmlns:a="http://schemas.openxmlformats.org/drawingml/2006/main">
              <a:ext uri="{FF2B5EF4-FFF2-40B4-BE49-F238E27FC236}">
                <a16:creationId xmlns:a16="http://schemas.microsoft.com/office/drawing/2014/main" id="{0E938A55-1C4C-456D-9E37-B34DE8ED1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599" y="6382170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104775"/>
                </a:moveTo>
                <a:lnTo>
                  <a:pt x="0" y="0"/>
                </a:lnTo>
                <a:lnTo>
                  <a:pt x="9525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41" name="Batch image to style encoder">
            <a:extLst xmlns:a="http://schemas.openxmlformats.org/drawingml/2006/main">
              <a:ext uri="{FF2B5EF4-FFF2-40B4-BE49-F238E27FC236}">
                <a16:creationId xmlns:a16="http://schemas.microsoft.com/office/drawing/2014/main" id="{BB4E3F68-322A-4D68-9D3A-0AC4AAE7C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2828" y="5526178"/>
            <a:ext cx="453172" cy="191"/>
          </a:xfrm>
          <a:custGeom xmlns:a="http://schemas.openxmlformats.org/drawingml/2006/main">
            <a:pathLst>
              <a:path w="428625" h="191">
                <a:moveTo>
                  <a:pt x="0" y="0"/>
                </a:moveTo>
                <a:lnTo>
                  <a:pt x="4286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42" name="Batch image to style encoder arrowhead">
            <a:extLst xmlns:a="http://schemas.openxmlformats.org/drawingml/2006/main">
              <a:ext uri="{FF2B5EF4-FFF2-40B4-BE49-F238E27FC236}">
                <a16:creationId xmlns:a16="http://schemas.microsoft.com/office/drawing/2014/main" id="{6AA32529-3E73-4DE9-B77D-1177A65F8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5225" y="5475826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43" name="Style encoder to feature">
            <a:extLst xmlns:a="http://schemas.openxmlformats.org/drawingml/2006/main">
              <a:ext uri="{FF2B5EF4-FFF2-40B4-BE49-F238E27FC236}">
                <a16:creationId xmlns:a16="http://schemas.microsoft.com/office/drawing/2014/main" id="{BF94401B-C1DD-421C-A5EB-21467AE8C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5515" y="5526178"/>
            <a:ext cx="332326" cy="191"/>
          </a:xfrm>
          <a:custGeom xmlns:a="http://schemas.openxmlformats.org/drawingml/2006/main">
            <a:pathLst>
              <a:path w="314325" h="191">
                <a:moveTo>
                  <a:pt x="0" y="0"/>
                </a:moveTo>
                <a:lnTo>
                  <a:pt x="3143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44" name="Style encoder to feature arrowhead">
            <a:extLst xmlns:a="http://schemas.openxmlformats.org/drawingml/2006/main">
              <a:ext uri="{FF2B5EF4-FFF2-40B4-BE49-F238E27FC236}">
                <a16:creationId xmlns:a16="http://schemas.microsoft.com/office/drawing/2014/main" id="{D53BEAC8-B65A-466B-8B58-720F699B1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7066" y="5475826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45" name="Shuffled image to style encoder">
            <a:extLst xmlns:a="http://schemas.openxmlformats.org/drawingml/2006/main">
              <a:ext uri="{FF2B5EF4-FFF2-40B4-BE49-F238E27FC236}">
                <a16:creationId xmlns:a16="http://schemas.microsoft.com/office/drawing/2014/main" id="{AE6F34E7-6372-4D3A-983A-985007C23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2546" y="7056892"/>
            <a:ext cx="513595" cy="191"/>
          </a:xfrm>
          <a:custGeom xmlns:a="http://schemas.openxmlformats.org/drawingml/2006/main">
            <a:pathLst>
              <a:path w="485775" h="191">
                <a:moveTo>
                  <a:pt x="0" y="0"/>
                </a:moveTo>
                <a:lnTo>
                  <a:pt x="4857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46" name="Shuffled image to style encoder arrowhead">
            <a:extLst xmlns:a="http://schemas.openxmlformats.org/drawingml/2006/main">
              <a:ext uri="{FF2B5EF4-FFF2-40B4-BE49-F238E27FC236}">
                <a16:creationId xmlns:a16="http://schemas.microsoft.com/office/drawing/2014/main" id="{88FCF662-9D1E-4AB8-9546-069FA5F87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95366" y="7006540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47" name="Shuffled encoder to feature">
            <a:extLst xmlns:a="http://schemas.openxmlformats.org/drawingml/2006/main">
              <a:ext uri="{FF2B5EF4-FFF2-40B4-BE49-F238E27FC236}">
                <a16:creationId xmlns:a16="http://schemas.microsoft.com/office/drawing/2014/main" id="{FB3AB48E-B218-4ED5-BCDA-73216C1FC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5586" y="7056892"/>
            <a:ext cx="332326" cy="191"/>
          </a:xfrm>
          <a:custGeom xmlns:a="http://schemas.openxmlformats.org/drawingml/2006/main">
            <a:pathLst>
              <a:path w="314325" h="191">
                <a:moveTo>
                  <a:pt x="0" y="0"/>
                </a:moveTo>
                <a:lnTo>
                  <a:pt x="3143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48" name="Shuffled encoder to feature arrowhead">
            <a:extLst xmlns:a="http://schemas.openxmlformats.org/drawingml/2006/main">
              <a:ext uri="{FF2B5EF4-FFF2-40B4-BE49-F238E27FC236}">
                <a16:creationId xmlns:a16="http://schemas.microsoft.com/office/drawing/2014/main" id="{AF239067-0C78-4242-9A54-477D406156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7137" y="7006540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49" name="Upper feature fusion">
            <a:extLst xmlns:a="http://schemas.openxmlformats.org/drawingml/2006/main">
              <a:ext uri="{FF2B5EF4-FFF2-40B4-BE49-F238E27FC236}">
                <a16:creationId xmlns:a16="http://schemas.microsoft.com/office/drawing/2014/main" id="{D4F4E7B0-70AE-4135-969F-158CBD2C2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3269" y="5375121"/>
            <a:ext cx="362537" cy="644511"/>
          </a:xfrm>
          <a:custGeom xmlns:a="http://schemas.openxmlformats.org/drawingml/2006/main">
            <a:pathLst>
              <a:path w="342900" h="609600">
                <a:moveTo>
                  <a:pt x="0" y="0"/>
                </a:moveTo>
                <a:lnTo>
                  <a:pt x="342900" y="0"/>
                </a:lnTo>
                <a:lnTo>
                  <a:pt x="342900" y="60960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50" name="Upper feature fusion arrowhead">
            <a:extLst xmlns:a="http://schemas.openxmlformats.org/drawingml/2006/main">
              <a:ext uri="{FF2B5EF4-FFF2-40B4-BE49-F238E27FC236}">
                <a16:creationId xmlns:a16="http://schemas.microsoft.com/office/drawing/2014/main" id="{10B392CD-28F9-44D8-8525-143E9BF57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5454" y="5908857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104775"/>
                </a:moveTo>
                <a:lnTo>
                  <a:pt x="0" y="0"/>
                </a:lnTo>
                <a:lnTo>
                  <a:pt x="9525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51" name="Lower feature fusion">
            <a:extLst xmlns:a="http://schemas.openxmlformats.org/drawingml/2006/main">
              <a:ext uri="{FF2B5EF4-FFF2-40B4-BE49-F238E27FC236}">
                <a16:creationId xmlns:a16="http://schemas.microsoft.com/office/drawing/2014/main" id="{7F234801-F416-4555-8572-9F2D98DB62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53269" y="6422452"/>
            <a:ext cx="362537" cy="553877"/>
          </a:xfrm>
          <a:custGeom xmlns:a="http://schemas.openxmlformats.org/drawingml/2006/main">
            <a:pathLst>
              <a:path w="342900" h="523875">
                <a:moveTo>
                  <a:pt x="0" y="523875"/>
                </a:moveTo>
                <a:lnTo>
                  <a:pt x="342900" y="523875"/>
                </a:lnTo>
                <a:lnTo>
                  <a:pt x="3429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52" name="Lower feature fusion arrowhead">
            <a:extLst xmlns:a="http://schemas.openxmlformats.org/drawingml/2006/main">
              <a:ext uri="{FF2B5EF4-FFF2-40B4-BE49-F238E27FC236}">
                <a16:creationId xmlns:a16="http://schemas.microsoft.com/office/drawing/2014/main" id="{38E7B2AC-B3F0-4B2A-ADF6-3E662AAFC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5454" y="6422452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0"/>
                </a:moveTo>
                <a:lnTo>
                  <a:pt x="95250" y="104775"/>
                </a:lnTo>
                <a:lnTo>
                  <a:pt x="0" y="104775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53" name="Fused features to relation network">
            <a:extLst xmlns:a="http://schemas.openxmlformats.org/drawingml/2006/main">
              <a:ext uri="{FF2B5EF4-FFF2-40B4-BE49-F238E27FC236}">
                <a16:creationId xmlns:a16="http://schemas.microsoft.com/office/drawing/2014/main" id="{EF1B438D-0268-44FA-A898-C916CE1611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97075" y="6221042"/>
            <a:ext cx="372608" cy="191"/>
          </a:xfrm>
          <a:custGeom xmlns:a="http://schemas.openxmlformats.org/drawingml/2006/main">
            <a:pathLst>
              <a:path w="352425" h="191">
                <a:moveTo>
                  <a:pt x="0" y="0"/>
                </a:moveTo>
                <a:lnTo>
                  <a:pt x="3524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54" name="Fused features to relation network arrowhead">
            <a:extLst xmlns:a="http://schemas.openxmlformats.org/drawingml/2006/main">
              <a:ext uri="{FF2B5EF4-FFF2-40B4-BE49-F238E27FC236}">
                <a16:creationId xmlns:a16="http://schemas.microsoft.com/office/drawing/2014/main" id="{6DAABC3A-BBC9-4DC4-B3DA-BF69744C8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8907" y="6170689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55" name="Relation output">
            <a:extLst xmlns:a="http://schemas.openxmlformats.org/drawingml/2006/main">
              <a:ext uri="{FF2B5EF4-FFF2-40B4-BE49-F238E27FC236}">
                <a16:creationId xmlns:a16="http://schemas.microsoft.com/office/drawing/2014/main" id="{E6F99413-0614-4977-85B2-35BAEE3D3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36449" y="6221042"/>
            <a:ext cx="352467" cy="191"/>
          </a:xfrm>
          <a:custGeom xmlns:a="http://schemas.openxmlformats.org/drawingml/2006/main">
            <a:pathLst>
              <a:path w="333375" h="191">
                <a:moveTo>
                  <a:pt x="0" y="0"/>
                </a:moveTo>
                <a:lnTo>
                  <a:pt x="3333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56" name="Relation output arrowhead">
            <a:extLst xmlns:a="http://schemas.openxmlformats.org/drawingml/2006/main">
              <a:ext uri="{FF2B5EF4-FFF2-40B4-BE49-F238E27FC236}">
                <a16:creationId xmlns:a16="http://schemas.microsoft.com/office/drawing/2014/main" id="{EBBB7921-8737-4F3C-9787-5B826A78A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141" y="6170689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57" name="Environment observation feedback">
            <a:extLst xmlns:a="http://schemas.openxmlformats.org/drawingml/2006/main">
              <a:ext uri="{FF2B5EF4-FFF2-40B4-BE49-F238E27FC236}">
                <a16:creationId xmlns:a16="http://schemas.microsoft.com/office/drawing/2014/main" id="{D67F6DF6-8943-4648-8569-C612EC996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05128" y="1538267"/>
            <a:ext cx="2930511" cy="372608"/>
          </a:xfrm>
          <a:custGeom xmlns:a="http://schemas.openxmlformats.org/drawingml/2006/main">
            <a:pathLst>
              <a:path w="2771775" h="352425">
                <a:moveTo>
                  <a:pt x="2771775" y="0"/>
                </a:moveTo>
                <a:lnTo>
                  <a:pt x="0" y="0"/>
                </a:lnTo>
                <a:lnTo>
                  <a:pt x="0" y="352425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58" name="Environment observation feedback arrowhead">
            <a:extLst xmlns:a="http://schemas.openxmlformats.org/drawingml/2006/main">
              <a:ext uri="{FF2B5EF4-FFF2-40B4-BE49-F238E27FC236}">
                <a16:creationId xmlns:a16="http://schemas.microsoft.com/office/drawing/2014/main" id="{9FE76A57-AC48-41E6-9E1B-D0148D913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4775" y="1800099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104775"/>
                </a:moveTo>
                <a:lnTo>
                  <a:pt x="0" y="0"/>
                </a:lnTo>
                <a:lnTo>
                  <a:pt x="9525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59" name="Observation to style encoder">
            <a:extLst xmlns:a="http://schemas.openxmlformats.org/drawingml/2006/main">
              <a:ext uri="{FF2B5EF4-FFF2-40B4-BE49-F238E27FC236}">
                <a16:creationId xmlns:a16="http://schemas.microsoft.com/office/drawing/2014/main" id="{E5015F34-DC68-409C-BE08-6916CC15F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0485" y="2988416"/>
            <a:ext cx="624370" cy="191"/>
          </a:xfrm>
          <a:custGeom xmlns:a="http://schemas.openxmlformats.org/drawingml/2006/main">
            <a:pathLst>
              <a:path w="590550" h="191">
                <a:moveTo>
                  <a:pt x="0" y="0"/>
                </a:moveTo>
                <a:lnTo>
                  <a:pt x="5905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60" name="Observation to style encoder arrowhead">
            <a:extLst xmlns:a="http://schemas.openxmlformats.org/drawingml/2006/main">
              <a:ext uri="{FF2B5EF4-FFF2-40B4-BE49-F238E27FC236}">
                <a16:creationId xmlns:a16="http://schemas.microsoft.com/office/drawing/2014/main" id="{E310AA39-F414-449C-A99F-02380E5EE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4079" y="2938064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61" name="Goal to style encoder">
            <a:extLst xmlns:a="http://schemas.openxmlformats.org/drawingml/2006/main">
              <a:ext uri="{FF2B5EF4-FFF2-40B4-BE49-F238E27FC236}">
                <a16:creationId xmlns:a16="http://schemas.microsoft.com/office/drawing/2014/main" id="{D3C31333-D331-4242-9EC7-2D6340253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0485" y="4851456"/>
            <a:ext cx="624370" cy="191"/>
          </a:xfrm>
          <a:custGeom xmlns:a="http://schemas.openxmlformats.org/drawingml/2006/main">
            <a:pathLst>
              <a:path w="590550" h="191">
                <a:moveTo>
                  <a:pt x="0" y="0"/>
                </a:moveTo>
                <a:lnTo>
                  <a:pt x="5905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62" name="Goal to style encoder arrowhead">
            <a:extLst xmlns:a="http://schemas.openxmlformats.org/drawingml/2006/main">
              <a:ext uri="{FF2B5EF4-FFF2-40B4-BE49-F238E27FC236}">
                <a16:creationId xmlns:a16="http://schemas.microsoft.com/office/drawing/2014/main" id="{6A1B59A4-0780-4720-B47F-6E5D9FADB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4079" y="4801104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63" name="Observation style vector">
            <a:extLst xmlns:a="http://schemas.openxmlformats.org/drawingml/2006/main">
              <a:ext uri="{FF2B5EF4-FFF2-40B4-BE49-F238E27FC236}">
                <a16:creationId xmlns:a16="http://schemas.microsoft.com/office/drawing/2014/main" id="{903FB338-923D-4A3C-8871-FEFD6DE0B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5216" y="2958205"/>
            <a:ext cx="483383" cy="191"/>
          </a:xfrm>
          <a:custGeom xmlns:a="http://schemas.openxmlformats.org/drawingml/2006/main">
            <a:pathLst>
              <a:path w="457200" h="191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64" name="Observation style vector arrowhead">
            <a:extLst xmlns:a="http://schemas.openxmlformats.org/drawingml/2006/main">
              <a:ext uri="{FF2B5EF4-FFF2-40B4-BE49-F238E27FC236}">
                <a16:creationId xmlns:a16="http://schemas.microsoft.com/office/drawing/2014/main" id="{316B355A-CCF9-47F5-9747-27EFD50E5D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47824" y="2907852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65" name="Goal style vector">
            <a:extLst xmlns:a="http://schemas.openxmlformats.org/drawingml/2006/main">
              <a:ext uri="{FF2B5EF4-FFF2-40B4-BE49-F238E27FC236}">
                <a16:creationId xmlns:a16="http://schemas.microsoft.com/office/drawing/2014/main" id="{1BCC3CE6-6CF5-4F62-B59C-1A677096D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5216" y="4811174"/>
            <a:ext cx="483383" cy="191"/>
          </a:xfrm>
          <a:custGeom xmlns:a="http://schemas.openxmlformats.org/drawingml/2006/main">
            <a:pathLst>
              <a:path w="457200" h="191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66" name="Goal style vector arrowhead">
            <a:extLst xmlns:a="http://schemas.openxmlformats.org/drawingml/2006/main">
              <a:ext uri="{FF2B5EF4-FFF2-40B4-BE49-F238E27FC236}">
                <a16:creationId xmlns:a16="http://schemas.microsoft.com/office/drawing/2014/main" id="{8542AA4C-C2FE-4AB7-8353-3E680865B0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47824" y="4760822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67" name="Observation vector to relation">
            <a:extLst xmlns:a="http://schemas.openxmlformats.org/drawingml/2006/main">
              <a:ext uri="{FF2B5EF4-FFF2-40B4-BE49-F238E27FC236}">
                <a16:creationId xmlns:a16="http://schemas.microsoft.com/office/drawing/2014/main" id="{8F9C251A-A535-47F4-869D-271743544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4026" y="2938064"/>
            <a:ext cx="553877" cy="302115"/>
          </a:xfrm>
          <a:custGeom xmlns:a="http://schemas.openxmlformats.org/drawingml/2006/main">
            <a:pathLst>
              <a:path w="523875" h="285750">
                <a:moveTo>
                  <a:pt x="0" y="0"/>
                </a:moveTo>
                <a:lnTo>
                  <a:pt x="523875" y="0"/>
                </a:lnTo>
                <a:lnTo>
                  <a:pt x="523875" y="28575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68" name="Observation vector to relation arrowhead">
            <a:extLst xmlns:a="http://schemas.openxmlformats.org/drawingml/2006/main">
              <a:ext uri="{FF2B5EF4-FFF2-40B4-BE49-F238E27FC236}">
                <a16:creationId xmlns:a16="http://schemas.microsoft.com/office/drawing/2014/main" id="{6F66D4FE-9D9D-4762-B658-48C2F4F9F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37551" y="3129403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104775"/>
                </a:moveTo>
                <a:lnTo>
                  <a:pt x="0" y="0"/>
                </a:lnTo>
                <a:lnTo>
                  <a:pt x="9525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69" name="Goal vector to relation">
            <a:extLst xmlns:a="http://schemas.openxmlformats.org/drawingml/2006/main">
              <a:ext uri="{FF2B5EF4-FFF2-40B4-BE49-F238E27FC236}">
                <a16:creationId xmlns:a16="http://schemas.microsoft.com/office/drawing/2014/main" id="{3CE5AAAC-E1CC-42F6-9555-6CD162F2E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4026" y="4579553"/>
            <a:ext cx="553877" cy="372608"/>
          </a:xfrm>
          <a:custGeom xmlns:a="http://schemas.openxmlformats.org/drawingml/2006/main">
            <a:pathLst>
              <a:path w="523875" h="352425">
                <a:moveTo>
                  <a:pt x="0" y="352425"/>
                </a:moveTo>
                <a:lnTo>
                  <a:pt x="523875" y="352425"/>
                </a:lnTo>
                <a:lnTo>
                  <a:pt x="5238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70" name="Goal vector to relation arrowhead">
            <a:extLst xmlns:a="http://schemas.openxmlformats.org/drawingml/2006/main">
              <a:ext uri="{FF2B5EF4-FFF2-40B4-BE49-F238E27FC236}">
                <a16:creationId xmlns:a16="http://schemas.microsoft.com/office/drawing/2014/main" id="{C5B435AB-FBEB-4F4A-939B-AC16180F80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37551" y="4579553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0"/>
                </a:moveTo>
                <a:lnTo>
                  <a:pt x="95250" y="104775"/>
                </a:lnTo>
                <a:lnTo>
                  <a:pt x="0" y="104775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71" name="Room relation output">
            <a:extLst xmlns:a="http://schemas.openxmlformats.org/drawingml/2006/main">
              <a:ext uri="{FF2B5EF4-FFF2-40B4-BE49-F238E27FC236}">
                <a16:creationId xmlns:a16="http://schemas.microsoft.com/office/drawing/2014/main" id="{EEF58F98-82B8-4917-B028-E227153CF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1357" y="3924971"/>
            <a:ext cx="503524" cy="191"/>
          </a:xfrm>
          <a:custGeom xmlns:a="http://schemas.openxmlformats.org/drawingml/2006/main">
            <a:pathLst>
              <a:path w="476250" h="191">
                <a:moveTo>
                  <a:pt x="0" y="0"/>
                </a:moveTo>
                <a:lnTo>
                  <a:pt x="4762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72" name="Room relation output arrowhead">
            <a:extLst xmlns:a="http://schemas.openxmlformats.org/drawingml/2006/main">
              <a:ext uri="{FF2B5EF4-FFF2-40B4-BE49-F238E27FC236}">
                <a16:creationId xmlns:a16="http://schemas.microsoft.com/office/drawing/2014/main" id="{E3A3C857-9F39-4890-8D1F-190FF5D36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74106" y="3874619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73" name="Room feature to policy fusion">
            <a:extLst xmlns:a="http://schemas.openxmlformats.org/drawingml/2006/main">
              <a:ext uri="{FF2B5EF4-FFF2-40B4-BE49-F238E27FC236}">
                <a16:creationId xmlns:a16="http://schemas.microsoft.com/office/drawing/2014/main" id="{BDE6F406-7234-4DFB-A704-204292D0C8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47419" y="3914901"/>
            <a:ext cx="312185" cy="1490432"/>
          </a:xfrm>
          <a:custGeom xmlns:a="http://schemas.openxmlformats.org/drawingml/2006/main">
            <a:pathLst>
              <a:path w="295275" h="1409700">
                <a:moveTo>
                  <a:pt x="0" y="0"/>
                </a:moveTo>
                <a:lnTo>
                  <a:pt x="295275" y="0"/>
                </a:lnTo>
                <a:lnTo>
                  <a:pt x="295275" y="140970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74" name="Room feature to policy fusion arrowhead">
            <a:extLst xmlns:a="http://schemas.openxmlformats.org/drawingml/2006/main">
              <a:ext uri="{FF2B5EF4-FFF2-40B4-BE49-F238E27FC236}">
                <a16:creationId xmlns:a16="http://schemas.microsoft.com/office/drawing/2014/main" id="{E27F54EF-E7A3-43D0-8D11-3AE006B16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9251" y="5294557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104775"/>
                </a:moveTo>
                <a:lnTo>
                  <a:pt x="0" y="0"/>
                </a:lnTo>
                <a:lnTo>
                  <a:pt x="9525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75" name="Channel concatenation to ResNet">
            <a:extLst xmlns:a="http://schemas.openxmlformats.org/drawingml/2006/main">
              <a:ext uri="{FF2B5EF4-FFF2-40B4-BE49-F238E27FC236}">
                <a16:creationId xmlns:a16="http://schemas.microsoft.com/office/drawing/2014/main" id="{4C5FD85A-18FD-4653-A9D2-C8D1BA296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2458" y="7147526"/>
            <a:ext cx="412890" cy="191"/>
          </a:xfrm>
          <a:custGeom xmlns:a="http://schemas.openxmlformats.org/drawingml/2006/main">
            <a:pathLst>
              <a:path w="390525" h="191">
                <a:moveTo>
                  <a:pt x="0" y="0"/>
                </a:moveTo>
                <a:lnTo>
                  <a:pt x="3905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76" name="Channel concatenation to ResNet arrowhead">
            <a:extLst xmlns:a="http://schemas.openxmlformats.org/drawingml/2006/main">
              <a:ext uri="{FF2B5EF4-FFF2-40B4-BE49-F238E27FC236}">
                <a16:creationId xmlns:a16="http://schemas.microsoft.com/office/drawing/2014/main" id="{83BE4A60-E9CB-42D7-9A2F-A48BEA773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573" y="7097174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77" name="ResNet to feature">
            <a:extLst xmlns:a="http://schemas.openxmlformats.org/drawingml/2006/main">
              <a:ext uri="{FF2B5EF4-FFF2-40B4-BE49-F238E27FC236}">
                <a16:creationId xmlns:a16="http://schemas.microsoft.com/office/drawing/2014/main" id="{E09A5CEC-B6B0-4CD5-AB8C-71804CF4C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5709" y="7117315"/>
            <a:ext cx="392749" cy="191"/>
          </a:xfrm>
          <a:custGeom xmlns:a="http://schemas.openxmlformats.org/drawingml/2006/main">
            <a:pathLst>
              <a:path w="371475" h="191">
                <a:moveTo>
                  <a:pt x="0" y="0"/>
                </a:moveTo>
                <a:lnTo>
                  <a:pt x="3714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78" name="ResNet to feature arrowhead">
            <a:extLst xmlns:a="http://schemas.openxmlformats.org/drawingml/2006/main">
              <a:ext uri="{FF2B5EF4-FFF2-40B4-BE49-F238E27FC236}">
                <a16:creationId xmlns:a16="http://schemas.microsoft.com/office/drawing/2014/main" id="{14D354BE-878C-4488-8388-E4BD70511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683" y="7066963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79" name="Feature to flatten">
            <a:extLst xmlns:a="http://schemas.openxmlformats.org/drawingml/2006/main">
              <a:ext uri="{FF2B5EF4-FFF2-40B4-BE49-F238E27FC236}">
                <a16:creationId xmlns:a16="http://schemas.microsoft.com/office/drawing/2014/main" id="{24E7606A-A7FA-42E0-A322-09AF923EE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93744" y="7117315"/>
            <a:ext cx="483383" cy="191"/>
          </a:xfrm>
          <a:custGeom xmlns:a="http://schemas.openxmlformats.org/drawingml/2006/main">
            <a:pathLst>
              <a:path w="457200" h="191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80" name="Feature to flatten arrowhead">
            <a:extLst xmlns:a="http://schemas.openxmlformats.org/drawingml/2006/main">
              <a:ext uri="{FF2B5EF4-FFF2-40B4-BE49-F238E27FC236}">
                <a16:creationId xmlns:a16="http://schemas.microsoft.com/office/drawing/2014/main" id="{A1C665B6-654E-49B5-8FB4-CF4D86970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66352" y="7066963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81" name="Flatten to visual vector">
            <a:extLst xmlns:a="http://schemas.openxmlformats.org/drawingml/2006/main">
              <a:ext uri="{FF2B5EF4-FFF2-40B4-BE49-F238E27FC236}">
                <a16:creationId xmlns:a16="http://schemas.microsoft.com/office/drawing/2014/main" id="{A5FCB33A-AE9B-4751-BEAB-85B71D7E60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10863" y="7117315"/>
            <a:ext cx="503524" cy="191"/>
          </a:xfrm>
          <a:custGeom xmlns:a="http://schemas.openxmlformats.org/drawingml/2006/main">
            <a:pathLst>
              <a:path w="476250" h="191">
                <a:moveTo>
                  <a:pt x="0" y="0"/>
                </a:moveTo>
                <a:lnTo>
                  <a:pt x="4762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82" name="Flatten to visual vector arrowhead">
            <a:extLst xmlns:a="http://schemas.openxmlformats.org/drawingml/2006/main">
              <a:ext uri="{FF2B5EF4-FFF2-40B4-BE49-F238E27FC236}">
                <a16:creationId xmlns:a16="http://schemas.microsoft.com/office/drawing/2014/main" id="{F254B030-A83B-4BE8-A174-681542B3E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03612" y="7066963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83" name="Visual vector to policy fusion">
            <a:extLst xmlns:a="http://schemas.openxmlformats.org/drawingml/2006/main">
              <a:ext uri="{FF2B5EF4-FFF2-40B4-BE49-F238E27FC236}">
                <a16:creationId xmlns:a16="http://schemas.microsoft.com/office/drawing/2014/main" id="{F7CF0F23-A680-47A2-A005-48F864DA0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86996" y="5788011"/>
            <a:ext cx="372608" cy="1359515"/>
          </a:xfrm>
          <a:custGeom xmlns:a="http://schemas.openxmlformats.org/drawingml/2006/main">
            <a:pathLst>
              <a:path w="352425" h="1285875">
                <a:moveTo>
                  <a:pt x="0" y="1285875"/>
                </a:moveTo>
                <a:lnTo>
                  <a:pt x="352425" y="1285875"/>
                </a:lnTo>
                <a:lnTo>
                  <a:pt x="3524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84" name="Visual vector to policy fusion arrowhead">
            <a:extLst xmlns:a="http://schemas.openxmlformats.org/drawingml/2006/main">
              <a:ext uri="{FF2B5EF4-FFF2-40B4-BE49-F238E27FC236}">
                <a16:creationId xmlns:a16="http://schemas.microsoft.com/office/drawing/2014/main" id="{5931DBCC-7C9F-445F-9232-F1B0D9FF3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9251" y="5788011"/>
            <a:ext cx="100705" cy="110775"/>
          </a:xfrm>
          <a:custGeom xmlns:a="http://schemas.openxmlformats.org/drawingml/2006/main">
            <a:pathLst>
              <a:path w="95250" h="104775">
                <a:moveTo>
                  <a:pt x="47625" y="0"/>
                </a:moveTo>
                <a:lnTo>
                  <a:pt x="95250" y="104775"/>
                </a:lnTo>
                <a:lnTo>
                  <a:pt x="0" y="104775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85" name="Fused navigation vector">
            <a:extLst xmlns:a="http://schemas.openxmlformats.org/drawingml/2006/main">
              <a:ext uri="{FF2B5EF4-FFF2-40B4-BE49-F238E27FC236}">
                <a16:creationId xmlns:a16="http://schemas.microsoft.com/office/drawing/2014/main" id="{5B3558C9-46D7-4BA2-82FF-9A6AF1B8A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0943" y="5596672"/>
            <a:ext cx="443101" cy="191"/>
          </a:xfrm>
          <a:custGeom xmlns:a="http://schemas.openxmlformats.org/drawingml/2006/main">
            <a:pathLst>
              <a:path w="419100" h="191">
                <a:moveTo>
                  <a:pt x="0" y="0"/>
                </a:moveTo>
                <a:lnTo>
                  <a:pt x="4191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86" name="Fused navigation vector arrowhead">
            <a:extLst xmlns:a="http://schemas.openxmlformats.org/drawingml/2006/main">
              <a:ext uri="{FF2B5EF4-FFF2-40B4-BE49-F238E27FC236}">
                <a16:creationId xmlns:a16="http://schemas.microsoft.com/office/drawing/2014/main" id="{B464AA4A-2800-43A5-9065-C7416E479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83269" y="5546319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87" name="Environment action loop without an invented arrowhead">
            <a:extLst xmlns:a="http://schemas.openxmlformats.org/drawingml/2006/main">
              <a:ext uri="{FF2B5EF4-FFF2-40B4-BE49-F238E27FC236}">
                <a16:creationId xmlns:a16="http://schemas.microsoft.com/office/drawing/2014/main" id="{5EA45553-8523-4282-81A5-91EA926F8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0441" y="1538267"/>
            <a:ext cx="2789524" cy="1037260"/>
          </a:xfrm>
          <a:custGeom xmlns:a="http://schemas.openxmlformats.org/drawingml/2006/main">
            <a:pathLst>
              <a:path w="2638425" h="981075">
                <a:moveTo>
                  <a:pt x="0" y="0"/>
                </a:moveTo>
                <a:lnTo>
                  <a:pt x="2638425" y="0"/>
                </a:lnTo>
                <a:lnTo>
                  <a:pt x="2638425" y="981075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solid"/>
          </a:ln>
        </p:spPr>
      </p:sp>
      <p:sp>
        <p:nvSpPr>
          <p:cNvPr id="188" name="Batch feature cluster loss">
            <a:extLst xmlns:a="http://schemas.openxmlformats.org/drawingml/2006/main">
              <a:ext uri="{FF2B5EF4-FFF2-40B4-BE49-F238E27FC236}">
                <a16:creationId xmlns:a16="http://schemas.microsoft.com/office/drawing/2014/main" id="{A856C316-A7ED-41C7-82D1-01C01802C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11577" y="4841385"/>
            <a:ext cx="916414" cy="181269"/>
          </a:xfrm>
          <a:custGeom xmlns:a="http://schemas.openxmlformats.org/drawingml/2006/main">
            <a:pathLst>
              <a:path w="866775" h="171450">
                <a:moveTo>
                  <a:pt x="0" y="171450"/>
                </a:moveTo>
                <a:lnTo>
                  <a:pt x="0" y="0"/>
                </a:lnTo>
                <a:lnTo>
                  <a:pt x="8667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dash"/>
          </a:ln>
        </p:spPr>
      </p:sp>
      <p:sp>
        <p:nvSpPr>
          <p:cNvPr id="189" name="Batch feature cluster loss arrowhead">
            <a:extLst xmlns:a="http://schemas.openxmlformats.org/drawingml/2006/main">
              <a:ext uri="{FF2B5EF4-FFF2-40B4-BE49-F238E27FC236}">
                <a16:creationId xmlns:a16="http://schemas.microsoft.com/office/drawing/2014/main" id="{E8016A0C-1F4B-486D-86C5-4169DE0A0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17216" y="4791033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90" name="Clusters to clustering loss">
            <a:extLst xmlns:a="http://schemas.openxmlformats.org/drawingml/2006/main">
              <a:ext uri="{FF2B5EF4-FFF2-40B4-BE49-F238E27FC236}">
                <a16:creationId xmlns:a16="http://schemas.microsoft.com/office/drawing/2014/main" id="{E74F2781-CD7F-4C39-927F-CDAC0DD7A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7577" y="4549341"/>
            <a:ext cx="584088" cy="292044"/>
          </a:xfrm>
          <a:custGeom xmlns:a="http://schemas.openxmlformats.org/drawingml/2006/main">
            <a:pathLst>
              <a:path w="552450" h="276225">
                <a:moveTo>
                  <a:pt x="552450" y="0"/>
                </a:moveTo>
                <a:lnTo>
                  <a:pt x="552450" y="276225"/>
                </a:lnTo>
                <a:lnTo>
                  <a:pt x="0" y="276225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dash"/>
          </a:ln>
        </p:spPr>
      </p:sp>
      <p:sp>
        <p:nvSpPr>
          <p:cNvPr id="191" name="Clusters to clustering loss arrowhead">
            <a:extLst xmlns:a="http://schemas.openxmlformats.org/drawingml/2006/main">
              <a:ext uri="{FF2B5EF4-FFF2-40B4-BE49-F238E27FC236}">
                <a16:creationId xmlns:a16="http://schemas.microsoft.com/office/drawing/2014/main" id="{B058C97F-C7C5-4DF6-9E17-81D473A2D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7577" y="4791033"/>
            <a:ext cx="110775" cy="100705"/>
          </a:xfrm>
          <a:custGeom xmlns:a="http://schemas.openxmlformats.org/drawingml/2006/main">
            <a:pathLst>
              <a:path w="104775" h="95250">
                <a:moveTo>
                  <a:pt x="0" y="47625"/>
                </a:moveTo>
                <a:lnTo>
                  <a:pt x="104775" y="0"/>
                </a:lnTo>
                <a:lnTo>
                  <a:pt x="104775" y="9525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92" name="Relation prediction loss">
            <a:extLst xmlns:a="http://schemas.openxmlformats.org/drawingml/2006/main">
              <a:ext uri="{FF2B5EF4-FFF2-40B4-BE49-F238E27FC236}">
                <a16:creationId xmlns:a16="http://schemas.microsoft.com/office/drawing/2014/main" id="{D2B7215A-CEC9-4A5D-A27E-DFD880DD2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2996" y="6855482"/>
            <a:ext cx="1238670" cy="1299093"/>
          </a:xfrm>
          <a:custGeom xmlns:a="http://schemas.openxmlformats.org/drawingml/2006/main">
            <a:pathLst>
              <a:path w="1171575" h="1228725">
                <a:moveTo>
                  <a:pt x="1171575" y="0"/>
                </a:moveTo>
                <a:lnTo>
                  <a:pt x="1171575" y="1228725"/>
                </a:lnTo>
                <a:lnTo>
                  <a:pt x="0" y="1228725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dash"/>
          </a:ln>
        </p:spPr>
      </p:sp>
      <p:sp>
        <p:nvSpPr>
          <p:cNvPr id="193" name="Relation prediction loss arrowhead">
            <a:extLst xmlns:a="http://schemas.openxmlformats.org/drawingml/2006/main">
              <a:ext uri="{FF2B5EF4-FFF2-40B4-BE49-F238E27FC236}">
                <a16:creationId xmlns:a16="http://schemas.microsoft.com/office/drawing/2014/main" id="{0CD5981A-9FA9-48F4-B55F-6D68A0562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2996" y="8104222"/>
            <a:ext cx="110775" cy="100705"/>
          </a:xfrm>
          <a:custGeom xmlns:a="http://schemas.openxmlformats.org/drawingml/2006/main">
            <a:pathLst>
              <a:path w="104775" h="95250">
                <a:moveTo>
                  <a:pt x="0" y="47625"/>
                </a:moveTo>
                <a:lnTo>
                  <a:pt x="104775" y="0"/>
                </a:lnTo>
                <a:lnTo>
                  <a:pt x="104775" y="9525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94" name="Relation labels loss">
            <a:extLst xmlns:a="http://schemas.openxmlformats.org/drawingml/2006/main">
              <a:ext uri="{FF2B5EF4-FFF2-40B4-BE49-F238E27FC236}">
                <a16:creationId xmlns:a16="http://schemas.microsoft.com/office/drawing/2014/main" id="{C18D537B-F089-4DBE-A414-AD33186DF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97480" y="8154575"/>
            <a:ext cx="2275930" cy="191"/>
          </a:xfrm>
          <a:custGeom xmlns:a="http://schemas.openxmlformats.org/drawingml/2006/main">
            <a:pathLst>
              <a:path w="2152650" h="191">
                <a:moveTo>
                  <a:pt x="0" y="0"/>
                </a:moveTo>
                <a:lnTo>
                  <a:pt x="21526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6254">
            <a:solidFill>
              <a:srgbClr val="595959"/>
            </a:solidFill>
            <a:prstDash val="dash"/>
          </a:ln>
        </p:spPr>
      </p:sp>
      <p:sp>
        <p:nvSpPr>
          <p:cNvPr id="195" name="Relation labels loss arrowhead">
            <a:extLst xmlns:a="http://schemas.openxmlformats.org/drawingml/2006/main">
              <a:ext uri="{FF2B5EF4-FFF2-40B4-BE49-F238E27FC236}">
                <a16:creationId xmlns:a16="http://schemas.microsoft.com/office/drawing/2014/main" id="{770E7C2A-D1B6-40C7-9F8A-4AF902604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62634" y="8104222"/>
            <a:ext cx="110775" cy="100705"/>
          </a:xfrm>
          <a:custGeom xmlns:a="http://schemas.openxmlformats.org/drawingml/2006/main">
            <a:pathLst>
              <a:path w="104775" h="95250">
                <a:moveTo>
                  <a:pt x="104775" y="47625"/>
                </a:moveTo>
                <a:lnTo>
                  <a:pt x="0" y="9525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595959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196" name="Shared style weights">
            <a:extLst xmlns:a="http://schemas.openxmlformats.org/drawingml/2006/main">
              <a:ext uri="{FF2B5EF4-FFF2-40B4-BE49-F238E27FC236}">
                <a16:creationId xmlns:a16="http://schemas.microsoft.com/office/drawing/2014/main" id="{7175FFCC-F401-44DF-B4C8-7C8746CAA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2256" y="3431518"/>
            <a:ext cx="191" cy="916414"/>
          </a:xfrm>
          <a:custGeom xmlns:a="http://schemas.openxmlformats.org/drawingml/2006/main">
            <a:pathLst>
              <a:path w="191" h="866775">
                <a:moveTo>
                  <a:pt x="0" y="0"/>
                </a:moveTo>
                <a:lnTo>
                  <a:pt x="0" y="314325"/>
                </a:lnTo>
                <a:moveTo>
                  <a:pt x="0" y="638175"/>
                </a:moveTo>
                <a:lnTo>
                  <a:pt x="0" y="866775"/>
                </a:lnTo>
              </a:path>
            </a:pathLst>
          </a:custGeom>
          <a:noFill xmlns:a="http://schemas.openxmlformats.org/drawingml/2006/main"/>
          <a:ln xmlns:a="http://schemas.openxmlformats.org/drawingml/2006/main" w="30211">
            <a:solidFill>
              <a:srgbClr val="777777"/>
            </a:solidFill>
            <a:prstDash val="dash"/>
          </a:ln>
        </p:spPr>
      </p:sp>
      <p:sp>
        <p:nvSpPr>
          <p:cNvPr id="197" name="Relation label supervision">
            <a:extLst xmlns:a="http://schemas.openxmlformats.org/drawingml/2006/main">
              <a:ext uri="{FF2B5EF4-FFF2-40B4-BE49-F238E27FC236}">
                <a16:creationId xmlns:a16="http://schemas.microsoft.com/office/drawing/2014/main" id="{2ED1F376-C32B-4478-AB91-30A8EA457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34" y="5495967"/>
            <a:ext cx="715004" cy="2658608"/>
          </a:xfrm>
          <a:custGeom xmlns:a="http://schemas.openxmlformats.org/drawingml/2006/main">
            <a:pathLst>
              <a:path w="676275" h="2514600">
                <a:moveTo>
                  <a:pt x="676275" y="0"/>
                </a:moveTo>
                <a:lnTo>
                  <a:pt x="457200" y="0"/>
                </a:lnTo>
                <a:lnTo>
                  <a:pt x="457200" y="838200"/>
                </a:lnTo>
                <a:lnTo>
                  <a:pt x="0" y="838200"/>
                </a:lnTo>
                <a:lnTo>
                  <a:pt x="0" y="2514600"/>
                </a:lnTo>
                <a:lnTo>
                  <a:pt x="447675" y="2514600"/>
                </a:lnTo>
              </a:path>
            </a:pathLst>
          </a:custGeom>
          <a:noFill xmlns:a="http://schemas.openxmlformats.org/drawingml/2006/main"/>
          <a:ln xmlns:a="http://schemas.openxmlformats.org/drawingml/2006/main" w="40282">
            <a:solidFill>
              <a:srgbClr val="595959"/>
            </a:solidFill>
            <a:prstDash val="solid"/>
          </a:ln>
        </p:spPr>
      </p:sp>
      <p:sp>
        <p:nvSpPr>
          <p:cNvPr id="198" name="Relation label supervision lower branch">
            <a:extLst xmlns:a="http://schemas.openxmlformats.org/drawingml/2006/main">
              <a:ext uri="{FF2B5EF4-FFF2-40B4-BE49-F238E27FC236}">
                <a16:creationId xmlns:a16="http://schemas.microsoft.com/office/drawing/2014/main" id="{3762C63E-51C0-441B-B69D-B0F9CA028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018" y="6382170"/>
            <a:ext cx="120846" cy="886203"/>
          </a:xfrm>
          <a:custGeom xmlns:a="http://schemas.openxmlformats.org/drawingml/2006/main">
            <a:pathLst>
              <a:path w="114300" h="838200">
                <a:moveTo>
                  <a:pt x="0" y="0"/>
                </a:moveTo>
                <a:lnTo>
                  <a:pt x="0" y="838200"/>
                </a:lnTo>
                <a:lnTo>
                  <a:pt x="114300" y="838200"/>
                </a:lnTo>
              </a:path>
            </a:pathLst>
          </a:custGeom>
          <a:noFill xmlns:a="http://schemas.openxmlformats.org/drawingml/2006/main"/>
          <a:ln xmlns:a="http://schemas.openxmlformats.org/drawingml/2006/main" w="40282">
            <a:solidFill>
              <a:srgbClr val="595959"/>
            </a:solidFill>
            <a:prstDash val="solid"/>
          </a:ln>
        </p:spPr>
      </p:sp>
      <p:sp>
        <p:nvSpPr>
          <p:cNvPr id="199" name="Offline feature fusion">
            <a:extLst xmlns:a="http://schemas.openxmlformats.org/drawingml/2006/main">
              <a:ext uri="{FF2B5EF4-FFF2-40B4-BE49-F238E27FC236}">
                <a16:creationId xmlns:a16="http://schemas.microsoft.com/office/drawing/2014/main" id="{2109DBE7-A258-4D98-A360-4C5831232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4608" y="6049844"/>
            <a:ext cx="342396" cy="342396"/>
          </a:xfrm>
          <a:custGeom xmlns:a="http://schemas.openxmlformats.org/drawingml/2006/main">
            <a:pathLst>
              <a:path w="323850" h="323850">
                <a:moveTo>
                  <a:pt x="323850" y="161925"/>
                </a:moveTo>
                <a:cubicBezTo>
                  <a:pt x="323850" y="251354"/>
                  <a:pt x="251354" y="323850"/>
                  <a:pt x="161925" y="323850"/>
                </a:cubicBezTo>
                <a:cubicBezTo>
                  <a:pt x="72496" y="323850"/>
                  <a:pt x="0" y="251354"/>
                  <a:pt x="0" y="161925"/>
                </a:cubicBezTo>
                <a:cubicBezTo>
                  <a:pt x="0" y="72496"/>
                  <a:pt x="72496" y="0"/>
                  <a:pt x="161925" y="0"/>
                </a:cubicBezTo>
                <a:cubicBezTo>
                  <a:pt x="251354" y="0"/>
                  <a:pt x="323850" y="72496"/>
                  <a:pt x="323850" y="161925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30211">
            <a:solidFill>
              <a:srgbClr val="285A82"/>
            </a:solidFill>
            <a:prstDash val="solid"/>
          </a:ln>
        </p:spPr>
      </p:sp>
      <p:sp>
        <p:nvSpPr>
          <p:cNvPr id="200" name="Offline feature fusion cross">
            <a:extLst xmlns:a="http://schemas.openxmlformats.org/drawingml/2006/main">
              <a:ext uri="{FF2B5EF4-FFF2-40B4-BE49-F238E27FC236}">
                <a16:creationId xmlns:a16="http://schemas.microsoft.com/office/drawing/2014/main" id="{4E7F26C7-FAF5-47A8-954B-5FBA327E5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4678" y="6059914"/>
            <a:ext cx="322256" cy="322256"/>
          </a:xfrm>
          <a:custGeom xmlns:a="http://schemas.openxmlformats.org/drawingml/2006/main">
            <a:pathLst>
              <a:path w="304800" h="304800">
                <a:moveTo>
                  <a:pt x="0" y="152400"/>
                </a:moveTo>
                <a:lnTo>
                  <a:pt x="304800" y="152400"/>
                </a:lnTo>
                <a:moveTo>
                  <a:pt x="152400" y="0"/>
                </a:moveTo>
                <a:lnTo>
                  <a:pt x="152400" y="304800"/>
                </a:lnTo>
              </a:path>
            </a:pathLst>
          </a:custGeom>
          <a:noFill xmlns:a="http://schemas.openxmlformats.org/drawingml/2006/main"/>
          <a:ln xmlns:a="http://schemas.openxmlformats.org/drawingml/2006/main" w="30211">
            <a:solidFill>
              <a:srgbClr val="285A82"/>
            </a:solidFill>
            <a:prstDash val="solid"/>
          </a:ln>
        </p:spPr>
      </p:sp>
      <p:sp>
        <p:nvSpPr>
          <p:cNvPr id="201" name="Navigation feature fusion">
            <a:extLst xmlns:a="http://schemas.openxmlformats.org/drawingml/2006/main">
              <a:ext uri="{FF2B5EF4-FFF2-40B4-BE49-F238E27FC236}">
                <a16:creationId xmlns:a16="http://schemas.microsoft.com/office/drawing/2014/main" id="{A3342970-AFC3-4763-97BF-2AB73BA0B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8405" y="5425474"/>
            <a:ext cx="342396" cy="342396"/>
          </a:xfrm>
          <a:custGeom xmlns:a="http://schemas.openxmlformats.org/drawingml/2006/main">
            <a:pathLst>
              <a:path w="323850" h="323850">
                <a:moveTo>
                  <a:pt x="323850" y="161925"/>
                </a:moveTo>
                <a:cubicBezTo>
                  <a:pt x="323850" y="251354"/>
                  <a:pt x="251354" y="323850"/>
                  <a:pt x="161925" y="323850"/>
                </a:cubicBezTo>
                <a:cubicBezTo>
                  <a:pt x="72496" y="323850"/>
                  <a:pt x="0" y="251354"/>
                  <a:pt x="0" y="161925"/>
                </a:cubicBezTo>
                <a:cubicBezTo>
                  <a:pt x="0" y="72496"/>
                  <a:pt x="72496" y="0"/>
                  <a:pt x="161925" y="0"/>
                </a:cubicBezTo>
                <a:cubicBezTo>
                  <a:pt x="251354" y="0"/>
                  <a:pt x="323850" y="72496"/>
                  <a:pt x="323850" y="161925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30211">
            <a:solidFill>
              <a:srgbClr val="285A82"/>
            </a:solidFill>
            <a:prstDash val="solid"/>
          </a:ln>
        </p:spPr>
      </p:sp>
      <p:sp>
        <p:nvSpPr>
          <p:cNvPr id="202" name="Navigation feature fusion cross">
            <a:extLst xmlns:a="http://schemas.openxmlformats.org/drawingml/2006/main">
              <a:ext uri="{FF2B5EF4-FFF2-40B4-BE49-F238E27FC236}">
                <a16:creationId xmlns:a16="http://schemas.microsoft.com/office/drawing/2014/main" id="{5B30D916-9274-469B-BDCD-5C1E5DB18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98476" y="5435544"/>
            <a:ext cx="322256" cy="322256"/>
          </a:xfrm>
          <a:custGeom xmlns:a="http://schemas.openxmlformats.org/drawingml/2006/main">
            <a:pathLst>
              <a:path w="304800" h="304800">
                <a:moveTo>
                  <a:pt x="0" y="152400"/>
                </a:moveTo>
                <a:lnTo>
                  <a:pt x="304800" y="152400"/>
                </a:lnTo>
                <a:moveTo>
                  <a:pt x="152400" y="0"/>
                </a:moveTo>
                <a:lnTo>
                  <a:pt x="152400" y="304800"/>
                </a:lnTo>
              </a:path>
            </a:pathLst>
          </a:custGeom>
          <a:noFill xmlns:a="http://schemas.openxmlformats.org/drawingml/2006/main"/>
          <a:ln xmlns:a="http://schemas.openxmlformats.org/drawingml/2006/main" w="30211">
            <a:solidFill>
              <a:srgbClr val="285A82"/>
            </a:solidFill>
            <a:prstDash val="solid"/>
          </a:ln>
        </p:spPr>
      </p:sp>
      <p:sp>
        <p:nvSpPr>
          <p:cNvPr id="203" name="Goal concatenate arrow">
            <a:extLst xmlns:a="http://schemas.openxmlformats.org/drawingml/2006/main">
              <a:ext uri="{FF2B5EF4-FFF2-40B4-BE49-F238E27FC236}">
                <a16:creationId xmlns:a16="http://schemas.microsoft.com/office/drawing/2014/main" id="{B29478FD-8009-41BD-80BF-D7203F35EC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3225" y="5818222"/>
            <a:ext cx="463242" cy="412890"/>
          </a:xfrm>
          <a:custGeom xmlns:a="http://schemas.openxmlformats.org/drawingml/2006/main">
            <a:pathLst>
              <a:path w="438150" h="390525">
                <a:moveTo>
                  <a:pt x="76200" y="0"/>
                </a:moveTo>
                <a:lnTo>
                  <a:pt x="361950" y="0"/>
                </a:lnTo>
                <a:lnTo>
                  <a:pt x="361950" y="238125"/>
                </a:lnTo>
                <a:lnTo>
                  <a:pt x="438150" y="238125"/>
                </a:lnTo>
                <a:lnTo>
                  <a:pt x="219075" y="390525"/>
                </a:lnTo>
                <a:lnTo>
                  <a:pt x="0" y="238125"/>
                </a:lnTo>
                <a:lnTo>
                  <a:pt x="76200" y="238125"/>
                </a:lnTo>
                <a:close/>
              </a:path>
            </a:pathLst>
          </a:custGeom>
          <a:solidFill xmlns:a="http://schemas.openxmlformats.org/drawingml/2006/main">
            <a:srgbClr val="A6A6A6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04" name="Policy learning arrow">
            <a:extLst xmlns:a="http://schemas.openxmlformats.org/drawingml/2006/main">
              <a:ext uri="{FF2B5EF4-FFF2-40B4-BE49-F238E27FC236}">
                <a16:creationId xmlns:a16="http://schemas.microsoft.com/office/drawing/2014/main" id="{B4DFEF3C-852C-4A54-8F4E-95BA3C520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18414" y="6059914"/>
            <a:ext cx="453172" cy="422960"/>
          </a:xfrm>
          <a:custGeom xmlns:a="http://schemas.openxmlformats.org/drawingml/2006/main">
            <a:pathLst>
              <a:path w="428625" h="400050">
                <a:moveTo>
                  <a:pt x="66675" y="400050"/>
                </a:moveTo>
                <a:lnTo>
                  <a:pt x="361950" y="400050"/>
                </a:lnTo>
                <a:lnTo>
                  <a:pt x="361950" y="142875"/>
                </a:lnTo>
                <a:lnTo>
                  <a:pt x="428625" y="142875"/>
                </a:lnTo>
                <a:lnTo>
                  <a:pt x="214313" y="0"/>
                </a:lnTo>
                <a:lnTo>
                  <a:pt x="0" y="142875"/>
                </a:lnTo>
                <a:lnTo>
                  <a:pt x="66675" y="142875"/>
                </a:lnTo>
                <a:close/>
              </a:path>
            </a:pathLst>
          </a:custGeom>
          <a:solidFill xmlns:a="http://schemas.openxmlformats.org/drawingml/2006/main">
            <a:srgbClr val="A6A6A6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05" name="Actor-critic to actions arrow">
            <a:extLst xmlns:a="http://schemas.openxmlformats.org/drawingml/2006/main">
              <a:ext uri="{FF2B5EF4-FFF2-40B4-BE49-F238E27FC236}">
                <a16:creationId xmlns:a16="http://schemas.microsoft.com/office/drawing/2014/main" id="{8F238578-F510-4B27-A4A0-5B8EE504B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18414" y="4045817"/>
            <a:ext cx="453172" cy="402819"/>
          </a:xfrm>
          <a:custGeom xmlns:a="http://schemas.openxmlformats.org/drawingml/2006/main">
            <a:pathLst>
              <a:path w="428625" h="381000">
                <a:moveTo>
                  <a:pt x="66675" y="381000"/>
                </a:moveTo>
                <a:lnTo>
                  <a:pt x="361950" y="381000"/>
                </a:lnTo>
                <a:lnTo>
                  <a:pt x="361950" y="142875"/>
                </a:lnTo>
                <a:lnTo>
                  <a:pt x="428625" y="142875"/>
                </a:lnTo>
                <a:lnTo>
                  <a:pt x="214313" y="0"/>
                </a:lnTo>
                <a:lnTo>
                  <a:pt x="0" y="142875"/>
                </a:lnTo>
                <a:lnTo>
                  <a:pt x="66675" y="142875"/>
                </a:lnTo>
                <a:close/>
              </a:path>
            </a:pathLst>
          </a:custGeom>
          <a:solidFill xmlns:a="http://schemas.openxmlformats.org/drawingml/2006/main">
            <a:srgbClr val="A6A6A6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06" name="Action icon white tile">
            <a:extLst xmlns:a="http://schemas.openxmlformats.org/drawingml/2006/main">
              <a:ext uri="{FF2B5EF4-FFF2-40B4-BE49-F238E27FC236}">
                <a16:creationId xmlns:a16="http://schemas.microsoft.com/office/drawing/2014/main" id="{73898D86-0160-4E4C-87E9-54AF52645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5031" y="2927993"/>
            <a:ext cx="433031" cy="453172"/>
          </a:xfrm>
          <a:custGeom xmlns:a="http://schemas.openxmlformats.org/drawingml/2006/main">
            <a:pathLst>
              <a:path w="409575" h="428625">
                <a:moveTo>
                  <a:pt x="0" y="0"/>
                </a:moveTo>
                <a:lnTo>
                  <a:pt x="409575" y="0"/>
                </a:lnTo>
                <a:lnTo>
                  <a:pt x="409575" y="428625"/>
                </a:lnTo>
                <a:lnTo>
                  <a:pt x="0" y="4286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07" name="Action icon white tile">
            <a:extLst xmlns:a="http://schemas.openxmlformats.org/drawingml/2006/main">
              <a:ext uri="{FF2B5EF4-FFF2-40B4-BE49-F238E27FC236}">
                <a16:creationId xmlns:a16="http://schemas.microsoft.com/office/drawing/2014/main" id="{414F7299-00D0-40C2-AC78-3CC6E5092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78132" y="2656090"/>
            <a:ext cx="473313" cy="453172"/>
          </a:xfrm>
          <a:custGeom xmlns:a="http://schemas.openxmlformats.org/drawingml/2006/main">
            <a:pathLst>
              <a:path w="447675" h="428625">
                <a:moveTo>
                  <a:pt x="0" y="0"/>
                </a:moveTo>
                <a:lnTo>
                  <a:pt x="447675" y="0"/>
                </a:lnTo>
                <a:lnTo>
                  <a:pt x="447675" y="428625"/>
                </a:lnTo>
                <a:lnTo>
                  <a:pt x="0" y="4286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08" name="Action icon white tile">
            <a:extLst xmlns:a="http://schemas.openxmlformats.org/drawingml/2006/main">
              <a:ext uri="{FF2B5EF4-FFF2-40B4-BE49-F238E27FC236}">
                <a16:creationId xmlns:a16="http://schemas.microsoft.com/office/drawing/2014/main" id="{9676B29F-0B90-47C1-91CE-14A3702DF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1727" y="2927993"/>
            <a:ext cx="433031" cy="453172"/>
          </a:xfrm>
          <a:custGeom xmlns:a="http://schemas.openxmlformats.org/drawingml/2006/main">
            <a:pathLst>
              <a:path w="409575" h="428625">
                <a:moveTo>
                  <a:pt x="0" y="0"/>
                </a:moveTo>
                <a:lnTo>
                  <a:pt x="409575" y="0"/>
                </a:lnTo>
                <a:lnTo>
                  <a:pt x="409575" y="428625"/>
                </a:lnTo>
                <a:lnTo>
                  <a:pt x="0" y="4286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09" name="Forward action arrow">
            <a:extLst xmlns:a="http://schemas.openxmlformats.org/drawingml/2006/main">
              <a:ext uri="{FF2B5EF4-FFF2-40B4-BE49-F238E27FC236}">
                <a16:creationId xmlns:a16="http://schemas.microsoft.com/office/drawing/2014/main" id="{6DF559EE-27D7-499D-8E99-037EABB8F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68767" y="2706443"/>
            <a:ext cx="342396" cy="332326"/>
          </a:xfrm>
          <a:custGeom xmlns:a="http://schemas.openxmlformats.org/drawingml/2006/main">
            <a:pathLst>
              <a:path w="323850" h="314325">
                <a:moveTo>
                  <a:pt x="66675" y="314325"/>
                </a:moveTo>
                <a:lnTo>
                  <a:pt x="66675" y="104775"/>
                </a:lnTo>
                <a:lnTo>
                  <a:pt x="0" y="104775"/>
                </a:lnTo>
                <a:lnTo>
                  <a:pt x="161925" y="0"/>
                </a:lnTo>
                <a:lnTo>
                  <a:pt x="323850" y="104775"/>
                </a:lnTo>
                <a:lnTo>
                  <a:pt x="257175" y="104775"/>
                </a:lnTo>
                <a:lnTo>
                  <a:pt x="257175" y="314325"/>
                </a:lnTo>
                <a:close/>
              </a:path>
            </a:pathLst>
          </a:custGeom>
          <a:solidFill xmlns:a="http://schemas.openxmlformats.org/drawingml/2006/main">
            <a:srgbClr val="548235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10" name="Left action curved arrow">
            <a:extLst xmlns:a="http://schemas.openxmlformats.org/drawingml/2006/main">
              <a:ext uri="{FF2B5EF4-FFF2-40B4-BE49-F238E27FC236}">
                <a16:creationId xmlns:a16="http://schemas.microsoft.com/office/drawing/2014/main" id="{2E5B706F-EE32-4DD8-BC91-68B346092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5454" y="3119333"/>
            <a:ext cx="292044" cy="161128"/>
          </a:xfrm>
          <a:custGeom xmlns:a="http://schemas.openxmlformats.org/drawingml/2006/main">
            <a:pathLst>
              <a:path w="276225" h="152400">
                <a:moveTo>
                  <a:pt x="276225" y="152400"/>
                </a:moveTo>
                <a:cubicBezTo>
                  <a:pt x="200025" y="28575"/>
                  <a:pt x="95250" y="0"/>
                  <a:pt x="0" y="3810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0634">
            <a:solidFill>
              <a:srgbClr val="548235"/>
            </a:solidFill>
            <a:prstDash val="solid"/>
          </a:ln>
        </p:spPr>
      </p:sp>
      <p:sp>
        <p:nvSpPr>
          <p:cNvPr id="211" name="Left action arrowhead">
            <a:extLst xmlns:a="http://schemas.openxmlformats.org/drawingml/2006/main">
              <a:ext uri="{FF2B5EF4-FFF2-40B4-BE49-F238E27FC236}">
                <a16:creationId xmlns:a16="http://schemas.microsoft.com/office/drawing/2014/main" id="{6B03E596-4CAE-46B1-ACBD-F9840A534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5172" y="3028698"/>
            <a:ext cx="130916" cy="241692"/>
          </a:xfrm>
          <a:custGeom xmlns:a="http://schemas.openxmlformats.org/drawingml/2006/main">
            <a:pathLst>
              <a:path w="123825" h="228600">
                <a:moveTo>
                  <a:pt x="0" y="123825"/>
                </a:moveTo>
                <a:lnTo>
                  <a:pt x="123825" y="0"/>
                </a:lnTo>
                <a:lnTo>
                  <a:pt x="123825" y="228600"/>
                </a:lnTo>
                <a:close/>
              </a:path>
            </a:pathLst>
          </a:custGeom>
          <a:solidFill xmlns:a="http://schemas.openxmlformats.org/drawingml/2006/main">
            <a:srgbClr val="548235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12" name="Right action curved arrow">
            <a:extLst xmlns:a="http://schemas.openxmlformats.org/drawingml/2006/main">
              <a:ext uri="{FF2B5EF4-FFF2-40B4-BE49-F238E27FC236}">
                <a16:creationId xmlns:a16="http://schemas.microsoft.com/office/drawing/2014/main" id="{0F95BB82-E83D-4B4A-BC6A-CFA00D454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2220" y="3119333"/>
            <a:ext cx="292044" cy="161128"/>
          </a:xfrm>
          <a:custGeom xmlns:a="http://schemas.openxmlformats.org/drawingml/2006/main">
            <a:pathLst>
              <a:path w="276225" h="152400">
                <a:moveTo>
                  <a:pt x="0" y="152400"/>
                </a:moveTo>
                <a:cubicBezTo>
                  <a:pt x="76200" y="28575"/>
                  <a:pt x="180975" y="0"/>
                  <a:pt x="276225" y="38100"/>
                </a:cubicBezTo>
              </a:path>
            </a:pathLst>
          </a:custGeom>
          <a:noFill xmlns:a="http://schemas.openxmlformats.org/drawingml/2006/main"/>
          <a:ln xmlns:a="http://schemas.openxmlformats.org/drawingml/2006/main" w="90634">
            <a:solidFill>
              <a:srgbClr val="548235"/>
            </a:solidFill>
            <a:prstDash val="solid"/>
          </a:ln>
        </p:spPr>
      </p:sp>
      <p:sp>
        <p:nvSpPr>
          <p:cNvPr id="213" name="Right action arrowhead">
            <a:extLst xmlns:a="http://schemas.openxmlformats.org/drawingml/2006/main">
              <a:ext uri="{FF2B5EF4-FFF2-40B4-BE49-F238E27FC236}">
                <a16:creationId xmlns:a16="http://schemas.microsoft.com/office/drawing/2014/main" id="{EF382FA9-3C2D-4208-A677-EC585E72E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3700" y="3028698"/>
            <a:ext cx="130916" cy="241692"/>
          </a:xfrm>
          <a:custGeom xmlns:a="http://schemas.openxmlformats.org/drawingml/2006/main">
            <a:pathLst>
              <a:path w="123825" h="228600">
                <a:moveTo>
                  <a:pt x="123825" y="123825"/>
                </a:moveTo>
                <a:lnTo>
                  <a:pt x="0" y="0"/>
                </a:lnTo>
                <a:lnTo>
                  <a:pt x="0" y="228600"/>
                </a:lnTo>
                <a:close/>
              </a:path>
            </a:pathLst>
          </a:custGeom>
          <a:solidFill xmlns:a="http://schemas.openxmlformats.org/drawingml/2006/main">
            <a:srgbClr val="548235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14" name="Stop action">
            <a:extLst xmlns:a="http://schemas.openxmlformats.org/drawingml/2006/main">
              <a:ext uri="{FF2B5EF4-FFF2-40B4-BE49-F238E27FC236}">
                <a16:creationId xmlns:a16="http://schemas.microsoft.com/office/drawing/2014/main" id="{79FAB0C2-9F29-4E5D-8C77-AA514C94A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58696" y="3189826"/>
            <a:ext cx="362537" cy="362537"/>
          </a:xfrm>
          <a:custGeom xmlns:a="http://schemas.openxmlformats.org/drawingml/2006/main">
            <a:pathLst>
              <a:path w="342900" h="342900">
                <a:moveTo>
                  <a:pt x="342900" y="171450"/>
                </a:moveTo>
                <a:cubicBezTo>
                  <a:pt x="342900" y="266139"/>
                  <a:pt x="266139" y="342900"/>
                  <a:pt x="171450" y="342900"/>
                </a:cubicBezTo>
                <a:cubicBezTo>
                  <a:pt x="76761" y="342900"/>
                  <a:pt x="0" y="266139"/>
                  <a:pt x="0" y="171450"/>
                </a:cubicBezTo>
                <a:cubicBezTo>
                  <a:pt x="0" y="76761"/>
                  <a:pt x="76761" y="0"/>
                  <a:pt x="171450" y="0"/>
                </a:cubicBezTo>
                <a:cubicBezTo>
                  <a:pt x="266139" y="0"/>
                  <a:pt x="342900" y="76761"/>
                  <a:pt x="342900" y="171450"/>
                </a:cubicBezTo>
                <a:close/>
              </a:path>
            </a:pathLst>
          </a:custGeom>
          <a:solidFill xmlns:a="http://schemas.openxmlformats.org/drawingml/2006/main">
            <a:srgbClr val="548235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15" name="Stop action horizontal bar">
            <a:extLst xmlns:a="http://schemas.openxmlformats.org/drawingml/2006/main">
              <a:ext uri="{FF2B5EF4-FFF2-40B4-BE49-F238E27FC236}">
                <a16:creationId xmlns:a16="http://schemas.microsoft.com/office/drawing/2014/main" id="{D29CA1BD-5C23-4CAC-9E85-4020D9A4D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19119" y="3340883"/>
            <a:ext cx="241692" cy="60423"/>
          </a:xfrm>
          <a:custGeom xmlns:a="http://schemas.openxmlformats.org/drawingml/2006/main">
            <a:pathLst>
              <a:path w="228600" h="57150">
                <a:moveTo>
                  <a:pt x="0" y="0"/>
                </a:moveTo>
                <a:lnTo>
                  <a:pt x="228600" y="0"/>
                </a:lnTo>
                <a:lnTo>
                  <a:pt x="228600" y="57150"/>
                </a:lnTo>
                <a:lnTo>
                  <a:pt x="0" y="5715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16" name="Trainable visual extractor flame contour 1">
            <a:extLst xmlns:a="http://schemas.openxmlformats.org/drawingml/2006/main">
              <a:ext uri="{FF2B5EF4-FFF2-40B4-BE49-F238E27FC236}">
                <a16:creationId xmlns:a16="http://schemas.microsoft.com/office/drawing/2014/main" id="{8FC11931-2264-4065-86D9-FF6CB91EB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700" y="6553368"/>
            <a:ext cx="201410" cy="292044"/>
          </a:xfrm>
          <a:custGeom xmlns:a="http://schemas.openxmlformats.org/drawingml/2006/main">
            <a:pathLst>
              <a:path w="190500" h="276225">
                <a:moveTo>
                  <a:pt x="95250" y="0"/>
                </a:moveTo>
                <a:lnTo>
                  <a:pt x="95250" y="28575"/>
                </a:lnTo>
                <a:lnTo>
                  <a:pt x="76200" y="66675"/>
                </a:lnTo>
                <a:lnTo>
                  <a:pt x="9525" y="133350"/>
                </a:lnTo>
                <a:lnTo>
                  <a:pt x="0" y="152400"/>
                </a:lnTo>
                <a:lnTo>
                  <a:pt x="0" y="209550"/>
                </a:lnTo>
                <a:lnTo>
                  <a:pt x="19050" y="238125"/>
                </a:lnTo>
                <a:lnTo>
                  <a:pt x="19050" y="200025"/>
                </a:lnTo>
                <a:lnTo>
                  <a:pt x="28575" y="190500"/>
                </a:lnTo>
                <a:lnTo>
                  <a:pt x="28575" y="171450"/>
                </a:lnTo>
                <a:lnTo>
                  <a:pt x="47625" y="152400"/>
                </a:lnTo>
                <a:lnTo>
                  <a:pt x="57150" y="161925"/>
                </a:lnTo>
                <a:lnTo>
                  <a:pt x="57150" y="190500"/>
                </a:lnTo>
                <a:lnTo>
                  <a:pt x="66675" y="200025"/>
                </a:lnTo>
                <a:lnTo>
                  <a:pt x="66675" y="219075"/>
                </a:lnTo>
                <a:lnTo>
                  <a:pt x="85725" y="238125"/>
                </a:lnTo>
                <a:lnTo>
                  <a:pt x="95250" y="266700"/>
                </a:lnTo>
                <a:lnTo>
                  <a:pt x="104775" y="276225"/>
                </a:lnTo>
                <a:lnTo>
                  <a:pt x="123825" y="276225"/>
                </a:lnTo>
                <a:lnTo>
                  <a:pt x="142875" y="266700"/>
                </a:lnTo>
                <a:lnTo>
                  <a:pt x="180975" y="228600"/>
                </a:lnTo>
                <a:lnTo>
                  <a:pt x="180975" y="209550"/>
                </a:lnTo>
                <a:lnTo>
                  <a:pt x="190500" y="200025"/>
                </a:lnTo>
                <a:lnTo>
                  <a:pt x="190500" y="152400"/>
                </a:lnTo>
                <a:lnTo>
                  <a:pt x="190500" y="161925"/>
                </a:lnTo>
                <a:lnTo>
                  <a:pt x="152400" y="190500"/>
                </a:lnTo>
                <a:lnTo>
                  <a:pt x="114300" y="161925"/>
                </a:lnTo>
                <a:lnTo>
                  <a:pt x="114300" y="123825"/>
                </a:lnTo>
                <a:lnTo>
                  <a:pt x="133350" y="95250"/>
                </a:lnTo>
                <a:lnTo>
                  <a:pt x="133350" y="47625"/>
                </a:lnTo>
                <a:lnTo>
                  <a:pt x="123825" y="28575"/>
                </a:lnTo>
                <a:close/>
              </a:path>
            </a:pathLst>
          </a:custGeom>
          <a:solidFill xmlns:a="http://schemas.openxmlformats.org/drawingml/2006/main">
            <a:srgbClr val="EF5E6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" name="Trainable navigation policy flame contour 1">
            <a:extLst xmlns:a="http://schemas.openxmlformats.org/drawingml/2006/main">
              <a:ext uri="{FF2B5EF4-FFF2-40B4-BE49-F238E27FC236}">
                <a16:creationId xmlns:a16="http://schemas.microsoft.com/office/drawing/2014/main" id="{8DBE47AE-D5CA-45C6-8DDE-2C4EAC7623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43489" y="5606742"/>
            <a:ext cx="211480" cy="292044"/>
          </a:xfrm>
          <a:custGeom xmlns:a="http://schemas.openxmlformats.org/drawingml/2006/main">
            <a:pathLst>
              <a:path w="200025" h="276225">
                <a:moveTo>
                  <a:pt x="95250" y="0"/>
                </a:moveTo>
                <a:lnTo>
                  <a:pt x="95250" y="38100"/>
                </a:lnTo>
                <a:lnTo>
                  <a:pt x="66675" y="76200"/>
                </a:lnTo>
                <a:lnTo>
                  <a:pt x="66675" y="85725"/>
                </a:lnTo>
                <a:lnTo>
                  <a:pt x="47625" y="95250"/>
                </a:lnTo>
                <a:lnTo>
                  <a:pt x="19050" y="123825"/>
                </a:lnTo>
                <a:lnTo>
                  <a:pt x="0" y="161925"/>
                </a:lnTo>
                <a:lnTo>
                  <a:pt x="0" y="200025"/>
                </a:lnTo>
                <a:lnTo>
                  <a:pt x="9525" y="209550"/>
                </a:lnTo>
                <a:lnTo>
                  <a:pt x="9525" y="228600"/>
                </a:lnTo>
                <a:lnTo>
                  <a:pt x="28575" y="247650"/>
                </a:lnTo>
                <a:lnTo>
                  <a:pt x="28575" y="190500"/>
                </a:lnTo>
                <a:lnTo>
                  <a:pt x="47625" y="161925"/>
                </a:lnTo>
                <a:lnTo>
                  <a:pt x="104775" y="276225"/>
                </a:lnTo>
                <a:lnTo>
                  <a:pt x="123825" y="276225"/>
                </a:lnTo>
                <a:lnTo>
                  <a:pt x="161925" y="257175"/>
                </a:lnTo>
                <a:lnTo>
                  <a:pt x="180975" y="238125"/>
                </a:lnTo>
                <a:lnTo>
                  <a:pt x="190500" y="219075"/>
                </a:lnTo>
                <a:lnTo>
                  <a:pt x="190500" y="190500"/>
                </a:lnTo>
                <a:lnTo>
                  <a:pt x="200025" y="180975"/>
                </a:lnTo>
                <a:lnTo>
                  <a:pt x="190500" y="161925"/>
                </a:lnTo>
                <a:lnTo>
                  <a:pt x="171450" y="180975"/>
                </a:lnTo>
                <a:lnTo>
                  <a:pt x="133350" y="180975"/>
                </a:lnTo>
                <a:lnTo>
                  <a:pt x="123825" y="171450"/>
                </a:lnTo>
                <a:lnTo>
                  <a:pt x="114300" y="142875"/>
                </a:lnTo>
                <a:lnTo>
                  <a:pt x="133350" y="114300"/>
                </a:lnTo>
                <a:lnTo>
                  <a:pt x="133350" y="47625"/>
                </a:lnTo>
                <a:lnTo>
                  <a:pt x="123825" y="28575"/>
                </a:lnTo>
                <a:close/>
              </a:path>
            </a:pathLst>
          </a:custGeom>
          <a:solidFill xmlns:a="http://schemas.openxmlformats.org/drawingml/2006/main">
            <a:srgbClr val="EF5E6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" name="Navigation robot artwork contour 1">
            <a:extLst xmlns:a="http://schemas.openxmlformats.org/drawingml/2006/main">
              <a:ext uri="{FF2B5EF4-FFF2-40B4-BE49-F238E27FC236}">
                <a16:creationId xmlns:a16="http://schemas.microsoft.com/office/drawing/2014/main" id="{47A827D8-8B52-4228-8FC1-96F505B85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98273" y="7933024"/>
            <a:ext cx="483383" cy="151057"/>
          </a:xfrm>
          <a:custGeom xmlns:a="http://schemas.openxmlformats.org/drawingml/2006/main">
            <a:pathLst>
              <a:path w="457200" h="142875">
                <a:moveTo>
                  <a:pt x="0" y="47625"/>
                </a:moveTo>
                <a:lnTo>
                  <a:pt x="0" y="85725"/>
                </a:lnTo>
                <a:lnTo>
                  <a:pt x="28575" y="123825"/>
                </a:lnTo>
                <a:lnTo>
                  <a:pt x="47625" y="133350"/>
                </a:lnTo>
                <a:lnTo>
                  <a:pt x="104775" y="133350"/>
                </a:lnTo>
                <a:lnTo>
                  <a:pt x="114300" y="142875"/>
                </a:lnTo>
                <a:lnTo>
                  <a:pt x="390525" y="142875"/>
                </a:lnTo>
                <a:lnTo>
                  <a:pt x="400050" y="133350"/>
                </a:lnTo>
                <a:lnTo>
                  <a:pt x="419100" y="133350"/>
                </a:lnTo>
                <a:lnTo>
                  <a:pt x="438150" y="123825"/>
                </a:lnTo>
                <a:lnTo>
                  <a:pt x="457200" y="95250"/>
                </a:lnTo>
                <a:lnTo>
                  <a:pt x="457200" y="38100"/>
                </a:lnTo>
                <a:lnTo>
                  <a:pt x="447675" y="19050"/>
                </a:lnTo>
                <a:lnTo>
                  <a:pt x="438150" y="19050"/>
                </a:lnTo>
                <a:lnTo>
                  <a:pt x="419100" y="0"/>
                </a:lnTo>
                <a:lnTo>
                  <a:pt x="47625" y="0"/>
                </a:lnTo>
                <a:lnTo>
                  <a:pt x="28575" y="9525"/>
                </a:lnTo>
                <a:close/>
              </a:path>
            </a:pathLst>
          </a:custGeom>
          <a:solidFill xmlns:a="http://schemas.openxmlformats.org/drawingml/2006/main">
            <a:srgbClr val="385C2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" name="Navigation robot artwork contour 2">
            <a:extLst xmlns:a="http://schemas.openxmlformats.org/drawingml/2006/main">
              <a:ext uri="{FF2B5EF4-FFF2-40B4-BE49-F238E27FC236}">
                <a16:creationId xmlns:a16="http://schemas.microsoft.com/office/drawing/2014/main" id="{9A0EAA26-04E7-4972-8A38-2FF659232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17709" y="7489923"/>
            <a:ext cx="634441" cy="402819"/>
          </a:xfrm>
          <a:custGeom xmlns:a="http://schemas.openxmlformats.org/drawingml/2006/main">
            <a:pathLst>
              <a:path w="600075" h="381000">
                <a:moveTo>
                  <a:pt x="0" y="9525"/>
                </a:moveTo>
                <a:lnTo>
                  <a:pt x="0" y="47625"/>
                </a:lnTo>
                <a:lnTo>
                  <a:pt x="38100" y="95250"/>
                </a:lnTo>
                <a:lnTo>
                  <a:pt x="38100" y="180975"/>
                </a:lnTo>
                <a:lnTo>
                  <a:pt x="76200" y="209550"/>
                </a:lnTo>
                <a:lnTo>
                  <a:pt x="142875" y="209550"/>
                </a:lnTo>
                <a:lnTo>
                  <a:pt x="152400" y="219075"/>
                </a:lnTo>
                <a:lnTo>
                  <a:pt x="152400" y="371475"/>
                </a:lnTo>
                <a:lnTo>
                  <a:pt x="161925" y="381000"/>
                </a:lnTo>
                <a:lnTo>
                  <a:pt x="457200" y="381000"/>
                </a:lnTo>
                <a:lnTo>
                  <a:pt x="457200" y="209550"/>
                </a:lnTo>
                <a:lnTo>
                  <a:pt x="466725" y="200025"/>
                </a:lnTo>
                <a:lnTo>
                  <a:pt x="514350" y="200025"/>
                </a:lnTo>
                <a:lnTo>
                  <a:pt x="523875" y="209550"/>
                </a:lnTo>
                <a:lnTo>
                  <a:pt x="523875" y="276225"/>
                </a:lnTo>
                <a:lnTo>
                  <a:pt x="485775" y="314325"/>
                </a:lnTo>
                <a:lnTo>
                  <a:pt x="485775" y="342900"/>
                </a:lnTo>
                <a:lnTo>
                  <a:pt x="476250" y="361950"/>
                </a:lnTo>
                <a:lnTo>
                  <a:pt x="495300" y="381000"/>
                </a:lnTo>
                <a:lnTo>
                  <a:pt x="504825" y="381000"/>
                </a:lnTo>
                <a:lnTo>
                  <a:pt x="514350" y="371475"/>
                </a:lnTo>
                <a:lnTo>
                  <a:pt x="514350" y="342900"/>
                </a:lnTo>
                <a:lnTo>
                  <a:pt x="533400" y="323850"/>
                </a:lnTo>
                <a:lnTo>
                  <a:pt x="552450" y="323850"/>
                </a:lnTo>
                <a:lnTo>
                  <a:pt x="561975" y="333375"/>
                </a:lnTo>
                <a:lnTo>
                  <a:pt x="561975" y="361950"/>
                </a:lnTo>
                <a:lnTo>
                  <a:pt x="581025" y="381000"/>
                </a:lnTo>
                <a:lnTo>
                  <a:pt x="590550" y="381000"/>
                </a:lnTo>
                <a:lnTo>
                  <a:pt x="600075" y="361950"/>
                </a:lnTo>
                <a:lnTo>
                  <a:pt x="600075" y="333375"/>
                </a:lnTo>
                <a:lnTo>
                  <a:pt x="590550" y="314325"/>
                </a:lnTo>
                <a:lnTo>
                  <a:pt x="561975" y="285750"/>
                </a:lnTo>
                <a:lnTo>
                  <a:pt x="561975" y="209550"/>
                </a:lnTo>
                <a:lnTo>
                  <a:pt x="552450" y="200025"/>
                </a:lnTo>
                <a:lnTo>
                  <a:pt x="552450" y="180975"/>
                </a:lnTo>
                <a:lnTo>
                  <a:pt x="533400" y="171450"/>
                </a:lnTo>
                <a:lnTo>
                  <a:pt x="495300" y="171450"/>
                </a:lnTo>
                <a:lnTo>
                  <a:pt x="485775" y="161925"/>
                </a:lnTo>
                <a:lnTo>
                  <a:pt x="466725" y="161925"/>
                </a:lnTo>
                <a:lnTo>
                  <a:pt x="457200" y="152400"/>
                </a:lnTo>
                <a:lnTo>
                  <a:pt x="457200" y="114300"/>
                </a:lnTo>
                <a:lnTo>
                  <a:pt x="390525" y="114300"/>
                </a:lnTo>
                <a:lnTo>
                  <a:pt x="381000" y="123825"/>
                </a:lnTo>
                <a:lnTo>
                  <a:pt x="361950" y="114300"/>
                </a:lnTo>
                <a:lnTo>
                  <a:pt x="323850" y="114300"/>
                </a:lnTo>
                <a:lnTo>
                  <a:pt x="314325" y="123825"/>
                </a:lnTo>
                <a:lnTo>
                  <a:pt x="285750" y="123825"/>
                </a:lnTo>
                <a:lnTo>
                  <a:pt x="276225" y="114300"/>
                </a:lnTo>
                <a:lnTo>
                  <a:pt x="161925" y="114300"/>
                </a:lnTo>
                <a:lnTo>
                  <a:pt x="152400" y="123825"/>
                </a:lnTo>
                <a:lnTo>
                  <a:pt x="152400" y="161925"/>
                </a:lnTo>
                <a:lnTo>
                  <a:pt x="133350" y="180975"/>
                </a:lnTo>
                <a:lnTo>
                  <a:pt x="114300" y="180975"/>
                </a:lnTo>
                <a:lnTo>
                  <a:pt x="76200" y="161925"/>
                </a:lnTo>
                <a:lnTo>
                  <a:pt x="76200" y="95250"/>
                </a:lnTo>
                <a:lnTo>
                  <a:pt x="114300" y="57150"/>
                </a:lnTo>
                <a:lnTo>
                  <a:pt x="114300" y="0"/>
                </a:lnTo>
                <a:lnTo>
                  <a:pt x="95250" y="0"/>
                </a:lnTo>
                <a:lnTo>
                  <a:pt x="85725" y="9525"/>
                </a:lnTo>
                <a:lnTo>
                  <a:pt x="85725" y="38100"/>
                </a:lnTo>
                <a:lnTo>
                  <a:pt x="76200" y="47625"/>
                </a:lnTo>
                <a:lnTo>
                  <a:pt x="47625" y="47625"/>
                </a:lnTo>
                <a:lnTo>
                  <a:pt x="28575" y="28575"/>
                </a:lnTo>
                <a:lnTo>
                  <a:pt x="28575" y="0"/>
                </a:lnTo>
                <a:lnTo>
                  <a:pt x="9525" y="0"/>
                </a:lnTo>
                <a:close/>
              </a:path>
            </a:pathLst>
          </a:custGeom>
          <a:solidFill xmlns:a="http://schemas.openxmlformats.org/drawingml/2006/main">
            <a:srgbClr val="385C2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" name="Navigation robot artwork contour 3">
            <a:extLst xmlns:a="http://schemas.openxmlformats.org/drawingml/2006/main">
              <a:ext uri="{FF2B5EF4-FFF2-40B4-BE49-F238E27FC236}">
                <a16:creationId xmlns:a16="http://schemas.microsoft.com/office/drawing/2014/main" id="{AD49408D-F6E5-40A4-8E81-7406853B5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19119" y="7258302"/>
            <a:ext cx="251762" cy="322256"/>
          </a:xfrm>
          <a:custGeom xmlns:a="http://schemas.openxmlformats.org/drawingml/2006/main">
            <a:pathLst>
              <a:path w="238125" h="304800">
                <a:moveTo>
                  <a:pt x="104775" y="0"/>
                </a:moveTo>
                <a:lnTo>
                  <a:pt x="85725" y="9525"/>
                </a:lnTo>
                <a:lnTo>
                  <a:pt x="85725" y="47625"/>
                </a:lnTo>
                <a:lnTo>
                  <a:pt x="104775" y="76200"/>
                </a:lnTo>
                <a:lnTo>
                  <a:pt x="104775" y="104775"/>
                </a:lnTo>
                <a:lnTo>
                  <a:pt x="95250" y="114300"/>
                </a:lnTo>
                <a:lnTo>
                  <a:pt x="19050" y="114300"/>
                </a:lnTo>
                <a:lnTo>
                  <a:pt x="0" y="133350"/>
                </a:lnTo>
                <a:lnTo>
                  <a:pt x="0" y="285750"/>
                </a:lnTo>
                <a:lnTo>
                  <a:pt x="28575" y="304800"/>
                </a:lnTo>
                <a:lnTo>
                  <a:pt x="209550" y="304800"/>
                </a:lnTo>
                <a:lnTo>
                  <a:pt x="228600" y="285750"/>
                </a:lnTo>
                <a:lnTo>
                  <a:pt x="238125" y="285750"/>
                </a:lnTo>
                <a:lnTo>
                  <a:pt x="238125" y="133350"/>
                </a:lnTo>
                <a:lnTo>
                  <a:pt x="219075" y="114300"/>
                </a:lnTo>
                <a:lnTo>
                  <a:pt x="142875" y="114300"/>
                </a:lnTo>
                <a:lnTo>
                  <a:pt x="133350" y="104775"/>
                </a:lnTo>
                <a:lnTo>
                  <a:pt x="133350" y="66675"/>
                </a:lnTo>
                <a:lnTo>
                  <a:pt x="152400" y="47625"/>
                </a:lnTo>
                <a:lnTo>
                  <a:pt x="152400" y="19050"/>
                </a:lnTo>
                <a:lnTo>
                  <a:pt x="133350" y="0"/>
                </a:lnTo>
                <a:close/>
              </a:path>
            </a:pathLst>
          </a:custGeom>
          <a:solidFill xmlns:a="http://schemas.openxmlformats.org/drawingml/2006/main">
            <a:srgbClr val="385C2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" name="Frozen expert snowflake">
            <a:extLst xmlns:a="http://schemas.openxmlformats.org/drawingml/2006/main">
              <a:ext uri="{FF2B5EF4-FFF2-40B4-BE49-F238E27FC236}">
                <a16:creationId xmlns:a16="http://schemas.microsoft.com/office/drawing/2014/main" id="{8CC4D983-62E6-4443-B23C-02CC51458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5207" y="2450730"/>
            <a:ext cx="241692" cy="209311"/>
          </a:xfrm>
          <a:custGeom xmlns:a="http://schemas.openxmlformats.org/drawingml/2006/main">
            <a:pathLst>
              <a:path w="228600" h="197973">
                <a:moveTo>
                  <a:pt x="114300" y="98987"/>
                </a:moveTo>
                <a:lnTo>
                  <a:pt x="228600" y="98987"/>
                </a:lnTo>
                <a:moveTo>
                  <a:pt x="142875" y="127562"/>
                </a:moveTo>
                <a:lnTo>
                  <a:pt x="180975" y="98987"/>
                </a:lnTo>
                <a:lnTo>
                  <a:pt x="142875" y="70412"/>
                </a:lnTo>
                <a:moveTo>
                  <a:pt x="114300" y="98987"/>
                </a:moveTo>
                <a:lnTo>
                  <a:pt x="171450" y="197973"/>
                </a:lnTo>
                <a:moveTo>
                  <a:pt x="103841" y="138021"/>
                </a:moveTo>
                <a:lnTo>
                  <a:pt x="147638" y="156729"/>
                </a:lnTo>
                <a:lnTo>
                  <a:pt x="153334" y="109446"/>
                </a:lnTo>
                <a:moveTo>
                  <a:pt x="114300" y="98987"/>
                </a:moveTo>
                <a:lnTo>
                  <a:pt x="57150" y="197973"/>
                </a:lnTo>
                <a:moveTo>
                  <a:pt x="75266" y="109446"/>
                </a:moveTo>
                <a:lnTo>
                  <a:pt x="80963" y="156729"/>
                </a:lnTo>
                <a:lnTo>
                  <a:pt x="124759" y="138021"/>
                </a:lnTo>
                <a:moveTo>
                  <a:pt x="114300" y="98987"/>
                </a:moveTo>
                <a:lnTo>
                  <a:pt x="0" y="98987"/>
                </a:lnTo>
                <a:moveTo>
                  <a:pt x="85725" y="70412"/>
                </a:moveTo>
                <a:lnTo>
                  <a:pt x="47625" y="98987"/>
                </a:lnTo>
                <a:lnTo>
                  <a:pt x="85725" y="127562"/>
                </a:lnTo>
                <a:moveTo>
                  <a:pt x="114300" y="98987"/>
                </a:moveTo>
                <a:lnTo>
                  <a:pt x="57150" y="0"/>
                </a:lnTo>
                <a:moveTo>
                  <a:pt x="124759" y="59953"/>
                </a:moveTo>
                <a:lnTo>
                  <a:pt x="80963" y="41244"/>
                </a:lnTo>
                <a:lnTo>
                  <a:pt x="75266" y="88528"/>
                </a:lnTo>
                <a:moveTo>
                  <a:pt x="114300" y="98987"/>
                </a:moveTo>
                <a:lnTo>
                  <a:pt x="171450" y="0"/>
                </a:lnTo>
                <a:moveTo>
                  <a:pt x="153334" y="88528"/>
                </a:moveTo>
                <a:lnTo>
                  <a:pt x="147638" y="41244"/>
                </a:lnTo>
                <a:lnTo>
                  <a:pt x="103841" y="59953"/>
                </a:lnTo>
              </a:path>
            </a:pathLst>
          </a:custGeom>
          <a:noFill xmlns:a="http://schemas.openxmlformats.org/drawingml/2006/main"/>
          <a:ln xmlns:a="http://schemas.openxmlformats.org/drawingml/2006/main" w="16113">
            <a:solidFill>
              <a:srgbClr val="9CCFE2"/>
            </a:solidFill>
            <a:prstDash val="solid"/>
          </a:ln>
        </p:spPr>
      </p:sp>
      <p:sp>
        <p:nvSpPr>
          <p:cNvPr id="222" name="Frozen expert snowflake">
            <a:extLst xmlns:a="http://schemas.openxmlformats.org/drawingml/2006/main">
              <a:ext uri="{FF2B5EF4-FFF2-40B4-BE49-F238E27FC236}">
                <a16:creationId xmlns:a16="http://schemas.microsoft.com/office/drawing/2014/main" id="{5F088C87-40EF-4D0C-B133-3C217E904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5207" y="4313770"/>
            <a:ext cx="241692" cy="209311"/>
          </a:xfrm>
          <a:custGeom xmlns:a="http://schemas.openxmlformats.org/drawingml/2006/main">
            <a:pathLst>
              <a:path w="228600" h="197973">
                <a:moveTo>
                  <a:pt x="114300" y="98987"/>
                </a:moveTo>
                <a:lnTo>
                  <a:pt x="228600" y="98987"/>
                </a:lnTo>
                <a:moveTo>
                  <a:pt x="142875" y="127562"/>
                </a:moveTo>
                <a:lnTo>
                  <a:pt x="180975" y="98987"/>
                </a:lnTo>
                <a:lnTo>
                  <a:pt x="142875" y="70412"/>
                </a:lnTo>
                <a:moveTo>
                  <a:pt x="114300" y="98987"/>
                </a:moveTo>
                <a:lnTo>
                  <a:pt x="171450" y="197973"/>
                </a:lnTo>
                <a:moveTo>
                  <a:pt x="103841" y="138021"/>
                </a:moveTo>
                <a:lnTo>
                  <a:pt x="147638" y="156729"/>
                </a:lnTo>
                <a:lnTo>
                  <a:pt x="153334" y="109446"/>
                </a:lnTo>
                <a:moveTo>
                  <a:pt x="114300" y="98987"/>
                </a:moveTo>
                <a:lnTo>
                  <a:pt x="57150" y="197973"/>
                </a:lnTo>
                <a:moveTo>
                  <a:pt x="75266" y="109446"/>
                </a:moveTo>
                <a:lnTo>
                  <a:pt x="80963" y="156729"/>
                </a:lnTo>
                <a:lnTo>
                  <a:pt x="124759" y="138021"/>
                </a:lnTo>
                <a:moveTo>
                  <a:pt x="114300" y="98987"/>
                </a:moveTo>
                <a:lnTo>
                  <a:pt x="0" y="98987"/>
                </a:lnTo>
                <a:moveTo>
                  <a:pt x="85725" y="70412"/>
                </a:moveTo>
                <a:lnTo>
                  <a:pt x="47625" y="98987"/>
                </a:lnTo>
                <a:lnTo>
                  <a:pt x="85725" y="127562"/>
                </a:lnTo>
                <a:moveTo>
                  <a:pt x="114300" y="98987"/>
                </a:moveTo>
                <a:lnTo>
                  <a:pt x="57150" y="0"/>
                </a:lnTo>
                <a:moveTo>
                  <a:pt x="124759" y="59953"/>
                </a:moveTo>
                <a:lnTo>
                  <a:pt x="80963" y="41244"/>
                </a:lnTo>
                <a:lnTo>
                  <a:pt x="75266" y="88528"/>
                </a:lnTo>
                <a:moveTo>
                  <a:pt x="114300" y="98987"/>
                </a:moveTo>
                <a:lnTo>
                  <a:pt x="171450" y="0"/>
                </a:lnTo>
                <a:moveTo>
                  <a:pt x="153334" y="88528"/>
                </a:moveTo>
                <a:lnTo>
                  <a:pt x="147638" y="41244"/>
                </a:lnTo>
                <a:lnTo>
                  <a:pt x="103841" y="59953"/>
                </a:lnTo>
              </a:path>
            </a:pathLst>
          </a:custGeom>
          <a:noFill xmlns:a="http://schemas.openxmlformats.org/drawingml/2006/main"/>
          <a:ln xmlns:a="http://schemas.openxmlformats.org/drawingml/2006/main" w="16113">
            <a:solidFill>
              <a:srgbClr val="9CCFE2"/>
            </a:solidFill>
            <a:prstDash val="solid"/>
          </a:ln>
        </p:spPr>
      </p:sp>
      <p:sp>
        <p:nvSpPr>
          <p:cNvPr id="223" name="Frozen expert snowflake">
            <a:extLst xmlns:a="http://schemas.openxmlformats.org/drawingml/2006/main">
              <a:ext uri="{FF2B5EF4-FFF2-40B4-BE49-F238E27FC236}">
                <a16:creationId xmlns:a16="http://schemas.microsoft.com/office/drawing/2014/main" id="{1B540F97-A04C-4856-984D-BAA05C764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79242" y="4303699"/>
            <a:ext cx="241692" cy="209311"/>
          </a:xfrm>
          <a:custGeom xmlns:a="http://schemas.openxmlformats.org/drawingml/2006/main">
            <a:pathLst>
              <a:path w="228600" h="197973">
                <a:moveTo>
                  <a:pt x="114300" y="98987"/>
                </a:moveTo>
                <a:lnTo>
                  <a:pt x="228600" y="98987"/>
                </a:lnTo>
                <a:moveTo>
                  <a:pt x="142875" y="127562"/>
                </a:moveTo>
                <a:lnTo>
                  <a:pt x="180975" y="98987"/>
                </a:lnTo>
                <a:lnTo>
                  <a:pt x="142875" y="70412"/>
                </a:lnTo>
                <a:moveTo>
                  <a:pt x="114300" y="98987"/>
                </a:moveTo>
                <a:lnTo>
                  <a:pt x="171450" y="197973"/>
                </a:lnTo>
                <a:moveTo>
                  <a:pt x="103841" y="138021"/>
                </a:moveTo>
                <a:lnTo>
                  <a:pt x="147638" y="156729"/>
                </a:lnTo>
                <a:lnTo>
                  <a:pt x="153334" y="109446"/>
                </a:lnTo>
                <a:moveTo>
                  <a:pt x="114300" y="98987"/>
                </a:moveTo>
                <a:lnTo>
                  <a:pt x="57150" y="197973"/>
                </a:lnTo>
                <a:moveTo>
                  <a:pt x="75266" y="109446"/>
                </a:moveTo>
                <a:lnTo>
                  <a:pt x="80963" y="156729"/>
                </a:lnTo>
                <a:lnTo>
                  <a:pt x="124759" y="138021"/>
                </a:lnTo>
                <a:moveTo>
                  <a:pt x="114300" y="98987"/>
                </a:moveTo>
                <a:lnTo>
                  <a:pt x="0" y="98987"/>
                </a:lnTo>
                <a:moveTo>
                  <a:pt x="85725" y="70412"/>
                </a:moveTo>
                <a:lnTo>
                  <a:pt x="47625" y="98987"/>
                </a:lnTo>
                <a:lnTo>
                  <a:pt x="85725" y="127562"/>
                </a:lnTo>
                <a:moveTo>
                  <a:pt x="114300" y="98987"/>
                </a:moveTo>
                <a:lnTo>
                  <a:pt x="57150" y="0"/>
                </a:lnTo>
                <a:moveTo>
                  <a:pt x="124759" y="59953"/>
                </a:moveTo>
                <a:lnTo>
                  <a:pt x="80963" y="41244"/>
                </a:lnTo>
                <a:lnTo>
                  <a:pt x="75266" y="88528"/>
                </a:lnTo>
                <a:moveTo>
                  <a:pt x="114300" y="98987"/>
                </a:moveTo>
                <a:lnTo>
                  <a:pt x="171450" y="0"/>
                </a:lnTo>
                <a:moveTo>
                  <a:pt x="153334" y="88528"/>
                </a:moveTo>
                <a:lnTo>
                  <a:pt x="147638" y="41244"/>
                </a:lnTo>
                <a:lnTo>
                  <a:pt x="103841" y="59953"/>
                </a:lnTo>
              </a:path>
            </a:pathLst>
          </a:custGeom>
          <a:noFill xmlns:a="http://schemas.openxmlformats.org/drawingml/2006/main"/>
          <a:ln xmlns:a="http://schemas.openxmlformats.org/drawingml/2006/main" w="16113">
            <a:solidFill>
              <a:srgbClr val="9CCFE2"/>
            </a:solidFill>
            <a:prstDash val="solid"/>
          </a:ln>
        </p:spPr>
      </p:sp>
      <p:sp>
        <p:nvSpPr>
          <p:cNvPr id="224" name="Navigation robot eye">
            <a:extLst xmlns:a="http://schemas.openxmlformats.org/drawingml/2006/main">
              <a:ext uri="{FF2B5EF4-FFF2-40B4-BE49-F238E27FC236}">
                <a16:creationId xmlns:a16="http://schemas.microsoft.com/office/drawing/2014/main" id="{E561A37B-D352-4E30-9FA6-D8A762281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51344" y="7451655"/>
            <a:ext cx="56395" cy="56395"/>
          </a:xfrm>
          <a:custGeom xmlns:a="http://schemas.openxmlformats.org/drawingml/2006/main">
            <a:pathLst>
              <a:path w="53340" h="53340">
                <a:moveTo>
                  <a:pt x="53340" y="26670"/>
                </a:moveTo>
                <a:cubicBezTo>
                  <a:pt x="53340" y="41399"/>
                  <a:pt x="41399" y="53340"/>
                  <a:pt x="26670" y="53340"/>
                </a:cubicBezTo>
                <a:cubicBezTo>
                  <a:pt x="11941" y="53340"/>
                  <a:pt x="0" y="41399"/>
                  <a:pt x="0" y="26670"/>
                </a:cubicBezTo>
                <a:cubicBezTo>
                  <a:pt x="0" y="11941"/>
                  <a:pt x="11941" y="0"/>
                  <a:pt x="26670" y="0"/>
                </a:cubicBezTo>
                <a:cubicBezTo>
                  <a:pt x="41399" y="0"/>
                  <a:pt x="53340" y="11941"/>
                  <a:pt x="53340" y="2667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25" name="Navigation robot eye">
            <a:extLst xmlns:a="http://schemas.openxmlformats.org/drawingml/2006/main">
              <a:ext uri="{FF2B5EF4-FFF2-40B4-BE49-F238E27FC236}">
                <a16:creationId xmlns:a16="http://schemas.microsoft.com/office/drawing/2014/main" id="{DB45A61B-EA43-400A-8F8A-E5D02EC89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92331" y="7451655"/>
            <a:ext cx="56395" cy="56395"/>
          </a:xfrm>
          <a:custGeom xmlns:a="http://schemas.openxmlformats.org/drawingml/2006/main">
            <a:pathLst>
              <a:path w="53340" h="53340">
                <a:moveTo>
                  <a:pt x="53340" y="26670"/>
                </a:moveTo>
                <a:cubicBezTo>
                  <a:pt x="53340" y="41399"/>
                  <a:pt x="41399" y="53340"/>
                  <a:pt x="26670" y="53340"/>
                </a:cubicBezTo>
                <a:cubicBezTo>
                  <a:pt x="11941" y="53340"/>
                  <a:pt x="0" y="41399"/>
                  <a:pt x="0" y="26670"/>
                </a:cubicBezTo>
                <a:cubicBezTo>
                  <a:pt x="0" y="11941"/>
                  <a:pt x="11941" y="0"/>
                  <a:pt x="26670" y="0"/>
                </a:cubicBezTo>
                <a:cubicBezTo>
                  <a:pt x="41399" y="0"/>
                  <a:pt x="53340" y="11941"/>
                  <a:pt x="53340" y="2667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26" name="Navigation robot track">
            <a:extLst xmlns:a="http://schemas.openxmlformats.org/drawingml/2006/main">
              <a:ext uri="{FF2B5EF4-FFF2-40B4-BE49-F238E27FC236}">
                <a16:creationId xmlns:a16="http://schemas.microsoft.com/office/drawing/2014/main" id="{2DB96B65-169F-4DD9-9DEF-BB59AD0FB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44597" y="7969278"/>
            <a:ext cx="68479" cy="68479"/>
          </a:xfrm>
          <a:custGeom xmlns:a="http://schemas.openxmlformats.org/drawingml/2006/main">
            <a:pathLst>
              <a:path w="64770" h="64770">
                <a:moveTo>
                  <a:pt x="64770" y="32385"/>
                </a:moveTo>
                <a:cubicBezTo>
                  <a:pt x="64770" y="50271"/>
                  <a:pt x="50271" y="64770"/>
                  <a:pt x="32385" y="64770"/>
                </a:cubicBezTo>
                <a:cubicBezTo>
                  <a:pt x="14499" y="64770"/>
                  <a:pt x="0" y="50271"/>
                  <a:pt x="0" y="32385"/>
                </a:cubicBezTo>
                <a:cubicBezTo>
                  <a:pt x="0" y="14499"/>
                  <a:pt x="14499" y="0"/>
                  <a:pt x="32385" y="0"/>
                </a:cubicBezTo>
                <a:cubicBezTo>
                  <a:pt x="50271" y="0"/>
                  <a:pt x="64770" y="14499"/>
                  <a:pt x="64770" y="32385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27" name="Navigation robot track">
            <a:extLst xmlns:a="http://schemas.openxmlformats.org/drawingml/2006/main">
              <a:ext uri="{FF2B5EF4-FFF2-40B4-BE49-F238E27FC236}">
                <a16:creationId xmlns:a16="http://schemas.microsoft.com/office/drawing/2014/main" id="{C8F5A0DF-2ECF-4C0B-B7E4-748612DE1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05725" y="7969278"/>
            <a:ext cx="68479" cy="68479"/>
          </a:xfrm>
          <a:custGeom xmlns:a="http://schemas.openxmlformats.org/drawingml/2006/main">
            <a:pathLst>
              <a:path w="64770" h="64770">
                <a:moveTo>
                  <a:pt x="64770" y="32385"/>
                </a:moveTo>
                <a:cubicBezTo>
                  <a:pt x="64770" y="50271"/>
                  <a:pt x="50271" y="64770"/>
                  <a:pt x="32385" y="64770"/>
                </a:cubicBezTo>
                <a:cubicBezTo>
                  <a:pt x="14499" y="64770"/>
                  <a:pt x="0" y="50271"/>
                  <a:pt x="0" y="32385"/>
                </a:cubicBezTo>
                <a:cubicBezTo>
                  <a:pt x="0" y="14499"/>
                  <a:pt x="14499" y="0"/>
                  <a:pt x="32385" y="0"/>
                </a:cubicBezTo>
                <a:cubicBezTo>
                  <a:pt x="50271" y="0"/>
                  <a:pt x="64770" y="14499"/>
                  <a:pt x="64770" y="32385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28" name="Navigation robot track">
            <a:extLst xmlns:a="http://schemas.openxmlformats.org/drawingml/2006/main">
              <a:ext uri="{FF2B5EF4-FFF2-40B4-BE49-F238E27FC236}">
                <a16:creationId xmlns:a16="http://schemas.microsoft.com/office/drawing/2014/main" id="{28F45D81-3C54-4D7D-842B-A7C57D8EB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66853" y="7969278"/>
            <a:ext cx="68479" cy="68479"/>
          </a:xfrm>
          <a:custGeom xmlns:a="http://schemas.openxmlformats.org/drawingml/2006/main">
            <a:pathLst>
              <a:path w="64770" h="64770">
                <a:moveTo>
                  <a:pt x="64770" y="32385"/>
                </a:moveTo>
                <a:cubicBezTo>
                  <a:pt x="64770" y="50271"/>
                  <a:pt x="50271" y="64770"/>
                  <a:pt x="32385" y="64770"/>
                </a:cubicBezTo>
                <a:cubicBezTo>
                  <a:pt x="14499" y="64770"/>
                  <a:pt x="0" y="50271"/>
                  <a:pt x="0" y="32385"/>
                </a:cubicBezTo>
                <a:cubicBezTo>
                  <a:pt x="0" y="14499"/>
                  <a:pt x="14499" y="0"/>
                  <a:pt x="32385" y="0"/>
                </a:cubicBezTo>
                <a:cubicBezTo>
                  <a:pt x="50271" y="0"/>
                  <a:pt x="64770" y="14499"/>
                  <a:pt x="64770" y="32385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106">
            <a:noFill/>
            <a:prstDash val="solid"/>
          </a:ln>
        </p:spPr>
      </p:sp>
      <p:sp>
        <p:nvSpPr>
          <p:cNvPr id="229" name="Navigation robot pulse">
            <a:extLst xmlns:a="http://schemas.openxmlformats.org/drawingml/2006/main">
              <a:ext uri="{FF2B5EF4-FFF2-40B4-BE49-F238E27FC236}">
                <a16:creationId xmlns:a16="http://schemas.microsoft.com/office/drawing/2014/main" id="{BC0D284B-998A-414A-9455-B89ABB28E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98978" y="7661121"/>
            <a:ext cx="322256" cy="151057"/>
          </a:xfrm>
          <a:custGeom xmlns:a="http://schemas.openxmlformats.org/drawingml/2006/main">
            <a:pathLst>
              <a:path w="304800" h="142875">
                <a:moveTo>
                  <a:pt x="0" y="57150"/>
                </a:moveTo>
                <a:lnTo>
                  <a:pt x="76200" y="57150"/>
                </a:lnTo>
                <a:lnTo>
                  <a:pt x="104775" y="0"/>
                </a:lnTo>
                <a:lnTo>
                  <a:pt x="152400" y="142875"/>
                </a:lnTo>
                <a:lnTo>
                  <a:pt x="200025" y="57150"/>
                </a:lnTo>
                <a:lnTo>
                  <a:pt x="257175" y="85725"/>
                </a:lnTo>
                <a:lnTo>
                  <a:pt x="304800" y="85725"/>
                </a:lnTo>
              </a:path>
            </a:pathLst>
          </a:custGeom>
          <a:noFill xmlns:a="http://schemas.openxmlformats.org/drawingml/2006/main"/>
          <a:ln xmlns:a="http://schemas.openxmlformats.org/drawingml/2006/main" w="30211">
            <a:solidFill>
              <a:srgbClr val="FFFFFF"/>
            </a:solidFill>
            <a:prstDash val="solid"/>
          </a:ln>
        </p:spPr>
      </p:sp>
      <p:sp>
        <p:nvSpPr>
          <p:cNvPr id="230" name="Assign pseudo labels">
            <a:extLst xmlns:a="http://schemas.openxmlformats.org/drawingml/2006/main">
              <a:ext uri="{FF2B5EF4-FFF2-40B4-BE49-F238E27FC236}">
                <a16:creationId xmlns:a16="http://schemas.microsoft.com/office/drawing/2014/main" id="{803A19EC-5CB8-4C4E-8CD0-F86D3BED0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92344" y="1397280"/>
            <a:ext cx="2497480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Assign pseudo labels</a:t>
            </a:r>
          </a:p>
        </p:txBody>
      </p:sp>
      <p:sp>
        <p:nvSpPr>
          <p:cNvPr id="231" name="Unlabeled data">
            <a:extLst xmlns:a="http://schemas.openxmlformats.org/drawingml/2006/main">
              <a:ext uri="{FF2B5EF4-FFF2-40B4-BE49-F238E27FC236}">
                <a16:creationId xmlns:a16="http://schemas.microsoft.com/office/drawing/2014/main" id="{F3CDA0DE-0CCA-485F-9BE9-4FF1F7C07D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2326" y="2484892"/>
            <a:ext cx="1812687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Unlabeled data</a:t>
            </a:r>
          </a:p>
        </p:txBody>
      </p:sp>
      <p:sp>
        <p:nvSpPr>
          <p:cNvPr id="232" name="Batching">
            <a:extLst xmlns:a="http://schemas.openxmlformats.org/drawingml/2006/main">
              <a:ext uri="{FF2B5EF4-FFF2-40B4-BE49-F238E27FC236}">
                <a16:creationId xmlns:a16="http://schemas.microsoft.com/office/drawing/2014/main" id="{9CD36FE5-BCD8-4815-837B-0BB0E8358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9374" y="4599694"/>
            <a:ext cx="1057401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Batching</a:t>
            </a:r>
          </a:p>
        </p:txBody>
      </p:sp>
      <p:sp>
        <p:nvSpPr>
          <p:cNvPr id="233" name="Shuffle">
            <a:extLst xmlns:a="http://schemas.openxmlformats.org/drawingml/2006/main">
              <a:ext uri="{FF2B5EF4-FFF2-40B4-BE49-F238E27FC236}">
                <a16:creationId xmlns:a16="http://schemas.microsoft.com/office/drawing/2014/main" id="{B82037E8-F3E3-481C-AEC2-A7F2B689F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9445" y="6110267"/>
            <a:ext cx="896273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Shuffle</a:t>
            </a:r>
          </a:p>
        </p:txBody>
      </p:sp>
      <p:sp>
        <p:nvSpPr>
          <p:cNvPr id="234" name="Relation Labels">
            <a:extLst xmlns:a="http://schemas.openxmlformats.org/drawingml/2006/main">
              <a:ext uri="{FF2B5EF4-FFF2-40B4-BE49-F238E27FC236}">
                <a16:creationId xmlns:a16="http://schemas.microsoft.com/office/drawing/2014/main" id="{3C4128E9-25D1-4DBA-B7B1-1D13E0F95A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4652" y="7983377"/>
            <a:ext cx="1802617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Relation Labels</a:t>
            </a:r>
          </a:p>
        </p:txBody>
      </p:sp>
      <p:sp>
        <p:nvSpPr>
          <p:cNvPr id="235" name="Constraints set">
            <a:extLst xmlns:a="http://schemas.openxmlformats.org/drawingml/2006/main">
              <a:ext uri="{FF2B5EF4-FFF2-40B4-BE49-F238E27FC236}">
                <a16:creationId xmlns:a16="http://schemas.microsoft.com/office/drawing/2014/main" id="{00E6868E-3D2F-434A-9548-D9DB6F256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22555" y="2787007"/>
            <a:ext cx="1762335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Constraints set</a:t>
            </a:r>
          </a:p>
        </p:txBody>
      </p:sp>
      <p:sp>
        <p:nvSpPr>
          <p:cNvPr id="236" name="Refine D">
            <a:extLst xmlns:a="http://schemas.openxmlformats.org/drawingml/2006/main">
              <a:ext uri="{FF2B5EF4-FFF2-40B4-BE49-F238E27FC236}">
                <a16:creationId xmlns:a16="http://schemas.microsoft.com/office/drawing/2014/main" id="{184CDAB1-4AA7-4E3D-80A0-1B6B4BBE4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24467" y="2041791"/>
            <a:ext cx="1137965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Refine D</a:t>
            </a:r>
          </a:p>
        </p:txBody>
      </p:sp>
      <p:sp>
        <p:nvSpPr>
          <p:cNvPr id="237" name="Extract&#10;features">
            <a:extLst xmlns:a="http://schemas.openxmlformats.org/drawingml/2006/main">
              <a:ext uri="{FF2B5EF4-FFF2-40B4-BE49-F238E27FC236}">
                <a16:creationId xmlns:a16="http://schemas.microsoft.com/office/drawing/2014/main" id="{0EA5437E-4407-49A2-955F-FF4D472706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86705" y="3300601"/>
            <a:ext cx="1137965" cy="6445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Extract</a:t>
            </a:r>
          </a:p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features</a:t>
            </a:r>
          </a:p>
        </p:txBody>
      </p:sp>
      <p:sp>
        <p:nvSpPr>
          <p:cNvPr id="238" name="Features">
            <a:extLst xmlns:a="http://schemas.openxmlformats.org/drawingml/2006/main">
              <a:ext uri="{FF2B5EF4-FFF2-40B4-BE49-F238E27FC236}">
                <a16:creationId xmlns:a16="http://schemas.microsoft.com/office/drawing/2014/main" id="{B2342298-ADD0-4304-87CE-6EA6BC8F1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75022" y="4146522"/>
            <a:ext cx="1127894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Features</a:t>
            </a:r>
          </a:p>
        </p:txBody>
      </p:sp>
      <p:sp>
        <p:nvSpPr>
          <p:cNvPr id="239" name="Distance matrix">
            <a:extLst xmlns:a="http://schemas.openxmlformats.org/drawingml/2006/main">
              <a:ext uri="{FF2B5EF4-FFF2-40B4-BE49-F238E27FC236}">
                <a16:creationId xmlns:a16="http://schemas.microsoft.com/office/drawing/2014/main" id="{CADC50C1-8177-46CC-A487-08A4F305C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25877" y="4146522"/>
            <a:ext cx="1812687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Distance matrix</a:t>
            </a:r>
          </a:p>
        </p:txBody>
      </p:sp>
      <p:sp>
        <p:nvSpPr>
          <p:cNvPr id="240" name="Clusters">
            <a:extLst xmlns:a="http://schemas.openxmlformats.org/drawingml/2006/main">
              <a:ext uri="{FF2B5EF4-FFF2-40B4-BE49-F238E27FC236}">
                <a16:creationId xmlns:a16="http://schemas.microsoft.com/office/drawing/2014/main" id="{7154FD4C-49D7-4C51-817C-DD24001F5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98282" y="4146522"/>
            <a:ext cx="1007048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Clusters</a:t>
            </a:r>
          </a:p>
        </p:txBody>
      </p:sp>
      <p:sp>
        <p:nvSpPr>
          <p:cNvPr id="241" name="1  2  3 ... N">
            <a:extLst xmlns:a="http://schemas.openxmlformats.org/drawingml/2006/main">
              <a:ext uri="{FF2B5EF4-FFF2-40B4-BE49-F238E27FC236}">
                <a16:creationId xmlns:a16="http://schemas.microsoft.com/office/drawing/2014/main" id="{93D7E766-E39F-4102-B941-4C5743ACD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89119" y="2746725"/>
            <a:ext cx="1168176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8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  2  3 ... N</a:t>
            </a:r>
          </a:p>
        </p:txBody>
      </p:sp>
      <p:sp>
        <p:nvSpPr>
          <p:cNvPr id="242" name="1">
            <a:extLst xmlns:a="http://schemas.openxmlformats.org/drawingml/2006/main">
              <a:ext uri="{FF2B5EF4-FFF2-40B4-BE49-F238E27FC236}">
                <a16:creationId xmlns:a16="http://schemas.microsoft.com/office/drawing/2014/main" id="{76509034-060A-4629-B489-8249EFDD4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67568" y="3018628"/>
            <a:ext cx="140987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8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243" name="2">
            <a:extLst xmlns:a="http://schemas.openxmlformats.org/drawingml/2006/main">
              <a:ext uri="{FF2B5EF4-FFF2-40B4-BE49-F238E27FC236}">
                <a16:creationId xmlns:a16="http://schemas.microsoft.com/office/drawing/2014/main" id="{56222A0F-3E34-4B7E-A33D-03BC6C3C1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67568" y="3270390"/>
            <a:ext cx="140987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8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244" name="3">
            <a:extLst xmlns:a="http://schemas.openxmlformats.org/drawingml/2006/main">
              <a:ext uri="{FF2B5EF4-FFF2-40B4-BE49-F238E27FC236}">
                <a16:creationId xmlns:a16="http://schemas.microsoft.com/office/drawing/2014/main" id="{3E0149C6-B25F-4CDA-8220-19A4547F8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67568" y="3522152"/>
            <a:ext cx="140987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8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245" name="...">
            <a:extLst xmlns:a="http://schemas.openxmlformats.org/drawingml/2006/main">
              <a:ext uri="{FF2B5EF4-FFF2-40B4-BE49-F238E27FC236}">
                <a16:creationId xmlns:a16="http://schemas.microsoft.com/office/drawing/2014/main" id="{46521F64-5EEA-4E70-9435-8CB5FB60D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07145" y="3753773"/>
            <a:ext cx="201410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8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...</a:t>
            </a:r>
          </a:p>
        </p:txBody>
      </p:sp>
      <p:sp>
        <p:nvSpPr>
          <p:cNvPr id="246" name="N">
            <a:extLst xmlns:a="http://schemas.openxmlformats.org/drawingml/2006/main">
              <a:ext uri="{FF2B5EF4-FFF2-40B4-BE49-F238E27FC236}">
                <a16:creationId xmlns:a16="http://schemas.microsoft.com/office/drawing/2014/main" id="{991BCD23-6495-4582-8B43-36E93E12B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67568" y="3945112"/>
            <a:ext cx="151057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8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</a:t>
            </a:r>
          </a:p>
        </p:txBody>
      </p:sp>
      <p:sp>
        <p:nvSpPr>
          <p:cNvPr id="247" name="√">
            <a:extLst xmlns:a="http://schemas.openxmlformats.org/drawingml/2006/main">
              <a:ext uri="{FF2B5EF4-FFF2-40B4-BE49-F238E27FC236}">
                <a16:creationId xmlns:a16="http://schemas.microsoft.com/office/drawing/2014/main" id="{F5D72FFE-8824-487B-B824-EA4024C1B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44811" y="1981368"/>
            <a:ext cx="221551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√</a:t>
            </a:r>
          </a:p>
        </p:txBody>
      </p:sp>
      <p:sp>
        <p:nvSpPr>
          <p:cNvPr id="248" name="×">
            <a:extLst xmlns:a="http://schemas.openxmlformats.org/drawingml/2006/main">
              <a:ext uri="{FF2B5EF4-FFF2-40B4-BE49-F238E27FC236}">
                <a16:creationId xmlns:a16="http://schemas.microsoft.com/office/drawing/2014/main" id="{67EDA986-C423-45D9-A243-FAFC99671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59110" y="1991438"/>
            <a:ext cx="181269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×</a:t>
            </a:r>
          </a:p>
        </p:txBody>
      </p:sp>
      <p:sp>
        <p:nvSpPr>
          <p:cNvPr id="249" name="×">
            <a:extLst xmlns:a="http://schemas.openxmlformats.org/drawingml/2006/main">
              <a:ext uri="{FF2B5EF4-FFF2-40B4-BE49-F238E27FC236}">
                <a16:creationId xmlns:a16="http://schemas.microsoft.com/office/drawing/2014/main" id="{7AE3F3F6-0B6D-46BB-9DBD-B1D4F10ED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45515" y="2313694"/>
            <a:ext cx="191339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×</a:t>
            </a:r>
          </a:p>
        </p:txBody>
      </p:sp>
      <p:sp>
        <p:nvSpPr>
          <p:cNvPr id="250" name="√">
            <a:extLst xmlns:a="http://schemas.openxmlformats.org/drawingml/2006/main">
              <a:ext uri="{FF2B5EF4-FFF2-40B4-BE49-F238E27FC236}">
                <a16:creationId xmlns:a16="http://schemas.microsoft.com/office/drawing/2014/main" id="{379FCF3C-4F0E-4D6C-9B0A-C602C5874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69885" y="2364046"/>
            <a:ext cx="221551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5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√</a:t>
            </a:r>
          </a:p>
        </p:txBody>
      </p:sp>
      <p:sp>
        <p:nvSpPr>
          <p:cNvPr id="251" name="L">
            <a:extLst xmlns:a="http://schemas.openxmlformats.org/drawingml/2006/main">
              <a:ext uri="{FF2B5EF4-FFF2-40B4-BE49-F238E27FC236}">
                <a16:creationId xmlns:a16="http://schemas.microsoft.com/office/drawing/2014/main" id="{52BE8C88-2EA7-488F-89D2-0C9CC776C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99189" y="4680258"/>
            <a:ext cx="221551" cy="4370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</a:t>
            </a:r>
          </a:p>
        </p:txBody>
      </p:sp>
      <p:sp>
        <p:nvSpPr>
          <p:cNvPr id="252" name="cluster">
            <a:extLst xmlns:a="http://schemas.openxmlformats.org/drawingml/2006/main">
              <a:ext uri="{FF2B5EF4-FFF2-40B4-BE49-F238E27FC236}">
                <a16:creationId xmlns:a16="http://schemas.microsoft.com/office/drawing/2014/main" id="{86F031D6-1366-4770-AA3E-003377927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90529" y="4841385"/>
            <a:ext cx="755286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586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cluster</a:t>
            </a:r>
          </a:p>
        </p:txBody>
      </p:sp>
      <p:sp>
        <p:nvSpPr>
          <p:cNvPr id="253" name="Style&#10;Encoder">
            <a:extLst xmlns:a="http://schemas.openxmlformats.org/drawingml/2006/main">
              <a:ext uri="{FF2B5EF4-FFF2-40B4-BE49-F238E27FC236}">
                <a16:creationId xmlns:a16="http://schemas.microsoft.com/office/drawing/2014/main" id="{F993BD0F-C49F-45A5-87B7-DAD680E04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67269" y="5183782"/>
            <a:ext cx="1017119" cy="6545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Style</a:t>
            </a:r>
          </a:p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Encoder</a:t>
            </a:r>
          </a:p>
        </p:txBody>
      </p:sp>
      <p:sp>
        <p:nvSpPr>
          <p:cNvPr id="254" name="Style&#10;Encoder">
            <a:extLst xmlns:a="http://schemas.openxmlformats.org/drawingml/2006/main">
              <a:ext uri="{FF2B5EF4-FFF2-40B4-BE49-F238E27FC236}">
                <a16:creationId xmlns:a16="http://schemas.microsoft.com/office/drawing/2014/main" id="{DBF905D2-BA23-4903-997C-B176413061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77339" y="6724566"/>
            <a:ext cx="1017119" cy="6545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Style</a:t>
            </a:r>
          </a:p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Encoder</a:t>
            </a:r>
          </a:p>
        </p:txBody>
      </p:sp>
      <p:sp>
        <p:nvSpPr>
          <p:cNvPr id="255" name="E">
            <a:extLst xmlns:a="http://schemas.openxmlformats.org/drawingml/2006/main">
              <a:ext uri="{FF2B5EF4-FFF2-40B4-BE49-F238E27FC236}">
                <a16:creationId xmlns:a16="http://schemas.microsoft.com/office/drawing/2014/main" id="{DC4ADF80-36B1-4C9B-B70D-83D60DBC3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79454" y="6120337"/>
            <a:ext cx="241692" cy="4088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00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00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300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</a:t>
            </a:r>
          </a:p>
        </p:txBody>
      </p:sp>
      <p:sp>
        <p:nvSpPr>
          <p:cNvPr id="256" name="s">
            <a:extLst xmlns:a="http://schemas.openxmlformats.org/drawingml/2006/main">
              <a:ext uri="{FF2B5EF4-FFF2-40B4-BE49-F238E27FC236}">
                <a16:creationId xmlns:a16="http://schemas.microsoft.com/office/drawing/2014/main" id="{02EA28A1-15BA-4B80-8898-35AE90D77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60722" y="6291535"/>
            <a:ext cx="140987" cy="2396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4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4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34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</a:t>
            </a:r>
          </a:p>
        </p:txBody>
      </p:sp>
      <p:sp>
        <p:nvSpPr>
          <p:cNvPr id="257" name="Relation&#10;Network">
            <a:extLst xmlns:a="http://schemas.openxmlformats.org/drawingml/2006/main">
              <a:ext uri="{FF2B5EF4-FFF2-40B4-BE49-F238E27FC236}">
                <a16:creationId xmlns:a16="http://schemas.microsoft.com/office/drawing/2014/main" id="{EDF4E10A-F368-4DD5-A58B-857D9D5DB6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400000">
            <a:off x="5599189" y="5888716"/>
            <a:ext cx="1107753" cy="6243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Relation</a:t>
            </a:r>
          </a:p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Network</a:t>
            </a:r>
          </a:p>
        </p:txBody>
      </p:sp>
      <p:sp>
        <p:nvSpPr>
          <p:cNvPr id="258" name="E">
            <a:extLst xmlns:a="http://schemas.openxmlformats.org/drawingml/2006/main">
              <a:ext uri="{FF2B5EF4-FFF2-40B4-BE49-F238E27FC236}">
                <a16:creationId xmlns:a16="http://schemas.microsoft.com/office/drawing/2014/main" id="{6BB3DD15-234A-4C24-B4F5-BFC574788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62432" y="6845412"/>
            <a:ext cx="241692" cy="4088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00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00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300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</a:t>
            </a:r>
          </a:p>
        </p:txBody>
      </p:sp>
      <p:sp>
        <p:nvSpPr>
          <p:cNvPr id="259" name="r">
            <a:extLst xmlns:a="http://schemas.openxmlformats.org/drawingml/2006/main">
              <a:ext uri="{FF2B5EF4-FFF2-40B4-BE49-F238E27FC236}">
                <a16:creationId xmlns:a16="http://schemas.microsoft.com/office/drawing/2014/main" id="{3B463AA1-5FE6-42E3-AD1E-F00482E0EF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43700" y="7016610"/>
            <a:ext cx="140987" cy="2396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4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4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34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</a:t>
            </a:r>
          </a:p>
        </p:txBody>
      </p:sp>
      <p:sp>
        <p:nvSpPr>
          <p:cNvPr id="260" name="L">
            <a:extLst xmlns:a="http://schemas.openxmlformats.org/drawingml/2006/main">
              <a:ext uri="{FF2B5EF4-FFF2-40B4-BE49-F238E27FC236}">
                <a16:creationId xmlns:a16="http://schemas.microsoft.com/office/drawing/2014/main" id="{43295372-A47E-4FCD-83B3-2FC685180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94960" y="7973306"/>
            <a:ext cx="231621" cy="4370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</a:t>
            </a:r>
          </a:p>
        </p:txBody>
      </p:sp>
      <p:sp>
        <p:nvSpPr>
          <p:cNvPr id="261" name="pred">
            <a:extLst xmlns:a="http://schemas.openxmlformats.org/drawingml/2006/main">
              <a:ext uri="{FF2B5EF4-FFF2-40B4-BE49-F238E27FC236}">
                <a16:creationId xmlns:a16="http://schemas.microsoft.com/office/drawing/2014/main" id="{8A69BAA1-F9E6-468B-B65E-E5C871677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96370" y="8144504"/>
            <a:ext cx="574018" cy="281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6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6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586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pred</a:t>
            </a:r>
          </a:p>
        </p:txBody>
      </p:sp>
      <p:sp>
        <p:nvSpPr>
          <p:cNvPr id="262" name="Environment">
            <a:extLst xmlns:a="http://schemas.openxmlformats.org/drawingml/2006/main">
              <a:ext uri="{FF2B5EF4-FFF2-40B4-BE49-F238E27FC236}">
                <a16:creationId xmlns:a16="http://schemas.microsoft.com/office/drawing/2014/main" id="{41FBBB2C-81E1-476C-85F8-D379A469F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57894" y="1266363"/>
            <a:ext cx="1671700" cy="3665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6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Environment</a:t>
            </a:r>
          </a:p>
        </p:txBody>
      </p:sp>
      <p:sp>
        <p:nvSpPr>
          <p:cNvPr id="263" name="RGB Observation (">
            <a:extLst xmlns:a="http://schemas.openxmlformats.org/drawingml/2006/main">
              <a:ext uri="{FF2B5EF4-FFF2-40B4-BE49-F238E27FC236}">
                <a16:creationId xmlns:a16="http://schemas.microsoft.com/office/drawing/2014/main" id="{F3BFA4B6-5C55-4109-B2C5-31D1CC13C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16811" y="1981368"/>
            <a:ext cx="2114802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RGB Observation (</a:t>
            </a:r>
          </a:p>
        </p:txBody>
      </p:sp>
      <p:sp>
        <p:nvSpPr>
          <p:cNvPr id="264" name="I">
            <a:extLst xmlns:a="http://schemas.openxmlformats.org/drawingml/2006/main">
              <a:ext uri="{FF2B5EF4-FFF2-40B4-BE49-F238E27FC236}">
                <a16:creationId xmlns:a16="http://schemas.microsoft.com/office/drawing/2014/main" id="{8EF62E2D-5B67-42DA-94A0-7D22DB5A8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11471" y="1981368"/>
            <a:ext cx="181269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8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</a:t>
            </a:r>
          </a:p>
        </p:txBody>
      </p:sp>
      <p:sp>
        <p:nvSpPr>
          <p:cNvPr id="265" name="t">
            <a:extLst xmlns:a="http://schemas.openxmlformats.org/drawingml/2006/main">
              <a:ext uri="{FF2B5EF4-FFF2-40B4-BE49-F238E27FC236}">
                <a16:creationId xmlns:a16="http://schemas.microsoft.com/office/drawing/2014/main" id="{D5282E93-F581-4959-AB51-CD9567D77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22247" y="2122355"/>
            <a:ext cx="120846" cy="225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9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9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69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</a:t>
            </a:r>
          </a:p>
        </p:txBody>
      </p:sp>
      <p:sp>
        <p:nvSpPr>
          <p:cNvPr id="266" name=")">
            <a:extLst xmlns:a="http://schemas.openxmlformats.org/drawingml/2006/main">
              <a:ext uri="{FF2B5EF4-FFF2-40B4-BE49-F238E27FC236}">
                <a16:creationId xmlns:a16="http://schemas.microsoft.com/office/drawing/2014/main" id="{96BA596B-8942-4E95-8439-4F8E1540D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33022" y="1981368"/>
            <a:ext cx="120846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)</a:t>
            </a:r>
          </a:p>
        </p:txBody>
      </p:sp>
      <p:sp>
        <p:nvSpPr>
          <p:cNvPr id="267" name="Room-expert">
            <a:extLst xmlns:a="http://schemas.openxmlformats.org/drawingml/2006/main">
              <a:ext uri="{FF2B5EF4-FFF2-40B4-BE49-F238E27FC236}">
                <a16:creationId xmlns:a16="http://schemas.microsoft.com/office/drawing/2014/main" id="{E1C57E89-0FD0-4011-85C9-0A36AA641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05225" y="2041791"/>
            <a:ext cx="1822758" cy="422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7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Room-expert</a:t>
            </a:r>
          </a:p>
        </p:txBody>
      </p:sp>
      <p:sp>
        <p:nvSpPr>
          <p:cNvPr id="268" name="Style&#10;Encoder">
            <a:extLst xmlns:a="http://schemas.openxmlformats.org/drawingml/2006/main">
              <a:ext uri="{FF2B5EF4-FFF2-40B4-BE49-F238E27FC236}">
                <a16:creationId xmlns:a16="http://schemas.microsoft.com/office/drawing/2014/main" id="{DDDF37D2-CF8F-407B-A7D7-494EC6E2D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76828" y="2615808"/>
            <a:ext cx="1077542" cy="6545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6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Style</a:t>
            </a:r>
          </a:p>
          <a:p xmlns:a="http://schemas.openxmlformats.org/drawingml/2006/main">
            <a:pPr algn="ctr">
              <a:lnSpc>
                <a:spcPct val="100000"/>
              </a:lnSpc>
              <a:buNone/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6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Encoder</a:t>
            </a:r>
          </a:p>
        </p:txBody>
      </p:sp>
      <p:sp>
        <p:nvSpPr>
          <p:cNvPr id="269" name="Style&#10;Encoder">
            <a:extLst xmlns:a="http://schemas.openxmlformats.org/drawingml/2006/main">
              <a:ext uri="{FF2B5EF4-FFF2-40B4-BE49-F238E27FC236}">
                <a16:creationId xmlns:a16="http://schemas.microsoft.com/office/drawing/2014/main" id="{55E18239-128C-4605-B6F3-99EBA1E81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76828" y="4478848"/>
            <a:ext cx="1077542" cy="6545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6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Style</a:t>
            </a:r>
          </a:p>
          <a:p xmlns:a="http://schemas.openxmlformats.org/drawingml/2006/main">
            <a:pPr algn="ctr">
              <a:lnSpc>
                <a:spcPct val="100000"/>
              </a:lnSpc>
              <a:buNone/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6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Encoder</a:t>
            </a:r>
          </a:p>
        </p:txBody>
      </p:sp>
      <p:sp>
        <p:nvSpPr>
          <p:cNvPr id="270" name="Share weights">
            <a:extLst xmlns:a="http://schemas.openxmlformats.org/drawingml/2006/main">
              <a:ext uri="{FF2B5EF4-FFF2-40B4-BE49-F238E27FC236}">
                <a16:creationId xmlns:a16="http://schemas.microsoft.com/office/drawing/2014/main" id="{1FCE5390-D575-4E82-B0A9-02DD1A673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2670" y="3763844"/>
            <a:ext cx="1832828" cy="3383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0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Share weights</a:t>
            </a:r>
          </a:p>
        </p:txBody>
      </p:sp>
      <p:sp>
        <p:nvSpPr>
          <p:cNvPr id="271" name="Relation&#10;Network">
            <a:extLst xmlns:a="http://schemas.openxmlformats.org/drawingml/2006/main">
              <a:ext uri="{FF2B5EF4-FFF2-40B4-BE49-F238E27FC236}">
                <a16:creationId xmlns:a16="http://schemas.microsoft.com/office/drawing/2014/main" id="{98DCB7D6-99C4-4DAD-8809-5E9885C81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400000">
            <a:off x="13474308" y="3552363"/>
            <a:ext cx="1137965" cy="6445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Relation</a:t>
            </a:r>
          </a:p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Network</a:t>
            </a:r>
          </a:p>
        </p:txBody>
      </p:sp>
      <p:sp>
        <p:nvSpPr>
          <p:cNvPr id="272" name="Goal Image (">
            <a:extLst xmlns:a="http://schemas.openxmlformats.org/drawingml/2006/main">
              <a:ext uri="{FF2B5EF4-FFF2-40B4-BE49-F238E27FC236}">
                <a16:creationId xmlns:a16="http://schemas.microsoft.com/office/drawing/2014/main" id="{1686257E-83D1-4878-9311-AB4BA48B7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88714" y="5485896"/>
            <a:ext cx="1490432" cy="3625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Goal Image (</a:t>
            </a:r>
          </a:p>
        </p:txBody>
      </p:sp>
      <p:sp>
        <p:nvSpPr>
          <p:cNvPr id="273" name="I">
            <a:extLst xmlns:a="http://schemas.openxmlformats.org/drawingml/2006/main">
              <a:ext uri="{FF2B5EF4-FFF2-40B4-BE49-F238E27FC236}">
                <a16:creationId xmlns:a16="http://schemas.microsoft.com/office/drawing/2014/main" id="{A8F90B8A-F0CF-47FE-9728-24FD91439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38863" y="5485896"/>
            <a:ext cx="181269" cy="3625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8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</a:t>
            </a:r>
          </a:p>
        </p:txBody>
      </p:sp>
      <p:sp>
        <p:nvSpPr>
          <p:cNvPr id="274" name="g">
            <a:extLst xmlns:a="http://schemas.openxmlformats.org/drawingml/2006/main">
              <a:ext uri="{FF2B5EF4-FFF2-40B4-BE49-F238E27FC236}">
                <a16:creationId xmlns:a16="http://schemas.microsoft.com/office/drawing/2014/main" id="{E1592B41-AB51-4C51-8987-BDF93DF6F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39568" y="5636954"/>
            <a:ext cx="151057" cy="2255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9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9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69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g</a:t>
            </a:r>
          </a:p>
        </p:txBody>
      </p:sp>
      <p:sp>
        <p:nvSpPr>
          <p:cNvPr id="275" name=")">
            <a:extLst xmlns:a="http://schemas.openxmlformats.org/drawingml/2006/main">
              <a:ext uri="{FF2B5EF4-FFF2-40B4-BE49-F238E27FC236}">
                <a16:creationId xmlns:a16="http://schemas.microsoft.com/office/drawing/2014/main" id="{998F1C23-8F41-4190-AB05-8E3967F2A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70485" y="5485896"/>
            <a:ext cx="130916" cy="3625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)</a:t>
            </a:r>
          </a:p>
        </p:txBody>
      </p:sp>
      <p:sp>
        <p:nvSpPr>
          <p:cNvPr id="276" name="Channel Concatenate">
            <a:extLst xmlns:a="http://schemas.openxmlformats.org/drawingml/2006/main">
              <a:ext uri="{FF2B5EF4-FFF2-40B4-BE49-F238E27FC236}">
                <a16:creationId xmlns:a16="http://schemas.microsoft.com/office/drawing/2014/main" id="{DC145B49-500E-483A-A729-A6E60740F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16811" y="8134434"/>
            <a:ext cx="2578044" cy="3726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Channel Concatenate</a:t>
            </a:r>
          </a:p>
        </p:txBody>
      </p:sp>
      <p:sp>
        <p:nvSpPr>
          <p:cNvPr id="277" name="ResNet-9">
            <a:extLst xmlns:a="http://schemas.openxmlformats.org/drawingml/2006/main">
              <a:ext uri="{FF2B5EF4-FFF2-40B4-BE49-F238E27FC236}">
                <a16:creationId xmlns:a16="http://schemas.microsoft.com/office/drawing/2014/main" id="{21DFA259-01D7-4C40-9CA4-3468E0423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66758" y="6966258"/>
            <a:ext cx="1218529" cy="3665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6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ResNet-9</a:t>
            </a:r>
          </a:p>
        </p:txBody>
      </p:sp>
      <p:sp>
        <p:nvSpPr>
          <p:cNvPr id="278" name="Flatten">
            <a:extLst xmlns:a="http://schemas.openxmlformats.org/drawingml/2006/main">
              <a:ext uri="{FF2B5EF4-FFF2-40B4-BE49-F238E27FC236}">
                <a16:creationId xmlns:a16="http://schemas.microsoft.com/office/drawing/2014/main" id="{E66D83EE-BD3B-47A7-82BB-3467C3673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400000">
            <a:off x="13635436" y="6915905"/>
            <a:ext cx="1017119" cy="3947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22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22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2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Flatten</a:t>
            </a:r>
          </a:p>
        </p:txBody>
      </p:sp>
      <p:sp>
        <p:nvSpPr>
          <p:cNvPr id="279" name="v">
            <a:extLst xmlns:a="http://schemas.openxmlformats.org/drawingml/2006/main">
              <a:ext uri="{FF2B5EF4-FFF2-40B4-BE49-F238E27FC236}">
                <a16:creationId xmlns:a16="http://schemas.microsoft.com/office/drawing/2014/main" id="{CD21FB7C-7787-4A72-BC29-ED0C8DFCA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43894" y="5848434"/>
            <a:ext cx="201410" cy="4088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00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00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300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v</a:t>
            </a:r>
          </a:p>
        </p:txBody>
      </p:sp>
      <p:sp>
        <p:nvSpPr>
          <p:cNvPr id="280" name="vis">
            <a:extLst xmlns:a="http://schemas.openxmlformats.org/drawingml/2006/main">
              <a:ext uri="{FF2B5EF4-FFF2-40B4-BE49-F238E27FC236}">
                <a16:creationId xmlns:a16="http://schemas.microsoft.com/office/drawing/2014/main" id="{397142CB-5D69-4479-A21A-2991623BF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05022" y="6009562"/>
            <a:ext cx="382678" cy="2537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2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2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2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vis</a:t>
            </a:r>
          </a:p>
        </p:txBody>
      </p:sp>
      <p:sp>
        <p:nvSpPr>
          <p:cNvPr id="281" name="Visual Feature Extractor">
            <a:extLst xmlns:a="http://schemas.openxmlformats.org/drawingml/2006/main">
              <a:ext uri="{FF2B5EF4-FFF2-40B4-BE49-F238E27FC236}">
                <a16:creationId xmlns:a16="http://schemas.microsoft.com/office/drawing/2014/main" id="{0A47DD11-5420-476A-937F-BBE4D775D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62326" y="8134434"/>
            <a:ext cx="3212485" cy="422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7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Visual Feature Extractor</a:t>
            </a:r>
          </a:p>
        </p:txBody>
      </p:sp>
      <p:sp>
        <p:nvSpPr>
          <p:cNvPr id="282" name="E">
            <a:extLst xmlns:a="http://schemas.openxmlformats.org/drawingml/2006/main">
              <a:ext uri="{FF2B5EF4-FFF2-40B4-BE49-F238E27FC236}">
                <a16:creationId xmlns:a16="http://schemas.microsoft.com/office/drawing/2014/main" id="{4052CE39-4093-4222-8DDC-9D90B43DA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35233" y="8134434"/>
            <a:ext cx="261833" cy="422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79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79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379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</a:t>
            </a:r>
          </a:p>
        </p:txBody>
      </p:sp>
      <p:sp>
        <p:nvSpPr>
          <p:cNvPr id="283" name="v">
            <a:extLst xmlns:a="http://schemas.openxmlformats.org/drawingml/2006/main">
              <a:ext uri="{FF2B5EF4-FFF2-40B4-BE49-F238E27FC236}">
                <a16:creationId xmlns:a16="http://schemas.microsoft.com/office/drawing/2014/main" id="{48E9A5F1-B510-417F-9123-5D55F0282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36643" y="8335844"/>
            <a:ext cx="201410" cy="2537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2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2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2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v</a:t>
            </a:r>
          </a:p>
        </p:txBody>
      </p:sp>
      <p:sp>
        <p:nvSpPr>
          <p:cNvPr id="284" name="Actions (aₜ)">
            <a:extLst xmlns:a="http://schemas.openxmlformats.org/drawingml/2006/main">
              <a:ext uri="{FF2B5EF4-FFF2-40B4-BE49-F238E27FC236}">
                <a16:creationId xmlns:a16="http://schemas.microsoft.com/office/drawing/2014/main" id="{73AA8936-23F6-4A4A-BF17-E541D15EB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15595" y="3582575"/>
            <a:ext cx="1440079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Actions (aₜ)</a:t>
            </a:r>
          </a:p>
        </p:txBody>
      </p:sp>
      <p:sp>
        <p:nvSpPr>
          <p:cNvPr id="285" name="Actor">
            <a:extLst xmlns:a="http://schemas.openxmlformats.org/drawingml/2006/main">
              <a:ext uri="{FF2B5EF4-FFF2-40B4-BE49-F238E27FC236}">
                <a16:creationId xmlns:a16="http://schemas.microsoft.com/office/drawing/2014/main" id="{4FCE234B-6187-4CB3-9D59-9EA0CBF38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63833" y="4680258"/>
            <a:ext cx="725075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Actor</a:t>
            </a:r>
          </a:p>
        </p:txBody>
      </p:sp>
      <p:sp>
        <p:nvSpPr>
          <p:cNvPr id="286" name="Critic">
            <a:extLst xmlns:a="http://schemas.openxmlformats.org/drawingml/2006/main">
              <a:ext uri="{FF2B5EF4-FFF2-40B4-BE49-F238E27FC236}">
                <a16:creationId xmlns:a16="http://schemas.microsoft.com/office/drawing/2014/main" id="{ECC82101-3226-4AE3-8DFF-C2C21D0D4B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421938" y="4680258"/>
            <a:ext cx="644511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Critic</a:t>
            </a:r>
          </a:p>
        </p:txBody>
      </p:sp>
      <p:sp>
        <p:nvSpPr>
          <p:cNvPr id="287" name="Navigation&#10;policy π">
            <a:extLst xmlns:a="http://schemas.openxmlformats.org/drawingml/2006/main">
              <a:ext uri="{FF2B5EF4-FFF2-40B4-BE49-F238E27FC236}">
                <a16:creationId xmlns:a16="http://schemas.microsoft.com/office/drawing/2014/main" id="{AE30FAA1-0A0B-4D0D-B25E-EFA3F727C3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85383" y="5274416"/>
            <a:ext cx="1379656" cy="6545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Navigation</a:t>
            </a:r>
          </a:p>
          <a:p xmlns:a="http://schemas.openxmlformats.org/drawingml/2006/main">
            <a:pPr algn="ctr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policy π</a:t>
            </a:r>
          </a:p>
        </p:txBody>
      </p:sp>
      <p:sp>
        <p:nvSpPr>
          <p:cNvPr id="288" name="Reward (rₜ)">
            <a:extLst xmlns:a="http://schemas.openxmlformats.org/drawingml/2006/main">
              <a:ext uri="{FF2B5EF4-FFF2-40B4-BE49-F238E27FC236}">
                <a16:creationId xmlns:a16="http://schemas.microsoft.com/office/drawing/2014/main" id="{48F6C58D-BC0C-4059-A4E4-AD5017069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15595" y="6593650"/>
            <a:ext cx="1460220" cy="352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Reward (rₜ)</a:t>
            </a:r>
          </a:p>
        </p:txBody>
      </p:sp>
      <p:sp>
        <p:nvSpPr>
          <p:cNvPr id="289" name="(a) Offline Pre-training of Room Expert">
            <a:extLst xmlns:a="http://schemas.openxmlformats.org/drawingml/2006/main">
              <a:ext uri="{FF2B5EF4-FFF2-40B4-BE49-F238E27FC236}">
                <a16:creationId xmlns:a16="http://schemas.microsoft.com/office/drawing/2014/main" id="{ADEAE032-EF99-4258-8928-5EF142E35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1066" y="8819227"/>
            <a:ext cx="5156088" cy="422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7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(a) Offline Pre-training of Room Expert</a:t>
            </a:r>
          </a:p>
        </p:txBody>
      </p:sp>
      <p:sp>
        <p:nvSpPr>
          <p:cNvPr id="290" name="(b) Image-goal Navigation Architecture with Room Expert">
            <a:extLst xmlns:a="http://schemas.openxmlformats.org/drawingml/2006/main">
              <a:ext uri="{FF2B5EF4-FFF2-40B4-BE49-F238E27FC236}">
                <a16:creationId xmlns:a16="http://schemas.microsoft.com/office/drawing/2014/main" id="{0FE89937-9CB4-47FF-95E6-96367C6B6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69075" y="8819227"/>
            <a:ext cx="7593145" cy="422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7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(b) Image-goal Navigation Architecture with Room Expert</a:t>
            </a:r>
          </a:p>
        </p:txBody>
      </p:sp>
    </p:spTree>
    <p:extLst>
      <p:ext uri="{BB962C8B-B14F-4D97-AF65-F5344CB8AC3E}">
        <p14:creationId xmlns:p14="http://schemas.microsoft.com/office/powerpoint/2010/main" val="188078805"/>
      </p:ext>
    </p:extLst>
  </p:cSld>
</p:sld>
</file>

<file path=ppt/slides/slide14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10" name="path-1">
            <a:extLst xmlns:a="http://schemas.openxmlformats.org/drawingml/2006/main">
              <a:ext uri="{FF2B5EF4-FFF2-40B4-BE49-F238E27FC236}">
                <a16:creationId xmlns:a16="http://schemas.microsoft.com/office/drawing/2014/main" id="{05B371A0-3397-488C-9DC9-A40B7A332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770" y="623154"/>
            <a:ext cx="18094520" cy="9316401"/>
          </a:xfrm>
          <a:custGeom xmlns:a="http://schemas.openxmlformats.org/drawingml/2006/main">
            <a:pathLst>
              <a:path w="13203345" h="6798061">
                <a:moveTo>
                  <a:pt x="0" y="0"/>
                </a:moveTo>
                <a:lnTo>
                  <a:pt x="0" y="6798061"/>
                </a:lnTo>
                <a:lnTo>
                  <a:pt x="13203345" y="6798061"/>
                </a:lnTo>
                <a:lnTo>
                  <a:pt x="13203345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17BFCDE1-11B3-4D0A-8538-5CADDE34B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7194" y="8179789"/>
            <a:ext cx="69011" cy="293415"/>
          </a:xfrm>
          <a:custGeom xmlns:a="http://schemas.openxmlformats.org/drawingml/2006/main">
            <a:pathLst>
              <a:path w="50356" h="214101">
                <a:moveTo>
                  <a:pt x="0" y="75308"/>
                </a:moveTo>
                <a:lnTo>
                  <a:pt x="25178" y="75534"/>
                </a:lnTo>
                <a:lnTo>
                  <a:pt x="50356" y="75749"/>
                </a:lnTo>
                <a:lnTo>
                  <a:pt x="25846" y="0"/>
                </a:lnTo>
                <a:lnTo>
                  <a:pt x="0" y="75308"/>
                </a:lnTo>
                <a:moveTo>
                  <a:pt x="33399" y="214101"/>
                </a:moveTo>
                <a:lnTo>
                  <a:pt x="34947" y="37855"/>
                </a:lnTo>
                <a:lnTo>
                  <a:pt x="16064" y="37679"/>
                </a:lnTo>
                <a:lnTo>
                  <a:pt x="14516" y="213926"/>
                </a:lnTo>
                <a:lnTo>
                  <a:pt x="33399" y="21410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837B0AAC-8623-4152-88C7-523A189C8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522" y="946640"/>
            <a:ext cx="8214822" cy="3026967"/>
          </a:xfrm>
          <a:custGeom xmlns:a="http://schemas.openxmlformats.org/drawingml/2006/main">
            <a:pathLst>
              <a:path w="5994253" h="2208740">
                <a:moveTo>
                  <a:pt x="0" y="1832216"/>
                </a:moveTo>
                <a:lnTo>
                  <a:pt x="0" y="1731504"/>
                </a:lnTo>
                <a:lnTo>
                  <a:pt x="25178" y="1731504"/>
                </a:lnTo>
                <a:lnTo>
                  <a:pt x="25178" y="1832216"/>
                </a:lnTo>
                <a:lnTo>
                  <a:pt x="0" y="1832216"/>
                </a:lnTo>
                <a:moveTo>
                  <a:pt x="0" y="1655970"/>
                </a:moveTo>
                <a:lnTo>
                  <a:pt x="0" y="1555258"/>
                </a:lnTo>
                <a:lnTo>
                  <a:pt x="25178" y="1555258"/>
                </a:lnTo>
                <a:lnTo>
                  <a:pt x="25178" y="1655970"/>
                </a:lnTo>
                <a:lnTo>
                  <a:pt x="0" y="1655970"/>
                </a:lnTo>
                <a:moveTo>
                  <a:pt x="0" y="1479724"/>
                </a:moveTo>
                <a:lnTo>
                  <a:pt x="0" y="1379012"/>
                </a:lnTo>
                <a:lnTo>
                  <a:pt x="25178" y="1379012"/>
                </a:lnTo>
                <a:lnTo>
                  <a:pt x="25178" y="1479724"/>
                </a:lnTo>
                <a:lnTo>
                  <a:pt x="0" y="1479724"/>
                </a:lnTo>
                <a:moveTo>
                  <a:pt x="0" y="1303478"/>
                </a:moveTo>
                <a:lnTo>
                  <a:pt x="0" y="1202766"/>
                </a:lnTo>
                <a:lnTo>
                  <a:pt x="25178" y="1202766"/>
                </a:lnTo>
                <a:lnTo>
                  <a:pt x="25178" y="1303478"/>
                </a:lnTo>
                <a:lnTo>
                  <a:pt x="0" y="1303478"/>
                </a:lnTo>
                <a:moveTo>
                  <a:pt x="0" y="1127232"/>
                </a:moveTo>
                <a:lnTo>
                  <a:pt x="0" y="1026520"/>
                </a:lnTo>
                <a:lnTo>
                  <a:pt x="25178" y="1026520"/>
                </a:lnTo>
                <a:lnTo>
                  <a:pt x="25178" y="1127232"/>
                </a:lnTo>
                <a:lnTo>
                  <a:pt x="0" y="1127232"/>
                </a:lnTo>
                <a:moveTo>
                  <a:pt x="0" y="950986"/>
                </a:moveTo>
                <a:lnTo>
                  <a:pt x="0" y="850274"/>
                </a:lnTo>
                <a:lnTo>
                  <a:pt x="25178" y="850274"/>
                </a:lnTo>
                <a:lnTo>
                  <a:pt x="25178" y="950986"/>
                </a:lnTo>
                <a:lnTo>
                  <a:pt x="0" y="950986"/>
                </a:lnTo>
                <a:moveTo>
                  <a:pt x="0" y="774740"/>
                </a:moveTo>
                <a:lnTo>
                  <a:pt x="0" y="674028"/>
                </a:lnTo>
                <a:lnTo>
                  <a:pt x="25178" y="674028"/>
                </a:lnTo>
                <a:lnTo>
                  <a:pt x="25178" y="774740"/>
                </a:lnTo>
                <a:lnTo>
                  <a:pt x="0" y="774740"/>
                </a:lnTo>
                <a:moveTo>
                  <a:pt x="0" y="598494"/>
                </a:moveTo>
                <a:lnTo>
                  <a:pt x="0" y="497782"/>
                </a:lnTo>
                <a:lnTo>
                  <a:pt x="25178" y="497782"/>
                </a:lnTo>
                <a:lnTo>
                  <a:pt x="25178" y="598494"/>
                </a:lnTo>
                <a:lnTo>
                  <a:pt x="0" y="598494"/>
                </a:lnTo>
                <a:moveTo>
                  <a:pt x="0" y="422248"/>
                </a:moveTo>
                <a:lnTo>
                  <a:pt x="0" y="376449"/>
                </a:lnTo>
                <a:lnTo>
                  <a:pt x="126" y="366806"/>
                </a:lnTo>
                <a:lnTo>
                  <a:pt x="491" y="357163"/>
                </a:lnTo>
                <a:lnTo>
                  <a:pt x="1095" y="347570"/>
                </a:lnTo>
                <a:lnTo>
                  <a:pt x="1939" y="338040"/>
                </a:lnTo>
                <a:lnTo>
                  <a:pt x="3021" y="328585"/>
                </a:lnTo>
                <a:lnTo>
                  <a:pt x="4230" y="320000"/>
                </a:lnTo>
                <a:lnTo>
                  <a:pt x="29156" y="323487"/>
                </a:lnTo>
                <a:lnTo>
                  <a:pt x="27985" y="331922"/>
                </a:lnTo>
                <a:lnTo>
                  <a:pt x="28023" y="331607"/>
                </a:lnTo>
                <a:lnTo>
                  <a:pt x="26978" y="340746"/>
                </a:lnTo>
                <a:lnTo>
                  <a:pt x="27003" y="340432"/>
                </a:lnTo>
                <a:lnTo>
                  <a:pt x="26185" y="349634"/>
                </a:lnTo>
                <a:lnTo>
                  <a:pt x="26210" y="349320"/>
                </a:lnTo>
                <a:lnTo>
                  <a:pt x="25631" y="358598"/>
                </a:lnTo>
                <a:lnTo>
                  <a:pt x="25644" y="358270"/>
                </a:lnTo>
                <a:lnTo>
                  <a:pt x="25291" y="367611"/>
                </a:lnTo>
                <a:lnTo>
                  <a:pt x="25291" y="367284"/>
                </a:lnTo>
                <a:lnTo>
                  <a:pt x="25178" y="376688"/>
                </a:lnTo>
                <a:lnTo>
                  <a:pt x="25178" y="376524"/>
                </a:lnTo>
                <a:lnTo>
                  <a:pt x="25178" y="422248"/>
                </a:lnTo>
                <a:lnTo>
                  <a:pt x="0" y="422248"/>
                </a:lnTo>
                <a:moveTo>
                  <a:pt x="23907" y="244302"/>
                </a:moveTo>
                <a:lnTo>
                  <a:pt x="26122" y="238461"/>
                </a:lnTo>
                <a:lnTo>
                  <a:pt x="29597" y="229963"/>
                </a:lnTo>
                <a:lnTo>
                  <a:pt x="33260" y="221566"/>
                </a:lnTo>
                <a:lnTo>
                  <a:pt x="37138" y="213283"/>
                </a:lnTo>
                <a:lnTo>
                  <a:pt x="41204" y="205100"/>
                </a:lnTo>
                <a:lnTo>
                  <a:pt x="45446" y="197043"/>
                </a:lnTo>
                <a:lnTo>
                  <a:pt x="49890" y="189099"/>
                </a:lnTo>
                <a:lnTo>
                  <a:pt x="54523" y="181269"/>
                </a:lnTo>
                <a:lnTo>
                  <a:pt x="59319" y="173577"/>
                </a:lnTo>
                <a:lnTo>
                  <a:pt x="64305" y="165999"/>
                </a:lnTo>
                <a:lnTo>
                  <a:pt x="69479" y="158546"/>
                </a:lnTo>
                <a:lnTo>
                  <a:pt x="73419" y="153145"/>
                </a:lnTo>
                <a:lnTo>
                  <a:pt x="93763" y="167975"/>
                </a:lnTo>
                <a:lnTo>
                  <a:pt x="89898" y="173262"/>
                </a:lnTo>
                <a:lnTo>
                  <a:pt x="90074" y="173023"/>
                </a:lnTo>
                <a:lnTo>
                  <a:pt x="85089" y="180212"/>
                </a:lnTo>
                <a:lnTo>
                  <a:pt x="85253" y="179960"/>
                </a:lnTo>
                <a:lnTo>
                  <a:pt x="80444" y="187286"/>
                </a:lnTo>
                <a:lnTo>
                  <a:pt x="80607" y="187035"/>
                </a:lnTo>
                <a:lnTo>
                  <a:pt x="75962" y="194475"/>
                </a:lnTo>
                <a:lnTo>
                  <a:pt x="76113" y="194223"/>
                </a:lnTo>
                <a:lnTo>
                  <a:pt x="71644" y="201777"/>
                </a:lnTo>
                <a:lnTo>
                  <a:pt x="71795" y="201512"/>
                </a:lnTo>
                <a:lnTo>
                  <a:pt x="67502" y="209191"/>
                </a:lnTo>
                <a:lnTo>
                  <a:pt x="67653" y="208927"/>
                </a:lnTo>
                <a:lnTo>
                  <a:pt x="63537" y="216720"/>
                </a:lnTo>
                <a:lnTo>
                  <a:pt x="63675" y="216443"/>
                </a:lnTo>
                <a:lnTo>
                  <a:pt x="59747" y="224349"/>
                </a:lnTo>
                <a:lnTo>
                  <a:pt x="59886" y="224072"/>
                </a:lnTo>
                <a:lnTo>
                  <a:pt x="56147" y="232078"/>
                </a:lnTo>
                <a:lnTo>
                  <a:pt x="56273" y="231801"/>
                </a:lnTo>
                <a:lnTo>
                  <a:pt x="52723" y="239909"/>
                </a:lnTo>
                <a:lnTo>
                  <a:pt x="52849" y="239619"/>
                </a:lnTo>
                <a:lnTo>
                  <a:pt x="49487" y="247840"/>
                </a:lnTo>
                <a:lnTo>
                  <a:pt x="49601" y="247550"/>
                </a:lnTo>
                <a:lnTo>
                  <a:pt x="47435" y="253240"/>
                </a:lnTo>
                <a:lnTo>
                  <a:pt x="23907" y="244302"/>
                </a:lnTo>
                <a:moveTo>
                  <a:pt x="126041" y="95437"/>
                </a:moveTo>
                <a:lnTo>
                  <a:pt x="130107" y="91824"/>
                </a:lnTo>
                <a:lnTo>
                  <a:pt x="137019" y="85983"/>
                </a:lnTo>
                <a:lnTo>
                  <a:pt x="144056" y="80318"/>
                </a:lnTo>
                <a:lnTo>
                  <a:pt x="151232" y="74804"/>
                </a:lnTo>
                <a:lnTo>
                  <a:pt x="158546" y="69479"/>
                </a:lnTo>
                <a:lnTo>
                  <a:pt x="165999" y="64305"/>
                </a:lnTo>
                <a:lnTo>
                  <a:pt x="173577" y="59319"/>
                </a:lnTo>
                <a:lnTo>
                  <a:pt x="181269" y="54523"/>
                </a:lnTo>
                <a:lnTo>
                  <a:pt x="189099" y="49890"/>
                </a:lnTo>
                <a:lnTo>
                  <a:pt x="197043" y="45446"/>
                </a:lnTo>
                <a:lnTo>
                  <a:pt x="205100" y="41204"/>
                </a:lnTo>
                <a:lnTo>
                  <a:pt x="212175" y="37679"/>
                </a:lnTo>
                <a:lnTo>
                  <a:pt x="223379" y="60226"/>
                </a:lnTo>
                <a:lnTo>
                  <a:pt x="216443" y="63675"/>
                </a:lnTo>
                <a:lnTo>
                  <a:pt x="216720" y="63537"/>
                </a:lnTo>
                <a:lnTo>
                  <a:pt x="208927" y="67653"/>
                </a:lnTo>
                <a:lnTo>
                  <a:pt x="209191" y="67502"/>
                </a:lnTo>
                <a:lnTo>
                  <a:pt x="201512" y="71795"/>
                </a:lnTo>
                <a:lnTo>
                  <a:pt x="201777" y="71644"/>
                </a:lnTo>
                <a:lnTo>
                  <a:pt x="194223" y="76113"/>
                </a:lnTo>
                <a:lnTo>
                  <a:pt x="194475" y="75962"/>
                </a:lnTo>
                <a:lnTo>
                  <a:pt x="187035" y="80607"/>
                </a:lnTo>
                <a:lnTo>
                  <a:pt x="187286" y="80444"/>
                </a:lnTo>
                <a:lnTo>
                  <a:pt x="179960" y="85253"/>
                </a:lnTo>
                <a:lnTo>
                  <a:pt x="180212" y="85089"/>
                </a:lnTo>
                <a:lnTo>
                  <a:pt x="173023" y="90074"/>
                </a:lnTo>
                <a:lnTo>
                  <a:pt x="173262" y="89898"/>
                </a:lnTo>
                <a:lnTo>
                  <a:pt x="166200" y="95060"/>
                </a:lnTo>
                <a:lnTo>
                  <a:pt x="166439" y="94883"/>
                </a:lnTo>
                <a:lnTo>
                  <a:pt x="159490" y="100196"/>
                </a:lnTo>
                <a:lnTo>
                  <a:pt x="159729" y="100020"/>
                </a:lnTo>
                <a:lnTo>
                  <a:pt x="152919" y="105496"/>
                </a:lnTo>
                <a:lnTo>
                  <a:pt x="153158" y="105307"/>
                </a:lnTo>
                <a:lnTo>
                  <a:pt x="146486" y="110947"/>
                </a:lnTo>
                <a:lnTo>
                  <a:pt x="146712" y="110746"/>
                </a:lnTo>
                <a:lnTo>
                  <a:pt x="142747" y="114270"/>
                </a:lnTo>
                <a:lnTo>
                  <a:pt x="126041" y="95437"/>
                </a:lnTo>
                <a:moveTo>
                  <a:pt x="285682" y="11066"/>
                </a:moveTo>
                <a:lnTo>
                  <a:pt x="291498" y="9643"/>
                </a:lnTo>
                <a:lnTo>
                  <a:pt x="300651" y="7654"/>
                </a:lnTo>
                <a:lnTo>
                  <a:pt x="309891" y="5879"/>
                </a:lnTo>
                <a:lnTo>
                  <a:pt x="319194" y="4331"/>
                </a:lnTo>
                <a:lnTo>
                  <a:pt x="328585" y="3021"/>
                </a:lnTo>
                <a:lnTo>
                  <a:pt x="338040" y="1939"/>
                </a:lnTo>
                <a:lnTo>
                  <a:pt x="347570" y="1095"/>
                </a:lnTo>
                <a:lnTo>
                  <a:pt x="357163" y="491"/>
                </a:lnTo>
                <a:lnTo>
                  <a:pt x="366806" y="126"/>
                </a:lnTo>
                <a:lnTo>
                  <a:pt x="376449" y="0"/>
                </a:lnTo>
                <a:lnTo>
                  <a:pt x="388509" y="0"/>
                </a:lnTo>
                <a:lnTo>
                  <a:pt x="388509" y="25178"/>
                </a:lnTo>
                <a:lnTo>
                  <a:pt x="376524" y="25178"/>
                </a:lnTo>
                <a:lnTo>
                  <a:pt x="376688" y="25178"/>
                </a:lnTo>
                <a:lnTo>
                  <a:pt x="367284" y="25291"/>
                </a:lnTo>
                <a:lnTo>
                  <a:pt x="367611" y="25291"/>
                </a:lnTo>
                <a:lnTo>
                  <a:pt x="358270" y="25644"/>
                </a:lnTo>
                <a:lnTo>
                  <a:pt x="358598" y="25631"/>
                </a:lnTo>
                <a:lnTo>
                  <a:pt x="349320" y="26210"/>
                </a:lnTo>
                <a:lnTo>
                  <a:pt x="349634" y="26185"/>
                </a:lnTo>
                <a:lnTo>
                  <a:pt x="340432" y="27003"/>
                </a:lnTo>
                <a:lnTo>
                  <a:pt x="340746" y="26978"/>
                </a:lnTo>
                <a:lnTo>
                  <a:pt x="331607" y="28023"/>
                </a:lnTo>
                <a:lnTo>
                  <a:pt x="331922" y="27985"/>
                </a:lnTo>
                <a:lnTo>
                  <a:pt x="322845" y="29244"/>
                </a:lnTo>
                <a:lnTo>
                  <a:pt x="323160" y="29206"/>
                </a:lnTo>
                <a:lnTo>
                  <a:pt x="314158" y="30692"/>
                </a:lnTo>
                <a:lnTo>
                  <a:pt x="314473" y="30642"/>
                </a:lnTo>
                <a:lnTo>
                  <a:pt x="305548" y="32341"/>
                </a:lnTo>
                <a:lnTo>
                  <a:pt x="305850" y="32278"/>
                </a:lnTo>
                <a:lnTo>
                  <a:pt x="297012" y="34204"/>
                </a:lnTo>
                <a:lnTo>
                  <a:pt x="297314" y="34141"/>
                </a:lnTo>
                <a:lnTo>
                  <a:pt x="291662" y="35526"/>
                </a:lnTo>
                <a:lnTo>
                  <a:pt x="285682" y="11066"/>
                </a:lnTo>
                <a:moveTo>
                  <a:pt x="464043" y="0"/>
                </a:moveTo>
                <a:lnTo>
                  <a:pt x="564755" y="0"/>
                </a:lnTo>
                <a:lnTo>
                  <a:pt x="564755" y="25178"/>
                </a:lnTo>
                <a:lnTo>
                  <a:pt x="464043" y="25178"/>
                </a:lnTo>
                <a:lnTo>
                  <a:pt x="464043" y="0"/>
                </a:lnTo>
                <a:moveTo>
                  <a:pt x="640289" y="0"/>
                </a:moveTo>
                <a:lnTo>
                  <a:pt x="741001" y="0"/>
                </a:lnTo>
                <a:lnTo>
                  <a:pt x="741001" y="25178"/>
                </a:lnTo>
                <a:lnTo>
                  <a:pt x="640289" y="25178"/>
                </a:lnTo>
                <a:lnTo>
                  <a:pt x="640289" y="0"/>
                </a:lnTo>
                <a:moveTo>
                  <a:pt x="816535" y="0"/>
                </a:moveTo>
                <a:lnTo>
                  <a:pt x="917247" y="0"/>
                </a:lnTo>
                <a:lnTo>
                  <a:pt x="917247" y="25178"/>
                </a:lnTo>
                <a:lnTo>
                  <a:pt x="816535" y="25178"/>
                </a:lnTo>
                <a:lnTo>
                  <a:pt x="816535" y="0"/>
                </a:lnTo>
                <a:moveTo>
                  <a:pt x="992781" y="0"/>
                </a:moveTo>
                <a:lnTo>
                  <a:pt x="1093493" y="0"/>
                </a:lnTo>
                <a:lnTo>
                  <a:pt x="1093493" y="25178"/>
                </a:lnTo>
                <a:lnTo>
                  <a:pt x="992781" y="25178"/>
                </a:lnTo>
                <a:lnTo>
                  <a:pt x="992781" y="0"/>
                </a:lnTo>
                <a:moveTo>
                  <a:pt x="1169027" y="0"/>
                </a:moveTo>
                <a:lnTo>
                  <a:pt x="1269739" y="0"/>
                </a:lnTo>
                <a:lnTo>
                  <a:pt x="1269739" y="25178"/>
                </a:lnTo>
                <a:lnTo>
                  <a:pt x="1169027" y="25178"/>
                </a:lnTo>
                <a:lnTo>
                  <a:pt x="1169027" y="0"/>
                </a:lnTo>
                <a:moveTo>
                  <a:pt x="1345273" y="0"/>
                </a:moveTo>
                <a:lnTo>
                  <a:pt x="1445985" y="0"/>
                </a:lnTo>
                <a:lnTo>
                  <a:pt x="1445985" y="25178"/>
                </a:lnTo>
                <a:lnTo>
                  <a:pt x="1345273" y="25178"/>
                </a:lnTo>
                <a:lnTo>
                  <a:pt x="1345273" y="0"/>
                </a:lnTo>
                <a:moveTo>
                  <a:pt x="1521519" y="0"/>
                </a:moveTo>
                <a:lnTo>
                  <a:pt x="1622231" y="0"/>
                </a:lnTo>
                <a:lnTo>
                  <a:pt x="1622231" y="25178"/>
                </a:lnTo>
                <a:lnTo>
                  <a:pt x="1521519" y="25178"/>
                </a:lnTo>
                <a:lnTo>
                  <a:pt x="1521519" y="0"/>
                </a:lnTo>
                <a:moveTo>
                  <a:pt x="1697765" y="0"/>
                </a:moveTo>
                <a:lnTo>
                  <a:pt x="1798478" y="0"/>
                </a:lnTo>
                <a:lnTo>
                  <a:pt x="1798478" y="25178"/>
                </a:lnTo>
                <a:lnTo>
                  <a:pt x="1697765" y="25178"/>
                </a:lnTo>
                <a:lnTo>
                  <a:pt x="1697765" y="0"/>
                </a:lnTo>
                <a:moveTo>
                  <a:pt x="1874011" y="0"/>
                </a:moveTo>
                <a:lnTo>
                  <a:pt x="1974723" y="0"/>
                </a:lnTo>
                <a:lnTo>
                  <a:pt x="1974723" y="25178"/>
                </a:lnTo>
                <a:lnTo>
                  <a:pt x="1874011" y="25178"/>
                </a:lnTo>
                <a:lnTo>
                  <a:pt x="1874011" y="0"/>
                </a:lnTo>
                <a:moveTo>
                  <a:pt x="2050257" y="0"/>
                </a:moveTo>
                <a:lnTo>
                  <a:pt x="2150969" y="0"/>
                </a:lnTo>
                <a:lnTo>
                  <a:pt x="2150969" y="25178"/>
                </a:lnTo>
                <a:lnTo>
                  <a:pt x="2050257" y="25178"/>
                </a:lnTo>
                <a:lnTo>
                  <a:pt x="2050257" y="0"/>
                </a:lnTo>
                <a:moveTo>
                  <a:pt x="2226503" y="0"/>
                </a:moveTo>
                <a:lnTo>
                  <a:pt x="2327216" y="0"/>
                </a:lnTo>
                <a:lnTo>
                  <a:pt x="2327216" y="25178"/>
                </a:lnTo>
                <a:lnTo>
                  <a:pt x="2226503" y="25178"/>
                </a:lnTo>
                <a:lnTo>
                  <a:pt x="2226503" y="0"/>
                </a:lnTo>
                <a:moveTo>
                  <a:pt x="2402749" y="0"/>
                </a:moveTo>
                <a:lnTo>
                  <a:pt x="2503461" y="0"/>
                </a:lnTo>
                <a:lnTo>
                  <a:pt x="2503461" y="25178"/>
                </a:lnTo>
                <a:lnTo>
                  <a:pt x="2402749" y="25178"/>
                </a:lnTo>
                <a:lnTo>
                  <a:pt x="2402749" y="0"/>
                </a:lnTo>
                <a:moveTo>
                  <a:pt x="2578995" y="0"/>
                </a:moveTo>
                <a:lnTo>
                  <a:pt x="2679707" y="0"/>
                </a:lnTo>
                <a:lnTo>
                  <a:pt x="2679707" y="25178"/>
                </a:lnTo>
                <a:lnTo>
                  <a:pt x="2578995" y="25178"/>
                </a:lnTo>
                <a:lnTo>
                  <a:pt x="2578995" y="0"/>
                </a:lnTo>
                <a:moveTo>
                  <a:pt x="2755242" y="0"/>
                </a:moveTo>
                <a:lnTo>
                  <a:pt x="2855953" y="0"/>
                </a:lnTo>
                <a:lnTo>
                  <a:pt x="2855953" y="25178"/>
                </a:lnTo>
                <a:lnTo>
                  <a:pt x="2755242" y="25178"/>
                </a:lnTo>
                <a:lnTo>
                  <a:pt x="2755242" y="0"/>
                </a:lnTo>
                <a:moveTo>
                  <a:pt x="2931487" y="0"/>
                </a:moveTo>
                <a:lnTo>
                  <a:pt x="3032199" y="0"/>
                </a:lnTo>
                <a:lnTo>
                  <a:pt x="3032199" y="25178"/>
                </a:lnTo>
                <a:lnTo>
                  <a:pt x="2931487" y="25178"/>
                </a:lnTo>
                <a:lnTo>
                  <a:pt x="2931487" y="0"/>
                </a:lnTo>
                <a:moveTo>
                  <a:pt x="3107733" y="0"/>
                </a:moveTo>
                <a:lnTo>
                  <a:pt x="3208446" y="0"/>
                </a:lnTo>
                <a:lnTo>
                  <a:pt x="3208446" y="25178"/>
                </a:lnTo>
                <a:lnTo>
                  <a:pt x="3107733" y="25178"/>
                </a:lnTo>
                <a:lnTo>
                  <a:pt x="3107733" y="0"/>
                </a:lnTo>
                <a:moveTo>
                  <a:pt x="3283980" y="0"/>
                </a:moveTo>
                <a:lnTo>
                  <a:pt x="3384692" y="0"/>
                </a:lnTo>
                <a:lnTo>
                  <a:pt x="3384692" y="25178"/>
                </a:lnTo>
                <a:lnTo>
                  <a:pt x="3283980" y="25178"/>
                </a:lnTo>
                <a:lnTo>
                  <a:pt x="3283980" y="0"/>
                </a:lnTo>
                <a:moveTo>
                  <a:pt x="3460226" y="0"/>
                </a:moveTo>
                <a:lnTo>
                  <a:pt x="3560937" y="0"/>
                </a:lnTo>
                <a:lnTo>
                  <a:pt x="3560937" y="25178"/>
                </a:lnTo>
                <a:lnTo>
                  <a:pt x="3460226" y="25178"/>
                </a:lnTo>
                <a:lnTo>
                  <a:pt x="3460226" y="0"/>
                </a:lnTo>
                <a:moveTo>
                  <a:pt x="3636472" y="0"/>
                </a:moveTo>
                <a:lnTo>
                  <a:pt x="3737184" y="0"/>
                </a:lnTo>
                <a:lnTo>
                  <a:pt x="3737184" y="25178"/>
                </a:lnTo>
                <a:lnTo>
                  <a:pt x="3636472" y="25178"/>
                </a:lnTo>
                <a:lnTo>
                  <a:pt x="3636472" y="0"/>
                </a:lnTo>
                <a:moveTo>
                  <a:pt x="3812717" y="0"/>
                </a:moveTo>
                <a:lnTo>
                  <a:pt x="3913430" y="0"/>
                </a:lnTo>
                <a:lnTo>
                  <a:pt x="3913430" y="25178"/>
                </a:lnTo>
                <a:lnTo>
                  <a:pt x="3812717" y="25178"/>
                </a:lnTo>
                <a:lnTo>
                  <a:pt x="3812717" y="0"/>
                </a:lnTo>
                <a:moveTo>
                  <a:pt x="3988964" y="0"/>
                </a:moveTo>
                <a:lnTo>
                  <a:pt x="4089676" y="0"/>
                </a:lnTo>
                <a:lnTo>
                  <a:pt x="4089676" y="25178"/>
                </a:lnTo>
                <a:lnTo>
                  <a:pt x="3988964" y="25178"/>
                </a:lnTo>
                <a:lnTo>
                  <a:pt x="3988964" y="0"/>
                </a:lnTo>
                <a:moveTo>
                  <a:pt x="4165210" y="0"/>
                </a:moveTo>
                <a:lnTo>
                  <a:pt x="4265922" y="0"/>
                </a:lnTo>
                <a:lnTo>
                  <a:pt x="4265922" y="25178"/>
                </a:lnTo>
                <a:lnTo>
                  <a:pt x="4165210" y="25178"/>
                </a:lnTo>
                <a:lnTo>
                  <a:pt x="4165210" y="0"/>
                </a:lnTo>
                <a:moveTo>
                  <a:pt x="4341456" y="0"/>
                </a:moveTo>
                <a:lnTo>
                  <a:pt x="4442168" y="0"/>
                </a:lnTo>
                <a:lnTo>
                  <a:pt x="4442168" y="25178"/>
                </a:lnTo>
                <a:lnTo>
                  <a:pt x="4341456" y="25178"/>
                </a:lnTo>
                <a:lnTo>
                  <a:pt x="4341456" y="0"/>
                </a:lnTo>
                <a:moveTo>
                  <a:pt x="4517702" y="0"/>
                </a:moveTo>
                <a:lnTo>
                  <a:pt x="4618414" y="0"/>
                </a:lnTo>
                <a:lnTo>
                  <a:pt x="4618414" y="25178"/>
                </a:lnTo>
                <a:lnTo>
                  <a:pt x="4517702" y="25178"/>
                </a:lnTo>
                <a:lnTo>
                  <a:pt x="4517702" y="0"/>
                </a:lnTo>
                <a:moveTo>
                  <a:pt x="4693948" y="0"/>
                </a:moveTo>
                <a:lnTo>
                  <a:pt x="4794660" y="0"/>
                </a:lnTo>
                <a:lnTo>
                  <a:pt x="4794660" y="25178"/>
                </a:lnTo>
                <a:lnTo>
                  <a:pt x="4693948" y="25178"/>
                </a:lnTo>
                <a:lnTo>
                  <a:pt x="4693948" y="0"/>
                </a:lnTo>
                <a:moveTo>
                  <a:pt x="4870194" y="0"/>
                </a:moveTo>
                <a:lnTo>
                  <a:pt x="4970906" y="0"/>
                </a:lnTo>
                <a:lnTo>
                  <a:pt x="4970906" y="25178"/>
                </a:lnTo>
                <a:lnTo>
                  <a:pt x="4870194" y="25178"/>
                </a:lnTo>
                <a:lnTo>
                  <a:pt x="4870194" y="0"/>
                </a:lnTo>
                <a:moveTo>
                  <a:pt x="5046440" y="0"/>
                </a:moveTo>
                <a:lnTo>
                  <a:pt x="5147152" y="0"/>
                </a:lnTo>
                <a:lnTo>
                  <a:pt x="5147152" y="25178"/>
                </a:lnTo>
                <a:lnTo>
                  <a:pt x="5046440" y="25178"/>
                </a:lnTo>
                <a:lnTo>
                  <a:pt x="5046440" y="0"/>
                </a:lnTo>
                <a:moveTo>
                  <a:pt x="5222686" y="0"/>
                </a:moveTo>
                <a:lnTo>
                  <a:pt x="5323397" y="0"/>
                </a:lnTo>
                <a:lnTo>
                  <a:pt x="5323397" y="25178"/>
                </a:lnTo>
                <a:lnTo>
                  <a:pt x="5222686" y="25178"/>
                </a:lnTo>
                <a:lnTo>
                  <a:pt x="5222686" y="0"/>
                </a:lnTo>
                <a:moveTo>
                  <a:pt x="5398932" y="0"/>
                </a:moveTo>
                <a:lnTo>
                  <a:pt x="5499644" y="0"/>
                </a:lnTo>
                <a:lnTo>
                  <a:pt x="5499644" y="25178"/>
                </a:lnTo>
                <a:lnTo>
                  <a:pt x="5398932" y="25178"/>
                </a:lnTo>
                <a:lnTo>
                  <a:pt x="5398932" y="0"/>
                </a:lnTo>
                <a:moveTo>
                  <a:pt x="5575178" y="0"/>
                </a:moveTo>
                <a:lnTo>
                  <a:pt x="5617805" y="0"/>
                </a:lnTo>
                <a:lnTo>
                  <a:pt x="5627448" y="126"/>
                </a:lnTo>
                <a:lnTo>
                  <a:pt x="5637091" y="491"/>
                </a:lnTo>
                <a:lnTo>
                  <a:pt x="5646683" y="1095"/>
                </a:lnTo>
                <a:lnTo>
                  <a:pt x="5656213" y="1939"/>
                </a:lnTo>
                <a:lnTo>
                  <a:pt x="5665667" y="3021"/>
                </a:lnTo>
                <a:lnTo>
                  <a:pt x="5675059" y="4331"/>
                </a:lnTo>
                <a:lnTo>
                  <a:pt x="5677703" y="4771"/>
                </a:lnTo>
                <a:lnTo>
                  <a:pt x="5673598" y="29622"/>
                </a:lnTo>
                <a:lnTo>
                  <a:pt x="5671093" y="29206"/>
                </a:lnTo>
                <a:lnTo>
                  <a:pt x="5671408" y="29244"/>
                </a:lnTo>
                <a:lnTo>
                  <a:pt x="5662332" y="27985"/>
                </a:lnTo>
                <a:lnTo>
                  <a:pt x="5662647" y="28023"/>
                </a:lnTo>
                <a:lnTo>
                  <a:pt x="5653506" y="26978"/>
                </a:lnTo>
                <a:lnTo>
                  <a:pt x="5653821" y="27003"/>
                </a:lnTo>
                <a:lnTo>
                  <a:pt x="5644619" y="26185"/>
                </a:lnTo>
                <a:lnTo>
                  <a:pt x="5644934" y="26210"/>
                </a:lnTo>
                <a:lnTo>
                  <a:pt x="5635655" y="25631"/>
                </a:lnTo>
                <a:lnTo>
                  <a:pt x="5635983" y="25644"/>
                </a:lnTo>
                <a:lnTo>
                  <a:pt x="5626642" y="25291"/>
                </a:lnTo>
                <a:lnTo>
                  <a:pt x="5626968" y="25291"/>
                </a:lnTo>
                <a:lnTo>
                  <a:pt x="5617565" y="25178"/>
                </a:lnTo>
                <a:lnTo>
                  <a:pt x="5617728" y="25178"/>
                </a:lnTo>
                <a:lnTo>
                  <a:pt x="5575178" y="25178"/>
                </a:lnTo>
                <a:lnTo>
                  <a:pt x="5575178" y="0"/>
                </a:lnTo>
                <a:moveTo>
                  <a:pt x="5752923" y="25027"/>
                </a:moveTo>
                <a:lnTo>
                  <a:pt x="5755792" y="26122"/>
                </a:lnTo>
                <a:lnTo>
                  <a:pt x="5764289" y="29597"/>
                </a:lnTo>
                <a:lnTo>
                  <a:pt x="5772686" y="33260"/>
                </a:lnTo>
                <a:lnTo>
                  <a:pt x="5780970" y="37138"/>
                </a:lnTo>
                <a:lnTo>
                  <a:pt x="5789153" y="41204"/>
                </a:lnTo>
                <a:lnTo>
                  <a:pt x="5797210" y="45446"/>
                </a:lnTo>
                <a:lnTo>
                  <a:pt x="5805153" y="49890"/>
                </a:lnTo>
                <a:lnTo>
                  <a:pt x="5812984" y="54523"/>
                </a:lnTo>
                <a:lnTo>
                  <a:pt x="5820676" y="59319"/>
                </a:lnTo>
                <a:lnTo>
                  <a:pt x="5828254" y="64305"/>
                </a:lnTo>
                <a:lnTo>
                  <a:pt x="5835707" y="69479"/>
                </a:lnTo>
                <a:lnTo>
                  <a:pt x="5843022" y="74804"/>
                </a:lnTo>
                <a:lnTo>
                  <a:pt x="5843903" y="75484"/>
                </a:lnTo>
                <a:lnTo>
                  <a:pt x="5828582" y="95475"/>
                </a:lnTo>
                <a:lnTo>
                  <a:pt x="5827814" y="94883"/>
                </a:lnTo>
                <a:lnTo>
                  <a:pt x="5828053" y="95060"/>
                </a:lnTo>
                <a:lnTo>
                  <a:pt x="5820991" y="89898"/>
                </a:lnTo>
                <a:lnTo>
                  <a:pt x="5821230" y="90074"/>
                </a:lnTo>
                <a:lnTo>
                  <a:pt x="5814042" y="85089"/>
                </a:lnTo>
                <a:lnTo>
                  <a:pt x="5814294" y="85253"/>
                </a:lnTo>
                <a:lnTo>
                  <a:pt x="5806967" y="80444"/>
                </a:lnTo>
                <a:lnTo>
                  <a:pt x="5807218" y="80607"/>
                </a:lnTo>
                <a:lnTo>
                  <a:pt x="5799778" y="75962"/>
                </a:lnTo>
                <a:lnTo>
                  <a:pt x="5800030" y="76113"/>
                </a:lnTo>
                <a:lnTo>
                  <a:pt x="5792476" y="71644"/>
                </a:lnTo>
                <a:lnTo>
                  <a:pt x="5792741" y="71795"/>
                </a:lnTo>
                <a:lnTo>
                  <a:pt x="5785061" y="67502"/>
                </a:lnTo>
                <a:lnTo>
                  <a:pt x="5785326" y="67653"/>
                </a:lnTo>
                <a:lnTo>
                  <a:pt x="5777533" y="63537"/>
                </a:lnTo>
                <a:lnTo>
                  <a:pt x="5777810" y="63675"/>
                </a:lnTo>
                <a:lnTo>
                  <a:pt x="5769904" y="59747"/>
                </a:lnTo>
                <a:lnTo>
                  <a:pt x="5770181" y="59886"/>
                </a:lnTo>
                <a:lnTo>
                  <a:pt x="5762175" y="56147"/>
                </a:lnTo>
                <a:lnTo>
                  <a:pt x="5762452" y="56273"/>
                </a:lnTo>
                <a:lnTo>
                  <a:pt x="5754344" y="52723"/>
                </a:lnTo>
                <a:lnTo>
                  <a:pt x="5754621" y="52849"/>
                </a:lnTo>
                <a:lnTo>
                  <a:pt x="5746413" y="49487"/>
                </a:lnTo>
                <a:lnTo>
                  <a:pt x="5746703" y="49601"/>
                </a:lnTo>
                <a:lnTo>
                  <a:pt x="5743984" y="48568"/>
                </a:lnTo>
                <a:lnTo>
                  <a:pt x="5752923" y="25027"/>
                </a:lnTo>
                <a:moveTo>
                  <a:pt x="5900930" y="128420"/>
                </a:moveTo>
                <a:lnTo>
                  <a:pt x="5902429" y="130107"/>
                </a:lnTo>
                <a:lnTo>
                  <a:pt x="5908270" y="137019"/>
                </a:lnTo>
                <a:lnTo>
                  <a:pt x="5913936" y="144056"/>
                </a:lnTo>
                <a:lnTo>
                  <a:pt x="5919449" y="151232"/>
                </a:lnTo>
                <a:lnTo>
                  <a:pt x="5924774" y="158546"/>
                </a:lnTo>
                <a:lnTo>
                  <a:pt x="5929936" y="165999"/>
                </a:lnTo>
                <a:lnTo>
                  <a:pt x="5934934" y="173577"/>
                </a:lnTo>
                <a:lnTo>
                  <a:pt x="5939730" y="181269"/>
                </a:lnTo>
                <a:lnTo>
                  <a:pt x="5944363" y="189099"/>
                </a:lnTo>
                <a:lnTo>
                  <a:pt x="5948806" y="197043"/>
                </a:lnTo>
                <a:lnTo>
                  <a:pt x="5953049" y="205100"/>
                </a:lnTo>
                <a:lnTo>
                  <a:pt x="5957115" y="213283"/>
                </a:lnTo>
                <a:lnTo>
                  <a:pt x="5958072" y="215322"/>
                </a:lnTo>
                <a:lnTo>
                  <a:pt x="5935261" y="225973"/>
                </a:lnTo>
                <a:lnTo>
                  <a:pt x="5934367" y="224072"/>
                </a:lnTo>
                <a:lnTo>
                  <a:pt x="5934505" y="224349"/>
                </a:lnTo>
                <a:lnTo>
                  <a:pt x="5930578" y="216443"/>
                </a:lnTo>
                <a:lnTo>
                  <a:pt x="5930717" y="216720"/>
                </a:lnTo>
                <a:lnTo>
                  <a:pt x="5926600" y="208927"/>
                </a:lnTo>
                <a:lnTo>
                  <a:pt x="5926751" y="209191"/>
                </a:lnTo>
                <a:lnTo>
                  <a:pt x="5922458" y="201512"/>
                </a:lnTo>
                <a:lnTo>
                  <a:pt x="5922609" y="201777"/>
                </a:lnTo>
                <a:lnTo>
                  <a:pt x="5918139" y="194223"/>
                </a:lnTo>
                <a:lnTo>
                  <a:pt x="5918290" y="194475"/>
                </a:lnTo>
                <a:lnTo>
                  <a:pt x="5913646" y="187035"/>
                </a:lnTo>
                <a:lnTo>
                  <a:pt x="5913810" y="187286"/>
                </a:lnTo>
                <a:lnTo>
                  <a:pt x="5909000" y="179960"/>
                </a:lnTo>
                <a:lnTo>
                  <a:pt x="5909164" y="180212"/>
                </a:lnTo>
                <a:lnTo>
                  <a:pt x="5904179" y="173023"/>
                </a:lnTo>
                <a:lnTo>
                  <a:pt x="5904342" y="173262"/>
                </a:lnTo>
                <a:lnTo>
                  <a:pt x="5899193" y="166200"/>
                </a:lnTo>
                <a:lnTo>
                  <a:pt x="5899370" y="166439"/>
                </a:lnTo>
                <a:lnTo>
                  <a:pt x="5894057" y="159490"/>
                </a:lnTo>
                <a:lnTo>
                  <a:pt x="5894233" y="159729"/>
                </a:lnTo>
                <a:lnTo>
                  <a:pt x="5888758" y="152919"/>
                </a:lnTo>
                <a:lnTo>
                  <a:pt x="5888946" y="153158"/>
                </a:lnTo>
                <a:lnTo>
                  <a:pt x="5883306" y="146486"/>
                </a:lnTo>
                <a:lnTo>
                  <a:pt x="5883495" y="146712"/>
                </a:lnTo>
                <a:lnTo>
                  <a:pt x="5882097" y="145126"/>
                </a:lnTo>
                <a:lnTo>
                  <a:pt x="5900930" y="128420"/>
                </a:lnTo>
                <a:moveTo>
                  <a:pt x="5983943" y="288779"/>
                </a:moveTo>
                <a:lnTo>
                  <a:pt x="5984609" y="291498"/>
                </a:lnTo>
                <a:lnTo>
                  <a:pt x="5986599" y="300651"/>
                </a:lnTo>
                <a:lnTo>
                  <a:pt x="5988374" y="309891"/>
                </a:lnTo>
                <a:lnTo>
                  <a:pt x="5989910" y="319194"/>
                </a:lnTo>
                <a:lnTo>
                  <a:pt x="5991232" y="328585"/>
                </a:lnTo>
                <a:lnTo>
                  <a:pt x="5992314" y="338040"/>
                </a:lnTo>
                <a:lnTo>
                  <a:pt x="5993158" y="347570"/>
                </a:lnTo>
                <a:lnTo>
                  <a:pt x="5993762" y="357163"/>
                </a:lnTo>
                <a:lnTo>
                  <a:pt x="5994127" y="366806"/>
                </a:lnTo>
                <a:lnTo>
                  <a:pt x="5994253" y="376449"/>
                </a:lnTo>
                <a:lnTo>
                  <a:pt x="5994253" y="391694"/>
                </a:lnTo>
                <a:lnTo>
                  <a:pt x="5969075" y="391694"/>
                </a:lnTo>
                <a:lnTo>
                  <a:pt x="5969075" y="376524"/>
                </a:lnTo>
                <a:lnTo>
                  <a:pt x="5969075" y="376688"/>
                </a:lnTo>
                <a:lnTo>
                  <a:pt x="5968962" y="367284"/>
                </a:lnTo>
                <a:lnTo>
                  <a:pt x="5968962" y="367611"/>
                </a:lnTo>
                <a:lnTo>
                  <a:pt x="5968609" y="358270"/>
                </a:lnTo>
                <a:lnTo>
                  <a:pt x="5968622" y="358598"/>
                </a:lnTo>
                <a:lnTo>
                  <a:pt x="5968043" y="349320"/>
                </a:lnTo>
                <a:lnTo>
                  <a:pt x="5968068" y="349634"/>
                </a:lnTo>
                <a:lnTo>
                  <a:pt x="5967249" y="340432"/>
                </a:lnTo>
                <a:lnTo>
                  <a:pt x="5967275" y="340746"/>
                </a:lnTo>
                <a:lnTo>
                  <a:pt x="5966230" y="331607"/>
                </a:lnTo>
                <a:lnTo>
                  <a:pt x="5966268" y="331922"/>
                </a:lnTo>
                <a:lnTo>
                  <a:pt x="5965009" y="322845"/>
                </a:lnTo>
                <a:lnTo>
                  <a:pt x="5965046" y="323160"/>
                </a:lnTo>
                <a:lnTo>
                  <a:pt x="5963560" y="314159"/>
                </a:lnTo>
                <a:lnTo>
                  <a:pt x="5963612" y="314473"/>
                </a:lnTo>
                <a:lnTo>
                  <a:pt x="5961899" y="305548"/>
                </a:lnTo>
                <a:lnTo>
                  <a:pt x="5961975" y="305850"/>
                </a:lnTo>
                <a:lnTo>
                  <a:pt x="5960049" y="297012"/>
                </a:lnTo>
                <a:lnTo>
                  <a:pt x="5960112" y="297314"/>
                </a:lnTo>
                <a:lnTo>
                  <a:pt x="5959483" y="294746"/>
                </a:lnTo>
                <a:lnTo>
                  <a:pt x="5983943" y="288779"/>
                </a:lnTo>
                <a:moveTo>
                  <a:pt x="5994253" y="467228"/>
                </a:moveTo>
                <a:lnTo>
                  <a:pt x="5994253" y="567940"/>
                </a:lnTo>
                <a:lnTo>
                  <a:pt x="5969075" y="567940"/>
                </a:lnTo>
                <a:lnTo>
                  <a:pt x="5969075" y="467228"/>
                </a:lnTo>
                <a:lnTo>
                  <a:pt x="5994253" y="467228"/>
                </a:lnTo>
                <a:moveTo>
                  <a:pt x="5994253" y="643474"/>
                </a:moveTo>
                <a:lnTo>
                  <a:pt x="5994253" y="744186"/>
                </a:lnTo>
                <a:lnTo>
                  <a:pt x="5969075" y="744186"/>
                </a:lnTo>
                <a:lnTo>
                  <a:pt x="5969075" y="643474"/>
                </a:lnTo>
                <a:lnTo>
                  <a:pt x="5994253" y="643474"/>
                </a:lnTo>
                <a:moveTo>
                  <a:pt x="5994253" y="819720"/>
                </a:moveTo>
                <a:lnTo>
                  <a:pt x="5994253" y="920432"/>
                </a:lnTo>
                <a:lnTo>
                  <a:pt x="5969075" y="920432"/>
                </a:lnTo>
                <a:lnTo>
                  <a:pt x="5969075" y="819720"/>
                </a:lnTo>
                <a:lnTo>
                  <a:pt x="5994253" y="819720"/>
                </a:lnTo>
                <a:moveTo>
                  <a:pt x="5994253" y="995966"/>
                </a:moveTo>
                <a:lnTo>
                  <a:pt x="5994253" y="1096678"/>
                </a:lnTo>
                <a:lnTo>
                  <a:pt x="5969075" y="1096678"/>
                </a:lnTo>
                <a:lnTo>
                  <a:pt x="5969075" y="995966"/>
                </a:lnTo>
                <a:lnTo>
                  <a:pt x="5994253" y="995966"/>
                </a:lnTo>
                <a:moveTo>
                  <a:pt x="5994253" y="1172212"/>
                </a:moveTo>
                <a:lnTo>
                  <a:pt x="5994253" y="1272924"/>
                </a:lnTo>
                <a:lnTo>
                  <a:pt x="5969075" y="1272924"/>
                </a:lnTo>
                <a:lnTo>
                  <a:pt x="5969075" y="1172212"/>
                </a:lnTo>
                <a:lnTo>
                  <a:pt x="5994253" y="1172212"/>
                </a:lnTo>
                <a:moveTo>
                  <a:pt x="5994253" y="1348458"/>
                </a:moveTo>
                <a:lnTo>
                  <a:pt x="5994253" y="1449170"/>
                </a:lnTo>
                <a:lnTo>
                  <a:pt x="5969075" y="1449170"/>
                </a:lnTo>
                <a:lnTo>
                  <a:pt x="5969075" y="1348458"/>
                </a:lnTo>
                <a:lnTo>
                  <a:pt x="5994253" y="1348458"/>
                </a:lnTo>
                <a:moveTo>
                  <a:pt x="5994253" y="1524704"/>
                </a:moveTo>
                <a:lnTo>
                  <a:pt x="5994253" y="1625416"/>
                </a:lnTo>
                <a:lnTo>
                  <a:pt x="5969075" y="1625416"/>
                </a:lnTo>
                <a:lnTo>
                  <a:pt x="5969075" y="1524704"/>
                </a:lnTo>
                <a:lnTo>
                  <a:pt x="5994253" y="1524704"/>
                </a:lnTo>
                <a:moveTo>
                  <a:pt x="5994253" y="1700950"/>
                </a:moveTo>
                <a:lnTo>
                  <a:pt x="5994253" y="1801662"/>
                </a:lnTo>
                <a:lnTo>
                  <a:pt x="5969075" y="1801662"/>
                </a:lnTo>
                <a:lnTo>
                  <a:pt x="5969075" y="1700950"/>
                </a:lnTo>
                <a:lnTo>
                  <a:pt x="5994253" y="1700950"/>
                </a:lnTo>
                <a:moveTo>
                  <a:pt x="5991421" y="1878518"/>
                </a:moveTo>
                <a:lnTo>
                  <a:pt x="5991232" y="1880155"/>
                </a:lnTo>
                <a:lnTo>
                  <a:pt x="5989910" y="1889546"/>
                </a:lnTo>
                <a:lnTo>
                  <a:pt x="5988374" y="1898850"/>
                </a:lnTo>
                <a:lnTo>
                  <a:pt x="5986599" y="1908090"/>
                </a:lnTo>
                <a:lnTo>
                  <a:pt x="5984609" y="1917242"/>
                </a:lnTo>
                <a:lnTo>
                  <a:pt x="5982394" y="1926306"/>
                </a:lnTo>
                <a:lnTo>
                  <a:pt x="5979965" y="1935282"/>
                </a:lnTo>
                <a:lnTo>
                  <a:pt x="5977321" y="1944182"/>
                </a:lnTo>
                <a:lnTo>
                  <a:pt x="5974463" y="1952982"/>
                </a:lnTo>
                <a:lnTo>
                  <a:pt x="5971404" y="1961681"/>
                </a:lnTo>
                <a:lnTo>
                  <a:pt x="5968131" y="1970279"/>
                </a:lnTo>
                <a:lnTo>
                  <a:pt x="5964656" y="1978777"/>
                </a:lnTo>
                <a:lnTo>
                  <a:pt x="5964518" y="1979117"/>
                </a:lnTo>
                <a:lnTo>
                  <a:pt x="5941443" y="1969020"/>
                </a:lnTo>
                <a:lnTo>
                  <a:pt x="5941530" y="1968832"/>
                </a:lnTo>
                <a:lnTo>
                  <a:pt x="5941405" y="1969109"/>
                </a:lnTo>
                <a:lnTo>
                  <a:pt x="5944766" y="1960900"/>
                </a:lnTo>
                <a:lnTo>
                  <a:pt x="5944652" y="1961190"/>
                </a:lnTo>
                <a:lnTo>
                  <a:pt x="5947812" y="1952882"/>
                </a:lnTo>
                <a:lnTo>
                  <a:pt x="5947711" y="1953171"/>
                </a:lnTo>
                <a:lnTo>
                  <a:pt x="5950670" y="1944762"/>
                </a:lnTo>
                <a:lnTo>
                  <a:pt x="5950569" y="1945051"/>
                </a:lnTo>
                <a:lnTo>
                  <a:pt x="5953326" y="1936553"/>
                </a:lnTo>
                <a:lnTo>
                  <a:pt x="5953237" y="1936856"/>
                </a:lnTo>
                <a:lnTo>
                  <a:pt x="5955794" y="1928258"/>
                </a:lnTo>
                <a:lnTo>
                  <a:pt x="5955705" y="1928559"/>
                </a:lnTo>
                <a:lnTo>
                  <a:pt x="5958060" y="1919886"/>
                </a:lnTo>
                <a:lnTo>
                  <a:pt x="5957972" y="1920188"/>
                </a:lnTo>
                <a:lnTo>
                  <a:pt x="5960112" y="1911426"/>
                </a:lnTo>
                <a:lnTo>
                  <a:pt x="5960049" y="1911728"/>
                </a:lnTo>
                <a:lnTo>
                  <a:pt x="5961975" y="1902890"/>
                </a:lnTo>
                <a:lnTo>
                  <a:pt x="5961899" y="1903193"/>
                </a:lnTo>
                <a:lnTo>
                  <a:pt x="5963612" y="1894267"/>
                </a:lnTo>
                <a:lnTo>
                  <a:pt x="5963560" y="1894581"/>
                </a:lnTo>
                <a:lnTo>
                  <a:pt x="5965046" y="1885581"/>
                </a:lnTo>
                <a:lnTo>
                  <a:pt x="5965009" y="1885895"/>
                </a:lnTo>
                <a:lnTo>
                  <a:pt x="5966268" y="1876819"/>
                </a:lnTo>
                <a:lnTo>
                  <a:pt x="5966230" y="1877134"/>
                </a:lnTo>
                <a:lnTo>
                  <a:pt x="5966406" y="1875661"/>
                </a:lnTo>
                <a:lnTo>
                  <a:pt x="5991421" y="1878518"/>
                </a:lnTo>
                <a:moveTo>
                  <a:pt x="5926839" y="2047223"/>
                </a:moveTo>
                <a:lnTo>
                  <a:pt x="5924774" y="2050194"/>
                </a:lnTo>
                <a:lnTo>
                  <a:pt x="5919449" y="2057508"/>
                </a:lnTo>
                <a:lnTo>
                  <a:pt x="5913936" y="2064685"/>
                </a:lnTo>
                <a:lnTo>
                  <a:pt x="5908270" y="2071722"/>
                </a:lnTo>
                <a:lnTo>
                  <a:pt x="5902429" y="2078633"/>
                </a:lnTo>
                <a:lnTo>
                  <a:pt x="5896436" y="2085381"/>
                </a:lnTo>
                <a:lnTo>
                  <a:pt x="5890281" y="2092003"/>
                </a:lnTo>
                <a:lnTo>
                  <a:pt x="5883973" y="2098461"/>
                </a:lnTo>
                <a:lnTo>
                  <a:pt x="5877515" y="2104767"/>
                </a:lnTo>
                <a:lnTo>
                  <a:pt x="5870893" y="2110924"/>
                </a:lnTo>
                <a:lnTo>
                  <a:pt x="5864146" y="2116916"/>
                </a:lnTo>
                <a:lnTo>
                  <a:pt x="5857235" y="2122758"/>
                </a:lnTo>
                <a:lnTo>
                  <a:pt x="5856240" y="2123563"/>
                </a:lnTo>
                <a:lnTo>
                  <a:pt x="5840441" y="2103950"/>
                </a:lnTo>
                <a:lnTo>
                  <a:pt x="5841334" y="2103244"/>
                </a:lnTo>
                <a:lnTo>
                  <a:pt x="5841095" y="2103433"/>
                </a:lnTo>
                <a:lnTo>
                  <a:pt x="5847768" y="2097793"/>
                </a:lnTo>
                <a:lnTo>
                  <a:pt x="5847540" y="2097982"/>
                </a:lnTo>
                <a:lnTo>
                  <a:pt x="5854075" y="2092191"/>
                </a:lnTo>
                <a:lnTo>
                  <a:pt x="5853848" y="2092392"/>
                </a:lnTo>
                <a:lnTo>
                  <a:pt x="5860243" y="2086438"/>
                </a:lnTo>
                <a:lnTo>
                  <a:pt x="5860029" y="2086652"/>
                </a:lnTo>
                <a:lnTo>
                  <a:pt x="5866273" y="2080546"/>
                </a:lnTo>
                <a:lnTo>
                  <a:pt x="5866060" y="2080760"/>
                </a:lnTo>
                <a:lnTo>
                  <a:pt x="5872165" y="2074516"/>
                </a:lnTo>
                <a:lnTo>
                  <a:pt x="5871951" y="2074730"/>
                </a:lnTo>
                <a:lnTo>
                  <a:pt x="5877906" y="2068335"/>
                </a:lnTo>
                <a:lnTo>
                  <a:pt x="5877703" y="2068562"/>
                </a:lnTo>
                <a:lnTo>
                  <a:pt x="5883495" y="2062028"/>
                </a:lnTo>
                <a:lnTo>
                  <a:pt x="5883306" y="2062254"/>
                </a:lnTo>
                <a:lnTo>
                  <a:pt x="5888946" y="2055582"/>
                </a:lnTo>
                <a:lnTo>
                  <a:pt x="5888758" y="2055822"/>
                </a:lnTo>
                <a:lnTo>
                  <a:pt x="5894233" y="2049011"/>
                </a:lnTo>
                <a:lnTo>
                  <a:pt x="5894057" y="2049250"/>
                </a:lnTo>
                <a:lnTo>
                  <a:pt x="5899370" y="2042301"/>
                </a:lnTo>
                <a:lnTo>
                  <a:pt x="5899193" y="2042540"/>
                </a:lnTo>
                <a:lnTo>
                  <a:pt x="5904342" y="2035478"/>
                </a:lnTo>
                <a:lnTo>
                  <a:pt x="5904179" y="2035717"/>
                </a:lnTo>
                <a:lnTo>
                  <a:pt x="5906142" y="2032872"/>
                </a:lnTo>
                <a:lnTo>
                  <a:pt x="5926839" y="2047223"/>
                </a:lnTo>
                <a:moveTo>
                  <a:pt x="5791281" y="2166416"/>
                </a:moveTo>
                <a:lnTo>
                  <a:pt x="5789153" y="2167537"/>
                </a:lnTo>
                <a:lnTo>
                  <a:pt x="5780970" y="2171603"/>
                </a:lnTo>
                <a:lnTo>
                  <a:pt x="5772686" y="2175480"/>
                </a:lnTo>
                <a:lnTo>
                  <a:pt x="5764289" y="2179143"/>
                </a:lnTo>
                <a:lnTo>
                  <a:pt x="5755792" y="2182618"/>
                </a:lnTo>
                <a:lnTo>
                  <a:pt x="5747194" y="2185891"/>
                </a:lnTo>
                <a:lnTo>
                  <a:pt x="5738495" y="2188951"/>
                </a:lnTo>
                <a:lnTo>
                  <a:pt x="5729695" y="2191808"/>
                </a:lnTo>
                <a:lnTo>
                  <a:pt x="5720794" y="2194452"/>
                </a:lnTo>
                <a:lnTo>
                  <a:pt x="5711819" y="2196881"/>
                </a:lnTo>
                <a:lnTo>
                  <a:pt x="5702755" y="2199097"/>
                </a:lnTo>
                <a:lnTo>
                  <a:pt x="5693602" y="2201086"/>
                </a:lnTo>
                <a:lnTo>
                  <a:pt x="5693161" y="2201174"/>
                </a:lnTo>
                <a:lnTo>
                  <a:pt x="5688416" y="2176449"/>
                </a:lnTo>
                <a:lnTo>
                  <a:pt x="5688705" y="2176399"/>
                </a:lnTo>
                <a:lnTo>
                  <a:pt x="5688404" y="2176462"/>
                </a:lnTo>
                <a:lnTo>
                  <a:pt x="5697241" y="2174536"/>
                </a:lnTo>
                <a:lnTo>
                  <a:pt x="5696939" y="2174599"/>
                </a:lnTo>
                <a:lnTo>
                  <a:pt x="5705701" y="2172459"/>
                </a:lnTo>
                <a:lnTo>
                  <a:pt x="5705398" y="2172547"/>
                </a:lnTo>
                <a:lnTo>
                  <a:pt x="5714072" y="2170193"/>
                </a:lnTo>
                <a:lnTo>
                  <a:pt x="5713770" y="2170281"/>
                </a:lnTo>
                <a:lnTo>
                  <a:pt x="5722368" y="2167725"/>
                </a:lnTo>
                <a:lnTo>
                  <a:pt x="5722066" y="2167814"/>
                </a:lnTo>
                <a:lnTo>
                  <a:pt x="5730564" y="2165056"/>
                </a:lnTo>
                <a:lnTo>
                  <a:pt x="5730274" y="2165157"/>
                </a:lnTo>
                <a:lnTo>
                  <a:pt x="5738683" y="2162199"/>
                </a:lnTo>
                <a:lnTo>
                  <a:pt x="5738394" y="2162299"/>
                </a:lnTo>
                <a:lnTo>
                  <a:pt x="5746703" y="2159140"/>
                </a:lnTo>
                <a:lnTo>
                  <a:pt x="5746413" y="2159253"/>
                </a:lnTo>
                <a:lnTo>
                  <a:pt x="5754621" y="2155891"/>
                </a:lnTo>
                <a:lnTo>
                  <a:pt x="5754344" y="2156017"/>
                </a:lnTo>
                <a:lnTo>
                  <a:pt x="5762452" y="2152467"/>
                </a:lnTo>
                <a:lnTo>
                  <a:pt x="5762175" y="2152593"/>
                </a:lnTo>
                <a:lnTo>
                  <a:pt x="5770181" y="2148854"/>
                </a:lnTo>
                <a:lnTo>
                  <a:pt x="5769904" y="2148993"/>
                </a:lnTo>
                <a:lnTo>
                  <a:pt x="5777810" y="2145065"/>
                </a:lnTo>
                <a:lnTo>
                  <a:pt x="5777533" y="2145204"/>
                </a:lnTo>
                <a:lnTo>
                  <a:pt x="5779535" y="2144146"/>
                </a:lnTo>
                <a:lnTo>
                  <a:pt x="5791281" y="2166416"/>
                </a:lnTo>
                <a:moveTo>
                  <a:pt x="5615740" y="2208740"/>
                </a:moveTo>
                <a:lnTo>
                  <a:pt x="5515028" y="2208740"/>
                </a:lnTo>
                <a:lnTo>
                  <a:pt x="5515028" y="2183562"/>
                </a:lnTo>
                <a:lnTo>
                  <a:pt x="5615740" y="2183562"/>
                </a:lnTo>
                <a:lnTo>
                  <a:pt x="5615740" y="2208740"/>
                </a:lnTo>
                <a:moveTo>
                  <a:pt x="5439494" y="2208740"/>
                </a:moveTo>
                <a:lnTo>
                  <a:pt x="5338781" y="2208740"/>
                </a:lnTo>
                <a:lnTo>
                  <a:pt x="5338781" y="2183562"/>
                </a:lnTo>
                <a:lnTo>
                  <a:pt x="5439494" y="2183562"/>
                </a:lnTo>
                <a:lnTo>
                  <a:pt x="5439494" y="2208740"/>
                </a:lnTo>
                <a:moveTo>
                  <a:pt x="5263247" y="2208740"/>
                </a:moveTo>
                <a:lnTo>
                  <a:pt x="5162535" y="2208740"/>
                </a:lnTo>
                <a:lnTo>
                  <a:pt x="5162535" y="2183562"/>
                </a:lnTo>
                <a:lnTo>
                  <a:pt x="5263247" y="2183562"/>
                </a:lnTo>
                <a:lnTo>
                  <a:pt x="5263247" y="2208740"/>
                </a:lnTo>
                <a:moveTo>
                  <a:pt x="5087001" y="2208740"/>
                </a:moveTo>
                <a:lnTo>
                  <a:pt x="4986289" y="2208740"/>
                </a:lnTo>
                <a:lnTo>
                  <a:pt x="4986289" y="2183562"/>
                </a:lnTo>
                <a:lnTo>
                  <a:pt x="5087001" y="2183562"/>
                </a:lnTo>
                <a:lnTo>
                  <a:pt x="5087001" y="2208740"/>
                </a:lnTo>
                <a:moveTo>
                  <a:pt x="4910756" y="2208740"/>
                </a:moveTo>
                <a:lnTo>
                  <a:pt x="4810043" y="2208740"/>
                </a:lnTo>
                <a:lnTo>
                  <a:pt x="4810043" y="2183562"/>
                </a:lnTo>
                <a:lnTo>
                  <a:pt x="4910756" y="2183562"/>
                </a:lnTo>
                <a:lnTo>
                  <a:pt x="4910756" y="2208740"/>
                </a:lnTo>
                <a:moveTo>
                  <a:pt x="4734509" y="2208740"/>
                </a:moveTo>
                <a:lnTo>
                  <a:pt x="4633797" y="2208740"/>
                </a:lnTo>
                <a:lnTo>
                  <a:pt x="4633797" y="2183562"/>
                </a:lnTo>
                <a:lnTo>
                  <a:pt x="4734509" y="2183562"/>
                </a:lnTo>
                <a:lnTo>
                  <a:pt x="4734509" y="2208740"/>
                </a:lnTo>
                <a:moveTo>
                  <a:pt x="4558263" y="2208740"/>
                </a:moveTo>
                <a:lnTo>
                  <a:pt x="4457552" y="2208740"/>
                </a:lnTo>
                <a:lnTo>
                  <a:pt x="4457552" y="2183562"/>
                </a:lnTo>
                <a:lnTo>
                  <a:pt x="4558263" y="2183562"/>
                </a:lnTo>
                <a:lnTo>
                  <a:pt x="4558263" y="2208740"/>
                </a:lnTo>
                <a:moveTo>
                  <a:pt x="4382017" y="2208740"/>
                </a:moveTo>
                <a:lnTo>
                  <a:pt x="4281305" y="2208740"/>
                </a:lnTo>
                <a:lnTo>
                  <a:pt x="4281305" y="2183562"/>
                </a:lnTo>
                <a:lnTo>
                  <a:pt x="4382017" y="2183562"/>
                </a:lnTo>
                <a:lnTo>
                  <a:pt x="4382017" y="2208740"/>
                </a:lnTo>
                <a:moveTo>
                  <a:pt x="4205771" y="2208740"/>
                </a:moveTo>
                <a:lnTo>
                  <a:pt x="4105059" y="2208740"/>
                </a:lnTo>
                <a:lnTo>
                  <a:pt x="4105059" y="2183562"/>
                </a:lnTo>
                <a:lnTo>
                  <a:pt x="4205771" y="2183562"/>
                </a:lnTo>
                <a:lnTo>
                  <a:pt x="4205771" y="2208740"/>
                </a:lnTo>
                <a:moveTo>
                  <a:pt x="4029525" y="2208740"/>
                </a:moveTo>
                <a:lnTo>
                  <a:pt x="3928813" y="2208740"/>
                </a:lnTo>
                <a:lnTo>
                  <a:pt x="3928813" y="2183562"/>
                </a:lnTo>
                <a:lnTo>
                  <a:pt x="4029525" y="2183562"/>
                </a:lnTo>
                <a:lnTo>
                  <a:pt x="4029525" y="2208740"/>
                </a:lnTo>
                <a:moveTo>
                  <a:pt x="3853279" y="2208740"/>
                </a:moveTo>
                <a:lnTo>
                  <a:pt x="3752567" y="2208740"/>
                </a:lnTo>
                <a:lnTo>
                  <a:pt x="3752567" y="2183562"/>
                </a:lnTo>
                <a:lnTo>
                  <a:pt x="3853279" y="2183562"/>
                </a:lnTo>
                <a:lnTo>
                  <a:pt x="3853279" y="2208740"/>
                </a:lnTo>
                <a:moveTo>
                  <a:pt x="3677033" y="2208740"/>
                </a:moveTo>
                <a:lnTo>
                  <a:pt x="3576322" y="2208740"/>
                </a:lnTo>
                <a:lnTo>
                  <a:pt x="3576322" y="2183562"/>
                </a:lnTo>
                <a:lnTo>
                  <a:pt x="3677033" y="2183562"/>
                </a:lnTo>
                <a:lnTo>
                  <a:pt x="3677033" y="2208740"/>
                </a:lnTo>
                <a:moveTo>
                  <a:pt x="3500787" y="2208740"/>
                </a:moveTo>
                <a:lnTo>
                  <a:pt x="3400075" y="2208740"/>
                </a:lnTo>
                <a:lnTo>
                  <a:pt x="3400075" y="2183562"/>
                </a:lnTo>
                <a:lnTo>
                  <a:pt x="3500787" y="2183562"/>
                </a:lnTo>
                <a:lnTo>
                  <a:pt x="3500787" y="2208740"/>
                </a:lnTo>
                <a:moveTo>
                  <a:pt x="3324541" y="2208740"/>
                </a:moveTo>
                <a:lnTo>
                  <a:pt x="3223829" y="2208740"/>
                </a:lnTo>
                <a:lnTo>
                  <a:pt x="3223829" y="2183562"/>
                </a:lnTo>
                <a:lnTo>
                  <a:pt x="3324541" y="2183562"/>
                </a:lnTo>
                <a:lnTo>
                  <a:pt x="3324541" y="2208740"/>
                </a:lnTo>
                <a:moveTo>
                  <a:pt x="3148295" y="2208740"/>
                </a:moveTo>
                <a:lnTo>
                  <a:pt x="3047583" y="2208740"/>
                </a:lnTo>
                <a:lnTo>
                  <a:pt x="3047583" y="2183562"/>
                </a:lnTo>
                <a:lnTo>
                  <a:pt x="3148295" y="2183562"/>
                </a:lnTo>
                <a:lnTo>
                  <a:pt x="3148295" y="2208740"/>
                </a:lnTo>
                <a:moveTo>
                  <a:pt x="2972049" y="2208740"/>
                </a:moveTo>
                <a:lnTo>
                  <a:pt x="2871337" y="2208740"/>
                </a:lnTo>
                <a:lnTo>
                  <a:pt x="2871337" y="2183562"/>
                </a:lnTo>
                <a:lnTo>
                  <a:pt x="2972049" y="2183562"/>
                </a:lnTo>
                <a:lnTo>
                  <a:pt x="2972049" y="2208740"/>
                </a:lnTo>
                <a:moveTo>
                  <a:pt x="2795803" y="2208740"/>
                </a:moveTo>
                <a:lnTo>
                  <a:pt x="2695091" y="2208740"/>
                </a:lnTo>
                <a:lnTo>
                  <a:pt x="2695091" y="2183562"/>
                </a:lnTo>
                <a:lnTo>
                  <a:pt x="2795803" y="2183562"/>
                </a:lnTo>
                <a:lnTo>
                  <a:pt x="2795803" y="2208740"/>
                </a:lnTo>
                <a:moveTo>
                  <a:pt x="2619557" y="2208740"/>
                </a:moveTo>
                <a:lnTo>
                  <a:pt x="2518845" y="2208740"/>
                </a:lnTo>
                <a:lnTo>
                  <a:pt x="2518845" y="2183562"/>
                </a:lnTo>
                <a:lnTo>
                  <a:pt x="2619557" y="2183562"/>
                </a:lnTo>
                <a:lnTo>
                  <a:pt x="2619557" y="2208740"/>
                </a:lnTo>
                <a:moveTo>
                  <a:pt x="2443311" y="2208740"/>
                </a:moveTo>
                <a:lnTo>
                  <a:pt x="2342599" y="2208740"/>
                </a:lnTo>
                <a:lnTo>
                  <a:pt x="2342599" y="2183562"/>
                </a:lnTo>
                <a:lnTo>
                  <a:pt x="2443311" y="2183562"/>
                </a:lnTo>
                <a:lnTo>
                  <a:pt x="2443311" y="2208740"/>
                </a:lnTo>
                <a:moveTo>
                  <a:pt x="2267065" y="2208740"/>
                </a:moveTo>
                <a:lnTo>
                  <a:pt x="2166353" y="2208740"/>
                </a:lnTo>
                <a:lnTo>
                  <a:pt x="2166353" y="2183562"/>
                </a:lnTo>
                <a:lnTo>
                  <a:pt x="2267065" y="2183562"/>
                </a:lnTo>
                <a:lnTo>
                  <a:pt x="2267065" y="2208740"/>
                </a:lnTo>
                <a:moveTo>
                  <a:pt x="2090819" y="2208740"/>
                </a:moveTo>
                <a:lnTo>
                  <a:pt x="1990107" y="2208740"/>
                </a:lnTo>
                <a:lnTo>
                  <a:pt x="1990107" y="2183562"/>
                </a:lnTo>
                <a:lnTo>
                  <a:pt x="2090819" y="2183562"/>
                </a:lnTo>
                <a:lnTo>
                  <a:pt x="2090819" y="2208740"/>
                </a:lnTo>
                <a:moveTo>
                  <a:pt x="1914573" y="2208740"/>
                </a:moveTo>
                <a:lnTo>
                  <a:pt x="1813861" y="2208740"/>
                </a:lnTo>
                <a:lnTo>
                  <a:pt x="1813861" y="2183562"/>
                </a:lnTo>
                <a:lnTo>
                  <a:pt x="1914573" y="2183562"/>
                </a:lnTo>
                <a:lnTo>
                  <a:pt x="1914573" y="2208740"/>
                </a:lnTo>
                <a:moveTo>
                  <a:pt x="1738327" y="2208740"/>
                </a:moveTo>
                <a:lnTo>
                  <a:pt x="1637615" y="2208740"/>
                </a:lnTo>
                <a:lnTo>
                  <a:pt x="1637615" y="2183562"/>
                </a:lnTo>
                <a:lnTo>
                  <a:pt x="1738327" y="2183562"/>
                </a:lnTo>
                <a:lnTo>
                  <a:pt x="1738327" y="2208740"/>
                </a:lnTo>
                <a:moveTo>
                  <a:pt x="1562081" y="2208740"/>
                </a:moveTo>
                <a:lnTo>
                  <a:pt x="1461369" y="2208740"/>
                </a:lnTo>
                <a:lnTo>
                  <a:pt x="1461369" y="2183562"/>
                </a:lnTo>
                <a:lnTo>
                  <a:pt x="1562081" y="2183562"/>
                </a:lnTo>
                <a:lnTo>
                  <a:pt x="1562081" y="2208740"/>
                </a:lnTo>
                <a:moveTo>
                  <a:pt x="1385835" y="2208740"/>
                </a:moveTo>
                <a:lnTo>
                  <a:pt x="1285123" y="2208740"/>
                </a:lnTo>
                <a:lnTo>
                  <a:pt x="1285123" y="2183562"/>
                </a:lnTo>
                <a:lnTo>
                  <a:pt x="1385835" y="2183562"/>
                </a:lnTo>
                <a:lnTo>
                  <a:pt x="1385835" y="2208740"/>
                </a:lnTo>
                <a:moveTo>
                  <a:pt x="1209589" y="2208740"/>
                </a:moveTo>
                <a:lnTo>
                  <a:pt x="1108877" y="2208740"/>
                </a:lnTo>
                <a:lnTo>
                  <a:pt x="1108877" y="2183562"/>
                </a:lnTo>
                <a:lnTo>
                  <a:pt x="1209589" y="2183562"/>
                </a:lnTo>
                <a:lnTo>
                  <a:pt x="1209589" y="2208740"/>
                </a:lnTo>
                <a:moveTo>
                  <a:pt x="1033343" y="2208740"/>
                </a:moveTo>
                <a:lnTo>
                  <a:pt x="932631" y="2208740"/>
                </a:lnTo>
                <a:lnTo>
                  <a:pt x="932631" y="2183562"/>
                </a:lnTo>
                <a:lnTo>
                  <a:pt x="1033343" y="2183562"/>
                </a:lnTo>
                <a:lnTo>
                  <a:pt x="1033343" y="2208740"/>
                </a:lnTo>
                <a:moveTo>
                  <a:pt x="857097" y="2208740"/>
                </a:moveTo>
                <a:lnTo>
                  <a:pt x="756385" y="2208740"/>
                </a:lnTo>
                <a:lnTo>
                  <a:pt x="756385" y="2183562"/>
                </a:lnTo>
                <a:lnTo>
                  <a:pt x="857097" y="2183562"/>
                </a:lnTo>
                <a:lnTo>
                  <a:pt x="857097" y="2208740"/>
                </a:lnTo>
                <a:moveTo>
                  <a:pt x="680851" y="2208740"/>
                </a:moveTo>
                <a:lnTo>
                  <a:pt x="580139" y="2208740"/>
                </a:lnTo>
                <a:lnTo>
                  <a:pt x="580139" y="2183562"/>
                </a:lnTo>
                <a:lnTo>
                  <a:pt x="680851" y="2183562"/>
                </a:lnTo>
                <a:lnTo>
                  <a:pt x="680851" y="2208740"/>
                </a:lnTo>
                <a:moveTo>
                  <a:pt x="504605" y="2208740"/>
                </a:moveTo>
                <a:lnTo>
                  <a:pt x="403893" y="2208740"/>
                </a:lnTo>
                <a:lnTo>
                  <a:pt x="403893" y="2183562"/>
                </a:lnTo>
                <a:lnTo>
                  <a:pt x="504605" y="2183562"/>
                </a:lnTo>
                <a:lnTo>
                  <a:pt x="504605" y="2208740"/>
                </a:lnTo>
                <a:moveTo>
                  <a:pt x="326760" y="2205467"/>
                </a:moveTo>
                <a:lnTo>
                  <a:pt x="319194" y="2204397"/>
                </a:lnTo>
                <a:lnTo>
                  <a:pt x="309891" y="2202861"/>
                </a:lnTo>
                <a:lnTo>
                  <a:pt x="300651" y="2201086"/>
                </a:lnTo>
                <a:lnTo>
                  <a:pt x="291498" y="2199097"/>
                </a:lnTo>
                <a:lnTo>
                  <a:pt x="282434" y="2196881"/>
                </a:lnTo>
                <a:lnTo>
                  <a:pt x="273458" y="2194452"/>
                </a:lnTo>
                <a:lnTo>
                  <a:pt x="264558" y="2191808"/>
                </a:lnTo>
                <a:lnTo>
                  <a:pt x="255758" y="2188951"/>
                </a:lnTo>
                <a:lnTo>
                  <a:pt x="247059" y="2185891"/>
                </a:lnTo>
                <a:lnTo>
                  <a:pt x="238461" y="2182618"/>
                </a:lnTo>
                <a:lnTo>
                  <a:pt x="229963" y="2179143"/>
                </a:lnTo>
                <a:lnTo>
                  <a:pt x="226715" y="2177734"/>
                </a:lnTo>
                <a:lnTo>
                  <a:pt x="236812" y="2154658"/>
                </a:lnTo>
                <a:lnTo>
                  <a:pt x="239909" y="2156017"/>
                </a:lnTo>
                <a:lnTo>
                  <a:pt x="239619" y="2155891"/>
                </a:lnTo>
                <a:lnTo>
                  <a:pt x="247840" y="2159253"/>
                </a:lnTo>
                <a:lnTo>
                  <a:pt x="247550" y="2159140"/>
                </a:lnTo>
                <a:lnTo>
                  <a:pt x="255859" y="2162299"/>
                </a:lnTo>
                <a:lnTo>
                  <a:pt x="255569" y="2162199"/>
                </a:lnTo>
                <a:lnTo>
                  <a:pt x="263979" y="2165157"/>
                </a:lnTo>
                <a:lnTo>
                  <a:pt x="263689" y="2165056"/>
                </a:lnTo>
                <a:lnTo>
                  <a:pt x="272187" y="2167814"/>
                </a:lnTo>
                <a:lnTo>
                  <a:pt x="271885" y="2167725"/>
                </a:lnTo>
                <a:lnTo>
                  <a:pt x="280483" y="2170281"/>
                </a:lnTo>
                <a:lnTo>
                  <a:pt x="280181" y="2170193"/>
                </a:lnTo>
                <a:lnTo>
                  <a:pt x="288855" y="2172547"/>
                </a:lnTo>
                <a:lnTo>
                  <a:pt x="288553" y="2172459"/>
                </a:lnTo>
                <a:lnTo>
                  <a:pt x="297314" y="2174599"/>
                </a:lnTo>
                <a:lnTo>
                  <a:pt x="297012" y="2174536"/>
                </a:lnTo>
                <a:lnTo>
                  <a:pt x="305850" y="2176462"/>
                </a:lnTo>
                <a:lnTo>
                  <a:pt x="305548" y="2176399"/>
                </a:lnTo>
                <a:lnTo>
                  <a:pt x="314473" y="2178099"/>
                </a:lnTo>
                <a:lnTo>
                  <a:pt x="314158" y="2178048"/>
                </a:lnTo>
                <a:lnTo>
                  <a:pt x="323160" y="2179534"/>
                </a:lnTo>
                <a:lnTo>
                  <a:pt x="322845" y="2179496"/>
                </a:lnTo>
                <a:lnTo>
                  <a:pt x="330247" y="2180528"/>
                </a:lnTo>
                <a:lnTo>
                  <a:pt x="326760" y="2205467"/>
                </a:lnTo>
                <a:moveTo>
                  <a:pt x="158911" y="2139513"/>
                </a:moveTo>
                <a:lnTo>
                  <a:pt x="158546" y="2139262"/>
                </a:lnTo>
                <a:lnTo>
                  <a:pt x="151232" y="2133936"/>
                </a:lnTo>
                <a:lnTo>
                  <a:pt x="144056" y="2128422"/>
                </a:lnTo>
                <a:lnTo>
                  <a:pt x="137019" y="2122758"/>
                </a:lnTo>
                <a:lnTo>
                  <a:pt x="130107" y="2116916"/>
                </a:lnTo>
                <a:lnTo>
                  <a:pt x="123360" y="2110924"/>
                </a:lnTo>
                <a:lnTo>
                  <a:pt x="116738" y="2104767"/>
                </a:lnTo>
                <a:lnTo>
                  <a:pt x="110280" y="2098461"/>
                </a:lnTo>
                <a:lnTo>
                  <a:pt x="103973" y="2092003"/>
                </a:lnTo>
                <a:lnTo>
                  <a:pt x="97817" y="2085381"/>
                </a:lnTo>
                <a:lnTo>
                  <a:pt x="91824" y="2078633"/>
                </a:lnTo>
                <a:lnTo>
                  <a:pt x="85983" y="2071722"/>
                </a:lnTo>
                <a:lnTo>
                  <a:pt x="83188" y="2068247"/>
                </a:lnTo>
                <a:lnTo>
                  <a:pt x="102789" y="2052460"/>
                </a:lnTo>
                <a:lnTo>
                  <a:pt x="105496" y="2055822"/>
                </a:lnTo>
                <a:lnTo>
                  <a:pt x="105307" y="2055582"/>
                </a:lnTo>
                <a:lnTo>
                  <a:pt x="110947" y="2062254"/>
                </a:lnTo>
                <a:lnTo>
                  <a:pt x="110745" y="2062028"/>
                </a:lnTo>
                <a:lnTo>
                  <a:pt x="116549" y="2068562"/>
                </a:lnTo>
                <a:lnTo>
                  <a:pt x="116348" y="2068335"/>
                </a:lnTo>
                <a:lnTo>
                  <a:pt x="122302" y="2074730"/>
                </a:lnTo>
                <a:lnTo>
                  <a:pt x="122088" y="2074516"/>
                </a:lnTo>
                <a:lnTo>
                  <a:pt x="128194" y="2080760"/>
                </a:lnTo>
                <a:lnTo>
                  <a:pt x="127980" y="2080546"/>
                </a:lnTo>
                <a:lnTo>
                  <a:pt x="134224" y="2086652"/>
                </a:lnTo>
                <a:lnTo>
                  <a:pt x="134010" y="2086438"/>
                </a:lnTo>
                <a:lnTo>
                  <a:pt x="140405" y="2092392"/>
                </a:lnTo>
                <a:lnTo>
                  <a:pt x="140179" y="2092191"/>
                </a:lnTo>
                <a:lnTo>
                  <a:pt x="146712" y="2097982"/>
                </a:lnTo>
                <a:lnTo>
                  <a:pt x="146486" y="2097793"/>
                </a:lnTo>
                <a:lnTo>
                  <a:pt x="153158" y="2103433"/>
                </a:lnTo>
                <a:lnTo>
                  <a:pt x="152919" y="2103244"/>
                </a:lnTo>
                <a:lnTo>
                  <a:pt x="159729" y="2108721"/>
                </a:lnTo>
                <a:lnTo>
                  <a:pt x="159490" y="2108544"/>
                </a:lnTo>
                <a:lnTo>
                  <a:pt x="166439" y="2113857"/>
                </a:lnTo>
                <a:lnTo>
                  <a:pt x="166200" y="2113681"/>
                </a:lnTo>
                <a:lnTo>
                  <a:pt x="173262" y="2118842"/>
                </a:lnTo>
                <a:lnTo>
                  <a:pt x="173023" y="2118666"/>
                </a:lnTo>
                <a:lnTo>
                  <a:pt x="173250" y="2118830"/>
                </a:lnTo>
                <a:lnTo>
                  <a:pt x="158911" y="2139513"/>
                </a:lnTo>
                <a:moveTo>
                  <a:pt x="40725" y="2002671"/>
                </a:moveTo>
                <a:lnTo>
                  <a:pt x="37138" y="1995457"/>
                </a:lnTo>
                <a:lnTo>
                  <a:pt x="33260" y="1987174"/>
                </a:lnTo>
                <a:lnTo>
                  <a:pt x="29597" y="1978777"/>
                </a:lnTo>
                <a:lnTo>
                  <a:pt x="26122" y="1970279"/>
                </a:lnTo>
                <a:lnTo>
                  <a:pt x="22849" y="1961681"/>
                </a:lnTo>
                <a:lnTo>
                  <a:pt x="19790" y="1952982"/>
                </a:lnTo>
                <a:lnTo>
                  <a:pt x="16932" y="1944182"/>
                </a:lnTo>
                <a:lnTo>
                  <a:pt x="14289" y="1935282"/>
                </a:lnTo>
                <a:lnTo>
                  <a:pt x="11859" y="1926306"/>
                </a:lnTo>
                <a:lnTo>
                  <a:pt x="9643" y="1917242"/>
                </a:lnTo>
                <a:lnTo>
                  <a:pt x="7654" y="1908090"/>
                </a:lnTo>
                <a:lnTo>
                  <a:pt x="6962" y="1904527"/>
                </a:lnTo>
                <a:lnTo>
                  <a:pt x="31699" y="1899781"/>
                </a:lnTo>
                <a:lnTo>
                  <a:pt x="32341" y="1903193"/>
                </a:lnTo>
                <a:lnTo>
                  <a:pt x="32278" y="1902890"/>
                </a:lnTo>
                <a:lnTo>
                  <a:pt x="34204" y="1911728"/>
                </a:lnTo>
                <a:lnTo>
                  <a:pt x="34141" y="1911426"/>
                </a:lnTo>
                <a:lnTo>
                  <a:pt x="36281" y="1920188"/>
                </a:lnTo>
                <a:lnTo>
                  <a:pt x="36193" y="1919886"/>
                </a:lnTo>
                <a:lnTo>
                  <a:pt x="38548" y="1928559"/>
                </a:lnTo>
                <a:lnTo>
                  <a:pt x="38459" y="1928258"/>
                </a:lnTo>
                <a:lnTo>
                  <a:pt x="41015" y="1936856"/>
                </a:lnTo>
                <a:lnTo>
                  <a:pt x="40927" y="1936553"/>
                </a:lnTo>
                <a:lnTo>
                  <a:pt x="43684" y="1945051"/>
                </a:lnTo>
                <a:lnTo>
                  <a:pt x="43583" y="1944762"/>
                </a:lnTo>
                <a:lnTo>
                  <a:pt x="46542" y="1953171"/>
                </a:lnTo>
                <a:lnTo>
                  <a:pt x="46441" y="1952882"/>
                </a:lnTo>
                <a:lnTo>
                  <a:pt x="49601" y="1961190"/>
                </a:lnTo>
                <a:lnTo>
                  <a:pt x="49487" y="1960900"/>
                </a:lnTo>
                <a:lnTo>
                  <a:pt x="52849" y="1969109"/>
                </a:lnTo>
                <a:lnTo>
                  <a:pt x="52723" y="1968832"/>
                </a:lnTo>
                <a:lnTo>
                  <a:pt x="56273" y="1976939"/>
                </a:lnTo>
                <a:lnTo>
                  <a:pt x="56147" y="1976662"/>
                </a:lnTo>
                <a:lnTo>
                  <a:pt x="59886" y="1984669"/>
                </a:lnTo>
                <a:lnTo>
                  <a:pt x="59747" y="1984392"/>
                </a:lnTo>
                <a:lnTo>
                  <a:pt x="63272" y="1991467"/>
                </a:lnTo>
                <a:lnTo>
                  <a:pt x="40725" y="200267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BFF58969-C14D-4388-832A-6208AD29C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71438" y="1165748"/>
            <a:ext cx="69011" cy="1094677"/>
          </a:xfrm>
          <a:custGeom xmlns:a="http://schemas.openxmlformats.org/drawingml/2006/main">
            <a:pathLst>
              <a:path w="50356" h="798772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19" y="798772"/>
                </a:moveTo>
                <a:lnTo>
                  <a:pt x="34619" y="37767"/>
                </a:lnTo>
                <a:lnTo>
                  <a:pt x="15736" y="37767"/>
                </a:lnTo>
                <a:lnTo>
                  <a:pt x="15736" y="798772"/>
                </a:lnTo>
                <a:lnTo>
                  <a:pt x="34619" y="79877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33D285BB-EC71-480B-9D65-4C7E08B239E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9484c56dae64d22"/>
          <a:stretch xmlns:a="http://schemas.openxmlformats.org/drawingml/2006/main"/>
        </p:blipFill>
        <p:spPr>
          <a:xfrm xmlns:a="http://schemas.openxmlformats.org/drawingml/2006/main">
            <a:off x="12506674" y="7293038"/>
            <a:ext cx="1574195" cy="639871"/>
          </a:xfrm>
          <a:prstGeom xmlns:a="http://schemas.openxmlformats.org/drawingml/2006/main" prst="rect">
            <a:avLst/>
          </a:prstGeom>
        </p:spPr>
      </p:pic>
      <p:sp>
        <p:nvSpPr>
          <p:cNvPr id="6" name="text-6 Linear">
            <a:extLst xmlns:a="http://schemas.openxmlformats.org/drawingml/2006/main">
              <a:ext uri="{FF2B5EF4-FFF2-40B4-BE49-F238E27FC236}">
                <a16:creationId xmlns:a16="http://schemas.microsoft.com/office/drawing/2014/main" id="{774E1D54-9337-4642-BD17-A737C8AD7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50899" y="7372130"/>
            <a:ext cx="866713" cy="4351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Linear</a:t>
            </a:r>
          </a:p>
        </p:txBody>
      </p:sp>
      <p:pic>
        <p:nvPic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83AA77FF-0440-4D36-A294-309F2C94BBA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bd2099fde454b33"/>
          <a:stretch xmlns:a="http://schemas.openxmlformats.org/drawingml/2006/main"/>
        </p:blipFill>
        <p:spPr>
          <a:xfrm xmlns:a="http://schemas.openxmlformats.org/drawingml/2006/main">
            <a:off x="10441205" y="6298394"/>
            <a:ext cx="605264" cy="627891"/>
          </a:xfrm>
          <a:prstGeom xmlns:a="http://schemas.openxmlformats.org/drawingml/2006/main" prst="rect">
            <a:avLst/>
          </a:prstGeom>
        </p:spPr>
      </p:pic>
      <p:pic>
        <p:nvPic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A21F603C-BD30-4E80-897B-0537CF30D4B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34425e28327436c"/>
          <a:stretch xmlns:a="http://schemas.openxmlformats.org/drawingml/2006/main"/>
        </p:blipFill>
        <p:spPr>
          <a:xfrm xmlns:a="http://schemas.openxmlformats.org/drawingml/2006/main">
            <a:off x="12980405" y="5717845"/>
            <a:ext cx="607759" cy="630479"/>
          </a:xfrm>
          <a:prstGeom xmlns:a="http://schemas.openxmlformats.org/drawingml/2006/main" prst="rect">
            <a:avLst/>
          </a:prstGeom>
        </p:spPr>
      </p:pic>
      <p:pic>
        <p:nvPic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F64ED52D-6B1F-412E-95F2-4965C1E52E2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d22a3ab7f70467f"/>
          <a:stretch xmlns:a="http://schemas.openxmlformats.org/drawingml/2006/main"/>
        </p:blipFill>
        <p:spPr>
          <a:xfrm xmlns:a="http://schemas.openxmlformats.org/drawingml/2006/main">
            <a:off x="9873066" y="5581028"/>
            <a:ext cx="1776051" cy="650464"/>
          </a:xfrm>
          <a:prstGeom xmlns:a="http://schemas.openxmlformats.org/drawingml/2006/main" prst="rect">
            <a:avLst/>
          </a:prstGeom>
        </p:spPr>
      </p:pic>
      <p:sp>
        <p:nvSpPr>
          <p:cNvPr id="10" name="text-10 SSM">
            <a:extLst xmlns:a="http://schemas.openxmlformats.org/drawingml/2006/main">
              <a:ext uri="{FF2B5EF4-FFF2-40B4-BE49-F238E27FC236}">
                <a16:creationId xmlns:a16="http://schemas.microsoft.com/office/drawing/2014/main" id="{BE9BFBDC-1486-4925-B8F0-75067AFEB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04948" y="5665808"/>
            <a:ext cx="694039" cy="4346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4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4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4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SSM</a:t>
            </a:r>
          </a:p>
        </p:txBody>
      </p:sp>
      <p:sp>
        <p:nvSpPr>
          <p:cNvPr id="11" name="path-11">
            <a:extLst xmlns:a="http://schemas.openxmlformats.org/drawingml/2006/main">
              <a:ext uri="{FF2B5EF4-FFF2-40B4-BE49-F238E27FC236}">
                <a16:creationId xmlns:a16="http://schemas.microsoft.com/office/drawing/2014/main" id="{4698281A-73D6-43CC-9A91-B54C2C505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8" y="7806271"/>
            <a:ext cx="2062547" cy="755663"/>
          </a:xfrm>
          <a:custGeom xmlns:a="http://schemas.openxmlformats.org/drawingml/2006/main">
            <a:pathLst>
              <a:path w="1505015" h="551398">
                <a:moveTo>
                  <a:pt x="1454659" y="75534"/>
                </a:moveTo>
                <a:lnTo>
                  <a:pt x="1479837" y="75534"/>
                </a:lnTo>
                <a:lnTo>
                  <a:pt x="1505015" y="75534"/>
                </a:lnTo>
                <a:lnTo>
                  <a:pt x="1479837" y="0"/>
                </a:lnTo>
                <a:lnTo>
                  <a:pt x="1454659" y="75534"/>
                </a:lnTo>
                <a:moveTo>
                  <a:pt x="0" y="551398"/>
                </a:moveTo>
                <a:lnTo>
                  <a:pt x="1489279" y="551398"/>
                </a:lnTo>
                <a:lnTo>
                  <a:pt x="1489279" y="37767"/>
                </a:lnTo>
                <a:lnTo>
                  <a:pt x="1470394" y="37767"/>
                </a:lnTo>
                <a:lnTo>
                  <a:pt x="1470394" y="541956"/>
                </a:lnTo>
                <a:lnTo>
                  <a:pt x="1479837" y="532515"/>
                </a:lnTo>
                <a:lnTo>
                  <a:pt x="0" y="532515"/>
                </a:lnTo>
                <a:lnTo>
                  <a:pt x="0" y="55139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path-12">
            <a:extLst xmlns:a="http://schemas.openxmlformats.org/drawingml/2006/main">
              <a:ext uri="{FF2B5EF4-FFF2-40B4-BE49-F238E27FC236}">
                <a16:creationId xmlns:a16="http://schemas.microsoft.com/office/drawing/2014/main" id="{2381A64D-620E-4145-90C2-C0410091F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5521" y="7481060"/>
            <a:ext cx="69011" cy="381283"/>
          </a:xfrm>
          <a:custGeom xmlns:a="http://schemas.openxmlformats.org/drawingml/2006/main">
            <a:pathLst>
              <a:path w="50356" h="278217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278217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278217"/>
                </a:lnTo>
                <a:lnTo>
                  <a:pt x="34620" y="27821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3">
            <a:extLst xmlns:a="http://schemas.openxmlformats.org/drawingml/2006/main">
              <a:ext uri="{FF2B5EF4-FFF2-40B4-BE49-F238E27FC236}">
                <a16:creationId xmlns:a16="http://schemas.microsoft.com/office/drawing/2014/main" id="{83D0D115-65C2-4E75-950A-D22F4EDB2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8109" y="6796132"/>
            <a:ext cx="69011" cy="225147"/>
          </a:xfrm>
          <a:custGeom xmlns:a="http://schemas.openxmlformats.org/drawingml/2006/main">
            <a:pathLst>
              <a:path w="50356" h="164287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19" y="164287"/>
                </a:moveTo>
                <a:lnTo>
                  <a:pt x="34619" y="37767"/>
                </a:lnTo>
                <a:lnTo>
                  <a:pt x="15736" y="37767"/>
                </a:lnTo>
                <a:lnTo>
                  <a:pt x="15736" y="164287"/>
                </a:lnTo>
                <a:lnTo>
                  <a:pt x="34619" y="16428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14">
            <a:extLst xmlns:a="http://schemas.openxmlformats.org/drawingml/2006/main">
              <a:ext uri="{FF2B5EF4-FFF2-40B4-BE49-F238E27FC236}">
                <a16:creationId xmlns:a16="http://schemas.microsoft.com/office/drawing/2014/main" id="{F473F6B6-7E87-4D37-B2F1-D177C6C3C6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491" y="6112929"/>
            <a:ext cx="69011" cy="293414"/>
          </a:xfrm>
          <a:custGeom xmlns:a="http://schemas.openxmlformats.org/drawingml/2006/main">
            <a:pathLst>
              <a:path w="50356" h="214101">
                <a:moveTo>
                  <a:pt x="0" y="75307"/>
                </a:moveTo>
                <a:lnTo>
                  <a:pt x="25178" y="75534"/>
                </a:lnTo>
                <a:lnTo>
                  <a:pt x="50356" y="75748"/>
                </a:lnTo>
                <a:lnTo>
                  <a:pt x="25846" y="0"/>
                </a:lnTo>
                <a:lnTo>
                  <a:pt x="0" y="75307"/>
                </a:lnTo>
                <a:moveTo>
                  <a:pt x="33399" y="214101"/>
                </a:moveTo>
                <a:lnTo>
                  <a:pt x="34947" y="37842"/>
                </a:lnTo>
                <a:lnTo>
                  <a:pt x="16064" y="37679"/>
                </a:lnTo>
                <a:lnTo>
                  <a:pt x="14516" y="213925"/>
                </a:lnTo>
                <a:lnTo>
                  <a:pt x="33399" y="21410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path-15">
            <a:extLst xmlns:a="http://schemas.openxmlformats.org/drawingml/2006/main">
              <a:ext uri="{FF2B5EF4-FFF2-40B4-BE49-F238E27FC236}">
                <a16:creationId xmlns:a16="http://schemas.microsoft.com/office/drawing/2014/main" id="{713B2B69-E522-4333-AA89-6A566EB85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34288" y="4801335"/>
            <a:ext cx="260447" cy="260445"/>
          </a:xfrm>
          <a:custGeom xmlns:a="http://schemas.openxmlformats.org/drawingml/2006/main">
            <a:pathLst>
              <a:path w="190045" h="190043">
                <a:moveTo>
                  <a:pt x="13344" y="0"/>
                </a:moveTo>
                <a:lnTo>
                  <a:pt x="190045" y="176699"/>
                </a:lnTo>
                <a:lnTo>
                  <a:pt x="176701" y="190043"/>
                </a:lnTo>
                <a:lnTo>
                  <a:pt x="0" y="13344"/>
                </a:lnTo>
                <a:lnTo>
                  <a:pt x="13344" y="0"/>
                </a:lnTo>
                <a:moveTo>
                  <a:pt x="190045" y="13344"/>
                </a:moveTo>
                <a:lnTo>
                  <a:pt x="13344" y="190043"/>
                </a:lnTo>
                <a:lnTo>
                  <a:pt x="0" y="176699"/>
                </a:lnTo>
                <a:lnTo>
                  <a:pt x="176701" y="0"/>
                </a:lnTo>
                <a:lnTo>
                  <a:pt x="190045" y="1334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path-16">
            <a:extLst xmlns:a="http://schemas.openxmlformats.org/drawingml/2006/main">
              <a:ext uri="{FF2B5EF4-FFF2-40B4-BE49-F238E27FC236}">
                <a16:creationId xmlns:a16="http://schemas.microsoft.com/office/drawing/2014/main" id="{7B84F91F-C4E2-476B-891A-B6EB0FA03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80340" y="4747387"/>
            <a:ext cx="368345" cy="368342"/>
          </a:xfrm>
          <a:custGeom xmlns:a="http://schemas.openxmlformats.org/drawingml/2006/main">
            <a:pathLst>
              <a:path w="268777" h="268775">
                <a:moveTo>
                  <a:pt x="178" y="127476"/>
                </a:moveTo>
                <a:lnTo>
                  <a:pt x="692" y="120653"/>
                </a:lnTo>
                <a:lnTo>
                  <a:pt x="1548" y="113931"/>
                </a:lnTo>
                <a:lnTo>
                  <a:pt x="2732" y="107308"/>
                </a:lnTo>
                <a:lnTo>
                  <a:pt x="4230" y="100812"/>
                </a:lnTo>
                <a:lnTo>
                  <a:pt x="6043" y="94430"/>
                </a:lnTo>
                <a:lnTo>
                  <a:pt x="8159" y="88186"/>
                </a:lnTo>
                <a:lnTo>
                  <a:pt x="10563" y="82080"/>
                </a:lnTo>
                <a:lnTo>
                  <a:pt x="13257" y="76113"/>
                </a:lnTo>
                <a:lnTo>
                  <a:pt x="16227" y="70322"/>
                </a:lnTo>
                <a:lnTo>
                  <a:pt x="19464" y="64695"/>
                </a:lnTo>
                <a:lnTo>
                  <a:pt x="22950" y="59244"/>
                </a:lnTo>
                <a:lnTo>
                  <a:pt x="26703" y="53969"/>
                </a:lnTo>
                <a:lnTo>
                  <a:pt x="30692" y="48896"/>
                </a:lnTo>
                <a:lnTo>
                  <a:pt x="34910" y="44024"/>
                </a:lnTo>
                <a:lnTo>
                  <a:pt x="39355" y="39353"/>
                </a:lnTo>
                <a:lnTo>
                  <a:pt x="44024" y="34909"/>
                </a:lnTo>
                <a:lnTo>
                  <a:pt x="48897" y="30692"/>
                </a:lnTo>
                <a:lnTo>
                  <a:pt x="53969" y="26701"/>
                </a:lnTo>
                <a:lnTo>
                  <a:pt x="59245" y="22950"/>
                </a:lnTo>
                <a:lnTo>
                  <a:pt x="64696" y="19463"/>
                </a:lnTo>
                <a:lnTo>
                  <a:pt x="70322" y="16227"/>
                </a:lnTo>
                <a:lnTo>
                  <a:pt x="76115" y="13256"/>
                </a:lnTo>
                <a:lnTo>
                  <a:pt x="82081" y="10562"/>
                </a:lnTo>
                <a:lnTo>
                  <a:pt x="88186" y="8158"/>
                </a:lnTo>
                <a:lnTo>
                  <a:pt x="94431" y="6043"/>
                </a:lnTo>
                <a:lnTo>
                  <a:pt x="100813" y="4229"/>
                </a:lnTo>
                <a:lnTo>
                  <a:pt x="107309" y="2732"/>
                </a:lnTo>
                <a:lnTo>
                  <a:pt x="113931" y="1548"/>
                </a:lnTo>
                <a:lnTo>
                  <a:pt x="120653" y="692"/>
                </a:lnTo>
                <a:lnTo>
                  <a:pt x="127477" y="176"/>
                </a:lnTo>
                <a:lnTo>
                  <a:pt x="134388" y="0"/>
                </a:lnTo>
                <a:lnTo>
                  <a:pt x="141299" y="176"/>
                </a:lnTo>
                <a:lnTo>
                  <a:pt x="148111" y="692"/>
                </a:lnTo>
                <a:lnTo>
                  <a:pt x="154844" y="1548"/>
                </a:lnTo>
                <a:lnTo>
                  <a:pt x="161468" y="2732"/>
                </a:lnTo>
                <a:lnTo>
                  <a:pt x="167963" y="4229"/>
                </a:lnTo>
                <a:lnTo>
                  <a:pt x="174345" y="6043"/>
                </a:lnTo>
                <a:lnTo>
                  <a:pt x="180590" y="8158"/>
                </a:lnTo>
                <a:lnTo>
                  <a:pt x="186695" y="10562"/>
                </a:lnTo>
                <a:lnTo>
                  <a:pt x="192664" y="13256"/>
                </a:lnTo>
                <a:lnTo>
                  <a:pt x="198454" y="16227"/>
                </a:lnTo>
                <a:lnTo>
                  <a:pt x="204080" y="19463"/>
                </a:lnTo>
                <a:lnTo>
                  <a:pt x="209532" y="22950"/>
                </a:lnTo>
                <a:lnTo>
                  <a:pt x="214806" y="26701"/>
                </a:lnTo>
                <a:lnTo>
                  <a:pt x="219880" y="30692"/>
                </a:lnTo>
                <a:lnTo>
                  <a:pt x="224753" y="34909"/>
                </a:lnTo>
                <a:lnTo>
                  <a:pt x="229411" y="39353"/>
                </a:lnTo>
                <a:lnTo>
                  <a:pt x="233867" y="44024"/>
                </a:lnTo>
                <a:lnTo>
                  <a:pt x="238083" y="48896"/>
                </a:lnTo>
                <a:lnTo>
                  <a:pt x="242075" y="53969"/>
                </a:lnTo>
                <a:lnTo>
                  <a:pt x="245826" y="59244"/>
                </a:lnTo>
                <a:lnTo>
                  <a:pt x="249313" y="64695"/>
                </a:lnTo>
                <a:lnTo>
                  <a:pt x="252549" y="70322"/>
                </a:lnTo>
                <a:lnTo>
                  <a:pt x="255519" y="76113"/>
                </a:lnTo>
                <a:lnTo>
                  <a:pt x="258214" y="82080"/>
                </a:lnTo>
                <a:lnTo>
                  <a:pt x="260618" y="88186"/>
                </a:lnTo>
                <a:lnTo>
                  <a:pt x="262734" y="94430"/>
                </a:lnTo>
                <a:lnTo>
                  <a:pt x="264546" y="100812"/>
                </a:lnTo>
                <a:lnTo>
                  <a:pt x="266044" y="107308"/>
                </a:lnTo>
                <a:lnTo>
                  <a:pt x="267227" y="113931"/>
                </a:lnTo>
                <a:lnTo>
                  <a:pt x="268082" y="120653"/>
                </a:lnTo>
                <a:lnTo>
                  <a:pt x="268599" y="127476"/>
                </a:lnTo>
                <a:lnTo>
                  <a:pt x="268777" y="134387"/>
                </a:lnTo>
                <a:lnTo>
                  <a:pt x="268599" y="141299"/>
                </a:lnTo>
                <a:lnTo>
                  <a:pt x="268082" y="148122"/>
                </a:lnTo>
                <a:lnTo>
                  <a:pt x="267227" y="154845"/>
                </a:lnTo>
                <a:lnTo>
                  <a:pt x="266044" y="161467"/>
                </a:lnTo>
                <a:lnTo>
                  <a:pt x="264546" y="167962"/>
                </a:lnTo>
                <a:lnTo>
                  <a:pt x="262734" y="174345"/>
                </a:lnTo>
                <a:lnTo>
                  <a:pt x="260618" y="180589"/>
                </a:lnTo>
                <a:lnTo>
                  <a:pt x="258214" y="186695"/>
                </a:lnTo>
                <a:lnTo>
                  <a:pt x="255519" y="192662"/>
                </a:lnTo>
                <a:lnTo>
                  <a:pt x="252549" y="198453"/>
                </a:lnTo>
                <a:lnTo>
                  <a:pt x="249313" y="204080"/>
                </a:lnTo>
                <a:lnTo>
                  <a:pt x="245826" y="209531"/>
                </a:lnTo>
                <a:lnTo>
                  <a:pt x="242075" y="214806"/>
                </a:lnTo>
                <a:lnTo>
                  <a:pt x="238083" y="219879"/>
                </a:lnTo>
                <a:lnTo>
                  <a:pt x="233867" y="224752"/>
                </a:lnTo>
                <a:lnTo>
                  <a:pt x="229411" y="229422"/>
                </a:lnTo>
                <a:lnTo>
                  <a:pt x="224753" y="233866"/>
                </a:lnTo>
                <a:lnTo>
                  <a:pt x="219880" y="238083"/>
                </a:lnTo>
                <a:lnTo>
                  <a:pt x="214806" y="242074"/>
                </a:lnTo>
                <a:lnTo>
                  <a:pt x="209532" y="245825"/>
                </a:lnTo>
                <a:lnTo>
                  <a:pt x="204080" y="249312"/>
                </a:lnTo>
                <a:lnTo>
                  <a:pt x="198454" y="252547"/>
                </a:lnTo>
                <a:lnTo>
                  <a:pt x="192664" y="255519"/>
                </a:lnTo>
                <a:lnTo>
                  <a:pt x="186695" y="258213"/>
                </a:lnTo>
                <a:lnTo>
                  <a:pt x="180590" y="260618"/>
                </a:lnTo>
                <a:lnTo>
                  <a:pt x="174345" y="262733"/>
                </a:lnTo>
                <a:lnTo>
                  <a:pt x="167963" y="264545"/>
                </a:lnTo>
                <a:lnTo>
                  <a:pt x="161468" y="266044"/>
                </a:lnTo>
                <a:lnTo>
                  <a:pt x="154844" y="267227"/>
                </a:lnTo>
                <a:lnTo>
                  <a:pt x="148111" y="268082"/>
                </a:lnTo>
                <a:lnTo>
                  <a:pt x="141299" y="268599"/>
                </a:lnTo>
                <a:lnTo>
                  <a:pt x="134388" y="268775"/>
                </a:lnTo>
                <a:lnTo>
                  <a:pt x="127477" y="268599"/>
                </a:lnTo>
                <a:lnTo>
                  <a:pt x="120653" y="268082"/>
                </a:lnTo>
                <a:lnTo>
                  <a:pt x="113931" y="267227"/>
                </a:lnTo>
                <a:lnTo>
                  <a:pt x="107309" y="266044"/>
                </a:lnTo>
                <a:lnTo>
                  <a:pt x="100813" y="264545"/>
                </a:lnTo>
                <a:lnTo>
                  <a:pt x="94431" y="262733"/>
                </a:lnTo>
                <a:lnTo>
                  <a:pt x="88186" y="260618"/>
                </a:lnTo>
                <a:lnTo>
                  <a:pt x="82081" y="258213"/>
                </a:lnTo>
                <a:lnTo>
                  <a:pt x="76115" y="255519"/>
                </a:lnTo>
                <a:lnTo>
                  <a:pt x="70322" y="252547"/>
                </a:lnTo>
                <a:lnTo>
                  <a:pt x="64696" y="249312"/>
                </a:lnTo>
                <a:lnTo>
                  <a:pt x="59245" y="245825"/>
                </a:lnTo>
                <a:lnTo>
                  <a:pt x="53969" y="242074"/>
                </a:lnTo>
                <a:lnTo>
                  <a:pt x="48897" y="238083"/>
                </a:lnTo>
                <a:lnTo>
                  <a:pt x="44024" y="233866"/>
                </a:lnTo>
                <a:lnTo>
                  <a:pt x="39355" y="229422"/>
                </a:lnTo>
                <a:lnTo>
                  <a:pt x="34910" y="224752"/>
                </a:lnTo>
                <a:lnTo>
                  <a:pt x="30692" y="219879"/>
                </a:lnTo>
                <a:lnTo>
                  <a:pt x="26703" y="214806"/>
                </a:lnTo>
                <a:lnTo>
                  <a:pt x="22950" y="209531"/>
                </a:lnTo>
                <a:lnTo>
                  <a:pt x="19464" y="204080"/>
                </a:lnTo>
                <a:lnTo>
                  <a:pt x="16227" y="198453"/>
                </a:lnTo>
                <a:lnTo>
                  <a:pt x="13257" y="192662"/>
                </a:lnTo>
                <a:lnTo>
                  <a:pt x="10563" y="186695"/>
                </a:lnTo>
                <a:lnTo>
                  <a:pt x="8159" y="180589"/>
                </a:lnTo>
                <a:lnTo>
                  <a:pt x="6043" y="174345"/>
                </a:lnTo>
                <a:lnTo>
                  <a:pt x="4230" y="167962"/>
                </a:lnTo>
                <a:lnTo>
                  <a:pt x="2732" y="161467"/>
                </a:lnTo>
                <a:lnTo>
                  <a:pt x="1548" y="154845"/>
                </a:lnTo>
                <a:lnTo>
                  <a:pt x="692" y="148122"/>
                </a:lnTo>
                <a:lnTo>
                  <a:pt x="178" y="141299"/>
                </a:lnTo>
                <a:lnTo>
                  <a:pt x="0" y="134387"/>
                </a:lnTo>
                <a:lnTo>
                  <a:pt x="178" y="127476"/>
                </a:lnTo>
                <a:moveTo>
                  <a:pt x="18885" y="134627"/>
                </a:moveTo>
                <a:lnTo>
                  <a:pt x="18885" y="134148"/>
                </a:lnTo>
                <a:lnTo>
                  <a:pt x="19048" y="140581"/>
                </a:lnTo>
                <a:lnTo>
                  <a:pt x="19022" y="140103"/>
                </a:lnTo>
                <a:lnTo>
                  <a:pt x="19501" y="146447"/>
                </a:lnTo>
                <a:lnTo>
                  <a:pt x="19451" y="145969"/>
                </a:lnTo>
                <a:lnTo>
                  <a:pt x="20245" y="152226"/>
                </a:lnTo>
                <a:lnTo>
                  <a:pt x="20181" y="151760"/>
                </a:lnTo>
                <a:lnTo>
                  <a:pt x="21276" y="157904"/>
                </a:lnTo>
                <a:lnTo>
                  <a:pt x="21175" y="157451"/>
                </a:lnTo>
                <a:lnTo>
                  <a:pt x="22574" y="163493"/>
                </a:lnTo>
                <a:lnTo>
                  <a:pt x="22458" y="163040"/>
                </a:lnTo>
                <a:lnTo>
                  <a:pt x="24147" y="168970"/>
                </a:lnTo>
                <a:lnTo>
                  <a:pt x="24008" y="168516"/>
                </a:lnTo>
                <a:lnTo>
                  <a:pt x="25972" y="174320"/>
                </a:lnTo>
                <a:lnTo>
                  <a:pt x="25808" y="173879"/>
                </a:lnTo>
                <a:lnTo>
                  <a:pt x="28049" y="179557"/>
                </a:lnTo>
                <a:lnTo>
                  <a:pt x="27860" y="179129"/>
                </a:lnTo>
                <a:lnTo>
                  <a:pt x="30365" y="184668"/>
                </a:lnTo>
                <a:lnTo>
                  <a:pt x="30163" y="184253"/>
                </a:lnTo>
                <a:lnTo>
                  <a:pt x="32920" y="189640"/>
                </a:lnTo>
                <a:lnTo>
                  <a:pt x="32707" y="189237"/>
                </a:lnTo>
                <a:lnTo>
                  <a:pt x="35716" y="194475"/>
                </a:lnTo>
                <a:lnTo>
                  <a:pt x="35476" y="194085"/>
                </a:lnTo>
                <a:lnTo>
                  <a:pt x="38725" y="199145"/>
                </a:lnTo>
                <a:lnTo>
                  <a:pt x="38473" y="198780"/>
                </a:lnTo>
                <a:lnTo>
                  <a:pt x="41959" y="203677"/>
                </a:lnTo>
                <a:lnTo>
                  <a:pt x="41682" y="203312"/>
                </a:lnTo>
                <a:lnTo>
                  <a:pt x="45396" y="208033"/>
                </a:lnTo>
                <a:lnTo>
                  <a:pt x="45107" y="207680"/>
                </a:lnTo>
                <a:lnTo>
                  <a:pt x="49035" y="212212"/>
                </a:lnTo>
                <a:lnTo>
                  <a:pt x="48734" y="211885"/>
                </a:lnTo>
                <a:lnTo>
                  <a:pt x="52875" y="216216"/>
                </a:lnTo>
                <a:lnTo>
                  <a:pt x="52547" y="215901"/>
                </a:lnTo>
                <a:lnTo>
                  <a:pt x="56891" y="220043"/>
                </a:lnTo>
                <a:lnTo>
                  <a:pt x="56564" y="219741"/>
                </a:lnTo>
                <a:lnTo>
                  <a:pt x="61094" y="223668"/>
                </a:lnTo>
                <a:lnTo>
                  <a:pt x="60743" y="223379"/>
                </a:lnTo>
                <a:lnTo>
                  <a:pt x="65463" y="227092"/>
                </a:lnTo>
                <a:lnTo>
                  <a:pt x="65099" y="226815"/>
                </a:lnTo>
                <a:lnTo>
                  <a:pt x="69995" y="230303"/>
                </a:lnTo>
                <a:lnTo>
                  <a:pt x="69630" y="230051"/>
                </a:lnTo>
                <a:lnTo>
                  <a:pt x="74691" y="233299"/>
                </a:lnTo>
                <a:lnTo>
                  <a:pt x="74302" y="233060"/>
                </a:lnTo>
                <a:lnTo>
                  <a:pt x="79537" y="236069"/>
                </a:lnTo>
                <a:lnTo>
                  <a:pt x="79134" y="235855"/>
                </a:lnTo>
                <a:lnTo>
                  <a:pt x="84522" y="238612"/>
                </a:lnTo>
                <a:lnTo>
                  <a:pt x="84108" y="238410"/>
                </a:lnTo>
                <a:lnTo>
                  <a:pt x="89647" y="240916"/>
                </a:lnTo>
                <a:lnTo>
                  <a:pt x="89219" y="240727"/>
                </a:lnTo>
                <a:lnTo>
                  <a:pt x="94897" y="242967"/>
                </a:lnTo>
                <a:lnTo>
                  <a:pt x="94456" y="242804"/>
                </a:lnTo>
                <a:lnTo>
                  <a:pt x="100260" y="244768"/>
                </a:lnTo>
                <a:lnTo>
                  <a:pt x="99807" y="244629"/>
                </a:lnTo>
                <a:lnTo>
                  <a:pt x="105736" y="246316"/>
                </a:lnTo>
                <a:lnTo>
                  <a:pt x="105283" y="246203"/>
                </a:lnTo>
                <a:lnTo>
                  <a:pt x="111325" y="247600"/>
                </a:lnTo>
                <a:lnTo>
                  <a:pt x="110872" y="247500"/>
                </a:lnTo>
                <a:lnTo>
                  <a:pt x="117016" y="248595"/>
                </a:lnTo>
                <a:lnTo>
                  <a:pt x="116549" y="248532"/>
                </a:lnTo>
                <a:lnTo>
                  <a:pt x="122807" y="249325"/>
                </a:lnTo>
                <a:lnTo>
                  <a:pt x="122329" y="249275"/>
                </a:lnTo>
                <a:lnTo>
                  <a:pt x="128672" y="249753"/>
                </a:lnTo>
                <a:lnTo>
                  <a:pt x="128194" y="249728"/>
                </a:lnTo>
                <a:lnTo>
                  <a:pt x="134628" y="249892"/>
                </a:lnTo>
                <a:lnTo>
                  <a:pt x="134149" y="249892"/>
                </a:lnTo>
                <a:lnTo>
                  <a:pt x="140582" y="249728"/>
                </a:lnTo>
                <a:lnTo>
                  <a:pt x="140104" y="249753"/>
                </a:lnTo>
                <a:lnTo>
                  <a:pt x="146449" y="249275"/>
                </a:lnTo>
                <a:lnTo>
                  <a:pt x="145970" y="249325"/>
                </a:lnTo>
                <a:lnTo>
                  <a:pt x="152228" y="248532"/>
                </a:lnTo>
                <a:lnTo>
                  <a:pt x="151761" y="248595"/>
                </a:lnTo>
                <a:lnTo>
                  <a:pt x="157905" y="247500"/>
                </a:lnTo>
                <a:lnTo>
                  <a:pt x="157452" y="247600"/>
                </a:lnTo>
                <a:lnTo>
                  <a:pt x="163493" y="246203"/>
                </a:lnTo>
                <a:lnTo>
                  <a:pt x="163040" y="246316"/>
                </a:lnTo>
                <a:lnTo>
                  <a:pt x="168957" y="244629"/>
                </a:lnTo>
                <a:lnTo>
                  <a:pt x="168517" y="244768"/>
                </a:lnTo>
                <a:lnTo>
                  <a:pt x="174320" y="242804"/>
                </a:lnTo>
                <a:lnTo>
                  <a:pt x="173880" y="242967"/>
                </a:lnTo>
                <a:lnTo>
                  <a:pt x="179557" y="240727"/>
                </a:lnTo>
                <a:lnTo>
                  <a:pt x="179129" y="240916"/>
                </a:lnTo>
                <a:lnTo>
                  <a:pt x="184668" y="238410"/>
                </a:lnTo>
                <a:lnTo>
                  <a:pt x="184253" y="238612"/>
                </a:lnTo>
                <a:lnTo>
                  <a:pt x="189642" y="235855"/>
                </a:lnTo>
                <a:lnTo>
                  <a:pt x="189237" y="236069"/>
                </a:lnTo>
                <a:lnTo>
                  <a:pt x="194476" y="233060"/>
                </a:lnTo>
                <a:lnTo>
                  <a:pt x="194086" y="233299"/>
                </a:lnTo>
                <a:lnTo>
                  <a:pt x="199147" y="230051"/>
                </a:lnTo>
                <a:lnTo>
                  <a:pt x="198769" y="230303"/>
                </a:lnTo>
                <a:lnTo>
                  <a:pt x="203679" y="226815"/>
                </a:lnTo>
                <a:lnTo>
                  <a:pt x="203313" y="227092"/>
                </a:lnTo>
                <a:lnTo>
                  <a:pt x="208034" y="223379"/>
                </a:lnTo>
                <a:lnTo>
                  <a:pt x="207682" y="223668"/>
                </a:lnTo>
                <a:lnTo>
                  <a:pt x="212212" y="219741"/>
                </a:lnTo>
                <a:lnTo>
                  <a:pt x="211886" y="220043"/>
                </a:lnTo>
                <a:lnTo>
                  <a:pt x="216216" y="215901"/>
                </a:lnTo>
                <a:lnTo>
                  <a:pt x="215901" y="216216"/>
                </a:lnTo>
                <a:lnTo>
                  <a:pt x="220043" y="211885"/>
                </a:lnTo>
                <a:lnTo>
                  <a:pt x="219741" y="212212"/>
                </a:lnTo>
                <a:lnTo>
                  <a:pt x="223670" y="207680"/>
                </a:lnTo>
                <a:lnTo>
                  <a:pt x="223380" y="208033"/>
                </a:lnTo>
                <a:lnTo>
                  <a:pt x="227094" y="203312"/>
                </a:lnTo>
                <a:lnTo>
                  <a:pt x="226817" y="203677"/>
                </a:lnTo>
                <a:lnTo>
                  <a:pt x="230304" y="198780"/>
                </a:lnTo>
                <a:lnTo>
                  <a:pt x="230052" y="199145"/>
                </a:lnTo>
                <a:lnTo>
                  <a:pt x="233300" y="194085"/>
                </a:lnTo>
                <a:lnTo>
                  <a:pt x="233061" y="194475"/>
                </a:lnTo>
                <a:lnTo>
                  <a:pt x="236070" y="189237"/>
                </a:lnTo>
                <a:lnTo>
                  <a:pt x="235855" y="189640"/>
                </a:lnTo>
                <a:lnTo>
                  <a:pt x="238614" y="184253"/>
                </a:lnTo>
                <a:lnTo>
                  <a:pt x="238411" y="184668"/>
                </a:lnTo>
                <a:lnTo>
                  <a:pt x="240916" y="179129"/>
                </a:lnTo>
                <a:lnTo>
                  <a:pt x="240728" y="179557"/>
                </a:lnTo>
                <a:lnTo>
                  <a:pt x="242968" y="173879"/>
                </a:lnTo>
                <a:lnTo>
                  <a:pt x="242805" y="174320"/>
                </a:lnTo>
                <a:lnTo>
                  <a:pt x="244768" y="168516"/>
                </a:lnTo>
                <a:lnTo>
                  <a:pt x="244630" y="168970"/>
                </a:lnTo>
                <a:lnTo>
                  <a:pt x="246318" y="163040"/>
                </a:lnTo>
                <a:lnTo>
                  <a:pt x="246205" y="163493"/>
                </a:lnTo>
                <a:lnTo>
                  <a:pt x="247602" y="157451"/>
                </a:lnTo>
                <a:lnTo>
                  <a:pt x="247500" y="157904"/>
                </a:lnTo>
                <a:lnTo>
                  <a:pt x="248596" y="151760"/>
                </a:lnTo>
                <a:lnTo>
                  <a:pt x="248532" y="152226"/>
                </a:lnTo>
                <a:lnTo>
                  <a:pt x="249325" y="145969"/>
                </a:lnTo>
                <a:lnTo>
                  <a:pt x="249276" y="146447"/>
                </a:lnTo>
                <a:lnTo>
                  <a:pt x="249753" y="140103"/>
                </a:lnTo>
                <a:lnTo>
                  <a:pt x="249728" y="140581"/>
                </a:lnTo>
                <a:lnTo>
                  <a:pt x="249893" y="134148"/>
                </a:lnTo>
                <a:lnTo>
                  <a:pt x="249893" y="134627"/>
                </a:lnTo>
                <a:lnTo>
                  <a:pt x="249728" y="128194"/>
                </a:lnTo>
                <a:lnTo>
                  <a:pt x="249753" y="128672"/>
                </a:lnTo>
                <a:lnTo>
                  <a:pt x="249276" y="122327"/>
                </a:lnTo>
                <a:lnTo>
                  <a:pt x="249325" y="122806"/>
                </a:lnTo>
                <a:lnTo>
                  <a:pt x="248532" y="116549"/>
                </a:lnTo>
                <a:lnTo>
                  <a:pt x="248596" y="117015"/>
                </a:lnTo>
                <a:lnTo>
                  <a:pt x="247500" y="110871"/>
                </a:lnTo>
                <a:lnTo>
                  <a:pt x="247602" y="111325"/>
                </a:lnTo>
                <a:lnTo>
                  <a:pt x="246205" y="105282"/>
                </a:lnTo>
                <a:lnTo>
                  <a:pt x="246318" y="105735"/>
                </a:lnTo>
                <a:lnTo>
                  <a:pt x="244630" y="99806"/>
                </a:lnTo>
                <a:lnTo>
                  <a:pt x="244768" y="100259"/>
                </a:lnTo>
                <a:lnTo>
                  <a:pt x="242805" y="94455"/>
                </a:lnTo>
                <a:lnTo>
                  <a:pt x="242968" y="94896"/>
                </a:lnTo>
                <a:lnTo>
                  <a:pt x="240728" y="89218"/>
                </a:lnTo>
                <a:lnTo>
                  <a:pt x="240916" y="89646"/>
                </a:lnTo>
                <a:lnTo>
                  <a:pt x="238411" y="84107"/>
                </a:lnTo>
                <a:lnTo>
                  <a:pt x="238614" y="84523"/>
                </a:lnTo>
                <a:lnTo>
                  <a:pt x="235855" y="79134"/>
                </a:lnTo>
                <a:lnTo>
                  <a:pt x="236070" y="79537"/>
                </a:lnTo>
                <a:lnTo>
                  <a:pt x="233061" y="74300"/>
                </a:lnTo>
                <a:lnTo>
                  <a:pt x="233300" y="74690"/>
                </a:lnTo>
                <a:lnTo>
                  <a:pt x="230052" y="69630"/>
                </a:lnTo>
                <a:lnTo>
                  <a:pt x="230304" y="69995"/>
                </a:lnTo>
                <a:lnTo>
                  <a:pt x="226817" y="65098"/>
                </a:lnTo>
                <a:lnTo>
                  <a:pt x="227094" y="65462"/>
                </a:lnTo>
                <a:lnTo>
                  <a:pt x="223380" y="60742"/>
                </a:lnTo>
                <a:lnTo>
                  <a:pt x="223670" y="61094"/>
                </a:lnTo>
                <a:lnTo>
                  <a:pt x="219741" y="56562"/>
                </a:lnTo>
                <a:lnTo>
                  <a:pt x="220043" y="56890"/>
                </a:lnTo>
                <a:lnTo>
                  <a:pt x="215901" y="52559"/>
                </a:lnTo>
                <a:lnTo>
                  <a:pt x="216216" y="52873"/>
                </a:lnTo>
                <a:lnTo>
                  <a:pt x="211886" y="48732"/>
                </a:lnTo>
                <a:lnTo>
                  <a:pt x="212212" y="49034"/>
                </a:lnTo>
                <a:lnTo>
                  <a:pt x="207682" y="45106"/>
                </a:lnTo>
                <a:lnTo>
                  <a:pt x="208034" y="45396"/>
                </a:lnTo>
                <a:lnTo>
                  <a:pt x="203313" y="41682"/>
                </a:lnTo>
                <a:lnTo>
                  <a:pt x="203679" y="41959"/>
                </a:lnTo>
                <a:lnTo>
                  <a:pt x="198769" y="38472"/>
                </a:lnTo>
                <a:lnTo>
                  <a:pt x="199147" y="38724"/>
                </a:lnTo>
                <a:lnTo>
                  <a:pt x="194086" y="35476"/>
                </a:lnTo>
                <a:lnTo>
                  <a:pt x="194476" y="35715"/>
                </a:lnTo>
                <a:lnTo>
                  <a:pt x="189237" y="32706"/>
                </a:lnTo>
                <a:lnTo>
                  <a:pt x="189642" y="32920"/>
                </a:lnTo>
                <a:lnTo>
                  <a:pt x="184253" y="30163"/>
                </a:lnTo>
                <a:lnTo>
                  <a:pt x="184668" y="30364"/>
                </a:lnTo>
                <a:lnTo>
                  <a:pt x="179129" y="27860"/>
                </a:lnTo>
                <a:lnTo>
                  <a:pt x="179557" y="28048"/>
                </a:lnTo>
                <a:lnTo>
                  <a:pt x="173880" y="25807"/>
                </a:lnTo>
                <a:lnTo>
                  <a:pt x="174320" y="25971"/>
                </a:lnTo>
                <a:lnTo>
                  <a:pt x="168517" y="24007"/>
                </a:lnTo>
                <a:lnTo>
                  <a:pt x="168957" y="24146"/>
                </a:lnTo>
                <a:lnTo>
                  <a:pt x="163040" y="22458"/>
                </a:lnTo>
                <a:lnTo>
                  <a:pt x="163493" y="22572"/>
                </a:lnTo>
                <a:lnTo>
                  <a:pt x="157452" y="21174"/>
                </a:lnTo>
                <a:lnTo>
                  <a:pt x="157905" y="21275"/>
                </a:lnTo>
                <a:lnTo>
                  <a:pt x="151761" y="20180"/>
                </a:lnTo>
                <a:lnTo>
                  <a:pt x="152228" y="20243"/>
                </a:lnTo>
                <a:lnTo>
                  <a:pt x="145970" y="19450"/>
                </a:lnTo>
                <a:lnTo>
                  <a:pt x="146449" y="19500"/>
                </a:lnTo>
                <a:lnTo>
                  <a:pt x="140104" y="19022"/>
                </a:lnTo>
                <a:lnTo>
                  <a:pt x="140582" y="19047"/>
                </a:lnTo>
                <a:lnTo>
                  <a:pt x="134149" y="18883"/>
                </a:lnTo>
                <a:lnTo>
                  <a:pt x="134628" y="18883"/>
                </a:lnTo>
                <a:lnTo>
                  <a:pt x="128194" y="19047"/>
                </a:lnTo>
                <a:lnTo>
                  <a:pt x="128672" y="19022"/>
                </a:lnTo>
                <a:lnTo>
                  <a:pt x="122329" y="19500"/>
                </a:lnTo>
                <a:lnTo>
                  <a:pt x="122807" y="19450"/>
                </a:lnTo>
                <a:lnTo>
                  <a:pt x="116549" y="20243"/>
                </a:lnTo>
                <a:lnTo>
                  <a:pt x="117016" y="20180"/>
                </a:lnTo>
                <a:lnTo>
                  <a:pt x="110872" y="21275"/>
                </a:lnTo>
                <a:lnTo>
                  <a:pt x="111325" y="21174"/>
                </a:lnTo>
                <a:lnTo>
                  <a:pt x="105283" y="22572"/>
                </a:lnTo>
                <a:lnTo>
                  <a:pt x="105736" y="22458"/>
                </a:lnTo>
                <a:lnTo>
                  <a:pt x="99807" y="24146"/>
                </a:lnTo>
                <a:lnTo>
                  <a:pt x="100260" y="24007"/>
                </a:lnTo>
                <a:lnTo>
                  <a:pt x="94456" y="25971"/>
                </a:lnTo>
                <a:lnTo>
                  <a:pt x="94897" y="25807"/>
                </a:lnTo>
                <a:lnTo>
                  <a:pt x="89219" y="28048"/>
                </a:lnTo>
                <a:lnTo>
                  <a:pt x="89647" y="27860"/>
                </a:lnTo>
                <a:lnTo>
                  <a:pt x="84108" y="30364"/>
                </a:lnTo>
                <a:lnTo>
                  <a:pt x="84522" y="30163"/>
                </a:lnTo>
                <a:lnTo>
                  <a:pt x="79134" y="32920"/>
                </a:lnTo>
                <a:lnTo>
                  <a:pt x="79537" y="32706"/>
                </a:lnTo>
                <a:lnTo>
                  <a:pt x="74302" y="35715"/>
                </a:lnTo>
                <a:lnTo>
                  <a:pt x="74691" y="35476"/>
                </a:lnTo>
                <a:lnTo>
                  <a:pt x="69630" y="38724"/>
                </a:lnTo>
                <a:lnTo>
                  <a:pt x="69995" y="38472"/>
                </a:lnTo>
                <a:lnTo>
                  <a:pt x="65099" y="41959"/>
                </a:lnTo>
                <a:lnTo>
                  <a:pt x="65463" y="41682"/>
                </a:lnTo>
                <a:lnTo>
                  <a:pt x="60743" y="45396"/>
                </a:lnTo>
                <a:lnTo>
                  <a:pt x="61094" y="45106"/>
                </a:lnTo>
                <a:lnTo>
                  <a:pt x="56564" y="49034"/>
                </a:lnTo>
                <a:lnTo>
                  <a:pt x="56891" y="48732"/>
                </a:lnTo>
                <a:lnTo>
                  <a:pt x="52547" y="52873"/>
                </a:lnTo>
                <a:lnTo>
                  <a:pt x="52875" y="52559"/>
                </a:lnTo>
                <a:lnTo>
                  <a:pt x="48734" y="56890"/>
                </a:lnTo>
                <a:lnTo>
                  <a:pt x="49035" y="56562"/>
                </a:lnTo>
                <a:lnTo>
                  <a:pt x="45107" y="61094"/>
                </a:lnTo>
                <a:lnTo>
                  <a:pt x="45396" y="60742"/>
                </a:lnTo>
                <a:lnTo>
                  <a:pt x="41682" y="65462"/>
                </a:lnTo>
                <a:lnTo>
                  <a:pt x="41959" y="65098"/>
                </a:lnTo>
                <a:lnTo>
                  <a:pt x="38473" y="69995"/>
                </a:lnTo>
                <a:lnTo>
                  <a:pt x="38725" y="69630"/>
                </a:lnTo>
                <a:lnTo>
                  <a:pt x="35476" y="74690"/>
                </a:lnTo>
                <a:lnTo>
                  <a:pt x="35716" y="74300"/>
                </a:lnTo>
                <a:lnTo>
                  <a:pt x="32707" y="79537"/>
                </a:lnTo>
                <a:lnTo>
                  <a:pt x="32920" y="79134"/>
                </a:lnTo>
                <a:lnTo>
                  <a:pt x="30163" y="84523"/>
                </a:lnTo>
                <a:lnTo>
                  <a:pt x="30365" y="84107"/>
                </a:lnTo>
                <a:lnTo>
                  <a:pt x="27860" y="89646"/>
                </a:lnTo>
                <a:lnTo>
                  <a:pt x="28049" y="89218"/>
                </a:lnTo>
                <a:lnTo>
                  <a:pt x="25808" y="94896"/>
                </a:lnTo>
                <a:lnTo>
                  <a:pt x="25972" y="94455"/>
                </a:lnTo>
                <a:lnTo>
                  <a:pt x="24008" y="100259"/>
                </a:lnTo>
                <a:lnTo>
                  <a:pt x="24147" y="99806"/>
                </a:lnTo>
                <a:lnTo>
                  <a:pt x="22458" y="105735"/>
                </a:lnTo>
                <a:lnTo>
                  <a:pt x="22574" y="105282"/>
                </a:lnTo>
                <a:lnTo>
                  <a:pt x="21175" y="111325"/>
                </a:lnTo>
                <a:lnTo>
                  <a:pt x="21276" y="110871"/>
                </a:lnTo>
                <a:lnTo>
                  <a:pt x="20181" y="117015"/>
                </a:lnTo>
                <a:lnTo>
                  <a:pt x="20245" y="116549"/>
                </a:lnTo>
                <a:lnTo>
                  <a:pt x="19451" y="122806"/>
                </a:lnTo>
                <a:lnTo>
                  <a:pt x="19501" y="122327"/>
                </a:lnTo>
                <a:lnTo>
                  <a:pt x="19022" y="128672"/>
                </a:lnTo>
                <a:lnTo>
                  <a:pt x="19048" y="128194"/>
                </a:lnTo>
                <a:lnTo>
                  <a:pt x="18885" y="13462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path-17">
            <a:extLst xmlns:a="http://schemas.openxmlformats.org/drawingml/2006/main">
              <a:ext uri="{FF2B5EF4-FFF2-40B4-BE49-F238E27FC236}">
                <a16:creationId xmlns:a16="http://schemas.microsoft.com/office/drawing/2014/main" id="{2C0EE901-1C53-4968-8196-FB4F554D4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619" y="6219895"/>
            <a:ext cx="69011" cy="1126680"/>
          </a:xfrm>
          <a:custGeom xmlns:a="http://schemas.openxmlformats.org/drawingml/2006/main">
            <a:pathLst>
              <a:path w="50356" h="822125">
                <a:moveTo>
                  <a:pt x="50356" y="75358"/>
                </a:moveTo>
                <a:lnTo>
                  <a:pt x="25178" y="75534"/>
                </a:lnTo>
                <a:lnTo>
                  <a:pt x="0" y="75710"/>
                </a:lnTo>
                <a:lnTo>
                  <a:pt x="24661" y="0"/>
                </a:lnTo>
                <a:lnTo>
                  <a:pt x="50356" y="75358"/>
                </a:lnTo>
                <a:moveTo>
                  <a:pt x="20884" y="822125"/>
                </a:moveTo>
                <a:lnTo>
                  <a:pt x="15484" y="37830"/>
                </a:lnTo>
                <a:lnTo>
                  <a:pt x="34367" y="37704"/>
                </a:lnTo>
                <a:lnTo>
                  <a:pt x="39769" y="821999"/>
                </a:lnTo>
                <a:lnTo>
                  <a:pt x="20884" y="82212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B2389A6A-272B-4BFF-B5ED-7B58DFC8485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7a3584f308745eb"/>
          <a:stretch xmlns:a="http://schemas.openxmlformats.org/drawingml/2006/main"/>
        </p:blipFill>
        <p:spPr>
          <a:xfrm xmlns:a="http://schemas.openxmlformats.org/drawingml/2006/main">
            <a:off x="12510987" y="3248167"/>
            <a:ext cx="1574195" cy="639871"/>
          </a:xfrm>
          <a:prstGeom xmlns:a="http://schemas.openxmlformats.org/drawingml/2006/main" prst="rect">
            <a:avLst/>
          </a:prstGeom>
        </p:spPr>
      </p:pic>
      <p:sp>
        <p:nvSpPr>
          <p:cNvPr id="19" name="text-19 Linear">
            <a:extLst xmlns:a="http://schemas.openxmlformats.org/drawingml/2006/main">
              <a:ext uri="{FF2B5EF4-FFF2-40B4-BE49-F238E27FC236}">
                <a16:creationId xmlns:a16="http://schemas.microsoft.com/office/drawing/2014/main" id="{B7AAF773-10F8-44C2-8226-B0DA366AA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55210" y="3327259"/>
            <a:ext cx="866716" cy="435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Linear</a:t>
            </a:r>
          </a:p>
        </p:txBody>
      </p:sp>
      <p:pic>
        <p:nvPicPr>
          <p:cNvPr id="20" name="">
            <a:extLst xmlns:a="http://schemas.openxmlformats.org/drawingml/2006/main">
              <a:ext uri="{FF2B5EF4-FFF2-40B4-BE49-F238E27FC236}">
                <a16:creationId xmlns:a16="http://schemas.microsoft.com/office/drawing/2014/main" id="{37235FA8-DC08-4E67-9145-042777F3FDE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1f3f34d2cd3498a"/>
          <a:stretch xmlns:a="http://schemas.openxmlformats.org/drawingml/2006/main"/>
        </p:blipFill>
        <p:spPr>
          <a:xfrm xmlns:a="http://schemas.openxmlformats.org/drawingml/2006/main">
            <a:off x="7451665" y="7452625"/>
            <a:ext cx="1574195" cy="639871"/>
          </a:xfrm>
          <a:prstGeom xmlns:a="http://schemas.openxmlformats.org/drawingml/2006/main" prst="rect">
            <a:avLst/>
          </a:prstGeom>
        </p:spPr>
      </p:pic>
      <p:sp>
        <p:nvSpPr>
          <p:cNvPr id="21" name="text-21 Linear">
            <a:extLst xmlns:a="http://schemas.openxmlformats.org/drawingml/2006/main">
              <a:ext uri="{FF2B5EF4-FFF2-40B4-BE49-F238E27FC236}">
                <a16:creationId xmlns:a16="http://schemas.microsoft.com/office/drawing/2014/main" id="{ED3A13F1-D836-4DED-882E-880CF4DAC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95888" y="7531716"/>
            <a:ext cx="866716" cy="435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Linear</a:t>
            </a:r>
          </a:p>
        </p:txBody>
      </p:sp>
      <p:pic>
        <p:nvPicPr>
          <p:cNvPr id="22" name="">
            <a:extLst xmlns:a="http://schemas.openxmlformats.org/drawingml/2006/main">
              <a:ext uri="{FF2B5EF4-FFF2-40B4-BE49-F238E27FC236}">
                <a16:creationId xmlns:a16="http://schemas.microsoft.com/office/drawing/2014/main" id="{3FB252E0-3ED3-4D54-9AA0-FD10937A299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8c9d61513ab43c0"/>
          <a:stretch xmlns:a="http://schemas.openxmlformats.org/drawingml/2006/main"/>
        </p:blipFill>
        <p:spPr>
          <a:xfrm xmlns:a="http://schemas.openxmlformats.org/drawingml/2006/main">
            <a:off x="5667747" y="7452625"/>
            <a:ext cx="1574195" cy="639871"/>
          </a:xfrm>
          <a:prstGeom xmlns:a="http://schemas.openxmlformats.org/drawingml/2006/main" prst="rect">
            <a:avLst/>
          </a:prstGeom>
        </p:spPr>
      </p:pic>
      <p:sp>
        <p:nvSpPr>
          <p:cNvPr id="23" name="text-23 Linea">
            <a:extLst xmlns:a="http://schemas.openxmlformats.org/drawingml/2006/main">
              <a:ext uri="{FF2B5EF4-FFF2-40B4-BE49-F238E27FC236}">
                <a16:creationId xmlns:a16="http://schemas.microsoft.com/office/drawing/2014/main" id="{C8C5B711-6645-451C-99CB-DA0454272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11971" y="7531790"/>
            <a:ext cx="763102" cy="4350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Linea</a:t>
            </a:r>
          </a:p>
        </p:txBody>
      </p:sp>
      <p:sp>
        <p:nvSpPr>
          <p:cNvPr id="24" name="text-24 r">
            <a:extLst xmlns:a="http://schemas.openxmlformats.org/drawingml/2006/main">
              <a:ext uri="{FF2B5EF4-FFF2-40B4-BE49-F238E27FC236}">
                <a16:creationId xmlns:a16="http://schemas.microsoft.com/office/drawing/2014/main" id="{B2087B4D-4B6C-4247-9841-151BC5AA2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19327" y="7531769"/>
            <a:ext cx="159349" cy="4350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</a:t>
            </a:r>
          </a:p>
        </p:txBody>
      </p:sp>
      <p:sp>
        <p:nvSpPr>
          <p:cNvPr id="25" name="text-25 𝑸">
            <a:extLst xmlns:a="http://schemas.openxmlformats.org/drawingml/2006/main">
              <a:ext uri="{FF2B5EF4-FFF2-40B4-BE49-F238E27FC236}">
                <a16:creationId xmlns:a16="http://schemas.microsoft.com/office/drawing/2014/main" id="{ED31C723-51DD-41EC-9054-7EBD96CA6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03522" y="6884861"/>
            <a:ext cx="283371" cy="4349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𝑸</a:t>
            </a:r>
          </a:p>
        </p:txBody>
      </p:sp>
      <p:sp>
        <p:nvSpPr>
          <p:cNvPr id="26" name="text-26 𝑲">
            <a:extLst xmlns:a="http://schemas.openxmlformats.org/drawingml/2006/main">
              <a:ext uri="{FF2B5EF4-FFF2-40B4-BE49-F238E27FC236}">
                <a16:creationId xmlns:a16="http://schemas.microsoft.com/office/drawing/2014/main" id="{0FFC4812-636C-489B-8358-E9059C29E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82265" y="6888313"/>
            <a:ext cx="294137" cy="4349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𝑲</a:t>
            </a:r>
          </a:p>
        </p:txBody>
      </p:sp>
      <p:sp>
        <p:nvSpPr>
          <p:cNvPr id="27" name="path-27">
            <a:extLst xmlns:a="http://schemas.openxmlformats.org/drawingml/2006/main">
              <a:ext uri="{FF2B5EF4-FFF2-40B4-BE49-F238E27FC236}">
                <a16:creationId xmlns:a16="http://schemas.microsoft.com/office/drawing/2014/main" id="{836B3FF2-F217-4F7A-BC31-066854C34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3746" y="7212782"/>
            <a:ext cx="69011" cy="293295"/>
          </a:xfrm>
          <a:custGeom xmlns:a="http://schemas.openxmlformats.org/drawingml/2006/main">
            <a:pathLst>
              <a:path w="50356" h="214013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214013"/>
                </a:moveTo>
                <a:lnTo>
                  <a:pt x="34620" y="37767"/>
                </a:lnTo>
                <a:lnTo>
                  <a:pt x="15736" y="37767"/>
                </a:lnTo>
                <a:lnTo>
                  <a:pt x="15736" y="214013"/>
                </a:lnTo>
                <a:lnTo>
                  <a:pt x="34620" y="21401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path-28">
            <a:extLst xmlns:a="http://schemas.openxmlformats.org/drawingml/2006/main">
              <a:ext uri="{FF2B5EF4-FFF2-40B4-BE49-F238E27FC236}">
                <a16:creationId xmlns:a16="http://schemas.microsoft.com/office/drawing/2014/main" id="{B30D62D8-1214-4CCC-A69B-D2EAB196B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7665" y="7212782"/>
            <a:ext cx="69009" cy="293295"/>
          </a:xfrm>
          <a:custGeom xmlns:a="http://schemas.openxmlformats.org/drawingml/2006/main">
            <a:pathLst>
              <a:path w="50355" h="214013">
                <a:moveTo>
                  <a:pt x="0" y="75534"/>
                </a:moveTo>
                <a:lnTo>
                  <a:pt x="25178" y="75534"/>
                </a:lnTo>
                <a:lnTo>
                  <a:pt x="50355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214013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214013"/>
                </a:lnTo>
                <a:lnTo>
                  <a:pt x="34620" y="21401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9" name="">
            <a:extLst xmlns:a="http://schemas.openxmlformats.org/drawingml/2006/main">
              <a:ext uri="{FF2B5EF4-FFF2-40B4-BE49-F238E27FC236}">
                <a16:creationId xmlns:a16="http://schemas.microsoft.com/office/drawing/2014/main" id="{A532A548-59E7-4917-8165-D540F243A5E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a2d5964a07d4d06"/>
          <a:stretch xmlns:a="http://schemas.openxmlformats.org/drawingml/2006/main"/>
        </p:blipFill>
        <p:spPr>
          <a:xfrm xmlns:a="http://schemas.openxmlformats.org/drawingml/2006/main">
            <a:off x="6092160" y="6283122"/>
            <a:ext cx="2507561" cy="570414"/>
          </a:xfrm>
          <a:prstGeom xmlns:a="http://schemas.openxmlformats.org/drawingml/2006/main" prst="rect">
            <a:avLst/>
          </a:prstGeom>
        </p:spPr>
      </p:pic>
      <p:sp>
        <p:nvSpPr>
          <p:cNvPr id="30" name="text-30 Matmul">
            <a:extLst xmlns:a="http://schemas.openxmlformats.org/drawingml/2006/main">
              <a:ext uri="{FF2B5EF4-FFF2-40B4-BE49-F238E27FC236}">
                <a16:creationId xmlns:a16="http://schemas.microsoft.com/office/drawing/2014/main" id="{47DAF24F-FF63-4974-AEA6-9387CC39D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17580" y="6327548"/>
            <a:ext cx="1039333" cy="4349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Matmul</a:t>
            </a:r>
          </a:p>
        </p:txBody>
      </p:sp>
      <p:sp>
        <p:nvSpPr>
          <p:cNvPr id="31" name="path-31">
            <a:extLst xmlns:a="http://schemas.openxmlformats.org/drawingml/2006/main">
              <a:ext uri="{FF2B5EF4-FFF2-40B4-BE49-F238E27FC236}">
                <a16:creationId xmlns:a16="http://schemas.microsoft.com/office/drawing/2014/main" id="{E8F3C5F4-F550-446A-B040-F6D2DAC47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3746" y="6710732"/>
            <a:ext cx="69011" cy="244124"/>
          </a:xfrm>
          <a:custGeom xmlns:a="http://schemas.openxmlformats.org/drawingml/2006/main">
            <a:pathLst>
              <a:path w="50356" h="178134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178134"/>
                </a:moveTo>
                <a:lnTo>
                  <a:pt x="34620" y="37767"/>
                </a:lnTo>
                <a:lnTo>
                  <a:pt x="15736" y="37767"/>
                </a:lnTo>
                <a:lnTo>
                  <a:pt x="15736" y="178134"/>
                </a:lnTo>
                <a:lnTo>
                  <a:pt x="34620" y="17813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32">
            <a:extLst xmlns:a="http://schemas.openxmlformats.org/drawingml/2006/main">
              <a:ext uri="{FF2B5EF4-FFF2-40B4-BE49-F238E27FC236}">
                <a16:creationId xmlns:a16="http://schemas.microsoft.com/office/drawing/2014/main" id="{5616ECA1-286C-4606-AFC3-7329C999D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7665" y="6710732"/>
            <a:ext cx="69009" cy="244124"/>
          </a:xfrm>
          <a:custGeom xmlns:a="http://schemas.openxmlformats.org/drawingml/2006/main">
            <a:pathLst>
              <a:path w="50355" h="178134">
                <a:moveTo>
                  <a:pt x="0" y="75534"/>
                </a:moveTo>
                <a:lnTo>
                  <a:pt x="25178" y="75534"/>
                </a:lnTo>
                <a:lnTo>
                  <a:pt x="50355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178134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178134"/>
                </a:lnTo>
                <a:lnTo>
                  <a:pt x="34620" y="17813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path-33">
            <a:extLst xmlns:a="http://schemas.openxmlformats.org/drawingml/2006/main">
              <a:ext uri="{FF2B5EF4-FFF2-40B4-BE49-F238E27FC236}">
                <a16:creationId xmlns:a16="http://schemas.microsoft.com/office/drawing/2014/main" id="{C698D339-7BCD-4ADD-BA45-E94294B6D1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0054" y="4531902"/>
            <a:ext cx="1076562" cy="1068280"/>
          </a:xfrm>
          <a:custGeom xmlns:a="http://schemas.openxmlformats.org/drawingml/2006/main">
            <a:pathLst>
              <a:path w="785554" h="779511">
                <a:moveTo>
                  <a:pt x="0" y="0"/>
                </a:moveTo>
                <a:lnTo>
                  <a:pt x="0" y="779511"/>
                </a:lnTo>
                <a:lnTo>
                  <a:pt x="785554" y="779511"/>
                </a:lnTo>
                <a:lnTo>
                  <a:pt x="78555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path-34">
            <a:extLst xmlns:a="http://schemas.openxmlformats.org/drawingml/2006/main">
              <a:ext uri="{FF2B5EF4-FFF2-40B4-BE49-F238E27FC236}">
                <a16:creationId xmlns:a16="http://schemas.microsoft.com/office/drawing/2014/main" id="{EC98BEA6-8414-4AE9-B17B-B78EA2455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7461" y="4519653"/>
            <a:ext cx="1102439" cy="1093814"/>
          </a:xfrm>
          <a:custGeom xmlns:a="http://schemas.openxmlformats.org/drawingml/2006/main">
            <a:pathLst>
              <a:path w="804436" h="798142">
                <a:moveTo>
                  <a:pt x="804436" y="0"/>
                </a:moveTo>
                <a:lnTo>
                  <a:pt x="804436" y="798142"/>
                </a:lnTo>
                <a:lnTo>
                  <a:pt x="0" y="798142"/>
                </a:lnTo>
                <a:lnTo>
                  <a:pt x="0" y="0"/>
                </a:lnTo>
                <a:lnTo>
                  <a:pt x="804436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788701"/>
                </a:lnTo>
                <a:lnTo>
                  <a:pt x="9442" y="779259"/>
                </a:lnTo>
                <a:lnTo>
                  <a:pt x="794996" y="779259"/>
                </a:lnTo>
                <a:lnTo>
                  <a:pt x="785553" y="788701"/>
                </a:lnTo>
                <a:lnTo>
                  <a:pt x="785553" y="9442"/>
                </a:lnTo>
                <a:lnTo>
                  <a:pt x="794996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" name="path-35">
            <a:extLst xmlns:a="http://schemas.openxmlformats.org/drawingml/2006/main">
              <a:ext uri="{FF2B5EF4-FFF2-40B4-BE49-F238E27FC236}">
                <a16:creationId xmlns:a16="http://schemas.microsoft.com/office/drawing/2014/main" id="{52A5D7A9-F7E2-4A69-94D1-279D21631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0054" y="4533971"/>
            <a:ext cx="269140" cy="267071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path-36">
            <a:extLst xmlns:a="http://schemas.openxmlformats.org/drawingml/2006/main">
              <a:ext uri="{FF2B5EF4-FFF2-40B4-BE49-F238E27FC236}">
                <a16:creationId xmlns:a16="http://schemas.microsoft.com/office/drawing/2014/main" id="{F3671F96-577E-44FD-BAFA-839E7A68C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7461" y="4520515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0"/>
                </a:lnTo>
                <a:lnTo>
                  <a:pt x="196388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path-37">
            <a:extLst xmlns:a="http://schemas.openxmlformats.org/drawingml/2006/main">
              <a:ext uri="{FF2B5EF4-FFF2-40B4-BE49-F238E27FC236}">
                <a16:creationId xmlns:a16="http://schemas.microsoft.com/office/drawing/2014/main" id="{D0AFE583-C274-4464-A02D-F0593B1D0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0054" y="4803112"/>
            <a:ext cx="269140" cy="269140"/>
          </a:xfrm>
          <a:custGeom xmlns:a="http://schemas.openxmlformats.org/drawingml/2006/main">
            <a:pathLst>
              <a:path w="196388" h="196388">
                <a:moveTo>
                  <a:pt x="0" y="0"/>
                </a:moveTo>
                <a:lnTo>
                  <a:pt x="0" y="196388"/>
                </a:lnTo>
                <a:lnTo>
                  <a:pt x="196388" y="19638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path-38">
            <a:extLst xmlns:a="http://schemas.openxmlformats.org/drawingml/2006/main">
              <a:ext uri="{FF2B5EF4-FFF2-40B4-BE49-F238E27FC236}">
                <a16:creationId xmlns:a16="http://schemas.microsoft.com/office/drawing/2014/main" id="{AD74BCD8-C035-4182-AE9C-3D554DCA3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7461" y="479051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path-39">
            <a:extLst xmlns:a="http://schemas.openxmlformats.org/drawingml/2006/main">
              <a:ext uri="{FF2B5EF4-FFF2-40B4-BE49-F238E27FC236}">
                <a16:creationId xmlns:a16="http://schemas.microsoft.com/office/drawing/2014/main" id="{051CBF62-3144-4D98-BF60-DB44877B9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0054" y="5072252"/>
            <a:ext cx="269140" cy="267071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" name="path-40">
            <a:extLst xmlns:a="http://schemas.openxmlformats.org/drawingml/2006/main">
              <a:ext uri="{FF2B5EF4-FFF2-40B4-BE49-F238E27FC236}">
                <a16:creationId xmlns:a16="http://schemas.microsoft.com/office/drawing/2014/main" id="{3845C088-75EF-4A56-9C34-37C00B780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7461" y="5058796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" name="path-41">
            <a:extLst xmlns:a="http://schemas.openxmlformats.org/drawingml/2006/main">
              <a:ext uri="{FF2B5EF4-FFF2-40B4-BE49-F238E27FC236}">
                <a16:creationId xmlns:a16="http://schemas.microsoft.com/office/drawing/2014/main" id="{8277901C-9222-43EB-B905-376E708BD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0054" y="5339323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" name="path-42">
            <a:extLst xmlns:a="http://schemas.openxmlformats.org/drawingml/2006/main">
              <a:ext uri="{FF2B5EF4-FFF2-40B4-BE49-F238E27FC236}">
                <a16:creationId xmlns:a16="http://schemas.microsoft.com/office/drawing/2014/main" id="{F3DB2597-9181-4824-9983-88693BD195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7461" y="5327074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path-43">
            <a:extLst xmlns:a="http://schemas.openxmlformats.org/drawingml/2006/main">
              <a:ext uri="{FF2B5EF4-FFF2-40B4-BE49-F238E27FC236}">
                <a16:creationId xmlns:a16="http://schemas.microsoft.com/office/drawing/2014/main" id="{7CA65084-F40A-481D-A681-B980562E6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9194" y="4533971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path-44">
            <a:extLst xmlns:a="http://schemas.openxmlformats.org/drawingml/2006/main">
              <a:ext uri="{FF2B5EF4-FFF2-40B4-BE49-F238E27FC236}">
                <a16:creationId xmlns:a16="http://schemas.microsoft.com/office/drawing/2014/main" id="{B80208BD-B51A-4782-A727-3F6E6EDED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26601" y="4520515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path-45">
            <a:extLst xmlns:a="http://schemas.openxmlformats.org/drawingml/2006/main">
              <a:ext uri="{FF2B5EF4-FFF2-40B4-BE49-F238E27FC236}">
                <a16:creationId xmlns:a16="http://schemas.microsoft.com/office/drawing/2014/main" id="{FD81F44E-F296-4E99-9EAA-E02DA7C68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9194" y="4803112"/>
            <a:ext cx="269141" cy="269140"/>
          </a:xfrm>
          <a:custGeom xmlns:a="http://schemas.openxmlformats.org/drawingml/2006/main">
            <a:pathLst>
              <a:path w="196389" h="196388">
                <a:moveTo>
                  <a:pt x="0" y="0"/>
                </a:moveTo>
                <a:lnTo>
                  <a:pt x="0" y="196388"/>
                </a:lnTo>
                <a:lnTo>
                  <a:pt x="196389" y="19638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" name="path-46">
            <a:extLst xmlns:a="http://schemas.openxmlformats.org/drawingml/2006/main">
              <a:ext uri="{FF2B5EF4-FFF2-40B4-BE49-F238E27FC236}">
                <a16:creationId xmlns:a16="http://schemas.microsoft.com/office/drawing/2014/main" id="{A07351BF-23C5-468F-9E4D-A67E19522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26601" y="479051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" name="path-47">
            <a:extLst xmlns:a="http://schemas.openxmlformats.org/drawingml/2006/main">
              <a:ext uri="{FF2B5EF4-FFF2-40B4-BE49-F238E27FC236}">
                <a16:creationId xmlns:a16="http://schemas.microsoft.com/office/drawing/2014/main" id="{2F9EDCC7-01D4-447B-B5CD-736233830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9194" y="5072252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" name="path-48">
            <a:extLst xmlns:a="http://schemas.openxmlformats.org/drawingml/2006/main">
              <a:ext uri="{FF2B5EF4-FFF2-40B4-BE49-F238E27FC236}">
                <a16:creationId xmlns:a16="http://schemas.microsoft.com/office/drawing/2014/main" id="{EC941F2C-9EE5-4E9A-95EE-14B1A98EE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26601" y="5058796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" name="path-49">
            <a:extLst xmlns:a="http://schemas.openxmlformats.org/drawingml/2006/main">
              <a:ext uri="{FF2B5EF4-FFF2-40B4-BE49-F238E27FC236}">
                <a16:creationId xmlns:a16="http://schemas.microsoft.com/office/drawing/2014/main" id="{A4565F86-D7B2-47AD-9BDE-3D2C7F8F8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9194" y="533932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" name="path-50">
            <a:extLst xmlns:a="http://schemas.openxmlformats.org/drawingml/2006/main">
              <a:ext uri="{FF2B5EF4-FFF2-40B4-BE49-F238E27FC236}">
                <a16:creationId xmlns:a16="http://schemas.microsoft.com/office/drawing/2014/main" id="{7C236D21-B2F0-4FAC-8AC2-9E9E72030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26601" y="5327074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" name="path-51">
            <a:extLst xmlns:a="http://schemas.openxmlformats.org/drawingml/2006/main">
              <a:ext uri="{FF2B5EF4-FFF2-40B4-BE49-F238E27FC236}">
                <a16:creationId xmlns:a16="http://schemas.microsoft.com/office/drawing/2014/main" id="{E46B2D0B-6485-4C77-A1E0-DFCB8B06F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08336" y="4533971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" name="path-52">
            <a:extLst xmlns:a="http://schemas.openxmlformats.org/drawingml/2006/main">
              <a:ext uri="{FF2B5EF4-FFF2-40B4-BE49-F238E27FC236}">
                <a16:creationId xmlns:a16="http://schemas.microsoft.com/office/drawing/2014/main" id="{BDF4926F-633A-49C6-8D8C-F26843323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95742" y="4520515"/>
            <a:ext cx="295018" cy="294156"/>
          </a:xfrm>
          <a:custGeom xmlns:a="http://schemas.openxmlformats.org/drawingml/2006/main">
            <a:pathLst>
              <a:path w="215271" h="214642">
                <a:moveTo>
                  <a:pt x="215271" y="0"/>
                </a:moveTo>
                <a:lnTo>
                  <a:pt x="215271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1" y="0"/>
                </a:lnTo>
                <a:moveTo>
                  <a:pt x="9441" y="18883"/>
                </a:moveTo>
                <a:lnTo>
                  <a:pt x="18883" y="9442"/>
                </a:lnTo>
                <a:lnTo>
                  <a:pt x="18883" y="205200"/>
                </a:lnTo>
                <a:lnTo>
                  <a:pt x="9441" y="195759"/>
                </a:lnTo>
                <a:lnTo>
                  <a:pt x="205830" y="195759"/>
                </a:lnTo>
                <a:lnTo>
                  <a:pt x="196388" y="205200"/>
                </a:lnTo>
                <a:lnTo>
                  <a:pt x="196388" y="9442"/>
                </a:lnTo>
                <a:lnTo>
                  <a:pt x="205830" y="18883"/>
                </a:lnTo>
                <a:lnTo>
                  <a:pt x="9441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" name="path-53">
            <a:extLst xmlns:a="http://schemas.openxmlformats.org/drawingml/2006/main">
              <a:ext uri="{FF2B5EF4-FFF2-40B4-BE49-F238E27FC236}">
                <a16:creationId xmlns:a16="http://schemas.microsoft.com/office/drawing/2014/main" id="{82F35A69-4C8A-4272-9AF5-54347EFE3A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08336" y="4803112"/>
            <a:ext cx="269141" cy="269140"/>
          </a:xfrm>
          <a:custGeom xmlns:a="http://schemas.openxmlformats.org/drawingml/2006/main">
            <a:pathLst>
              <a:path w="196389" h="196388">
                <a:moveTo>
                  <a:pt x="0" y="0"/>
                </a:moveTo>
                <a:lnTo>
                  <a:pt x="0" y="196388"/>
                </a:lnTo>
                <a:lnTo>
                  <a:pt x="196389" y="19638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path-54">
            <a:extLst xmlns:a="http://schemas.openxmlformats.org/drawingml/2006/main">
              <a:ext uri="{FF2B5EF4-FFF2-40B4-BE49-F238E27FC236}">
                <a16:creationId xmlns:a16="http://schemas.microsoft.com/office/drawing/2014/main" id="{C164338C-5AB8-4D5E-AAF5-0B10226B6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95742" y="4790518"/>
            <a:ext cx="295018" cy="294157"/>
          </a:xfrm>
          <a:custGeom xmlns:a="http://schemas.openxmlformats.org/drawingml/2006/main">
            <a:pathLst>
              <a:path w="215271" h="214643">
                <a:moveTo>
                  <a:pt x="215271" y="0"/>
                </a:moveTo>
                <a:lnTo>
                  <a:pt x="215271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1" y="0"/>
                </a:lnTo>
                <a:moveTo>
                  <a:pt x="9441" y="18884"/>
                </a:moveTo>
                <a:lnTo>
                  <a:pt x="18883" y="9442"/>
                </a:lnTo>
                <a:lnTo>
                  <a:pt x="18883" y="205201"/>
                </a:lnTo>
                <a:lnTo>
                  <a:pt x="9441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1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5">
            <a:extLst xmlns:a="http://schemas.openxmlformats.org/drawingml/2006/main">
              <a:ext uri="{FF2B5EF4-FFF2-40B4-BE49-F238E27FC236}">
                <a16:creationId xmlns:a16="http://schemas.microsoft.com/office/drawing/2014/main" id="{3A3ED390-203D-4DD4-A59C-6FFEF617A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08336" y="5072252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path-56">
            <a:extLst xmlns:a="http://schemas.openxmlformats.org/drawingml/2006/main">
              <a:ext uri="{FF2B5EF4-FFF2-40B4-BE49-F238E27FC236}">
                <a16:creationId xmlns:a16="http://schemas.microsoft.com/office/drawing/2014/main" id="{09A9D757-CFEE-4158-8E20-904BDFA91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95742" y="5058796"/>
            <a:ext cx="295018" cy="294156"/>
          </a:xfrm>
          <a:custGeom xmlns:a="http://schemas.openxmlformats.org/drawingml/2006/main">
            <a:pathLst>
              <a:path w="215271" h="214642">
                <a:moveTo>
                  <a:pt x="215271" y="0"/>
                </a:moveTo>
                <a:lnTo>
                  <a:pt x="215271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1" y="0"/>
                </a:lnTo>
                <a:moveTo>
                  <a:pt x="9441" y="18884"/>
                </a:moveTo>
                <a:lnTo>
                  <a:pt x="18883" y="9442"/>
                </a:lnTo>
                <a:lnTo>
                  <a:pt x="18883" y="205201"/>
                </a:lnTo>
                <a:lnTo>
                  <a:pt x="9441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1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path-57">
            <a:extLst xmlns:a="http://schemas.openxmlformats.org/drawingml/2006/main">
              <a:ext uri="{FF2B5EF4-FFF2-40B4-BE49-F238E27FC236}">
                <a16:creationId xmlns:a16="http://schemas.microsoft.com/office/drawing/2014/main" id="{5BDB8591-4A64-4116-8D6F-38FF171FF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08336" y="533932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" name="path-58">
            <a:extLst xmlns:a="http://schemas.openxmlformats.org/drawingml/2006/main">
              <a:ext uri="{FF2B5EF4-FFF2-40B4-BE49-F238E27FC236}">
                <a16:creationId xmlns:a16="http://schemas.microsoft.com/office/drawing/2014/main" id="{2DED42C3-A230-46BC-96D3-D5A1A119B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95742" y="5327074"/>
            <a:ext cx="295018" cy="294157"/>
          </a:xfrm>
          <a:custGeom xmlns:a="http://schemas.openxmlformats.org/drawingml/2006/main">
            <a:pathLst>
              <a:path w="215271" h="214643">
                <a:moveTo>
                  <a:pt x="215271" y="0"/>
                </a:moveTo>
                <a:lnTo>
                  <a:pt x="215271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1" y="0"/>
                </a:lnTo>
                <a:moveTo>
                  <a:pt x="9441" y="18883"/>
                </a:moveTo>
                <a:lnTo>
                  <a:pt x="18883" y="9442"/>
                </a:lnTo>
                <a:lnTo>
                  <a:pt x="18883" y="205201"/>
                </a:lnTo>
                <a:lnTo>
                  <a:pt x="9441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3"/>
                </a:lnTo>
                <a:lnTo>
                  <a:pt x="9441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" name="path-59">
            <a:extLst xmlns:a="http://schemas.openxmlformats.org/drawingml/2006/main">
              <a:ext uri="{FF2B5EF4-FFF2-40B4-BE49-F238E27FC236}">
                <a16:creationId xmlns:a16="http://schemas.microsoft.com/office/drawing/2014/main" id="{68819AE5-3314-4753-BE84-55B94F64E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477" y="4533971"/>
            <a:ext cx="269140" cy="267071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path-60">
            <a:extLst xmlns:a="http://schemas.openxmlformats.org/drawingml/2006/main">
              <a:ext uri="{FF2B5EF4-FFF2-40B4-BE49-F238E27FC236}">
                <a16:creationId xmlns:a16="http://schemas.microsoft.com/office/drawing/2014/main" id="{7D64FA36-EE91-44CF-A662-B6340AF86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882" y="4520515"/>
            <a:ext cx="295018" cy="294156"/>
          </a:xfrm>
          <a:custGeom xmlns:a="http://schemas.openxmlformats.org/drawingml/2006/main">
            <a:pathLst>
              <a:path w="215271" h="214642">
                <a:moveTo>
                  <a:pt x="215271" y="0"/>
                </a:moveTo>
                <a:lnTo>
                  <a:pt x="215271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1" y="0"/>
                </a:lnTo>
                <a:moveTo>
                  <a:pt x="9442" y="18883"/>
                </a:moveTo>
                <a:lnTo>
                  <a:pt x="18883" y="9442"/>
                </a:lnTo>
                <a:lnTo>
                  <a:pt x="18883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0"/>
                </a:lnTo>
                <a:lnTo>
                  <a:pt x="196388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path-61">
            <a:extLst xmlns:a="http://schemas.openxmlformats.org/drawingml/2006/main">
              <a:ext uri="{FF2B5EF4-FFF2-40B4-BE49-F238E27FC236}">
                <a16:creationId xmlns:a16="http://schemas.microsoft.com/office/drawing/2014/main" id="{FC66A5A7-6351-4F3E-8F52-F7AF83241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477" y="4803112"/>
            <a:ext cx="269140" cy="269140"/>
          </a:xfrm>
          <a:custGeom xmlns:a="http://schemas.openxmlformats.org/drawingml/2006/main">
            <a:pathLst>
              <a:path w="196388" h="196388">
                <a:moveTo>
                  <a:pt x="0" y="0"/>
                </a:moveTo>
                <a:lnTo>
                  <a:pt x="0" y="196388"/>
                </a:lnTo>
                <a:lnTo>
                  <a:pt x="196388" y="19638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" name="path-62">
            <a:extLst xmlns:a="http://schemas.openxmlformats.org/drawingml/2006/main">
              <a:ext uri="{FF2B5EF4-FFF2-40B4-BE49-F238E27FC236}">
                <a16:creationId xmlns:a16="http://schemas.microsoft.com/office/drawing/2014/main" id="{8B4B254F-DD30-486D-A6A8-7B6E5FE37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882" y="4790518"/>
            <a:ext cx="295018" cy="294157"/>
          </a:xfrm>
          <a:custGeom xmlns:a="http://schemas.openxmlformats.org/drawingml/2006/main">
            <a:pathLst>
              <a:path w="215271" h="214643">
                <a:moveTo>
                  <a:pt x="215271" y="0"/>
                </a:moveTo>
                <a:lnTo>
                  <a:pt x="215271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1" y="0"/>
                </a:lnTo>
                <a:moveTo>
                  <a:pt x="9442" y="18884"/>
                </a:moveTo>
                <a:lnTo>
                  <a:pt x="18883" y="9442"/>
                </a:lnTo>
                <a:lnTo>
                  <a:pt x="18883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" name="path-63">
            <a:extLst xmlns:a="http://schemas.openxmlformats.org/drawingml/2006/main">
              <a:ext uri="{FF2B5EF4-FFF2-40B4-BE49-F238E27FC236}">
                <a16:creationId xmlns:a16="http://schemas.microsoft.com/office/drawing/2014/main" id="{E858552E-CF18-412D-B2F8-DB3D80ADC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477" y="5072252"/>
            <a:ext cx="269140" cy="267071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path-64">
            <a:extLst xmlns:a="http://schemas.openxmlformats.org/drawingml/2006/main">
              <a:ext uri="{FF2B5EF4-FFF2-40B4-BE49-F238E27FC236}">
                <a16:creationId xmlns:a16="http://schemas.microsoft.com/office/drawing/2014/main" id="{58813F16-AF89-4D95-9BC6-CFF03B2511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882" y="5058796"/>
            <a:ext cx="295018" cy="294156"/>
          </a:xfrm>
          <a:custGeom xmlns:a="http://schemas.openxmlformats.org/drawingml/2006/main">
            <a:pathLst>
              <a:path w="215271" h="214642">
                <a:moveTo>
                  <a:pt x="215271" y="0"/>
                </a:moveTo>
                <a:lnTo>
                  <a:pt x="215271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1" y="0"/>
                </a:lnTo>
                <a:moveTo>
                  <a:pt x="9442" y="18884"/>
                </a:moveTo>
                <a:lnTo>
                  <a:pt x="18883" y="9442"/>
                </a:lnTo>
                <a:lnTo>
                  <a:pt x="18883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" name="path-65">
            <a:extLst xmlns:a="http://schemas.openxmlformats.org/drawingml/2006/main">
              <a:ext uri="{FF2B5EF4-FFF2-40B4-BE49-F238E27FC236}">
                <a16:creationId xmlns:a16="http://schemas.microsoft.com/office/drawing/2014/main" id="{CE226040-9D48-4C5F-91A3-C791FF1B58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7477" y="5339323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" name="path-66">
            <a:extLst xmlns:a="http://schemas.openxmlformats.org/drawingml/2006/main">
              <a:ext uri="{FF2B5EF4-FFF2-40B4-BE49-F238E27FC236}">
                <a16:creationId xmlns:a16="http://schemas.microsoft.com/office/drawing/2014/main" id="{2C938A99-F0F6-43C2-B267-31A4CCB7C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4882" y="5327074"/>
            <a:ext cx="295018" cy="294157"/>
          </a:xfrm>
          <a:custGeom xmlns:a="http://schemas.openxmlformats.org/drawingml/2006/main">
            <a:pathLst>
              <a:path w="215271" h="214643">
                <a:moveTo>
                  <a:pt x="215271" y="0"/>
                </a:moveTo>
                <a:lnTo>
                  <a:pt x="215271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1" y="0"/>
                </a:lnTo>
                <a:moveTo>
                  <a:pt x="9442" y="18883"/>
                </a:moveTo>
                <a:lnTo>
                  <a:pt x="18883" y="9442"/>
                </a:lnTo>
                <a:lnTo>
                  <a:pt x="18883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" name="path-67">
            <a:extLst xmlns:a="http://schemas.openxmlformats.org/drawingml/2006/main">
              <a:ext uri="{FF2B5EF4-FFF2-40B4-BE49-F238E27FC236}">
                <a16:creationId xmlns:a16="http://schemas.microsoft.com/office/drawing/2014/main" id="{79A20621-AC51-42CD-A9EB-A1EB80EB4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305" y="4678894"/>
            <a:ext cx="1076562" cy="1068280"/>
          </a:xfrm>
          <a:custGeom xmlns:a="http://schemas.openxmlformats.org/drawingml/2006/main">
            <a:pathLst>
              <a:path w="785554" h="779511">
                <a:moveTo>
                  <a:pt x="0" y="0"/>
                </a:moveTo>
                <a:lnTo>
                  <a:pt x="0" y="779511"/>
                </a:lnTo>
                <a:lnTo>
                  <a:pt x="785554" y="779511"/>
                </a:lnTo>
                <a:lnTo>
                  <a:pt x="78555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" name="path-68">
            <a:extLst xmlns:a="http://schemas.openxmlformats.org/drawingml/2006/main">
              <a:ext uri="{FF2B5EF4-FFF2-40B4-BE49-F238E27FC236}">
                <a16:creationId xmlns:a16="http://schemas.microsoft.com/office/drawing/2014/main" id="{4AC1105A-55CC-43D3-A585-2980FBDC7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056" y="4666299"/>
            <a:ext cx="1102440" cy="1093814"/>
          </a:xfrm>
          <a:custGeom xmlns:a="http://schemas.openxmlformats.org/drawingml/2006/main">
            <a:pathLst>
              <a:path w="804437" h="798143">
                <a:moveTo>
                  <a:pt x="804437" y="0"/>
                </a:moveTo>
                <a:lnTo>
                  <a:pt x="804437" y="798143"/>
                </a:lnTo>
                <a:lnTo>
                  <a:pt x="0" y="798143"/>
                </a:lnTo>
                <a:lnTo>
                  <a:pt x="0" y="0"/>
                </a:lnTo>
                <a:lnTo>
                  <a:pt x="804437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788701"/>
                </a:lnTo>
                <a:lnTo>
                  <a:pt x="9442" y="779259"/>
                </a:lnTo>
                <a:lnTo>
                  <a:pt x="794996" y="779259"/>
                </a:lnTo>
                <a:lnTo>
                  <a:pt x="785554" y="788701"/>
                </a:lnTo>
                <a:lnTo>
                  <a:pt x="785554" y="9442"/>
                </a:lnTo>
                <a:lnTo>
                  <a:pt x="794996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" name="path-69">
            <a:extLst xmlns:a="http://schemas.openxmlformats.org/drawingml/2006/main">
              <a:ext uri="{FF2B5EF4-FFF2-40B4-BE49-F238E27FC236}">
                <a16:creationId xmlns:a16="http://schemas.microsoft.com/office/drawing/2014/main" id="{FF12C493-0E66-4366-8B87-97355DB8F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305" y="4680963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path-70">
            <a:extLst xmlns:a="http://schemas.openxmlformats.org/drawingml/2006/main">
              <a:ext uri="{FF2B5EF4-FFF2-40B4-BE49-F238E27FC236}">
                <a16:creationId xmlns:a16="http://schemas.microsoft.com/office/drawing/2014/main" id="{A4414F2E-9167-4F3C-9ECF-4D07001BE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056" y="4667162"/>
            <a:ext cx="295019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71">
            <a:extLst xmlns:a="http://schemas.openxmlformats.org/drawingml/2006/main">
              <a:ext uri="{FF2B5EF4-FFF2-40B4-BE49-F238E27FC236}">
                <a16:creationId xmlns:a16="http://schemas.microsoft.com/office/drawing/2014/main" id="{45F2A78D-AAAB-46FD-994D-9DD7C06753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305" y="4950105"/>
            <a:ext cx="269141" cy="269140"/>
          </a:xfrm>
          <a:custGeom xmlns:a="http://schemas.openxmlformats.org/drawingml/2006/main">
            <a:pathLst>
              <a:path w="196389" h="196388">
                <a:moveTo>
                  <a:pt x="0" y="0"/>
                </a:moveTo>
                <a:lnTo>
                  <a:pt x="0" y="196388"/>
                </a:lnTo>
                <a:lnTo>
                  <a:pt x="196389" y="19638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path-72">
            <a:extLst xmlns:a="http://schemas.openxmlformats.org/drawingml/2006/main">
              <a:ext uri="{FF2B5EF4-FFF2-40B4-BE49-F238E27FC236}">
                <a16:creationId xmlns:a16="http://schemas.microsoft.com/office/drawing/2014/main" id="{0555451D-566D-4632-8F36-4ED0F1747A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056" y="4937165"/>
            <a:ext cx="295019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" name="path-73">
            <a:extLst xmlns:a="http://schemas.openxmlformats.org/drawingml/2006/main">
              <a:ext uri="{FF2B5EF4-FFF2-40B4-BE49-F238E27FC236}">
                <a16:creationId xmlns:a16="http://schemas.microsoft.com/office/drawing/2014/main" id="{F5E92FAF-B605-4906-8AE0-844CF163D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305" y="5219245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" name="path-74">
            <a:extLst xmlns:a="http://schemas.openxmlformats.org/drawingml/2006/main">
              <a:ext uri="{FF2B5EF4-FFF2-40B4-BE49-F238E27FC236}">
                <a16:creationId xmlns:a16="http://schemas.microsoft.com/office/drawing/2014/main" id="{56A85835-5982-4BF7-8A1E-AB1AD1D1D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056" y="5205443"/>
            <a:ext cx="295019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0"/>
                </a:lnTo>
                <a:lnTo>
                  <a:pt x="196388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" name="path-75">
            <a:extLst xmlns:a="http://schemas.openxmlformats.org/drawingml/2006/main">
              <a:ext uri="{FF2B5EF4-FFF2-40B4-BE49-F238E27FC236}">
                <a16:creationId xmlns:a16="http://schemas.microsoft.com/office/drawing/2014/main" id="{052908C1-8A35-42E8-B2CB-5A9F22EFF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305" y="5486315"/>
            <a:ext cx="269141" cy="269140"/>
          </a:xfrm>
          <a:custGeom xmlns:a="http://schemas.openxmlformats.org/drawingml/2006/main">
            <a:pathLst>
              <a:path w="196389" h="196388">
                <a:moveTo>
                  <a:pt x="0" y="0"/>
                </a:moveTo>
                <a:lnTo>
                  <a:pt x="0" y="196388"/>
                </a:lnTo>
                <a:lnTo>
                  <a:pt x="196389" y="19638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" name="path-76">
            <a:extLst xmlns:a="http://schemas.openxmlformats.org/drawingml/2006/main">
              <a:ext uri="{FF2B5EF4-FFF2-40B4-BE49-F238E27FC236}">
                <a16:creationId xmlns:a16="http://schemas.microsoft.com/office/drawing/2014/main" id="{4BB31955-F3C9-405F-9A0C-122B33705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056" y="5473721"/>
            <a:ext cx="295019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" name="path-77">
            <a:extLst xmlns:a="http://schemas.openxmlformats.org/drawingml/2006/main">
              <a:ext uri="{FF2B5EF4-FFF2-40B4-BE49-F238E27FC236}">
                <a16:creationId xmlns:a16="http://schemas.microsoft.com/office/drawing/2014/main" id="{A885C78B-1B7D-4984-95DB-BAF6E7911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446" y="4680963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" name="path-78">
            <a:extLst xmlns:a="http://schemas.openxmlformats.org/drawingml/2006/main">
              <a:ext uri="{FF2B5EF4-FFF2-40B4-BE49-F238E27FC236}">
                <a16:creationId xmlns:a16="http://schemas.microsoft.com/office/drawing/2014/main" id="{A9C10F82-50EC-44FE-AA4C-B0C6378DA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8195" y="4667162"/>
            <a:ext cx="295020" cy="294157"/>
          </a:xfrm>
          <a:custGeom xmlns:a="http://schemas.openxmlformats.org/drawingml/2006/main">
            <a:pathLst>
              <a:path w="215273" h="214643">
                <a:moveTo>
                  <a:pt x="215273" y="0"/>
                </a:moveTo>
                <a:lnTo>
                  <a:pt x="215273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3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" name="path-79">
            <a:extLst xmlns:a="http://schemas.openxmlformats.org/drawingml/2006/main">
              <a:ext uri="{FF2B5EF4-FFF2-40B4-BE49-F238E27FC236}">
                <a16:creationId xmlns:a16="http://schemas.microsoft.com/office/drawing/2014/main" id="{044828D7-0795-4C36-BE45-36BC2CA1F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446" y="4950105"/>
            <a:ext cx="269141" cy="269140"/>
          </a:xfrm>
          <a:custGeom xmlns:a="http://schemas.openxmlformats.org/drawingml/2006/main">
            <a:pathLst>
              <a:path w="196389" h="196388">
                <a:moveTo>
                  <a:pt x="0" y="0"/>
                </a:moveTo>
                <a:lnTo>
                  <a:pt x="0" y="196388"/>
                </a:lnTo>
                <a:lnTo>
                  <a:pt x="196389" y="19638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" name="path-80">
            <a:extLst xmlns:a="http://schemas.openxmlformats.org/drawingml/2006/main">
              <a:ext uri="{FF2B5EF4-FFF2-40B4-BE49-F238E27FC236}">
                <a16:creationId xmlns:a16="http://schemas.microsoft.com/office/drawing/2014/main" id="{DAAB10F9-CC5C-409F-99C9-68F407762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8195" y="4937165"/>
            <a:ext cx="295020" cy="294156"/>
          </a:xfrm>
          <a:custGeom xmlns:a="http://schemas.openxmlformats.org/drawingml/2006/main">
            <a:pathLst>
              <a:path w="215273" h="214642">
                <a:moveTo>
                  <a:pt x="215273" y="0"/>
                </a:moveTo>
                <a:lnTo>
                  <a:pt x="215273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3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81">
            <a:extLst xmlns:a="http://schemas.openxmlformats.org/drawingml/2006/main">
              <a:ext uri="{FF2B5EF4-FFF2-40B4-BE49-F238E27FC236}">
                <a16:creationId xmlns:a16="http://schemas.microsoft.com/office/drawing/2014/main" id="{9C546691-4050-4D4D-87FE-59CFF4ED2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446" y="5219245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path-82">
            <a:extLst xmlns:a="http://schemas.openxmlformats.org/drawingml/2006/main">
              <a:ext uri="{FF2B5EF4-FFF2-40B4-BE49-F238E27FC236}">
                <a16:creationId xmlns:a16="http://schemas.microsoft.com/office/drawing/2014/main" id="{403682EC-6261-4661-94B4-8913D064B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8195" y="5205443"/>
            <a:ext cx="295020" cy="294156"/>
          </a:xfrm>
          <a:custGeom xmlns:a="http://schemas.openxmlformats.org/drawingml/2006/main">
            <a:pathLst>
              <a:path w="215273" h="214642">
                <a:moveTo>
                  <a:pt x="215273" y="0"/>
                </a:moveTo>
                <a:lnTo>
                  <a:pt x="215273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3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" name="path-83">
            <a:extLst xmlns:a="http://schemas.openxmlformats.org/drawingml/2006/main">
              <a:ext uri="{FF2B5EF4-FFF2-40B4-BE49-F238E27FC236}">
                <a16:creationId xmlns:a16="http://schemas.microsoft.com/office/drawing/2014/main" id="{8820E5CB-11F9-49F1-B49E-AC078B99A0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0446" y="5486315"/>
            <a:ext cx="269141" cy="269140"/>
          </a:xfrm>
          <a:custGeom xmlns:a="http://schemas.openxmlformats.org/drawingml/2006/main">
            <a:pathLst>
              <a:path w="196389" h="196388">
                <a:moveTo>
                  <a:pt x="0" y="0"/>
                </a:moveTo>
                <a:lnTo>
                  <a:pt x="0" y="196388"/>
                </a:lnTo>
                <a:lnTo>
                  <a:pt x="196389" y="19638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84">
            <a:extLst xmlns:a="http://schemas.openxmlformats.org/drawingml/2006/main">
              <a:ext uri="{FF2B5EF4-FFF2-40B4-BE49-F238E27FC236}">
                <a16:creationId xmlns:a16="http://schemas.microsoft.com/office/drawing/2014/main" id="{ED367E70-AC3D-4539-A089-28C04CF08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8195" y="5473721"/>
            <a:ext cx="295020" cy="294157"/>
          </a:xfrm>
          <a:custGeom xmlns:a="http://schemas.openxmlformats.org/drawingml/2006/main">
            <a:pathLst>
              <a:path w="215273" h="214643">
                <a:moveTo>
                  <a:pt x="215273" y="0"/>
                </a:moveTo>
                <a:lnTo>
                  <a:pt x="215273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3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85">
            <a:extLst xmlns:a="http://schemas.openxmlformats.org/drawingml/2006/main">
              <a:ext uri="{FF2B5EF4-FFF2-40B4-BE49-F238E27FC236}">
                <a16:creationId xmlns:a16="http://schemas.microsoft.com/office/drawing/2014/main" id="{22693508-3FD4-4531-B988-007E569CB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9586" y="4680963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" name="path-86">
            <a:extLst xmlns:a="http://schemas.openxmlformats.org/drawingml/2006/main">
              <a:ext uri="{FF2B5EF4-FFF2-40B4-BE49-F238E27FC236}">
                <a16:creationId xmlns:a16="http://schemas.microsoft.com/office/drawing/2014/main" id="{CE1C7440-2CA8-4375-93E1-43A37FBF97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7336" y="4667162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" name="path-87">
            <a:extLst xmlns:a="http://schemas.openxmlformats.org/drawingml/2006/main">
              <a:ext uri="{FF2B5EF4-FFF2-40B4-BE49-F238E27FC236}">
                <a16:creationId xmlns:a16="http://schemas.microsoft.com/office/drawing/2014/main" id="{A42A1CD7-099A-4524-AC86-940CC2BA3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9586" y="4950105"/>
            <a:ext cx="269141" cy="269140"/>
          </a:xfrm>
          <a:custGeom xmlns:a="http://schemas.openxmlformats.org/drawingml/2006/main">
            <a:pathLst>
              <a:path w="196389" h="196388">
                <a:moveTo>
                  <a:pt x="0" y="0"/>
                </a:moveTo>
                <a:lnTo>
                  <a:pt x="0" y="196388"/>
                </a:lnTo>
                <a:lnTo>
                  <a:pt x="196389" y="19638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" name="path-88">
            <a:extLst xmlns:a="http://schemas.openxmlformats.org/drawingml/2006/main">
              <a:ext uri="{FF2B5EF4-FFF2-40B4-BE49-F238E27FC236}">
                <a16:creationId xmlns:a16="http://schemas.microsoft.com/office/drawing/2014/main" id="{BEA9423A-3EBD-4805-9871-FC5C1703E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7336" y="4937165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" name="path-89">
            <a:extLst xmlns:a="http://schemas.openxmlformats.org/drawingml/2006/main">
              <a:ext uri="{FF2B5EF4-FFF2-40B4-BE49-F238E27FC236}">
                <a16:creationId xmlns:a16="http://schemas.microsoft.com/office/drawing/2014/main" id="{57239D4B-ACE4-4696-A4A0-609A742A4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9586" y="5219245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" name="path-90">
            <a:extLst xmlns:a="http://schemas.openxmlformats.org/drawingml/2006/main">
              <a:ext uri="{FF2B5EF4-FFF2-40B4-BE49-F238E27FC236}">
                <a16:creationId xmlns:a16="http://schemas.microsoft.com/office/drawing/2014/main" id="{96E8514F-B41B-4771-9EDC-BA87FD5F9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7336" y="5205443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" name="path-91">
            <a:extLst xmlns:a="http://schemas.openxmlformats.org/drawingml/2006/main">
              <a:ext uri="{FF2B5EF4-FFF2-40B4-BE49-F238E27FC236}">
                <a16:creationId xmlns:a16="http://schemas.microsoft.com/office/drawing/2014/main" id="{9EABA24C-B130-4ECF-B5E8-5D6CD0CAB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9586" y="5486315"/>
            <a:ext cx="269141" cy="269140"/>
          </a:xfrm>
          <a:custGeom xmlns:a="http://schemas.openxmlformats.org/drawingml/2006/main">
            <a:pathLst>
              <a:path w="196389" h="196388">
                <a:moveTo>
                  <a:pt x="0" y="0"/>
                </a:moveTo>
                <a:lnTo>
                  <a:pt x="0" y="196388"/>
                </a:lnTo>
                <a:lnTo>
                  <a:pt x="196389" y="19638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" name="path-92">
            <a:extLst xmlns:a="http://schemas.openxmlformats.org/drawingml/2006/main">
              <a:ext uri="{FF2B5EF4-FFF2-40B4-BE49-F238E27FC236}">
                <a16:creationId xmlns:a16="http://schemas.microsoft.com/office/drawing/2014/main" id="{9C283FD5-A9C2-40B6-8F89-EBD24D9CF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7336" y="5473721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" name="path-93">
            <a:extLst xmlns:a="http://schemas.openxmlformats.org/drawingml/2006/main">
              <a:ext uri="{FF2B5EF4-FFF2-40B4-BE49-F238E27FC236}">
                <a16:creationId xmlns:a16="http://schemas.microsoft.com/office/drawing/2014/main" id="{8114A6C2-B9CA-40D3-A482-0114EF1F5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8727" y="4680963"/>
            <a:ext cx="269140" cy="267071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" name="path-94">
            <a:extLst xmlns:a="http://schemas.openxmlformats.org/drawingml/2006/main">
              <a:ext uri="{FF2B5EF4-FFF2-40B4-BE49-F238E27FC236}">
                <a16:creationId xmlns:a16="http://schemas.microsoft.com/office/drawing/2014/main" id="{65CE6164-F2F1-4B40-B279-5ABAFDFE3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6477" y="4667162"/>
            <a:ext cx="295018" cy="294157"/>
          </a:xfrm>
          <a:custGeom xmlns:a="http://schemas.openxmlformats.org/drawingml/2006/main">
            <a:pathLst>
              <a:path w="215271" h="214643">
                <a:moveTo>
                  <a:pt x="215271" y="0"/>
                </a:moveTo>
                <a:lnTo>
                  <a:pt x="215271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1" y="0"/>
                </a:lnTo>
                <a:moveTo>
                  <a:pt x="9442" y="18884"/>
                </a:moveTo>
                <a:lnTo>
                  <a:pt x="18883" y="9442"/>
                </a:lnTo>
                <a:lnTo>
                  <a:pt x="18883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95">
            <a:extLst xmlns:a="http://schemas.openxmlformats.org/drawingml/2006/main">
              <a:ext uri="{FF2B5EF4-FFF2-40B4-BE49-F238E27FC236}">
                <a16:creationId xmlns:a16="http://schemas.microsoft.com/office/drawing/2014/main" id="{0B4257F4-15C8-4765-98ED-E938C1AC8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8727" y="4950105"/>
            <a:ext cx="269140" cy="269140"/>
          </a:xfrm>
          <a:custGeom xmlns:a="http://schemas.openxmlformats.org/drawingml/2006/main">
            <a:pathLst>
              <a:path w="196388" h="196388">
                <a:moveTo>
                  <a:pt x="0" y="0"/>
                </a:moveTo>
                <a:lnTo>
                  <a:pt x="0" y="196388"/>
                </a:lnTo>
                <a:lnTo>
                  <a:pt x="196388" y="19638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" name="path-96">
            <a:extLst xmlns:a="http://schemas.openxmlformats.org/drawingml/2006/main">
              <a:ext uri="{FF2B5EF4-FFF2-40B4-BE49-F238E27FC236}">
                <a16:creationId xmlns:a16="http://schemas.microsoft.com/office/drawing/2014/main" id="{BB1B899F-6123-4D5A-AD7F-850523D1A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6477" y="4937165"/>
            <a:ext cx="295018" cy="294156"/>
          </a:xfrm>
          <a:custGeom xmlns:a="http://schemas.openxmlformats.org/drawingml/2006/main">
            <a:pathLst>
              <a:path w="215271" h="214642">
                <a:moveTo>
                  <a:pt x="215271" y="0"/>
                </a:moveTo>
                <a:lnTo>
                  <a:pt x="215271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1" y="0"/>
                </a:lnTo>
                <a:moveTo>
                  <a:pt x="9442" y="18884"/>
                </a:moveTo>
                <a:lnTo>
                  <a:pt x="18883" y="9442"/>
                </a:lnTo>
                <a:lnTo>
                  <a:pt x="18883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" name="path-97">
            <a:extLst xmlns:a="http://schemas.openxmlformats.org/drawingml/2006/main">
              <a:ext uri="{FF2B5EF4-FFF2-40B4-BE49-F238E27FC236}">
                <a16:creationId xmlns:a16="http://schemas.microsoft.com/office/drawing/2014/main" id="{FD6D4E94-78CB-48CE-A706-F5CD75744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8727" y="5219245"/>
            <a:ext cx="269140" cy="267071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" name="path-98">
            <a:extLst xmlns:a="http://schemas.openxmlformats.org/drawingml/2006/main">
              <a:ext uri="{FF2B5EF4-FFF2-40B4-BE49-F238E27FC236}">
                <a16:creationId xmlns:a16="http://schemas.microsoft.com/office/drawing/2014/main" id="{B817BB65-C071-445C-B027-A7CD31C55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6477" y="5205443"/>
            <a:ext cx="295018" cy="294156"/>
          </a:xfrm>
          <a:custGeom xmlns:a="http://schemas.openxmlformats.org/drawingml/2006/main">
            <a:pathLst>
              <a:path w="215271" h="214642">
                <a:moveTo>
                  <a:pt x="215271" y="0"/>
                </a:moveTo>
                <a:lnTo>
                  <a:pt x="215271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1" y="0"/>
                </a:lnTo>
                <a:moveTo>
                  <a:pt x="9442" y="18883"/>
                </a:moveTo>
                <a:lnTo>
                  <a:pt x="18883" y="9442"/>
                </a:lnTo>
                <a:lnTo>
                  <a:pt x="18883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0"/>
                </a:lnTo>
                <a:lnTo>
                  <a:pt x="196388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" name="path-99">
            <a:extLst xmlns:a="http://schemas.openxmlformats.org/drawingml/2006/main">
              <a:ext uri="{FF2B5EF4-FFF2-40B4-BE49-F238E27FC236}">
                <a16:creationId xmlns:a16="http://schemas.microsoft.com/office/drawing/2014/main" id="{3B93CE6E-8292-4F0B-B982-867012CDE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8727" y="5486315"/>
            <a:ext cx="269140" cy="269140"/>
          </a:xfrm>
          <a:custGeom xmlns:a="http://schemas.openxmlformats.org/drawingml/2006/main">
            <a:pathLst>
              <a:path w="196388" h="196388">
                <a:moveTo>
                  <a:pt x="0" y="0"/>
                </a:moveTo>
                <a:lnTo>
                  <a:pt x="0" y="196388"/>
                </a:lnTo>
                <a:lnTo>
                  <a:pt x="196388" y="19638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" name="path-100">
            <a:extLst xmlns:a="http://schemas.openxmlformats.org/drawingml/2006/main">
              <a:ext uri="{FF2B5EF4-FFF2-40B4-BE49-F238E27FC236}">
                <a16:creationId xmlns:a16="http://schemas.microsoft.com/office/drawing/2014/main" id="{DA99E8F5-1A36-4DE7-B915-B82A61A6B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6477" y="5473721"/>
            <a:ext cx="295018" cy="294157"/>
          </a:xfrm>
          <a:custGeom xmlns:a="http://schemas.openxmlformats.org/drawingml/2006/main">
            <a:pathLst>
              <a:path w="215271" h="214643">
                <a:moveTo>
                  <a:pt x="215271" y="0"/>
                </a:moveTo>
                <a:lnTo>
                  <a:pt x="215271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1" y="0"/>
                </a:lnTo>
                <a:moveTo>
                  <a:pt x="9442" y="18884"/>
                </a:moveTo>
                <a:lnTo>
                  <a:pt x="18883" y="9442"/>
                </a:lnTo>
                <a:lnTo>
                  <a:pt x="18883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" name="path-101">
            <a:extLst xmlns:a="http://schemas.openxmlformats.org/drawingml/2006/main">
              <a:ext uri="{FF2B5EF4-FFF2-40B4-BE49-F238E27FC236}">
                <a16:creationId xmlns:a16="http://schemas.microsoft.com/office/drawing/2014/main" id="{6D323465-3E0A-4B9E-83F4-AA17391F3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9665" y="4865222"/>
            <a:ext cx="1076561" cy="1068280"/>
          </a:xfrm>
          <a:custGeom xmlns:a="http://schemas.openxmlformats.org/drawingml/2006/main">
            <a:pathLst>
              <a:path w="785553" h="779510">
                <a:moveTo>
                  <a:pt x="0" y="0"/>
                </a:moveTo>
                <a:lnTo>
                  <a:pt x="0" y="779510"/>
                </a:lnTo>
                <a:lnTo>
                  <a:pt x="785553" y="779510"/>
                </a:lnTo>
                <a:lnTo>
                  <a:pt x="78555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" name="path-102">
            <a:extLst xmlns:a="http://schemas.openxmlformats.org/drawingml/2006/main">
              <a:ext uri="{FF2B5EF4-FFF2-40B4-BE49-F238E27FC236}">
                <a16:creationId xmlns:a16="http://schemas.microsoft.com/office/drawing/2014/main" id="{B81A8324-B14B-4612-A730-ABCA16540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7070" y="4852627"/>
            <a:ext cx="1102441" cy="1093814"/>
          </a:xfrm>
          <a:custGeom xmlns:a="http://schemas.openxmlformats.org/drawingml/2006/main">
            <a:pathLst>
              <a:path w="804437" h="798143">
                <a:moveTo>
                  <a:pt x="804437" y="0"/>
                </a:moveTo>
                <a:lnTo>
                  <a:pt x="804437" y="798143"/>
                </a:lnTo>
                <a:lnTo>
                  <a:pt x="0" y="798143"/>
                </a:lnTo>
                <a:lnTo>
                  <a:pt x="0" y="0"/>
                </a:lnTo>
                <a:lnTo>
                  <a:pt x="804437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788701"/>
                </a:lnTo>
                <a:lnTo>
                  <a:pt x="9442" y="779259"/>
                </a:lnTo>
                <a:lnTo>
                  <a:pt x="794996" y="779259"/>
                </a:lnTo>
                <a:lnTo>
                  <a:pt x="785553" y="788701"/>
                </a:lnTo>
                <a:lnTo>
                  <a:pt x="785553" y="9442"/>
                </a:lnTo>
                <a:lnTo>
                  <a:pt x="794996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" name="path-103">
            <a:extLst xmlns:a="http://schemas.openxmlformats.org/drawingml/2006/main">
              <a:ext uri="{FF2B5EF4-FFF2-40B4-BE49-F238E27FC236}">
                <a16:creationId xmlns:a16="http://schemas.microsoft.com/office/drawing/2014/main" id="{6AF03319-5711-43E1-BCC8-930A6B437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9665" y="486729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" name="path-104">
            <a:extLst xmlns:a="http://schemas.openxmlformats.org/drawingml/2006/main">
              <a:ext uri="{FF2B5EF4-FFF2-40B4-BE49-F238E27FC236}">
                <a16:creationId xmlns:a16="http://schemas.microsoft.com/office/drawing/2014/main" id="{A278443E-F57B-4B11-926C-8F5AC93F6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7070" y="4853490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" name="path-105">
            <a:extLst xmlns:a="http://schemas.openxmlformats.org/drawingml/2006/main">
              <a:ext uri="{FF2B5EF4-FFF2-40B4-BE49-F238E27FC236}">
                <a16:creationId xmlns:a16="http://schemas.microsoft.com/office/drawing/2014/main" id="{FECE6C21-806A-468D-A850-679E096D8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9665" y="513643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" name="path-106">
            <a:extLst xmlns:a="http://schemas.openxmlformats.org/drawingml/2006/main">
              <a:ext uri="{FF2B5EF4-FFF2-40B4-BE49-F238E27FC236}">
                <a16:creationId xmlns:a16="http://schemas.microsoft.com/office/drawing/2014/main" id="{06018B0B-CBD2-4412-8080-6A8962AD1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7070" y="5123493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" name="path-107">
            <a:extLst xmlns:a="http://schemas.openxmlformats.org/drawingml/2006/main">
              <a:ext uri="{FF2B5EF4-FFF2-40B4-BE49-F238E27FC236}">
                <a16:creationId xmlns:a16="http://schemas.microsoft.com/office/drawing/2014/main" id="{09CC79BD-22BF-44C6-9423-3CC130B1D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9665" y="540557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" name="path-108">
            <a:extLst xmlns:a="http://schemas.openxmlformats.org/drawingml/2006/main">
              <a:ext uri="{FF2B5EF4-FFF2-40B4-BE49-F238E27FC236}">
                <a16:creationId xmlns:a16="http://schemas.microsoft.com/office/drawing/2014/main" id="{AACEB82F-D294-4E27-9532-6E0C2F5B0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7070" y="5391771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" name="path-109">
            <a:extLst xmlns:a="http://schemas.openxmlformats.org/drawingml/2006/main">
              <a:ext uri="{FF2B5EF4-FFF2-40B4-BE49-F238E27FC236}">
                <a16:creationId xmlns:a16="http://schemas.microsoft.com/office/drawing/2014/main" id="{53A7269A-255B-418B-85E1-78714F741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9665" y="567264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" name="path-110">
            <a:extLst xmlns:a="http://schemas.openxmlformats.org/drawingml/2006/main">
              <a:ext uri="{FF2B5EF4-FFF2-40B4-BE49-F238E27FC236}">
                <a16:creationId xmlns:a16="http://schemas.microsoft.com/office/drawing/2014/main" id="{F9178B24-2D16-48BC-9F2B-D22E21CC2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7070" y="566004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111">
            <a:extLst xmlns:a="http://schemas.openxmlformats.org/drawingml/2006/main">
              <a:ext uri="{FF2B5EF4-FFF2-40B4-BE49-F238E27FC236}">
                <a16:creationId xmlns:a16="http://schemas.microsoft.com/office/drawing/2014/main" id="{E7C0CCDE-2249-4E5D-8C74-BF4273138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38805" y="486729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" name="path-112">
            <a:extLst xmlns:a="http://schemas.openxmlformats.org/drawingml/2006/main">
              <a:ext uri="{FF2B5EF4-FFF2-40B4-BE49-F238E27FC236}">
                <a16:creationId xmlns:a16="http://schemas.microsoft.com/office/drawing/2014/main" id="{B2987B4B-1B9E-471C-8635-D2966E070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6210" y="4853490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" name="path-113">
            <a:extLst xmlns:a="http://schemas.openxmlformats.org/drawingml/2006/main">
              <a:ext uri="{FF2B5EF4-FFF2-40B4-BE49-F238E27FC236}">
                <a16:creationId xmlns:a16="http://schemas.microsoft.com/office/drawing/2014/main" id="{AB20B3BD-3189-4633-AF8F-F19350A33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38805" y="513643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" name="path-114">
            <a:extLst xmlns:a="http://schemas.openxmlformats.org/drawingml/2006/main">
              <a:ext uri="{FF2B5EF4-FFF2-40B4-BE49-F238E27FC236}">
                <a16:creationId xmlns:a16="http://schemas.microsoft.com/office/drawing/2014/main" id="{FE191FFC-2DFD-4E9D-A422-F6FC9DDF7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6210" y="5123493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" name="path-115">
            <a:extLst xmlns:a="http://schemas.openxmlformats.org/drawingml/2006/main">
              <a:ext uri="{FF2B5EF4-FFF2-40B4-BE49-F238E27FC236}">
                <a16:creationId xmlns:a16="http://schemas.microsoft.com/office/drawing/2014/main" id="{14328086-B489-4394-BB90-D145662FC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38805" y="540557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" name="path-116">
            <a:extLst xmlns:a="http://schemas.openxmlformats.org/drawingml/2006/main">
              <a:ext uri="{FF2B5EF4-FFF2-40B4-BE49-F238E27FC236}">
                <a16:creationId xmlns:a16="http://schemas.microsoft.com/office/drawing/2014/main" id="{5922307E-6B42-40D7-B8FA-FB560D1A2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6210" y="5391771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" name="path-117">
            <a:extLst xmlns:a="http://schemas.openxmlformats.org/drawingml/2006/main">
              <a:ext uri="{FF2B5EF4-FFF2-40B4-BE49-F238E27FC236}">
                <a16:creationId xmlns:a16="http://schemas.microsoft.com/office/drawing/2014/main" id="{5E279C52-AA64-4144-93A8-517558A7D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38805" y="567264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" name="path-118">
            <a:extLst xmlns:a="http://schemas.openxmlformats.org/drawingml/2006/main">
              <a:ext uri="{FF2B5EF4-FFF2-40B4-BE49-F238E27FC236}">
                <a16:creationId xmlns:a16="http://schemas.microsoft.com/office/drawing/2014/main" id="{D8C05742-F6E9-4A70-A724-397238D912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6210" y="566004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" name="path-119">
            <a:extLst xmlns:a="http://schemas.openxmlformats.org/drawingml/2006/main">
              <a:ext uri="{FF2B5EF4-FFF2-40B4-BE49-F238E27FC236}">
                <a16:creationId xmlns:a16="http://schemas.microsoft.com/office/drawing/2014/main" id="{18D6213C-F679-4165-8915-E4B4F221B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7945" y="486729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" name="path-120">
            <a:extLst xmlns:a="http://schemas.openxmlformats.org/drawingml/2006/main">
              <a:ext uri="{FF2B5EF4-FFF2-40B4-BE49-F238E27FC236}">
                <a16:creationId xmlns:a16="http://schemas.microsoft.com/office/drawing/2014/main" id="{BA25F31A-713D-4DDE-994E-A61705127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351" y="4853490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121">
            <a:extLst xmlns:a="http://schemas.openxmlformats.org/drawingml/2006/main">
              <a:ext uri="{FF2B5EF4-FFF2-40B4-BE49-F238E27FC236}">
                <a16:creationId xmlns:a16="http://schemas.microsoft.com/office/drawing/2014/main" id="{37055EA3-AE6B-4EE1-98B7-C18774DB69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7945" y="513643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" name="path-122">
            <a:extLst xmlns:a="http://schemas.openxmlformats.org/drawingml/2006/main">
              <a:ext uri="{FF2B5EF4-FFF2-40B4-BE49-F238E27FC236}">
                <a16:creationId xmlns:a16="http://schemas.microsoft.com/office/drawing/2014/main" id="{4356EBB9-BACA-4A17-9214-87123386A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351" y="5123493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0"/>
                </a:lnTo>
                <a:lnTo>
                  <a:pt x="196388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" name="path-123">
            <a:extLst xmlns:a="http://schemas.openxmlformats.org/drawingml/2006/main">
              <a:ext uri="{FF2B5EF4-FFF2-40B4-BE49-F238E27FC236}">
                <a16:creationId xmlns:a16="http://schemas.microsoft.com/office/drawing/2014/main" id="{FF794632-F6A5-4444-AB18-BFB825442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7945" y="540557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" name="path-124">
            <a:extLst xmlns:a="http://schemas.openxmlformats.org/drawingml/2006/main">
              <a:ext uri="{FF2B5EF4-FFF2-40B4-BE49-F238E27FC236}">
                <a16:creationId xmlns:a16="http://schemas.microsoft.com/office/drawing/2014/main" id="{E24A775B-AE1D-4BB6-9B07-A3FE287D7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351" y="5391771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" name="path-125">
            <a:extLst xmlns:a="http://schemas.openxmlformats.org/drawingml/2006/main">
              <a:ext uri="{FF2B5EF4-FFF2-40B4-BE49-F238E27FC236}">
                <a16:creationId xmlns:a16="http://schemas.microsoft.com/office/drawing/2014/main" id="{E13D9FFA-CE25-44EE-9937-FA7037B3F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7945" y="567264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" name="path-126">
            <a:extLst xmlns:a="http://schemas.openxmlformats.org/drawingml/2006/main">
              <a:ext uri="{FF2B5EF4-FFF2-40B4-BE49-F238E27FC236}">
                <a16:creationId xmlns:a16="http://schemas.microsoft.com/office/drawing/2014/main" id="{79D680C5-A22B-4E39-9755-1722F4F89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351" y="566004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" name="path-127">
            <a:extLst xmlns:a="http://schemas.openxmlformats.org/drawingml/2006/main">
              <a:ext uri="{FF2B5EF4-FFF2-40B4-BE49-F238E27FC236}">
                <a16:creationId xmlns:a16="http://schemas.microsoft.com/office/drawing/2014/main" id="{4D2032E1-00FA-4266-A6B6-47A40A145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7086" y="4867292"/>
            <a:ext cx="269140" cy="267070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" name="path-128">
            <a:extLst xmlns:a="http://schemas.openxmlformats.org/drawingml/2006/main">
              <a:ext uri="{FF2B5EF4-FFF2-40B4-BE49-F238E27FC236}">
                <a16:creationId xmlns:a16="http://schemas.microsoft.com/office/drawing/2014/main" id="{F4848E58-4596-4ABD-9DAB-F5C614473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4491" y="4853490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" name="path-129">
            <a:extLst xmlns:a="http://schemas.openxmlformats.org/drawingml/2006/main">
              <a:ext uri="{FF2B5EF4-FFF2-40B4-BE49-F238E27FC236}">
                <a16:creationId xmlns:a16="http://schemas.microsoft.com/office/drawing/2014/main" id="{1D540239-1765-4ED3-B283-4D37991E1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7086" y="5136432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" name="path-130">
            <a:extLst xmlns:a="http://schemas.openxmlformats.org/drawingml/2006/main">
              <a:ext uri="{FF2B5EF4-FFF2-40B4-BE49-F238E27FC236}">
                <a16:creationId xmlns:a16="http://schemas.microsoft.com/office/drawing/2014/main" id="{3173A163-7E2C-44AF-890F-51D5470FA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4491" y="5123493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0"/>
                </a:lnTo>
                <a:lnTo>
                  <a:pt x="196388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" name="path-131">
            <a:extLst xmlns:a="http://schemas.openxmlformats.org/drawingml/2006/main">
              <a:ext uri="{FF2B5EF4-FFF2-40B4-BE49-F238E27FC236}">
                <a16:creationId xmlns:a16="http://schemas.microsoft.com/office/drawing/2014/main" id="{3419DA4B-358F-47EB-ABD5-F40A0B94C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7086" y="5405573"/>
            <a:ext cx="269140" cy="267070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" name="path-132">
            <a:extLst xmlns:a="http://schemas.openxmlformats.org/drawingml/2006/main">
              <a:ext uri="{FF2B5EF4-FFF2-40B4-BE49-F238E27FC236}">
                <a16:creationId xmlns:a16="http://schemas.microsoft.com/office/drawing/2014/main" id="{85B315B4-A6F8-4589-82C0-E5957D10A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4491" y="5391771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" name="path-133">
            <a:extLst xmlns:a="http://schemas.openxmlformats.org/drawingml/2006/main">
              <a:ext uri="{FF2B5EF4-FFF2-40B4-BE49-F238E27FC236}">
                <a16:creationId xmlns:a16="http://schemas.microsoft.com/office/drawing/2014/main" id="{D3D75671-EC6D-4F40-9C0A-B7DB3999E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7086" y="5672643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" name="path-134">
            <a:extLst xmlns:a="http://schemas.openxmlformats.org/drawingml/2006/main">
              <a:ext uri="{FF2B5EF4-FFF2-40B4-BE49-F238E27FC236}">
                <a16:creationId xmlns:a16="http://schemas.microsoft.com/office/drawing/2014/main" id="{F525B288-78F7-4448-A240-D736AD764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4491" y="566004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" name="text-135 ...">
            <a:extLst xmlns:a="http://schemas.openxmlformats.org/drawingml/2006/main">
              <a:ext uri="{FF2B5EF4-FFF2-40B4-BE49-F238E27FC236}">
                <a16:creationId xmlns:a16="http://schemas.microsoft.com/office/drawing/2014/main" id="{E712D56C-68DE-4C76-B9B1-F9F44448A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1869558">
            <a:off x="7639868" y="5672481"/>
            <a:ext cx="267582" cy="3696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7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...</a:t>
            </a:r>
          </a:p>
        </p:txBody>
      </p:sp>
      <p:sp>
        <p:nvSpPr>
          <p:cNvPr id="136" name="path-136">
            <a:extLst xmlns:a="http://schemas.openxmlformats.org/drawingml/2006/main">
              <a:ext uri="{FF2B5EF4-FFF2-40B4-BE49-F238E27FC236}">
                <a16:creationId xmlns:a16="http://schemas.microsoft.com/office/drawing/2014/main" id="{EFA63E47-EC0D-4D55-B0A8-482F88C5B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7942" y="5982672"/>
            <a:ext cx="69009" cy="342465"/>
          </a:xfrm>
          <a:custGeom xmlns:a="http://schemas.openxmlformats.org/drawingml/2006/main">
            <a:pathLst>
              <a:path w="50355" h="249892">
                <a:moveTo>
                  <a:pt x="0" y="75534"/>
                </a:moveTo>
                <a:lnTo>
                  <a:pt x="25178" y="75534"/>
                </a:lnTo>
                <a:lnTo>
                  <a:pt x="50355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249892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249892"/>
                </a:lnTo>
                <a:lnTo>
                  <a:pt x="34620" y="24989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" name="path-137">
            <a:extLst xmlns:a="http://schemas.openxmlformats.org/drawingml/2006/main">
              <a:ext uri="{FF2B5EF4-FFF2-40B4-BE49-F238E27FC236}">
                <a16:creationId xmlns:a16="http://schemas.microsoft.com/office/drawing/2014/main" id="{D96FC2D3-066E-4606-9CC5-7B736571F9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5269" y="4954417"/>
            <a:ext cx="1242187" cy="69011"/>
          </a:xfrm>
          <a:custGeom xmlns:a="http://schemas.openxmlformats.org/drawingml/2006/main">
            <a:pathLst>
              <a:path w="906408" h="50356">
                <a:moveTo>
                  <a:pt x="830874" y="50356"/>
                </a:moveTo>
                <a:lnTo>
                  <a:pt x="830874" y="25178"/>
                </a:lnTo>
                <a:lnTo>
                  <a:pt x="830874" y="0"/>
                </a:lnTo>
                <a:lnTo>
                  <a:pt x="906408" y="25178"/>
                </a:lnTo>
                <a:lnTo>
                  <a:pt x="830874" y="50356"/>
                </a:lnTo>
                <a:moveTo>
                  <a:pt x="0" y="15736"/>
                </a:moveTo>
                <a:lnTo>
                  <a:pt x="868642" y="15736"/>
                </a:lnTo>
                <a:lnTo>
                  <a:pt x="868642" y="34620"/>
                </a:lnTo>
                <a:lnTo>
                  <a:pt x="0" y="34620"/>
                </a:lnTo>
                <a:lnTo>
                  <a:pt x="0" y="15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38" name="">
            <a:extLst xmlns:a="http://schemas.openxmlformats.org/drawingml/2006/main">
              <a:ext uri="{FF2B5EF4-FFF2-40B4-BE49-F238E27FC236}">
                <a16:creationId xmlns:a16="http://schemas.microsoft.com/office/drawing/2014/main" id="{45E51E79-0D22-4BE9-87C4-6DD5F7D12CD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139f08f408b4e8b"/>
          <a:stretch xmlns:a="http://schemas.openxmlformats.org/drawingml/2006/main"/>
        </p:blipFill>
        <p:spPr>
          <a:xfrm xmlns:a="http://schemas.openxmlformats.org/drawingml/2006/main">
            <a:off x="6536953" y="9081239"/>
            <a:ext cx="656282" cy="627994"/>
          </a:xfrm>
          <a:prstGeom xmlns:a="http://schemas.openxmlformats.org/drawingml/2006/main" prst="rect">
            <a:avLst/>
          </a:prstGeom>
        </p:spPr>
      </p:pic>
      <p:pic>
        <p:nvPicPr>
          <p:cNvPr id="139" name="">
            <a:extLst xmlns:a="http://schemas.openxmlformats.org/drawingml/2006/main">
              <a:ext uri="{FF2B5EF4-FFF2-40B4-BE49-F238E27FC236}">
                <a16:creationId xmlns:a16="http://schemas.microsoft.com/office/drawing/2014/main" id="{E1C9A204-2CA3-4CB6-9229-556E955FD81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bb79f3e57b7456c"/>
          <a:stretch xmlns:a="http://schemas.openxmlformats.org/drawingml/2006/main"/>
        </p:blipFill>
        <p:spPr>
          <a:xfrm xmlns:a="http://schemas.openxmlformats.org/drawingml/2006/main">
            <a:off x="7446505" y="9141623"/>
            <a:ext cx="627994" cy="627994"/>
          </a:xfrm>
          <a:prstGeom xmlns:a="http://schemas.openxmlformats.org/drawingml/2006/main" prst="rect">
            <a:avLst/>
          </a:prstGeom>
        </p:spPr>
      </p:pic>
      <p:pic>
        <p:nvPicPr>
          <p:cNvPr id="140" name="">
            <a:extLst xmlns:a="http://schemas.openxmlformats.org/drawingml/2006/main">
              <a:ext uri="{FF2B5EF4-FFF2-40B4-BE49-F238E27FC236}">
                <a16:creationId xmlns:a16="http://schemas.microsoft.com/office/drawing/2014/main" id="{21AA545E-3026-4295-9A50-B05D7D8936A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e4fd2e8dc004eb1"/>
          <a:stretch xmlns:a="http://schemas.openxmlformats.org/drawingml/2006/main"/>
        </p:blipFill>
        <p:spPr>
          <a:xfrm xmlns:a="http://schemas.openxmlformats.org/drawingml/2006/main">
            <a:off x="8362618" y="9168796"/>
            <a:ext cx="627132" cy="627132"/>
          </a:xfrm>
          <a:prstGeom xmlns:a="http://schemas.openxmlformats.org/drawingml/2006/main" prst="rect">
            <a:avLst/>
          </a:prstGeom>
        </p:spPr>
      </p:pic>
      <p:pic>
        <p:nvPicPr>
          <p:cNvPr id="141" name="">
            <a:extLst xmlns:a="http://schemas.openxmlformats.org/drawingml/2006/main">
              <a:ext uri="{FF2B5EF4-FFF2-40B4-BE49-F238E27FC236}">
                <a16:creationId xmlns:a16="http://schemas.microsoft.com/office/drawing/2014/main" id="{990BE63E-B6D3-42A1-8527-282A5665366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7999b8291744a1c"/>
          <a:stretch xmlns:a="http://schemas.openxmlformats.org/drawingml/2006/main"/>
        </p:blipFill>
        <p:spPr>
          <a:xfrm xmlns:a="http://schemas.openxmlformats.org/drawingml/2006/main">
            <a:off x="5702269" y="9141623"/>
            <a:ext cx="627994" cy="627994"/>
          </a:xfrm>
          <a:prstGeom xmlns:a="http://schemas.openxmlformats.org/drawingml/2006/main" prst="rect">
            <a:avLst/>
          </a:prstGeom>
        </p:spPr>
      </p:pic>
      <p:pic>
        <p:nvPicPr>
          <p:cNvPr id="142" name="">
            <a:extLst xmlns:a="http://schemas.openxmlformats.org/drawingml/2006/main">
              <a:ext uri="{FF2B5EF4-FFF2-40B4-BE49-F238E27FC236}">
                <a16:creationId xmlns:a16="http://schemas.microsoft.com/office/drawing/2014/main" id="{F9F6F2E3-63DB-4EB1-B1DA-6873C10AD0A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ef09b2a475d4379"/>
          <a:stretch xmlns:a="http://schemas.openxmlformats.org/drawingml/2006/main"/>
        </p:blipFill>
        <p:spPr>
          <a:xfrm xmlns:a="http://schemas.openxmlformats.org/drawingml/2006/main">
            <a:off x="9695040" y="9168365"/>
            <a:ext cx="656282" cy="627994"/>
          </a:xfrm>
          <a:prstGeom xmlns:a="http://schemas.openxmlformats.org/drawingml/2006/main" prst="rect">
            <a:avLst/>
          </a:prstGeom>
        </p:spPr>
      </p:pic>
      <p:sp>
        <p:nvSpPr>
          <p:cNvPr id="143" name="text-143 ...">
            <a:extLst xmlns:a="http://schemas.openxmlformats.org/drawingml/2006/main">
              <a:ext uri="{FF2B5EF4-FFF2-40B4-BE49-F238E27FC236}">
                <a16:creationId xmlns:a16="http://schemas.microsoft.com/office/drawing/2014/main" id="{F5944D65-2D57-4DED-8216-3DA471840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96783" y="9319801"/>
            <a:ext cx="286236" cy="3954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2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2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2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...</a:t>
            </a:r>
          </a:p>
        </p:txBody>
      </p:sp>
      <p:sp>
        <p:nvSpPr>
          <p:cNvPr id="144" name="path-144">
            <a:extLst xmlns:a="http://schemas.openxmlformats.org/drawingml/2006/main">
              <a:ext uri="{FF2B5EF4-FFF2-40B4-BE49-F238E27FC236}">
                <a16:creationId xmlns:a16="http://schemas.microsoft.com/office/drawing/2014/main" id="{F3CE5920-9541-488B-A1C0-9A7269CF7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31174" y="8808647"/>
            <a:ext cx="69011" cy="293293"/>
          </a:xfrm>
          <a:custGeom xmlns:a="http://schemas.openxmlformats.org/drawingml/2006/main">
            <a:pathLst>
              <a:path w="50356" h="214013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214013"/>
                </a:moveTo>
                <a:lnTo>
                  <a:pt x="34620" y="37767"/>
                </a:lnTo>
                <a:lnTo>
                  <a:pt x="15736" y="37767"/>
                </a:lnTo>
                <a:lnTo>
                  <a:pt x="15736" y="214013"/>
                </a:lnTo>
                <a:lnTo>
                  <a:pt x="34620" y="21401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45" name="">
            <a:extLst xmlns:a="http://schemas.openxmlformats.org/drawingml/2006/main">
              <a:ext uri="{FF2B5EF4-FFF2-40B4-BE49-F238E27FC236}">
                <a16:creationId xmlns:a16="http://schemas.microsoft.com/office/drawing/2014/main" id="{3711A8B9-5A31-4713-A014-D4A65EC8EC9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69a2bf841594870"/>
          <a:stretch xmlns:a="http://schemas.openxmlformats.org/drawingml/2006/main"/>
        </p:blipFill>
        <p:spPr>
          <a:xfrm xmlns:a="http://schemas.openxmlformats.org/drawingml/2006/main">
            <a:off x="11509476" y="2207827"/>
            <a:ext cx="1795891" cy="638162"/>
          </a:xfrm>
          <a:prstGeom xmlns:a="http://schemas.openxmlformats.org/drawingml/2006/main" prst="rect">
            <a:avLst/>
          </a:prstGeom>
        </p:spPr>
      </p:pic>
      <p:sp>
        <p:nvSpPr>
          <p:cNvPr id="146" name="text-146 Expert">
            <a:extLst xmlns:a="http://schemas.openxmlformats.org/drawingml/2006/main">
              <a:ext uri="{FF2B5EF4-FFF2-40B4-BE49-F238E27FC236}">
                <a16:creationId xmlns:a16="http://schemas.microsoft.com/office/drawing/2014/main" id="{9634077D-AE26-4601-B126-B8771A580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45006" y="2285230"/>
            <a:ext cx="884081" cy="4350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Expert</a:t>
            </a:r>
          </a:p>
        </p:txBody>
      </p:sp>
      <p:sp>
        <p:nvSpPr>
          <p:cNvPr id="147" name="text-147 𝑬">
            <a:extLst xmlns:a="http://schemas.openxmlformats.org/drawingml/2006/main">
              <a:ext uri="{FF2B5EF4-FFF2-40B4-BE49-F238E27FC236}">
                <a16:creationId xmlns:a16="http://schemas.microsoft.com/office/drawing/2014/main" id="{C0A126E7-BA8C-488B-98F2-55066F048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50767" y="2285312"/>
            <a:ext cx="259570" cy="4349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𝑬</a:t>
            </a:r>
          </a:p>
        </p:txBody>
      </p:sp>
      <p:sp>
        <p:nvSpPr>
          <p:cNvPr id="148" name="text-148 1">
            <a:extLst xmlns:a="http://schemas.openxmlformats.org/drawingml/2006/main">
              <a:ext uri="{FF2B5EF4-FFF2-40B4-BE49-F238E27FC236}">
                <a16:creationId xmlns:a16="http://schemas.microsoft.com/office/drawing/2014/main" id="{45E8565A-3C28-4E41-828B-649D4B8F9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54349" y="2425543"/>
            <a:ext cx="171293" cy="3268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8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8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1838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pic>
        <p:nvPicPr>
          <p:cNvPr id="149" name="">
            <a:extLst xmlns:a="http://schemas.openxmlformats.org/drawingml/2006/main">
              <a:ext uri="{FF2B5EF4-FFF2-40B4-BE49-F238E27FC236}">
                <a16:creationId xmlns:a16="http://schemas.microsoft.com/office/drawing/2014/main" id="{E4BF5E6A-BCDA-476A-A5C9-D75C1D50B65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0c8e06469054e18"/>
          <a:stretch xmlns:a="http://schemas.openxmlformats.org/drawingml/2006/main"/>
        </p:blipFill>
        <p:spPr>
          <a:xfrm xmlns:a="http://schemas.openxmlformats.org/drawingml/2006/main">
            <a:off x="13206267" y="2206974"/>
            <a:ext cx="1795028" cy="639868"/>
          </a:xfrm>
          <a:prstGeom xmlns:a="http://schemas.openxmlformats.org/drawingml/2006/main" prst="rect">
            <a:avLst/>
          </a:prstGeom>
        </p:spPr>
      </p:pic>
      <p:sp>
        <p:nvSpPr>
          <p:cNvPr id="150" name="text-150 Expert">
            <a:extLst xmlns:a="http://schemas.openxmlformats.org/drawingml/2006/main">
              <a:ext uri="{FF2B5EF4-FFF2-40B4-BE49-F238E27FC236}">
                <a16:creationId xmlns:a16="http://schemas.microsoft.com/office/drawing/2014/main" id="{D6CA5DA8-9C7A-4E92-83C8-BDF48D4500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40936" y="2285230"/>
            <a:ext cx="884081" cy="4350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Expert</a:t>
            </a:r>
          </a:p>
        </p:txBody>
      </p:sp>
      <p:sp>
        <p:nvSpPr>
          <p:cNvPr id="151" name="text-151 𝑬">
            <a:extLst xmlns:a="http://schemas.openxmlformats.org/drawingml/2006/main">
              <a:ext uri="{FF2B5EF4-FFF2-40B4-BE49-F238E27FC236}">
                <a16:creationId xmlns:a16="http://schemas.microsoft.com/office/drawing/2014/main" id="{0DFFB740-FDC2-42CD-8486-57BE29ADC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46699" y="2285312"/>
            <a:ext cx="259570" cy="4349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𝑬</a:t>
            </a:r>
          </a:p>
        </p:txBody>
      </p:sp>
      <p:sp>
        <p:nvSpPr>
          <p:cNvPr id="152" name="text-152 2">
            <a:extLst xmlns:a="http://schemas.openxmlformats.org/drawingml/2006/main">
              <a:ext uri="{FF2B5EF4-FFF2-40B4-BE49-F238E27FC236}">
                <a16:creationId xmlns:a16="http://schemas.microsoft.com/office/drawing/2014/main" id="{9FA79F07-1398-4C1D-BBAD-F69CFB641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50278" y="2425543"/>
            <a:ext cx="171293" cy="3268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8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8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1838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2</a:t>
            </a:r>
          </a:p>
        </p:txBody>
      </p:sp>
      <p:pic>
        <p:nvPicPr>
          <p:cNvPr id="153" name="">
            <a:extLst xmlns:a="http://schemas.openxmlformats.org/drawingml/2006/main">
              <a:ext uri="{FF2B5EF4-FFF2-40B4-BE49-F238E27FC236}">
                <a16:creationId xmlns:a16="http://schemas.microsoft.com/office/drawing/2014/main" id="{A60675FF-8A74-4EA6-9D69-7BC8067B5D7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28897ad2d1640ca"/>
          <a:stretch xmlns:a="http://schemas.openxmlformats.org/drawingml/2006/main"/>
        </p:blipFill>
        <p:spPr>
          <a:xfrm xmlns:a="http://schemas.openxmlformats.org/drawingml/2006/main">
            <a:off x="15161848" y="2207666"/>
            <a:ext cx="1847649" cy="638484"/>
          </a:xfrm>
          <a:prstGeom xmlns:a="http://schemas.openxmlformats.org/drawingml/2006/main" prst="rect">
            <a:avLst/>
          </a:prstGeom>
        </p:spPr>
      </p:pic>
      <p:sp>
        <p:nvSpPr>
          <p:cNvPr id="154" name="text-154 Expert">
            <a:extLst xmlns:a="http://schemas.openxmlformats.org/drawingml/2006/main">
              <a:ext uri="{FF2B5EF4-FFF2-40B4-BE49-F238E27FC236}">
                <a16:creationId xmlns:a16="http://schemas.microsoft.com/office/drawing/2014/main" id="{16C4BC7D-D370-4DC0-908C-F6F25EC31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14634" y="2285230"/>
            <a:ext cx="884081" cy="4350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Expert</a:t>
            </a:r>
          </a:p>
        </p:txBody>
      </p:sp>
      <p:sp>
        <p:nvSpPr>
          <p:cNvPr id="155" name="text-155 𝑬">
            <a:extLst xmlns:a="http://schemas.openxmlformats.org/drawingml/2006/main">
              <a:ext uri="{FF2B5EF4-FFF2-40B4-BE49-F238E27FC236}">
                <a16:creationId xmlns:a16="http://schemas.microsoft.com/office/drawing/2014/main" id="{39C2BA63-0CD8-4ED1-8EFA-21D7504BE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20395" y="2285312"/>
            <a:ext cx="259570" cy="4349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𝑬</a:t>
            </a:r>
          </a:p>
        </p:txBody>
      </p:sp>
      <p:sp>
        <p:nvSpPr>
          <p:cNvPr id="156" name="path-156">
            <a:extLst xmlns:a="http://schemas.openxmlformats.org/drawingml/2006/main">
              <a:ext uri="{FF2B5EF4-FFF2-40B4-BE49-F238E27FC236}">
                <a16:creationId xmlns:a16="http://schemas.microsoft.com/office/drawing/2014/main" id="{8F53A4AA-D7C8-4D50-B6B3-256EFF134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28448" y="2547594"/>
            <a:ext cx="136584" cy="113347"/>
          </a:xfrm>
          <a:custGeom xmlns:a="http://schemas.openxmlformats.org/drawingml/2006/main">
            <a:pathLst>
              <a:path w="99663" h="82708">
                <a:moveTo>
                  <a:pt x="37891" y="21095"/>
                </a:moveTo>
                <a:cubicBezTo>
                  <a:pt x="43039" y="14037"/>
                  <a:pt x="48120" y="8756"/>
                  <a:pt x="53135" y="5254"/>
                </a:cubicBezTo>
                <a:cubicBezTo>
                  <a:pt x="58150" y="1751"/>
                  <a:pt x="63338" y="0"/>
                  <a:pt x="68698" y="0"/>
                </a:cubicBezTo>
                <a:cubicBezTo>
                  <a:pt x="74323" y="0"/>
                  <a:pt x="78529" y="1512"/>
                  <a:pt x="81315" y="4537"/>
                </a:cubicBezTo>
                <a:cubicBezTo>
                  <a:pt x="84101" y="7562"/>
                  <a:pt x="85494" y="11808"/>
                  <a:pt x="85494" y="17274"/>
                </a:cubicBezTo>
                <a:cubicBezTo>
                  <a:pt x="85494" y="18919"/>
                  <a:pt x="85255" y="21201"/>
                  <a:pt x="84778" y="24120"/>
                </a:cubicBezTo>
                <a:cubicBezTo>
                  <a:pt x="84300" y="27039"/>
                  <a:pt x="83690" y="30223"/>
                  <a:pt x="82947" y="33672"/>
                </a:cubicBezTo>
                <a:cubicBezTo>
                  <a:pt x="82204" y="37122"/>
                  <a:pt x="81408" y="40664"/>
                  <a:pt x="80559" y="44299"/>
                </a:cubicBezTo>
                <a:cubicBezTo>
                  <a:pt x="79709" y="47934"/>
                  <a:pt x="78913" y="51291"/>
                  <a:pt x="78170" y="54369"/>
                </a:cubicBezTo>
                <a:cubicBezTo>
                  <a:pt x="77427" y="57447"/>
                  <a:pt x="76817" y="60074"/>
                  <a:pt x="76340" y="62250"/>
                </a:cubicBezTo>
                <a:cubicBezTo>
                  <a:pt x="75862" y="64426"/>
                  <a:pt x="75623" y="65779"/>
                  <a:pt x="75623" y="66310"/>
                </a:cubicBezTo>
                <a:cubicBezTo>
                  <a:pt x="75623" y="68326"/>
                  <a:pt x="75995" y="69786"/>
                  <a:pt x="76738" y="70688"/>
                </a:cubicBezTo>
                <a:cubicBezTo>
                  <a:pt x="77481" y="71590"/>
                  <a:pt x="78675" y="72041"/>
                  <a:pt x="80320" y="72041"/>
                </a:cubicBezTo>
                <a:cubicBezTo>
                  <a:pt x="81328" y="72041"/>
                  <a:pt x="82323" y="71855"/>
                  <a:pt x="83305" y="71484"/>
                </a:cubicBezTo>
                <a:cubicBezTo>
                  <a:pt x="84287" y="71112"/>
                  <a:pt x="85308" y="70529"/>
                  <a:pt x="86370" y="69732"/>
                </a:cubicBezTo>
                <a:cubicBezTo>
                  <a:pt x="87431" y="68936"/>
                  <a:pt x="88598" y="67915"/>
                  <a:pt x="89872" y="66668"/>
                </a:cubicBezTo>
                <a:cubicBezTo>
                  <a:pt x="91146" y="65421"/>
                  <a:pt x="92579" y="63921"/>
                  <a:pt x="94171" y="62170"/>
                </a:cubicBezTo>
                <a:lnTo>
                  <a:pt x="99663" y="67424"/>
                </a:lnTo>
                <a:cubicBezTo>
                  <a:pt x="97063" y="70077"/>
                  <a:pt x="94675" y="72359"/>
                  <a:pt x="92499" y="74270"/>
                </a:cubicBezTo>
                <a:cubicBezTo>
                  <a:pt x="90323" y="76180"/>
                  <a:pt x="88214" y="77759"/>
                  <a:pt x="86171" y="79006"/>
                </a:cubicBezTo>
                <a:cubicBezTo>
                  <a:pt x="84127" y="80253"/>
                  <a:pt x="82098" y="81182"/>
                  <a:pt x="80081" y="81792"/>
                </a:cubicBezTo>
                <a:cubicBezTo>
                  <a:pt x="78064" y="82403"/>
                  <a:pt x="75915" y="82708"/>
                  <a:pt x="73633" y="82708"/>
                </a:cubicBezTo>
                <a:cubicBezTo>
                  <a:pt x="71723" y="82708"/>
                  <a:pt x="69958" y="82336"/>
                  <a:pt x="68339" y="81593"/>
                </a:cubicBezTo>
                <a:cubicBezTo>
                  <a:pt x="66721" y="80850"/>
                  <a:pt x="65328" y="79829"/>
                  <a:pt x="64160" y="78529"/>
                </a:cubicBezTo>
                <a:cubicBezTo>
                  <a:pt x="62993" y="77228"/>
                  <a:pt x="62091" y="75689"/>
                  <a:pt x="61454" y="73912"/>
                </a:cubicBezTo>
                <a:cubicBezTo>
                  <a:pt x="60817" y="72134"/>
                  <a:pt x="60499" y="70184"/>
                  <a:pt x="60499" y="68061"/>
                </a:cubicBezTo>
                <a:cubicBezTo>
                  <a:pt x="60499" y="65938"/>
                  <a:pt x="60724" y="63457"/>
                  <a:pt x="61175" y="60618"/>
                </a:cubicBezTo>
                <a:cubicBezTo>
                  <a:pt x="61626" y="57779"/>
                  <a:pt x="62303" y="54661"/>
                  <a:pt x="63205" y="51265"/>
                </a:cubicBezTo>
                <a:cubicBezTo>
                  <a:pt x="64160" y="47815"/>
                  <a:pt x="65049" y="44512"/>
                  <a:pt x="65872" y="41354"/>
                </a:cubicBezTo>
                <a:cubicBezTo>
                  <a:pt x="66694" y="38196"/>
                  <a:pt x="67411" y="35278"/>
                  <a:pt x="68021" y="32598"/>
                </a:cubicBezTo>
                <a:cubicBezTo>
                  <a:pt x="68631" y="29918"/>
                  <a:pt x="69109" y="27529"/>
                  <a:pt x="69454" y="25433"/>
                </a:cubicBezTo>
                <a:cubicBezTo>
                  <a:pt x="69799" y="23337"/>
                  <a:pt x="69971" y="21599"/>
                  <a:pt x="69971" y="20219"/>
                </a:cubicBezTo>
                <a:cubicBezTo>
                  <a:pt x="69971" y="16929"/>
                  <a:pt x="69348" y="14514"/>
                  <a:pt x="68101" y="12975"/>
                </a:cubicBezTo>
                <a:cubicBezTo>
                  <a:pt x="66854" y="11436"/>
                  <a:pt x="64850" y="10667"/>
                  <a:pt x="62091" y="10667"/>
                </a:cubicBezTo>
                <a:cubicBezTo>
                  <a:pt x="60499" y="10667"/>
                  <a:pt x="58787" y="11078"/>
                  <a:pt x="56956" y="11901"/>
                </a:cubicBezTo>
                <a:cubicBezTo>
                  <a:pt x="55125" y="12723"/>
                  <a:pt x="53281" y="13864"/>
                  <a:pt x="51424" y="15324"/>
                </a:cubicBezTo>
                <a:cubicBezTo>
                  <a:pt x="49566" y="16783"/>
                  <a:pt x="47749" y="18508"/>
                  <a:pt x="45971" y="20498"/>
                </a:cubicBezTo>
                <a:cubicBezTo>
                  <a:pt x="44193" y="22488"/>
                  <a:pt x="42561" y="24611"/>
                  <a:pt x="41075" y="26866"/>
                </a:cubicBezTo>
                <a:cubicBezTo>
                  <a:pt x="39589" y="29122"/>
                  <a:pt x="38276" y="31483"/>
                  <a:pt x="37135" y="33951"/>
                </a:cubicBezTo>
                <a:cubicBezTo>
                  <a:pt x="35994" y="36419"/>
                  <a:pt x="35158" y="38873"/>
                  <a:pt x="34627" y="41314"/>
                </a:cubicBezTo>
                <a:lnTo>
                  <a:pt x="25712" y="81275"/>
                </a:lnTo>
                <a:lnTo>
                  <a:pt x="10110" y="81275"/>
                </a:lnTo>
                <a:lnTo>
                  <a:pt x="22050" y="29374"/>
                </a:lnTo>
                <a:cubicBezTo>
                  <a:pt x="22740" y="26614"/>
                  <a:pt x="23244" y="24146"/>
                  <a:pt x="23563" y="21971"/>
                </a:cubicBezTo>
                <a:cubicBezTo>
                  <a:pt x="23881" y="19795"/>
                  <a:pt x="24040" y="18017"/>
                  <a:pt x="24040" y="16637"/>
                </a:cubicBezTo>
                <a:cubicBezTo>
                  <a:pt x="24040" y="12763"/>
                  <a:pt x="22475" y="10826"/>
                  <a:pt x="19344" y="10826"/>
                </a:cubicBezTo>
                <a:cubicBezTo>
                  <a:pt x="18388" y="10826"/>
                  <a:pt x="17420" y="11025"/>
                  <a:pt x="16438" y="11423"/>
                </a:cubicBezTo>
                <a:cubicBezTo>
                  <a:pt x="15456" y="11821"/>
                  <a:pt x="14421" y="12418"/>
                  <a:pt x="13334" y="13214"/>
                </a:cubicBezTo>
                <a:cubicBezTo>
                  <a:pt x="12246" y="14010"/>
                  <a:pt x="11065" y="15018"/>
                  <a:pt x="9791" y="16239"/>
                </a:cubicBezTo>
                <a:cubicBezTo>
                  <a:pt x="8518" y="17460"/>
                  <a:pt x="7085" y="18893"/>
                  <a:pt x="5493" y="20538"/>
                </a:cubicBezTo>
                <a:lnTo>
                  <a:pt x="0" y="15363"/>
                </a:lnTo>
                <a:cubicBezTo>
                  <a:pt x="2653" y="12657"/>
                  <a:pt x="5081" y="10335"/>
                  <a:pt x="7284" y="8398"/>
                </a:cubicBezTo>
                <a:cubicBezTo>
                  <a:pt x="9486" y="6461"/>
                  <a:pt x="11582" y="4869"/>
                  <a:pt x="13572" y="3622"/>
                </a:cubicBezTo>
                <a:cubicBezTo>
                  <a:pt x="15562" y="2375"/>
                  <a:pt x="17539" y="1459"/>
                  <a:pt x="19503" y="876"/>
                </a:cubicBezTo>
                <a:cubicBezTo>
                  <a:pt x="21466" y="292"/>
                  <a:pt x="23536" y="0"/>
                  <a:pt x="25712" y="0"/>
                </a:cubicBezTo>
                <a:cubicBezTo>
                  <a:pt x="29639" y="0"/>
                  <a:pt x="32677" y="1287"/>
                  <a:pt x="34826" y="3861"/>
                </a:cubicBezTo>
                <a:cubicBezTo>
                  <a:pt x="36976" y="6435"/>
                  <a:pt x="38050" y="9818"/>
                  <a:pt x="38050" y="14010"/>
                </a:cubicBezTo>
                <a:cubicBezTo>
                  <a:pt x="38050" y="15072"/>
                  <a:pt x="37958" y="16186"/>
                  <a:pt x="37772" y="17354"/>
                </a:cubicBezTo>
                <a:cubicBezTo>
                  <a:pt x="37586" y="18521"/>
                  <a:pt x="37254" y="19635"/>
                  <a:pt x="36777" y="20697"/>
                </a:cubicBezTo>
                <a:lnTo>
                  <a:pt x="37891" y="2109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" name="text-157 ...">
            <a:extLst xmlns:a="http://schemas.openxmlformats.org/drawingml/2006/main">
              <a:ext uri="{FF2B5EF4-FFF2-40B4-BE49-F238E27FC236}">
                <a16:creationId xmlns:a16="http://schemas.microsoft.com/office/drawing/2014/main" id="{E5D3DD8C-31FE-4FA0-B728-5C2E88F50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18604" y="2204832"/>
            <a:ext cx="286236" cy="3954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2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2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2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...</a:t>
            </a:r>
          </a:p>
        </p:txBody>
      </p:sp>
      <p:sp>
        <p:nvSpPr>
          <p:cNvPr id="158" name="path-158">
            <a:extLst xmlns:a="http://schemas.openxmlformats.org/drawingml/2006/main">
              <a:ext uri="{FF2B5EF4-FFF2-40B4-BE49-F238E27FC236}">
                <a16:creationId xmlns:a16="http://schemas.microsoft.com/office/drawing/2014/main" id="{46D9F620-CB3F-47E9-84A3-D50B3A088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70983" y="2720207"/>
            <a:ext cx="903450" cy="581723"/>
          </a:xfrm>
          <a:custGeom xmlns:a="http://schemas.openxmlformats.org/drawingml/2006/main">
            <a:pathLst>
              <a:path w="659236" h="424476">
                <a:moveTo>
                  <a:pt x="0" y="79626"/>
                </a:moveTo>
                <a:lnTo>
                  <a:pt x="23907" y="71720"/>
                </a:lnTo>
                <a:lnTo>
                  <a:pt x="47812" y="63814"/>
                </a:lnTo>
                <a:lnTo>
                  <a:pt x="201" y="0"/>
                </a:lnTo>
                <a:lnTo>
                  <a:pt x="0" y="79626"/>
                </a:lnTo>
                <a:moveTo>
                  <a:pt x="659236" y="424022"/>
                </a:moveTo>
                <a:lnTo>
                  <a:pt x="659110" y="418836"/>
                </a:lnTo>
                <a:lnTo>
                  <a:pt x="658719" y="413422"/>
                </a:lnTo>
                <a:lnTo>
                  <a:pt x="658089" y="408035"/>
                </a:lnTo>
                <a:lnTo>
                  <a:pt x="657221" y="402659"/>
                </a:lnTo>
                <a:lnTo>
                  <a:pt x="656101" y="397309"/>
                </a:lnTo>
                <a:lnTo>
                  <a:pt x="654754" y="391996"/>
                </a:lnTo>
                <a:lnTo>
                  <a:pt x="653167" y="386709"/>
                </a:lnTo>
                <a:lnTo>
                  <a:pt x="651366" y="381447"/>
                </a:lnTo>
                <a:lnTo>
                  <a:pt x="649353" y="376235"/>
                </a:lnTo>
                <a:lnTo>
                  <a:pt x="647125" y="371048"/>
                </a:lnTo>
                <a:lnTo>
                  <a:pt x="644683" y="365912"/>
                </a:lnTo>
                <a:lnTo>
                  <a:pt x="642052" y="360814"/>
                </a:lnTo>
                <a:lnTo>
                  <a:pt x="639206" y="355752"/>
                </a:lnTo>
                <a:lnTo>
                  <a:pt x="636185" y="350742"/>
                </a:lnTo>
                <a:lnTo>
                  <a:pt x="632963" y="345782"/>
                </a:lnTo>
                <a:lnTo>
                  <a:pt x="629526" y="340822"/>
                </a:lnTo>
                <a:lnTo>
                  <a:pt x="622237" y="331204"/>
                </a:lnTo>
                <a:lnTo>
                  <a:pt x="614216" y="321762"/>
                </a:lnTo>
                <a:lnTo>
                  <a:pt x="605542" y="312547"/>
                </a:lnTo>
                <a:lnTo>
                  <a:pt x="596253" y="303584"/>
                </a:lnTo>
                <a:lnTo>
                  <a:pt x="586358" y="294872"/>
                </a:lnTo>
                <a:lnTo>
                  <a:pt x="575921" y="286450"/>
                </a:lnTo>
                <a:lnTo>
                  <a:pt x="564943" y="278330"/>
                </a:lnTo>
                <a:lnTo>
                  <a:pt x="553463" y="270512"/>
                </a:lnTo>
                <a:lnTo>
                  <a:pt x="541503" y="263022"/>
                </a:lnTo>
                <a:lnTo>
                  <a:pt x="529115" y="255884"/>
                </a:lnTo>
                <a:lnTo>
                  <a:pt x="516300" y="249099"/>
                </a:lnTo>
                <a:lnTo>
                  <a:pt x="503094" y="242703"/>
                </a:lnTo>
                <a:lnTo>
                  <a:pt x="489547" y="236711"/>
                </a:lnTo>
                <a:lnTo>
                  <a:pt x="475663" y="231134"/>
                </a:lnTo>
                <a:lnTo>
                  <a:pt x="461474" y="225998"/>
                </a:lnTo>
                <a:lnTo>
                  <a:pt x="447009" y="221327"/>
                </a:lnTo>
                <a:lnTo>
                  <a:pt x="432305" y="217122"/>
                </a:lnTo>
                <a:lnTo>
                  <a:pt x="417388" y="213409"/>
                </a:lnTo>
                <a:lnTo>
                  <a:pt x="402332" y="210224"/>
                </a:lnTo>
                <a:lnTo>
                  <a:pt x="394677" y="208814"/>
                </a:lnTo>
                <a:lnTo>
                  <a:pt x="387023" y="207555"/>
                </a:lnTo>
                <a:lnTo>
                  <a:pt x="379345" y="206435"/>
                </a:lnTo>
                <a:lnTo>
                  <a:pt x="371640" y="205452"/>
                </a:lnTo>
                <a:lnTo>
                  <a:pt x="363909" y="204622"/>
                </a:lnTo>
                <a:lnTo>
                  <a:pt x="356155" y="203929"/>
                </a:lnTo>
                <a:lnTo>
                  <a:pt x="348387" y="203388"/>
                </a:lnTo>
                <a:lnTo>
                  <a:pt x="340595" y="202998"/>
                </a:lnTo>
                <a:lnTo>
                  <a:pt x="332802" y="202758"/>
                </a:lnTo>
                <a:lnTo>
                  <a:pt x="325097" y="202683"/>
                </a:lnTo>
                <a:lnTo>
                  <a:pt x="317482" y="202607"/>
                </a:lnTo>
                <a:lnTo>
                  <a:pt x="317672" y="202607"/>
                </a:lnTo>
                <a:lnTo>
                  <a:pt x="310067" y="202381"/>
                </a:lnTo>
                <a:lnTo>
                  <a:pt x="310255" y="202393"/>
                </a:lnTo>
                <a:lnTo>
                  <a:pt x="302651" y="202003"/>
                </a:lnTo>
                <a:lnTo>
                  <a:pt x="302829" y="202016"/>
                </a:lnTo>
                <a:lnTo>
                  <a:pt x="295250" y="201487"/>
                </a:lnTo>
                <a:lnTo>
                  <a:pt x="295426" y="201499"/>
                </a:lnTo>
                <a:lnTo>
                  <a:pt x="287848" y="200832"/>
                </a:lnTo>
                <a:lnTo>
                  <a:pt x="288024" y="200845"/>
                </a:lnTo>
                <a:lnTo>
                  <a:pt x="280470" y="200026"/>
                </a:lnTo>
                <a:lnTo>
                  <a:pt x="280646" y="200052"/>
                </a:lnTo>
                <a:lnTo>
                  <a:pt x="273119" y="199095"/>
                </a:lnTo>
                <a:lnTo>
                  <a:pt x="273282" y="199120"/>
                </a:lnTo>
                <a:lnTo>
                  <a:pt x="265778" y="198012"/>
                </a:lnTo>
                <a:lnTo>
                  <a:pt x="265956" y="198050"/>
                </a:lnTo>
                <a:lnTo>
                  <a:pt x="258477" y="196816"/>
                </a:lnTo>
                <a:lnTo>
                  <a:pt x="258640" y="196842"/>
                </a:lnTo>
                <a:lnTo>
                  <a:pt x="251200" y="195469"/>
                </a:lnTo>
                <a:lnTo>
                  <a:pt x="251440" y="195520"/>
                </a:lnTo>
                <a:lnTo>
                  <a:pt x="236673" y="192398"/>
                </a:lnTo>
                <a:lnTo>
                  <a:pt x="237000" y="192473"/>
                </a:lnTo>
                <a:lnTo>
                  <a:pt x="222397" y="188847"/>
                </a:lnTo>
                <a:lnTo>
                  <a:pt x="222724" y="188936"/>
                </a:lnTo>
                <a:lnTo>
                  <a:pt x="208335" y="184819"/>
                </a:lnTo>
                <a:lnTo>
                  <a:pt x="208650" y="184907"/>
                </a:lnTo>
                <a:lnTo>
                  <a:pt x="194499" y="180337"/>
                </a:lnTo>
                <a:lnTo>
                  <a:pt x="194803" y="180438"/>
                </a:lnTo>
                <a:lnTo>
                  <a:pt x="180917" y="175415"/>
                </a:lnTo>
                <a:lnTo>
                  <a:pt x="181219" y="175528"/>
                </a:lnTo>
                <a:lnTo>
                  <a:pt x="167635" y="170077"/>
                </a:lnTo>
                <a:lnTo>
                  <a:pt x="167937" y="170203"/>
                </a:lnTo>
                <a:lnTo>
                  <a:pt x="154681" y="164337"/>
                </a:lnTo>
                <a:lnTo>
                  <a:pt x="154983" y="164475"/>
                </a:lnTo>
                <a:lnTo>
                  <a:pt x="142079" y="158231"/>
                </a:lnTo>
                <a:lnTo>
                  <a:pt x="142382" y="158382"/>
                </a:lnTo>
                <a:lnTo>
                  <a:pt x="129869" y="151760"/>
                </a:lnTo>
                <a:lnTo>
                  <a:pt x="130158" y="151924"/>
                </a:lnTo>
                <a:lnTo>
                  <a:pt x="118060" y="144950"/>
                </a:lnTo>
                <a:lnTo>
                  <a:pt x="118362" y="145139"/>
                </a:lnTo>
                <a:lnTo>
                  <a:pt x="106716" y="137837"/>
                </a:lnTo>
                <a:lnTo>
                  <a:pt x="107020" y="138026"/>
                </a:lnTo>
                <a:lnTo>
                  <a:pt x="95839" y="130422"/>
                </a:lnTo>
                <a:lnTo>
                  <a:pt x="96141" y="130636"/>
                </a:lnTo>
                <a:lnTo>
                  <a:pt x="85467" y="122743"/>
                </a:lnTo>
                <a:lnTo>
                  <a:pt x="85781" y="122969"/>
                </a:lnTo>
                <a:lnTo>
                  <a:pt x="75646" y="114799"/>
                </a:lnTo>
                <a:lnTo>
                  <a:pt x="75962" y="115064"/>
                </a:lnTo>
                <a:lnTo>
                  <a:pt x="66394" y="106641"/>
                </a:lnTo>
                <a:lnTo>
                  <a:pt x="66708" y="106931"/>
                </a:lnTo>
                <a:lnTo>
                  <a:pt x="57732" y="98270"/>
                </a:lnTo>
                <a:lnTo>
                  <a:pt x="58048" y="98597"/>
                </a:lnTo>
                <a:lnTo>
                  <a:pt x="49701" y="89722"/>
                </a:lnTo>
                <a:lnTo>
                  <a:pt x="50015" y="90087"/>
                </a:lnTo>
                <a:lnTo>
                  <a:pt x="42325" y="81023"/>
                </a:lnTo>
                <a:lnTo>
                  <a:pt x="42652" y="81426"/>
                </a:lnTo>
                <a:lnTo>
                  <a:pt x="35639" y="72185"/>
                </a:lnTo>
                <a:lnTo>
                  <a:pt x="35879" y="72513"/>
                </a:lnTo>
                <a:lnTo>
                  <a:pt x="32630" y="67830"/>
                </a:lnTo>
                <a:lnTo>
                  <a:pt x="33802" y="70146"/>
                </a:lnTo>
                <a:lnTo>
                  <a:pt x="20985" y="32794"/>
                </a:lnTo>
                <a:lnTo>
                  <a:pt x="3123" y="38925"/>
                </a:lnTo>
                <a:lnTo>
                  <a:pt x="16366" y="77510"/>
                </a:lnTo>
                <a:lnTo>
                  <a:pt x="20470" y="83427"/>
                </a:lnTo>
                <a:lnTo>
                  <a:pt x="27757" y="93045"/>
                </a:lnTo>
                <a:lnTo>
                  <a:pt x="35778" y="102487"/>
                </a:lnTo>
                <a:lnTo>
                  <a:pt x="44452" y="111702"/>
                </a:lnTo>
                <a:lnTo>
                  <a:pt x="53741" y="120665"/>
                </a:lnTo>
                <a:lnTo>
                  <a:pt x="63637" y="129377"/>
                </a:lnTo>
                <a:lnTo>
                  <a:pt x="74073" y="137799"/>
                </a:lnTo>
                <a:lnTo>
                  <a:pt x="85051" y="145919"/>
                </a:lnTo>
                <a:lnTo>
                  <a:pt x="96532" y="153737"/>
                </a:lnTo>
                <a:lnTo>
                  <a:pt x="108491" y="161227"/>
                </a:lnTo>
                <a:lnTo>
                  <a:pt x="120879" y="168365"/>
                </a:lnTo>
                <a:lnTo>
                  <a:pt x="133696" y="175151"/>
                </a:lnTo>
                <a:lnTo>
                  <a:pt x="146902" y="181546"/>
                </a:lnTo>
                <a:lnTo>
                  <a:pt x="160447" y="187538"/>
                </a:lnTo>
                <a:lnTo>
                  <a:pt x="174333" y="193115"/>
                </a:lnTo>
                <a:lnTo>
                  <a:pt x="188520" y="198252"/>
                </a:lnTo>
                <a:lnTo>
                  <a:pt x="202985" y="202922"/>
                </a:lnTo>
                <a:lnTo>
                  <a:pt x="217689" y="207127"/>
                </a:lnTo>
                <a:lnTo>
                  <a:pt x="232606" y="210841"/>
                </a:lnTo>
                <a:lnTo>
                  <a:pt x="247664" y="214025"/>
                </a:lnTo>
                <a:lnTo>
                  <a:pt x="255317" y="215435"/>
                </a:lnTo>
                <a:lnTo>
                  <a:pt x="262959" y="216694"/>
                </a:lnTo>
                <a:lnTo>
                  <a:pt x="270639" y="217815"/>
                </a:lnTo>
                <a:lnTo>
                  <a:pt x="278356" y="218797"/>
                </a:lnTo>
                <a:lnTo>
                  <a:pt x="286085" y="219628"/>
                </a:lnTo>
                <a:lnTo>
                  <a:pt x="293839" y="220320"/>
                </a:lnTo>
                <a:lnTo>
                  <a:pt x="301608" y="220861"/>
                </a:lnTo>
                <a:lnTo>
                  <a:pt x="309399" y="221251"/>
                </a:lnTo>
                <a:lnTo>
                  <a:pt x="317192" y="221491"/>
                </a:lnTo>
                <a:lnTo>
                  <a:pt x="324897" y="221567"/>
                </a:lnTo>
                <a:lnTo>
                  <a:pt x="332513" y="221642"/>
                </a:lnTo>
                <a:lnTo>
                  <a:pt x="332324" y="221642"/>
                </a:lnTo>
                <a:lnTo>
                  <a:pt x="339928" y="221868"/>
                </a:lnTo>
                <a:lnTo>
                  <a:pt x="339739" y="221856"/>
                </a:lnTo>
                <a:lnTo>
                  <a:pt x="347343" y="222246"/>
                </a:lnTo>
                <a:lnTo>
                  <a:pt x="347167" y="222234"/>
                </a:lnTo>
                <a:lnTo>
                  <a:pt x="354745" y="222762"/>
                </a:lnTo>
                <a:lnTo>
                  <a:pt x="354570" y="222750"/>
                </a:lnTo>
                <a:lnTo>
                  <a:pt x="362148" y="223417"/>
                </a:lnTo>
                <a:lnTo>
                  <a:pt x="361971" y="223404"/>
                </a:lnTo>
                <a:lnTo>
                  <a:pt x="369524" y="224222"/>
                </a:lnTo>
                <a:lnTo>
                  <a:pt x="369348" y="224197"/>
                </a:lnTo>
                <a:lnTo>
                  <a:pt x="376875" y="225154"/>
                </a:lnTo>
                <a:lnTo>
                  <a:pt x="376700" y="225129"/>
                </a:lnTo>
                <a:lnTo>
                  <a:pt x="384216" y="226237"/>
                </a:lnTo>
                <a:lnTo>
                  <a:pt x="384040" y="226199"/>
                </a:lnTo>
                <a:lnTo>
                  <a:pt x="391518" y="227433"/>
                </a:lnTo>
                <a:lnTo>
                  <a:pt x="391354" y="227408"/>
                </a:lnTo>
                <a:lnTo>
                  <a:pt x="398794" y="228780"/>
                </a:lnTo>
                <a:lnTo>
                  <a:pt x="398555" y="228730"/>
                </a:lnTo>
                <a:lnTo>
                  <a:pt x="413321" y="231851"/>
                </a:lnTo>
                <a:lnTo>
                  <a:pt x="412994" y="231776"/>
                </a:lnTo>
                <a:lnTo>
                  <a:pt x="427597" y="235402"/>
                </a:lnTo>
                <a:lnTo>
                  <a:pt x="427271" y="235313"/>
                </a:lnTo>
                <a:lnTo>
                  <a:pt x="441661" y="239430"/>
                </a:lnTo>
                <a:lnTo>
                  <a:pt x="441345" y="239342"/>
                </a:lnTo>
                <a:lnTo>
                  <a:pt x="455495" y="243912"/>
                </a:lnTo>
                <a:lnTo>
                  <a:pt x="455193" y="243811"/>
                </a:lnTo>
                <a:lnTo>
                  <a:pt x="469079" y="248834"/>
                </a:lnTo>
                <a:lnTo>
                  <a:pt x="468777" y="248721"/>
                </a:lnTo>
                <a:lnTo>
                  <a:pt x="482359" y="254172"/>
                </a:lnTo>
                <a:lnTo>
                  <a:pt x="482058" y="254046"/>
                </a:lnTo>
                <a:lnTo>
                  <a:pt x="495313" y="259912"/>
                </a:lnTo>
                <a:lnTo>
                  <a:pt x="495011" y="259774"/>
                </a:lnTo>
                <a:lnTo>
                  <a:pt x="507916" y="266018"/>
                </a:lnTo>
                <a:lnTo>
                  <a:pt x="507614" y="265867"/>
                </a:lnTo>
                <a:lnTo>
                  <a:pt x="520127" y="272489"/>
                </a:lnTo>
                <a:lnTo>
                  <a:pt x="519836" y="272325"/>
                </a:lnTo>
                <a:lnTo>
                  <a:pt x="531934" y="279300"/>
                </a:lnTo>
                <a:lnTo>
                  <a:pt x="531633" y="279111"/>
                </a:lnTo>
                <a:lnTo>
                  <a:pt x="543278" y="286412"/>
                </a:lnTo>
                <a:lnTo>
                  <a:pt x="542976" y="286223"/>
                </a:lnTo>
                <a:lnTo>
                  <a:pt x="554155" y="293827"/>
                </a:lnTo>
                <a:lnTo>
                  <a:pt x="553853" y="293613"/>
                </a:lnTo>
                <a:lnTo>
                  <a:pt x="564515" y="301506"/>
                </a:lnTo>
                <a:lnTo>
                  <a:pt x="564213" y="301280"/>
                </a:lnTo>
                <a:lnTo>
                  <a:pt x="574348" y="309450"/>
                </a:lnTo>
                <a:lnTo>
                  <a:pt x="574032" y="309186"/>
                </a:lnTo>
                <a:lnTo>
                  <a:pt x="583601" y="317608"/>
                </a:lnTo>
                <a:lnTo>
                  <a:pt x="583286" y="317318"/>
                </a:lnTo>
                <a:lnTo>
                  <a:pt x="592262" y="325980"/>
                </a:lnTo>
                <a:lnTo>
                  <a:pt x="591948" y="325652"/>
                </a:lnTo>
                <a:lnTo>
                  <a:pt x="600293" y="334527"/>
                </a:lnTo>
                <a:lnTo>
                  <a:pt x="599979" y="334162"/>
                </a:lnTo>
                <a:lnTo>
                  <a:pt x="607671" y="343226"/>
                </a:lnTo>
                <a:lnTo>
                  <a:pt x="607343" y="342823"/>
                </a:lnTo>
                <a:lnTo>
                  <a:pt x="614355" y="352064"/>
                </a:lnTo>
                <a:lnTo>
                  <a:pt x="614117" y="351737"/>
                </a:lnTo>
                <a:lnTo>
                  <a:pt x="617364" y="356420"/>
                </a:lnTo>
                <a:lnTo>
                  <a:pt x="617200" y="356180"/>
                </a:lnTo>
                <a:lnTo>
                  <a:pt x="620259" y="360889"/>
                </a:lnTo>
                <a:lnTo>
                  <a:pt x="620096" y="360637"/>
                </a:lnTo>
                <a:lnTo>
                  <a:pt x="622979" y="365395"/>
                </a:lnTo>
                <a:lnTo>
                  <a:pt x="622815" y="365131"/>
                </a:lnTo>
                <a:lnTo>
                  <a:pt x="625496" y="369903"/>
                </a:lnTo>
                <a:lnTo>
                  <a:pt x="625345" y="369626"/>
                </a:lnTo>
                <a:lnTo>
                  <a:pt x="627839" y="374435"/>
                </a:lnTo>
                <a:lnTo>
                  <a:pt x="627687" y="374145"/>
                </a:lnTo>
                <a:lnTo>
                  <a:pt x="629991" y="378980"/>
                </a:lnTo>
                <a:lnTo>
                  <a:pt x="629840" y="378664"/>
                </a:lnTo>
                <a:lnTo>
                  <a:pt x="631942" y="383537"/>
                </a:lnTo>
                <a:lnTo>
                  <a:pt x="631803" y="383209"/>
                </a:lnTo>
                <a:lnTo>
                  <a:pt x="633692" y="388081"/>
                </a:lnTo>
                <a:lnTo>
                  <a:pt x="633566" y="387741"/>
                </a:lnTo>
                <a:lnTo>
                  <a:pt x="635240" y="392651"/>
                </a:lnTo>
                <a:lnTo>
                  <a:pt x="635127" y="392286"/>
                </a:lnTo>
                <a:lnTo>
                  <a:pt x="636600" y="397208"/>
                </a:lnTo>
                <a:lnTo>
                  <a:pt x="636501" y="396830"/>
                </a:lnTo>
                <a:lnTo>
                  <a:pt x="637747" y="401765"/>
                </a:lnTo>
                <a:lnTo>
                  <a:pt x="637658" y="401375"/>
                </a:lnTo>
                <a:lnTo>
                  <a:pt x="638691" y="406322"/>
                </a:lnTo>
                <a:lnTo>
                  <a:pt x="638615" y="405907"/>
                </a:lnTo>
                <a:lnTo>
                  <a:pt x="639421" y="410867"/>
                </a:lnTo>
                <a:lnTo>
                  <a:pt x="639357" y="410452"/>
                </a:lnTo>
                <a:lnTo>
                  <a:pt x="639948" y="415412"/>
                </a:lnTo>
                <a:lnTo>
                  <a:pt x="639898" y="414971"/>
                </a:lnTo>
                <a:lnTo>
                  <a:pt x="640252" y="419944"/>
                </a:lnTo>
                <a:lnTo>
                  <a:pt x="640239" y="419504"/>
                </a:lnTo>
                <a:lnTo>
                  <a:pt x="640351" y="424476"/>
                </a:lnTo>
                <a:lnTo>
                  <a:pt x="659236" y="42402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" name="path-159">
            <a:extLst xmlns:a="http://schemas.openxmlformats.org/drawingml/2006/main">
              <a:ext uri="{FF2B5EF4-FFF2-40B4-BE49-F238E27FC236}">
                <a16:creationId xmlns:a16="http://schemas.microsoft.com/office/drawing/2014/main" id="{AF18FAE0-7E97-4718-9BCF-B85F7E0C8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572" y="2720207"/>
            <a:ext cx="2800939" cy="581896"/>
          </a:xfrm>
          <a:custGeom xmlns:a="http://schemas.openxmlformats.org/drawingml/2006/main">
            <a:pathLst>
              <a:path w="2043810" h="424602">
                <a:moveTo>
                  <a:pt x="2014567" y="74061"/>
                </a:moveTo>
                <a:lnTo>
                  <a:pt x="1995279" y="57884"/>
                </a:lnTo>
                <a:lnTo>
                  <a:pt x="1975981" y="41695"/>
                </a:lnTo>
                <a:lnTo>
                  <a:pt x="2043810" y="0"/>
                </a:lnTo>
                <a:lnTo>
                  <a:pt x="2014567" y="74061"/>
                </a:lnTo>
                <a:moveTo>
                  <a:pt x="0" y="423897"/>
                </a:moveTo>
                <a:lnTo>
                  <a:pt x="99" y="421064"/>
                </a:lnTo>
                <a:lnTo>
                  <a:pt x="453" y="417892"/>
                </a:lnTo>
                <a:lnTo>
                  <a:pt x="1031" y="414745"/>
                </a:lnTo>
                <a:lnTo>
                  <a:pt x="1837" y="411635"/>
                </a:lnTo>
                <a:lnTo>
                  <a:pt x="2856" y="408564"/>
                </a:lnTo>
                <a:lnTo>
                  <a:pt x="4129" y="405416"/>
                </a:lnTo>
                <a:lnTo>
                  <a:pt x="7087" y="399638"/>
                </a:lnTo>
                <a:lnTo>
                  <a:pt x="10838" y="393910"/>
                </a:lnTo>
                <a:lnTo>
                  <a:pt x="15256" y="388333"/>
                </a:lnTo>
                <a:lnTo>
                  <a:pt x="20342" y="382907"/>
                </a:lnTo>
                <a:lnTo>
                  <a:pt x="26046" y="377582"/>
                </a:lnTo>
                <a:lnTo>
                  <a:pt x="32366" y="372357"/>
                </a:lnTo>
                <a:lnTo>
                  <a:pt x="39289" y="367221"/>
                </a:lnTo>
                <a:lnTo>
                  <a:pt x="46804" y="362160"/>
                </a:lnTo>
                <a:lnTo>
                  <a:pt x="54899" y="357163"/>
                </a:lnTo>
                <a:lnTo>
                  <a:pt x="63574" y="352228"/>
                </a:lnTo>
                <a:lnTo>
                  <a:pt x="72827" y="347343"/>
                </a:lnTo>
                <a:lnTo>
                  <a:pt x="82633" y="342522"/>
                </a:lnTo>
                <a:lnTo>
                  <a:pt x="92994" y="337737"/>
                </a:lnTo>
                <a:lnTo>
                  <a:pt x="103883" y="333017"/>
                </a:lnTo>
                <a:lnTo>
                  <a:pt x="115313" y="328346"/>
                </a:lnTo>
                <a:lnTo>
                  <a:pt x="127273" y="323726"/>
                </a:lnTo>
                <a:lnTo>
                  <a:pt x="139737" y="319156"/>
                </a:lnTo>
                <a:lnTo>
                  <a:pt x="152703" y="314650"/>
                </a:lnTo>
                <a:lnTo>
                  <a:pt x="166161" y="310193"/>
                </a:lnTo>
                <a:lnTo>
                  <a:pt x="180097" y="305799"/>
                </a:lnTo>
                <a:lnTo>
                  <a:pt x="194512" y="301469"/>
                </a:lnTo>
                <a:lnTo>
                  <a:pt x="209379" y="297189"/>
                </a:lnTo>
                <a:lnTo>
                  <a:pt x="224687" y="292984"/>
                </a:lnTo>
                <a:lnTo>
                  <a:pt x="240449" y="288829"/>
                </a:lnTo>
                <a:lnTo>
                  <a:pt x="256625" y="284763"/>
                </a:lnTo>
                <a:lnTo>
                  <a:pt x="273218" y="280747"/>
                </a:lnTo>
                <a:lnTo>
                  <a:pt x="290214" y="276820"/>
                </a:lnTo>
                <a:lnTo>
                  <a:pt x="307599" y="272955"/>
                </a:lnTo>
                <a:lnTo>
                  <a:pt x="325374" y="269165"/>
                </a:lnTo>
                <a:lnTo>
                  <a:pt x="343515" y="265464"/>
                </a:lnTo>
                <a:lnTo>
                  <a:pt x="362008" y="261838"/>
                </a:lnTo>
                <a:lnTo>
                  <a:pt x="380854" y="258301"/>
                </a:lnTo>
                <a:lnTo>
                  <a:pt x="400040" y="254852"/>
                </a:lnTo>
                <a:lnTo>
                  <a:pt x="419539" y="251478"/>
                </a:lnTo>
                <a:lnTo>
                  <a:pt x="439355" y="248205"/>
                </a:lnTo>
                <a:lnTo>
                  <a:pt x="459486" y="245020"/>
                </a:lnTo>
                <a:lnTo>
                  <a:pt x="479892" y="241936"/>
                </a:lnTo>
                <a:lnTo>
                  <a:pt x="500575" y="238952"/>
                </a:lnTo>
                <a:lnTo>
                  <a:pt x="521525" y="236056"/>
                </a:lnTo>
                <a:lnTo>
                  <a:pt x="542737" y="233274"/>
                </a:lnTo>
                <a:lnTo>
                  <a:pt x="564189" y="230593"/>
                </a:lnTo>
                <a:lnTo>
                  <a:pt x="585878" y="228012"/>
                </a:lnTo>
                <a:lnTo>
                  <a:pt x="607783" y="225544"/>
                </a:lnTo>
                <a:lnTo>
                  <a:pt x="629890" y="223190"/>
                </a:lnTo>
                <a:lnTo>
                  <a:pt x="652210" y="220962"/>
                </a:lnTo>
                <a:lnTo>
                  <a:pt x="674707" y="218834"/>
                </a:lnTo>
                <a:lnTo>
                  <a:pt x="697380" y="216833"/>
                </a:lnTo>
                <a:lnTo>
                  <a:pt x="720203" y="214957"/>
                </a:lnTo>
                <a:lnTo>
                  <a:pt x="743190" y="213195"/>
                </a:lnTo>
                <a:lnTo>
                  <a:pt x="766316" y="211571"/>
                </a:lnTo>
                <a:lnTo>
                  <a:pt x="789580" y="210060"/>
                </a:lnTo>
                <a:lnTo>
                  <a:pt x="812946" y="208701"/>
                </a:lnTo>
                <a:lnTo>
                  <a:pt x="836425" y="207454"/>
                </a:lnTo>
                <a:lnTo>
                  <a:pt x="859991" y="206359"/>
                </a:lnTo>
                <a:lnTo>
                  <a:pt x="883646" y="205402"/>
                </a:lnTo>
                <a:lnTo>
                  <a:pt x="907365" y="204584"/>
                </a:lnTo>
                <a:lnTo>
                  <a:pt x="931144" y="203904"/>
                </a:lnTo>
                <a:lnTo>
                  <a:pt x="954975" y="203375"/>
                </a:lnTo>
                <a:lnTo>
                  <a:pt x="978832" y="202985"/>
                </a:lnTo>
                <a:lnTo>
                  <a:pt x="1002727" y="202758"/>
                </a:lnTo>
                <a:lnTo>
                  <a:pt x="1026594" y="202683"/>
                </a:lnTo>
                <a:lnTo>
                  <a:pt x="1050425" y="202607"/>
                </a:lnTo>
                <a:lnTo>
                  <a:pt x="1050363" y="202607"/>
                </a:lnTo>
                <a:lnTo>
                  <a:pt x="1074194" y="202381"/>
                </a:lnTo>
                <a:lnTo>
                  <a:pt x="1074131" y="202381"/>
                </a:lnTo>
                <a:lnTo>
                  <a:pt x="1097936" y="201990"/>
                </a:lnTo>
                <a:lnTo>
                  <a:pt x="1097873" y="202003"/>
                </a:lnTo>
                <a:lnTo>
                  <a:pt x="1121642" y="201475"/>
                </a:lnTo>
                <a:lnTo>
                  <a:pt x="1121590" y="201475"/>
                </a:lnTo>
                <a:lnTo>
                  <a:pt x="1145309" y="200795"/>
                </a:lnTo>
                <a:lnTo>
                  <a:pt x="1145258" y="200795"/>
                </a:lnTo>
                <a:lnTo>
                  <a:pt x="1168913" y="199976"/>
                </a:lnTo>
                <a:lnTo>
                  <a:pt x="1168863" y="199976"/>
                </a:lnTo>
                <a:lnTo>
                  <a:pt x="1192454" y="199019"/>
                </a:lnTo>
                <a:lnTo>
                  <a:pt x="1192392" y="199019"/>
                </a:lnTo>
                <a:lnTo>
                  <a:pt x="1215908" y="197924"/>
                </a:lnTo>
                <a:lnTo>
                  <a:pt x="1215857" y="197937"/>
                </a:lnTo>
                <a:lnTo>
                  <a:pt x="1239274" y="196703"/>
                </a:lnTo>
                <a:lnTo>
                  <a:pt x="1239210" y="196703"/>
                </a:lnTo>
                <a:lnTo>
                  <a:pt x="1262524" y="195331"/>
                </a:lnTo>
                <a:lnTo>
                  <a:pt x="1262474" y="195343"/>
                </a:lnTo>
                <a:lnTo>
                  <a:pt x="1285676" y="193846"/>
                </a:lnTo>
                <a:lnTo>
                  <a:pt x="1285613" y="193846"/>
                </a:lnTo>
                <a:lnTo>
                  <a:pt x="1308689" y="192221"/>
                </a:lnTo>
                <a:lnTo>
                  <a:pt x="1308639" y="192221"/>
                </a:lnTo>
                <a:lnTo>
                  <a:pt x="1331563" y="190472"/>
                </a:lnTo>
                <a:lnTo>
                  <a:pt x="1331513" y="190472"/>
                </a:lnTo>
                <a:lnTo>
                  <a:pt x="1354285" y="188596"/>
                </a:lnTo>
                <a:lnTo>
                  <a:pt x="1354236" y="188609"/>
                </a:lnTo>
                <a:lnTo>
                  <a:pt x="1376845" y="186607"/>
                </a:lnTo>
                <a:lnTo>
                  <a:pt x="1376795" y="186607"/>
                </a:lnTo>
                <a:lnTo>
                  <a:pt x="1399229" y="184492"/>
                </a:lnTo>
                <a:lnTo>
                  <a:pt x="1399177" y="184504"/>
                </a:lnTo>
                <a:lnTo>
                  <a:pt x="1421435" y="182263"/>
                </a:lnTo>
                <a:lnTo>
                  <a:pt x="1421373" y="182276"/>
                </a:lnTo>
                <a:lnTo>
                  <a:pt x="1443428" y="179922"/>
                </a:lnTo>
                <a:lnTo>
                  <a:pt x="1443379" y="179935"/>
                </a:lnTo>
                <a:lnTo>
                  <a:pt x="1465221" y="177480"/>
                </a:lnTo>
                <a:lnTo>
                  <a:pt x="1465170" y="177480"/>
                </a:lnTo>
                <a:lnTo>
                  <a:pt x="1486797" y="174911"/>
                </a:lnTo>
                <a:lnTo>
                  <a:pt x="1486735" y="174924"/>
                </a:lnTo>
                <a:lnTo>
                  <a:pt x="1508123" y="172243"/>
                </a:lnTo>
                <a:lnTo>
                  <a:pt x="1508073" y="172255"/>
                </a:lnTo>
                <a:lnTo>
                  <a:pt x="1529223" y="169473"/>
                </a:lnTo>
                <a:lnTo>
                  <a:pt x="1529160" y="169486"/>
                </a:lnTo>
                <a:lnTo>
                  <a:pt x="1550058" y="166603"/>
                </a:lnTo>
                <a:lnTo>
                  <a:pt x="1549995" y="166603"/>
                </a:lnTo>
                <a:lnTo>
                  <a:pt x="1570616" y="163632"/>
                </a:lnTo>
                <a:lnTo>
                  <a:pt x="1570553" y="163632"/>
                </a:lnTo>
                <a:lnTo>
                  <a:pt x="1590909" y="160560"/>
                </a:lnTo>
                <a:lnTo>
                  <a:pt x="1590847" y="160572"/>
                </a:lnTo>
                <a:lnTo>
                  <a:pt x="1610900" y="157400"/>
                </a:lnTo>
                <a:lnTo>
                  <a:pt x="1610825" y="157413"/>
                </a:lnTo>
                <a:lnTo>
                  <a:pt x="1630589" y="154140"/>
                </a:lnTo>
                <a:lnTo>
                  <a:pt x="1630514" y="154152"/>
                </a:lnTo>
                <a:lnTo>
                  <a:pt x="1649951" y="150804"/>
                </a:lnTo>
                <a:lnTo>
                  <a:pt x="1649889" y="150816"/>
                </a:lnTo>
                <a:lnTo>
                  <a:pt x="1669000" y="147367"/>
                </a:lnTo>
                <a:lnTo>
                  <a:pt x="1668936" y="147379"/>
                </a:lnTo>
                <a:lnTo>
                  <a:pt x="1687705" y="143855"/>
                </a:lnTo>
                <a:lnTo>
                  <a:pt x="1687631" y="143867"/>
                </a:lnTo>
                <a:lnTo>
                  <a:pt x="1706061" y="140254"/>
                </a:lnTo>
                <a:lnTo>
                  <a:pt x="1705985" y="140279"/>
                </a:lnTo>
                <a:lnTo>
                  <a:pt x="1724049" y="136590"/>
                </a:lnTo>
                <a:lnTo>
                  <a:pt x="1723975" y="136603"/>
                </a:lnTo>
                <a:lnTo>
                  <a:pt x="1741661" y="132839"/>
                </a:lnTo>
                <a:lnTo>
                  <a:pt x="1741587" y="132852"/>
                </a:lnTo>
                <a:lnTo>
                  <a:pt x="1758897" y="129012"/>
                </a:lnTo>
                <a:lnTo>
                  <a:pt x="1758808" y="129024"/>
                </a:lnTo>
                <a:lnTo>
                  <a:pt x="1775716" y="125110"/>
                </a:lnTo>
                <a:lnTo>
                  <a:pt x="1775641" y="125134"/>
                </a:lnTo>
                <a:lnTo>
                  <a:pt x="1792144" y="121144"/>
                </a:lnTo>
                <a:lnTo>
                  <a:pt x="1792044" y="121169"/>
                </a:lnTo>
                <a:lnTo>
                  <a:pt x="1808133" y="117115"/>
                </a:lnTo>
                <a:lnTo>
                  <a:pt x="1808044" y="117141"/>
                </a:lnTo>
                <a:lnTo>
                  <a:pt x="1823691" y="113024"/>
                </a:lnTo>
                <a:lnTo>
                  <a:pt x="1823592" y="113049"/>
                </a:lnTo>
                <a:lnTo>
                  <a:pt x="1838812" y="108870"/>
                </a:lnTo>
                <a:lnTo>
                  <a:pt x="1838699" y="108895"/>
                </a:lnTo>
                <a:lnTo>
                  <a:pt x="1853453" y="104652"/>
                </a:lnTo>
                <a:lnTo>
                  <a:pt x="1853352" y="104690"/>
                </a:lnTo>
                <a:lnTo>
                  <a:pt x="1867640" y="100385"/>
                </a:lnTo>
                <a:lnTo>
                  <a:pt x="1867514" y="100422"/>
                </a:lnTo>
                <a:lnTo>
                  <a:pt x="1881338" y="96067"/>
                </a:lnTo>
                <a:lnTo>
                  <a:pt x="1881212" y="96105"/>
                </a:lnTo>
                <a:lnTo>
                  <a:pt x="1894530" y="91698"/>
                </a:lnTo>
                <a:lnTo>
                  <a:pt x="1894404" y="91736"/>
                </a:lnTo>
                <a:lnTo>
                  <a:pt x="1907233" y="87279"/>
                </a:lnTo>
                <a:lnTo>
                  <a:pt x="1907082" y="87330"/>
                </a:lnTo>
                <a:lnTo>
                  <a:pt x="1919394" y="82823"/>
                </a:lnTo>
                <a:lnTo>
                  <a:pt x="1919243" y="82873"/>
                </a:lnTo>
                <a:lnTo>
                  <a:pt x="1931025" y="78329"/>
                </a:lnTo>
                <a:lnTo>
                  <a:pt x="1930862" y="78392"/>
                </a:lnTo>
                <a:lnTo>
                  <a:pt x="1942116" y="73797"/>
                </a:lnTo>
                <a:lnTo>
                  <a:pt x="1941928" y="73872"/>
                </a:lnTo>
                <a:lnTo>
                  <a:pt x="1952642" y="69227"/>
                </a:lnTo>
                <a:lnTo>
                  <a:pt x="1952439" y="69315"/>
                </a:lnTo>
                <a:lnTo>
                  <a:pt x="1962587" y="64632"/>
                </a:lnTo>
                <a:lnTo>
                  <a:pt x="1962374" y="64745"/>
                </a:lnTo>
                <a:lnTo>
                  <a:pt x="1971953" y="60024"/>
                </a:lnTo>
                <a:lnTo>
                  <a:pt x="1971713" y="60138"/>
                </a:lnTo>
                <a:lnTo>
                  <a:pt x="1980715" y="55392"/>
                </a:lnTo>
                <a:lnTo>
                  <a:pt x="1980451" y="55543"/>
                </a:lnTo>
                <a:lnTo>
                  <a:pt x="1988848" y="50759"/>
                </a:lnTo>
                <a:lnTo>
                  <a:pt x="1986392" y="52773"/>
                </a:lnTo>
                <a:lnTo>
                  <a:pt x="2012414" y="22761"/>
                </a:lnTo>
                <a:lnTo>
                  <a:pt x="2026678" y="35123"/>
                </a:lnTo>
                <a:lnTo>
                  <a:pt x="1999598" y="66369"/>
                </a:lnTo>
                <a:lnTo>
                  <a:pt x="1989666" y="72021"/>
                </a:lnTo>
                <a:lnTo>
                  <a:pt x="1980413" y="76906"/>
                </a:lnTo>
                <a:lnTo>
                  <a:pt x="1970605" y="81728"/>
                </a:lnTo>
                <a:lnTo>
                  <a:pt x="1960245" y="86512"/>
                </a:lnTo>
                <a:lnTo>
                  <a:pt x="1949356" y="91232"/>
                </a:lnTo>
                <a:lnTo>
                  <a:pt x="1937925" y="95903"/>
                </a:lnTo>
                <a:lnTo>
                  <a:pt x="1925965" y="100523"/>
                </a:lnTo>
                <a:lnTo>
                  <a:pt x="1913502" y="105093"/>
                </a:lnTo>
                <a:lnTo>
                  <a:pt x="1900535" y="109600"/>
                </a:lnTo>
                <a:lnTo>
                  <a:pt x="1887077" y="114056"/>
                </a:lnTo>
                <a:lnTo>
                  <a:pt x="1873142" y="118450"/>
                </a:lnTo>
                <a:lnTo>
                  <a:pt x="1858727" y="122780"/>
                </a:lnTo>
                <a:lnTo>
                  <a:pt x="1843859" y="127061"/>
                </a:lnTo>
                <a:lnTo>
                  <a:pt x="1828552" y="131266"/>
                </a:lnTo>
                <a:lnTo>
                  <a:pt x="1812789" y="135420"/>
                </a:lnTo>
                <a:lnTo>
                  <a:pt x="1796614" y="139486"/>
                </a:lnTo>
                <a:lnTo>
                  <a:pt x="1780020" y="143502"/>
                </a:lnTo>
                <a:lnTo>
                  <a:pt x="1763026" y="147430"/>
                </a:lnTo>
                <a:lnTo>
                  <a:pt x="1745641" y="151295"/>
                </a:lnTo>
                <a:lnTo>
                  <a:pt x="1727864" y="155084"/>
                </a:lnTo>
                <a:lnTo>
                  <a:pt x="1709723" y="158785"/>
                </a:lnTo>
                <a:lnTo>
                  <a:pt x="1691231" y="162411"/>
                </a:lnTo>
                <a:lnTo>
                  <a:pt x="1672385" y="165948"/>
                </a:lnTo>
                <a:lnTo>
                  <a:pt x="1653200" y="169398"/>
                </a:lnTo>
                <a:lnTo>
                  <a:pt x="1633699" y="172771"/>
                </a:lnTo>
                <a:lnTo>
                  <a:pt x="1613884" y="176044"/>
                </a:lnTo>
                <a:lnTo>
                  <a:pt x="1593755" y="179230"/>
                </a:lnTo>
                <a:lnTo>
                  <a:pt x="1573347" y="182314"/>
                </a:lnTo>
                <a:lnTo>
                  <a:pt x="1552664" y="185297"/>
                </a:lnTo>
                <a:lnTo>
                  <a:pt x="1531716" y="188193"/>
                </a:lnTo>
                <a:lnTo>
                  <a:pt x="1510504" y="190975"/>
                </a:lnTo>
                <a:lnTo>
                  <a:pt x="1489052" y="193656"/>
                </a:lnTo>
                <a:lnTo>
                  <a:pt x="1467360" y="196237"/>
                </a:lnTo>
                <a:lnTo>
                  <a:pt x="1445456" y="198705"/>
                </a:lnTo>
                <a:lnTo>
                  <a:pt x="1423349" y="201059"/>
                </a:lnTo>
                <a:lnTo>
                  <a:pt x="1401029" y="203287"/>
                </a:lnTo>
                <a:lnTo>
                  <a:pt x="1378533" y="205415"/>
                </a:lnTo>
                <a:lnTo>
                  <a:pt x="1355860" y="207416"/>
                </a:lnTo>
                <a:lnTo>
                  <a:pt x="1333036" y="209292"/>
                </a:lnTo>
                <a:lnTo>
                  <a:pt x="1310049" y="211055"/>
                </a:lnTo>
                <a:lnTo>
                  <a:pt x="1286923" y="212678"/>
                </a:lnTo>
                <a:lnTo>
                  <a:pt x="1263658" y="214189"/>
                </a:lnTo>
                <a:lnTo>
                  <a:pt x="1240293" y="215549"/>
                </a:lnTo>
                <a:lnTo>
                  <a:pt x="1216814" y="216795"/>
                </a:lnTo>
                <a:lnTo>
                  <a:pt x="1193247" y="217891"/>
                </a:lnTo>
                <a:lnTo>
                  <a:pt x="1169593" y="218847"/>
                </a:lnTo>
                <a:lnTo>
                  <a:pt x="1145876" y="219665"/>
                </a:lnTo>
                <a:lnTo>
                  <a:pt x="1122095" y="220345"/>
                </a:lnTo>
                <a:lnTo>
                  <a:pt x="1098264" y="220874"/>
                </a:lnTo>
                <a:lnTo>
                  <a:pt x="1074407" y="221264"/>
                </a:lnTo>
                <a:lnTo>
                  <a:pt x="1050514" y="221491"/>
                </a:lnTo>
                <a:lnTo>
                  <a:pt x="1026644" y="221567"/>
                </a:lnTo>
                <a:lnTo>
                  <a:pt x="1002814" y="221642"/>
                </a:lnTo>
                <a:lnTo>
                  <a:pt x="1002876" y="221642"/>
                </a:lnTo>
                <a:lnTo>
                  <a:pt x="979045" y="221868"/>
                </a:lnTo>
                <a:lnTo>
                  <a:pt x="979109" y="221868"/>
                </a:lnTo>
                <a:lnTo>
                  <a:pt x="955303" y="222259"/>
                </a:lnTo>
                <a:lnTo>
                  <a:pt x="955365" y="222246"/>
                </a:lnTo>
                <a:lnTo>
                  <a:pt x="931598" y="222775"/>
                </a:lnTo>
                <a:lnTo>
                  <a:pt x="931648" y="222775"/>
                </a:lnTo>
                <a:lnTo>
                  <a:pt x="907931" y="223455"/>
                </a:lnTo>
                <a:lnTo>
                  <a:pt x="907981" y="223455"/>
                </a:lnTo>
                <a:lnTo>
                  <a:pt x="884326" y="224273"/>
                </a:lnTo>
                <a:lnTo>
                  <a:pt x="884377" y="224273"/>
                </a:lnTo>
                <a:lnTo>
                  <a:pt x="860785" y="225230"/>
                </a:lnTo>
                <a:lnTo>
                  <a:pt x="860847" y="225230"/>
                </a:lnTo>
                <a:lnTo>
                  <a:pt x="837332" y="226325"/>
                </a:lnTo>
                <a:lnTo>
                  <a:pt x="837382" y="226312"/>
                </a:lnTo>
                <a:lnTo>
                  <a:pt x="813967" y="227546"/>
                </a:lnTo>
                <a:lnTo>
                  <a:pt x="814016" y="227546"/>
                </a:lnTo>
                <a:lnTo>
                  <a:pt x="790702" y="228918"/>
                </a:lnTo>
                <a:lnTo>
                  <a:pt x="790764" y="228906"/>
                </a:lnTo>
                <a:lnTo>
                  <a:pt x="767562" y="230404"/>
                </a:lnTo>
                <a:lnTo>
                  <a:pt x="767626" y="230404"/>
                </a:lnTo>
                <a:lnTo>
                  <a:pt x="744550" y="232028"/>
                </a:lnTo>
                <a:lnTo>
                  <a:pt x="744601" y="232028"/>
                </a:lnTo>
                <a:lnTo>
                  <a:pt x="721676" y="233777"/>
                </a:lnTo>
                <a:lnTo>
                  <a:pt x="721726" y="233777"/>
                </a:lnTo>
                <a:lnTo>
                  <a:pt x="698953" y="235653"/>
                </a:lnTo>
                <a:lnTo>
                  <a:pt x="699003" y="235641"/>
                </a:lnTo>
                <a:lnTo>
                  <a:pt x="676394" y="237643"/>
                </a:lnTo>
                <a:lnTo>
                  <a:pt x="676443" y="237643"/>
                </a:lnTo>
                <a:lnTo>
                  <a:pt x="654010" y="239757"/>
                </a:lnTo>
                <a:lnTo>
                  <a:pt x="654061" y="239745"/>
                </a:lnTo>
                <a:lnTo>
                  <a:pt x="631803" y="241986"/>
                </a:lnTo>
                <a:lnTo>
                  <a:pt x="631866" y="241973"/>
                </a:lnTo>
                <a:lnTo>
                  <a:pt x="609810" y="244327"/>
                </a:lnTo>
                <a:lnTo>
                  <a:pt x="609860" y="244315"/>
                </a:lnTo>
                <a:lnTo>
                  <a:pt x="588019" y="246769"/>
                </a:lnTo>
                <a:lnTo>
                  <a:pt x="588069" y="246769"/>
                </a:lnTo>
                <a:lnTo>
                  <a:pt x="566441" y="249338"/>
                </a:lnTo>
                <a:lnTo>
                  <a:pt x="566505" y="249325"/>
                </a:lnTo>
                <a:lnTo>
                  <a:pt x="545116" y="252006"/>
                </a:lnTo>
                <a:lnTo>
                  <a:pt x="545165" y="251994"/>
                </a:lnTo>
                <a:lnTo>
                  <a:pt x="524017" y="254776"/>
                </a:lnTo>
                <a:lnTo>
                  <a:pt x="524079" y="254764"/>
                </a:lnTo>
                <a:lnTo>
                  <a:pt x="503181" y="257646"/>
                </a:lnTo>
                <a:lnTo>
                  <a:pt x="503245" y="257646"/>
                </a:lnTo>
                <a:lnTo>
                  <a:pt x="482624" y="260618"/>
                </a:lnTo>
                <a:lnTo>
                  <a:pt x="482686" y="260618"/>
                </a:lnTo>
                <a:lnTo>
                  <a:pt x="462330" y="263689"/>
                </a:lnTo>
                <a:lnTo>
                  <a:pt x="462393" y="263677"/>
                </a:lnTo>
                <a:lnTo>
                  <a:pt x="442339" y="266849"/>
                </a:lnTo>
                <a:lnTo>
                  <a:pt x="442401" y="266837"/>
                </a:lnTo>
                <a:lnTo>
                  <a:pt x="422650" y="270109"/>
                </a:lnTo>
                <a:lnTo>
                  <a:pt x="422726" y="270097"/>
                </a:lnTo>
                <a:lnTo>
                  <a:pt x="403287" y="273446"/>
                </a:lnTo>
                <a:lnTo>
                  <a:pt x="403351" y="273433"/>
                </a:lnTo>
                <a:lnTo>
                  <a:pt x="384241" y="276883"/>
                </a:lnTo>
                <a:lnTo>
                  <a:pt x="384303" y="276870"/>
                </a:lnTo>
                <a:lnTo>
                  <a:pt x="365534" y="280395"/>
                </a:lnTo>
                <a:lnTo>
                  <a:pt x="365610" y="280383"/>
                </a:lnTo>
                <a:lnTo>
                  <a:pt x="347179" y="283995"/>
                </a:lnTo>
                <a:lnTo>
                  <a:pt x="347254" y="283970"/>
                </a:lnTo>
                <a:lnTo>
                  <a:pt x="329189" y="287658"/>
                </a:lnTo>
                <a:lnTo>
                  <a:pt x="329264" y="287646"/>
                </a:lnTo>
                <a:lnTo>
                  <a:pt x="311577" y="291410"/>
                </a:lnTo>
                <a:lnTo>
                  <a:pt x="311652" y="291398"/>
                </a:lnTo>
                <a:lnTo>
                  <a:pt x="294343" y="295237"/>
                </a:lnTo>
                <a:lnTo>
                  <a:pt x="294430" y="295225"/>
                </a:lnTo>
                <a:lnTo>
                  <a:pt x="277523" y="299140"/>
                </a:lnTo>
                <a:lnTo>
                  <a:pt x="277599" y="299115"/>
                </a:lnTo>
                <a:lnTo>
                  <a:pt x="261095" y="303105"/>
                </a:lnTo>
                <a:lnTo>
                  <a:pt x="261196" y="303080"/>
                </a:lnTo>
                <a:lnTo>
                  <a:pt x="245107" y="307134"/>
                </a:lnTo>
                <a:lnTo>
                  <a:pt x="245194" y="307109"/>
                </a:lnTo>
                <a:lnTo>
                  <a:pt x="229546" y="311225"/>
                </a:lnTo>
                <a:lnTo>
                  <a:pt x="229649" y="311200"/>
                </a:lnTo>
                <a:lnTo>
                  <a:pt x="214428" y="315380"/>
                </a:lnTo>
                <a:lnTo>
                  <a:pt x="214542" y="315354"/>
                </a:lnTo>
                <a:lnTo>
                  <a:pt x="199773" y="319597"/>
                </a:lnTo>
                <a:lnTo>
                  <a:pt x="199887" y="319559"/>
                </a:lnTo>
                <a:lnTo>
                  <a:pt x="185598" y="323864"/>
                </a:lnTo>
                <a:lnTo>
                  <a:pt x="185712" y="323827"/>
                </a:lnTo>
                <a:lnTo>
                  <a:pt x="171902" y="328183"/>
                </a:lnTo>
                <a:lnTo>
                  <a:pt x="172028" y="328145"/>
                </a:lnTo>
                <a:lnTo>
                  <a:pt x="158709" y="332551"/>
                </a:lnTo>
                <a:lnTo>
                  <a:pt x="158835" y="332513"/>
                </a:lnTo>
                <a:lnTo>
                  <a:pt x="146005" y="336970"/>
                </a:lnTo>
                <a:lnTo>
                  <a:pt x="146158" y="336920"/>
                </a:lnTo>
                <a:lnTo>
                  <a:pt x="133845" y="341426"/>
                </a:lnTo>
                <a:lnTo>
                  <a:pt x="133996" y="341376"/>
                </a:lnTo>
                <a:lnTo>
                  <a:pt x="122212" y="345920"/>
                </a:lnTo>
                <a:lnTo>
                  <a:pt x="122377" y="345857"/>
                </a:lnTo>
                <a:lnTo>
                  <a:pt x="111122" y="350453"/>
                </a:lnTo>
                <a:lnTo>
                  <a:pt x="111310" y="350377"/>
                </a:lnTo>
                <a:lnTo>
                  <a:pt x="100597" y="355022"/>
                </a:lnTo>
                <a:lnTo>
                  <a:pt x="100799" y="354934"/>
                </a:lnTo>
                <a:lnTo>
                  <a:pt x="90652" y="359617"/>
                </a:lnTo>
                <a:lnTo>
                  <a:pt x="90867" y="359504"/>
                </a:lnTo>
                <a:lnTo>
                  <a:pt x="81286" y="364225"/>
                </a:lnTo>
                <a:lnTo>
                  <a:pt x="81526" y="364112"/>
                </a:lnTo>
                <a:lnTo>
                  <a:pt x="72525" y="368858"/>
                </a:lnTo>
                <a:lnTo>
                  <a:pt x="72788" y="368706"/>
                </a:lnTo>
                <a:lnTo>
                  <a:pt x="64393" y="373491"/>
                </a:lnTo>
                <a:lnTo>
                  <a:pt x="64668" y="373327"/>
                </a:lnTo>
                <a:lnTo>
                  <a:pt x="56877" y="378136"/>
                </a:lnTo>
                <a:lnTo>
                  <a:pt x="57191" y="377934"/>
                </a:lnTo>
                <a:lnTo>
                  <a:pt x="50015" y="382769"/>
                </a:lnTo>
                <a:lnTo>
                  <a:pt x="50369" y="382517"/>
                </a:lnTo>
                <a:lnTo>
                  <a:pt x="43809" y="387376"/>
                </a:lnTo>
                <a:lnTo>
                  <a:pt x="44200" y="387074"/>
                </a:lnTo>
                <a:lnTo>
                  <a:pt x="38295" y="391958"/>
                </a:lnTo>
                <a:lnTo>
                  <a:pt x="38711" y="391593"/>
                </a:lnTo>
                <a:lnTo>
                  <a:pt x="33449" y="396490"/>
                </a:lnTo>
                <a:lnTo>
                  <a:pt x="33914" y="396038"/>
                </a:lnTo>
                <a:lnTo>
                  <a:pt x="29320" y="400947"/>
                </a:lnTo>
                <a:lnTo>
                  <a:pt x="29810" y="400381"/>
                </a:lnTo>
                <a:lnTo>
                  <a:pt x="25893" y="405315"/>
                </a:lnTo>
                <a:lnTo>
                  <a:pt x="26398" y="404610"/>
                </a:lnTo>
                <a:lnTo>
                  <a:pt x="23163" y="409558"/>
                </a:lnTo>
                <a:lnTo>
                  <a:pt x="23667" y="408689"/>
                </a:lnTo>
                <a:lnTo>
                  <a:pt x="21136" y="413650"/>
                </a:lnTo>
                <a:lnTo>
                  <a:pt x="21489" y="412881"/>
                </a:lnTo>
                <a:lnTo>
                  <a:pt x="20481" y="415361"/>
                </a:lnTo>
                <a:lnTo>
                  <a:pt x="20683" y="414795"/>
                </a:lnTo>
                <a:lnTo>
                  <a:pt x="19865" y="417275"/>
                </a:lnTo>
                <a:lnTo>
                  <a:pt x="20041" y="416671"/>
                </a:lnTo>
                <a:lnTo>
                  <a:pt x="19398" y="419164"/>
                </a:lnTo>
                <a:lnTo>
                  <a:pt x="19538" y="418521"/>
                </a:lnTo>
                <a:lnTo>
                  <a:pt x="19084" y="421001"/>
                </a:lnTo>
                <a:lnTo>
                  <a:pt x="19185" y="420321"/>
                </a:lnTo>
                <a:lnTo>
                  <a:pt x="18908" y="422814"/>
                </a:lnTo>
                <a:lnTo>
                  <a:pt x="18958" y="422122"/>
                </a:lnTo>
                <a:lnTo>
                  <a:pt x="18858" y="424602"/>
                </a:lnTo>
                <a:lnTo>
                  <a:pt x="0" y="42389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" name="path-160">
            <a:extLst xmlns:a="http://schemas.openxmlformats.org/drawingml/2006/main">
              <a:ext uri="{FF2B5EF4-FFF2-40B4-BE49-F238E27FC236}">
                <a16:creationId xmlns:a16="http://schemas.microsoft.com/office/drawing/2014/main" id="{41035094-8CF2-4853-945E-4B610E423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552" y="2720207"/>
            <a:ext cx="821691" cy="581689"/>
          </a:xfrm>
          <a:custGeom xmlns:a="http://schemas.openxmlformats.org/drawingml/2006/main">
            <a:pathLst>
              <a:path w="599578" h="424451">
                <a:moveTo>
                  <a:pt x="599578" y="79587"/>
                </a:moveTo>
                <a:lnTo>
                  <a:pt x="575483" y="72298"/>
                </a:lnTo>
                <a:lnTo>
                  <a:pt x="551373" y="65009"/>
                </a:lnTo>
                <a:lnTo>
                  <a:pt x="597348" y="0"/>
                </a:lnTo>
                <a:lnTo>
                  <a:pt x="599578" y="79587"/>
                </a:lnTo>
                <a:moveTo>
                  <a:pt x="0" y="424048"/>
                </a:moveTo>
                <a:lnTo>
                  <a:pt x="114" y="418874"/>
                </a:lnTo>
                <a:lnTo>
                  <a:pt x="454" y="413511"/>
                </a:lnTo>
                <a:lnTo>
                  <a:pt x="1033" y="408161"/>
                </a:lnTo>
                <a:lnTo>
                  <a:pt x="1813" y="402823"/>
                </a:lnTo>
                <a:lnTo>
                  <a:pt x="2821" y="397510"/>
                </a:lnTo>
                <a:lnTo>
                  <a:pt x="4030" y="392223"/>
                </a:lnTo>
                <a:lnTo>
                  <a:pt x="5452" y="386961"/>
                </a:lnTo>
                <a:lnTo>
                  <a:pt x="7076" y="381724"/>
                </a:lnTo>
                <a:lnTo>
                  <a:pt x="8901" y="376524"/>
                </a:lnTo>
                <a:lnTo>
                  <a:pt x="10903" y="371363"/>
                </a:lnTo>
                <a:lnTo>
                  <a:pt x="13107" y="366239"/>
                </a:lnTo>
                <a:lnTo>
                  <a:pt x="15485" y="361154"/>
                </a:lnTo>
                <a:lnTo>
                  <a:pt x="18054" y="356105"/>
                </a:lnTo>
                <a:lnTo>
                  <a:pt x="20823" y="351045"/>
                </a:lnTo>
                <a:lnTo>
                  <a:pt x="26765" y="341237"/>
                </a:lnTo>
                <a:lnTo>
                  <a:pt x="33412" y="331569"/>
                </a:lnTo>
                <a:lnTo>
                  <a:pt x="40676" y="322115"/>
                </a:lnTo>
                <a:lnTo>
                  <a:pt x="48531" y="312887"/>
                </a:lnTo>
                <a:lnTo>
                  <a:pt x="56953" y="303911"/>
                </a:lnTo>
                <a:lnTo>
                  <a:pt x="65916" y="295187"/>
                </a:lnTo>
                <a:lnTo>
                  <a:pt x="75396" y="286740"/>
                </a:lnTo>
                <a:lnTo>
                  <a:pt x="85355" y="278594"/>
                </a:lnTo>
                <a:lnTo>
                  <a:pt x="95779" y="270752"/>
                </a:lnTo>
                <a:lnTo>
                  <a:pt x="106629" y="263248"/>
                </a:lnTo>
                <a:lnTo>
                  <a:pt x="117884" y="256085"/>
                </a:lnTo>
                <a:lnTo>
                  <a:pt x="129517" y="249288"/>
                </a:lnTo>
                <a:lnTo>
                  <a:pt x="141502" y="242867"/>
                </a:lnTo>
                <a:lnTo>
                  <a:pt x="153813" y="236850"/>
                </a:lnTo>
                <a:lnTo>
                  <a:pt x="166428" y="231260"/>
                </a:lnTo>
                <a:lnTo>
                  <a:pt x="179307" y="226098"/>
                </a:lnTo>
                <a:lnTo>
                  <a:pt x="192449" y="221402"/>
                </a:lnTo>
                <a:lnTo>
                  <a:pt x="205806" y="217185"/>
                </a:lnTo>
                <a:lnTo>
                  <a:pt x="219363" y="213459"/>
                </a:lnTo>
                <a:lnTo>
                  <a:pt x="233098" y="210249"/>
                </a:lnTo>
                <a:lnTo>
                  <a:pt x="246922" y="207592"/>
                </a:lnTo>
                <a:lnTo>
                  <a:pt x="253946" y="206459"/>
                </a:lnTo>
                <a:lnTo>
                  <a:pt x="260958" y="205465"/>
                </a:lnTo>
                <a:lnTo>
                  <a:pt x="267995" y="204634"/>
                </a:lnTo>
                <a:lnTo>
                  <a:pt x="275045" y="203929"/>
                </a:lnTo>
                <a:lnTo>
                  <a:pt x="282121" y="203388"/>
                </a:lnTo>
                <a:lnTo>
                  <a:pt x="289208" y="202998"/>
                </a:lnTo>
                <a:lnTo>
                  <a:pt x="296296" y="202758"/>
                </a:lnTo>
                <a:lnTo>
                  <a:pt x="303296" y="202683"/>
                </a:lnTo>
                <a:lnTo>
                  <a:pt x="310182" y="202607"/>
                </a:lnTo>
                <a:lnTo>
                  <a:pt x="309967" y="202607"/>
                </a:lnTo>
                <a:lnTo>
                  <a:pt x="316853" y="202381"/>
                </a:lnTo>
                <a:lnTo>
                  <a:pt x="316653" y="202393"/>
                </a:lnTo>
                <a:lnTo>
                  <a:pt x="323526" y="202003"/>
                </a:lnTo>
                <a:lnTo>
                  <a:pt x="323324" y="202028"/>
                </a:lnTo>
                <a:lnTo>
                  <a:pt x="330198" y="201499"/>
                </a:lnTo>
                <a:lnTo>
                  <a:pt x="329997" y="201512"/>
                </a:lnTo>
                <a:lnTo>
                  <a:pt x="336844" y="200832"/>
                </a:lnTo>
                <a:lnTo>
                  <a:pt x="336656" y="200858"/>
                </a:lnTo>
                <a:lnTo>
                  <a:pt x="343492" y="200039"/>
                </a:lnTo>
                <a:lnTo>
                  <a:pt x="343302" y="200064"/>
                </a:lnTo>
                <a:lnTo>
                  <a:pt x="350114" y="199108"/>
                </a:lnTo>
                <a:lnTo>
                  <a:pt x="349924" y="199133"/>
                </a:lnTo>
                <a:lnTo>
                  <a:pt x="356723" y="198038"/>
                </a:lnTo>
                <a:lnTo>
                  <a:pt x="356446" y="198088"/>
                </a:lnTo>
                <a:lnTo>
                  <a:pt x="369941" y="195495"/>
                </a:lnTo>
                <a:lnTo>
                  <a:pt x="369576" y="195570"/>
                </a:lnTo>
                <a:lnTo>
                  <a:pt x="382957" y="192448"/>
                </a:lnTo>
                <a:lnTo>
                  <a:pt x="382606" y="192536"/>
                </a:lnTo>
                <a:lnTo>
                  <a:pt x="395812" y="188910"/>
                </a:lnTo>
                <a:lnTo>
                  <a:pt x="395471" y="189011"/>
                </a:lnTo>
                <a:lnTo>
                  <a:pt x="408489" y="184895"/>
                </a:lnTo>
                <a:lnTo>
                  <a:pt x="408150" y="185008"/>
                </a:lnTo>
                <a:lnTo>
                  <a:pt x="420951" y="180426"/>
                </a:lnTo>
                <a:lnTo>
                  <a:pt x="420624" y="180551"/>
                </a:lnTo>
                <a:lnTo>
                  <a:pt x="433189" y="175528"/>
                </a:lnTo>
                <a:lnTo>
                  <a:pt x="432873" y="175654"/>
                </a:lnTo>
                <a:lnTo>
                  <a:pt x="445161" y="170203"/>
                </a:lnTo>
                <a:lnTo>
                  <a:pt x="444845" y="170354"/>
                </a:lnTo>
                <a:lnTo>
                  <a:pt x="456842" y="164488"/>
                </a:lnTo>
                <a:lnTo>
                  <a:pt x="456541" y="164651"/>
                </a:lnTo>
                <a:lnTo>
                  <a:pt x="468211" y="158395"/>
                </a:lnTo>
                <a:lnTo>
                  <a:pt x="467909" y="158571"/>
                </a:lnTo>
                <a:lnTo>
                  <a:pt x="479226" y="151949"/>
                </a:lnTo>
                <a:lnTo>
                  <a:pt x="478924" y="152138"/>
                </a:lnTo>
                <a:lnTo>
                  <a:pt x="489876" y="145163"/>
                </a:lnTo>
                <a:lnTo>
                  <a:pt x="489574" y="145365"/>
                </a:lnTo>
                <a:lnTo>
                  <a:pt x="500112" y="138076"/>
                </a:lnTo>
                <a:lnTo>
                  <a:pt x="499810" y="138290"/>
                </a:lnTo>
                <a:lnTo>
                  <a:pt x="509931" y="130686"/>
                </a:lnTo>
                <a:lnTo>
                  <a:pt x="509629" y="130913"/>
                </a:lnTo>
                <a:lnTo>
                  <a:pt x="519284" y="123020"/>
                </a:lnTo>
                <a:lnTo>
                  <a:pt x="518982" y="123271"/>
                </a:lnTo>
                <a:lnTo>
                  <a:pt x="528146" y="115101"/>
                </a:lnTo>
                <a:lnTo>
                  <a:pt x="527844" y="115378"/>
                </a:lnTo>
                <a:lnTo>
                  <a:pt x="536506" y="106956"/>
                </a:lnTo>
                <a:lnTo>
                  <a:pt x="536204" y="107271"/>
                </a:lnTo>
                <a:lnTo>
                  <a:pt x="544336" y="98609"/>
                </a:lnTo>
                <a:lnTo>
                  <a:pt x="544034" y="98949"/>
                </a:lnTo>
                <a:lnTo>
                  <a:pt x="551588" y="90074"/>
                </a:lnTo>
                <a:lnTo>
                  <a:pt x="551286" y="90439"/>
                </a:lnTo>
                <a:lnTo>
                  <a:pt x="558247" y="81375"/>
                </a:lnTo>
                <a:lnTo>
                  <a:pt x="557958" y="81790"/>
                </a:lnTo>
                <a:lnTo>
                  <a:pt x="564302" y="72550"/>
                </a:lnTo>
                <a:lnTo>
                  <a:pt x="563157" y="74829"/>
                </a:lnTo>
                <a:lnTo>
                  <a:pt x="577483" y="33084"/>
                </a:lnTo>
                <a:lnTo>
                  <a:pt x="595347" y="39215"/>
                </a:lnTo>
                <a:lnTo>
                  <a:pt x="580593" y="82168"/>
                </a:lnTo>
                <a:lnTo>
                  <a:pt x="573379" y="92680"/>
                </a:lnTo>
                <a:lnTo>
                  <a:pt x="566115" y="102135"/>
                </a:lnTo>
                <a:lnTo>
                  <a:pt x="558259" y="111362"/>
                </a:lnTo>
                <a:lnTo>
                  <a:pt x="549838" y="120338"/>
                </a:lnTo>
                <a:lnTo>
                  <a:pt x="540862" y="129063"/>
                </a:lnTo>
                <a:lnTo>
                  <a:pt x="531395" y="137510"/>
                </a:lnTo>
                <a:lnTo>
                  <a:pt x="521438" y="145655"/>
                </a:lnTo>
                <a:lnTo>
                  <a:pt x="511013" y="153498"/>
                </a:lnTo>
                <a:lnTo>
                  <a:pt x="500161" y="161001"/>
                </a:lnTo>
                <a:lnTo>
                  <a:pt x="488906" y="168164"/>
                </a:lnTo>
                <a:lnTo>
                  <a:pt x="477275" y="174962"/>
                </a:lnTo>
                <a:lnTo>
                  <a:pt x="465291" y="181382"/>
                </a:lnTo>
                <a:lnTo>
                  <a:pt x="452978" y="187400"/>
                </a:lnTo>
                <a:lnTo>
                  <a:pt x="440365" y="192989"/>
                </a:lnTo>
                <a:lnTo>
                  <a:pt x="427485" y="198151"/>
                </a:lnTo>
                <a:lnTo>
                  <a:pt x="414343" y="202846"/>
                </a:lnTo>
                <a:lnTo>
                  <a:pt x="400985" y="207064"/>
                </a:lnTo>
                <a:lnTo>
                  <a:pt x="387427" y="210790"/>
                </a:lnTo>
                <a:lnTo>
                  <a:pt x="373692" y="214001"/>
                </a:lnTo>
                <a:lnTo>
                  <a:pt x="359871" y="216657"/>
                </a:lnTo>
                <a:lnTo>
                  <a:pt x="352846" y="217790"/>
                </a:lnTo>
                <a:lnTo>
                  <a:pt x="345834" y="218784"/>
                </a:lnTo>
                <a:lnTo>
                  <a:pt x="338795" y="219615"/>
                </a:lnTo>
                <a:lnTo>
                  <a:pt x="331746" y="220320"/>
                </a:lnTo>
                <a:lnTo>
                  <a:pt x="324671" y="220861"/>
                </a:lnTo>
                <a:lnTo>
                  <a:pt x="317583" y="221251"/>
                </a:lnTo>
                <a:lnTo>
                  <a:pt x="310496" y="221491"/>
                </a:lnTo>
                <a:lnTo>
                  <a:pt x="303496" y="221567"/>
                </a:lnTo>
                <a:lnTo>
                  <a:pt x="296610" y="221642"/>
                </a:lnTo>
                <a:lnTo>
                  <a:pt x="296823" y="221642"/>
                </a:lnTo>
                <a:lnTo>
                  <a:pt x="289937" y="221868"/>
                </a:lnTo>
                <a:lnTo>
                  <a:pt x="290140" y="221856"/>
                </a:lnTo>
                <a:lnTo>
                  <a:pt x="283266" y="222246"/>
                </a:lnTo>
                <a:lnTo>
                  <a:pt x="283467" y="222221"/>
                </a:lnTo>
                <a:lnTo>
                  <a:pt x="276593" y="222750"/>
                </a:lnTo>
                <a:lnTo>
                  <a:pt x="276795" y="222737"/>
                </a:lnTo>
                <a:lnTo>
                  <a:pt x="269946" y="223417"/>
                </a:lnTo>
                <a:lnTo>
                  <a:pt x="270135" y="223392"/>
                </a:lnTo>
                <a:lnTo>
                  <a:pt x="263300" y="224210"/>
                </a:lnTo>
                <a:lnTo>
                  <a:pt x="263488" y="224185"/>
                </a:lnTo>
                <a:lnTo>
                  <a:pt x="256678" y="225142"/>
                </a:lnTo>
                <a:lnTo>
                  <a:pt x="256867" y="225117"/>
                </a:lnTo>
                <a:lnTo>
                  <a:pt x="250069" y="226211"/>
                </a:lnTo>
                <a:lnTo>
                  <a:pt x="250344" y="226161"/>
                </a:lnTo>
                <a:lnTo>
                  <a:pt x="236851" y="228754"/>
                </a:lnTo>
                <a:lnTo>
                  <a:pt x="237202" y="228679"/>
                </a:lnTo>
                <a:lnTo>
                  <a:pt x="223833" y="231801"/>
                </a:lnTo>
                <a:lnTo>
                  <a:pt x="224185" y="231713"/>
                </a:lnTo>
                <a:lnTo>
                  <a:pt x="210980" y="235339"/>
                </a:lnTo>
                <a:lnTo>
                  <a:pt x="211320" y="235238"/>
                </a:lnTo>
                <a:lnTo>
                  <a:pt x="198302" y="239355"/>
                </a:lnTo>
                <a:lnTo>
                  <a:pt x="198643" y="239242"/>
                </a:lnTo>
                <a:lnTo>
                  <a:pt x="185840" y="243823"/>
                </a:lnTo>
                <a:lnTo>
                  <a:pt x="186166" y="243698"/>
                </a:lnTo>
                <a:lnTo>
                  <a:pt x="173603" y="248721"/>
                </a:lnTo>
                <a:lnTo>
                  <a:pt x="173917" y="248595"/>
                </a:lnTo>
                <a:lnTo>
                  <a:pt x="161618" y="254046"/>
                </a:lnTo>
                <a:lnTo>
                  <a:pt x="161945" y="253895"/>
                </a:lnTo>
                <a:lnTo>
                  <a:pt x="149948" y="259761"/>
                </a:lnTo>
                <a:lnTo>
                  <a:pt x="150250" y="259598"/>
                </a:lnTo>
                <a:lnTo>
                  <a:pt x="138580" y="265854"/>
                </a:lnTo>
                <a:lnTo>
                  <a:pt x="138881" y="265678"/>
                </a:lnTo>
                <a:lnTo>
                  <a:pt x="127564" y="272300"/>
                </a:lnTo>
                <a:lnTo>
                  <a:pt x="127866" y="272111"/>
                </a:lnTo>
                <a:lnTo>
                  <a:pt x="116915" y="279086"/>
                </a:lnTo>
                <a:lnTo>
                  <a:pt x="117216" y="278884"/>
                </a:lnTo>
                <a:lnTo>
                  <a:pt x="106681" y="286173"/>
                </a:lnTo>
                <a:lnTo>
                  <a:pt x="106982" y="285959"/>
                </a:lnTo>
                <a:lnTo>
                  <a:pt x="96860" y="293563"/>
                </a:lnTo>
                <a:lnTo>
                  <a:pt x="97164" y="293336"/>
                </a:lnTo>
                <a:lnTo>
                  <a:pt x="87506" y="301229"/>
                </a:lnTo>
                <a:lnTo>
                  <a:pt x="87810" y="300978"/>
                </a:lnTo>
                <a:lnTo>
                  <a:pt x="78644" y="309148"/>
                </a:lnTo>
                <a:lnTo>
                  <a:pt x="78946" y="308871"/>
                </a:lnTo>
                <a:lnTo>
                  <a:pt x="70285" y="317293"/>
                </a:lnTo>
                <a:lnTo>
                  <a:pt x="70587" y="316978"/>
                </a:lnTo>
                <a:lnTo>
                  <a:pt x="62454" y="325640"/>
                </a:lnTo>
                <a:lnTo>
                  <a:pt x="62756" y="325300"/>
                </a:lnTo>
                <a:lnTo>
                  <a:pt x="55204" y="334175"/>
                </a:lnTo>
                <a:lnTo>
                  <a:pt x="55506" y="333810"/>
                </a:lnTo>
                <a:lnTo>
                  <a:pt x="48544" y="342874"/>
                </a:lnTo>
                <a:lnTo>
                  <a:pt x="48833" y="342459"/>
                </a:lnTo>
                <a:lnTo>
                  <a:pt x="42488" y="351712"/>
                </a:lnTo>
                <a:lnTo>
                  <a:pt x="42778" y="351258"/>
                </a:lnTo>
                <a:lnTo>
                  <a:pt x="37076" y="360649"/>
                </a:lnTo>
                <a:lnTo>
                  <a:pt x="37290" y="360285"/>
                </a:lnTo>
                <a:lnTo>
                  <a:pt x="34683" y="365043"/>
                </a:lnTo>
                <a:lnTo>
                  <a:pt x="34821" y="364779"/>
                </a:lnTo>
                <a:lnTo>
                  <a:pt x="32393" y="369563"/>
                </a:lnTo>
                <a:lnTo>
                  <a:pt x="32531" y="369298"/>
                </a:lnTo>
                <a:lnTo>
                  <a:pt x="30278" y="374107"/>
                </a:lnTo>
                <a:lnTo>
                  <a:pt x="30403" y="373818"/>
                </a:lnTo>
                <a:lnTo>
                  <a:pt x="28326" y="378664"/>
                </a:lnTo>
                <a:lnTo>
                  <a:pt x="28439" y="378363"/>
                </a:lnTo>
                <a:lnTo>
                  <a:pt x="26550" y="383221"/>
                </a:lnTo>
                <a:lnTo>
                  <a:pt x="26664" y="382920"/>
                </a:lnTo>
                <a:lnTo>
                  <a:pt x="24953" y="387804"/>
                </a:lnTo>
                <a:lnTo>
                  <a:pt x="25066" y="387477"/>
                </a:lnTo>
                <a:lnTo>
                  <a:pt x="23541" y="392386"/>
                </a:lnTo>
                <a:lnTo>
                  <a:pt x="23642" y="392047"/>
                </a:lnTo>
                <a:lnTo>
                  <a:pt x="22309" y="396969"/>
                </a:lnTo>
                <a:lnTo>
                  <a:pt x="22396" y="396616"/>
                </a:lnTo>
                <a:lnTo>
                  <a:pt x="21264" y="401552"/>
                </a:lnTo>
                <a:lnTo>
                  <a:pt x="21338" y="401199"/>
                </a:lnTo>
                <a:lnTo>
                  <a:pt x="20408" y="406146"/>
                </a:lnTo>
                <a:lnTo>
                  <a:pt x="20470" y="405769"/>
                </a:lnTo>
                <a:lnTo>
                  <a:pt x="19741" y="410729"/>
                </a:lnTo>
                <a:lnTo>
                  <a:pt x="19790" y="410338"/>
                </a:lnTo>
                <a:lnTo>
                  <a:pt x="19261" y="415311"/>
                </a:lnTo>
                <a:lnTo>
                  <a:pt x="19286" y="414908"/>
                </a:lnTo>
                <a:lnTo>
                  <a:pt x="18972" y="419881"/>
                </a:lnTo>
                <a:lnTo>
                  <a:pt x="18984" y="419478"/>
                </a:lnTo>
                <a:lnTo>
                  <a:pt x="18885" y="424451"/>
                </a:lnTo>
                <a:lnTo>
                  <a:pt x="0" y="42404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" name="path-161">
            <a:extLst xmlns:a="http://schemas.openxmlformats.org/drawingml/2006/main">
              <a:ext uri="{FF2B5EF4-FFF2-40B4-BE49-F238E27FC236}">
                <a16:creationId xmlns:a16="http://schemas.microsoft.com/office/drawing/2014/main" id="{48911BD2-6DBB-4515-924E-F40B81768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5080" y="2730127"/>
            <a:ext cx="3379767" cy="571647"/>
          </a:xfrm>
          <a:custGeom xmlns:a="http://schemas.openxmlformats.org/drawingml/2006/main">
            <a:pathLst>
              <a:path w="2466173" h="417124">
                <a:moveTo>
                  <a:pt x="34947" y="71543"/>
                </a:moveTo>
                <a:lnTo>
                  <a:pt x="52912" y="53906"/>
                </a:lnTo>
                <a:lnTo>
                  <a:pt x="70877" y="36269"/>
                </a:lnTo>
                <a:lnTo>
                  <a:pt x="0" y="0"/>
                </a:lnTo>
                <a:lnTo>
                  <a:pt x="34947" y="71543"/>
                </a:lnTo>
                <a:moveTo>
                  <a:pt x="2466173" y="416268"/>
                </a:moveTo>
                <a:lnTo>
                  <a:pt x="2466047" y="413385"/>
                </a:lnTo>
                <a:lnTo>
                  <a:pt x="2465595" y="410112"/>
                </a:lnTo>
                <a:lnTo>
                  <a:pt x="2464851" y="406877"/>
                </a:lnTo>
                <a:lnTo>
                  <a:pt x="2463844" y="403704"/>
                </a:lnTo>
                <a:lnTo>
                  <a:pt x="2462586" y="400595"/>
                </a:lnTo>
                <a:lnTo>
                  <a:pt x="2461075" y="397548"/>
                </a:lnTo>
                <a:lnTo>
                  <a:pt x="2459337" y="394578"/>
                </a:lnTo>
                <a:lnTo>
                  <a:pt x="2457310" y="391556"/>
                </a:lnTo>
                <a:lnTo>
                  <a:pt x="2452866" y="386029"/>
                </a:lnTo>
                <a:lnTo>
                  <a:pt x="2447541" y="380578"/>
                </a:lnTo>
                <a:lnTo>
                  <a:pt x="2441473" y="375278"/>
                </a:lnTo>
                <a:lnTo>
                  <a:pt x="2434651" y="370092"/>
                </a:lnTo>
                <a:lnTo>
                  <a:pt x="2427097" y="365006"/>
                </a:lnTo>
                <a:lnTo>
                  <a:pt x="2418814" y="360008"/>
                </a:lnTo>
                <a:lnTo>
                  <a:pt x="2409824" y="355073"/>
                </a:lnTo>
                <a:lnTo>
                  <a:pt x="2400119" y="350188"/>
                </a:lnTo>
                <a:lnTo>
                  <a:pt x="2389720" y="345367"/>
                </a:lnTo>
                <a:lnTo>
                  <a:pt x="2378630" y="340596"/>
                </a:lnTo>
                <a:lnTo>
                  <a:pt x="2366858" y="335874"/>
                </a:lnTo>
                <a:lnTo>
                  <a:pt x="2354407" y="331204"/>
                </a:lnTo>
                <a:lnTo>
                  <a:pt x="2341315" y="326584"/>
                </a:lnTo>
                <a:lnTo>
                  <a:pt x="2327569" y="322002"/>
                </a:lnTo>
                <a:lnTo>
                  <a:pt x="2313191" y="317482"/>
                </a:lnTo>
                <a:lnTo>
                  <a:pt x="2298185" y="313001"/>
                </a:lnTo>
                <a:lnTo>
                  <a:pt x="2282574" y="308582"/>
                </a:lnTo>
                <a:lnTo>
                  <a:pt x="2266373" y="304213"/>
                </a:lnTo>
                <a:lnTo>
                  <a:pt x="2249580" y="299895"/>
                </a:lnTo>
                <a:lnTo>
                  <a:pt x="2232220" y="295640"/>
                </a:lnTo>
                <a:lnTo>
                  <a:pt x="2214306" y="291448"/>
                </a:lnTo>
                <a:lnTo>
                  <a:pt x="2195849" y="287319"/>
                </a:lnTo>
                <a:lnTo>
                  <a:pt x="2176865" y="283240"/>
                </a:lnTo>
                <a:lnTo>
                  <a:pt x="2157365" y="279237"/>
                </a:lnTo>
                <a:lnTo>
                  <a:pt x="2137348" y="275309"/>
                </a:lnTo>
                <a:lnTo>
                  <a:pt x="2116853" y="271444"/>
                </a:lnTo>
                <a:lnTo>
                  <a:pt x="2095893" y="267642"/>
                </a:lnTo>
                <a:lnTo>
                  <a:pt x="2074453" y="263928"/>
                </a:lnTo>
                <a:lnTo>
                  <a:pt x="2052586" y="260290"/>
                </a:lnTo>
                <a:lnTo>
                  <a:pt x="2030266" y="256728"/>
                </a:lnTo>
                <a:lnTo>
                  <a:pt x="2007543" y="253253"/>
                </a:lnTo>
                <a:lnTo>
                  <a:pt x="1984405" y="249854"/>
                </a:lnTo>
                <a:lnTo>
                  <a:pt x="1960876" y="246556"/>
                </a:lnTo>
                <a:lnTo>
                  <a:pt x="1936969" y="243333"/>
                </a:lnTo>
                <a:lnTo>
                  <a:pt x="1912698" y="240198"/>
                </a:lnTo>
                <a:lnTo>
                  <a:pt x="1888074" y="237165"/>
                </a:lnTo>
                <a:lnTo>
                  <a:pt x="1863109" y="234231"/>
                </a:lnTo>
                <a:lnTo>
                  <a:pt x="1837830" y="231399"/>
                </a:lnTo>
                <a:lnTo>
                  <a:pt x="1812251" y="228654"/>
                </a:lnTo>
                <a:lnTo>
                  <a:pt x="1786354" y="226023"/>
                </a:lnTo>
                <a:lnTo>
                  <a:pt x="1760194" y="223493"/>
                </a:lnTo>
                <a:lnTo>
                  <a:pt x="1733770" y="221063"/>
                </a:lnTo>
                <a:lnTo>
                  <a:pt x="1707081" y="218747"/>
                </a:lnTo>
                <a:lnTo>
                  <a:pt x="1680167" y="216556"/>
                </a:lnTo>
                <a:lnTo>
                  <a:pt x="1653013" y="214467"/>
                </a:lnTo>
                <a:lnTo>
                  <a:pt x="1625655" y="212503"/>
                </a:lnTo>
                <a:lnTo>
                  <a:pt x="1598098" y="210652"/>
                </a:lnTo>
                <a:lnTo>
                  <a:pt x="1570365" y="208927"/>
                </a:lnTo>
                <a:lnTo>
                  <a:pt x="1542455" y="207316"/>
                </a:lnTo>
                <a:lnTo>
                  <a:pt x="1514407" y="205843"/>
                </a:lnTo>
                <a:lnTo>
                  <a:pt x="1486195" y="204496"/>
                </a:lnTo>
                <a:lnTo>
                  <a:pt x="1457869" y="203287"/>
                </a:lnTo>
                <a:lnTo>
                  <a:pt x="1429432" y="202205"/>
                </a:lnTo>
                <a:lnTo>
                  <a:pt x="1400891" y="201261"/>
                </a:lnTo>
                <a:lnTo>
                  <a:pt x="1372264" y="200455"/>
                </a:lnTo>
                <a:lnTo>
                  <a:pt x="1343575" y="199788"/>
                </a:lnTo>
                <a:lnTo>
                  <a:pt x="1314821" y="199271"/>
                </a:lnTo>
                <a:lnTo>
                  <a:pt x="1286031" y="198894"/>
                </a:lnTo>
                <a:lnTo>
                  <a:pt x="1257213" y="198667"/>
                </a:lnTo>
                <a:lnTo>
                  <a:pt x="1228398" y="198592"/>
                </a:lnTo>
                <a:lnTo>
                  <a:pt x="1199607" y="198516"/>
                </a:lnTo>
                <a:lnTo>
                  <a:pt x="1199657" y="198516"/>
                </a:lnTo>
                <a:lnTo>
                  <a:pt x="1170879" y="198290"/>
                </a:lnTo>
                <a:lnTo>
                  <a:pt x="1170928" y="198290"/>
                </a:lnTo>
                <a:lnTo>
                  <a:pt x="1142187" y="197912"/>
                </a:lnTo>
                <a:lnTo>
                  <a:pt x="1142239" y="197912"/>
                </a:lnTo>
                <a:lnTo>
                  <a:pt x="1113535" y="197396"/>
                </a:lnTo>
                <a:lnTo>
                  <a:pt x="1113585" y="197396"/>
                </a:lnTo>
                <a:lnTo>
                  <a:pt x="1084933" y="196741"/>
                </a:lnTo>
                <a:lnTo>
                  <a:pt x="1084983" y="196741"/>
                </a:lnTo>
                <a:lnTo>
                  <a:pt x="1056407" y="195935"/>
                </a:lnTo>
                <a:lnTo>
                  <a:pt x="1056444" y="195935"/>
                </a:lnTo>
                <a:lnTo>
                  <a:pt x="1027955" y="195004"/>
                </a:lnTo>
                <a:lnTo>
                  <a:pt x="1028005" y="195004"/>
                </a:lnTo>
                <a:lnTo>
                  <a:pt x="999605" y="193921"/>
                </a:lnTo>
                <a:lnTo>
                  <a:pt x="999654" y="193921"/>
                </a:lnTo>
                <a:lnTo>
                  <a:pt x="971368" y="192712"/>
                </a:lnTo>
                <a:lnTo>
                  <a:pt x="971418" y="192712"/>
                </a:lnTo>
                <a:lnTo>
                  <a:pt x="943270" y="191378"/>
                </a:lnTo>
                <a:lnTo>
                  <a:pt x="943307" y="191378"/>
                </a:lnTo>
                <a:lnTo>
                  <a:pt x="915296" y="189918"/>
                </a:lnTo>
                <a:lnTo>
                  <a:pt x="915333" y="189918"/>
                </a:lnTo>
                <a:lnTo>
                  <a:pt x="887474" y="188319"/>
                </a:lnTo>
                <a:lnTo>
                  <a:pt x="887524" y="188319"/>
                </a:lnTo>
                <a:lnTo>
                  <a:pt x="859829" y="186607"/>
                </a:lnTo>
                <a:lnTo>
                  <a:pt x="859880" y="186607"/>
                </a:lnTo>
                <a:lnTo>
                  <a:pt x="832373" y="184769"/>
                </a:lnTo>
                <a:lnTo>
                  <a:pt x="832410" y="184769"/>
                </a:lnTo>
                <a:lnTo>
                  <a:pt x="805104" y="182818"/>
                </a:lnTo>
                <a:lnTo>
                  <a:pt x="805155" y="182818"/>
                </a:lnTo>
                <a:lnTo>
                  <a:pt x="778051" y="180740"/>
                </a:lnTo>
                <a:lnTo>
                  <a:pt x="778101" y="180740"/>
                </a:lnTo>
                <a:lnTo>
                  <a:pt x="751224" y="178550"/>
                </a:lnTo>
                <a:lnTo>
                  <a:pt x="751261" y="178563"/>
                </a:lnTo>
                <a:lnTo>
                  <a:pt x="724622" y="176259"/>
                </a:lnTo>
                <a:lnTo>
                  <a:pt x="724674" y="176259"/>
                </a:lnTo>
                <a:lnTo>
                  <a:pt x="698287" y="173854"/>
                </a:lnTo>
                <a:lnTo>
                  <a:pt x="698336" y="173854"/>
                </a:lnTo>
                <a:lnTo>
                  <a:pt x="672228" y="171337"/>
                </a:lnTo>
                <a:lnTo>
                  <a:pt x="672265" y="171337"/>
                </a:lnTo>
                <a:lnTo>
                  <a:pt x="646432" y="168718"/>
                </a:lnTo>
                <a:lnTo>
                  <a:pt x="646484" y="168718"/>
                </a:lnTo>
                <a:lnTo>
                  <a:pt x="620940" y="165999"/>
                </a:lnTo>
                <a:lnTo>
                  <a:pt x="620990" y="165999"/>
                </a:lnTo>
                <a:lnTo>
                  <a:pt x="595762" y="163179"/>
                </a:lnTo>
                <a:lnTo>
                  <a:pt x="595812" y="163179"/>
                </a:lnTo>
                <a:lnTo>
                  <a:pt x="570898" y="160258"/>
                </a:lnTo>
                <a:lnTo>
                  <a:pt x="570950" y="160258"/>
                </a:lnTo>
                <a:lnTo>
                  <a:pt x="546389" y="157249"/>
                </a:lnTo>
                <a:lnTo>
                  <a:pt x="546439" y="157249"/>
                </a:lnTo>
                <a:lnTo>
                  <a:pt x="522218" y="154140"/>
                </a:lnTo>
                <a:lnTo>
                  <a:pt x="522267" y="154152"/>
                </a:lnTo>
                <a:lnTo>
                  <a:pt x="498412" y="150942"/>
                </a:lnTo>
                <a:lnTo>
                  <a:pt x="498474" y="150955"/>
                </a:lnTo>
                <a:lnTo>
                  <a:pt x="474997" y="147669"/>
                </a:lnTo>
                <a:lnTo>
                  <a:pt x="475046" y="147669"/>
                </a:lnTo>
                <a:lnTo>
                  <a:pt x="451970" y="144295"/>
                </a:lnTo>
                <a:lnTo>
                  <a:pt x="452032" y="144308"/>
                </a:lnTo>
                <a:lnTo>
                  <a:pt x="429361" y="140846"/>
                </a:lnTo>
                <a:lnTo>
                  <a:pt x="429411" y="140859"/>
                </a:lnTo>
                <a:lnTo>
                  <a:pt x="407167" y="137321"/>
                </a:lnTo>
                <a:lnTo>
                  <a:pt x="407229" y="137321"/>
                </a:lnTo>
                <a:lnTo>
                  <a:pt x="385412" y="133708"/>
                </a:lnTo>
                <a:lnTo>
                  <a:pt x="385476" y="133720"/>
                </a:lnTo>
                <a:lnTo>
                  <a:pt x="364112" y="130019"/>
                </a:lnTo>
                <a:lnTo>
                  <a:pt x="364175" y="130032"/>
                </a:lnTo>
                <a:lnTo>
                  <a:pt x="343277" y="126268"/>
                </a:lnTo>
                <a:lnTo>
                  <a:pt x="343341" y="126280"/>
                </a:lnTo>
                <a:lnTo>
                  <a:pt x="322920" y="122441"/>
                </a:lnTo>
                <a:lnTo>
                  <a:pt x="322996" y="122453"/>
                </a:lnTo>
                <a:lnTo>
                  <a:pt x="303068" y="118551"/>
                </a:lnTo>
                <a:lnTo>
                  <a:pt x="303144" y="118563"/>
                </a:lnTo>
                <a:lnTo>
                  <a:pt x="283718" y="114585"/>
                </a:lnTo>
                <a:lnTo>
                  <a:pt x="283794" y="114598"/>
                </a:lnTo>
                <a:lnTo>
                  <a:pt x="264886" y="110557"/>
                </a:lnTo>
                <a:lnTo>
                  <a:pt x="264973" y="110582"/>
                </a:lnTo>
                <a:lnTo>
                  <a:pt x="246606" y="106478"/>
                </a:lnTo>
                <a:lnTo>
                  <a:pt x="246694" y="106503"/>
                </a:lnTo>
                <a:lnTo>
                  <a:pt x="228869" y="102336"/>
                </a:lnTo>
                <a:lnTo>
                  <a:pt x="228956" y="102361"/>
                </a:lnTo>
                <a:lnTo>
                  <a:pt x="211697" y="98144"/>
                </a:lnTo>
                <a:lnTo>
                  <a:pt x="211798" y="98169"/>
                </a:lnTo>
                <a:lnTo>
                  <a:pt x="195118" y="93889"/>
                </a:lnTo>
                <a:lnTo>
                  <a:pt x="195230" y="93927"/>
                </a:lnTo>
                <a:lnTo>
                  <a:pt x="179128" y="89596"/>
                </a:lnTo>
                <a:lnTo>
                  <a:pt x="179254" y="89634"/>
                </a:lnTo>
                <a:lnTo>
                  <a:pt x="163758" y="85253"/>
                </a:lnTo>
                <a:lnTo>
                  <a:pt x="163884" y="85290"/>
                </a:lnTo>
                <a:lnTo>
                  <a:pt x="149017" y="80872"/>
                </a:lnTo>
                <a:lnTo>
                  <a:pt x="149155" y="80910"/>
                </a:lnTo>
                <a:lnTo>
                  <a:pt x="134916" y="76441"/>
                </a:lnTo>
                <a:lnTo>
                  <a:pt x="135055" y="76491"/>
                </a:lnTo>
                <a:lnTo>
                  <a:pt x="121471" y="71972"/>
                </a:lnTo>
                <a:lnTo>
                  <a:pt x="121623" y="72034"/>
                </a:lnTo>
                <a:lnTo>
                  <a:pt x="108695" y="67477"/>
                </a:lnTo>
                <a:lnTo>
                  <a:pt x="108870" y="67540"/>
                </a:lnTo>
                <a:lnTo>
                  <a:pt x="96620" y="62958"/>
                </a:lnTo>
                <a:lnTo>
                  <a:pt x="96809" y="63033"/>
                </a:lnTo>
                <a:lnTo>
                  <a:pt x="85240" y="58401"/>
                </a:lnTo>
                <a:lnTo>
                  <a:pt x="85467" y="58489"/>
                </a:lnTo>
                <a:lnTo>
                  <a:pt x="74603" y="53831"/>
                </a:lnTo>
                <a:lnTo>
                  <a:pt x="74842" y="53944"/>
                </a:lnTo>
                <a:lnTo>
                  <a:pt x="64695" y="49248"/>
                </a:lnTo>
                <a:lnTo>
                  <a:pt x="67049" y="50809"/>
                </a:lnTo>
                <a:lnTo>
                  <a:pt x="32770" y="19941"/>
                </a:lnTo>
                <a:lnTo>
                  <a:pt x="20130" y="33965"/>
                </a:lnTo>
                <a:lnTo>
                  <a:pt x="55468" y="65790"/>
                </a:lnTo>
                <a:lnTo>
                  <a:pt x="67037" y="71140"/>
                </a:lnTo>
                <a:lnTo>
                  <a:pt x="78127" y="75899"/>
                </a:lnTo>
                <a:lnTo>
                  <a:pt x="89898" y="80607"/>
                </a:lnTo>
                <a:lnTo>
                  <a:pt x="102337" y="85266"/>
                </a:lnTo>
                <a:lnTo>
                  <a:pt x="115440" y="89873"/>
                </a:lnTo>
                <a:lnTo>
                  <a:pt x="129189" y="94430"/>
                </a:lnTo>
                <a:lnTo>
                  <a:pt x="143565" y="98950"/>
                </a:lnTo>
                <a:lnTo>
                  <a:pt x="158559" y="103406"/>
                </a:lnTo>
                <a:lnTo>
                  <a:pt x="174169" y="107812"/>
                </a:lnTo>
                <a:lnTo>
                  <a:pt x="190383" y="112168"/>
                </a:lnTo>
                <a:lnTo>
                  <a:pt x="207165" y="116474"/>
                </a:lnTo>
                <a:lnTo>
                  <a:pt x="224525" y="120716"/>
                </a:lnTo>
                <a:lnTo>
                  <a:pt x="242438" y="124896"/>
                </a:lnTo>
                <a:lnTo>
                  <a:pt x="260895" y="129025"/>
                </a:lnTo>
                <a:lnTo>
                  <a:pt x="279892" y="133079"/>
                </a:lnTo>
                <a:lnTo>
                  <a:pt x="299391" y="137069"/>
                </a:lnTo>
                <a:lnTo>
                  <a:pt x="319396" y="140997"/>
                </a:lnTo>
                <a:lnTo>
                  <a:pt x="339891" y="144849"/>
                </a:lnTo>
                <a:lnTo>
                  <a:pt x="360864" y="148626"/>
                </a:lnTo>
                <a:lnTo>
                  <a:pt x="382291" y="152327"/>
                </a:lnTo>
                <a:lnTo>
                  <a:pt x="404170" y="155965"/>
                </a:lnTo>
                <a:lnTo>
                  <a:pt x="426478" y="159503"/>
                </a:lnTo>
                <a:lnTo>
                  <a:pt x="449213" y="162977"/>
                </a:lnTo>
                <a:lnTo>
                  <a:pt x="472352" y="166364"/>
                </a:lnTo>
                <a:lnTo>
                  <a:pt x="495880" y="169662"/>
                </a:lnTo>
                <a:lnTo>
                  <a:pt x="519787" y="172872"/>
                </a:lnTo>
                <a:lnTo>
                  <a:pt x="544060" y="175982"/>
                </a:lnTo>
                <a:lnTo>
                  <a:pt x="568670" y="179003"/>
                </a:lnTo>
                <a:lnTo>
                  <a:pt x="593635" y="181936"/>
                </a:lnTo>
                <a:lnTo>
                  <a:pt x="618913" y="184769"/>
                </a:lnTo>
                <a:lnTo>
                  <a:pt x="644506" y="187501"/>
                </a:lnTo>
                <a:lnTo>
                  <a:pt x="670389" y="190132"/>
                </a:lnTo>
                <a:lnTo>
                  <a:pt x="696550" y="192649"/>
                </a:lnTo>
                <a:lnTo>
                  <a:pt x="722975" y="195067"/>
                </a:lnTo>
                <a:lnTo>
                  <a:pt x="749663" y="197370"/>
                </a:lnTo>
                <a:lnTo>
                  <a:pt x="776590" y="199561"/>
                </a:lnTo>
                <a:lnTo>
                  <a:pt x="803732" y="201651"/>
                </a:lnTo>
                <a:lnTo>
                  <a:pt x="831088" y="203602"/>
                </a:lnTo>
                <a:lnTo>
                  <a:pt x="858645" y="205453"/>
                </a:lnTo>
                <a:lnTo>
                  <a:pt x="886379" y="207177"/>
                </a:lnTo>
                <a:lnTo>
                  <a:pt x="914289" y="208764"/>
                </a:lnTo>
                <a:lnTo>
                  <a:pt x="942338" y="210236"/>
                </a:lnTo>
                <a:lnTo>
                  <a:pt x="970550" y="211584"/>
                </a:lnTo>
                <a:lnTo>
                  <a:pt x="998875" y="212792"/>
                </a:lnTo>
                <a:lnTo>
                  <a:pt x="1027313" y="213875"/>
                </a:lnTo>
                <a:lnTo>
                  <a:pt x="1055853" y="214807"/>
                </a:lnTo>
                <a:lnTo>
                  <a:pt x="1084466" y="215612"/>
                </a:lnTo>
                <a:lnTo>
                  <a:pt x="1113170" y="216279"/>
                </a:lnTo>
                <a:lnTo>
                  <a:pt x="1141923" y="216795"/>
                </a:lnTo>
                <a:lnTo>
                  <a:pt x="1170714" y="217173"/>
                </a:lnTo>
                <a:lnTo>
                  <a:pt x="1199531" y="217400"/>
                </a:lnTo>
                <a:lnTo>
                  <a:pt x="1228346" y="217475"/>
                </a:lnTo>
                <a:lnTo>
                  <a:pt x="1257137" y="217551"/>
                </a:lnTo>
                <a:lnTo>
                  <a:pt x="1257087" y="217551"/>
                </a:lnTo>
                <a:lnTo>
                  <a:pt x="1285853" y="217777"/>
                </a:lnTo>
                <a:lnTo>
                  <a:pt x="1285803" y="217777"/>
                </a:lnTo>
                <a:lnTo>
                  <a:pt x="1314557" y="218155"/>
                </a:lnTo>
                <a:lnTo>
                  <a:pt x="1314505" y="218142"/>
                </a:lnTo>
                <a:lnTo>
                  <a:pt x="1343209" y="218671"/>
                </a:lnTo>
                <a:lnTo>
                  <a:pt x="1343157" y="218671"/>
                </a:lnTo>
                <a:lnTo>
                  <a:pt x="1371811" y="219326"/>
                </a:lnTo>
                <a:lnTo>
                  <a:pt x="1371762" y="219326"/>
                </a:lnTo>
                <a:lnTo>
                  <a:pt x="1400338" y="220131"/>
                </a:lnTo>
                <a:lnTo>
                  <a:pt x="1400288" y="220131"/>
                </a:lnTo>
                <a:lnTo>
                  <a:pt x="1428789" y="221076"/>
                </a:lnTo>
                <a:lnTo>
                  <a:pt x="1428739" y="221076"/>
                </a:lnTo>
                <a:lnTo>
                  <a:pt x="1457139" y="222158"/>
                </a:lnTo>
                <a:lnTo>
                  <a:pt x="1457090" y="222146"/>
                </a:lnTo>
                <a:lnTo>
                  <a:pt x="1485364" y="223367"/>
                </a:lnTo>
                <a:lnTo>
                  <a:pt x="1485327" y="223367"/>
                </a:lnTo>
                <a:lnTo>
                  <a:pt x="1513475" y="224701"/>
                </a:lnTo>
                <a:lnTo>
                  <a:pt x="1513437" y="224701"/>
                </a:lnTo>
                <a:lnTo>
                  <a:pt x="1541449" y="226174"/>
                </a:lnTo>
                <a:lnTo>
                  <a:pt x="1541397" y="226174"/>
                </a:lnTo>
                <a:lnTo>
                  <a:pt x="1569257" y="227773"/>
                </a:lnTo>
                <a:lnTo>
                  <a:pt x="1569220" y="227773"/>
                </a:lnTo>
                <a:lnTo>
                  <a:pt x="1596903" y="229497"/>
                </a:lnTo>
                <a:lnTo>
                  <a:pt x="1596864" y="229497"/>
                </a:lnTo>
                <a:lnTo>
                  <a:pt x="1624371" y="231336"/>
                </a:lnTo>
                <a:lnTo>
                  <a:pt x="1624321" y="231336"/>
                </a:lnTo>
                <a:lnTo>
                  <a:pt x="1651639" y="233299"/>
                </a:lnTo>
                <a:lnTo>
                  <a:pt x="1651589" y="233299"/>
                </a:lnTo>
                <a:lnTo>
                  <a:pt x="1678693" y="235377"/>
                </a:lnTo>
                <a:lnTo>
                  <a:pt x="1678643" y="235377"/>
                </a:lnTo>
                <a:lnTo>
                  <a:pt x="1705520" y="237567"/>
                </a:lnTo>
                <a:lnTo>
                  <a:pt x="1705471" y="237567"/>
                </a:lnTo>
                <a:lnTo>
                  <a:pt x="1732108" y="239871"/>
                </a:lnTo>
                <a:lnTo>
                  <a:pt x="1732071" y="239871"/>
                </a:lnTo>
                <a:lnTo>
                  <a:pt x="1758445" y="242288"/>
                </a:lnTo>
                <a:lnTo>
                  <a:pt x="1758408" y="242288"/>
                </a:lnTo>
                <a:lnTo>
                  <a:pt x="1784516" y="244806"/>
                </a:lnTo>
                <a:lnTo>
                  <a:pt x="1784467" y="244806"/>
                </a:lnTo>
                <a:lnTo>
                  <a:pt x="1810312" y="247437"/>
                </a:lnTo>
                <a:lnTo>
                  <a:pt x="1810261" y="247437"/>
                </a:lnTo>
                <a:lnTo>
                  <a:pt x="1835804" y="250169"/>
                </a:lnTo>
                <a:lnTo>
                  <a:pt x="1835753" y="250156"/>
                </a:lnTo>
                <a:lnTo>
                  <a:pt x="1860982" y="253001"/>
                </a:lnTo>
                <a:lnTo>
                  <a:pt x="1860931" y="252989"/>
                </a:lnTo>
                <a:lnTo>
                  <a:pt x="1885832" y="255922"/>
                </a:lnTo>
                <a:lnTo>
                  <a:pt x="1885782" y="255909"/>
                </a:lnTo>
                <a:lnTo>
                  <a:pt x="1910355" y="258943"/>
                </a:lnTo>
                <a:lnTo>
                  <a:pt x="1910305" y="258931"/>
                </a:lnTo>
                <a:lnTo>
                  <a:pt x="1934527" y="262053"/>
                </a:lnTo>
                <a:lnTo>
                  <a:pt x="1934477" y="262053"/>
                </a:lnTo>
                <a:lnTo>
                  <a:pt x="1958320" y="265263"/>
                </a:lnTo>
                <a:lnTo>
                  <a:pt x="1958270" y="265250"/>
                </a:lnTo>
                <a:lnTo>
                  <a:pt x="1981748" y="268549"/>
                </a:lnTo>
                <a:lnTo>
                  <a:pt x="1981685" y="268549"/>
                </a:lnTo>
                <a:lnTo>
                  <a:pt x="2004774" y="271935"/>
                </a:lnTo>
                <a:lnTo>
                  <a:pt x="2004710" y="271923"/>
                </a:lnTo>
                <a:lnTo>
                  <a:pt x="2027383" y="275397"/>
                </a:lnTo>
                <a:lnTo>
                  <a:pt x="2027319" y="275384"/>
                </a:lnTo>
                <a:lnTo>
                  <a:pt x="2049577" y="278935"/>
                </a:lnTo>
                <a:lnTo>
                  <a:pt x="2049515" y="278922"/>
                </a:lnTo>
                <a:lnTo>
                  <a:pt x="2071333" y="282548"/>
                </a:lnTo>
                <a:lnTo>
                  <a:pt x="2071269" y="282548"/>
                </a:lnTo>
                <a:lnTo>
                  <a:pt x="2092632" y="286249"/>
                </a:lnTo>
                <a:lnTo>
                  <a:pt x="2092557" y="286236"/>
                </a:lnTo>
                <a:lnTo>
                  <a:pt x="2113468" y="290013"/>
                </a:lnTo>
                <a:lnTo>
                  <a:pt x="2113391" y="290000"/>
                </a:lnTo>
                <a:lnTo>
                  <a:pt x="2133824" y="293852"/>
                </a:lnTo>
                <a:lnTo>
                  <a:pt x="2133748" y="293840"/>
                </a:lnTo>
                <a:lnTo>
                  <a:pt x="2153677" y="297755"/>
                </a:lnTo>
                <a:lnTo>
                  <a:pt x="2153600" y="297742"/>
                </a:lnTo>
                <a:lnTo>
                  <a:pt x="2173027" y="301733"/>
                </a:lnTo>
                <a:lnTo>
                  <a:pt x="2172950" y="301721"/>
                </a:lnTo>
                <a:lnTo>
                  <a:pt x="2191846" y="305774"/>
                </a:lnTo>
                <a:lnTo>
                  <a:pt x="2191769" y="305749"/>
                </a:lnTo>
                <a:lnTo>
                  <a:pt x="2210138" y="309866"/>
                </a:lnTo>
                <a:lnTo>
                  <a:pt x="2210051" y="309841"/>
                </a:lnTo>
                <a:lnTo>
                  <a:pt x="2227863" y="314020"/>
                </a:lnTo>
                <a:lnTo>
                  <a:pt x="2227775" y="313995"/>
                </a:lnTo>
                <a:lnTo>
                  <a:pt x="2245035" y="318225"/>
                </a:lnTo>
                <a:lnTo>
                  <a:pt x="2244934" y="318200"/>
                </a:lnTo>
                <a:lnTo>
                  <a:pt x="2261614" y="322480"/>
                </a:lnTo>
                <a:lnTo>
                  <a:pt x="2261515" y="322455"/>
                </a:lnTo>
                <a:lnTo>
                  <a:pt x="2277602" y="326798"/>
                </a:lnTo>
                <a:lnTo>
                  <a:pt x="2277490" y="326760"/>
                </a:lnTo>
                <a:lnTo>
                  <a:pt x="2292973" y="331154"/>
                </a:lnTo>
                <a:lnTo>
                  <a:pt x="2292847" y="331116"/>
                </a:lnTo>
                <a:lnTo>
                  <a:pt x="2307715" y="335548"/>
                </a:lnTo>
                <a:lnTo>
                  <a:pt x="2307589" y="335510"/>
                </a:lnTo>
                <a:lnTo>
                  <a:pt x="2321828" y="339991"/>
                </a:lnTo>
                <a:lnTo>
                  <a:pt x="2321677" y="339941"/>
                </a:lnTo>
                <a:lnTo>
                  <a:pt x="2335273" y="344473"/>
                </a:lnTo>
                <a:lnTo>
                  <a:pt x="2335110" y="344410"/>
                </a:lnTo>
                <a:lnTo>
                  <a:pt x="2348037" y="348980"/>
                </a:lnTo>
                <a:lnTo>
                  <a:pt x="2347862" y="348917"/>
                </a:lnTo>
                <a:lnTo>
                  <a:pt x="2360111" y="353525"/>
                </a:lnTo>
                <a:lnTo>
                  <a:pt x="2359921" y="353449"/>
                </a:lnTo>
                <a:lnTo>
                  <a:pt x="2371492" y="358082"/>
                </a:lnTo>
                <a:lnTo>
                  <a:pt x="2371277" y="357994"/>
                </a:lnTo>
                <a:lnTo>
                  <a:pt x="2382141" y="362664"/>
                </a:lnTo>
                <a:lnTo>
                  <a:pt x="2381902" y="362563"/>
                </a:lnTo>
                <a:lnTo>
                  <a:pt x="2392049" y="367259"/>
                </a:lnTo>
                <a:lnTo>
                  <a:pt x="2391772" y="367133"/>
                </a:lnTo>
                <a:lnTo>
                  <a:pt x="2401188" y="371867"/>
                </a:lnTo>
                <a:lnTo>
                  <a:pt x="2400886" y="371703"/>
                </a:lnTo>
                <a:lnTo>
                  <a:pt x="2409561" y="376462"/>
                </a:lnTo>
                <a:lnTo>
                  <a:pt x="2409221" y="376273"/>
                </a:lnTo>
                <a:lnTo>
                  <a:pt x="2417126" y="381057"/>
                </a:lnTo>
                <a:lnTo>
                  <a:pt x="2416749" y="380804"/>
                </a:lnTo>
                <a:lnTo>
                  <a:pt x="2423887" y="385614"/>
                </a:lnTo>
                <a:lnTo>
                  <a:pt x="2423445" y="385299"/>
                </a:lnTo>
                <a:lnTo>
                  <a:pt x="2429792" y="390121"/>
                </a:lnTo>
                <a:lnTo>
                  <a:pt x="2429300" y="389718"/>
                </a:lnTo>
                <a:lnTo>
                  <a:pt x="2434851" y="394552"/>
                </a:lnTo>
                <a:lnTo>
                  <a:pt x="2434297" y="394036"/>
                </a:lnTo>
                <a:lnTo>
                  <a:pt x="2439032" y="398882"/>
                </a:lnTo>
                <a:lnTo>
                  <a:pt x="2438427" y="398203"/>
                </a:lnTo>
                <a:lnTo>
                  <a:pt x="2442329" y="403075"/>
                </a:lnTo>
                <a:lnTo>
                  <a:pt x="2441863" y="402421"/>
                </a:lnTo>
                <a:lnTo>
                  <a:pt x="2443500" y="404862"/>
                </a:lnTo>
                <a:lnTo>
                  <a:pt x="2443186" y="404359"/>
                </a:lnTo>
                <a:lnTo>
                  <a:pt x="2444608" y="406801"/>
                </a:lnTo>
                <a:lnTo>
                  <a:pt x="2444294" y="406235"/>
                </a:lnTo>
                <a:lnTo>
                  <a:pt x="2445515" y="408664"/>
                </a:lnTo>
                <a:lnTo>
                  <a:pt x="2445224" y="408035"/>
                </a:lnTo>
                <a:lnTo>
                  <a:pt x="2446220" y="410477"/>
                </a:lnTo>
                <a:lnTo>
                  <a:pt x="2445968" y="409772"/>
                </a:lnTo>
                <a:lnTo>
                  <a:pt x="2446736" y="412214"/>
                </a:lnTo>
                <a:lnTo>
                  <a:pt x="2446534" y="411459"/>
                </a:lnTo>
                <a:lnTo>
                  <a:pt x="2447088" y="413901"/>
                </a:lnTo>
                <a:lnTo>
                  <a:pt x="2446937" y="413083"/>
                </a:lnTo>
                <a:lnTo>
                  <a:pt x="2447276" y="415538"/>
                </a:lnTo>
                <a:lnTo>
                  <a:pt x="2447202" y="414682"/>
                </a:lnTo>
                <a:lnTo>
                  <a:pt x="2447315" y="417124"/>
                </a:lnTo>
                <a:lnTo>
                  <a:pt x="2466173" y="41626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" name="path-162">
            <a:extLst xmlns:a="http://schemas.openxmlformats.org/drawingml/2006/main">
              <a:ext uri="{FF2B5EF4-FFF2-40B4-BE49-F238E27FC236}">
                <a16:creationId xmlns:a16="http://schemas.microsoft.com/office/drawing/2014/main" id="{EF94B4FD-A98F-48EA-8EF8-DC1F37A0A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36753" y="1165748"/>
            <a:ext cx="69011" cy="1094677"/>
          </a:xfrm>
          <a:custGeom xmlns:a="http://schemas.openxmlformats.org/drawingml/2006/main">
            <a:pathLst>
              <a:path w="50356" h="798772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798772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798772"/>
                </a:lnTo>
                <a:lnTo>
                  <a:pt x="34620" y="79877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" name="path-163">
            <a:extLst xmlns:a="http://schemas.openxmlformats.org/drawingml/2006/main">
              <a:ext uri="{FF2B5EF4-FFF2-40B4-BE49-F238E27FC236}">
                <a16:creationId xmlns:a16="http://schemas.microsoft.com/office/drawing/2014/main" id="{8E139A6C-1001-49B3-BC1F-8C40D6126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2709" y="1789429"/>
            <a:ext cx="343152" cy="342464"/>
          </a:xfrm>
          <a:custGeom xmlns:a="http://schemas.openxmlformats.org/drawingml/2006/main">
            <a:pathLst>
              <a:path w="250394" h="249892">
                <a:moveTo>
                  <a:pt x="0" y="124883"/>
                </a:moveTo>
                <a:cubicBezTo>
                  <a:pt x="502" y="55945"/>
                  <a:pt x="56449" y="0"/>
                  <a:pt x="125448" y="0"/>
                </a:cubicBezTo>
                <a:cubicBezTo>
                  <a:pt x="194450" y="0"/>
                  <a:pt x="250394" y="55945"/>
                  <a:pt x="250394" y="124946"/>
                </a:cubicBezTo>
                <a:cubicBezTo>
                  <a:pt x="250394" y="193946"/>
                  <a:pt x="194450" y="249892"/>
                  <a:pt x="125448" y="249892"/>
                </a:cubicBezTo>
                <a:cubicBezTo>
                  <a:pt x="56449" y="249892"/>
                  <a:pt x="502" y="193946"/>
                  <a:pt x="0" y="124883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" name="path-164">
            <a:extLst xmlns:a="http://schemas.openxmlformats.org/drawingml/2006/main">
              <a:ext uri="{FF2B5EF4-FFF2-40B4-BE49-F238E27FC236}">
                <a16:creationId xmlns:a16="http://schemas.microsoft.com/office/drawing/2014/main" id="{3F42C0DE-6E44-4E35-B35C-D25B74C22F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4408" y="1830439"/>
            <a:ext cx="260445" cy="260445"/>
          </a:xfrm>
          <a:custGeom xmlns:a="http://schemas.openxmlformats.org/drawingml/2006/main">
            <a:pathLst>
              <a:path w="190043" h="190043">
                <a:moveTo>
                  <a:pt x="13344" y="0"/>
                </a:moveTo>
                <a:lnTo>
                  <a:pt x="190043" y="176699"/>
                </a:lnTo>
                <a:lnTo>
                  <a:pt x="176699" y="190043"/>
                </a:lnTo>
                <a:lnTo>
                  <a:pt x="0" y="13344"/>
                </a:lnTo>
                <a:lnTo>
                  <a:pt x="13344" y="0"/>
                </a:lnTo>
                <a:moveTo>
                  <a:pt x="190043" y="13344"/>
                </a:moveTo>
                <a:lnTo>
                  <a:pt x="13344" y="190043"/>
                </a:lnTo>
                <a:lnTo>
                  <a:pt x="0" y="176699"/>
                </a:lnTo>
                <a:lnTo>
                  <a:pt x="176699" y="0"/>
                </a:lnTo>
                <a:lnTo>
                  <a:pt x="190043" y="1334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" name="path-165">
            <a:extLst xmlns:a="http://schemas.openxmlformats.org/drawingml/2006/main">
              <a:ext uri="{FF2B5EF4-FFF2-40B4-BE49-F238E27FC236}">
                <a16:creationId xmlns:a16="http://schemas.microsoft.com/office/drawing/2014/main" id="{E1EEAAC2-3B83-41D7-B2BB-BE5CCBEE9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00457" y="1776490"/>
            <a:ext cx="368345" cy="368343"/>
          </a:xfrm>
          <a:custGeom xmlns:a="http://schemas.openxmlformats.org/drawingml/2006/main">
            <a:pathLst>
              <a:path w="268777" h="268775">
                <a:moveTo>
                  <a:pt x="178" y="127476"/>
                </a:moveTo>
                <a:lnTo>
                  <a:pt x="692" y="120653"/>
                </a:lnTo>
                <a:lnTo>
                  <a:pt x="1550" y="113931"/>
                </a:lnTo>
                <a:lnTo>
                  <a:pt x="2734" y="107309"/>
                </a:lnTo>
                <a:lnTo>
                  <a:pt x="4230" y="100813"/>
                </a:lnTo>
                <a:lnTo>
                  <a:pt x="6045" y="94430"/>
                </a:lnTo>
                <a:lnTo>
                  <a:pt x="8159" y="88186"/>
                </a:lnTo>
                <a:lnTo>
                  <a:pt x="10563" y="82080"/>
                </a:lnTo>
                <a:lnTo>
                  <a:pt x="13257" y="76113"/>
                </a:lnTo>
                <a:lnTo>
                  <a:pt x="16227" y="70322"/>
                </a:lnTo>
                <a:lnTo>
                  <a:pt x="19464" y="64695"/>
                </a:lnTo>
                <a:lnTo>
                  <a:pt x="22950" y="59244"/>
                </a:lnTo>
                <a:lnTo>
                  <a:pt x="26703" y="53969"/>
                </a:lnTo>
                <a:lnTo>
                  <a:pt x="30692" y="48896"/>
                </a:lnTo>
                <a:lnTo>
                  <a:pt x="34910" y="44024"/>
                </a:lnTo>
                <a:lnTo>
                  <a:pt x="39355" y="39353"/>
                </a:lnTo>
                <a:lnTo>
                  <a:pt x="44024" y="34909"/>
                </a:lnTo>
                <a:lnTo>
                  <a:pt x="48897" y="30692"/>
                </a:lnTo>
                <a:lnTo>
                  <a:pt x="53970" y="26701"/>
                </a:lnTo>
                <a:lnTo>
                  <a:pt x="59245" y="22950"/>
                </a:lnTo>
                <a:lnTo>
                  <a:pt x="64696" y="19463"/>
                </a:lnTo>
                <a:lnTo>
                  <a:pt x="70322" y="16227"/>
                </a:lnTo>
                <a:lnTo>
                  <a:pt x="76115" y="13256"/>
                </a:lnTo>
                <a:lnTo>
                  <a:pt x="82081" y="10562"/>
                </a:lnTo>
                <a:lnTo>
                  <a:pt x="88186" y="8158"/>
                </a:lnTo>
                <a:lnTo>
                  <a:pt x="94431" y="6043"/>
                </a:lnTo>
                <a:lnTo>
                  <a:pt x="100813" y="4230"/>
                </a:lnTo>
                <a:lnTo>
                  <a:pt x="107309" y="2732"/>
                </a:lnTo>
                <a:lnTo>
                  <a:pt x="113931" y="1548"/>
                </a:lnTo>
                <a:lnTo>
                  <a:pt x="120653" y="692"/>
                </a:lnTo>
                <a:lnTo>
                  <a:pt x="127477" y="176"/>
                </a:lnTo>
                <a:lnTo>
                  <a:pt x="134388" y="0"/>
                </a:lnTo>
                <a:lnTo>
                  <a:pt x="141299" y="176"/>
                </a:lnTo>
                <a:lnTo>
                  <a:pt x="148111" y="692"/>
                </a:lnTo>
                <a:lnTo>
                  <a:pt x="154846" y="1548"/>
                </a:lnTo>
                <a:lnTo>
                  <a:pt x="161468" y="2732"/>
                </a:lnTo>
                <a:lnTo>
                  <a:pt x="167963" y="4230"/>
                </a:lnTo>
                <a:lnTo>
                  <a:pt x="174345" y="6043"/>
                </a:lnTo>
                <a:lnTo>
                  <a:pt x="180590" y="8158"/>
                </a:lnTo>
                <a:lnTo>
                  <a:pt x="186695" y="10562"/>
                </a:lnTo>
                <a:lnTo>
                  <a:pt x="192664" y="13256"/>
                </a:lnTo>
                <a:lnTo>
                  <a:pt x="198454" y="16227"/>
                </a:lnTo>
                <a:lnTo>
                  <a:pt x="204082" y="19463"/>
                </a:lnTo>
                <a:lnTo>
                  <a:pt x="209532" y="22950"/>
                </a:lnTo>
                <a:lnTo>
                  <a:pt x="214806" y="26701"/>
                </a:lnTo>
                <a:lnTo>
                  <a:pt x="219880" y="30692"/>
                </a:lnTo>
                <a:lnTo>
                  <a:pt x="224753" y="34909"/>
                </a:lnTo>
                <a:lnTo>
                  <a:pt x="229411" y="39353"/>
                </a:lnTo>
                <a:lnTo>
                  <a:pt x="233867" y="44024"/>
                </a:lnTo>
                <a:lnTo>
                  <a:pt x="238085" y="48896"/>
                </a:lnTo>
                <a:lnTo>
                  <a:pt x="242075" y="53969"/>
                </a:lnTo>
                <a:lnTo>
                  <a:pt x="245826" y="59244"/>
                </a:lnTo>
                <a:lnTo>
                  <a:pt x="249313" y="64695"/>
                </a:lnTo>
                <a:lnTo>
                  <a:pt x="252549" y="70322"/>
                </a:lnTo>
                <a:lnTo>
                  <a:pt x="255519" y="76113"/>
                </a:lnTo>
                <a:lnTo>
                  <a:pt x="258214" y="82080"/>
                </a:lnTo>
                <a:lnTo>
                  <a:pt x="260619" y="88186"/>
                </a:lnTo>
                <a:lnTo>
                  <a:pt x="262734" y="94430"/>
                </a:lnTo>
                <a:lnTo>
                  <a:pt x="264546" y="100813"/>
                </a:lnTo>
                <a:lnTo>
                  <a:pt x="266044" y="107309"/>
                </a:lnTo>
                <a:lnTo>
                  <a:pt x="267227" y="113931"/>
                </a:lnTo>
                <a:lnTo>
                  <a:pt x="268084" y="120653"/>
                </a:lnTo>
                <a:lnTo>
                  <a:pt x="268599" y="127476"/>
                </a:lnTo>
                <a:lnTo>
                  <a:pt x="268777" y="134388"/>
                </a:lnTo>
                <a:lnTo>
                  <a:pt x="268599" y="141299"/>
                </a:lnTo>
                <a:lnTo>
                  <a:pt x="268084" y="148122"/>
                </a:lnTo>
                <a:lnTo>
                  <a:pt x="267227" y="154845"/>
                </a:lnTo>
                <a:lnTo>
                  <a:pt x="266044" y="161466"/>
                </a:lnTo>
                <a:lnTo>
                  <a:pt x="264546" y="167962"/>
                </a:lnTo>
                <a:lnTo>
                  <a:pt x="262734" y="174345"/>
                </a:lnTo>
                <a:lnTo>
                  <a:pt x="260619" y="180589"/>
                </a:lnTo>
                <a:lnTo>
                  <a:pt x="258214" y="186695"/>
                </a:lnTo>
                <a:lnTo>
                  <a:pt x="255519" y="192662"/>
                </a:lnTo>
                <a:lnTo>
                  <a:pt x="252549" y="198453"/>
                </a:lnTo>
                <a:lnTo>
                  <a:pt x="249313" y="204080"/>
                </a:lnTo>
                <a:lnTo>
                  <a:pt x="245826" y="209531"/>
                </a:lnTo>
                <a:lnTo>
                  <a:pt x="242075" y="214806"/>
                </a:lnTo>
                <a:lnTo>
                  <a:pt x="238085" y="219879"/>
                </a:lnTo>
                <a:lnTo>
                  <a:pt x="233867" y="224752"/>
                </a:lnTo>
                <a:lnTo>
                  <a:pt x="229411" y="229422"/>
                </a:lnTo>
                <a:lnTo>
                  <a:pt x="224753" y="233866"/>
                </a:lnTo>
                <a:lnTo>
                  <a:pt x="219880" y="238083"/>
                </a:lnTo>
                <a:lnTo>
                  <a:pt x="214806" y="242074"/>
                </a:lnTo>
                <a:lnTo>
                  <a:pt x="209532" y="245825"/>
                </a:lnTo>
                <a:lnTo>
                  <a:pt x="204082" y="249313"/>
                </a:lnTo>
                <a:lnTo>
                  <a:pt x="198454" y="252548"/>
                </a:lnTo>
                <a:lnTo>
                  <a:pt x="192664" y="255519"/>
                </a:lnTo>
                <a:lnTo>
                  <a:pt x="186695" y="258213"/>
                </a:lnTo>
                <a:lnTo>
                  <a:pt x="180590" y="260618"/>
                </a:lnTo>
                <a:lnTo>
                  <a:pt x="174345" y="262733"/>
                </a:lnTo>
                <a:lnTo>
                  <a:pt x="167963" y="264545"/>
                </a:lnTo>
                <a:lnTo>
                  <a:pt x="161468" y="266043"/>
                </a:lnTo>
                <a:lnTo>
                  <a:pt x="154846" y="267227"/>
                </a:lnTo>
                <a:lnTo>
                  <a:pt x="148111" y="268083"/>
                </a:lnTo>
                <a:lnTo>
                  <a:pt x="141299" y="268599"/>
                </a:lnTo>
                <a:lnTo>
                  <a:pt x="134388" y="268775"/>
                </a:lnTo>
                <a:lnTo>
                  <a:pt x="127477" y="268599"/>
                </a:lnTo>
                <a:lnTo>
                  <a:pt x="120653" y="268083"/>
                </a:lnTo>
                <a:lnTo>
                  <a:pt x="113931" y="267227"/>
                </a:lnTo>
                <a:lnTo>
                  <a:pt x="107309" y="266043"/>
                </a:lnTo>
                <a:lnTo>
                  <a:pt x="100813" y="264545"/>
                </a:lnTo>
                <a:lnTo>
                  <a:pt x="94431" y="262733"/>
                </a:lnTo>
                <a:lnTo>
                  <a:pt x="88186" y="260618"/>
                </a:lnTo>
                <a:lnTo>
                  <a:pt x="82081" y="258213"/>
                </a:lnTo>
                <a:lnTo>
                  <a:pt x="76115" y="255519"/>
                </a:lnTo>
                <a:lnTo>
                  <a:pt x="70322" y="252548"/>
                </a:lnTo>
                <a:lnTo>
                  <a:pt x="64696" y="249313"/>
                </a:lnTo>
                <a:lnTo>
                  <a:pt x="59245" y="245825"/>
                </a:lnTo>
                <a:lnTo>
                  <a:pt x="53970" y="242074"/>
                </a:lnTo>
                <a:lnTo>
                  <a:pt x="48897" y="238083"/>
                </a:lnTo>
                <a:lnTo>
                  <a:pt x="44024" y="233866"/>
                </a:lnTo>
                <a:lnTo>
                  <a:pt x="39355" y="229422"/>
                </a:lnTo>
                <a:lnTo>
                  <a:pt x="34910" y="224752"/>
                </a:lnTo>
                <a:lnTo>
                  <a:pt x="30692" y="219879"/>
                </a:lnTo>
                <a:lnTo>
                  <a:pt x="26703" y="214806"/>
                </a:lnTo>
                <a:lnTo>
                  <a:pt x="22950" y="209531"/>
                </a:lnTo>
                <a:lnTo>
                  <a:pt x="19464" y="204080"/>
                </a:lnTo>
                <a:lnTo>
                  <a:pt x="16227" y="198453"/>
                </a:lnTo>
                <a:lnTo>
                  <a:pt x="13257" y="192662"/>
                </a:lnTo>
                <a:lnTo>
                  <a:pt x="10563" y="186695"/>
                </a:lnTo>
                <a:lnTo>
                  <a:pt x="8159" y="180589"/>
                </a:lnTo>
                <a:lnTo>
                  <a:pt x="6045" y="174345"/>
                </a:lnTo>
                <a:lnTo>
                  <a:pt x="4230" y="167962"/>
                </a:lnTo>
                <a:lnTo>
                  <a:pt x="2734" y="161466"/>
                </a:lnTo>
                <a:lnTo>
                  <a:pt x="1550" y="154845"/>
                </a:lnTo>
                <a:lnTo>
                  <a:pt x="692" y="148122"/>
                </a:lnTo>
                <a:lnTo>
                  <a:pt x="178" y="141299"/>
                </a:lnTo>
                <a:lnTo>
                  <a:pt x="0" y="134388"/>
                </a:lnTo>
                <a:lnTo>
                  <a:pt x="178" y="127476"/>
                </a:lnTo>
                <a:moveTo>
                  <a:pt x="18885" y="134627"/>
                </a:moveTo>
                <a:lnTo>
                  <a:pt x="18885" y="134148"/>
                </a:lnTo>
                <a:lnTo>
                  <a:pt x="19048" y="140581"/>
                </a:lnTo>
                <a:lnTo>
                  <a:pt x="19023" y="140103"/>
                </a:lnTo>
                <a:lnTo>
                  <a:pt x="19501" y="146448"/>
                </a:lnTo>
                <a:lnTo>
                  <a:pt x="19451" y="145970"/>
                </a:lnTo>
                <a:lnTo>
                  <a:pt x="20245" y="152226"/>
                </a:lnTo>
                <a:lnTo>
                  <a:pt x="20181" y="151760"/>
                </a:lnTo>
                <a:lnTo>
                  <a:pt x="21276" y="157904"/>
                </a:lnTo>
                <a:lnTo>
                  <a:pt x="21175" y="157451"/>
                </a:lnTo>
                <a:lnTo>
                  <a:pt x="22574" y="163493"/>
                </a:lnTo>
                <a:lnTo>
                  <a:pt x="22460" y="163040"/>
                </a:lnTo>
                <a:lnTo>
                  <a:pt x="24147" y="168970"/>
                </a:lnTo>
                <a:lnTo>
                  <a:pt x="24008" y="168516"/>
                </a:lnTo>
                <a:lnTo>
                  <a:pt x="25972" y="174320"/>
                </a:lnTo>
                <a:lnTo>
                  <a:pt x="25808" y="173879"/>
                </a:lnTo>
                <a:lnTo>
                  <a:pt x="28049" y="179557"/>
                </a:lnTo>
                <a:lnTo>
                  <a:pt x="27860" y="179129"/>
                </a:lnTo>
                <a:lnTo>
                  <a:pt x="30365" y="184668"/>
                </a:lnTo>
                <a:lnTo>
                  <a:pt x="30165" y="184253"/>
                </a:lnTo>
                <a:lnTo>
                  <a:pt x="32922" y="189641"/>
                </a:lnTo>
                <a:lnTo>
                  <a:pt x="32707" y="189238"/>
                </a:lnTo>
                <a:lnTo>
                  <a:pt x="35716" y="194475"/>
                </a:lnTo>
                <a:lnTo>
                  <a:pt x="35476" y="194084"/>
                </a:lnTo>
                <a:lnTo>
                  <a:pt x="38725" y="199145"/>
                </a:lnTo>
                <a:lnTo>
                  <a:pt x="38473" y="198780"/>
                </a:lnTo>
                <a:lnTo>
                  <a:pt x="41959" y="203677"/>
                </a:lnTo>
                <a:lnTo>
                  <a:pt x="41684" y="203312"/>
                </a:lnTo>
                <a:lnTo>
                  <a:pt x="45396" y="208033"/>
                </a:lnTo>
                <a:lnTo>
                  <a:pt x="45107" y="207681"/>
                </a:lnTo>
                <a:lnTo>
                  <a:pt x="49035" y="212213"/>
                </a:lnTo>
                <a:lnTo>
                  <a:pt x="48734" y="211886"/>
                </a:lnTo>
                <a:lnTo>
                  <a:pt x="52875" y="216216"/>
                </a:lnTo>
                <a:lnTo>
                  <a:pt x="52547" y="215901"/>
                </a:lnTo>
                <a:lnTo>
                  <a:pt x="56891" y="220043"/>
                </a:lnTo>
                <a:lnTo>
                  <a:pt x="56564" y="219741"/>
                </a:lnTo>
                <a:lnTo>
                  <a:pt x="61096" y="223669"/>
                </a:lnTo>
                <a:lnTo>
                  <a:pt x="60743" y="223379"/>
                </a:lnTo>
                <a:lnTo>
                  <a:pt x="65463" y="227093"/>
                </a:lnTo>
                <a:lnTo>
                  <a:pt x="65099" y="226816"/>
                </a:lnTo>
                <a:lnTo>
                  <a:pt x="69995" y="230303"/>
                </a:lnTo>
                <a:lnTo>
                  <a:pt x="69632" y="230051"/>
                </a:lnTo>
                <a:lnTo>
                  <a:pt x="74691" y="233299"/>
                </a:lnTo>
                <a:lnTo>
                  <a:pt x="74302" y="233060"/>
                </a:lnTo>
                <a:lnTo>
                  <a:pt x="79537" y="236069"/>
                </a:lnTo>
                <a:lnTo>
                  <a:pt x="79136" y="235855"/>
                </a:lnTo>
                <a:lnTo>
                  <a:pt x="84524" y="238612"/>
                </a:lnTo>
                <a:lnTo>
                  <a:pt x="84108" y="238411"/>
                </a:lnTo>
                <a:lnTo>
                  <a:pt x="89647" y="240916"/>
                </a:lnTo>
                <a:lnTo>
                  <a:pt x="89219" y="240727"/>
                </a:lnTo>
                <a:lnTo>
                  <a:pt x="94897" y="242968"/>
                </a:lnTo>
                <a:lnTo>
                  <a:pt x="94456" y="242804"/>
                </a:lnTo>
                <a:lnTo>
                  <a:pt x="100260" y="244768"/>
                </a:lnTo>
                <a:lnTo>
                  <a:pt x="99807" y="244629"/>
                </a:lnTo>
                <a:lnTo>
                  <a:pt x="105736" y="246317"/>
                </a:lnTo>
                <a:lnTo>
                  <a:pt x="105283" y="246203"/>
                </a:lnTo>
                <a:lnTo>
                  <a:pt x="111326" y="247601"/>
                </a:lnTo>
                <a:lnTo>
                  <a:pt x="110872" y="247500"/>
                </a:lnTo>
                <a:lnTo>
                  <a:pt x="117016" y="248595"/>
                </a:lnTo>
                <a:lnTo>
                  <a:pt x="116549" y="248532"/>
                </a:lnTo>
                <a:lnTo>
                  <a:pt x="122807" y="249325"/>
                </a:lnTo>
                <a:lnTo>
                  <a:pt x="122329" y="249275"/>
                </a:lnTo>
                <a:lnTo>
                  <a:pt x="128674" y="249753"/>
                </a:lnTo>
                <a:lnTo>
                  <a:pt x="128194" y="249728"/>
                </a:lnTo>
                <a:lnTo>
                  <a:pt x="134628" y="249892"/>
                </a:lnTo>
                <a:lnTo>
                  <a:pt x="134149" y="249892"/>
                </a:lnTo>
                <a:lnTo>
                  <a:pt x="140582" y="249728"/>
                </a:lnTo>
                <a:lnTo>
                  <a:pt x="140104" y="249753"/>
                </a:lnTo>
                <a:lnTo>
                  <a:pt x="146449" y="249275"/>
                </a:lnTo>
                <a:lnTo>
                  <a:pt x="145970" y="249325"/>
                </a:lnTo>
                <a:lnTo>
                  <a:pt x="152228" y="248532"/>
                </a:lnTo>
                <a:lnTo>
                  <a:pt x="151761" y="248595"/>
                </a:lnTo>
                <a:lnTo>
                  <a:pt x="157905" y="247500"/>
                </a:lnTo>
                <a:lnTo>
                  <a:pt x="157452" y="247601"/>
                </a:lnTo>
                <a:lnTo>
                  <a:pt x="163495" y="246203"/>
                </a:lnTo>
                <a:lnTo>
                  <a:pt x="163040" y="246317"/>
                </a:lnTo>
                <a:lnTo>
                  <a:pt x="168957" y="244629"/>
                </a:lnTo>
                <a:lnTo>
                  <a:pt x="168517" y="244768"/>
                </a:lnTo>
                <a:lnTo>
                  <a:pt x="174320" y="242804"/>
                </a:lnTo>
                <a:lnTo>
                  <a:pt x="173880" y="242968"/>
                </a:lnTo>
                <a:lnTo>
                  <a:pt x="179557" y="240727"/>
                </a:lnTo>
                <a:lnTo>
                  <a:pt x="179129" y="240916"/>
                </a:lnTo>
                <a:lnTo>
                  <a:pt x="184670" y="238411"/>
                </a:lnTo>
                <a:lnTo>
                  <a:pt x="184253" y="238612"/>
                </a:lnTo>
                <a:lnTo>
                  <a:pt x="189642" y="235855"/>
                </a:lnTo>
                <a:lnTo>
                  <a:pt x="189239" y="236069"/>
                </a:lnTo>
                <a:lnTo>
                  <a:pt x="194476" y="233060"/>
                </a:lnTo>
                <a:lnTo>
                  <a:pt x="194086" y="233299"/>
                </a:lnTo>
                <a:lnTo>
                  <a:pt x="199147" y="230051"/>
                </a:lnTo>
                <a:lnTo>
                  <a:pt x="198769" y="230303"/>
                </a:lnTo>
                <a:lnTo>
                  <a:pt x="203679" y="226816"/>
                </a:lnTo>
                <a:lnTo>
                  <a:pt x="203313" y="227093"/>
                </a:lnTo>
                <a:lnTo>
                  <a:pt x="208034" y="223379"/>
                </a:lnTo>
                <a:lnTo>
                  <a:pt x="207682" y="223669"/>
                </a:lnTo>
                <a:lnTo>
                  <a:pt x="212214" y="219741"/>
                </a:lnTo>
                <a:lnTo>
                  <a:pt x="211886" y="220043"/>
                </a:lnTo>
                <a:lnTo>
                  <a:pt x="216217" y="215901"/>
                </a:lnTo>
                <a:lnTo>
                  <a:pt x="215903" y="216216"/>
                </a:lnTo>
                <a:lnTo>
                  <a:pt x="220045" y="211886"/>
                </a:lnTo>
                <a:lnTo>
                  <a:pt x="219741" y="212213"/>
                </a:lnTo>
                <a:lnTo>
                  <a:pt x="223670" y="207681"/>
                </a:lnTo>
                <a:lnTo>
                  <a:pt x="223380" y="208033"/>
                </a:lnTo>
                <a:lnTo>
                  <a:pt x="227094" y="203312"/>
                </a:lnTo>
                <a:lnTo>
                  <a:pt x="226817" y="203677"/>
                </a:lnTo>
                <a:lnTo>
                  <a:pt x="230304" y="198780"/>
                </a:lnTo>
                <a:lnTo>
                  <a:pt x="230052" y="199145"/>
                </a:lnTo>
                <a:lnTo>
                  <a:pt x="233300" y="194084"/>
                </a:lnTo>
                <a:lnTo>
                  <a:pt x="233061" y="194475"/>
                </a:lnTo>
                <a:lnTo>
                  <a:pt x="236070" y="189238"/>
                </a:lnTo>
                <a:lnTo>
                  <a:pt x="235855" y="189641"/>
                </a:lnTo>
                <a:lnTo>
                  <a:pt x="238614" y="184253"/>
                </a:lnTo>
                <a:lnTo>
                  <a:pt x="238411" y="184668"/>
                </a:lnTo>
                <a:lnTo>
                  <a:pt x="240916" y="179129"/>
                </a:lnTo>
                <a:lnTo>
                  <a:pt x="240728" y="179557"/>
                </a:lnTo>
                <a:lnTo>
                  <a:pt x="242968" y="173879"/>
                </a:lnTo>
                <a:lnTo>
                  <a:pt x="242805" y="174320"/>
                </a:lnTo>
                <a:lnTo>
                  <a:pt x="244768" y="168516"/>
                </a:lnTo>
                <a:lnTo>
                  <a:pt x="244630" y="168970"/>
                </a:lnTo>
                <a:lnTo>
                  <a:pt x="246318" y="163040"/>
                </a:lnTo>
                <a:lnTo>
                  <a:pt x="246205" y="163493"/>
                </a:lnTo>
                <a:lnTo>
                  <a:pt x="247602" y="157451"/>
                </a:lnTo>
                <a:lnTo>
                  <a:pt x="247500" y="157904"/>
                </a:lnTo>
                <a:lnTo>
                  <a:pt x="248596" y="151760"/>
                </a:lnTo>
                <a:lnTo>
                  <a:pt x="248534" y="152226"/>
                </a:lnTo>
                <a:lnTo>
                  <a:pt x="249325" y="145970"/>
                </a:lnTo>
                <a:lnTo>
                  <a:pt x="249276" y="146448"/>
                </a:lnTo>
                <a:lnTo>
                  <a:pt x="249753" y="140103"/>
                </a:lnTo>
                <a:lnTo>
                  <a:pt x="249730" y="140581"/>
                </a:lnTo>
                <a:lnTo>
                  <a:pt x="249893" y="134148"/>
                </a:lnTo>
                <a:lnTo>
                  <a:pt x="249893" y="134627"/>
                </a:lnTo>
                <a:lnTo>
                  <a:pt x="249730" y="128194"/>
                </a:lnTo>
                <a:lnTo>
                  <a:pt x="249753" y="128672"/>
                </a:lnTo>
                <a:lnTo>
                  <a:pt x="249276" y="122327"/>
                </a:lnTo>
                <a:lnTo>
                  <a:pt x="249325" y="122806"/>
                </a:lnTo>
                <a:lnTo>
                  <a:pt x="248534" y="116549"/>
                </a:lnTo>
                <a:lnTo>
                  <a:pt x="248596" y="117015"/>
                </a:lnTo>
                <a:lnTo>
                  <a:pt x="247500" y="110871"/>
                </a:lnTo>
                <a:lnTo>
                  <a:pt x="247602" y="111325"/>
                </a:lnTo>
                <a:lnTo>
                  <a:pt x="246205" y="105282"/>
                </a:lnTo>
                <a:lnTo>
                  <a:pt x="246318" y="105735"/>
                </a:lnTo>
                <a:lnTo>
                  <a:pt x="244630" y="99806"/>
                </a:lnTo>
                <a:lnTo>
                  <a:pt x="244768" y="100259"/>
                </a:lnTo>
                <a:lnTo>
                  <a:pt x="242805" y="94455"/>
                </a:lnTo>
                <a:lnTo>
                  <a:pt x="242968" y="94896"/>
                </a:lnTo>
                <a:lnTo>
                  <a:pt x="240728" y="89218"/>
                </a:lnTo>
                <a:lnTo>
                  <a:pt x="240916" y="89646"/>
                </a:lnTo>
                <a:lnTo>
                  <a:pt x="238411" y="84107"/>
                </a:lnTo>
                <a:lnTo>
                  <a:pt x="238614" y="84523"/>
                </a:lnTo>
                <a:lnTo>
                  <a:pt x="235855" y="79135"/>
                </a:lnTo>
                <a:lnTo>
                  <a:pt x="236070" y="79537"/>
                </a:lnTo>
                <a:lnTo>
                  <a:pt x="233061" y="74300"/>
                </a:lnTo>
                <a:lnTo>
                  <a:pt x="233300" y="74690"/>
                </a:lnTo>
                <a:lnTo>
                  <a:pt x="230052" y="69630"/>
                </a:lnTo>
                <a:lnTo>
                  <a:pt x="230304" y="69995"/>
                </a:lnTo>
                <a:lnTo>
                  <a:pt x="226817" y="65098"/>
                </a:lnTo>
                <a:lnTo>
                  <a:pt x="227094" y="65463"/>
                </a:lnTo>
                <a:lnTo>
                  <a:pt x="223380" y="60742"/>
                </a:lnTo>
                <a:lnTo>
                  <a:pt x="223670" y="61094"/>
                </a:lnTo>
                <a:lnTo>
                  <a:pt x="219741" y="56563"/>
                </a:lnTo>
                <a:lnTo>
                  <a:pt x="220045" y="56890"/>
                </a:lnTo>
                <a:lnTo>
                  <a:pt x="215903" y="52547"/>
                </a:lnTo>
                <a:lnTo>
                  <a:pt x="216217" y="52874"/>
                </a:lnTo>
                <a:lnTo>
                  <a:pt x="211886" y="48732"/>
                </a:lnTo>
                <a:lnTo>
                  <a:pt x="212214" y="49034"/>
                </a:lnTo>
                <a:lnTo>
                  <a:pt x="207682" y="45107"/>
                </a:lnTo>
                <a:lnTo>
                  <a:pt x="208034" y="45396"/>
                </a:lnTo>
                <a:lnTo>
                  <a:pt x="203313" y="41682"/>
                </a:lnTo>
                <a:lnTo>
                  <a:pt x="203679" y="41959"/>
                </a:lnTo>
                <a:lnTo>
                  <a:pt x="198769" y="38472"/>
                </a:lnTo>
                <a:lnTo>
                  <a:pt x="199147" y="38724"/>
                </a:lnTo>
                <a:lnTo>
                  <a:pt x="194086" y="35476"/>
                </a:lnTo>
                <a:lnTo>
                  <a:pt x="194476" y="35715"/>
                </a:lnTo>
                <a:lnTo>
                  <a:pt x="189239" y="32706"/>
                </a:lnTo>
                <a:lnTo>
                  <a:pt x="189642" y="32920"/>
                </a:lnTo>
                <a:lnTo>
                  <a:pt x="184253" y="30163"/>
                </a:lnTo>
                <a:lnTo>
                  <a:pt x="184670" y="30365"/>
                </a:lnTo>
                <a:lnTo>
                  <a:pt x="179129" y="27860"/>
                </a:lnTo>
                <a:lnTo>
                  <a:pt x="179557" y="28048"/>
                </a:lnTo>
                <a:lnTo>
                  <a:pt x="173880" y="25808"/>
                </a:lnTo>
                <a:lnTo>
                  <a:pt x="174320" y="25971"/>
                </a:lnTo>
                <a:lnTo>
                  <a:pt x="168517" y="24007"/>
                </a:lnTo>
                <a:lnTo>
                  <a:pt x="168957" y="24146"/>
                </a:lnTo>
                <a:lnTo>
                  <a:pt x="163040" y="22459"/>
                </a:lnTo>
                <a:lnTo>
                  <a:pt x="163495" y="22572"/>
                </a:lnTo>
                <a:lnTo>
                  <a:pt x="157452" y="21175"/>
                </a:lnTo>
                <a:lnTo>
                  <a:pt x="157905" y="21275"/>
                </a:lnTo>
                <a:lnTo>
                  <a:pt x="151761" y="20180"/>
                </a:lnTo>
                <a:lnTo>
                  <a:pt x="152228" y="20243"/>
                </a:lnTo>
                <a:lnTo>
                  <a:pt x="145970" y="19450"/>
                </a:lnTo>
                <a:lnTo>
                  <a:pt x="146449" y="19500"/>
                </a:lnTo>
                <a:lnTo>
                  <a:pt x="140104" y="19022"/>
                </a:lnTo>
                <a:lnTo>
                  <a:pt x="140582" y="19047"/>
                </a:lnTo>
                <a:lnTo>
                  <a:pt x="134149" y="18884"/>
                </a:lnTo>
                <a:lnTo>
                  <a:pt x="134628" y="18884"/>
                </a:lnTo>
                <a:lnTo>
                  <a:pt x="128194" y="19047"/>
                </a:lnTo>
                <a:lnTo>
                  <a:pt x="128674" y="19022"/>
                </a:lnTo>
                <a:lnTo>
                  <a:pt x="122329" y="19500"/>
                </a:lnTo>
                <a:lnTo>
                  <a:pt x="122807" y="19450"/>
                </a:lnTo>
                <a:lnTo>
                  <a:pt x="116549" y="20243"/>
                </a:lnTo>
                <a:lnTo>
                  <a:pt x="117016" y="20180"/>
                </a:lnTo>
                <a:lnTo>
                  <a:pt x="110872" y="21275"/>
                </a:lnTo>
                <a:lnTo>
                  <a:pt x="111326" y="21175"/>
                </a:lnTo>
                <a:lnTo>
                  <a:pt x="105283" y="22572"/>
                </a:lnTo>
                <a:lnTo>
                  <a:pt x="105736" y="22459"/>
                </a:lnTo>
                <a:lnTo>
                  <a:pt x="99807" y="24146"/>
                </a:lnTo>
                <a:lnTo>
                  <a:pt x="100260" y="24007"/>
                </a:lnTo>
                <a:lnTo>
                  <a:pt x="94456" y="25971"/>
                </a:lnTo>
                <a:lnTo>
                  <a:pt x="94897" y="25808"/>
                </a:lnTo>
                <a:lnTo>
                  <a:pt x="89219" y="28048"/>
                </a:lnTo>
                <a:lnTo>
                  <a:pt x="89647" y="27860"/>
                </a:lnTo>
                <a:lnTo>
                  <a:pt x="84108" y="30365"/>
                </a:lnTo>
                <a:lnTo>
                  <a:pt x="84524" y="30163"/>
                </a:lnTo>
                <a:lnTo>
                  <a:pt x="79136" y="32920"/>
                </a:lnTo>
                <a:lnTo>
                  <a:pt x="79537" y="32706"/>
                </a:lnTo>
                <a:lnTo>
                  <a:pt x="74302" y="35715"/>
                </a:lnTo>
                <a:lnTo>
                  <a:pt x="74691" y="35476"/>
                </a:lnTo>
                <a:lnTo>
                  <a:pt x="69632" y="38724"/>
                </a:lnTo>
                <a:lnTo>
                  <a:pt x="69995" y="38472"/>
                </a:lnTo>
                <a:lnTo>
                  <a:pt x="65099" y="41959"/>
                </a:lnTo>
                <a:lnTo>
                  <a:pt x="65463" y="41682"/>
                </a:lnTo>
                <a:lnTo>
                  <a:pt x="60743" y="45396"/>
                </a:lnTo>
                <a:lnTo>
                  <a:pt x="61096" y="45107"/>
                </a:lnTo>
                <a:lnTo>
                  <a:pt x="56564" y="49034"/>
                </a:lnTo>
                <a:lnTo>
                  <a:pt x="56891" y="48732"/>
                </a:lnTo>
                <a:lnTo>
                  <a:pt x="52547" y="52874"/>
                </a:lnTo>
                <a:lnTo>
                  <a:pt x="52875" y="52547"/>
                </a:lnTo>
                <a:lnTo>
                  <a:pt x="48734" y="56890"/>
                </a:lnTo>
                <a:lnTo>
                  <a:pt x="49035" y="56563"/>
                </a:lnTo>
                <a:lnTo>
                  <a:pt x="45107" y="61094"/>
                </a:lnTo>
                <a:lnTo>
                  <a:pt x="45396" y="60742"/>
                </a:lnTo>
                <a:lnTo>
                  <a:pt x="41684" y="65463"/>
                </a:lnTo>
                <a:lnTo>
                  <a:pt x="41959" y="65098"/>
                </a:lnTo>
                <a:lnTo>
                  <a:pt x="38473" y="69995"/>
                </a:lnTo>
                <a:lnTo>
                  <a:pt x="38725" y="69630"/>
                </a:lnTo>
                <a:lnTo>
                  <a:pt x="35476" y="74690"/>
                </a:lnTo>
                <a:lnTo>
                  <a:pt x="35716" y="74300"/>
                </a:lnTo>
                <a:lnTo>
                  <a:pt x="32707" y="79537"/>
                </a:lnTo>
                <a:lnTo>
                  <a:pt x="32922" y="79135"/>
                </a:lnTo>
                <a:lnTo>
                  <a:pt x="30165" y="84523"/>
                </a:lnTo>
                <a:lnTo>
                  <a:pt x="30365" y="84107"/>
                </a:lnTo>
                <a:lnTo>
                  <a:pt x="27860" y="89646"/>
                </a:lnTo>
                <a:lnTo>
                  <a:pt x="28049" y="89218"/>
                </a:lnTo>
                <a:lnTo>
                  <a:pt x="25808" y="94896"/>
                </a:lnTo>
                <a:lnTo>
                  <a:pt x="25972" y="94455"/>
                </a:lnTo>
                <a:lnTo>
                  <a:pt x="24008" y="100259"/>
                </a:lnTo>
                <a:lnTo>
                  <a:pt x="24147" y="99806"/>
                </a:lnTo>
                <a:lnTo>
                  <a:pt x="22460" y="105735"/>
                </a:lnTo>
                <a:lnTo>
                  <a:pt x="22574" y="105282"/>
                </a:lnTo>
                <a:lnTo>
                  <a:pt x="21175" y="111325"/>
                </a:lnTo>
                <a:lnTo>
                  <a:pt x="21276" y="110871"/>
                </a:lnTo>
                <a:lnTo>
                  <a:pt x="20181" y="117015"/>
                </a:lnTo>
                <a:lnTo>
                  <a:pt x="20245" y="116549"/>
                </a:lnTo>
                <a:lnTo>
                  <a:pt x="19451" y="122806"/>
                </a:lnTo>
                <a:lnTo>
                  <a:pt x="19501" y="122327"/>
                </a:lnTo>
                <a:lnTo>
                  <a:pt x="19023" y="128672"/>
                </a:lnTo>
                <a:lnTo>
                  <a:pt x="19048" y="128194"/>
                </a:lnTo>
                <a:lnTo>
                  <a:pt x="18885" y="13462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" name="path-166">
            <a:extLst xmlns:a="http://schemas.openxmlformats.org/drawingml/2006/main">
              <a:ext uri="{FF2B5EF4-FFF2-40B4-BE49-F238E27FC236}">
                <a16:creationId xmlns:a16="http://schemas.microsoft.com/office/drawing/2014/main" id="{22F95559-38A4-42EA-BCB3-781AD1DBC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3760" y="1557382"/>
            <a:ext cx="342982" cy="342464"/>
          </a:xfrm>
          <a:custGeom xmlns:a="http://schemas.openxmlformats.org/drawingml/2006/main">
            <a:pathLst>
              <a:path w="250270" h="249892">
                <a:moveTo>
                  <a:pt x="0" y="125009"/>
                </a:moveTo>
                <a:cubicBezTo>
                  <a:pt x="378" y="55946"/>
                  <a:pt x="56324" y="0"/>
                  <a:pt x="125324" y="0"/>
                </a:cubicBezTo>
                <a:cubicBezTo>
                  <a:pt x="194325" y="0"/>
                  <a:pt x="250270" y="55946"/>
                  <a:pt x="250270" y="124946"/>
                </a:cubicBezTo>
                <a:cubicBezTo>
                  <a:pt x="250270" y="193946"/>
                  <a:pt x="194325" y="249892"/>
                  <a:pt x="125324" y="249892"/>
                </a:cubicBezTo>
                <a:cubicBezTo>
                  <a:pt x="56324" y="249892"/>
                  <a:pt x="378" y="193946"/>
                  <a:pt x="0" y="125009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" name="path-167">
            <a:extLst xmlns:a="http://schemas.openxmlformats.org/drawingml/2006/main">
              <a:ext uri="{FF2B5EF4-FFF2-40B4-BE49-F238E27FC236}">
                <a16:creationId xmlns:a16="http://schemas.microsoft.com/office/drawing/2014/main" id="{40506477-BBB9-4667-8B15-88C8CF1C9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75289" y="1598391"/>
            <a:ext cx="260445" cy="260445"/>
          </a:xfrm>
          <a:custGeom xmlns:a="http://schemas.openxmlformats.org/drawingml/2006/main">
            <a:pathLst>
              <a:path w="190043" h="190043">
                <a:moveTo>
                  <a:pt x="13344" y="0"/>
                </a:moveTo>
                <a:lnTo>
                  <a:pt x="190043" y="176699"/>
                </a:lnTo>
                <a:lnTo>
                  <a:pt x="176699" y="190043"/>
                </a:lnTo>
                <a:lnTo>
                  <a:pt x="0" y="13344"/>
                </a:lnTo>
                <a:lnTo>
                  <a:pt x="13344" y="0"/>
                </a:lnTo>
                <a:moveTo>
                  <a:pt x="190043" y="13344"/>
                </a:moveTo>
                <a:lnTo>
                  <a:pt x="13344" y="190043"/>
                </a:lnTo>
                <a:lnTo>
                  <a:pt x="0" y="176699"/>
                </a:lnTo>
                <a:lnTo>
                  <a:pt x="176699" y="0"/>
                </a:lnTo>
                <a:lnTo>
                  <a:pt x="190043" y="1334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" name="path-168">
            <a:extLst xmlns:a="http://schemas.openxmlformats.org/drawingml/2006/main">
              <a:ext uri="{FF2B5EF4-FFF2-40B4-BE49-F238E27FC236}">
                <a16:creationId xmlns:a16="http://schemas.microsoft.com/office/drawing/2014/main" id="{972D8112-15BE-4C7B-A5B2-372C7DACE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21340" y="1544442"/>
            <a:ext cx="368342" cy="368343"/>
          </a:xfrm>
          <a:custGeom xmlns:a="http://schemas.openxmlformats.org/drawingml/2006/main">
            <a:pathLst>
              <a:path w="268775" h="268775">
                <a:moveTo>
                  <a:pt x="176" y="127476"/>
                </a:moveTo>
                <a:lnTo>
                  <a:pt x="692" y="120653"/>
                </a:lnTo>
                <a:lnTo>
                  <a:pt x="1548" y="113931"/>
                </a:lnTo>
                <a:lnTo>
                  <a:pt x="2730" y="107309"/>
                </a:lnTo>
                <a:lnTo>
                  <a:pt x="4229" y="100813"/>
                </a:lnTo>
                <a:lnTo>
                  <a:pt x="6043" y="94430"/>
                </a:lnTo>
                <a:lnTo>
                  <a:pt x="8157" y="88186"/>
                </a:lnTo>
                <a:lnTo>
                  <a:pt x="10561" y="82080"/>
                </a:lnTo>
                <a:lnTo>
                  <a:pt x="13256" y="76113"/>
                </a:lnTo>
                <a:lnTo>
                  <a:pt x="16227" y="70322"/>
                </a:lnTo>
                <a:lnTo>
                  <a:pt x="19462" y="64695"/>
                </a:lnTo>
                <a:lnTo>
                  <a:pt x="22948" y="59244"/>
                </a:lnTo>
                <a:lnTo>
                  <a:pt x="26701" y="53969"/>
                </a:lnTo>
                <a:lnTo>
                  <a:pt x="30692" y="48896"/>
                </a:lnTo>
                <a:lnTo>
                  <a:pt x="34908" y="44024"/>
                </a:lnTo>
                <a:lnTo>
                  <a:pt x="39353" y="39353"/>
                </a:lnTo>
                <a:lnTo>
                  <a:pt x="44024" y="34909"/>
                </a:lnTo>
                <a:lnTo>
                  <a:pt x="48895" y="30692"/>
                </a:lnTo>
                <a:lnTo>
                  <a:pt x="53969" y="26701"/>
                </a:lnTo>
                <a:lnTo>
                  <a:pt x="59243" y="22950"/>
                </a:lnTo>
                <a:lnTo>
                  <a:pt x="64695" y="19463"/>
                </a:lnTo>
                <a:lnTo>
                  <a:pt x="70322" y="16227"/>
                </a:lnTo>
                <a:lnTo>
                  <a:pt x="76125" y="13256"/>
                </a:lnTo>
                <a:lnTo>
                  <a:pt x="82079" y="10562"/>
                </a:lnTo>
                <a:lnTo>
                  <a:pt x="88186" y="8158"/>
                </a:lnTo>
                <a:lnTo>
                  <a:pt x="94430" y="6043"/>
                </a:lnTo>
                <a:lnTo>
                  <a:pt x="100812" y="4230"/>
                </a:lnTo>
                <a:lnTo>
                  <a:pt x="107307" y="2732"/>
                </a:lnTo>
                <a:lnTo>
                  <a:pt x="113931" y="1548"/>
                </a:lnTo>
                <a:lnTo>
                  <a:pt x="120652" y="693"/>
                </a:lnTo>
                <a:lnTo>
                  <a:pt x="127476" y="176"/>
                </a:lnTo>
                <a:lnTo>
                  <a:pt x="134386" y="0"/>
                </a:lnTo>
                <a:lnTo>
                  <a:pt x="141299" y="176"/>
                </a:lnTo>
                <a:lnTo>
                  <a:pt x="148121" y="693"/>
                </a:lnTo>
                <a:lnTo>
                  <a:pt x="154844" y="1548"/>
                </a:lnTo>
                <a:lnTo>
                  <a:pt x="161466" y="2732"/>
                </a:lnTo>
                <a:lnTo>
                  <a:pt x="167961" y="4230"/>
                </a:lnTo>
                <a:lnTo>
                  <a:pt x="174345" y="6043"/>
                </a:lnTo>
                <a:lnTo>
                  <a:pt x="180589" y="8158"/>
                </a:lnTo>
                <a:lnTo>
                  <a:pt x="186695" y="10562"/>
                </a:lnTo>
                <a:lnTo>
                  <a:pt x="192662" y="13256"/>
                </a:lnTo>
                <a:lnTo>
                  <a:pt x="198453" y="16227"/>
                </a:lnTo>
                <a:lnTo>
                  <a:pt x="204080" y="19463"/>
                </a:lnTo>
                <a:lnTo>
                  <a:pt x="209530" y="22950"/>
                </a:lnTo>
                <a:lnTo>
                  <a:pt x="214806" y="26701"/>
                </a:lnTo>
                <a:lnTo>
                  <a:pt x="219880" y="30692"/>
                </a:lnTo>
                <a:lnTo>
                  <a:pt x="224751" y="34909"/>
                </a:lnTo>
                <a:lnTo>
                  <a:pt x="229422" y="39353"/>
                </a:lnTo>
                <a:lnTo>
                  <a:pt x="233865" y="44024"/>
                </a:lnTo>
                <a:lnTo>
                  <a:pt x="238083" y="48896"/>
                </a:lnTo>
                <a:lnTo>
                  <a:pt x="242074" y="53969"/>
                </a:lnTo>
                <a:lnTo>
                  <a:pt x="245825" y="59244"/>
                </a:lnTo>
                <a:lnTo>
                  <a:pt x="249313" y="64695"/>
                </a:lnTo>
                <a:lnTo>
                  <a:pt x="252547" y="70322"/>
                </a:lnTo>
                <a:lnTo>
                  <a:pt x="255519" y="76113"/>
                </a:lnTo>
                <a:lnTo>
                  <a:pt x="258212" y="82080"/>
                </a:lnTo>
                <a:lnTo>
                  <a:pt x="260618" y="88186"/>
                </a:lnTo>
                <a:lnTo>
                  <a:pt x="262732" y="94430"/>
                </a:lnTo>
                <a:lnTo>
                  <a:pt x="264544" y="100813"/>
                </a:lnTo>
                <a:lnTo>
                  <a:pt x="266043" y="107309"/>
                </a:lnTo>
                <a:lnTo>
                  <a:pt x="267227" y="113931"/>
                </a:lnTo>
                <a:lnTo>
                  <a:pt x="268082" y="120653"/>
                </a:lnTo>
                <a:lnTo>
                  <a:pt x="268599" y="127476"/>
                </a:lnTo>
                <a:lnTo>
                  <a:pt x="268775" y="134388"/>
                </a:lnTo>
                <a:lnTo>
                  <a:pt x="268599" y="141299"/>
                </a:lnTo>
                <a:lnTo>
                  <a:pt x="268082" y="148122"/>
                </a:lnTo>
                <a:lnTo>
                  <a:pt x="267227" y="154845"/>
                </a:lnTo>
                <a:lnTo>
                  <a:pt x="266043" y="161466"/>
                </a:lnTo>
                <a:lnTo>
                  <a:pt x="264544" y="167962"/>
                </a:lnTo>
                <a:lnTo>
                  <a:pt x="262732" y="174345"/>
                </a:lnTo>
                <a:lnTo>
                  <a:pt x="260618" y="180589"/>
                </a:lnTo>
                <a:lnTo>
                  <a:pt x="258212" y="186695"/>
                </a:lnTo>
                <a:lnTo>
                  <a:pt x="255519" y="192662"/>
                </a:lnTo>
                <a:lnTo>
                  <a:pt x="252547" y="198453"/>
                </a:lnTo>
                <a:lnTo>
                  <a:pt x="249313" y="204080"/>
                </a:lnTo>
                <a:lnTo>
                  <a:pt x="245825" y="209531"/>
                </a:lnTo>
                <a:lnTo>
                  <a:pt x="242074" y="214806"/>
                </a:lnTo>
                <a:lnTo>
                  <a:pt x="238083" y="219879"/>
                </a:lnTo>
                <a:lnTo>
                  <a:pt x="233865" y="224752"/>
                </a:lnTo>
                <a:lnTo>
                  <a:pt x="229422" y="229422"/>
                </a:lnTo>
                <a:lnTo>
                  <a:pt x="224751" y="233866"/>
                </a:lnTo>
                <a:lnTo>
                  <a:pt x="219880" y="238083"/>
                </a:lnTo>
                <a:lnTo>
                  <a:pt x="214806" y="242074"/>
                </a:lnTo>
                <a:lnTo>
                  <a:pt x="209530" y="245825"/>
                </a:lnTo>
                <a:lnTo>
                  <a:pt x="204080" y="249313"/>
                </a:lnTo>
                <a:lnTo>
                  <a:pt x="198453" y="252548"/>
                </a:lnTo>
                <a:lnTo>
                  <a:pt x="192662" y="255519"/>
                </a:lnTo>
                <a:lnTo>
                  <a:pt x="186695" y="258213"/>
                </a:lnTo>
                <a:lnTo>
                  <a:pt x="180589" y="260617"/>
                </a:lnTo>
                <a:lnTo>
                  <a:pt x="174345" y="262733"/>
                </a:lnTo>
                <a:lnTo>
                  <a:pt x="167961" y="264545"/>
                </a:lnTo>
                <a:lnTo>
                  <a:pt x="161466" y="266043"/>
                </a:lnTo>
                <a:lnTo>
                  <a:pt x="154844" y="267227"/>
                </a:lnTo>
                <a:lnTo>
                  <a:pt x="148121" y="268083"/>
                </a:lnTo>
                <a:lnTo>
                  <a:pt x="141299" y="268599"/>
                </a:lnTo>
                <a:lnTo>
                  <a:pt x="134386" y="268775"/>
                </a:lnTo>
                <a:lnTo>
                  <a:pt x="127476" y="268599"/>
                </a:lnTo>
                <a:lnTo>
                  <a:pt x="120652" y="268083"/>
                </a:lnTo>
                <a:lnTo>
                  <a:pt x="113931" y="267227"/>
                </a:lnTo>
                <a:lnTo>
                  <a:pt x="107307" y="266043"/>
                </a:lnTo>
                <a:lnTo>
                  <a:pt x="100812" y="264545"/>
                </a:lnTo>
                <a:lnTo>
                  <a:pt x="94430" y="262733"/>
                </a:lnTo>
                <a:lnTo>
                  <a:pt x="88186" y="260617"/>
                </a:lnTo>
                <a:lnTo>
                  <a:pt x="82079" y="258213"/>
                </a:lnTo>
                <a:lnTo>
                  <a:pt x="76125" y="255519"/>
                </a:lnTo>
                <a:lnTo>
                  <a:pt x="70322" y="252548"/>
                </a:lnTo>
                <a:lnTo>
                  <a:pt x="64695" y="249313"/>
                </a:lnTo>
                <a:lnTo>
                  <a:pt x="59243" y="245825"/>
                </a:lnTo>
                <a:lnTo>
                  <a:pt x="53969" y="242074"/>
                </a:lnTo>
                <a:lnTo>
                  <a:pt x="48895" y="238083"/>
                </a:lnTo>
                <a:lnTo>
                  <a:pt x="44024" y="233866"/>
                </a:lnTo>
                <a:lnTo>
                  <a:pt x="39353" y="229422"/>
                </a:lnTo>
                <a:lnTo>
                  <a:pt x="34908" y="224752"/>
                </a:lnTo>
                <a:lnTo>
                  <a:pt x="30692" y="219879"/>
                </a:lnTo>
                <a:lnTo>
                  <a:pt x="26701" y="214806"/>
                </a:lnTo>
                <a:lnTo>
                  <a:pt x="22948" y="209531"/>
                </a:lnTo>
                <a:lnTo>
                  <a:pt x="19462" y="204080"/>
                </a:lnTo>
                <a:lnTo>
                  <a:pt x="16227" y="198453"/>
                </a:lnTo>
                <a:lnTo>
                  <a:pt x="13256" y="192662"/>
                </a:lnTo>
                <a:lnTo>
                  <a:pt x="10561" y="186695"/>
                </a:lnTo>
                <a:lnTo>
                  <a:pt x="8157" y="180589"/>
                </a:lnTo>
                <a:lnTo>
                  <a:pt x="6043" y="174345"/>
                </a:lnTo>
                <a:lnTo>
                  <a:pt x="4229" y="167962"/>
                </a:lnTo>
                <a:lnTo>
                  <a:pt x="2730" y="161466"/>
                </a:lnTo>
                <a:lnTo>
                  <a:pt x="1548" y="154845"/>
                </a:lnTo>
                <a:lnTo>
                  <a:pt x="692" y="148122"/>
                </a:lnTo>
                <a:lnTo>
                  <a:pt x="176" y="141299"/>
                </a:lnTo>
                <a:lnTo>
                  <a:pt x="0" y="134388"/>
                </a:lnTo>
                <a:lnTo>
                  <a:pt x="176" y="127476"/>
                </a:lnTo>
                <a:moveTo>
                  <a:pt x="18883" y="134627"/>
                </a:moveTo>
                <a:lnTo>
                  <a:pt x="18883" y="134148"/>
                </a:lnTo>
                <a:lnTo>
                  <a:pt x="19046" y="140581"/>
                </a:lnTo>
                <a:lnTo>
                  <a:pt x="19022" y="140103"/>
                </a:lnTo>
                <a:lnTo>
                  <a:pt x="19501" y="146448"/>
                </a:lnTo>
                <a:lnTo>
                  <a:pt x="19449" y="145970"/>
                </a:lnTo>
                <a:lnTo>
                  <a:pt x="20243" y="152226"/>
                </a:lnTo>
                <a:lnTo>
                  <a:pt x="20181" y="151760"/>
                </a:lnTo>
                <a:lnTo>
                  <a:pt x="21274" y="157904"/>
                </a:lnTo>
                <a:lnTo>
                  <a:pt x="21175" y="157451"/>
                </a:lnTo>
                <a:lnTo>
                  <a:pt x="22572" y="163493"/>
                </a:lnTo>
                <a:lnTo>
                  <a:pt x="22458" y="163040"/>
                </a:lnTo>
                <a:lnTo>
                  <a:pt x="24145" y="168969"/>
                </a:lnTo>
                <a:lnTo>
                  <a:pt x="24006" y="168516"/>
                </a:lnTo>
                <a:lnTo>
                  <a:pt x="25970" y="174320"/>
                </a:lnTo>
                <a:lnTo>
                  <a:pt x="25806" y="173879"/>
                </a:lnTo>
                <a:lnTo>
                  <a:pt x="28049" y="179557"/>
                </a:lnTo>
                <a:lnTo>
                  <a:pt x="27859" y="179129"/>
                </a:lnTo>
                <a:lnTo>
                  <a:pt x="30363" y="184668"/>
                </a:lnTo>
                <a:lnTo>
                  <a:pt x="30163" y="184253"/>
                </a:lnTo>
                <a:lnTo>
                  <a:pt x="32920" y="189641"/>
                </a:lnTo>
                <a:lnTo>
                  <a:pt x="32707" y="189238"/>
                </a:lnTo>
                <a:lnTo>
                  <a:pt x="35714" y="194475"/>
                </a:lnTo>
                <a:lnTo>
                  <a:pt x="35474" y="194085"/>
                </a:lnTo>
                <a:lnTo>
                  <a:pt x="38723" y="199145"/>
                </a:lnTo>
                <a:lnTo>
                  <a:pt x="38473" y="198780"/>
                </a:lnTo>
                <a:lnTo>
                  <a:pt x="41959" y="203677"/>
                </a:lnTo>
                <a:lnTo>
                  <a:pt x="41681" y="203313"/>
                </a:lnTo>
                <a:lnTo>
                  <a:pt x="45396" y="208033"/>
                </a:lnTo>
                <a:lnTo>
                  <a:pt x="45107" y="207681"/>
                </a:lnTo>
                <a:lnTo>
                  <a:pt x="49034" y="212213"/>
                </a:lnTo>
                <a:lnTo>
                  <a:pt x="48732" y="211886"/>
                </a:lnTo>
                <a:lnTo>
                  <a:pt x="52873" y="216229"/>
                </a:lnTo>
                <a:lnTo>
                  <a:pt x="52547" y="215901"/>
                </a:lnTo>
                <a:lnTo>
                  <a:pt x="56889" y="220043"/>
                </a:lnTo>
                <a:lnTo>
                  <a:pt x="56562" y="219741"/>
                </a:lnTo>
                <a:lnTo>
                  <a:pt x="61094" y="223669"/>
                </a:lnTo>
                <a:lnTo>
                  <a:pt x="60741" y="223379"/>
                </a:lnTo>
                <a:lnTo>
                  <a:pt x="65463" y="227093"/>
                </a:lnTo>
                <a:lnTo>
                  <a:pt x="65098" y="226816"/>
                </a:lnTo>
                <a:lnTo>
                  <a:pt x="69994" y="230303"/>
                </a:lnTo>
                <a:lnTo>
                  <a:pt x="69630" y="230051"/>
                </a:lnTo>
                <a:lnTo>
                  <a:pt x="74689" y="233299"/>
                </a:lnTo>
                <a:lnTo>
                  <a:pt x="74300" y="233060"/>
                </a:lnTo>
                <a:lnTo>
                  <a:pt x="79537" y="236069"/>
                </a:lnTo>
                <a:lnTo>
                  <a:pt x="79134" y="235855"/>
                </a:lnTo>
                <a:lnTo>
                  <a:pt x="84522" y="238612"/>
                </a:lnTo>
                <a:lnTo>
                  <a:pt x="84107" y="238411"/>
                </a:lnTo>
                <a:lnTo>
                  <a:pt x="89645" y="240916"/>
                </a:lnTo>
                <a:lnTo>
                  <a:pt x="89218" y="240727"/>
                </a:lnTo>
                <a:lnTo>
                  <a:pt x="94897" y="242968"/>
                </a:lnTo>
                <a:lnTo>
                  <a:pt x="94455" y="242804"/>
                </a:lnTo>
                <a:lnTo>
                  <a:pt x="100258" y="244768"/>
                </a:lnTo>
                <a:lnTo>
                  <a:pt x="99805" y="244630"/>
                </a:lnTo>
                <a:lnTo>
                  <a:pt x="105734" y="246317"/>
                </a:lnTo>
                <a:lnTo>
                  <a:pt x="105282" y="246203"/>
                </a:lnTo>
                <a:lnTo>
                  <a:pt x="111325" y="247601"/>
                </a:lnTo>
                <a:lnTo>
                  <a:pt x="110872" y="247500"/>
                </a:lnTo>
                <a:lnTo>
                  <a:pt x="117014" y="248595"/>
                </a:lnTo>
                <a:lnTo>
                  <a:pt x="116549" y="248532"/>
                </a:lnTo>
                <a:lnTo>
                  <a:pt x="122805" y="249325"/>
                </a:lnTo>
                <a:lnTo>
                  <a:pt x="122327" y="249275"/>
                </a:lnTo>
                <a:lnTo>
                  <a:pt x="128672" y="249753"/>
                </a:lnTo>
                <a:lnTo>
                  <a:pt x="128193" y="249728"/>
                </a:lnTo>
                <a:lnTo>
                  <a:pt x="134626" y="249892"/>
                </a:lnTo>
                <a:lnTo>
                  <a:pt x="134149" y="249892"/>
                </a:lnTo>
                <a:lnTo>
                  <a:pt x="140580" y="249728"/>
                </a:lnTo>
                <a:lnTo>
                  <a:pt x="140103" y="249753"/>
                </a:lnTo>
                <a:lnTo>
                  <a:pt x="146447" y="249275"/>
                </a:lnTo>
                <a:lnTo>
                  <a:pt x="145968" y="249325"/>
                </a:lnTo>
                <a:lnTo>
                  <a:pt x="152226" y="248532"/>
                </a:lnTo>
                <a:lnTo>
                  <a:pt x="151761" y="248595"/>
                </a:lnTo>
                <a:lnTo>
                  <a:pt x="157903" y="247500"/>
                </a:lnTo>
                <a:lnTo>
                  <a:pt x="157450" y="247601"/>
                </a:lnTo>
                <a:lnTo>
                  <a:pt x="163493" y="246203"/>
                </a:lnTo>
                <a:lnTo>
                  <a:pt x="163039" y="246317"/>
                </a:lnTo>
                <a:lnTo>
                  <a:pt x="168970" y="244630"/>
                </a:lnTo>
                <a:lnTo>
                  <a:pt x="168515" y="244768"/>
                </a:lnTo>
                <a:lnTo>
                  <a:pt x="174318" y="242804"/>
                </a:lnTo>
                <a:lnTo>
                  <a:pt x="173878" y="242968"/>
                </a:lnTo>
                <a:lnTo>
                  <a:pt x="179557" y="240727"/>
                </a:lnTo>
                <a:lnTo>
                  <a:pt x="179129" y="240916"/>
                </a:lnTo>
                <a:lnTo>
                  <a:pt x="184668" y="238411"/>
                </a:lnTo>
                <a:lnTo>
                  <a:pt x="184253" y="238612"/>
                </a:lnTo>
                <a:lnTo>
                  <a:pt x="189640" y="235855"/>
                </a:lnTo>
                <a:lnTo>
                  <a:pt x="189237" y="236069"/>
                </a:lnTo>
                <a:lnTo>
                  <a:pt x="194474" y="233060"/>
                </a:lnTo>
                <a:lnTo>
                  <a:pt x="194084" y="233299"/>
                </a:lnTo>
                <a:lnTo>
                  <a:pt x="199145" y="230051"/>
                </a:lnTo>
                <a:lnTo>
                  <a:pt x="198767" y="230303"/>
                </a:lnTo>
                <a:lnTo>
                  <a:pt x="203677" y="226816"/>
                </a:lnTo>
                <a:lnTo>
                  <a:pt x="203311" y="227093"/>
                </a:lnTo>
                <a:lnTo>
                  <a:pt x="208034" y="223379"/>
                </a:lnTo>
                <a:lnTo>
                  <a:pt x="207680" y="223669"/>
                </a:lnTo>
                <a:lnTo>
                  <a:pt x="212212" y="219741"/>
                </a:lnTo>
                <a:lnTo>
                  <a:pt x="211884" y="220043"/>
                </a:lnTo>
                <a:lnTo>
                  <a:pt x="216216" y="215901"/>
                </a:lnTo>
                <a:lnTo>
                  <a:pt x="215901" y="216229"/>
                </a:lnTo>
                <a:lnTo>
                  <a:pt x="220043" y="211886"/>
                </a:lnTo>
                <a:lnTo>
                  <a:pt x="219741" y="212213"/>
                </a:lnTo>
                <a:lnTo>
                  <a:pt x="223668" y="207681"/>
                </a:lnTo>
                <a:lnTo>
                  <a:pt x="223379" y="208033"/>
                </a:lnTo>
                <a:lnTo>
                  <a:pt x="227092" y="203313"/>
                </a:lnTo>
                <a:lnTo>
                  <a:pt x="226815" y="203677"/>
                </a:lnTo>
                <a:lnTo>
                  <a:pt x="230302" y="198780"/>
                </a:lnTo>
                <a:lnTo>
                  <a:pt x="230050" y="199145"/>
                </a:lnTo>
                <a:lnTo>
                  <a:pt x="233299" y="194085"/>
                </a:lnTo>
                <a:lnTo>
                  <a:pt x="233059" y="194475"/>
                </a:lnTo>
                <a:lnTo>
                  <a:pt x="236068" y="189238"/>
                </a:lnTo>
                <a:lnTo>
                  <a:pt x="235855" y="189641"/>
                </a:lnTo>
                <a:lnTo>
                  <a:pt x="238612" y="184253"/>
                </a:lnTo>
                <a:lnTo>
                  <a:pt x="238409" y="184668"/>
                </a:lnTo>
                <a:lnTo>
                  <a:pt x="240916" y="179129"/>
                </a:lnTo>
                <a:lnTo>
                  <a:pt x="240726" y="179557"/>
                </a:lnTo>
                <a:lnTo>
                  <a:pt x="242966" y="173879"/>
                </a:lnTo>
                <a:lnTo>
                  <a:pt x="242803" y="174320"/>
                </a:lnTo>
                <a:lnTo>
                  <a:pt x="244767" y="168516"/>
                </a:lnTo>
                <a:lnTo>
                  <a:pt x="244630" y="168969"/>
                </a:lnTo>
                <a:lnTo>
                  <a:pt x="246316" y="163040"/>
                </a:lnTo>
                <a:lnTo>
                  <a:pt x="246203" y="163493"/>
                </a:lnTo>
                <a:lnTo>
                  <a:pt x="247600" y="157451"/>
                </a:lnTo>
                <a:lnTo>
                  <a:pt x="247499" y="157904"/>
                </a:lnTo>
                <a:lnTo>
                  <a:pt x="248594" y="151760"/>
                </a:lnTo>
                <a:lnTo>
                  <a:pt x="248532" y="152226"/>
                </a:lnTo>
                <a:lnTo>
                  <a:pt x="249325" y="145970"/>
                </a:lnTo>
                <a:lnTo>
                  <a:pt x="249274" y="146448"/>
                </a:lnTo>
                <a:lnTo>
                  <a:pt x="249753" y="140103"/>
                </a:lnTo>
                <a:lnTo>
                  <a:pt x="249727" y="140581"/>
                </a:lnTo>
                <a:lnTo>
                  <a:pt x="249892" y="134148"/>
                </a:lnTo>
                <a:lnTo>
                  <a:pt x="249892" y="134627"/>
                </a:lnTo>
                <a:lnTo>
                  <a:pt x="249727" y="128194"/>
                </a:lnTo>
                <a:lnTo>
                  <a:pt x="249753" y="128672"/>
                </a:lnTo>
                <a:lnTo>
                  <a:pt x="249274" y="122327"/>
                </a:lnTo>
                <a:lnTo>
                  <a:pt x="249325" y="122806"/>
                </a:lnTo>
                <a:lnTo>
                  <a:pt x="248532" y="116549"/>
                </a:lnTo>
                <a:lnTo>
                  <a:pt x="248594" y="117015"/>
                </a:lnTo>
                <a:lnTo>
                  <a:pt x="247499" y="110871"/>
                </a:lnTo>
                <a:lnTo>
                  <a:pt x="247600" y="111325"/>
                </a:lnTo>
                <a:lnTo>
                  <a:pt x="246203" y="105282"/>
                </a:lnTo>
                <a:lnTo>
                  <a:pt x="246316" y="105735"/>
                </a:lnTo>
                <a:lnTo>
                  <a:pt x="244630" y="99806"/>
                </a:lnTo>
                <a:lnTo>
                  <a:pt x="244767" y="100259"/>
                </a:lnTo>
                <a:lnTo>
                  <a:pt x="242803" y="94455"/>
                </a:lnTo>
                <a:lnTo>
                  <a:pt x="242966" y="94896"/>
                </a:lnTo>
                <a:lnTo>
                  <a:pt x="240726" y="89218"/>
                </a:lnTo>
                <a:lnTo>
                  <a:pt x="240916" y="89646"/>
                </a:lnTo>
                <a:lnTo>
                  <a:pt x="238409" y="84107"/>
                </a:lnTo>
                <a:lnTo>
                  <a:pt x="238612" y="84523"/>
                </a:lnTo>
                <a:lnTo>
                  <a:pt x="235855" y="79135"/>
                </a:lnTo>
                <a:lnTo>
                  <a:pt x="236068" y="79537"/>
                </a:lnTo>
                <a:lnTo>
                  <a:pt x="233059" y="74300"/>
                </a:lnTo>
                <a:lnTo>
                  <a:pt x="233299" y="74691"/>
                </a:lnTo>
                <a:lnTo>
                  <a:pt x="230050" y="69630"/>
                </a:lnTo>
                <a:lnTo>
                  <a:pt x="230302" y="69995"/>
                </a:lnTo>
                <a:lnTo>
                  <a:pt x="226815" y="65098"/>
                </a:lnTo>
                <a:lnTo>
                  <a:pt x="227092" y="65463"/>
                </a:lnTo>
                <a:lnTo>
                  <a:pt x="223379" y="60742"/>
                </a:lnTo>
                <a:lnTo>
                  <a:pt x="223668" y="61094"/>
                </a:lnTo>
                <a:lnTo>
                  <a:pt x="219741" y="56563"/>
                </a:lnTo>
                <a:lnTo>
                  <a:pt x="220043" y="56890"/>
                </a:lnTo>
                <a:lnTo>
                  <a:pt x="215901" y="52547"/>
                </a:lnTo>
                <a:lnTo>
                  <a:pt x="216216" y="52874"/>
                </a:lnTo>
                <a:lnTo>
                  <a:pt x="211884" y="48732"/>
                </a:lnTo>
                <a:lnTo>
                  <a:pt x="212212" y="49034"/>
                </a:lnTo>
                <a:lnTo>
                  <a:pt x="207680" y="45107"/>
                </a:lnTo>
                <a:lnTo>
                  <a:pt x="208034" y="45396"/>
                </a:lnTo>
                <a:lnTo>
                  <a:pt x="203311" y="41682"/>
                </a:lnTo>
                <a:lnTo>
                  <a:pt x="203677" y="41959"/>
                </a:lnTo>
                <a:lnTo>
                  <a:pt x="198767" y="38472"/>
                </a:lnTo>
                <a:lnTo>
                  <a:pt x="199145" y="38724"/>
                </a:lnTo>
                <a:lnTo>
                  <a:pt x="194084" y="35476"/>
                </a:lnTo>
                <a:lnTo>
                  <a:pt x="194474" y="35715"/>
                </a:lnTo>
                <a:lnTo>
                  <a:pt x="189237" y="32706"/>
                </a:lnTo>
                <a:lnTo>
                  <a:pt x="189640" y="32920"/>
                </a:lnTo>
                <a:lnTo>
                  <a:pt x="184253" y="30163"/>
                </a:lnTo>
                <a:lnTo>
                  <a:pt x="184668" y="30365"/>
                </a:lnTo>
                <a:lnTo>
                  <a:pt x="179129" y="27860"/>
                </a:lnTo>
                <a:lnTo>
                  <a:pt x="179557" y="28048"/>
                </a:lnTo>
                <a:lnTo>
                  <a:pt x="173878" y="25808"/>
                </a:lnTo>
                <a:lnTo>
                  <a:pt x="174318" y="25971"/>
                </a:lnTo>
                <a:lnTo>
                  <a:pt x="168515" y="24007"/>
                </a:lnTo>
                <a:lnTo>
                  <a:pt x="168970" y="24146"/>
                </a:lnTo>
                <a:lnTo>
                  <a:pt x="163039" y="22459"/>
                </a:lnTo>
                <a:lnTo>
                  <a:pt x="163493" y="22572"/>
                </a:lnTo>
                <a:lnTo>
                  <a:pt x="157450" y="21175"/>
                </a:lnTo>
                <a:lnTo>
                  <a:pt x="157903" y="21275"/>
                </a:lnTo>
                <a:lnTo>
                  <a:pt x="151761" y="20180"/>
                </a:lnTo>
                <a:lnTo>
                  <a:pt x="152226" y="20243"/>
                </a:lnTo>
                <a:lnTo>
                  <a:pt x="145968" y="19450"/>
                </a:lnTo>
                <a:lnTo>
                  <a:pt x="146447" y="19500"/>
                </a:lnTo>
                <a:lnTo>
                  <a:pt x="140103" y="19022"/>
                </a:lnTo>
                <a:lnTo>
                  <a:pt x="140580" y="19047"/>
                </a:lnTo>
                <a:lnTo>
                  <a:pt x="134149" y="18884"/>
                </a:lnTo>
                <a:lnTo>
                  <a:pt x="134626" y="18884"/>
                </a:lnTo>
                <a:lnTo>
                  <a:pt x="128193" y="19047"/>
                </a:lnTo>
                <a:lnTo>
                  <a:pt x="128672" y="19022"/>
                </a:lnTo>
                <a:lnTo>
                  <a:pt x="122327" y="19500"/>
                </a:lnTo>
                <a:lnTo>
                  <a:pt x="122805" y="19450"/>
                </a:lnTo>
                <a:lnTo>
                  <a:pt x="116549" y="20243"/>
                </a:lnTo>
                <a:lnTo>
                  <a:pt x="117014" y="20180"/>
                </a:lnTo>
                <a:lnTo>
                  <a:pt x="110872" y="21275"/>
                </a:lnTo>
                <a:lnTo>
                  <a:pt x="111325" y="21175"/>
                </a:lnTo>
                <a:lnTo>
                  <a:pt x="105282" y="22572"/>
                </a:lnTo>
                <a:lnTo>
                  <a:pt x="105734" y="22459"/>
                </a:lnTo>
                <a:lnTo>
                  <a:pt x="99805" y="24146"/>
                </a:lnTo>
                <a:lnTo>
                  <a:pt x="100258" y="24007"/>
                </a:lnTo>
                <a:lnTo>
                  <a:pt x="94455" y="25971"/>
                </a:lnTo>
                <a:lnTo>
                  <a:pt x="94897" y="25808"/>
                </a:lnTo>
                <a:lnTo>
                  <a:pt x="89218" y="28048"/>
                </a:lnTo>
                <a:lnTo>
                  <a:pt x="89645" y="27860"/>
                </a:lnTo>
                <a:lnTo>
                  <a:pt x="84107" y="30365"/>
                </a:lnTo>
                <a:lnTo>
                  <a:pt x="84522" y="30163"/>
                </a:lnTo>
                <a:lnTo>
                  <a:pt x="79134" y="32920"/>
                </a:lnTo>
                <a:lnTo>
                  <a:pt x="79537" y="32706"/>
                </a:lnTo>
                <a:lnTo>
                  <a:pt x="74300" y="35715"/>
                </a:lnTo>
                <a:lnTo>
                  <a:pt x="74689" y="35476"/>
                </a:lnTo>
                <a:lnTo>
                  <a:pt x="69630" y="38724"/>
                </a:lnTo>
                <a:lnTo>
                  <a:pt x="69994" y="38472"/>
                </a:lnTo>
                <a:lnTo>
                  <a:pt x="65098" y="41959"/>
                </a:lnTo>
                <a:lnTo>
                  <a:pt x="65463" y="41682"/>
                </a:lnTo>
                <a:lnTo>
                  <a:pt x="60741" y="45396"/>
                </a:lnTo>
                <a:lnTo>
                  <a:pt x="61094" y="45107"/>
                </a:lnTo>
                <a:lnTo>
                  <a:pt x="56562" y="49034"/>
                </a:lnTo>
                <a:lnTo>
                  <a:pt x="56889" y="48732"/>
                </a:lnTo>
                <a:lnTo>
                  <a:pt x="52547" y="52874"/>
                </a:lnTo>
                <a:lnTo>
                  <a:pt x="52873" y="52547"/>
                </a:lnTo>
                <a:lnTo>
                  <a:pt x="48732" y="56890"/>
                </a:lnTo>
                <a:lnTo>
                  <a:pt x="49034" y="56563"/>
                </a:lnTo>
                <a:lnTo>
                  <a:pt x="45107" y="61094"/>
                </a:lnTo>
                <a:lnTo>
                  <a:pt x="45396" y="60742"/>
                </a:lnTo>
                <a:lnTo>
                  <a:pt x="41681" y="65463"/>
                </a:lnTo>
                <a:lnTo>
                  <a:pt x="41959" y="65098"/>
                </a:lnTo>
                <a:lnTo>
                  <a:pt x="38473" y="69995"/>
                </a:lnTo>
                <a:lnTo>
                  <a:pt x="38723" y="69630"/>
                </a:lnTo>
                <a:lnTo>
                  <a:pt x="35474" y="74691"/>
                </a:lnTo>
                <a:lnTo>
                  <a:pt x="35714" y="74300"/>
                </a:lnTo>
                <a:lnTo>
                  <a:pt x="32707" y="79537"/>
                </a:lnTo>
                <a:lnTo>
                  <a:pt x="32920" y="79135"/>
                </a:lnTo>
                <a:lnTo>
                  <a:pt x="30163" y="84523"/>
                </a:lnTo>
                <a:lnTo>
                  <a:pt x="30363" y="84107"/>
                </a:lnTo>
                <a:lnTo>
                  <a:pt x="27859" y="89646"/>
                </a:lnTo>
                <a:lnTo>
                  <a:pt x="28049" y="89218"/>
                </a:lnTo>
                <a:lnTo>
                  <a:pt x="25806" y="94896"/>
                </a:lnTo>
                <a:lnTo>
                  <a:pt x="25970" y="94455"/>
                </a:lnTo>
                <a:lnTo>
                  <a:pt x="24006" y="100259"/>
                </a:lnTo>
                <a:lnTo>
                  <a:pt x="24145" y="99806"/>
                </a:lnTo>
                <a:lnTo>
                  <a:pt x="22458" y="105735"/>
                </a:lnTo>
                <a:lnTo>
                  <a:pt x="22572" y="105282"/>
                </a:lnTo>
                <a:lnTo>
                  <a:pt x="21175" y="111325"/>
                </a:lnTo>
                <a:lnTo>
                  <a:pt x="21274" y="110871"/>
                </a:lnTo>
                <a:lnTo>
                  <a:pt x="20181" y="117015"/>
                </a:lnTo>
                <a:lnTo>
                  <a:pt x="20243" y="116549"/>
                </a:lnTo>
                <a:lnTo>
                  <a:pt x="19449" y="122806"/>
                </a:lnTo>
                <a:lnTo>
                  <a:pt x="19501" y="122327"/>
                </a:lnTo>
                <a:lnTo>
                  <a:pt x="19022" y="128672"/>
                </a:lnTo>
                <a:lnTo>
                  <a:pt x="19046" y="128194"/>
                </a:lnTo>
                <a:lnTo>
                  <a:pt x="18883" y="13462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" name="path-169">
            <a:extLst xmlns:a="http://schemas.openxmlformats.org/drawingml/2006/main">
              <a:ext uri="{FF2B5EF4-FFF2-40B4-BE49-F238E27FC236}">
                <a16:creationId xmlns:a16="http://schemas.microsoft.com/office/drawing/2014/main" id="{7A285552-1818-4F22-B017-DEB9AAFB53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9319" y="1165748"/>
            <a:ext cx="69011" cy="1094677"/>
          </a:xfrm>
          <a:custGeom xmlns:a="http://schemas.openxmlformats.org/drawingml/2006/main">
            <a:pathLst>
              <a:path w="50356" h="798772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798772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798772"/>
                </a:lnTo>
                <a:lnTo>
                  <a:pt x="34620" y="79877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" name="path-170">
            <a:extLst xmlns:a="http://schemas.openxmlformats.org/drawingml/2006/main">
              <a:ext uri="{FF2B5EF4-FFF2-40B4-BE49-F238E27FC236}">
                <a16:creationId xmlns:a16="http://schemas.microsoft.com/office/drawing/2014/main" id="{471D4849-74C2-4ADD-AD72-88ACB5388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91650" y="1365878"/>
            <a:ext cx="342464" cy="342464"/>
          </a:xfrm>
          <a:custGeom xmlns:a="http://schemas.openxmlformats.org/drawingml/2006/main">
            <a:pathLst>
              <a:path w="249892" h="249892">
                <a:moveTo>
                  <a:pt x="0" y="124253"/>
                </a:moveTo>
                <a:cubicBezTo>
                  <a:pt x="0" y="55945"/>
                  <a:pt x="55946" y="0"/>
                  <a:pt x="124946" y="0"/>
                </a:cubicBezTo>
                <a:cubicBezTo>
                  <a:pt x="193947" y="0"/>
                  <a:pt x="249892" y="55945"/>
                  <a:pt x="249892" y="124946"/>
                </a:cubicBezTo>
                <a:cubicBezTo>
                  <a:pt x="249892" y="193946"/>
                  <a:pt x="193947" y="249892"/>
                  <a:pt x="124946" y="249892"/>
                </a:cubicBezTo>
                <a:cubicBezTo>
                  <a:pt x="55946" y="249892"/>
                  <a:pt x="0" y="193946"/>
                  <a:pt x="0" y="124253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" name="path-171">
            <a:extLst xmlns:a="http://schemas.openxmlformats.org/drawingml/2006/main">
              <a:ext uri="{FF2B5EF4-FFF2-40B4-BE49-F238E27FC236}">
                <a16:creationId xmlns:a16="http://schemas.microsoft.com/office/drawing/2014/main" id="{D216134E-8870-42BF-A5CA-4B9F090DB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2661" y="1406888"/>
            <a:ext cx="260445" cy="260445"/>
          </a:xfrm>
          <a:custGeom xmlns:a="http://schemas.openxmlformats.org/drawingml/2006/main">
            <a:pathLst>
              <a:path w="190043" h="190043">
                <a:moveTo>
                  <a:pt x="13344" y="0"/>
                </a:moveTo>
                <a:lnTo>
                  <a:pt x="190043" y="176699"/>
                </a:lnTo>
                <a:lnTo>
                  <a:pt x="176699" y="190043"/>
                </a:lnTo>
                <a:lnTo>
                  <a:pt x="0" y="13344"/>
                </a:lnTo>
                <a:lnTo>
                  <a:pt x="13344" y="0"/>
                </a:lnTo>
                <a:moveTo>
                  <a:pt x="190043" y="13344"/>
                </a:moveTo>
                <a:lnTo>
                  <a:pt x="13344" y="190043"/>
                </a:lnTo>
                <a:lnTo>
                  <a:pt x="0" y="176699"/>
                </a:lnTo>
                <a:lnTo>
                  <a:pt x="176699" y="0"/>
                </a:lnTo>
                <a:lnTo>
                  <a:pt x="190043" y="1334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" name="path-172">
            <a:extLst xmlns:a="http://schemas.openxmlformats.org/drawingml/2006/main">
              <a:ext uri="{FF2B5EF4-FFF2-40B4-BE49-F238E27FC236}">
                <a16:creationId xmlns:a16="http://schemas.microsoft.com/office/drawing/2014/main" id="{EC403CED-6898-4B89-8762-58DE99F48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8712" y="1352939"/>
            <a:ext cx="368342" cy="368343"/>
          </a:xfrm>
          <a:custGeom xmlns:a="http://schemas.openxmlformats.org/drawingml/2006/main">
            <a:pathLst>
              <a:path w="268775" h="268775">
                <a:moveTo>
                  <a:pt x="176" y="127476"/>
                </a:moveTo>
                <a:lnTo>
                  <a:pt x="692" y="120653"/>
                </a:lnTo>
                <a:lnTo>
                  <a:pt x="1548" y="113931"/>
                </a:lnTo>
                <a:lnTo>
                  <a:pt x="2730" y="107309"/>
                </a:lnTo>
                <a:lnTo>
                  <a:pt x="4229" y="100813"/>
                </a:lnTo>
                <a:lnTo>
                  <a:pt x="6041" y="94430"/>
                </a:lnTo>
                <a:lnTo>
                  <a:pt x="8157" y="88186"/>
                </a:lnTo>
                <a:lnTo>
                  <a:pt x="10561" y="82080"/>
                </a:lnTo>
                <a:lnTo>
                  <a:pt x="13256" y="76113"/>
                </a:lnTo>
                <a:lnTo>
                  <a:pt x="16226" y="70322"/>
                </a:lnTo>
                <a:lnTo>
                  <a:pt x="19462" y="64695"/>
                </a:lnTo>
                <a:lnTo>
                  <a:pt x="22948" y="59244"/>
                </a:lnTo>
                <a:lnTo>
                  <a:pt x="26699" y="53969"/>
                </a:lnTo>
                <a:lnTo>
                  <a:pt x="30690" y="48896"/>
                </a:lnTo>
                <a:lnTo>
                  <a:pt x="34908" y="44024"/>
                </a:lnTo>
                <a:lnTo>
                  <a:pt x="39351" y="39353"/>
                </a:lnTo>
                <a:lnTo>
                  <a:pt x="44024" y="34909"/>
                </a:lnTo>
                <a:lnTo>
                  <a:pt x="48895" y="30692"/>
                </a:lnTo>
                <a:lnTo>
                  <a:pt x="53969" y="26701"/>
                </a:lnTo>
                <a:lnTo>
                  <a:pt x="59243" y="22950"/>
                </a:lnTo>
                <a:lnTo>
                  <a:pt x="64695" y="19463"/>
                </a:lnTo>
                <a:lnTo>
                  <a:pt x="70322" y="16227"/>
                </a:lnTo>
                <a:lnTo>
                  <a:pt x="76125" y="13256"/>
                </a:lnTo>
                <a:lnTo>
                  <a:pt x="82079" y="10562"/>
                </a:lnTo>
                <a:lnTo>
                  <a:pt x="88184" y="8158"/>
                </a:lnTo>
                <a:lnTo>
                  <a:pt x="94430" y="6043"/>
                </a:lnTo>
                <a:lnTo>
                  <a:pt x="100812" y="4230"/>
                </a:lnTo>
                <a:lnTo>
                  <a:pt x="107307" y="2732"/>
                </a:lnTo>
                <a:lnTo>
                  <a:pt x="113929" y="1548"/>
                </a:lnTo>
                <a:lnTo>
                  <a:pt x="120652" y="692"/>
                </a:lnTo>
                <a:lnTo>
                  <a:pt x="127476" y="176"/>
                </a:lnTo>
                <a:lnTo>
                  <a:pt x="134386" y="0"/>
                </a:lnTo>
                <a:lnTo>
                  <a:pt x="141297" y="176"/>
                </a:lnTo>
                <a:lnTo>
                  <a:pt x="148121" y="692"/>
                </a:lnTo>
                <a:lnTo>
                  <a:pt x="154844" y="1548"/>
                </a:lnTo>
                <a:lnTo>
                  <a:pt x="161466" y="2732"/>
                </a:lnTo>
                <a:lnTo>
                  <a:pt x="167961" y="4230"/>
                </a:lnTo>
                <a:lnTo>
                  <a:pt x="174345" y="6043"/>
                </a:lnTo>
                <a:lnTo>
                  <a:pt x="180589" y="8158"/>
                </a:lnTo>
                <a:lnTo>
                  <a:pt x="186694" y="10562"/>
                </a:lnTo>
                <a:lnTo>
                  <a:pt x="192662" y="13256"/>
                </a:lnTo>
                <a:lnTo>
                  <a:pt x="198453" y="16227"/>
                </a:lnTo>
                <a:lnTo>
                  <a:pt x="204080" y="19463"/>
                </a:lnTo>
                <a:lnTo>
                  <a:pt x="209530" y="22950"/>
                </a:lnTo>
                <a:lnTo>
                  <a:pt x="214804" y="26701"/>
                </a:lnTo>
                <a:lnTo>
                  <a:pt x="219878" y="30692"/>
                </a:lnTo>
                <a:lnTo>
                  <a:pt x="224751" y="34909"/>
                </a:lnTo>
                <a:lnTo>
                  <a:pt x="229422" y="39353"/>
                </a:lnTo>
                <a:lnTo>
                  <a:pt x="233865" y="44024"/>
                </a:lnTo>
                <a:lnTo>
                  <a:pt x="238083" y="48896"/>
                </a:lnTo>
                <a:lnTo>
                  <a:pt x="242074" y="53969"/>
                </a:lnTo>
                <a:lnTo>
                  <a:pt x="245825" y="59244"/>
                </a:lnTo>
                <a:lnTo>
                  <a:pt x="249311" y="64695"/>
                </a:lnTo>
                <a:lnTo>
                  <a:pt x="252547" y="70322"/>
                </a:lnTo>
                <a:lnTo>
                  <a:pt x="255517" y="76113"/>
                </a:lnTo>
                <a:lnTo>
                  <a:pt x="258212" y="82080"/>
                </a:lnTo>
                <a:lnTo>
                  <a:pt x="260618" y="88186"/>
                </a:lnTo>
                <a:lnTo>
                  <a:pt x="262732" y="94430"/>
                </a:lnTo>
                <a:lnTo>
                  <a:pt x="264544" y="100813"/>
                </a:lnTo>
                <a:lnTo>
                  <a:pt x="266043" y="107309"/>
                </a:lnTo>
                <a:lnTo>
                  <a:pt x="267225" y="113931"/>
                </a:lnTo>
                <a:lnTo>
                  <a:pt x="268082" y="120653"/>
                </a:lnTo>
                <a:lnTo>
                  <a:pt x="268597" y="127476"/>
                </a:lnTo>
                <a:lnTo>
                  <a:pt x="268775" y="134388"/>
                </a:lnTo>
                <a:lnTo>
                  <a:pt x="268597" y="141299"/>
                </a:lnTo>
                <a:lnTo>
                  <a:pt x="268082" y="148122"/>
                </a:lnTo>
                <a:lnTo>
                  <a:pt x="267225" y="154845"/>
                </a:lnTo>
                <a:lnTo>
                  <a:pt x="266043" y="161466"/>
                </a:lnTo>
                <a:lnTo>
                  <a:pt x="264544" y="167962"/>
                </a:lnTo>
                <a:lnTo>
                  <a:pt x="262732" y="174345"/>
                </a:lnTo>
                <a:lnTo>
                  <a:pt x="260618" y="180589"/>
                </a:lnTo>
                <a:lnTo>
                  <a:pt x="258212" y="186695"/>
                </a:lnTo>
                <a:lnTo>
                  <a:pt x="255517" y="192662"/>
                </a:lnTo>
                <a:lnTo>
                  <a:pt x="252547" y="198453"/>
                </a:lnTo>
                <a:lnTo>
                  <a:pt x="249311" y="204080"/>
                </a:lnTo>
                <a:lnTo>
                  <a:pt x="245825" y="209531"/>
                </a:lnTo>
                <a:lnTo>
                  <a:pt x="242074" y="214806"/>
                </a:lnTo>
                <a:lnTo>
                  <a:pt x="238083" y="219879"/>
                </a:lnTo>
                <a:lnTo>
                  <a:pt x="233865" y="224752"/>
                </a:lnTo>
                <a:lnTo>
                  <a:pt x="229422" y="229422"/>
                </a:lnTo>
                <a:lnTo>
                  <a:pt x="224751" y="233866"/>
                </a:lnTo>
                <a:lnTo>
                  <a:pt x="219878" y="238083"/>
                </a:lnTo>
                <a:lnTo>
                  <a:pt x="214804" y="242074"/>
                </a:lnTo>
                <a:lnTo>
                  <a:pt x="209530" y="245825"/>
                </a:lnTo>
                <a:lnTo>
                  <a:pt x="204080" y="249313"/>
                </a:lnTo>
                <a:lnTo>
                  <a:pt x="198453" y="252548"/>
                </a:lnTo>
                <a:lnTo>
                  <a:pt x="192662" y="255519"/>
                </a:lnTo>
                <a:lnTo>
                  <a:pt x="186694" y="258213"/>
                </a:lnTo>
                <a:lnTo>
                  <a:pt x="180589" y="260618"/>
                </a:lnTo>
                <a:lnTo>
                  <a:pt x="174345" y="262733"/>
                </a:lnTo>
                <a:lnTo>
                  <a:pt x="167961" y="264545"/>
                </a:lnTo>
                <a:lnTo>
                  <a:pt x="161466" y="266043"/>
                </a:lnTo>
                <a:lnTo>
                  <a:pt x="154844" y="267227"/>
                </a:lnTo>
                <a:lnTo>
                  <a:pt x="148121" y="268083"/>
                </a:lnTo>
                <a:lnTo>
                  <a:pt x="141297" y="268599"/>
                </a:lnTo>
                <a:lnTo>
                  <a:pt x="134386" y="268775"/>
                </a:lnTo>
                <a:lnTo>
                  <a:pt x="127476" y="268599"/>
                </a:lnTo>
                <a:lnTo>
                  <a:pt x="120652" y="268083"/>
                </a:lnTo>
                <a:lnTo>
                  <a:pt x="113929" y="267227"/>
                </a:lnTo>
                <a:lnTo>
                  <a:pt x="107307" y="266043"/>
                </a:lnTo>
                <a:lnTo>
                  <a:pt x="100812" y="264545"/>
                </a:lnTo>
                <a:lnTo>
                  <a:pt x="94430" y="262733"/>
                </a:lnTo>
                <a:lnTo>
                  <a:pt x="88184" y="260618"/>
                </a:lnTo>
                <a:lnTo>
                  <a:pt x="82079" y="258213"/>
                </a:lnTo>
                <a:lnTo>
                  <a:pt x="76125" y="255519"/>
                </a:lnTo>
                <a:lnTo>
                  <a:pt x="70322" y="252548"/>
                </a:lnTo>
                <a:lnTo>
                  <a:pt x="64695" y="249313"/>
                </a:lnTo>
                <a:lnTo>
                  <a:pt x="59243" y="245825"/>
                </a:lnTo>
                <a:lnTo>
                  <a:pt x="53969" y="242074"/>
                </a:lnTo>
                <a:lnTo>
                  <a:pt x="48895" y="238083"/>
                </a:lnTo>
                <a:lnTo>
                  <a:pt x="44024" y="233866"/>
                </a:lnTo>
                <a:lnTo>
                  <a:pt x="39351" y="229422"/>
                </a:lnTo>
                <a:lnTo>
                  <a:pt x="34908" y="224752"/>
                </a:lnTo>
                <a:lnTo>
                  <a:pt x="30690" y="219879"/>
                </a:lnTo>
                <a:lnTo>
                  <a:pt x="26699" y="214806"/>
                </a:lnTo>
                <a:lnTo>
                  <a:pt x="22948" y="209531"/>
                </a:lnTo>
                <a:lnTo>
                  <a:pt x="19462" y="204080"/>
                </a:lnTo>
                <a:lnTo>
                  <a:pt x="16226" y="198453"/>
                </a:lnTo>
                <a:lnTo>
                  <a:pt x="13256" y="192662"/>
                </a:lnTo>
                <a:lnTo>
                  <a:pt x="10561" y="186695"/>
                </a:lnTo>
                <a:lnTo>
                  <a:pt x="8157" y="180589"/>
                </a:lnTo>
                <a:lnTo>
                  <a:pt x="6041" y="174345"/>
                </a:lnTo>
                <a:lnTo>
                  <a:pt x="4229" y="167962"/>
                </a:lnTo>
                <a:lnTo>
                  <a:pt x="2730" y="161466"/>
                </a:lnTo>
                <a:lnTo>
                  <a:pt x="1548" y="154845"/>
                </a:lnTo>
                <a:lnTo>
                  <a:pt x="692" y="148122"/>
                </a:lnTo>
                <a:lnTo>
                  <a:pt x="176" y="141299"/>
                </a:lnTo>
                <a:lnTo>
                  <a:pt x="0" y="134388"/>
                </a:lnTo>
                <a:lnTo>
                  <a:pt x="176" y="127476"/>
                </a:lnTo>
                <a:moveTo>
                  <a:pt x="18883" y="134627"/>
                </a:moveTo>
                <a:lnTo>
                  <a:pt x="18883" y="134148"/>
                </a:lnTo>
                <a:lnTo>
                  <a:pt x="19046" y="140581"/>
                </a:lnTo>
                <a:lnTo>
                  <a:pt x="19022" y="140103"/>
                </a:lnTo>
                <a:lnTo>
                  <a:pt x="19499" y="146448"/>
                </a:lnTo>
                <a:lnTo>
                  <a:pt x="19449" y="145970"/>
                </a:lnTo>
                <a:lnTo>
                  <a:pt x="20241" y="152226"/>
                </a:lnTo>
                <a:lnTo>
                  <a:pt x="20179" y="151760"/>
                </a:lnTo>
                <a:lnTo>
                  <a:pt x="21274" y="157904"/>
                </a:lnTo>
                <a:lnTo>
                  <a:pt x="21173" y="157451"/>
                </a:lnTo>
                <a:lnTo>
                  <a:pt x="22572" y="163493"/>
                </a:lnTo>
                <a:lnTo>
                  <a:pt x="22458" y="163040"/>
                </a:lnTo>
                <a:lnTo>
                  <a:pt x="24145" y="168970"/>
                </a:lnTo>
                <a:lnTo>
                  <a:pt x="24006" y="168516"/>
                </a:lnTo>
                <a:lnTo>
                  <a:pt x="25970" y="174320"/>
                </a:lnTo>
                <a:lnTo>
                  <a:pt x="25806" y="173879"/>
                </a:lnTo>
                <a:lnTo>
                  <a:pt x="28049" y="179557"/>
                </a:lnTo>
                <a:lnTo>
                  <a:pt x="27859" y="179129"/>
                </a:lnTo>
                <a:lnTo>
                  <a:pt x="30363" y="184668"/>
                </a:lnTo>
                <a:lnTo>
                  <a:pt x="30163" y="184253"/>
                </a:lnTo>
                <a:lnTo>
                  <a:pt x="32920" y="189641"/>
                </a:lnTo>
                <a:lnTo>
                  <a:pt x="32705" y="189238"/>
                </a:lnTo>
                <a:lnTo>
                  <a:pt x="35714" y="194475"/>
                </a:lnTo>
                <a:lnTo>
                  <a:pt x="35474" y="194085"/>
                </a:lnTo>
                <a:lnTo>
                  <a:pt x="38723" y="199145"/>
                </a:lnTo>
                <a:lnTo>
                  <a:pt x="38471" y="198780"/>
                </a:lnTo>
                <a:lnTo>
                  <a:pt x="41959" y="203677"/>
                </a:lnTo>
                <a:lnTo>
                  <a:pt x="41681" y="203312"/>
                </a:lnTo>
                <a:lnTo>
                  <a:pt x="45396" y="208033"/>
                </a:lnTo>
                <a:lnTo>
                  <a:pt x="45105" y="207681"/>
                </a:lnTo>
                <a:lnTo>
                  <a:pt x="49034" y="212213"/>
                </a:lnTo>
                <a:lnTo>
                  <a:pt x="48730" y="211886"/>
                </a:lnTo>
                <a:lnTo>
                  <a:pt x="52873" y="216216"/>
                </a:lnTo>
                <a:lnTo>
                  <a:pt x="52545" y="215901"/>
                </a:lnTo>
                <a:lnTo>
                  <a:pt x="56889" y="220043"/>
                </a:lnTo>
                <a:lnTo>
                  <a:pt x="56561" y="219741"/>
                </a:lnTo>
                <a:lnTo>
                  <a:pt x="61094" y="223669"/>
                </a:lnTo>
                <a:lnTo>
                  <a:pt x="60741" y="223379"/>
                </a:lnTo>
                <a:lnTo>
                  <a:pt x="65462" y="227093"/>
                </a:lnTo>
                <a:lnTo>
                  <a:pt x="65098" y="226816"/>
                </a:lnTo>
                <a:lnTo>
                  <a:pt x="69994" y="230303"/>
                </a:lnTo>
                <a:lnTo>
                  <a:pt x="69630" y="230051"/>
                </a:lnTo>
                <a:lnTo>
                  <a:pt x="74689" y="233299"/>
                </a:lnTo>
                <a:lnTo>
                  <a:pt x="74299" y="233060"/>
                </a:lnTo>
                <a:lnTo>
                  <a:pt x="79536" y="236069"/>
                </a:lnTo>
                <a:lnTo>
                  <a:pt x="79134" y="235855"/>
                </a:lnTo>
                <a:lnTo>
                  <a:pt x="84522" y="238612"/>
                </a:lnTo>
                <a:lnTo>
                  <a:pt x="84107" y="238411"/>
                </a:lnTo>
                <a:lnTo>
                  <a:pt x="89645" y="240916"/>
                </a:lnTo>
                <a:lnTo>
                  <a:pt x="89218" y="240727"/>
                </a:lnTo>
                <a:lnTo>
                  <a:pt x="94895" y="242968"/>
                </a:lnTo>
                <a:lnTo>
                  <a:pt x="94455" y="242804"/>
                </a:lnTo>
                <a:lnTo>
                  <a:pt x="100258" y="244768"/>
                </a:lnTo>
                <a:lnTo>
                  <a:pt x="99805" y="244629"/>
                </a:lnTo>
                <a:lnTo>
                  <a:pt x="105734" y="246317"/>
                </a:lnTo>
                <a:lnTo>
                  <a:pt x="105280" y="246203"/>
                </a:lnTo>
                <a:lnTo>
                  <a:pt x="111325" y="247601"/>
                </a:lnTo>
                <a:lnTo>
                  <a:pt x="110870" y="247500"/>
                </a:lnTo>
                <a:lnTo>
                  <a:pt x="117014" y="248595"/>
                </a:lnTo>
                <a:lnTo>
                  <a:pt x="116547" y="248532"/>
                </a:lnTo>
                <a:lnTo>
                  <a:pt x="122805" y="249325"/>
                </a:lnTo>
                <a:lnTo>
                  <a:pt x="122326" y="249275"/>
                </a:lnTo>
                <a:lnTo>
                  <a:pt x="128672" y="249753"/>
                </a:lnTo>
                <a:lnTo>
                  <a:pt x="128193" y="249728"/>
                </a:lnTo>
                <a:lnTo>
                  <a:pt x="134626" y="249892"/>
                </a:lnTo>
                <a:lnTo>
                  <a:pt x="134147" y="249892"/>
                </a:lnTo>
                <a:lnTo>
                  <a:pt x="140580" y="249728"/>
                </a:lnTo>
                <a:lnTo>
                  <a:pt x="140103" y="249753"/>
                </a:lnTo>
                <a:lnTo>
                  <a:pt x="146447" y="249275"/>
                </a:lnTo>
                <a:lnTo>
                  <a:pt x="145968" y="249325"/>
                </a:lnTo>
                <a:lnTo>
                  <a:pt x="152226" y="248532"/>
                </a:lnTo>
                <a:lnTo>
                  <a:pt x="151759" y="248595"/>
                </a:lnTo>
                <a:lnTo>
                  <a:pt x="157903" y="247500"/>
                </a:lnTo>
                <a:lnTo>
                  <a:pt x="157450" y="247601"/>
                </a:lnTo>
                <a:lnTo>
                  <a:pt x="163493" y="246203"/>
                </a:lnTo>
                <a:lnTo>
                  <a:pt x="163039" y="246317"/>
                </a:lnTo>
                <a:lnTo>
                  <a:pt x="168968" y="244629"/>
                </a:lnTo>
                <a:lnTo>
                  <a:pt x="168515" y="244768"/>
                </a:lnTo>
                <a:lnTo>
                  <a:pt x="174318" y="242804"/>
                </a:lnTo>
                <a:lnTo>
                  <a:pt x="173878" y="242968"/>
                </a:lnTo>
                <a:lnTo>
                  <a:pt x="179555" y="240727"/>
                </a:lnTo>
                <a:lnTo>
                  <a:pt x="179128" y="240916"/>
                </a:lnTo>
                <a:lnTo>
                  <a:pt x="184668" y="238411"/>
                </a:lnTo>
                <a:lnTo>
                  <a:pt x="184251" y="238612"/>
                </a:lnTo>
                <a:lnTo>
                  <a:pt x="189640" y="235855"/>
                </a:lnTo>
                <a:lnTo>
                  <a:pt x="189237" y="236069"/>
                </a:lnTo>
                <a:lnTo>
                  <a:pt x="194474" y="233060"/>
                </a:lnTo>
                <a:lnTo>
                  <a:pt x="194084" y="233299"/>
                </a:lnTo>
                <a:lnTo>
                  <a:pt x="199145" y="230051"/>
                </a:lnTo>
                <a:lnTo>
                  <a:pt x="198767" y="230303"/>
                </a:lnTo>
                <a:lnTo>
                  <a:pt x="203677" y="226816"/>
                </a:lnTo>
                <a:lnTo>
                  <a:pt x="203311" y="227093"/>
                </a:lnTo>
                <a:lnTo>
                  <a:pt x="208034" y="223379"/>
                </a:lnTo>
                <a:lnTo>
                  <a:pt x="207680" y="223669"/>
                </a:lnTo>
                <a:lnTo>
                  <a:pt x="212212" y="219741"/>
                </a:lnTo>
                <a:lnTo>
                  <a:pt x="211884" y="220043"/>
                </a:lnTo>
                <a:lnTo>
                  <a:pt x="216216" y="215901"/>
                </a:lnTo>
                <a:lnTo>
                  <a:pt x="215901" y="216216"/>
                </a:lnTo>
                <a:lnTo>
                  <a:pt x="220043" y="211886"/>
                </a:lnTo>
                <a:lnTo>
                  <a:pt x="219741" y="212213"/>
                </a:lnTo>
                <a:lnTo>
                  <a:pt x="223668" y="207681"/>
                </a:lnTo>
                <a:lnTo>
                  <a:pt x="223379" y="208033"/>
                </a:lnTo>
                <a:lnTo>
                  <a:pt x="227092" y="203312"/>
                </a:lnTo>
                <a:lnTo>
                  <a:pt x="226815" y="203677"/>
                </a:lnTo>
                <a:lnTo>
                  <a:pt x="230302" y="198780"/>
                </a:lnTo>
                <a:lnTo>
                  <a:pt x="230050" y="199145"/>
                </a:lnTo>
                <a:lnTo>
                  <a:pt x="233299" y="194085"/>
                </a:lnTo>
                <a:lnTo>
                  <a:pt x="233059" y="194475"/>
                </a:lnTo>
                <a:lnTo>
                  <a:pt x="236068" y="189238"/>
                </a:lnTo>
                <a:lnTo>
                  <a:pt x="235853" y="189641"/>
                </a:lnTo>
                <a:lnTo>
                  <a:pt x="238610" y="184253"/>
                </a:lnTo>
                <a:lnTo>
                  <a:pt x="238409" y="184668"/>
                </a:lnTo>
                <a:lnTo>
                  <a:pt x="240914" y="179129"/>
                </a:lnTo>
                <a:lnTo>
                  <a:pt x="240726" y="179557"/>
                </a:lnTo>
                <a:lnTo>
                  <a:pt x="242966" y="173879"/>
                </a:lnTo>
                <a:lnTo>
                  <a:pt x="242803" y="174320"/>
                </a:lnTo>
                <a:lnTo>
                  <a:pt x="244767" y="168516"/>
                </a:lnTo>
                <a:lnTo>
                  <a:pt x="244628" y="168970"/>
                </a:lnTo>
                <a:lnTo>
                  <a:pt x="246315" y="163040"/>
                </a:lnTo>
                <a:lnTo>
                  <a:pt x="246203" y="163493"/>
                </a:lnTo>
                <a:lnTo>
                  <a:pt x="247600" y="157451"/>
                </a:lnTo>
                <a:lnTo>
                  <a:pt x="247499" y="157904"/>
                </a:lnTo>
                <a:lnTo>
                  <a:pt x="248594" y="151760"/>
                </a:lnTo>
                <a:lnTo>
                  <a:pt x="248532" y="152226"/>
                </a:lnTo>
                <a:lnTo>
                  <a:pt x="249324" y="145970"/>
                </a:lnTo>
                <a:lnTo>
                  <a:pt x="249274" y="146448"/>
                </a:lnTo>
                <a:lnTo>
                  <a:pt x="249751" y="140103"/>
                </a:lnTo>
                <a:lnTo>
                  <a:pt x="249727" y="140581"/>
                </a:lnTo>
                <a:lnTo>
                  <a:pt x="249890" y="134148"/>
                </a:lnTo>
                <a:lnTo>
                  <a:pt x="249890" y="134627"/>
                </a:lnTo>
                <a:lnTo>
                  <a:pt x="249727" y="128194"/>
                </a:lnTo>
                <a:lnTo>
                  <a:pt x="249751" y="128672"/>
                </a:lnTo>
                <a:lnTo>
                  <a:pt x="249274" y="122327"/>
                </a:lnTo>
                <a:lnTo>
                  <a:pt x="249324" y="122806"/>
                </a:lnTo>
                <a:lnTo>
                  <a:pt x="248532" y="116549"/>
                </a:lnTo>
                <a:lnTo>
                  <a:pt x="248594" y="117015"/>
                </a:lnTo>
                <a:lnTo>
                  <a:pt x="247499" y="110871"/>
                </a:lnTo>
                <a:lnTo>
                  <a:pt x="247600" y="111325"/>
                </a:lnTo>
                <a:lnTo>
                  <a:pt x="246203" y="105282"/>
                </a:lnTo>
                <a:lnTo>
                  <a:pt x="246315" y="105735"/>
                </a:lnTo>
                <a:lnTo>
                  <a:pt x="244628" y="99806"/>
                </a:lnTo>
                <a:lnTo>
                  <a:pt x="244767" y="100259"/>
                </a:lnTo>
                <a:lnTo>
                  <a:pt x="242803" y="94455"/>
                </a:lnTo>
                <a:lnTo>
                  <a:pt x="242966" y="94896"/>
                </a:lnTo>
                <a:lnTo>
                  <a:pt x="240726" y="89218"/>
                </a:lnTo>
                <a:lnTo>
                  <a:pt x="240914" y="89646"/>
                </a:lnTo>
                <a:lnTo>
                  <a:pt x="238409" y="84107"/>
                </a:lnTo>
                <a:lnTo>
                  <a:pt x="238610" y="84523"/>
                </a:lnTo>
                <a:lnTo>
                  <a:pt x="235853" y="79135"/>
                </a:lnTo>
                <a:lnTo>
                  <a:pt x="236068" y="79537"/>
                </a:lnTo>
                <a:lnTo>
                  <a:pt x="233059" y="74300"/>
                </a:lnTo>
                <a:lnTo>
                  <a:pt x="233299" y="74691"/>
                </a:lnTo>
                <a:lnTo>
                  <a:pt x="230050" y="69630"/>
                </a:lnTo>
                <a:lnTo>
                  <a:pt x="230302" y="69995"/>
                </a:lnTo>
                <a:lnTo>
                  <a:pt x="226815" y="65098"/>
                </a:lnTo>
                <a:lnTo>
                  <a:pt x="227092" y="65463"/>
                </a:lnTo>
                <a:lnTo>
                  <a:pt x="223379" y="60742"/>
                </a:lnTo>
                <a:lnTo>
                  <a:pt x="223668" y="61094"/>
                </a:lnTo>
                <a:lnTo>
                  <a:pt x="219741" y="56563"/>
                </a:lnTo>
                <a:lnTo>
                  <a:pt x="220043" y="56890"/>
                </a:lnTo>
                <a:lnTo>
                  <a:pt x="215901" y="52547"/>
                </a:lnTo>
                <a:lnTo>
                  <a:pt x="216216" y="52874"/>
                </a:lnTo>
                <a:lnTo>
                  <a:pt x="211884" y="48732"/>
                </a:lnTo>
                <a:lnTo>
                  <a:pt x="212212" y="49034"/>
                </a:lnTo>
                <a:lnTo>
                  <a:pt x="207680" y="45107"/>
                </a:lnTo>
                <a:lnTo>
                  <a:pt x="208034" y="45396"/>
                </a:lnTo>
                <a:lnTo>
                  <a:pt x="203311" y="41682"/>
                </a:lnTo>
                <a:lnTo>
                  <a:pt x="203677" y="41959"/>
                </a:lnTo>
                <a:lnTo>
                  <a:pt x="198767" y="38472"/>
                </a:lnTo>
                <a:lnTo>
                  <a:pt x="199145" y="38724"/>
                </a:lnTo>
                <a:lnTo>
                  <a:pt x="194084" y="35476"/>
                </a:lnTo>
                <a:lnTo>
                  <a:pt x="194474" y="35715"/>
                </a:lnTo>
                <a:lnTo>
                  <a:pt x="189237" y="32706"/>
                </a:lnTo>
                <a:lnTo>
                  <a:pt x="189640" y="32920"/>
                </a:lnTo>
                <a:lnTo>
                  <a:pt x="184251" y="30163"/>
                </a:lnTo>
                <a:lnTo>
                  <a:pt x="184668" y="30365"/>
                </a:lnTo>
                <a:lnTo>
                  <a:pt x="179128" y="27860"/>
                </a:lnTo>
                <a:lnTo>
                  <a:pt x="179555" y="28048"/>
                </a:lnTo>
                <a:lnTo>
                  <a:pt x="173878" y="25808"/>
                </a:lnTo>
                <a:lnTo>
                  <a:pt x="174318" y="25971"/>
                </a:lnTo>
                <a:lnTo>
                  <a:pt x="168515" y="24007"/>
                </a:lnTo>
                <a:lnTo>
                  <a:pt x="168968" y="24146"/>
                </a:lnTo>
                <a:lnTo>
                  <a:pt x="163039" y="22459"/>
                </a:lnTo>
                <a:lnTo>
                  <a:pt x="163493" y="22572"/>
                </a:lnTo>
                <a:lnTo>
                  <a:pt x="157450" y="21175"/>
                </a:lnTo>
                <a:lnTo>
                  <a:pt x="157903" y="21275"/>
                </a:lnTo>
                <a:lnTo>
                  <a:pt x="151759" y="20180"/>
                </a:lnTo>
                <a:lnTo>
                  <a:pt x="152226" y="20243"/>
                </a:lnTo>
                <a:lnTo>
                  <a:pt x="145968" y="19450"/>
                </a:lnTo>
                <a:lnTo>
                  <a:pt x="146447" y="19500"/>
                </a:lnTo>
                <a:lnTo>
                  <a:pt x="140103" y="19022"/>
                </a:lnTo>
                <a:lnTo>
                  <a:pt x="140580" y="19047"/>
                </a:lnTo>
                <a:lnTo>
                  <a:pt x="134147" y="18884"/>
                </a:lnTo>
                <a:lnTo>
                  <a:pt x="134626" y="18884"/>
                </a:lnTo>
                <a:lnTo>
                  <a:pt x="128193" y="19047"/>
                </a:lnTo>
                <a:lnTo>
                  <a:pt x="128672" y="19022"/>
                </a:lnTo>
                <a:lnTo>
                  <a:pt x="122326" y="19500"/>
                </a:lnTo>
                <a:lnTo>
                  <a:pt x="122805" y="19450"/>
                </a:lnTo>
                <a:lnTo>
                  <a:pt x="116547" y="20243"/>
                </a:lnTo>
                <a:lnTo>
                  <a:pt x="117014" y="20180"/>
                </a:lnTo>
                <a:lnTo>
                  <a:pt x="110870" y="21275"/>
                </a:lnTo>
                <a:lnTo>
                  <a:pt x="111325" y="21175"/>
                </a:lnTo>
                <a:lnTo>
                  <a:pt x="105280" y="22572"/>
                </a:lnTo>
                <a:lnTo>
                  <a:pt x="105734" y="22459"/>
                </a:lnTo>
                <a:lnTo>
                  <a:pt x="99805" y="24146"/>
                </a:lnTo>
                <a:lnTo>
                  <a:pt x="100258" y="24007"/>
                </a:lnTo>
                <a:lnTo>
                  <a:pt x="94455" y="25971"/>
                </a:lnTo>
                <a:lnTo>
                  <a:pt x="94895" y="25808"/>
                </a:lnTo>
                <a:lnTo>
                  <a:pt x="89218" y="28048"/>
                </a:lnTo>
                <a:lnTo>
                  <a:pt x="89645" y="27860"/>
                </a:lnTo>
                <a:lnTo>
                  <a:pt x="84107" y="30365"/>
                </a:lnTo>
                <a:lnTo>
                  <a:pt x="84522" y="30163"/>
                </a:lnTo>
                <a:lnTo>
                  <a:pt x="79134" y="32920"/>
                </a:lnTo>
                <a:lnTo>
                  <a:pt x="79536" y="32706"/>
                </a:lnTo>
                <a:lnTo>
                  <a:pt x="74299" y="35715"/>
                </a:lnTo>
                <a:lnTo>
                  <a:pt x="74689" y="35476"/>
                </a:lnTo>
                <a:lnTo>
                  <a:pt x="69630" y="38724"/>
                </a:lnTo>
                <a:lnTo>
                  <a:pt x="69994" y="38472"/>
                </a:lnTo>
                <a:lnTo>
                  <a:pt x="65098" y="41959"/>
                </a:lnTo>
                <a:lnTo>
                  <a:pt x="65462" y="41682"/>
                </a:lnTo>
                <a:lnTo>
                  <a:pt x="60741" y="45396"/>
                </a:lnTo>
                <a:lnTo>
                  <a:pt x="61094" y="45107"/>
                </a:lnTo>
                <a:lnTo>
                  <a:pt x="56561" y="49034"/>
                </a:lnTo>
                <a:lnTo>
                  <a:pt x="56889" y="48732"/>
                </a:lnTo>
                <a:lnTo>
                  <a:pt x="52545" y="52874"/>
                </a:lnTo>
                <a:lnTo>
                  <a:pt x="52873" y="52547"/>
                </a:lnTo>
                <a:lnTo>
                  <a:pt x="48730" y="56890"/>
                </a:lnTo>
                <a:lnTo>
                  <a:pt x="49034" y="56563"/>
                </a:lnTo>
                <a:lnTo>
                  <a:pt x="45105" y="61094"/>
                </a:lnTo>
                <a:lnTo>
                  <a:pt x="45396" y="60742"/>
                </a:lnTo>
                <a:lnTo>
                  <a:pt x="41681" y="65463"/>
                </a:lnTo>
                <a:lnTo>
                  <a:pt x="41959" y="65098"/>
                </a:lnTo>
                <a:lnTo>
                  <a:pt x="38471" y="69995"/>
                </a:lnTo>
                <a:lnTo>
                  <a:pt x="38723" y="69630"/>
                </a:lnTo>
                <a:lnTo>
                  <a:pt x="35474" y="74691"/>
                </a:lnTo>
                <a:lnTo>
                  <a:pt x="35714" y="74300"/>
                </a:lnTo>
                <a:lnTo>
                  <a:pt x="32705" y="79537"/>
                </a:lnTo>
                <a:lnTo>
                  <a:pt x="32920" y="79135"/>
                </a:lnTo>
                <a:lnTo>
                  <a:pt x="30163" y="84523"/>
                </a:lnTo>
                <a:lnTo>
                  <a:pt x="30363" y="84107"/>
                </a:lnTo>
                <a:lnTo>
                  <a:pt x="27859" y="89646"/>
                </a:lnTo>
                <a:lnTo>
                  <a:pt x="28049" y="89218"/>
                </a:lnTo>
                <a:lnTo>
                  <a:pt x="25806" y="94896"/>
                </a:lnTo>
                <a:lnTo>
                  <a:pt x="25970" y="94455"/>
                </a:lnTo>
                <a:lnTo>
                  <a:pt x="24006" y="100259"/>
                </a:lnTo>
                <a:lnTo>
                  <a:pt x="24145" y="99806"/>
                </a:lnTo>
                <a:lnTo>
                  <a:pt x="22458" y="105735"/>
                </a:lnTo>
                <a:lnTo>
                  <a:pt x="22572" y="105282"/>
                </a:lnTo>
                <a:lnTo>
                  <a:pt x="21173" y="111325"/>
                </a:lnTo>
                <a:lnTo>
                  <a:pt x="21274" y="110871"/>
                </a:lnTo>
                <a:lnTo>
                  <a:pt x="20179" y="117015"/>
                </a:lnTo>
                <a:lnTo>
                  <a:pt x="20241" y="116549"/>
                </a:lnTo>
                <a:lnTo>
                  <a:pt x="19449" y="122806"/>
                </a:lnTo>
                <a:lnTo>
                  <a:pt x="19499" y="122327"/>
                </a:lnTo>
                <a:lnTo>
                  <a:pt x="19022" y="128672"/>
                </a:lnTo>
                <a:lnTo>
                  <a:pt x="19046" y="128194"/>
                </a:lnTo>
                <a:lnTo>
                  <a:pt x="18883" y="13462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73" name="">
            <a:extLst xmlns:a="http://schemas.openxmlformats.org/drawingml/2006/main">
              <a:ext uri="{FF2B5EF4-FFF2-40B4-BE49-F238E27FC236}">
                <a16:creationId xmlns:a16="http://schemas.microsoft.com/office/drawing/2014/main" id="{61BDB813-5753-4D77-8D6E-878F853E1ED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83cd01de71340f0"/>
          <a:stretch xmlns:a="http://schemas.openxmlformats.org/drawingml/2006/main"/>
        </p:blipFill>
        <p:spPr>
          <a:xfrm xmlns:a="http://schemas.openxmlformats.org/drawingml/2006/main">
            <a:off x="12017564" y="653161"/>
            <a:ext cx="4470043" cy="638578"/>
          </a:xfrm>
          <a:prstGeom xmlns:a="http://schemas.openxmlformats.org/drawingml/2006/main" prst="rect">
            <a:avLst/>
          </a:prstGeom>
        </p:spPr>
      </p:pic>
      <p:sp>
        <p:nvSpPr>
          <p:cNvPr id="174" name="text-174 Prediction">
            <a:extLst xmlns:a="http://schemas.openxmlformats.org/drawingml/2006/main">
              <a:ext uri="{FF2B5EF4-FFF2-40B4-BE49-F238E27FC236}">
                <a16:creationId xmlns:a16="http://schemas.microsoft.com/office/drawing/2014/main" id="{23E929FA-79F5-42EE-A989-91A826078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76109" y="731710"/>
            <a:ext cx="1332619" cy="4349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Prediction</a:t>
            </a:r>
          </a:p>
        </p:txBody>
      </p:sp>
      <p:sp>
        <p:nvSpPr>
          <p:cNvPr id="175" name="text-174 Layer">
            <a:extLst xmlns:a="http://schemas.openxmlformats.org/drawingml/2006/main">
              <a:ext uri="{FF2B5EF4-FFF2-40B4-BE49-F238E27FC236}">
                <a16:creationId xmlns:a16="http://schemas.microsoft.com/office/drawing/2014/main" id="{C912C461-B124-4BED-99AE-A2E83D3F8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30438" y="731560"/>
            <a:ext cx="780462" cy="4351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Layer</a:t>
            </a:r>
          </a:p>
        </p:txBody>
      </p:sp>
      <p:sp>
        <p:nvSpPr>
          <p:cNvPr id="176" name="path-175">
            <a:extLst xmlns:a="http://schemas.openxmlformats.org/drawingml/2006/main">
              <a:ext uri="{FF2B5EF4-FFF2-40B4-BE49-F238E27FC236}">
                <a16:creationId xmlns:a16="http://schemas.microsoft.com/office/drawing/2014/main" id="{58238B3B-ACC6-470C-A890-131B3D9AE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2931" y="1481471"/>
            <a:ext cx="5456994" cy="69010"/>
          </a:xfrm>
          <a:custGeom xmlns:a="http://schemas.openxmlformats.org/drawingml/2006/main">
            <a:pathLst>
              <a:path w="3981901" h="50356">
                <a:moveTo>
                  <a:pt x="3906367" y="50356"/>
                </a:moveTo>
                <a:lnTo>
                  <a:pt x="3906367" y="25178"/>
                </a:lnTo>
                <a:lnTo>
                  <a:pt x="3906367" y="0"/>
                </a:lnTo>
                <a:lnTo>
                  <a:pt x="3981901" y="25178"/>
                </a:lnTo>
                <a:lnTo>
                  <a:pt x="3906367" y="50356"/>
                </a:lnTo>
                <a:moveTo>
                  <a:pt x="0" y="15736"/>
                </a:moveTo>
                <a:lnTo>
                  <a:pt x="3944134" y="15736"/>
                </a:lnTo>
                <a:lnTo>
                  <a:pt x="3944134" y="34620"/>
                </a:lnTo>
                <a:lnTo>
                  <a:pt x="0" y="34620"/>
                </a:lnTo>
                <a:lnTo>
                  <a:pt x="0" y="15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" name="path-176">
            <a:extLst xmlns:a="http://schemas.openxmlformats.org/drawingml/2006/main">
              <a:ext uri="{FF2B5EF4-FFF2-40B4-BE49-F238E27FC236}">
                <a16:creationId xmlns:a16="http://schemas.microsoft.com/office/drawing/2014/main" id="{8202D4D2-6330-49C1-82F9-9BE76C98C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8137" y="1673837"/>
            <a:ext cx="3347866" cy="69011"/>
          </a:xfrm>
          <a:custGeom xmlns:a="http://schemas.openxmlformats.org/drawingml/2006/main">
            <a:pathLst>
              <a:path w="2442896" h="50356">
                <a:moveTo>
                  <a:pt x="2367362" y="50356"/>
                </a:moveTo>
                <a:lnTo>
                  <a:pt x="2367362" y="25178"/>
                </a:lnTo>
                <a:lnTo>
                  <a:pt x="2367362" y="0"/>
                </a:lnTo>
                <a:lnTo>
                  <a:pt x="2442896" y="25178"/>
                </a:lnTo>
                <a:lnTo>
                  <a:pt x="2367362" y="50356"/>
                </a:lnTo>
                <a:moveTo>
                  <a:pt x="0" y="15736"/>
                </a:moveTo>
                <a:lnTo>
                  <a:pt x="2405130" y="15736"/>
                </a:lnTo>
                <a:lnTo>
                  <a:pt x="2405130" y="34620"/>
                </a:lnTo>
                <a:lnTo>
                  <a:pt x="0" y="34620"/>
                </a:lnTo>
                <a:lnTo>
                  <a:pt x="0" y="15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" name="path-177">
            <a:extLst xmlns:a="http://schemas.openxmlformats.org/drawingml/2006/main">
              <a:ext uri="{FF2B5EF4-FFF2-40B4-BE49-F238E27FC236}">
                <a16:creationId xmlns:a16="http://schemas.microsoft.com/office/drawing/2014/main" id="{BE5AE540-32BC-4AD3-8B91-042F1DB9A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2325" y="1926588"/>
            <a:ext cx="1656247" cy="69010"/>
          </a:xfrm>
          <a:custGeom xmlns:a="http://schemas.openxmlformats.org/drawingml/2006/main">
            <a:pathLst>
              <a:path w="1208543" h="50356">
                <a:moveTo>
                  <a:pt x="1133010" y="50356"/>
                </a:moveTo>
                <a:lnTo>
                  <a:pt x="1133010" y="25178"/>
                </a:lnTo>
                <a:lnTo>
                  <a:pt x="1133010" y="0"/>
                </a:lnTo>
                <a:lnTo>
                  <a:pt x="1208543" y="25178"/>
                </a:lnTo>
                <a:lnTo>
                  <a:pt x="1133010" y="50356"/>
                </a:lnTo>
                <a:moveTo>
                  <a:pt x="0" y="15736"/>
                </a:moveTo>
                <a:lnTo>
                  <a:pt x="1170777" y="15736"/>
                </a:lnTo>
                <a:lnTo>
                  <a:pt x="1170777" y="34620"/>
                </a:lnTo>
                <a:lnTo>
                  <a:pt x="0" y="34620"/>
                </a:lnTo>
                <a:lnTo>
                  <a:pt x="0" y="15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" name="path-178">
            <a:extLst xmlns:a="http://schemas.openxmlformats.org/drawingml/2006/main">
              <a:ext uri="{FF2B5EF4-FFF2-40B4-BE49-F238E27FC236}">
                <a16:creationId xmlns:a16="http://schemas.microsoft.com/office/drawing/2014/main" id="{C30AEE17-1B00-4F28-BABA-C941809FA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3746" y="8024517"/>
            <a:ext cx="69011" cy="538280"/>
          </a:xfrm>
          <a:custGeom xmlns:a="http://schemas.openxmlformats.org/drawingml/2006/main">
            <a:pathLst>
              <a:path w="50356" h="392776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392776"/>
                </a:moveTo>
                <a:lnTo>
                  <a:pt x="34620" y="37766"/>
                </a:lnTo>
                <a:lnTo>
                  <a:pt x="15736" y="37766"/>
                </a:lnTo>
                <a:lnTo>
                  <a:pt x="15736" y="392776"/>
                </a:lnTo>
                <a:lnTo>
                  <a:pt x="34620" y="39277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" name="path-179">
            <a:extLst xmlns:a="http://schemas.openxmlformats.org/drawingml/2006/main">
              <a:ext uri="{FF2B5EF4-FFF2-40B4-BE49-F238E27FC236}">
                <a16:creationId xmlns:a16="http://schemas.microsoft.com/office/drawing/2014/main" id="{80600305-E4A4-4914-9E40-B78A40389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7665" y="7965858"/>
            <a:ext cx="69009" cy="538280"/>
          </a:xfrm>
          <a:custGeom xmlns:a="http://schemas.openxmlformats.org/drawingml/2006/main">
            <a:pathLst>
              <a:path w="50355" h="392776">
                <a:moveTo>
                  <a:pt x="0" y="75534"/>
                </a:moveTo>
                <a:lnTo>
                  <a:pt x="25178" y="75534"/>
                </a:lnTo>
                <a:lnTo>
                  <a:pt x="50355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392776"/>
                </a:moveTo>
                <a:lnTo>
                  <a:pt x="34620" y="37766"/>
                </a:lnTo>
                <a:lnTo>
                  <a:pt x="15737" y="37766"/>
                </a:lnTo>
                <a:lnTo>
                  <a:pt x="15737" y="392776"/>
                </a:lnTo>
                <a:lnTo>
                  <a:pt x="34620" y="39277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81" name="">
            <a:extLst xmlns:a="http://schemas.openxmlformats.org/drawingml/2006/main">
              <a:ext uri="{FF2B5EF4-FFF2-40B4-BE49-F238E27FC236}">
                <a16:creationId xmlns:a16="http://schemas.microsoft.com/office/drawing/2014/main" id="{9CBCBC51-E3AC-48A1-93DE-1BA611ED30E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c9af069726a4d14"/>
          <a:stretch xmlns:a="http://schemas.openxmlformats.org/drawingml/2006/main"/>
        </p:blipFill>
        <p:spPr>
          <a:xfrm xmlns:a="http://schemas.openxmlformats.org/drawingml/2006/main">
            <a:off x="2315568" y="7497482"/>
            <a:ext cx="1574195" cy="639871"/>
          </a:xfrm>
          <a:prstGeom xmlns:a="http://schemas.openxmlformats.org/drawingml/2006/main" prst="rect">
            <a:avLst/>
          </a:prstGeom>
        </p:spPr>
      </p:pic>
      <p:sp>
        <p:nvSpPr>
          <p:cNvPr id="182" name="text-181 Linea">
            <a:extLst xmlns:a="http://schemas.openxmlformats.org/drawingml/2006/main">
              <a:ext uri="{FF2B5EF4-FFF2-40B4-BE49-F238E27FC236}">
                <a16:creationId xmlns:a16="http://schemas.microsoft.com/office/drawing/2014/main" id="{DDBAB8B5-381D-448A-8DD9-046B6A732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59792" y="7576646"/>
            <a:ext cx="763102" cy="4350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Linea</a:t>
            </a:r>
          </a:p>
        </p:txBody>
      </p:sp>
      <p:sp>
        <p:nvSpPr>
          <p:cNvPr id="183" name="text-182 r">
            <a:extLst xmlns:a="http://schemas.openxmlformats.org/drawingml/2006/main">
              <a:ext uri="{FF2B5EF4-FFF2-40B4-BE49-F238E27FC236}">
                <a16:creationId xmlns:a16="http://schemas.microsoft.com/office/drawing/2014/main" id="{6536743B-1A7D-4A58-86E2-6FC3CA29C6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67148" y="7576625"/>
            <a:ext cx="159349" cy="4350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</a:t>
            </a:r>
          </a:p>
        </p:txBody>
      </p:sp>
      <p:sp>
        <p:nvSpPr>
          <p:cNvPr id="184" name="path-183">
            <a:extLst xmlns:a="http://schemas.openxmlformats.org/drawingml/2006/main">
              <a:ext uri="{FF2B5EF4-FFF2-40B4-BE49-F238E27FC236}">
                <a16:creationId xmlns:a16="http://schemas.microsoft.com/office/drawing/2014/main" id="{2F35C9C9-8303-45F5-857C-AE3253171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31568" y="8010715"/>
            <a:ext cx="1376757" cy="551219"/>
          </a:xfrm>
          <a:custGeom xmlns:a="http://schemas.openxmlformats.org/drawingml/2006/main">
            <a:pathLst>
              <a:path w="1004602" h="402218">
                <a:moveTo>
                  <a:pt x="50356" y="75534"/>
                </a:moveTo>
                <a:lnTo>
                  <a:pt x="25178" y="75534"/>
                </a:lnTo>
                <a:lnTo>
                  <a:pt x="0" y="75534"/>
                </a:lnTo>
                <a:lnTo>
                  <a:pt x="25178" y="0"/>
                </a:lnTo>
                <a:lnTo>
                  <a:pt x="50356" y="75534"/>
                </a:lnTo>
                <a:moveTo>
                  <a:pt x="1004602" y="402218"/>
                </a:moveTo>
                <a:lnTo>
                  <a:pt x="15736" y="402218"/>
                </a:lnTo>
                <a:lnTo>
                  <a:pt x="15736" y="37766"/>
                </a:lnTo>
                <a:lnTo>
                  <a:pt x="34620" y="37766"/>
                </a:lnTo>
                <a:lnTo>
                  <a:pt x="34620" y="392776"/>
                </a:lnTo>
                <a:lnTo>
                  <a:pt x="25178" y="383335"/>
                </a:lnTo>
                <a:lnTo>
                  <a:pt x="1004602" y="383335"/>
                </a:lnTo>
                <a:lnTo>
                  <a:pt x="1004602" y="40221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85" name="">
            <a:extLst xmlns:a="http://schemas.openxmlformats.org/drawingml/2006/main">
              <a:ext uri="{FF2B5EF4-FFF2-40B4-BE49-F238E27FC236}">
                <a16:creationId xmlns:a16="http://schemas.microsoft.com/office/drawing/2014/main" id="{DBB86F9A-F32E-4CA7-8999-F75799A02A2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fad38bb0d35424a"/>
          <a:stretch xmlns:a="http://schemas.openxmlformats.org/drawingml/2006/main"/>
        </p:blipFill>
        <p:spPr>
          <a:xfrm xmlns:a="http://schemas.openxmlformats.org/drawingml/2006/main">
            <a:off x="1816432" y="6268185"/>
            <a:ext cx="2719115" cy="570958"/>
          </a:xfrm>
          <a:prstGeom xmlns:a="http://schemas.openxmlformats.org/drawingml/2006/main" prst="rect">
            <a:avLst/>
          </a:prstGeom>
        </p:spPr>
      </p:pic>
      <p:sp>
        <p:nvSpPr>
          <p:cNvPr id="186" name="text-185 Cosine">
            <a:extLst xmlns:a="http://schemas.openxmlformats.org/drawingml/2006/main">
              <a:ext uri="{FF2B5EF4-FFF2-40B4-BE49-F238E27FC236}">
                <a16:creationId xmlns:a16="http://schemas.microsoft.com/office/drawing/2014/main" id="{8AC7F611-B106-4AE5-A8FF-9B09D3BC9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48101" y="6312972"/>
            <a:ext cx="918346" cy="4347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Cosine</a:t>
            </a:r>
          </a:p>
        </p:txBody>
      </p:sp>
      <p:sp>
        <p:nvSpPr>
          <p:cNvPr id="187" name="text-185 Similarity">
            <a:extLst xmlns:a="http://schemas.openxmlformats.org/drawingml/2006/main">
              <a:ext uri="{FF2B5EF4-FFF2-40B4-BE49-F238E27FC236}">
                <a16:creationId xmlns:a16="http://schemas.microsoft.com/office/drawing/2014/main" id="{1B507B4E-7891-467F-9D42-6F228975CD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88368" y="6312911"/>
            <a:ext cx="1298099" cy="4348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Similarity</a:t>
            </a:r>
          </a:p>
        </p:txBody>
      </p:sp>
      <p:sp>
        <p:nvSpPr>
          <p:cNvPr id="188" name="path-186">
            <a:extLst xmlns:a="http://schemas.openxmlformats.org/drawingml/2006/main">
              <a:ext uri="{FF2B5EF4-FFF2-40B4-BE49-F238E27FC236}">
                <a16:creationId xmlns:a16="http://schemas.microsoft.com/office/drawing/2014/main" id="{546EB8ED-C82B-42A7-BD5B-6EE9B2A80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83000" y="6719358"/>
            <a:ext cx="69011" cy="831575"/>
          </a:xfrm>
          <a:custGeom xmlns:a="http://schemas.openxmlformats.org/drawingml/2006/main">
            <a:pathLst>
              <a:path w="50356" h="606790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606790"/>
                </a:moveTo>
                <a:lnTo>
                  <a:pt x="34620" y="37767"/>
                </a:lnTo>
                <a:lnTo>
                  <a:pt x="15736" y="37767"/>
                </a:lnTo>
                <a:lnTo>
                  <a:pt x="15736" y="606790"/>
                </a:lnTo>
                <a:lnTo>
                  <a:pt x="34620" y="60679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" name="path-187">
            <a:extLst xmlns:a="http://schemas.openxmlformats.org/drawingml/2006/main">
              <a:ext uri="{FF2B5EF4-FFF2-40B4-BE49-F238E27FC236}">
                <a16:creationId xmlns:a16="http://schemas.microsoft.com/office/drawing/2014/main" id="{278AEED2-CB70-4C65-8E42-081DD7714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6812" y="6719358"/>
            <a:ext cx="69011" cy="831575"/>
          </a:xfrm>
          <a:custGeom xmlns:a="http://schemas.openxmlformats.org/drawingml/2006/main">
            <a:pathLst>
              <a:path w="50356" h="606790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606790"/>
                </a:moveTo>
                <a:lnTo>
                  <a:pt x="34620" y="37767"/>
                </a:lnTo>
                <a:lnTo>
                  <a:pt x="15736" y="37767"/>
                </a:lnTo>
                <a:lnTo>
                  <a:pt x="15736" y="606790"/>
                </a:lnTo>
                <a:lnTo>
                  <a:pt x="34620" y="60679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" name="text-188 Head-wise">
            <a:extLst xmlns:a="http://schemas.openxmlformats.org/drawingml/2006/main">
              <a:ext uri="{FF2B5EF4-FFF2-40B4-BE49-F238E27FC236}">
                <a16:creationId xmlns:a16="http://schemas.microsoft.com/office/drawing/2014/main" id="{2F61F167-4DA6-4E88-8AF3-3B848375E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81453" y="4870564"/>
            <a:ext cx="1384195" cy="4350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Head-wise</a:t>
            </a:r>
          </a:p>
        </p:txBody>
      </p:sp>
      <p:sp>
        <p:nvSpPr>
          <p:cNvPr id="191" name="text-189 Fusion">
            <a:extLst xmlns:a="http://schemas.openxmlformats.org/drawingml/2006/main">
              <a:ext uri="{FF2B5EF4-FFF2-40B4-BE49-F238E27FC236}">
                <a16:creationId xmlns:a16="http://schemas.microsoft.com/office/drawing/2014/main" id="{6C20702C-33EF-499E-A966-DEFADD273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22989" y="5243421"/>
            <a:ext cx="901272" cy="4347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Fusion</a:t>
            </a:r>
          </a:p>
        </p:txBody>
      </p:sp>
      <p:sp>
        <p:nvSpPr>
          <p:cNvPr id="192" name="text-190 Sequential">
            <a:extLst xmlns:a="http://schemas.openxmlformats.org/drawingml/2006/main">
              <a:ext uri="{FF2B5EF4-FFF2-40B4-BE49-F238E27FC236}">
                <a16:creationId xmlns:a16="http://schemas.microsoft.com/office/drawing/2014/main" id="{6A2F2466-143F-44A5-9723-A5AB1BFF8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77564" y="9206138"/>
            <a:ext cx="1367145" cy="4350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Sequential</a:t>
            </a:r>
          </a:p>
        </p:txBody>
      </p:sp>
      <p:sp>
        <p:nvSpPr>
          <p:cNvPr id="193" name="text-190 Interactions">
            <a:extLst xmlns:a="http://schemas.openxmlformats.org/drawingml/2006/main">
              <a:ext uri="{FF2B5EF4-FFF2-40B4-BE49-F238E27FC236}">
                <a16:creationId xmlns:a16="http://schemas.microsoft.com/office/drawing/2014/main" id="{D31E6CB9-D902-45C7-9551-A7FE12DEC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66398" y="9206079"/>
            <a:ext cx="1522496" cy="4351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Interactions</a:t>
            </a:r>
          </a:p>
        </p:txBody>
      </p:sp>
      <p:sp>
        <p:nvSpPr>
          <p:cNvPr id="194" name="path-191">
            <a:extLst xmlns:a="http://schemas.openxmlformats.org/drawingml/2006/main">
              <a:ext uri="{FF2B5EF4-FFF2-40B4-BE49-F238E27FC236}">
                <a16:creationId xmlns:a16="http://schemas.microsoft.com/office/drawing/2014/main" id="{D65EB302-27CE-4545-9B0E-4E4A46CB8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92749" y="5972321"/>
            <a:ext cx="69011" cy="342464"/>
          </a:xfrm>
          <a:custGeom xmlns:a="http://schemas.openxmlformats.org/drawingml/2006/main">
            <a:pathLst>
              <a:path w="50356" h="249892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249892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249892"/>
                </a:lnTo>
                <a:lnTo>
                  <a:pt x="34620" y="24989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" name="path-192">
            <a:extLst xmlns:a="http://schemas.openxmlformats.org/drawingml/2006/main">
              <a:ext uri="{FF2B5EF4-FFF2-40B4-BE49-F238E27FC236}">
                <a16:creationId xmlns:a16="http://schemas.microsoft.com/office/drawing/2014/main" id="{631CE779-E107-4ACD-A821-107FECFCA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5089" y="5223558"/>
            <a:ext cx="2693993" cy="69011"/>
          </a:xfrm>
          <a:custGeom xmlns:a="http://schemas.openxmlformats.org/drawingml/2006/main">
            <a:pathLst>
              <a:path w="1965773" h="50356">
                <a:moveTo>
                  <a:pt x="1890239" y="50356"/>
                </a:moveTo>
                <a:lnTo>
                  <a:pt x="1890239" y="25178"/>
                </a:lnTo>
                <a:lnTo>
                  <a:pt x="1890239" y="0"/>
                </a:lnTo>
                <a:lnTo>
                  <a:pt x="1965773" y="25178"/>
                </a:lnTo>
                <a:lnTo>
                  <a:pt x="1890239" y="50356"/>
                </a:lnTo>
                <a:moveTo>
                  <a:pt x="0" y="15736"/>
                </a:moveTo>
                <a:lnTo>
                  <a:pt x="1928006" y="15736"/>
                </a:lnTo>
                <a:lnTo>
                  <a:pt x="1928006" y="34620"/>
                </a:lnTo>
                <a:lnTo>
                  <a:pt x="0" y="34620"/>
                </a:lnTo>
                <a:lnTo>
                  <a:pt x="0" y="15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" name="path-193">
            <a:extLst xmlns:a="http://schemas.openxmlformats.org/drawingml/2006/main">
              <a:ext uri="{FF2B5EF4-FFF2-40B4-BE49-F238E27FC236}">
                <a16:creationId xmlns:a16="http://schemas.microsoft.com/office/drawing/2014/main" id="{9874B3ED-E96C-443F-B85A-B933BFC406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2245" y="4827956"/>
            <a:ext cx="1076562" cy="1068281"/>
          </a:xfrm>
          <a:custGeom xmlns:a="http://schemas.openxmlformats.org/drawingml/2006/main">
            <a:pathLst>
              <a:path w="785554" h="779512">
                <a:moveTo>
                  <a:pt x="0" y="0"/>
                </a:moveTo>
                <a:lnTo>
                  <a:pt x="0" y="779512"/>
                </a:lnTo>
                <a:lnTo>
                  <a:pt x="785554" y="779512"/>
                </a:lnTo>
                <a:lnTo>
                  <a:pt x="78555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" name="path-194">
            <a:extLst xmlns:a="http://schemas.openxmlformats.org/drawingml/2006/main">
              <a:ext uri="{FF2B5EF4-FFF2-40B4-BE49-F238E27FC236}">
                <a16:creationId xmlns:a16="http://schemas.microsoft.com/office/drawing/2014/main" id="{0742C70F-F7E9-41E3-98C4-17F1AFFED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4309" y="4818984"/>
            <a:ext cx="1093814" cy="1085189"/>
          </a:xfrm>
          <a:custGeom xmlns:a="http://schemas.openxmlformats.org/drawingml/2006/main">
            <a:pathLst>
              <a:path w="798142" h="791849">
                <a:moveTo>
                  <a:pt x="798142" y="0"/>
                </a:moveTo>
                <a:lnTo>
                  <a:pt x="798142" y="791849"/>
                </a:lnTo>
                <a:lnTo>
                  <a:pt x="0" y="791849"/>
                </a:lnTo>
                <a:lnTo>
                  <a:pt x="0" y="0"/>
                </a:lnTo>
                <a:lnTo>
                  <a:pt x="798142" y="0"/>
                </a:lnTo>
                <a:moveTo>
                  <a:pt x="6294" y="12589"/>
                </a:moveTo>
                <a:lnTo>
                  <a:pt x="12589" y="6295"/>
                </a:lnTo>
                <a:lnTo>
                  <a:pt x="12589" y="785554"/>
                </a:lnTo>
                <a:lnTo>
                  <a:pt x="6294" y="779260"/>
                </a:lnTo>
                <a:lnTo>
                  <a:pt x="791848" y="779260"/>
                </a:lnTo>
                <a:lnTo>
                  <a:pt x="785553" y="785554"/>
                </a:lnTo>
                <a:lnTo>
                  <a:pt x="785553" y="6295"/>
                </a:lnTo>
                <a:lnTo>
                  <a:pt x="791848" y="12589"/>
                </a:lnTo>
                <a:lnTo>
                  <a:pt x="6294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" name="path-195">
            <a:extLst xmlns:a="http://schemas.openxmlformats.org/drawingml/2006/main">
              <a:ext uri="{FF2B5EF4-FFF2-40B4-BE49-F238E27FC236}">
                <a16:creationId xmlns:a16="http://schemas.microsoft.com/office/drawing/2014/main" id="{3A45C4BF-5B47-44C3-9727-53E55FF078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2245" y="4827956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7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" name="path-196">
            <a:extLst xmlns:a="http://schemas.openxmlformats.org/drawingml/2006/main">
              <a:ext uri="{FF2B5EF4-FFF2-40B4-BE49-F238E27FC236}">
                <a16:creationId xmlns:a16="http://schemas.microsoft.com/office/drawing/2014/main" id="{72D9D15E-33AA-48D6-842A-7DA12822F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4309" y="4819847"/>
            <a:ext cx="286393" cy="285531"/>
          </a:xfrm>
          <a:custGeom xmlns:a="http://schemas.openxmlformats.org/drawingml/2006/main">
            <a:pathLst>
              <a:path w="208977" h="208348">
                <a:moveTo>
                  <a:pt x="208977" y="0"/>
                </a:moveTo>
                <a:lnTo>
                  <a:pt x="208977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7" y="0"/>
                </a:lnTo>
                <a:moveTo>
                  <a:pt x="6294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4" y="195759"/>
                </a:lnTo>
                <a:lnTo>
                  <a:pt x="202683" y="195759"/>
                </a:lnTo>
                <a:lnTo>
                  <a:pt x="196388" y="202054"/>
                </a:lnTo>
                <a:lnTo>
                  <a:pt x="196388" y="6295"/>
                </a:lnTo>
                <a:lnTo>
                  <a:pt x="202683" y="12589"/>
                </a:lnTo>
                <a:lnTo>
                  <a:pt x="6294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" name="path-197">
            <a:extLst xmlns:a="http://schemas.openxmlformats.org/drawingml/2006/main">
              <a:ext uri="{FF2B5EF4-FFF2-40B4-BE49-F238E27FC236}">
                <a16:creationId xmlns:a16="http://schemas.microsoft.com/office/drawing/2014/main" id="{15B87C9B-94C4-4DFF-AE5B-61895665C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2245" y="5099167"/>
            <a:ext cx="269140" cy="267070"/>
          </a:xfrm>
          <a:custGeom xmlns:a="http://schemas.openxmlformats.org/drawingml/2006/main">
            <a:pathLst>
              <a:path w="196388" h="194877">
                <a:moveTo>
                  <a:pt x="0" y="0"/>
                </a:moveTo>
                <a:lnTo>
                  <a:pt x="0" y="194877"/>
                </a:lnTo>
                <a:lnTo>
                  <a:pt x="196388" y="194877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2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" name="path-198">
            <a:extLst xmlns:a="http://schemas.openxmlformats.org/drawingml/2006/main">
              <a:ext uri="{FF2B5EF4-FFF2-40B4-BE49-F238E27FC236}">
                <a16:creationId xmlns:a16="http://schemas.microsoft.com/office/drawing/2014/main" id="{AC629356-A598-452E-8FE1-B544B0E39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4309" y="5089851"/>
            <a:ext cx="286393" cy="285530"/>
          </a:xfrm>
          <a:custGeom xmlns:a="http://schemas.openxmlformats.org/drawingml/2006/main">
            <a:pathLst>
              <a:path w="208977" h="208348">
                <a:moveTo>
                  <a:pt x="208977" y="0"/>
                </a:moveTo>
                <a:lnTo>
                  <a:pt x="208977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7" y="0"/>
                </a:lnTo>
                <a:moveTo>
                  <a:pt x="6294" y="12589"/>
                </a:moveTo>
                <a:lnTo>
                  <a:pt x="12589" y="6294"/>
                </a:lnTo>
                <a:lnTo>
                  <a:pt x="12589" y="202054"/>
                </a:lnTo>
                <a:lnTo>
                  <a:pt x="6294" y="195759"/>
                </a:lnTo>
                <a:lnTo>
                  <a:pt x="202683" y="195759"/>
                </a:lnTo>
                <a:lnTo>
                  <a:pt x="196388" y="202054"/>
                </a:lnTo>
                <a:lnTo>
                  <a:pt x="196388" y="6294"/>
                </a:lnTo>
                <a:lnTo>
                  <a:pt x="202683" y="12589"/>
                </a:lnTo>
                <a:lnTo>
                  <a:pt x="6294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" name="path-199">
            <a:extLst xmlns:a="http://schemas.openxmlformats.org/drawingml/2006/main">
              <a:ext uri="{FF2B5EF4-FFF2-40B4-BE49-F238E27FC236}">
                <a16:creationId xmlns:a16="http://schemas.microsoft.com/office/drawing/2014/main" id="{51681BC9-F389-49A3-B7FE-E212CE784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2245" y="5366237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1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" name="path-200">
            <a:extLst xmlns:a="http://schemas.openxmlformats.org/drawingml/2006/main">
              <a:ext uri="{FF2B5EF4-FFF2-40B4-BE49-F238E27FC236}">
                <a16:creationId xmlns:a16="http://schemas.microsoft.com/office/drawing/2014/main" id="{694863B7-C6BB-4BE7-8A5A-44048DDC1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4309" y="5358128"/>
            <a:ext cx="286393" cy="285530"/>
          </a:xfrm>
          <a:custGeom xmlns:a="http://schemas.openxmlformats.org/drawingml/2006/main">
            <a:pathLst>
              <a:path w="208977" h="208348">
                <a:moveTo>
                  <a:pt x="208977" y="0"/>
                </a:moveTo>
                <a:lnTo>
                  <a:pt x="208977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7" y="0"/>
                </a:lnTo>
                <a:moveTo>
                  <a:pt x="6294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4" y="195759"/>
                </a:lnTo>
                <a:lnTo>
                  <a:pt x="202683" y="195759"/>
                </a:lnTo>
                <a:lnTo>
                  <a:pt x="196388" y="202054"/>
                </a:lnTo>
                <a:lnTo>
                  <a:pt x="196388" y="6295"/>
                </a:lnTo>
                <a:lnTo>
                  <a:pt x="202683" y="12589"/>
                </a:lnTo>
                <a:lnTo>
                  <a:pt x="6294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" name="path-201">
            <a:extLst xmlns:a="http://schemas.openxmlformats.org/drawingml/2006/main">
              <a:ext uri="{FF2B5EF4-FFF2-40B4-BE49-F238E27FC236}">
                <a16:creationId xmlns:a16="http://schemas.microsoft.com/office/drawing/2014/main" id="{C8198E99-AECF-4484-9628-ADD7D04842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2245" y="5635377"/>
            <a:ext cx="269140" cy="267071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6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" name="path-202">
            <a:extLst xmlns:a="http://schemas.openxmlformats.org/drawingml/2006/main">
              <a:ext uri="{FF2B5EF4-FFF2-40B4-BE49-F238E27FC236}">
                <a16:creationId xmlns:a16="http://schemas.microsoft.com/office/drawing/2014/main" id="{318CA1AA-57A9-4A89-8A7F-1CDD0CE5F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4309" y="5626406"/>
            <a:ext cx="286393" cy="285531"/>
          </a:xfrm>
          <a:custGeom xmlns:a="http://schemas.openxmlformats.org/drawingml/2006/main">
            <a:pathLst>
              <a:path w="208977" h="208348">
                <a:moveTo>
                  <a:pt x="208977" y="0"/>
                </a:moveTo>
                <a:lnTo>
                  <a:pt x="208977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7" y="0"/>
                </a:lnTo>
                <a:moveTo>
                  <a:pt x="6294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4" y="195759"/>
                </a:lnTo>
                <a:lnTo>
                  <a:pt x="202683" y="195759"/>
                </a:lnTo>
                <a:lnTo>
                  <a:pt x="196388" y="202054"/>
                </a:lnTo>
                <a:lnTo>
                  <a:pt x="196388" y="6295"/>
                </a:lnTo>
                <a:lnTo>
                  <a:pt x="202683" y="12589"/>
                </a:lnTo>
                <a:lnTo>
                  <a:pt x="6294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" name="path-203">
            <a:extLst xmlns:a="http://schemas.openxmlformats.org/drawingml/2006/main">
              <a:ext uri="{FF2B5EF4-FFF2-40B4-BE49-F238E27FC236}">
                <a16:creationId xmlns:a16="http://schemas.microsoft.com/office/drawing/2014/main" id="{0436A2C3-E5DF-40F7-91D6-984E20259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1385" y="4827956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2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" name="path-204">
            <a:extLst xmlns:a="http://schemas.openxmlformats.org/drawingml/2006/main">
              <a:ext uri="{FF2B5EF4-FFF2-40B4-BE49-F238E27FC236}">
                <a16:creationId xmlns:a16="http://schemas.microsoft.com/office/drawing/2014/main" id="{60DA822F-6F0E-4ABF-BB7A-04E491F98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3449" y="4819847"/>
            <a:ext cx="286393" cy="285531"/>
          </a:xfrm>
          <a:custGeom xmlns:a="http://schemas.openxmlformats.org/drawingml/2006/main">
            <a:pathLst>
              <a:path w="208978" h="208348">
                <a:moveTo>
                  <a:pt x="208978" y="0"/>
                </a:moveTo>
                <a:lnTo>
                  <a:pt x="208978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8" y="0"/>
                </a:lnTo>
                <a:moveTo>
                  <a:pt x="6295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9" y="202054"/>
                </a:lnTo>
                <a:lnTo>
                  <a:pt x="196389" y="6295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" name="path-205">
            <a:extLst xmlns:a="http://schemas.openxmlformats.org/drawingml/2006/main">
              <a:ext uri="{FF2B5EF4-FFF2-40B4-BE49-F238E27FC236}">
                <a16:creationId xmlns:a16="http://schemas.microsoft.com/office/drawing/2014/main" id="{20E6F7CF-BFBC-4BA6-ACB1-49CE67136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1385" y="5099167"/>
            <a:ext cx="269141" cy="267070"/>
          </a:xfrm>
          <a:custGeom xmlns:a="http://schemas.openxmlformats.org/drawingml/2006/main">
            <a:pathLst>
              <a:path w="196389" h="194877">
                <a:moveTo>
                  <a:pt x="0" y="0"/>
                </a:moveTo>
                <a:lnTo>
                  <a:pt x="0" y="194877"/>
                </a:lnTo>
                <a:lnTo>
                  <a:pt x="196389" y="194877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7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" name="path-206">
            <a:extLst xmlns:a="http://schemas.openxmlformats.org/drawingml/2006/main">
              <a:ext uri="{FF2B5EF4-FFF2-40B4-BE49-F238E27FC236}">
                <a16:creationId xmlns:a16="http://schemas.microsoft.com/office/drawing/2014/main" id="{19BCDE27-834F-44DB-8900-43F4FED22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3449" y="5089851"/>
            <a:ext cx="286393" cy="285530"/>
          </a:xfrm>
          <a:custGeom xmlns:a="http://schemas.openxmlformats.org/drawingml/2006/main">
            <a:pathLst>
              <a:path w="208978" h="208348">
                <a:moveTo>
                  <a:pt x="208978" y="0"/>
                </a:moveTo>
                <a:lnTo>
                  <a:pt x="208978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8" y="0"/>
                </a:lnTo>
                <a:moveTo>
                  <a:pt x="6295" y="12589"/>
                </a:moveTo>
                <a:lnTo>
                  <a:pt x="12589" y="6294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9" y="202054"/>
                </a:lnTo>
                <a:lnTo>
                  <a:pt x="196389" y="6294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" name="path-207">
            <a:extLst xmlns:a="http://schemas.openxmlformats.org/drawingml/2006/main">
              <a:ext uri="{FF2B5EF4-FFF2-40B4-BE49-F238E27FC236}">
                <a16:creationId xmlns:a16="http://schemas.microsoft.com/office/drawing/2014/main" id="{3FF920F0-29FB-4554-8C21-97A0961E6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1385" y="5366237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" name="path-208">
            <a:extLst xmlns:a="http://schemas.openxmlformats.org/drawingml/2006/main">
              <a:ext uri="{FF2B5EF4-FFF2-40B4-BE49-F238E27FC236}">
                <a16:creationId xmlns:a16="http://schemas.microsoft.com/office/drawing/2014/main" id="{AA8F848F-A203-4B31-9B4F-6ABFD9C73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3449" y="5358128"/>
            <a:ext cx="286393" cy="285530"/>
          </a:xfrm>
          <a:custGeom xmlns:a="http://schemas.openxmlformats.org/drawingml/2006/main">
            <a:pathLst>
              <a:path w="208978" h="208348">
                <a:moveTo>
                  <a:pt x="208978" y="0"/>
                </a:moveTo>
                <a:lnTo>
                  <a:pt x="208978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8" y="0"/>
                </a:lnTo>
                <a:moveTo>
                  <a:pt x="6295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9" y="202054"/>
                </a:lnTo>
                <a:lnTo>
                  <a:pt x="196389" y="6295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" name="path-209">
            <a:extLst xmlns:a="http://schemas.openxmlformats.org/drawingml/2006/main">
              <a:ext uri="{FF2B5EF4-FFF2-40B4-BE49-F238E27FC236}">
                <a16:creationId xmlns:a16="http://schemas.microsoft.com/office/drawing/2014/main" id="{1E0AE609-AF4D-474E-B636-8BC2BC229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1385" y="5635377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3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" name="path-210">
            <a:extLst xmlns:a="http://schemas.openxmlformats.org/drawingml/2006/main">
              <a:ext uri="{FF2B5EF4-FFF2-40B4-BE49-F238E27FC236}">
                <a16:creationId xmlns:a16="http://schemas.microsoft.com/office/drawing/2014/main" id="{A35FFC4C-7308-4110-9DFF-0068BDFC1C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3449" y="5626406"/>
            <a:ext cx="286393" cy="285531"/>
          </a:xfrm>
          <a:custGeom xmlns:a="http://schemas.openxmlformats.org/drawingml/2006/main">
            <a:pathLst>
              <a:path w="208978" h="208348">
                <a:moveTo>
                  <a:pt x="208978" y="0"/>
                </a:moveTo>
                <a:lnTo>
                  <a:pt x="208978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8" y="0"/>
                </a:lnTo>
                <a:moveTo>
                  <a:pt x="6295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9" y="202054"/>
                </a:lnTo>
                <a:lnTo>
                  <a:pt x="196389" y="6295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" name="path-211">
            <a:extLst xmlns:a="http://schemas.openxmlformats.org/drawingml/2006/main">
              <a:ext uri="{FF2B5EF4-FFF2-40B4-BE49-F238E27FC236}">
                <a16:creationId xmlns:a16="http://schemas.microsoft.com/office/drawing/2014/main" id="{45BC3981-C09C-4697-9DA1-ED269CFF9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20526" y="4827956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1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" name="path-212">
            <a:extLst xmlns:a="http://schemas.openxmlformats.org/drawingml/2006/main">
              <a:ext uri="{FF2B5EF4-FFF2-40B4-BE49-F238E27FC236}">
                <a16:creationId xmlns:a16="http://schemas.microsoft.com/office/drawing/2014/main" id="{71993E11-818D-41AD-BAB3-53DA428A3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590" y="4819847"/>
            <a:ext cx="286393" cy="285531"/>
          </a:xfrm>
          <a:custGeom xmlns:a="http://schemas.openxmlformats.org/drawingml/2006/main">
            <a:pathLst>
              <a:path w="208978" h="208348">
                <a:moveTo>
                  <a:pt x="208978" y="0"/>
                </a:moveTo>
                <a:lnTo>
                  <a:pt x="208978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8" y="0"/>
                </a:lnTo>
                <a:moveTo>
                  <a:pt x="6295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9" y="202054"/>
                </a:lnTo>
                <a:lnTo>
                  <a:pt x="196389" y="6295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" name="path-213">
            <a:extLst xmlns:a="http://schemas.openxmlformats.org/drawingml/2006/main">
              <a:ext uri="{FF2B5EF4-FFF2-40B4-BE49-F238E27FC236}">
                <a16:creationId xmlns:a16="http://schemas.microsoft.com/office/drawing/2014/main" id="{4A7734A2-AFDF-4C78-898A-23C95158F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20526" y="5099167"/>
            <a:ext cx="269140" cy="267070"/>
          </a:xfrm>
          <a:custGeom xmlns:a="http://schemas.openxmlformats.org/drawingml/2006/main">
            <a:pathLst>
              <a:path w="196388" h="194877">
                <a:moveTo>
                  <a:pt x="0" y="0"/>
                </a:moveTo>
                <a:lnTo>
                  <a:pt x="0" y="194877"/>
                </a:lnTo>
                <a:lnTo>
                  <a:pt x="196388" y="194877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" name="path-214">
            <a:extLst xmlns:a="http://schemas.openxmlformats.org/drawingml/2006/main">
              <a:ext uri="{FF2B5EF4-FFF2-40B4-BE49-F238E27FC236}">
                <a16:creationId xmlns:a16="http://schemas.microsoft.com/office/drawing/2014/main" id="{2CEF788B-0F17-4837-99F7-B03E1430C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590" y="5089851"/>
            <a:ext cx="286393" cy="285530"/>
          </a:xfrm>
          <a:custGeom xmlns:a="http://schemas.openxmlformats.org/drawingml/2006/main">
            <a:pathLst>
              <a:path w="208978" h="208348">
                <a:moveTo>
                  <a:pt x="208978" y="0"/>
                </a:moveTo>
                <a:lnTo>
                  <a:pt x="208978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8" y="0"/>
                </a:lnTo>
                <a:moveTo>
                  <a:pt x="6295" y="12589"/>
                </a:moveTo>
                <a:lnTo>
                  <a:pt x="12589" y="6294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9" y="202054"/>
                </a:lnTo>
                <a:lnTo>
                  <a:pt x="196389" y="6294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" name="path-215">
            <a:extLst xmlns:a="http://schemas.openxmlformats.org/drawingml/2006/main">
              <a:ext uri="{FF2B5EF4-FFF2-40B4-BE49-F238E27FC236}">
                <a16:creationId xmlns:a16="http://schemas.microsoft.com/office/drawing/2014/main" id="{8404743F-9B1C-458C-9EEE-335486756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20526" y="5366237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7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" name="path-216">
            <a:extLst xmlns:a="http://schemas.openxmlformats.org/drawingml/2006/main">
              <a:ext uri="{FF2B5EF4-FFF2-40B4-BE49-F238E27FC236}">
                <a16:creationId xmlns:a16="http://schemas.microsoft.com/office/drawing/2014/main" id="{50FFF0FC-69B3-419C-89AA-74E830DE1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590" y="5358128"/>
            <a:ext cx="286393" cy="285530"/>
          </a:xfrm>
          <a:custGeom xmlns:a="http://schemas.openxmlformats.org/drawingml/2006/main">
            <a:pathLst>
              <a:path w="208978" h="208348">
                <a:moveTo>
                  <a:pt x="208978" y="0"/>
                </a:moveTo>
                <a:lnTo>
                  <a:pt x="208978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8" y="0"/>
                </a:lnTo>
                <a:moveTo>
                  <a:pt x="6295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9" y="202054"/>
                </a:lnTo>
                <a:lnTo>
                  <a:pt x="196389" y="6295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" name="path-217">
            <a:extLst xmlns:a="http://schemas.openxmlformats.org/drawingml/2006/main">
              <a:ext uri="{FF2B5EF4-FFF2-40B4-BE49-F238E27FC236}">
                <a16:creationId xmlns:a16="http://schemas.microsoft.com/office/drawing/2014/main" id="{52B3EF0B-AFBE-4BE9-9B69-1239892B0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20526" y="5635377"/>
            <a:ext cx="269140" cy="267071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1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" name="path-218">
            <a:extLst xmlns:a="http://schemas.openxmlformats.org/drawingml/2006/main">
              <a:ext uri="{FF2B5EF4-FFF2-40B4-BE49-F238E27FC236}">
                <a16:creationId xmlns:a16="http://schemas.microsoft.com/office/drawing/2014/main" id="{35CCC40D-381B-4C7B-AF4E-0F69B6E7A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590" y="5626406"/>
            <a:ext cx="286393" cy="285531"/>
          </a:xfrm>
          <a:custGeom xmlns:a="http://schemas.openxmlformats.org/drawingml/2006/main">
            <a:pathLst>
              <a:path w="208978" h="208348">
                <a:moveTo>
                  <a:pt x="208978" y="0"/>
                </a:moveTo>
                <a:lnTo>
                  <a:pt x="208978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8" y="0"/>
                </a:lnTo>
                <a:moveTo>
                  <a:pt x="6295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9" y="202054"/>
                </a:lnTo>
                <a:lnTo>
                  <a:pt x="196389" y="6295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" name="path-219">
            <a:extLst xmlns:a="http://schemas.openxmlformats.org/drawingml/2006/main">
              <a:ext uri="{FF2B5EF4-FFF2-40B4-BE49-F238E27FC236}">
                <a16:creationId xmlns:a16="http://schemas.microsoft.com/office/drawing/2014/main" id="{7D02908C-6899-4B36-8A0B-0AC2ECBA9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9666" y="4827956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6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" name="path-220">
            <a:extLst xmlns:a="http://schemas.openxmlformats.org/drawingml/2006/main">
              <a:ext uri="{FF2B5EF4-FFF2-40B4-BE49-F238E27FC236}">
                <a16:creationId xmlns:a16="http://schemas.microsoft.com/office/drawing/2014/main" id="{0A319D59-CB29-4760-93CD-BC75CC2BC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1730" y="4819847"/>
            <a:ext cx="286393" cy="285531"/>
          </a:xfrm>
          <a:custGeom xmlns:a="http://schemas.openxmlformats.org/drawingml/2006/main">
            <a:pathLst>
              <a:path w="208977" h="208348">
                <a:moveTo>
                  <a:pt x="208977" y="0"/>
                </a:moveTo>
                <a:lnTo>
                  <a:pt x="208977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7" y="0"/>
                </a:lnTo>
                <a:moveTo>
                  <a:pt x="6295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8" y="202054"/>
                </a:lnTo>
                <a:lnTo>
                  <a:pt x="196388" y="6295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" name="path-221">
            <a:extLst xmlns:a="http://schemas.openxmlformats.org/drawingml/2006/main">
              <a:ext uri="{FF2B5EF4-FFF2-40B4-BE49-F238E27FC236}">
                <a16:creationId xmlns:a16="http://schemas.microsoft.com/office/drawing/2014/main" id="{A0578972-C94D-4283-A90F-C12256161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9666" y="5099167"/>
            <a:ext cx="269141" cy="267070"/>
          </a:xfrm>
          <a:custGeom xmlns:a="http://schemas.openxmlformats.org/drawingml/2006/main">
            <a:pathLst>
              <a:path w="196389" h="194877">
                <a:moveTo>
                  <a:pt x="0" y="0"/>
                </a:moveTo>
                <a:lnTo>
                  <a:pt x="0" y="194877"/>
                </a:lnTo>
                <a:lnTo>
                  <a:pt x="196389" y="194877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3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" name="path-222">
            <a:extLst xmlns:a="http://schemas.openxmlformats.org/drawingml/2006/main">
              <a:ext uri="{FF2B5EF4-FFF2-40B4-BE49-F238E27FC236}">
                <a16:creationId xmlns:a16="http://schemas.microsoft.com/office/drawing/2014/main" id="{84C6E0F7-0F29-4227-8D59-C28CF384D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1730" y="5089851"/>
            <a:ext cx="286393" cy="285530"/>
          </a:xfrm>
          <a:custGeom xmlns:a="http://schemas.openxmlformats.org/drawingml/2006/main">
            <a:pathLst>
              <a:path w="208977" h="208348">
                <a:moveTo>
                  <a:pt x="208977" y="0"/>
                </a:moveTo>
                <a:lnTo>
                  <a:pt x="208977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7" y="0"/>
                </a:lnTo>
                <a:moveTo>
                  <a:pt x="6295" y="12589"/>
                </a:moveTo>
                <a:lnTo>
                  <a:pt x="12589" y="6294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8" y="202054"/>
                </a:lnTo>
                <a:lnTo>
                  <a:pt x="196388" y="6294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" name="path-223">
            <a:extLst xmlns:a="http://schemas.openxmlformats.org/drawingml/2006/main">
              <a:ext uri="{FF2B5EF4-FFF2-40B4-BE49-F238E27FC236}">
                <a16:creationId xmlns:a16="http://schemas.microsoft.com/office/drawing/2014/main" id="{4F6E57D2-6E15-42E4-AF6E-CC33EBF09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9666" y="5366237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1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" name="path-224">
            <a:extLst xmlns:a="http://schemas.openxmlformats.org/drawingml/2006/main">
              <a:ext uri="{FF2B5EF4-FFF2-40B4-BE49-F238E27FC236}">
                <a16:creationId xmlns:a16="http://schemas.microsoft.com/office/drawing/2014/main" id="{07538AB6-E000-4AE9-A6E6-FD348CAAB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1730" y="5358128"/>
            <a:ext cx="286393" cy="285530"/>
          </a:xfrm>
          <a:custGeom xmlns:a="http://schemas.openxmlformats.org/drawingml/2006/main">
            <a:pathLst>
              <a:path w="208977" h="208348">
                <a:moveTo>
                  <a:pt x="208977" y="0"/>
                </a:moveTo>
                <a:lnTo>
                  <a:pt x="208977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7" y="0"/>
                </a:lnTo>
                <a:moveTo>
                  <a:pt x="6295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8" y="202054"/>
                </a:lnTo>
                <a:lnTo>
                  <a:pt x="196388" y="6295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" name="path-225">
            <a:extLst xmlns:a="http://schemas.openxmlformats.org/drawingml/2006/main">
              <a:ext uri="{FF2B5EF4-FFF2-40B4-BE49-F238E27FC236}">
                <a16:creationId xmlns:a16="http://schemas.microsoft.com/office/drawing/2014/main" id="{2E4BC6D7-1CC9-455F-9B95-BCF6D28BD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9666" y="5635377"/>
            <a:ext cx="269141" cy="267071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7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" name="path-226">
            <a:extLst xmlns:a="http://schemas.openxmlformats.org/drawingml/2006/main">
              <a:ext uri="{FF2B5EF4-FFF2-40B4-BE49-F238E27FC236}">
                <a16:creationId xmlns:a16="http://schemas.microsoft.com/office/drawing/2014/main" id="{10ABF836-5DD4-451D-9F54-5681C002F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1730" y="5626406"/>
            <a:ext cx="286393" cy="285531"/>
          </a:xfrm>
          <a:custGeom xmlns:a="http://schemas.openxmlformats.org/drawingml/2006/main">
            <a:pathLst>
              <a:path w="208977" h="208348">
                <a:moveTo>
                  <a:pt x="208977" y="0"/>
                </a:moveTo>
                <a:lnTo>
                  <a:pt x="208977" y="208348"/>
                </a:lnTo>
                <a:lnTo>
                  <a:pt x="0" y="208348"/>
                </a:lnTo>
                <a:lnTo>
                  <a:pt x="0" y="0"/>
                </a:lnTo>
                <a:lnTo>
                  <a:pt x="208977" y="0"/>
                </a:lnTo>
                <a:moveTo>
                  <a:pt x="6295" y="12589"/>
                </a:moveTo>
                <a:lnTo>
                  <a:pt x="12589" y="6295"/>
                </a:lnTo>
                <a:lnTo>
                  <a:pt x="12589" y="202054"/>
                </a:lnTo>
                <a:lnTo>
                  <a:pt x="6295" y="195759"/>
                </a:lnTo>
                <a:lnTo>
                  <a:pt x="202683" y="195759"/>
                </a:lnTo>
                <a:lnTo>
                  <a:pt x="196388" y="202054"/>
                </a:lnTo>
                <a:lnTo>
                  <a:pt x="196388" y="6295"/>
                </a:lnTo>
                <a:lnTo>
                  <a:pt x="202683" y="12589"/>
                </a:lnTo>
                <a:lnTo>
                  <a:pt x="6295" y="1258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30" name="">
            <a:extLst xmlns:a="http://schemas.openxmlformats.org/drawingml/2006/main">
              <a:ext uri="{FF2B5EF4-FFF2-40B4-BE49-F238E27FC236}">
                <a16:creationId xmlns:a16="http://schemas.microsoft.com/office/drawing/2014/main" id="{866B0426-4D95-4457-A322-77D6248C256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ea149854e674a43"/>
          <a:stretch xmlns:a="http://schemas.openxmlformats.org/drawingml/2006/main"/>
        </p:blipFill>
        <p:spPr>
          <a:xfrm xmlns:a="http://schemas.openxmlformats.org/drawingml/2006/main">
            <a:off x="4353340" y="8297090"/>
            <a:ext cx="7003968" cy="576133"/>
          </a:xfrm>
          <a:prstGeom xmlns:a="http://schemas.openxmlformats.org/drawingml/2006/main" prst="rect">
            <a:avLst/>
          </a:prstGeom>
        </p:spPr>
      </p:pic>
      <p:sp>
        <p:nvSpPr>
          <p:cNvPr id="231" name="text-228 Item">
            <a:extLst xmlns:a="http://schemas.openxmlformats.org/drawingml/2006/main">
              <a:ext uri="{FF2B5EF4-FFF2-40B4-BE49-F238E27FC236}">
                <a16:creationId xmlns:a16="http://schemas.microsoft.com/office/drawing/2014/main" id="{845D2F8D-157D-4A0E-AE89-AF9F584049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77898" y="8344511"/>
            <a:ext cx="625293" cy="4350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Item</a:t>
            </a:r>
          </a:p>
        </p:txBody>
      </p:sp>
      <p:sp>
        <p:nvSpPr>
          <p:cNvPr id="232" name="text-228 Embedding">
            <a:extLst xmlns:a="http://schemas.openxmlformats.org/drawingml/2006/main">
              <a:ext uri="{FF2B5EF4-FFF2-40B4-BE49-F238E27FC236}">
                <a16:creationId xmlns:a16="http://schemas.microsoft.com/office/drawing/2014/main" id="{85903BA2-6992-4204-9A51-858B2B591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24870" y="8344603"/>
            <a:ext cx="1487889" cy="4349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Embedding</a:t>
            </a:r>
          </a:p>
        </p:txBody>
      </p:sp>
      <p:sp>
        <p:nvSpPr>
          <p:cNvPr id="233" name="text-228 Layer">
            <a:extLst xmlns:a="http://schemas.openxmlformats.org/drawingml/2006/main">
              <a:ext uri="{FF2B5EF4-FFF2-40B4-BE49-F238E27FC236}">
                <a16:creationId xmlns:a16="http://schemas.microsoft.com/office/drawing/2014/main" id="{541C65A9-1C3D-47F1-9527-8432353DA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34473" y="8344441"/>
            <a:ext cx="780461" cy="4351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Layer</a:t>
            </a:r>
          </a:p>
        </p:txBody>
      </p:sp>
      <p:pic>
        <p:nvPicPr>
          <p:cNvPr id="234" name="">
            <a:extLst xmlns:a="http://schemas.openxmlformats.org/drawingml/2006/main">
              <a:ext uri="{FF2B5EF4-FFF2-40B4-BE49-F238E27FC236}">
                <a16:creationId xmlns:a16="http://schemas.microsoft.com/office/drawing/2014/main" id="{60B98175-A99E-4ADD-9416-C962A2F906D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ce6aabe9d404ebf"/>
          <a:stretch xmlns:a="http://schemas.openxmlformats.org/drawingml/2006/main"/>
        </p:blipFill>
        <p:spPr>
          <a:xfrm xmlns:a="http://schemas.openxmlformats.org/drawingml/2006/main">
            <a:off x="9190987" y="920744"/>
            <a:ext cx="1480510" cy="1938225"/>
          </a:xfrm>
          <a:prstGeom xmlns:a="http://schemas.openxmlformats.org/drawingml/2006/main" prst="rect">
            <a:avLst/>
          </a:prstGeom>
        </p:spPr>
      </p:pic>
      <p:pic>
        <p:nvPicPr>
          <p:cNvPr id="235" name="">
            <a:extLst xmlns:a="http://schemas.openxmlformats.org/drawingml/2006/main">
              <a:ext uri="{FF2B5EF4-FFF2-40B4-BE49-F238E27FC236}">
                <a16:creationId xmlns:a16="http://schemas.microsoft.com/office/drawing/2014/main" id="{E2529FFF-37FA-433F-97FC-4B8489D3DF2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c4334d77a9c4fc3"/>
          <a:stretch xmlns:a="http://schemas.openxmlformats.org/drawingml/2006/main"/>
        </p:blipFill>
        <p:spPr>
          <a:xfrm xmlns:a="http://schemas.openxmlformats.org/drawingml/2006/main">
            <a:off x="9497840" y="1892945"/>
            <a:ext cx="774641" cy="774641"/>
          </a:xfrm>
          <a:prstGeom xmlns:a="http://schemas.openxmlformats.org/drawingml/2006/main" prst="rect">
            <a:avLst/>
          </a:prstGeom>
        </p:spPr>
      </p:pic>
      <p:sp>
        <p:nvSpPr>
          <p:cNvPr id="236" name="text-231 Gating">
            <a:extLst xmlns:a="http://schemas.openxmlformats.org/drawingml/2006/main">
              <a:ext uri="{FF2B5EF4-FFF2-40B4-BE49-F238E27FC236}">
                <a16:creationId xmlns:a16="http://schemas.microsoft.com/office/drawing/2014/main" id="{62FA62C2-3F41-4A3B-B90C-49DFCE538C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96114" y="1081058"/>
            <a:ext cx="901302" cy="4349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Gating</a:t>
            </a:r>
          </a:p>
        </p:txBody>
      </p:sp>
      <p:sp>
        <p:nvSpPr>
          <p:cNvPr id="237" name="text-232 Network">
            <a:extLst xmlns:a="http://schemas.openxmlformats.org/drawingml/2006/main">
              <a:ext uri="{FF2B5EF4-FFF2-40B4-BE49-F238E27FC236}">
                <a16:creationId xmlns:a16="http://schemas.microsoft.com/office/drawing/2014/main" id="{55210778-7B4F-42BF-B59A-114EFF4E8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75346" y="1453698"/>
            <a:ext cx="1142843" cy="4350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Network</a:t>
            </a:r>
          </a:p>
        </p:txBody>
      </p:sp>
      <p:sp>
        <p:nvSpPr>
          <p:cNvPr id="238" name="path-233">
            <a:extLst xmlns:a="http://schemas.openxmlformats.org/drawingml/2006/main">
              <a:ext uri="{FF2B5EF4-FFF2-40B4-BE49-F238E27FC236}">
                <a16:creationId xmlns:a16="http://schemas.microsoft.com/office/drawing/2014/main" id="{FF4DA3D5-DFAD-44A9-901B-A68383562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8152" y="4907836"/>
            <a:ext cx="1503563" cy="69011"/>
          </a:xfrm>
          <a:custGeom xmlns:a="http://schemas.openxmlformats.org/drawingml/2006/main">
            <a:pathLst>
              <a:path w="1097131" h="50356">
                <a:moveTo>
                  <a:pt x="1021597" y="50356"/>
                </a:moveTo>
                <a:lnTo>
                  <a:pt x="1021597" y="25178"/>
                </a:lnTo>
                <a:lnTo>
                  <a:pt x="1021597" y="0"/>
                </a:lnTo>
                <a:lnTo>
                  <a:pt x="1097131" y="25178"/>
                </a:lnTo>
                <a:lnTo>
                  <a:pt x="1021597" y="50356"/>
                </a:lnTo>
                <a:moveTo>
                  <a:pt x="0" y="15736"/>
                </a:moveTo>
                <a:lnTo>
                  <a:pt x="1059363" y="15736"/>
                </a:lnTo>
                <a:lnTo>
                  <a:pt x="1059363" y="34620"/>
                </a:lnTo>
                <a:lnTo>
                  <a:pt x="0" y="34620"/>
                </a:lnTo>
                <a:lnTo>
                  <a:pt x="0" y="1573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" name="path-234">
            <a:extLst xmlns:a="http://schemas.openxmlformats.org/drawingml/2006/main">
              <a:ext uri="{FF2B5EF4-FFF2-40B4-BE49-F238E27FC236}">
                <a16:creationId xmlns:a16="http://schemas.microsoft.com/office/drawing/2014/main" id="{1027BF54-0434-47AD-B724-D420EB30A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13104" y="3976196"/>
            <a:ext cx="3624769" cy="3216745"/>
          </a:xfrm>
          <a:custGeom xmlns:a="http://schemas.openxmlformats.org/drawingml/2006/main">
            <a:pathLst>
              <a:path w="2644949" h="2347219">
                <a:moveTo>
                  <a:pt x="0" y="1947619"/>
                </a:moveTo>
                <a:lnTo>
                  <a:pt x="0" y="1846907"/>
                </a:lnTo>
                <a:lnTo>
                  <a:pt x="25178" y="1846907"/>
                </a:lnTo>
                <a:lnTo>
                  <a:pt x="25178" y="1947619"/>
                </a:lnTo>
                <a:lnTo>
                  <a:pt x="0" y="1947619"/>
                </a:lnTo>
                <a:moveTo>
                  <a:pt x="0" y="1771373"/>
                </a:moveTo>
                <a:lnTo>
                  <a:pt x="0" y="1670661"/>
                </a:lnTo>
                <a:lnTo>
                  <a:pt x="25178" y="1670661"/>
                </a:lnTo>
                <a:lnTo>
                  <a:pt x="25178" y="1771373"/>
                </a:lnTo>
                <a:lnTo>
                  <a:pt x="0" y="1771373"/>
                </a:lnTo>
                <a:moveTo>
                  <a:pt x="0" y="1595127"/>
                </a:moveTo>
                <a:lnTo>
                  <a:pt x="0" y="1494415"/>
                </a:lnTo>
                <a:lnTo>
                  <a:pt x="25178" y="1494415"/>
                </a:lnTo>
                <a:lnTo>
                  <a:pt x="25178" y="1595127"/>
                </a:lnTo>
                <a:lnTo>
                  <a:pt x="0" y="1595127"/>
                </a:lnTo>
                <a:moveTo>
                  <a:pt x="0" y="1418881"/>
                </a:moveTo>
                <a:lnTo>
                  <a:pt x="0" y="1318169"/>
                </a:lnTo>
                <a:lnTo>
                  <a:pt x="25178" y="1318169"/>
                </a:lnTo>
                <a:lnTo>
                  <a:pt x="25178" y="1418881"/>
                </a:lnTo>
                <a:lnTo>
                  <a:pt x="0" y="1418881"/>
                </a:lnTo>
                <a:moveTo>
                  <a:pt x="0" y="1242635"/>
                </a:moveTo>
                <a:lnTo>
                  <a:pt x="0" y="1141923"/>
                </a:lnTo>
                <a:lnTo>
                  <a:pt x="25178" y="1141923"/>
                </a:lnTo>
                <a:lnTo>
                  <a:pt x="25178" y="1242635"/>
                </a:lnTo>
                <a:lnTo>
                  <a:pt x="0" y="1242635"/>
                </a:lnTo>
                <a:moveTo>
                  <a:pt x="0" y="1066389"/>
                </a:moveTo>
                <a:lnTo>
                  <a:pt x="0" y="965678"/>
                </a:lnTo>
                <a:lnTo>
                  <a:pt x="25178" y="965678"/>
                </a:lnTo>
                <a:lnTo>
                  <a:pt x="25178" y="1066389"/>
                </a:lnTo>
                <a:lnTo>
                  <a:pt x="0" y="1066389"/>
                </a:lnTo>
                <a:moveTo>
                  <a:pt x="0" y="890143"/>
                </a:moveTo>
                <a:lnTo>
                  <a:pt x="0" y="789431"/>
                </a:lnTo>
                <a:lnTo>
                  <a:pt x="25178" y="789431"/>
                </a:lnTo>
                <a:lnTo>
                  <a:pt x="25178" y="890143"/>
                </a:lnTo>
                <a:lnTo>
                  <a:pt x="0" y="890143"/>
                </a:lnTo>
                <a:moveTo>
                  <a:pt x="0" y="713897"/>
                </a:moveTo>
                <a:lnTo>
                  <a:pt x="0" y="613185"/>
                </a:lnTo>
                <a:lnTo>
                  <a:pt x="25178" y="613185"/>
                </a:lnTo>
                <a:lnTo>
                  <a:pt x="25178" y="713897"/>
                </a:lnTo>
                <a:lnTo>
                  <a:pt x="0" y="713897"/>
                </a:lnTo>
                <a:moveTo>
                  <a:pt x="0" y="537651"/>
                </a:moveTo>
                <a:lnTo>
                  <a:pt x="0" y="436939"/>
                </a:lnTo>
                <a:lnTo>
                  <a:pt x="25178" y="436939"/>
                </a:lnTo>
                <a:lnTo>
                  <a:pt x="25178" y="537651"/>
                </a:lnTo>
                <a:lnTo>
                  <a:pt x="0" y="537651"/>
                </a:lnTo>
                <a:moveTo>
                  <a:pt x="1926" y="360347"/>
                </a:moveTo>
                <a:lnTo>
                  <a:pt x="2065" y="358761"/>
                </a:lnTo>
                <a:lnTo>
                  <a:pt x="3210" y="348728"/>
                </a:lnTo>
                <a:lnTo>
                  <a:pt x="4607" y="338757"/>
                </a:lnTo>
                <a:lnTo>
                  <a:pt x="6243" y="328887"/>
                </a:lnTo>
                <a:lnTo>
                  <a:pt x="8120" y="319081"/>
                </a:lnTo>
                <a:lnTo>
                  <a:pt x="10234" y="309375"/>
                </a:lnTo>
                <a:lnTo>
                  <a:pt x="12576" y="299744"/>
                </a:lnTo>
                <a:lnTo>
                  <a:pt x="15157" y="290214"/>
                </a:lnTo>
                <a:lnTo>
                  <a:pt x="17964" y="280773"/>
                </a:lnTo>
                <a:lnTo>
                  <a:pt x="20997" y="271444"/>
                </a:lnTo>
                <a:lnTo>
                  <a:pt x="24246" y="262204"/>
                </a:lnTo>
                <a:lnTo>
                  <a:pt x="25404" y="259170"/>
                </a:lnTo>
                <a:lnTo>
                  <a:pt x="48945" y="268121"/>
                </a:lnTo>
                <a:lnTo>
                  <a:pt x="47837" y="271004"/>
                </a:lnTo>
                <a:lnTo>
                  <a:pt x="47951" y="270714"/>
                </a:lnTo>
                <a:lnTo>
                  <a:pt x="44791" y="279665"/>
                </a:lnTo>
                <a:lnTo>
                  <a:pt x="44892" y="279362"/>
                </a:lnTo>
                <a:lnTo>
                  <a:pt x="41959" y="288402"/>
                </a:lnTo>
                <a:lnTo>
                  <a:pt x="42059" y="288111"/>
                </a:lnTo>
                <a:lnTo>
                  <a:pt x="39341" y="297239"/>
                </a:lnTo>
                <a:lnTo>
                  <a:pt x="39428" y="296937"/>
                </a:lnTo>
                <a:lnTo>
                  <a:pt x="36923" y="306177"/>
                </a:lnTo>
                <a:lnTo>
                  <a:pt x="36999" y="305862"/>
                </a:lnTo>
                <a:lnTo>
                  <a:pt x="34732" y="315191"/>
                </a:lnTo>
                <a:lnTo>
                  <a:pt x="34796" y="314876"/>
                </a:lnTo>
                <a:lnTo>
                  <a:pt x="32756" y="324280"/>
                </a:lnTo>
                <a:lnTo>
                  <a:pt x="32819" y="323978"/>
                </a:lnTo>
                <a:lnTo>
                  <a:pt x="30994" y="333470"/>
                </a:lnTo>
                <a:lnTo>
                  <a:pt x="31058" y="333155"/>
                </a:lnTo>
                <a:lnTo>
                  <a:pt x="29471" y="342723"/>
                </a:lnTo>
                <a:lnTo>
                  <a:pt x="29520" y="342408"/>
                </a:lnTo>
                <a:lnTo>
                  <a:pt x="28160" y="352052"/>
                </a:lnTo>
                <a:lnTo>
                  <a:pt x="28212" y="351736"/>
                </a:lnTo>
                <a:lnTo>
                  <a:pt x="27092" y="361468"/>
                </a:lnTo>
                <a:lnTo>
                  <a:pt x="27129" y="361153"/>
                </a:lnTo>
                <a:lnTo>
                  <a:pt x="27003" y="362576"/>
                </a:lnTo>
                <a:lnTo>
                  <a:pt x="1926" y="360347"/>
                </a:lnTo>
                <a:moveTo>
                  <a:pt x="59772" y="189313"/>
                </a:moveTo>
                <a:lnTo>
                  <a:pt x="62957" y="184215"/>
                </a:lnTo>
                <a:lnTo>
                  <a:pt x="68257" y="176170"/>
                </a:lnTo>
                <a:lnTo>
                  <a:pt x="73732" y="168264"/>
                </a:lnTo>
                <a:lnTo>
                  <a:pt x="79399" y="160510"/>
                </a:lnTo>
                <a:lnTo>
                  <a:pt x="85239" y="152881"/>
                </a:lnTo>
                <a:lnTo>
                  <a:pt x="91257" y="145416"/>
                </a:lnTo>
                <a:lnTo>
                  <a:pt x="97451" y="138089"/>
                </a:lnTo>
                <a:lnTo>
                  <a:pt x="103808" y="130913"/>
                </a:lnTo>
                <a:lnTo>
                  <a:pt x="110343" y="123901"/>
                </a:lnTo>
                <a:lnTo>
                  <a:pt x="117039" y="117040"/>
                </a:lnTo>
                <a:lnTo>
                  <a:pt x="123900" y="110343"/>
                </a:lnTo>
                <a:lnTo>
                  <a:pt x="125386" y="108958"/>
                </a:lnTo>
                <a:lnTo>
                  <a:pt x="142545" y="127388"/>
                </a:lnTo>
                <a:lnTo>
                  <a:pt x="141161" y="128672"/>
                </a:lnTo>
                <a:lnTo>
                  <a:pt x="141386" y="128458"/>
                </a:lnTo>
                <a:lnTo>
                  <a:pt x="134740" y="134954"/>
                </a:lnTo>
                <a:lnTo>
                  <a:pt x="134955" y="134740"/>
                </a:lnTo>
                <a:lnTo>
                  <a:pt x="128457" y="141387"/>
                </a:lnTo>
                <a:lnTo>
                  <a:pt x="128672" y="141161"/>
                </a:lnTo>
                <a:lnTo>
                  <a:pt x="122340" y="147958"/>
                </a:lnTo>
                <a:lnTo>
                  <a:pt x="122540" y="147744"/>
                </a:lnTo>
                <a:lnTo>
                  <a:pt x="116384" y="154681"/>
                </a:lnTo>
                <a:lnTo>
                  <a:pt x="116574" y="154455"/>
                </a:lnTo>
                <a:lnTo>
                  <a:pt x="110581" y="161555"/>
                </a:lnTo>
                <a:lnTo>
                  <a:pt x="110771" y="161328"/>
                </a:lnTo>
                <a:lnTo>
                  <a:pt x="104941" y="168567"/>
                </a:lnTo>
                <a:lnTo>
                  <a:pt x="105131" y="168327"/>
                </a:lnTo>
                <a:lnTo>
                  <a:pt x="99464" y="175705"/>
                </a:lnTo>
                <a:lnTo>
                  <a:pt x="99642" y="175465"/>
                </a:lnTo>
                <a:lnTo>
                  <a:pt x="94165" y="182981"/>
                </a:lnTo>
                <a:lnTo>
                  <a:pt x="94341" y="182742"/>
                </a:lnTo>
                <a:lnTo>
                  <a:pt x="89029" y="190396"/>
                </a:lnTo>
                <a:lnTo>
                  <a:pt x="89205" y="190144"/>
                </a:lnTo>
                <a:lnTo>
                  <a:pt x="84069" y="197925"/>
                </a:lnTo>
                <a:lnTo>
                  <a:pt x="84233" y="197672"/>
                </a:lnTo>
                <a:lnTo>
                  <a:pt x="81135" y="202645"/>
                </a:lnTo>
                <a:lnTo>
                  <a:pt x="59772" y="189313"/>
                </a:lnTo>
                <a:moveTo>
                  <a:pt x="186896" y="61284"/>
                </a:moveTo>
                <a:lnTo>
                  <a:pt x="192385" y="57859"/>
                </a:lnTo>
                <a:lnTo>
                  <a:pt x="200693" y="52949"/>
                </a:lnTo>
                <a:lnTo>
                  <a:pt x="209115" y="48241"/>
                </a:lnTo>
                <a:lnTo>
                  <a:pt x="217677" y="43721"/>
                </a:lnTo>
                <a:lnTo>
                  <a:pt x="226350" y="39416"/>
                </a:lnTo>
                <a:lnTo>
                  <a:pt x="235150" y="35300"/>
                </a:lnTo>
                <a:lnTo>
                  <a:pt x="244049" y="31410"/>
                </a:lnTo>
                <a:lnTo>
                  <a:pt x="253076" y="27721"/>
                </a:lnTo>
                <a:lnTo>
                  <a:pt x="262203" y="24246"/>
                </a:lnTo>
                <a:lnTo>
                  <a:pt x="271443" y="20998"/>
                </a:lnTo>
                <a:lnTo>
                  <a:pt x="280772" y="17964"/>
                </a:lnTo>
                <a:lnTo>
                  <a:pt x="281162" y="17851"/>
                </a:lnTo>
                <a:lnTo>
                  <a:pt x="288350" y="41984"/>
                </a:lnTo>
                <a:lnTo>
                  <a:pt x="288111" y="42060"/>
                </a:lnTo>
                <a:lnTo>
                  <a:pt x="288400" y="41959"/>
                </a:lnTo>
                <a:lnTo>
                  <a:pt x="279362" y="44892"/>
                </a:lnTo>
                <a:lnTo>
                  <a:pt x="279664" y="44792"/>
                </a:lnTo>
                <a:lnTo>
                  <a:pt x="270713" y="47952"/>
                </a:lnTo>
                <a:lnTo>
                  <a:pt x="271003" y="47838"/>
                </a:lnTo>
                <a:lnTo>
                  <a:pt x="262166" y="51199"/>
                </a:lnTo>
                <a:lnTo>
                  <a:pt x="262455" y="51086"/>
                </a:lnTo>
                <a:lnTo>
                  <a:pt x="253717" y="54661"/>
                </a:lnTo>
                <a:lnTo>
                  <a:pt x="254008" y="54536"/>
                </a:lnTo>
                <a:lnTo>
                  <a:pt x="245384" y="58312"/>
                </a:lnTo>
                <a:lnTo>
                  <a:pt x="245661" y="58187"/>
                </a:lnTo>
                <a:lnTo>
                  <a:pt x="237138" y="62164"/>
                </a:lnTo>
                <a:lnTo>
                  <a:pt x="237415" y="62026"/>
                </a:lnTo>
                <a:lnTo>
                  <a:pt x="229019" y="66205"/>
                </a:lnTo>
                <a:lnTo>
                  <a:pt x="229283" y="66067"/>
                </a:lnTo>
                <a:lnTo>
                  <a:pt x="221000" y="70436"/>
                </a:lnTo>
                <a:lnTo>
                  <a:pt x="221277" y="70284"/>
                </a:lnTo>
                <a:lnTo>
                  <a:pt x="213107" y="74854"/>
                </a:lnTo>
                <a:lnTo>
                  <a:pt x="213372" y="74703"/>
                </a:lnTo>
                <a:lnTo>
                  <a:pt x="205326" y="79449"/>
                </a:lnTo>
                <a:lnTo>
                  <a:pt x="205591" y="79298"/>
                </a:lnTo>
                <a:lnTo>
                  <a:pt x="200228" y="82647"/>
                </a:lnTo>
                <a:lnTo>
                  <a:pt x="186896" y="61284"/>
                </a:lnTo>
                <a:moveTo>
                  <a:pt x="357201" y="2241"/>
                </a:moveTo>
                <a:lnTo>
                  <a:pt x="358761" y="2065"/>
                </a:lnTo>
                <a:lnTo>
                  <a:pt x="368869" y="1158"/>
                </a:lnTo>
                <a:lnTo>
                  <a:pt x="379054" y="516"/>
                </a:lnTo>
                <a:lnTo>
                  <a:pt x="389302" y="126"/>
                </a:lnTo>
                <a:lnTo>
                  <a:pt x="399524" y="0"/>
                </a:lnTo>
                <a:lnTo>
                  <a:pt x="459258" y="0"/>
                </a:lnTo>
                <a:lnTo>
                  <a:pt x="459258" y="25178"/>
                </a:lnTo>
                <a:lnTo>
                  <a:pt x="399600" y="25178"/>
                </a:lnTo>
                <a:lnTo>
                  <a:pt x="399763" y="25178"/>
                </a:lnTo>
                <a:lnTo>
                  <a:pt x="389767" y="25304"/>
                </a:lnTo>
                <a:lnTo>
                  <a:pt x="390096" y="25291"/>
                </a:lnTo>
                <a:lnTo>
                  <a:pt x="380161" y="25669"/>
                </a:lnTo>
                <a:lnTo>
                  <a:pt x="380477" y="25656"/>
                </a:lnTo>
                <a:lnTo>
                  <a:pt x="370620" y="26286"/>
                </a:lnTo>
                <a:lnTo>
                  <a:pt x="370934" y="26261"/>
                </a:lnTo>
                <a:lnTo>
                  <a:pt x="361140" y="27129"/>
                </a:lnTo>
                <a:lnTo>
                  <a:pt x="361468" y="27092"/>
                </a:lnTo>
                <a:lnTo>
                  <a:pt x="360057" y="27255"/>
                </a:lnTo>
                <a:lnTo>
                  <a:pt x="357201" y="2241"/>
                </a:lnTo>
                <a:moveTo>
                  <a:pt x="534793" y="0"/>
                </a:moveTo>
                <a:lnTo>
                  <a:pt x="635505" y="0"/>
                </a:lnTo>
                <a:lnTo>
                  <a:pt x="635505" y="25178"/>
                </a:lnTo>
                <a:lnTo>
                  <a:pt x="534793" y="25178"/>
                </a:lnTo>
                <a:lnTo>
                  <a:pt x="534793" y="0"/>
                </a:lnTo>
                <a:moveTo>
                  <a:pt x="711039" y="0"/>
                </a:moveTo>
                <a:lnTo>
                  <a:pt x="811751" y="0"/>
                </a:lnTo>
                <a:lnTo>
                  <a:pt x="811751" y="25178"/>
                </a:lnTo>
                <a:lnTo>
                  <a:pt x="711039" y="25178"/>
                </a:lnTo>
                <a:lnTo>
                  <a:pt x="711039" y="0"/>
                </a:lnTo>
                <a:moveTo>
                  <a:pt x="887285" y="0"/>
                </a:moveTo>
                <a:lnTo>
                  <a:pt x="987997" y="0"/>
                </a:lnTo>
                <a:lnTo>
                  <a:pt x="987997" y="25178"/>
                </a:lnTo>
                <a:lnTo>
                  <a:pt x="887285" y="25178"/>
                </a:lnTo>
                <a:lnTo>
                  <a:pt x="887285" y="0"/>
                </a:lnTo>
                <a:moveTo>
                  <a:pt x="1063532" y="0"/>
                </a:moveTo>
                <a:lnTo>
                  <a:pt x="1164244" y="0"/>
                </a:lnTo>
                <a:lnTo>
                  <a:pt x="1164244" y="25178"/>
                </a:lnTo>
                <a:lnTo>
                  <a:pt x="1063532" y="25178"/>
                </a:lnTo>
                <a:lnTo>
                  <a:pt x="1063532" y="0"/>
                </a:lnTo>
                <a:moveTo>
                  <a:pt x="1239776" y="0"/>
                </a:moveTo>
                <a:lnTo>
                  <a:pt x="1340488" y="0"/>
                </a:lnTo>
                <a:lnTo>
                  <a:pt x="1340488" y="25178"/>
                </a:lnTo>
                <a:lnTo>
                  <a:pt x="1239776" y="25178"/>
                </a:lnTo>
                <a:lnTo>
                  <a:pt x="1239776" y="0"/>
                </a:lnTo>
                <a:moveTo>
                  <a:pt x="1416023" y="0"/>
                </a:moveTo>
                <a:lnTo>
                  <a:pt x="1516735" y="0"/>
                </a:lnTo>
                <a:lnTo>
                  <a:pt x="1516735" y="25178"/>
                </a:lnTo>
                <a:lnTo>
                  <a:pt x="1416023" y="25178"/>
                </a:lnTo>
                <a:lnTo>
                  <a:pt x="1416023" y="0"/>
                </a:lnTo>
                <a:moveTo>
                  <a:pt x="1592269" y="0"/>
                </a:moveTo>
                <a:lnTo>
                  <a:pt x="1692981" y="0"/>
                </a:lnTo>
                <a:lnTo>
                  <a:pt x="1692981" y="25178"/>
                </a:lnTo>
                <a:lnTo>
                  <a:pt x="1592269" y="25178"/>
                </a:lnTo>
                <a:lnTo>
                  <a:pt x="1592269" y="0"/>
                </a:lnTo>
                <a:moveTo>
                  <a:pt x="1768515" y="0"/>
                </a:moveTo>
                <a:lnTo>
                  <a:pt x="1869227" y="0"/>
                </a:lnTo>
                <a:lnTo>
                  <a:pt x="1869227" y="25178"/>
                </a:lnTo>
                <a:lnTo>
                  <a:pt x="1768515" y="25178"/>
                </a:lnTo>
                <a:lnTo>
                  <a:pt x="1768515" y="0"/>
                </a:lnTo>
                <a:moveTo>
                  <a:pt x="1944762" y="0"/>
                </a:moveTo>
                <a:lnTo>
                  <a:pt x="2045474" y="0"/>
                </a:lnTo>
                <a:lnTo>
                  <a:pt x="2045474" y="25178"/>
                </a:lnTo>
                <a:lnTo>
                  <a:pt x="1944762" y="25178"/>
                </a:lnTo>
                <a:lnTo>
                  <a:pt x="1944762" y="0"/>
                </a:lnTo>
                <a:moveTo>
                  <a:pt x="2121008" y="0"/>
                </a:moveTo>
                <a:lnTo>
                  <a:pt x="2221718" y="0"/>
                </a:lnTo>
                <a:lnTo>
                  <a:pt x="2221718" y="25178"/>
                </a:lnTo>
                <a:lnTo>
                  <a:pt x="2121008" y="25178"/>
                </a:lnTo>
                <a:lnTo>
                  <a:pt x="2121008" y="0"/>
                </a:lnTo>
                <a:moveTo>
                  <a:pt x="2298852" y="3575"/>
                </a:moveTo>
                <a:lnTo>
                  <a:pt x="2306178" y="4608"/>
                </a:lnTo>
                <a:lnTo>
                  <a:pt x="2316061" y="6244"/>
                </a:lnTo>
                <a:lnTo>
                  <a:pt x="2325867" y="8120"/>
                </a:lnTo>
                <a:lnTo>
                  <a:pt x="2335574" y="10235"/>
                </a:lnTo>
                <a:lnTo>
                  <a:pt x="2345205" y="12577"/>
                </a:lnTo>
                <a:lnTo>
                  <a:pt x="2354734" y="15157"/>
                </a:lnTo>
                <a:lnTo>
                  <a:pt x="2364164" y="17964"/>
                </a:lnTo>
                <a:lnTo>
                  <a:pt x="2373506" y="20998"/>
                </a:lnTo>
                <a:lnTo>
                  <a:pt x="2382746" y="24246"/>
                </a:lnTo>
                <a:lnTo>
                  <a:pt x="2391872" y="27721"/>
                </a:lnTo>
                <a:lnTo>
                  <a:pt x="2398820" y="30553"/>
                </a:lnTo>
                <a:lnTo>
                  <a:pt x="2389291" y="53868"/>
                </a:lnTo>
                <a:lnTo>
                  <a:pt x="2382494" y="51086"/>
                </a:lnTo>
                <a:lnTo>
                  <a:pt x="2382783" y="51199"/>
                </a:lnTo>
                <a:lnTo>
                  <a:pt x="2373946" y="47838"/>
                </a:lnTo>
                <a:lnTo>
                  <a:pt x="2374235" y="47952"/>
                </a:lnTo>
                <a:lnTo>
                  <a:pt x="2365285" y="44792"/>
                </a:lnTo>
                <a:lnTo>
                  <a:pt x="2365586" y="44892"/>
                </a:lnTo>
                <a:lnTo>
                  <a:pt x="2356547" y="41959"/>
                </a:lnTo>
                <a:lnTo>
                  <a:pt x="2356836" y="42060"/>
                </a:lnTo>
                <a:lnTo>
                  <a:pt x="2347710" y="39341"/>
                </a:lnTo>
                <a:lnTo>
                  <a:pt x="2348012" y="39429"/>
                </a:lnTo>
                <a:lnTo>
                  <a:pt x="2338772" y="36924"/>
                </a:lnTo>
                <a:lnTo>
                  <a:pt x="2339086" y="36999"/>
                </a:lnTo>
                <a:lnTo>
                  <a:pt x="2329757" y="34733"/>
                </a:lnTo>
                <a:lnTo>
                  <a:pt x="2330073" y="34796"/>
                </a:lnTo>
                <a:lnTo>
                  <a:pt x="2320668" y="32756"/>
                </a:lnTo>
                <a:lnTo>
                  <a:pt x="2320971" y="32820"/>
                </a:lnTo>
                <a:lnTo>
                  <a:pt x="2311479" y="30994"/>
                </a:lnTo>
                <a:lnTo>
                  <a:pt x="2311793" y="31057"/>
                </a:lnTo>
                <a:lnTo>
                  <a:pt x="2302227" y="29471"/>
                </a:lnTo>
                <a:lnTo>
                  <a:pt x="2302541" y="29521"/>
                </a:lnTo>
                <a:lnTo>
                  <a:pt x="2295364" y="28514"/>
                </a:lnTo>
                <a:lnTo>
                  <a:pt x="2298852" y="3575"/>
                </a:lnTo>
                <a:moveTo>
                  <a:pt x="2467419" y="67364"/>
                </a:moveTo>
                <a:lnTo>
                  <a:pt x="2468779" y="68257"/>
                </a:lnTo>
                <a:lnTo>
                  <a:pt x="2476685" y="73734"/>
                </a:lnTo>
                <a:lnTo>
                  <a:pt x="2484440" y="79399"/>
                </a:lnTo>
                <a:lnTo>
                  <a:pt x="2492055" y="85240"/>
                </a:lnTo>
                <a:lnTo>
                  <a:pt x="2499533" y="91257"/>
                </a:lnTo>
                <a:lnTo>
                  <a:pt x="2506861" y="97451"/>
                </a:lnTo>
                <a:lnTo>
                  <a:pt x="2514036" y="103809"/>
                </a:lnTo>
                <a:lnTo>
                  <a:pt x="2521048" y="110343"/>
                </a:lnTo>
                <a:lnTo>
                  <a:pt x="2527910" y="117040"/>
                </a:lnTo>
                <a:lnTo>
                  <a:pt x="2534606" y="123901"/>
                </a:lnTo>
                <a:lnTo>
                  <a:pt x="2541140" y="130913"/>
                </a:lnTo>
                <a:lnTo>
                  <a:pt x="2545420" y="135747"/>
                </a:lnTo>
                <a:lnTo>
                  <a:pt x="2526587" y="152453"/>
                </a:lnTo>
                <a:lnTo>
                  <a:pt x="2522408" y="147744"/>
                </a:lnTo>
                <a:lnTo>
                  <a:pt x="2522609" y="147958"/>
                </a:lnTo>
                <a:lnTo>
                  <a:pt x="2516276" y="141161"/>
                </a:lnTo>
                <a:lnTo>
                  <a:pt x="2516491" y="141387"/>
                </a:lnTo>
                <a:lnTo>
                  <a:pt x="2509996" y="134740"/>
                </a:lnTo>
                <a:lnTo>
                  <a:pt x="2510209" y="134954"/>
                </a:lnTo>
                <a:lnTo>
                  <a:pt x="2503561" y="128458"/>
                </a:lnTo>
                <a:lnTo>
                  <a:pt x="2503788" y="128672"/>
                </a:lnTo>
                <a:lnTo>
                  <a:pt x="2496990" y="122340"/>
                </a:lnTo>
                <a:lnTo>
                  <a:pt x="2497203" y="122541"/>
                </a:lnTo>
                <a:lnTo>
                  <a:pt x="2490268" y="116385"/>
                </a:lnTo>
                <a:lnTo>
                  <a:pt x="2490495" y="116574"/>
                </a:lnTo>
                <a:lnTo>
                  <a:pt x="2483394" y="110582"/>
                </a:lnTo>
                <a:lnTo>
                  <a:pt x="2483619" y="110771"/>
                </a:lnTo>
                <a:lnTo>
                  <a:pt x="2476382" y="104942"/>
                </a:lnTo>
                <a:lnTo>
                  <a:pt x="2476621" y="105118"/>
                </a:lnTo>
                <a:lnTo>
                  <a:pt x="2469244" y="99466"/>
                </a:lnTo>
                <a:lnTo>
                  <a:pt x="2469483" y="99642"/>
                </a:lnTo>
                <a:lnTo>
                  <a:pt x="2461967" y="94166"/>
                </a:lnTo>
                <a:lnTo>
                  <a:pt x="2462207" y="94342"/>
                </a:lnTo>
                <a:lnTo>
                  <a:pt x="2454552" y="89029"/>
                </a:lnTo>
                <a:lnTo>
                  <a:pt x="2454804" y="89206"/>
                </a:lnTo>
                <a:lnTo>
                  <a:pt x="2453583" y="88387"/>
                </a:lnTo>
                <a:lnTo>
                  <a:pt x="2467419" y="67364"/>
                </a:lnTo>
                <a:moveTo>
                  <a:pt x="2590930" y="198881"/>
                </a:moveTo>
                <a:lnTo>
                  <a:pt x="2591999" y="200694"/>
                </a:lnTo>
                <a:lnTo>
                  <a:pt x="2596707" y="209116"/>
                </a:lnTo>
                <a:lnTo>
                  <a:pt x="2601226" y="217677"/>
                </a:lnTo>
                <a:lnTo>
                  <a:pt x="2605533" y="226350"/>
                </a:lnTo>
                <a:lnTo>
                  <a:pt x="2609648" y="235150"/>
                </a:lnTo>
                <a:lnTo>
                  <a:pt x="2613539" y="244050"/>
                </a:lnTo>
                <a:lnTo>
                  <a:pt x="2617228" y="253076"/>
                </a:lnTo>
                <a:lnTo>
                  <a:pt x="2620702" y="262204"/>
                </a:lnTo>
                <a:lnTo>
                  <a:pt x="2623951" y="271444"/>
                </a:lnTo>
                <a:lnTo>
                  <a:pt x="2626985" y="280773"/>
                </a:lnTo>
                <a:lnTo>
                  <a:pt x="2629792" y="290214"/>
                </a:lnTo>
                <a:lnTo>
                  <a:pt x="2630988" y="294646"/>
                </a:lnTo>
                <a:lnTo>
                  <a:pt x="2606678" y="301217"/>
                </a:lnTo>
                <a:lnTo>
                  <a:pt x="2605519" y="296937"/>
                </a:lnTo>
                <a:lnTo>
                  <a:pt x="2605608" y="297239"/>
                </a:lnTo>
                <a:lnTo>
                  <a:pt x="2602888" y="288111"/>
                </a:lnTo>
                <a:lnTo>
                  <a:pt x="2602989" y="288402"/>
                </a:lnTo>
                <a:lnTo>
                  <a:pt x="2600057" y="279362"/>
                </a:lnTo>
                <a:lnTo>
                  <a:pt x="2600158" y="279665"/>
                </a:lnTo>
                <a:lnTo>
                  <a:pt x="2596996" y="270714"/>
                </a:lnTo>
                <a:lnTo>
                  <a:pt x="2597110" y="271004"/>
                </a:lnTo>
                <a:lnTo>
                  <a:pt x="2593749" y="262166"/>
                </a:lnTo>
                <a:lnTo>
                  <a:pt x="2593863" y="262455"/>
                </a:lnTo>
                <a:lnTo>
                  <a:pt x="2590288" y="253719"/>
                </a:lnTo>
                <a:lnTo>
                  <a:pt x="2590414" y="254008"/>
                </a:lnTo>
                <a:lnTo>
                  <a:pt x="2586636" y="245372"/>
                </a:lnTo>
                <a:lnTo>
                  <a:pt x="2586762" y="245662"/>
                </a:lnTo>
                <a:lnTo>
                  <a:pt x="2582785" y="237139"/>
                </a:lnTo>
                <a:lnTo>
                  <a:pt x="2582924" y="237416"/>
                </a:lnTo>
                <a:lnTo>
                  <a:pt x="2578743" y="229019"/>
                </a:lnTo>
                <a:lnTo>
                  <a:pt x="2578882" y="229283"/>
                </a:lnTo>
                <a:lnTo>
                  <a:pt x="2574515" y="221000"/>
                </a:lnTo>
                <a:lnTo>
                  <a:pt x="2574664" y="221277"/>
                </a:lnTo>
                <a:lnTo>
                  <a:pt x="2570094" y="213106"/>
                </a:lnTo>
                <a:lnTo>
                  <a:pt x="2570245" y="213371"/>
                </a:lnTo>
                <a:lnTo>
                  <a:pt x="2569251" y="211684"/>
                </a:lnTo>
                <a:lnTo>
                  <a:pt x="2590930" y="198881"/>
                </a:lnTo>
                <a:moveTo>
                  <a:pt x="2643954" y="371489"/>
                </a:moveTo>
                <a:lnTo>
                  <a:pt x="2644432" y="379055"/>
                </a:lnTo>
                <a:lnTo>
                  <a:pt x="2644822" y="389290"/>
                </a:lnTo>
                <a:lnTo>
                  <a:pt x="2644949" y="399525"/>
                </a:lnTo>
                <a:lnTo>
                  <a:pt x="2644949" y="472981"/>
                </a:lnTo>
                <a:lnTo>
                  <a:pt x="2619770" y="472981"/>
                </a:lnTo>
                <a:lnTo>
                  <a:pt x="2619770" y="399600"/>
                </a:lnTo>
                <a:lnTo>
                  <a:pt x="2619770" y="399763"/>
                </a:lnTo>
                <a:lnTo>
                  <a:pt x="2619644" y="389768"/>
                </a:lnTo>
                <a:lnTo>
                  <a:pt x="2619657" y="390096"/>
                </a:lnTo>
                <a:lnTo>
                  <a:pt x="2619279" y="380163"/>
                </a:lnTo>
                <a:lnTo>
                  <a:pt x="2619293" y="380490"/>
                </a:lnTo>
                <a:lnTo>
                  <a:pt x="2618826" y="373088"/>
                </a:lnTo>
                <a:lnTo>
                  <a:pt x="2643954" y="371489"/>
                </a:lnTo>
                <a:moveTo>
                  <a:pt x="2644949" y="548515"/>
                </a:moveTo>
                <a:lnTo>
                  <a:pt x="2644949" y="649227"/>
                </a:lnTo>
                <a:lnTo>
                  <a:pt x="2619770" y="649227"/>
                </a:lnTo>
                <a:lnTo>
                  <a:pt x="2619770" y="548515"/>
                </a:lnTo>
                <a:lnTo>
                  <a:pt x="2644949" y="548515"/>
                </a:lnTo>
                <a:moveTo>
                  <a:pt x="2644949" y="724761"/>
                </a:moveTo>
                <a:lnTo>
                  <a:pt x="2644949" y="825473"/>
                </a:lnTo>
                <a:lnTo>
                  <a:pt x="2619770" y="825473"/>
                </a:lnTo>
                <a:lnTo>
                  <a:pt x="2619770" y="724761"/>
                </a:lnTo>
                <a:lnTo>
                  <a:pt x="2644949" y="724761"/>
                </a:lnTo>
                <a:moveTo>
                  <a:pt x="2644949" y="901007"/>
                </a:moveTo>
                <a:lnTo>
                  <a:pt x="2644949" y="1001719"/>
                </a:lnTo>
                <a:lnTo>
                  <a:pt x="2619770" y="1001719"/>
                </a:lnTo>
                <a:lnTo>
                  <a:pt x="2619770" y="901007"/>
                </a:lnTo>
                <a:lnTo>
                  <a:pt x="2644949" y="901007"/>
                </a:lnTo>
                <a:moveTo>
                  <a:pt x="2644949" y="1077253"/>
                </a:moveTo>
                <a:lnTo>
                  <a:pt x="2644949" y="1177965"/>
                </a:lnTo>
                <a:lnTo>
                  <a:pt x="2619770" y="1177965"/>
                </a:lnTo>
                <a:lnTo>
                  <a:pt x="2619770" y="1077253"/>
                </a:lnTo>
                <a:lnTo>
                  <a:pt x="2644949" y="1077253"/>
                </a:lnTo>
                <a:moveTo>
                  <a:pt x="2644949" y="1253500"/>
                </a:moveTo>
                <a:lnTo>
                  <a:pt x="2644949" y="1354211"/>
                </a:lnTo>
                <a:lnTo>
                  <a:pt x="2619770" y="1354211"/>
                </a:lnTo>
                <a:lnTo>
                  <a:pt x="2619770" y="1253500"/>
                </a:lnTo>
                <a:lnTo>
                  <a:pt x="2644949" y="1253500"/>
                </a:lnTo>
                <a:moveTo>
                  <a:pt x="2644949" y="1429745"/>
                </a:moveTo>
                <a:lnTo>
                  <a:pt x="2644949" y="1530457"/>
                </a:lnTo>
                <a:lnTo>
                  <a:pt x="2619770" y="1530457"/>
                </a:lnTo>
                <a:lnTo>
                  <a:pt x="2619770" y="1429745"/>
                </a:lnTo>
                <a:lnTo>
                  <a:pt x="2644949" y="1429745"/>
                </a:lnTo>
                <a:moveTo>
                  <a:pt x="2644949" y="1605991"/>
                </a:moveTo>
                <a:lnTo>
                  <a:pt x="2644949" y="1706703"/>
                </a:lnTo>
                <a:lnTo>
                  <a:pt x="2619770" y="1706703"/>
                </a:lnTo>
                <a:lnTo>
                  <a:pt x="2619770" y="1605991"/>
                </a:lnTo>
                <a:lnTo>
                  <a:pt x="2644949" y="1605991"/>
                </a:lnTo>
                <a:moveTo>
                  <a:pt x="2644949" y="1782237"/>
                </a:moveTo>
                <a:lnTo>
                  <a:pt x="2644949" y="1882949"/>
                </a:lnTo>
                <a:lnTo>
                  <a:pt x="2619770" y="1882949"/>
                </a:lnTo>
                <a:lnTo>
                  <a:pt x="2619770" y="1782237"/>
                </a:lnTo>
                <a:lnTo>
                  <a:pt x="2644949" y="1782237"/>
                </a:lnTo>
                <a:moveTo>
                  <a:pt x="2644785" y="1958949"/>
                </a:moveTo>
                <a:lnTo>
                  <a:pt x="2644432" y="1968164"/>
                </a:lnTo>
                <a:lnTo>
                  <a:pt x="2643779" y="1978349"/>
                </a:lnTo>
                <a:lnTo>
                  <a:pt x="2642884" y="1988458"/>
                </a:lnTo>
                <a:lnTo>
                  <a:pt x="2641739" y="1998491"/>
                </a:lnTo>
                <a:lnTo>
                  <a:pt x="2640342" y="2008449"/>
                </a:lnTo>
                <a:lnTo>
                  <a:pt x="2638705" y="2018331"/>
                </a:lnTo>
                <a:lnTo>
                  <a:pt x="2636829" y="2028139"/>
                </a:lnTo>
                <a:lnTo>
                  <a:pt x="2634714" y="2037845"/>
                </a:lnTo>
                <a:lnTo>
                  <a:pt x="2632373" y="2047475"/>
                </a:lnTo>
                <a:lnTo>
                  <a:pt x="2629792" y="2057005"/>
                </a:lnTo>
                <a:lnTo>
                  <a:pt x="2628521" y="2061248"/>
                </a:lnTo>
                <a:lnTo>
                  <a:pt x="2604386" y="2054072"/>
                </a:lnTo>
                <a:lnTo>
                  <a:pt x="2605608" y="2049980"/>
                </a:lnTo>
                <a:lnTo>
                  <a:pt x="2605519" y="2050282"/>
                </a:lnTo>
                <a:lnTo>
                  <a:pt x="2608026" y="2041042"/>
                </a:lnTo>
                <a:lnTo>
                  <a:pt x="2607951" y="2041357"/>
                </a:lnTo>
                <a:lnTo>
                  <a:pt x="2610216" y="2032029"/>
                </a:lnTo>
                <a:lnTo>
                  <a:pt x="2610152" y="2032343"/>
                </a:lnTo>
                <a:lnTo>
                  <a:pt x="2612192" y="2022939"/>
                </a:lnTo>
                <a:lnTo>
                  <a:pt x="2612128" y="2023241"/>
                </a:lnTo>
                <a:lnTo>
                  <a:pt x="2613955" y="2013749"/>
                </a:lnTo>
                <a:lnTo>
                  <a:pt x="2613891" y="2014064"/>
                </a:lnTo>
                <a:lnTo>
                  <a:pt x="2615478" y="2004496"/>
                </a:lnTo>
                <a:lnTo>
                  <a:pt x="2615428" y="2004811"/>
                </a:lnTo>
                <a:lnTo>
                  <a:pt x="2616786" y="1995168"/>
                </a:lnTo>
                <a:lnTo>
                  <a:pt x="2616737" y="1995482"/>
                </a:lnTo>
                <a:lnTo>
                  <a:pt x="2617859" y="1985751"/>
                </a:lnTo>
                <a:lnTo>
                  <a:pt x="2617820" y="1986066"/>
                </a:lnTo>
                <a:lnTo>
                  <a:pt x="2618688" y="1976284"/>
                </a:lnTo>
                <a:lnTo>
                  <a:pt x="2618663" y="1976599"/>
                </a:lnTo>
                <a:lnTo>
                  <a:pt x="2619293" y="1966729"/>
                </a:lnTo>
                <a:lnTo>
                  <a:pt x="2619279" y="1967057"/>
                </a:lnTo>
                <a:lnTo>
                  <a:pt x="2619620" y="1957992"/>
                </a:lnTo>
                <a:lnTo>
                  <a:pt x="2644785" y="1958949"/>
                </a:lnTo>
                <a:moveTo>
                  <a:pt x="2599201" y="2133395"/>
                </a:moveTo>
                <a:lnTo>
                  <a:pt x="2596707" y="2138103"/>
                </a:lnTo>
                <a:lnTo>
                  <a:pt x="2591999" y="2146525"/>
                </a:lnTo>
                <a:lnTo>
                  <a:pt x="2587089" y="2154834"/>
                </a:lnTo>
                <a:lnTo>
                  <a:pt x="2581992" y="2163004"/>
                </a:lnTo>
                <a:lnTo>
                  <a:pt x="2576691" y="2171049"/>
                </a:lnTo>
                <a:lnTo>
                  <a:pt x="2571214" y="2178954"/>
                </a:lnTo>
                <a:lnTo>
                  <a:pt x="2565562" y="2186710"/>
                </a:lnTo>
                <a:lnTo>
                  <a:pt x="2559709" y="2194339"/>
                </a:lnTo>
                <a:lnTo>
                  <a:pt x="2553691" y="2201803"/>
                </a:lnTo>
                <a:lnTo>
                  <a:pt x="2547497" y="2209130"/>
                </a:lnTo>
                <a:lnTo>
                  <a:pt x="2541140" y="2216306"/>
                </a:lnTo>
                <a:lnTo>
                  <a:pt x="2539402" y="2218170"/>
                </a:lnTo>
                <a:lnTo>
                  <a:pt x="2520972" y="2201011"/>
                </a:lnTo>
                <a:lnTo>
                  <a:pt x="2522609" y="2199261"/>
                </a:lnTo>
                <a:lnTo>
                  <a:pt x="2522408" y="2199475"/>
                </a:lnTo>
                <a:lnTo>
                  <a:pt x="2528565" y="2192538"/>
                </a:lnTo>
                <a:lnTo>
                  <a:pt x="2528375" y="2192765"/>
                </a:lnTo>
                <a:lnTo>
                  <a:pt x="2534366" y="2185665"/>
                </a:lnTo>
                <a:lnTo>
                  <a:pt x="2534178" y="2185891"/>
                </a:lnTo>
                <a:lnTo>
                  <a:pt x="2540006" y="2178653"/>
                </a:lnTo>
                <a:lnTo>
                  <a:pt x="2539818" y="2178891"/>
                </a:lnTo>
                <a:lnTo>
                  <a:pt x="2545483" y="2171514"/>
                </a:lnTo>
                <a:lnTo>
                  <a:pt x="2545307" y="2171754"/>
                </a:lnTo>
                <a:lnTo>
                  <a:pt x="2550783" y="2164238"/>
                </a:lnTo>
                <a:lnTo>
                  <a:pt x="2550608" y="2164477"/>
                </a:lnTo>
                <a:lnTo>
                  <a:pt x="2555919" y="2156823"/>
                </a:lnTo>
                <a:lnTo>
                  <a:pt x="2555743" y="2157075"/>
                </a:lnTo>
                <a:lnTo>
                  <a:pt x="2560879" y="2149295"/>
                </a:lnTo>
                <a:lnTo>
                  <a:pt x="2560703" y="2149546"/>
                </a:lnTo>
                <a:lnTo>
                  <a:pt x="2565649" y="2141628"/>
                </a:lnTo>
                <a:lnTo>
                  <a:pt x="2565500" y="2141893"/>
                </a:lnTo>
                <a:lnTo>
                  <a:pt x="2570245" y="2133849"/>
                </a:lnTo>
                <a:lnTo>
                  <a:pt x="2570094" y="2134113"/>
                </a:lnTo>
                <a:lnTo>
                  <a:pt x="2574664" y="2125942"/>
                </a:lnTo>
                <a:lnTo>
                  <a:pt x="2574515" y="2126219"/>
                </a:lnTo>
                <a:lnTo>
                  <a:pt x="2576929" y="2121637"/>
                </a:lnTo>
                <a:lnTo>
                  <a:pt x="2599201" y="2133395"/>
                </a:lnTo>
                <a:moveTo>
                  <a:pt x="2481406" y="2270049"/>
                </a:moveTo>
                <a:lnTo>
                  <a:pt x="2476685" y="2273485"/>
                </a:lnTo>
                <a:lnTo>
                  <a:pt x="2468779" y="2278961"/>
                </a:lnTo>
                <a:lnTo>
                  <a:pt x="2460733" y="2284262"/>
                </a:lnTo>
                <a:lnTo>
                  <a:pt x="2452564" y="2289360"/>
                </a:lnTo>
                <a:lnTo>
                  <a:pt x="2444256" y="2294270"/>
                </a:lnTo>
                <a:lnTo>
                  <a:pt x="2435832" y="2298978"/>
                </a:lnTo>
                <a:lnTo>
                  <a:pt x="2427272" y="2303498"/>
                </a:lnTo>
                <a:lnTo>
                  <a:pt x="2418598" y="2307803"/>
                </a:lnTo>
                <a:lnTo>
                  <a:pt x="2409798" y="2311920"/>
                </a:lnTo>
                <a:lnTo>
                  <a:pt x="2400897" y="2315809"/>
                </a:lnTo>
                <a:lnTo>
                  <a:pt x="2391872" y="2319498"/>
                </a:lnTo>
                <a:lnTo>
                  <a:pt x="2390463" y="2320027"/>
                </a:lnTo>
                <a:lnTo>
                  <a:pt x="2381512" y="2296498"/>
                </a:lnTo>
                <a:lnTo>
                  <a:pt x="2382783" y="2296020"/>
                </a:lnTo>
                <a:lnTo>
                  <a:pt x="2382494" y="2296133"/>
                </a:lnTo>
                <a:lnTo>
                  <a:pt x="2391229" y="2292558"/>
                </a:lnTo>
                <a:lnTo>
                  <a:pt x="2390940" y="2292684"/>
                </a:lnTo>
                <a:lnTo>
                  <a:pt x="2399564" y="2288907"/>
                </a:lnTo>
                <a:lnTo>
                  <a:pt x="2399287" y="2289033"/>
                </a:lnTo>
                <a:lnTo>
                  <a:pt x="2407810" y="2285055"/>
                </a:lnTo>
                <a:lnTo>
                  <a:pt x="2407533" y="2285193"/>
                </a:lnTo>
                <a:lnTo>
                  <a:pt x="2415930" y="2281014"/>
                </a:lnTo>
                <a:lnTo>
                  <a:pt x="2415665" y="2281152"/>
                </a:lnTo>
                <a:lnTo>
                  <a:pt x="2423949" y="2276784"/>
                </a:lnTo>
                <a:lnTo>
                  <a:pt x="2423672" y="2276935"/>
                </a:lnTo>
                <a:lnTo>
                  <a:pt x="2431843" y="2272365"/>
                </a:lnTo>
                <a:lnTo>
                  <a:pt x="2431579" y="2272516"/>
                </a:lnTo>
                <a:lnTo>
                  <a:pt x="2439622" y="2267758"/>
                </a:lnTo>
                <a:lnTo>
                  <a:pt x="2439358" y="2267921"/>
                </a:lnTo>
                <a:lnTo>
                  <a:pt x="2447277" y="2262986"/>
                </a:lnTo>
                <a:lnTo>
                  <a:pt x="2447025" y="2263150"/>
                </a:lnTo>
                <a:lnTo>
                  <a:pt x="2454804" y="2258013"/>
                </a:lnTo>
                <a:lnTo>
                  <a:pt x="2454552" y="2258190"/>
                </a:lnTo>
                <a:lnTo>
                  <a:pt x="2462207" y="2252877"/>
                </a:lnTo>
                <a:lnTo>
                  <a:pt x="2461967" y="2253054"/>
                </a:lnTo>
                <a:lnTo>
                  <a:pt x="2466563" y="2249705"/>
                </a:lnTo>
                <a:lnTo>
                  <a:pt x="2481406" y="2270049"/>
                </a:lnTo>
                <a:moveTo>
                  <a:pt x="2315445" y="2341076"/>
                </a:moveTo>
                <a:lnTo>
                  <a:pt x="2306178" y="2342612"/>
                </a:lnTo>
                <a:lnTo>
                  <a:pt x="2296221" y="2344009"/>
                </a:lnTo>
                <a:lnTo>
                  <a:pt x="2286188" y="2345154"/>
                </a:lnTo>
                <a:lnTo>
                  <a:pt x="2276078" y="2346061"/>
                </a:lnTo>
                <a:lnTo>
                  <a:pt x="2265893" y="2346703"/>
                </a:lnTo>
                <a:lnTo>
                  <a:pt x="2255659" y="2347093"/>
                </a:lnTo>
                <a:lnTo>
                  <a:pt x="2245425" y="2347219"/>
                </a:lnTo>
                <a:lnTo>
                  <a:pt x="2213020" y="2347219"/>
                </a:lnTo>
                <a:lnTo>
                  <a:pt x="2213020" y="2322041"/>
                </a:lnTo>
                <a:lnTo>
                  <a:pt x="2245348" y="2322041"/>
                </a:lnTo>
                <a:lnTo>
                  <a:pt x="2245185" y="2322041"/>
                </a:lnTo>
                <a:lnTo>
                  <a:pt x="2255181" y="2321915"/>
                </a:lnTo>
                <a:lnTo>
                  <a:pt x="2254853" y="2321928"/>
                </a:lnTo>
                <a:lnTo>
                  <a:pt x="2264787" y="2321550"/>
                </a:lnTo>
                <a:lnTo>
                  <a:pt x="2264459" y="2321563"/>
                </a:lnTo>
                <a:lnTo>
                  <a:pt x="2274329" y="2320934"/>
                </a:lnTo>
                <a:lnTo>
                  <a:pt x="2274013" y="2320958"/>
                </a:lnTo>
                <a:lnTo>
                  <a:pt x="2283794" y="2320090"/>
                </a:lnTo>
                <a:lnTo>
                  <a:pt x="2283480" y="2320128"/>
                </a:lnTo>
                <a:lnTo>
                  <a:pt x="2293212" y="2319007"/>
                </a:lnTo>
                <a:lnTo>
                  <a:pt x="2292898" y="2319058"/>
                </a:lnTo>
                <a:lnTo>
                  <a:pt x="2302541" y="2317698"/>
                </a:lnTo>
                <a:lnTo>
                  <a:pt x="2302227" y="2317748"/>
                </a:lnTo>
                <a:lnTo>
                  <a:pt x="2311328" y="2316238"/>
                </a:lnTo>
                <a:lnTo>
                  <a:pt x="2315445" y="2341076"/>
                </a:lnTo>
                <a:moveTo>
                  <a:pt x="2137486" y="2347219"/>
                </a:moveTo>
                <a:lnTo>
                  <a:pt x="2036775" y="2347219"/>
                </a:lnTo>
                <a:lnTo>
                  <a:pt x="2036775" y="2322041"/>
                </a:lnTo>
                <a:lnTo>
                  <a:pt x="2137486" y="2322041"/>
                </a:lnTo>
                <a:lnTo>
                  <a:pt x="2137486" y="2347219"/>
                </a:lnTo>
                <a:moveTo>
                  <a:pt x="1961241" y="2347219"/>
                </a:moveTo>
                <a:lnTo>
                  <a:pt x="1860529" y="2347219"/>
                </a:lnTo>
                <a:lnTo>
                  <a:pt x="1860529" y="2322041"/>
                </a:lnTo>
                <a:lnTo>
                  <a:pt x="1961241" y="2322041"/>
                </a:lnTo>
                <a:lnTo>
                  <a:pt x="1961241" y="2347219"/>
                </a:lnTo>
                <a:moveTo>
                  <a:pt x="1784995" y="2347219"/>
                </a:moveTo>
                <a:lnTo>
                  <a:pt x="1684282" y="2347219"/>
                </a:lnTo>
                <a:lnTo>
                  <a:pt x="1684282" y="2322041"/>
                </a:lnTo>
                <a:lnTo>
                  <a:pt x="1784995" y="2322041"/>
                </a:lnTo>
                <a:lnTo>
                  <a:pt x="1784995" y="2347219"/>
                </a:lnTo>
                <a:moveTo>
                  <a:pt x="1608748" y="2347219"/>
                </a:moveTo>
                <a:lnTo>
                  <a:pt x="1508036" y="2347219"/>
                </a:lnTo>
                <a:lnTo>
                  <a:pt x="1508036" y="2322041"/>
                </a:lnTo>
                <a:lnTo>
                  <a:pt x="1608748" y="2322041"/>
                </a:lnTo>
                <a:lnTo>
                  <a:pt x="1608748" y="2347219"/>
                </a:lnTo>
                <a:moveTo>
                  <a:pt x="1432502" y="2347219"/>
                </a:moveTo>
                <a:lnTo>
                  <a:pt x="1331790" y="2347219"/>
                </a:lnTo>
                <a:lnTo>
                  <a:pt x="1331790" y="2322041"/>
                </a:lnTo>
                <a:lnTo>
                  <a:pt x="1432502" y="2322041"/>
                </a:lnTo>
                <a:lnTo>
                  <a:pt x="1432502" y="2347219"/>
                </a:lnTo>
                <a:moveTo>
                  <a:pt x="1256256" y="2347219"/>
                </a:moveTo>
                <a:lnTo>
                  <a:pt x="1155543" y="2347219"/>
                </a:lnTo>
                <a:lnTo>
                  <a:pt x="1155543" y="2322041"/>
                </a:lnTo>
                <a:lnTo>
                  <a:pt x="1256256" y="2322041"/>
                </a:lnTo>
                <a:lnTo>
                  <a:pt x="1256256" y="2347219"/>
                </a:lnTo>
                <a:moveTo>
                  <a:pt x="1080011" y="2347219"/>
                </a:moveTo>
                <a:lnTo>
                  <a:pt x="979299" y="2347219"/>
                </a:lnTo>
                <a:lnTo>
                  <a:pt x="979299" y="2322041"/>
                </a:lnTo>
                <a:lnTo>
                  <a:pt x="1080011" y="2322041"/>
                </a:lnTo>
                <a:lnTo>
                  <a:pt x="1080011" y="2347219"/>
                </a:lnTo>
                <a:moveTo>
                  <a:pt x="903765" y="2347219"/>
                </a:moveTo>
                <a:lnTo>
                  <a:pt x="803053" y="2347219"/>
                </a:lnTo>
                <a:lnTo>
                  <a:pt x="803053" y="2322041"/>
                </a:lnTo>
                <a:lnTo>
                  <a:pt x="903765" y="2322041"/>
                </a:lnTo>
                <a:lnTo>
                  <a:pt x="903765" y="2347219"/>
                </a:lnTo>
                <a:moveTo>
                  <a:pt x="727518" y="2347219"/>
                </a:moveTo>
                <a:lnTo>
                  <a:pt x="626806" y="2347219"/>
                </a:lnTo>
                <a:lnTo>
                  <a:pt x="626806" y="2322041"/>
                </a:lnTo>
                <a:lnTo>
                  <a:pt x="727518" y="2322041"/>
                </a:lnTo>
                <a:lnTo>
                  <a:pt x="727518" y="2347219"/>
                </a:lnTo>
                <a:moveTo>
                  <a:pt x="551272" y="2347219"/>
                </a:moveTo>
                <a:lnTo>
                  <a:pt x="450560" y="2347219"/>
                </a:lnTo>
                <a:lnTo>
                  <a:pt x="450560" y="2322041"/>
                </a:lnTo>
                <a:lnTo>
                  <a:pt x="551272" y="2322041"/>
                </a:lnTo>
                <a:lnTo>
                  <a:pt x="551272" y="2347219"/>
                </a:lnTo>
                <a:moveTo>
                  <a:pt x="374246" y="2346401"/>
                </a:moveTo>
                <a:lnTo>
                  <a:pt x="368869" y="2346061"/>
                </a:lnTo>
                <a:lnTo>
                  <a:pt x="358761" y="2345154"/>
                </a:lnTo>
                <a:lnTo>
                  <a:pt x="348727" y="2344009"/>
                </a:lnTo>
                <a:lnTo>
                  <a:pt x="338756" y="2342612"/>
                </a:lnTo>
                <a:lnTo>
                  <a:pt x="328887" y="2340975"/>
                </a:lnTo>
                <a:lnTo>
                  <a:pt x="319081" y="2339099"/>
                </a:lnTo>
                <a:lnTo>
                  <a:pt x="309374" y="2336984"/>
                </a:lnTo>
                <a:lnTo>
                  <a:pt x="299744" y="2334643"/>
                </a:lnTo>
                <a:lnTo>
                  <a:pt x="290214" y="2332062"/>
                </a:lnTo>
                <a:lnTo>
                  <a:pt x="280772" y="2329255"/>
                </a:lnTo>
                <a:lnTo>
                  <a:pt x="272590" y="2326598"/>
                </a:lnTo>
                <a:lnTo>
                  <a:pt x="280369" y="2302642"/>
                </a:lnTo>
                <a:lnTo>
                  <a:pt x="288400" y="2305260"/>
                </a:lnTo>
                <a:lnTo>
                  <a:pt x="288111" y="2305160"/>
                </a:lnTo>
                <a:lnTo>
                  <a:pt x="297239" y="2307879"/>
                </a:lnTo>
                <a:lnTo>
                  <a:pt x="296937" y="2307791"/>
                </a:lnTo>
                <a:lnTo>
                  <a:pt x="306165" y="2310296"/>
                </a:lnTo>
                <a:lnTo>
                  <a:pt x="305863" y="2310220"/>
                </a:lnTo>
                <a:lnTo>
                  <a:pt x="315190" y="2312486"/>
                </a:lnTo>
                <a:lnTo>
                  <a:pt x="314876" y="2312424"/>
                </a:lnTo>
                <a:lnTo>
                  <a:pt x="324279" y="2314462"/>
                </a:lnTo>
                <a:lnTo>
                  <a:pt x="323977" y="2314400"/>
                </a:lnTo>
                <a:lnTo>
                  <a:pt x="333469" y="2316225"/>
                </a:lnTo>
                <a:lnTo>
                  <a:pt x="333155" y="2316162"/>
                </a:lnTo>
                <a:lnTo>
                  <a:pt x="342722" y="2317748"/>
                </a:lnTo>
                <a:lnTo>
                  <a:pt x="342408" y="2317698"/>
                </a:lnTo>
                <a:lnTo>
                  <a:pt x="352051" y="2319058"/>
                </a:lnTo>
                <a:lnTo>
                  <a:pt x="351736" y="2319007"/>
                </a:lnTo>
                <a:lnTo>
                  <a:pt x="361468" y="2320128"/>
                </a:lnTo>
                <a:lnTo>
                  <a:pt x="361140" y="2320090"/>
                </a:lnTo>
                <a:lnTo>
                  <a:pt x="370934" y="2320958"/>
                </a:lnTo>
                <a:lnTo>
                  <a:pt x="370620" y="2320934"/>
                </a:lnTo>
                <a:lnTo>
                  <a:pt x="375844" y="2321274"/>
                </a:lnTo>
                <a:lnTo>
                  <a:pt x="374246" y="2346401"/>
                </a:lnTo>
                <a:moveTo>
                  <a:pt x="201524" y="2294736"/>
                </a:moveTo>
                <a:lnTo>
                  <a:pt x="200693" y="2294270"/>
                </a:lnTo>
                <a:lnTo>
                  <a:pt x="192385" y="2289360"/>
                </a:lnTo>
                <a:lnTo>
                  <a:pt x="184214" y="2284262"/>
                </a:lnTo>
                <a:lnTo>
                  <a:pt x="176170" y="2278961"/>
                </a:lnTo>
                <a:lnTo>
                  <a:pt x="168265" y="2273485"/>
                </a:lnTo>
                <a:lnTo>
                  <a:pt x="160509" y="2267821"/>
                </a:lnTo>
                <a:lnTo>
                  <a:pt x="152881" y="2261979"/>
                </a:lnTo>
                <a:lnTo>
                  <a:pt x="145416" y="2255962"/>
                </a:lnTo>
                <a:lnTo>
                  <a:pt x="138088" y="2249768"/>
                </a:lnTo>
                <a:lnTo>
                  <a:pt x="130912" y="2243410"/>
                </a:lnTo>
                <a:lnTo>
                  <a:pt x="123900" y="2236877"/>
                </a:lnTo>
                <a:lnTo>
                  <a:pt x="118915" y="2232005"/>
                </a:lnTo>
                <a:lnTo>
                  <a:pt x="136503" y="2213990"/>
                </a:lnTo>
                <a:lnTo>
                  <a:pt x="141386" y="2218761"/>
                </a:lnTo>
                <a:lnTo>
                  <a:pt x="141161" y="2218547"/>
                </a:lnTo>
                <a:lnTo>
                  <a:pt x="147958" y="2224879"/>
                </a:lnTo>
                <a:lnTo>
                  <a:pt x="147743" y="2224678"/>
                </a:lnTo>
                <a:lnTo>
                  <a:pt x="154681" y="2230834"/>
                </a:lnTo>
                <a:lnTo>
                  <a:pt x="154454" y="2230645"/>
                </a:lnTo>
                <a:lnTo>
                  <a:pt x="161555" y="2236637"/>
                </a:lnTo>
                <a:lnTo>
                  <a:pt x="161327" y="2236449"/>
                </a:lnTo>
                <a:lnTo>
                  <a:pt x="168567" y="2242277"/>
                </a:lnTo>
                <a:lnTo>
                  <a:pt x="168327" y="2242089"/>
                </a:lnTo>
                <a:lnTo>
                  <a:pt x="175705" y="2247753"/>
                </a:lnTo>
                <a:lnTo>
                  <a:pt x="175465" y="2247578"/>
                </a:lnTo>
                <a:lnTo>
                  <a:pt x="182982" y="2253054"/>
                </a:lnTo>
                <a:lnTo>
                  <a:pt x="182742" y="2252877"/>
                </a:lnTo>
                <a:lnTo>
                  <a:pt x="190395" y="2258190"/>
                </a:lnTo>
                <a:lnTo>
                  <a:pt x="190143" y="2258013"/>
                </a:lnTo>
                <a:lnTo>
                  <a:pt x="197924" y="2263150"/>
                </a:lnTo>
                <a:lnTo>
                  <a:pt x="197672" y="2262986"/>
                </a:lnTo>
                <a:lnTo>
                  <a:pt x="205591" y="2267921"/>
                </a:lnTo>
                <a:lnTo>
                  <a:pt x="205326" y="2267758"/>
                </a:lnTo>
                <a:lnTo>
                  <a:pt x="213372" y="2272516"/>
                </a:lnTo>
                <a:lnTo>
                  <a:pt x="213107" y="2272365"/>
                </a:lnTo>
                <a:lnTo>
                  <a:pt x="213812" y="2272768"/>
                </a:lnTo>
                <a:lnTo>
                  <a:pt x="201524" y="2294736"/>
                </a:lnTo>
                <a:moveTo>
                  <a:pt x="69076" y="2172232"/>
                </a:moveTo>
                <a:lnTo>
                  <a:pt x="68257" y="2171049"/>
                </a:lnTo>
                <a:lnTo>
                  <a:pt x="62957" y="2163004"/>
                </a:lnTo>
                <a:lnTo>
                  <a:pt x="57858" y="2154834"/>
                </a:lnTo>
                <a:lnTo>
                  <a:pt x="52948" y="2146525"/>
                </a:lnTo>
                <a:lnTo>
                  <a:pt x="48240" y="2138103"/>
                </a:lnTo>
                <a:lnTo>
                  <a:pt x="43722" y="2129543"/>
                </a:lnTo>
                <a:lnTo>
                  <a:pt x="39415" y="2120869"/>
                </a:lnTo>
                <a:lnTo>
                  <a:pt x="35299" y="2112069"/>
                </a:lnTo>
                <a:lnTo>
                  <a:pt x="31409" y="2103169"/>
                </a:lnTo>
                <a:lnTo>
                  <a:pt x="27720" y="2094143"/>
                </a:lnTo>
                <a:lnTo>
                  <a:pt x="24246" y="2085015"/>
                </a:lnTo>
                <a:lnTo>
                  <a:pt x="22332" y="2079577"/>
                </a:lnTo>
                <a:lnTo>
                  <a:pt x="46088" y="2071218"/>
                </a:lnTo>
                <a:lnTo>
                  <a:pt x="47951" y="2076505"/>
                </a:lnTo>
                <a:lnTo>
                  <a:pt x="47837" y="2076216"/>
                </a:lnTo>
                <a:lnTo>
                  <a:pt x="51199" y="2085053"/>
                </a:lnTo>
                <a:lnTo>
                  <a:pt x="51086" y="2084764"/>
                </a:lnTo>
                <a:lnTo>
                  <a:pt x="54661" y="2093500"/>
                </a:lnTo>
                <a:lnTo>
                  <a:pt x="54535" y="2093211"/>
                </a:lnTo>
                <a:lnTo>
                  <a:pt x="58313" y="2101835"/>
                </a:lnTo>
                <a:lnTo>
                  <a:pt x="58187" y="2101558"/>
                </a:lnTo>
                <a:lnTo>
                  <a:pt x="62163" y="2110081"/>
                </a:lnTo>
                <a:lnTo>
                  <a:pt x="62025" y="2109804"/>
                </a:lnTo>
                <a:lnTo>
                  <a:pt x="66205" y="2118200"/>
                </a:lnTo>
                <a:lnTo>
                  <a:pt x="66067" y="2117936"/>
                </a:lnTo>
                <a:lnTo>
                  <a:pt x="70436" y="2126219"/>
                </a:lnTo>
                <a:lnTo>
                  <a:pt x="70283" y="2125942"/>
                </a:lnTo>
                <a:lnTo>
                  <a:pt x="74854" y="2134113"/>
                </a:lnTo>
                <a:lnTo>
                  <a:pt x="74703" y="2133849"/>
                </a:lnTo>
                <a:lnTo>
                  <a:pt x="79449" y="2141893"/>
                </a:lnTo>
                <a:lnTo>
                  <a:pt x="79298" y="2141628"/>
                </a:lnTo>
                <a:lnTo>
                  <a:pt x="84233" y="2149546"/>
                </a:lnTo>
                <a:lnTo>
                  <a:pt x="84069" y="2149295"/>
                </a:lnTo>
                <a:lnTo>
                  <a:pt x="89205" y="2157075"/>
                </a:lnTo>
                <a:lnTo>
                  <a:pt x="89029" y="2156823"/>
                </a:lnTo>
                <a:lnTo>
                  <a:pt x="89771" y="2157893"/>
                </a:lnTo>
                <a:lnTo>
                  <a:pt x="69076" y="2172232"/>
                </a:lnTo>
                <a:moveTo>
                  <a:pt x="3964" y="2003854"/>
                </a:moveTo>
                <a:lnTo>
                  <a:pt x="3210" y="1998491"/>
                </a:lnTo>
                <a:lnTo>
                  <a:pt x="2065" y="1988458"/>
                </a:lnTo>
                <a:lnTo>
                  <a:pt x="1157" y="1978349"/>
                </a:lnTo>
                <a:lnTo>
                  <a:pt x="517" y="1968164"/>
                </a:lnTo>
                <a:lnTo>
                  <a:pt x="126" y="1957917"/>
                </a:lnTo>
                <a:lnTo>
                  <a:pt x="0" y="1947770"/>
                </a:lnTo>
                <a:lnTo>
                  <a:pt x="25178" y="1947455"/>
                </a:lnTo>
                <a:lnTo>
                  <a:pt x="25304" y="1957451"/>
                </a:lnTo>
                <a:lnTo>
                  <a:pt x="25292" y="1957124"/>
                </a:lnTo>
                <a:lnTo>
                  <a:pt x="25668" y="1967057"/>
                </a:lnTo>
                <a:lnTo>
                  <a:pt x="25656" y="1966729"/>
                </a:lnTo>
                <a:lnTo>
                  <a:pt x="26286" y="1976599"/>
                </a:lnTo>
                <a:lnTo>
                  <a:pt x="26259" y="1976284"/>
                </a:lnTo>
                <a:lnTo>
                  <a:pt x="27129" y="1986066"/>
                </a:lnTo>
                <a:lnTo>
                  <a:pt x="27092" y="1985751"/>
                </a:lnTo>
                <a:lnTo>
                  <a:pt x="28212" y="1995482"/>
                </a:lnTo>
                <a:lnTo>
                  <a:pt x="28160" y="1995168"/>
                </a:lnTo>
                <a:lnTo>
                  <a:pt x="28890" y="2000367"/>
                </a:lnTo>
                <a:lnTo>
                  <a:pt x="3964" y="200385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" name="text-235 FFN">
            <a:extLst xmlns:a="http://schemas.openxmlformats.org/drawingml/2006/main">
              <a:ext uri="{FF2B5EF4-FFF2-40B4-BE49-F238E27FC236}">
                <a16:creationId xmlns:a16="http://schemas.microsoft.com/office/drawing/2014/main" id="{1E9FD5F9-DD2E-4888-A9FF-ED6D2060A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48732" y="4037542"/>
            <a:ext cx="625198" cy="4346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FFN</a:t>
            </a:r>
          </a:p>
        </p:txBody>
      </p:sp>
      <p:sp>
        <p:nvSpPr>
          <p:cNvPr id="241" name="text-235 Expert">
            <a:extLst xmlns:a="http://schemas.openxmlformats.org/drawingml/2006/main">
              <a:ext uri="{FF2B5EF4-FFF2-40B4-BE49-F238E27FC236}">
                <a16:creationId xmlns:a16="http://schemas.microsoft.com/office/drawing/2014/main" id="{2CBF28E5-9BDD-4C8B-A918-EA7FBCBC1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95702" y="4037213"/>
            <a:ext cx="884081" cy="4350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Expert</a:t>
            </a:r>
          </a:p>
        </p:txBody>
      </p:sp>
      <p:pic>
        <p:nvPicPr>
          <p:cNvPr id="242" name="">
            <a:extLst xmlns:a="http://schemas.openxmlformats.org/drawingml/2006/main">
              <a:ext uri="{FF2B5EF4-FFF2-40B4-BE49-F238E27FC236}">
                <a16:creationId xmlns:a16="http://schemas.microsoft.com/office/drawing/2014/main" id="{68ADD14F-B7BD-42A7-B9E1-C1D5F74D412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4c940aae3fa410e"/>
          <a:stretch xmlns:a="http://schemas.openxmlformats.org/drawingml/2006/main"/>
        </p:blipFill>
        <p:spPr>
          <a:xfrm xmlns:a="http://schemas.openxmlformats.org/drawingml/2006/main">
            <a:off x="15688051" y="6124658"/>
            <a:ext cx="1650970" cy="638903"/>
          </a:xfrm>
          <a:prstGeom xmlns:a="http://schemas.openxmlformats.org/drawingml/2006/main" prst="rect">
            <a:avLst/>
          </a:prstGeom>
        </p:spPr>
      </p:pic>
      <p:sp>
        <p:nvSpPr>
          <p:cNvPr id="243" name="text-237 Linear">
            <a:extLst xmlns:a="http://schemas.openxmlformats.org/drawingml/2006/main">
              <a:ext uri="{FF2B5EF4-FFF2-40B4-BE49-F238E27FC236}">
                <a16:creationId xmlns:a16="http://schemas.microsoft.com/office/drawing/2014/main" id="{637C51B4-E0D8-417B-8EF0-8CAB30F027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71095" y="6203266"/>
            <a:ext cx="866716" cy="435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Linear</a:t>
            </a:r>
          </a:p>
        </p:txBody>
      </p:sp>
      <p:pic>
        <p:nvPicPr>
          <p:cNvPr id="244" name="">
            <a:extLst xmlns:a="http://schemas.openxmlformats.org/drawingml/2006/main">
              <a:ext uri="{FF2B5EF4-FFF2-40B4-BE49-F238E27FC236}">
                <a16:creationId xmlns:a16="http://schemas.microsoft.com/office/drawing/2014/main" id="{CAB0F191-9D69-4B34-99D2-5BEE202DA8B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e94a780cd614ca0"/>
          <a:stretch xmlns:a="http://schemas.openxmlformats.org/drawingml/2006/main"/>
        </p:blipFill>
        <p:spPr>
          <a:xfrm xmlns:a="http://schemas.openxmlformats.org/drawingml/2006/main">
            <a:off x="15688051" y="5205958"/>
            <a:ext cx="1650970" cy="638903"/>
          </a:xfrm>
          <a:prstGeom xmlns:a="http://schemas.openxmlformats.org/drawingml/2006/main" prst="rect">
            <a:avLst/>
          </a:prstGeom>
        </p:spPr>
      </p:pic>
      <p:sp>
        <p:nvSpPr>
          <p:cNvPr id="245" name="text-239 Linear">
            <a:extLst xmlns:a="http://schemas.openxmlformats.org/drawingml/2006/main">
              <a:ext uri="{FF2B5EF4-FFF2-40B4-BE49-F238E27FC236}">
                <a16:creationId xmlns:a16="http://schemas.microsoft.com/office/drawing/2014/main" id="{CF3204EB-4CF7-47A6-8474-9AE8F5381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71095" y="5284565"/>
            <a:ext cx="866716" cy="435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Linear</a:t>
            </a:r>
          </a:p>
        </p:txBody>
      </p:sp>
      <p:pic>
        <p:nvPicPr>
          <p:cNvPr id="246" name="">
            <a:extLst xmlns:a="http://schemas.openxmlformats.org/drawingml/2006/main">
              <a:ext uri="{FF2B5EF4-FFF2-40B4-BE49-F238E27FC236}">
                <a16:creationId xmlns:a16="http://schemas.microsoft.com/office/drawing/2014/main" id="{10E789C3-D888-460A-AF0E-29B2DCDC576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f0f52a6efcf478f"/>
          <a:stretch xmlns:a="http://schemas.openxmlformats.org/drawingml/2006/main"/>
        </p:blipFill>
        <p:spPr>
          <a:xfrm xmlns:a="http://schemas.openxmlformats.org/drawingml/2006/main">
            <a:off x="14984147" y="4440949"/>
            <a:ext cx="3063095" cy="638616"/>
          </a:xfrm>
          <a:prstGeom xmlns:a="http://schemas.openxmlformats.org/drawingml/2006/main" prst="rect">
            <a:avLst/>
          </a:prstGeom>
        </p:spPr>
      </p:pic>
      <p:sp>
        <p:nvSpPr>
          <p:cNvPr id="247" name="text-241 Add">
            <a:extLst xmlns:a="http://schemas.openxmlformats.org/drawingml/2006/main">
              <a:ext uri="{FF2B5EF4-FFF2-40B4-BE49-F238E27FC236}">
                <a16:creationId xmlns:a16="http://schemas.microsoft.com/office/drawing/2014/main" id="{2CB97637-3F45-443F-9A7E-A339C6FBD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87827" y="4519557"/>
            <a:ext cx="590750" cy="4349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Add</a:t>
            </a:r>
          </a:p>
        </p:txBody>
      </p:sp>
      <p:sp>
        <p:nvSpPr>
          <p:cNvPr id="248" name="text-241 &amp;">
            <a:extLst xmlns:a="http://schemas.openxmlformats.org/drawingml/2006/main">
              <a:ext uri="{FF2B5EF4-FFF2-40B4-BE49-F238E27FC236}">
                <a16:creationId xmlns:a16="http://schemas.microsoft.com/office/drawing/2014/main" id="{FA672893-CF54-4265-A27C-D6AFA84EF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00294" y="4519548"/>
            <a:ext cx="297473" cy="4349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&amp;</a:t>
            </a:r>
          </a:p>
        </p:txBody>
      </p:sp>
      <p:sp>
        <p:nvSpPr>
          <p:cNvPr id="249" name="text-241 LayerNorm">
            <a:extLst xmlns:a="http://schemas.openxmlformats.org/drawingml/2006/main">
              <a:ext uri="{FF2B5EF4-FFF2-40B4-BE49-F238E27FC236}">
                <a16:creationId xmlns:a16="http://schemas.microsoft.com/office/drawing/2014/main" id="{CEADF8BC-45A1-4BDD-AD21-38F2D8062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19466" y="4519443"/>
            <a:ext cx="1505174" cy="4350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LayerNorm</a:t>
            </a:r>
          </a:p>
        </p:txBody>
      </p:sp>
      <p:sp>
        <p:nvSpPr>
          <p:cNvPr id="250" name="path-242">
            <a:extLst xmlns:a="http://schemas.openxmlformats.org/drawingml/2006/main">
              <a:ext uri="{FF2B5EF4-FFF2-40B4-BE49-F238E27FC236}">
                <a16:creationId xmlns:a16="http://schemas.microsoft.com/office/drawing/2014/main" id="{513AB233-A184-4D8F-B355-B961F967A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8397" y="6637408"/>
            <a:ext cx="69011" cy="538281"/>
          </a:xfrm>
          <a:custGeom xmlns:a="http://schemas.openxmlformats.org/drawingml/2006/main">
            <a:pathLst>
              <a:path w="50356" h="392777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392777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392777"/>
                </a:lnTo>
                <a:lnTo>
                  <a:pt x="34620" y="39277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" name="path-243">
            <a:extLst xmlns:a="http://schemas.openxmlformats.org/drawingml/2006/main">
              <a:ext uri="{FF2B5EF4-FFF2-40B4-BE49-F238E27FC236}">
                <a16:creationId xmlns:a16="http://schemas.microsoft.com/office/drawing/2014/main" id="{78C7B0C6-6C7D-4F4F-BA9E-14F037B7B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8397" y="5737685"/>
            <a:ext cx="69011" cy="439941"/>
          </a:xfrm>
          <a:custGeom xmlns:a="http://schemas.openxmlformats.org/drawingml/2006/main">
            <a:pathLst>
              <a:path w="50356" h="321020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321020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321020"/>
                </a:lnTo>
                <a:lnTo>
                  <a:pt x="34620" y="32102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" name="path-244">
            <a:extLst xmlns:a="http://schemas.openxmlformats.org/drawingml/2006/main">
              <a:ext uri="{FF2B5EF4-FFF2-40B4-BE49-F238E27FC236}">
                <a16:creationId xmlns:a16="http://schemas.microsoft.com/office/drawing/2014/main" id="{1D0A619C-E9CF-4654-A459-889D325B1E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58397" y="4967357"/>
            <a:ext cx="69011" cy="293293"/>
          </a:xfrm>
          <a:custGeom xmlns:a="http://schemas.openxmlformats.org/drawingml/2006/main">
            <a:pathLst>
              <a:path w="50356" h="214013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214013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214013"/>
                </a:lnTo>
                <a:lnTo>
                  <a:pt x="34620" y="21401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" name="path-245">
            <a:extLst xmlns:a="http://schemas.openxmlformats.org/drawingml/2006/main">
              <a:ext uri="{FF2B5EF4-FFF2-40B4-BE49-F238E27FC236}">
                <a16:creationId xmlns:a16="http://schemas.microsoft.com/office/drawing/2014/main" id="{078AACE6-BA37-4673-9E0E-3AA07DAE4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77996" y="4689159"/>
            <a:ext cx="1726552" cy="2523192"/>
          </a:xfrm>
          <a:custGeom xmlns:a="http://schemas.openxmlformats.org/drawingml/2006/main">
            <a:pathLst>
              <a:path w="1259843" h="1841142">
                <a:moveTo>
                  <a:pt x="114875" y="0"/>
                </a:moveTo>
                <a:lnTo>
                  <a:pt x="114875" y="25178"/>
                </a:lnTo>
                <a:lnTo>
                  <a:pt x="114875" y="50356"/>
                </a:lnTo>
                <a:lnTo>
                  <a:pt x="190407" y="25178"/>
                </a:lnTo>
                <a:lnTo>
                  <a:pt x="114875" y="0"/>
                </a:lnTo>
                <a:moveTo>
                  <a:pt x="1259843" y="1841142"/>
                </a:moveTo>
                <a:lnTo>
                  <a:pt x="1259843" y="1573323"/>
                </a:lnTo>
                <a:lnTo>
                  <a:pt x="9441" y="1573323"/>
                </a:lnTo>
                <a:lnTo>
                  <a:pt x="18883" y="1582765"/>
                </a:lnTo>
                <a:lnTo>
                  <a:pt x="18883" y="25178"/>
                </a:lnTo>
                <a:lnTo>
                  <a:pt x="9441" y="34620"/>
                </a:lnTo>
                <a:lnTo>
                  <a:pt x="152641" y="34620"/>
                </a:lnTo>
                <a:lnTo>
                  <a:pt x="152641" y="15737"/>
                </a:lnTo>
                <a:lnTo>
                  <a:pt x="0" y="15737"/>
                </a:lnTo>
                <a:lnTo>
                  <a:pt x="0" y="1592207"/>
                </a:lnTo>
                <a:lnTo>
                  <a:pt x="1250403" y="1592207"/>
                </a:lnTo>
                <a:lnTo>
                  <a:pt x="1240960" y="1582765"/>
                </a:lnTo>
                <a:lnTo>
                  <a:pt x="1240960" y="1841142"/>
                </a:lnTo>
                <a:lnTo>
                  <a:pt x="1259843" y="184114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" name="path-246">
            <a:extLst xmlns:a="http://schemas.openxmlformats.org/drawingml/2006/main">
              <a:ext uri="{FF2B5EF4-FFF2-40B4-BE49-F238E27FC236}">
                <a16:creationId xmlns:a16="http://schemas.microsoft.com/office/drawing/2014/main" id="{47A1A1BF-C44C-4136-871A-6D5B692B2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0986" y="4164248"/>
            <a:ext cx="69011" cy="293295"/>
          </a:xfrm>
          <a:custGeom xmlns:a="http://schemas.openxmlformats.org/drawingml/2006/main">
            <a:pathLst>
              <a:path w="50356" h="214013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214013"/>
                </a:moveTo>
                <a:lnTo>
                  <a:pt x="34620" y="37767"/>
                </a:lnTo>
                <a:lnTo>
                  <a:pt x="15737" y="37767"/>
                </a:lnTo>
                <a:lnTo>
                  <a:pt x="15737" y="214013"/>
                </a:lnTo>
                <a:lnTo>
                  <a:pt x="34620" y="21401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" name="text-247 GELU">
            <a:extLst xmlns:a="http://schemas.openxmlformats.org/drawingml/2006/main">
              <a:ext uri="{FF2B5EF4-FFF2-40B4-BE49-F238E27FC236}">
                <a16:creationId xmlns:a16="http://schemas.microsoft.com/office/drawing/2014/main" id="{4C78DFB1-0312-408F-87D2-B4258FC8D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518994" y="5747029"/>
            <a:ext cx="884032" cy="4349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GELU</a:t>
            </a:r>
          </a:p>
        </p:txBody>
      </p:sp>
      <p:sp>
        <p:nvSpPr>
          <p:cNvPr id="256" name="path-248">
            <a:extLst xmlns:a="http://schemas.openxmlformats.org/drawingml/2006/main">
              <a:ext uri="{FF2B5EF4-FFF2-40B4-BE49-F238E27FC236}">
                <a16:creationId xmlns:a16="http://schemas.microsoft.com/office/drawing/2014/main" id="{F365F356-4682-4AD4-A1EC-716BA8E5B6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8404" y="2483794"/>
            <a:ext cx="754457" cy="1657215"/>
          </a:xfrm>
          <a:custGeom xmlns:a="http://schemas.openxmlformats.org/drawingml/2006/main">
            <a:pathLst>
              <a:path w="550518" h="1209249">
                <a:moveTo>
                  <a:pt x="527479" y="0"/>
                </a:moveTo>
                <a:lnTo>
                  <a:pt x="486918" y="92189"/>
                </a:lnTo>
                <a:lnTo>
                  <a:pt x="509968" y="102324"/>
                </a:lnTo>
                <a:lnTo>
                  <a:pt x="550518" y="10147"/>
                </a:lnTo>
                <a:lnTo>
                  <a:pt x="527479" y="0"/>
                </a:lnTo>
                <a:moveTo>
                  <a:pt x="456501" y="161328"/>
                </a:moveTo>
                <a:lnTo>
                  <a:pt x="415954" y="253518"/>
                </a:lnTo>
                <a:lnTo>
                  <a:pt x="439003" y="263651"/>
                </a:lnTo>
                <a:lnTo>
                  <a:pt x="479553" y="171475"/>
                </a:lnTo>
                <a:lnTo>
                  <a:pt x="456501" y="161328"/>
                </a:lnTo>
                <a:moveTo>
                  <a:pt x="385539" y="322656"/>
                </a:moveTo>
                <a:lnTo>
                  <a:pt x="344989" y="414846"/>
                </a:lnTo>
                <a:lnTo>
                  <a:pt x="368040" y="424980"/>
                </a:lnTo>
                <a:lnTo>
                  <a:pt x="408588" y="332790"/>
                </a:lnTo>
                <a:lnTo>
                  <a:pt x="385539" y="322656"/>
                </a:lnTo>
                <a:moveTo>
                  <a:pt x="314574" y="483984"/>
                </a:moveTo>
                <a:lnTo>
                  <a:pt x="274024" y="576174"/>
                </a:lnTo>
                <a:lnTo>
                  <a:pt x="297063" y="586308"/>
                </a:lnTo>
                <a:lnTo>
                  <a:pt x="337625" y="494119"/>
                </a:lnTo>
                <a:lnTo>
                  <a:pt x="314574" y="483984"/>
                </a:lnTo>
                <a:moveTo>
                  <a:pt x="243609" y="645312"/>
                </a:moveTo>
                <a:lnTo>
                  <a:pt x="203049" y="737501"/>
                </a:lnTo>
                <a:lnTo>
                  <a:pt x="226098" y="747636"/>
                </a:lnTo>
                <a:lnTo>
                  <a:pt x="266648" y="655447"/>
                </a:lnTo>
                <a:lnTo>
                  <a:pt x="243609" y="645312"/>
                </a:lnTo>
                <a:moveTo>
                  <a:pt x="172646" y="806640"/>
                </a:moveTo>
                <a:lnTo>
                  <a:pt x="132084" y="898830"/>
                </a:lnTo>
                <a:lnTo>
                  <a:pt x="155135" y="908964"/>
                </a:lnTo>
                <a:lnTo>
                  <a:pt x="195683" y="816775"/>
                </a:lnTo>
                <a:lnTo>
                  <a:pt x="172646" y="806640"/>
                </a:lnTo>
                <a:moveTo>
                  <a:pt x="101669" y="967968"/>
                </a:moveTo>
                <a:lnTo>
                  <a:pt x="61119" y="1060158"/>
                </a:lnTo>
                <a:lnTo>
                  <a:pt x="84171" y="1070292"/>
                </a:lnTo>
                <a:lnTo>
                  <a:pt x="124719" y="978103"/>
                </a:lnTo>
                <a:lnTo>
                  <a:pt x="101669" y="967968"/>
                </a:lnTo>
                <a:moveTo>
                  <a:pt x="30704" y="1129297"/>
                </a:moveTo>
                <a:lnTo>
                  <a:pt x="0" y="1199103"/>
                </a:lnTo>
                <a:lnTo>
                  <a:pt x="23037" y="1209249"/>
                </a:lnTo>
                <a:lnTo>
                  <a:pt x="53756" y="1139431"/>
                </a:lnTo>
                <a:lnTo>
                  <a:pt x="30704" y="112929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" name="path-249">
            <a:extLst xmlns:a="http://schemas.openxmlformats.org/drawingml/2006/main">
              <a:ext uri="{FF2B5EF4-FFF2-40B4-BE49-F238E27FC236}">
                <a16:creationId xmlns:a16="http://schemas.microsoft.com/office/drawing/2014/main" id="{620C0E2E-0066-414A-B40D-8E7049680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66319" y="2481845"/>
            <a:ext cx="1041400" cy="1695619"/>
          </a:xfrm>
          <a:custGeom xmlns:a="http://schemas.openxmlformats.org/drawingml/2006/main">
            <a:pathLst>
              <a:path w="759897" h="1237272">
                <a:moveTo>
                  <a:pt x="21551" y="0"/>
                </a:moveTo>
                <a:lnTo>
                  <a:pt x="73569" y="86235"/>
                </a:lnTo>
                <a:lnTo>
                  <a:pt x="52005" y="99239"/>
                </a:lnTo>
                <a:lnTo>
                  <a:pt x="0" y="12992"/>
                </a:lnTo>
                <a:lnTo>
                  <a:pt x="21551" y="0"/>
                </a:lnTo>
                <a:moveTo>
                  <a:pt x="112569" y="150917"/>
                </a:moveTo>
                <a:lnTo>
                  <a:pt x="164588" y="237164"/>
                </a:lnTo>
                <a:lnTo>
                  <a:pt x="143023" y="250169"/>
                </a:lnTo>
                <a:lnTo>
                  <a:pt x="91018" y="163921"/>
                </a:lnTo>
                <a:lnTo>
                  <a:pt x="112569" y="150917"/>
                </a:lnTo>
                <a:moveTo>
                  <a:pt x="203601" y="301846"/>
                </a:moveTo>
                <a:lnTo>
                  <a:pt x="255606" y="388081"/>
                </a:lnTo>
                <a:lnTo>
                  <a:pt x="234042" y="401086"/>
                </a:lnTo>
                <a:lnTo>
                  <a:pt x="182035" y="314851"/>
                </a:lnTo>
                <a:lnTo>
                  <a:pt x="203601" y="301846"/>
                </a:lnTo>
                <a:moveTo>
                  <a:pt x="294619" y="452763"/>
                </a:moveTo>
                <a:lnTo>
                  <a:pt x="346626" y="539011"/>
                </a:lnTo>
                <a:lnTo>
                  <a:pt x="325060" y="552015"/>
                </a:lnTo>
                <a:lnTo>
                  <a:pt x="273055" y="465768"/>
                </a:lnTo>
                <a:lnTo>
                  <a:pt x="294619" y="452763"/>
                </a:lnTo>
                <a:moveTo>
                  <a:pt x="385638" y="603693"/>
                </a:moveTo>
                <a:lnTo>
                  <a:pt x="437643" y="689927"/>
                </a:lnTo>
                <a:lnTo>
                  <a:pt x="416092" y="702932"/>
                </a:lnTo>
                <a:lnTo>
                  <a:pt x="364073" y="616698"/>
                </a:lnTo>
                <a:lnTo>
                  <a:pt x="385638" y="603693"/>
                </a:lnTo>
                <a:moveTo>
                  <a:pt x="476657" y="754610"/>
                </a:moveTo>
                <a:lnTo>
                  <a:pt x="528661" y="840857"/>
                </a:lnTo>
                <a:lnTo>
                  <a:pt x="507110" y="853862"/>
                </a:lnTo>
                <a:lnTo>
                  <a:pt x="455092" y="767614"/>
                </a:lnTo>
                <a:lnTo>
                  <a:pt x="476657" y="754610"/>
                </a:lnTo>
                <a:moveTo>
                  <a:pt x="567675" y="905539"/>
                </a:moveTo>
                <a:lnTo>
                  <a:pt x="619693" y="991774"/>
                </a:lnTo>
                <a:lnTo>
                  <a:pt x="598127" y="1004779"/>
                </a:lnTo>
                <a:lnTo>
                  <a:pt x="546110" y="918544"/>
                </a:lnTo>
                <a:lnTo>
                  <a:pt x="567675" y="905539"/>
                </a:lnTo>
                <a:moveTo>
                  <a:pt x="658695" y="1056456"/>
                </a:moveTo>
                <a:lnTo>
                  <a:pt x="710710" y="1142704"/>
                </a:lnTo>
                <a:lnTo>
                  <a:pt x="689147" y="1155708"/>
                </a:lnTo>
                <a:lnTo>
                  <a:pt x="637129" y="1069461"/>
                </a:lnTo>
                <a:lnTo>
                  <a:pt x="658695" y="1056456"/>
                </a:lnTo>
                <a:moveTo>
                  <a:pt x="749712" y="1207386"/>
                </a:moveTo>
                <a:lnTo>
                  <a:pt x="759897" y="1224280"/>
                </a:lnTo>
                <a:lnTo>
                  <a:pt x="738345" y="1237272"/>
                </a:lnTo>
                <a:lnTo>
                  <a:pt x="728159" y="1220390"/>
                </a:lnTo>
                <a:lnTo>
                  <a:pt x="749712" y="120738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" name="path-250">
            <a:extLst xmlns:a="http://schemas.openxmlformats.org/drawingml/2006/main">
              <a:ext uri="{FF2B5EF4-FFF2-40B4-BE49-F238E27FC236}">
                <a16:creationId xmlns:a16="http://schemas.microsoft.com/office/drawing/2014/main" id="{95A36F64-2B78-4D46-8243-26581829D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85" y="1414013"/>
            <a:ext cx="196680" cy="196680"/>
          </a:xfrm>
          <a:custGeom xmlns:a="http://schemas.openxmlformats.org/drawingml/2006/main">
            <a:pathLst>
              <a:path w="143515" h="143515">
                <a:moveTo>
                  <a:pt x="0" y="143515"/>
                </a:moveTo>
                <a:lnTo>
                  <a:pt x="0" y="0"/>
                </a:lnTo>
                <a:lnTo>
                  <a:pt x="143515" y="0"/>
                </a:lnTo>
                <a:lnTo>
                  <a:pt x="143515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7030A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" name="path-251">
            <a:extLst xmlns:a="http://schemas.openxmlformats.org/drawingml/2006/main">
              <a:ext uri="{FF2B5EF4-FFF2-40B4-BE49-F238E27FC236}">
                <a16:creationId xmlns:a16="http://schemas.microsoft.com/office/drawing/2014/main" id="{D22C7E02-4FD8-46EC-A3AC-6FAF50902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533" y="139693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" name="path-252">
            <a:extLst xmlns:a="http://schemas.openxmlformats.org/drawingml/2006/main">
              <a:ext uri="{FF2B5EF4-FFF2-40B4-BE49-F238E27FC236}">
                <a16:creationId xmlns:a16="http://schemas.microsoft.com/office/drawing/2014/main" id="{79254408-B61D-4BDF-A26C-75424FD34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465" y="1414013"/>
            <a:ext cx="194609" cy="196680"/>
          </a:xfrm>
          <a:custGeom xmlns:a="http://schemas.openxmlformats.org/drawingml/2006/main">
            <a:pathLst>
              <a:path w="142004" h="143515">
                <a:moveTo>
                  <a:pt x="0" y="143515"/>
                </a:moveTo>
                <a:lnTo>
                  <a:pt x="0" y="0"/>
                </a:lnTo>
                <a:lnTo>
                  <a:pt x="142004" y="0"/>
                </a:lnTo>
                <a:lnTo>
                  <a:pt x="142004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7030A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" name="path-253">
            <a:extLst xmlns:a="http://schemas.openxmlformats.org/drawingml/2006/main">
              <a:ext uri="{FF2B5EF4-FFF2-40B4-BE49-F238E27FC236}">
                <a16:creationId xmlns:a16="http://schemas.microsoft.com/office/drawing/2014/main" id="{65336810-2472-4EA8-A220-EB4217BE0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350" y="139693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" name="path-254">
            <a:extLst xmlns:a="http://schemas.openxmlformats.org/drawingml/2006/main">
              <a:ext uri="{FF2B5EF4-FFF2-40B4-BE49-F238E27FC236}">
                <a16:creationId xmlns:a16="http://schemas.microsoft.com/office/drawing/2014/main" id="{D9B2641E-091E-4411-B096-4D57D3B7F7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074" y="1414013"/>
            <a:ext cx="196680" cy="196680"/>
          </a:xfrm>
          <a:custGeom xmlns:a="http://schemas.openxmlformats.org/drawingml/2006/main">
            <a:pathLst>
              <a:path w="143515" h="143515">
                <a:moveTo>
                  <a:pt x="0" y="143515"/>
                </a:moveTo>
                <a:lnTo>
                  <a:pt x="0" y="0"/>
                </a:lnTo>
                <a:lnTo>
                  <a:pt x="143515" y="0"/>
                </a:lnTo>
                <a:lnTo>
                  <a:pt x="143515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7030A0">
              <a:alpha val="8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" name="path-255">
            <a:extLst xmlns:a="http://schemas.openxmlformats.org/drawingml/2006/main">
              <a:ext uri="{FF2B5EF4-FFF2-40B4-BE49-F238E27FC236}">
                <a16:creationId xmlns:a16="http://schemas.microsoft.com/office/drawing/2014/main" id="{2A18B5B2-38DB-417E-970A-6BE6DBD25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166" y="139693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" name="path-256">
            <a:extLst xmlns:a="http://schemas.openxmlformats.org/drawingml/2006/main">
              <a:ext uri="{FF2B5EF4-FFF2-40B4-BE49-F238E27FC236}">
                <a16:creationId xmlns:a16="http://schemas.microsoft.com/office/drawing/2014/main" id="{09D22097-9897-42C6-9E21-2DB2C316F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754" y="1414013"/>
            <a:ext cx="194609" cy="196680"/>
          </a:xfrm>
          <a:custGeom xmlns:a="http://schemas.openxmlformats.org/drawingml/2006/main">
            <a:pathLst>
              <a:path w="142004" h="143515">
                <a:moveTo>
                  <a:pt x="0" y="143515"/>
                </a:moveTo>
                <a:lnTo>
                  <a:pt x="0" y="0"/>
                </a:lnTo>
                <a:lnTo>
                  <a:pt x="142004" y="0"/>
                </a:lnTo>
                <a:lnTo>
                  <a:pt x="142004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7030A0">
              <a:alpha val="4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" name="path-257">
            <a:extLst xmlns:a="http://schemas.openxmlformats.org/drawingml/2006/main">
              <a:ext uri="{FF2B5EF4-FFF2-40B4-BE49-F238E27FC236}">
                <a16:creationId xmlns:a16="http://schemas.microsoft.com/office/drawing/2014/main" id="{15E570F6-5B58-4CE3-9A01-E3199989A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9983" y="139693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" name="path-258">
            <a:extLst xmlns:a="http://schemas.openxmlformats.org/drawingml/2006/main">
              <a:ext uri="{FF2B5EF4-FFF2-40B4-BE49-F238E27FC236}">
                <a16:creationId xmlns:a16="http://schemas.microsoft.com/office/drawing/2014/main" id="{745DC3EE-B9AB-4A6A-B9EC-AFED03BF8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2363" y="1414013"/>
            <a:ext cx="196679" cy="196680"/>
          </a:xfrm>
          <a:custGeom xmlns:a="http://schemas.openxmlformats.org/drawingml/2006/main">
            <a:pathLst>
              <a:path w="143514" h="143515">
                <a:moveTo>
                  <a:pt x="0" y="143515"/>
                </a:moveTo>
                <a:lnTo>
                  <a:pt x="0" y="0"/>
                </a:lnTo>
                <a:lnTo>
                  <a:pt x="143514" y="0"/>
                </a:lnTo>
                <a:lnTo>
                  <a:pt x="143514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7030A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" name="path-259">
            <a:extLst xmlns:a="http://schemas.openxmlformats.org/drawingml/2006/main">
              <a:ext uri="{FF2B5EF4-FFF2-40B4-BE49-F238E27FC236}">
                <a16:creationId xmlns:a16="http://schemas.microsoft.com/office/drawing/2014/main" id="{C4F676B9-54BC-4A88-BDCC-AE25D89E4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800" y="139693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" name="path-260">
            <a:extLst xmlns:a="http://schemas.openxmlformats.org/drawingml/2006/main">
              <a:ext uri="{FF2B5EF4-FFF2-40B4-BE49-F238E27FC236}">
                <a16:creationId xmlns:a16="http://schemas.microsoft.com/office/drawing/2014/main" id="{C33D3637-528C-40C1-83C5-D89E371E7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85" y="2380848"/>
            <a:ext cx="196680" cy="194609"/>
          </a:xfrm>
          <a:custGeom xmlns:a="http://schemas.openxmlformats.org/drawingml/2006/main">
            <a:pathLst>
              <a:path w="143515" h="142004">
                <a:moveTo>
                  <a:pt x="0" y="142004"/>
                </a:moveTo>
                <a:lnTo>
                  <a:pt x="0" y="0"/>
                </a:lnTo>
                <a:lnTo>
                  <a:pt x="143515" y="0"/>
                </a:lnTo>
                <a:lnTo>
                  <a:pt x="143515" y="142004"/>
                </a:lnTo>
                <a:lnTo>
                  <a:pt x="0" y="142004"/>
                </a:lnTo>
              </a:path>
            </a:pathLst>
          </a:custGeom>
          <a:solidFill xmlns:a="http://schemas.openxmlformats.org/drawingml/2006/main">
            <a:srgbClr val="3B5F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" name="path-261">
            <a:extLst xmlns:a="http://schemas.openxmlformats.org/drawingml/2006/main">
              <a:ext uri="{FF2B5EF4-FFF2-40B4-BE49-F238E27FC236}">
                <a16:creationId xmlns:a16="http://schemas.microsoft.com/office/drawing/2014/main" id="{0D1C055A-5D3B-44F6-BD37-9631FB920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533" y="2363078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" name="path-262">
            <a:extLst xmlns:a="http://schemas.openxmlformats.org/drawingml/2006/main">
              <a:ext uri="{FF2B5EF4-FFF2-40B4-BE49-F238E27FC236}">
                <a16:creationId xmlns:a16="http://schemas.microsoft.com/office/drawing/2014/main" id="{9E093605-E6E7-46B2-8211-091E3B913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465" y="2380848"/>
            <a:ext cx="194609" cy="194609"/>
          </a:xfrm>
          <a:custGeom xmlns:a="http://schemas.openxmlformats.org/drawingml/2006/main">
            <a:pathLst>
              <a:path w="142004" h="142004">
                <a:moveTo>
                  <a:pt x="0" y="142004"/>
                </a:moveTo>
                <a:lnTo>
                  <a:pt x="0" y="0"/>
                </a:lnTo>
                <a:lnTo>
                  <a:pt x="142004" y="0"/>
                </a:lnTo>
                <a:lnTo>
                  <a:pt x="142004" y="142004"/>
                </a:lnTo>
                <a:lnTo>
                  <a:pt x="0" y="142004"/>
                </a:lnTo>
              </a:path>
            </a:pathLst>
          </a:custGeom>
          <a:solidFill xmlns:a="http://schemas.openxmlformats.org/drawingml/2006/main">
            <a:srgbClr val="3B5F21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" name="path-263">
            <a:extLst xmlns:a="http://schemas.openxmlformats.org/drawingml/2006/main">
              <a:ext uri="{FF2B5EF4-FFF2-40B4-BE49-F238E27FC236}">
                <a16:creationId xmlns:a16="http://schemas.microsoft.com/office/drawing/2014/main" id="{4BF87145-14EF-411B-9889-6193B79E1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350" y="2363078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" name="path-264">
            <a:extLst xmlns:a="http://schemas.openxmlformats.org/drawingml/2006/main">
              <a:ext uri="{FF2B5EF4-FFF2-40B4-BE49-F238E27FC236}">
                <a16:creationId xmlns:a16="http://schemas.microsoft.com/office/drawing/2014/main" id="{AD9A5FF9-D5C7-4E23-B3B6-DCFE9AFAC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074" y="2380848"/>
            <a:ext cx="196680" cy="194609"/>
          </a:xfrm>
          <a:custGeom xmlns:a="http://schemas.openxmlformats.org/drawingml/2006/main">
            <a:pathLst>
              <a:path w="143515" h="142004">
                <a:moveTo>
                  <a:pt x="0" y="142004"/>
                </a:moveTo>
                <a:lnTo>
                  <a:pt x="0" y="0"/>
                </a:lnTo>
                <a:lnTo>
                  <a:pt x="143515" y="0"/>
                </a:lnTo>
                <a:lnTo>
                  <a:pt x="143515" y="142004"/>
                </a:lnTo>
                <a:lnTo>
                  <a:pt x="0" y="142004"/>
                </a:lnTo>
              </a:path>
            </a:pathLst>
          </a:custGeom>
          <a:solidFill xmlns:a="http://schemas.openxmlformats.org/drawingml/2006/main">
            <a:srgbClr val="3B5F21">
              <a:alpha val="8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" name="path-265">
            <a:extLst xmlns:a="http://schemas.openxmlformats.org/drawingml/2006/main">
              <a:ext uri="{FF2B5EF4-FFF2-40B4-BE49-F238E27FC236}">
                <a16:creationId xmlns:a16="http://schemas.microsoft.com/office/drawing/2014/main" id="{A3751865-5114-486E-A612-B5CDF1654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166" y="2363078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" name="path-266">
            <a:extLst xmlns:a="http://schemas.openxmlformats.org/drawingml/2006/main">
              <a:ext uri="{FF2B5EF4-FFF2-40B4-BE49-F238E27FC236}">
                <a16:creationId xmlns:a16="http://schemas.microsoft.com/office/drawing/2014/main" id="{7BAE0CC6-3AB9-4ECF-85DF-C50439B41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754" y="2380848"/>
            <a:ext cx="194609" cy="194609"/>
          </a:xfrm>
          <a:custGeom xmlns:a="http://schemas.openxmlformats.org/drawingml/2006/main">
            <a:pathLst>
              <a:path w="142004" h="142004">
                <a:moveTo>
                  <a:pt x="0" y="142004"/>
                </a:moveTo>
                <a:lnTo>
                  <a:pt x="0" y="0"/>
                </a:lnTo>
                <a:lnTo>
                  <a:pt x="142004" y="0"/>
                </a:lnTo>
                <a:lnTo>
                  <a:pt x="142004" y="142004"/>
                </a:lnTo>
                <a:lnTo>
                  <a:pt x="0" y="142004"/>
                </a:lnTo>
              </a:path>
            </a:pathLst>
          </a:custGeom>
          <a:solidFill xmlns:a="http://schemas.openxmlformats.org/drawingml/2006/main">
            <a:srgbClr val="3B5F21">
              <a:alpha val="4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" name="path-267">
            <a:extLst xmlns:a="http://schemas.openxmlformats.org/drawingml/2006/main">
              <a:ext uri="{FF2B5EF4-FFF2-40B4-BE49-F238E27FC236}">
                <a16:creationId xmlns:a16="http://schemas.microsoft.com/office/drawing/2014/main" id="{CF396BB4-4052-4C43-9EE2-85CD27599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9983" y="2363078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" name="path-268">
            <a:extLst xmlns:a="http://schemas.openxmlformats.org/drawingml/2006/main">
              <a:ext uri="{FF2B5EF4-FFF2-40B4-BE49-F238E27FC236}">
                <a16:creationId xmlns:a16="http://schemas.microsoft.com/office/drawing/2014/main" id="{4EC71F59-EAFB-4ECA-8F94-90F0A3D620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2363" y="2380848"/>
            <a:ext cx="196679" cy="194609"/>
          </a:xfrm>
          <a:custGeom xmlns:a="http://schemas.openxmlformats.org/drawingml/2006/main">
            <a:pathLst>
              <a:path w="143514" h="142004">
                <a:moveTo>
                  <a:pt x="0" y="142004"/>
                </a:moveTo>
                <a:lnTo>
                  <a:pt x="0" y="0"/>
                </a:lnTo>
                <a:lnTo>
                  <a:pt x="143514" y="0"/>
                </a:lnTo>
                <a:lnTo>
                  <a:pt x="143514" y="142004"/>
                </a:lnTo>
                <a:lnTo>
                  <a:pt x="0" y="142004"/>
                </a:lnTo>
              </a:path>
            </a:pathLst>
          </a:custGeom>
          <a:solidFill xmlns:a="http://schemas.openxmlformats.org/drawingml/2006/main">
            <a:srgbClr val="3B5F21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" name="path-269">
            <a:extLst xmlns:a="http://schemas.openxmlformats.org/drawingml/2006/main">
              <a:ext uri="{FF2B5EF4-FFF2-40B4-BE49-F238E27FC236}">
                <a16:creationId xmlns:a16="http://schemas.microsoft.com/office/drawing/2014/main" id="{A570DAF6-44F2-4C21-8F63-3CC1EA8AC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800" y="2363078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78" name="">
            <a:extLst xmlns:a="http://schemas.openxmlformats.org/drawingml/2006/main">
              <a:ext uri="{FF2B5EF4-FFF2-40B4-BE49-F238E27FC236}">
                <a16:creationId xmlns:a16="http://schemas.microsoft.com/office/drawing/2014/main" id="{2619B8F4-1D89-410F-A81E-29791FE5699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fdb489b90d3450d"/>
          <a:stretch xmlns:a="http://schemas.openxmlformats.org/drawingml/2006/main"/>
        </p:blipFill>
        <p:spPr>
          <a:xfrm xmlns:a="http://schemas.openxmlformats.org/drawingml/2006/main">
            <a:off x="203868" y="1217898"/>
            <a:ext cx="556396" cy="528009"/>
          </a:xfrm>
          <a:prstGeom xmlns:a="http://schemas.openxmlformats.org/drawingml/2006/main" prst="rect">
            <a:avLst/>
          </a:prstGeom>
        </p:spPr>
      </p:pic>
      <p:pic>
        <p:nvPicPr>
          <p:cNvPr id="279" name="">
            <a:extLst xmlns:a="http://schemas.openxmlformats.org/drawingml/2006/main">
              <a:ext uri="{FF2B5EF4-FFF2-40B4-BE49-F238E27FC236}">
                <a16:creationId xmlns:a16="http://schemas.microsoft.com/office/drawing/2014/main" id="{157264E3-175D-42EC-A41D-409F16FA7D2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251899c74634241"/>
          <a:stretch xmlns:a="http://schemas.openxmlformats.org/drawingml/2006/main"/>
        </p:blipFill>
        <p:spPr>
          <a:xfrm xmlns:a="http://schemas.openxmlformats.org/drawingml/2006/main">
            <a:off x="203868" y="2215916"/>
            <a:ext cx="554671" cy="526372"/>
          </a:xfrm>
          <a:prstGeom xmlns:a="http://schemas.openxmlformats.org/drawingml/2006/main" prst="rect">
            <a:avLst/>
          </a:prstGeom>
        </p:spPr>
      </p:pic>
      <p:pic>
        <p:nvPicPr>
          <p:cNvPr id="280" name="">
            <a:extLst xmlns:a="http://schemas.openxmlformats.org/drawingml/2006/main">
              <a:ext uri="{FF2B5EF4-FFF2-40B4-BE49-F238E27FC236}">
                <a16:creationId xmlns:a16="http://schemas.microsoft.com/office/drawing/2014/main" id="{0C1D5F02-AAFC-429C-8FBE-717439FA2BF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c1447b58d7a46f9"/>
          <a:stretch xmlns:a="http://schemas.openxmlformats.org/drawingml/2006/main"/>
        </p:blipFill>
        <p:spPr>
          <a:xfrm xmlns:a="http://schemas.openxmlformats.org/drawingml/2006/main">
            <a:off x="233197" y="3073884"/>
            <a:ext cx="481347" cy="481347"/>
          </a:xfrm>
          <a:prstGeom xmlns:a="http://schemas.openxmlformats.org/drawingml/2006/main" prst="rect">
            <a:avLst/>
          </a:prstGeom>
        </p:spPr>
      </p:pic>
      <p:pic>
        <p:nvPicPr>
          <p:cNvPr id="281" name="">
            <a:extLst xmlns:a="http://schemas.openxmlformats.org/drawingml/2006/main">
              <a:ext uri="{FF2B5EF4-FFF2-40B4-BE49-F238E27FC236}">
                <a16:creationId xmlns:a16="http://schemas.microsoft.com/office/drawing/2014/main" id="{83680C3A-4FAB-4EC8-8750-94E6CE0A870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289685412a148c4"/>
          <a:stretch xmlns:a="http://schemas.openxmlformats.org/drawingml/2006/main"/>
        </p:blipFill>
        <p:spPr>
          <a:xfrm xmlns:a="http://schemas.openxmlformats.org/drawingml/2006/main">
            <a:off x="2238811" y="1821347"/>
            <a:ext cx="433040" cy="433040"/>
          </a:xfrm>
          <a:prstGeom xmlns:a="http://schemas.openxmlformats.org/drawingml/2006/main" prst="rect">
            <a:avLst/>
          </a:prstGeom>
        </p:spPr>
      </p:pic>
      <p:pic>
        <p:nvPicPr>
          <p:cNvPr id="282" name="">
            <a:extLst xmlns:a="http://schemas.openxmlformats.org/drawingml/2006/main">
              <a:ext uri="{FF2B5EF4-FFF2-40B4-BE49-F238E27FC236}">
                <a16:creationId xmlns:a16="http://schemas.microsoft.com/office/drawing/2014/main" id="{7D9E4A87-59B5-4927-9F1D-05673EEBC8A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4fa4dff7e454635"/>
          <a:stretch xmlns:a="http://schemas.openxmlformats.org/drawingml/2006/main"/>
        </p:blipFill>
        <p:spPr>
          <a:xfrm xmlns:a="http://schemas.openxmlformats.org/drawingml/2006/main">
            <a:off x="2238811" y="2736597"/>
            <a:ext cx="433040" cy="433040"/>
          </a:xfrm>
          <a:prstGeom xmlns:a="http://schemas.openxmlformats.org/drawingml/2006/main" prst="rect">
            <a:avLst/>
          </a:prstGeom>
        </p:spPr>
      </p:pic>
      <p:sp>
        <p:nvSpPr>
          <p:cNvPr id="283" name="path-275">
            <a:extLst xmlns:a="http://schemas.openxmlformats.org/drawingml/2006/main">
              <a:ext uri="{FF2B5EF4-FFF2-40B4-BE49-F238E27FC236}">
                <a16:creationId xmlns:a16="http://schemas.microsoft.com/office/drawing/2014/main" id="{F0BA9F75-9D03-4A98-9A00-ECEDF2AA8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785" y="3260730"/>
            <a:ext cx="196680" cy="196680"/>
          </a:xfrm>
          <a:custGeom xmlns:a="http://schemas.openxmlformats.org/drawingml/2006/main">
            <a:pathLst>
              <a:path w="143515" h="143515">
                <a:moveTo>
                  <a:pt x="0" y="143515"/>
                </a:moveTo>
                <a:lnTo>
                  <a:pt x="0" y="0"/>
                </a:lnTo>
                <a:lnTo>
                  <a:pt x="143515" y="0"/>
                </a:lnTo>
                <a:lnTo>
                  <a:pt x="143515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" name="path-276">
            <a:extLst xmlns:a="http://schemas.openxmlformats.org/drawingml/2006/main">
              <a:ext uri="{FF2B5EF4-FFF2-40B4-BE49-F238E27FC236}">
                <a16:creationId xmlns:a16="http://schemas.microsoft.com/office/drawing/2014/main" id="{07A5647F-5AA1-4473-893A-92C1E179B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395" y="324382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" name="path-277">
            <a:extLst xmlns:a="http://schemas.openxmlformats.org/drawingml/2006/main">
              <a:ext uri="{FF2B5EF4-FFF2-40B4-BE49-F238E27FC236}">
                <a16:creationId xmlns:a16="http://schemas.microsoft.com/office/drawing/2014/main" id="{7A05FEAA-7822-410B-86D0-34E72F92B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465" y="3260730"/>
            <a:ext cx="196679" cy="196680"/>
          </a:xfrm>
          <a:custGeom xmlns:a="http://schemas.openxmlformats.org/drawingml/2006/main">
            <a:pathLst>
              <a:path w="143514" h="143515">
                <a:moveTo>
                  <a:pt x="0" y="143515"/>
                </a:moveTo>
                <a:lnTo>
                  <a:pt x="0" y="0"/>
                </a:lnTo>
                <a:lnTo>
                  <a:pt x="143514" y="0"/>
                </a:lnTo>
                <a:lnTo>
                  <a:pt x="143514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" name="path-278">
            <a:extLst xmlns:a="http://schemas.openxmlformats.org/drawingml/2006/main">
              <a:ext uri="{FF2B5EF4-FFF2-40B4-BE49-F238E27FC236}">
                <a16:creationId xmlns:a16="http://schemas.microsoft.com/office/drawing/2014/main" id="{08BFDCB8-A114-4701-8262-29AEC25983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212" y="324382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" name="path-279">
            <a:extLst xmlns:a="http://schemas.openxmlformats.org/drawingml/2006/main">
              <a:ext uri="{FF2B5EF4-FFF2-40B4-BE49-F238E27FC236}">
                <a16:creationId xmlns:a16="http://schemas.microsoft.com/office/drawing/2014/main" id="{3CC9E9E2-19AC-4963-8894-76785ED3A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144" y="3260730"/>
            <a:ext cx="194610" cy="196680"/>
          </a:xfrm>
          <a:custGeom xmlns:a="http://schemas.openxmlformats.org/drawingml/2006/main">
            <a:pathLst>
              <a:path w="142004" h="143515">
                <a:moveTo>
                  <a:pt x="0" y="143515"/>
                </a:moveTo>
                <a:lnTo>
                  <a:pt x="0" y="0"/>
                </a:lnTo>
                <a:lnTo>
                  <a:pt x="142004" y="0"/>
                </a:lnTo>
                <a:lnTo>
                  <a:pt x="142004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" name="path-280">
            <a:extLst xmlns:a="http://schemas.openxmlformats.org/drawingml/2006/main">
              <a:ext uri="{FF2B5EF4-FFF2-40B4-BE49-F238E27FC236}">
                <a16:creationId xmlns:a16="http://schemas.microsoft.com/office/drawing/2014/main" id="{B91E1B98-C49E-42AC-A18C-D2B029300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029" y="324382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" name="path-281">
            <a:extLst xmlns:a="http://schemas.openxmlformats.org/drawingml/2006/main">
              <a:ext uri="{FF2B5EF4-FFF2-40B4-BE49-F238E27FC236}">
                <a16:creationId xmlns:a16="http://schemas.microsoft.com/office/drawing/2014/main" id="{A0F0C8BA-0AAF-406E-B418-9E8BB783E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754" y="3260730"/>
            <a:ext cx="196679" cy="196680"/>
          </a:xfrm>
          <a:custGeom xmlns:a="http://schemas.openxmlformats.org/drawingml/2006/main">
            <a:pathLst>
              <a:path w="143514" h="143515">
                <a:moveTo>
                  <a:pt x="0" y="143515"/>
                </a:moveTo>
                <a:lnTo>
                  <a:pt x="0" y="0"/>
                </a:lnTo>
                <a:lnTo>
                  <a:pt x="143514" y="0"/>
                </a:lnTo>
                <a:lnTo>
                  <a:pt x="143514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" name="path-282">
            <a:extLst xmlns:a="http://schemas.openxmlformats.org/drawingml/2006/main">
              <a:ext uri="{FF2B5EF4-FFF2-40B4-BE49-F238E27FC236}">
                <a16:creationId xmlns:a16="http://schemas.microsoft.com/office/drawing/2014/main" id="{0F3F994C-E3BE-492F-9364-0726B8D9F5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0846" y="324382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" name="path-283">
            <a:extLst xmlns:a="http://schemas.openxmlformats.org/drawingml/2006/main">
              <a:ext uri="{FF2B5EF4-FFF2-40B4-BE49-F238E27FC236}">
                <a16:creationId xmlns:a16="http://schemas.microsoft.com/office/drawing/2014/main" id="{46887EE2-B474-4248-9445-5DF0A1A18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4433" y="3260730"/>
            <a:ext cx="194609" cy="196680"/>
          </a:xfrm>
          <a:custGeom xmlns:a="http://schemas.openxmlformats.org/drawingml/2006/main">
            <a:pathLst>
              <a:path w="142004" h="143515">
                <a:moveTo>
                  <a:pt x="0" y="143515"/>
                </a:moveTo>
                <a:lnTo>
                  <a:pt x="0" y="0"/>
                </a:lnTo>
                <a:lnTo>
                  <a:pt x="142004" y="0"/>
                </a:lnTo>
                <a:lnTo>
                  <a:pt x="142004" y="143515"/>
                </a:lnTo>
                <a:lnTo>
                  <a:pt x="0" y="143515"/>
                </a:lnTo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" name="path-284">
            <a:extLst xmlns:a="http://schemas.openxmlformats.org/drawingml/2006/main">
              <a:ext uri="{FF2B5EF4-FFF2-40B4-BE49-F238E27FC236}">
                <a16:creationId xmlns:a16="http://schemas.microsoft.com/office/drawing/2014/main" id="{1A08D8FC-462F-4C7A-AD53-3D1EA4FA8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663" y="3243823"/>
            <a:ext cx="230322" cy="230322"/>
          </a:xfrm>
          <a:custGeom xmlns:a="http://schemas.openxmlformats.org/drawingml/2006/main">
            <a:pathLst>
              <a:path w="168063" h="168063">
                <a:moveTo>
                  <a:pt x="0" y="0"/>
                </a:moveTo>
                <a:lnTo>
                  <a:pt x="168063" y="0"/>
                </a:lnTo>
                <a:lnTo>
                  <a:pt x="168063" y="168063"/>
                </a:lnTo>
                <a:lnTo>
                  <a:pt x="0" y="168063"/>
                </a:lnTo>
                <a:lnTo>
                  <a:pt x="0" y="0"/>
                </a:lnTo>
                <a:moveTo>
                  <a:pt x="25178" y="155474"/>
                </a:moveTo>
                <a:lnTo>
                  <a:pt x="12589" y="142885"/>
                </a:lnTo>
                <a:lnTo>
                  <a:pt x="155474" y="142885"/>
                </a:lnTo>
                <a:lnTo>
                  <a:pt x="142885" y="155474"/>
                </a:lnTo>
                <a:lnTo>
                  <a:pt x="142885" y="12589"/>
                </a:lnTo>
                <a:lnTo>
                  <a:pt x="155474" y="25178"/>
                </a:lnTo>
                <a:lnTo>
                  <a:pt x="12589" y="25178"/>
                </a:lnTo>
                <a:lnTo>
                  <a:pt x="25178" y="12589"/>
                </a:lnTo>
                <a:lnTo>
                  <a:pt x="25178" y="15547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" name="path-285">
            <a:extLst xmlns:a="http://schemas.openxmlformats.org/drawingml/2006/main">
              <a:ext uri="{FF2B5EF4-FFF2-40B4-BE49-F238E27FC236}">
                <a16:creationId xmlns:a16="http://schemas.microsoft.com/office/drawing/2014/main" id="{9D286B1E-656F-4402-985E-6B898396E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9139" y="1504003"/>
            <a:ext cx="470375" cy="533864"/>
          </a:xfrm>
          <a:custGeom xmlns:a="http://schemas.openxmlformats.org/drawingml/2006/main">
            <a:pathLst>
              <a:path w="343226" h="389554">
                <a:moveTo>
                  <a:pt x="274491" y="349357"/>
                </a:moveTo>
                <a:lnTo>
                  <a:pt x="293425" y="332765"/>
                </a:lnTo>
                <a:lnTo>
                  <a:pt x="312358" y="316160"/>
                </a:lnTo>
                <a:lnTo>
                  <a:pt x="343226" y="389554"/>
                </a:lnTo>
                <a:lnTo>
                  <a:pt x="274491" y="349357"/>
                </a:lnTo>
                <a:moveTo>
                  <a:pt x="14200" y="0"/>
                </a:moveTo>
                <a:lnTo>
                  <a:pt x="325426" y="354934"/>
                </a:lnTo>
                <a:lnTo>
                  <a:pt x="311225" y="367385"/>
                </a:lnTo>
                <a:lnTo>
                  <a:pt x="0" y="12438"/>
                </a:lnTo>
                <a:lnTo>
                  <a:pt x="14200" y="0"/>
                </a:lnTo>
              </a:path>
            </a:pathLst>
          </a:custGeom>
          <a:solidFill xmlns:a="http://schemas.openxmlformats.org/drawingml/2006/main">
            <a:srgbClr val="75BD42">
              <a:alpha val="7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" name="path-286">
            <a:extLst xmlns:a="http://schemas.openxmlformats.org/drawingml/2006/main">
              <a:ext uri="{FF2B5EF4-FFF2-40B4-BE49-F238E27FC236}">
                <a16:creationId xmlns:a16="http://schemas.microsoft.com/office/drawing/2014/main" id="{3D6550A2-1630-4E6E-937C-E72D26BE1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9916" y="2037867"/>
            <a:ext cx="469598" cy="450154"/>
          </a:xfrm>
          <a:custGeom xmlns:a="http://schemas.openxmlformats.org/drawingml/2006/main">
            <a:pathLst>
              <a:path w="342660" h="328472">
                <a:moveTo>
                  <a:pt x="270676" y="34028"/>
                </a:moveTo>
                <a:lnTo>
                  <a:pt x="288087" y="52219"/>
                </a:lnTo>
                <a:lnTo>
                  <a:pt x="305497" y="70410"/>
                </a:lnTo>
                <a:lnTo>
                  <a:pt x="342660" y="0"/>
                </a:lnTo>
                <a:lnTo>
                  <a:pt x="270676" y="34028"/>
                </a:lnTo>
                <a:moveTo>
                  <a:pt x="13067" y="328472"/>
                </a:moveTo>
                <a:lnTo>
                  <a:pt x="321901" y="32933"/>
                </a:lnTo>
                <a:lnTo>
                  <a:pt x="308846" y="19286"/>
                </a:lnTo>
                <a:lnTo>
                  <a:pt x="0" y="314826"/>
                </a:lnTo>
                <a:lnTo>
                  <a:pt x="13067" y="328472"/>
                </a:lnTo>
              </a:path>
            </a:pathLst>
          </a:custGeom>
          <a:solidFill xmlns:a="http://schemas.openxmlformats.org/drawingml/2006/main">
            <a:srgbClr val="75BD42">
              <a:alpha val="7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" name="path-287">
            <a:extLst xmlns:a="http://schemas.openxmlformats.org/drawingml/2006/main">
              <a:ext uri="{FF2B5EF4-FFF2-40B4-BE49-F238E27FC236}">
                <a16:creationId xmlns:a16="http://schemas.microsoft.com/office/drawing/2014/main" id="{D3D9E3E2-593F-48A5-8627-AB254D961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1158" y="2953117"/>
            <a:ext cx="468356" cy="415995"/>
          </a:xfrm>
          <a:custGeom xmlns:a="http://schemas.openxmlformats.org/drawingml/2006/main">
            <a:pathLst>
              <a:path w="341753" h="303546">
                <a:moveTo>
                  <a:pt x="268486" y="31145"/>
                </a:moveTo>
                <a:lnTo>
                  <a:pt x="285153" y="50016"/>
                </a:lnTo>
                <a:lnTo>
                  <a:pt x="301821" y="68887"/>
                </a:lnTo>
                <a:lnTo>
                  <a:pt x="341753" y="0"/>
                </a:lnTo>
                <a:lnTo>
                  <a:pt x="268486" y="31145"/>
                </a:lnTo>
                <a:moveTo>
                  <a:pt x="12514" y="303546"/>
                </a:moveTo>
                <a:lnTo>
                  <a:pt x="319710" y="32089"/>
                </a:lnTo>
                <a:lnTo>
                  <a:pt x="307197" y="17940"/>
                </a:lnTo>
                <a:lnTo>
                  <a:pt x="0" y="289396"/>
                </a:lnTo>
                <a:lnTo>
                  <a:pt x="12514" y="303546"/>
                </a:lnTo>
              </a:path>
            </a:pathLst>
          </a:custGeom>
          <a:solidFill xmlns:a="http://schemas.openxmlformats.org/drawingml/2006/main">
            <a:srgbClr val="C81D3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" name="path-288">
            <a:extLst xmlns:a="http://schemas.openxmlformats.org/drawingml/2006/main">
              <a:ext uri="{FF2B5EF4-FFF2-40B4-BE49-F238E27FC236}">
                <a16:creationId xmlns:a16="http://schemas.microsoft.com/office/drawing/2014/main" id="{23F99258-4C46-4F4E-880D-D5B5A71A46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3218" y="2466387"/>
            <a:ext cx="456296" cy="486730"/>
          </a:xfrm>
          <a:custGeom xmlns:a="http://schemas.openxmlformats.org/drawingml/2006/main">
            <a:pathLst>
              <a:path w="332954" h="355161">
                <a:moveTo>
                  <a:pt x="262972" y="317180"/>
                </a:moveTo>
                <a:lnTo>
                  <a:pt x="281364" y="299984"/>
                </a:lnTo>
                <a:lnTo>
                  <a:pt x="299756" y="282787"/>
                </a:lnTo>
                <a:lnTo>
                  <a:pt x="332954" y="355161"/>
                </a:lnTo>
                <a:lnTo>
                  <a:pt x="262972" y="317180"/>
                </a:lnTo>
                <a:moveTo>
                  <a:pt x="13798" y="0"/>
                </a:moveTo>
                <a:lnTo>
                  <a:pt x="314058" y="321120"/>
                </a:lnTo>
                <a:lnTo>
                  <a:pt x="300260" y="334024"/>
                </a:lnTo>
                <a:lnTo>
                  <a:pt x="0" y="12891"/>
                </a:lnTo>
                <a:lnTo>
                  <a:pt x="13798" y="0"/>
                </a:lnTo>
              </a:path>
            </a:pathLst>
          </a:custGeom>
          <a:solidFill xmlns:a="http://schemas.openxmlformats.org/drawingml/2006/main">
            <a:srgbClr val="C81D3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" name="path-289">
            <a:extLst xmlns:a="http://schemas.openxmlformats.org/drawingml/2006/main">
              <a:ext uri="{FF2B5EF4-FFF2-40B4-BE49-F238E27FC236}">
                <a16:creationId xmlns:a16="http://schemas.microsoft.com/office/drawing/2014/main" id="{43BDCB50-241F-4A46-9EA3-BB3B8138D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6551" y="1508592"/>
            <a:ext cx="474309" cy="1444525"/>
          </a:xfrm>
          <a:custGeom xmlns:a="http://schemas.openxmlformats.org/drawingml/2006/main">
            <a:pathLst>
              <a:path w="346097" h="1054052">
                <a:moveTo>
                  <a:pt x="298133" y="989773"/>
                </a:moveTo>
                <a:lnTo>
                  <a:pt x="322115" y="982106"/>
                </a:lnTo>
                <a:lnTo>
                  <a:pt x="346097" y="974439"/>
                </a:lnTo>
                <a:lnTo>
                  <a:pt x="345115" y="1054052"/>
                </a:lnTo>
                <a:lnTo>
                  <a:pt x="298133" y="989773"/>
                </a:lnTo>
                <a:moveTo>
                  <a:pt x="17977" y="0"/>
                </a:moveTo>
                <a:lnTo>
                  <a:pt x="342610" y="1015202"/>
                </a:lnTo>
                <a:lnTo>
                  <a:pt x="324620" y="1020955"/>
                </a:lnTo>
                <a:lnTo>
                  <a:pt x="0" y="5741"/>
                </a:lnTo>
                <a:lnTo>
                  <a:pt x="17977" y="0"/>
                </a:lnTo>
              </a:path>
            </a:pathLst>
          </a:custGeom>
          <a:solidFill xmlns:a="http://schemas.openxmlformats.org/drawingml/2006/main">
            <a:srgbClr val="C81D3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" name="path-290">
            <a:extLst xmlns:a="http://schemas.openxmlformats.org/drawingml/2006/main">
              <a:ext uri="{FF2B5EF4-FFF2-40B4-BE49-F238E27FC236}">
                <a16:creationId xmlns:a16="http://schemas.microsoft.com/office/drawing/2014/main" id="{DF178205-1050-41D1-9531-FA162E0DA9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6669" y="1261500"/>
            <a:ext cx="1645897" cy="534830"/>
          </a:xfrm>
          <a:custGeom xmlns:a="http://schemas.openxmlformats.org/drawingml/2006/main">
            <a:pathLst>
              <a:path w="1200991" h="390259">
                <a:moveTo>
                  <a:pt x="0" y="377670"/>
                </a:moveTo>
                <a:lnTo>
                  <a:pt x="0" y="327062"/>
                </a:lnTo>
                <a:lnTo>
                  <a:pt x="277" y="324444"/>
                </a:lnTo>
                <a:lnTo>
                  <a:pt x="1082" y="321939"/>
                </a:lnTo>
                <a:lnTo>
                  <a:pt x="2405" y="319660"/>
                </a:lnTo>
                <a:lnTo>
                  <a:pt x="4167" y="317709"/>
                </a:lnTo>
                <a:lnTo>
                  <a:pt x="6294" y="316160"/>
                </a:lnTo>
                <a:lnTo>
                  <a:pt x="8699" y="315090"/>
                </a:lnTo>
                <a:lnTo>
                  <a:pt x="11267" y="314536"/>
                </a:lnTo>
                <a:lnTo>
                  <a:pt x="13911" y="314536"/>
                </a:lnTo>
                <a:lnTo>
                  <a:pt x="16479" y="315090"/>
                </a:lnTo>
                <a:lnTo>
                  <a:pt x="18883" y="316160"/>
                </a:lnTo>
                <a:lnTo>
                  <a:pt x="21011" y="317709"/>
                </a:lnTo>
                <a:lnTo>
                  <a:pt x="22774" y="319660"/>
                </a:lnTo>
                <a:lnTo>
                  <a:pt x="24095" y="321939"/>
                </a:lnTo>
                <a:lnTo>
                  <a:pt x="24901" y="324444"/>
                </a:lnTo>
                <a:lnTo>
                  <a:pt x="25178" y="327062"/>
                </a:lnTo>
                <a:lnTo>
                  <a:pt x="25178" y="377670"/>
                </a:lnTo>
                <a:lnTo>
                  <a:pt x="24901" y="380289"/>
                </a:lnTo>
                <a:lnTo>
                  <a:pt x="24095" y="382794"/>
                </a:lnTo>
                <a:lnTo>
                  <a:pt x="22774" y="385072"/>
                </a:lnTo>
                <a:lnTo>
                  <a:pt x="21011" y="387024"/>
                </a:lnTo>
                <a:lnTo>
                  <a:pt x="18883" y="388572"/>
                </a:lnTo>
                <a:lnTo>
                  <a:pt x="16479" y="389642"/>
                </a:lnTo>
                <a:lnTo>
                  <a:pt x="13911" y="390196"/>
                </a:lnTo>
                <a:lnTo>
                  <a:pt x="11267" y="390196"/>
                </a:lnTo>
                <a:lnTo>
                  <a:pt x="8699" y="389642"/>
                </a:lnTo>
                <a:lnTo>
                  <a:pt x="6294" y="388572"/>
                </a:lnTo>
                <a:lnTo>
                  <a:pt x="4167" y="387024"/>
                </a:lnTo>
                <a:lnTo>
                  <a:pt x="2405" y="385072"/>
                </a:lnTo>
                <a:lnTo>
                  <a:pt x="1082" y="382794"/>
                </a:lnTo>
                <a:lnTo>
                  <a:pt x="277" y="380289"/>
                </a:lnTo>
                <a:lnTo>
                  <a:pt x="0" y="377670"/>
                </a:lnTo>
                <a:moveTo>
                  <a:pt x="0" y="276958"/>
                </a:moveTo>
                <a:lnTo>
                  <a:pt x="0" y="226350"/>
                </a:lnTo>
                <a:lnTo>
                  <a:pt x="277" y="223732"/>
                </a:lnTo>
                <a:lnTo>
                  <a:pt x="1082" y="221227"/>
                </a:lnTo>
                <a:lnTo>
                  <a:pt x="2405" y="218948"/>
                </a:lnTo>
                <a:lnTo>
                  <a:pt x="4167" y="216997"/>
                </a:lnTo>
                <a:lnTo>
                  <a:pt x="6294" y="215448"/>
                </a:lnTo>
                <a:lnTo>
                  <a:pt x="8699" y="214378"/>
                </a:lnTo>
                <a:lnTo>
                  <a:pt x="11267" y="213824"/>
                </a:lnTo>
                <a:lnTo>
                  <a:pt x="13911" y="213824"/>
                </a:lnTo>
                <a:lnTo>
                  <a:pt x="16479" y="214378"/>
                </a:lnTo>
                <a:lnTo>
                  <a:pt x="18883" y="215448"/>
                </a:lnTo>
                <a:lnTo>
                  <a:pt x="21011" y="216997"/>
                </a:lnTo>
                <a:lnTo>
                  <a:pt x="22774" y="218948"/>
                </a:lnTo>
                <a:lnTo>
                  <a:pt x="24095" y="221227"/>
                </a:lnTo>
                <a:lnTo>
                  <a:pt x="24901" y="223732"/>
                </a:lnTo>
                <a:lnTo>
                  <a:pt x="25178" y="226350"/>
                </a:lnTo>
                <a:lnTo>
                  <a:pt x="25178" y="276958"/>
                </a:lnTo>
                <a:lnTo>
                  <a:pt x="24901" y="279577"/>
                </a:lnTo>
                <a:lnTo>
                  <a:pt x="24095" y="282082"/>
                </a:lnTo>
                <a:lnTo>
                  <a:pt x="22774" y="284360"/>
                </a:lnTo>
                <a:lnTo>
                  <a:pt x="21011" y="286312"/>
                </a:lnTo>
                <a:lnTo>
                  <a:pt x="18883" y="287860"/>
                </a:lnTo>
                <a:lnTo>
                  <a:pt x="16479" y="288930"/>
                </a:lnTo>
                <a:lnTo>
                  <a:pt x="13911" y="289484"/>
                </a:lnTo>
                <a:lnTo>
                  <a:pt x="11267" y="289484"/>
                </a:lnTo>
                <a:lnTo>
                  <a:pt x="8699" y="288930"/>
                </a:lnTo>
                <a:lnTo>
                  <a:pt x="6294" y="287860"/>
                </a:lnTo>
                <a:lnTo>
                  <a:pt x="4167" y="286312"/>
                </a:lnTo>
                <a:lnTo>
                  <a:pt x="2405" y="284360"/>
                </a:lnTo>
                <a:lnTo>
                  <a:pt x="1082" y="282082"/>
                </a:lnTo>
                <a:lnTo>
                  <a:pt x="277" y="279577"/>
                </a:lnTo>
                <a:lnTo>
                  <a:pt x="0" y="276958"/>
                </a:lnTo>
                <a:moveTo>
                  <a:pt x="0" y="176246"/>
                </a:moveTo>
                <a:lnTo>
                  <a:pt x="0" y="125638"/>
                </a:lnTo>
                <a:lnTo>
                  <a:pt x="277" y="123020"/>
                </a:lnTo>
                <a:lnTo>
                  <a:pt x="1082" y="120515"/>
                </a:lnTo>
                <a:lnTo>
                  <a:pt x="2405" y="118236"/>
                </a:lnTo>
                <a:lnTo>
                  <a:pt x="4167" y="116284"/>
                </a:lnTo>
                <a:lnTo>
                  <a:pt x="6294" y="114736"/>
                </a:lnTo>
                <a:lnTo>
                  <a:pt x="8699" y="113666"/>
                </a:lnTo>
                <a:lnTo>
                  <a:pt x="11267" y="113112"/>
                </a:lnTo>
                <a:lnTo>
                  <a:pt x="13911" y="113112"/>
                </a:lnTo>
                <a:lnTo>
                  <a:pt x="16479" y="113666"/>
                </a:lnTo>
                <a:lnTo>
                  <a:pt x="18883" y="114736"/>
                </a:lnTo>
                <a:lnTo>
                  <a:pt x="21011" y="116284"/>
                </a:lnTo>
                <a:lnTo>
                  <a:pt x="22774" y="118236"/>
                </a:lnTo>
                <a:lnTo>
                  <a:pt x="24095" y="120515"/>
                </a:lnTo>
                <a:lnTo>
                  <a:pt x="24901" y="123020"/>
                </a:lnTo>
                <a:lnTo>
                  <a:pt x="25178" y="125638"/>
                </a:lnTo>
                <a:lnTo>
                  <a:pt x="25178" y="176246"/>
                </a:lnTo>
                <a:lnTo>
                  <a:pt x="24901" y="178865"/>
                </a:lnTo>
                <a:lnTo>
                  <a:pt x="24095" y="181370"/>
                </a:lnTo>
                <a:lnTo>
                  <a:pt x="22774" y="183648"/>
                </a:lnTo>
                <a:lnTo>
                  <a:pt x="21011" y="185600"/>
                </a:lnTo>
                <a:lnTo>
                  <a:pt x="18883" y="187148"/>
                </a:lnTo>
                <a:lnTo>
                  <a:pt x="16479" y="188218"/>
                </a:lnTo>
                <a:lnTo>
                  <a:pt x="13911" y="188772"/>
                </a:lnTo>
                <a:lnTo>
                  <a:pt x="11267" y="188772"/>
                </a:lnTo>
                <a:lnTo>
                  <a:pt x="8699" y="188218"/>
                </a:lnTo>
                <a:lnTo>
                  <a:pt x="6294" y="187148"/>
                </a:lnTo>
                <a:lnTo>
                  <a:pt x="4167" y="185600"/>
                </a:lnTo>
                <a:lnTo>
                  <a:pt x="2405" y="183648"/>
                </a:lnTo>
                <a:lnTo>
                  <a:pt x="1082" y="181370"/>
                </a:lnTo>
                <a:lnTo>
                  <a:pt x="277" y="178865"/>
                </a:lnTo>
                <a:lnTo>
                  <a:pt x="0" y="176246"/>
                </a:lnTo>
                <a:moveTo>
                  <a:pt x="0" y="75534"/>
                </a:moveTo>
                <a:lnTo>
                  <a:pt x="0" y="24926"/>
                </a:lnTo>
                <a:lnTo>
                  <a:pt x="277" y="22308"/>
                </a:lnTo>
                <a:lnTo>
                  <a:pt x="1082" y="19803"/>
                </a:lnTo>
                <a:lnTo>
                  <a:pt x="2405" y="17524"/>
                </a:lnTo>
                <a:lnTo>
                  <a:pt x="4167" y="15573"/>
                </a:lnTo>
                <a:lnTo>
                  <a:pt x="6294" y="14024"/>
                </a:lnTo>
                <a:lnTo>
                  <a:pt x="8699" y="12954"/>
                </a:lnTo>
                <a:lnTo>
                  <a:pt x="11267" y="12400"/>
                </a:lnTo>
                <a:lnTo>
                  <a:pt x="13911" y="12400"/>
                </a:lnTo>
                <a:lnTo>
                  <a:pt x="16479" y="12954"/>
                </a:lnTo>
                <a:lnTo>
                  <a:pt x="18883" y="14024"/>
                </a:lnTo>
                <a:lnTo>
                  <a:pt x="21011" y="15573"/>
                </a:lnTo>
                <a:lnTo>
                  <a:pt x="22774" y="17524"/>
                </a:lnTo>
                <a:lnTo>
                  <a:pt x="24095" y="19803"/>
                </a:lnTo>
                <a:lnTo>
                  <a:pt x="24901" y="22308"/>
                </a:lnTo>
                <a:lnTo>
                  <a:pt x="25178" y="24926"/>
                </a:lnTo>
                <a:lnTo>
                  <a:pt x="25178" y="75534"/>
                </a:lnTo>
                <a:lnTo>
                  <a:pt x="24901" y="78153"/>
                </a:lnTo>
                <a:lnTo>
                  <a:pt x="24095" y="80658"/>
                </a:lnTo>
                <a:lnTo>
                  <a:pt x="22774" y="82936"/>
                </a:lnTo>
                <a:lnTo>
                  <a:pt x="21011" y="84888"/>
                </a:lnTo>
                <a:lnTo>
                  <a:pt x="18883" y="86436"/>
                </a:lnTo>
                <a:lnTo>
                  <a:pt x="16479" y="87506"/>
                </a:lnTo>
                <a:lnTo>
                  <a:pt x="13911" y="88060"/>
                </a:lnTo>
                <a:lnTo>
                  <a:pt x="11267" y="88060"/>
                </a:lnTo>
                <a:lnTo>
                  <a:pt x="8699" y="87506"/>
                </a:lnTo>
                <a:lnTo>
                  <a:pt x="6294" y="86436"/>
                </a:lnTo>
                <a:lnTo>
                  <a:pt x="4167" y="84888"/>
                </a:lnTo>
                <a:lnTo>
                  <a:pt x="2405" y="82936"/>
                </a:lnTo>
                <a:lnTo>
                  <a:pt x="1082" y="80658"/>
                </a:lnTo>
                <a:lnTo>
                  <a:pt x="277" y="78153"/>
                </a:lnTo>
                <a:lnTo>
                  <a:pt x="0" y="75534"/>
                </a:lnTo>
                <a:moveTo>
                  <a:pt x="50356" y="0"/>
                </a:moveTo>
                <a:lnTo>
                  <a:pt x="100963" y="0"/>
                </a:lnTo>
                <a:lnTo>
                  <a:pt x="103582" y="277"/>
                </a:lnTo>
                <a:lnTo>
                  <a:pt x="106087" y="1083"/>
                </a:lnTo>
                <a:lnTo>
                  <a:pt x="108366" y="2405"/>
                </a:lnTo>
                <a:lnTo>
                  <a:pt x="110317" y="4167"/>
                </a:lnTo>
                <a:lnTo>
                  <a:pt x="111866" y="6295"/>
                </a:lnTo>
                <a:lnTo>
                  <a:pt x="112936" y="8699"/>
                </a:lnTo>
                <a:lnTo>
                  <a:pt x="113489" y="11267"/>
                </a:lnTo>
                <a:lnTo>
                  <a:pt x="113489" y="13911"/>
                </a:lnTo>
                <a:lnTo>
                  <a:pt x="112936" y="16479"/>
                </a:lnTo>
                <a:lnTo>
                  <a:pt x="111866" y="18884"/>
                </a:lnTo>
                <a:lnTo>
                  <a:pt x="110317" y="21011"/>
                </a:lnTo>
                <a:lnTo>
                  <a:pt x="108366" y="22774"/>
                </a:lnTo>
                <a:lnTo>
                  <a:pt x="106087" y="24095"/>
                </a:lnTo>
                <a:lnTo>
                  <a:pt x="103582" y="24901"/>
                </a:lnTo>
                <a:lnTo>
                  <a:pt x="100963" y="25178"/>
                </a:lnTo>
                <a:lnTo>
                  <a:pt x="50356" y="25178"/>
                </a:lnTo>
                <a:lnTo>
                  <a:pt x="47737" y="24901"/>
                </a:lnTo>
                <a:lnTo>
                  <a:pt x="45232" y="24095"/>
                </a:lnTo>
                <a:lnTo>
                  <a:pt x="42953" y="22774"/>
                </a:lnTo>
                <a:lnTo>
                  <a:pt x="41002" y="21011"/>
                </a:lnTo>
                <a:lnTo>
                  <a:pt x="39454" y="18884"/>
                </a:lnTo>
                <a:lnTo>
                  <a:pt x="38384" y="16479"/>
                </a:lnTo>
                <a:lnTo>
                  <a:pt x="37830" y="13911"/>
                </a:lnTo>
                <a:lnTo>
                  <a:pt x="37830" y="11267"/>
                </a:lnTo>
                <a:lnTo>
                  <a:pt x="38384" y="8699"/>
                </a:lnTo>
                <a:lnTo>
                  <a:pt x="39454" y="6295"/>
                </a:lnTo>
                <a:lnTo>
                  <a:pt x="41002" y="4167"/>
                </a:lnTo>
                <a:lnTo>
                  <a:pt x="42953" y="2405"/>
                </a:lnTo>
                <a:lnTo>
                  <a:pt x="45232" y="1083"/>
                </a:lnTo>
                <a:lnTo>
                  <a:pt x="47737" y="277"/>
                </a:lnTo>
                <a:lnTo>
                  <a:pt x="50356" y="0"/>
                </a:lnTo>
                <a:moveTo>
                  <a:pt x="151068" y="0"/>
                </a:moveTo>
                <a:lnTo>
                  <a:pt x="201676" y="0"/>
                </a:lnTo>
                <a:lnTo>
                  <a:pt x="204294" y="277"/>
                </a:lnTo>
                <a:lnTo>
                  <a:pt x="206799" y="1083"/>
                </a:lnTo>
                <a:lnTo>
                  <a:pt x="209078" y="2405"/>
                </a:lnTo>
                <a:lnTo>
                  <a:pt x="211029" y="4167"/>
                </a:lnTo>
                <a:lnTo>
                  <a:pt x="212578" y="6295"/>
                </a:lnTo>
                <a:lnTo>
                  <a:pt x="213648" y="8699"/>
                </a:lnTo>
                <a:lnTo>
                  <a:pt x="214202" y="11267"/>
                </a:lnTo>
                <a:lnTo>
                  <a:pt x="214202" y="13911"/>
                </a:lnTo>
                <a:lnTo>
                  <a:pt x="213648" y="16479"/>
                </a:lnTo>
                <a:lnTo>
                  <a:pt x="212578" y="18884"/>
                </a:lnTo>
                <a:lnTo>
                  <a:pt x="211029" y="21011"/>
                </a:lnTo>
                <a:lnTo>
                  <a:pt x="209078" y="22774"/>
                </a:lnTo>
                <a:lnTo>
                  <a:pt x="206799" y="24095"/>
                </a:lnTo>
                <a:lnTo>
                  <a:pt x="204294" y="24901"/>
                </a:lnTo>
                <a:lnTo>
                  <a:pt x="201676" y="25178"/>
                </a:lnTo>
                <a:lnTo>
                  <a:pt x="151068" y="25178"/>
                </a:lnTo>
                <a:lnTo>
                  <a:pt x="148449" y="24901"/>
                </a:lnTo>
                <a:lnTo>
                  <a:pt x="145944" y="24095"/>
                </a:lnTo>
                <a:lnTo>
                  <a:pt x="143666" y="22774"/>
                </a:lnTo>
                <a:lnTo>
                  <a:pt x="141714" y="21011"/>
                </a:lnTo>
                <a:lnTo>
                  <a:pt x="140166" y="18884"/>
                </a:lnTo>
                <a:lnTo>
                  <a:pt x="139096" y="16479"/>
                </a:lnTo>
                <a:lnTo>
                  <a:pt x="138542" y="13911"/>
                </a:lnTo>
                <a:lnTo>
                  <a:pt x="138542" y="11267"/>
                </a:lnTo>
                <a:lnTo>
                  <a:pt x="139096" y="8699"/>
                </a:lnTo>
                <a:lnTo>
                  <a:pt x="140166" y="6295"/>
                </a:lnTo>
                <a:lnTo>
                  <a:pt x="141714" y="4167"/>
                </a:lnTo>
                <a:lnTo>
                  <a:pt x="143666" y="2405"/>
                </a:lnTo>
                <a:lnTo>
                  <a:pt x="145944" y="1083"/>
                </a:lnTo>
                <a:lnTo>
                  <a:pt x="148449" y="277"/>
                </a:lnTo>
                <a:lnTo>
                  <a:pt x="151068" y="0"/>
                </a:lnTo>
                <a:moveTo>
                  <a:pt x="251780" y="0"/>
                </a:moveTo>
                <a:lnTo>
                  <a:pt x="302388" y="0"/>
                </a:lnTo>
                <a:lnTo>
                  <a:pt x="305006" y="277"/>
                </a:lnTo>
                <a:lnTo>
                  <a:pt x="307511" y="1083"/>
                </a:lnTo>
                <a:lnTo>
                  <a:pt x="309790" y="2405"/>
                </a:lnTo>
                <a:lnTo>
                  <a:pt x="311741" y="4167"/>
                </a:lnTo>
                <a:lnTo>
                  <a:pt x="313289" y="6295"/>
                </a:lnTo>
                <a:lnTo>
                  <a:pt x="314360" y="8699"/>
                </a:lnTo>
                <a:lnTo>
                  <a:pt x="314914" y="11267"/>
                </a:lnTo>
                <a:lnTo>
                  <a:pt x="314914" y="13911"/>
                </a:lnTo>
                <a:lnTo>
                  <a:pt x="314360" y="16479"/>
                </a:lnTo>
                <a:lnTo>
                  <a:pt x="313289" y="18884"/>
                </a:lnTo>
                <a:lnTo>
                  <a:pt x="311741" y="21011"/>
                </a:lnTo>
                <a:lnTo>
                  <a:pt x="309790" y="22774"/>
                </a:lnTo>
                <a:lnTo>
                  <a:pt x="307511" y="24095"/>
                </a:lnTo>
                <a:lnTo>
                  <a:pt x="305006" y="24901"/>
                </a:lnTo>
                <a:lnTo>
                  <a:pt x="302388" y="25178"/>
                </a:lnTo>
                <a:lnTo>
                  <a:pt x="251780" y="25178"/>
                </a:lnTo>
                <a:lnTo>
                  <a:pt x="249161" y="24901"/>
                </a:lnTo>
                <a:lnTo>
                  <a:pt x="246656" y="24095"/>
                </a:lnTo>
                <a:lnTo>
                  <a:pt x="244377" y="22774"/>
                </a:lnTo>
                <a:lnTo>
                  <a:pt x="242426" y="21011"/>
                </a:lnTo>
                <a:lnTo>
                  <a:pt x="240878" y="18884"/>
                </a:lnTo>
                <a:lnTo>
                  <a:pt x="239808" y="16479"/>
                </a:lnTo>
                <a:lnTo>
                  <a:pt x="239254" y="13911"/>
                </a:lnTo>
                <a:lnTo>
                  <a:pt x="239254" y="11267"/>
                </a:lnTo>
                <a:lnTo>
                  <a:pt x="239808" y="8699"/>
                </a:lnTo>
                <a:lnTo>
                  <a:pt x="240878" y="6295"/>
                </a:lnTo>
                <a:lnTo>
                  <a:pt x="242426" y="4167"/>
                </a:lnTo>
                <a:lnTo>
                  <a:pt x="244377" y="2405"/>
                </a:lnTo>
                <a:lnTo>
                  <a:pt x="246656" y="1083"/>
                </a:lnTo>
                <a:lnTo>
                  <a:pt x="249161" y="277"/>
                </a:lnTo>
                <a:lnTo>
                  <a:pt x="251780" y="0"/>
                </a:lnTo>
                <a:moveTo>
                  <a:pt x="352492" y="0"/>
                </a:moveTo>
                <a:lnTo>
                  <a:pt x="403100" y="0"/>
                </a:lnTo>
                <a:lnTo>
                  <a:pt x="405718" y="277"/>
                </a:lnTo>
                <a:lnTo>
                  <a:pt x="408223" y="1083"/>
                </a:lnTo>
                <a:lnTo>
                  <a:pt x="410502" y="2405"/>
                </a:lnTo>
                <a:lnTo>
                  <a:pt x="412453" y="4167"/>
                </a:lnTo>
                <a:lnTo>
                  <a:pt x="414002" y="6295"/>
                </a:lnTo>
                <a:lnTo>
                  <a:pt x="415072" y="8699"/>
                </a:lnTo>
                <a:lnTo>
                  <a:pt x="415626" y="11267"/>
                </a:lnTo>
                <a:lnTo>
                  <a:pt x="415626" y="13911"/>
                </a:lnTo>
                <a:lnTo>
                  <a:pt x="415072" y="16479"/>
                </a:lnTo>
                <a:lnTo>
                  <a:pt x="414002" y="18884"/>
                </a:lnTo>
                <a:lnTo>
                  <a:pt x="412453" y="21011"/>
                </a:lnTo>
                <a:lnTo>
                  <a:pt x="410502" y="22774"/>
                </a:lnTo>
                <a:lnTo>
                  <a:pt x="408223" y="24095"/>
                </a:lnTo>
                <a:lnTo>
                  <a:pt x="405718" y="24901"/>
                </a:lnTo>
                <a:lnTo>
                  <a:pt x="403100" y="25178"/>
                </a:lnTo>
                <a:lnTo>
                  <a:pt x="352492" y="25178"/>
                </a:lnTo>
                <a:lnTo>
                  <a:pt x="349873" y="24901"/>
                </a:lnTo>
                <a:lnTo>
                  <a:pt x="347368" y="24095"/>
                </a:lnTo>
                <a:lnTo>
                  <a:pt x="345090" y="22774"/>
                </a:lnTo>
                <a:lnTo>
                  <a:pt x="343138" y="21011"/>
                </a:lnTo>
                <a:lnTo>
                  <a:pt x="341590" y="18884"/>
                </a:lnTo>
                <a:lnTo>
                  <a:pt x="340520" y="16479"/>
                </a:lnTo>
                <a:lnTo>
                  <a:pt x="339966" y="13911"/>
                </a:lnTo>
                <a:lnTo>
                  <a:pt x="339966" y="11267"/>
                </a:lnTo>
                <a:lnTo>
                  <a:pt x="340520" y="8699"/>
                </a:lnTo>
                <a:lnTo>
                  <a:pt x="341590" y="6295"/>
                </a:lnTo>
                <a:lnTo>
                  <a:pt x="343138" y="4167"/>
                </a:lnTo>
                <a:lnTo>
                  <a:pt x="345090" y="2405"/>
                </a:lnTo>
                <a:lnTo>
                  <a:pt x="347368" y="1083"/>
                </a:lnTo>
                <a:lnTo>
                  <a:pt x="349873" y="277"/>
                </a:lnTo>
                <a:lnTo>
                  <a:pt x="352492" y="0"/>
                </a:lnTo>
                <a:moveTo>
                  <a:pt x="453204" y="0"/>
                </a:moveTo>
                <a:lnTo>
                  <a:pt x="503811" y="0"/>
                </a:lnTo>
                <a:lnTo>
                  <a:pt x="506430" y="277"/>
                </a:lnTo>
                <a:lnTo>
                  <a:pt x="508935" y="1083"/>
                </a:lnTo>
                <a:lnTo>
                  <a:pt x="511214" y="2405"/>
                </a:lnTo>
                <a:lnTo>
                  <a:pt x="513165" y="4167"/>
                </a:lnTo>
                <a:lnTo>
                  <a:pt x="514714" y="6295"/>
                </a:lnTo>
                <a:lnTo>
                  <a:pt x="515784" y="8699"/>
                </a:lnTo>
                <a:lnTo>
                  <a:pt x="516337" y="11267"/>
                </a:lnTo>
                <a:lnTo>
                  <a:pt x="516337" y="13911"/>
                </a:lnTo>
                <a:lnTo>
                  <a:pt x="515784" y="16479"/>
                </a:lnTo>
                <a:lnTo>
                  <a:pt x="514714" y="18884"/>
                </a:lnTo>
                <a:lnTo>
                  <a:pt x="513165" y="21011"/>
                </a:lnTo>
                <a:lnTo>
                  <a:pt x="511214" y="22774"/>
                </a:lnTo>
                <a:lnTo>
                  <a:pt x="508935" y="24095"/>
                </a:lnTo>
                <a:lnTo>
                  <a:pt x="506430" y="24901"/>
                </a:lnTo>
                <a:lnTo>
                  <a:pt x="503811" y="25178"/>
                </a:lnTo>
                <a:lnTo>
                  <a:pt x="453204" y="25178"/>
                </a:lnTo>
                <a:lnTo>
                  <a:pt x="450586" y="24901"/>
                </a:lnTo>
                <a:lnTo>
                  <a:pt x="448080" y="24095"/>
                </a:lnTo>
                <a:lnTo>
                  <a:pt x="445801" y="22774"/>
                </a:lnTo>
                <a:lnTo>
                  <a:pt x="443850" y="21011"/>
                </a:lnTo>
                <a:lnTo>
                  <a:pt x="442301" y="18884"/>
                </a:lnTo>
                <a:lnTo>
                  <a:pt x="441232" y="16479"/>
                </a:lnTo>
                <a:lnTo>
                  <a:pt x="440678" y="13911"/>
                </a:lnTo>
                <a:lnTo>
                  <a:pt x="440678" y="11267"/>
                </a:lnTo>
                <a:lnTo>
                  <a:pt x="441232" y="8699"/>
                </a:lnTo>
                <a:lnTo>
                  <a:pt x="442301" y="6295"/>
                </a:lnTo>
                <a:lnTo>
                  <a:pt x="443850" y="4167"/>
                </a:lnTo>
                <a:lnTo>
                  <a:pt x="445801" y="2405"/>
                </a:lnTo>
                <a:lnTo>
                  <a:pt x="448080" y="1083"/>
                </a:lnTo>
                <a:lnTo>
                  <a:pt x="450586" y="277"/>
                </a:lnTo>
                <a:lnTo>
                  <a:pt x="453204" y="0"/>
                </a:lnTo>
                <a:moveTo>
                  <a:pt x="553916" y="0"/>
                </a:moveTo>
                <a:lnTo>
                  <a:pt x="604523" y="0"/>
                </a:lnTo>
                <a:lnTo>
                  <a:pt x="607142" y="277"/>
                </a:lnTo>
                <a:lnTo>
                  <a:pt x="609647" y="1083"/>
                </a:lnTo>
                <a:lnTo>
                  <a:pt x="611926" y="2405"/>
                </a:lnTo>
                <a:lnTo>
                  <a:pt x="613877" y="4167"/>
                </a:lnTo>
                <a:lnTo>
                  <a:pt x="615426" y="6295"/>
                </a:lnTo>
                <a:lnTo>
                  <a:pt x="616496" y="8699"/>
                </a:lnTo>
                <a:lnTo>
                  <a:pt x="617050" y="11267"/>
                </a:lnTo>
                <a:lnTo>
                  <a:pt x="617050" y="13911"/>
                </a:lnTo>
                <a:lnTo>
                  <a:pt x="616496" y="16479"/>
                </a:lnTo>
                <a:lnTo>
                  <a:pt x="615426" y="18884"/>
                </a:lnTo>
                <a:lnTo>
                  <a:pt x="613877" y="21011"/>
                </a:lnTo>
                <a:lnTo>
                  <a:pt x="611926" y="22774"/>
                </a:lnTo>
                <a:lnTo>
                  <a:pt x="609647" y="24095"/>
                </a:lnTo>
                <a:lnTo>
                  <a:pt x="607142" y="24901"/>
                </a:lnTo>
                <a:lnTo>
                  <a:pt x="604523" y="25178"/>
                </a:lnTo>
                <a:lnTo>
                  <a:pt x="553916" y="25178"/>
                </a:lnTo>
                <a:lnTo>
                  <a:pt x="551297" y="24901"/>
                </a:lnTo>
                <a:lnTo>
                  <a:pt x="548792" y="24095"/>
                </a:lnTo>
                <a:lnTo>
                  <a:pt x="546514" y="22774"/>
                </a:lnTo>
                <a:lnTo>
                  <a:pt x="544563" y="21011"/>
                </a:lnTo>
                <a:lnTo>
                  <a:pt x="543014" y="18884"/>
                </a:lnTo>
                <a:lnTo>
                  <a:pt x="541944" y="16479"/>
                </a:lnTo>
                <a:lnTo>
                  <a:pt x="541390" y="13911"/>
                </a:lnTo>
                <a:lnTo>
                  <a:pt x="541390" y="11267"/>
                </a:lnTo>
                <a:lnTo>
                  <a:pt x="541944" y="8699"/>
                </a:lnTo>
                <a:lnTo>
                  <a:pt x="543014" y="6295"/>
                </a:lnTo>
                <a:lnTo>
                  <a:pt x="544563" y="4167"/>
                </a:lnTo>
                <a:lnTo>
                  <a:pt x="546514" y="2405"/>
                </a:lnTo>
                <a:lnTo>
                  <a:pt x="548792" y="1083"/>
                </a:lnTo>
                <a:lnTo>
                  <a:pt x="551297" y="277"/>
                </a:lnTo>
                <a:lnTo>
                  <a:pt x="553916" y="0"/>
                </a:lnTo>
                <a:moveTo>
                  <a:pt x="654628" y="0"/>
                </a:moveTo>
                <a:lnTo>
                  <a:pt x="705236" y="0"/>
                </a:lnTo>
                <a:lnTo>
                  <a:pt x="707854" y="277"/>
                </a:lnTo>
                <a:lnTo>
                  <a:pt x="710359" y="1083"/>
                </a:lnTo>
                <a:lnTo>
                  <a:pt x="712638" y="2405"/>
                </a:lnTo>
                <a:lnTo>
                  <a:pt x="714589" y="4167"/>
                </a:lnTo>
                <a:lnTo>
                  <a:pt x="716137" y="6295"/>
                </a:lnTo>
                <a:lnTo>
                  <a:pt x="717208" y="8699"/>
                </a:lnTo>
                <a:lnTo>
                  <a:pt x="717762" y="11267"/>
                </a:lnTo>
                <a:lnTo>
                  <a:pt x="717762" y="13911"/>
                </a:lnTo>
                <a:lnTo>
                  <a:pt x="717208" y="16479"/>
                </a:lnTo>
                <a:lnTo>
                  <a:pt x="716137" y="18884"/>
                </a:lnTo>
                <a:lnTo>
                  <a:pt x="714589" y="21011"/>
                </a:lnTo>
                <a:lnTo>
                  <a:pt x="712638" y="22774"/>
                </a:lnTo>
                <a:lnTo>
                  <a:pt x="710359" y="24095"/>
                </a:lnTo>
                <a:lnTo>
                  <a:pt x="707854" y="24901"/>
                </a:lnTo>
                <a:lnTo>
                  <a:pt x="705236" y="25178"/>
                </a:lnTo>
                <a:lnTo>
                  <a:pt x="654628" y="25178"/>
                </a:lnTo>
                <a:lnTo>
                  <a:pt x="652009" y="24901"/>
                </a:lnTo>
                <a:lnTo>
                  <a:pt x="649504" y="24095"/>
                </a:lnTo>
                <a:lnTo>
                  <a:pt x="647226" y="22774"/>
                </a:lnTo>
                <a:lnTo>
                  <a:pt x="645274" y="21011"/>
                </a:lnTo>
                <a:lnTo>
                  <a:pt x="643726" y="18884"/>
                </a:lnTo>
                <a:lnTo>
                  <a:pt x="642656" y="16479"/>
                </a:lnTo>
                <a:lnTo>
                  <a:pt x="642102" y="13911"/>
                </a:lnTo>
                <a:lnTo>
                  <a:pt x="642102" y="11267"/>
                </a:lnTo>
                <a:lnTo>
                  <a:pt x="642656" y="8699"/>
                </a:lnTo>
                <a:lnTo>
                  <a:pt x="643726" y="6295"/>
                </a:lnTo>
                <a:lnTo>
                  <a:pt x="645274" y="4167"/>
                </a:lnTo>
                <a:lnTo>
                  <a:pt x="647226" y="2405"/>
                </a:lnTo>
                <a:lnTo>
                  <a:pt x="649504" y="1083"/>
                </a:lnTo>
                <a:lnTo>
                  <a:pt x="652009" y="277"/>
                </a:lnTo>
                <a:lnTo>
                  <a:pt x="654628" y="0"/>
                </a:lnTo>
                <a:moveTo>
                  <a:pt x="755340" y="0"/>
                </a:moveTo>
                <a:lnTo>
                  <a:pt x="805948" y="0"/>
                </a:lnTo>
                <a:lnTo>
                  <a:pt x="808566" y="277"/>
                </a:lnTo>
                <a:lnTo>
                  <a:pt x="811071" y="1083"/>
                </a:lnTo>
                <a:lnTo>
                  <a:pt x="813350" y="2405"/>
                </a:lnTo>
                <a:lnTo>
                  <a:pt x="815301" y="4167"/>
                </a:lnTo>
                <a:lnTo>
                  <a:pt x="816850" y="6295"/>
                </a:lnTo>
                <a:lnTo>
                  <a:pt x="817920" y="8699"/>
                </a:lnTo>
                <a:lnTo>
                  <a:pt x="818474" y="11267"/>
                </a:lnTo>
                <a:lnTo>
                  <a:pt x="818474" y="13911"/>
                </a:lnTo>
                <a:lnTo>
                  <a:pt x="817920" y="16479"/>
                </a:lnTo>
                <a:lnTo>
                  <a:pt x="816850" y="18884"/>
                </a:lnTo>
                <a:lnTo>
                  <a:pt x="815301" y="21011"/>
                </a:lnTo>
                <a:lnTo>
                  <a:pt x="813350" y="22774"/>
                </a:lnTo>
                <a:lnTo>
                  <a:pt x="811071" y="24095"/>
                </a:lnTo>
                <a:lnTo>
                  <a:pt x="808566" y="24901"/>
                </a:lnTo>
                <a:lnTo>
                  <a:pt x="805948" y="25178"/>
                </a:lnTo>
                <a:lnTo>
                  <a:pt x="755340" y="25178"/>
                </a:lnTo>
                <a:lnTo>
                  <a:pt x="752721" y="24901"/>
                </a:lnTo>
                <a:lnTo>
                  <a:pt x="750216" y="24095"/>
                </a:lnTo>
                <a:lnTo>
                  <a:pt x="747937" y="22774"/>
                </a:lnTo>
                <a:lnTo>
                  <a:pt x="745986" y="21011"/>
                </a:lnTo>
                <a:lnTo>
                  <a:pt x="744438" y="18884"/>
                </a:lnTo>
                <a:lnTo>
                  <a:pt x="743368" y="16479"/>
                </a:lnTo>
                <a:lnTo>
                  <a:pt x="742814" y="13911"/>
                </a:lnTo>
                <a:lnTo>
                  <a:pt x="742814" y="11267"/>
                </a:lnTo>
                <a:lnTo>
                  <a:pt x="743368" y="8699"/>
                </a:lnTo>
                <a:lnTo>
                  <a:pt x="744438" y="6295"/>
                </a:lnTo>
                <a:lnTo>
                  <a:pt x="745986" y="4167"/>
                </a:lnTo>
                <a:lnTo>
                  <a:pt x="747937" y="2405"/>
                </a:lnTo>
                <a:lnTo>
                  <a:pt x="750216" y="1083"/>
                </a:lnTo>
                <a:lnTo>
                  <a:pt x="752721" y="277"/>
                </a:lnTo>
                <a:lnTo>
                  <a:pt x="755340" y="0"/>
                </a:lnTo>
                <a:moveTo>
                  <a:pt x="856052" y="0"/>
                </a:moveTo>
                <a:lnTo>
                  <a:pt x="906660" y="0"/>
                </a:lnTo>
                <a:lnTo>
                  <a:pt x="909279" y="277"/>
                </a:lnTo>
                <a:lnTo>
                  <a:pt x="911783" y="1083"/>
                </a:lnTo>
                <a:lnTo>
                  <a:pt x="914062" y="2405"/>
                </a:lnTo>
                <a:lnTo>
                  <a:pt x="916013" y="4167"/>
                </a:lnTo>
                <a:lnTo>
                  <a:pt x="917562" y="6295"/>
                </a:lnTo>
                <a:lnTo>
                  <a:pt x="918632" y="8699"/>
                </a:lnTo>
                <a:lnTo>
                  <a:pt x="919186" y="11267"/>
                </a:lnTo>
                <a:lnTo>
                  <a:pt x="919186" y="13911"/>
                </a:lnTo>
                <a:lnTo>
                  <a:pt x="918632" y="16479"/>
                </a:lnTo>
                <a:lnTo>
                  <a:pt x="917562" y="18884"/>
                </a:lnTo>
                <a:lnTo>
                  <a:pt x="916013" y="21011"/>
                </a:lnTo>
                <a:lnTo>
                  <a:pt x="914062" y="22774"/>
                </a:lnTo>
                <a:lnTo>
                  <a:pt x="911783" y="24095"/>
                </a:lnTo>
                <a:lnTo>
                  <a:pt x="909279" y="24901"/>
                </a:lnTo>
                <a:lnTo>
                  <a:pt x="906660" y="25178"/>
                </a:lnTo>
                <a:lnTo>
                  <a:pt x="856052" y="25178"/>
                </a:lnTo>
                <a:lnTo>
                  <a:pt x="853433" y="24901"/>
                </a:lnTo>
                <a:lnTo>
                  <a:pt x="850928" y="24095"/>
                </a:lnTo>
                <a:lnTo>
                  <a:pt x="848649" y="22774"/>
                </a:lnTo>
                <a:lnTo>
                  <a:pt x="846698" y="21011"/>
                </a:lnTo>
                <a:lnTo>
                  <a:pt x="845150" y="18884"/>
                </a:lnTo>
                <a:lnTo>
                  <a:pt x="844080" y="16479"/>
                </a:lnTo>
                <a:lnTo>
                  <a:pt x="843526" y="13911"/>
                </a:lnTo>
                <a:lnTo>
                  <a:pt x="843526" y="11267"/>
                </a:lnTo>
                <a:lnTo>
                  <a:pt x="844080" y="8699"/>
                </a:lnTo>
                <a:lnTo>
                  <a:pt x="845150" y="6295"/>
                </a:lnTo>
                <a:lnTo>
                  <a:pt x="846698" y="4167"/>
                </a:lnTo>
                <a:lnTo>
                  <a:pt x="848649" y="2405"/>
                </a:lnTo>
                <a:lnTo>
                  <a:pt x="850928" y="1083"/>
                </a:lnTo>
                <a:lnTo>
                  <a:pt x="853433" y="277"/>
                </a:lnTo>
                <a:lnTo>
                  <a:pt x="856052" y="0"/>
                </a:lnTo>
                <a:moveTo>
                  <a:pt x="956764" y="0"/>
                </a:moveTo>
                <a:lnTo>
                  <a:pt x="1007371" y="0"/>
                </a:lnTo>
                <a:lnTo>
                  <a:pt x="1009990" y="277"/>
                </a:lnTo>
                <a:lnTo>
                  <a:pt x="1012496" y="1083"/>
                </a:lnTo>
                <a:lnTo>
                  <a:pt x="1014774" y="2405"/>
                </a:lnTo>
                <a:lnTo>
                  <a:pt x="1016725" y="4167"/>
                </a:lnTo>
                <a:lnTo>
                  <a:pt x="1018274" y="6295"/>
                </a:lnTo>
                <a:lnTo>
                  <a:pt x="1019344" y="8699"/>
                </a:lnTo>
                <a:lnTo>
                  <a:pt x="1019897" y="11267"/>
                </a:lnTo>
                <a:lnTo>
                  <a:pt x="1019897" y="13911"/>
                </a:lnTo>
                <a:lnTo>
                  <a:pt x="1019344" y="16479"/>
                </a:lnTo>
                <a:lnTo>
                  <a:pt x="1018274" y="18884"/>
                </a:lnTo>
                <a:lnTo>
                  <a:pt x="1016725" y="21011"/>
                </a:lnTo>
                <a:lnTo>
                  <a:pt x="1014774" y="22774"/>
                </a:lnTo>
                <a:lnTo>
                  <a:pt x="1012496" y="24095"/>
                </a:lnTo>
                <a:lnTo>
                  <a:pt x="1009990" y="24901"/>
                </a:lnTo>
                <a:lnTo>
                  <a:pt x="1007371" y="25178"/>
                </a:lnTo>
                <a:lnTo>
                  <a:pt x="956764" y="25178"/>
                </a:lnTo>
                <a:lnTo>
                  <a:pt x="954146" y="24901"/>
                </a:lnTo>
                <a:lnTo>
                  <a:pt x="951640" y="24095"/>
                </a:lnTo>
                <a:lnTo>
                  <a:pt x="949361" y="22774"/>
                </a:lnTo>
                <a:lnTo>
                  <a:pt x="947410" y="21011"/>
                </a:lnTo>
                <a:lnTo>
                  <a:pt x="945862" y="18884"/>
                </a:lnTo>
                <a:lnTo>
                  <a:pt x="944792" y="16479"/>
                </a:lnTo>
                <a:lnTo>
                  <a:pt x="944238" y="13911"/>
                </a:lnTo>
                <a:lnTo>
                  <a:pt x="944238" y="11267"/>
                </a:lnTo>
                <a:lnTo>
                  <a:pt x="944792" y="8699"/>
                </a:lnTo>
                <a:lnTo>
                  <a:pt x="945862" y="6295"/>
                </a:lnTo>
                <a:lnTo>
                  <a:pt x="947410" y="4167"/>
                </a:lnTo>
                <a:lnTo>
                  <a:pt x="949361" y="2405"/>
                </a:lnTo>
                <a:lnTo>
                  <a:pt x="951640" y="1083"/>
                </a:lnTo>
                <a:lnTo>
                  <a:pt x="954146" y="277"/>
                </a:lnTo>
                <a:lnTo>
                  <a:pt x="956764" y="0"/>
                </a:lnTo>
                <a:moveTo>
                  <a:pt x="1057476" y="0"/>
                </a:moveTo>
                <a:lnTo>
                  <a:pt x="1108084" y="0"/>
                </a:lnTo>
                <a:lnTo>
                  <a:pt x="1110702" y="277"/>
                </a:lnTo>
                <a:lnTo>
                  <a:pt x="1113207" y="1083"/>
                </a:lnTo>
                <a:lnTo>
                  <a:pt x="1115486" y="2405"/>
                </a:lnTo>
                <a:lnTo>
                  <a:pt x="1117437" y="4167"/>
                </a:lnTo>
                <a:lnTo>
                  <a:pt x="1118986" y="6295"/>
                </a:lnTo>
                <a:lnTo>
                  <a:pt x="1120056" y="8699"/>
                </a:lnTo>
                <a:lnTo>
                  <a:pt x="1120610" y="11267"/>
                </a:lnTo>
                <a:lnTo>
                  <a:pt x="1120610" y="13911"/>
                </a:lnTo>
                <a:lnTo>
                  <a:pt x="1120056" y="16479"/>
                </a:lnTo>
                <a:lnTo>
                  <a:pt x="1118986" y="18884"/>
                </a:lnTo>
                <a:lnTo>
                  <a:pt x="1117437" y="21011"/>
                </a:lnTo>
                <a:lnTo>
                  <a:pt x="1115486" y="22774"/>
                </a:lnTo>
                <a:lnTo>
                  <a:pt x="1113207" y="24095"/>
                </a:lnTo>
                <a:lnTo>
                  <a:pt x="1110702" y="24901"/>
                </a:lnTo>
                <a:lnTo>
                  <a:pt x="1108084" y="25178"/>
                </a:lnTo>
                <a:lnTo>
                  <a:pt x="1057476" y="25178"/>
                </a:lnTo>
                <a:lnTo>
                  <a:pt x="1054857" y="24901"/>
                </a:lnTo>
                <a:lnTo>
                  <a:pt x="1052352" y="24095"/>
                </a:lnTo>
                <a:lnTo>
                  <a:pt x="1050074" y="22774"/>
                </a:lnTo>
                <a:lnTo>
                  <a:pt x="1048122" y="21011"/>
                </a:lnTo>
                <a:lnTo>
                  <a:pt x="1046574" y="18884"/>
                </a:lnTo>
                <a:lnTo>
                  <a:pt x="1045504" y="16479"/>
                </a:lnTo>
                <a:lnTo>
                  <a:pt x="1044950" y="13911"/>
                </a:lnTo>
                <a:lnTo>
                  <a:pt x="1044950" y="11267"/>
                </a:lnTo>
                <a:lnTo>
                  <a:pt x="1045504" y="8699"/>
                </a:lnTo>
                <a:lnTo>
                  <a:pt x="1046574" y="6295"/>
                </a:lnTo>
                <a:lnTo>
                  <a:pt x="1048122" y="4167"/>
                </a:lnTo>
                <a:lnTo>
                  <a:pt x="1050074" y="2405"/>
                </a:lnTo>
                <a:lnTo>
                  <a:pt x="1052352" y="1083"/>
                </a:lnTo>
                <a:lnTo>
                  <a:pt x="1054857" y="277"/>
                </a:lnTo>
                <a:lnTo>
                  <a:pt x="1057476" y="0"/>
                </a:lnTo>
                <a:moveTo>
                  <a:pt x="1158188" y="0"/>
                </a:moveTo>
                <a:lnTo>
                  <a:pt x="1188402" y="0"/>
                </a:lnTo>
                <a:lnTo>
                  <a:pt x="1190856" y="239"/>
                </a:lnTo>
                <a:lnTo>
                  <a:pt x="1193223" y="957"/>
                </a:lnTo>
                <a:lnTo>
                  <a:pt x="1195401" y="2128"/>
                </a:lnTo>
                <a:lnTo>
                  <a:pt x="1197302" y="3688"/>
                </a:lnTo>
                <a:lnTo>
                  <a:pt x="1198863" y="5590"/>
                </a:lnTo>
                <a:lnTo>
                  <a:pt x="1200034" y="7768"/>
                </a:lnTo>
                <a:lnTo>
                  <a:pt x="1200751" y="10134"/>
                </a:lnTo>
                <a:lnTo>
                  <a:pt x="1200991" y="12589"/>
                </a:lnTo>
                <a:lnTo>
                  <a:pt x="1200991" y="32983"/>
                </a:lnTo>
                <a:lnTo>
                  <a:pt x="1200714" y="35602"/>
                </a:lnTo>
                <a:lnTo>
                  <a:pt x="1199908" y="38107"/>
                </a:lnTo>
                <a:lnTo>
                  <a:pt x="1198586" y="40386"/>
                </a:lnTo>
                <a:lnTo>
                  <a:pt x="1196824" y="42337"/>
                </a:lnTo>
                <a:lnTo>
                  <a:pt x="1194696" y="43885"/>
                </a:lnTo>
                <a:lnTo>
                  <a:pt x="1192292" y="44955"/>
                </a:lnTo>
                <a:lnTo>
                  <a:pt x="1189724" y="45509"/>
                </a:lnTo>
                <a:lnTo>
                  <a:pt x="1187080" y="45509"/>
                </a:lnTo>
                <a:lnTo>
                  <a:pt x="1184512" y="44955"/>
                </a:lnTo>
                <a:lnTo>
                  <a:pt x="1182107" y="43885"/>
                </a:lnTo>
                <a:lnTo>
                  <a:pt x="1179979" y="42337"/>
                </a:lnTo>
                <a:lnTo>
                  <a:pt x="1178217" y="40386"/>
                </a:lnTo>
                <a:lnTo>
                  <a:pt x="1176895" y="38107"/>
                </a:lnTo>
                <a:lnTo>
                  <a:pt x="1176090" y="35602"/>
                </a:lnTo>
                <a:lnTo>
                  <a:pt x="1175813" y="32983"/>
                </a:lnTo>
                <a:lnTo>
                  <a:pt x="1175813" y="12589"/>
                </a:lnTo>
                <a:lnTo>
                  <a:pt x="1188402" y="25178"/>
                </a:lnTo>
                <a:lnTo>
                  <a:pt x="1158188" y="25178"/>
                </a:lnTo>
                <a:lnTo>
                  <a:pt x="1155569" y="24901"/>
                </a:lnTo>
                <a:lnTo>
                  <a:pt x="1153064" y="24095"/>
                </a:lnTo>
                <a:lnTo>
                  <a:pt x="1150786" y="22774"/>
                </a:lnTo>
                <a:lnTo>
                  <a:pt x="1148834" y="21011"/>
                </a:lnTo>
                <a:lnTo>
                  <a:pt x="1147286" y="18884"/>
                </a:lnTo>
                <a:lnTo>
                  <a:pt x="1146216" y="16479"/>
                </a:lnTo>
                <a:lnTo>
                  <a:pt x="1145662" y="13911"/>
                </a:lnTo>
                <a:lnTo>
                  <a:pt x="1145662" y="11267"/>
                </a:lnTo>
                <a:lnTo>
                  <a:pt x="1146216" y="8699"/>
                </a:lnTo>
                <a:lnTo>
                  <a:pt x="1147286" y="6295"/>
                </a:lnTo>
                <a:lnTo>
                  <a:pt x="1148834" y="4167"/>
                </a:lnTo>
                <a:lnTo>
                  <a:pt x="1150786" y="2405"/>
                </a:lnTo>
                <a:lnTo>
                  <a:pt x="1153064" y="1083"/>
                </a:lnTo>
                <a:lnTo>
                  <a:pt x="1155569" y="277"/>
                </a:lnTo>
                <a:lnTo>
                  <a:pt x="1158188" y="0"/>
                </a:lnTo>
                <a:moveTo>
                  <a:pt x="1200991" y="83087"/>
                </a:moveTo>
                <a:lnTo>
                  <a:pt x="1200991" y="133695"/>
                </a:lnTo>
                <a:lnTo>
                  <a:pt x="1200714" y="136314"/>
                </a:lnTo>
                <a:lnTo>
                  <a:pt x="1199908" y="138819"/>
                </a:lnTo>
                <a:lnTo>
                  <a:pt x="1198586" y="141098"/>
                </a:lnTo>
                <a:lnTo>
                  <a:pt x="1196824" y="143049"/>
                </a:lnTo>
                <a:lnTo>
                  <a:pt x="1194696" y="144597"/>
                </a:lnTo>
                <a:lnTo>
                  <a:pt x="1192292" y="145667"/>
                </a:lnTo>
                <a:lnTo>
                  <a:pt x="1189724" y="146221"/>
                </a:lnTo>
                <a:lnTo>
                  <a:pt x="1187080" y="146221"/>
                </a:lnTo>
                <a:lnTo>
                  <a:pt x="1184512" y="145667"/>
                </a:lnTo>
                <a:lnTo>
                  <a:pt x="1182107" y="144597"/>
                </a:lnTo>
                <a:lnTo>
                  <a:pt x="1179979" y="143049"/>
                </a:lnTo>
                <a:lnTo>
                  <a:pt x="1178217" y="141098"/>
                </a:lnTo>
                <a:lnTo>
                  <a:pt x="1176895" y="138819"/>
                </a:lnTo>
                <a:lnTo>
                  <a:pt x="1176090" y="136314"/>
                </a:lnTo>
                <a:lnTo>
                  <a:pt x="1175813" y="133695"/>
                </a:lnTo>
                <a:lnTo>
                  <a:pt x="1175813" y="83087"/>
                </a:lnTo>
                <a:lnTo>
                  <a:pt x="1176090" y="80469"/>
                </a:lnTo>
                <a:lnTo>
                  <a:pt x="1176895" y="77964"/>
                </a:lnTo>
                <a:lnTo>
                  <a:pt x="1178217" y="75685"/>
                </a:lnTo>
                <a:lnTo>
                  <a:pt x="1179979" y="73734"/>
                </a:lnTo>
                <a:lnTo>
                  <a:pt x="1182107" y="72185"/>
                </a:lnTo>
                <a:lnTo>
                  <a:pt x="1184512" y="71115"/>
                </a:lnTo>
                <a:lnTo>
                  <a:pt x="1187080" y="70561"/>
                </a:lnTo>
                <a:lnTo>
                  <a:pt x="1189724" y="70561"/>
                </a:lnTo>
                <a:lnTo>
                  <a:pt x="1192292" y="71115"/>
                </a:lnTo>
                <a:lnTo>
                  <a:pt x="1194696" y="72185"/>
                </a:lnTo>
                <a:lnTo>
                  <a:pt x="1196824" y="73734"/>
                </a:lnTo>
                <a:lnTo>
                  <a:pt x="1198586" y="75685"/>
                </a:lnTo>
                <a:lnTo>
                  <a:pt x="1199908" y="77964"/>
                </a:lnTo>
                <a:lnTo>
                  <a:pt x="1200714" y="80469"/>
                </a:lnTo>
                <a:lnTo>
                  <a:pt x="1200991" y="83087"/>
                </a:lnTo>
                <a:moveTo>
                  <a:pt x="1200991" y="183799"/>
                </a:moveTo>
                <a:lnTo>
                  <a:pt x="1200991" y="234407"/>
                </a:lnTo>
                <a:lnTo>
                  <a:pt x="1200714" y="237026"/>
                </a:lnTo>
                <a:lnTo>
                  <a:pt x="1199908" y="239531"/>
                </a:lnTo>
                <a:lnTo>
                  <a:pt x="1198586" y="241809"/>
                </a:lnTo>
                <a:lnTo>
                  <a:pt x="1196824" y="243761"/>
                </a:lnTo>
                <a:lnTo>
                  <a:pt x="1194696" y="245309"/>
                </a:lnTo>
                <a:lnTo>
                  <a:pt x="1192292" y="246379"/>
                </a:lnTo>
                <a:lnTo>
                  <a:pt x="1189724" y="246933"/>
                </a:lnTo>
                <a:lnTo>
                  <a:pt x="1187080" y="246933"/>
                </a:lnTo>
                <a:lnTo>
                  <a:pt x="1184512" y="246379"/>
                </a:lnTo>
                <a:lnTo>
                  <a:pt x="1182107" y="245309"/>
                </a:lnTo>
                <a:lnTo>
                  <a:pt x="1179979" y="243761"/>
                </a:lnTo>
                <a:lnTo>
                  <a:pt x="1178217" y="241809"/>
                </a:lnTo>
                <a:lnTo>
                  <a:pt x="1176895" y="239531"/>
                </a:lnTo>
                <a:lnTo>
                  <a:pt x="1176090" y="237026"/>
                </a:lnTo>
                <a:lnTo>
                  <a:pt x="1175813" y="234407"/>
                </a:lnTo>
                <a:lnTo>
                  <a:pt x="1175813" y="183799"/>
                </a:lnTo>
                <a:lnTo>
                  <a:pt x="1176090" y="181181"/>
                </a:lnTo>
                <a:lnTo>
                  <a:pt x="1176895" y="178676"/>
                </a:lnTo>
                <a:lnTo>
                  <a:pt x="1178217" y="176397"/>
                </a:lnTo>
                <a:lnTo>
                  <a:pt x="1179979" y="174446"/>
                </a:lnTo>
                <a:lnTo>
                  <a:pt x="1182107" y="172897"/>
                </a:lnTo>
                <a:lnTo>
                  <a:pt x="1184512" y="171827"/>
                </a:lnTo>
                <a:lnTo>
                  <a:pt x="1187080" y="171273"/>
                </a:lnTo>
                <a:lnTo>
                  <a:pt x="1189724" y="171273"/>
                </a:lnTo>
                <a:lnTo>
                  <a:pt x="1192292" y="171827"/>
                </a:lnTo>
                <a:lnTo>
                  <a:pt x="1194696" y="172897"/>
                </a:lnTo>
                <a:lnTo>
                  <a:pt x="1196824" y="174446"/>
                </a:lnTo>
                <a:lnTo>
                  <a:pt x="1198586" y="176397"/>
                </a:lnTo>
                <a:lnTo>
                  <a:pt x="1199908" y="178676"/>
                </a:lnTo>
                <a:lnTo>
                  <a:pt x="1200714" y="181181"/>
                </a:lnTo>
                <a:lnTo>
                  <a:pt x="1200991" y="183799"/>
                </a:lnTo>
                <a:moveTo>
                  <a:pt x="1200991" y="284511"/>
                </a:moveTo>
                <a:lnTo>
                  <a:pt x="1200991" y="335119"/>
                </a:lnTo>
                <a:lnTo>
                  <a:pt x="1200714" y="337738"/>
                </a:lnTo>
                <a:lnTo>
                  <a:pt x="1199908" y="340243"/>
                </a:lnTo>
                <a:lnTo>
                  <a:pt x="1198586" y="342522"/>
                </a:lnTo>
                <a:lnTo>
                  <a:pt x="1196824" y="344473"/>
                </a:lnTo>
                <a:lnTo>
                  <a:pt x="1194696" y="346021"/>
                </a:lnTo>
                <a:lnTo>
                  <a:pt x="1192292" y="347091"/>
                </a:lnTo>
                <a:lnTo>
                  <a:pt x="1189724" y="347645"/>
                </a:lnTo>
                <a:lnTo>
                  <a:pt x="1187080" y="347645"/>
                </a:lnTo>
                <a:lnTo>
                  <a:pt x="1184512" y="347091"/>
                </a:lnTo>
                <a:lnTo>
                  <a:pt x="1182107" y="346021"/>
                </a:lnTo>
                <a:lnTo>
                  <a:pt x="1179979" y="344473"/>
                </a:lnTo>
                <a:lnTo>
                  <a:pt x="1178217" y="342522"/>
                </a:lnTo>
                <a:lnTo>
                  <a:pt x="1176895" y="340243"/>
                </a:lnTo>
                <a:lnTo>
                  <a:pt x="1176090" y="337738"/>
                </a:lnTo>
                <a:lnTo>
                  <a:pt x="1175813" y="335119"/>
                </a:lnTo>
                <a:lnTo>
                  <a:pt x="1175813" y="284511"/>
                </a:lnTo>
                <a:lnTo>
                  <a:pt x="1176090" y="281893"/>
                </a:lnTo>
                <a:lnTo>
                  <a:pt x="1176895" y="279388"/>
                </a:lnTo>
                <a:lnTo>
                  <a:pt x="1178217" y="277109"/>
                </a:lnTo>
                <a:lnTo>
                  <a:pt x="1179979" y="275158"/>
                </a:lnTo>
                <a:lnTo>
                  <a:pt x="1182107" y="273609"/>
                </a:lnTo>
                <a:lnTo>
                  <a:pt x="1184512" y="272539"/>
                </a:lnTo>
                <a:lnTo>
                  <a:pt x="1187080" y="271985"/>
                </a:lnTo>
                <a:lnTo>
                  <a:pt x="1189724" y="271985"/>
                </a:lnTo>
                <a:lnTo>
                  <a:pt x="1192292" y="272539"/>
                </a:lnTo>
                <a:lnTo>
                  <a:pt x="1194696" y="273609"/>
                </a:lnTo>
                <a:lnTo>
                  <a:pt x="1196824" y="275158"/>
                </a:lnTo>
                <a:lnTo>
                  <a:pt x="1198586" y="277109"/>
                </a:lnTo>
                <a:lnTo>
                  <a:pt x="1199908" y="279388"/>
                </a:lnTo>
                <a:lnTo>
                  <a:pt x="1200714" y="281893"/>
                </a:lnTo>
                <a:lnTo>
                  <a:pt x="1200991" y="284511"/>
                </a:lnTo>
                <a:moveTo>
                  <a:pt x="1180848" y="390259"/>
                </a:moveTo>
                <a:lnTo>
                  <a:pt x="1130240" y="390259"/>
                </a:lnTo>
                <a:lnTo>
                  <a:pt x="1127622" y="389982"/>
                </a:lnTo>
                <a:lnTo>
                  <a:pt x="1125116" y="389176"/>
                </a:lnTo>
                <a:lnTo>
                  <a:pt x="1122838" y="387855"/>
                </a:lnTo>
                <a:lnTo>
                  <a:pt x="1120887" y="386092"/>
                </a:lnTo>
                <a:lnTo>
                  <a:pt x="1119339" y="383965"/>
                </a:lnTo>
                <a:lnTo>
                  <a:pt x="1118268" y="381560"/>
                </a:lnTo>
                <a:lnTo>
                  <a:pt x="1117714" y="378992"/>
                </a:lnTo>
                <a:lnTo>
                  <a:pt x="1117714" y="376348"/>
                </a:lnTo>
                <a:lnTo>
                  <a:pt x="1118268" y="373780"/>
                </a:lnTo>
                <a:lnTo>
                  <a:pt x="1119339" y="371376"/>
                </a:lnTo>
                <a:lnTo>
                  <a:pt x="1120887" y="369248"/>
                </a:lnTo>
                <a:lnTo>
                  <a:pt x="1122838" y="367486"/>
                </a:lnTo>
                <a:lnTo>
                  <a:pt x="1125116" y="366164"/>
                </a:lnTo>
                <a:lnTo>
                  <a:pt x="1127622" y="365358"/>
                </a:lnTo>
                <a:lnTo>
                  <a:pt x="1130240" y="365081"/>
                </a:lnTo>
                <a:lnTo>
                  <a:pt x="1180848" y="365081"/>
                </a:lnTo>
                <a:lnTo>
                  <a:pt x="1183467" y="365358"/>
                </a:lnTo>
                <a:lnTo>
                  <a:pt x="1185972" y="366164"/>
                </a:lnTo>
                <a:lnTo>
                  <a:pt x="1188250" y="367486"/>
                </a:lnTo>
                <a:lnTo>
                  <a:pt x="1190202" y="369248"/>
                </a:lnTo>
                <a:lnTo>
                  <a:pt x="1191750" y="371376"/>
                </a:lnTo>
                <a:lnTo>
                  <a:pt x="1192821" y="373780"/>
                </a:lnTo>
                <a:lnTo>
                  <a:pt x="1193374" y="376348"/>
                </a:lnTo>
                <a:lnTo>
                  <a:pt x="1193374" y="378992"/>
                </a:lnTo>
                <a:lnTo>
                  <a:pt x="1192821" y="381560"/>
                </a:lnTo>
                <a:lnTo>
                  <a:pt x="1191750" y="383965"/>
                </a:lnTo>
                <a:lnTo>
                  <a:pt x="1190202" y="386092"/>
                </a:lnTo>
                <a:lnTo>
                  <a:pt x="1188250" y="387855"/>
                </a:lnTo>
                <a:lnTo>
                  <a:pt x="1185972" y="389176"/>
                </a:lnTo>
                <a:lnTo>
                  <a:pt x="1183467" y="389982"/>
                </a:lnTo>
                <a:lnTo>
                  <a:pt x="1180848" y="390259"/>
                </a:lnTo>
                <a:moveTo>
                  <a:pt x="1080136" y="390259"/>
                </a:moveTo>
                <a:lnTo>
                  <a:pt x="1029528" y="390259"/>
                </a:lnTo>
                <a:lnTo>
                  <a:pt x="1026910" y="389982"/>
                </a:lnTo>
                <a:lnTo>
                  <a:pt x="1024405" y="389176"/>
                </a:lnTo>
                <a:lnTo>
                  <a:pt x="1022126" y="387855"/>
                </a:lnTo>
                <a:lnTo>
                  <a:pt x="1020174" y="386092"/>
                </a:lnTo>
                <a:lnTo>
                  <a:pt x="1018626" y="383965"/>
                </a:lnTo>
                <a:lnTo>
                  <a:pt x="1017556" y="381560"/>
                </a:lnTo>
                <a:lnTo>
                  <a:pt x="1017002" y="378992"/>
                </a:lnTo>
                <a:lnTo>
                  <a:pt x="1017002" y="376348"/>
                </a:lnTo>
                <a:lnTo>
                  <a:pt x="1017556" y="373780"/>
                </a:lnTo>
                <a:lnTo>
                  <a:pt x="1018626" y="371376"/>
                </a:lnTo>
                <a:lnTo>
                  <a:pt x="1020174" y="369248"/>
                </a:lnTo>
                <a:lnTo>
                  <a:pt x="1022126" y="367486"/>
                </a:lnTo>
                <a:lnTo>
                  <a:pt x="1024405" y="366164"/>
                </a:lnTo>
                <a:lnTo>
                  <a:pt x="1026910" y="365358"/>
                </a:lnTo>
                <a:lnTo>
                  <a:pt x="1029528" y="365081"/>
                </a:lnTo>
                <a:lnTo>
                  <a:pt x="1080136" y="365081"/>
                </a:lnTo>
                <a:lnTo>
                  <a:pt x="1082755" y="365358"/>
                </a:lnTo>
                <a:lnTo>
                  <a:pt x="1085260" y="366164"/>
                </a:lnTo>
                <a:lnTo>
                  <a:pt x="1087538" y="367486"/>
                </a:lnTo>
                <a:lnTo>
                  <a:pt x="1089490" y="369248"/>
                </a:lnTo>
                <a:lnTo>
                  <a:pt x="1091038" y="371376"/>
                </a:lnTo>
                <a:lnTo>
                  <a:pt x="1092108" y="373780"/>
                </a:lnTo>
                <a:lnTo>
                  <a:pt x="1092662" y="376348"/>
                </a:lnTo>
                <a:lnTo>
                  <a:pt x="1092662" y="378992"/>
                </a:lnTo>
                <a:lnTo>
                  <a:pt x="1092108" y="381560"/>
                </a:lnTo>
                <a:lnTo>
                  <a:pt x="1091038" y="383965"/>
                </a:lnTo>
                <a:lnTo>
                  <a:pt x="1089490" y="386092"/>
                </a:lnTo>
                <a:lnTo>
                  <a:pt x="1087538" y="387855"/>
                </a:lnTo>
                <a:lnTo>
                  <a:pt x="1085260" y="389176"/>
                </a:lnTo>
                <a:lnTo>
                  <a:pt x="1082755" y="389982"/>
                </a:lnTo>
                <a:lnTo>
                  <a:pt x="1080136" y="390259"/>
                </a:lnTo>
                <a:moveTo>
                  <a:pt x="979424" y="390259"/>
                </a:moveTo>
                <a:lnTo>
                  <a:pt x="928816" y="390259"/>
                </a:lnTo>
                <a:lnTo>
                  <a:pt x="926198" y="389982"/>
                </a:lnTo>
                <a:lnTo>
                  <a:pt x="923693" y="389176"/>
                </a:lnTo>
                <a:lnTo>
                  <a:pt x="921414" y="387855"/>
                </a:lnTo>
                <a:lnTo>
                  <a:pt x="919463" y="386092"/>
                </a:lnTo>
                <a:lnTo>
                  <a:pt x="917914" y="383965"/>
                </a:lnTo>
                <a:lnTo>
                  <a:pt x="916844" y="381560"/>
                </a:lnTo>
                <a:lnTo>
                  <a:pt x="916290" y="378992"/>
                </a:lnTo>
                <a:lnTo>
                  <a:pt x="916290" y="376348"/>
                </a:lnTo>
                <a:lnTo>
                  <a:pt x="916844" y="373780"/>
                </a:lnTo>
                <a:lnTo>
                  <a:pt x="917914" y="371376"/>
                </a:lnTo>
                <a:lnTo>
                  <a:pt x="919463" y="369248"/>
                </a:lnTo>
                <a:lnTo>
                  <a:pt x="921414" y="367486"/>
                </a:lnTo>
                <a:lnTo>
                  <a:pt x="923693" y="366164"/>
                </a:lnTo>
                <a:lnTo>
                  <a:pt x="926198" y="365358"/>
                </a:lnTo>
                <a:lnTo>
                  <a:pt x="928816" y="365081"/>
                </a:lnTo>
                <a:lnTo>
                  <a:pt x="979424" y="365081"/>
                </a:lnTo>
                <a:lnTo>
                  <a:pt x="982042" y="365358"/>
                </a:lnTo>
                <a:lnTo>
                  <a:pt x="984548" y="366164"/>
                </a:lnTo>
                <a:lnTo>
                  <a:pt x="986827" y="367486"/>
                </a:lnTo>
                <a:lnTo>
                  <a:pt x="988778" y="369248"/>
                </a:lnTo>
                <a:lnTo>
                  <a:pt x="990326" y="371376"/>
                </a:lnTo>
                <a:lnTo>
                  <a:pt x="991396" y="373780"/>
                </a:lnTo>
                <a:lnTo>
                  <a:pt x="991950" y="376348"/>
                </a:lnTo>
                <a:lnTo>
                  <a:pt x="991950" y="378992"/>
                </a:lnTo>
                <a:lnTo>
                  <a:pt x="991396" y="381560"/>
                </a:lnTo>
                <a:lnTo>
                  <a:pt x="990326" y="383965"/>
                </a:lnTo>
                <a:lnTo>
                  <a:pt x="988778" y="386092"/>
                </a:lnTo>
                <a:lnTo>
                  <a:pt x="986827" y="387855"/>
                </a:lnTo>
                <a:lnTo>
                  <a:pt x="984548" y="389176"/>
                </a:lnTo>
                <a:lnTo>
                  <a:pt x="982042" y="389982"/>
                </a:lnTo>
                <a:lnTo>
                  <a:pt x="979424" y="390259"/>
                </a:lnTo>
                <a:moveTo>
                  <a:pt x="878712" y="390259"/>
                </a:moveTo>
                <a:lnTo>
                  <a:pt x="828105" y="390259"/>
                </a:lnTo>
                <a:lnTo>
                  <a:pt x="825486" y="389982"/>
                </a:lnTo>
                <a:lnTo>
                  <a:pt x="822980" y="389176"/>
                </a:lnTo>
                <a:lnTo>
                  <a:pt x="820702" y="387855"/>
                </a:lnTo>
                <a:lnTo>
                  <a:pt x="818751" y="386092"/>
                </a:lnTo>
                <a:lnTo>
                  <a:pt x="817202" y="383965"/>
                </a:lnTo>
                <a:lnTo>
                  <a:pt x="816132" y="381560"/>
                </a:lnTo>
                <a:lnTo>
                  <a:pt x="815579" y="378992"/>
                </a:lnTo>
                <a:lnTo>
                  <a:pt x="815579" y="376348"/>
                </a:lnTo>
                <a:lnTo>
                  <a:pt x="816132" y="373780"/>
                </a:lnTo>
                <a:lnTo>
                  <a:pt x="817202" y="371376"/>
                </a:lnTo>
                <a:lnTo>
                  <a:pt x="818751" y="369248"/>
                </a:lnTo>
                <a:lnTo>
                  <a:pt x="820702" y="367486"/>
                </a:lnTo>
                <a:lnTo>
                  <a:pt x="822980" y="366164"/>
                </a:lnTo>
                <a:lnTo>
                  <a:pt x="825486" y="365358"/>
                </a:lnTo>
                <a:lnTo>
                  <a:pt x="828105" y="365081"/>
                </a:lnTo>
                <a:lnTo>
                  <a:pt x="878712" y="365081"/>
                </a:lnTo>
                <a:lnTo>
                  <a:pt x="881331" y="365358"/>
                </a:lnTo>
                <a:lnTo>
                  <a:pt x="883836" y="366164"/>
                </a:lnTo>
                <a:lnTo>
                  <a:pt x="886115" y="367486"/>
                </a:lnTo>
                <a:lnTo>
                  <a:pt x="888065" y="369248"/>
                </a:lnTo>
                <a:lnTo>
                  <a:pt x="889614" y="371376"/>
                </a:lnTo>
                <a:lnTo>
                  <a:pt x="890684" y="373780"/>
                </a:lnTo>
                <a:lnTo>
                  <a:pt x="891238" y="376348"/>
                </a:lnTo>
                <a:lnTo>
                  <a:pt x="891238" y="378992"/>
                </a:lnTo>
                <a:lnTo>
                  <a:pt x="890684" y="381560"/>
                </a:lnTo>
                <a:lnTo>
                  <a:pt x="889614" y="383965"/>
                </a:lnTo>
                <a:lnTo>
                  <a:pt x="888065" y="386092"/>
                </a:lnTo>
                <a:lnTo>
                  <a:pt x="886115" y="387855"/>
                </a:lnTo>
                <a:lnTo>
                  <a:pt x="883836" y="389176"/>
                </a:lnTo>
                <a:lnTo>
                  <a:pt x="881331" y="389982"/>
                </a:lnTo>
                <a:lnTo>
                  <a:pt x="878712" y="390259"/>
                </a:lnTo>
                <a:moveTo>
                  <a:pt x="778000" y="390259"/>
                </a:moveTo>
                <a:lnTo>
                  <a:pt x="727392" y="390259"/>
                </a:lnTo>
                <a:lnTo>
                  <a:pt x="724774" y="389982"/>
                </a:lnTo>
                <a:lnTo>
                  <a:pt x="722269" y="389176"/>
                </a:lnTo>
                <a:lnTo>
                  <a:pt x="719990" y="387855"/>
                </a:lnTo>
                <a:lnTo>
                  <a:pt x="718039" y="386092"/>
                </a:lnTo>
                <a:lnTo>
                  <a:pt x="716490" y="383965"/>
                </a:lnTo>
                <a:lnTo>
                  <a:pt x="715420" y="381560"/>
                </a:lnTo>
                <a:lnTo>
                  <a:pt x="714866" y="378992"/>
                </a:lnTo>
                <a:lnTo>
                  <a:pt x="714866" y="376348"/>
                </a:lnTo>
                <a:lnTo>
                  <a:pt x="715420" y="373780"/>
                </a:lnTo>
                <a:lnTo>
                  <a:pt x="716490" y="371376"/>
                </a:lnTo>
                <a:lnTo>
                  <a:pt x="718039" y="369248"/>
                </a:lnTo>
                <a:lnTo>
                  <a:pt x="719990" y="367486"/>
                </a:lnTo>
                <a:lnTo>
                  <a:pt x="722269" y="366164"/>
                </a:lnTo>
                <a:lnTo>
                  <a:pt x="724774" y="365358"/>
                </a:lnTo>
                <a:lnTo>
                  <a:pt x="727392" y="365081"/>
                </a:lnTo>
                <a:lnTo>
                  <a:pt x="778000" y="365081"/>
                </a:lnTo>
                <a:lnTo>
                  <a:pt x="780619" y="365358"/>
                </a:lnTo>
                <a:lnTo>
                  <a:pt x="783124" y="366164"/>
                </a:lnTo>
                <a:lnTo>
                  <a:pt x="785402" y="367486"/>
                </a:lnTo>
                <a:lnTo>
                  <a:pt x="787354" y="369248"/>
                </a:lnTo>
                <a:lnTo>
                  <a:pt x="788902" y="371376"/>
                </a:lnTo>
                <a:lnTo>
                  <a:pt x="789972" y="373780"/>
                </a:lnTo>
                <a:lnTo>
                  <a:pt x="790526" y="376348"/>
                </a:lnTo>
                <a:lnTo>
                  <a:pt x="790526" y="378992"/>
                </a:lnTo>
                <a:lnTo>
                  <a:pt x="789972" y="381560"/>
                </a:lnTo>
                <a:lnTo>
                  <a:pt x="788902" y="383965"/>
                </a:lnTo>
                <a:lnTo>
                  <a:pt x="787354" y="386092"/>
                </a:lnTo>
                <a:lnTo>
                  <a:pt x="785402" y="387855"/>
                </a:lnTo>
                <a:lnTo>
                  <a:pt x="783124" y="389176"/>
                </a:lnTo>
                <a:lnTo>
                  <a:pt x="780619" y="389982"/>
                </a:lnTo>
                <a:lnTo>
                  <a:pt x="778000" y="390259"/>
                </a:lnTo>
                <a:moveTo>
                  <a:pt x="677288" y="390259"/>
                </a:moveTo>
                <a:lnTo>
                  <a:pt x="626680" y="390259"/>
                </a:lnTo>
                <a:lnTo>
                  <a:pt x="624062" y="389982"/>
                </a:lnTo>
                <a:lnTo>
                  <a:pt x="621557" y="389176"/>
                </a:lnTo>
                <a:lnTo>
                  <a:pt x="619278" y="387855"/>
                </a:lnTo>
                <a:lnTo>
                  <a:pt x="617326" y="386092"/>
                </a:lnTo>
                <a:lnTo>
                  <a:pt x="615778" y="383965"/>
                </a:lnTo>
                <a:lnTo>
                  <a:pt x="614708" y="381560"/>
                </a:lnTo>
                <a:lnTo>
                  <a:pt x="614154" y="378992"/>
                </a:lnTo>
                <a:lnTo>
                  <a:pt x="614154" y="376348"/>
                </a:lnTo>
                <a:lnTo>
                  <a:pt x="614708" y="373780"/>
                </a:lnTo>
                <a:lnTo>
                  <a:pt x="615778" y="371376"/>
                </a:lnTo>
                <a:lnTo>
                  <a:pt x="617326" y="369248"/>
                </a:lnTo>
                <a:lnTo>
                  <a:pt x="619278" y="367486"/>
                </a:lnTo>
                <a:lnTo>
                  <a:pt x="621557" y="366164"/>
                </a:lnTo>
                <a:lnTo>
                  <a:pt x="624062" y="365358"/>
                </a:lnTo>
                <a:lnTo>
                  <a:pt x="626680" y="365081"/>
                </a:lnTo>
                <a:lnTo>
                  <a:pt x="677288" y="365081"/>
                </a:lnTo>
                <a:lnTo>
                  <a:pt x="679907" y="365358"/>
                </a:lnTo>
                <a:lnTo>
                  <a:pt x="682412" y="366164"/>
                </a:lnTo>
                <a:lnTo>
                  <a:pt x="684690" y="367486"/>
                </a:lnTo>
                <a:lnTo>
                  <a:pt x="686642" y="369248"/>
                </a:lnTo>
                <a:lnTo>
                  <a:pt x="688190" y="371376"/>
                </a:lnTo>
                <a:lnTo>
                  <a:pt x="689260" y="373780"/>
                </a:lnTo>
                <a:lnTo>
                  <a:pt x="689814" y="376348"/>
                </a:lnTo>
                <a:lnTo>
                  <a:pt x="689814" y="378992"/>
                </a:lnTo>
                <a:lnTo>
                  <a:pt x="689260" y="381560"/>
                </a:lnTo>
                <a:lnTo>
                  <a:pt x="688190" y="383965"/>
                </a:lnTo>
                <a:lnTo>
                  <a:pt x="686642" y="386092"/>
                </a:lnTo>
                <a:lnTo>
                  <a:pt x="684690" y="387855"/>
                </a:lnTo>
                <a:lnTo>
                  <a:pt x="682412" y="389176"/>
                </a:lnTo>
                <a:lnTo>
                  <a:pt x="679907" y="389982"/>
                </a:lnTo>
                <a:lnTo>
                  <a:pt x="677288" y="390259"/>
                </a:lnTo>
                <a:moveTo>
                  <a:pt x="576576" y="390259"/>
                </a:moveTo>
                <a:lnTo>
                  <a:pt x="525968" y="390259"/>
                </a:lnTo>
                <a:lnTo>
                  <a:pt x="523349" y="389982"/>
                </a:lnTo>
                <a:lnTo>
                  <a:pt x="520845" y="389176"/>
                </a:lnTo>
                <a:lnTo>
                  <a:pt x="518566" y="387855"/>
                </a:lnTo>
                <a:lnTo>
                  <a:pt x="516615" y="386092"/>
                </a:lnTo>
                <a:lnTo>
                  <a:pt x="515066" y="383965"/>
                </a:lnTo>
                <a:lnTo>
                  <a:pt x="513996" y="381560"/>
                </a:lnTo>
                <a:lnTo>
                  <a:pt x="513442" y="378992"/>
                </a:lnTo>
                <a:lnTo>
                  <a:pt x="513442" y="376348"/>
                </a:lnTo>
                <a:lnTo>
                  <a:pt x="513996" y="373780"/>
                </a:lnTo>
                <a:lnTo>
                  <a:pt x="515066" y="371376"/>
                </a:lnTo>
                <a:lnTo>
                  <a:pt x="516615" y="369248"/>
                </a:lnTo>
                <a:lnTo>
                  <a:pt x="518566" y="367486"/>
                </a:lnTo>
                <a:lnTo>
                  <a:pt x="520845" y="366164"/>
                </a:lnTo>
                <a:lnTo>
                  <a:pt x="523349" y="365358"/>
                </a:lnTo>
                <a:lnTo>
                  <a:pt x="525968" y="365081"/>
                </a:lnTo>
                <a:lnTo>
                  <a:pt x="576576" y="365081"/>
                </a:lnTo>
                <a:lnTo>
                  <a:pt x="579195" y="365358"/>
                </a:lnTo>
                <a:lnTo>
                  <a:pt x="581699" y="366164"/>
                </a:lnTo>
                <a:lnTo>
                  <a:pt x="583978" y="367486"/>
                </a:lnTo>
                <a:lnTo>
                  <a:pt x="585930" y="369248"/>
                </a:lnTo>
                <a:lnTo>
                  <a:pt x="587478" y="371376"/>
                </a:lnTo>
                <a:lnTo>
                  <a:pt x="588548" y="373780"/>
                </a:lnTo>
                <a:lnTo>
                  <a:pt x="589102" y="376348"/>
                </a:lnTo>
                <a:lnTo>
                  <a:pt x="589102" y="378992"/>
                </a:lnTo>
                <a:lnTo>
                  <a:pt x="588548" y="381560"/>
                </a:lnTo>
                <a:lnTo>
                  <a:pt x="587478" y="383965"/>
                </a:lnTo>
                <a:lnTo>
                  <a:pt x="585930" y="386092"/>
                </a:lnTo>
                <a:lnTo>
                  <a:pt x="583978" y="387855"/>
                </a:lnTo>
                <a:lnTo>
                  <a:pt x="581699" y="389176"/>
                </a:lnTo>
                <a:lnTo>
                  <a:pt x="579195" y="389982"/>
                </a:lnTo>
                <a:lnTo>
                  <a:pt x="576576" y="390259"/>
                </a:lnTo>
                <a:moveTo>
                  <a:pt x="475864" y="390259"/>
                </a:moveTo>
                <a:lnTo>
                  <a:pt x="425256" y="390259"/>
                </a:lnTo>
                <a:lnTo>
                  <a:pt x="422638" y="389982"/>
                </a:lnTo>
                <a:lnTo>
                  <a:pt x="420132" y="389176"/>
                </a:lnTo>
                <a:lnTo>
                  <a:pt x="417854" y="387855"/>
                </a:lnTo>
                <a:lnTo>
                  <a:pt x="415903" y="386092"/>
                </a:lnTo>
                <a:lnTo>
                  <a:pt x="414354" y="383965"/>
                </a:lnTo>
                <a:lnTo>
                  <a:pt x="413284" y="381560"/>
                </a:lnTo>
                <a:lnTo>
                  <a:pt x="412730" y="378992"/>
                </a:lnTo>
                <a:lnTo>
                  <a:pt x="412730" y="376348"/>
                </a:lnTo>
                <a:lnTo>
                  <a:pt x="413284" y="373780"/>
                </a:lnTo>
                <a:lnTo>
                  <a:pt x="414354" y="371376"/>
                </a:lnTo>
                <a:lnTo>
                  <a:pt x="415903" y="369248"/>
                </a:lnTo>
                <a:lnTo>
                  <a:pt x="417854" y="367486"/>
                </a:lnTo>
                <a:lnTo>
                  <a:pt x="420132" y="366164"/>
                </a:lnTo>
                <a:lnTo>
                  <a:pt x="422638" y="365358"/>
                </a:lnTo>
                <a:lnTo>
                  <a:pt x="425256" y="365081"/>
                </a:lnTo>
                <a:lnTo>
                  <a:pt x="475864" y="365081"/>
                </a:lnTo>
                <a:lnTo>
                  <a:pt x="478482" y="365358"/>
                </a:lnTo>
                <a:lnTo>
                  <a:pt x="480988" y="366164"/>
                </a:lnTo>
                <a:lnTo>
                  <a:pt x="483267" y="367486"/>
                </a:lnTo>
                <a:lnTo>
                  <a:pt x="485218" y="369248"/>
                </a:lnTo>
                <a:lnTo>
                  <a:pt x="486766" y="371376"/>
                </a:lnTo>
                <a:lnTo>
                  <a:pt x="487836" y="373780"/>
                </a:lnTo>
                <a:lnTo>
                  <a:pt x="488390" y="376348"/>
                </a:lnTo>
                <a:lnTo>
                  <a:pt x="488390" y="378992"/>
                </a:lnTo>
                <a:lnTo>
                  <a:pt x="487836" y="381560"/>
                </a:lnTo>
                <a:lnTo>
                  <a:pt x="486766" y="383965"/>
                </a:lnTo>
                <a:lnTo>
                  <a:pt x="485218" y="386092"/>
                </a:lnTo>
                <a:lnTo>
                  <a:pt x="483267" y="387855"/>
                </a:lnTo>
                <a:lnTo>
                  <a:pt x="480988" y="389176"/>
                </a:lnTo>
                <a:lnTo>
                  <a:pt x="478482" y="389982"/>
                </a:lnTo>
                <a:lnTo>
                  <a:pt x="475864" y="390259"/>
                </a:lnTo>
                <a:moveTo>
                  <a:pt x="375152" y="390259"/>
                </a:moveTo>
                <a:lnTo>
                  <a:pt x="324544" y="390259"/>
                </a:lnTo>
                <a:lnTo>
                  <a:pt x="321926" y="389982"/>
                </a:lnTo>
                <a:lnTo>
                  <a:pt x="319420" y="389176"/>
                </a:lnTo>
                <a:lnTo>
                  <a:pt x="317142" y="387855"/>
                </a:lnTo>
                <a:lnTo>
                  <a:pt x="315191" y="386092"/>
                </a:lnTo>
                <a:lnTo>
                  <a:pt x="313642" y="383965"/>
                </a:lnTo>
                <a:lnTo>
                  <a:pt x="312572" y="381560"/>
                </a:lnTo>
                <a:lnTo>
                  <a:pt x="312018" y="378992"/>
                </a:lnTo>
                <a:lnTo>
                  <a:pt x="312018" y="376348"/>
                </a:lnTo>
                <a:lnTo>
                  <a:pt x="312572" y="373780"/>
                </a:lnTo>
                <a:lnTo>
                  <a:pt x="313642" y="371376"/>
                </a:lnTo>
                <a:lnTo>
                  <a:pt x="315191" y="369248"/>
                </a:lnTo>
                <a:lnTo>
                  <a:pt x="317142" y="367486"/>
                </a:lnTo>
                <a:lnTo>
                  <a:pt x="319420" y="366164"/>
                </a:lnTo>
                <a:lnTo>
                  <a:pt x="321926" y="365358"/>
                </a:lnTo>
                <a:lnTo>
                  <a:pt x="324544" y="365081"/>
                </a:lnTo>
                <a:lnTo>
                  <a:pt x="375152" y="365081"/>
                </a:lnTo>
                <a:lnTo>
                  <a:pt x="377771" y="365358"/>
                </a:lnTo>
                <a:lnTo>
                  <a:pt x="380276" y="366164"/>
                </a:lnTo>
                <a:lnTo>
                  <a:pt x="382554" y="367486"/>
                </a:lnTo>
                <a:lnTo>
                  <a:pt x="384505" y="369248"/>
                </a:lnTo>
                <a:lnTo>
                  <a:pt x="386054" y="371376"/>
                </a:lnTo>
                <a:lnTo>
                  <a:pt x="387124" y="373780"/>
                </a:lnTo>
                <a:lnTo>
                  <a:pt x="387678" y="376348"/>
                </a:lnTo>
                <a:lnTo>
                  <a:pt x="387678" y="378992"/>
                </a:lnTo>
                <a:lnTo>
                  <a:pt x="387124" y="381560"/>
                </a:lnTo>
                <a:lnTo>
                  <a:pt x="386054" y="383965"/>
                </a:lnTo>
                <a:lnTo>
                  <a:pt x="384505" y="386092"/>
                </a:lnTo>
                <a:lnTo>
                  <a:pt x="382554" y="387855"/>
                </a:lnTo>
                <a:lnTo>
                  <a:pt x="380276" y="389176"/>
                </a:lnTo>
                <a:lnTo>
                  <a:pt x="377771" y="389982"/>
                </a:lnTo>
                <a:lnTo>
                  <a:pt x="375152" y="390259"/>
                </a:lnTo>
                <a:moveTo>
                  <a:pt x="274440" y="390259"/>
                </a:moveTo>
                <a:lnTo>
                  <a:pt x="223832" y="390259"/>
                </a:lnTo>
                <a:lnTo>
                  <a:pt x="221214" y="389982"/>
                </a:lnTo>
                <a:lnTo>
                  <a:pt x="218708" y="389176"/>
                </a:lnTo>
                <a:lnTo>
                  <a:pt x="216430" y="387855"/>
                </a:lnTo>
                <a:lnTo>
                  <a:pt x="214479" y="386092"/>
                </a:lnTo>
                <a:lnTo>
                  <a:pt x="212930" y="383965"/>
                </a:lnTo>
                <a:lnTo>
                  <a:pt x="211860" y="381560"/>
                </a:lnTo>
                <a:lnTo>
                  <a:pt x="211306" y="378992"/>
                </a:lnTo>
                <a:lnTo>
                  <a:pt x="211306" y="376348"/>
                </a:lnTo>
                <a:lnTo>
                  <a:pt x="211860" y="373780"/>
                </a:lnTo>
                <a:lnTo>
                  <a:pt x="212930" y="371376"/>
                </a:lnTo>
                <a:lnTo>
                  <a:pt x="214479" y="369248"/>
                </a:lnTo>
                <a:lnTo>
                  <a:pt x="216430" y="367486"/>
                </a:lnTo>
                <a:lnTo>
                  <a:pt x="218708" y="366164"/>
                </a:lnTo>
                <a:lnTo>
                  <a:pt x="221214" y="365358"/>
                </a:lnTo>
                <a:lnTo>
                  <a:pt x="223832" y="365081"/>
                </a:lnTo>
                <a:lnTo>
                  <a:pt x="274440" y="365081"/>
                </a:lnTo>
                <a:lnTo>
                  <a:pt x="277059" y="365358"/>
                </a:lnTo>
                <a:lnTo>
                  <a:pt x="279564" y="366164"/>
                </a:lnTo>
                <a:lnTo>
                  <a:pt x="281842" y="367486"/>
                </a:lnTo>
                <a:lnTo>
                  <a:pt x="283794" y="369248"/>
                </a:lnTo>
                <a:lnTo>
                  <a:pt x="285342" y="371376"/>
                </a:lnTo>
                <a:lnTo>
                  <a:pt x="286412" y="373780"/>
                </a:lnTo>
                <a:lnTo>
                  <a:pt x="286966" y="376348"/>
                </a:lnTo>
                <a:lnTo>
                  <a:pt x="286966" y="378992"/>
                </a:lnTo>
                <a:lnTo>
                  <a:pt x="286412" y="381560"/>
                </a:lnTo>
                <a:lnTo>
                  <a:pt x="285342" y="383965"/>
                </a:lnTo>
                <a:lnTo>
                  <a:pt x="283794" y="386092"/>
                </a:lnTo>
                <a:lnTo>
                  <a:pt x="281842" y="387855"/>
                </a:lnTo>
                <a:lnTo>
                  <a:pt x="279564" y="389176"/>
                </a:lnTo>
                <a:lnTo>
                  <a:pt x="277059" y="389982"/>
                </a:lnTo>
                <a:lnTo>
                  <a:pt x="274440" y="390259"/>
                </a:lnTo>
                <a:moveTo>
                  <a:pt x="173728" y="390259"/>
                </a:moveTo>
                <a:lnTo>
                  <a:pt x="123120" y="390259"/>
                </a:lnTo>
                <a:lnTo>
                  <a:pt x="120502" y="389982"/>
                </a:lnTo>
                <a:lnTo>
                  <a:pt x="117997" y="389176"/>
                </a:lnTo>
                <a:lnTo>
                  <a:pt x="115718" y="387855"/>
                </a:lnTo>
                <a:lnTo>
                  <a:pt x="113766" y="386092"/>
                </a:lnTo>
                <a:lnTo>
                  <a:pt x="112218" y="383965"/>
                </a:lnTo>
                <a:lnTo>
                  <a:pt x="111148" y="381560"/>
                </a:lnTo>
                <a:lnTo>
                  <a:pt x="110594" y="378992"/>
                </a:lnTo>
                <a:lnTo>
                  <a:pt x="110594" y="376348"/>
                </a:lnTo>
                <a:lnTo>
                  <a:pt x="111148" y="373780"/>
                </a:lnTo>
                <a:lnTo>
                  <a:pt x="112218" y="371376"/>
                </a:lnTo>
                <a:lnTo>
                  <a:pt x="113766" y="369248"/>
                </a:lnTo>
                <a:lnTo>
                  <a:pt x="115718" y="367486"/>
                </a:lnTo>
                <a:lnTo>
                  <a:pt x="117997" y="366164"/>
                </a:lnTo>
                <a:lnTo>
                  <a:pt x="120502" y="365358"/>
                </a:lnTo>
                <a:lnTo>
                  <a:pt x="123120" y="365081"/>
                </a:lnTo>
                <a:lnTo>
                  <a:pt x="173728" y="365081"/>
                </a:lnTo>
                <a:lnTo>
                  <a:pt x="176347" y="365358"/>
                </a:lnTo>
                <a:lnTo>
                  <a:pt x="178851" y="366164"/>
                </a:lnTo>
                <a:lnTo>
                  <a:pt x="181130" y="367486"/>
                </a:lnTo>
                <a:lnTo>
                  <a:pt x="183081" y="369248"/>
                </a:lnTo>
                <a:lnTo>
                  <a:pt x="184630" y="371376"/>
                </a:lnTo>
                <a:lnTo>
                  <a:pt x="185700" y="373780"/>
                </a:lnTo>
                <a:lnTo>
                  <a:pt x="186254" y="376348"/>
                </a:lnTo>
                <a:lnTo>
                  <a:pt x="186254" y="378992"/>
                </a:lnTo>
                <a:lnTo>
                  <a:pt x="185700" y="381560"/>
                </a:lnTo>
                <a:lnTo>
                  <a:pt x="184630" y="383965"/>
                </a:lnTo>
                <a:lnTo>
                  <a:pt x="183081" y="386092"/>
                </a:lnTo>
                <a:lnTo>
                  <a:pt x="181130" y="387855"/>
                </a:lnTo>
                <a:lnTo>
                  <a:pt x="178851" y="389176"/>
                </a:lnTo>
                <a:lnTo>
                  <a:pt x="176347" y="389982"/>
                </a:lnTo>
                <a:lnTo>
                  <a:pt x="173728" y="390259"/>
                </a:lnTo>
                <a:moveTo>
                  <a:pt x="73016" y="390259"/>
                </a:moveTo>
                <a:lnTo>
                  <a:pt x="22408" y="390259"/>
                </a:lnTo>
                <a:lnTo>
                  <a:pt x="19790" y="389982"/>
                </a:lnTo>
                <a:lnTo>
                  <a:pt x="17285" y="389176"/>
                </a:lnTo>
                <a:lnTo>
                  <a:pt x="15006" y="387855"/>
                </a:lnTo>
                <a:lnTo>
                  <a:pt x="13055" y="386092"/>
                </a:lnTo>
                <a:lnTo>
                  <a:pt x="11506" y="383965"/>
                </a:lnTo>
                <a:lnTo>
                  <a:pt x="10436" y="381560"/>
                </a:lnTo>
                <a:lnTo>
                  <a:pt x="9882" y="378992"/>
                </a:lnTo>
                <a:lnTo>
                  <a:pt x="9882" y="376348"/>
                </a:lnTo>
                <a:lnTo>
                  <a:pt x="10436" y="373780"/>
                </a:lnTo>
                <a:lnTo>
                  <a:pt x="11506" y="371376"/>
                </a:lnTo>
                <a:lnTo>
                  <a:pt x="13055" y="369248"/>
                </a:lnTo>
                <a:lnTo>
                  <a:pt x="15006" y="367486"/>
                </a:lnTo>
                <a:lnTo>
                  <a:pt x="17285" y="366164"/>
                </a:lnTo>
                <a:lnTo>
                  <a:pt x="19790" y="365358"/>
                </a:lnTo>
                <a:lnTo>
                  <a:pt x="22408" y="365081"/>
                </a:lnTo>
                <a:lnTo>
                  <a:pt x="73016" y="365081"/>
                </a:lnTo>
                <a:lnTo>
                  <a:pt x="75634" y="365358"/>
                </a:lnTo>
                <a:lnTo>
                  <a:pt x="78140" y="366164"/>
                </a:lnTo>
                <a:lnTo>
                  <a:pt x="80418" y="367486"/>
                </a:lnTo>
                <a:lnTo>
                  <a:pt x="82370" y="369248"/>
                </a:lnTo>
                <a:lnTo>
                  <a:pt x="83918" y="371376"/>
                </a:lnTo>
                <a:lnTo>
                  <a:pt x="84988" y="373780"/>
                </a:lnTo>
                <a:lnTo>
                  <a:pt x="85542" y="376348"/>
                </a:lnTo>
                <a:lnTo>
                  <a:pt x="85542" y="378992"/>
                </a:lnTo>
                <a:lnTo>
                  <a:pt x="84988" y="381560"/>
                </a:lnTo>
                <a:lnTo>
                  <a:pt x="83918" y="383965"/>
                </a:lnTo>
                <a:lnTo>
                  <a:pt x="82370" y="386092"/>
                </a:lnTo>
                <a:lnTo>
                  <a:pt x="80418" y="387855"/>
                </a:lnTo>
                <a:lnTo>
                  <a:pt x="78140" y="389176"/>
                </a:lnTo>
                <a:lnTo>
                  <a:pt x="75634" y="389982"/>
                </a:lnTo>
                <a:lnTo>
                  <a:pt x="73016" y="390259"/>
                </a:lnTo>
              </a:path>
            </a:pathLst>
          </a:custGeom>
          <a:solidFill xmlns:a="http://schemas.openxmlformats.org/drawingml/2006/main">
            <a:srgbClr val="4EAE0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" name="text-291 Similar">
            <a:extLst xmlns:a="http://schemas.openxmlformats.org/drawingml/2006/main">
              <a:ext uri="{FF2B5EF4-FFF2-40B4-BE49-F238E27FC236}">
                <a16:creationId xmlns:a16="http://schemas.microsoft.com/office/drawing/2014/main" id="{77B56F69-F555-4006-97AE-0A8183AFA8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68140" y="1322688"/>
            <a:ext cx="970195" cy="4348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Similar</a:t>
            </a:r>
          </a:p>
        </p:txBody>
      </p:sp>
      <p:sp>
        <p:nvSpPr>
          <p:cNvPr id="300" name="path-292">
            <a:extLst xmlns:a="http://schemas.openxmlformats.org/drawingml/2006/main">
              <a:ext uri="{FF2B5EF4-FFF2-40B4-BE49-F238E27FC236}">
                <a16:creationId xmlns:a16="http://schemas.microsoft.com/office/drawing/2014/main" id="{80390709-5E2D-4659-A7A3-6527806D3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4513" y="3272721"/>
            <a:ext cx="1649348" cy="539144"/>
          </a:xfrm>
          <a:custGeom xmlns:a="http://schemas.openxmlformats.org/drawingml/2006/main">
            <a:pathLst>
              <a:path w="1203508" h="393406">
                <a:moveTo>
                  <a:pt x="0" y="379244"/>
                </a:moveTo>
                <a:lnTo>
                  <a:pt x="0" y="294268"/>
                </a:lnTo>
                <a:lnTo>
                  <a:pt x="28325" y="294268"/>
                </a:lnTo>
                <a:lnTo>
                  <a:pt x="28325" y="379244"/>
                </a:lnTo>
                <a:lnTo>
                  <a:pt x="0" y="379244"/>
                </a:lnTo>
                <a:moveTo>
                  <a:pt x="0" y="265943"/>
                </a:moveTo>
                <a:lnTo>
                  <a:pt x="0" y="180967"/>
                </a:lnTo>
                <a:lnTo>
                  <a:pt x="28325" y="180967"/>
                </a:lnTo>
                <a:lnTo>
                  <a:pt x="28325" y="265943"/>
                </a:lnTo>
                <a:lnTo>
                  <a:pt x="0" y="265943"/>
                </a:lnTo>
                <a:moveTo>
                  <a:pt x="0" y="152642"/>
                </a:moveTo>
                <a:lnTo>
                  <a:pt x="0" y="67666"/>
                </a:lnTo>
                <a:lnTo>
                  <a:pt x="28325" y="67666"/>
                </a:lnTo>
                <a:lnTo>
                  <a:pt x="28325" y="152642"/>
                </a:lnTo>
                <a:lnTo>
                  <a:pt x="0" y="152642"/>
                </a:lnTo>
                <a:moveTo>
                  <a:pt x="0" y="39341"/>
                </a:moveTo>
                <a:lnTo>
                  <a:pt x="0" y="14163"/>
                </a:lnTo>
                <a:lnTo>
                  <a:pt x="277" y="11406"/>
                </a:lnTo>
                <a:lnTo>
                  <a:pt x="1082" y="8737"/>
                </a:lnTo>
                <a:lnTo>
                  <a:pt x="2392" y="6295"/>
                </a:lnTo>
                <a:lnTo>
                  <a:pt x="4142" y="4142"/>
                </a:lnTo>
                <a:lnTo>
                  <a:pt x="6295" y="2392"/>
                </a:lnTo>
                <a:lnTo>
                  <a:pt x="8737" y="1083"/>
                </a:lnTo>
                <a:lnTo>
                  <a:pt x="11405" y="277"/>
                </a:lnTo>
                <a:lnTo>
                  <a:pt x="14163" y="0"/>
                </a:lnTo>
                <a:lnTo>
                  <a:pt x="73960" y="0"/>
                </a:lnTo>
                <a:lnTo>
                  <a:pt x="73960" y="28326"/>
                </a:lnTo>
                <a:lnTo>
                  <a:pt x="14163" y="28326"/>
                </a:lnTo>
                <a:lnTo>
                  <a:pt x="28325" y="14163"/>
                </a:lnTo>
                <a:lnTo>
                  <a:pt x="28325" y="39341"/>
                </a:lnTo>
                <a:lnTo>
                  <a:pt x="0" y="39341"/>
                </a:lnTo>
                <a:moveTo>
                  <a:pt x="102285" y="0"/>
                </a:moveTo>
                <a:lnTo>
                  <a:pt x="187261" y="0"/>
                </a:lnTo>
                <a:lnTo>
                  <a:pt x="187261" y="28326"/>
                </a:lnTo>
                <a:lnTo>
                  <a:pt x="102285" y="28326"/>
                </a:lnTo>
                <a:lnTo>
                  <a:pt x="102285" y="0"/>
                </a:lnTo>
                <a:moveTo>
                  <a:pt x="215586" y="0"/>
                </a:moveTo>
                <a:lnTo>
                  <a:pt x="300562" y="0"/>
                </a:lnTo>
                <a:lnTo>
                  <a:pt x="300562" y="28326"/>
                </a:lnTo>
                <a:lnTo>
                  <a:pt x="215586" y="28326"/>
                </a:lnTo>
                <a:lnTo>
                  <a:pt x="215586" y="0"/>
                </a:lnTo>
                <a:moveTo>
                  <a:pt x="328887" y="0"/>
                </a:moveTo>
                <a:lnTo>
                  <a:pt x="413863" y="0"/>
                </a:lnTo>
                <a:lnTo>
                  <a:pt x="413863" y="28326"/>
                </a:lnTo>
                <a:lnTo>
                  <a:pt x="328887" y="28326"/>
                </a:lnTo>
                <a:lnTo>
                  <a:pt x="328887" y="0"/>
                </a:lnTo>
                <a:moveTo>
                  <a:pt x="442189" y="0"/>
                </a:moveTo>
                <a:lnTo>
                  <a:pt x="527164" y="0"/>
                </a:lnTo>
                <a:lnTo>
                  <a:pt x="527164" y="28326"/>
                </a:lnTo>
                <a:lnTo>
                  <a:pt x="442189" y="28326"/>
                </a:lnTo>
                <a:lnTo>
                  <a:pt x="442189" y="0"/>
                </a:lnTo>
                <a:moveTo>
                  <a:pt x="555490" y="0"/>
                </a:moveTo>
                <a:lnTo>
                  <a:pt x="640465" y="0"/>
                </a:lnTo>
                <a:lnTo>
                  <a:pt x="640465" y="28326"/>
                </a:lnTo>
                <a:lnTo>
                  <a:pt x="555490" y="28326"/>
                </a:lnTo>
                <a:lnTo>
                  <a:pt x="555490" y="0"/>
                </a:lnTo>
                <a:moveTo>
                  <a:pt x="668790" y="0"/>
                </a:moveTo>
                <a:lnTo>
                  <a:pt x="753766" y="0"/>
                </a:lnTo>
                <a:lnTo>
                  <a:pt x="753766" y="28326"/>
                </a:lnTo>
                <a:lnTo>
                  <a:pt x="668790" y="28326"/>
                </a:lnTo>
                <a:lnTo>
                  <a:pt x="668790" y="0"/>
                </a:lnTo>
                <a:moveTo>
                  <a:pt x="782092" y="0"/>
                </a:moveTo>
                <a:lnTo>
                  <a:pt x="867067" y="0"/>
                </a:lnTo>
                <a:lnTo>
                  <a:pt x="867067" y="28326"/>
                </a:lnTo>
                <a:lnTo>
                  <a:pt x="782092" y="28326"/>
                </a:lnTo>
                <a:lnTo>
                  <a:pt x="782092" y="0"/>
                </a:lnTo>
                <a:moveTo>
                  <a:pt x="895393" y="0"/>
                </a:moveTo>
                <a:lnTo>
                  <a:pt x="980368" y="0"/>
                </a:lnTo>
                <a:lnTo>
                  <a:pt x="980368" y="28326"/>
                </a:lnTo>
                <a:lnTo>
                  <a:pt x="895393" y="28326"/>
                </a:lnTo>
                <a:lnTo>
                  <a:pt x="895393" y="0"/>
                </a:lnTo>
                <a:moveTo>
                  <a:pt x="1008694" y="0"/>
                </a:moveTo>
                <a:lnTo>
                  <a:pt x="1093670" y="0"/>
                </a:lnTo>
                <a:lnTo>
                  <a:pt x="1093670" y="28326"/>
                </a:lnTo>
                <a:lnTo>
                  <a:pt x="1008694" y="28326"/>
                </a:lnTo>
                <a:lnTo>
                  <a:pt x="1008694" y="0"/>
                </a:lnTo>
                <a:moveTo>
                  <a:pt x="1121994" y="0"/>
                </a:moveTo>
                <a:lnTo>
                  <a:pt x="1189346" y="0"/>
                </a:lnTo>
                <a:lnTo>
                  <a:pt x="1192102" y="277"/>
                </a:lnTo>
                <a:lnTo>
                  <a:pt x="1194772" y="1083"/>
                </a:lnTo>
                <a:lnTo>
                  <a:pt x="1197214" y="2392"/>
                </a:lnTo>
                <a:lnTo>
                  <a:pt x="1199354" y="4142"/>
                </a:lnTo>
                <a:lnTo>
                  <a:pt x="1201117" y="6295"/>
                </a:lnTo>
                <a:lnTo>
                  <a:pt x="1202426" y="8737"/>
                </a:lnTo>
                <a:lnTo>
                  <a:pt x="1203231" y="11406"/>
                </a:lnTo>
                <a:lnTo>
                  <a:pt x="1203508" y="14163"/>
                </a:lnTo>
                <a:lnTo>
                  <a:pt x="1203508" y="31787"/>
                </a:lnTo>
                <a:lnTo>
                  <a:pt x="1175183" y="31787"/>
                </a:lnTo>
                <a:lnTo>
                  <a:pt x="1175183" y="14163"/>
                </a:lnTo>
                <a:lnTo>
                  <a:pt x="1189346" y="28326"/>
                </a:lnTo>
                <a:lnTo>
                  <a:pt x="1121994" y="28326"/>
                </a:lnTo>
                <a:lnTo>
                  <a:pt x="1121994" y="0"/>
                </a:lnTo>
                <a:moveTo>
                  <a:pt x="1203508" y="60113"/>
                </a:moveTo>
                <a:lnTo>
                  <a:pt x="1203508" y="145088"/>
                </a:lnTo>
                <a:lnTo>
                  <a:pt x="1175183" y="145088"/>
                </a:lnTo>
                <a:lnTo>
                  <a:pt x="1175183" y="60113"/>
                </a:lnTo>
                <a:lnTo>
                  <a:pt x="1203508" y="60113"/>
                </a:lnTo>
                <a:moveTo>
                  <a:pt x="1203508" y="173414"/>
                </a:moveTo>
                <a:lnTo>
                  <a:pt x="1203508" y="258390"/>
                </a:lnTo>
                <a:lnTo>
                  <a:pt x="1175183" y="258390"/>
                </a:lnTo>
                <a:lnTo>
                  <a:pt x="1175183" y="173414"/>
                </a:lnTo>
                <a:lnTo>
                  <a:pt x="1203508" y="173414"/>
                </a:lnTo>
                <a:moveTo>
                  <a:pt x="1203508" y="286715"/>
                </a:moveTo>
                <a:lnTo>
                  <a:pt x="1203508" y="371690"/>
                </a:lnTo>
                <a:lnTo>
                  <a:pt x="1175183" y="371690"/>
                </a:lnTo>
                <a:lnTo>
                  <a:pt x="1175183" y="286715"/>
                </a:lnTo>
                <a:lnTo>
                  <a:pt x="1203508" y="286715"/>
                </a:lnTo>
                <a:moveTo>
                  <a:pt x="1168574" y="393406"/>
                </a:moveTo>
                <a:lnTo>
                  <a:pt x="1083598" y="393406"/>
                </a:lnTo>
                <a:lnTo>
                  <a:pt x="1083598" y="365081"/>
                </a:lnTo>
                <a:lnTo>
                  <a:pt x="1168574" y="365081"/>
                </a:lnTo>
                <a:lnTo>
                  <a:pt x="1168574" y="393406"/>
                </a:lnTo>
                <a:moveTo>
                  <a:pt x="1055273" y="393406"/>
                </a:moveTo>
                <a:lnTo>
                  <a:pt x="970298" y="393406"/>
                </a:lnTo>
                <a:lnTo>
                  <a:pt x="970298" y="365081"/>
                </a:lnTo>
                <a:lnTo>
                  <a:pt x="1055273" y="365081"/>
                </a:lnTo>
                <a:lnTo>
                  <a:pt x="1055273" y="393406"/>
                </a:lnTo>
                <a:moveTo>
                  <a:pt x="941972" y="393406"/>
                </a:moveTo>
                <a:lnTo>
                  <a:pt x="856996" y="393406"/>
                </a:lnTo>
                <a:lnTo>
                  <a:pt x="856996" y="365081"/>
                </a:lnTo>
                <a:lnTo>
                  <a:pt x="941972" y="365081"/>
                </a:lnTo>
                <a:lnTo>
                  <a:pt x="941972" y="393406"/>
                </a:lnTo>
                <a:moveTo>
                  <a:pt x="828671" y="393406"/>
                </a:moveTo>
                <a:lnTo>
                  <a:pt x="743695" y="393406"/>
                </a:lnTo>
                <a:lnTo>
                  <a:pt x="743695" y="365081"/>
                </a:lnTo>
                <a:lnTo>
                  <a:pt x="828671" y="365081"/>
                </a:lnTo>
                <a:lnTo>
                  <a:pt x="828671" y="393406"/>
                </a:lnTo>
                <a:moveTo>
                  <a:pt x="715370" y="393406"/>
                </a:moveTo>
                <a:lnTo>
                  <a:pt x="630394" y="393406"/>
                </a:lnTo>
                <a:lnTo>
                  <a:pt x="630394" y="365081"/>
                </a:lnTo>
                <a:lnTo>
                  <a:pt x="715370" y="365081"/>
                </a:lnTo>
                <a:lnTo>
                  <a:pt x="715370" y="393406"/>
                </a:lnTo>
                <a:moveTo>
                  <a:pt x="602069" y="393406"/>
                </a:moveTo>
                <a:lnTo>
                  <a:pt x="517094" y="393406"/>
                </a:lnTo>
                <a:lnTo>
                  <a:pt x="517094" y="365081"/>
                </a:lnTo>
                <a:lnTo>
                  <a:pt x="602069" y="365081"/>
                </a:lnTo>
                <a:lnTo>
                  <a:pt x="602069" y="393406"/>
                </a:lnTo>
                <a:moveTo>
                  <a:pt x="488768" y="393406"/>
                </a:moveTo>
                <a:lnTo>
                  <a:pt x="403792" y="393406"/>
                </a:lnTo>
                <a:lnTo>
                  <a:pt x="403792" y="365081"/>
                </a:lnTo>
                <a:lnTo>
                  <a:pt x="488768" y="365081"/>
                </a:lnTo>
                <a:lnTo>
                  <a:pt x="488768" y="393406"/>
                </a:lnTo>
                <a:moveTo>
                  <a:pt x="375467" y="393406"/>
                </a:moveTo>
                <a:lnTo>
                  <a:pt x="290491" y="393406"/>
                </a:lnTo>
                <a:lnTo>
                  <a:pt x="290491" y="365081"/>
                </a:lnTo>
                <a:lnTo>
                  <a:pt x="375467" y="365081"/>
                </a:lnTo>
                <a:lnTo>
                  <a:pt x="375467" y="393406"/>
                </a:lnTo>
                <a:moveTo>
                  <a:pt x="262166" y="393406"/>
                </a:moveTo>
                <a:lnTo>
                  <a:pt x="177190" y="393406"/>
                </a:lnTo>
                <a:lnTo>
                  <a:pt x="177190" y="365081"/>
                </a:lnTo>
                <a:lnTo>
                  <a:pt x="262166" y="365081"/>
                </a:lnTo>
                <a:lnTo>
                  <a:pt x="262166" y="393406"/>
                </a:lnTo>
                <a:moveTo>
                  <a:pt x="148865" y="393406"/>
                </a:moveTo>
                <a:lnTo>
                  <a:pt x="63889" y="393406"/>
                </a:lnTo>
                <a:lnTo>
                  <a:pt x="63889" y="365081"/>
                </a:lnTo>
                <a:lnTo>
                  <a:pt x="148865" y="365081"/>
                </a:lnTo>
                <a:lnTo>
                  <a:pt x="148865" y="393406"/>
                </a:lnTo>
                <a:moveTo>
                  <a:pt x="35564" y="393406"/>
                </a:moveTo>
                <a:lnTo>
                  <a:pt x="14163" y="393406"/>
                </a:lnTo>
                <a:lnTo>
                  <a:pt x="14163" y="365081"/>
                </a:lnTo>
                <a:lnTo>
                  <a:pt x="35564" y="365081"/>
                </a:lnTo>
                <a:lnTo>
                  <a:pt x="35564" y="393406"/>
                </a:lnTo>
              </a:path>
            </a:pathLst>
          </a:custGeom>
          <a:solidFill xmlns:a="http://schemas.openxmlformats.org/drawingml/2006/main">
            <a:srgbClr val="E54C5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" name="text-293 Dissimilar">
            <a:extLst xmlns:a="http://schemas.openxmlformats.org/drawingml/2006/main">
              <a:ext uri="{FF2B5EF4-FFF2-40B4-BE49-F238E27FC236}">
                <a16:creationId xmlns:a16="http://schemas.microsoft.com/office/drawing/2014/main" id="{0AACF139-D7C0-4434-8EBA-3163BF35E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68140" y="3336040"/>
            <a:ext cx="1349757" cy="4348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Dissimilar</a:t>
            </a:r>
          </a:p>
        </p:txBody>
      </p:sp>
      <p:sp>
        <p:nvSpPr>
          <p:cNvPr id="302" name="text-294 ...">
            <a:extLst xmlns:a="http://schemas.openxmlformats.org/drawingml/2006/main">
              <a:ext uri="{FF2B5EF4-FFF2-40B4-BE49-F238E27FC236}">
                <a16:creationId xmlns:a16="http://schemas.microsoft.com/office/drawing/2014/main" id="{1CB12AAF-AE7A-451C-BD03-D3EAA99CD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400000">
            <a:off x="1189702" y="1806851"/>
            <a:ext cx="286237" cy="3954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2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2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2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...</a:t>
            </a:r>
          </a:p>
        </p:txBody>
      </p:sp>
      <p:sp>
        <p:nvSpPr>
          <p:cNvPr id="303" name="path-295">
            <a:extLst xmlns:a="http://schemas.openxmlformats.org/drawingml/2006/main">
              <a:ext uri="{FF2B5EF4-FFF2-40B4-BE49-F238E27FC236}">
                <a16:creationId xmlns:a16="http://schemas.microsoft.com/office/drawing/2014/main" id="{281B19FD-101F-4C4D-AE4E-B3B5993F8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1148" y="2003362"/>
            <a:ext cx="538281" cy="69010"/>
          </a:xfrm>
          <a:custGeom xmlns:a="http://schemas.openxmlformats.org/drawingml/2006/main">
            <a:pathLst>
              <a:path w="392777" h="50356">
                <a:moveTo>
                  <a:pt x="317243" y="50356"/>
                </a:moveTo>
                <a:lnTo>
                  <a:pt x="317243" y="25178"/>
                </a:lnTo>
                <a:lnTo>
                  <a:pt x="317243" y="0"/>
                </a:lnTo>
                <a:lnTo>
                  <a:pt x="392777" y="25178"/>
                </a:lnTo>
                <a:lnTo>
                  <a:pt x="317243" y="50356"/>
                </a:lnTo>
                <a:moveTo>
                  <a:pt x="0" y="15736"/>
                </a:moveTo>
                <a:lnTo>
                  <a:pt x="355010" y="15736"/>
                </a:lnTo>
                <a:lnTo>
                  <a:pt x="355010" y="34620"/>
                </a:lnTo>
                <a:lnTo>
                  <a:pt x="0" y="34620"/>
                </a:lnTo>
                <a:lnTo>
                  <a:pt x="0" y="15736"/>
                </a:lnTo>
              </a:path>
            </a:pathLst>
          </a:custGeom>
          <a:solidFill xmlns:a="http://schemas.openxmlformats.org/drawingml/2006/main">
            <a:srgbClr val="75BD4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" name="path-296">
            <a:extLst xmlns:a="http://schemas.openxmlformats.org/drawingml/2006/main">
              <a:ext uri="{FF2B5EF4-FFF2-40B4-BE49-F238E27FC236}">
                <a16:creationId xmlns:a16="http://schemas.microsoft.com/office/drawing/2014/main" id="{55B67B0D-4703-4B5C-81B9-623F96490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1148" y="2825447"/>
            <a:ext cx="538281" cy="69011"/>
          </a:xfrm>
          <a:custGeom xmlns:a="http://schemas.openxmlformats.org/drawingml/2006/main">
            <a:pathLst>
              <a:path w="392777" h="50356">
                <a:moveTo>
                  <a:pt x="317243" y="50356"/>
                </a:moveTo>
                <a:lnTo>
                  <a:pt x="317243" y="25178"/>
                </a:lnTo>
                <a:lnTo>
                  <a:pt x="317243" y="0"/>
                </a:lnTo>
                <a:lnTo>
                  <a:pt x="392777" y="25178"/>
                </a:lnTo>
                <a:lnTo>
                  <a:pt x="317243" y="50356"/>
                </a:lnTo>
                <a:moveTo>
                  <a:pt x="0" y="15736"/>
                </a:moveTo>
                <a:lnTo>
                  <a:pt x="355010" y="15736"/>
                </a:lnTo>
                <a:lnTo>
                  <a:pt x="355010" y="34620"/>
                </a:lnTo>
                <a:lnTo>
                  <a:pt x="0" y="34620"/>
                </a:lnTo>
                <a:lnTo>
                  <a:pt x="0" y="15736"/>
                </a:lnTo>
              </a:path>
            </a:pathLst>
          </a:custGeom>
          <a:solidFill xmlns:a="http://schemas.openxmlformats.org/drawingml/2006/main">
            <a:srgbClr val="C81D3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" name="path-297">
            <a:extLst xmlns:a="http://schemas.openxmlformats.org/drawingml/2006/main">
              <a:ext uri="{FF2B5EF4-FFF2-40B4-BE49-F238E27FC236}">
                <a16:creationId xmlns:a16="http://schemas.microsoft.com/office/drawing/2014/main" id="{70931F31-8807-43B4-A68B-F671E252EA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1148" y="3041105"/>
            <a:ext cx="538281" cy="69011"/>
          </a:xfrm>
          <a:custGeom xmlns:a="http://schemas.openxmlformats.org/drawingml/2006/main">
            <a:pathLst>
              <a:path w="392777" h="50356">
                <a:moveTo>
                  <a:pt x="317243" y="50356"/>
                </a:moveTo>
                <a:lnTo>
                  <a:pt x="317243" y="25178"/>
                </a:lnTo>
                <a:lnTo>
                  <a:pt x="317243" y="0"/>
                </a:lnTo>
                <a:lnTo>
                  <a:pt x="392777" y="25178"/>
                </a:lnTo>
                <a:lnTo>
                  <a:pt x="317243" y="50356"/>
                </a:lnTo>
                <a:moveTo>
                  <a:pt x="0" y="15737"/>
                </a:moveTo>
                <a:lnTo>
                  <a:pt x="355010" y="15737"/>
                </a:lnTo>
                <a:lnTo>
                  <a:pt x="355010" y="34620"/>
                </a:lnTo>
                <a:lnTo>
                  <a:pt x="0" y="34620"/>
                </a:lnTo>
                <a:lnTo>
                  <a:pt x="0" y="15737"/>
                </a:lnTo>
              </a:path>
            </a:pathLst>
          </a:custGeom>
          <a:solidFill xmlns:a="http://schemas.openxmlformats.org/drawingml/2006/main">
            <a:srgbClr val="C81D3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" name="text-298 0.96">
            <a:extLst xmlns:a="http://schemas.openxmlformats.org/drawingml/2006/main">
              <a:ext uri="{FF2B5EF4-FFF2-40B4-BE49-F238E27FC236}">
                <a16:creationId xmlns:a16="http://schemas.microsoft.com/office/drawing/2014/main" id="{2F65724B-085F-42A1-9021-E4BE07224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39461" y="1854423"/>
            <a:ext cx="546930" cy="3389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6" b="0" i="0">
                <a:solidFill>
                  <a:srgbClr val="75BD42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6" b="0" i="0">
                <a:solidFill>
                  <a:srgbClr val="75BD42"/>
                </a:solidFill>
                <a:latin typeface="Comic Sans MS"/>
                <a:ea typeface="Comic Sans MS"/>
                <a:cs typeface="Comic Sans MS"/>
              </a:defRPr>
            </a:pPr>
            <a:r>
              <a:rPr sz="1906" b="0" i="0">
                <a:solidFill>
                  <a:srgbClr val="75BD42"/>
                </a:solidFill>
                <a:latin typeface="Comic Sans MS"/>
                <a:ea typeface="Comic Sans MS"/>
                <a:cs typeface="Comic Sans MS"/>
              </a:rPr>
              <a:t>0.96</a:t>
            </a:r>
          </a:p>
        </p:txBody>
      </p:sp>
      <p:sp>
        <p:nvSpPr>
          <p:cNvPr id="307" name="text-299 0.01">
            <a:extLst xmlns:a="http://schemas.openxmlformats.org/drawingml/2006/main">
              <a:ext uri="{FF2B5EF4-FFF2-40B4-BE49-F238E27FC236}">
                <a16:creationId xmlns:a16="http://schemas.microsoft.com/office/drawing/2014/main" id="{CD400691-9E9E-46F5-BA23-06FF5E3F89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39461" y="2618765"/>
            <a:ext cx="508100" cy="3388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6" b="0" i="0">
                <a:solidFill>
                  <a:srgbClr val="C81D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6" b="0" i="0">
                <a:solidFill>
                  <a:srgbClr val="C81D31"/>
                </a:solidFill>
                <a:latin typeface="Comic Sans MS"/>
                <a:ea typeface="Comic Sans MS"/>
                <a:cs typeface="Comic Sans MS"/>
              </a:defRPr>
            </a:pPr>
            <a:r>
              <a:rPr sz="1906" b="0" i="0">
                <a:solidFill>
                  <a:srgbClr val="C81D31"/>
                </a:solidFill>
                <a:latin typeface="Comic Sans MS"/>
                <a:ea typeface="Comic Sans MS"/>
                <a:cs typeface="Comic Sans MS"/>
              </a:rPr>
              <a:t>0.01</a:t>
            </a:r>
          </a:p>
        </p:txBody>
      </p:sp>
      <p:sp>
        <p:nvSpPr>
          <p:cNvPr id="308" name="text-300 ...">
            <a:extLst xmlns:a="http://schemas.openxmlformats.org/drawingml/2006/main">
              <a:ext uri="{FF2B5EF4-FFF2-40B4-BE49-F238E27FC236}">
                <a16:creationId xmlns:a16="http://schemas.microsoft.com/office/drawing/2014/main" id="{A822A66A-7B13-4594-9735-9704943CB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5400000">
            <a:off x="2853715" y="2214012"/>
            <a:ext cx="286237" cy="3954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2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2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2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...</a:t>
            </a:r>
          </a:p>
        </p:txBody>
      </p:sp>
      <p:sp>
        <p:nvSpPr>
          <p:cNvPr id="309" name="text-301 0.01">
            <a:extLst xmlns:a="http://schemas.openxmlformats.org/drawingml/2006/main">
              <a:ext uri="{FF2B5EF4-FFF2-40B4-BE49-F238E27FC236}">
                <a16:creationId xmlns:a16="http://schemas.microsoft.com/office/drawing/2014/main" id="{BB5B4FE5-F38B-4A4D-A490-CFC86BE40C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39461" y="2990559"/>
            <a:ext cx="508100" cy="3388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6" b="0" i="0">
                <a:solidFill>
                  <a:srgbClr val="C81D31"/>
                </a:solidFill>
                <a:latin typeface="Comic Sans MS"/>
                <a:ea typeface="Comic Sans MS"/>
                <a:cs typeface="Comic Sans MS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6" b="0" i="0">
                <a:solidFill>
                  <a:srgbClr val="C81D31"/>
                </a:solidFill>
                <a:latin typeface="Comic Sans MS"/>
                <a:ea typeface="Comic Sans MS"/>
                <a:cs typeface="Comic Sans MS"/>
              </a:defRPr>
            </a:pPr>
            <a:r>
              <a:rPr sz="1906" b="0" i="0">
                <a:solidFill>
                  <a:srgbClr val="C81D31"/>
                </a:solidFill>
                <a:latin typeface="Comic Sans MS"/>
                <a:ea typeface="Comic Sans MS"/>
                <a:cs typeface="Comic Sans MS"/>
              </a:rPr>
              <a:t>0.01</a:t>
            </a:r>
          </a:p>
        </p:txBody>
      </p:sp>
      <p:sp>
        <p:nvSpPr>
          <p:cNvPr id="310" name="path-302">
            <a:extLst xmlns:a="http://schemas.openxmlformats.org/drawingml/2006/main">
              <a:ext uri="{FF2B5EF4-FFF2-40B4-BE49-F238E27FC236}">
                <a16:creationId xmlns:a16="http://schemas.microsoft.com/office/drawing/2014/main" id="{8BD99C62-8EE0-405E-9A64-E387FC368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78650" y="2072372"/>
            <a:ext cx="1076562" cy="1068281"/>
          </a:xfrm>
          <a:custGeom xmlns:a="http://schemas.openxmlformats.org/drawingml/2006/main">
            <a:pathLst>
              <a:path w="785554" h="779511">
                <a:moveTo>
                  <a:pt x="0" y="0"/>
                </a:moveTo>
                <a:lnTo>
                  <a:pt x="0" y="779511"/>
                </a:lnTo>
                <a:lnTo>
                  <a:pt x="785554" y="779511"/>
                </a:lnTo>
                <a:lnTo>
                  <a:pt x="78555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" name="path-303">
            <a:extLst xmlns:a="http://schemas.openxmlformats.org/drawingml/2006/main">
              <a:ext uri="{FF2B5EF4-FFF2-40B4-BE49-F238E27FC236}">
                <a16:creationId xmlns:a16="http://schemas.microsoft.com/office/drawing/2014/main" id="{022EB0D6-582B-4D4E-8B4C-BE63ABBB6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65193" y="2060295"/>
            <a:ext cx="1102441" cy="1093814"/>
          </a:xfrm>
          <a:custGeom xmlns:a="http://schemas.openxmlformats.org/drawingml/2006/main">
            <a:pathLst>
              <a:path w="804437" h="798142">
                <a:moveTo>
                  <a:pt x="804437" y="0"/>
                </a:moveTo>
                <a:lnTo>
                  <a:pt x="804437" y="798142"/>
                </a:lnTo>
                <a:lnTo>
                  <a:pt x="0" y="798142"/>
                </a:lnTo>
                <a:lnTo>
                  <a:pt x="0" y="0"/>
                </a:lnTo>
                <a:lnTo>
                  <a:pt x="804437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788701"/>
                </a:lnTo>
                <a:lnTo>
                  <a:pt x="9442" y="779259"/>
                </a:lnTo>
                <a:lnTo>
                  <a:pt x="794995" y="779259"/>
                </a:lnTo>
                <a:lnTo>
                  <a:pt x="785554" y="788701"/>
                </a:lnTo>
                <a:lnTo>
                  <a:pt x="785554" y="9442"/>
                </a:lnTo>
                <a:lnTo>
                  <a:pt x="794995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" name="path-304">
            <a:extLst xmlns:a="http://schemas.openxmlformats.org/drawingml/2006/main">
              <a:ext uri="{FF2B5EF4-FFF2-40B4-BE49-F238E27FC236}">
                <a16:creationId xmlns:a16="http://schemas.microsoft.com/office/drawing/2014/main" id="{8C9A4D50-B9BC-4CCC-99FC-5245272D6D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78650" y="207444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7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" name="path-305">
            <a:extLst xmlns:a="http://schemas.openxmlformats.org/drawingml/2006/main">
              <a:ext uri="{FF2B5EF4-FFF2-40B4-BE49-F238E27FC236}">
                <a16:creationId xmlns:a16="http://schemas.microsoft.com/office/drawing/2014/main" id="{1E6B1D10-704D-4E33-BC22-2F51668A37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65193" y="2061158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" name="path-306">
            <a:extLst xmlns:a="http://schemas.openxmlformats.org/drawingml/2006/main">
              <a:ext uri="{FF2B5EF4-FFF2-40B4-BE49-F238E27FC236}">
                <a16:creationId xmlns:a16="http://schemas.microsoft.com/office/drawing/2014/main" id="{989B292A-EACA-4C4E-9FA9-B35DC41A9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78650" y="234358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2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" name="path-307">
            <a:extLst xmlns:a="http://schemas.openxmlformats.org/drawingml/2006/main">
              <a:ext uri="{FF2B5EF4-FFF2-40B4-BE49-F238E27FC236}">
                <a16:creationId xmlns:a16="http://schemas.microsoft.com/office/drawing/2014/main" id="{B69B3260-AB29-47AC-AAE4-C8DADDFDC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65193" y="2331161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" name="path-308">
            <a:extLst xmlns:a="http://schemas.openxmlformats.org/drawingml/2006/main">
              <a:ext uri="{FF2B5EF4-FFF2-40B4-BE49-F238E27FC236}">
                <a16:creationId xmlns:a16="http://schemas.microsoft.com/office/drawing/2014/main" id="{FFDAB581-A782-4B8D-B1EA-5243CF33E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78650" y="261272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1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" name="path-309">
            <a:extLst xmlns:a="http://schemas.openxmlformats.org/drawingml/2006/main">
              <a:ext uri="{FF2B5EF4-FFF2-40B4-BE49-F238E27FC236}">
                <a16:creationId xmlns:a16="http://schemas.microsoft.com/office/drawing/2014/main" id="{6C69F8D5-AEC8-47E8-A672-F729EF738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65193" y="259943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" name="path-310">
            <a:extLst xmlns:a="http://schemas.openxmlformats.org/drawingml/2006/main">
              <a:ext uri="{FF2B5EF4-FFF2-40B4-BE49-F238E27FC236}">
                <a16:creationId xmlns:a16="http://schemas.microsoft.com/office/drawing/2014/main" id="{914AC447-83DB-400A-8B8C-006E5AC37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78650" y="287979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6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" name="path-311">
            <a:extLst xmlns:a="http://schemas.openxmlformats.org/drawingml/2006/main">
              <a:ext uri="{FF2B5EF4-FFF2-40B4-BE49-F238E27FC236}">
                <a16:creationId xmlns:a16="http://schemas.microsoft.com/office/drawing/2014/main" id="{8E12577D-EA8A-4475-843E-C66BEC471D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65193" y="2867717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" name="path-312">
            <a:extLst xmlns:a="http://schemas.openxmlformats.org/drawingml/2006/main">
              <a:ext uri="{FF2B5EF4-FFF2-40B4-BE49-F238E27FC236}">
                <a16:creationId xmlns:a16="http://schemas.microsoft.com/office/drawing/2014/main" id="{AEE8464C-1710-4DDA-8D8C-18883572E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47791" y="2074442"/>
            <a:ext cx="269140" cy="267070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2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" name="path-313">
            <a:extLst xmlns:a="http://schemas.openxmlformats.org/drawingml/2006/main">
              <a:ext uri="{FF2B5EF4-FFF2-40B4-BE49-F238E27FC236}">
                <a16:creationId xmlns:a16="http://schemas.microsoft.com/office/drawing/2014/main" id="{709FE7D0-EEB6-4052-8AA2-EE2C062917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34334" y="2061158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" name="path-314">
            <a:extLst xmlns:a="http://schemas.openxmlformats.org/drawingml/2006/main">
              <a:ext uri="{FF2B5EF4-FFF2-40B4-BE49-F238E27FC236}">
                <a16:creationId xmlns:a16="http://schemas.microsoft.com/office/drawing/2014/main" id="{67EC492D-1A23-488B-8435-866E7F814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47791" y="2343582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7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" name="path-315">
            <a:extLst xmlns:a="http://schemas.openxmlformats.org/drawingml/2006/main">
              <a:ext uri="{FF2B5EF4-FFF2-40B4-BE49-F238E27FC236}">
                <a16:creationId xmlns:a16="http://schemas.microsoft.com/office/drawing/2014/main" id="{801F2807-19C1-4AF9-82C0-47DC3C300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34334" y="2331161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" name="path-316">
            <a:extLst xmlns:a="http://schemas.openxmlformats.org/drawingml/2006/main">
              <a:ext uri="{FF2B5EF4-FFF2-40B4-BE49-F238E27FC236}">
                <a16:creationId xmlns:a16="http://schemas.microsoft.com/office/drawing/2014/main" id="{EC104585-2172-46F0-96CA-1D4323C3A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47791" y="2612723"/>
            <a:ext cx="269140" cy="267070"/>
          </a:xfrm>
          <a:custGeom xmlns:a="http://schemas.openxmlformats.org/drawingml/2006/main">
            <a:pathLst>
              <a:path w="196388" h="194878">
                <a:moveTo>
                  <a:pt x="0" y="0"/>
                </a:moveTo>
                <a:lnTo>
                  <a:pt x="0" y="194878"/>
                </a:lnTo>
                <a:lnTo>
                  <a:pt x="196388" y="194878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" name="path-317">
            <a:extLst xmlns:a="http://schemas.openxmlformats.org/drawingml/2006/main">
              <a:ext uri="{FF2B5EF4-FFF2-40B4-BE49-F238E27FC236}">
                <a16:creationId xmlns:a16="http://schemas.microsoft.com/office/drawing/2014/main" id="{54A02D6B-5DEB-440D-98DB-C8854A7A4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34334" y="259943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" name="path-318">
            <a:extLst xmlns:a="http://schemas.openxmlformats.org/drawingml/2006/main">
              <a:ext uri="{FF2B5EF4-FFF2-40B4-BE49-F238E27FC236}">
                <a16:creationId xmlns:a16="http://schemas.microsoft.com/office/drawing/2014/main" id="{80B6EA81-CE6A-46D0-889F-01B6E7A769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47791" y="2879793"/>
            <a:ext cx="269140" cy="269141"/>
          </a:xfrm>
          <a:custGeom xmlns:a="http://schemas.openxmlformats.org/drawingml/2006/main">
            <a:pathLst>
              <a:path w="196388" h="196389">
                <a:moveTo>
                  <a:pt x="0" y="0"/>
                </a:moveTo>
                <a:lnTo>
                  <a:pt x="0" y="196389"/>
                </a:lnTo>
                <a:lnTo>
                  <a:pt x="196388" y="196389"/>
                </a:lnTo>
                <a:lnTo>
                  <a:pt x="196388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3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" name="path-319">
            <a:extLst xmlns:a="http://schemas.openxmlformats.org/drawingml/2006/main">
              <a:ext uri="{FF2B5EF4-FFF2-40B4-BE49-F238E27FC236}">
                <a16:creationId xmlns:a16="http://schemas.microsoft.com/office/drawing/2014/main" id="{755CA9BD-0072-4ECF-965D-D8816663D2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34334" y="2867717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" name="path-320">
            <a:extLst xmlns:a="http://schemas.openxmlformats.org/drawingml/2006/main">
              <a:ext uri="{FF2B5EF4-FFF2-40B4-BE49-F238E27FC236}">
                <a16:creationId xmlns:a16="http://schemas.microsoft.com/office/drawing/2014/main" id="{56AF3410-7418-4DCD-BB33-B9E590DBB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6931" y="207444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1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" name="path-321">
            <a:extLst xmlns:a="http://schemas.openxmlformats.org/drawingml/2006/main">
              <a:ext uri="{FF2B5EF4-FFF2-40B4-BE49-F238E27FC236}">
                <a16:creationId xmlns:a16="http://schemas.microsoft.com/office/drawing/2014/main" id="{F27C060B-F7BC-41AE-BA81-98E092788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3474" y="2061158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" name="path-322">
            <a:extLst xmlns:a="http://schemas.openxmlformats.org/drawingml/2006/main">
              <a:ext uri="{FF2B5EF4-FFF2-40B4-BE49-F238E27FC236}">
                <a16:creationId xmlns:a16="http://schemas.microsoft.com/office/drawing/2014/main" id="{281E84F7-4781-491F-A438-C3C0F217CF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6931" y="234358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" name="path-323">
            <a:extLst xmlns:a="http://schemas.openxmlformats.org/drawingml/2006/main">
              <a:ext uri="{FF2B5EF4-FFF2-40B4-BE49-F238E27FC236}">
                <a16:creationId xmlns:a16="http://schemas.microsoft.com/office/drawing/2014/main" id="{613DDF3C-5EE7-4320-B156-C578B8931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3474" y="2331161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" name="path-324">
            <a:extLst xmlns:a="http://schemas.openxmlformats.org/drawingml/2006/main">
              <a:ext uri="{FF2B5EF4-FFF2-40B4-BE49-F238E27FC236}">
                <a16:creationId xmlns:a16="http://schemas.microsoft.com/office/drawing/2014/main" id="{DBE89DD7-3671-4CE9-9140-D37B13242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6931" y="261272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7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" name="path-325">
            <a:extLst xmlns:a="http://schemas.openxmlformats.org/drawingml/2006/main">
              <a:ext uri="{FF2B5EF4-FFF2-40B4-BE49-F238E27FC236}">
                <a16:creationId xmlns:a16="http://schemas.microsoft.com/office/drawing/2014/main" id="{32928D74-DBE3-467C-B428-3FBAB6CD3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3474" y="259943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" name="path-326">
            <a:extLst xmlns:a="http://schemas.openxmlformats.org/drawingml/2006/main">
              <a:ext uri="{FF2B5EF4-FFF2-40B4-BE49-F238E27FC236}">
                <a16:creationId xmlns:a16="http://schemas.microsoft.com/office/drawing/2014/main" id="{71D76CB2-4D1E-4A8C-9DFB-8A7C4F69C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6931" y="287979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1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" name="path-327">
            <a:extLst xmlns:a="http://schemas.openxmlformats.org/drawingml/2006/main">
              <a:ext uri="{FF2B5EF4-FFF2-40B4-BE49-F238E27FC236}">
                <a16:creationId xmlns:a16="http://schemas.microsoft.com/office/drawing/2014/main" id="{43106F8B-9429-4D28-9848-C00B7CCE4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3474" y="2867717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" name="path-328">
            <a:extLst xmlns:a="http://schemas.openxmlformats.org/drawingml/2006/main">
              <a:ext uri="{FF2B5EF4-FFF2-40B4-BE49-F238E27FC236}">
                <a16:creationId xmlns:a16="http://schemas.microsoft.com/office/drawing/2014/main" id="{83A93DD0-5800-453A-AC63-826553B20E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6072" y="207444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6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" name="path-329">
            <a:extLst xmlns:a="http://schemas.openxmlformats.org/drawingml/2006/main">
              <a:ext uri="{FF2B5EF4-FFF2-40B4-BE49-F238E27FC236}">
                <a16:creationId xmlns:a16="http://schemas.microsoft.com/office/drawing/2014/main" id="{99FE59FF-05DF-452E-9352-30BB260CFB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2615" y="2061158"/>
            <a:ext cx="295019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" name="path-330">
            <a:extLst xmlns:a="http://schemas.openxmlformats.org/drawingml/2006/main">
              <a:ext uri="{FF2B5EF4-FFF2-40B4-BE49-F238E27FC236}">
                <a16:creationId xmlns:a16="http://schemas.microsoft.com/office/drawing/2014/main" id="{4EB243DD-444E-4D85-8F85-8E30A4618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6072" y="234358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3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" name="path-331">
            <a:extLst xmlns:a="http://schemas.openxmlformats.org/drawingml/2006/main">
              <a:ext uri="{FF2B5EF4-FFF2-40B4-BE49-F238E27FC236}">
                <a16:creationId xmlns:a16="http://schemas.microsoft.com/office/drawing/2014/main" id="{AC6CE901-DA1A-465D-8797-5F4E00163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2615" y="2331161"/>
            <a:ext cx="295019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" name="path-332">
            <a:extLst xmlns:a="http://schemas.openxmlformats.org/drawingml/2006/main">
              <a:ext uri="{FF2B5EF4-FFF2-40B4-BE49-F238E27FC236}">
                <a16:creationId xmlns:a16="http://schemas.microsoft.com/office/drawing/2014/main" id="{B5E2AC24-F4B7-4D44-8018-C9879EE3B6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6072" y="261272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1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" name="path-333">
            <a:extLst xmlns:a="http://schemas.openxmlformats.org/drawingml/2006/main">
              <a:ext uri="{FF2B5EF4-FFF2-40B4-BE49-F238E27FC236}">
                <a16:creationId xmlns:a16="http://schemas.microsoft.com/office/drawing/2014/main" id="{B9B69D20-1155-45FB-ADCD-39E5EEC89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2615" y="2599438"/>
            <a:ext cx="295019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" name="path-334">
            <a:extLst xmlns:a="http://schemas.openxmlformats.org/drawingml/2006/main">
              <a:ext uri="{FF2B5EF4-FFF2-40B4-BE49-F238E27FC236}">
                <a16:creationId xmlns:a16="http://schemas.microsoft.com/office/drawing/2014/main" id="{BB55476E-0FC5-4530-8500-376D8E8C8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6072" y="287979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4EAE04">
              <a:alpha val="7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" name="path-335">
            <a:extLst xmlns:a="http://schemas.openxmlformats.org/drawingml/2006/main">
              <a:ext uri="{FF2B5EF4-FFF2-40B4-BE49-F238E27FC236}">
                <a16:creationId xmlns:a16="http://schemas.microsoft.com/office/drawing/2014/main" id="{CD838229-4673-48D4-8082-A56C5A307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2615" y="2867717"/>
            <a:ext cx="295019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0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" name="text-336 𝑺">
            <a:extLst xmlns:a="http://schemas.openxmlformats.org/drawingml/2006/main">
              <a:ext uri="{FF2B5EF4-FFF2-40B4-BE49-F238E27FC236}">
                <a16:creationId xmlns:a16="http://schemas.microsoft.com/office/drawing/2014/main" id="{C7252EFD-ABC2-4A36-B4FA-6A349F26D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16348" y="1614172"/>
            <a:ext cx="232123" cy="4349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𝑺</a:t>
            </a:r>
          </a:p>
        </p:txBody>
      </p:sp>
      <p:sp>
        <p:nvSpPr>
          <p:cNvPr id="345" name="text-337 ℎ">
            <a:extLst xmlns:a="http://schemas.openxmlformats.org/drawingml/2006/main">
              <a:ext uri="{FF2B5EF4-FFF2-40B4-BE49-F238E27FC236}">
                <a16:creationId xmlns:a16="http://schemas.microsoft.com/office/drawing/2014/main" id="{263D1F89-7D04-4605-AD0E-D961EA666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92325" y="1561475"/>
            <a:ext cx="183943" cy="3505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72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72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1972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ℎ</a:t>
            </a:r>
          </a:p>
        </p:txBody>
      </p:sp>
      <p:sp>
        <p:nvSpPr>
          <p:cNvPr id="346" name="path-338">
            <a:extLst xmlns:a="http://schemas.openxmlformats.org/drawingml/2006/main">
              <a:ext uri="{FF2B5EF4-FFF2-40B4-BE49-F238E27FC236}">
                <a16:creationId xmlns:a16="http://schemas.microsoft.com/office/drawing/2014/main" id="{CBA6B00B-6F67-4483-95D5-09D687672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930" y="2072372"/>
            <a:ext cx="1076562" cy="1068281"/>
          </a:xfrm>
          <a:custGeom xmlns:a="http://schemas.openxmlformats.org/drawingml/2006/main">
            <a:pathLst>
              <a:path w="785554" h="779511">
                <a:moveTo>
                  <a:pt x="0" y="0"/>
                </a:moveTo>
                <a:lnTo>
                  <a:pt x="0" y="779511"/>
                </a:lnTo>
                <a:lnTo>
                  <a:pt x="785554" y="779511"/>
                </a:lnTo>
                <a:lnTo>
                  <a:pt x="78555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" name="path-339">
            <a:extLst xmlns:a="http://schemas.openxmlformats.org/drawingml/2006/main">
              <a:ext uri="{FF2B5EF4-FFF2-40B4-BE49-F238E27FC236}">
                <a16:creationId xmlns:a16="http://schemas.microsoft.com/office/drawing/2014/main" id="{0C05D37C-3FA9-4D44-996E-D68853382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9336" y="2060295"/>
            <a:ext cx="1102441" cy="1093814"/>
          </a:xfrm>
          <a:custGeom xmlns:a="http://schemas.openxmlformats.org/drawingml/2006/main">
            <a:pathLst>
              <a:path w="804437" h="798142">
                <a:moveTo>
                  <a:pt x="804437" y="0"/>
                </a:moveTo>
                <a:lnTo>
                  <a:pt x="804437" y="798142"/>
                </a:lnTo>
                <a:lnTo>
                  <a:pt x="0" y="798142"/>
                </a:lnTo>
                <a:lnTo>
                  <a:pt x="0" y="0"/>
                </a:lnTo>
                <a:lnTo>
                  <a:pt x="804437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788701"/>
                </a:lnTo>
                <a:lnTo>
                  <a:pt x="9442" y="779259"/>
                </a:lnTo>
                <a:lnTo>
                  <a:pt x="794996" y="779259"/>
                </a:lnTo>
                <a:lnTo>
                  <a:pt x="785554" y="788701"/>
                </a:lnTo>
                <a:lnTo>
                  <a:pt x="785554" y="9442"/>
                </a:lnTo>
                <a:lnTo>
                  <a:pt x="794996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" name="path-340">
            <a:extLst xmlns:a="http://schemas.openxmlformats.org/drawingml/2006/main">
              <a:ext uri="{FF2B5EF4-FFF2-40B4-BE49-F238E27FC236}">
                <a16:creationId xmlns:a16="http://schemas.microsoft.com/office/drawing/2014/main" id="{B999058C-1893-4801-B528-CBC507D75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930" y="207444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" name="path-341">
            <a:extLst xmlns:a="http://schemas.openxmlformats.org/drawingml/2006/main">
              <a:ext uri="{FF2B5EF4-FFF2-40B4-BE49-F238E27FC236}">
                <a16:creationId xmlns:a16="http://schemas.microsoft.com/office/drawing/2014/main" id="{CEA33E4C-6DCB-4D6C-BD51-66EE9BD20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9336" y="2061158"/>
            <a:ext cx="295019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" name="path-342">
            <a:extLst xmlns:a="http://schemas.openxmlformats.org/drawingml/2006/main">
              <a:ext uri="{FF2B5EF4-FFF2-40B4-BE49-F238E27FC236}">
                <a16:creationId xmlns:a16="http://schemas.microsoft.com/office/drawing/2014/main" id="{A6754313-AB3B-45D3-90EC-588DAB55F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930" y="234358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" name="path-343">
            <a:extLst xmlns:a="http://schemas.openxmlformats.org/drawingml/2006/main">
              <a:ext uri="{FF2B5EF4-FFF2-40B4-BE49-F238E27FC236}">
                <a16:creationId xmlns:a16="http://schemas.microsoft.com/office/drawing/2014/main" id="{50A61851-0C8C-472F-B44C-2129F61CE9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9336" y="2331161"/>
            <a:ext cx="295019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" name="path-344">
            <a:extLst xmlns:a="http://schemas.openxmlformats.org/drawingml/2006/main">
              <a:ext uri="{FF2B5EF4-FFF2-40B4-BE49-F238E27FC236}">
                <a16:creationId xmlns:a16="http://schemas.microsoft.com/office/drawing/2014/main" id="{D878C3D2-BCA3-4471-9E5F-400DE6679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930" y="261272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" name="path-345">
            <a:extLst xmlns:a="http://schemas.openxmlformats.org/drawingml/2006/main">
              <a:ext uri="{FF2B5EF4-FFF2-40B4-BE49-F238E27FC236}">
                <a16:creationId xmlns:a16="http://schemas.microsoft.com/office/drawing/2014/main" id="{4A6D2E0F-191C-43D2-AFDD-E977919231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9336" y="2599438"/>
            <a:ext cx="295019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1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" name="path-346">
            <a:extLst xmlns:a="http://schemas.openxmlformats.org/drawingml/2006/main">
              <a:ext uri="{FF2B5EF4-FFF2-40B4-BE49-F238E27FC236}">
                <a16:creationId xmlns:a16="http://schemas.microsoft.com/office/drawing/2014/main" id="{AB663BE9-9F9D-41F4-8EA9-C06D1CAA7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930" y="287979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" name="path-347">
            <a:extLst xmlns:a="http://schemas.openxmlformats.org/drawingml/2006/main">
              <a:ext uri="{FF2B5EF4-FFF2-40B4-BE49-F238E27FC236}">
                <a16:creationId xmlns:a16="http://schemas.microsoft.com/office/drawing/2014/main" id="{6844BF6D-D6E8-43D9-BCFB-188EDE52D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9336" y="2867717"/>
            <a:ext cx="295019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0" y="195759"/>
                </a:lnTo>
                <a:lnTo>
                  <a:pt x="196388" y="205200"/>
                </a:lnTo>
                <a:lnTo>
                  <a:pt x="196388" y="9442"/>
                </a:lnTo>
                <a:lnTo>
                  <a:pt x="205830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" name="path-348">
            <a:extLst xmlns:a="http://schemas.openxmlformats.org/drawingml/2006/main">
              <a:ext uri="{FF2B5EF4-FFF2-40B4-BE49-F238E27FC236}">
                <a16:creationId xmlns:a16="http://schemas.microsoft.com/office/drawing/2014/main" id="{34264EE1-B54D-4F93-8428-3BFB0379B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11071" y="207444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" name="path-349">
            <a:extLst xmlns:a="http://schemas.openxmlformats.org/drawingml/2006/main">
              <a:ext uri="{FF2B5EF4-FFF2-40B4-BE49-F238E27FC236}">
                <a16:creationId xmlns:a16="http://schemas.microsoft.com/office/drawing/2014/main" id="{D709DC63-628E-48B3-9830-686401992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476" y="2061158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" name="path-350">
            <a:extLst xmlns:a="http://schemas.openxmlformats.org/drawingml/2006/main">
              <a:ext uri="{FF2B5EF4-FFF2-40B4-BE49-F238E27FC236}">
                <a16:creationId xmlns:a16="http://schemas.microsoft.com/office/drawing/2014/main" id="{A5326625-497E-4E99-853B-5935030DF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11071" y="234358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" name="path-351">
            <a:extLst xmlns:a="http://schemas.openxmlformats.org/drawingml/2006/main">
              <a:ext uri="{FF2B5EF4-FFF2-40B4-BE49-F238E27FC236}">
                <a16:creationId xmlns:a16="http://schemas.microsoft.com/office/drawing/2014/main" id="{C7DBBBE1-199B-43E4-BFA4-A389866B2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476" y="2331161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" name="path-352">
            <a:extLst xmlns:a="http://schemas.openxmlformats.org/drawingml/2006/main">
              <a:ext uri="{FF2B5EF4-FFF2-40B4-BE49-F238E27FC236}">
                <a16:creationId xmlns:a16="http://schemas.microsoft.com/office/drawing/2014/main" id="{1E2FE1A6-2ED0-4419-B71C-0BE19182D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11071" y="261272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" name="path-353">
            <a:extLst xmlns:a="http://schemas.openxmlformats.org/drawingml/2006/main">
              <a:ext uri="{FF2B5EF4-FFF2-40B4-BE49-F238E27FC236}">
                <a16:creationId xmlns:a16="http://schemas.microsoft.com/office/drawing/2014/main" id="{14E6FAA1-F97A-4C0E-9B59-656AF50E2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476" y="259943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" name="path-354">
            <a:extLst xmlns:a="http://schemas.openxmlformats.org/drawingml/2006/main">
              <a:ext uri="{FF2B5EF4-FFF2-40B4-BE49-F238E27FC236}">
                <a16:creationId xmlns:a16="http://schemas.microsoft.com/office/drawing/2014/main" id="{EB9A4E36-ECC2-420A-9C6F-29DA8F7BC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11071" y="287979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" name="path-355">
            <a:extLst xmlns:a="http://schemas.openxmlformats.org/drawingml/2006/main">
              <a:ext uri="{FF2B5EF4-FFF2-40B4-BE49-F238E27FC236}">
                <a16:creationId xmlns:a16="http://schemas.microsoft.com/office/drawing/2014/main" id="{093BB752-6731-48BE-A077-7C6243955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8476" y="2867717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" name="path-356">
            <a:extLst xmlns:a="http://schemas.openxmlformats.org/drawingml/2006/main">
              <a:ext uri="{FF2B5EF4-FFF2-40B4-BE49-F238E27FC236}">
                <a16:creationId xmlns:a16="http://schemas.microsoft.com/office/drawing/2014/main" id="{A0CCFF2A-9295-4777-B6A9-2B46D6F2E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0211" y="207444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" name="path-357">
            <a:extLst xmlns:a="http://schemas.openxmlformats.org/drawingml/2006/main">
              <a:ext uri="{FF2B5EF4-FFF2-40B4-BE49-F238E27FC236}">
                <a16:creationId xmlns:a16="http://schemas.microsoft.com/office/drawing/2014/main" id="{4E759806-087C-4554-A7C8-300BE5D6A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67616" y="2061158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" name="path-358">
            <a:extLst xmlns:a="http://schemas.openxmlformats.org/drawingml/2006/main">
              <a:ext uri="{FF2B5EF4-FFF2-40B4-BE49-F238E27FC236}">
                <a16:creationId xmlns:a16="http://schemas.microsoft.com/office/drawing/2014/main" id="{A6443051-CC35-476E-B8E5-1FA4FFBC7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0211" y="234358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" name="path-359">
            <a:extLst xmlns:a="http://schemas.openxmlformats.org/drawingml/2006/main">
              <a:ext uri="{FF2B5EF4-FFF2-40B4-BE49-F238E27FC236}">
                <a16:creationId xmlns:a16="http://schemas.microsoft.com/office/drawing/2014/main" id="{5BE3BB2B-30AB-4C8F-B672-17EC6732E1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67616" y="2331161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" name="path-360">
            <a:extLst xmlns:a="http://schemas.openxmlformats.org/drawingml/2006/main">
              <a:ext uri="{FF2B5EF4-FFF2-40B4-BE49-F238E27FC236}">
                <a16:creationId xmlns:a16="http://schemas.microsoft.com/office/drawing/2014/main" id="{5C9DBD29-210A-46E5-8B1A-93DE30F0C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0211" y="261272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" name="path-361">
            <a:extLst xmlns:a="http://schemas.openxmlformats.org/drawingml/2006/main">
              <a:ext uri="{FF2B5EF4-FFF2-40B4-BE49-F238E27FC236}">
                <a16:creationId xmlns:a16="http://schemas.microsoft.com/office/drawing/2014/main" id="{4B2D56D7-2A12-46C4-A1B1-30DA65B23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67616" y="259943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" name="path-362">
            <a:extLst xmlns:a="http://schemas.openxmlformats.org/drawingml/2006/main">
              <a:ext uri="{FF2B5EF4-FFF2-40B4-BE49-F238E27FC236}">
                <a16:creationId xmlns:a16="http://schemas.microsoft.com/office/drawing/2014/main" id="{E6E744C8-850B-43DF-8602-D9D0731E0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0211" y="287979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" name="path-363">
            <a:extLst xmlns:a="http://schemas.openxmlformats.org/drawingml/2006/main">
              <a:ext uri="{FF2B5EF4-FFF2-40B4-BE49-F238E27FC236}">
                <a16:creationId xmlns:a16="http://schemas.microsoft.com/office/drawing/2014/main" id="{1FCE1C35-4ECD-4D4D-951B-CC52C776D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67616" y="2867717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" name="path-364">
            <a:extLst xmlns:a="http://schemas.openxmlformats.org/drawingml/2006/main">
              <a:ext uri="{FF2B5EF4-FFF2-40B4-BE49-F238E27FC236}">
                <a16:creationId xmlns:a16="http://schemas.microsoft.com/office/drawing/2014/main" id="{52C8C17A-9F68-41DF-9CEC-566648572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9352" y="2074442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" name="path-365">
            <a:extLst xmlns:a="http://schemas.openxmlformats.org/drawingml/2006/main">
              <a:ext uri="{FF2B5EF4-FFF2-40B4-BE49-F238E27FC236}">
                <a16:creationId xmlns:a16="http://schemas.microsoft.com/office/drawing/2014/main" id="{70D9601A-42F9-47BF-888F-237689A24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6757" y="2061158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3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3"/>
                </a:lnTo>
                <a:lnTo>
                  <a:pt x="9442" y="18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" name="path-366">
            <a:extLst xmlns:a="http://schemas.openxmlformats.org/drawingml/2006/main">
              <a:ext uri="{FF2B5EF4-FFF2-40B4-BE49-F238E27FC236}">
                <a16:creationId xmlns:a16="http://schemas.microsoft.com/office/drawing/2014/main" id="{1E8582CA-1DB7-4D30-BB27-DE05CAC4E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9352" y="2343582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" name="path-367">
            <a:extLst xmlns:a="http://schemas.openxmlformats.org/drawingml/2006/main">
              <a:ext uri="{FF2B5EF4-FFF2-40B4-BE49-F238E27FC236}">
                <a16:creationId xmlns:a16="http://schemas.microsoft.com/office/drawing/2014/main" id="{67456715-8CB4-455B-8946-FA8DF65F8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6757" y="2331161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" name="path-368">
            <a:extLst xmlns:a="http://schemas.openxmlformats.org/drawingml/2006/main">
              <a:ext uri="{FF2B5EF4-FFF2-40B4-BE49-F238E27FC236}">
                <a16:creationId xmlns:a16="http://schemas.microsoft.com/office/drawing/2014/main" id="{9F41E9A0-7017-4737-8CA8-4AB18E666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9352" y="2612723"/>
            <a:ext cx="269141" cy="267070"/>
          </a:xfrm>
          <a:custGeom xmlns:a="http://schemas.openxmlformats.org/drawingml/2006/main">
            <a:pathLst>
              <a:path w="196389" h="194878">
                <a:moveTo>
                  <a:pt x="0" y="0"/>
                </a:moveTo>
                <a:lnTo>
                  <a:pt x="0" y="194878"/>
                </a:lnTo>
                <a:lnTo>
                  <a:pt x="196389" y="194878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" name="path-369">
            <a:extLst xmlns:a="http://schemas.openxmlformats.org/drawingml/2006/main">
              <a:ext uri="{FF2B5EF4-FFF2-40B4-BE49-F238E27FC236}">
                <a16:creationId xmlns:a16="http://schemas.microsoft.com/office/drawing/2014/main" id="{E4C23AF7-E0A7-4D9F-9854-1475E009CA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6757" y="2599438"/>
            <a:ext cx="295020" cy="294157"/>
          </a:xfrm>
          <a:custGeom xmlns:a="http://schemas.openxmlformats.org/drawingml/2006/main">
            <a:pathLst>
              <a:path w="215272" h="214643">
                <a:moveTo>
                  <a:pt x="215272" y="0"/>
                </a:moveTo>
                <a:lnTo>
                  <a:pt x="215272" y="214643"/>
                </a:lnTo>
                <a:lnTo>
                  <a:pt x="0" y="214643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1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1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" name="path-370">
            <a:extLst xmlns:a="http://schemas.openxmlformats.org/drawingml/2006/main">
              <a:ext uri="{FF2B5EF4-FFF2-40B4-BE49-F238E27FC236}">
                <a16:creationId xmlns:a16="http://schemas.microsoft.com/office/drawing/2014/main" id="{2602C95B-691F-4613-BE86-59F31143A3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9352" y="2879793"/>
            <a:ext cx="269141" cy="269141"/>
          </a:xfrm>
          <a:custGeom xmlns:a="http://schemas.openxmlformats.org/drawingml/2006/main">
            <a:pathLst>
              <a:path w="196389" h="196389">
                <a:moveTo>
                  <a:pt x="0" y="0"/>
                </a:moveTo>
                <a:lnTo>
                  <a:pt x="0" y="196389"/>
                </a:lnTo>
                <a:lnTo>
                  <a:pt x="196389" y="196389"/>
                </a:lnTo>
                <a:lnTo>
                  <a:pt x="19638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" name="path-371">
            <a:extLst xmlns:a="http://schemas.openxmlformats.org/drawingml/2006/main">
              <a:ext uri="{FF2B5EF4-FFF2-40B4-BE49-F238E27FC236}">
                <a16:creationId xmlns:a16="http://schemas.microsoft.com/office/drawing/2014/main" id="{86858402-1E00-4026-A568-AFF085096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6757" y="2867717"/>
            <a:ext cx="295020" cy="294156"/>
          </a:xfrm>
          <a:custGeom xmlns:a="http://schemas.openxmlformats.org/drawingml/2006/main">
            <a:pathLst>
              <a:path w="215272" h="214642">
                <a:moveTo>
                  <a:pt x="215272" y="0"/>
                </a:moveTo>
                <a:lnTo>
                  <a:pt x="215272" y="214642"/>
                </a:lnTo>
                <a:lnTo>
                  <a:pt x="0" y="214642"/>
                </a:lnTo>
                <a:lnTo>
                  <a:pt x="0" y="0"/>
                </a:lnTo>
                <a:lnTo>
                  <a:pt x="215272" y="0"/>
                </a:lnTo>
                <a:moveTo>
                  <a:pt x="9442" y="18884"/>
                </a:moveTo>
                <a:lnTo>
                  <a:pt x="18884" y="9442"/>
                </a:lnTo>
                <a:lnTo>
                  <a:pt x="18884" y="205200"/>
                </a:lnTo>
                <a:lnTo>
                  <a:pt x="9442" y="195759"/>
                </a:lnTo>
                <a:lnTo>
                  <a:pt x="205831" y="195759"/>
                </a:lnTo>
                <a:lnTo>
                  <a:pt x="196389" y="205200"/>
                </a:lnTo>
                <a:lnTo>
                  <a:pt x="196389" y="9442"/>
                </a:lnTo>
                <a:lnTo>
                  <a:pt x="205831" y="18884"/>
                </a:lnTo>
                <a:lnTo>
                  <a:pt x="9442" y="18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" name="path-372">
            <a:extLst xmlns:a="http://schemas.openxmlformats.org/drawingml/2006/main">
              <a:ext uri="{FF2B5EF4-FFF2-40B4-BE49-F238E27FC236}">
                <a16:creationId xmlns:a16="http://schemas.microsoft.com/office/drawing/2014/main" id="{A7CAA02A-4CB4-4556-AE75-D5FD3BA9E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5160" y="2417942"/>
            <a:ext cx="169246" cy="241918"/>
          </a:xfrm>
          <a:custGeom xmlns:a="http://schemas.openxmlformats.org/drawingml/2006/main">
            <a:pathLst>
              <a:path w="123497" h="176525">
                <a:moveTo>
                  <a:pt x="93584" y="114435"/>
                </a:moveTo>
                <a:cubicBezTo>
                  <a:pt x="96908" y="97967"/>
                  <a:pt x="96606" y="85278"/>
                  <a:pt x="92678" y="76366"/>
                </a:cubicBezTo>
                <a:cubicBezTo>
                  <a:pt x="88750" y="67754"/>
                  <a:pt x="81348" y="63448"/>
                  <a:pt x="70470" y="63448"/>
                </a:cubicBezTo>
                <a:cubicBezTo>
                  <a:pt x="59594" y="63448"/>
                  <a:pt x="50530" y="67754"/>
                  <a:pt x="43279" y="76366"/>
                </a:cubicBezTo>
                <a:cubicBezTo>
                  <a:pt x="36179" y="84826"/>
                  <a:pt x="30892" y="97516"/>
                  <a:pt x="27418" y="114435"/>
                </a:cubicBezTo>
                <a:cubicBezTo>
                  <a:pt x="24246" y="131203"/>
                  <a:pt x="24548" y="143967"/>
                  <a:pt x="28324" y="152729"/>
                </a:cubicBezTo>
                <a:cubicBezTo>
                  <a:pt x="32404" y="161341"/>
                  <a:pt x="39807" y="165647"/>
                  <a:pt x="50533" y="165647"/>
                </a:cubicBezTo>
                <a:cubicBezTo>
                  <a:pt x="61408" y="165647"/>
                  <a:pt x="70472" y="161341"/>
                  <a:pt x="77724" y="152729"/>
                </a:cubicBezTo>
                <a:cubicBezTo>
                  <a:pt x="85126" y="144269"/>
                  <a:pt x="90412" y="131505"/>
                  <a:pt x="93584" y="114435"/>
                </a:cubicBezTo>
                <a:moveTo>
                  <a:pt x="123497" y="7026"/>
                </a:moveTo>
                <a:lnTo>
                  <a:pt x="119192" y="28778"/>
                </a:lnTo>
                <a:lnTo>
                  <a:pt x="106730" y="31724"/>
                </a:lnTo>
                <a:cubicBezTo>
                  <a:pt x="107182" y="25228"/>
                  <a:pt x="104991" y="20244"/>
                  <a:pt x="100157" y="16770"/>
                </a:cubicBezTo>
                <a:cubicBezTo>
                  <a:pt x="95473" y="13446"/>
                  <a:pt x="89657" y="11784"/>
                  <a:pt x="82710" y="11784"/>
                </a:cubicBezTo>
                <a:cubicBezTo>
                  <a:pt x="75912" y="11784"/>
                  <a:pt x="69567" y="13597"/>
                  <a:pt x="63675" y="17223"/>
                </a:cubicBezTo>
                <a:cubicBezTo>
                  <a:pt x="57631" y="20998"/>
                  <a:pt x="54232" y="25303"/>
                  <a:pt x="53479" y="30137"/>
                </a:cubicBezTo>
                <a:cubicBezTo>
                  <a:pt x="52421" y="37087"/>
                  <a:pt x="52874" y="41770"/>
                  <a:pt x="54838" y="44186"/>
                </a:cubicBezTo>
                <a:cubicBezTo>
                  <a:pt x="59369" y="49776"/>
                  <a:pt x="65261" y="52570"/>
                  <a:pt x="72513" y="52570"/>
                </a:cubicBezTo>
                <a:cubicBezTo>
                  <a:pt x="89735" y="52570"/>
                  <a:pt x="102424" y="58236"/>
                  <a:pt x="110582" y="69568"/>
                </a:cubicBezTo>
                <a:cubicBezTo>
                  <a:pt x="118740" y="80746"/>
                  <a:pt x="121006" y="95701"/>
                  <a:pt x="117380" y="114435"/>
                </a:cubicBezTo>
                <a:cubicBezTo>
                  <a:pt x="113754" y="133017"/>
                  <a:pt x="105671" y="148047"/>
                  <a:pt x="93131" y="159527"/>
                </a:cubicBezTo>
                <a:cubicBezTo>
                  <a:pt x="80744" y="170859"/>
                  <a:pt x="65864" y="176525"/>
                  <a:pt x="48493" y="176525"/>
                </a:cubicBezTo>
                <a:cubicBezTo>
                  <a:pt x="31421" y="176525"/>
                  <a:pt x="18806" y="170859"/>
                  <a:pt x="10648" y="159527"/>
                </a:cubicBezTo>
                <a:cubicBezTo>
                  <a:pt x="2341" y="148349"/>
                  <a:pt x="0" y="133319"/>
                  <a:pt x="3626" y="114435"/>
                </a:cubicBezTo>
                <a:cubicBezTo>
                  <a:pt x="7250" y="95701"/>
                  <a:pt x="15407" y="80746"/>
                  <a:pt x="28099" y="69568"/>
                </a:cubicBezTo>
                <a:cubicBezTo>
                  <a:pt x="33537" y="64582"/>
                  <a:pt x="38749" y="60956"/>
                  <a:pt x="43735" y="58691"/>
                </a:cubicBezTo>
                <a:cubicBezTo>
                  <a:pt x="39201" y="56727"/>
                  <a:pt x="36104" y="54007"/>
                  <a:pt x="34444" y="50530"/>
                </a:cubicBezTo>
                <a:cubicBezTo>
                  <a:pt x="32480" y="46605"/>
                  <a:pt x="32404" y="39505"/>
                  <a:pt x="34216" y="29231"/>
                </a:cubicBezTo>
                <a:cubicBezTo>
                  <a:pt x="36028" y="19713"/>
                  <a:pt x="41089" y="12463"/>
                  <a:pt x="49399" y="7479"/>
                </a:cubicBezTo>
                <a:cubicBezTo>
                  <a:pt x="57556" y="2493"/>
                  <a:pt x="68886" y="0"/>
                  <a:pt x="83388" y="0"/>
                </a:cubicBezTo>
                <a:cubicBezTo>
                  <a:pt x="86864" y="0"/>
                  <a:pt x="92605" y="604"/>
                  <a:pt x="100610" y="1812"/>
                </a:cubicBezTo>
                <a:cubicBezTo>
                  <a:pt x="107258" y="2870"/>
                  <a:pt x="114887" y="4608"/>
                  <a:pt x="123497" y="702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" name="text-373 (">
            <a:extLst xmlns:a="http://schemas.openxmlformats.org/drawingml/2006/main">
              <a:ext uri="{FF2B5EF4-FFF2-40B4-BE49-F238E27FC236}">
                <a16:creationId xmlns:a16="http://schemas.microsoft.com/office/drawing/2014/main" id="{34F31480-DB15-46FA-9C6B-72E0F000C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29630" y="2338219"/>
            <a:ext cx="188784" cy="4442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98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98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98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(</a:t>
            </a:r>
          </a:p>
        </p:txBody>
      </p:sp>
      <p:sp>
        <p:nvSpPr>
          <p:cNvPr id="382" name="path-374">
            <a:extLst xmlns:a="http://schemas.openxmlformats.org/drawingml/2006/main">
              <a:ext uri="{FF2B5EF4-FFF2-40B4-BE49-F238E27FC236}">
                <a16:creationId xmlns:a16="http://schemas.microsoft.com/office/drawing/2014/main" id="{37DAB354-5764-4A88-AA91-18ECA8898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6457" y="2489987"/>
            <a:ext cx="190362" cy="169247"/>
          </a:xfrm>
          <a:custGeom xmlns:a="http://schemas.openxmlformats.org/drawingml/2006/main">
            <a:pathLst>
              <a:path w="138905" h="123498">
                <a:moveTo>
                  <a:pt x="81802" y="70021"/>
                </a:moveTo>
                <a:lnTo>
                  <a:pt x="81349" y="37616"/>
                </a:lnTo>
                <a:cubicBezTo>
                  <a:pt x="81199" y="20547"/>
                  <a:pt x="75912" y="11861"/>
                  <a:pt x="65488" y="11559"/>
                </a:cubicBezTo>
                <a:cubicBezTo>
                  <a:pt x="56876" y="11559"/>
                  <a:pt x="48643" y="16091"/>
                  <a:pt x="40787" y="25155"/>
                </a:cubicBezTo>
                <a:cubicBezTo>
                  <a:pt x="34141" y="32556"/>
                  <a:pt x="29080" y="44793"/>
                  <a:pt x="25604" y="61865"/>
                </a:cubicBezTo>
                <a:cubicBezTo>
                  <a:pt x="24094" y="68964"/>
                  <a:pt x="23339" y="75611"/>
                  <a:pt x="23339" y="81805"/>
                </a:cubicBezTo>
                <a:cubicBezTo>
                  <a:pt x="23339" y="88451"/>
                  <a:pt x="24397" y="94116"/>
                  <a:pt x="26513" y="98800"/>
                </a:cubicBezTo>
                <a:cubicBezTo>
                  <a:pt x="30441" y="107259"/>
                  <a:pt x="36710" y="111413"/>
                  <a:pt x="45320" y="111261"/>
                </a:cubicBezTo>
                <a:cubicBezTo>
                  <a:pt x="54987" y="111261"/>
                  <a:pt x="64882" y="101895"/>
                  <a:pt x="75004" y="83164"/>
                </a:cubicBezTo>
                <a:lnTo>
                  <a:pt x="81802" y="70021"/>
                </a:lnTo>
                <a:moveTo>
                  <a:pt x="138905" y="2721"/>
                </a:moveTo>
                <a:lnTo>
                  <a:pt x="137546" y="9291"/>
                </a:lnTo>
                <a:cubicBezTo>
                  <a:pt x="130144" y="11557"/>
                  <a:pt x="124480" y="16089"/>
                  <a:pt x="120552" y="22886"/>
                </a:cubicBezTo>
                <a:lnTo>
                  <a:pt x="103104" y="54386"/>
                </a:lnTo>
                <a:lnTo>
                  <a:pt x="104235" y="88150"/>
                </a:lnTo>
                <a:cubicBezTo>
                  <a:pt x="104539" y="99782"/>
                  <a:pt x="105975" y="106201"/>
                  <a:pt x="108543" y="107409"/>
                </a:cubicBezTo>
                <a:cubicBezTo>
                  <a:pt x="109449" y="107863"/>
                  <a:pt x="110657" y="108090"/>
                  <a:pt x="112167" y="108090"/>
                </a:cubicBezTo>
                <a:cubicBezTo>
                  <a:pt x="116095" y="108090"/>
                  <a:pt x="121911" y="106051"/>
                  <a:pt x="129614" y="101974"/>
                </a:cubicBezTo>
                <a:lnTo>
                  <a:pt x="127125" y="115341"/>
                </a:lnTo>
                <a:cubicBezTo>
                  <a:pt x="119117" y="119571"/>
                  <a:pt x="111865" y="121686"/>
                  <a:pt x="105369" y="121686"/>
                </a:cubicBezTo>
                <a:cubicBezTo>
                  <a:pt x="98873" y="121686"/>
                  <a:pt x="93359" y="119420"/>
                  <a:pt x="88828" y="114888"/>
                </a:cubicBezTo>
                <a:cubicBezTo>
                  <a:pt x="84900" y="110810"/>
                  <a:pt x="82861" y="105749"/>
                  <a:pt x="82711" y="99705"/>
                </a:cubicBezTo>
                <a:lnTo>
                  <a:pt x="82483" y="91774"/>
                </a:lnTo>
                <a:lnTo>
                  <a:pt x="75685" y="104010"/>
                </a:lnTo>
                <a:cubicBezTo>
                  <a:pt x="72361" y="110356"/>
                  <a:pt x="66696" y="115568"/>
                  <a:pt x="58691" y="119646"/>
                </a:cubicBezTo>
                <a:cubicBezTo>
                  <a:pt x="53857" y="122214"/>
                  <a:pt x="47512" y="123498"/>
                  <a:pt x="39656" y="123498"/>
                </a:cubicBezTo>
                <a:lnTo>
                  <a:pt x="38975" y="123498"/>
                </a:lnTo>
                <a:cubicBezTo>
                  <a:pt x="24473" y="123498"/>
                  <a:pt x="13748" y="117833"/>
                  <a:pt x="6798" y="106503"/>
                </a:cubicBezTo>
                <a:cubicBezTo>
                  <a:pt x="2266" y="98949"/>
                  <a:pt x="0" y="89810"/>
                  <a:pt x="0" y="79084"/>
                </a:cubicBezTo>
                <a:cubicBezTo>
                  <a:pt x="0" y="73798"/>
                  <a:pt x="604" y="67908"/>
                  <a:pt x="1812" y="61412"/>
                </a:cubicBezTo>
                <a:cubicBezTo>
                  <a:pt x="5286" y="43132"/>
                  <a:pt x="12763" y="28251"/>
                  <a:pt x="24245" y="16770"/>
                </a:cubicBezTo>
                <a:cubicBezTo>
                  <a:pt x="34821" y="5892"/>
                  <a:pt x="49173" y="302"/>
                  <a:pt x="67300" y="0"/>
                </a:cubicBezTo>
                <a:cubicBezTo>
                  <a:pt x="79990" y="0"/>
                  <a:pt x="89054" y="2493"/>
                  <a:pt x="94491" y="7479"/>
                </a:cubicBezTo>
                <a:cubicBezTo>
                  <a:pt x="99477" y="11861"/>
                  <a:pt x="102046" y="18810"/>
                  <a:pt x="102198" y="28325"/>
                </a:cubicBezTo>
                <a:lnTo>
                  <a:pt x="102423" y="32405"/>
                </a:lnTo>
                <a:lnTo>
                  <a:pt x="108996" y="20169"/>
                </a:lnTo>
                <a:cubicBezTo>
                  <a:pt x="113376" y="12313"/>
                  <a:pt x="119645" y="6497"/>
                  <a:pt x="127802" y="2721"/>
                </a:cubicBezTo>
                <a:lnTo>
                  <a:pt x="138905" y="272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" name="text-375 +">
            <a:extLst xmlns:a="http://schemas.openxmlformats.org/drawingml/2006/main">
              <a:ext uri="{FF2B5EF4-FFF2-40B4-BE49-F238E27FC236}">
                <a16:creationId xmlns:a16="http://schemas.microsoft.com/office/drawing/2014/main" id="{061867B8-28E8-4F87-B31C-15954BEF1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78913" y="2340561"/>
            <a:ext cx="287914" cy="4348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+</a:t>
            </a:r>
          </a:p>
        </p:txBody>
      </p:sp>
      <p:sp>
        <p:nvSpPr>
          <p:cNvPr id="384" name="text-376 𝛽">
            <a:extLst xmlns:a="http://schemas.openxmlformats.org/drawingml/2006/main">
              <a:ext uri="{FF2B5EF4-FFF2-40B4-BE49-F238E27FC236}">
                <a16:creationId xmlns:a16="http://schemas.microsoft.com/office/drawing/2014/main" id="{18EFA302-44EB-4F87-9486-E4C842B16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79108" y="2340552"/>
            <a:ext cx="244094" cy="4349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𝛽</a:t>
            </a:r>
          </a:p>
        </p:txBody>
      </p:sp>
      <p:sp>
        <p:nvSpPr>
          <p:cNvPr id="385" name="path-377">
            <a:extLst xmlns:a="http://schemas.openxmlformats.org/drawingml/2006/main">
              <a:ext uri="{FF2B5EF4-FFF2-40B4-BE49-F238E27FC236}">
                <a16:creationId xmlns:a16="http://schemas.microsoft.com/office/drawing/2014/main" id="{5B335C06-130F-4185-9A21-7E51F7CCF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85271" y="2559912"/>
            <a:ext cx="53892" cy="156220"/>
          </a:xfrm>
          <a:custGeom xmlns:a="http://schemas.openxmlformats.org/drawingml/2006/main">
            <a:pathLst>
              <a:path w="39324" h="113992">
                <a:moveTo>
                  <a:pt x="36299" y="0"/>
                </a:moveTo>
                <a:lnTo>
                  <a:pt x="32399" y="17115"/>
                </a:lnTo>
                <a:lnTo>
                  <a:pt x="16637" y="17115"/>
                </a:lnTo>
                <a:lnTo>
                  <a:pt x="20378" y="0"/>
                </a:lnTo>
                <a:lnTo>
                  <a:pt x="36299" y="0"/>
                </a:lnTo>
                <a:moveTo>
                  <a:pt x="17115" y="85096"/>
                </a:moveTo>
                <a:cubicBezTo>
                  <a:pt x="16372" y="88227"/>
                  <a:pt x="15854" y="90721"/>
                  <a:pt x="15562" y="92579"/>
                </a:cubicBezTo>
                <a:cubicBezTo>
                  <a:pt x="15271" y="94436"/>
                  <a:pt x="15125" y="96108"/>
                  <a:pt x="15125" y="97594"/>
                </a:cubicBezTo>
                <a:cubicBezTo>
                  <a:pt x="15125" y="99610"/>
                  <a:pt x="15536" y="101070"/>
                  <a:pt x="16358" y="101972"/>
                </a:cubicBezTo>
                <a:cubicBezTo>
                  <a:pt x="17181" y="102874"/>
                  <a:pt x="18415" y="103325"/>
                  <a:pt x="20060" y="103325"/>
                </a:cubicBezTo>
                <a:cubicBezTo>
                  <a:pt x="21015" y="103325"/>
                  <a:pt x="21971" y="103139"/>
                  <a:pt x="22926" y="102768"/>
                </a:cubicBezTo>
                <a:cubicBezTo>
                  <a:pt x="23881" y="102396"/>
                  <a:pt x="24903" y="101813"/>
                  <a:pt x="25990" y="101017"/>
                </a:cubicBezTo>
                <a:cubicBezTo>
                  <a:pt x="27078" y="100221"/>
                  <a:pt x="28272" y="99199"/>
                  <a:pt x="29573" y="97952"/>
                </a:cubicBezTo>
                <a:cubicBezTo>
                  <a:pt x="30873" y="96705"/>
                  <a:pt x="32319" y="95206"/>
                  <a:pt x="33911" y="93454"/>
                </a:cubicBezTo>
                <a:lnTo>
                  <a:pt x="39324" y="98708"/>
                </a:lnTo>
                <a:cubicBezTo>
                  <a:pt x="36564" y="101521"/>
                  <a:pt x="34057" y="103896"/>
                  <a:pt x="31802" y="105833"/>
                </a:cubicBezTo>
                <a:cubicBezTo>
                  <a:pt x="29546" y="107770"/>
                  <a:pt x="27410" y="109348"/>
                  <a:pt x="25393" y="110569"/>
                </a:cubicBezTo>
                <a:cubicBezTo>
                  <a:pt x="23377" y="111790"/>
                  <a:pt x="21400" y="112665"/>
                  <a:pt x="19463" y="113196"/>
                </a:cubicBezTo>
                <a:cubicBezTo>
                  <a:pt x="17526" y="113727"/>
                  <a:pt x="15470" y="113992"/>
                  <a:pt x="13294" y="113992"/>
                </a:cubicBezTo>
                <a:cubicBezTo>
                  <a:pt x="11277" y="113992"/>
                  <a:pt x="9460" y="113620"/>
                  <a:pt x="7841" y="112877"/>
                </a:cubicBezTo>
                <a:cubicBezTo>
                  <a:pt x="6222" y="112135"/>
                  <a:pt x="4829" y="111113"/>
                  <a:pt x="3662" y="109813"/>
                </a:cubicBezTo>
                <a:cubicBezTo>
                  <a:pt x="2494" y="108513"/>
                  <a:pt x="1592" y="106960"/>
                  <a:pt x="955" y="105156"/>
                </a:cubicBezTo>
                <a:cubicBezTo>
                  <a:pt x="318" y="103352"/>
                  <a:pt x="0" y="101362"/>
                  <a:pt x="0" y="99186"/>
                </a:cubicBezTo>
                <a:cubicBezTo>
                  <a:pt x="0" y="97434"/>
                  <a:pt x="212" y="95259"/>
                  <a:pt x="637" y="92658"/>
                </a:cubicBezTo>
                <a:cubicBezTo>
                  <a:pt x="1061" y="90058"/>
                  <a:pt x="1605" y="87232"/>
                  <a:pt x="2269" y="84180"/>
                </a:cubicBezTo>
                <a:cubicBezTo>
                  <a:pt x="2932" y="81129"/>
                  <a:pt x="3662" y="77932"/>
                  <a:pt x="4458" y="74588"/>
                </a:cubicBezTo>
                <a:cubicBezTo>
                  <a:pt x="5254" y="71245"/>
                  <a:pt x="6037" y="67928"/>
                  <a:pt x="6806" y="64638"/>
                </a:cubicBezTo>
                <a:cubicBezTo>
                  <a:pt x="7576" y="61348"/>
                  <a:pt x="8265" y="58177"/>
                  <a:pt x="8876" y="55125"/>
                </a:cubicBezTo>
                <a:cubicBezTo>
                  <a:pt x="9486" y="52074"/>
                  <a:pt x="9924" y="49301"/>
                  <a:pt x="10189" y="46807"/>
                </a:cubicBezTo>
                <a:cubicBezTo>
                  <a:pt x="10295" y="46382"/>
                  <a:pt x="10348" y="45971"/>
                  <a:pt x="10348" y="45573"/>
                </a:cubicBezTo>
                <a:cubicBezTo>
                  <a:pt x="10348" y="45175"/>
                  <a:pt x="10348" y="44817"/>
                  <a:pt x="10348" y="44498"/>
                </a:cubicBezTo>
                <a:cubicBezTo>
                  <a:pt x="10242" y="42429"/>
                  <a:pt x="9513" y="40916"/>
                  <a:pt x="8159" y="39961"/>
                </a:cubicBezTo>
                <a:cubicBezTo>
                  <a:pt x="6806" y="39006"/>
                  <a:pt x="4405" y="38475"/>
                  <a:pt x="955" y="38369"/>
                </a:cubicBezTo>
                <a:lnTo>
                  <a:pt x="1910" y="32956"/>
                </a:lnTo>
                <a:lnTo>
                  <a:pt x="24995" y="32080"/>
                </a:lnTo>
                <a:lnTo>
                  <a:pt x="28896" y="32080"/>
                </a:lnTo>
                <a:lnTo>
                  <a:pt x="17115" y="8509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" name="text-378 )">
            <a:extLst xmlns:a="http://schemas.openxmlformats.org/drawingml/2006/main">
              <a:ext uri="{FF2B5EF4-FFF2-40B4-BE49-F238E27FC236}">
                <a16:creationId xmlns:a16="http://schemas.microsoft.com/office/drawing/2014/main" id="{2D08C8DD-D3A9-4BCA-998D-B6A5C6F84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76698" y="2362177"/>
            <a:ext cx="184795" cy="4348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)</a:t>
            </a:r>
          </a:p>
        </p:txBody>
      </p:sp>
      <p:sp>
        <p:nvSpPr>
          <p:cNvPr id="387" name="path-379">
            <a:extLst xmlns:a="http://schemas.openxmlformats.org/drawingml/2006/main">
              <a:ext uri="{FF2B5EF4-FFF2-40B4-BE49-F238E27FC236}">
                <a16:creationId xmlns:a16="http://schemas.microsoft.com/office/drawing/2014/main" id="{ACDC4C84-2634-4224-8290-42BAB4FDA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2430" y="2418265"/>
            <a:ext cx="127202" cy="141493"/>
          </a:xfrm>
          <a:custGeom xmlns:a="http://schemas.openxmlformats.org/drawingml/2006/main">
            <a:pathLst>
              <a:path w="92817" h="103245">
                <a:moveTo>
                  <a:pt x="10269" y="103245"/>
                </a:moveTo>
                <a:lnTo>
                  <a:pt x="11304" y="98390"/>
                </a:lnTo>
                <a:cubicBezTo>
                  <a:pt x="12630" y="98071"/>
                  <a:pt x="13771" y="97793"/>
                  <a:pt x="14727" y="97554"/>
                </a:cubicBezTo>
                <a:cubicBezTo>
                  <a:pt x="15682" y="97315"/>
                  <a:pt x="16504" y="96997"/>
                  <a:pt x="17194" y="96599"/>
                </a:cubicBezTo>
                <a:cubicBezTo>
                  <a:pt x="17884" y="96201"/>
                  <a:pt x="18481" y="95657"/>
                  <a:pt x="18985" y="94967"/>
                </a:cubicBezTo>
                <a:cubicBezTo>
                  <a:pt x="19490" y="94277"/>
                  <a:pt x="19980" y="93335"/>
                  <a:pt x="20458" y="92141"/>
                </a:cubicBezTo>
                <a:cubicBezTo>
                  <a:pt x="20936" y="90947"/>
                  <a:pt x="21413" y="89395"/>
                  <a:pt x="21891" y="87484"/>
                </a:cubicBezTo>
                <a:cubicBezTo>
                  <a:pt x="22369" y="85574"/>
                  <a:pt x="22926" y="83212"/>
                  <a:pt x="23563" y="80399"/>
                </a:cubicBezTo>
                <a:lnTo>
                  <a:pt x="39642" y="8438"/>
                </a:lnTo>
                <a:lnTo>
                  <a:pt x="28657" y="8438"/>
                </a:lnTo>
                <a:cubicBezTo>
                  <a:pt x="26906" y="8438"/>
                  <a:pt x="25420" y="8491"/>
                  <a:pt x="24199" y="8597"/>
                </a:cubicBezTo>
                <a:cubicBezTo>
                  <a:pt x="22979" y="8703"/>
                  <a:pt x="21864" y="8982"/>
                  <a:pt x="20856" y="9433"/>
                </a:cubicBezTo>
                <a:cubicBezTo>
                  <a:pt x="19848" y="9884"/>
                  <a:pt x="18906" y="10508"/>
                  <a:pt x="18030" y="11304"/>
                </a:cubicBezTo>
                <a:cubicBezTo>
                  <a:pt x="17155" y="12100"/>
                  <a:pt x="16252" y="13188"/>
                  <a:pt x="15324" y="14567"/>
                </a:cubicBezTo>
                <a:cubicBezTo>
                  <a:pt x="14395" y="15947"/>
                  <a:pt x="13387" y="17645"/>
                  <a:pt x="12299" y="19662"/>
                </a:cubicBezTo>
                <a:cubicBezTo>
                  <a:pt x="11211" y="21679"/>
                  <a:pt x="9950" y="24093"/>
                  <a:pt x="8518" y="26906"/>
                </a:cubicBezTo>
                <a:lnTo>
                  <a:pt x="0" y="26906"/>
                </a:lnTo>
                <a:lnTo>
                  <a:pt x="5970" y="0"/>
                </a:lnTo>
                <a:lnTo>
                  <a:pt x="92817" y="0"/>
                </a:lnTo>
                <a:lnTo>
                  <a:pt x="86370" y="28100"/>
                </a:lnTo>
                <a:lnTo>
                  <a:pt x="78011" y="28100"/>
                </a:lnTo>
                <a:lnTo>
                  <a:pt x="78011" y="23563"/>
                </a:lnTo>
                <a:cubicBezTo>
                  <a:pt x="78011" y="22713"/>
                  <a:pt x="77971" y="21745"/>
                  <a:pt x="77892" y="20657"/>
                </a:cubicBezTo>
                <a:cubicBezTo>
                  <a:pt x="77812" y="19569"/>
                  <a:pt x="77693" y="18481"/>
                  <a:pt x="77534" y="17393"/>
                </a:cubicBezTo>
                <a:cubicBezTo>
                  <a:pt x="77374" y="16305"/>
                  <a:pt x="77189" y="15297"/>
                  <a:pt x="76976" y="14368"/>
                </a:cubicBezTo>
                <a:cubicBezTo>
                  <a:pt x="76764" y="13440"/>
                  <a:pt x="76525" y="12683"/>
                  <a:pt x="76260" y="12100"/>
                </a:cubicBezTo>
                <a:cubicBezTo>
                  <a:pt x="75888" y="11357"/>
                  <a:pt x="75504" y="10746"/>
                  <a:pt x="75106" y="10269"/>
                </a:cubicBezTo>
                <a:cubicBezTo>
                  <a:pt x="74708" y="9791"/>
                  <a:pt x="74204" y="9420"/>
                  <a:pt x="73593" y="9154"/>
                </a:cubicBezTo>
                <a:cubicBezTo>
                  <a:pt x="72983" y="8889"/>
                  <a:pt x="72253" y="8703"/>
                  <a:pt x="71404" y="8597"/>
                </a:cubicBezTo>
                <a:cubicBezTo>
                  <a:pt x="70555" y="8491"/>
                  <a:pt x="69467" y="8438"/>
                  <a:pt x="68140" y="8438"/>
                </a:cubicBezTo>
                <a:lnTo>
                  <a:pt x="55324" y="8438"/>
                </a:lnTo>
                <a:lnTo>
                  <a:pt x="38926" y="81036"/>
                </a:lnTo>
                <a:cubicBezTo>
                  <a:pt x="38342" y="83477"/>
                  <a:pt x="37931" y="85560"/>
                  <a:pt x="37692" y="87285"/>
                </a:cubicBezTo>
                <a:cubicBezTo>
                  <a:pt x="37453" y="89010"/>
                  <a:pt x="37334" y="90562"/>
                  <a:pt x="37334" y="91942"/>
                </a:cubicBezTo>
                <a:cubicBezTo>
                  <a:pt x="37387" y="93003"/>
                  <a:pt x="37546" y="93919"/>
                  <a:pt x="37812" y="94688"/>
                </a:cubicBezTo>
                <a:cubicBezTo>
                  <a:pt x="38077" y="95458"/>
                  <a:pt x="38555" y="96108"/>
                  <a:pt x="39244" y="96638"/>
                </a:cubicBezTo>
                <a:cubicBezTo>
                  <a:pt x="39934" y="97169"/>
                  <a:pt x="40863" y="97567"/>
                  <a:pt x="42031" y="97832"/>
                </a:cubicBezTo>
                <a:cubicBezTo>
                  <a:pt x="43198" y="98098"/>
                  <a:pt x="44711" y="98284"/>
                  <a:pt x="46568" y="98390"/>
                </a:cubicBezTo>
                <a:lnTo>
                  <a:pt x="45453" y="103245"/>
                </a:lnTo>
                <a:lnTo>
                  <a:pt x="10269" y="10324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" name="text-380 /">
            <a:extLst xmlns:a="http://schemas.openxmlformats.org/drawingml/2006/main">
              <a:ext uri="{FF2B5EF4-FFF2-40B4-BE49-F238E27FC236}">
                <a16:creationId xmlns:a16="http://schemas.microsoft.com/office/drawing/2014/main" id="{1910BABD-B6DB-43F9-B9CB-8905B7EDD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55328" y="2362151"/>
            <a:ext cx="208151" cy="4348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/</a:t>
            </a:r>
          </a:p>
        </p:txBody>
      </p:sp>
      <p:sp>
        <p:nvSpPr>
          <p:cNvPr id="389" name="text-381 𝑑">
            <a:extLst xmlns:a="http://schemas.openxmlformats.org/drawingml/2006/main">
              <a:ext uri="{FF2B5EF4-FFF2-40B4-BE49-F238E27FC236}">
                <a16:creationId xmlns:a16="http://schemas.microsoft.com/office/drawing/2014/main" id="{0A4E0FF4-EB35-4DC1-A911-26C055B44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07150" y="2362106"/>
            <a:ext cx="235908" cy="4349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𝑑</a:t>
            </a:r>
          </a:p>
        </p:txBody>
      </p:sp>
      <p:sp>
        <p:nvSpPr>
          <p:cNvPr id="390" name="text-382 Head">
            <a:extLst xmlns:a="http://schemas.openxmlformats.org/drawingml/2006/main">
              <a:ext uri="{FF2B5EF4-FFF2-40B4-BE49-F238E27FC236}">
                <a16:creationId xmlns:a16="http://schemas.microsoft.com/office/drawing/2014/main" id="{D6E28846-74DE-4116-9B44-437718D1B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66494" y="1598521"/>
            <a:ext cx="711545" cy="4351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Head</a:t>
            </a:r>
          </a:p>
        </p:txBody>
      </p:sp>
      <p:sp>
        <p:nvSpPr>
          <p:cNvPr id="391" name="text-383 ℎ">
            <a:extLst xmlns:a="http://schemas.openxmlformats.org/drawingml/2006/main">
              <a:ext uri="{FF2B5EF4-FFF2-40B4-BE49-F238E27FC236}">
                <a16:creationId xmlns:a16="http://schemas.microsoft.com/office/drawing/2014/main" id="{56C2A1AD-EEB0-43C7-9F79-CC5AF2CDD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99729" y="1598709"/>
            <a:ext cx="228169" cy="4348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446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ℎ</a:t>
            </a:r>
          </a:p>
        </p:txBody>
      </p:sp>
      <p:sp>
        <p:nvSpPr>
          <p:cNvPr id="392" name="text-384 Softmax">
            <a:extLst xmlns:a="http://schemas.openxmlformats.org/drawingml/2006/main">
              <a:ext uri="{FF2B5EF4-FFF2-40B4-BE49-F238E27FC236}">
                <a16:creationId xmlns:a16="http://schemas.microsoft.com/office/drawing/2014/main" id="{458D8376-81F8-4C62-AA2C-92359FE678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45613" y="3304960"/>
            <a:ext cx="1108327" cy="4349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Softmax</a:t>
            </a:r>
          </a:p>
        </p:txBody>
      </p:sp>
      <p:sp>
        <p:nvSpPr>
          <p:cNvPr id="393" name="text-384 Operation">
            <a:extLst xmlns:a="http://schemas.openxmlformats.org/drawingml/2006/main">
              <a:ext uri="{FF2B5EF4-FFF2-40B4-BE49-F238E27FC236}">
                <a16:creationId xmlns:a16="http://schemas.microsoft.com/office/drawing/2014/main" id="{BDD86843-FE58-4B06-8220-32A211A6D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75658" y="3304871"/>
            <a:ext cx="1298121" cy="4350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Operation</a:t>
            </a:r>
          </a:p>
        </p:txBody>
      </p:sp>
      <p:sp>
        <p:nvSpPr>
          <p:cNvPr id="394" name="path-385">
            <a:extLst xmlns:a="http://schemas.openxmlformats.org/drawingml/2006/main">
              <a:ext uri="{FF2B5EF4-FFF2-40B4-BE49-F238E27FC236}">
                <a16:creationId xmlns:a16="http://schemas.microsoft.com/office/drawing/2014/main" id="{99B68896-3B34-40B5-BE49-65FEADFA1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30899" y="3669858"/>
            <a:ext cx="174683" cy="1314855"/>
          </a:xfrm>
          <a:custGeom xmlns:a="http://schemas.openxmlformats.org/drawingml/2006/main">
            <a:pathLst>
              <a:path w="127464" h="959433">
                <a:moveTo>
                  <a:pt x="25040" y="959433"/>
                </a:moveTo>
                <a:lnTo>
                  <a:pt x="35766" y="859300"/>
                </a:lnTo>
                <a:lnTo>
                  <a:pt x="10726" y="856619"/>
                </a:lnTo>
                <a:lnTo>
                  <a:pt x="0" y="956764"/>
                </a:lnTo>
                <a:lnTo>
                  <a:pt x="25040" y="959433"/>
                </a:lnTo>
                <a:moveTo>
                  <a:pt x="43798" y="784194"/>
                </a:moveTo>
                <a:lnTo>
                  <a:pt x="54523" y="684048"/>
                </a:lnTo>
                <a:lnTo>
                  <a:pt x="29484" y="681380"/>
                </a:lnTo>
                <a:lnTo>
                  <a:pt x="18770" y="781513"/>
                </a:lnTo>
                <a:lnTo>
                  <a:pt x="43798" y="784194"/>
                </a:lnTo>
                <a:moveTo>
                  <a:pt x="62567" y="608955"/>
                </a:moveTo>
                <a:lnTo>
                  <a:pt x="73280" y="508809"/>
                </a:lnTo>
                <a:lnTo>
                  <a:pt x="48241" y="506128"/>
                </a:lnTo>
                <a:lnTo>
                  <a:pt x="37527" y="606274"/>
                </a:lnTo>
                <a:lnTo>
                  <a:pt x="62567" y="608955"/>
                </a:lnTo>
                <a:moveTo>
                  <a:pt x="81325" y="433704"/>
                </a:moveTo>
                <a:lnTo>
                  <a:pt x="92038" y="333571"/>
                </a:lnTo>
                <a:lnTo>
                  <a:pt x="67011" y="330890"/>
                </a:lnTo>
                <a:lnTo>
                  <a:pt x="56286" y="431023"/>
                </a:lnTo>
                <a:lnTo>
                  <a:pt x="81325" y="433704"/>
                </a:lnTo>
                <a:moveTo>
                  <a:pt x="100083" y="258465"/>
                </a:moveTo>
                <a:lnTo>
                  <a:pt x="110809" y="158319"/>
                </a:lnTo>
                <a:lnTo>
                  <a:pt x="85769" y="155638"/>
                </a:lnTo>
                <a:lnTo>
                  <a:pt x="75043" y="255784"/>
                </a:lnTo>
                <a:lnTo>
                  <a:pt x="100083" y="258465"/>
                </a:lnTo>
                <a:moveTo>
                  <a:pt x="118840" y="83213"/>
                </a:moveTo>
                <a:lnTo>
                  <a:pt x="127464" y="2669"/>
                </a:lnTo>
                <a:lnTo>
                  <a:pt x="102437" y="0"/>
                </a:lnTo>
                <a:lnTo>
                  <a:pt x="93813" y="80532"/>
                </a:lnTo>
                <a:lnTo>
                  <a:pt x="118840" y="8321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" name="path-386">
            <a:extLst xmlns:a="http://schemas.openxmlformats.org/drawingml/2006/main">
              <a:ext uri="{FF2B5EF4-FFF2-40B4-BE49-F238E27FC236}">
                <a16:creationId xmlns:a16="http://schemas.microsoft.com/office/drawing/2014/main" id="{F3236B7D-0B84-4645-9F03-C9BDC0078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65464" y="3964447"/>
            <a:ext cx="1130666" cy="1031205"/>
          </a:xfrm>
          <a:custGeom xmlns:a="http://schemas.openxmlformats.org/drawingml/2006/main">
            <a:pathLst>
              <a:path w="825033" h="752457">
                <a:moveTo>
                  <a:pt x="808101" y="752457"/>
                </a:moveTo>
                <a:lnTo>
                  <a:pt x="733549" y="684754"/>
                </a:lnTo>
                <a:lnTo>
                  <a:pt x="750468" y="666122"/>
                </a:lnTo>
                <a:lnTo>
                  <a:pt x="825033" y="733825"/>
                </a:lnTo>
                <a:lnTo>
                  <a:pt x="808101" y="752457"/>
                </a:lnTo>
                <a:moveTo>
                  <a:pt x="677628" y="633982"/>
                </a:moveTo>
                <a:lnTo>
                  <a:pt x="603064" y="566278"/>
                </a:lnTo>
                <a:lnTo>
                  <a:pt x="619996" y="547634"/>
                </a:lnTo>
                <a:lnTo>
                  <a:pt x="694548" y="615338"/>
                </a:lnTo>
                <a:lnTo>
                  <a:pt x="677628" y="633982"/>
                </a:lnTo>
                <a:moveTo>
                  <a:pt x="547143" y="515495"/>
                </a:moveTo>
                <a:lnTo>
                  <a:pt x="472591" y="447791"/>
                </a:lnTo>
                <a:lnTo>
                  <a:pt x="489523" y="429147"/>
                </a:lnTo>
                <a:lnTo>
                  <a:pt x="564075" y="496850"/>
                </a:lnTo>
                <a:lnTo>
                  <a:pt x="547143" y="515495"/>
                </a:lnTo>
                <a:moveTo>
                  <a:pt x="416671" y="397007"/>
                </a:moveTo>
                <a:lnTo>
                  <a:pt x="342119" y="329303"/>
                </a:lnTo>
                <a:lnTo>
                  <a:pt x="359038" y="310671"/>
                </a:lnTo>
                <a:lnTo>
                  <a:pt x="433603" y="378375"/>
                </a:lnTo>
                <a:lnTo>
                  <a:pt x="416671" y="397007"/>
                </a:lnTo>
                <a:moveTo>
                  <a:pt x="286199" y="278532"/>
                </a:moveTo>
                <a:lnTo>
                  <a:pt x="211634" y="210828"/>
                </a:lnTo>
                <a:lnTo>
                  <a:pt x="228566" y="192183"/>
                </a:lnTo>
                <a:lnTo>
                  <a:pt x="303118" y="259888"/>
                </a:lnTo>
                <a:lnTo>
                  <a:pt x="286199" y="278532"/>
                </a:lnTo>
                <a:moveTo>
                  <a:pt x="155714" y="160044"/>
                </a:moveTo>
                <a:lnTo>
                  <a:pt x="81162" y="92340"/>
                </a:lnTo>
                <a:lnTo>
                  <a:pt x="98081" y="73696"/>
                </a:lnTo>
                <a:lnTo>
                  <a:pt x="172646" y="141400"/>
                </a:lnTo>
                <a:lnTo>
                  <a:pt x="155714" y="160044"/>
                </a:lnTo>
                <a:moveTo>
                  <a:pt x="25241" y="41556"/>
                </a:moveTo>
                <a:lnTo>
                  <a:pt x="0" y="18631"/>
                </a:lnTo>
                <a:lnTo>
                  <a:pt x="16920" y="0"/>
                </a:lnTo>
                <a:lnTo>
                  <a:pt x="42173" y="22924"/>
                </a:lnTo>
                <a:lnTo>
                  <a:pt x="25241" y="4155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" name="text-387 MOE">
            <a:extLst xmlns:a="http://schemas.openxmlformats.org/drawingml/2006/main">
              <a:ext uri="{FF2B5EF4-FFF2-40B4-BE49-F238E27FC236}">
                <a16:creationId xmlns:a16="http://schemas.microsoft.com/office/drawing/2014/main" id="{EDFE034A-4197-4030-90B3-C4BEF6EC7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713738" y="1332954"/>
            <a:ext cx="797886" cy="4349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MOE</a:t>
            </a:r>
          </a:p>
        </p:txBody>
      </p:sp>
      <p:sp>
        <p:nvSpPr>
          <p:cNvPr id="397" name="text-388 PMA">
            <a:extLst xmlns:a="http://schemas.openxmlformats.org/drawingml/2006/main">
              <a:ext uri="{FF2B5EF4-FFF2-40B4-BE49-F238E27FC236}">
                <a16:creationId xmlns:a16="http://schemas.microsoft.com/office/drawing/2014/main" id="{F98857F0-6C16-4075-B447-018FCF5C3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44131" y="1078408"/>
            <a:ext cx="763276" cy="4350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PMA</a:t>
            </a:r>
          </a:p>
        </p:txBody>
      </p:sp>
      <p:pic>
        <p:nvPicPr>
          <p:cNvPr id="398" name="">
            <a:extLst xmlns:a="http://schemas.openxmlformats.org/drawingml/2006/main">
              <a:ext uri="{FF2B5EF4-FFF2-40B4-BE49-F238E27FC236}">
                <a16:creationId xmlns:a16="http://schemas.microsoft.com/office/drawing/2014/main" id="{E72FEB2E-681C-458E-B1D0-60843C610E4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4caa66e88b348d7"/>
          <a:stretch xmlns:a="http://schemas.openxmlformats.org/drawingml/2006/main"/>
        </p:blipFill>
        <p:spPr>
          <a:xfrm xmlns:a="http://schemas.openxmlformats.org/drawingml/2006/main">
            <a:off x="9989520" y="7655343"/>
            <a:ext cx="1574195" cy="639871"/>
          </a:xfrm>
          <a:prstGeom xmlns:a="http://schemas.openxmlformats.org/drawingml/2006/main" prst="rect">
            <a:avLst/>
          </a:prstGeom>
        </p:spPr>
      </p:pic>
      <p:sp>
        <p:nvSpPr>
          <p:cNvPr id="399" name="text-390 Linear">
            <a:extLst xmlns:a="http://schemas.openxmlformats.org/drawingml/2006/main">
              <a:ext uri="{FF2B5EF4-FFF2-40B4-BE49-F238E27FC236}">
                <a16:creationId xmlns:a16="http://schemas.microsoft.com/office/drawing/2014/main" id="{134FA114-33E0-4783-B2D7-A1B8D1A5D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33746" y="7734434"/>
            <a:ext cx="866716" cy="435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Linear</a:t>
            </a:r>
          </a:p>
        </p:txBody>
      </p:sp>
      <p:pic>
        <p:nvPicPr>
          <p:cNvPr id="400" name="">
            <a:extLst xmlns:a="http://schemas.openxmlformats.org/drawingml/2006/main">
              <a:ext uri="{FF2B5EF4-FFF2-40B4-BE49-F238E27FC236}">
                <a16:creationId xmlns:a16="http://schemas.microsoft.com/office/drawing/2014/main" id="{2E6B35AC-B89A-4CC1-89D9-CB48C552163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558d01f4d934287"/>
          <a:stretch xmlns:a="http://schemas.openxmlformats.org/drawingml/2006/main"/>
        </p:blipFill>
        <p:spPr>
          <a:xfrm xmlns:a="http://schemas.openxmlformats.org/drawingml/2006/main">
            <a:off x="9981757" y="6967826"/>
            <a:ext cx="1574195" cy="639871"/>
          </a:xfrm>
          <a:prstGeom xmlns:a="http://schemas.openxmlformats.org/drawingml/2006/main" prst="rect">
            <a:avLst/>
          </a:prstGeom>
        </p:spPr>
      </p:pic>
      <p:sp>
        <p:nvSpPr>
          <p:cNvPr id="401" name="text-392 Conv1d">
            <a:extLst xmlns:a="http://schemas.openxmlformats.org/drawingml/2006/main">
              <a:ext uri="{FF2B5EF4-FFF2-40B4-BE49-F238E27FC236}">
                <a16:creationId xmlns:a16="http://schemas.microsoft.com/office/drawing/2014/main" id="{08C4C481-4862-4E1E-8D30-BE27BC1D8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39718" y="7047102"/>
            <a:ext cx="1039311" cy="4348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Conv1d</a:t>
            </a:r>
          </a:p>
        </p:txBody>
      </p:sp>
      <p:sp>
        <p:nvSpPr>
          <p:cNvPr id="402" name="path-393">
            <a:extLst xmlns:a="http://schemas.openxmlformats.org/drawingml/2006/main">
              <a:ext uri="{FF2B5EF4-FFF2-40B4-BE49-F238E27FC236}">
                <a16:creationId xmlns:a16="http://schemas.microsoft.com/office/drawing/2014/main" id="{AA8DB728-B0F7-4700-B1D6-04D204E86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9079" y="5340013"/>
            <a:ext cx="69011" cy="293415"/>
          </a:xfrm>
          <a:custGeom xmlns:a="http://schemas.openxmlformats.org/drawingml/2006/main">
            <a:pathLst>
              <a:path w="50356" h="214101">
                <a:moveTo>
                  <a:pt x="0" y="75307"/>
                </a:moveTo>
                <a:lnTo>
                  <a:pt x="25178" y="75534"/>
                </a:lnTo>
                <a:lnTo>
                  <a:pt x="50356" y="75748"/>
                </a:lnTo>
                <a:lnTo>
                  <a:pt x="25846" y="0"/>
                </a:lnTo>
                <a:lnTo>
                  <a:pt x="0" y="75307"/>
                </a:lnTo>
                <a:moveTo>
                  <a:pt x="33399" y="214101"/>
                </a:moveTo>
                <a:lnTo>
                  <a:pt x="34947" y="37843"/>
                </a:lnTo>
                <a:lnTo>
                  <a:pt x="16076" y="37679"/>
                </a:lnTo>
                <a:lnTo>
                  <a:pt x="14514" y="213925"/>
                </a:lnTo>
                <a:lnTo>
                  <a:pt x="33399" y="21410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403" name="">
            <a:extLst xmlns:a="http://schemas.openxmlformats.org/drawingml/2006/main">
              <a:ext uri="{FF2B5EF4-FFF2-40B4-BE49-F238E27FC236}">
                <a16:creationId xmlns:a16="http://schemas.microsoft.com/office/drawing/2014/main" id="{5C982125-2FA8-48B9-BA44-02D8121395B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b2a39d56c914836"/>
          <a:stretch xmlns:a="http://schemas.openxmlformats.org/drawingml/2006/main"/>
        </p:blipFill>
        <p:spPr>
          <a:xfrm xmlns:a="http://schemas.openxmlformats.org/drawingml/2006/main">
            <a:off x="9401208" y="4410325"/>
            <a:ext cx="2679225" cy="1056994"/>
          </a:xfrm>
          <a:prstGeom xmlns:a="http://schemas.openxmlformats.org/drawingml/2006/main" prst="rect">
            <a:avLst/>
          </a:prstGeom>
        </p:spPr>
      </p:pic>
      <p:sp>
        <p:nvSpPr>
          <p:cNvPr id="404" name="text-395 SSM">
            <a:extLst xmlns:a="http://schemas.openxmlformats.org/drawingml/2006/main">
              <a:ext uri="{FF2B5EF4-FFF2-40B4-BE49-F238E27FC236}">
                <a16:creationId xmlns:a16="http://schemas.microsoft.com/office/drawing/2014/main" id="{26AE1A95-1CC1-4F98-A351-9D1414B4D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23516" y="4511591"/>
            <a:ext cx="694042" cy="4346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4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4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4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SSM</a:t>
            </a:r>
          </a:p>
        </p:txBody>
      </p:sp>
      <p:sp>
        <p:nvSpPr>
          <p:cNvPr id="405" name="text-395 &amp;">
            <a:extLst xmlns:a="http://schemas.openxmlformats.org/drawingml/2006/main">
              <a:ext uri="{FF2B5EF4-FFF2-40B4-BE49-F238E27FC236}">
                <a16:creationId xmlns:a16="http://schemas.microsoft.com/office/drawing/2014/main" id="{0071163C-BAE9-4733-8F4C-C51558861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39500" y="4511390"/>
            <a:ext cx="314605" cy="4349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&amp;</a:t>
            </a:r>
          </a:p>
        </p:txBody>
      </p:sp>
      <p:sp>
        <p:nvSpPr>
          <p:cNvPr id="406" name="text-395 PMA">
            <a:extLst xmlns:a="http://schemas.openxmlformats.org/drawingml/2006/main">
              <a:ext uri="{FF2B5EF4-FFF2-40B4-BE49-F238E27FC236}">
                <a16:creationId xmlns:a16="http://schemas.microsoft.com/office/drawing/2014/main" id="{08722F6C-6B10-4C15-B651-CBBE93EDE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75925" y="4511277"/>
            <a:ext cx="763275" cy="4350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7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7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7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PMA</a:t>
            </a:r>
          </a:p>
        </p:txBody>
      </p:sp>
      <p:sp>
        <p:nvSpPr>
          <p:cNvPr id="407" name="text-396 Fusion">
            <a:extLst xmlns:a="http://schemas.openxmlformats.org/drawingml/2006/main">
              <a:ext uri="{FF2B5EF4-FFF2-40B4-BE49-F238E27FC236}">
                <a16:creationId xmlns:a16="http://schemas.microsoft.com/office/drawing/2014/main" id="{E793BDD9-7876-49CA-844D-D34502D35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54831" y="4884125"/>
            <a:ext cx="953224" cy="4347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5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5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445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Fusion</a:t>
            </a:r>
          </a:p>
        </p:txBody>
      </p:sp>
      <p:sp>
        <p:nvSpPr>
          <p:cNvPr id="408" name="path-397">
            <a:extLst xmlns:a="http://schemas.openxmlformats.org/drawingml/2006/main">
              <a:ext uri="{FF2B5EF4-FFF2-40B4-BE49-F238E27FC236}">
                <a16:creationId xmlns:a16="http://schemas.microsoft.com/office/drawing/2014/main" id="{3C6ABB34-A11A-43E6-AE92-DCF84E594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484" y="3777791"/>
            <a:ext cx="69011" cy="982638"/>
          </a:xfrm>
          <a:custGeom xmlns:a="http://schemas.openxmlformats.org/drawingml/2006/main">
            <a:pathLst>
              <a:path w="50356" h="717019">
                <a:moveTo>
                  <a:pt x="50356" y="75333"/>
                </a:moveTo>
                <a:lnTo>
                  <a:pt x="25178" y="75534"/>
                </a:lnTo>
                <a:lnTo>
                  <a:pt x="0" y="75735"/>
                </a:lnTo>
                <a:lnTo>
                  <a:pt x="24587" y="0"/>
                </a:lnTo>
                <a:lnTo>
                  <a:pt x="50356" y="75333"/>
                </a:lnTo>
                <a:moveTo>
                  <a:pt x="20811" y="717019"/>
                </a:moveTo>
                <a:lnTo>
                  <a:pt x="15448" y="37843"/>
                </a:lnTo>
                <a:lnTo>
                  <a:pt x="34331" y="37691"/>
                </a:lnTo>
                <a:lnTo>
                  <a:pt x="39694" y="716868"/>
                </a:lnTo>
                <a:lnTo>
                  <a:pt x="20811" y="71701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" name="path-398">
            <a:extLst xmlns:a="http://schemas.openxmlformats.org/drawingml/2006/main">
              <a:ext uri="{FF2B5EF4-FFF2-40B4-BE49-F238E27FC236}">
                <a16:creationId xmlns:a16="http://schemas.microsoft.com/office/drawing/2014/main" id="{E3C0D167-8FED-433A-95DE-BB8ABAF39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674" y="5102790"/>
            <a:ext cx="69011" cy="736686"/>
          </a:xfrm>
          <a:custGeom xmlns:a="http://schemas.openxmlformats.org/drawingml/2006/main">
            <a:pathLst>
              <a:path w="50356" h="537550">
                <a:moveTo>
                  <a:pt x="0" y="75534"/>
                </a:moveTo>
                <a:lnTo>
                  <a:pt x="25178" y="75534"/>
                </a:lnTo>
                <a:lnTo>
                  <a:pt x="50356" y="75534"/>
                </a:lnTo>
                <a:lnTo>
                  <a:pt x="25178" y="0"/>
                </a:lnTo>
                <a:lnTo>
                  <a:pt x="0" y="75534"/>
                </a:lnTo>
                <a:moveTo>
                  <a:pt x="34620" y="537550"/>
                </a:moveTo>
                <a:lnTo>
                  <a:pt x="34620" y="37767"/>
                </a:lnTo>
                <a:lnTo>
                  <a:pt x="15736" y="37767"/>
                </a:lnTo>
                <a:lnTo>
                  <a:pt x="15736" y="537550"/>
                </a:lnTo>
                <a:lnTo>
                  <a:pt x="34620" y="53755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</p:spTree>
    <p:extLst>
      <p:ext uri="{BB962C8B-B14F-4D97-AF65-F5344CB8AC3E}">
        <p14:creationId xmlns:p14="http://schemas.microsoft.com/office/powerpoint/2010/main" val="949179434"/>
      </p:ext>
    </p:extLst>
  </p:cSld>
</p:sld>
</file>

<file path=ppt/slides/slide15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73" name="path-1">
            <a:extLst xmlns:a="http://schemas.openxmlformats.org/drawingml/2006/main">
              <a:ext uri="{FF2B5EF4-FFF2-40B4-BE49-F238E27FC236}">
                <a16:creationId xmlns:a16="http://schemas.microsoft.com/office/drawing/2014/main" id="{7E2898EB-8704-4F43-93ED-132F6FE58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187" y="0"/>
            <a:ext cx="15489851" cy="10287000"/>
          </a:xfrm>
          <a:custGeom xmlns:a="http://schemas.openxmlformats.org/drawingml/2006/main">
            <a:pathLst>
              <a:path w="12836497" h="8524875">
                <a:moveTo>
                  <a:pt x="0" y="8524875"/>
                </a:moveTo>
                <a:lnTo>
                  <a:pt x="12836497" y="8524875"/>
                </a:lnTo>
                <a:lnTo>
                  <a:pt x="12836497" y="0"/>
                </a:lnTo>
                <a:lnTo>
                  <a:pt x="0" y="0"/>
                </a:lnTo>
                <a:lnTo>
                  <a:pt x="0" y="85248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text-2 ...">
            <a:extLst xmlns:a="http://schemas.openxmlformats.org/drawingml/2006/main">
              <a:ext uri="{FF2B5EF4-FFF2-40B4-BE49-F238E27FC236}">
                <a16:creationId xmlns:a16="http://schemas.microsoft.com/office/drawing/2014/main" id="{53F0B6E0-0848-49F4-8ABC-0FEFF7EA9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-1869558">
            <a:off x="10230759" y="8012553"/>
            <a:ext cx="450204" cy="6778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8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8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81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</a:t>
            </a:r>
          </a:p>
        </p:txBody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4CF61840-156D-4801-A96B-D8F4D3A09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547" y="2830523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FE590D22-2701-413E-909C-CCE50B138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501" y="2800477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A279184F-FC69-4175-9AB2-6A9B7FDE9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547" y="3156399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6">
            <a:extLst xmlns:a="http://schemas.openxmlformats.org/drawingml/2006/main">
              <a:ext uri="{FF2B5EF4-FFF2-40B4-BE49-F238E27FC236}">
                <a16:creationId xmlns:a16="http://schemas.microsoft.com/office/drawing/2014/main" id="{1E02C89F-D43D-4EF5-AE7D-6F9B46D83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501" y="3128375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DF2F62E9-810F-4447-87C3-ED4387138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547" y="3485741"/>
            <a:ext cx="308543" cy="325877"/>
          </a:xfrm>
          <a:custGeom xmlns:a="http://schemas.openxmlformats.org/drawingml/2006/main">
            <a:pathLst>
              <a:path w="255691" h="270055">
                <a:moveTo>
                  <a:pt x="0" y="0"/>
                </a:moveTo>
                <a:lnTo>
                  <a:pt x="0" y="270055"/>
                </a:lnTo>
                <a:lnTo>
                  <a:pt x="255691" y="270055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8">
            <a:extLst xmlns:a="http://schemas.openxmlformats.org/drawingml/2006/main">
              <a:ext uri="{FF2B5EF4-FFF2-40B4-BE49-F238E27FC236}">
                <a16:creationId xmlns:a16="http://schemas.microsoft.com/office/drawing/2014/main" id="{3AA3F43F-0660-41CF-834D-479418E87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501" y="3456274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A9F1EA36-AE84-485C-A404-4C646B1C7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547" y="3811618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path-10">
            <a:extLst xmlns:a="http://schemas.openxmlformats.org/drawingml/2006/main">
              <a:ext uri="{FF2B5EF4-FFF2-40B4-BE49-F238E27FC236}">
                <a16:creationId xmlns:a16="http://schemas.microsoft.com/office/drawing/2014/main" id="{8F0B761C-B057-409F-A062-9FE5FF34B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501" y="3784172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path-11">
            <a:extLst xmlns:a="http://schemas.openxmlformats.org/drawingml/2006/main">
              <a:ext uri="{FF2B5EF4-FFF2-40B4-BE49-F238E27FC236}">
                <a16:creationId xmlns:a16="http://schemas.microsoft.com/office/drawing/2014/main" id="{E8C2DFDD-EA6C-49FE-A6C8-59BDF0B13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3547" y="4140960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path-12">
            <a:extLst xmlns:a="http://schemas.openxmlformats.org/drawingml/2006/main">
              <a:ext uri="{FF2B5EF4-FFF2-40B4-BE49-F238E27FC236}">
                <a16:creationId xmlns:a16="http://schemas.microsoft.com/office/drawing/2014/main" id="{C19C40E0-A0F2-4237-A5E1-4BFD4A4E53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3501" y="4112070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3" name="">
            <a:extLst xmlns:a="http://schemas.openxmlformats.org/drawingml/2006/main">
              <a:ext uri="{FF2B5EF4-FFF2-40B4-BE49-F238E27FC236}">
                <a16:creationId xmlns:a16="http://schemas.microsoft.com/office/drawing/2014/main" id="{4653BC31-9D4C-4D73-8C8F-4A245A9C9B8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728e3921dd74669"/>
          <a:stretch xmlns:a="http://schemas.openxmlformats.org/drawingml/2006/main"/>
        </p:blipFill>
        <p:spPr>
          <a:xfrm xmlns:a="http://schemas.openxmlformats.org/drawingml/2006/main">
            <a:off x="6992244" y="2793226"/>
            <a:ext cx="643315" cy="1892102"/>
          </a:xfrm>
          <a:prstGeom xmlns:a="http://schemas.openxmlformats.org/drawingml/2006/main" prst="rect">
            <a:avLst/>
          </a:prstGeom>
        </p:spPr>
      </p:pic>
      <p:pic>
        <p:nvPicPr>
          <p:cNvPr id="14" name="">
            <a:extLst xmlns:a="http://schemas.openxmlformats.org/drawingml/2006/main">
              <a:ext uri="{FF2B5EF4-FFF2-40B4-BE49-F238E27FC236}">
                <a16:creationId xmlns:a16="http://schemas.microsoft.com/office/drawing/2014/main" id="{BA99D98E-03D5-40B5-8A02-19BD709BA04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6a5a8974be243cf"/>
          <a:stretch xmlns:a="http://schemas.openxmlformats.org/drawingml/2006/main"/>
        </p:blipFill>
        <p:spPr>
          <a:xfrm xmlns:a="http://schemas.openxmlformats.org/drawingml/2006/main">
            <a:off x="9360641" y="3885257"/>
            <a:ext cx="770104" cy="798627"/>
          </a:xfrm>
          <a:prstGeom xmlns:a="http://schemas.openxmlformats.org/drawingml/2006/main" prst="rect">
            <a:avLst/>
          </a:prstGeom>
        </p:spPr>
      </p:pic>
      <p:pic>
        <p:nvPicPr>
          <p:cNvPr id="15" name="">
            <a:extLst xmlns:a="http://schemas.openxmlformats.org/drawingml/2006/main">
              <a:ext uri="{FF2B5EF4-FFF2-40B4-BE49-F238E27FC236}">
                <a16:creationId xmlns:a16="http://schemas.microsoft.com/office/drawing/2014/main" id="{A8278DD0-8C0B-4B58-B985-2C041F8D985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172bdcfe1e24fc6"/>
          <a:stretch xmlns:a="http://schemas.openxmlformats.org/drawingml/2006/main"/>
        </p:blipFill>
        <p:spPr>
          <a:xfrm xmlns:a="http://schemas.openxmlformats.org/drawingml/2006/main">
            <a:off x="11741712" y="2793226"/>
            <a:ext cx="643315" cy="1892102"/>
          </a:xfrm>
          <a:prstGeom xmlns:a="http://schemas.openxmlformats.org/drawingml/2006/main" prst="rect">
            <a:avLst/>
          </a:prstGeom>
        </p:spPr>
      </p:pic>
      <p:pic>
        <p:nvPicPr>
          <p:cNvPr id="16" name="">
            <a:extLst xmlns:a="http://schemas.openxmlformats.org/drawingml/2006/main">
              <a:ext uri="{FF2B5EF4-FFF2-40B4-BE49-F238E27FC236}">
                <a16:creationId xmlns:a16="http://schemas.microsoft.com/office/drawing/2014/main" id="{F8673742-8463-4087-BB37-F2D8B16E926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d55b98a392f4a09"/>
          <a:stretch xmlns:a="http://schemas.openxmlformats.org/drawingml/2006/main"/>
        </p:blipFill>
        <p:spPr>
          <a:xfrm xmlns:a="http://schemas.openxmlformats.org/drawingml/2006/main">
            <a:off x="9424757" y="1701196"/>
            <a:ext cx="643315" cy="1892102"/>
          </a:xfrm>
          <a:prstGeom xmlns:a="http://schemas.openxmlformats.org/drawingml/2006/main" prst="rect">
            <a:avLst/>
          </a:prstGeom>
        </p:spPr>
      </p:pic>
      <p:sp>
        <p:nvSpPr>
          <p:cNvPr id="17" name="text-17 𝑿">
            <a:extLst xmlns:a="http://schemas.openxmlformats.org/drawingml/2006/main">
              <a:ext uri="{FF2B5EF4-FFF2-40B4-BE49-F238E27FC236}">
                <a16:creationId xmlns:a16="http://schemas.microsoft.com/office/drawing/2014/main" id="{4B47257F-7AF7-424C-B77C-31CBA2FDCF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99376" y="2108563"/>
            <a:ext cx="453652" cy="7280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𝑿</a:t>
            </a:r>
          </a:p>
        </p:txBody>
      </p:sp>
      <p:pic>
        <p:nvPic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4FEEABF0-68DD-42FE-A3D2-7AB4B1DF213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3ce31084dcc431c"/>
          <a:stretch xmlns:a="http://schemas.openxmlformats.org/drawingml/2006/main"/>
        </p:blipFill>
        <p:spPr>
          <a:xfrm xmlns:a="http://schemas.openxmlformats.org/drawingml/2006/main">
            <a:off x="5015249" y="4593056"/>
            <a:ext cx="2281795" cy="1192972"/>
          </a:xfrm>
          <a:prstGeom xmlns:a="http://schemas.openxmlformats.org/drawingml/2006/main" prst="rect">
            <a:avLst/>
          </a:prstGeom>
        </p:spPr>
      </p:pic>
      <p:sp>
        <p:nvSpPr>
          <p:cNvPr id="19" name="text-19 Linear">
            <a:extLst xmlns:a="http://schemas.openxmlformats.org/drawingml/2006/main">
              <a:ext uri="{FF2B5EF4-FFF2-40B4-BE49-F238E27FC236}">
                <a16:creationId xmlns:a16="http://schemas.microsoft.com/office/drawing/2014/main" id="{39FC79A2-9D54-41DE-B497-0FBA54267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41187" y="4691668"/>
            <a:ext cx="969600" cy="4867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73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Linear</a:t>
            </a:r>
          </a:p>
        </p:txBody>
      </p:sp>
      <p:sp>
        <p:nvSpPr>
          <p:cNvPr id="20" name="text-20 Projection">
            <a:extLst xmlns:a="http://schemas.openxmlformats.org/drawingml/2006/main">
              <a:ext uri="{FF2B5EF4-FFF2-40B4-BE49-F238E27FC236}">
                <a16:creationId xmlns:a16="http://schemas.microsoft.com/office/drawing/2014/main" id="{271C6FF4-201F-4E5A-ACCB-17E707BCC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81180" y="5108064"/>
            <a:ext cx="1489660" cy="4861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7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Projection</a:t>
            </a:r>
          </a:p>
        </p:txBody>
      </p:sp>
      <p:sp>
        <p:nvSpPr>
          <p:cNvPr id="21" name="path-21">
            <a:extLst xmlns:a="http://schemas.openxmlformats.org/drawingml/2006/main">
              <a:ext uri="{FF2B5EF4-FFF2-40B4-BE49-F238E27FC236}">
                <a16:creationId xmlns:a16="http://schemas.microsoft.com/office/drawing/2014/main" id="{595D68DF-E90B-4002-8C16-6B7559454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47767" y="4471025"/>
            <a:ext cx="758354" cy="715020"/>
          </a:xfrm>
          <a:custGeom xmlns:a="http://schemas.openxmlformats.org/drawingml/2006/main">
            <a:pathLst>
              <a:path w="628451" h="592540">
                <a:moveTo>
                  <a:pt x="484805" y="496776"/>
                </a:moveTo>
                <a:lnTo>
                  <a:pt x="484805" y="544658"/>
                </a:lnTo>
                <a:lnTo>
                  <a:pt x="484805" y="592540"/>
                </a:lnTo>
                <a:lnTo>
                  <a:pt x="628451" y="544658"/>
                </a:lnTo>
                <a:lnTo>
                  <a:pt x="484805" y="496776"/>
                </a:lnTo>
                <a:moveTo>
                  <a:pt x="0" y="0"/>
                </a:moveTo>
                <a:lnTo>
                  <a:pt x="0" y="562613"/>
                </a:lnTo>
                <a:lnTo>
                  <a:pt x="556628" y="562613"/>
                </a:lnTo>
                <a:lnTo>
                  <a:pt x="556628" y="526702"/>
                </a:lnTo>
                <a:lnTo>
                  <a:pt x="17956" y="526702"/>
                </a:lnTo>
                <a:lnTo>
                  <a:pt x="35911" y="544658"/>
                </a:lnTo>
                <a:lnTo>
                  <a:pt x="35911" y="0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path-22">
            <a:extLst xmlns:a="http://schemas.openxmlformats.org/drawingml/2006/main">
              <a:ext uri="{FF2B5EF4-FFF2-40B4-BE49-F238E27FC236}">
                <a16:creationId xmlns:a16="http://schemas.microsoft.com/office/drawing/2014/main" id="{DD2B8580-F72D-4674-8526-F28FF3524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344" y="4470302"/>
            <a:ext cx="226785" cy="680354"/>
          </a:xfrm>
          <a:custGeom xmlns:a="http://schemas.openxmlformats.org/drawingml/2006/main">
            <a:pathLst>
              <a:path w="187937" h="563812">
                <a:moveTo>
                  <a:pt x="92174" y="143646"/>
                </a:moveTo>
                <a:lnTo>
                  <a:pt x="140055" y="143646"/>
                </a:lnTo>
                <a:lnTo>
                  <a:pt x="187937" y="143646"/>
                </a:lnTo>
                <a:lnTo>
                  <a:pt x="140055" y="0"/>
                </a:lnTo>
                <a:lnTo>
                  <a:pt x="92174" y="143646"/>
                </a:lnTo>
                <a:moveTo>
                  <a:pt x="0" y="563812"/>
                </a:moveTo>
                <a:lnTo>
                  <a:pt x="158010" y="563812"/>
                </a:lnTo>
                <a:lnTo>
                  <a:pt x="158010" y="71823"/>
                </a:lnTo>
                <a:lnTo>
                  <a:pt x="122099" y="71823"/>
                </a:lnTo>
                <a:lnTo>
                  <a:pt x="122099" y="545856"/>
                </a:lnTo>
                <a:lnTo>
                  <a:pt x="140055" y="527900"/>
                </a:lnTo>
                <a:lnTo>
                  <a:pt x="0" y="527900"/>
                </a:lnTo>
                <a:lnTo>
                  <a:pt x="0" y="56381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path-23">
            <a:extLst xmlns:a="http://schemas.openxmlformats.org/drawingml/2006/main">
              <a:ext uri="{FF2B5EF4-FFF2-40B4-BE49-F238E27FC236}">
                <a16:creationId xmlns:a16="http://schemas.microsoft.com/office/drawing/2014/main" id="{78A5A7F9-0598-4177-8E54-8974808F6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344" y="4468858"/>
            <a:ext cx="2657853" cy="681798"/>
          </a:xfrm>
          <a:custGeom xmlns:a="http://schemas.openxmlformats.org/drawingml/2006/main">
            <a:pathLst>
              <a:path w="2202572" h="565009">
                <a:moveTo>
                  <a:pt x="2106809" y="143647"/>
                </a:moveTo>
                <a:lnTo>
                  <a:pt x="2154691" y="143647"/>
                </a:lnTo>
                <a:lnTo>
                  <a:pt x="2202572" y="143647"/>
                </a:lnTo>
                <a:lnTo>
                  <a:pt x="2154691" y="0"/>
                </a:lnTo>
                <a:lnTo>
                  <a:pt x="2106809" y="143647"/>
                </a:lnTo>
                <a:moveTo>
                  <a:pt x="0" y="565009"/>
                </a:moveTo>
                <a:lnTo>
                  <a:pt x="2172647" y="565009"/>
                </a:lnTo>
                <a:lnTo>
                  <a:pt x="2172647" y="71823"/>
                </a:lnTo>
                <a:lnTo>
                  <a:pt x="2136736" y="71823"/>
                </a:lnTo>
                <a:lnTo>
                  <a:pt x="2136736" y="547053"/>
                </a:lnTo>
                <a:lnTo>
                  <a:pt x="2154691" y="529097"/>
                </a:lnTo>
                <a:lnTo>
                  <a:pt x="0" y="529097"/>
                </a:lnTo>
                <a:lnTo>
                  <a:pt x="0" y="56500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path-24">
            <a:extLst xmlns:a="http://schemas.openxmlformats.org/drawingml/2006/main">
              <a:ext uri="{FF2B5EF4-FFF2-40B4-BE49-F238E27FC236}">
                <a16:creationId xmlns:a16="http://schemas.microsoft.com/office/drawing/2014/main" id="{D8027298-23E1-4E2C-AACA-B30C1890A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4344" y="4470302"/>
            <a:ext cx="4976253" cy="680354"/>
          </a:xfrm>
          <a:custGeom xmlns:a="http://schemas.openxmlformats.org/drawingml/2006/main">
            <a:pathLst>
              <a:path w="4123839" h="563812">
                <a:moveTo>
                  <a:pt x="4028074" y="143646"/>
                </a:moveTo>
                <a:lnTo>
                  <a:pt x="4075957" y="143646"/>
                </a:lnTo>
                <a:lnTo>
                  <a:pt x="4123839" y="143646"/>
                </a:lnTo>
                <a:lnTo>
                  <a:pt x="4075957" y="0"/>
                </a:lnTo>
                <a:lnTo>
                  <a:pt x="4028074" y="143646"/>
                </a:lnTo>
                <a:moveTo>
                  <a:pt x="0" y="563812"/>
                </a:moveTo>
                <a:lnTo>
                  <a:pt x="4093912" y="563812"/>
                </a:lnTo>
                <a:lnTo>
                  <a:pt x="4093912" y="71823"/>
                </a:lnTo>
                <a:lnTo>
                  <a:pt x="4058001" y="71823"/>
                </a:lnTo>
                <a:lnTo>
                  <a:pt x="4058001" y="545856"/>
                </a:lnTo>
                <a:lnTo>
                  <a:pt x="4075957" y="527900"/>
                </a:lnTo>
                <a:lnTo>
                  <a:pt x="0" y="527900"/>
                </a:lnTo>
                <a:lnTo>
                  <a:pt x="0" y="56381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" name="path-25">
            <a:extLst xmlns:a="http://schemas.openxmlformats.org/drawingml/2006/main">
              <a:ext uri="{FF2B5EF4-FFF2-40B4-BE49-F238E27FC236}">
                <a16:creationId xmlns:a16="http://schemas.microsoft.com/office/drawing/2014/main" id="{CB5AA935-530F-42DC-88D2-4946499A0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8083" y="3378271"/>
            <a:ext cx="115560" cy="599461"/>
          </a:xfrm>
          <a:custGeom xmlns:a="http://schemas.openxmlformats.org/drawingml/2006/main">
            <a:pathLst>
              <a:path w="95765" h="496776">
                <a:moveTo>
                  <a:pt x="0" y="143646"/>
                </a:moveTo>
                <a:lnTo>
                  <a:pt x="47883" y="143646"/>
                </a:lnTo>
                <a:lnTo>
                  <a:pt x="95765" y="143646"/>
                </a:lnTo>
                <a:lnTo>
                  <a:pt x="47883" y="0"/>
                </a:lnTo>
                <a:lnTo>
                  <a:pt x="0" y="143646"/>
                </a:lnTo>
                <a:moveTo>
                  <a:pt x="65838" y="496776"/>
                </a:moveTo>
                <a:lnTo>
                  <a:pt x="65838" y="389041"/>
                </a:lnTo>
                <a:lnTo>
                  <a:pt x="29927" y="389041"/>
                </a:lnTo>
                <a:lnTo>
                  <a:pt x="29927" y="496776"/>
                </a:lnTo>
                <a:lnTo>
                  <a:pt x="65838" y="496776"/>
                </a:lnTo>
                <a:moveTo>
                  <a:pt x="65838" y="353130"/>
                </a:moveTo>
                <a:lnTo>
                  <a:pt x="65838" y="245396"/>
                </a:lnTo>
                <a:lnTo>
                  <a:pt x="29927" y="245396"/>
                </a:lnTo>
                <a:lnTo>
                  <a:pt x="29927" y="353130"/>
                </a:lnTo>
                <a:lnTo>
                  <a:pt x="65838" y="353130"/>
                </a:lnTo>
                <a:moveTo>
                  <a:pt x="65838" y="209484"/>
                </a:moveTo>
                <a:lnTo>
                  <a:pt x="65838" y="101749"/>
                </a:lnTo>
                <a:lnTo>
                  <a:pt x="29927" y="101749"/>
                </a:lnTo>
                <a:lnTo>
                  <a:pt x="29927" y="209484"/>
                </a:lnTo>
                <a:lnTo>
                  <a:pt x="65838" y="20948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path-26">
            <a:extLst xmlns:a="http://schemas.openxmlformats.org/drawingml/2006/main">
              <a:ext uri="{FF2B5EF4-FFF2-40B4-BE49-F238E27FC236}">
                <a16:creationId xmlns:a16="http://schemas.microsoft.com/office/drawing/2014/main" id="{C8A70CFC-3DE9-48BB-B845-8CF7EA8C2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22353" y="4179961"/>
            <a:ext cx="1965946" cy="115559"/>
          </a:xfrm>
          <a:custGeom xmlns:a="http://schemas.openxmlformats.org/drawingml/2006/main">
            <a:pathLst>
              <a:path w="1629186" h="95764">
                <a:moveTo>
                  <a:pt x="143648" y="0"/>
                </a:moveTo>
                <a:lnTo>
                  <a:pt x="143648" y="47883"/>
                </a:lnTo>
                <a:lnTo>
                  <a:pt x="143648" y="95764"/>
                </a:lnTo>
                <a:lnTo>
                  <a:pt x="0" y="47883"/>
                </a:lnTo>
                <a:lnTo>
                  <a:pt x="143648" y="0"/>
                </a:lnTo>
                <a:moveTo>
                  <a:pt x="1629186" y="65838"/>
                </a:moveTo>
                <a:lnTo>
                  <a:pt x="1521452" y="65838"/>
                </a:lnTo>
                <a:lnTo>
                  <a:pt x="1521452" y="29927"/>
                </a:lnTo>
                <a:lnTo>
                  <a:pt x="1629186" y="29927"/>
                </a:lnTo>
                <a:lnTo>
                  <a:pt x="1629186" y="65838"/>
                </a:lnTo>
                <a:moveTo>
                  <a:pt x="1485541" y="65838"/>
                </a:moveTo>
                <a:lnTo>
                  <a:pt x="1377806" y="65838"/>
                </a:lnTo>
                <a:lnTo>
                  <a:pt x="1377806" y="29927"/>
                </a:lnTo>
                <a:lnTo>
                  <a:pt x="1485541" y="29927"/>
                </a:lnTo>
                <a:lnTo>
                  <a:pt x="1485541" y="65838"/>
                </a:lnTo>
                <a:moveTo>
                  <a:pt x="1341895" y="65838"/>
                </a:moveTo>
                <a:lnTo>
                  <a:pt x="1234160" y="65838"/>
                </a:lnTo>
                <a:lnTo>
                  <a:pt x="1234160" y="29927"/>
                </a:lnTo>
                <a:lnTo>
                  <a:pt x="1341895" y="29927"/>
                </a:lnTo>
                <a:lnTo>
                  <a:pt x="1341895" y="65838"/>
                </a:lnTo>
                <a:moveTo>
                  <a:pt x="1198249" y="65838"/>
                </a:moveTo>
                <a:lnTo>
                  <a:pt x="1090513" y="65838"/>
                </a:lnTo>
                <a:lnTo>
                  <a:pt x="1090513" y="29927"/>
                </a:lnTo>
                <a:lnTo>
                  <a:pt x="1198249" y="29927"/>
                </a:lnTo>
                <a:lnTo>
                  <a:pt x="1198249" y="65838"/>
                </a:lnTo>
                <a:moveTo>
                  <a:pt x="1054601" y="65838"/>
                </a:moveTo>
                <a:lnTo>
                  <a:pt x="946867" y="65838"/>
                </a:lnTo>
                <a:lnTo>
                  <a:pt x="946867" y="29927"/>
                </a:lnTo>
                <a:lnTo>
                  <a:pt x="1054601" y="29927"/>
                </a:lnTo>
                <a:lnTo>
                  <a:pt x="1054601" y="65838"/>
                </a:lnTo>
                <a:moveTo>
                  <a:pt x="910955" y="65838"/>
                </a:moveTo>
                <a:lnTo>
                  <a:pt x="803221" y="65838"/>
                </a:lnTo>
                <a:lnTo>
                  <a:pt x="803221" y="29927"/>
                </a:lnTo>
                <a:lnTo>
                  <a:pt x="910955" y="29927"/>
                </a:lnTo>
                <a:lnTo>
                  <a:pt x="910955" y="65838"/>
                </a:lnTo>
                <a:moveTo>
                  <a:pt x="767309" y="65838"/>
                </a:moveTo>
                <a:lnTo>
                  <a:pt x="659575" y="65838"/>
                </a:lnTo>
                <a:lnTo>
                  <a:pt x="659575" y="29927"/>
                </a:lnTo>
                <a:lnTo>
                  <a:pt x="767309" y="29927"/>
                </a:lnTo>
                <a:lnTo>
                  <a:pt x="767309" y="65838"/>
                </a:lnTo>
                <a:moveTo>
                  <a:pt x="623664" y="65838"/>
                </a:moveTo>
                <a:lnTo>
                  <a:pt x="515929" y="65838"/>
                </a:lnTo>
                <a:lnTo>
                  <a:pt x="515929" y="29927"/>
                </a:lnTo>
                <a:lnTo>
                  <a:pt x="623664" y="29927"/>
                </a:lnTo>
                <a:lnTo>
                  <a:pt x="623664" y="65838"/>
                </a:lnTo>
                <a:moveTo>
                  <a:pt x="480018" y="65838"/>
                </a:moveTo>
                <a:lnTo>
                  <a:pt x="372283" y="65838"/>
                </a:lnTo>
                <a:lnTo>
                  <a:pt x="372283" y="29927"/>
                </a:lnTo>
                <a:lnTo>
                  <a:pt x="480018" y="29927"/>
                </a:lnTo>
                <a:lnTo>
                  <a:pt x="480018" y="65838"/>
                </a:lnTo>
                <a:moveTo>
                  <a:pt x="336372" y="65838"/>
                </a:moveTo>
                <a:lnTo>
                  <a:pt x="228637" y="65838"/>
                </a:lnTo>
                <a:lnTo>
                  <a:pt x="228637" y="29927"/>
                </a:lnTo>
                <a:lnTo>
                  <a:pt x="336372" y="29927"/>
                </a:lnTo>
                <a:lnTo>
                  <a:pt x="336372" y="65838"/>
                </a:lnTo>
                <a:moveTo>
                  <a:pt x="192726" y="65838"/>
                </a:moveTo>
                <a:lnTo>
                  <a:pt x="84992" y="65838"/>
                </a:lnTo>
                <a:lnTo>
                  <a:pt x="84992" y="29927"/>
                </a:lnTo>
                <a:lnTo>
                  <a:pt x="192726" y="29927"/>
                </a:lnTo>
                <a:lnTo>
                  <a:pt x="192726" y="6583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27">
            <a:extLst xmlns:a="http://schemas.openxmlformats.org/drawingml/2006/main">
              <a:ext uri="{FF2B5EF4-FFF2-40B4-BE49-F238E27FC236}">
                <a16:creationId xmlns:a16="http://schemas.microsoft.com/office/drawing/2014/main" id="{19272AB6-E009-435E-9BC7-BAA048BB1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61073" y="3592056"/>
            <a:ext cx="1721827" cy="115558"/>
          </a:xfrm>
          <a:custGeom xmlns:a="http://schemas.openxmlformats.org/drawingml/2006/main">
            <a:pathLst>
              <a:path w="1426885" h="95763">
                <a:moveTo>
                  <a:pt x="1283239" y="95763"/>
                </a:moveTo>
                <a:lnTo>
                  <a:pt x="1283239" y="47882"/>
                </a:lnTo>
                <a:lnTo>
                  <a:pt x="1283239" y="0"/>
                </a:lnTo>
                <a:lnTo>
                  <a:pt x="1426885" y="47882"/>
                </a:lnTo>
                <a:lnTo>
                  <a:pt x="1283239" y="95763"/>
                </a:lnTo>
                <a:moveTo>
                  <a:pt x="0" y="29926"/>
                </a:moveTo>
                <a:lnTo>
                  <a:pt x="1355062" y="29926"/>
                </a:lnTo>
                <a:lnTo>
                  <a:pt x="1355062" y="65837"/>
                </a:lnTo>
                <a:lnTo>
                  <a:pt x="0" y="65837"/>
                </a:lnTo>
                <a:lnTo>
                  <a:pt x="0" y="29926"/>
                </a:lnTo>
              </a:path>
            </a:pathLst>
          </a:custGeom>
          <a:solidFill xmlns:a="http://schemas.openxmlformats.org/drawingml/2006/main">
            <a:srgbClr val="C81D31">
              <a:alpha val="9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text-28 Discretize">
            <a:extLst xmlns:a="http://schemas.openxmlformats.org/drawingml/2006/main">
              <a:ext uri="{FF2B5EF4-FFF2-40B4-BE49-F238E27FC236}">
                <a16:creationId xmlns:a16="http://schemas.microsoft.com/office/drawing/2014/main" id="{6740723E-DC6E-48E4-B803-3A01574FA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09808" y="3702603"/>
            <a:ext cx="1470207" cy="486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73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Discretize</a:t>
            </a:r>
          </a:p>
        </p:txBody>
      </p:sp>
      <p:sp>
        <p:nvSpPr>
          <p:cNvPr id="29" name="path-29">
            <a:extLst xmlns:a="http://schemas.openxmlformats.org/drawingml/2006/main">
              <a:ext uri="{FF2B5EF4-FFF2-40B4-BE49-F238E27FC236}">
                <a16:creationId xmlns:a16="http://schemas.microsoft.com/office/drawing/2014/main" id="{2D1A86FE-69C3-4686-AD98-4CB311549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2457" y="6162084"/>
            <a:ext cx="1709115" cy="1785384"/>
          </a:xfrm>
          <a:custGeom xmlns:a="http://schemas.openxmlformats.org/drawingml/2006/main">
            <a:pathLst>
              <a:path w="1416350" h="1479554">
                <a:moveTo>
                  <a:pt x="0" y="0"/>
                </a:moveTo>
                <a:lnTo>
                  <a:pt x="0" y="1479554"/>
                </a:lnTo>
                <a:lnTo>
                  <a:pt x="1416350" y="1479554"/>
                </a:lnTo>
                <a:lnTo>
                  <a:pt x="141635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path-30">
            <a:extLst xmlns:a="http://schemas.openxmlformats.org/drawingml/2006/main">
              <a:ext uri="{FF2B5EF4-FFF2-40B4-BE49-F238E27FC236}">
                <a16:creationId xmlns:a16="http://schemas.microsoft.com/office/drawing/2014/main" id="{A0C54B6E-D46F-4C77-9CBB-DDA51F269A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0501" y="6138683"/>
            <a:ext cx="1752161" cy="1831609"/>
          </a:xfrm>
          <a:custGeom xmlns:a="http://schemas.openxmlformats.org/drawingml/2006/main">
            <a:pathLst>
              <a:path w="1452023" h="1517861">
                <a:moveTo>
                  <a:pt x="1452023" y="0"/>
                </a:moveTo>
                <a:lnTo>
                  <a:pt x="1452023" y="1517861"/>
                </a:lnTo>
                <a:lnTo>
                  <a:pt x="0" y="1517861"/>
                </a:lnTo>
                <a:lnTo>
                  <a:pt x="0" y="0"/>
                </a:lnTo>
                <a:lnTo>
                  <a:pt x="1452023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1499905"/>
                </a:lnTo>
                <a:lnTo>
                  <a:pt x="17956" y="1481949"/>
                </a:lnTo>
                <a:lnTo>
                  <a:pt x="1434067" y="1481949"/>
                </a:lnTo>
                <a:lnTo>
                  <a:pt x="1416111" y="1499905"/>
                </a:lnTo>
                <a:lnTo>
                  <a:pt x="1416111" y="17956"/>
                </a:lnTo>
                <a:lnTo>
                  <a:pt x="1434067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31">
            <a:extLst xmlns:a="http://schemas.openxmlformats.org/drawingml/2006/main">
              <a:ext uri="{FF2B5EF4-FFF2-40B4-BE49-F238E27FC236}">
                <a16:creationId xmlns:a16="http://schemas.microsoft.com/office/drawing/2014/main" id="{D99A417E-DD7D-432A-BA1A-8553AD172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2457" y="6162084"/>
            <a:ext cx="426412" cy="450680"/>
          </a:xfrm>
          <a:custGeom xmlns:a="http://schemas.openxmlformats.org/drawingml/2006/main">
            <a:pathLst>
              <a:path w="353369" h="373480">
                <a:moveTo>
                  <a:pt x="0" y="0"/>
                </a:moveTo>
                <a:lnTo>
                  <a:pt x="0" y="373480"/>
                </a:lnTo>
                <a:lnTo>
                  <a:pt x="353369" y="373480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32">
            <a:extLst xmlns:a="http://schemas.openxmlformats.org/drawingml/2006/main">
              <a:ext uri="{FF2B5EF4-FFF2-40B4-BE49-F238E27FC236}">
                <a16:creationId xmlns:a16="http://schemas.microsoft.com/office/drawing/2014/main" id="{1A66737B-AE1D-4810-A6C2-2B508681E4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0501" y="6140128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path-33">
            <a:extLst xmlns:a="http://schemas.openxmlformats.org/drawingml/2006/main">
              <a:ext uri="{FF2B5EF4-FFF2-40B4-BE49-F238E27FC236}">
                <a16:creationId xmlns:a16="http://schemas.microsoft.com/office/drawing/2014/main" id="{1EE04E76-784C-4046-8DE7-616649820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2457" y="6612764"/>
            <a:ext cx="426412" cy="450680"/>
          </a:xfrm>
          <a:custGeom xmlns:a="http://schemas.openxmlformats.org/drawingml/2006/main">
            <a:pathLst>
              <a:path w="353369" h="373480">
                <a:moveTo>
                  <a:pt x="0" y="0"/>
                </a:moveTo>
                <a:lnTo>
                  <a:pt x="0" y="373480"/>
                </a:lnTo>
                <a:lnTo>
                  <a:pt x="353369" y="373480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path-34">
            <a:extLst xmlns:a="http://schemas.openxmlformats.org/drawingml/2006/main">
              <a:ext uri="{FF2B5EF4-FFF2-40B4-BE49-F238E27FC236}">
                <a16:creationId xmlns:a16="http://schemas.microsoft.com/office/drawing/2014/main" id="{3194F900-61E2-4F6D-BEAD-D95B1BF5B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0501" y="6592252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" name="path-35">
            <a:extLst xmlns:a="http://schemas.openxmlformats.org/drawingml/2006/main">
              <a:ext uri="{FF2B5EF4-FFF2-40B4-BE49-F238E27FC236}">
                <a16:creationId xmlns:a16="http://schemas.microsoft.com/office/drawing/2014/main" id="{4097333B-160F-49DA-BE92-2F79B5919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2457" y="7063443"/>
            <a:ext cx="426412" cy="450680"/>
          </a:xfrm>
          <a:custGeom xmlns:a="http://schemas.openxmlformats.org/drawingml/2006/main">
            <a:pathLst>
              <a:path w="353369" h="373480">
                <a:moveTo>
                  <a:pt x="0" y="0"/>
                </a:moveTo>
                <a:lnTo>
                  <a:pt x="0" y="373480"/>
                </a:lnTo>
                <a:lnTo>
                  <a:pt x="353369" y="373480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path-36">
            <a:extLst xmlns:a="http://schemas.openxmlformats.org/drawingml/2006/main">
              <a:ext uri="{FF2B5EF4-FFF2-40B4-BE49-F238E27FC236}">
                <a16:creationId xmlns:a16="http://schemas.microsoft.com/office/drawing/2014/main" id="{59BADF56-C57F-409A-81C8-78EE4FCEB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0501" y="7041487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path-37">
            <a:extLst xmlns:a="http://schemas.openxmlformats.org/drawingml/2006/main">
              <a:ext uri="{FF2B5EF4-FFF2-40B4-BE49-F238E27FC236}">
                <a16:creationId xmlns:a16="http://schemas.microsoft.com/office/drawing/2014/main" id="{B2E39547-B364-46F5-A768-90D301E8F4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2457" y="7514123"/>
            <a:ext cx="426412" cy="447213"/>
          </a:xfrm>
          <a:custGeom xmlns:a="http://schemas.openxmlformats.org/drawingml/2006/main">
            <a:pathLst>
              <a:path w="353369" h="370607">
                <a:moveTo>
                  <a:pt x="0" y="0"/>
                </a:moveTo>
                <a:lnTo>
                  <a:pt x="0" y="370607"/>
                </a:lnTo>
                <a:lnTo>
                  <a:pt x="353369" y="370607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path-38">
            <a:extLst xmlns:a="http://schemas.openxmlformats.org/drawingml/2006/main">
              <a:ext uri="{FF2B5EF4-FFF2-40B4-BE49-F238E27FC236}">
                <a16:creationId xmlns:a16="http://schemas.microsoft.com/office/drawing/2014/main" id="{52A36B66-5220-47CE-AAF3-F5E9A530A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0501" y="7490721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path-39">
            <a:extLst xmlns:a="http://schemas.openxmlformats.org/drawingml/2006/main">
              <a:ext uri="{FF2B5EF4-FFF2-40B4-BE49-F238E27FC236}">
                <a16:creationId xmlns:a16="http://schemas.microsoft.com/office/drawing/2014/main" id="{345D5D2C-83A9-4F8F-BAA3-61E93F07A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8868" y="6162084"/>
            <a:ext cx="426412" cy="450680"/>
          </a:xfrm>
          <a:custGeom xmlns:a="http://schemas.openxmlformats.org/drawingml/2006/main">
            <a:pathLst>
              <a:path w="353369" h="373480">
                <a:moveTo>
                  <a:pt x="0" y="0"/>
                </a:moveTo>
                <a:lnTo>
                  <a:pt x="0" y="373480"/>
                </a:lnTo>
                <a:lnTo>
                  <a:pt x="353369" y="373480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" name="path-40">
            <a:extLst xmlns:a="http://schemas.openxmlformats.org/drawingml/2006/main">
              <a:ext uri="{FF2B5EF4-FFF2-40B4-BE49-F238E27FC236}">
                <a16:creationId xmlns:a16="http://schemas.microsoft.com/office/drawing/2014/main" id="{CC37182D-88F4-4597-8E35-0EF0FB19A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7693" y="6140128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" name="path-41">
            <a:extLst xmlns:a="http://schemas.openxmlformats.org/drawingml/2006/main">
              <a:ext uri="{FF2B5EF4-FFF2-40B4-BE49-F238E27FC236}">
                <a16:creationId xmlns:a16="http://schemas.microsoft.com/office/drawing/2014/main" id="{DE652FB0-3458-4F17-A63E-B8CD4EE38D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8868" y="6612764"/>
            <a:ext cx="426412" cy="450680"/>
          </a:xfrm>
          <a:custGeom xmlns:a="http://schemas.openxmlformats.org/drawingml/2006/main">
            <a:pathLst>
              <a:path w="353369" h="373480">
                <a:moveTo>
                  <a:pt x="0" y="0"/>
                </a:moveTo>
                <a:lnTo>
                  <a:pt x="0" y="373480"/>
                </a:lnTo>
                <a:lnTo>
                  <a:pt x="353369" y="373480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" name="path-42">
            <a:extLst xmlns:a="http://schemas.openxmlformats.org/drawingml/2006/main">
              <a:ext uri="{FF2B5EF4-FFF2-40B4-BE49-F238E27FC236}">
                <a16:creationId xmlns:a16="http://schemas.microsoft.com/office/drawing/2014/main" id="{A269600B-B536-4B3C-9FF5-FB391DE1D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7693" y="6592252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path-43">
            <a:extLst xmlns:a="http://schemas.openxmlformats.org/drawingml/2006/main">
              <a:ext uri="{FF2B5EF4-FFF2-40B4-BE49-F238E27FC236}">
                <a16:creationId xmlns:a16="http://schemas.microsoft.com/office/drawing/2014/main" id="{9AA28BD8-8661-40BC-8B8D-6D8FA1401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8868" y="7063443"/>
            <a:ext cx="426412" cy="450680"/>
          </a:xfrm>
          <a:custGeom xmlns:a="http://schemas.openxmlformats.org/drawingml/2006/main">
            <a:pathLst>
              <a:path w="353369" h="373480">
                <a:moveTo>
                  <a:pt x="0" y="0"/>
                </a:moveTo>
                <a:lnTo>
                  <a:pt x="0" y="373480"/>
                </a:lnTo>
                <a:lnTo>
                  <a:pt x="353369" y="373480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path-44">
            <a:extLst xmlns:a="http://schemas.openxmlformats.org/drawingml/2006/main">
              <a:ext uri="{FF2B5EF4-FFF2-40B4-BE49-F238E27FC236}">
                <a16:creationId xmlns:a16="http://schemas.microsoft.com/office/drawing/2014/main" id="{4FC9C927-B7BC-4776-8149-AD87A7D6C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7693" y="7041487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path-45">
            <a:extLst xmlns:a="http://schemas.openxmlformats.org/drawingml/2006/main">
              <a:ext uri="{FF2B5EF4-FFF2-40B4-BE49-F238E27FC236}">
                <a16:creationId xmlns:a16="http://schemas.microsoft.com/office/drawing/2014/main" id="{4F828B60-542B-4DB2-A70B-62D6A4190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8868" y="7514123"/>
            <a:ext cx="426412" cy="447213"/>
          </a:xfrm>
          <a:custGeom xmlns:a="http://schemas.openxmlformats.org/drawingml/2006/main">
            <a:pathLst>
              <a:path w="353369" h="370607">
                <a:moveTo>
                  <a:pt x="0" y="0"/>
                </a:moveTo>
                <a:lnTo>
                  <a:pt x="0" y="370607"/>
                </a:lnTo>
                <a:lnTo>
                  <a:pt x="353369" y="370607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" name="path-46">
            <a:extLst xmlns:a="http://schemas.openxmlformats.org/drawingml/2006/main">
              <a:ext uri="{FF2B5EF4-FFF2-40B4-BE49-F238E27FC236}">
                <a16:creationId xmlns:a16="http://schemas.microsoft.com/office/drawing/2014/main" id="{3A4F3BD3-9329-48C3-BBE0-C736F0DD9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7693" y="7490721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" name="path-47">
            <a:extLst xmlns:a="http://schemas.openxmlformats.org/drawingml/2006/main">
              <a:ext uri="{FF2B5EF4-FFF2-40B4-BE49-F238E27FC236}">
                <a16:creationId xmlns:a16="http://schemas.microsoft.com/office/drawing/2014/main" id="{02EF5A77-8C9A-40B7-8E10-882C75E14B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55280" y="6162084"/>
            <a:ext cx="429880" cy="450680"/>
          </a:xfrm>
          <a:custGeom xmlns:a="http://schemas.openxmlformats.org/drawingml/2006/main">
            <a:pathLst>
              <a:path w="356243" h="373480">
                <a:moveTo>
                  <a:pt x="0" y="0"/>
                </a:moveTo>
                <a:lnTo>
                  <a:pt x="0" y="373480"/>
                </a:lnTo>
                <a:lnTo>
                  <a:pt x="356243" y="373480"/>
                </a:lnTo>
                <a:lnTo>
                  <a:pt x="356243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" name="path-48">
            <a:extLst xmlns:a="http://schemas.openxmlformats.org/drawingml/2006/main">
              <a:ext uri="{FF2B5EF4-FFF2-40B4-BE49-F238E27FC236}">
                <a16:creationId xmlns:a16="http://schemas.microsoft.com/office/drawing/2014/main" id="{EA7924F8-2D87-41B3-A44F-A36834E9D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4914" y="6140128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" name="path-49">
            <a:extLst xmlns:a="http://schemas.openxmlformats.org/drawingml/2006/main">
              <a:ext uri="{FF2B5EF4-FFF2-40B4-BE49-F238E27FC236}">
                <a16:creationId xmlns:a16="http://schemas.microsoft.com/office/drawing/2014/main" id="{31F4342B-D5C2-4A02-96D9-19C53F2C25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55280" y="6612764"/>
            <a:ext cx="429880" cy="450680"/>
          </a:xfrm>
          <a:custGeom xmlns:a="http://schemas.openxmlformats.org/drawingml/2006/main">
            <a:pathLst>
              <a:path w="356243" h="373480">
                <a:moveTo>
                  <a:pt x="0" y="0"/>
                </a:moveTo>
                <a:lnTo>
                  <a:pt x="0" y="373480"/>
                </a:lnTo>
                <a:lnTo>
                  <a:pt x="356243" y="373480"/>
                </a:lnTo>
                <a:lnTo>
                  <a:pt x="356243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" name="path-50">
            <a:extLst xmlns:a="http://schemas.openxmlformats.org/drawingml/2006/main">
              <a:ext uri="{FF2B5EF4-FFF2-40B4-BE49-F238E27FC236}">
                <a16:creationId xmlns:a16="http://schemas.microsoft.com/office/drawing/2014/main" id="{38EC69B2-43F0-4387-A1C5-8BDB2C564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4914" y="6592252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" name="path-51">
            <a:extLst xmlns:a="http://schemas.openxmlformats.org/drawingml/2006/main">
              <a:ext uri="{FF2B5EF4-FFF2-40B4-BE49-F238E27FC236}">
                <a16:creationId xmlns:a16="http://schemas.microsoft.com/office/drawing/2014/main" id="{19BABB73-EC5E-467B-BBF5-DC9FB2F45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55280" y="7063443"/>
            <a:ext cx="429880" cy="450680"/>
          </a:xfrm>
          <a:custGeom xmlns:a="http://schemas.openxmlformats.org/drawingml/2006/main">
            <a:pathLst>
              <a:path w="356243" h="373480">
                <a:moveTo>
                  <a:pt x="0" y="0"/>
                </a:moveTo>
                <a:lnTo>
                  <a:pt x="0" y="373480"/>
                </a:lnTo>
                <a:lnTo>
                  <a:pt x="356243" y="373480"/>
                </a:lnTo>
                <a:lnTo>
                  <a:pt x="356243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" name="path-52">
            <a:extLst xmlns:a="http://schemas.openxmlformats.org/drawingml/2006/main">
              <a:ext uri="{FF2B5EF4-FFF2-40B4-BE49-F238E27FC236}">
                <a16:creationId xmlns:a16="http://schemas.microsoft.com/office/drawing/2014/main" id="{073AC3CB-6844-40F8-A9CC-D64507247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4914" y="7041487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" name="path-53">
            <a:extLst xmlns:a="http://schemas.openxmlformats.org/drawingml/2006/main">
              <a:ext uri="{FF2B5EF4-FFF2-40B4-BE49-F238E27FC236}">
                <a16:creationId xmlns:a16="http://schemas.microsoft.com/office/drawing/2014/main" id="{0C80C5D6-E603-4247-BCCD-1E9A7EE38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55280" y="7514123"/>
            <a:ext cx="429880" cy="447213"/>
          </a:xfrm>
          <a:custGeom xmlns:a="http://schemas.openxmlformats.org/drawingml/2006/main">
            <a:pathLst>
              <a:path w="356243" h="370607">
                <a:moveTo>
                  <a:pt x="0" y="0"/>
                </a:moveTo>
                <a:lnTo>
                  <a:pt x="0" y="370607"/>
                </a:lnTo>
                <a:lnTo>
                  <a:pt x="356243" y="370607"/>
                </a:lnTo>
                <a:lnTo>
                  <a:pt x="356243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path-54">
            <a:extLst xmlns:a="http://schemas.openxmlformats.org/drawingml/2006/main">
              <a:ext uri="{FF2B5EF4-FFF2-40B4-BE49-F238E27FC236}">
                <a16:creationId xmlns:a16="http://schemas.microsoft.com/office/drawing/2014/main" id="{82140375-ACC1-4384-9B8E-A08678273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4914" y="7490721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5">
            <a:extLst xmlns:a="http://schemas.openxmlformats.org/drawingml/2006/main">
              <a:ext uri="{FF2B5EF4-FFF2-40B4-BE49-F238E27FC236}">
                <a16:creationId xmlns:a16="http://schemas.microsoft.com/office/drawing/2014/main" id="{97B87BC8-364B-4E7F-A004-29ABEE8EA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5160" y="6162084"/>
            <a:ext cx="426412" cy="450680"/>
          </a:xfrm>
          <a:custGeom xmlns:a="http://schemas.openxmlformats.org/drawingml/2006/main">
            <a:pathLst>
              <a:path w="353369" h="373480">
                <a:moveTo>
                  <a:pt x="0" y="0"/>
                </a:moveTo>
                <a:lnTo>
                  <a:pt x="0" y="373480"/>
                </a:lnTo>
                <a:lnTo>
                  <a:pt x="353369" y="373480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path-56">
            <a:extLst xmlns:a="http://schemas.openxmlformats.org/drawingml/2006/main">
              <a:ext uri="{FF2B5EF4-FFF2-40B4-BE49-F238E27FC236}">
                <a16:creationId xmlns:a16="http://schemas.microsoft.com/office/drawing/2014/main" id="{466FAB90-632B-49EB-8508-68E02A667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2135" y="6140128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path-57">
            <a:extLst xmlns:a="http://schemas.openxmlformats.org/drawingml/2006/main">
              <a:ext uri="{FF2B5EF4-FFF2-40B4-BE49-F238E27FC236}">
                <a16:creationId xmlns:a16="http://schemas.microsoft.com/office/drawing/2014/main" id="{E3B0DBDB-D114-430A-BBCE-860C33A59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5160" y="6612764"/>
            <a:ext cx="426412" cy="450680"/>
          </a:xfrm>
          <a:custGeom xmlns:a="http://schemas.openxmlformats.org/drawingml/2006/main">
            <a:pathLst>
              <a:path w="353369" h="373480">
                <a:moveTo>
                  <a:pt x="0" y="0"/>
                </a:moveTo>
                <a:lnTo>
                  <a:pt x="0" y="373480"/>
                </a:lnTo>
                <a:lnTo>
                  <a:pt x="353369" y="373480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" name="path-58">
            <a:extLst xmlns:a="http://schemas.openxmlformats.org/drawingml/2006/main">
              <a:ext uri="{FF2B5EF4-FFF2-40B4-BE49-F238E27FC236}">
                <a16:creationId xmlns:a16="http://schemas.microsoft.com/office/drawing/2014/main" id="{6637A1CC-1B19-4562-A700-15F8A20E5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2135" y="6592252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" name="path-59">
            <a:extLst xmlns:a="http://schemas.openxmlformats.org/drawingml/2006/main">
              <a:ext uri="{FF2B5EF4-FFF2-40B4-BE49-F238E27FC236}">
                <a16:creationId xmlns:a16="http://schemas.microsoft.com/office/drawing/2014/main" id="{04377654-66F1-4F02-9516-BFBFD9255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5160" y="7063443"/>
            <a:ext cx="426412" cy="450680"/>
          </a:xfrm>
          <a:custGeom xmlns:a="http://schemas.openxmlformats.org/drawingml/2006/main">
            <a:pathLst>
              <a:path w="353369" h="373480">
                <a:moveTo>
                  <a:pt x="0" y="0"/>
                </a:moveTo>
                <a:lnTo>
                  <a:pt x="0" y="373480"/>
                </a:lnTo>
                <a:lnTo>
                  <a:pt x="353369" y="373480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path-60">
            <a:extLst xmlns:a="http://schemas.openxmlformats.org/drawingml/2006/main">
              <a:ext uri="{FF2B5EF4-FFF2-40B4-BE49-F238E27FC236}">
                <a16:creationId xmlns:a16="http://schemas.microsoft.com/office/drawing/2014/main" id="{71BAD640-7C76-48BE-B1EC-D89E3D2AA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2135" y="7041487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path-61">
            <a:extLst xmlns:a="http://schemas.openxmlformats.org/drawingml/2006/main">
              <a:ext uri="{FF2B5EF4-FFF2-40B4-BE49-F238E27FC236}">
                <a16:creationId xmlns:a16="http://schemas.microsoft.com/office/drawing/2014/main" id="{092CFFF9-2475-4952-98C7-3ADF167C7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5160" y="7514123"/>
            <a:ext cx="426412" cy="447213"/>
          </a:xfrm>
          <a:custGeom xmlns:a="http://schemas.openxmlformats.org/drawingml/2006/main">
            <a:pathLst>
              <a:path w="353369" h="370607">
                <a:moveTo>
                  <a:pt x="0" y="0"/>
                </a:moveTo>
                <a:lnTo>
                  <a:pt x="0" y="370607"/>
                </a:lnTo>
                <a:lnTo>
                  <a:pt x="353369" y="370607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" name="path-62">
            <a:extLst xmlns:a="http://schemas.openxmlformats.org/drawingml/2006/main">
              <a:ext uri="{FF2B5EF4-FFF2-40B4-BE49-F238E27FC236}">
                <a16:creationId xmlns:a16="http://schemas.microsoft.com/office/drawing/2014/main" id="{A2C0050B-AF88-4011-90AF-8A3743179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2135" y="7490721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" name="path-63">
            <a:extLst xmlns:a="http://schemas.openxmlformats.org/drawingml/2006/main">
              <a:ext uri="{FF2B5EF4-FFF2-40B4-BE49-F238E27FC236}">
                <a16:creationId xmlns:a16="http://schemas.microsoft.com/office/drawing/2014/main" id="{CBAD3BC1-0401-4D50-8BBF-2BEA82C68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6980" y="6404757"/>
            <a:ext cx="1709115" cy="1788851"/>
          </a:xfrm>
          <a:custGeom xmlns:a="http://schemas.openxmlformats.org/drawingml/2006/main">
            <a:pathLst>
              <a:path w="1416350" h="1482428">
                <a:moveTo>
                  <a:pt x="0" y="0"/>
                </a:moveTo>
                <a:lnTo>
                  <a:pt x="0" y="1482428"/>
                </a:lnTo>
                <a:lnTo>
                  <a:pt x="1416350" y="1482428"/>
                </a:lnTo>
                <a:lnTo>
                  <a:pt x="141635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path-64">
            <a:extLst xmlns:a="http://schemas.openxmlformats.org/drawingml/2006/main">
              <a:ext uri="{FF2B5EF4-FFF2-40B4-BE49-F238E27FC236}">
                <a16:creationId xmlns:a16="http://schemas.microsoft.com/office/drawing/2014/main" id="{B822C8BE-DA86-4698-9333-7565BF8F7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5602" y="6384246"/>
            <a:ext cx="1752161" cy="1831607"/>
          </a:xfrm>
          <a:custGeom xmlns:a="http://schemas.openxmlformats.org/drawingml/2006/main">
            <a:pathLst>
              <a:path w="1452023" h="1517859">
                <a:moveTo>
                  <a:pt x="1452023" y="0"/>
                </a:moveTo>
                <a:lnTo>
                  <a:pt x="1452023" y="1517859"/>
                </a:lnTo>
                <a:lnTo>
                  <a:pt x="0" y="1517859"/>
                </a:lnTo>
                <a:lnTo>
                  <a:pt x="0" y="0"/>
                </a:lnTo>
                <a:lnTo>
                  <a:pt x="1452023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1499903"/>
                </a:lnTo>
                <a:lnTo>
                  <a:pt x="17956" y="1481948"/>
                </a:lnTo>
                <a:lnTo>
                  <a:pt x="1434067" y="1481948"/>
                </a:lnTo>
                <a:lnTo>
                  <a:pt x="1416111" y="1499903"/>
                </a:lnTo>
                <a:lnTo>
                  <a:pt x="1416111" y="17956"/>
                </a:lnTo>
                <a:lnTo>
                  <a:pt x="1434067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" name="path-65">
            <a:extLst xmlns:a="http://schemas.openxmlformats.org/drawingml/2006/main">
              <a:ext uri="{FF2B5EF4-FFF2-40B4-BE49-F238E27FC236}">
                <a16:creationId xmlns:a16="http://schemas.microsoft.com/office/drawing/2014/main" id="{4981E5C2-D475-468B-B581-1015D1B3F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6980" y="6408225"/>
            <a:ext cx="426412" cy="447212"/>
          </a:xfrm>
          <a:custGeom xmlns:a="http://schemas.openxmlformats.org/drawingml/2006/main">
            <a:pathLst>
              <a:path w="353369" h="370607">
                <a:moveTo>
                  <a:pt x="0" y="0"/>
                </a:moveTo>
                <a:lnTo>
                  <a:pt x="0" y="370607"/>
                </a:lnTo>
                <a:lnTo>
                  <a:pt x="353369" y="370607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" name="path-66">
            <a:extLst xmlns:a="http://schemas.openxmlformats.org/drawingml/2006/main">
              <a:ext uri="{FF2B5EF4-FFF2-40B4-BE49-F238E27FC236}">
                <a16:creationId xmlns:a16="http://schemas.microsoft.com/office/drawing/2014/main" id="{A9F42E1F-DE0F-4091-9F67-74DF32EF8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5602" y="6385690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" name="path-67">
            <a:extLst xmlns:a="http://schemas.openxmlformats.org/drawingml/2006/main">
              <a:ext uri="{FF2B5EF4-FFF2-40B4-BE49-F238E27FC236}">
                <a16:creationId xmlns:a16="http://schemas.microsoft.com/office/drawing/2014/main" id="{34FFF597-E69B-4ED9-A484-94386C49A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6980" y="6858903"/>
            <a:ext cx="426412" cy="450679"/>
          </a:xfrm>
          <a:custGeom xmlns:a="http://schemas.openxmlformats.org/drawingml/2006/main">
            <a:pathLst>
              <a:path w="353369" h="373479">
                <a:moveTo>
                  <a:pt x="0" y="0"/>
                </a:moveTo>
                <a:lnTo>
                  <a:pt x="0" y="373479"/>
                </a:lnTo>
                <a:lnTo>
                  <a:pt x="353369" y="373479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" name="path-68">
            <a:extLst xmlns:a="http://schemas.openxmlformats.org/drawingml/2006/main">
              <a:ext uri="{FF2B5EF4-FFF2-40B4-BE49-F238E27FC236}">
                <a16:creationId xmlns:a16="http://schemas.microsoft.com/office/drawing/2014/main" id="{6A58EC66-9EAF-430A-9563-DD97F0AE5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5602" y="6837813"/>
            <a:ext cx="470556" cy="492570"/>
          </a:xfrm>
          <a:custGeom xmlns:a="http://schemas.openxmlformats.org/drawingml/2006/main">
            <a:pathLst>
              <a:path w="389951" h="408195">
                <a:moveTo>
                  <a:pt x="389951" y="0"/>
                </a:moveTo>
                <a:lnTo>
                  <a:pt x="389951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9"/>
                </a:lnTo>
                <a:lnTo>
                  <a:pt x="17956" y="372283"/>
                </a:lnTo>
                <a:lnTo>
                  <a:pt x="371996" y="372283"/>
                </a:lnTo>
                <a:lnTo>
                  <a:pt x="354040" y="390239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" name="path-69">
            <a:extLst xmlns:a="http://schemas.openxmlformats.org/drawingml/2006/main">
              <a:ext uri="{FF2B5EF4-FFF2-40B4-BE49-F238E27FC236}">
                <a16:creationId xmlns:a16="http://schemas.microsoft.com/office/drawing/2014/main" id="{AED38683-08FB-4310-9AE1-BC90BECD2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6980" y="7309582"/>
            <a:ext cx="426412" cy="447213"/>
          </a:xfrm>
          <a:custGeom xmlns:a="http://schemas.openxmlformats.org/drawingml/2006/main">
            <a:pathLst>
              <a:path w="353369" h="370607">
                <a:moveTo>
                  <a:pt x="0" y="0"/>
                </a:moveTo>
                <a:lnTo>
                  <a:pt x="0" y="370607"/>
                </a:lnTo>
                <a:lnTo>
                  <a:pt x="353369" y="370607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path-70">
            <a:extLst xmlns:a="http://schemas.openxmlformats.org/drawingml/2006/main">
              <a:ext uri="{FF2B5EF4-FFF2-40B4-BE49-F238E27FC236}">
                <a16:creationId xmlns:a16="http://schemas.microsoft.com/office/drawing/2014/main" id="{DC1D992C-CF25-4540-833C-1CEF93AFD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5602" y="7287049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71">
            <a:extLst xmlns:a="http://schemas.openxmlformats.org/drawingml/2006/main">
              <a:ext uri="{FF2B5EF4-FFF2-40B4-BE49-F238E27FC236}">
                <a16:creationId xmlns:a16="http://schemas.microsoft.com/office/drawing/2014/main" id="{64580375-72EE-4A50-804A-6D732B370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6980" y="7756796"/>
            <a:ext cx="426412" cy="450679"/>
          </a:xfrm>
          <a:custGeom xmlns:a="http://schemas.openxmlformats.org/drawingml/2006/main">
            <a:pathLst>
              <a:path w="353369" h="373479">
                <a:moveTo>
                  <a:pt x="0" y="0"/>
                </a:moveTo>
                <a:lnTo>
                  <a:pt x="0" y="373479"/>
                </a:lnTo>
                <a:lnTo>
                  <a:pt x="353369" y="373479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path-72">
            <a:extLst xmlns:a="http://schemas.openxmlformats.org/drawingml/2006/main">
              <a:ext uri="{FF2B5EF4-FFF2-40B4-BE49-F238E27FC236}">
                <a16:creationId xmlns:a16="http://schemas.microsoft.com/office/drawing/2014/main" id="{ECB76DFE-C90D-4585-93C1-B8165CFC9C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5602" y="7736284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" name="path-73">
            <a:extLst xmlns:a="http://schemas.openxmlformats.org/drawingml/2006/main">
              <a:ext uri="{FF2B5EF4-FFF2-40B4-BE49-F238E27FC236}">
                <a16:creationId xmlns:a16="http://schemas.microsoft.com/office/drawing/2014/main" id="{C152AADE-539F-44D1-98A9-98BF4A593D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13392" y="6408225"/>
            <a:ext cx="429880" cy="447212"/>
          </a:xfrm>
          <a:custGeom xmlns:a="http://schemas.openxmlformats.org/drawingml/2006/main">
            <a:pathLst>
              <a:path w="356243" h="370607">
                <a:moveTo>
                  <a:pt x="0" y="0"/>
                </a:moveTo>
                <a:lnTo>
                  <a:pt x="0" y="370607"/>
                </a:lnTo>
                <a:lnTo>
                  <a:pt x="356243" y="370607"/>
                </a:lnTo>
                <a:lnTo>
                  <a:pt x="356243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" name="path-74">
            <a:extLst xmlns:a="http://schemas.openxmlformats.org/drawingml/2006/main">
              <a:ext uri="{FF2B5EF4-FFF2-40B4-BE49-F238E27FC236}">
                <a16:creationId xmlns:a16="http://schemas.microsoft.com/office/drawing/2014/main" id="{C5A14BE8-9DA8-454F-9D0C-50213175C3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92794" y="6385690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" name="path-75">
            <a:extLst xmlns:a="http://schemas.openxmlformats.org/drawingml/2006/main">
              <a:ext uri="{FF2B5EF4-FFF2-40B4-BE49-F238E27FC236}">
                <a16:creationId xmlns:a16="http://schemas.microsoft.com/office/drawing/2014/main" id="{6EB88A81-9023-4CFE-8886-C0C0746CB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13392" y="6858903"/>
            <a:ext cx="429880" cy="450679"/>
          </a:xfrm>
          <a:custGeom xmlns:a="http://schemas.openxmlformats.org/drawingml/2006/main">
            <a:pathLst>
              <a:path w="356243" h="373479">
                <a:moveTo>
                  <a:pt x="0" y="0"/>
                </a:moveTo>
                <a:lnTo>
                  <a:pt x="0" y="373479"/>
                </a:lnTo>
                <a:lnTo>
                  <a:pt x="356243" y="373479"/>
                </a:lnTo>
                <a:lnTo>
                  <a:pt x="356243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" name="path-76">
            <a:extLst xmlns:a="http://schemas.openxmlformats.org/drawingml/2006/main">
              <a:ext uri="{FF2B5EF4-FFF2-40B4-BE49-F238E27FC236}">
                <a16:creationId xmlns:a16="http://schemas.microsoft.com/office/drawing/2014/main" id="{329CA7F0-546D-48B1-83BC-BA0019A63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92794" y="6837813"/>
            <a:ext cx="470556" cy="492570"/>
          </a:xfrm>
          <a:custGeom xmlns:a="http://schemas.openxmlformats.org/drawingml/2006/main">
            <a:pathLst>
              <a:path w="389951" h="408195">
                <a:moveTo>
                  <a:pt x="389951" y="0"/>
                </a:moveTo>
                <a:lnTo>
                  <a:pt x="389951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9"/>
                </a:lnTo>
                <a:lnTo>
                  <a:pt x="17956" y="372283"/>
                </a:lnTo>
                <a:lnTo>
                  <a:pt x="371996" y="372283"/>
                </a:lnTo>
                <a:lnTo>
                  <a:pt x="354040" y="390239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" name="path-77">
            <a:extLst xmlns:a="http://schemas.openxmlformats.org/drawingml/2006/main">
              <a:ext uri="{FF2B5EF4-FFF2-40B4-BE49-F238E27FC236}">
                <a16:creationId xmlns:a16="http://schemas.microsoft.com/office/drawing/2014/main" id="{405E66D6-29C2-4105-929B-B2ECEF0B5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13392" y="7309582"/>
            <a:ext cx="429880" cy="447213"/>
          </a:xfrm>
          <a:custGeom xmlns:a="http://schemas.openxmlformats.org/drawingml/2006/main">
            <a:pathLst>
              <a:path w="356243" h="370607">
                <a:moveTo>
                  <a:pt x="0" y="0"/>
                </a:moveTo>
                <a:lnTo>
                  <a:pt x="0" y="370607"/>
                </a:lnTo>
                <a:lnTo>
                  <a:pt x="356243" y="370607"/>
                </a:lnTo>
                <a:lnTo>
                  <a:pt x="356243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" name="path-78">
            <a:extLst xmlns:a="http://schemas.openxmlformats.org/drawingml/2006/main">
              <a:ext uri="{FF2B5EF4-FFF2-40B4-BE49-F238E27FC236}">
                <a16:creationId xmlns:a16="http://schemas.microsoft.com/office/drawing/2014/main" id="{8926E045-A259-47D7-A075-04171A48D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92794" y="7287049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" name="path-79">
            <a:extLst xmlns:a="http://schemas.openxmlformats.org/drawingml/2006/main">
              <a:ext uri="{FF2B5EF4-FFF2-40B4-BE49-F238E27FC236}">
                <a16:creationId xmlns:a16="http://schemas.microsoft.com/office/drawing/2014/main" id="{7FE5E7B2-A997-4E95-9DE0-115A7399B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13392" y="7756796"/>
            <a:ext cx="429880" cy="450679"/>
          </a:xfrm>
          <a:custGeom xmlns:a="http://schemas.openxmlformats.org/drawingml/2006/main">
            <a:pathLst>
              <a:path w="356243" h="373479">
                <a:moveTo>
                  <a:pt x="0" y="0"/>
                </a:moveTo>
                <a:lnTo>
                  <a:pt x="0" y="373479"/>
                </a:lnTo>
                <a:lnTo>
                  <a:pt x="356243" y="373479"/>
                </a:lnTo>
                <a:lnTo>
                  <a:pt x="356243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" name="path-80">
            <a:extLst xmlns:a="http://schemas.openxmlformats.org/drawingml/2006/main">
              <a:ext uri="{FF2B5EF4-FFF2-40B4-BE49-F238E27FC236}">
                <a16:creationId xmlns:a16="http://schemas.microsoft.com/office/drawing/2014/main" id="{02572D0B-884C-47B3-AAAE-2404F0129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92794" y="7736284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81">
            <a:extLst xmlns:a="http://schemas.openxmlformats.org/drawingml/2006/main">
              <a:ext uri="{FF2B5EF4-FFF2-40B4-BE49-F238E27FC236}">
                <a16:creationId xmlns:a16="http://schemas.microsoft.com/office/drawing/2014/main" id="{3BFABCBD-1A2F-4D08-9038-643BFFA52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3272" y="6408225"/>
            <a:ext cx="426412" cy="447212"/>
          </a:xfrm>
          <a:custGeom xmlns:a="http://schemas.openxmlformats.org/drawingml/2006/main">
            <a:pathLst>
              <a:path w="353369" h="370607">
                <a:moveTo>
                  <a:pt x="0" y="0"/>
                </a:moveTo>
                <a:lnTo>
                  <a:pt x="0" y="370607"/>
                </a:lnTo>
                <a:lnTo>
                  <a:pt x="353369" y="370607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path-82">
            <a:extLst xmlns:a="http://schemas.openxmlformats.org/drawingml/2006/main">
              <a:ext uri="{FF2B5EF4-FFF2-40B4-BE49-F238E27FC236}">
                <a16:creationId xmlns:a16="http://schemas.microsoft.com/office/drawing/2014/main" id="{6C74506B-5A44-40A2-A980-51B8F48BD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0015" y="6385690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" name="path-83">
            <a:extLst xmlns:a="http://schemas.openxmlformats.org/drawingml/2006/main">
              <a:ext uri="{FF2B5EF4-FFF2-40B4-BE49-F238E27FC236}">
                <a16:creationId xmlns:a16="http://schemas.microsoft.com/office/drawing/2014/main" id="{B5F12701-C66A-43EC-8897-B50162F42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3272" y="6858903"/>
            <a:ext cx="426412" cy="450679"/>
          </a:xfrm>
          <a:custGeom xmlns:a="http://schemas.openxmlformats.org/drawingml/2006/main">
            <a:pathLst>
              <a:path w="353369" h="373479">
                <a:moveTo>
                  <a:pt x="0" y="0"/>
                </a:moveTo>
                <a:lnTo>
                  <a:pt x="0" y="373479"/>
                </a:lnTo>
                <a:lnTo>
                  <a:pt x="353369" y="373479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84">
            <a:extLst xmlns:a="http://schemas.openxmlformats.org/drawingml/2006/main">
              <a:ext uri="{FF2B5EF4-FFF2-40B4-BE49-F238E27FC236}">
                <a16:creationId xmlns:a16="http://schemas.microsoft.com/office/drawing/2014/main" id="{0CC62E9D-6F1A-44FA-B9E8-C1774FB810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0015" y="6837813"/>
            <a:ext cx="470556" cy="492570"/>
          </a:xfrm>
          <a:custGeom xmlns:a="http://schemas.openxmlformats.org/drawingml/2006/main">
            <a:pathLst>
              <a:path w="389951" h="408195">
                <a:moveTo>
                  <a:pt x="389951" y="0"/>
                </a:moveTo>
                <a:lnTo>
                  <a:pt x="389951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9"/>
                </a:lnTo>
                <a:lnTo>
                  <a:pt x="17956" y="372283"/>
                </a:lnTo>
                <a:lnTo>
                  <a:pt x="371996" y="372283"/>
                </a:lnTo>
                <a:lnTo>
                  <a:pt x="354040" y="390239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85">
            <a:extLst xmlns:a="http://schemas.openxmlformats.org/drawingml/2006/main">
              <a:ext uri="{FF2B5EF4-FFF2-40B4-BE49-F238E27FC236}">
                <a16:creationId xmlns:a16="http://schemas.microsoft.com/office/drawing/2014/main" id="{38E79350-BD74-4B1D-BACE-95FA3B4C7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3272" y="7309582"/>
            <a:ext cx="426412" cy="447213"/>
          </a:xfrm>
          <a:custGeom xmlns:a="http://schemas.openxmlformats.org/drawingml/2006/main">
            <a:pathLst>
              <a:path w="353369" h="370607">
                <a:moveTo>
                  <a:pt x="0" y="0"/>
                </a:moveTo>
                <a:lnTo>
                  <a:pt x="0" y="370607"/>
                </a:lnTo>
                <a:lnTo>
                  <a:pt x="353369" y="370607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" name="path-86">
            <a:extLst xmlns:a="http://schemas.openxmlformats.org/drawingml/2006/main">
              <a:ext uri="{FF2B5EF4-FFF2-40B4-BE49-F238E27FC236}">
                <a16:creationId xmlns:a16="http://schemas.microsoft.com/office/drawing/2014/main" id="{DC3F11BF-DFA0-45B3-B920-CF8648F10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0015" y="7287049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" name="path-87">
            <a:extLst xmlns:a="http://schemas.openxmlformats.org/drawingml/2006/main">
              <a:ext uri="{FF2B5EF4-FFF2-40B4-BE49-F238E27FC236}">
                <a16:creationId xmlns:a16="http://schemas.microsoft.com/office/drawing/2014/main" id="{36D41D11-05E5-410E-B89E-66E69FC9C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3272" y="7756796"/>
            <a:ext cx="426412" cy="450679"/>
          </a:xfrm>
          <a:custGeom xmlns:a="http://schemas.openxmlformats.org/drawingml/2006/main">
            <a:pathLst>
              <a:path w="353369" h="373479">
                <a:moveTo>
                  <a:pt x="0" y="0"/>
                </a:moveTo>
                <a:lnTo>
                  <a:pt x="0" y="373479"/>
                </a:lnTo>
                <a:lnTo>
                  <a:pt x="353369" y="373479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" name="path-88">
            <a:extLst xmlns:a="http://schemas.openxmlformats.org/drawingml/2006/main">
              <a:ext uri="{FF2B5EF4-FFF2-40B4-BE49-F238E27FC236}">
                <a16:creationId xmlns:a16="http://schemas.microsoft.com/office/drawing/2014/main" id="{B5098A48-09C6-46A2-9CF0-E36562C674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0015" y="7736284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" name="path-89">
            <a:extLst xmlns:a="http://schemas.openxmlformats.org/drawingml/2006/main">
              <a:ext uri="{FF2B5EF4-FFF2-40B4-BE49-F238E27FC236}">
                <a16:creationId xmlns:a16="http://schemas.microsoft.com/office/drawing/2014/main" id="{299CE27B-E22F-4938-9C05-76FD7C0A1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9684" y="6408225"/>
            <a:ext cx="426412" cy="447212"/>
          </a:xfrm>
          <a:custGeom xmlns:a="http://schemas.openxmlformats.org/drawingml/2006/main">
            <a:pathLst>
              <a:path w="353369" h="370607">
                <a:moveTo>
                  <a:pt x="0" y="0"/>
                </a:moveTo>
                <a:lnTo>
                  <a:pt x="0" y="370607"/>
                </a:lnTo>
                <a:lnTo>
                  <a:pt x="353369" y="370607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" name="path-90">
            <a:extLst xmlns:a="http://schemas.openxmlformats.org/drawingml/2006/main">
              <a:ext uri="{FF2B5EF4-FFF2-40B4-BE49-F238E27FC236}">
                <a16:creationId xmlns:a16="http://schemas.microsoft.com/office/drawing/2014/main" id="{29CD51E4-7A7B-4246-B3B9-AD9DE6F2AF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7207" y="6385690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" name="path-91">
            <a:extLst xmlns:a="http://schemas.openxmlformats.org/drawingml/2006/main">
              <a:ext uri="{FF2B5EF4-FFF2-40B4-BE49-F238E27FC236}">
                <a16:creationId xmlns:a16="http://schemas.microsoft.com/office/drawing/2014/main" id="{897ADBC2-E1CB-4CDF-810C-1971D8BA2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9684" y="6858903"/>
            <a:ext cx="426412" cy="450679"/>
          </a:xfrm>
          <a:custGeom xmlns:a="http://schemas.openxmlformats.org/drawingml/2006/main">
            <a:pathLst>
              <a:path w="353369" h="373479">
                <a:moveTo>
                  <a:pt x="0" y="0"/>
                </a:moveTo>
                <a:lnTo>
                  <a:pt x="0" y="373479"/>
                </a:lnTo>
                <a:lnTo>
                  <a:pt x="353369" y="373479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" name="path-92">
            <a:extLst xmlns:a="http://schemas.openxmlformats.org/drawingml/2006/main">
              <a:ext uri="{FF2B5EF4-FFF2-40B4-BE49-F238E27FC236}">
                <a16:creationId xmlns:a16="http://schemas.microsoft.com/office/drawing/2014/main" id="{85F2948C-E64C-40D7-94CE-92D38635F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7207" y="6837813"/>
            <a:ext cx="470556" cy="492570"/>
          </a:xfrm>
          <a:custGeom xmlns:a="http://schemas.openxmlformats.org/drawingml/2006/main">
            <a:pathLst>
              <a:path w="389951" h="408195">
                <a:moveTo>
                  <a:pt x="389951" y="0"/>
                </a:moveTo>
                <a:lnTo>
                  <a:pt x="389951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9"/>
                </a:lnTo>
                <a:lnTo>
                  <a:pt x="17956" y="372283"/>
                </a:lnTo>
                <a:lnTo>
                  <a:pt x="371996" y="372283"/>
                </a:lnTo>
                <a:lnTo>
                  <a:pt x="354040" y="390239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" name="path-93">
            <a:extLst xmlns:a="http://schemas.openxmlformats.org/drawingml/2006/main">
              <a:ext uri="{FF2B5EF4-FFF2-40B4-BE49-F238E27FC236}">
                <a16:creationId xmlns:a16="http://schemas.microsoft.com/office/drawing/2014/main" id="{B4A0F01D-669C-41CB-B00D-048D9DE0C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9684" y="7309582"/>
            <a:ext cx="426412" cy="447213"/>
          </a:xfrm>
          <a:custGeom xmlns:a="http://schemas.openxmlformats.org/drawingml/2006/main">
            <a:pathLst>
              <a:path w="353369" h="370607">
                <a:moveTo>
                  <a:pt x="0" y="0"/>
                </a:moveTo>
                <a:lnTo>
                  <a:pt x="0" y="370607"/>
                </a:lnTo>
                <a:lnTo>
                  <a:pt x="353369" y="370607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" name="path-94">
            <a:extLst xmlns:a="http://schemas.openxmlformats.org/drawingml/2006/main">
              <a:ext uri="{FF2B5EF4-FFF2-40B4-BE49-F238E27FC236}">
                <a16:creationId xmlns:a16="http://schemas.microsoft.com/office/drawing/2014/main" id="{12DC1A8B-FDDF-4FAE-AE23-9729D037A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7207" y="7287049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95">
            <a:extLst xmlns:a="http://schemas.openxmlformats.org/drawingml/2006/main">
              <a:ext uri="{FF2B5EF4-FFF2-40B4-BE49-F238E27FC236}">
                <a16:creationId xmlns:a16="http://schemas.microsoft.com/office/drawing/2014/main" id="{1D87C485-1515-40DA-8DB4-02EFE0610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9684" y="7756796"/>
            <a:ext cx="426412" cy="450679"/>
          </a:xfrm>
          <a:custGeom xmlns:a="http://schemas.openxmlformats.org/drawingml/2006/main">
            <a:pathLst>
              <a:path w="353369" h="373479">
                <a:moveTo>
                  <a:pt x="0" y="0"/>
                </a:moveTo>
                <a:lnTo>
                  <a:pt x="0" y="373479"/>
                </a:lnTo>
                <a:lnTo>
                  <a:pt x="353369" y="373479"/>
                </a:lnTo>
                <a:lnTo>
                  <a:pt x="353369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" name="path-96">
            <a:extLst xmlns:a="http://schemas.openxmlformats.org/drawingml/2006/main">
              <a:ext uri="{FF2B5EF4-FFF2-40B4-BE49-F238E27FC236}">
                <a16:creationId xmlns:a16="http://schemas.microsoft.com/office/drawing/2014/main" id="{A222587F-EABF-479B-86CF-30389D3F1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7207" y="7736284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" name="path-97">
            <a:extLst xmlns:a="http://schemas.openxmlformats.org/drawingml/2006/main">
              <a:ext uri="{FF2B5EF4-FFF2-40B4-BE49-F238E27FC236}">
                <a16:creationId xmlns:a16="http://schemas.microsoft.com/office/drawing/2014/main" id="{9F4A85E8-EF7B-4D76-9C3D-1F187D607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9097" y="6716765"/>
            <a:ext cx="1709115" cy="1788851"/>
          </a:xfrm>
          <a:custGeom xmlns:a="http://schemas.openxmlformats.org/drawingml/2006/main">
            <a:pathLst>
              <a:path w="1416350" h="1482428">
                <a:moveTo>
                  <a:pt x="0" y="0"/>
                </a:moveTo>
                <a:lnTo>
                  <a:pt x="0" y="1482428"/>
                </a:lnTo>
                <a:lnTo>
                  <a:pt x="1416350" y="1482428"/>
                </a:lnTo>
                <a:lnTo>
                  <a:pt x="141635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" name="path-98">
            <a:extLst xmlns:a="http://schemas.openxmlformats.org/drawingml/2006/main">
              <a:ext uri="{FF2B5EF4-FFF2-40B4-BE49-F238E27FC236}">
                <a16:creationId xmlns:a16="http://schemas.microsoft.com/office/drawing/2014/main" id="{BD554F46-BBC0-4B52-BCFA-E64F94038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7139" y="6696255"/>
            <a:ext cx="1752161" cy="1831607"/>
          </a:xfrm>
          <a:custGeom xmlns:a="http://schemas.openxmlformats.org/drawingml/2006/main">
            <a:pathLst>
              <a:path w="1452023" h="1517859">
                <a:moveTo>
                  <a:pt x="1452023" y="0"/>
                </a:moveTo>
                <a:lnTo>
                  <a:pt x="1452023" y="1517859"/>
                </a:lnTo>
                <a:lnTo>
                  <a:pt x="0" y="1517859"/>
                </a:lnTo>
                <a:lnTo>
                  <a:pt x="0" y="0"/>
                </a:lnTo>
                <a:lnTo>
                  <a:pt x="1452023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1499903"/>
                </a:lnTo>
                <a:lnTo>
                  <a:pt x="17956" y="1481948"/>
                </a:lnTo>
                <a:lnTo>
                  <a:pt x="1434067" y="1481948"/>
                </a:lnTo>
                <a:lnTo>
                  <a:pt x="1416111" y="1499903"/>
                </a:lnTo>
                <a:lnTo>
                  <a:pt x="1416111" y="17956"/>
                </a:lnTo>
                <a:lnTo>
                  <a:pt x="1434067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" name="path-99">
            <a:extLst xmlns:a="http://schemas.openxmlformats.org/drawingml/2006/main">
              <a:ext uri="{FF2B5EF4-FFF2-40B4-BE49-F238E27FC236}">
                <a16:creationId xmlns:a16="http://schemas.microsoft.com/office/drawing/2014/main" id="{2D275E35-40A6-4C33-B276-6274D6FFF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9097" y="6720233"/>
            <a:ext cx="426410" cy="447212"/>
          </a:xfrm>
          <a:custGeom xmlns:a="http://schemas.openxmlformats.org/drawingml/2006/main">
            <a:pathLst>
              <a:path w="353367" h="370607">
                <a:moveTo>
                  <a:pt x="0" y="0"/>
                </a:moveTo>
                <a:lnTo>
                  <a:pt x="0" y="370607"/>
                </a:lnTo>
                <a:lnTo>
                  <a:pt x="353367" y="370607"/>
                </a:lnTo>
                <a:lnTo>
                  <a:pt x="353367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" name="path-100">
            <a:extLst xmlns:a="http://schemas.openxmlformats.org/drawingml/2006/main">
              <a:ext uri="{FF2B5EF4-FFF2-40B4-BE49-F238E27FC236}">
                <a16:creationId xmlns:a16="http://schemas.microsoft.com/office/drawing/2014/main" id="{052DA17A-F56B-4597-AEDF-22B1C9084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7139" y="6697699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" name="path-101">
            <a:extLst xmlns:a="http://schemas.openxmlformats.org/drawingml/2006/main">
              <a:ext uri="{FF2B5EF4-FFF2-40B4-BE49-F238E27FC236}">
                <a16:creationId xmlns:a16="http://schemas.microsoft.com/office/drawing/2014/main" id="{81F66A1B-AA6E-4758-8E8C-E8E02A533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9097" y="7170912"/>
            <a:ext cx="426410" cy="450680"/>
          </a:xfrm>
          <a:custGeom xmlns:a="http://schemas.openxmlformats.org/drawingml/2006/main">
            <a:pathLst>
              <a:path w="353367" h="373480">
                <a:moveTo>
                  <a:pt x="0" y="0"/>
                </a:moveTo>
                <a:lnTo>
                  <a:pt x="0" y="373480"/>
                </a:lnTo>
                <a:lnTo>
                  <a:pt x="353367" y="373480"/>
                </a:lnTo>
                <a:lnTo>
                  <a:pt x="353367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" name="path-102">
            <a:extLst xmlns:a="http://schemas.openxmlformats.org/drawingml/2006/main">
              <a:ext uri="{FF2B5EF4-FFF2-40B4-BE49-F238E27FC236}">
                <a16:creationId xmlns:a16="http://schemas.microsoft.com/office/drawing/2014/main" id="{9916F6AF-BD5C-419D-96E7-0BB310A31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7139" y="7149823"/>
            <a:ext cx="470556" cy="492569"/>
          </a:xfrm>
          <a:custGeom xmlns:a="http://schemas.openxmlformats.org/drawingml/2006/main">
            <a:pathLst>
              <a:path w="389951" h="408194">
                <a:moveTo>
                  <a:pt x="389951" y="0"/>
                </a:moveTo>
                <a:lnTo>
                  <a:pt x="389951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" name="path-103">
            <a:extLst xmlns:a="http://schemas.openxmlformats.org/drawingml/2006/main">
              <a:ext uri="{FF2B5EF4-FFF2-40B4-BE49-F238E27FC236}">
                <a16:creationId xmlns:a16="http://schemas.microsoft.com/office/drawing/2014/main" id="{1C3B5271-D865-4385-B41B-E6D249E83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9097" y="7621592"/>
            <a:ext cx="426410" cy="447213"/>
          </a:xfrm>
          <a:custGeom xmlns:a="http://schemas.openxmlformats.org/drawingml/2006/main">
            <a:pathLst>
              <a:path w="353367" h="370607">
                <a:moveTo>
                  <a:pt x="0" y="0"/>
                </a:moveTo>
                <a:lnTo>
                  <a:pt x="0" y="370607"/>
                </a:lnTo>
                <a:lnTo>
                  <a:pt x="353367" y="370607"/>
                </a:lnTo>
                <a:lnTo>
                  <a:pt x="353367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" name="path-104">
            <a:extLst xmlns:a="http://schemas.openxmlformats.org/drawingml/2006/main">
              <a:ext uri="{FF2B5EF4-FFF2-40B4-BE49-F238E27FC236}">
                <a16:creationId xmlns:a16="http://schemas.microsoft.com/office/drawing/2014/main" id="{20AFD721-941F-448B-9B93-863E89183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7139" y="7599058"/>
            <a:ext cx="470556" cy="492570"/>
          </a:xfrm>
          <a:custGeom xmlns:a="http://schemas.openxmlformats.org/drawingml/2006/main">
            <a:pathLst>
              <a:path w="389951" h="408195">
                <a:moveTo>
                  <a:pt x="389951" y="0"/>
                </a:moveTo>
                <a:lnTo>
                  <a:pt x="389951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96" y="372282"/>
                </a:lnTo>
                <a:lnTo>
                  <a:pt x="354040" y="390238"/>
                </a:lnTo>
                <a:lnTo>
                  <a:pt x="354040" y="17956"/>
                </a:lnTo>
                <a:lnTo>
                  <a:pt x="371996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" name="path-105">
            <a:extLst xmlns:a="http://schemas.openxmlformats.org/drawingml/2006/main">
              <a:ext uri="{FF2B5EF4-FFF2-40B4-BE49-F238E27FC236}">
                <a16:creationId xmlns:a16="http://schemas.microsoft.com/office/drawing/2014/main" id="{662CC412-86C9-4C3D-BC5D-246462675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9097" y="8068804"/>
            <a:ext cx="426410" cy="450679"/>
          </a:xfrm>
          <a:custGeom xmlns:a="http://schemas.openxmlformats.org/drawingml/2006/main">
            <a:pathLst>
              <a:path w="353367" h="373479">
                <a:moveTo>
                  <a:pt x="0" y="0"/>
                </a:moveTo>
                <a:lnTo>
                  <a:pt x="0" y="373479"/>
                </a:lnTo>
                <a:lnTo>
                  <a:pt x="353367" y="373479"/>
                </a:lnTo>
                <a:lnTo>
                  <a:pt x="353367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" name="path-106">
            <a:extLst xmlns:a="http://schemas.openxmlformats.org/drawingml/2006/main">
              <a:ext uri="{FF2B5EF4-FFF2-40B4-BE49-F238E27FC236}">
                <a16:creationId xmlns:a16="http://schemas.microsoft.com/office/drawing/2014/main" id="{8AE12576-9B42-4515-BEBC-7E4189981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7139" y="8048292"/>
            <a:ext cx="470556" cy="492570"/>
          </a:xfrm>
          <a:custGeom xmlns:a="http://schemas.openxmlformats.org/drawingml/2006/main">
            <a:pathLst>
              <a:path w="389951" h="408195">
                <a:moveTo>
                  <a:pt x="389951" y="0"/>
                </a:moveTo>
                <a:lnTo>
                  <a:pt x="389951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51" y="0"/>
                </a:lnTo>
                <a:moveTo>
                  <a:pt x="17956" y="35912"/>
                </a:moveTo>
                <a:lnTo>
                  <a:pt x="35911" y="17956"/>
                </a:lnTo>
                <a:lnTo>
                  <a:pt x="35911" y="390239"/>
                </a:lnTo>
                <a:lnTo>
                  <a:pt x="17956" y="372283"/>
                </a:lnTo>
                <a:lnTo>
                  <a:pt x="371996" y="372283"/>
                </a:lnTo>
                <a:lnTo>
                  <a:pt x="354040" y="390239"/>
                </a:lnTo>
                <a:lnTo>
                  <a:pt x="354040" y="17956"/>
                </a:lnTo>
                <a:lnTo>
                  <a:pt x="371996" y="35912"/>
                </a:lnTo>
                <a:lnTo>
                  <a:pt x="17956" y="3591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" name="path-107">
            <a:extLst xmlns:a="http://schemas.openxmlformats.org/drawingml/2006/main">
              <a:ext uri="{FF2B5EF4-FFF2-40B4-BE49-F238E27FC236}">
                <a16:creationId xmlns:a16="http://schemas.microsoft.com/office/drawing/2014/main" id="{E62E6CEC-4A9A-4906-B250-62043AB1C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5507" y="6720233"/>
            <a:ext cx="426414" cy="447212"/>
          </a:xfrm>
          <a:custGeom xmlns:a="http://schemas.openxmlformats.org/drawingml/2006/main">
            <a:pathLst>
              <a:path w="353371" h="370607">
                <a:moveTo>
                  <a:pt x="0" y="0"/>
                </a:moveTo>
                <a:lnTo>
                  <a:pt x="0" y="370607"/>
                </a:lnTo>
                <a:lnTo>
                  <a:pt x="353371" y="370607"/>
                </a:lnTo>
                <a:lnTo>
                  <a:pt x="353371" y="0"/>
                </a:lnTo>
                <a:close/>
              </a:path>
            </a:pathLst>
          </a:custGeom>
          <a:solidFill xmlns:a="http://schemas.openxmlformats.org/drawingml/2006/main">
            <a:srgbClr val="B6C7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" name="path-108">
            <a:extLst xmlns:a="http://schemas.openxmlformats.org/drawingml/2006/main">
              <a:ext uri="{FF2B5EF4-FFF2-40B4-BE49-F238E27FC236}">
                <a16:creationId xmlns:a16="http://schemas.microsoft.com/office/drawing/2014/main" id="{2CCF02AB-F6E7-45D7-A1BA-79BB95B69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4361" y="6697699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" name="path-109">
            <a:extLst xmlns:a="http://schemas.openxmlformats.org/drawingml/2006/main">
              <a:ext uri="{FF2B5EF4-FFF2-40B4-BE49-F238E27FC236}">
                <a16:creationId xmlns:a16="http://schemas.microsoft.com/office/drawing/2014/main" id="{46F732CB-A881-4794-BA64-A1DE9A169A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5507" y="7170912"/>
            <a:ext cx="426414" cy="450680"/>
          </a:xfrm>
          <a:custGeom xmlns:a="http://schemas.openxmlformats.org/drawingml/2006/main">
            <a:pathLst>
              <a:path w="353371" h="373480">
                <a:moveTo>
                  <a:pt x="0" y="0"/>
                </a:moveTo>
                <a:lnTo>
                  <a:pt x="0" y="373480"/>
                </a:lnTo>
                <a:lnTo>
                  <a:pt x="353371" y="373480"/>
                </a:lnTo>
                <a:lnTo>
                  <a:pt x="353371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" name="path-110">
            <a:extLst xmlns:a="http://schemas.openxmlformats.org/drawingml/2006/main">
              <a:ext uri="{FF2B5EF4-FFF2-40B4-BE49-F238E27FC236}">
                <a16:creationId xmlns:a16="http://schemas.microsoft.com/office/drawing/2014/main" id="{53311671-D5E9-4825-A3AB-D7BAA9AE0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4361" y="7149823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111">
            <a:extLst xmlns:a="http://schemas.openxmlformats.org/drawingml/2006/main">
              <a:ext uri="{FF2B5EF4-FFF2-40B4-BE49-F238E27FC236}">
                <a16:creationId xmlns:a16="http://schemas.microsoft.com/office/drawing/2014/main" id="{372B2ED9-FA16-4191-AD35-110E3EA534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5507" y="7621592"/>
            <a:ext cx="426414" cy="447213"/>
          </a:xfrm>
          <a:custGeom xmlns:a="http://schemas.openxmlformats.org/drawingml/2006/main">
            <a:pathLst>
              <a:path w="353371" h="370607">
                <a:moveTo>
                  <a:pt x="0" y="0"/>
                </a:moveTo>
                <a:lnTo>
                  <a:pt x="0" y="370607"/>
                </a:lnTo>
                <a:lnTo>
                  <a:pt x="353371" y="370607"/>
                </a:lnTo>
                <a:lnTo>
                  <a:pt x="353371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" name="path-112">
            <a:extLst xmlns:a="http://schemas.openxmlformats.org/drawingml/2006/main">
              <a:ext uri="{FF2B5EF4-FFF2-40B4-BE49-F238E27FC236}">
                <a16:creationId xmlns:a16="http://schemas.microsoft.com/office/drawing/2014/main" id="{420D7947-0F2A-4B91-9D87-575A12635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4361" y="7599058"/>
            <a:ext cx="470527" cy="492570"/>
          </a:xfrm>
          <a:custGeom xmlns:a="http://schemas.openxmlformats.org/drawingml/2006/main">
            <a:pathLst>
              <a:path w="389927" h="408195">
                <a:moveTo>
                  <a:pt x="389927" y="0"/>
                </a:moveTo>
                <a:lnTo>
                  <a:pt x="389927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" name="path-113">
            <a:extLst xmlns:a="http://schemas.openxmlformats.org/drawingml/2006/main">
              <a:ext uri="{FF2B5EF4-FFF2-40B4-BE49-F238E27FC236}">
                <a16:creationId xmlns:a16="http://schemas.microsoft.com/office/drawing/2014/main" id="{CFA685A7-C1DA-4498-83B8-82E48A340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5507" y="8068804"/>
            <a:ext cx="426414" cy="450679"/>
          </a:xfrm>
          <a:custGeom xmlns:a="http://schemas.openxmlformats.org/drawingml/2006/main">
            <a:pathLst>
              <a:path w="353371" h="373479">
                <a:moveTo>
                  <a:pt x="0" y="0"/>
                </a:moveTo>
                <a:lnTo>
                  <a:pt x="0" y="373479"/>
                </a:lnTo>
                <a:lnTo>
                  <a:pt x="353371" y="373479"/>
                </a:lnTo>
                <a:lnTo>
                  <a:pt x="353371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" name="path-114">
            <a:extLst xmlns:a="http://schemas.openxmlformats.org/drawingml/2006/main">
              <a:ext uri="{FF2B5EF4-FFF2-40B4-BE49-F238E27FC236}">
                <a16:creationId xmlns:a16="http://schemas.microsoft.com/office/drawing/2014/main" id="{D7A96B3B-A9F8-463E-A0A4-6A9D63317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4361" y="8048292"/>
            <a:ext cx="470527" cy="492570"/>
          </a:xfrm>
          <a:custGeom xmlns:a="http://schemas.openxmlformats.org/drawingml/2006/main">
            <a:pathLst>
              <a:path w="389927" h="408195">
                <a:moveTo>
                  <a:pt x="389927" y="0"/>
                </a:moveTo>
                <a:lnTo>
                  <a:pt x="389927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2"/>
                </a:moveTo>
                <a:lnTo>
                  <a:pt x="35911" y="17956"/>
                </a:lnTo>
                <a:lnTo>
                  <a:pt x="35911" y="390239"/>
                </a:lnTo>
                <a:lnTo>
                  <a:pt x="17956" y="372283"/>
                </a:lnTo>
                <a:lnTo>
                  <a:pt x="371971" y="372283"/>
                </a:lnTo>
                <a:lnTo>
                  <a:pt x="354016" y="390239"/>
                </a:lnTo>
                <a:lnTo>
                  <a:pt x="354016" y="17956"/>
                </a:lnTo>
                <a:lnTo>
                  <a:pt x="371971" y="35912"/>
                </a:lnTo>
                <a:lnTo>
                  <a:pt x="17956" y="3591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" name="path-115">
            <a:extLst xmlns:a="http://schemas.openxmlformats.org/drawingml/2006/main">
              <a:ext uri="{FF2B5EF4-FFF2-40B4-BE49-F238E27FC236}">
                <a16:creationId xmlns:a16="http://schemas.microsoft.com/office/drawing/2014/main" id="{EEB67B99-BF12-491D-8FE0-CA68CEEFC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01921" y="6720233"/>
            <a:ext cx="429877" cy="447212"/>
          </a:xfrm>
          <a:custGeom xmlns:a="http://schemas.openxmlformats.org/drawingml/2006/main">
            <a:pathLst>
              <a:path w="356241" h="370607">
                <a:moveTo>
                  <a:pt x="0" y="0"/>
                </a:moveTo>
                <a:lnTo>
                  <a:pt x="0" y="370607"/>
                </a:lnTo>
                <a:lnTo>
                  <a:pt x="356241" y="370607"/>
                </a:lnTo>
                <a:lnTo>
                  <a:pt x="356241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8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" name="path-116">
            <a:extLst xmlns:a="http://schemas.openxmlformats.org/drawingml/2006/main">
              <a:ext uri="{FF2B5EF4-FFF2-40B4-BE49-F238E27FC236}">
                <a16:creationId xmlns:a16="http://schemas.microsoft.com/office/drawing/2014/main" id="{DE45E39E-460F-4B24-87AA-8E929EC5D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81553" y="6697699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" name="path-117">
            <a:extLst xmlns:a="http://schemas.openxmlformats.org/drawingml/2006/main">
              <a:ext uri="{FF2B5EF4-FFF2-40B4-BE49-F238E27FC236}">
                <a16:creationId xmlns:a16="http://schemas.microsoft.com/office/drawing/2014/main" id="{6A1B8085-F6E5-45E5-A34E-B7C1F1A6B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01921" y="7170912"/>
            <a:ext cx="429877" cy="450680"/>
          </a:xfrm>
          <a:custGeom xmlns:a="http://schemas.openxmlformats.org/drawingml/2006/main">
            <a:pathLst>
              <a:path w="356241" h="373480">
                <a:moveTo>
                  <a:pt x="0" y="0"/>
                </a:moveTo>
                <a:lnTo>
                  <a:pt x="0" y="373480"/>
                </a:lnTo>
                <a:lnTo>
                  <a:pt x="356241" y="373480"/>
                </a:lnTo>
                <a:lnTo>
                  <a:pt x="356241" y="0"/>
                </a:lnTo>
                <a:close/>
              </a:path>
            </a:pathLst>
          </a:custGeom>
          <a:solidFill xmlns:a="http://schemas.openxmlformats.org/drawingml/2006/main">
            <a:srgbClr val="91ACE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" name="path-118">
            <a:extLst xmlns:a="http://schemas.openxmlformats.org/drawingml/2006/main">
              <a:ext uri="{FF2B5EF4-FFF2-40B4-BE49-F238E27FC236}">
                <a16:creationId xmlns:a16="http://schemas.microsoft.com/office/drawing/2014/main" id="{2A7B4068-B9F2-420E-8609-3EA8B0ED3F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81553" y="7149823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" name="path-119">
            <a:extLst xmlns:a="http://schemas.openxmlformats.org/drawingml/2006/main">
              <a:ext uri="{FF2B5EF4-FFF2-40B4-BE49-F238E27FC236}">
                <a16:creationId xmlns:a16="http://schemas.microsoft.com/office/drawing/2014/main" id="{5D7FEB92-8390-42BC-B475-EF13148F9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01921" y="7621592"/>
            <a:ext cx="429877" cy="447213"/>
          </a:xfrm>
          <a:custGeom xmlns:a="http://schemas.openxmlformats.org/drawingml/2006/main">
            <a:pathLst>
              <a:path w="356241" h="370607">
                <a:moveTo>
                  <a:pt x="0" y="0"/>
                </a:moveTo>
                <a:lnTo>
                  <a:pt x="0" y="370607"/>
                </a:lnTo>
                <a:lnTo>
                  <a:pt x="356241" y="370607"/>
                </a:lnTo>
                <a:lnTo>
                  <a:pt x="356241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" name="path-120">
            <a:extLst xmlns:a="http://schemas.openxmlformats.org/drawingml/2006/main">
              <a:ext uri="{FF2B5EF4-FFF2-40B4-BE49-F238E27FC236}">
                <a16:creationId xmlns:a16="http://schemas.microsoft.com/office/drawing/2014/main" id="{4E75B905-CD7A-4791-A464-6DA7AB3A3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81553" y="7599058"/>
            <a:ext cx="470527" cy="492570"/>
          </a:xfrm>
          <a:custGeom xmlns:a="http://schemas.openxmlformats.org/drawingml/2006/main">
            <a:pathLst>
              <a:path w="389927" h="408195">
                <a:moveTo>
                  <a:pt x="389927" y="0"/>
                </a:moveTo>
                <a:lnTo>
                  <a:pt x="389927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121">
            <a:extLst xmlns:a="http://schemas.openxmlformats.org/drawingml/2006/main">
              <a:ext uri="{FF2B5EF4-FFF2-40B4-BE49-F238E27FC236}">
                <a16:creationId xmlns:a16="http://schemas.microsoft.com/office/drawing/2014/main" id="{C62F4857-0CDF-4AE0-B8CB-9058F2030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01921" y="8068804"/>
            <a:ext cx="429877" cy="450679"/>
          </a:xfrm>
          <a:custGeom xmlns:a="http://schemas.openxmlformats.org/drawingml/2006/main">
            <a:pathLst>
              <a:path w="356241" h="373479">
                <a:moveTo>
                  <a:pt x="0" y="0"/>
                </a:moveTo>
                <a:lnTo>
                  <a:pt x="0" y="373479"/>
                </a:lnTo>
                <a:lnTo>
                  <a:pt x="356241" y="373479"/>
                </a:lnTo>
                <a:lnTo>
                  <a:pt x="356241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" name="path-122">
            <a:extLst xmlns:a="http://schemas.openxmlformats.org/drawingml/2006/main">
              <a:ext uri="{FF2B5EF4-FFF2-40B4-BE49-F238E27FC236}">
                <a16:creationId xmlns:a16="http://schemas.microsoft.com/office/drawing/2014/main" id="{EB655FB8-B0F0-411D-9943-CA0D01CA2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81553" y="8048292"/>
            <a:ext cx="470527" cy="492570"/>
          </a:xfrm>
          <a:custGeom xmlns:a="http://schemas.openxmlformats.org/drawingml/2006/main">
            <a:pathLst>
              <a:path w="389927" h="408195">
                <a:moveTo>
                  <a:pt x="389927" y="0"/>
                </a:moveTo>
                <a:lnTo>
                  <a:pt x="389927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2"/>
                </a:moveTo>
                <a:lnTo>
                  <a:pt x="35911" y="17956"/>
                </a:lnTo>
                <a:lnTo>
                  <a:pt x="35911" y="390239"/>
                </a:lnTo>
                <a:lnTo>
                  <a:pt x="17956" y="372283"/>
                </a:lnTo>
                <a:lnTo>
                  <a:pt x="371971" y="372283"/>
                </a:lnTo>
                <a:lnTo>
                  <a:pt x="354016" y="390239"/>
                </a:lnTo>
                <a:lnTo>
                  <a:pt x="354016" y="17956"/>
                </a:lnTo>
                <a:lnTo>
                  <a:pt x="371971" y="35912"/>
                </a:lnTo>
                <a:lnTo>
                  <a:pt x="17956" y="3591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" name="path-123">
            <a:extLst xmlns:a="http://schemas.openxmlformats.org/drawingml/2006/main">
              <a:ext uri="{FF2B5EF4-FFF2-40B4-BE49-F238E27FC236}">
                <a16:creationId xmlns:a16="http://schemas.microsoft.com/office/drawing/2014/main" id="{C5D10B2D-520E-454F-96FD-104AE6C82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1799" y="6720233"/>
            <a:ext cx="426414" cy="447212"/>
          </a:xfrm>
          <a:custGeom xmlns:a="http://schemas.openxmlformats.org/drawingml/2006/main">
            <a:pathLst>
              <a:path w="353371" h="370607">
                <a:moveTo>
                  <a:pt x="0" y="0"/>
                </a:moveTo>
                <a:lnTo>
                  <a:pt x="0" y="370607"/>
                </a:lnTo>
                <a:lnTo>
                  <a:pt x="353371" y="370607"/>
                </a:lnTo>
                <a:lnTo>
                  <a:pt x="353371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" name="path-124">
            <a:extLst xmlns:a="http://schemas.openxmlformats.org/drawingml/2006/main">
              <a:ext uri="{FF2B5EF4-FFF2-40B4-BE49-F238E27FC236}">
                <a16:creationId xmlns:a16="http://schemas.microsoft.com/office/drawing/2014/main" id="{8C37521D-FC48-44EC-8CD0-B28EFEC87F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774" y="6697699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" name="path-125">
            <a:extLst xmlns:a="http://schemas.openxmlformats.org/drawingml/2006/main">
              <a:ext uri="{FF2B5EF4-FFF2-40B4-BE49-F238E27FC236}">
                <a16:creationId xmlns:a16="http://schemas.microsoft.com/office/drawing/2014/main" id="{B0DBC996-DD1D-4E79-83A8-D4BAEDF18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1799" y="7170912"/>
            <a:ext cx="426414" cy="450680"/>
          </a:xfrm>
          <a:custGeom xmlns:a="http://schemas.openxmlformats.org/drawingml/2006/main">
            <a:pathLst>
              <a:path w="353371" h="373480">
                <a:moveTo>
                  <a:pt x="0" y="0"/>
                </a:moveTo>
                <a:lnTo>
                  <a:pt x="0" y="373480"/>
                </a:lnTo>
                <a:lnTo>
                  <a:pt x="353371" y="373480"/>
                </a:lnTo>
                <a:lnTo>
                  <a:pt x="353371" y="0"/>
                </a:lnTo>
                <a:close/>
              </a:path>
            </a:pathLst>
          </a:custGeom>
          <a:solidFill xmlns:a="http://schemas.openxmlformats.org/drawingml/2006/main">
            <a:srgbClr val="B6C7EA">
              <a:alpha val="5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" name="path-126">
            <a:extLst xmlns:a="http://schemas.openxmlformats.org/drawingml/2006/main">
              <a:ext uri="{FF2B5EF4-FFF2-40B4-BE49-F238E27FC236}">
                <a16:creationId xmlns:a16="http://schemas.microsoft.com/office/drawing/2014/main" id="{A129459B-5B58-4157-B877-6174D254D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774" y="7149823"/>
            <a:ext cx="470527" cy="492569"/>
          </a:xfrm>
          <a:custGeom xmlns:a="http://schemas.openxmlformats.org/drawingml/2006/main">
            <a:pathLst>
              <a:path w="389927" h="408194">
                <a:moveTo>
                  <a:pt x="389927" y="0"/>
                </a:moveTo>
                <a:lnTo>
                  <a:pt x="389927" y="408194"/>
                </a:lnTo>
                <a:lnTo>
                  <a:pt x="0" y="408194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" name="path-127">
            <a:extLst xmlns:a="http://schemas.openxmlformats.org/drawingml/2006/main">
              <a:ext uri="{FF2B5EF4-FFF2-40B4-BE49-F238E27FC236}">
                <a16:creationId xmlns:a16="http://schemas.microsoft.com/office/drawing/2014/main" id="{B483ADB7-E151-4BDB-8B8B-95A133AEE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1799" y="7621592"/>
            <a:ext cx="426414" cy="447213"/>
          </a:xfrm>
          <a:custGeom xmlns:a="http://schemas.openxmlformats.org/drawingml/2006/main">
            <a:pathLst>
              <a:path w="353371" h="370607">
                <a:moveTo>
                  <a:pt x="0" y="0"/>
                </a:moveTo>
                <a:lnTo>
                  <a:pt x="0" y="370607"/>
                </a:lnTo>
                <a:lnTo>
                  <a:pt x="353371" y="370607"/>
                </a:lnTo>
                <a:lnTo>
                  <a:pt x="353371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7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" name="path-128">
            <a:extLst xmlns:a="http://schemas.openxmlformats.org/drawingml/2006/main">
              <a:ext uri="{FF2B5EF4-FFF2-40B4-BE49-F238E27FC236}">
                <a16:creationId xmlns:a16="http://schemas.microsoft.com/office/drawing/2014/main" id="{5BEB23EF-C796-49B7-8B28-8547F4A52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774" y="7599058"/>
            <a:ext cx="470527" cy="492570"/>
          </a:xfrm>
          <a:custGeom xmlns:a="http://schemas.openxmlformats.org/drawingml/2006/main">
            <a:pathLst>
              <a:path w="389927" h="408195">
                <a:moveTo>
                  <a:pt x="389927" y="0"/>
                </a:moveTo>
                <a:lnTo>
                  <a:pt x="389927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1"/>
                </a:moveTo>
                <a:lnTo>
                  <a:pt x="35911" y="17956"/>
                </a:lnTo>
                <a:lnTo>
                  <a:pt x="35911" y="390238"/>
                </a:lnTo>
                <a:lnTo>
                  <a:pt x="17956" y="372282"/>
                </a:lnTo>
                <a:lnTo>
                  <a:pt x="371971" y="372282"/>
                </a:lnTo>
                <a:lnTo>
                  <a:pt x="354016" y="390238"/>
                </a:lnTo>
                <a:lnTo>
                  <a:pt x="354016" y="17956"/>
                </a:lnTo>
                <a:lnTo>
                  <a:pt x="371971" y="35911"/>
                </a:lnTo>
                <a:lnTo>
                  <a:pt x="17956" y="3591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" name="path-129">
            <a:extLst xmlns:a="http://schemas.openxmlformats.org/drawingml/2006/main">
              <a:ext uri="{FF2B5EF4-FFF2-40B4-BE49-F238E27FC236}">
                <a16:creationId xmlns:a16="http://schemas.microsoft.com/office/drawing/2014/main" id="{F2DAA210-A59C-458E-832B-4C3F7C6D16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1799" y="8068804"/>
            <a:ext cx="426414" cy="450679"/>
          </a:xfrm>
          <a:custGeom xmlns:a="http://schemas.openxmlformats.org/drawingml/2006/main">
            <a:pathLst>
              <a:path w="353371" h="373479">
                <a:moveTo>
                  <a:pt x="0" y="0"/>
                </a:moveTo>
                <a:lnTo>
                  <a:pt x="0" y="373479"/>
                </a:lnTo>
                <a:lnTo>
                  <a:pt x="353371" y="373479"/>
                </a:lnTo>
                <a:lnTo>
                  <a:pt x="353371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" name="path-130">
            <a:extLst xmlns:a="http://schemas.openxmlformats.org/drawingml/2006/main">
              <a:ext uri="{FF2B5EF4-FFF2-40B4-BE49-F238E27FC236}">
                <a16:creationId xmlns:a16="http://schemas.microsoft.com/office/drawing/2014/main" id="{682EDF7B-FDF7-48A2-AC5F-856FCCA94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8774" y="8048292"/>
            <a:ext cx="470527" cy="492570"/>
          </a:xfrm>
          <a:custGeom xmlns:a="http://schemas.openxmlformats.org/drawingml/2006/main">
            <a:pathLst>
              <a:path w="389927" h="408195">
                <a:moveTo>
                  <a:pt x="389927" y="0"/>
                </a:moveTo>
                <a:lnTo>
                  <a:pt x="389927" y="408195"/>
                </a:lnTo>
                <a:lnTo>
                  <a:pt x="0" y="408195"/>
                </a:lnTo>
                <a:lnTo>
                  <a:pt x="0" y="0"/>
                </a:lnTo>
                <a:lnTo>
                  <a:pt x="389927" y="0"/>
                </a:lnTo>
                <a:moveTo>
                  <a:pt x="17956" y="35912"/>
                </a:moveTo>
                <a:lnTo>
                  <a:pt x="35911" y="17956"/>
                </a:lnTo>
                <a:lnTo>
                  <a:pt x="35911" y="390239"/>
                </a:lnTo>
                <a:lnTo>
                  <a:pt x="17956" y="372283"/>
                </a:lnTo>
                <a:lnTo>
                  <a:pt x="371971" y="372283"/>
                </a:lnTo>
                <a:lnTo>
                  <a:pt x="354016" y="390239"/>
                </a:lnTo>
                <a:lnTo>
                  <a:pt x="354016" y="17956"/>
                </a:lnTo>
                <a:lnTo>
                  <a:pt x="371971" y="35912"/>
                </a:lnTo>
                <a:lnTo>
                  <a:pt x="17956" y="3591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" name="path-131">
            <a:extLst xmlns:a="http://schemas.openxmlformats.org/drawingml/2006/main">
              <a:ext uri="{FF2B5EF4-FFF2-40B4-BE49-F238E27FC236}">
                <a16:creationId xmlns:a16="http://schemas.microsoft.com/office/drawing/2014/main" id="{52FB2AE9-8A80-4376-8516-985CE4445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20627" y="7535501"/>
            <a:ext cx="2441182" cy="115558"/>
          </a:xfrm>
          <a:custGeom xmlns:a="http://schemas.openxmlformats.org/drawingml/2006/main">
            <a:pathLst>
              <a:path w="2023017" h="95763">
                <a:moveTo>
                  <a:pt x="1879369" y="95763"/>
                </a:moveTo>
                <a:lnTo>
                  <a:pt x="1879369" y="47881"/>
                </a:lnTo>
                <a:lnTo>
                  <a:pt x="1879369" y="0"/>
                </a:lnTo>
                <a:lnTo>
                  <a:pt x="2023017" y="47881"/>
                </a:lnTo>
                <a:lnTo>
                  <a:pt x="1879369" y="95763"/>
                </a:lnTo>
                <a:moveTo>
                  <a:pt x="0" y="29925"/>
                </a:moveTo>
                <a:lnTo>
                  <a:pt x="1951194" y="29925"/>
                </a:lnTo>
                <a:lnTo>
                  <a:pt x="1951194" y="65837"/>
                </a:lnTo>
                <a:lnTo>
                  <a:pt x="0" y="65837"/>
                </a:lnTo>
                <a:lnTo>
                  <a:pt x="0" y="2992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" name="text-132 Enhanced">
            <a:extLst xmlns:a="http://schemas.openxmlformats.org/drawingml/2006/main">
              <a:ext uri="{FF2B5EF4-FFF2-40B4-BE49-F238E27FC236}">
                <a16:creationId xmlns:a16="http://schemas.microsoft.com/office/drawing/2014/main" id="{25C7B686-6572-4474-8654-0842EA8E8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43531" y="7029214"/>
            <a:ext cx="1431903" cy="4863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73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Enhanced</a:t>
            </a:r>
          </a:p>
        </p:txBody>
      </p:sp>
      <p:sp>
        <p:nvSpPr>
          <p:cNvPr id="133" name="text-133 Multi-head">
            <a:extLst xmlns:a="http://schemas.openxmlformats.org/drawingml/2006/main">
              <a:ext uri="{FF2B5EF4-FFF2-40B4-BE49-F238E27FC236}">
                <a16:creationId xmlns:a16="http://schemas.microsoft.com/office/drawing/2014/main" id="{715AD865-CF4D-4AF7-80EB-E9BC58C62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88642" y="7703939"/>
            <a:ext cx="1605214" cy="4861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7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Multi-head</a:t>
            </a:r>
          </a:p>
        </p:txBody>
      </p:sp>
      <p:sp>
        <p:nvSpPr>
          <p:cNvPr id="134" name="text-134 Attention">
            <a:extLst xmlns:a="http://schemas.openxmlformats.org/drawingml/2006/main">
              <a:ext uri="{FF2B5EF4-FFF2-40B4-BE49-F238E27FC236}">
                <a16:creationId xmlns:a16="http://schemas.microsoft.com/office/drawing/2014/main" id="{5AA54B9B-3AE3-4C98-BF01-EEEDDDA08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04200" y="8119911"/>
            <a:ext cx="1374103" cy="4861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73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Attention</a:t>
            </a:r>
          </a:p>
        </p:txBody>
      </p:sp>
      <p:pic>
        <p:nvPicPr>
          <p:cNvPr id="135" name="">
            <a:extLst xmlns:a="http://schemas.openxmlformats.org/drawingml/2006/main">
              <a:ext uri="{FF2B5EF4-FFF2-40B4-BE49-F238E27FC236}">
                <a16:creationId xmlns:a16="http://schemas.microsoft.com/office/drawing/2014/main" id="{7451F89F-7C83-4A6A-A425-B899F7329C4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e1410fa83d144b2"/>
          <a:stretch xmlns:a="http://schemas.openxmlformats.org/drawingml/2006/main"/>
        </p:blipFill>
        <p:spPr>
          <a:xfrm xmlns:a="http://schemas.openxmlformats.org/drawingml/2006/main">
            <a:off x="11741712" y="6735227"/>
            <a:ext cx="643315" cy="1892102"/>
          </a:xfrm>
          <a:prstGeom xmlns:a="http://schemas.openxmlformats.org/drawingml/2006/main" prst="rect">
            <a:avLst/>
          </a:prstGeom>
        </p:spPr>
      </p:pic>
      <p:sp>
        <p:nvSpPr>
          <p:cNvPr id="136" name="text-136 𝑽">
            <a:extLst xmlns:a="http://schemas.openxmlformats.org/drawingml/2006/main">
              <a:ext uri="{FF2B5EF4-FFF2-40B4-BE49-F238E27FC236}">
                <a16:creationId xmlns:a16="http://schemas.microsoft.com/office/drawing/2014/main" id="{DD158444-6C3F-43F2-B565-72068DCD2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42479" y="6031822"/>
            <a:ext cx="431048" cy="7279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4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4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4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𝑽</a:t>
            </a:r>
          </a:p>
        </p:txBody>
      </p:sp>
      <p:sp>
        <p:nvSpPr>
          <p:cNvPr id="137" name="path-137">
            <a:extLst xmlns:a="http://schemas.openxmlformats.org/drawingml/2006/main">
              <a:ext uri="{FF2B5EF4-FFF2-40B4-BE49-F238E27FC236}">
                <a16:creationId xmlns:a16="http://schemas.microsoft.com/office/drawing/2014/main" id="{4841E542-1048-461D-88CA-81DB99E29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48734" y="8409414"/>
            <a:ext cx="6916196" cy="566238"/>
          </a:xfrm>
          <a:custGeom xmlns:a="http://schemas.openxmlformats.org/drawingml/2006/main">
            <a:pathLst>
              <a:path w="5731477" h="469243">
                <a:moveTo>
                  <a:pt x="5635712" y="149631"/>
                </a:moveTo>
                <a:lnTo>
                  <a:pt x="5683594" y="149631"/>
                </a:lnTo>
                <a:lnTo>
                  <a:pt x="5731477" y="149631"/>
                </a:lnTo>
                <a:lnTo>
                  <a:pt x="5683594" y="5986"/>
                </a:lnTo>
                <a:lnTo>
                  <a:pt x="5635712" y="149631"/>
                </a:lnTo>
                <a:moveTo>
                  <a:pt x="0" y="0"/>
                </a:moveTo>
                <a:lnTo>
                  <a:pt x="0" y="469243"/>
                </a:lnTo>
                <a:lnTo>
                  <a:pt x="5701550" y="469243"/>
                </a:lnTo>
                <a:lnTo>
                  <a:pt x="5701550" y="77808"/>
                </a:lnTo>
                <a:lnTo>
                  <a:pt x="5665639" y="77808"/>
                </a:lnTo>
                <a:lnTo>
                  <a:pt x="5665639" y="451288"/>
                </a:lnTo>
                <a:lnTo>
                  <a:pt x="5683594" y="433332"/>
                </a:lnTo>
                <a:lnTo>
                  <a:pt x="17956" y="433332"/>
                </a:lnTo>
                <a:lnTo>
                  <a:pt x="35911" y="451288"/>
                </a:lnTo>
                <a:lnTo>
                  <a:pt x="35911" y="0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C81D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" name="path-138">
            <a:extLst xmlns:a="http://schemas.openxmlformats.org/drawingml/2006/main">
              <a:ext uri="{FF2B5EF4-FFF2-40B4-BE49-F238E27FC236}">
                <a16:creationId xmlns:a16="http://schemas.microsoft.com/office/drawing/2014/main" id="{F708DB82-80C2-4062-8549-E261929F9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1885" y="7515278"/>
            <a:ext cx="1320259" cy="115559"/>
          </a:xfrm>
          <a:custGeom xmlns:a="http://schemas.openxmlformats.org/drawingml/2006/main">
            <a:pathLst>
              <a:path w="1094104" h="95764">
                <a:moveTo>
                  <a:pt x="950458" y="95764"/>
                </a:moveTo>
                <a:lnTo>
                  <a:pt x="950458" y="47882"/>
                </a:lnTo>
                <a:lnTo>
                  <a:pt x="950458" y="0"/>
                </a:lnTo>
                <a:lnTo>
                  <a:pt x="1094104" y="47882"/>
                </a:lnTo>
                <a:lnTo>
                  <a:pt x="950458" y="95764"/>
                </a:lnTo>
                <a:moveTo>
                  <a:pt x="0" y="29926"/>
                </a:moveTo>
                <a:lnTo>
                  <a:pt x="1022281" y="29926"/>
                </a:lnTo>
                <a:lnTo>
                  <a:pt x="1022281" y="65837"/>
                </a:lnTo>
                <a:lnTo>
                  <a:pt x="0" y="65837"/>
                </a:lnTo>
                <a:lnTo>
                  <a:pt x="0" y="2992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39" name="">
            <a:extLst xmlns:a="http://schemas.openxmlformats.org/drawingml/2006/main">
              <a:ext uri="{FF2B5EF4-FFF2-40B4-BE49-F238E27FC236}">
                <a16:creationId xmlns:a16="http://schemas.microsoft.com/office/drawing/2014/main" id="{42BD56E8-2A67-4655-901C-B06AD8B8E9C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206568ebf0e4186"/>
          <a:stretch xmlns:a="http://schemas.openxmlformats.org/drawingml/2006/main"/>
        </p:blipFill>
        <p:spPr>
          <a:xfrm xmlns:a="http://schemas.openxmlformats.org/drawingml/2006/main">
            <a:off x="8511842" y="1701196"/>
            <a:ext cx="643315" cy="1892102"/>
          </a:xfrm>
          <a:prstGeom xmlns:a="http://schemas.openxmlformats.org/drawingml/2006/main" prst="rect">
            <a:avLst/>
          </a:prstGeom>
        </p:spPr>
      </p:pic>
      <p:pic>
        <p:nvPicPr>
          <p:cNvPr id="140" name="">
            <a:extLst xmlns:a="http://schemas.openxmlformats.org/drawingml/2006/main">
              <a:ext uri="{FF2B5EF4-FFF2-40B4-BE49-F238E27FC236}">
                <a16:creationId xmlns:a16="http://schemas.microsoft.com/office/drawing/2014/main" id="{A7F335F2-0865-4262-A8FD-5DAECF91CD4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dcb438b1e0c4f2e"/>
          <a:stretch xmlns:a="http://schemas.openxmlformats.org/drawingml/2006/main"/>
        </p:blipFill>
        <p:spPr>
          <a:xfrm xmlns:a="http://schemas.openxmlformats.org/drawingml/2006/main">
            <a:off x="10329005" y="1704084"/>
            <a:ext cx="643315" cy="1892102"/>
          </a:xfrm>
          <a:prstGeom xmlns:a="http://schemas.openxmlformats.org/drawingml/2006/main" prst="rect">
            <a:avLst/>
          </a:prstGeom>
        </p:spPr>
      </p:pic>
      <p:sp>
        <p:nvSpPr>
          <p:cNvPr id="141" name="path-141">
            <a:extLst xmlns:a="http://schemas.openxmlformats.org/drawingml/2006/main">
              <a:ext uri="{FF2B5EF4-FFF2-40B4-BE49-F238E27FC236}">
                <a16:creationId xmlns:a16="http://schemas.microsoft.com/office/drawing/2014/main" id="{E027541B-3B76-432B-914B-64A8EF73A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22181" y="2538679"/>
            <a:ext cx="2093232" cy="1161713"/>
          </a:xfrm>
          <a:custGeom xmlns:a="http://schemas.openxmlformats.org/drawingml/2006/main">
            <a:pathLst>
              <a:path w="1734669" h="962716">
                <a:moveTo>
                  <a:pt x="1588582" y="0"/>
                </a:moveTo>
                <a:lnTo>
                  <a:pt x="1591238" y="47810"/>
                </a:lnTo>
                <a:lnTo>
                  <a:pt x="1593920" y="95620"/>
                </a:lnTo>
                <a:lnTo>
                  <a:pt x="1734669" y="39790"/>
                </a:lnTo>
                <a:lnTo>
                  <a:pt x="1588582" y="0"/>
                </a:lnTo>
                <a:moveTo>
                  <a:pt x="288" y="962716"/>
                </a:moveTo>
                <a:lnTo>
                  <a:pt x="20757" y="962549"/>
                </a:lnTo>
                <a:lnTo>
                  <a:pt x="41369" y="962045"/>
                </a:lnTo>
                <a:lnTo>
                  <a:pt x="61935" y="961231"/>
                </a:lnTo>
                <a:lnTo>
                  <a:pt x="82477" y="960082"/>
                </a:lnTo>
                <a:lnTo>
                  <a:pt x="102970" y="958622"/>
                </a:lnTo>
                <a:lnTo>
                  <a:pt x="123414" y="956850"/>
                </a:lnTo>
                <a:lnTo>
                  <a:pt x="143812" y="954791"/>
                </a:lnTo>
                <a:lnTo>
                  <a:pt x="164115" y="952422"/>
                </a:lnTo>
                <a:lnTo>
                  <a:pt x="184344" y="949764"/>
                </a:lnTo>
                <a:lnTo>
                  <a:pt x="204480" y="946795"/>
                </a:lnTo>
                <a:lnTo>
                  <a:pt x="224518" y="943563"/>
                </a:lnTo>
                <a:lnTo>
                  <a:pt x="244437" y="940043"/>
                </a:lnTo>
                <a:lnTo>
                  <a:pt x="264261" y="936261"/>
                </a:lnTo>
                <a:lnTo>
                  <a:pt x="283916" y="932215"/>
                </a:lnTo>
                <a:lnTo>
                  <a:pt x="303452" y="927906"/>
                </a:lnTo>
                <a:lnTo>
                  <a:pt x="322843" y="923333"/>
                </a:lnTo>
                <a:lnTo>
                  <a:pt x="342069" y="918496"/>
                </a:lnTo>
                <a:lnTo>
                  <a:pt x="361174" y="913397"/>
                </a:lnTo>
                <a:lnTo>
                  <a:pt x="398666" y="902552"/>
                </a:lnTo>
                <a:lnTo>
                  <a:pt x="435439" y="890773"/>
                </a:lnTo>
                <a:lnTo>
                  <a:pt x="471350" y="878084"/>
                </a:lnTo>
                <a:lnTo>
                  <a:pt x="506303" y="864558"/>
                </a:lnTo>
                <a:lnTo>
                  <a:pt x="540228" y="850217"/>
                </a:lnTo>
                <a:lnTo>
                  <a:pt x="573051" y="835110"/>
                </a:lnTo>
                <a:lnTo>
                  <a:pt x="604701" y="819285"/>
                </a:lnTo>
                <a:lnTo>
                  <a:pt x="635082" y="802742"/>
                </a:lnTo>
                <a:lnTo>
                  <a:pt x="664074" y="785600"/>
                </a:lnTo>
                <a:lnTo>
                  <a:pt x="678151" y="776718"/>
                </a:lnTo>
                <a:lnTo>
                  <a:pt x="691798" y="767740"/>
                </a:lnTo>
                <a:lnTo>
                  <a:pt x="705085" y="758595"/>
                </a:lnTo>
                <a:lnTo>
                  <a:pt x="717990" y="749329"/>
                </a:lnTo>
                <a:lnTo>
                  <a:pt x="730488" y="739921"/>
                </a:lnTo>
                <a:lnTo>
                  <a:pt x="742577" y="730369"/>
                </a:lnTo>
                <a:lnTo>
                  <a:pt x="754285" y="720672"/>
                </a:lnTo>
                <a:lnTo>
                  <a:pt x="765561" y="710856"/>
                </a:lnTo>
                <a:lnTo>
                  <a:pt x="776407" y="700921"/>
                </a:lnTo>
                <a:lnTo>
                  <a:pt x="786822" y="690866"/>
                </a:lnTo>
                <a:lnTo>
                  <a:pt x="796756" y="680690"/>
                </a:lnTo>
                <a:lnTo>
                  <a:pt x="806261" y="670396"/>
                </a:lnTo>
                <a:lnTo>
                  <a:pt x="815287" y="659982"/>
                </a:lnTo>
                <a:lnTo>
                  <a:pt x="823834" y="649448"/>
                </a:lnTo>
                <a:lnTo>
                  <a:pt x="831877" y="638818"/>
                </a:lnTo>
                <a:lnTo>
                  <a:pt x="839420" y="628092"/>
                </a:lnTo>
                <a:lnTo>
                  <a:pt x="846434" y="617247"/>
                </a:lnTo>
                <a:lnTo>
                  <a:pt x="852922" y="606306"/>
                </a:lnTo>
                <a:lnTo>
                  <a:pt x="858884" y="595269"/>
                </a:lnTo>
                <a:lnTo>
                  <a:pt x="864270" y="584137"/>
                </a:lnTo>
                <a:lnTo>
                  <a:pt x="869082" y="572908"/>
                </a:lnTo>
                <a:lnTo>
                  <a:pt x="873319" y="561585"/>
                </a:lnTo>
                <a:lnTo>
                  <a:pt x="876935" y="550188"/>
                </a:lnTo>
                <a:lnTo>
                  <a:pt x="879928" y="538721"/>
                </a:lnTo>
                <a:lnTo>
                  <a:pt x="882273" y="527181"/>
                </a:lnTo>
                <a:lnTo>
                  <a:pt x="883997" y="515570"/>
                </a:lnTo>
                <a:lnTo>
                  <a:pt x="885027" y="503934"/>
                </a:lnTo>
                <a:lnTo>
                  <a:pt x="885362" y="492802"/>
                </a:lnTo>
                <a:lnTo>
                  <a:pt x="885673" y="482196"/>
                </a:lnTo>
                <a:lnTo>
                  <a:pt x="885602" y="483249"/>
                </a:lnTo>
                <a:lnTo>
                  <a:pt x="886559" y="472667"/>
                </a:lnTo>
                <a:lnTo>
                  <a:pt x="886440" y="473673"/>
                </a:lnTo>
                <a:lnTo>
                  <a:pt x="887994" y="463091"/>
                </a:lnTo>
                <a:lnTo>
                  <a:pt x="887804" y="464073"/>
                </a:lnTo>
                <a:lnTo>
                  <a:pt x="889982" y="453514"/>
                </a:lnTo>
                <a:lnTo>
                  <a:pt x="889743" y="454448"/>
                </a:lnTo>
                <a:lnTo>
                  <a:pt x="892520" y="443890"/>
                </a:lnTo>
                <a:lnTo>
                  <a:pt x="892258" y="444800"/>
                </a:lnTo>
                <a:lnTo>
                  <a:pt x="895586" y="434266"/>
                </a:lnTo>
                <a:lnTo>
                  <a:pt x="895298" y="435104"/>
                </a:lnTo>
                <a:lnTo>
                  <a:pt x="899223" y="424618"/>
                </a:lnTo>
                <a:lnTo>
                  <a:pt x="898913" y="425408"/>
                </a:lnTo>
                <a:lnTo>
                  <a:pt x="903390" y="414946"/>
                </a:lnTo>
                <a:lnTo>
                  <a:pt x="903054" y="415687"/>
                </a:lnTo>
                <a:lnTo>
                  <a:pt x="908082" y="405274"/>
                </a:lnTo>
                <a:lnTo>
                  <a:pt x="907723" y="405968"/>
                </a:lnTo>
                <a:lnTo>
                  <a:pt x="913325" y="395602"/>
                </a:lnTo>
                <a:lnTo>
                  <a:pt x="912966" y="396248"/>
                </a:lnTo>
                <a:lnTo>
                  <a:pt x="919070" y="385929"/>
                </a:lnTo>
                <a:lnTo>
                  <a:pt x="918711" y="386527"/>
                </a:lnTo>
                <a:lnTo>
                  <a:pt x="925344" y="376257"/>
                </a:lnTo>
                <a:lnTo>
                  <a:pt x="924984" y="376831"/>
                </a:lnTo>
                <a:lnTo>
                  <a:pt x="932142" y="366632"/>
                </a:lnTo>
                <a:lnTo>
                  <a:pt x="931760" y="367136"/>
                </a:lnTo>
                <a:lnTo>
                  <a:pt x="939445" y="357008"/>
                </a:lnTo>
                <a:lnTo>
                  <a:pt x="939061" y="357487"/>
                </a:lnTo>
                <a:lnTo>
                  <a:pt x="947226" y="347431"/>
                </a:lnTo>
                <a:lnTo>
                  <a:pt x="946843" y="347863"/>
                </a:lnTo>
                <a:lnTo>
                  <a:pt x="955508" y="337880"/>
                </a:lnTo>
                <a:lnTo>
                  <a:pt x="955125" y="338310"/>
                </a:lnTo>
                <a:lnTo>
                  <a:pt x="964271" y="328399"/>
                </a:lnTo>
                <a:lnTo>
                  <a:pt x="963913" y="328781"/>
                </a:lnTo>
                <a:lnTo>
                  <a:pt x="973488" y="318966"/>
                </a:lnTo>
                <a:lnTo>
                  <a:pt x="973154" y="319325"/>
                </a:lnTo>
                <a:lnTo>
                  <a:pt x="983184" y="309605"/>
                </a:lnTo>
                <a:lnTo>
                  <a:pt x="982849" y="309940"/>
                </a:lnTo>
                <a:lnTo>
                  <a:pt x="993337" y="300316"/>
                </a:lnTo>
                <a:lnTo>
                  <a:pt x="993001" y="300627"/>
                </a:lnTo>
                <a:lnTo>
                  <a:pt x="1003942" y="291099"/>
                </a:lnTo>
                <a:lnTo>
                  <a:pt x="1003608" y="291386"/>
                </a:lnTo>
                <a:lnTo>
                  <a:pt x="1014955" y="281977"/>
                </a:lnTo>
                <a:lnTo>
                  <a:pt x="1014643" y="282240"/>
                </a:lnTo>
                <a:lnTo>
                  <a:pt x="1026421" y="272951"/>
                </a:lnTo>
                <a:lnTo>
                  <a:pt x="1026087" y="273191"/>
                </a:lnTo>
                <a:lnTo>
                  <a:pt x="1038273" y="264021"/>
                </a:lnTo>
                <a:lnTo>
                  <a:pt x="1037963" y="264261"/>
                </a:lnTo>
                <a:lnTo>
                  <a:pt x="1050554" y="255211"/>
                </a:lnTo>
                <a:lnTo>
                  <a:pt x="1050244" y="255426"/>
                </a:lnTo>
                <a:lnTo>
                  <a:pt x="1063196" y="246497"/>
                </a:lnTo>
                <a:lnTo>
                  <a:pt x="1062908" y="246712"/>
                </a:lnTo>
                <a:lnTo>
                  <a:pt x="1076243" y="237926"/>
                </a:lnTo>
                <a:lnTo>
                  <a:pt x="1075956" y="238117"/>
                </a:lnTo>
                <a:lnTo>
                  <a:pt x="1089674" y="229475"/>
                </a:lnTo>
                <a:lnTo>
                  <a:pt x="1089244" y="229738"/>
                </a:lnTo>
                <a:lnTo>
                  <a:pt x="1117734" y="212884"/>
                </a:lnTo>
                <a:lnTo>
                  <a:pt x="1117159" y="213195"/>
                </a:lnTo>
                <a:lnTo>
                  <a:pt x="1147013" y="196963"/>
                </a:lnTo>
                <a:lnTo>
                  <a:pt x="1146463" y="197250"/>
                </a:lnTo>
                <a:lnTo>
                  <a:pt x="1177562" y="181688"/>
                </a:lnTo>
                <a:lnTo>
                  <a:pt x="1177035" y="181927"/>
                </a:lnTo>
                <a:lnTo>
                  <a:pt x="1209355" y="167060"/>
                </a:lnTo>
                <a:lnTo>
                  <a:pt x="1208828" y="167300"/>
                </a:lnTo>
                <a:lnTo>
                  <a:pt x="1242251" y="153174"/>
                </a:lnTo>
                <a:lnTo>
                  <a:pt x="1241724" y="153390"/>
                </a:lnTo>
                <a:lnTo>
                  <a:pt x="1276174" y="140055"/>
                </a:lnTo>
                <a:lnTo>
                  <a:pt x="1275672" y="140246"/>
                </a:lnTo>
                <a:lnTo>
                  <a:pt x="1311081" y="127725"/>
                </a:lnTo>
                <a:lnTo>
                  <a:pt x="1310578" y="127893"/>
                </a:lnTo>
                <a:lnTo>
                  <a:pt x="1346850" y="116257"/>
                </a:lnTo>
                <a:lnTo>
                  <a:pt x="1346370" y="116425"/>
                </a:lnTo>
                <a:lnTo>
                  <a:pt x="1383430" y="105700"/>
                </a:lnTo>
                <a:lnTo>
                  <a:pt x="1383047" y="105795"/>
                </a:lnTo>
                <a:lnTo>
                  <a:pt x="1401864" y="100792"/>
                </a:lnTo>
                <a:lnTo>
                  <a:pt x="1401625" y="100863"/>
                </a:lnTo>
                <a:lnTo>
                  <a:pt x="1420586" y="96100"/>
                </a:lnTo>
                <a:lnTo>
                  <a:pt x="1420347" y="96147"/>
                </a:lnTo>
                <a:lnTo>
                  <a:pt x="1439476" y="91646"/>
                </a:lnTo>
                <a:lnTo>
                  <a:pt x="1439237" y="91694"/>
                </a:lnTo>
                <a:lnTo>
                  <a:pt x="1458510" y="87432"/>
                </a:lnTo>
                <a:lnTo>
                  <a:pt x="1458271" y="87480"/>
                </a:lnTo>
                <a:lnTo>
                  <a:pt x="1477688" y="83482"/>
                </a:lnTo>
                <a:lnTo>
                  <a:pt x="1477422" y="83530"/>
                </a:lnTo>
                <a:lnTo>
                  <a:pt x="1496983" y="79796"/>
                </a:lnTo>
                <a:lnTo>
                  <a:pt x="1496720" y="79843"/>
                </a:lnTo>
                <a:lnTo>
                  <a:pt x="1516400" y="76372"/>
                </a:lnTo>
                <a:lnTo>
                  <a:pt x="1516136" y="76419"/>
                </a:lnTo>
                <a:lnTo>
                  <a:pt x="1535910" y="73212"/>
                </a:lnTo>
                <a:lnTo>
                  <a:pt x="1535671" y="73260"/>
                </a:lnTo>
                <a:lnTo>
                  <a:pt x="1555542" y="70338"/>
                </a:lnTo>
                <a:lnTo>
                  <a:pt x="1555278" y="70387"/>
                </a:lnTo>
                <a:lnTo>
                  <a:pt x="1575245" y="67753"/>
                </a:lnTo>
                <a:lnTo>
                  <a:pt x="1574120" y="67873"/>
                </a:lnTo>
                <a:lnTo>
                  <a:pt x="1664186" y="61720"/>
                </a:lnTo>
                <a:lnTo>
                  <a:pt x="1661744" y="25880"/>
                </a:lnTo>
                <a:lnTo>
                  <a:pt x="1571128" y="32081"/>
                </a:lnTo>
                <a:lnTo>
                  <a:pt x="1550467" y="34786"/>
                </a:lnTo>
                <a:lnTo>
                  <a:pt x="1530333" y="37755"/>
                </a:lnTo>
                <a:lnTo>
                  <a:pt x="1510294" y="40987"/>
                </a:lnTo>
                <a:lnTo>
                  <a:pt x="1490374" y="44506"/>
                </a:lnTo>
                <a:lnTo>
                  <a:pt x="1470552" y="48289"/>
                </a:lnTo>
                <a:lnTo>
                  <a:pt x="1450896" y="52335"/>
                </a:lnTo>
                <a:lnTo>
                  <a:pt x="1431360" y="56645"/>
                </a:lnTo>
                <a:lnTo>
                  <a:pt x="1411969" y="61217"/>
                </a:lnTo>
                <a:lnTo>
                  <a:pt x="1392744" y="66053"/>
                </a:lnTo>
                <a:lnTo>
                  <a:pt x="1373638" y="71153"/>
                </a:lnTo>
                <a:lnTo>
                  <a:pt x="1336146" y="81998"/>
                </a:lnTo>
                <a:lnTo>
                  <a:pt x="1299375" y="93777"/>
                </a:lnTo>
                <a:lnTo>
                  <a:pt x="1263463" y="106466"/>
                </a:lnTo>
                <a:lnTo>
                  <a:pt x="1228508" y="119992"/>
                </a:lnTo>
                <a:lnTo>
                  <a:pt x="1194583" y="134333"/>
                </a:lnTo>
                <a:lnTo>
                  <a:pt x="1161760" y="149440"/>
                </a:lnTo>
                <a:lnTo>
                  <a:pt x="1130111" y="165265"/>
                </a:lnTo>
                <a:lnTo>
                  <a:pt x="1099730" y="181808"/>
                </a:lnTo>
                <a:lnTo>
                  <a:pt x="1070737" y="198950"/>
                </a:lnTo>
                <a:lnTo>
                  <a:pt x="1056660" y="207832"/>
                </a:lnTo>
                <a:lnTo>
                  <a:pt x="1043013" y="216810"/>
                </a:lnTo>
                <a:lnTo>
                  <a:pt x="1029727" y="225955"/>
                </a:lnTo>
                <a:lnTo>
                  <a:pt x="1016821" y="235220"/>
                </a:lnTo>
                <a:lnTo>
                  <a:pt x="1004325" y="244629"/>
                </a:lnTo>
                <a:lnTo>
                  <a:pt x="992235" y="254182"/>
                </a:lnTo>
                <a:lnTo>
                  <a:pt x="980527" y="263878"/>
                </a:lnTo>
                <a:lnTo>
                  <a:pt x="969251" y="273694"/>
                </a:lnTo>
                <a:lnTo>
                  <a:pt x="958406" y="283629"/>
                </a:lnTo>
                <a:lnTo>
                  <a:pt x="947992" y="293685"/>
                </a:lnTo>
                <a:lnTo>
                  <a:pt x="938055" y="303859"/>
                </a:lnTo>
                <a:lnTo>
                  <a:pt x="928551" y="314154"/>
                </a:lnTo>
                <a:lnTo>
                  <a:pt x="919526" y="324568"/>
                </a:lnTo>
                <a:lnTo>
                  <a:pt x="910980" y="335102"/>
                </a:lnTo>
                <a:lnTo>
                  <a:pt x="902934" y="345732"/>
                </a:lnTo>
                <a:lnTo>
                  <a:pt x="895393" y="356458"/>
                </a:lnTo>
                <a:lnTo>
                  <a:pt x="888379" y="367303"/>
                </a:lnTo>
                <a:lnTo>
                  <a:pt x="881890" y="378244"/>
                </a:lnTo>
                <a:lnTo>
                  <a:pt x="875930" y="389281"/>
                </a:lnTo>
                <a:lnTo>
                  <a:pt x="870541" y="400413"/>
                </a:lnTo>
                <a:lnTo>
                  <a:pt x="865730" y="411642"/>
                </a:lnTo>
                <a:lnTo>
                  <a:pt x="861492" y="422966"/>
                </a:lnTo>
                <a:lnTo>
                  <a:pt x="857878" y="434361"/>
                </a:lnTo>
                <a:lnTo>
                  <a:pt x="854885" y="445829"/>
                </a:lnTo>
                <a:lnTo>
                  <a:pt x="852539" y="457369"/>
                </a:lnTo>
                <a:lnTo>
                  <a:pt x="850814" y="468981"/>
                </a:lnTo>
                <a:lnTo>
                  <a:pt x="849785" y="480616"/>
                </a:lnTo>
                <a:lnTo>
                  <a:pt x="849450" y="491748"/>
                </a:lnTo>
                <a:lnTo>
                  <a:pt x="849140" y="502354"/>
                </a:lnTo>
                <a:lnTo>
                  <a:pt x="849211" y="501301"/>
                </a:lnTo>
                <a:lnTo>
                  <a:pt x="848252" y="511882"/>
                </a:lnTo>
                <a:lnTo>
                  <a:pt x="848374" y="510877"/>
                </a:lnTo>
                <a:lnTo>
                  <a:pt x="846817" y="521459"/>
                </a:lnTo>
                <a:lnTo>
                  <a:pt x="847008" y="520477"/>
                </a:lnTo>
                <a:lnTo>
                  <a:pt x="844829" y="531036"/>
                </a:lnTo>
                <a:lnTo>
                  <a:pt x="845069" y="530101"/>
                </a:lnTo>
                <a:lnTo>
                  <a:pt x="842292" y="540660"/>
                </a:lnTo>
                <a:lnTo>
                  <a:pt x="842555" y="539750"/>
                </a:lnTo>
                <a:lnTo>
                  <a:pt x="839228" y="550284"/>
                </a:lnTo>
                <a:lnTo>
                  <a:pt x="839515" y="549446"/>
                </a:lnTo>
                <a:lnTo>
                  <a:pt x="835588" y="559932"/>
                </a:lnTo>
                <a:lnTo>
                  <a:pt x="835900" y="559143"/>
                </a:lnTo>
                <a:lnTo>
                  <a:pt x="831423" y="569604"/>
                </a:lnTo>
                <a:lnTo>
                  <a:pt x="831758" y="568862"/>
                </a:lnTo>
                <a:lnTo>
                  <a:pt x="826730" y="579277"/>
                </a:lnTo>
                <a:lnTo>
                  <a:pt x="827090" y="578582"/>
                </a:lnTo>
                <a:lnTo>
                  <a:pt x="821487" y="588949"/>
                </a:lnTo>
                <a:lnTo>
                  <a:pt x="821846" y="588302"/>
                </a:lnTo>
                <a:lnTo>
                  <a:pt x="815741" y="598621"/>
                </a:lnTo>
                <a:lnTo>
                  <a:pt x="816100" y="598022"/>
                </a:lnTo>
                <a:lnTo>
                  <a:pt x="809469" y="608293"/>
                </a:lnTo>
                <a:lnTo>
                  <a:pt x="809828" y="607718"/>
                </a:lnTo>
                <a:lnTo>
                  <a:pt x="802670" y="617917"/>
                </a:lnTo>
                <a:lnTo>
                  <a:pt x="803053" y="617415"/>
                </a:lnTo>
                <a:lnTo>
                  <a:pt x="795368" y="627542"/>
                </a:lnTo>
                <a:lnTo>
                  <a:pt x="795751" y="627062"/>
                </a:lnTo>
                <a:lnTo>
                  <a:pt x="787588" y="637118"/>
                </a:lnTo>
                <a:lnTo>
                  <a:pt x="787969" y="636687"/>
                </a:lnTo>
                <a:lnTo>
                  <a:pt x="779303" y="646671"/>
                </a:lnTo>
                <a:lnTo>
                  <a:pt x="779686" y="646240"/>
                </a:lnTo>
                <a:lnTo>
                  <a:pt x="770540" y="656151"/>
                </a:lnTo>
                <a:lnTo>
                  <a:pt x="770901" y="655768"/>
                </a:lnTo>
                <a:lnTo>
                  <a:pt x="761323" y="665584"/>
                </a:lnTo>
                <a:lnTo>
                  <a:pt x="761659" y="665225"/>
                </a:lnTo>
                <a:lnTo>
                  <a:pt x="751628" y="674945"/>
                </a:lnTo>
                <a:lnTo>
                  <a:pt x="751962" y="674610"/>
                </a:lnTo>
                <a:lnTo>
                  <a:pt x="741476" y="684234"/>
                </a:lnTo>
                <a:lnTo>
                  <a:pt x="741811" y="683923"/>
                </a:lnTo>
                <a:lnTo>
                  <a:pt x="730871" y="693451"/>
                </a:lnTo>
                <a:lnTo>
                  <a:pt x="731206" y="693164"/>
                </a:lnTo>
                <a:lnTo>
                  <a:pt x="719859" y="702573"/>
                </a:lnTo>
                <a:lnTo>
                  <a:pt x="720169" y="702309"/>
                </a:lnTo>
                <a:lnTo>
                  <a:pt x="708390" y="711598"/>
                </a:lnTo>
                <a:lnTo>
                  <a:pt x="708725" y="711359"/>
                </a:lnTo>
                <a:lnTo>
                  <a:pt x="696539" y="720528"/>
                </a:lnTo>
                <a:lnTo>
                  <a:pt x="696851" y="720289"/>
                </a:lnTo>
                <a:lnTo>
                  <a:pt x="684257" y="729339"/>
                </a:lnTo>
                <a:lnTo>
                  <a:pt x="684569" y="729123"/>
                </a:lnTo>
                <a:lnTo>
                  <a:pt x="671617" y="738053"/>
                </a:lnTo>
                <a:lnTo>
                  <a:pt x="671903" y="737838"/>
                </a:lnTo>
                <a:lnTo>
                  <a:pt x="658568" y="746624"/>
                </a:lnTo>
                <a:lnTo>
                  <a:pt x="658856" y="746432"/>
                </a:lnTo>
                <a:lnTo>
                  <a:pt x="645138" y="755075"/>
                </a:lnTo>
                <a:lnTo>
                  <a:pt x="645569" y="754812"/>
                </a:lnTo>
                <a:lnTo>
                  <a:pt x="617079" y="771667"/>
                </a:lnTo>
                <a:lnTo>
                  <a:pt x="617653" y="771355"/>
                </a:lnTo>
                <a:lnTo>
                  <a:pt x="587799" y="787588"/>
                </a:lnTo>
                <a:lnTo>
                  <a:pt x="588350" y="787300"/>
                </a:lnTo>
                <a:lnTo>
                  <a:pt x="557250" y="802861"/>
                </a:lnTo>
                <a:lnTo>
                  <a:pt x="557777" y="802622"/>
                </a:lnTo>
                <a:lnTo>
                  <a:pt x="525457" y="817489"/>
                </a:lnTo>
                <a:lnTo>
                  <a:pt x="525983" y="817250"/>
                </a:lnTo>
                <a:lnTo>
                  <a:pt x="492563" y="831376"/>
                </a:lnTo>
                <a:lnTo>
                  <a:pt x="493065" y="831160"/>
                </a:lnTo>
                <a:lnTo>
                  <a:pt x="458637" y="844495"/>
                </a:lnTo>
                <a:lnTo>
                  <a:pt x="459140" y="844303"/>
                </a:lnTo>
                <a:lnTo>
                  <a:pt x="423731" y="856825"/>
                </a:lnTo>
                <a:lnTo>
                  <a:pt x="424234" y="856657"/>
                </a:lnTo>
                <a:lnTo>
                  <a:pt x="387963" y="868292"/>
                </a:lnTo>
                <a:lnTo>
                  <a:pt x="388442" y="868125"/>
                </a:lnTo>
                <a:lnTo>
                  <a:pt x="351381" y="878850"/>
                </a:lnTo>
                <a:lnTo>
                  <a:pt x="351764" y="878755"/>
                </a:lnTo>
                <a:lnTo>
                  <a:pt x="332947" y="883758"/>
                </a:lnTo>
                <a:lnTo>
                  <a:pt x="333186" y="883686"/>
                </a:lnTo>
                <a:lnTo>
                  <a:pt x="314225" y="888451"/>
                </a:lnTo>
                <a:lnTo>
                  <a:pt x="314465" y="888403"/>
                </a:lnTo>
                <a:lnTo>
                  <a:pt x="295335" y="892903"/>
                </a:lnTo>
                <a:lnTo>
                  <a:pt x="295575" y="892856"/>
                </a:lnTo>
                <a:lnTo>
                  <a:pt x="276303" y="897118"/>
                </a:lnTo>
                <a:lnTo>
                  <a:pt x="276543" y="897069"/>
                </a:lnTo>
                <a:lnTo>
                  <a:pt x="257126" y="901068"/>
                </a:lnTo>
                <a:lnTo>
                  <a:pt x="257389" y="901020"/>
                </a:lnTo>
                <a:lnTo>
                  <a:pt x="237830" y="904755"/>
                </a:lnTo>
                <a:lnTo>
                  <a:pt x="238094" y="904707"/>
                </a:lnTo>
                <a:lnTo>
                  <a:pt x="218413" y="908178"/>
                </a:lnTo>
                <a:lnTo>
                  <a:pt x="218677" y="908130"/>
                </a:lnTo>
                <a:lnTo>
                  <a:pt x="198901" y="911314"/>
                </a:lnTo>
                <a:lnTo>
                  <a:pt x="199141" y="911291"/>
                </a:lnTo>
                <a:lnTo>
                  <a:pt x="179270" y="914211"/>
                </a:lnTo>
                <a:lnTo>
                  <a:pt x="179533" y="914163"/>
                </a:lnTo>
                <a:lnTo>
                  <a:pt x="159567" y="916797"/>
                </a:lnTo>
                <a:lnTo>
                  <a:pt x="159830" y="916773"/>
                </a:lnTo>
                <a:lnTo>
                  <a:pt x="139791" y="919095"/>
                </a:lnTo>
                <a:lnTo>
                  <a:pt x="140055" y="919071"/>
                </a:lnTo>
                <a:lnTo>
                  <a:pt x="119920" y="921107"/>
                </a:lnTo>
                <a:lnTo>
                  <a:pt x="120206" y="921082"/>
                </a:lnTo>
                <a:lnTo>
                  <a:pt x="100025" y="922829"/>
                </a:lnTo>
                <a:lnTo>
                  <a:pt x="100289" y="922806"/>
                </a:lnTo>
                <a:lnTo>
                  <a:pt x="80059" y="924243"/>
                </a:lnTo>
                <a:lnTo>
                  <a:pt x="80345" y="924243"/>
                </a:lnTo>
                <a:lnTo>
                  <a:pt x="60091" y="925368"/>
                </a:lnTo>
                <a:lnTo>
                  <a:pt x="60354" y="925344"/>
                </a:lnTo>
                <a:lnTo>
                  <a:pt x="40076" y="926158"/>
                </a:lnTo>
                <a:lnTo>
                  <a:pt x="40340" y="926158"/>
                </a:lnTo>
                <a:lnTo>
                  <a:pt x="20039" y="926637"/>
                </a:lnTo>
                <a:lnTo>
                  <a:pt x="20325" y="926637"/>
                </a:lnTo>
                <a:lnTo>
                  <a:pt x="0" y="926804"/>
                </a:lnTo>
                <a:lnTo>
                  <a:pt x="288" y="962716"/>
                </a:lnTo>
              </a:path>
            </a:pathLst>
          </a:custGeom>
          <a:solidFill xmlns:a="http://schemas.openxmlformats.org/drawingml/2006/main">
            <a:srgbClr val="C81D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" name="text-142 Matmul">
            <a:extLst xmlns:a="http://schemas.openxmlformats.org/drawingml/2006/main">
              <a:ext uri="{FF2B5EF4-FFF2-40B4-BE49-F238E27FC236}">
                <a16:creationId xmlns:a16="http://schemas.microsoft.com/office/drawing/2014/main" id="{9548A210-D306-42B5-A39F-E1FE7D379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97333" y="7106102"/>
            <a:ext cx="1161260" cy="4858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7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Matmul</a:t>
            </a:r>
          </a:p>
        </p:txBody>
      </p:sp>
      <p:sp>
        <p:nvSpPr>
          <p:cNvPr id="143" name="path-143">
            <a:extLst xmlns:a="http://schemas.openxmlformats.org/drawingml/2006/main">
              <a:ext uri="{FF2B5EF4-FFF2-40B4-BE49-F238E27FC236}">
                <a16:creationId xmlns:a16="http://schemas.microsoft.com/office/drawing/2014/main" id="{CAAF076B-5A70-4E83-AF9D-5894D90F0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4694" y="2565026"/>
            <a:ext cx="1977672" cy="1160499"/>
          </a:xfrm>
          <a:custGeom xmlns:a="http://schemas.openxmlformats.org/drawingml/2006/main">
            <a:pathLst>
              <a:path w="1638904" h="961710">
                <a:moveTo>
                  <a:pt x="1492555" y="961710"/>
                </a:moveTo>
                <a:lnTo>
                  <a:pt x="1495546" y="913924"/>
                </a:lnTo>
                <a:lnTo>
                  <a:pt x="1498538" y="866138"/>
                </a:lnTo>
                <a:lnTo>
                  <a:pt x="1638904" y="922926"/>
                </a:lnTo>
                <a:lnTo>
                  <a:pt x="1492555" y="961710"/>
                </a:lnTo>
                <a:moveTo>
                  <a:pt x="288" y="0"/>
                </a:moveTo>
                <a:lnTo>
                  <a:pt x="19654" y="168"/>
                </a:lnTo>
                <a:lnTo>
                  <a:pt x="39142" y="670"/>
                </a:lnTo>
                <a:lnTo>
                  <a:pt x="58632" y="1484"/>
                </a:lnTo>
                <a:lnTo>
                  <a:pt x="78071" y="2634"/>
                </a:lnTo>
                <a:lnTo>
                  <a:pt x="97464" y="4094"/>
                </a:lnTo>
                <a:lnTo>
                  <a:pt x="116808" y="5866"/>
                </a:lnTo>
                <a:lnTo>
                  <a:pt x="136105" y="7948"/>
                </a:lnTo>
                <a:lnTo>
                  <a:pt x="155329" y="10318"/>
                </a:lnTo>
                <a:lnTo>
                  <a:pt x="174458" y="12976"/>
                </a:lnTo>
                <a:lnTo>
                  <a:pt x="193515" y="15945"/>
                </a:lnTo>
                <a:lnTo>
                  <a:pt x="212476" y="19177"/>
                </a:lnTo>
                <a:lnTo>
                  <a:pt x="231317" y="22696"/>
                </a:lnTo>
                <a:lnTo>
                  <a:pt x="250063" y="26502"/>
                </a:lnTo>
                <a:lnTo>
                  <a:pt x="268665" y="30549"/>
                </a:lnTo>
                <a:lnTo>
                  <a:pt x="287148" y="34882"/>
                </a:lnTo>
                <a:lnTo>
                  <a:pt x="305487" y="39455"/>
                </a:lnTo>
                <a:lnTo>
                  <a:pt x="323682" y="44291"/>
                </a:lnTo>
                <a:lnTo>
                  <a:pt x="341757" y="49390"/>
                </a:lnTo>
                <a:lnTo>
                  <a:pt x="377237" y="60235"/>
                </a:lnTo>
                <a:lnTo>
                  <a:pt x="412025" y="72063"/>
                </a:lnTo>
                <a:lnTo>
                  <a:pt x="445995" y="84751"/>
                </a:lnTo>
                <a:lnTo>
                  <a:pt x="479058" y="98302"/>
                </a:lnTo>
                <a:lnTo>
                  <a:pt x="511163" y="112642"/>
                </a:lnTo>
                <a:lnTo>
                  <a:pt x="542215" y="127773"/>
                </a:lnTo>
                <a:lnTo>
                  <a:pt x="572141" y="143646"/>
                </a:lnTo>
                <a:lnTo>
                  <a:pt x="600919" y="160189"/>
                </a:lnTo>
                <a:lnTo>
                  <a:pt x="628402" y="177403"/>
                </a:lnTo>
                <a:lnTo>
                  <a:pt x="654499" y="195191"/>
                </a:lnTo>
                <a:lnTo>
                  <a:pt x="667114" y="204385"/>
                </a:lnTo>
                <a:lnTo>
                  <a:pt x="679326" y="213674"/>
                </a:lnTo>
                <a:lnTo>
                  <a:pt x="691154" y="223106"/>
                </a:lnTo>
                <a:lnTo>
                  <a:pt x="702596" y="232683"/>
                </a:lnTo>
                <a:lnTo>
                  <a:pt x="713681" y="242379"/>
                </a:lnTo>
                <a:lnTo>
                  <a:pt x="724335" y="252194"/>
                </a:lnTo>
                <a:lnTo>
                  <a:pt x="734604" y="262130"/>
                </a:lnTo>
                <a:lnTo>
                  <a:pt x="744445" y="272209"/>
                </a:lnTo>
                <a:lnTo>
                  <a:pt x="753853" y="282408"/>
                </a:lnTo>
                <a:lnTo>
                  <a:pt x="762831" y="292703"/>
                </a:lnTo>
                <a:lnTo>
                  <a:pt x="771355" y="303117"/>
                </a:lnTo>
                <a:lnTo>
                  <a:pt x="779424" y="313651"/>
                </a:lnTo>
                <a:lnTo>
                  <a:pt x="787037" y="324281"/>
                </a:lnTo>
                <a:lnTo>
                  <a:pt x="794170" y="335007"/>
                </a:lnTo>
                <a:lnTo>
                  <a:pt x="800801" y="345852"/>
                </a:lnTo>
                <a:lnTo>
                  <a:pt x="806930" y="356793"/>
                </a:lnTo>
                <a:lnTo>
                  <a:pt x="812533" y="367805"/>
                </a:lnTo>
                <a:lnTo>
                  <a:pt x="817610" y="378938"/>
                </a:lnTo>
                <a:lnTo>
                  <a:pt x="822158" y="390142"/>
                </a:lnTo>
                <a:lnTo>
                  <a:pt x="826132" y="401419"/>
                </a:lnTo>
                <a:lnTo>
                  <a:pt x="829555" y="412791"/>
                </a:lnTo>
                <a:lnTo>
                  <a:pt x="832356" y="424211"/>
                </a:lnTo>
                <a:lnTo>
                  <a:pt x="834583" y="435703"/>
                </a:lnTo>
                <a:lnTo>
                  <a:pt x="836188" y="447242"/>
                </a:lnTo>
                <a:lnTo>
                  <a:pt x="837169" y="458829"/>
                </a:lnTo>
                <a:lnTo>
                  <a:pt x="837479" y="469938"/>
                </a:lnTo>
                <a:lnTo>
                  <a:pt x="837767" y="480543"/>
                </a:lnTo>
                <a:lnTo>
                  <a:pt x="837720" y="479538"/>
                </a:lnTo>
                <a:lnTo>
                  <a:pt x="838606" y="490144"/>
                </a:lnTo>
                <a:lnTo>
                  <a:pt x="838508" y="489162"/>
                </a:lnTo>
                <a:lnTo>
                  <a:pt x="839970" y="499769"/>
                </a:lnTo>
                <a:lnTo>
                  <a:pt x="839801" y="498834"/>
                </a:lnTo>
                <a:lnTo>
                  <a:pt x="841860" y="509393"/>
                </a:lnTo>
                <a:lnTo>
                  <a:pt x="841670" y="508506"/>
                </a:lnTo>
                <a:lnTo>
                  <a:pt x="844256" y="519065"/>
                </a:lnTo>
                <a:lnTo>
                  <a:pt x="844041" y="518204"/>
                </a:lnTo>
                <a:lnTo>
                  <a:pt x="847176" y="528714"/>
                </a:lnTo>
                <a:lnTo>
                  <a:pt x="846913" y="527923"/>
                </a:lnTo>
                <a:lnTo>
                  <a:pt x="850623" y="538409"/>
                </a:lnTo>
                <a:lnTo>
                  <a:pt x="850336" y="537643"/>
                </a:lnTo>
                <a:lnTo>
                  <a:pt x="854575" y="548105"/>
                </a:lnTo>
                <a:lnTo>
                  <a:pt x="854263" y="547363"/>
                </a:lnTo>
                <a:lnTo>
                  <a:pt x="859026" y="557802"/>
                </a:lnTo>
                <a:lnTo>
                  <a:pt x="858693" y="557107"/>
                </a:lnTo>
                <a:lnTo>
                  <a:pt x="863983" y="567474"/>
                </a:lnTo>
                <a:lnTo>
                  <a:pt x="863624" y="566851"/>
                </a:lnTo>
                <a:lnTo>
                  <a:pt x="869418" y="577170"/>
                </a:lnTo>
                <a:lnTo>
                  <a:pt x="869057" y="576571"/>
                </a:lnTo>
                <a:lnTo>
                  <a:pt x="875354" y="586842"/>
                </a:lnTo>
                <a:lnTo>
                  <a:pt x="874995" y="586292"/>
                </a:lnTo>
                <a:lnTo>
                  <a:pt x="881772" y="596490"/>
                </a:lnTo>
                <a:lnTo>
                  <a:pt x="881412" y="595964"/>
                </a:lnTo>
                <a:lnTo>
                  <a:pt x="888667" y="606090"/>
                </a:lnTo>
                <a:lnTo>
                  <a:pt x="888306" y="605612"/>
                </a:lnTo>
                <a:lnTo>
                  <a:pt x="896015" y="615667"/>
                </a:lnTo>
                <a:lnTo>
                  <a:pt x="895657" y="615236"/>
                </a:lnTo>
                <a:lnTo>
                  <a:pt x="903820" y="625220"/>
                </a:lnTo>
                <a:lnTo>
                  <a:pt x="903485" y="624789"/>
                </a:lnTo>
                <a:lnTo>
                  <a:pt x="912104" y="634700"/>
                </a:lnTo>
                <a:lnTo>
                  <a:pt x="911746" y="634293"/>
                </a:lnTo>
                <a:lnTo>
                  <a:pt x="920819" y="644109"/>
                </a:lnTo>
                <a:lnTo>
                  <a:pt x="920484" y="643750"/>
                </a:lnTo>
                <a:lnTo>
                  <a:pt x="929965" y="653470"/>
                </a:lnTo>
                <a:lnTo>
                  <a:pt x="929629" y="653135"/>
                </a:lnTo>
                <a:lnTo>
                  <a:pt x="939541" y="662759"/>
                </a:lnTo>
                <a:lnTo>
                  <a:pt x="939206" y="662423"/>
                </a:lnTo>
                <a:lnTo>
                  <a:pt x="949548" y="671952"/>
                </a:lnTo>
                <a:lnTo>
                  <a:pt x="949214" y="671641"/>
                </a:lnTo>
                <a:lnTo>
                  <a:pt x="959963" y="681050"/>
                </a:lnTo>
                <a:lnTo>
                  <a:pt x="959626" y="680786"/>
                </a:lnTo>
                <a:lnTo>
                  <a:pt x="970760" y="690076"/>
                </a:lnTo>
                <a:lnTo>
                  <a:pt x="970424" y="689813"/>
                </a:lnTo>
                <a:lnTo>
                  <a:pt x="981939" y="698981"/>
                </a:lnTo>
                <a:lnTo>
                  <a:pt x="981627" y="698742"/>
                </a:lnTo>
                <a:lnTo>
                  <a:pt x="993527" y="707792"/>
                </a:lnTo>
                <a:lnTo>
                  <a:pt x="993215" y="707576"/>
                </a:lnTo>
                <a:lnTo>
                  <a:pt x="1005473" y="716483"/>
                </a:lnTo>
                <a:lnTo>
                  <a:pt x="1005018" y="716172"/>
                </a:lnTo>
                <a:lnTo>
                  <a:pt x="1030588" y="733600"/>
                </a:lnTo>
                <a:lnTo>
                  <a:pt x="1029990" y="733217"/>
                </a:lnTo>
                <a:lnTo>
                  <a:pt x="1056924" y="750072"/>
                </a:lnTo>
                <a:lnTo>
                  <a:pt x="1056348" y="749736"/>
                </a:lnTo>
                <a:lnTo>
                  <a:pt x="1084551" y="765968"/>
                </a:lnTo>
                <a:lnTo>
                  <a:pt x="1083977" y="765657"/>
                </a:lnTo>
                <a:lnTo>
                  <a:pt x="1113377" y="781219"/>
                </a:lnTo>
                <a:lnTo>
                  <a:pt x="1112850" y="780955"/>
                </a:lnTo>
                <a:lnTo>
                  <a:pt x="1143350" y="795823"/>
                </a:lnTo>
                <a:lnTo>
                  <a:pt x="1142823" y="795560"/>
                </a:lnTo>
                <a:lnTo>
                  <a:pt x="1174402" y="809684"/>
                </a:lnTo>
                <a:lnTo>
                  <a:pt x="1173875" y="809470"/>
                </a:lnTo>
                <a:lnTo>
                  <a:pt x="1206410" y="822805"/>
                </a:lnTo>
                <a:lnTo>
                  <a:pt x="1205908" y="822589"/>
                </a:lnTo>
                <a:lnTo>
                  <a:pt x="1239330" y="835086"/>
                </a:lnTo>
                <a:lnTo>
                  <a:pt x="1238828" y="834919"/>
                </a:lnTo>
                <a:lnTo>
                  <a:pt x="1273086" y="846554"/>
                </a:lnTo>
                <a:lnTo>
                  <a:pt x="1272583" y="846386"/>
                </a:lnTo>
                <a:lnTo>
                  <a:pt x="1307609" y="857112"/>
                </a:lnTo>
                <a:lnTo>
                  <a:pt x="1307202" y="856992"/>
                </a:lnTo>
                <a:lnTo>
                  <a:pt x="1324991" y="861996"/>
                </a:lnTo>
                <a:lnTo>
                  <a:pt x="1324728" y="861924"/>
                </a:lnTo>
                <a:lnTo>
                  <a:pt x="1342659" y="866689"/>
                </a:lnTo>
                <a:lnTo>
                  <a:pt x="1342396" y="866617"/>
                </a:lnTo>
                <a:lnTo>
                  <a:pt x="1360471" y="871141"/>
                </a:lnTo>
                <a:lnTo>
                  <a:pt x="1360209" y="871069"/>
                </a:lnTo>
                <a:lnTo>
                  <a:pt x="1378427" y="875331"/>
                </a:lnTo>
                <a:lnTo>
                  <a:pt x="1378165" y="875284"/>
                </a:lnTo>
                <a:lnTo>
                  <a:pt x="1396502" y="879281"/>
                </a:lnTo>
                <a:lnTo>
                  <a:pt x="1396239" y="879209"/>
                </a:lnTo>
                <a:lnTo>
                  <a:pt x="1414721" y="882968"/>
                </a:lnTo>
                <a:lnTo>
                  <a:pt x="1414458" y="882896"/>
                </a:lnTo>
                <a:lnTo>
                  <a:pt x="1433037" y="886368"/>
                </a:lnTo>
                <a:lnTo>
                  <a:pt x="1432774" y="886320"/>
                </a:lnTo>
                <a:lnTo>
                  <a:pt x="1451447" y="889529"/>
                </a:lnTo>
                <a:lnTo>
                  <a:pt x="1451184" y="889480"/>
                </a:lnTo>
                <a:lnTo>
                  <a:pt x="1469954" y="892401"/>
                </a:lnTo>
                <a:lnTo>
                  <a:pt x="1469691" y="892354"/>
                </a:lnTo>
                <a:lnTo>
                  <a:pt x="1488555" y="894986"/>
                </a:lnTo>
                <a:lnTo>
                  <a:pt x="1487310" y="894843"/>
                </a:lnTo>
                <a:lnTo>
                  <a:pt x="1568471" y="900517"/>
                </a:lnTo>
                <a:lnTo>
                  <a:pt x="1565981" y="936333"/>
                </a:lnTo>
                <a:lnTo>
                  <a:pt x="1484197" y="930635"/>
                </a:lnTo>
                <a:lnTo>
                  <a:pt x="1464592" y="927905"/>
                </a:lnTo>
                <a:lnTo>
                  <a:pt x="1445534" y="924936"/>
                </a:lnTo>
                <a:lnTo>
                  <a:pt x="1426573" y="921705"/>
                </a:lnTo>
                <a:lnTo>
                  <a:pt x="1407729" y="918186"/>
                </a:lnTo>
                <a:lnTo>
                  <a:pt x="1388985" y="914379"/>
                </a:lnTo>
                <a:lnTo>
                  <a:pt x="1370383" y="910333"/>
                </a:lnTo>
                <a:lnTo>
                  <a:pt x="1351900" y="905999"/>
                </a:lnTo>
                <a:lnTo>
                  <a:pt x="1333562" y="901427"/>
                </a:lnTo>
                <a:lnTo>
                  <a:pt x="1315367" y="896591"/>
                </a:lnTo>
                <a:lnTo>
                  <a:pt x="1297291" y="891491"/>
                </a:lnTo>
                <a:lnTo>
                  <a:pt x="1261810" y="880646"/>
                </a:lnTo>
                <a:lnTo>
                  <a:pt x="1227025" y="868819"/>
                </a:lnTo>
                <a:lnTo>
                  <a:pt x="1193051" y="856130"/>
                </a:lnTo>
                <a:lnTo>
                  <a:pt x="1159989" y="842580"/>
                </a:lnTo>
                <a:lnTo>
                  <a:pt x="1127883" y="828239"/>
                </a:lnTo>
                <a:lnTo>
                  <a:pt x="1096832" y="813108"/>
                </a:lnTo>
                <a:lnTo>
                  <a:pt x="1066907" y="797236"/>
                </a:lnTo>
                <a:lnTo>
                  <a:pt x="1038129" y="780692"/>
                </a:lnTo>
                <a:lnTo>
                  <a:pt x="1010644" y="763479"/>
                </a:lnTo>
                <a:lnTo>
                  <a:pt x="984550" y="745690"/>
                </a:lnTo>
                <a:lnTo>
                  <a:pt x="971932" y="736497"/>
                </a:lnTo>
                <a:lnTo>
                  <a:pt x="959724" y="727208"/>
                </a:lnTo>
                <a:lnTo>
                  <a:pt x="947896" y="717776"/>
                </a:lnTo>
                <a:lnTo>
                  <a:pt x="936452" y="708199"/>
                </a:lnTo>
                <a:lnTo>
                  <a:pt x="925368" y="698503"/>
                </a:lnTo>
                <a:lnTo>
                  <a:pt x="914713" y="688687"/>
                </a:lnTo>
                <a:lnTo>
                  <a:pt x="904466" y="678751"/>
                </a:lnTo>
                <a:lnTo>
                  <a:pt x="894605" y="668672"/>
                </a:lnTo>
                <a:lnTo>
                  <a:pt x="885193" y="658473"/>
                </a:lnTo>
                <a:lnTo>
                  <a:pt x="876216" y="648179"/>
                </a:lnTo>
                <a:lnTo>
                  <a:pt x="867693" y="637764"/>
                </a:lnTo>
                <a:lnTo>
                  <a:pt x="859626" y="627231"/>
                </a:lnTo>
                <a:lnTo>
                  <a:pt x="852012" y="616600"/>
                </a:lnTo>
                <a:lnTo>
                  <a:pt x="844900" y="605875"/>
                </a:lnTo>
                <a:lnTo>
                  <a:pt x="838245" y="595030"/>
                </a:lnTo>
                <a:lnTo>
                  <a:pt x="832117" y="584089"/>
                </a:lnTo>
                <a:lnTo>
                  <a:pt x="826515" y="573076"/>
                </a:lnTo>
                <a:lnTo>
                  <a:pt x="821440" y="561944"/>
                </a:lnTo>
                <a:lnTo>
                  <a:pt x="816891" y="550739"/>
                </a:lnTo>
                <a:lnTo>
                  <a:pt x="812916" y="539463"/>
                </a:lnTo>
                <a:lnTo>
                  <a:pt x="809516" y="528091"/>
                </a:lnTo>
                <a:lnTo>
                  <a:pt x="806693" y="516671"/>
                </a:lnTo>
                <a:lnTo>
                  <a:pt x="804465" y="505179"/>
                </a:lnTo>
                <a:lnTo>
                  <a:pt x="802860" y="493639"/>
                </a:lnTo>
                <a:lnTo>
                  <a:pt x="801879" y="482052"/>
                </a:lnTo>
                <a:lnTo>
                  <a:pt x="801568" y="470943"/>
                </a:lnTo>
                <a:lnTo>
                  <a:pt x="801282" y="460338"/>
                </a:lnTo>
                <a:lnTo>
                  <a:pt x="801328" y="461343"/>
                </a:lnTo>
                <a:lnTo>
                  <a:pt x="800444" y="450738"/>
                </a:lnTo>
                <a:lnTo>
                  <a:pt x="800562" y="451719"/>
                </a:lnTo>
                <a:lnTo>
                  <a:pt x="799079" y="441114"/>
                </a:lnTo>
                <a:lnTo>
                  <a:pt x="799247" y="442047"/>
                </a:lnTo>
                <a:lnTo>
                  <a:pt x="797188" y="431489"/>
                </a:lnTo>
                <a:lnTo>
                  <a:pt x="797403" y="432375"/>
                </a:lnTo>
                <a:lnTo>
                  <a:pt x="794794" y="421816"/>
                </a:lnTo>
                <a:lnTo>
                  <a:pt x="795009" y="422679"/>
                </a:lnTo>
                <a:lnTo>
                  <a:pt x="791872" y="412169"/>
                </a:lnTo>
                <a:lnTo>
                  <a:pt x="792136" y="412958"/>
                </a:lnTo>
                <a:lnTo>
                  <a:pt x="788425" y="402472"/>
                </a:lnTo>
                <a:lnTo>
                  <a:pt x="788713" y="403238"/>
                </a:lnTo>
                <a:lnTo>
                  <a:pt x="784475" y="392776"/>
                </a:lnTo>
                <a:lnTo>
                  <a:pt x="784787" y="393494"/>
                </a:lnTo>
                <a:lnTo>
                  <a:pt x="780021" y="383080"/>
                </a:lnTo>
                <a:lnTo>
                  <a:pt x="780357" y="383775"/>
                </a:lnTo>
                <a:lnTo>
                  <a:pt x="775090" y="373408"/>
                </a:lnTo>
                <a:lnTo>
                  <a:pt x="775424" y="374031"/>
                </a:lnTo>
                <a:lnTo>
                  <a:pt x="769632" y="363711"/>
                </a:lnTo>
                <a:lnTo>
                  <a:pt x="769989" y="364310"/>
                </a:lnTo>
                <a:lnTo>
                  <a:pt x="763694" y="354039"/>
                </a:lnTo>
                <a:lnTo>
                  <a:pt x="764053" y="354591"/>
                </a:lnTo>
                <a:lnTo>
                  <a:pt x="757278" y="344392"/>
                </a:lnTo>
                <a:lnTo>
                  <a:pt x="757637" y="344919"/>
                </a:lnTo>
                <a:lnTo>
                  <a:pt x="750408" y="334791"/>
                </a:lnTo>
                <a:lnTo>
                  <a:pt x="750742" y="335270"/>
                </a:lnTo>
                <a:lnTo>
                  <a:pt x="743031" y="325214"/>
                </a:lnTo>
                <a:lnTo>
                  <a:pt x="743392" y="325646"/>
                </a:lnTo>
                <a:lnTo>
                  <a:pt x="735228" y="315663"/>
                </a:lnTo>
                <a:lnTo>
                  <a:pt x="735563" y="316093"/>
                </a:lnTo>
                <a:lnTo>
                  <a:pt x="726944" y="306182"/>
                </a:lnTo>
                <a:lnTo>
                  <a:pt x="727304" y="306589"/>
                </a:lnTo>
                <a:lnTo>
                  <a:pt x="718229" y="296773"/>
                </a:lnTo>
                <a:lnTo>
                  <a:pt x="718566" y="297132"/>
                </a:lnTo>
                <a:lnTo>
                  <a:pt x="709085" y="287412"/>
                </a:lnTo>
                <a:lnTo>
                  <a:pt x="709420" y="287747"/>
                </a:lnTo>
                <a:lnTo>
                  <a:pt x="699508" y="278123"/>
                </a:lnTo>
                <a:lnTo>
                  <a:pt x="699844" y="278458"/>
                </a:lnTo>
                <a:lnTo>
                  <a:pt x="689500" y="268929"/>
                </a:lnTo>
                <a:lnTo>
                  <a:pt x="689836" y="269241"/>
                </a:lnTo>
                <a:lnTo>
                  <a:pt x="679111" y="259832"/>
                </a:lnTo>
                <a:lnTo>
                  <a:pt x="679422" y="260095"/>
                </a:lnTo>
                <a:lnTo>
                  <a:pt x="668290" y="250806"/>
                </a:lnTo>
                <a:lnTo>
                  <a:pt x="668624" y="251070"/>
                </a:lnTo>
                <a:lnTo>
                  <a:pt x="657109" y="241900"/>
                </a:lnTo>
                <a:lnTo>
                  <a:pt x="657419" y="242139"/>
                </a:lnTo>
                <a:lnTo>
                  <a:pt x="645521" y="233090"/>
                </a:lnTo>
                <a:lnTo>
                  <a:pt x="645831" y="233305"/>
                </a:lnTo>
                <a:lnTo>
                  <a:pt x="633574" y="224399"/>
                </a:lnTo>
                <a:lnTo>
                  <a:pt x="634030" y="224711"/>
                </a:lnTo>
                <a:lnTo>
                  <a:pt x="608460" y="207281"/>
                </a:lnTo>
                <a:lnTo>
                  <a:pt x="609060" y="207664"/>
                </a:lnTo>
                <a:lnTo>
                  <a:pt x="582126" y="190810"/>
                </a:lnTo>
                <a:lnTo>
                  <a:pt x="582700" y="191145"/>
                </a:lnTo>
                <a:lnTo>
                  <a:pt x="554520" y="174913"/>
                </a:lnTo>
                <a:lnTo>
                  <a:pt x="555071" y="175224"/>
                </a:lnTo>
                <a:lnTo>
                  <a:pt x="525673" y="159663"/>
                </a:lnTo>
                <a:lnTo>
                  <a:pt x="526223" y="159926"/>
                </a:lnTo>
                <a:lnTo>
                  <a:pt x="495698" y="145058"/>
                </a:lnTo>
                <a:lnTo>
                  <a:pt x="496225" y="145322"/>
                </a:lnTo>
                <a:lnTo>
                  <a:pt x="464646" y="131197"/>
                </a:lnTo>
                <a:lnTo>
                  <a:pt x="465173" y="131412"/>
                </a:lnTo>
                <a:lnTo>
                  <a:pt x="432636" y="118077"/>
                </a:lnTo>
                <a:lnTo>
                  <a:pt x="433163" y="118292"/>
                </a:lnTo>
                <a:lnTo>
                  <a:pt x="399720" y="105795"/>
                </a:lnTo>
                <a:lnTo>
                  <a:pt x="400222" y="105963"/>
                </a:lnTo>
                <a:lnTo>
                  <a:pt x="365961" y="94328"/>
                </a:lnTo>
                <a:lnTo>
                  <a:pt x="366465" y="94495"/>
                </a:lnTo>
                <a:lnTo>
                  <a:pt x="331439" y="83769"/>
                </a:lnTo>
                <a:lnTo>
                  <a:pt x="331845" y="83889"/>
                </a:lnTo>
                <a:lnTo>
                  <a:pt x="314057" y="78886"/>
                </a:lnTo>
                <a:lnTo>
                  <a:pt x="314321" y="78958"/>
                </a:lnTo>
                <a:lnTo>
                  <a:pt x="296389" y="74193"/>
                </a:lnTo>
                <a:lnTo>
                  <a:pt x="296653" y="74265"/>
                </a:lnTo>
                <a:lnTo>
                  <a:pt x="278577" y="69740"/>
                </a:lnTo>
                <a:lnTo>
                  <a:pt x="278841" y="69812"/>
                </a:lnTo>
                <a:lnTo>
                  <a:pt x="260622" y="65550"/>
                </a:lnTo>
                <a:lnTo>
                  <a:pt x="260885" y="65598"/>
                </a:lnTo>
                <a:lnTo>
                  <a:pt x="242546" y="61600"/>
                </a:lnTo>
                <a:lnTo>
                  <a:pt x="242810" y="61672"/>
                </a:lnTo>
                <a:lnTo>
                  <a:pt x="224327" y="57913"/>
                </a:lnTo>
                <a:lnTo>
                  <a:pt x="224591" y="57985"/>
                </a:lnTo>
                <a:lnTo>
                  <a:pt x="206013" y="54514"/>
                </a:lnTo>
                <a:lnTo>
                  <a:pt x="206276" y="54562"/>
                </a:lnTo>
                <a:lnTo>
                  <a:pt x="187601" y="51354"/>
                </a:lnTo>
                <a:lnTo>
                  <a:pt x="187864" y="51401"/>
                </a:lnTo>
                <a:lnTo>
                  <a:pt x="169096" y="48480"/>
                </a:lnTo>
                <a:lnTo>
                  <a:pt x="169359" y="48529"/>
                </a:lnTo>
                <a:lnTo>
                  <a:pt x="150492" y="45895"/>
                </a:lnTo>
                <a:lnTo>
                  <a:pt x="150780" y="45943"/>
                </a:lnTo>
                <a:lnTo>
                  <a:pt x="131843" y="43597"/>
                </a:lnTo>
                <a:lnTo>
                  <a:pt x="132106" y="43620"/>
                </a:lnTo>
                <a:lnTo>
                  <a:pt x="113121" y="41585"/>
                </a:lnTo>
                <a:lnTo>
                  <a:pt x="113385" y="41610"/>
                </a:lnTo>
                <a:lnTo>
                  <a:pt x="94327" y="39862"/>
                </a:lnTo>
                <a:lnTo>
                  <a:pt x="94614" y="39886"/>
                </a:lnTo>
                <a:lnTo>
                  <a:pt x="75509" y="38449"/>
                </a:lnTo>
                <a:lnTo>
                  <a:pt x="75797" y="38474"/>
                </a:lnTo>
                <a:lnTo>
                  <a:pt x="56668" y="37348"/>
                </a:lnTo>
                <a:lnTo>
                  <a:pt x="56956" y="37372"/>
                </a:lnTo>
                <a:lnTo>
                  <a:pt x="37778" y="36558"/>
                </a:lnTo>
                <a:lnTo>
                  <a:pt x="38090" y="36558"/>
                </a:lnTo>
                <a:lnTo>
                  <a:pt x="18888" y="36079"/>
                </a:lnTo>
                <a:lnTo>
                  <a:pt x="19200" y="36079"/>
                </a:lnTo>
                <a:lnTo>
                  <a:pt x="0" y="35911"/>
                </a:lnTo>
                <a:lnTo>
                  <a:pt x="288" y="0"/>
                </a:lnTo>
              </a:path>
            </a:pathLst>
          </a:custGeom>
          <a:solidFill xmlns:a="http://schemas.openxmlformats.org/drawingml/2006/main">
            <a:srgbClr val="C81D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" name="path-144">
            <a:extLst xmlns:a="http://schemas.openxmlformats.org/drawingml/2006/main">
              <a:ext uri="{FF2B5EF4-FFF2-40B4-BE49-F238E27FC236}">
                <a16:creationId xmlns:a16="http://schemas.microsoft.com/office/drawing/2014/main" id="{0A62066F-B30C-45F5-B6D3-0E9527E87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6924" y="2072457"/>
            <a:ext cx="622574" cy="115559"/>
          </a:xfrm>
          <a:custGeom xmlns:a="http://schemas.openxmlformats.org/drawingml/2006/main">
            <a:pathLst>
              <a:path w="515929" h="95764">
                <a:moveTo>
                  <a:pt x="372283" y="95764"/>
                </a:moveTo>
                <a:lnTo>
                  <a:pt x="372283" y="47882"/>
                </a:lnTo>
                <a:lnTo>
                  <a:pt x="372283" y="0"/>
                </a:lnTo>
                <a:lnTo>
                  <a:pt x="515929" y="47882"/>
                </a:lnTo>
                <a:lnTo>
                  <a:pt x="372283" y="95764"/>
                </a:lnTo>
                <a:moveTo>
                  <a:pt x="0" y="29926"/>
                </a:moveTo>
                <a:lnTo>
                  <a:pt x="444106" y="29926"/>
                </a:lnTo>
                <a:lnTo>
                  <a:pt x="444106" y="65838"/>
                </a:lnTo>
                <a:lnTo>
                  <a:pt x="0" y="65838"/>
                </a:lnTo>
                <a:lnTo>
                  <a:pt x="0" y="2992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" name="path-145">
            <a:extLst xmlns:a="http://schemas.openxmlformats.org/drawingml/2006/main">
              <a:ext uri="{FF2B5EF4-FFF2-40B4-BE49-F238E27FC236}">
                <a16:creationId xmlns:a16="http://schemas.microsoft.com/office/drawing/2014/main" id="{DB47DC4C-93DA-4AAF-8E43-5C9B143B5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2287" y="2072457"/>
            <a:ext cx="543127" cy="115559"/>
          </a:xfrm>
          <a:custGeom xmlns:a="http://schemas.openxmlformats.org/drawingml/2006/main">
            <a:pathLst>
              <a:path w="450091" h="95764">
                <a:moveTo>
                  <a:pt x="306445" y="95764"/>
                </a:moveTo>
                <a:lnTo>
                  <a:pt x="306445" y="47882"/>
                </a:lnTo>
                <a:lnTo>
                  <a:pt x="306445" y="0"/>
                </a:lnTo>
                <a:lnTo>
                  <a:pt x="450091" y="47882"/>
                </a:lnTo>
                <a:lnTo>
                  <a:pt x="306445" y="95764"/>
                </a:lnTo>
                <a:moveTo>
                  <a:pt x="0" y="29926"/>
                </a:moveTo>
                <a:lnTo>
                  <a:pt x="378268" y="29926"/>
                </a:lnTo>
                <a:lnTo>
                  <a:pt x="378268" y="65838"/>
                </a:lnTo>
                <a:lnTo>
                  <a:pt x="0" y="65838"/>
                </a:lnTo>
                <a:lnTo>
                  <a:pt x="0" y="2992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" name="path-146">
            <a:extLst xmlns:a="http://schemas.openxmlformats.org/drawingml/2006/main">
              <a:ext uri="{FF2B5EF4-FFF2-40B4-BE49-F238E27FC236}">
                <a16:creationId xmlns:a16="http://schemas.microsoft.com/office/drawing/2014/main" id="{6B47907D-DBA1-40A8-A8CD-0AE604D86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4866" y="2072457"/>
            <a:ext cx="543129" cy="115559"/>
          </a:xfrm>
          <a:custGeom xmlns:a="http://schemas.openxmlformats.org/drawingml/2006/main">
            <a:pathLst>
              <a:path w="450093" h="95764">
                <a:moveTo>
                  <a:pt x="306447" y="95764"/>
                </a:moveTo>
                <a:lnTo>
                  <a:pt x="306447" y="47882"/>
                </a:lnTo>
                <a:lnTo>
                  <a:pt x="306447" y="0"/>
                </a:lnTo>
                <a:lnTo>
                  <a:pt x="450093" y="47882"/>
                </a:lnTo>
                <a:lnTo>
                  <a:pt x="306447" y="95764"/>
                </a:lnTo>
                <a:moveTo>
                  <a:pt x="0" y="29926"/>
                </a:moveTo>
                <a:lnTo>
                  <a:pt x="378270" y="29926"/>
                </a:lnTo>
                <a:lnTo>
                  <a:pt x="378270" y="65838"/>
                </a:lnTo>
                <a:lnTo>
                  <a:pt x="0" y="65838"/>
                </a:lnTo>
                <a:lnTo>
                  <a:pt x="0" y="2992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" name="path-147">
            <a:extLst xmlns:a="http://schemas.openxmlformats.org/drawingml/2006/main">
              <a:ext uri="{FF2B5EF4-FFF2-40B4-BE49-F238E27FC236}">
                <a16:creationId xmlns:a16="http://schemas.microsoft.com/office/drawing/2014/main" id="{148D0476-765B-4C02-AE88-15AB90240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9114" y="2072457"/>
            <a:ext cx="543129" cy="115559"/>
          </a:xfrm>
          <a:custGeom xmlns:a="http://schemas.openxmlformats.org/drawingml/2006/main">
            <a:pathLst>
              <a:path w="450093" h="95764">
                <a:moveTo>
                  <a:pt x="306447" y="95764"/>
                </a:moveTo>
                <a:lnTo>
                  <a:pt x="306447" y="47882"/>
                </a:lnTo>
                <a:lnTo>
                  <a:pt x="306447" y="0"/>
                </a:lnTo>
                <a:lnTo>
                  <a:pt x="450093" y="47882"/>
                </a:lnTo>
                <a:lnTo>
                  <a:pt x="306447" y="95764"/>
                </a:lnTo>
                <a:moveTo>
                  <a:pt x="0" y="29926"/>
                </a:moveTo>
                <a:lnTo>
                  <a:pt x="378270" y="29926"/>
                </a:lnTo>
                <a:lnTo>
                  <a:pt x="378270" y="65838"/>
                </a:lnTo>
                <a:lnTo>
                  <a:pt x="0" y="65838"/>
                </a:lnTo>
                <a:lnTo>
                  <a:pt x="0" y="2992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" name="text-148 ...">
            <a:extLst xmlns:a="http://schemas.openxmlformats.org/drawingml/2006/main">
              <a:ext uri="{FF2B5EF4-FFF2-40B4-BE49-F238E27FC236}">
                <a16:creationId xmlns:a16="http://schemas.microsoft.com/office/drawing/2014/main" id="{57268E61-4DF0-47D2-84B1-7EB20DA2FD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84247" y="1656496"/>
            <a:ext cx="483604" cy="7279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0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</a:t>
            </a:r>
          </a:p>
        </p:txBody>
      </p:sp>
      <p:sp>
        <p:nvSpPr>
          <p:cNvPr id="149" name="text-149 ...">
            <a:extLst xmlns:a="http://schemas.openxmlformats.org/drawingml/2006/main">
              <a:ext uri="{FF2B5EF4-FFF2-40B4-BE49-F238E27FC236}">
                <a16:creationId xmlns:a16="http://schemas.microsoft.com/office/drawing/2014/main" id="{896CA207-DC06-454D-BA94-F3BD67AFF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94909" y="1657940"/>
            <a:ext cx="483604" cy="7279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09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...</a:t>
            </a:r>
          </a:p>
        </p:txBody>
      </p:sp>
      <p:sp>
        <p:nvSpPr>
          <p:cNvPr id="150" name="path-150">
            <a:extLst xmlns:a="http://schemas.openxmlformats.org/drawingml/2006/main">
              <a:ext uri="{FF2B5EF4-FFF2-40B4-BE49-F238E27FC236}">
                <a16:creationId xmlns:a16="http://schemas.microsoft.com/office/drawing/2014/main" id="{5B58BD6A-4744-4DC8-AF6E-76DFD4494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2830523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C81D31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" name="path-151">
            <a:extLst xmlns:a="http://schemas.openxmlformats.org/drawingml/2006/main">
              <a:ext uri="{FF2B5EF4-FFF2-40B4-BE49-F238E27FC236}">
                <a16:creationId xmlns:a16="http://schemas.microsoft.com/office/drawing/2014/main" id="{E01E0C95-AC3A-4CD3-B4A2-5BFEBE845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2800477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2" y="295672"/>
                </a:lnTo>
                <a:lnTo>
                  <a:pt x="257292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" name="path-152">
            <a:extLst xmlns:a="http://schemas.openxmlformats.org/drawingml/2006/main">
              <a:ext uri="{FF2B5EF4-FFF2-40B4-BE49-F238E27FC236}">
                <a16:creationId xmlns:a16="http://schemas.microsoft.com/office/drawing/2014/main" id="{DF23704D-B68C-473A-A7B3-ADD36BA23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3156399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C81D31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" name="path-153">
            <a:extLst xmlns:a="http://schemas.openxmlformats.org/drawingml/2006/main">
              <a:ext uri="{FF2B5EF4-FFF2-40B4-BE49-F238E27FC236}">
                <a16:creationId xmlns:a16="http://schemas.microsoft.com/office/drawing/2014/main" id="{9F2F0631-0CC4-4F4C-8D4A-B9A8B822B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3128375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2" y="295672"/>
                </a:lnTo>
                <a:lnTo>
                  <a:pt x="257292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" name="path-154">
            <a:extLst xmlns:a="http://schemas.openxmlformats.org/drawingml/2006/main">
              <a:ext uri="{FF2B5EF4-FFF2-40B4-BE49-F238E27FC236}">
                <a16:creationId xmlns:a16="http://schemas.microsoft.com/office/drawing/2014/main" id="{104B81E2-7257-4885-92C6-CB87EECB1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3485741"/>
            <a:ext cx="312008" cy="325877"/>
          </a:xfrm>
          <a:custGeom xmlns:a="http://schemas.openxmlformats.org/drawingml/2006/main">
            <a:pathLst>
              <a:path w="258563" h="270055">
                <a:moveTo>
                  <a:pt x="0" y="0"/>
                </a:moveTo>
                <a:lnTo>
                  <a:pt x="0" y="270055"/>
                </a:lnTo>
                <a:lnTo>
                  <a:pt x="258563" y="270055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C81D31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" name="path-155">
            <a:extLst xmlns:a="http://schemas.openxmlformats.org/drawingml/2006/main">
              <a:ext uri="{FF2B5EF4-FFF2-40B4-BE49-F238E27FC236}">
                <a16:creationId xmlns:a16="http://schemas.microsoft.com/office/drawing/2014/main" id="{4693A662-BD6A-4E17-9EDD-04A20369E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3456274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2" y="295672"/>
                </a:lnTo>
                <a:lnTo>
                  <a:pt x="257292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" name="path-156">
            <a:extLst xmlns:a="http://schemas.openxmlformats.org/drawingml/2006/main">
              <a:ext uri="{FF2B5EF4-FFF2-40B4-BE49-F238E27FC236}">
                <a16:creationId xmlns:a16="http://schemas.microsoft.com/office/drawing/2014/main" id="{7B09915A-495C-4209-9BD5-175196F21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3811618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C81D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" name="path-157">
            <a:extLst xmlns:a="http://schemas.openxmlformats.org/drawingml/2006/main">
              <a:ext uri="{FF2B5EF4-FFF2-40B4-BE49-F238E27FC236}">
                <a16:creationId xmlns:a16="http://schemas.microsoft.com/office/drawing/2014/main" id="{8E35E226-4999-4548-9BC6-34795E1B6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3784172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2" y="295672"/>
                </a:lnTo>
                <a:lnTo>
                  <a:pt x="257292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" name="path-158">
            <a:extLst xmlns:a="http://schemas.openxmlformats.org/drawingml/2006/main">
              <a:ext uri="{FF2B5EF4-FFF2-40B4-BE49-F238E27FC236}">
                <a16:creationId xmlns:a16="http://schemas.microsoft.com/office/drawing/2014/main" id="{EB74352D-E9D9-4722-8981-88B23D2A6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4140960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C81D31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" name="path-159">
            <a:extLst xmlns:a="http://schemas.openxmlformats.org/drawingml/2006/main">
              <a:ext uri="{FF2B5EF4-FFF2-40B4-BE49-F238E27FC236}">
                <a16:creationId xmlns:a16="http://schemas.microsoft.com/office/drawing/2014/main" id="{091DB51E-0056-405B-BC0F-F17DA3842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4112070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2" y="295672"/>
                </a:lnTo>
                <a:lnTo>
                  <a:pt x="257292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" name="path-160">
            <a:extLst xmlns:a="http://schemas.openxmlformats.org/drawingml/2006/main">
              <a:ext uri="{FF2B5EF4-FFF2-40B4-BE49-F238E27FC236}">
                <a16:creationId xmlns:a16="http://schemas.microsoft.com/office/drawing/2014/main" id="{173772BF-D7A3-4807-B21E-757A3750A3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6758367"/>
            <a:ext cx="312008" cy="329343"/>
          </a:xfrm>
          <a:custGeom xmlns:a="http://schemas.openxmlformats.org/drawingml/2006/main">
            <a:pathLst>
              <a:path w="258563" h="272928">
                <a:moveTo>
                  <a:pt x="0" y="0"/>
                </a:moveTo>
                <a:lnTo>
                  <a:pt x="0" y="272928"/>
                </a:lnTo>
                <a:lnTo>
                  <a:pt x="258563" y="272928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" name="path-161">
            <a:extLst xmlns:a="http://schemas.openxmlformats.org/drawingml/2006/main">
              <a:ext uri="{FF2B5EF4-FFF2-40B4-BE49-F238E27FC236}">
                <a16:creationId xmlns:a16="http://schemas.microsoft.com/office/drawing/2014/main" id="{2DA4591B-4F05-479F-A7A1-4A0C7767E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6729477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1"/>
                </a:lnTo>
                <a:lnTo>
                  <a:pt x="281234" y="271731"/>
                </a:lnTo>
                <a:lnTo>
                  <a:pt x="257292" y="295672"/>
                </a:lnTo>
                <a:lnTo>
                  <a:pt x="257292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" name="path-162">
            <a:extLst xmlns:a="http://schemas.openxmlformats.org/drawingml/2006/main">
              <a:ext uri="{FF2B5EF4-FFF2-40B4-BE49-F238E27FC236}">
                <a16:creationId xmlns:a16="http://schemas.microsoft.com/office/drawing/2014/main" id="{5C139436-EC66-41FB-A1ED-AF7EABA28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7087711"/>
            <a:ext cx="312008" cy="325875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" name="path-163">
            <a:extLst xmlns:a="http://schemas.openxmlformats.org/drawingml/2006/main">
              <a:ext uri="{FF2B5EF4-FFF2-40B4-BE49-F238E27FC236}">
                <a16:creationId xmlns:a16="http://schemas.microsoft.com/office/drawing/2014/main" id="{DCA603EC-7FC2-4BF9-A56A-4E4EC737F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7057376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2" y="295672"/>
                </a:lnTo>
                <a:lnTo>
                  <a:pt x="257292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" name="path-164">
            <a:extLst xmlns:a="http://schemas.openxmlformats.org/drawingml/2006/main">
              <a:ext uri="{FF2B5EF4-FFF2-40B4-BE49-F238E27FC236}">
                <a16:creationId xmlns:a16="http://schemas.microsoft.com/office/drawing/2014/main" id="{85CE99E0-A50E-4E6E-9563-488993ADD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7413585"/>
            <a:ext cx="312008" cy="329343"/>
          </a:xfrm>
          <a:custGeom xmlns:a="http://schemas.openxmlformats.org/drawingml/2006/main">
            <a:pathLst>
              <a:path w="258563" h="272928">
                <a:moveTo>
                  <a:pt x="0" y="0"/>
                </a:moveTo>
                <a:lnTo>
                  <a:pt x="0" y="272928"/>
                </a:lnTo>
                <a:lnTo>
                  <a:pt x="258563" y="272928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" name="path-165">
            <a:extLst xmlns:a="http://schemas.openxmlformats.org/drawingml/2006/main">
              <a:ext uri="{FF2B5EF4-FFF2-40B4-BE49-F238E27FC236}">
                <a16:creationId xmlns:a16="http://schemas.microsoft.com/office/drawing/2014/main" id="{88BB2B90-791B-4F30-9B16-AA023FD2A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7385274"/>
            <a:ext cx="368258" cy="385676"/>
          </a:xfrm>
          <a:custGeom xmlns:a="http://schemas.openxmlformats.org/drawingml/2006/main">
            <a:pathLst>
              <a:path w="305176" h="319611">
                <a:moveTo>
                  <a:pt x="305176" y="0"/>
                </a:moveTo>
                <a:lnTo>
                  <a:pt x="305176" y="319611"/>
                </a:lnTo>
                <a:lnTo>
                  <a:pt x="0" y="319611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1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2" y="295671"/>
                </a:lnTo>
                <a:lnTo>
                  <a:pt x="257292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" name="path-166">
            <a:extLst xmlns:a="http://schemas.openxmlformats.org/drawingml/2006/main">
              <a:ext uri="{FF2B5EF4-FFF2-40B4-BE49-F238E27FC236}">
                <a16:creationId xmlns:a16="http://schemas.microsoft.com/office/drawing/2014/main" id="{BD965334-F678-432C-B3AC-EFC91BF84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7742928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2E54A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" name="path-167">
            <a:extLst xmlns:a="http://schemas.openxmlformats.org/drawingml/2006/main">
              <a:ext uri="{FF2B5EF4-FFF2-40B4-BE49-F238E27FC236}">
                <a16:creationId xmlns:a16="http://schemas.microsoft.com/office/drawing/2014/main" id="{A9940FE4-6E6E-4ECF-8FFE-3E3C3C9F7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7713173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1"/>
                </a:moveTo>
                <a:lnTo>
                  <a:pt x="47883" y="23940"/>
                </a:lnTo>
                <a:lnTo>
                  <a:pt x="47883" y="295671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2" y="295671"/>
                </a:lnTo>
                <a:lnTo>
                  <a:pt x="257292" y="23940"/>
                </a:lnTo>
                <a:lnTo>
                  <a:pt x="281234" y="47881"/>
                </a:lnTo>
                <a:lnTo>
                  <a:pt x="23940" y="4788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" name="path-168">
            <a:extLst xmlns:a="http://schemas.openxmlformats.org/drawingml/2006/main">
              <a:ext uri="{FF2B5EF4-FFF2-40B4-BE49-F238E27FC236}">
                <a16:creationId xmlns:a16="http://schemas.microsoft.com/office/drawing/2014/main" id="{B530D8A1-4330-433D-85E4-1880CB170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1661" y="8068804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2E54A1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" name="path-169">
            <a:extLst xmlns:a="http://schemas.openxmlformats.org/drawingml/2006/main">
              <a:ext uri="{FF2B5EF4-FFF2-40B4-BE49-F238E27FC236}">
                <a16:creationId xmlns:a16="http://schemas.microsoft.com/office/drawing/2014/main" id="{FA865FCF-FA03-4FEF-AC4C-E1E6262E4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3638" y="8041070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1"/>
                </a:lnTo>
                <a:lnTo>
                  <a:pt x="281234" y="271731"/>
                </a:lnTo>
                <a:lnTo>
                  <a:pt x="257292" y="295672"/>
                </a:lnTo>
                <a:lnTo>
                  <a:pt x="257292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" name="path-170">
            <a:extLst xmlns:a="http://schemas.openxmlformats.org/drawingml/2006/main">
              <a:ext uri="{FF2B5EF4-FFF2-40B4-BE49-F238E27FC236}">
                <a16:creationId xmlns:a16="http://schemas.microsoft.com/office/drawing/2014/main" id="{7DED3E1E-FE87-4138-AD5F-14B06076C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3266" y="7521056"/>
            <a:ext cx="1360704" cy="115558"/>
          </a:xfrm>
          <a:custGeom xmlns:a="http://schemas.openxmlformats.org/drawingml/2006/main">
            <a:pathLst>
              <a:path w="1127620" h="95763">
                <a:moveTo>
                  <a:pt x="983974" y="0"/>
                </a:moveTo>
                <a:lnTo>
                  <a:pt x="983974" y="47883"/>
                </a:lnTo>
                <a:lnTo>
                  <a:pt x="983974" y="95763"/>
                </a:lnTo>
                <a:lnTo>
                  <a:pt x="1127620" y="47883"/>
                </a:lnTo>
                <a:lnTo>
                  <a:pt x="983974" y="0"/>
                </a:lnTo>
                <a:moveTo>
                  <a:pt x="0" y="65838"/>
                </a:moveTo>
                <a:lnTo>
                  <a:pt x="1055797" y="65838"/>
                </a:lnTo>
                <a:lnTo>
                  <a:pt x="1055797" y="29927"/>
                </a:lnTo>
                <a:lnTo>
                  <a:pt x="0" y="29927"/>
                </a:lnTo>
                <a:lnTo>
                  <a:pt x="0" y="6583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" name="path-171">
            <a:extLst xmlns:a="http://schemas.openxmlformats.org/drawingml/2006/main">
              <a:ext uri="{FF2B5EF4-FFF2-40B4-BE49-F238E27FC236}">
                <a16:creationId xmlns:a16="http://schemas.microsoft.com/office/drawing/2014/main" id="{DFD45EA6-BE38-4A3B-AE42-96B973F06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09377" y="3592056"/>
            <a:ext cx="1320261" cy="115558"/>
          </a:xfrm>
          <a:custGeom xmlns:a="http://schemas.openxmlformats.org/drawingml/2006/main">
            <a:pathLst>
              <a:path w="1094106" h="95763">
                <a:moveTo>
                  <a:pt x="950458" y="95763"/>
                </a:moveTo>
                <a:lnTo>
                  <a:pt x="950458" y="47882"/>
                </a:lnTo>
                <a:lnTo>
                  <a:pt x="950458" y="0"/>
                </a:lnTo>
                <a:lnTo>
                  <a:pt x="1094106" y="47882"/>
                </a:lnTo>
                <a:lnTo>
                  <a:pt x="950458" y="95763"/>
                </a:lnTo>
                <a:moveTo>
                  <a:pt x="0" y="29926"/>
                </a:moveTo>
                <a:lnTo>
                  <a:pt x="1022283" y="29926"/>
                </a:lnTo>
                <a:lnTo>
                  <a:pt x="1022283" y="65837"/>
                </a:lnTo>
                <a:lnTo>
                  <a:pt x="0" y="65837"/>
                </a:lnTo>
                <a:lnTo>
                  <a:pt x="0" y="2992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" name="path-172">
            <a:extLst xmlns:a="http://schemas.openxmlformats.org/drawingml/2006/main">
              <a:ext uri="{FF2B5EF4-FFF2-40B4-BE49-F238E27FC236}">
                <a16:creationId xmlns:a16="http://schemas.microsoft.com/office/drawing/2014/main" id="{61FF67B6-58F7-47D9-9B08-E40B2E7B3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42555" y="5375995"/>
            <a:ext cx="543124" cy="573461"/>
          </a:xfrm>
          <a:custGeom xmlns:a="http://schemas.openxmlformats.org/drawingml/2006/main">
            <a:pathLst>
              <a:path w="450089" h="475229">
                <a:moveTo>
                  <a:pt x="242999" y="0"/>
                </a:moveTo>
                <a:lnTo>
                  <a:pt x="242999" y="475229"/>
                </a:lnTo>
                <a:lnTo>
                  <a:pt x="207087" y="475229"/>
                </a:lnTo>
                <a:lnTo>
                  <a:pt x="207087" y="0"/>
                </a:lnTo>
                <a:lnTo>
                  <a:pt x="242999" y="0"/>
                </a:lnTo>
                <a:moveTo>
                  <a:pt x="0" y="219658"/>
                </a:moveTo>
                <a:lnTo>
                  <a:pt x="450089" y="219658"/>
                </a:lnTo>
                <a:lnTo>
                  <a:pt x="450089" y="255569"/>
                </a:lnTo>
                <a:lnTo>
                  <a:pt x="0" y="255569"/>
                </a:lnTo>
                <a:lnTo>
                  <a:pt x="0" y="21965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" name="path-173">
            <a:extLst xmlns:a="http://schemas.openxmlformats.org/drawingml/2006/main">
              <a:ext uri="{FF2B5EF4-FFF2-40B4-BE49-F238E27FC236}">
                <a16:creationId xmlns:a16="http://schemas.microsoft.com/office/drawing/2014/main" id="{E043E921-9954-4F8C-8AA4-AFE201F7E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0888" y="5354328"/>
            <a:ext cx="586459" cy="616795"/>
          </a:xfrm>
          <a:custGeom xmlns:a="http://schemas.openxmlformats.org/drawingml/2006/main">
            <a:pathLst>
              <a:path w="486001" h="511140">
                <a:moveTo>
                  <a:pt x="309" y="242473"/>
                </a:moveTo>
                <a:lnTo>
                  <a:pt x="1241" y="229546"/>
                </a:lnTo>
                <a:lnTo>
                  <a:pt x="2773" y="216809"/>
                </a:lnTo>
                <a:lnTo>
                  <a:pt x="4881" y="204264"/>
                </a:lnTo>
                <a:lnTo>
                  <a:pt x="7588" y="191935"/>
                </a:lnTo>
                <a:lnTo>
                  <a:pt x="10843" y="179845"/>
                </a:lnTo>
                <a:lnTo>
                  <a:pt x="14649" y="167994"/>
                </a:lnTo>
                <a:lnTo>
                  <a:pt x="18961" y="156406"/>
                </a:lnTo>
                <a:lnTo>
                  <a:pt x="23793" y="145106"/>
                </a:lnTo>
                <a:lnTo>
                  <a:pt x="29135" y="134093"/>
                </a:lnTo>
                <a:lnTo>
                  <a:pt x="34976" y="123392"/>
                </a:lnTo>
                <a:lnTo>
                  <a:pt x="41250" y="113048"/>
                </a:lnTo>
                <a:lnTo>
                  <a:pt x="47999" y="103018"/>
                </a:lnTo>
                <a:lnTo>
                  <a:pt x="55181" y="93370"/>
                </a:lnTo>
                <a:lnTo>
                  <a:pt x="62797" y="84080"/>
                </a:lnTo>
                <a:lnTo>
                  <a:pt x="70838" y="75198"/>
                </a:lnTo>
                <a:lnTo>
                  <a:pt x="79241" y="66723"/>
                </a:lnTo>
                <a:lnTo>
                  <a:pt x="88052" y="58679"/>
                </a:lnTo>
                <a:lnTo>
                  <a:pt x="97224" y="51066"/>
                </a:lnTo>
                <a:lnTo>
                  <a:pt x="106750" y="43907"/>
                </a:lnTo>
                <a:lnTo>
                  <a:pt x="116615" y="37228"/>
                </a:lnTo>
                <a:lnTo>
                  <a:pt x="126789" y="31052"/>
                </a:lnTo>
                <a:lnTo>
                  <a:pt x="137299" y="25377"/>
                </a:lnTo>
                <a:lnTo>
                  <a:pt x="148072" y="20230"/>
                </a:lnTo>
                <a:lnTo>
                  <a:pt x="159134" y="15609"/>
                </a:lnTo>
                <a:lnTo>
                  <a:pt x="170482" y="11563"/>
                </a:lnTo>
                <a:lnTo>
                  <a:pt x="182046" y="8092"/>
                </a:lnTo>
                <a:lnTo>
                  <a:pt x="193849" y="5219"/>
                </a:lnTo>
                <a:lnTo>
                  <a:pt x="205867" y="2969"/>
                </a:lnTo>
                <a:lnTo>
                  <a:pt x="218076" y="1316"/>
                </a:lnTo>
                <a:lnTo>
                  <a:pt x="230454" y="335"/>
                </a:lnTo>
                <a:lnTo>
                  <a:pt x="242999" y="0"/>
                </a:lnTo>
                <a:lnTo>
                  <a:pt x="255543" y="335"/>
                </a:lnTo>
                <a:lnTo>
                  <a:pt x="267922" y="1316"/>
                </a:lnTo>
                <a:lnTo>
                  <a:pt x="280130" y="2969"/>
                </a:lnTo>
                <a:lnTo>
                  <a:pt x="292152" y="5219"/>
                </a:lnTo>
                <a:lnTo>
                  <a:pt x="303951" y="8092"/>
                </a:lnTo>
                <a:lnTo>
                  <a:pt x="315515" y="11563"/>
                </a:lnTo>
                <a:lnTo>
                  <a:pt x="326843" y="15609"/>
                </a:lnTo>
                <a:lnTo>
                  <a:pt x="337925" y="20230"/>
                </a:lnTo>
                <a:lnTo>
                  <a:pt x="348698" y="25377"/>
                </a:lnTo>
                <a:lnTo>
                  <a:pt x="359208" y="31052"/>
                </a:lnTo>
                <a:lnTo>
                  <a:pt x="369382" y="37228"/>
                </a:lnTo>
                <a:lnTo>
                  <a:pt x="379247" y="43907"/>
                </a:lnTo>
                <a:lnTo>
                  <a:pt x="388776" y="51066"/>
                </a:lnTo>
                <a:lnTo>
                  <a:pt x="397945" y="58679"/>
                </a:lnTo>
                <a:lnTo>
                  <a:pt x="406756" y="66723"/>
                </a:lnTo>
                <a:lnTo>
                  <a:pt x="415159" y="75198"/>
                </a:lnTo>
                <a:lnTo>
                  <a:pt x="423204" y="84080"/>
                </a:lnTo>
                <a:lnTo>
                  <a:pt x="430816" y="93370"/>
                </a:lnTo>
                <a:lnTo>
                  <a:pt x="437999" y="103018"/>
                </a:lnTo>
                <a:lnTo>
                  <a:pt x="444751" y="113048"/>
                </a:lnTo>
                <a:lnTo>
                  <a:pt x="451022" y="123392"/>
                </a:lnTo>
                <a:lnTo>
                  <a:pt x="456866" y="134093"/>
                </a:lnTo>
                <a:lnTo>
                  <a:pt x="462204" y="145106"/>
                </a:lnTo>
                <a:lnTo>
                  <a:pt x="467040" y="156406"/>
                </a:lnTo>
                <a:lnTo>
                  <a:pt x="471348" y="167994"/>
                </a:lnTo>
                <a:lnTo>
                  <a:pt x="475154" y="179845"/>
                </a:lnTo>
                <a:lnTo>
                  <a:pt x="478413" y="191935"/>
                </a:lnTo>
                <a:lnTo>
                  <a:pt x="481117" y="204264"/>
                </a:lnTo>
                <a:lnTo>
                  <a:pt x="483224" y="216809"/>
                </a:lnTo>
                <a:lnTo>
                  <a:pt x="484756" y="229546"/>
                </a:lnTo>
                <a:lnTo>
                  <a:pt x="485689" y="242473"/>
                </a:lnTo>
                <a:lnTo>
                  <a:pt x="486001" y="255569"/>
                </a:lnTo>
                <a:lnTo>
                  <a:pt x="485689" y="268665"/>
                </a:lnTo>
                <a:lnTo>
                  <a:pt x="484756" y="281594"/>
                </a:lnTo>
                <a:lnTo>
                  <a:pt x="483224" y="294330"/>
                </a:lnTo>
                <a:lnTo>
                  <a:pt x="481117" y="306875"/>
                </a:lnTo>
                <a:lnTo>
                  <a:pt x="478413" y="319205"/>
                </a:lnTo>
                <a:lnTo>
                  <a:pt x="475154" y="331295"/>
                </a:lnTo>
                <a:lnTo>
                  <a:pt x="471348" y="343146"/>
                </a:lnTo>
                <a:lnTo>
                  <a:pt x="467040" y="354733"/>
                </a:lnTo>
                <a:lnTo>
                  <a:pt x="462204" y="366034"/>
                </a:lnTo>
                <a:lnTo>
                  <a:pt x="456866" y="377046"/>
                </a:lnTo>
                <a:lnTo>
                  <a:pt x="451022" y="387749"/>
                </a:lnTo>
                <a:lnTo>
                  <a:pt x="444751" y="398090"/>
                </a:lnTo>
                <a:lnTo>
                  <a:pt x="437999" y="408122"/>
                </a:lnTo>
                <a:lnTo>
                  <a:pt x="430816" y="417771"/>
                </a:lnTo>
                <a:lnTo>
                  <a:pt x="423204" y="427060"/>
                </a:lnTo>
                <a:lnTo>
                  <a:pt x="415159" y="435941"/>
                </a:lnTo>
                <a:lnTo>
                  <a:pt x="406756" y="444417"/>
                </a:lnTo>
                <a:lnTo>
                  <a:pt x="397945" y="452460"/>
                </a:lnTo>
                <a:lnTo>
                  <a:pt x="388776" y="460074"/>
                </a:lnTo>
                <a:lnTo>
                  <a:pt x="379247" y="467232"/>
                </a:lnTo>
                <a:lnTo>
                  <a:pt x="369382" y="473912"/>
                </a:lnTo>
                <a:lnTo>
                  <a:pt x="359208" y="480089"/>
                </a:lnTo>
                <a:lnTo>
                  <a:pt x="348698" y="485763"/>
                </a:lnTo>
                <a:lnTo>
                  <a:pt x="337925" y="490910"/>
                </a:lnTo>
                <a:lnTo>
                  <a:pt x="326843" y="495531"/>
                </a:lnTo>
                <a:lnTo>
                  <a:pt x="315515" y="499577"/>
                </a:lnTo>
                <a:lnTo>
                  <a:pt x="303951" y="503048"/>
                </a:lnTo>
                <a:lnTo>
                  <a:pt x="292152" y="505921"/>
                </a:lnTo>
                <a:lnTo>
                  <a:pt x="280130" y="508172"/>
                </a:lnTo>
                <a:lnTo>
                  <a:pt x="267922" y="509823"/>
                </a:lnTo>
                <a:lnTo>
                  <a:pt x="255543" y="510804"/>
                </a:lnTo>
                <a:lnTo>
                  <a:pt x="242999" y="511140"/>
                </a:lnTo>
                <a:lnTo>
                  <a:pt x="230454" y="510804"/>
                </a:lnTo>
                <a:lnTo>
                  <a:pt x="218076" y="509823"/>
                </a:lnTo>
                <a:lnTo>
                  <a:pt x="205867" y="508172"/>
                </a:lnTo>
                <a:lnTo>
                  <a:pt x="193849" y="505921"/>
                </a:lnTo>
                <a:lnTo>
                  <a:pt x="182046" y="503048"/>
                </a:lnTo>
                <a:lnTo>
                  <a:pt x="170482" y="499577"/>
                </a:lnTo>
                <a:lnTo>
                  <a:pt x="159134" y="495531"/>
                </a:lnTo>
                <a:lnTo>
                  <a:pt x="148072" y="490910"/>
                </a:lnTo>
                <a:lnTo>
                  <a:pt x="137299" y="485763"/>
                </a:lnTo>
                <a:lnTo>
                  <a:pt x="126789" y="480089"/>
                </a:lnTo>
                <a:lnTo>
                  <a:pt x="116615" y="473912"/>
                </a:lnTo>
                <a:lnTo>
                  <a:pt x="106750" y="467232"/>
                </a:lnTo>
                <a:lnTo>
                  <a:pt x="97224" y="460074"/>
                </a:lnTo>
                <a:lnTo>
                  <a:pt x="88052" y="452460"/>
                </a:lnTo>
                <a:lnTo>
                  <a:pt x="79241" y="444417"/>
                </a:lnTo>
                <a:lnTo>
                  <a:pt x="70838" y="435941"/>
                </a:lnTo>
                <a:lnTo>
                  <a:pt x="62797" y="427060"/>
                </a:lnTo>
                <a:lnTo>
                  <a:pt x="55181" y="417771"/>
                </a:lnTo>
                <a:lnTo>
                  <a:pt x="47999" y="408122"/>
                </a:lnTo>
                <a:lnTo>
                  <a:pt x="41250" y="398090"/>
                </a:lnTo>
                <a:lnTo>
                  <a:pt x="34976" y="387749"/>
                </a:lnTo>
                <a:lnTo>
                  <a:pt x="29135" y="377046"/>
                </a:lnTo>
                <a:lnTo>
                  <a:pt x="23793" y="366034"/>
                </a:lnTo>
                <a:lnTo>
                  <a:pt x="18961" y="354733"/>
                </a:lnTo>
                <a:lnTo>
                  <a:pt x="14649" y="343146"/>
                </a:lnTo>
                <a:lnTo>
                  <a:pt x="10843" y="331295"/>
                </a:lnTo>
                <a:lnTo>
                  <a:pt x="7588" y="319205"/>
                </a:lnTo>
                <a:lnTo>
                  <a:pt x="4881" y="306875"/>
                </a:lnTo>
                <a:lnTo>
                  <a:pt x="2773" y="294330"/>
                </a:lnTo>
                <a:lnTo>
                  <a:pt x="1241" y="281594"/>
                </a:lnTo>
                <a:lnTo>
                  <a:pt x="309" y="268665"/>
                </a:lnTo>
                <a:lnTo>
                  <a:pt x="0" y="255569"/>
                </a:lnTo>
                <a:lnTo>
                  <a:pt x="309" y="242473"/>
                </a:lnTo>
                <a:moveTo>
                  <a:pt x="35911" y="256001"/>
                </a:moveTo>
                <a:lnTo>
                  <a:pt x="35911" y="255140"/>
                </a:lnTo>
                <a:lnTo>
                  <a:pt x="36196" y="267372"/>
                </a:lnTo>
                <a:lnTo>
                  <a:pt x="36147" y="266511"/>
                </a:lnTo>
                <a:lnTo>
                  <a:pt x="37035" y="278577"/>
                </a:lnTo>
                <a:lnTo>
                  <a:pt x="36938" y="277715"/>
                </a:lnTo>
                <a:lnTo>
                  <a:pt x="38376" y="289614"/>
                </a:lnTo>
                <a:lnTo>
                  <a:pt x="38255" y="288752"/>
                </a:lnTo>
                <a:lnTo>
                  <a:pt x="40217" y="300459"/>
                </a:lnTo>
                <a:lnTo>
                  <a:pt x="40075" y="299622"/>
                </a:lnTo>
                <a:lnTo>
                  <a:pt x="42588" y="311113"/>
                </a:lnTo>
                <a:lnTo>
                  <a:pt x="42373" y="310299"/>
                </a:lnTo>
                <a:lnTo>
                  <a:pt x="45416" y="321576"/>
                </a:lnTo>
                <a:lnTo>
                  <a:pt x="45174" y="320761"/>
                </a:lnTo>
                <a:lnTo>
                  <a:pt x="48716" y="331798"/>
                </a:lnTo>
                <a:lnTo>
                  <a:pt x="48432" y="330984"/>
                </a:lnTo>
                <a:lnTo>
                  <a:pt x="52453" y="341781"/>
                </a:lnTo>
                <a:lnTo>
                  <a:pt x="52141" y="340992"/>
                </a:lnTo>
                <a:lnTo>
                  <a:pt x="56640" y="351525"/>
                </a:lnTo>
                <a:lnTo>
                  <a:pt x="56308" y="350759"/>
                </a:lnTo>
                <a:lnTo>
                  <a:pt x="61264" y="361006"/>
                </a:lnTo>
                <a:lnTo>
                  <a:pt x="60880" y="360239"/>
                </a:lnTo>
                <a:lnTo>
                  <a:pt x="66315" y="370200"/>
                </a:lnTo>
                <a:lnTo>
                  <a:pt x="65882" y="369457"/>
                </a:lnTo>
                <a:lnTo>
                  <a:pt x="71726" y="379105"/>
                </a:lnTo>
                <a:lnTo>
                  <a:pt x="71268" y="378388"/>
                </a:lnTo>
                <a:lnTo>
                  <a:pt x="77542" y="387700"/>
                </a:lnTo>
                <a:lnTo>
                  <a:pt x="77064" y="387006"/>
                </a:lnTo>
                <a:lnTo>
                  <a:pt x="83744" y="395984"/>
                </a:lnTo>
                <a:lnTo>
                  <a:pt x="83217" y="395337"/>
                </a:lnTo>
                <a:lnTo>
                  <a:pt x="90306" y="403955"/>
                </a:lnTo>
                <a:lnTo>
                  <a:pt x="89751" y="403310"/>
                </a:lnTo>
                <a:lnTo>
                  <a:pt x="97197" y="411545"/>
                </a:lnTo>
                <a:lnTo>
                  <a:pt x="96600" y="410923"/>
                </a:lnTo>
                <a:lnTo>
                  <a:pt x="104427" y="418800"/>
                </a:lnTo>
                <a:lnTo>
                  <a:pt x="103807" y="418200"/>
                </a:lnTo>
                <a:lnTo>
                  <a:pt x="111970" y="425670"/>
                </a:lnTo>
                <a:lnTo>
                  <a:pt x="111326" y="425097"/>
                </a:lnTo>
                <a:lnTo>
                  <a:pt x="119822" y="432159"/>
                </a:lnTo>
                <a:lnTo>
                  <a:pt x="119128" y="431608"/>
                </a:lnTo>
                <a:lnTo>
                  <a:pt x="127964" y="438239"/>
                </a:lnTo>
                <a:lnTo>
                  <a:pt x="127243" y="437737"/>
                </a:lnTo>
                <a:lnTo>
                  <a:pt x="136367" y="443914"/>
                </a:lnTo>
                <a:lnTo>
                  <a:pt x="135625" y="443435"/>
                </a:lnTo>
                <a:lnTo>
                  <a:pt x="145057" y="449157"/>
                </a:lnTo>
                <a:lnTo>
                  <a:pt x="144266" y="448702"/>
                </a:lnTo>
                <a:lnTo>
                  <a:pt x="153962" y="453969"/>
                </a:lnTo>
                <a:lnTo>
                  <a:pt x="153171" y="453538"/>
                </a:lnTo>
                <a:lnTo>
                  <a:pt x="163134" y="458303"/>
                </a:lnTo>
                <a:lnTo>
                  <a:pt x="162295" y="457943"/>
                </a:lnTo>
                <a:lnTo>
                  <a:pt x="172517" y="462181"/>
                </a:lnTo>
                <a:lnTo>
                  <a:pt x="171654" y="461845"/>
                </a:lnTo>
                <a:lnTo>
                  <a:pt x="182116" y="465605"/>
                </a:lnTo>
                <a:lnTo>
                  <a:pt x="181232" y="465293"/>
                </a:lnTo>
                <a:lnTo>
                  <a:pt x="191908" y="468501"/>
                </a:lnTo>
                <a:lnTo>
                  <a:pt x="191000" y="468262"/>
                </a:lnTo>
                <a:lnTo>
                  <a:pt x="201891" y="470919"/>
                </a:lnTo>
                <a:lnTo>
                  <a:pt x="200983" y="470704"/>
                </a:lnTo>
                <a:lnTo>
                  <a:pt x="212044" y="472811"/>
                </a:lnTo>
                <a:lnTo>
                  <a:pt x="211108" y="472643"/>
                </a:lnTo>
                <a:lnTo>
                  <a:pt x="222388" y="474151"/>
                </a:lnTo>
                <a:lnTo>
                  <a:pt x="221427" y="474056"/>
                </a:lnTo>
                <a:lnTo>
                  <a:pt x="232849" y="474966"/>
                </a:lnTo>
                <a:lnTo>
                  <a:pt x="231892" y="474917"/>
                </a:lnTo>
                <a:lnTo>
                  <a:pt x="243477" y="475229"/>
                </a:lnTo>
                <a:lnTo>
                  <a:pt x="242520" y="475229"/>
                </a:lnTo>
                <a:lnTo>
                  <a:pt x="254108" y="474917"/>
                </a:lnTo>
                <a:lnTo>
                  <a:pt x="253148" y="474966"/>
                </a:lnTo>
                <a:lnTo>
                  <a:pt x="264570" y="474056"/>
                </a:lnTo>
                <a:lnTo>
                  <a:pt x="263613" y="474151"/>
                </a:lnTo>
                <a:lnTo>
                  <a:pt x="274889" y="472643"/>
                </a:lnTo>
                <a:lnTo>
                  <a:pt x="273953" y="472811"/>
                </a:lnTo>
                <a:lnTo>
                  <a:pt x="285014" y="470704"/>
                </a:lnTo>
                <a:lnTo>
                  <a:pt x="284106" y="470919"/>
                </a:lnTo>
                <a:lnTo>
                  <a:pt x="295001" y="468262"/>
                </a:lnTo>
                <a:lnTo>
                  <a:pt x="294089" y="468501"/>
                </a:lnTo>
                <a:lnTo>
                  <a:pt x="304766" y="465293"/>
                </a:lnTo>
                <a:lnTo>
                  <a:pt x="303882" y="465605"/>
                </a:lnTo>
                <a:lnTo>
                  <a:pt x="314343" y="461845"/>
                </a:lnTo>
                <a:lnTo>
                  <a:pt x="313480" y="462181"/>
                </a:lnTo>
                <a:lnTo>
                  <a:pt x="323702" y="457943"/>
                </a:lnTo>
                <a:lnTo>
                  <a:pt x="322867" y="458303"/>
                </a:lnTo>
                <a:lnTo>
                  <a:pt x="332826" y="453538"/>
                </a:lnTo>
                <a:lnTo>
                  <a:pt x="332035" y="453969"/>
                </a:lnTo>
                <a:lnTo>
                  <a:pt x="341731" y="448702"/>
                </a:lnTo>
                <a:lnTo>
                  <a:pt x="340941" y="449157"/>
                </a:lnTo>
                <a:lnTo>
                  <a:pt x="350373" y="443435"/>
                </a:lnTo>
                <a:lnTo>
                  <a:pt x="349631" y="443914"/>
                </a:lnTo>
                <a:lnTo>
                  <a:pt x="358754" y="437737"/>
                </a:lnTo>
                <a:lnTo>
                  <a:pt x="358037" y="438239"/>
                </a:lnTo>
                <a:lnTo>
                  <a:pt x="366869" y="431608"/>
                </a:lnTo>
                <a:lnTo>
                  <a:pt x="366176" y="432159"/>
                </a:lnTo>
                <a:lnTo>
                  <a:pt x="374675" y="425097"/>
                </a:lnTo>
                <a:lnTo>
                  <a:pt x="374027" y="425670"/>
                </a:lnTo>
                <a:lnTo>
                  <a:pt x="382194" y="418200"/>
                </a:lnTo>
                <a:lnTo>
                  <a:pt x="381570" y="418800"/>
                </a:lnTo>
                <a:lnTo>
                  <a:pt x="389397" y="410923"/>
                </a:lnTo>
                <a:lnTo>
                  <a:pt x="388801" y="411545"/>
                </a:lnTo>
                <a:lnTo>
                  <a:pt x="396246" y="403310"/>
                </a:lnTo>
                <a:lnTo>
                  <a:pt x="395695" y="403955"/>
                </a:lnTo>
                <a:lnTo>
                  <a:pt x="402780" y="395337"/>
                </a:lnTo>
                <a:lnTo>
                  <a:pt x="402253" y="395984"/>
                </a:lnTo>
                <a:lnTo>
                  <a:pt x="408933" y="387006"/>
                </a:lnTo>
                <a:lnTo>
                  <a:pt x="408431" y="387700"/>
                </a:lnTo>
                <a:lnTo>
                  <a:pt x="414729" y="378388"/>
                </a:lnTo>
                <a:lnTo>
                  <a:pt x="414271" y="379105"/>
                </a:lnTo>
                <a:lnTo>
                  <a:pt x="420116" y="369457"/>
                </a:lnTo>
                <a:lnTo>
                  <a:pt x="419686" y="370200"/>
                </a:lnTo>
                <a:lnTo>
                  <a:pt x="425118" y="360239"/>
                </a:lnTo>
                <a:lnTo>
                  <a:pt x="424736" y="361006"/>
                </a:lnTo>
                <a:lnTo>
                  <a:pt x="429690" y="350759"/>
                </a:lnTo>
                <a:lnTo>
                  <a:pt x="429357" y="351525"/>
                </a:lnTo>
                <a:lnTo>
                  <a:pt x="433856" y="340992"/>
                </a:lnTo>
                <a:lnTo>
                  <a:pt x="433544" y="341781"/>
                </a:lnTo>
                <a:lnTo>
                  <a:pt x="437569" y="330984"/>
                </a:lnTo>
                <a:lnTo>
                  <a:pt x="437281" y="331798"/>
                </a:lnTo>
                <a:lnTo>
                  <a:pt x="440824" y="320761"/>
                </a:lnTo>
                <a:lnTo>
                  <a:pt x="440584" y="321576"/>
                </a:lnTo>
                <a:lnTo>
                  <a:pt x="443624" y="310299"/>
                </a:lnTo>
                <a:lnTo>
                  <a:pt x="443410" y="311113"/>
                </a:lnTo>
                <a:lnTo>
                  <a:pt x="445923" y="299622"/>
                </a:lnTo>
                <a:lnTo>
                  <a:pt x="445781" y="300459"/>
                </a:lnTo>
                <a:lnTo>
                  <a:pt x="447743" y="288752"/>
                </a:lnTo>
                <a:lnTo>
                  <a:pt x="447625" y="289614"/>
                </a:lnTo>
                <a:lnTo>
                  <a:pt x="449060" y="277715"/>
                </a:lnTo>
                <a:lnTo>
                  <a:pt x="448963" y="278577"/>
                </a:lnTo>
                <a:lnTo>
                  <a:pt x="449850" y="266511"/>
                </a:lnTo>
                <a:lnTo>
                  <a:pt x="449802" y="267372"/>
                </a:lnTo>
                <a:lnTo>
                  <a:pt x="450089" y="255140"/>
                </a:lnTo>
                <a:lnTo>
                  <a:pt x="450089" y="256001"/>
                </a:lnTo>
                <a:lnTo>
                  <a:pt x="449802" y="243766"/>
                </a:lnTo>
                <a:lnTo>
                  <a:pt x="449850" y="244629"/>
                </a:lnTo>
                <a:lnTo>
                  <a:pt x="448963" y="232562"/>
                </a:lnTo>
                <a:lnTo>
                  <a:pt x="449060" y="233425"/>
                </a:lnTo>
                <a:lnTo>
                  <a:pt x="447625" y="221526"/>
                </a:lnTo>
                <a:lnTo>
                  <a:pt x="447743" y="222388"/>
                </a:lnTo>
                <a:lnTo>
                  <a:pt x="445781" y="210680"/>
                </a:lnTo>
                <a:lnTo>
                  <a:pt x="445923" y="211519"/>
                </a:lnTo>
                <a:lnTo>
                  <a:pt x="443410" y="200026"/>
                </a:lnTo>
                <a:lnTo>
                  <a:pt x="443624" y="200841"/>
                </a:lnTo>
                <a:lnTo>
                  <a:pt x="440584" y="189565"/>
                </a:lnTo>
                <a:lnTo>
                  <a:pt x="440824" y="190378"/>
                </a:lnTo>
                <a:lnTo>
                  <a:pt x="437281" y="179342"/>
                </a:lnTo>
                <a:lnTo>
                  <a:pt x="437569" y="180155"/>
                </a:lnTo>
                <a:lnTo>
                  <a:pt x="433544" y="169358"/>
                </a:lnTo>
                <a:lnTo>
                  <a:pt x="433856" y="170148"/>
                </a:lnTo>
                <a:lnTo>
                  <a:pt x="429357" y="159615"/>
                </a:lnTo>
                <a:lnTo>
                  <a:pt x="429690" y="160380"/>
                </a:lnTo>
                <a:lnTo>
                  <a:pt x="424736" y="150133"/>
                </a:lnTo>
                <a:lnTo>
                  <a:pt x="425118" y="150899"/>
                </a:lnTo>
                <a:lnTo>
                  <a:pt x="419686" y="140940"/>
                </a:lnTo>
                <a:lnTo>
                  <a:pt x="420116" y="141682"/>
                </a:lnTo>
                <a:lnTo>
                  <a:pt x="414271" y="132034"/>
                </a:lnTo>
                <a:lnTo>
                  <a:pt x="414729" y="132753"/>
                </a:lnTo>
                <a:lnTo>
                  <a:pt x="408431" y="123440"/>
                </a:lnTo>
                <a:lnTo>
                  <a:pt x="408933" y="124134"/>
                </a:lnTo>
                <a:lnTo>
                  <a:pt x="402253" y="115156"/>
                </a:lnTo>
                <a:lnTo>
                  <a:pt x="402780" y="115802"/>
                </a:lnTo>
                <a:lnTo>
                  <a:pt x="395695" y="107183"/>
                </a:lnTo>
                <a:lnTo>
                  <a:pt x="396246" y="107830"/>
                </a:lnTo>
                <a:lnTo>
                  <a:pt x="388801" y="99594"/>
                </a:lnTo>
                <a:lnTo>
                  <a:pt x="389397" y="100217"/>
                </a:lnTo>
                <a:lnTo>
                  <a:pt x="381570" y="92340"/>
                </a:lnTo>
                <a:lnTo>
                  <a:pt x="382194" y="92938"/>
                </a:lnTo>
                <a:lnTo>
                  <a:pt x="374027" y="85469"/>
                </a:lnTo>
                <a:lnTo>
                  <a:pt x="374675" y="86044"/>
                </a:lnTo>
                <a:lnTo>
                  <a:pt x="366176" y="78981"/>
                </a:lnTo>
                <a:lnTo>
                  <a:pt x="366869" y="79508"/>
                </a:lnTo>
                <a:lnTo>
                  <a:pt x="358037" y="72900"/>
                </a:lnTo>
                <a:lnTo>
                  <a:pt x="358754" y="73403"/>
                </a:lnTo>
                <a:lnTo>
                  <a:pt x="349631" y="67226"/>
                </a:lnTo>
                <a:lnTo>
                  <a:pt x="350373" y="67705"/>
                </a:lnTo>
                <a:lnTo>
                  <a:pt x="340941" y="61983"/>
                </a:lnTo>
                <a:lnTo>
                  <a:pt x="341731" y="62438"/>
                </a:lnTo>
                <a:lnTo>
                  <a:pt x="332035" y="57171"/>
                </a:lnTo>
                <a:lnTo>
                  <a:pt x="332826" y="57602"/>
                </a:lnTo>
                <a:lnTo>
                  <a:pt x="322867" y="52838"/>
                </a:lnTo>
                <a:lnTo>
                  <a:pt x="323702" y="53196"/>
                </a:lnTo>
                <a:lnTo>
                  <a:pt x="313480" y="48959"/>
                </a:lnTo>
                <a:lnTo>
                  <a:pt x="314343" y="49294"/>
                </a:lnTo>
                <a:lnTo>
                  <a:pt x="303882" y="45536"/>
                </a:lnTo>
                <a:lnTo>
                  <a:pt x="304766" y="45846"/>
                </a:lnTo>
                <a:lnTo>
                  <a:pt x="294089" y="42638"/>
                </a:lnTo>
                <a:lnTo>
                  <a:pt x="295001" y="42878"/>
                </a:lnTo>
                <a:lnTo>
                  <a:pt x="284106" y="40220"/>
                </a:lnTo>
                <a:lnTo>
                  <a:pt x="285014" y="40436"/>
                </a:lnTo>
                <a:lnTo>
                  <a:pt x="273953" y="38329"/>
                </a:lnTo>
                <a:lnTo>
                  <a:pt x="274889" y="38497"/>
                </a:lnTo>
                <a:lnTo>
                  <a:pt x="263613" y="36989"/>
                </a:lnTo>
                <a:lnTo>
                  <a:pt x="264570" y="37085"/>
                </a:lnTo>
                <a:lnTo>
                  <a:pt x="253148" y="36175"/>
                </a:lnTo>
                <a:lnTo>
                  <a:pt x="254108" y="36222"/>
                </a:lnTo>
                <a:lnTo>
                  <a:pt x="242520" y="35911"/>
                </a:lnTo>
                <a:lnTo>
                  <a:pt x="243477" y="35911"/>
                </a:lnTo>
                <a:lnTo>
                  <a:pt x="231892" y="36222"/>
                </a:lnTo>
                <a:lnTo>
                  <a:pt x="232849" y="36175"/>
                </a:lnTo>
                <a:lnTo>
                  <a:pt x="221427" y="37085"/>
                </a:lnTo>
                <a:lnTo>
                  <a:pt x="222388" y="36989"/>
                </a:lnTo>
                <a:lnTo>
                  <a:pt x="211108" y="38497"/>
                </a:lnTo>
                <a:lnTo>
                  <a:pt x="212044" y="38329"/>
                </a:lnTo>
                <a:lnTo>
                  <a:pt x="200983" y="40436"/>
                </a:lnTo>
                <a:lnTo>
                  <a:pt x="201891" y="40220"/>
                </a:lnTo>
                <a:lnTo>
                  <a:pt x="191000" y="42878"/>
                </a:lnTo>
                <a:lnTo>
                  <a:pt x="191908" y="42638"/>
                </a:lnTo>
                <a:lnTo>
                  <a:pt x="181232" y="45846"/>
                </a:lnTo>
                <a:lnTo>
                  <a:pt x="182116" y="45536"/>
                </a:lnTo>
                <a:lnTo>
                  <a:pt x="171654" y="49294"/>
                </a:lnTo>
                <a:lnTo>
                  <a:pt x="172517" y="48959"/>
                </a:lnTo>
                <a:lnTo>
                  <a:pt x="162295" y="53196"/>
                </a:lnTo>
                <a:lnTo>
                  <a:pt x="163134" y="52838"/>
                </a:lnTo>
                <a:lnTo>
                  <a:pt x="153171" y="57602"/>
                </a:lnTo>
                <a:lnTo>
                  <a:pt x="153962" y="57171"/>
                </a:lnTo>
                <a:lnTo>
                  <a:pt x="144266" y="62438"/>
                </a:lnTo>
                <a:lnTo>
                  <a:pt x="145057" y="61983"/>
                </a:lnTo>
                <a:lnTo>
                  <a:pt x="135625" y="67705"/>
                </a:lnTo>
                <a:lnTo>
                  <a:pt x="136367" y="67226"/>
                </a:lnTo>
                <a:lnTo>
                  <a:pt x="127243" y="73403"/>
                </a:lnTo>
                <a:lnTo>
                  <a:pt x="127964" y="72900"/>
                </a:lnTo>
                <a:lnTo>
                  <a:pt x="119128" y="79508"/>
                </a:lnTo>
                <a:lnTo>
                  <a:pt x="119822" y="78981"/>
                </a:lnTo>
                <a:lnTo>
                  <a:pt x="111326" y="86044"/>
                </a:lnTo>
                <a:lnTo>
                  <a:pt x="111970" y="85469"/>
                </a:lnTo>
                <a:lnTo>
                  <a:pt x="103807" y="92938"/>
                </a:lnTo>
                <a:lnTo>
                  <a:pt x="104427" y="92340"/>
                </a:lnTo>
                <a:lnTo>
                  <a:pt x="96600" y="100217"/>
                </a:lnTo>
                <a:lnTo>
                  <a:pt x="97197" y="99594"/>
                </a:lnTo>
                <a:lnTo>
                  <a:pt x="89751" y="107830"/>
                </a:lnTo>
                <a:lnTo>
                  <a:pt x="90306" y="107183"/>
                </a:lnTo>
                <a:lnTo>
                  <a:pt x="83217" y="115802"/>
                </a:lnTo>
                <a:lnTo>
                  <a:pt x="83744" y="115156"/>
                </a:lnTo>
                <a:lnTo>
                  <a:pt x="77064" y="124134"/>
                </a:lnTo>
                <a:lnTo>
                  <a:pt x="77542" y="123440"/>
                </a:lnTo>
                <a:lnTo>
                  <a:pt x="71268" y="132753"/>
                </a:lnTo>
                <a:lnTo>
                  <a:pt x="71726" y="132034"/>
                </a:lnTo>
                <a:lnTo>
                  <a:pt x="65882" y="141682"/>
                </a:lnTo>
                <a:lnTo>
                  <a:pt x="66315" y="140940"/>
                </a:lnTo>
                <a:lnTo>
                  <a:pt x="60880" y="150899"/>
                </a:lnTo>
                <a:lnTo>
                  <a:pt x="61264" y="150133"/>
                </a:lnTo>
                <a:lnTo>
                  <a:pt x="56308" y="160380"/>
                </a:lnTo>
                <a:lnTo>
                  <a:pt x="56640" y="159615"/>
                </a:lnTo>
                <a:lnTo>
                  <a:pt x="52141" y="170148"/>
                </a:lnTo>
                <a:lnTo>
                  <a:pt x="52453" y="169358"/>
                </a:lnTo>
                <a:lnTo>
                  <a:pt x="48432" y="180155"/>
                </a:lnTo>
                <a:lnTo>
                  <a:pt x="48716" y="179342"/>
                </a:lnTo>
                <a:lnTo>
                  <a:pt x="45174" y="190378"/>
                </a:lnTo>
                <a:lnTo>
                  <a:pt x="45416" y="189565"/>
                </a:lnTo>
                <a:lnTo>
                  <a:pt x="42373" y="200841"/>
                </a:lnTo>
                <a:lnTo>
                  <a:pt x="42588" y="200026"/>
                </a:lnTo>
                <a:lnTo>
                  <a:pt x="40075" y="211519"/>
                </a:lnTo>
                <a:lnTo>
                  <a:pt x="40217" y="210680"/>
                </a:lnTo>
                <a:lnTo>
                  <a:pt x="38255" y="222388"/>
                </a:lnTo>
                <a:lnTo>
                  <a:pt x="38376" y="221526"/>
                </a:lnTo>
                <a:lnTo>
                  <a:pt x="36938" y="233425"/>
                </a:lnTo>
                <a:lnTo>
                  <a:pt x="37035" y="232562"/>
                </a:lnTo>
                <a:lnTo>
                  <a:pt x="36147" y="244629"/>
                </a:lnTo>
                <a:lnTo>
                  <a:pt x="36196" y="243766"/>
                </a:lnTo>
                <a:lnTo>
                  <a:pt x="35911" y="25600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" name="path-174">
            <a:extLst xmlns:a="http://schemas.openxmlformats.org/drawingml/2006/main">
              <a:ext uri="{FF2B5EF4-FFF2-40B4-BE49-F238E27FC236}">
                <a16:creationId xmlns:a16="http://schemas.microsoft.com/office/drawing/2014/main" id="{B0B6B197-AC2C-46A9-83FB-F8CC7A57B9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44535" y="3628167"/>
            <a:ext cx="928806" cy="1747828"/>
          </a:xfrm>
          <a:custGeom xmlns:a="http://schemas.openxmlformats.org/drawingml/2006/main">
            <a:pathLst>
              <a:path w="769705" h="1448431">
                <a:moveTo>
                  <a:pt x="673940" y="1304785"/>
                </a:moveTo>
                <a:lnTo>
                  <a:pt x="721820" y="1304785"/>
                </a:lnTo>
                <a:lnTo>
                  <a:pt x="769705" y="1304785"/>
                </a:lnTo>
                <a:lnTo>
                  <a:pt x="721820" y="1448431"/>
                </a:lnTo>
                <a:lnTo>
                  <a:pt x="673940" y="1304785"/>
                </a:lnTo>
                <a:moveTo>
                  <a:pt x="0" y="0"/>
                </a:moveTo>
                <a:lnTo>
                  <a:pt x="739776" y="0"/>
                </a:lnTo>
                <a:lnTo>
                  <a:pt x="739776" y="1376609"/>
                </a:lnTo>
                <a:lnTo>
                  <a:pt x="703865" y="1376609"/>
                </a:lnTo>
                <a:lnTo>
                  <a:pt x="703865" y="17956"/>
                </a:lnTo>
                <a:lnTo>
                  <a:pt x="721820" y="35911"/>
                </a:lnTo>
                <a:lnTo>
                  <a:pt x="0" y="3591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" name="path-175">
            <a:extLst xmlns:a="http://schemas.openxmlformats.org/drawingml/2006/main">
              <a:ext uri="{FF2B5EF4-FFF2-40B4-BE49-F238E27FC236}">
                <a16:creationId xmlns:a16="http://schemas.microsoft.com/office/drawing/2014/main" id="{E0441EC7-AEFB-4746-9DCE-7FE447F7E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44535" y="5949456"/>
            <a:ext cx="928806" cy="1651047"/>
          </a:xfrm>
          <a:custGeom xmlns:a="http://schemas.openxmlformats.org/drawingml/2006/main">
            <a:pathLst>
              <a:path w="769705" h="1368229">
                <a:moveTo>
                  <a:pt x="673940" y="143646"/>
                </a:moveTo>
                <a:lnTo>
                  <a:pt x="721820" y="143646"/>
                </a:lnTo>
                <a:lnTo>
                  <a:pt x="769705" y="143646"/>
                </a:lnTo>
                <a:lnTo>
                  <a:pt x="721820" y="0"/>
                </a:lnTo>
                <a:lnTo>
                  <a:pt x="673940" y="143646"/>
                </a:lnTo>
                <a:moveTo>
                  <a:pt x="0" y="1368229"/>
                </a:moveTo>
                <a:lnTo>
                  <a:pt x="739776" y="1368229"/>
                </a:lnTo>
                <a:lnTo>
                  <a:pt x="739776" y="71823"/>
                </a:lnTo>
                <a:lnTo>
                  <a:pt x="703865" y="71823"/>
                </a:lnTo>
                <a:lnTo>
                  <a:pt x="703865" y="1350273"/>
                </a:lnTo>
                <a:lnTo>
                  <a:pt x="721820" y="1332317"/>
                </a:lnTo>
                <a:lnTo>
                  <a:pt x="0" y="1332317"/>
                </a:lnTo>
                <a:lnTo>
                  <a:pt x="0" y="136822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" name="path-176">
            <a:extLst xmlns:a="http://schemas.openxmlformats.org/drawingml/2006/main">
              <a:ext uri="{FF2B5EF4-FFF2-40B4-BE49-F238E27FC236}">
                <a16:creationId xmlns:a16="http://schemas.microsoft.com/office/drawing/2014/main" id="{3894518B-73EC-4166-B597-CEBBC9DA6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14649" y="4882848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" name="path-177">
            <a:extLst xmlns:a="http://schemas.openxmlformats.org/drawingml/2006/main">
              <a:ext uri="{FF2B5EF4-FFF2-40B4-BE49-F238E27FC236}">
                <a16:creationId xmlns:a16="http://schemas.microsoft.com/office/drawing/2014/main" id="{8249CB19-C218-402D-A6A0-A0B7AD1B4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5470" y="4853091"/>
            <a:ext cx="368260" cy="385677"/>
          </a:xfrm>
          <a:custGeom xmlns:a="http://schemas.openxmlformats.org/drawingml/2006/main">
            <a:pathLst>
              <a:path w="305178" h="319612">
                <a:moveTo>
                  <a:pt x="305178" y="0"/>
                </a:moveTo>
                <a:lnTo>
                  <a:pt x="305178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" name="path-178">
            <a:extLst xmlns:a="http://schemas.openxmlformats.org/drawingml/2006/main">
              <a:ext uri="{FF2B5EF4-FFF2-40B4-BE49-F238E27FC236}">
                <a16:creationId xmlns:a16="http://schemas.microsoft.com/office/drawing/2014/main" id="{E4BB4E7E-60AB-4B62-88F1-E6824D2E7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14649" y="5208724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" name="path-179">
            <a:extLst xmlns:a="http://schemas.openxmlformats.org/drawingml/2006/main">
              <a:ext uri="{FF2B5EF4-FFF2-40B4-BE49-F238E27FC236}">
                <a16:creationId xmlns:a16="http://schemas.microsoft.com/office/drawing/2014/main" id="{3C385881-95E1-4456-A633-C5DACBC60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5470" y="5180989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2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" name="path-180">
            <a:extLst xmlns:a="http://schemas.openxmlformats.org/drawingml/2006/main">
              <a:ext uri="{FF2B5EF4-FFF2-40B4-BE49-F238E27FC236}">
                <a16:creationId xmlns:a16="http://schemas.microsoft.com/office/drawing/2014/main" id="{876BB8F4-5275-4941-BC16-A6FD64265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14649" y="5538066"/>
            <a:ext cx="308541" cy="329343"/>
          </a:xfrm>
          <a:custGeom xmlns:a="http://schemas.openxmlformats.org/drawingml/2006/main">
            <a:pathLst>
              <a:path w="255689" h="272928">
                <a:moveTo>
                  <a:pt x="0" y="0"/>
                </a:moveTo>
                <a:lnTo>
                  <a:pt x="0" y="272928"/>
                </a:lnTo>
                <a:lnTo>
                  <a:pt x="255689" y="272928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" name="path-181">
            <a:extLst xmlns:a="http://schemas.openxmlformats.org/drawingml/2006/main">
              <a:ext uri="{FF2B5EF4-FFF2-40B4-BE49-F238E27FC236}">
                <a16:creationId xmlns:a16="http://schemas.microsoft.com/office/drawing/2014/main" id="{F60FC706-FE5D-4C66-8963-EAB62D99F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5470" y="5508887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1"/>
                </a:lnTo>
                <a:lnTo>
                  <a:pt x="281236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" name="path-182">
            <a:extLst xmlns:a="http://schemas.openxmlformats.org/drawingml/2006/main">
              <a:ext uri="{FF2B5EF4-FFF2-40B4-BE49-F238E27FC236}">
                <a16:creationId xmlns:a16="http://schemas.microsoft.com/office/drawing/2014/main" id="{9774E7C8-947F-4BE7-9510-7F3CE8ACA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14649" y="5867409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" name="path-183">
            <a:extLst xmlns:a="http://schemas.openxmlformats.org/drawingml/2006/main">
              <a:ext uri="{FF2B5EF4-FFF2-40B4-BE49-F238E27FC236}">
                <a16:creationId xmlns:a16="http://schemas.microsoft.com/office/drawing/2014/main" id="{811036F3-4188-49D1-BADF-C70C3F0A5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5470" y="5836786"/>
            <a:ext cx="368260" cy="385677"/>
          </a:xfrm>
          <a:custGeom xmlns:a="http://schemas.openxmlformats.org/drawingml/2006/main">
            <a:pathLst>
              <a:path w="305178" h="319612">
                <a:moveTo>
                  <a:pt x="305178" y="0"/>
                </a:moveTo>
                <a:lnTo>
                  <a:pt x="305178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2"/>
                </a:moveTo>
                <a:lnTo>
                  <a:pt x="47884" y="23940"/>
                </a:lnTo>
                <a:lnTo>
                  <a:pt x="47884" y="295671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1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" name="path-184">
            <a:extLst xmlns:a="http://schemas.openxmlformats.org/drawingml/2006/main">
              <a:ext uri="{FF2B5EF4-FFF2-40B4-BE49-F238E27FC236}">
                <a16:creationId xmlns:a16="http://schemas.microsoft.com/office/drawing/2014/main" id="{E3303995-BEBB-467E-A12B-386DC52DB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14649" y="6193285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" name="path-185">
            <a:extLst xmlns:a="http://schemas.openxmlformats.org/drawingml/2006/main">
              <a:ext uri="{FF2B5EF4-FFF2-40B4-BE49-F238E27FC236}">
                <a16:creationId xmlns:a16="http://schemas.microsoft.com/office/drawing/2014/main" id="{B55244CB-3A63-4C25-BD4A-CBD44911D7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5470" y="6164683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1"/>
                </a:lnTo>
                <a:lnTo>
                  <a:pt x="281236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" name="text-186 𝒀">
            <a:extLst xmlns:a="http://schemas.openxmlformats.org/drawingml/2006/main">
              <a:ext uri="{FF2B5EF4-FFF2-40B4-BE49-F238E27FC236}">
                <a16:creationId xmlns:a16="http://schemas.microsoft.com/office/drawing/2014/main" id="{819638A8-93D3-476D-91ED-1F9E9D5A2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86917" y="4039774"/>
            <a:ext cx="423702" cy="7281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𝒀</a:t>
            </a:r>
          </a:p>
        </p:txBody>
      </p:sp>
      <p:sp>
        <p:nvSpPr>
          <p:cNvPr id="187" name="path-187">
            <a:extLst xmlns:a="http://schemas.openxmlformats.org/drawingml/2006/main">
              <a:ext uri="{FF2B5EF4-FFF2-40B4-BE49-F238E27FC236}">
                <a16:creationId xmlns:a16="http://schemas.microsoft.com/office/drawing/2014/main" id="{920E5FAD-8566-4087-92B2-D58124F40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0077" y="4409927"/>
            <a:ext cx="214097" cy="328087"/>
          </a:xfrm>
          <a:custGeom xmlns:a="http://schemas.openxmlformats.org/drawingml/2006/main">
            <a:pathLst>
              <a:path w="177423" h="271887">
                <a:moveTo>
                  <a:pt x="75844" y="206792"/>
                </a:moveTo>
                <a:cubicBezTo>
                  <a:pt x="71100" y="228894"/>
                  <a:pt x="63405" y="245269"/>
                  <a:pt x="52758" y="255916"/>
                </a:cubicBezTo>
                <a:cubicBezTo>
                  <a:pt x="42110" y="266563"/>
                  <a:pt x="27905" y="271887"/>
                  <a:pt x="10143" y="271887"/>
                </a:cubicBezTo>
                <a:cubicBezTo>
                  <a:pt x="5500" y="271887"/>
                  <a:pt x="2119" y="271584"/>
                  <a:pt x="0" y="270979"/>
                </a:cubicBezTo>
                <a:cubicBezTo>
                  <a:pt x="606" y="268456"/>
                  <a:pt x="1161" y="265857"/>
                  <a:pt x="1665" y="263182"/>
                </a:cubicBezTo>
                <a:cubicBezTo>
                  <a:pt x="2170" y="260508"/>
                  <a:pt x="2775" y="257909"/>
                  <a:pt x="3482" y="255386"/>
                </a:cubicBezTo>
                <a:cubicBezTo>
                  <a:pt x="4087" y="255588"/>
                  <a:pt x="4945" y="255689"/>
                  <a:pt x="6055" y="255689"/>
                </a:cubicBezTo>
                <a:cubicBezTo>
                  <a:pt x="7166" y="255689"/>
                  <a:pt x="8730" y="255689"/>
                  <a:pt x="10748" y="255689"/>
                </a:cubicBezTo>
                <a:cubicBezTo>
                  <a:pt x="14684" y="255689"/>
                  <a:pt x="18292" y="255058"/>
                  <a:pt x="21572" y="253797"/>
                </a:cubicBezTo>
                <a:cubicBezTo>
                  <a:pt x="24852" y="252535"/>
                  <a:pt x="27855" y="250264"/>
                  <a:pt x="30580" y="246984"/>
                </a:cubicBezTo>
                <a:cubicBezTo>
                  <a:pt x="33305" y="243704"/>
                  <a:pt x="35803" y="239213"/>
                  <a:pt x="38073" y="233511"/>
                </a:cubicBezTo>
                <a:cubicBezTo>
                  <a:pt x="40344" y="227809"/>
                  <a:pt x="42489" y="220467"/>
                  <a:pt x="44507" y="211485"/>
                </a:cubicBezTo>
                <a:lnTo>
                  <a:pt x="74784" y="77055"/>
                </a:lnTo>
                <a:lnTo>
                  <a:pt x="48746" y="77055"/>
                </a:lnTo>
                <a:lnTo>
                  <a:pt x="51471" y="65398"/>
                </a:lnTo>
                <a:cubicBezTo>
                  <a:pt x="57022" y="65095"/>
                  <a:pt x="61437" y="64742"/>
                  <a:pt x="64717" y="64339"/>
                </a:cubicBezTo>
                <a:cubicBezTo>
                  <a:pt x="67997" y="63935"/>
                  <a:pt x="70772" y="63052"/>
                  <a:pt x="73043" y="61689"/>
                </a:cubicBezTo>
                <a:cubicBezTo>
                  <a:pt x="75314" y="60327"/>
                  <a:pt x="77004" y="58031"/>
                  <a:pt x="78115" y="54801"/>
                </a:cubicBezTo>
                <a:cubicBezTo>
                  <a:pt x="83968" y="36332"/>
                  <a:pt x="92774" y="22582"/>
                  <a:pt x="104531" y="13549"/>
                </a:cubicBezTo>
                <a:cubicBezTo>
                  <a:pt x="116289" y="4516"/>
                  <a:pt x="131604" y="0"/>
                  <a:pt x="150476" y="0"/>
                </a:cubicBezTo>
                <a:cubicBezTo>
                  <a:pt x="156027" y="0"/>
                  <a:pt x="160922" y="278"/>
                  <a:pt x="165161" y="833"/>
                </a:cubicBezTo>
                <a:cubicBezTo>
                  <a:pt x="169400" y="1388"/>
                  <a:pt x="173487" y="2069"/>
                  <a:pt x="177423" y="2876"/>
                </a:cubicBezTo>
                <a:lnTo>
                  <a:pt x="171216" y="31034"/>
                </a:lnTo>
                <a:lnTo>
                  <a:pt x="156229" y="31034"/>
                </a:lnTo>
                <a:cubicBezTo>
                  <a:pt x="155523" y="25281"/>
                  <a:pt x="153807" y="21068"/>
                  <a:pt x="151082" y="18393"/>
                </a:cubicBezTo>
                <a:cubicBezTo>
                  <a:pt x="148357" y="15719"/>
                  <a:pt x="144724" y="14382"/>
                  <a:pt x="140182" y="14382"/>
                </a:cubicBezTo>
                <a:cubicBezTo>
                  <a:pt x="134934" y="14382"/>
                  <a:pt x="130519" y="15517"/>
                  <a:pt x="126936" y="17788"/>
                </a:cubicBezTo>
                <a:cubicBezTo>
                  <a:pt x="123353" y="20058"/>
                  <a:pt x="120225" y="23490"/>
                  <a:pt x="117550" y="28082"/>
                </a:cubicBezTo>
                <a:cubicBezTo>
                  <a:pt x="114876" y="32674"/>
                  <a:pt x="112580" y="38048"/>
                  <a:pt x="110662" y="44204"/>
                </a:cubicBezTo>
                <a:cubicBezTo>
                  <a:pt x="108745" y="50361"/>
                  <a:pt x="107433" y="55710"/>
                  <a:pt x="106726" y="60251"/>
                </a:cubicBezTo>
                <a:lnTo>
                  <a:pt x="148660" y="60251"/>
                </a:lnTo>
                <a:lnTo>
                  <a:pt x="145329" y="77055"/>
                </a:lnTo>
                <a:lnTo>
                  <a:pt x="103244" y="77055"/>
                </a:lnTo>
                <a:lnTo>
                  <a:pt x="75844" y="20679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" name="path-188">
            <a:extLst xmlns:a="http://schemas.openxmlformats.org/drawingml/2006/main">
              <a:ext uri="{FF2B5EF4-FFF2-40B4-BE49-F238E27FC236}">
                <a16:creationId xmlns:a16="http://schemas.microsoft.com/office/drawing/2014/main" id="{92405A15-9533-4388-A525-70809E8EF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73367" y="4407004"/>
            <a:ext cx="90242" cy="261593"/>
          </a:xfrm>
          <a:custGeom xmlns:a="http://schemas.openxmlformats.org/drawingml/2006/main">
            <a:pathLst>
              <a:path w="74784" h="216783">
                <a:moveTo>
                  <a:pt x="69031" y="0"/>
                </a:moveTo>
                <a:lnTo>
                  <a:pt x="61614" y="32548"/>
                </a:lnTo>
                <a:lnTo>
                  <a:pt x="31639" y="32548"/>
                </a:lnTo>
                <a:lnTo>
                  <a:pt x="38755" y="0"/>
                </a:lnTo>
                <a:lnTo>
                  <a:pt x="69031" y="0"/>
                </a:lnTo>
                <a:moveTo>
                  <a:pt x="32548" y="161830"/>
                </a:moveTo>
                <a:cubicBezTo>
                  <a:pt x="31135" y="167785"/>
                  <a:pt x="30151" y="172528"/>
                  <a:pt x="29596" y="176061"/>
                </a:cubicBezTo>
                <a:cubicBezTo>
                  <a:pt x="29041" y="179593"/>
                  <a:pt x="28763" y="182772"/>
                  <a:pt x="28763" y="185598"/>
                </a:cubicBezTo>
                <a:cubicBezTo>
                  <a:pt x="28763" y="189433"/>
                  <a:pt x="29545" y="192208"/>
                  <a:pt x="31110" y="193924"/>
                </a:cubicBezTo>
                <a:cubicBezTo>
                  <a:pt x="32674" y="195640"/>
                  <a:pt x="35020" y="196497"/>
                  <a:pt x="38149" y="196497"/>
                </a:cubicBezTo>
                <a:cubicBezTo>
                  <a:pt x="39966" y="196497"/>
                  <a:pt x="41782" y="196144"/>
                  <a:pt x="43599" y="195438"/>
                </a:cubicBezTo>
                <a:cubicBezTo>
                  <a:pt x="45415" y="194731"/>
                  <a:pt x="47358" y="193621"/>
                  <a:pt x="49427" y="192107"/>
                </a:cubicBezTo>
                <a:cubicBezTo>
                  <a:pt x="51496" y="190593"/>
                  <a:pt x="53767" y="188651"/>
                  <a:pt x="56239" y="186279"/>
                </a:cubicBezTo>
                <a:cubicBezTo>
                  <a:pt x="58712" y="183907"/>
                  <a:pt x="61462" y="181056"/>
                  <a:pt x="64490" y="177726"/>
                </a:cubicBezTo>
                <a:lnTo>
                  <a:pt x="74784" y="187717"/>
                </a:lnTo>
                <a:cubicBezTo>
                  <a:pt x="69536" y="193066"/>
                  <a:pt x="64767" y="197582"/>
                  <a:pt x="60478" y="201266"/>
                </a:cubicBezTo>
                <a:cubicBezTo>
                  <a:pt x="56189" y="204950"/>
                  <a:pt x="52127" y="207952"/>
                  <a:pt x="48292" y="210273"/>
                </a:cubicBezTo>
                <a:cubicBezTo>
                  <a:pt x="44457" y="212595"/>
                  <a:pt x="40697" y="214260"/>
                  <a:pt x="37014" y="215269"/>
                </a:cubicBezTo>
                <a:cubicBezTo>
                  <a:pt x="33330" y="216278"/>
                  <a:pt x="29419" y="216783"/>
                  <a:pt x="25281" y="216783"/>
                </a:cubicBezTo>
                <a:cubicBezTo>
                  <a:pt x="21446" y="216783"/>
                  <a:pt x="17990" y="216077"/>
                  <a:pt x="14911" y="214664"/>
                </a:cubicBezTo>
                <a:cubicBezTo>
                  <a:pt x="11833" y="213251"/>
                  <a:pt x="9184" y="211308"/>
                  <a:pt x="6964" y="208835"/>
                </a:cubicBezTo>
                <a:cubicBezTo>
                  <a:pt x="4743" y="206363"/>
                  <a:pt x="3028" y="203411"/>
                  <a:pt x="1817" y="199979"/>
                </a:cubicBezTo>
                <a:cubicBezTo>
                  <a:pt x="606" y="196548"/>
                  <a:pt x="0" y="192763"/>
                  <a:pt x="0" y="188625"/>
                </a:cubicBezTo>
                <a:cubicBezTo>
                  <a:pt x="0" y="185295"/>
                  <a:pt x="404" y="181157"/>
                  <a:pt x="1211" y="176212"/>
                </a:cubicBezTo>
                <a:cubicBezTo>
                  <a:pt x="2018" y="171267"/>
                  <a:pt x="3053" y="165893"/>
                  <a:pt x="4314" y="160089"/>
                </a:cubicBezTo>
                <a:cubicBezTo>
                  <a:pt x="5576" y="154286"/>
                  <a:pt x="6964" y="148206"/>
                  <a:pt x="8478" y="141848"/>
                </a:cubicBezTo>
                <a:cubicBezTo>
                  <a:pt x="9991" y="135489"/>
                  <a:pt x="11480" y="129182"/>
                  <a:pt x="12943" y="122924"/>
                </a:cubicBezTo>
                <a:cubicBezTo>
                  <a:pt x="14407" y="116667"/>
                  <a:pt x="15719" y="110637"/>
                  <a:pt x="16879" y="104834"/>
                </a:cubicBezTo>
                <a:cubicBezTo>
                  <a:pt x="18040" y="99031"/>
                  <a:pt x="18873" y="93758"/>
                  <a:pt x="19377" y="89014"/>
                </a:cubicBezTo>
                <a:cubicBezTo>
                  <a:pt x="19579" y="88207"/>
                  <a:pt x="19680" y="87425"/>
                  <a:pt x="19680" y="86668"/>
                </a:cubicBezTo>
                <a:cubicBezTo>
                  <a:pt x="19680" y="85911"/>
                  <a:pt x="19680" y="85230"/>
                  <a:pt x="19680" y="84624"/>
                </a:cubicBezTo>
                <a:cubicBezTo>
                  <a:pt x="19478" y="80688"/>
                  <a:pt x="18090" y="77812"/>
                  <a:pt x="15517" y="75995"/>
                </a:cubicBezTo>
                <a:cubicBezTo>
                  <a:pt x="12943" y="74179"/>
                  <a:pt x="8377" y="73169"/>
                  <a:pt x="1817" y="72967"/>
                </a:cubicBezTo>
                <a:lnTo>
                  <a:pt x="3633" y="62673"/>
                </a:lnTo>
                <a:lnTo>
                  <a:pt x="47535" y="61008"/>
                </a:lnTo>
                <a:lnTo>
                  <a:pt x="54953" y="61008"/>
                </a:lnTo>
                <a:lnTo>
                  <a:pt x="32548" y="16183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" name="path-189">
            <a:extLst xmlns:a="http://schemas.openxmlformats.org/drawingml/2006/main">
              <a:ext uri="{FF2B5EF4-FFF2-40B4-BE49-F238E27FC236}">
                <a16:creationId xmlns:a16="http://schemas.microsoft.com/office/drawing/2014/main" id="{FCD24DC5-C5AA-4035-BFBC-9F7917C588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81977" y="4478796"/>
            <a:ext cx="228711" cy="189801"/>
          </a:xfrm>
          <a:custGeom xmlns:a="http://schemas.openxmlformats.org/drawingml/2006/main">
            <a:pathLst>
              <a:path w="189534" h="157289">
                <a:moveTo>
                  <a:pt x="72059" y="40117"/>
                </a:moveTo>
                <a:cubicBezTo>
                  <a:pt x="81849" y="26694"/>
                  <a:pt x="91512" y="16652"/>
                  <a:pt x="101049" y="9991"/>
                </a:cubicBezTo>
                <a:cubicBezTo>
                  <a:pt x="110587" y="3330"/>
                  <a:pt x="120452" y="0"/>
                  <a:pt x="130645" y="0"/>
                </a:cubicBezTo>
                <a:cubicBezTo>
                  <a:pt x="141343" y="0"/>
                  <a:pt x="149341" y="2876"/>
                  <a:pt x="154640" y="8629"/>
                </a:cubicBezTo>
                <a:cubicBezTo>
                  <a:pt x="159938" y="14382"/>
                  <a:pt x="162587" y="22455"/>
                  <a:pt x="162587" y="32851"/>
                </a:cubicBezTo>
                <a:cubicBezTo>
                  <a:pt x="162587" y="35979"/>
                  <a:pt x="162133" y="40319"/>
                  <a:pt x="161225" y="45870"/>
                </a:cubicBezTo>
                <a:cubicBezTo>
                  <a:pt x="160317" y="51420"/>
                  <a:pt x="159156" y="57476"/>
                  <a:pt x="157743" y="64036"/>
                </a:cubicBezTo>
                <a:cubicBezTo>
                  <a:pt x="156330" y="70596"/>
                  <a:pt x="154816" y="77332"/>
                  <a:pt x="153201" y="84246"/>
                </a:cubicBezTo>
                <a:cubicBezTo>
                  <a:pt x="151587" y="91159"/>
                  <a:pt x="150073" y="97542"/>
                  <a:pt x="148660" y="103396"/>
                </a:cubicBezTo>
                <a:cubicBezTo>
                  <a:pt x="147247" y="109249"/>
                  <a:pt x="146086" y="114245"/>
                  <a:pt x="145178" y="118383"/>
                </a:cubicBezTo>
                <a:cubicBezTo>
                  <a:pt x="144270" y="122521"/>
                  <a:pt x="143816" y="125094"/>
                  <a:pt x="143816" y="126104"/>
                </a:cubicBezTo>
                <a:cubicBezTo>
                  <a:pt x="143816" y="129939"/>
                  <a:pt x="144522" y="132714"/>
                  <a:pt x="145935" y="134430"/>
                </a:cubicBezTo>
                <a:cubicBezTo>
                  <a:pt x="147348" y="136145"/>
                  <a:pt x="149619" y="137003"/>
                  <a:pt x="152747" y="137003"/>
                </a:cubicBezTo>
                <a:cubicBezTo>
                  <a:pt x="154665" y="137003"/>
                  <a:pt x="156557" y="136650"/>
                  <a:pt x="158424" y="135944"/>
                </a:cubicBezTo>
                <a:cubicBezTo>
                  <a:pt x="160291" y="135237"/>
                  <a:pt x="162234" y="134127"/>
                  <a:pt x="164253" y="132613"/>
                </a:cubicBezTo>
                <a:cubicBezTo>
                  <a:pt x="166271" y="131099"/>
                  <a:pt x="168491" y="129156"/>
                  <a:pt x="170913" y="126785"/>
                </a:cubicBezTo>
                <a:cubicBezTo>
                  <a:pt x="173336" y="124413"/>
                  <a:pt x="176061" y="121562"/>
                  <a:pt x="179088" y="118232"/>
                </a:cubicBezTo>
                <a:lnTo>
                  <a:pt x="189534" y="128223"/>
                </a:lnTo>
                <a:cubicBezTo>
                  <a:pt x="184589" y="133269"/>
                  <a:pt x="180047" y="137609"/>
                  <a:pt x="175909" y="141242"/>
                </a:cubicBezTo>
                <a:cubicBezTo>
                  <a:pt x="171771" y="144875"/>
                  <a:pt x="167760" y="147878"/>
                  <a:pt x="163874" y="150249"/>
                </a:cubicBezTo>
                <a:cubicBezTo>
                  <a:pt x="159989" y="152621"/>
                  <a:pt x="156128" y="154387"/>
                  <a:pt x="152293" y="155548"/>
                </a:cubicBezTo>
                <a:cubicBezTo>
                  <a:pt x="148458" y="156708"/>
                  <a:pt x="144371" y="157289"/>
                  <a:pt x="140031" y="157289"/>
                </a:cubicBezTo>
                <a:cubicBezTo>
                  <a:pt x="136398" y="157289"/>
                  <a:pt x="133042" y="156582"/>
                  <a:pt x="129964" y="155169"/>
                </a:cubicBezTo>
                <a:cubicBezTo>
                  <a:pt x="126886" y="153756"/>
                  <a:pt x="124236" y="151814"/>
                  <a:pt x="122016" y="149341"/>
                </a:cubicBezTo>
                <a:cubicBezTo>
                  <a:pt x="119796" y="146868"/>
                  <a:pt x="118080" y="143942"/>
                  <a:pt x="116869" y="140561"/>
                </a:cubicBezTo>
                <a:cubicBezTo>
                  <a:pt x="115658" y="137180"/>
                  <a:pt x="115052" y="133471"/>
                  <a:pt x="115052" y="129434"/>
                </a:cubicBezTo>
                <a:cubicBezTo>
                  <a:pt x="115052" y="125397"/>
                  <a:pt x="115481" y="120679"/>
                  <a:pt x="116339" y="115280"/>
                </a:cubicBezTo>
                <a:cubicBezTo>
                  <a:pt x="117197" y="109880"/>
                  <a:pt x="118484" y="103951"/>
                  <a:pt x="120200" y="97492"/>
                </a:cubicBezTo>
                <a:cubicBezTo>
                  <a:pt x="122016" y="90932"/>
                  <a:pt x="123707" y="84649"/>
                  <a:pt x="125271" y="78644"/>
                </a:cubicBezTo>
                <a:cubicBezTo>
                  <a:pt x="126835" y="72639"/>
                  <a:pt x="128198" y="67089"/>
                  <a:pt x="129358" y="61992"/>
                </a:cubicBezTo>
                <a:cubicBezTo>
                  <a:pt x="130519" y="56895"/>
                  <a:pt x="131427" y="52354"/>
                  <a:pt x="132083" y="48367"/>
                </a:cubicBezTo>
                <a:cubicBezTo>
                  <a:pt x="132739" y="44381"/>
                  <a:pt x="133067" y="41076"/>
                  <a:pt x="133067" y="38452"/>
                </a:cubicBezTo>
                <a:cubicBezTo>
                  <a:pt x="133067" y="32195"/>
                  <a:pt x="131881" y="27602"/>
                  <a:pt x="129510" y="24676"/>
                </a:cubicBezTo>
                <a:cubicBezTo>
                  <a:pt x="127138" y="21749"/>
                  <a:pt x="123328" y="20286"/>
                  <a:pt x="118080" y="20286"/>
                </a:cubicBezTo>
                <a:cubicBezTo>
                  <a:pt x="115052" y="20286"/>
                  <a:pt x="111798" y="21068"/>
                  <a:pt x="108316" y="22632"/>
                </a:cubicBezTo>
                <a:cubicBezTo>
                  <a:pt x="104834" y="24196"/>
                  <a:pt x="101327" y="26366"/>
                  <a:pt x="97795" y="29142"/>
                </a:cubicBezTo>
                <a:cubicBezTo>
                  <a:pt x="94262" y="31917"/>
                  <a:pt x="90806" y="35197"/>
                  <a:pt x="87425" y="38982"/>
                </a:cubicBezTo>
                <a:cubicBezTo>
                  <a:pt x="84044" y="42766"/>
                  <a:pt x="80940" y="46803"/>
                  <a:pt x="78115" y="51092"/>
                </a:cubicBezTo>
                <a:cubicBezTo>
                  <a:pt x="75289" y="55382"/>
                  <a:pt x="72791" y="59873"/>
                  <a:pt x="70621" y="64566"/>
                </a:cubicBezTo>
                <a:cubicBezTo>
                  <a:pt x="68451" y="69259"/>
                  <a:pt x="66862" y="73926"/>
                  <a:pt x="65852" y="78569"/>
                </a:cubicBezTo>
                <a:lnTo>
                  <a:pt x="48897" y="154564"/>
                </a:lnTo>
                <a:lnTo>
                  <a:pt x="19226" y="154564"/>
                </a:lnTo>
                <a:lnTo>
                  <a:pt x="41934" y="55861"/>
                </a:lnTo>
                <a:cubicBezTo>
                  <a:pt x="43246" y="50613"/>
                  <a:pt x="44204" y="45920"/>
                  <a:pt x="44810" y="41782"/>
                </a:cubicBezTo>
                <a:cubicBezTo>
                  <a:pt x="45415" y="37644"/>
                  <a:pt x="45718" y="34263"/>
                  <a:pt x="45718" y="31639"/>
                </a:cubicBezTo>
                <a:cubicBezTo>
                  <a:pt x="45718" y="24272"/>
                  <a:pt x="42741" y="20588"/>
                  <a:pt x="36787" y="20588"/>
                </a:cubicBezTo>
                <a:cubicBezTo>
                  <a:pt x="34970" y="20588"/>
                  <a:pt x="33128" y="20967"/>
                  <a:pt x="31261" y="21724"/>
                </a:cubicBezTo>
                <a:cubicBezTo>
                  <a:pt x="29394" y="22481"/>
                  <a:pt x="27426" y="23616"/>
                  <a:pt x="25357" y="25130"/>
                </a:cubicBezTo>
                <a:cubicBezTo>
                  <a:pt x="23288" y="26644"/>
                  <a:pt x="21042" y="28561"/>
                  <a:pt x="18620" y="30882"/>
                </a:cubicBezTo>
                <a:cubicBezTo>
                  <a:pt x="16198" y="33204"/>
                  <a:pt x="13473" y="35929"/>
                  <a:pt x="10446" y="39057"/>
                </a:cubicBezTo>
                <a:lnTo>
                  <a:pt x="0" y="29217"/>
                </a:lnTo>
                <a:cubicBezTo>
                  <a:pt x="5046" y="24070"/>
                  <a:pt x="9663" y="19655"/>
                  <a:pt x="13852" y="15971"/>
                </a:cubicBezTo>
                <a:cubicBezTo>
                  <a:pt x="18040" y="12287"/>
                  <a:pt x="22026" y="9260"/>
                  <a:pt x="25811" y="6888"/>
                </a:cubicBezTo>
                <a:cubicBezTo>
                  <a:pt x="29596" y="4516"/>
                  <a:pt x="33355" y="2775"/>
                  <a:pt x="37089" y="1665"/>
                </a:cubicBezTo>
                <a:cubicBezTo>
                  <a:pt x="40823" y="555"/>
                  <a:pt x="44759" y="0"/>
                  <a:pt x="48897" y="0"/>
                </a:cubicBezTo>
                <a:cubicBezTo>
                  <a:pt x="56366" y="0"/>
                  <a:pt x="62143" y="2447"/>
                  <a:pt x="66231" y="7342"/>
                </a:cubicBezTo>
                <a:cubicBezTo>
                  <a:pt x="70318" y="12237"/>
                  <a:pt x="72362" y="18671"/>
                  <a:pt x="72362" y="26644"/>
                </a:cubicBezTo>
                <a:cubicBezTo>
                  <a:pt x="72362" y="28662"/>
                  <a:pt x="72185" y="30782"/>
                  <a:pt x="71832" y="33002"/>
                </a:cubicBezTo>
                <a:cubicBezTo>
                  <a:pt x="71479" y="35222"/>
                  <a:pt x="70848" y="37342"/>
                  <a:pt x="69940" y="39360"/>
                </a:cubicBezTo>
                <a:lnTo>
                  <a:pt x="72059" y="401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" name="path-190">
            <a:extLst xmlns:a="http://schemas.openxmlformats.org/drawingml/2006/main">
              <a:ext uri="{FF2B5EF4-FFF2-40B4-BE49-F238E27FC236}">
                <a16:creationId xmlns:a16="http://schemas.microsoft.com/office/drawing/2014/main" id="{9D657D58-F0FC-4749-A26E-5F2EBAAD39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1993" y="4478796"/>
            <a:ext cx="203319" cy="189801"/>
          </a:xfrm>
          <a:custGeom xmlns:a="http://schemas.openxmlformats.org/drawingml/2006/main">
            <a:pathLst>
              <a:path w="168491" h="157289">
                <a:moveTo>
                  <a:pt x="96584" y="117020"/>
                </a:moveTo>
                <a:cubicBezTo>
                  <a:pt x="91436" y="124186"/>
                  <a:pt x="86441" y="130292"/>
                  <a:pt x="81596" y="135338"/>
                </a:cubicBezTo>
                <a:cubicBezTo>
                  <a:pt x="76752" y="140384"/>
                  <a:pt x="71958" y="144547"/>
                  <a:pt x="67215" y="147827"/>
                </a:cubicBezTo>
                <a:cubicBezTo>
                  <a:pt x="62471" y="151107"/>
                  <a:pt x="57678" y="153504"/>
                  <a:pt x="52833" y="155018"/>
                </a:cubicBezTo>
                <a:cubicBezTo>
                  <a:pt x="47989" y="156532"/>
                  <a:pt x="42943" y="157289"/>
                  <a:pt x="37695" y="157289"/>
                </a:cubicBezTo>
                <a:cubicBezTo>
                  <a:pt x="25685" y="157289"/>
                  <a:pt x="16400" y="152974"/>
                  <a:pt x="9840" y="144345"/>
                </a:cubicBezTo>
                <a:cubicBezTo>
                  <a:pt x="3280" y="135716"/>
                  <a:pt x="0" y="123177"/>
                  <a:pt x="0" y="106726"/>
                </a:cubicBezTo>
                <a:cubicBezTo>
                  <a:pt x="0" y="96937"/>
                  <a:pt x="1034" y="87526"/>
                  <a:pt x="3103" y="78493"/>
                </a:cubicBezTo>
                <a:cubicBezTo>
                  <a:pt x="5172" y="69460"/>
                  <a:pt x="8099" y="60983"/>
                  <a:pt x="11884" y="53060"/>
                </a:cubicBezTo>
                <a:cubicBezTo>
                  <a:pt x="15668" y="45138"/>
                  <a:pt x="20185" y="37922"/>
                  <a:pt x="25433" y="31412"/>
                </a:cubicBezTo>
                <a:cubicBezTo>
                  <a:pt x="30681" y="24903"/>
                  <a:pt x="36433" y="19327"/>
                  <a:pt x="42691" y="14684"/>
                </a:cubicBezTo>
                <a:cubicBezTo>
                  <a:pt x="48948" y="10042"/>
                  <a:pt x="55609" y="6434"/>
                  <a:pt x="62673" y="3860"/>
                </a:cubicBezTo>
                <a:cubicBezTo>
                  <a:pt x="69738" y="1287"/>
                  <a:pt x="77055" y="0"/>
                  <a:pt x="84624" y="0"/>
                </a:cubicBezTo>
                <a:cubicBezTo>
                  <a:pt x="92597" y="0"/>
                  <a:pt x="99636" y="934"/>
                  <a:pt x="105742" y="2801"/>
                </a:cubicBezTo>
                <a:cubicBezTo>
                  <a:pt x="111848" y="4668"/>
                  <a:pt x="117424" y="7216"/>
                  <a:pt x="122470" y="10446"/>
                </a:cubicBezTo>
                <a:lnTo>
                  <a:pt x="137155" y="0"/>
                </a:lnTo>
                <a:lnTo>
                  <a:pt x="149417" y="3179"/>
                </a:lnTo>
                <a:lnTo>
                  <a:pt x="126558" y="102336"/>
                </a:lnTo>
                <a:cubicBezTo>
                  <a:pt x="125246" y="107988"/>
                  <a:pt x="124337" y="112656"/>
                  <a:pt x="123833" y="116339"/>
                </a:cubicBezTo>
                <a:cubicBezTo>
                  <a:pt x="123328" y="120023"/>
                  <a:pt x="123076" y="123278"/>
                  <a:pt x="123076" y="126104"/>
                </a:cubicBezTo>
                <a:cubicBezTo>
                  <a:pt x="123076" y="129939"/>
                  <a:pt x="123858" y="132714"/>
                  <a:pt x="125422" y="134430"/>
                </a:cubicBezTo>
                <a:cubicBezTo>
                  <a:pt x="126987" y="136145"/>
                  <a:pt x="129232" y="137003"/>
                  <a:pt x="132159" y="137003"/>
                </a:cubicBezTo>
                <a:cubicBezTo>
                  <a:pt x="133976" y="137003"/>
                  <a:pt x="135767" y="136650"/>
                  <a:pt x="137533" y="135944"/>
                </a:cubicBezTo>
                <a:cubicBezTo>
                  <a:pt x="139299" y="135237"/>
                  <a:pt x="141217" y="134127"/>
                  <a:pt x="143286" y="132613"/>
                </a:cubicBezTo>
                <a:cubicBezTo>
                  <a:pt x="145355" y="131099"/>
                  <a:pt x="147625" y="129156"/>
                  <a:pt x="150098" y="126785"/>
                </a:cubicBezTo>
                <a:cubicBezTo>
                  <a:pt x="152571" y="124413"/>
                  <a:pt x="155371" y="121562"/>
                  <a:pt x="158500" y="118232"/>
                </a:cubicBezTo>
                <a:cubicBezTo>
                  <a:pt x="160115" y="119947"/>
                  <a:pt x="161780" y="121638"/>
                  <a:pt x="163496" y="123303"/>
                </a:cubicBezTo>
                <a:cubicBezTo>
                  <a:pt x="165211" y="124968"/>
                  <a:pt x="166877" y="126608"/>
                  <a:pt x="168491" y="128223"/>
                </a:cubicBezTo>
                <a:cubicBezTo>
                  <a:pt x="163445" y="133370"/>
                  <a:pt x="158853" y="137785"/>
                  <a:pt x="154715" y="141469"/>
                </a:cubicBezTo>
                <a:cubicBezTo>
                  <a:pt x="150577" y="145153"/>
                  <a:pt x="146566" y="148180"/>
                  <a:pt x="142680" y="150552"/>
                </a:cubicBezTo>
                <a:cubicBezTo>
                  <a:pt x="138795" y="152924"/>
                  <a:pt x="134985" y="154640"/>
                  <a:pt x="131251" y="155699"/>
                </a:cubicBezTo>
                <a:cubicBezTo>
                  <a:pt x="127516" y="156759"/>
                  <a:pt x="123631" y="157289"/>
                  <a:pt x="119594" y="157289"/>
                </a:cubicBezTo>
                <a:cubicBezTo>
                  <a:pt x="112328" y="157289"/>
                  <a:pt x="106676" y="154942"/>
                  <a:pt x="102639" y="150249"/>
                </a:cubicBezTo>
                <a:cubicBezTo>
                  <a:pt x="98602" y="145556"/>
                  <a:pt x="96584" y="139123"/>
                  <a:pt x="96584" y="130948"/>
                </a:cubicBezTo>
                <a:cubicBezTo>
                  <a:pt x="96584" y="126406"/>
                  <a:pt x="97290" y="122067"/>
                  <a:pt x="98703" y="117929"/>
                </a:cubicBezTo>
                <a:lnTo>
                  <a:pt x="96584" y="117020"/>
                </a:lnTo>
                <a:moveTo>
                  <a:pt x="106424" y="68880"/>
                </a:moveTo>
                <a:cubicBezTo>
                  <a:pt x="107836" y="62623"/>
                  <a:pt x="108947" y="56971"/>
                  <a:pt x="109754" y="51925"/>
                </a:cubicBezTo>
                <a:cubicBezTo>
                  <a:pt x="110561" y="46879"/>
                  <a:pt x="110965" y="42085"/>
                  <a:pt x="110965" y="37543"/>
                </a:cubicBezTo>
                <a:cubicBezTo>
                  <a:pt x="110965" y="29470"/>
                  <a:pt x="109073" y="23692"/>
                  <a:pt x="105288" y="20210"/>
                </a:cubicBezTo>
                <a:cubicBezTo>
                  <a:pt x="101504" y="16728"/>
                  <a:pt x="95524" y="14987"/>
                  <a:pt x="87349" y="14987"/>
                </a:cubicBezTo>
                <a:cubicBezTo>
                  <a:pt x="81395" y="14987"/>
                  <a:pt x="75844" y="16299"/>
                  <a:pt x="70697" y="18923"/>
                </a:cubicBezTo>
                <a:cubicBezTo>
                  <a:pt x="65550" y="21547"/>
                  <a:pt x="60857" y="25130"/>
                  <a:pt x="56618" y="29671"/>
                </a:cubicBezTo>
                <a:cubicBezTo>
                  <a:pt x="52379" y="34213"/>
                  <a:pt x="48620" y="39461"/>
                  <a:pt x="45340" y="45415"/>
                </a:cubicBezTo>
                <a:cubicBezTo>
                  <a:pt x="42060" y="51370"/>
                  <a:pt x="39284" y="57678"/>
                  <a:pt x="37014" y="64339"/>
                </a:cubicBezTo>
                <a:cubicBezTo>
                  <a:pt x="34743" y="70999"/>
                  <a:pt x="33027" y="77837"/>
                  <a:pt x="31866" y="84851"/>
                </a:cubicBezTo>
                <a:cubicBezTo>
                  <a:pt x="30706" y="91865"/>
                  <a:pt x="30126" y="98602"/>
                  <a:pt x="30126" y="105061"/>
                </a:cubicBezTo>
                <a:cubicBezTo>
                  <a:pt x="30126" y="115961"/>
                  <a:pt x="31665" y="124060"/>
                  <a:pt x="34743" y="129358"/>
                </a:cubicBezTo>
                <a:cubicBezTo>
                  <a:pt x="37821" y="134657"/>
                  <a:pt x="42791" y="137306"/>
                  <a:pt x="49654" y="137306"/>
                </a:cubicBezTo>
                <a:cubicBezTo>
                  <a:pt x="53086" y="137306"/>
                  <a:pt x="56391" y="136700"/>
                  <a:pt x="59570" y="135489"/>
                </a:cubicBezTo>
                <a:cubicBezTo>
                  <a:pt x="62749" y="134278"/>
                  <a:pt x="66105" y="132361"/>
                  <a:pt x="69637" y="129737"/>
                </a:cubicBezTo>
                <a:cubicBezTo>
                  <a:pt x="78518" y="122773"/>
                  <a:pt x="86087" y="114296"/>
                  <a:pt x="92345" y="104304"/>
                </a:cubicBezTo>
                <a:cubicBezTo>
                  <a:pt x="98602" y="94313"/>
                  <a:pt x="103295" y="82505"/>
                  <a:pt x="106424" y="6888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" name="path-191">
            <a:extLst xmlns:a="http://schemas.openxmlformats.org/drawingml/2006/main">
              <a:ext uri="{FF2B5EF4-FFF2-40B4-BE49-F238E27FC236}">
                <a16:creationId xmlns:a16="http://schemas.microsoft.com/office/drawing/2014/main" id="{DE3E53BC-A29E-41CE-AD7C-599D240FA5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82574" y="4415955"/>
            <a:ext cx="89694" cy="252642"/>
          </a:xfrm>
          <a:custGeom xmlns:a="http://schemas.openxmlformats.org/drawingml/2006/main">
            <a:pathLst>
              <a:path w="74330" h="209365">
                <a:moveTo>
                  <a:pt x="4693" y="148660"/>
                </a:moveTo>
                <a:cubicBezTo>
                  <a:pt x="9033" y="129283"/>
                  <a:pt x="13347" y="109956"/>
                  <a:pt x="17636" y="90679"/>
                </a:cubicBezTo>
                <a:cubicBezTo>
                  <a:pt x="21926" y="71403"/>
                  <a:pt x="25433" y="56618"/>
                  <a:pt x="28158" y="46324"/>
                </a:cubicBezTo>
                <a:cubicBezTo>
                  <a:pt x="30580" y="35323"/>
                  <a:pt x="31791" y="27804"/>
                  <a:pt x="31791" y="23767"/>
                </a:cubicBezTo>
                <a:cubicBezTo>
                  <a:pt x="31791" y="21648"/>
                  <a:pt x="31513" y="19882"/>
                  <a:pt x="30958" y="18469"/>
                </a:cubicBezTo>
                <a:cubicBezTo>
                  <a:pt x="30403" y="17056"/>
                  <a:pt x="29394" y="15895"/>
                  <a:pt x="27930" y="14987"/>
                </a:cubicBezTo>
                <a:cubicBezTo>
                  <a:pt x="26467" y="14079"/>
                  <a:pt x="24474" y="13423"/>
                  <a:pt x="21951" y="13019"/>
                </a:cubicBezTo>
                <a:cubicBezTo>
                  <a:pt x="19428" y="12615"/>
                  <a:pt x="16148" y="12313"/>
                  <a:pt x="12111" y="12111"/>
                </a:cubicBezTo>
                <a:lnTo>
                  <a:pt x="14230" y="1817"/>
                </a:lnTo>
                <a:lnTo>
                  <a:pt x="55861" y="0"/>
                </a:lnTo>
                <a:lnTo>
                  <a:pt x="66761" y="0"/>
                </a:lnTo>
                <a:cubicBezTo>
                  <a:pt x="60503" y="28158"/>
                  <a:pt x="54776" y="53893"/>
                  <a:pt x="49579" y="77206"/>
                </a:cubicBezTo>
                <a:cubicBezTo>
                  <a:pt x="44381" y="100519"/>
                  <a:pt x="38704" y="126255"/>
                  <a:pt x="32548" y="154412"/>
                </a:cubicBezTo>
                <a:cubicBezTo>
                  <a:pt x="31135" y="160468"/>
                  <a:pt x="30126" y="165237"/>
                  <a:pt x="29520" y="168718"/>
                </a:cubicBezTo>
                <a:cubicBezTo>
                  <a:pt x="28914" y="172200"/>
                  <a:pt x="28612" y="175354"/>
                  <a:pt x="28612" y="178180"/>
                </a:cubicBezTo>
                <a:cubicBezTo>
                  <a:pt x="28612" y="182015"/>
                  <a:pt x="29394" y="184790"/>
                  <a:pt x="30958" y="186506"/>
                </a:cubicBezTo>
                <a:cubicBezTo>
                  <a:pt x="32523" y="188222"/>
                  <a:pt x="34919" y="189080"/>
                  <a:pt x="38149" y="189080"/>
                </a:cubicBezTo>
                <a:cubicBezTo>
                  <a:pt x="39966" y="189080"/>
                  <a:pt x="41782" y="188726"/>
                  <a:pt x="43599" y="188020"/>
                </a:cubicBezTo>
                <a:cubicBezTo>
                  <a:pt x="45415" y="187313"/>
                  <a:pt x="47333" y="186203"/>
                  <a:pt x="49351" y="184689"/>
                </a:cubicBezTo>
                <a:cubicBezTo>
                  <a:pt x="51370" y="183176"/>
                  <a:pt x="53615" y="181233"/>
                  <a:pt x="56088" y="178861"/>
                </a:cubicBezTo>
                <a:cubicBezTo>
                  <a:pt x="58561" y="176489"/>
                  <a:pt x="61361" y="173638"/>
                  <a:pt x="64490" y="170308"/>
                </a:cubicBezTo>
                <a:lnTo>
                  <a:pt x="74330" y="180299"/>
                </a:lnTo>
                <a:cubicBezTo>
                  <a:pt x="69183" y="185547"/>
                  <a:pt x="64515" y="190013"/>
                  <a:pt x="60327" y="193697"/>
                </a:cubicBezTo>
                <a:cubicBezTo>
                  <a:pt x="56139" y="197381"/>
                  <a:pt x="52152" y="200383"/>
                  <a:pt x="48367" y="202704"/>
                </a:cubicBezTo>
                <a:cubicBezTo>
                  <a:pt x="44583" y="205025"/>
                  <a:pt x="40849" y="206716"/>
                  <a:pt x="37165" y="207776"/>
                </a:cubicBezTo>
                <a:cubicBezTo>
                  <a:pt x="33481" y="208835"/>
                  <a:pt x="29520" y="209365"/>
                  <a:pt x="25281" y="209365"/>
                </a:cubicBezTo>
                <a:cubicBezTo>
                  <a:pt x="21446" y="209365"/>
                  <a:pt x="17990" y="208659"/>
                  <a:pt x="14911" y="207246"/>
                </a:cubicBezTo>
                <a:cubicBezTo>
                  <a:pt x="11833" y="205833"/>
                  <a:pt x="9184" y="203890"/>
                  <a:pt x="6964" y="201417"/>
                </a:cubicBezTo>
                <a:cubicBezTo>
                  <a:pt x="4743" y="198945"/>
                  <a:pt x="3028" y="195993"/>
                  <a:pt x="1817" y="192561"/>
                </a:cubicBezTo>
                <a:cubicBezTo>
                  <a:pt x="606" y="189130"/>
                  <a:pt x="0" y="185345"/>
                  <a:pt x="0" y="181208"/>
                </a:cubicBezTo>
                <a:cubicBezTo>
                  <a:pt x="0" y="177473"/>
                  <a:pt x="378" y="172856"/>
                  <a:pt x="1135" y="167356"/>
                </a:cubicBezTo>
                <a:cubicBezTo>
                  <a:pt x="1892" y="161856"/>
                  <a:pt x="3078" y="155624"/>
                  <a:pt x="4693" y="14866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" name="path-192">
            <a:extLst xmlns:a="http://schemas.openxmlformats.org/drawingml/2006/main">
              <a:ext uri="{FF2B5EF4-FFF2-40B4-BE49-F238E27FC236}">
                <a16:creationId xmlns:a16="http://schemas.microsoft.com/office/drawing/2014/main" id="{FFD705E4-ED32-4DAC-8A00-E41C5533D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87123" y="5605668"/>
            <a:ext cx="527238" cy="115559"/>
          </a:xfrm>
          <a:custGeom xmlns:a="http://schemas.openxmlformats.org/drawingml/2006/main">
            <a:pathLst>
              <a:path w="436924" h="95764">
                <a:moveTo>
                  <a:pt x="293278" y="95764"/>
                </a:moveTo>
                <a:lnTo>
                  <a:pt x="293278" y="47883"/>
                </a:lnTo>
                <a:lnTo>
                  <a:pt x="293278" y="0"/>
                </a:lnTo>
                <a:lnTo>
                  <a:pt x="436924" y="47883"/>
                </a:lnTo>
                <a:lnTo>
                  <a:pt x="293278" y="95764"/>
                </a:lnTo>
                <a:moveTo>
                  <a:pt x="0" y="29927"/>
                </a:moveTo>
                <a:lnTo>
                  <a:pt x="365101" y="29927"/>
                </a:lnTo>
                <a:lnTo>
                  <a:pt x="365101" y="65838"/>
                </a:lnTo>
                <a:lnTo>
                  <a:pt x="0" y="65838"/>
                </a:lnTo>
                <a:lnTo>
                  <a:pt x="0" y="2992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" name="text-193 ∆">
            <a:extLst xmlns:a="http://schemas.openxmlformats.org/drawingml/2006/main">
              <a:ext uri="{FF2B5EF4-FFF2-40B4-BE49-F238E27FC236}">
                <a16:creationId xmlns:a16="http://schemas.microsoft.com/office/drawing/2014/main" id="{360BE848-3A3B-4A77-848C-D900DB8BB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24987" y="3889582"/>
            <a:ext cx="403384" cy="7280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∆</a:t>
            </a:r>
          </a:p>
        </p:txBody>
      </p:sp>
      <p:sp>
        <p:nvSpPr>
          <p:cNvPr id="194" name="path-194">
            <a:extLst xmlns:a="http://schemas.openxmlformats.org/drawingml/2006/main">
              <a:ext uri="{FF2B5EF4-FFF2-40B4-BE49-F238E27FC236}">
                <a16:creationId xmlns:a16="http://schemas.microsoft.com/office/drawing/2014/main" id="{AE3AF9D9-1274-4009-A050-268CA1B9B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0046" y="4286006"/>
            <a:ext cx="132806" cy="232365"/>
          </a:xfrm>
          <a:custGeom xmlns:a="http://schemas.openxmlformats.org/drawingml/2006/main">
            <a:pathLst>
              <a:path w="110057" h="192561">
                <a:moveTo>
                  <a:pt x="95372" y="160619"/>
                </a:moveTo>
                <a:cubicBezTo>
                  <a:pt x="90225" y="166372"/>
                  <a:pt x="85331" y="171267"/>
                  <a:pt x="80688" y="175304"/>
                </a:cubicBezTo>
                <a:cubicBezTo>
                  <a:pt x="76046" y="179341"/>
                  <a:pt x="71504" y="182646"/>
                  <a:pt x="67063" y="185219"/>
                </a:cubicBezTo>
                <a:cubicBezTo>
                  <a:pt x="62623" y="187793"/>
                  <a:pt x="58233" y="189660"/>
                  <a:pt x="53893" y="190821"/>
                </a:cubicBezTo>
                <a:cubicBezTo>
                  <a:pt x="49553" y="191981"/>
                  <a:pt x="45113" y="192561"/>
                  <a:pt x="40571" y="192561"/>
                </a:cubicBezTo>
                <a:cubicBezTo>
                  <a:pt x="28561" y="192561"/>
                  <a:pt x="19604" y="189736"/>
                  <a:pt x="13700" y="184084"/>
                </a:cubicBezTo>
                <a:cubicBezTo>
                  <a:pt x="7796" y="178432"/>
                  <a:pt x="4844" y="170106"/>
                  <a:pt x="4844" y="159105"/>
                </a:cubicBezTo>
                <a:cubicBezTo>
                  <a:pt x="4844" y="155371"/>
                  <a:pt x="5122" y="151259"/>
                  <a:pt x="5677" y="146768"/>
                </a:cubicBezTo>
                <a:cubicBezTo>
                  <a:pt x="6232" y="142276"/>
                  <a:pt x="7014" y="137912"/>
                  <a:pt x="8023" y="133673"/>
                </a:cubicBezTo>
                <a:lnTo>
                  <a:pt x="26038" y="55255"/>
                </a:lnTo>
                <a:lnTo>
                  <a:pt x="0" y="55255"/>
                </a:lnTo>
                <a:lnTo>
                  <a:pt x="3028" y="43599"/>
                </a:lnTo>
                <a:cubicBezTo>
                  <a:pt x="9083" y="43599"/>
                  <a:pt x="13801" y="43019"/>
                  <a:pt x="17182" y="41858"/>
                </a:cubicBezTo>
                <a:cubicBezTo>
                  <a:pt x="20563" y="40697"/>
                  <a:pt x="23414" y="39108"/>
                  <a:pt x="25735" y="37089"/>
                </a:cubicBezTo>
                <a:cubicBezTo>
                  <a:pt x="27249" y="35676"/>
                  <a:pt x="28713" y="33935"/>
                  <a:pt x="30126" y="31866"/>
                </a:cubicBezTo>
                <a:cubicBezTo>
                  <a:pt x="31538" y="29798"/>
                  <a:pt x="32951" y="27300"/>
                  <a:pt x="34364" y="24373"/>
                </a:cubicBezTo>
                <a:cubicBezTo>
                  <a:pt x="35777" y="21446"/>
                  <a:pt x="37215" y="17990"/>
                  <a:pt x="38679" y="14003"/>
                </a:cubicBezTo>
                <a:cubicBezTo>
                  <a:pt x="40142" y="10017"/>
                  <a:pt x="41782" y="5349"/>
                  <a:pt x="43599" y="0"/>
                </a:cubicBezTo>
                <a:lnTo>
                  <a:pt x="67215" y="0"/>
                </a:lnTo>
                <a:lnTo>
                  <a:pt x="58586" y="38452"/>
                </a:lnTo>
                <a:lnTo>
                  <a:pt x="110057" y="38452"/>
                </a:lnTo>
                <a:lnTo>
                  <a:pt x="106575" y="55255"/>
                </a:lnTo>
                <a:lnTo>
                  <a:pt x="55255" y="55255"/>
                </a:lnTo>
                <a:lnTo>
                  <a:pt x="39814" y="118686"/>
                </a:lnTo>
                <a:cubicBezTo>
                  <a:pt x="38805" y="122924"/>
                  <a:pt x="37972" y="126734"/>
                  <a:pt x="37316" y="130115"/>
                </a:cubicBezTo>
                <a:cubicBezTo>
                  <a:pt x="36660" y="133496"/>
                  <a:pt x="36131" y="136549"/>
                  <a:pt x="35727" y="139274"/>
                </a:cubicBezTo>
                <a:cubicBezTo>
                  <a:pt x="35323" y="141999"/>
                  <a:pt x="35046" y="144472"/>
                  <a:pt x="34894" y="146692"/>
                </a:cubicBezTo>
                <a:cubicBezTo>
                  <a:pt x="34743" y="148912"/>
                  <a:pt x="34667" y="150981"/>
                  <a:pt x="34667" y="152899"/>
                </a:cubicBezTo>
                <a:cubicBezTo>
                  <a:pt x="34667" y="158954"/>
                  <a:pt x="35929" y="163697"/>
                  <a:pt x="38452" y="167129"/>
                </a:cubicBezTo>
                <a:cubicBezTo>
                  <a:pt x="40975" y="170560"/>
                  <a:pt x="45113" y="172276"/>
                  <a:pt x="50865" y="172276"/>
                </a:cubicBezTo>
                <a:cubicBezTo>
                  <a:pt x="55710" y="172276"/>
                  <a:pt x="60857" y="170485"/>
                  <a:pt x="66307" y="166902"/>
                </a:cubicBezTo>
                <a:cubicBezTo>
                  <a:pt x="71756" y="163319"/>
                  <a:pt x="77963" y="157693"/>
                  <a:pt x="84927" y="150022"/>
                </a:cubicBezTo>
                <a:lnTo>
                  <a:pt x="95372" y="16061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" name="path-195">
            <a:extLst xmlns:a="http://schemas.openxmlformats.org/drawingml/2006/main">
              <a:ext uri="{FF2B5EF4-FFF2-40B4-BE49-F238E27FC236}">
                <a16:creationId xmlns:a16="http://schemas.microsoft.com/office/drawing/2014/main" id="{9992385C-5E1A-421A-8A99-FCFB0C659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29269" y="3043786"/>
            <a:ext cx="857013" cy="527584"/>
          </a:xfrm>
          <a:custGeom xmlns:a="http://schemas.openxmlformats.org/drawingml/2006/main">
            <a:pathLst>
              <a:path w="710210" h="437211">
                <a:moveTo>
                  <a:pt x="0" y="407021"/>
                </a:moveTo>
                <a:cubicBezTo>
                  <a:pt x="50659" y="404124"/>
                  <a:pt x="173117" y="437211"/>
                  <a:pt x="276711" y="357918"/>
                </a:cubicBezTo>
                <a:cubicBezTo>
                  <a:pt x="380327" y="278626"/>
                  <a:pt x="433286" y="0"/>
                  <a:pt x="519806" y="12593"/>
                </a:cubicBezTo>
                <a:cubicBezTo>
                  <a:pt x="606330" y="25162"/>
                  <a:pt x="671328" y="334935"/>
                  <a:pt x="710210" y="421792"/>
                </a:cubicBezTo>
              </a:path>
            </a:pathLst>
          </a:custGeom>
          <a:solidFill xmlns:a="http://schemas.openxmlformats.org/drawingml/2006/main">
            <a:srgbClr val="FADBD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" name="path-196">
            <a:extLst xmlns:a="http://schemas.openxmlformats.org/drawingml/2006/main">
              <a:ext uri="{FF2B5EF4-FFF2-40B4-BE49-F238E27FC236}">
                <a16:creationId xmlns:a16="http://schemas.microsoft.com/office/drawing/2014/main" id="{F4D69305-FC1C-40B2-9139-E2B148F53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29037" y="3044076"/>
            <a:ext cx="870563" cy="514323"/>
          </a:xfrm>
          <a:custGeom xmlns:a="http://schemas.openxmlformats.org/drawingml/2006/main">
            <a:pathLst>
              <a:path w="721439" h="426222">
                <a:moveTo>
                  <a:pt x="0" y="394810"/>
                </a:moveTo>
                <a:lnTo>
                  <a:pt x="10654" y="394643"/>
                </a:lnTo>
                <a:lnTo>
                  <a:pt x="23030" y="395146"/>
                </a:lnTo>
                <a:lnTo>
                  <a:pt x="51066" y="397085"/>
                </a:lnTo>
                <a:lnTo>
                  <a:pt x="51018" y="397085"/>
                </a:lnTo>
                <a:lnTo>
                  <a:pt x="66748" y="398139"/>
                </a:lnTo>
                <a:lnTo>
                  <a:pt x="66533" y="398115"/>
                </a:lnTo>
                <a:lnTo>
                  <a:pt x="83269" y="398928"/>
                </a:lnTo>
                <a:lnTo>
                  <a:pt x="82933" y="398905"/>
                </a:lnTo>
                <a:lnTo>
                  <a:pt x="100552" y="399239"/>
                </a:lnTo>
                <a:lnTo>
                  <a:pt x="100098" y="399239"/>
                </a:lnTo>
                <a:lnTo>
                  <a:pt x="118484" y="398905"/>
                </a:lnTo>
                <a:lnTo>
                  <a:pt x="118078" y="398928"/>
                </a:lnTo>
                <a:lnTo>
                  <a:pt x="127510" y="398426"/>
                </a:lnTo>
                <a:lnTo>
                  <a:pt x="127198" y="398449"/>
                </a:lnTo>
                <a:lnTo>
                  <a:pt x="136776" y="397707"/>
                </a:lnTo>
                <a:lnTo>
                  <a:pt x="136439" y="397732"/>
                </a:lnTo>
                <a:lnTo>
                  <a:pt x="146136" y="396726"/>
                </a:lnTo>
                <a:lnTo>
                  <a:pt x="145778" y="396750"/>
                </a:lnTo>
                <a:lnTo>
                  <a:pt x="155570" y="395433"/>
                </a:lnTo>
                <a:lnTo>
                  <a:pt x="155210" y="395481"/>
                </a:lnTo>
                <a:lnTo>
                  <a:pt x="165099" y="393829"/>
                </a:lnTo>
                <a:lnTo>
                  <a:pt x="164690" y="393901"/>
                </a:lnTo>
                <a:lnTo>
                  <a:pt x="174649" y="391890"/>
                </a:lnTo>
                <a:lnTo>
                  <a:pt x="174243" y="391986"/>
                </a:lnTo>
                <a:lnTo>
                  <a:pt x="184251" y="389567"/>
                </a:lnTo>
                <a:lnTo>
                  <a:pt x="183819" y="389687"/>
                </a:lnTo>
                <a:lnTo>
                  <a:pt x="193851" y="386863"/>
                </a:lnTo>
                <a:lnTo>
                  <a:pt x="193397" y="387006"/>
                </a:lnTo>
                <a:lnTo>
                  <a:pt x="203475" y="383750"/>
                </a:lnTo>
                <a:lnTo>
                  <a:pt x="203021" y="383917"/>
                </a:lnTo>
                <a:lnTo>
                  <a:pt x="213100" y="380183"/>
                </a:lnTo>
                <a:lnTo>
                  <a:pt x="212619" y="380374"/>
                </a:lnTo>
                <a:lnTo>
                  <a:pt x="222675" y="376136"/>
                </a:lnTo>
                <a:lnTo>
                  <a:pt x="222197" y="376352"/>
                </a:lnTo>
                <a:lnTo>
                  <a:pt x="232229" y="371612"/>
                </a:lnTo>
                <a:lnTo>
                  <a:pt x="231750" y="371851"/>
                </a:lnTo>
                <a:lnTo>
                  <a:pt x="241758" y="366560"/>
                </a:lnTo>
                <a:lnTo>
                  <a:pt x="241255" y="366824"/>
                </a:lnTo>
                <a:lnTo>
                  <a:pt x="251190" y="360958"/>
                </a:lnTo>
                <a:lnTo>
                  <a:pt x="250711" y="361269"/>
                </a:lnTo>
                <a:lnTo>
                  <a:pt x="260575" y="354782"/>
                </a:lnTo>
                <a:lnTo>
                  <a:pt x="260095" y="355116"/>
                </a:lnTo>
                <a:lnTo>
                  <a:pt x="269863" y="348006"/>
                </a:lnTo>
                <a:lnTo>
                  <a:pt x="269242" y="348508"/>
                </a:lnTo>
                <a:lnTo>
                  <a:pt x="278794" y="340488"/>
                </a:lnTo>
                <a:lnTo>
                  <a:pt x="278099" y="341111"/>
                </a:lnTo>
                <a:lnTo>
                  <a:pt x="287389" y="332037"/>
                </a:lnTo>
                <a:lnTo>
                  <a:pt x="286838" y="332612"/>
                </a:lnTo>
                <a:lnTo>
                  <a:pt x="295864" y="322532"/>
                </a:lnTo>
                <a:lnTo>
                  <a:pt x="295434" y="323059"/>
                </a:lnTo>
                <a:lnTo>
                  <a:pt x="304195" y="312094"/>
                </a:lnTo>
                <a:lnTo>
                  <a:pt x="303861" y="312549"/>
                </a:lnTo>
                <a:lnTo>
                  <a:pt x="312383" y="300771"/>
                </a:lnTo>
                <a:lnTo>
                  <a:pt x="312120" y="301154"/>
                </a:lnTo>
                <a:lnTo>
                  <a:pt x="320427" y="288656"/>
                </a:lnTo>
                <a:lnTo>
                  <a:pt x="320212" y="288991"/>
                </a:lnTo>
                <a:lnTo>
                  <a:pt x="328326" y="275872"/>
                </a:lnTo>
                <a:lnTo>
                  <a:pt x="328160" y="276160"/>
                </a:lnTo>
                <a:lnTo>
                  <a:pt x="336084" y="262512"/>
                </a:lnTo>
                <a:lnTo>
                  <a:pt x="335942" y="262752"/>
                </a:lnTo>
                <a:lnTo>
                  <a:pt x="343698" y="248627"/>
                </a:lnTo>
                <a:lnTo>
                  <a:pt x="343578" y="248842"/>
                </a:lnTo>
                <a:lnTo>
                  <a:pt x="351168" y="234358"/>
                </a:lnTo>
                <a:lnTo>
                  <a:pt x="351048" y="234598"/>
                </a:lnTo>
                <a:lnTo>
                  <a:pt x="365819" y="204935"/>
                </a:lnTo>
                <a:lnTo>
                  <a:pt x="365725" y="205126"/>
                </a:lnTo>
                <a:lnTo>
                  <a:pt x="394069" y="145393"/>
                </a:lnTo>
                <a:lnTo>
                  <a:pt x="407931" y="116640"/>
                </a:lnTo>
                <a:lnTo>
                  <a:pt x="421793" y="89563"/>
                </a:lnTo>
                <a:lnTo>
                  <a:pt x="428834" y="76778"/>
                </a:lnTo>
                <a:lnTo>
                  <a:pt x="435919" y="64664"/>
                </a:lnTo>
                <a:lnTo>
                  <a:pt x="443101" y="53316"/>
                </a:lnTo>
                <a:lnTo>
                  <a:pt x="450429" y="42758"/>
                </a:lnTo>
                <a:lnTo>
                  <a:pt x="457944" y="33086"/>
                </a:lnTo>
                <a:lnTo>
                  <a:pt x="465726" y="24395"/>
                </a:lnTo>
                <a:lnTo>
                  <a:pt x="473841" y="16758"/>
                </a:lnTo>
                <a:lnTo>
                  <a:pt x="482195" y="10414"/>
                </a:lnTo>
                <a:lnTo>
                  <a:pt x="486819" y="7589"/>
                </a:lnTo>
                <a:lnTo>
                  <a:pt x="491436" y="5219"/>
                </a:lnTo>
                <a:lnTo>
                  <a:pt x="496178" y="3232"/>
                </a:lnTo>
                <a:lnTo>
                  <a:pt x="501086" y="1699"/>
                </a:lnTo>
                <a:lnTo>
                  <a:pt x="506113" y="622"/>
                </a:lnTo>
                <a:lnTo>
                  <a:pt x="511260" y="48"/>
                </a:lnTo>
                <a:lnTo>
                  <a:pt x="516456" y="0"/>
                </a:lnTo>
                <a:lnTo>
                  <a:pt x="521725" y="478"/>
                </a:lnTo>
                <a:lnTo>
                  <a:pt x="526966" y="1532"/>
                </a:lnTo>
                <a:lnTo>
                  <a:pt x="532089" y="3112"/>
                </a:lnTo>
                <a:lnTo>
                  <a:pt x="537067" y="5147"/>
                </a:lnTo>
                <a:lnTo>
                  <a:pt x="541882" y="7636"/>
                </a:lnTo>
                <a:lnTo>
                  <a:pt x="546551" y="10533"/>
                </a:lnTo>
                <a:lnTo>
                  <a:pt x="551217" y="13909"/>
                </a:lnTo>
                <a:lnTo>
                  <a:pt x="559741" y="21354"/>
                </a:lnTo>
                <a:lnTo>
                  <a:pt x="568025" y="30189"/>
                </a:lnTo>
                <a:lnTo>
                  <a:pt x="575973" y="40197"/>
                </a:lnTo>
                <a:lnTo>
                  <a:pt x="583658" y="51257"/>
                </a:lnTo>
                <a:lnTo>
                  <a:pt x="591104" y="63299"/>
                </a:lnTo>
                <a:lnTo>
                  <a:pt x="598335" y="76251"/>
                </a:lnTo>
                <a:lnTo>
                  <a:pt x="605396" y="90042"/>
                </a:lnTo>
                <a:lnTo>
                  <a:pt x="612294" y="104550"/>
                </a:lnTo>
                <a:lnTo>
                  <a:pt x="618994" y="119705"/>
                </a:lnTo>
                <a:lnTo>
                  <a:pt x="625577" y="135434"/>
                </a:lnTo>
                <a:lnTo>
                  <a:pt x="631997" y="151665"/>
                </a:lnTo>
                <a:lnTo>
                  <a:pt x="644351" y="185064"/>
                </a:lnTo>
                <a:lnTo>
                  <a:pt x="656105" y="219299"/>
                </a:lnTo>
                <a:lnTo>
                  <a:pt x="667284" y="253583"/>
                </a:lnTo>
                <a:lnTo>
                  <a:pt x="687850" y="319157"/>
                </a:lnTo>
                <a:lnTo>
                  <a:pt x="697234" y="349012"/>
                </a:lnTo>
                <a:lnTo>
                  <a:pt x="697185" y="348892"/>
                </a:lnTo>
                <a:lnTo>
                  <a:pt x="705997" y="375825"/>
                </a:lnTo>
                <a:lnTo>
                  <a:pt x="705899" y="375563"/>
                </a:lnTo>
                <a:lnTo>
                  <a:pt x="714091" y="398785"/>
                </a:lnTo>
                <a:lnTo>
                  <a:pt x="713969" y="398449"/>
                </a:lnTo>
                <a:lnTo>
                  <a:pt x="717848" y="408433"/>
                </a:lnTo>
                <a:lnTo>
                  <a:pt x="717706" y="408098"/>
                </a:lnTo>
                <a:lnTo>
                  <a:pt x="721439" y="416884"/>
                </a:lnTo>
                <a:lnTo>
                  <a:pt x="699390" y="426222"/>
                </a:lnTo>
                <a:lnTo>
                  <a:pt x="695584" y="417267"/>
                </a:lnTo>
                <a:lnTo>
                  <a:pt x="691583" y="406949"/>
                </a:lnTo>
                <a:lnTo>
                  <a:pt x="683278" y="383391"/>
                </a:lnTo>
                <a:lnTo>
                  <a:pt x="674418" y="356265"/>
                </a:lnTo>
                <a:lnTo>
                  <a:pt x="664986" y="326315"/>
                </a:lnTo>
                <a:lnTo>
                  <a:pt x="644469" y="260813"/>
                </a:lnTo>
                <a:lnTo>
                  <a:pt x="644493" y="260933"/>
                </a:lnTo>
                <a:lnTo>
                  <a:pt x="633383" y="226817"/>
                </a:lnTo>
                <a:lnTo>
                  <a:pt x="633432" y="226984"/>
                </a:lnTo>
                <a:lnTo>
                  <a:pt x="621750" y="192988"/>
                </a:lnTo>
                <a:lnTo>
                  <a:pt x="621844" y="193251"/>
                </a:lnTo>
                <a:lnTo>
                  <a:pt x="609587" y="160093"/>
                </a:lnTo>
                <a:lnTo>
                  <a:pt x="609680" y="160356"/>
                </a:lnTo>
                <a:lnTo>
                  <a:pt x="603337" y="144363"/>
                </a:lnTo>
                <a:lnTo>
                  <a:pt x="603434" y="144556"/>
                </a:lnTo>
                <a:lnTo>
                  <a:pt x="596969" y="129065"/>
                </a:lnTo>
                <a:lnTo>
                  <a:pt x="597066" y="129305"/>
                </a:lnTo>
                <a:lnTo>
                  <a:pt x="590456" y="114390"/>
                </a:lnTo>
                <a:lnTo>
                  <a:pt x="590577" y="114677"/>
                </a:lnTo>
                <a:lnTo>
                  <a:pt x="583849" y="100456"/>
                </a:lnTo>
                <a:lnTo>
                  <a:pt x="584015" y="100791"/>
                </a:lnTo>
                <a:lnTo>
                  <a:pt x="577124" y="87360"/>
                </a:lnTo>
                <a:lnTo>
                  <a:pt x="577339" y="87743"/>
                </a:lnTo>
                <a:lnTo>
                  <a:pt x="570323" y="75222"/>
                </a:lnTo>
                <a:lnTo>
                  <a:pt x="570587" y="75678"/>
                </a:lnTo>
                <a:lnTo>
                  <a:pt x="563453" y="64114"/>
                </a:lnTo>
                <a:lnTo>
                  <a:pt x="563813" y="64641"/>
                </a:lnTo>
                <a:lnTo>
                  <a:pt x="556534" y="54154"/>
                </a:lnTo>
                <a:lnTo>
                  <a:pt x="556988" y="54777"/>
                </a:lnTo>
                <a:lnTo>
                  <a:pt x="549591" y="45463"/>
                </a:lnTo>
                <a:lnTo>
                  <a:pt x="550212" y="46206"/>
                </a:lnTo>
                <a:lnTo>
                  <a:pt x="542672" y="38161"/>
                </a:lnTo>
                <a:lnTo>
                  <a:pt x="543556" y="38999"/>
                </a:lnTo>
                <a:lnTo>
                  <a:pt x="535895" y="32320"/>
                </a:lnTo>
                <a:lnTo>
                  <a:pt x="536734" y="32990"/>
                </a:lnTo>
                <a:lnTo>
                  <a:pt x="532855" y="30189"/>
                </a:lnTo>
                <a:lnTo>
                  <a:pt x="533573" y="30668"/>
                </a:lnTo>
                <a:lnTo>
                  <a:pt x="529649" y="28226"/>
                </a:lnTo>
                <a:lnTo>
                  <a:pt x="530460" y="28705"/>
                </a:lnTo>
                <a:lnTo>
                  <a:pt x="526512" y="26646"/>
                </a:lnTo>
                <a:lnTo>
                  <a:pt x="527444" y="27077"/>
                </a:lnTo>
                <a:lnTo>
                  <a:pt x="523472" y="25449"/>
                </a:lnTo>
                <a:lnTo>
                  <a:pt x="524526" y="25832"/>
                </a:lnTo>
                <a:lnTo>
                  <a:pt x="520526" y="24587"/>
                </a:lnTo>
                <a:lnTo>
                  <a:pt x="521697" y="24898"/>
                </a:lnTo>
                <a:lnTo>
                  <a:pt x="517652" y="24084"/>
                </a:lnTo>
                <a:lnTo>
                  <a:pt x="518876" y="24276"/>
                </a:lnTo>
                <a:lnTo>
                  <a:pt x="514851" y="23893"/>
                </a:lnTo>
                <a:lnTo>
                  <a:pt x="516075" y="23940"/>
                </a:lnTo>
                <a:lnTo>
                  <a:pt x="512099" y="23965"/>
                </a:lnTo>
                <a:lnTo>
                  <a:pt x="513319" y="23893"/>
                </a:lnTo>
                <a:lnTo>
                  <a:pt x="509371" y="24348"/>
                </a:lnTo>
                <a:lnTo>
                  <a:pt x="510543" y="24156"/>
                </a:lnTo>
                <a:lnTo>
                  <a:pt x="506639" y="24994"/>
                </a:lnTo>
                <a:lnTo>
                  <a:pt x="507742" y="24706"/>
                </a:lnTo>
                <a:lnTo>
                  <a:pt x="503887" y="25904"/>
                </a:lnTo>
                <a:lnTo>
                  <a:pt x="504892" y="25544"/>
                </a:lnTo>
                <a:lnTo>
                  <a:pt x="501062" y="27124"/>
                </a:lnTo>
                <a:lnTo>
                  <a:pt x="501946" y="26718"/>
                </a:lnTo>
                <a:lnTo>
                  <a:pt x="498188" y="28681"/>
                </a:lnTo>
                <a:lnTo>
                  <a:pt x="498954" y="28226"/>
                </a:lnTo>
                <a:lnTo>
                  <a:pt x="495221" y="30525"/>
                </a:lnTo>
                <a:lnTo>
                  <a:pt x="496178" y="29878"/>
                </a:lnTo>
                <a:lnTo>
                  <a:pt x="488805" y="35457"/>
                </a:lnTo>
                <a:lnTo>
                  <a:pt x="489786" y="34619"/>
                </a:lnTo>
                <a:lnTo>
                  <a:pt x="482507" y="41465"/>
                </a:lnTo>
                <a:lnTo>
                  <a:pt x="483228" y="40723"/>
                </a:lnTo>
                <a:lnTo>
                  <a:pt x="476066" y="48744"/>
                </a:lnTo>
                <a:lnTo>
                  <a:pt x="476593" y="48121"/>
                </a:lnTo>
                <a:lnTo>
                  <a:pt x="469532" y="57195"/>
                </a:lnTo>
                <a:lnTo>
                  <a:pt x="469917" y="56668"/>
                </a:lnTo>
                <a:lnTo>
                  <a:pt x="462925" y="66747"/>
                </a:lnTo>
                <a:lnTo>
                  <a:pt x="463213" y="66317"/>
                </a:lnTo>
                <a:lnTo>
                  <a:pt x="456266" y="77305"/>
                </a:lnTo>
                <a:lnTo>
                  <a:pt x="456485" y="76946"/>
                </a:lnTo>
                <a:lnTo>
                  <a:pt x="449566" y="88725"/>
                </a:lnTo>
                <a:lnTo>
                  <a:pt x="449732" y="88437"/>
                </a:lnTo>
                <a:lnTo>
                  <a:pt x="442862" y="100935"/>
                </a:lnTo>
                <a:lnTo>
                  <a:pt x="443028" y="100647"/>
                </a:lnTo>
                <a:lnTo>
                  <a:pt x="429312" y="127437"/>
                </a:lnTo>
                <a:lnTo>
                  <a:pt x="429430" y="127174"/>
                </a:lnTo>
                <a:lnTo>
                  <a:pt x="415641" y="155760"/>
                </a:lnTo>
                <a:lnTo>
                  <a:pt x="415665" y="155688"/>
                </a:lnTo>
                <a:lnTo>
                  <a:pt x="387294" y="215492"/>
                </a:lnTo>
                <a:lnTo>
                  <a:pt x="372427" y="245371"/>
                </a:lnTo>
                <a:lnTo>
                  <a:pt x="364718" y="260047"/>
                </a:lnTo>
                <a:lnTo>
                  <a:pt x="356865" y="274387"/>
                </a:lnTo>
                <a:lnTo>
                  <a:pt x="348775" y="288321"/>
                </a:lnTo>
                <a:lnTo>
                  <a:pt x="340466" y="301752"/>
                </a:lnTo>
                <a:lnTo>
                  <a:pt x="331918" y="314608"/>
                </a:lnTo>
                <a:lnTo>
                  <a:pt x="323085" y="326819"/>
                </a:lnTo>
                <a:lnTo>
                  <a:pt x="313915" y="338262"/>
                </a:lnTo>
                <a:lnTo>
                  <a:pt x="304412" y="348892"/>
                </a:lnTo>
                <a:lnTo>
                  <a:pt x="294523" y="358564"/>
                </a:lnTo>
                <a:lnTo>
                  <a:pt x="284276" y="367111"/>
                </a:lnTo>
                <a:lnTo>
                  <a:pt x="273957" y="374628"/>
                </a:lnTo>
                <a:lnTo>
                  <a:pt x="263615" y="381428"/>
                </a:lnTo>
                <a:lnTo>
                  <a:pt x="253200" y="387580"/>
                </a:lnTo>
                <a:lnTo>
                  <a:pt x="242714" y="393135"/>
                </a:lnTo>
                <a:lnTo>
                  <a:pt x="232180" y="398115"/>
                </a:lnTo>
                <a:lnTo>
                  <a:pt x="221646" y="402544"/>
                </a:lnTo>
                <a:lnTo>
                  <a:pt x="211087" y="406446"/>
                </a:lnTo>
                <a:lnTo>
                  <a:pt x="200555" y="409846"/>
                </a:lnTo>
                <a:lnTo>
                  <a:pt x="190067" y="412790"/>
                </a:lnTo>
                <a:lnTo>
                  <a:pt x="179606" y="415304"/>
                </a:lnTo>
                <a:lnTo>
                  <a:pt x="169262" y="417411"/>
                </a:lnTo>
                <a:lnTo>
                  <a:pt x="158993" y="419135"/>
                </a:lnTo>
                <a:lnTo>
                  <a:pt x="148818" y="420500"/>
                </a:lnTo>
                <a:lnTo>
                  <a:pt x="138786" y="421552"/>
                </a:lnTo>
                <a:lnTo>
                  <a:pt x="128900" y="422319"/>
                </a:lnTo>
                <a:lnTo>
                  <a:pt x="119132" y="422845"/>
                </a:lnTo>
                <a:lnTo>
                  <a:pt x="100313" y="423181"/>
                </a:lnTo>
                <a:lnTo>
                  <a:pt x="82286" y="422845"/>
                </a:lnTo>
                <a:lnTo>
                  <a:pt x="65265" y="422032"/>
                </a:lnTo>
                <a:lnTo>
                  <a:pt x="49416" y="420978"/>
                </a:lnTo>
                <a:lnTo>
                  <a:pt x="21547" y="419039"/>
                </a:lnTo>
                <a:lnTo>
                  <a:pt x="21907" y="419063"/>
                </a:lnTo>
                <a:lnTo>
                  <a:pt x="10032" y="418584"/>
                </a:lnTo>
                <a:lnTo>
                  <a:pt x="10702" y="418584"/>
                </a:lnTo>
                <a:lnTo>
                  <a:pt x="385" y="418752"/>
                </a:lnTo>
                <a:lnTo>
                  <a:pt x="0" y="394810"/>
                </a:lnTo>
              </a:path>
            </a:pathLst>
          </a:custGeom>
          <a:solidFill xmlns:a="http://schemas.openxmlformats.org/drawingml/2006/main">
            <a:srgbClr val="C81D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" name="path-197">
            <a:extLst xmlns:a="http://schemas.openxmlformats.org/drawingml/2006/main">
              <a:ext uri="{FF2B5EF4-FFF2-40B4-BE49-F238E27FC236}">
                <a16:creationId xmlns:a16="http://schemas.microsoft.com/office/drawing/2014/main" id="{48F2B813-20D7-412C-BD05-5D52F08B1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73426" y="2904480"/>
            <a:ext cx="115558" cy="648575"/>
          </a:xfrm>
          <a:custGeom xmlns:a="http://schemas.openxmlformats.org/drawingml/2006/main">
            <a:pathLst>
              <a:path w="95763" h="537476">
                <a:moveTo>
                  <a:pt x="95763" y="95764"/>
                </a:moveTo>
                <a:lnTo>
                  <a:pt x="47881" y="95764"/>
                </a:lnTo>
                <a:lnTo>
                  <a:pt x="0" y="95764"/>
                </a:lnTo>
                <a:lnTo>
                  <a:pt x="47881" y="0"/>
                </a:lnTo>
                <a:lnTo>
                  <a:pt x="95763" y="95764"/>
                </a:lnTo>
                <a:moveTo>
                  <a:pt x="35911" y="537476"/>
                </a:moveTo>
                <a:lnTo>
                  <a:pt x="35911" y="47882"/>
                </a:lnTo>
                <a:lnTo>
                  <a:pt x="59852" y="47882"/>
                </a:lnTo>
                <a:lnTo>
                  <a:pt x="59852" y="537476"/>
                </a:lnTo>
                <a:lnTo>
                  <a:pt x="35911" y="537476"/>
                </a:lnTo>
              </a:path>
            </a:pathLst>
          </a:custGeom>
          <a:solidFill xmlns:a="http://schemas.openxmlformats.org/drawingml/2006/main">
            <a:srgbClr val="C81D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" name="path-198">
            <a:extLst xmlns:a="http://schemas.openxmlformats.org/drawingml/2006/main">
              <a:ext uri="{FF2B5EF4-FFF2-40B4-BE49-F238E27FC236}">
                <a16:creationId xmlns:a16="http://schemas.microsoft.com/office/drawing/2014/main" id="{29B65FCA-782C-4C30-8093-0F04481B7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26871" y="3493831"/>
            <a:ext cx="1084810" cy="115559"/>
          </a:xfrm>
          <a:custGeom xmlns:a="http://schemas.openxmlformats.org/drawingml/2006/main">
            <a:pathLst>
              <a:path w="898986" h="95764">
                <a:moveTo>
                  <a:pt x="803221" y="95764"/>
                </a:moveTo>
                <a:lnTo>
                  <a:pt x="803221" y="47882"/>
                </a:lnTo>
                <a:lnTo>
                  <a:pt x="803221" y="0"/>
                </a:lnTo>
                <a:lnTo>
                  <a:pt x="898986" y="47882"/>
                </a:lnTo>
                <a:lnTo>
                  <a:pt x="803221" y="95764"/>
                </a:lnTo>
                <a:moveTo>
                  <a:pt x="0" y="35911"/>
                </a:moveTo>
                <a:lnTo>
                  <a:pt x="851105" y="35911"/>
                </a:lnTo>
                <a:lnTo>
                  <a:pt x="851105" y="59853"/>
                </a:lnTo>
                <a:lnTo>
                  <a:pt x="0" y="59853"/>
                </a:lnTo>
                <a:lnTo>
                  <a:pt x="0" y="35911"/>
                </a:lnTo>
              </a:path>
            </a:pathLst>
          </a:custGeom>
          <a:solidFill xmlns:a="http://schemas.openxmlformats.org/drawingml/2006/main">
            <a:srgbClr val="C81D3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" name="path-199">
            <a:extLst xmlns:a="http://schemas.openxmlformats.org/drawingml/2006/main">
              <a:ext uri="{FF2B5EF4-FFF2-40B4-BE49-F238E27FC236}">
                <a16:creationId xmlns:a16="http://schemas.microsoft.com/office/drawing/2014/main" id="{EA021FC8-47E6-41BD-BE5A-F53FB2F0F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70536" y="7653948"/>
            <a:ext cx="115560" cy="657240"/>
          </a:xfrm>
          <a:custGeom xmlns:a="http://schemas.openxmlformats.org/drawingml/2006/main">
            <a:pathLst>
              <a:path w="95765" h="544658">
                <a:moveTo>
                  <a:pt x="95765" y="95764"/>
                </a:moveTo>
                <a:lnTo>
                  <a:pt x="47883" y="95764"/>
                </a:lnTo>
                <a:lnTo>
                  <a:pt x="0" y="95764"/>
                </a:lnTo>
                <a:lnTo>
                  <a:pt x="47883" y="0"/>
                </a:lnTo>
                <a:lnTo>
                  <a:pt x="95765" y="95764"/>
                </a:lnTo>
                <a:moveTo>
                  <a:pt x="35911" y="544658"/>
                </a:moveTo>
                <a:lnTo>
                  <a:pt x="35911" y="47882"/>
                </a:lnTo>
                <a:lnTo>
                  <a:pt x="59854" y="47882"/>
                </a:lnTo>
                <a:lnTo>
                  <a:pt x="59854" y="544658"/>
                </a:lnTo>
                <a:lnTo>
                  <a:pt x="35911" y="544658"/>
                </a:lnTo>
              </a:path>
            </a:pathLst>
          </a:custGeom>
          <a:solidFill xmlns:a="http://schemas.openxmlformats.org/drawingml/2006/main">
            <a:srgbClr val="2E54A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" name="path-200">
            <a:extLst xmlns:a="http://schemas.openxmlformats.org/drawingml/2006/main">
              <a:ext uri="{FF2B5EF4-FFF2-40B4-BE49-F238E27FC236}">
                <a16:creationId xmlns:a16="http://schemas.microsoft.com/office/drawing/2014/main" id="{6C8986F5-7890-42A8-B6B7-5420EE024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25427" y="8250521"/>
            <a:ext cx="1087696" cy="115559"/>
          </a:xfrm>
          <a:custGeom xmlns:a="http://schemas.openxmlformats.org/drawingml/2006/main">
            <a:pathLst>
              <a:path w="901378" h="95764">
                <a:moveTo>
                  <a:pt x="805616" y="95764"/>
                </a:moveTo>
                <a:lnTo>
                  <a:pt x="805616" y="47883"/>
                </a:lnTo>
                <a:lnTo>
                  <a:pt x="805616" y="0"/>
                </a:lnTo>
                <a:lnTo>
                  <a:pt x="901378" y="47883"/>
                </a:lnTo>
                <a:lnTo>
                  <a:pt x="805616" y="95764"/>
                </a:lnTo>
                <a:moveTo>
                  <a:pt x="0" y="35911"/>
                </a:moveTo>
                <a:lnTo>
                  <a:pt x="853497" y="35911"/>
                </a:lnTo>
                <a:lnTo>
                  <a:pt x="853497" y="59853"/>
                </a:lnTo>
                <a:lnTo>
                  <a:pt x="0" y="59853"/>
                </a:lnTo>
                <a:lnTo>
                  <a:pt x="0" y="35911"/>
                </a:lnTo>
              </a:path>
            </a:pathLst>
          </a:custGeom>
          <a:solidFill xmlns:a="http://schemas.openxmlformats.org/drawingml/2006/main">
            <a:srgbClr val="2E54A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" name="path-201">
            <a:extLst xmlns:a="http://schemas.openxmlformats.org/drawingml/2006/main">
              <a:ext uri="{FF2B5EF4-FFF2-40B4-BE49-F238E27FC236}">
                <a16:creationId xmlns:a16="http://schemas.microsoft.com/office/drawing/2014/main" id="{0A1FE53A-0F18-4C96-9556-D72634ABC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35537" y="7884373"/>
            <a:ext cx="860914" cy="419594"/>
          </a:xfrm>
          <a:custGeom xmlns:a="http://schemas.openxmlformats.org/drawingml/2006/main">
            <a:pathLst>
              <a:path w="713442" h="347719">
                <a:moveTo>
                  <a:pt x="0" y="339076"/>
                </a:moveTo>
                <a:cubicBezTo>
                  <a:pt x="28299" y="291050"/>
                  <a:pt x="90186" y="129664"/>
                  <a:pt x="163543" y="110463"/>
                </a:cubicBezTo>
                <a:cubicBezTo>
                  <a:pt x="236922" y="91262"/>
                  <a:pt x="286432" y="260310"/>
                  <a:pt x="366897" y="242067"/>
                </a:cubicBezTo>
                <a:cubicBezTo>
                  <a:pt x="447337" y="223800"/>
                  <a:pt x="496850" y="0"/>
                  <a:pt x="565800" y="21140"/>
                </a:cubicBezTo>
                <a:cubicBezTo>
                  <a:pt x="634773" y="42255"/>
                  <a:pt x="687802" y="277596"/>
                  <a:pt x="713442" y="347719"/>
                </a:cubicBezTo>
              </a:path>
            </a:pathLst>
          </a:custGeom>
          <a:solidFill xmlns:a="http://schemas.openxmlformats.org/drawingml/2006/main">
            <a:srgbClr val="DAE3F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" name="path-202">
            <a:extLst xmlns:a="http://schemas.openxmlformats.org/drawingml/2006/main">
              <a:ext uri="{FF2B5EF4-FFF2-40B4-BE49-F238E27FC236}">
                <a16:creationId xmlns:a16="http://schemas.microsoft.com/office/drawing/2014/main" id="{A21A71DA-1BBD-4107-A097-CB07F7AD4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22914" y="7893704"/>
            <a:ext cx="887203" cy="414943"/>
          </a:xfrm>
          <a:custGeom xmlns:a="http://schemas.openxmlformats.org/drawingml/2006/main">
            <a:pathLst>
              <a:path w="735228" h="343864">
                <a:moveTo>
                  <a:pt x="0" y="325550"/>
                </a:moveTo>
                <a:lnTo>
                  <a:pt x="5674" y="315278"/>
                </a:lnTo>
                <a:lnTo>
                  <a:pt x="5506" y="315590"/>
                </a:lnTo>
                <a:lnTo>
                  <a:pt x="11947" y="303045"/>
                </a:lnTo>
                <a:lnTo>
                  <a:pt x="11876" y="303213"/>
                </a:lnTo>
                <a:lnTo>
                  <a:pt x="26909" y="272711"/>
                </a:lnTo>
                <a:lnTo>
                  <a:pt x="44650" y="237471"/>
                </a:lnTo>
                <a:lnTo>
                  <a:pt x="54514" y="218893"/>
                </a:lnTo>
                <a:lnTo>
                  <a:pt x="64977" y="200218"/>
                </a:lnTo>
                <a:lnTo>
                  <a:pt x="76014" y="181832"/>
                </a:lnTo>
                <a:lnTo>
                  <a:pt x="87624" y="164044"/>
                </a:lnTo>
                <a:lnTo>
                  <a:pt x="99738" y="147357"/>
                </a:lnTo>
                <a:lnTo>
                  <a:pt x="106083" y="139361"/>
                </a:lnTo>
                <a:lnTo>
                  <a:pt x="112546" y="131820"/>
                </a:lnTo>
                <a:lnTo>
                  <a:pt x="119154" y="124708"/>
                </a:lnTo>
                <a:lnTo>
                  <a:pt x="125954" y="118077"/>
                </a:lnTo>
                <a:lnTo>
                  <a:pt x="132921" y="111949"/>
                </a:lnTo>
                <a:lnTo>
                  <a:pt x="140079" y="106394"/>
                </a:lnTo>
                <a:lnTo>
                  <a:pt x="147452" y="101461"/>
                </a:lnTo>
                <a:lnTo>
                  <a:pt x="155042" y="97224"/>
                </a:lnTo>
                <a:lnTo>
                  <a:pt x="162895" y="93753"/>
                </a:lnTo>
                <a:lnTo>
                  <a:pt x="171082" y="91095"/>
                </a:lnTo>
                <a:lnTo>
                  <a:pt x="179318" y="89587"/>
                </a:lnTo>
                <a:lnTo>
                  <a:pt x="183772" y="89253"/>
                </a:lnTo>
                <a:lnTo>
                  <a:pt x="188199" y="89277"/>
                </a:lnTo>
                <a:lnTo>
                  <a:pt x="196220" y="90186"/>
                </a:lnTo>
                <a:lnTo>
                  <a:pt x="204168" y="92196"/>
                </a:lnTo>
                <a:lnTo>
                  <a:pt x="211782" y="95142"/>
                </a:lnTo>
                <a:lnTo>
                  <a:pt x="219084" y="98900"/>
                </a:lnTo>
                <a:lnTo>
                  <a:pt x="226100" y="103354"/>
                </a:lnTo>
                <a:lnTo>
                  <a:pt x="232849" y="108357"/>
                </a:lnTo>
                <a:lnTo>
                  <a:pt x="239411" y="113864"/>
                </a:lnTo>
                <a:lnTo>
                  <a:pt x="245874" y="119873"/>
                </a:lnTo>
                <a:lnTo>
                  <a:pt x="258180" y="132632"/>
                </a:lnTo>
                <a:lnTo>
                  <a:pt x="270270" y="146350"/>
                </a:lnTo>
                <a:lnTo>
                  <a:pt x="282168" y="160453"/>
                </a:lnTo>
                <a:lnTo>
                  <a:pt x="282144" y="160405"/>
                </a:lnTo>
                <a:lnTo>
                  <a:pt x="294068" y="174434"/>
                </a:lnTo>
                <a:lnTo>
                  <a:pt x="293852" y="174195"/>
                </a:lnTo>
                <a:lnTo>
                  <a:pt x="305918" y="187650"/>
                </a:lnTo>
                <a:lnTo>
                  <a:pt x="305487" y="187195"/>
                </a:lnTo>
                <a:lnTo>
                  <a:pt x="317816" y="199573"/>
                </a:lnTo>
                <a:lnTo>
                  <a:pt x="317290" y="199093"/>
                </a:lnTo>
                <a:lnTo>
                  <a:pt x="323564" y="204720"/>
                </a:lnTo>
                <a:lnTo>
                  <a:pt x="323108" y="204313"/>
                </a:lnTo>
                <a:lnTo>
                  <a:pt x="329477" y="209436"/>
                </a:lnTo>
                <a:lnTo>
                  <a:pt x="328878" y="209005"/>
                </a:lnTo>
                <a:lnTo>
                  <a:pt x="335342" y="213577"/>
                </a:lnTo>
                <a:lnTo>
                  <a:pt x="334599" y="213099"/>
                </a:lnTo>
                <a:lnTo>
                  <a:pt x="341183" y="217073"/>
                </a:lnTo>
                <a:lnTo>
                  <a:pt x="340273" y="216570"/>
                </a:lnTo>
                <a:lnTo>
                  <a:pt x="346953" y="219850"/>
                </a:lnTo>
                <a:lnTo>
                  <a:pt x="345852" y="219371"/>
                </a:lnTo>
                <a:lnTo>
                  <a:pt x="352674" y="221908"/>
                </a:lnTo>
                <a:lnTo>
                  <a:pt x="351381" y="221502"/>
                </a:lnTo>
                <a:lnTo>
                  <a:pt x="358349" y="223202"/>
                </a:lnTo>
                <a:lnTo>
                  <a:pt x="356865" y="222938"/>
                </a:lnTo>
                <a:lnTo>
                  <a:pt x="363974" y="223753"/>
                </a:lnTo>
                <a:lnTo>
                  <a:pt x="362779" y="223681"/>
                </a:lnTo>
                <a:lnTo>
                  <a:pt x="366418" y="223729"/>
                </a:lnTo>
                <a:lnTo>
                  <a:pt x="365604" y="223753"/>
                </a:lnTo>
                <a:lnTo>
                  <a:pt x="369243" y="223537"/>
                </a:lnTo>
                <a:lnTo>
                  <a:pt x="368044" y="223681"/>
                </a:lnTo>
                <a:lnTo>
                  <a:pt x="375490" y="222507"/>
                </a:lnTo>
                <a:lnTo>
                  <a:pt x="374245" y="222772"/>
                </a:lnTo>
                <a:lnTo>
                  <a:pt x="378005" y="221766"/>
                </a:lnTo>
                <a:lnTo>
                  <a:pt x="377143" y="222029"/>
                </a:lnTo>
                <a:lnTo>
                  <a:pt x="380852" y="220737"/>
                </a:lnTo>
                <a:lnTo>
                  <a:pt x="379705" y="221191"/>
                </a:lnTo>
                <a:lnTo>
                  <a:pt x="386982" y="217767"/>
                </a:lnTo>
                <a:lnTo>
                  <a:pt x="385738" y="218462"/>
                </a:lnTo>
                <a:lnTo>
                  <a:pt x="392849" y="214009"/>
                </a:lnTo>
                <a:lnTo>
                  <a:pt x="391842" y="214703"/>
                </a:lnTo>
                <a:lnTo>
                  <a:pt x="398808" y="209268"/>
                </a:lnTo>
                <a:lnTo>
                  <a:pt x="398044" y="209939"/>
                </a:lnTo>
                <a:lnTo>
                  <a:pt x="404867" y="203642"/>
                </a:lnTo>
                <a:lnTo>
                  <a:pt x="404292" y="204217"/>
                </a:lnTo>
                <a:lnTo>
                  <a:pt x="410971" y="197130"/>
                </a:lnTo>
                <a:lnTo>
                  <a:pt x="410517" y="197633"/>
                </a:lnTo>
                <a:lnTo>
                  <a:pt x="417076" y="189852"/>
                </a:lnTo>
                <a:lnTo>
                  <a:pt x="416719" y="190283"/>
                </a:lnTo>
                <a:lnTo>
                  <a:pt x="423156" y="181856"/>
                </a:lnTo>
                <a:lnTo>
                  <a:pt x="422892" y="182239"/>
                </a:lnTo>
                <a:lnTo>
                  <a:pt x="429239" y="173262"/>
                </a:lnTo>
                <a:lnTo>
                  <a:pt x="429021" y="173573"/>
                </a:lnTo>
                <a:lnTo>
                  <a:pt x="435271" y="164140"/>
                </a:lnTo>
                <a:lnTo>
                  <a:pt x="435031" y="164474"/>
                </a:lnTo>
                <a:lnTo>
                  <a:pt x="447268" y="144580"/>
                </a:lnTo>
                <a:lnTo>
                  <a:pt x="447053" y="144939"/>
                </a:lnTo>
                <a:lnTo>
                  <a:pt x="470704" y="103186"/>
                </a:lnTo>
                <a:lnTo>
                  <a:pt x="470704" y="103209"/>
                </a:lnTo>
                <a:lnTo>
                  <a:pt x="482340" y="82572"/>
                </a:lnTo>
                <a:lnTo>
                  <a:pt x="494070" y="62868"/>
                </a:lnTo>
                <a:lnTo>
                  <a:pt x="505946" y="44770"/>
                </a:lnTo>
                <a:lnTo>
                  <a:pt x="512075" y="36391"/>
                </a:lnTo>
                <a:lnTo>
                  <a:pt x="518300" y="28657"/>
                </a:lnTo>
                <a:lnTo>
                  <a:pt x="524713" y="21595"/>
                </a:lnTo>
                <a:lnTo>
                  <a:pt x="531396" y="15298"/>
                </a:lnTo>
                <a:lnTo>
                  <a:pt x="538384" y="9839"/>
                </a:lnTo>
                <a:lnTo>
                  <a:pt x="545809" y="5363"/>
                </a:lnTo>
                <a:lnTo>
                  <a:pt x="553491" y="2179"/>
                </a:lnTo>
                <a:lnTo>
                  <a:pt x="557896" y="1006"/>
                </a:lnTo>
                <a:lnTo>
                  <a:pt x="562184" y="287"/>
                </a:lnTo>
                <a:lnTo>
                  <a:pt x="566538" y="0"/>
                </a:lnTo>
                <a:lnTo>
                  <a:pt x="570968" y="192"/>
                </a:lnTo>
                <a:lnTo>
                  <a:pt x="575374" y="838"/>
                </a:lnTo>
                <a:lnTo>
                  <a:pt x="579994" y="1987"/>
                </a:lnTo>
                <a:lnTo>
                  <a:pt x="588040" y="5244"/>
                </a:lnTo>
                <a:lnTo>
                  <a:pt x="595794" y="9911"/>
                </a:lnTo>
                <a:lnTo>
                  <a:pt x="603122" y="15658"/>
                </a:lnTo>
                <a:lnTo>
                  <a:pt x="610065" y="22385"/>
                </a:lnTo>
                <a:lnTo>
                  <a:pt x="616672" y="29998"/>
                </a:lnTo>
                <a:lnTo>
                  <a:pt x="623040" y="38425"/>
                </a:lnTo>
                <a:lnTo>
                  <a:pt x="629217" y="47618"/>
                </a:lnTo>
                <a:lnTo>
                  <a:pt x="635179" y="57483"/>
                </a:lnTo>
                <a:lnTo>
                  <a:pt x="640995" y="68017"/>
                </a:lnTo>
                <a:lnTo>
                  <a:pt x="646646" y="79101"/>
                </a:lnTo>
                <a:lnTo>
                  <a:pt x="652154" y="90713"/>
                </a:lnTo>
                <a:lnTo>
                  <a:pt x="657540" y="102827"/>
                </a:lnTo>
                <a:lnTo>
                  <a:pt x="667835" y="128013"/>
                </a:lnTo>
                <a:lnTo>
                  <a:pt x="677600" y="154276"/>
                </a:lnTo>
                <a:lnTo>
                  <a:pt x="686821" y="181066"/>
                </a:lnTo>
                <a:lnTo>
                  <a:pt x="695511" y="207808"/>
                </a:lnTo>
                <a:lnTo>
                  <a:pt x="711168" y="258874"/>
                </a:lnTo>
                <a:lnTo>
                  <a:pt x="724503" y="303236"/>
                </a:lnTo>
                <a:lnTo>
                  <a:pt x="724455" y="303094"/>
                </a:lnTo>
                <a:lnTo>
                  <a:pt x="730202" y="321408"/>
                </a:lnTo>
                <a:lnTo>
                  <a:pt x="730105" y="321121"/>
                </a:lnTo>
                <a:lnTo>
                  <a:pt x="735228" y="336108"/>
                </a:lnTo>
                <a:lnTo>
                  <a:pt x="712579" y="343864"/>
                </a:lnTo>
                <a:lnTo>
                  <a:pt x="707411" y="328734"/>
                </a:lnTo>
                <a:lnTo>
                  <a:pt x="701591" y="310203"/>
                </a:lnTo>
                <a:lnTo>
                  <a:pt x="688256" y="265793"/>
                </a:lnTo>
                <a:lnTo>
                  <a:pt x="688280" y="265864"/>
                </a:lnTo>
                <a:lnTo>
                  <a:pt x="672671" y="214919"/>
                </a:lnTo>
                <a:lnTo>
                  <a:pt x="672720" y="215109"/>
                </a:lnTo>
                <a:lnTo>
                  <a:pt x="664099" y="188559"/>
                </a:lnTo>
                <a:lnTo>
                  <a:pt x="664171" y="188751"/>
                </a:lnTo>
                <a:lnTo>
                  <a:pt x="654999" y="162225"/>
                </a:lnTo>
                <a:lnTo>
                  <a:pt x="655121" y="162488"/>
                </a:lnTo>
                <a:lnTo>
                  <a:pt x="645450" y="136535"/>
                </a:lnTo>
                <a:lnTo>
                  <a:pt x="645592" y="136894"/>
                </a:lnTo>
                <a:lnTo>
                  <a:pt x="635442" y="112068"/>
                </a:lnTo>
                <a:lnTo>
                  <a:pt x="635588" y="112403"/>
                </a:lnTo>
                <a:lnTo>
                  <a:pt x="630319" y="100576"/>
                </a:lnTo>
                <a:lnTo>
                  <a:pt x="630461" y="100839"/>
                </a:lnTo>
                <a:lnTo>
                  <a:pt x="625074" y="89515"/>
                </a:lnTo>
                <a:lnTo>
                  <a:pt x="625244" y="89826"/>
                </a:lnTo>
                <a:lnTo>
                  <a:pt x="619761" y="79053"/>
                </a:lnTo>
                <a:lnTo>
                  <a:pt x="619927" y="79412"/>
                </a:lnTo>
                <a:lnTo>
                  <a:pt x="614350" y="69260"/>
                </a:lnTo>
                <a:lnTo>
                  <a:pt x="614564" y="69669"/>
                </a:lnTo>
                <a:lnTo>
                  <a:pt x="608869" y="60236"/>
                </a:lnTo>
                <a:lnTo>
                  <a:pt x="609181" y="60714"/>
                </a:lnTo>
                <a:lnTo>
                  <a:pt x="603361" y="52047"/>
                </a:lnTo>
                <a:lnTo>
                  <a:pt x="603746" y="52599"/>
                </a:lnTo>
                <a:lnTo>
                  <a:pt x="597832" y="44770"/>
                </a:lnTo>
                <a:lnTo>
                  <a:pt x="598359" y="45416"/>
                </a:lnTo>
                <a:lnTo>
                  <a:pt x="592324" y="38473"/>
                </a:lnTo>
                <a:lnTo>
                  <a:pt x="593018" y="39216"/>
                </a:lnTo>
                <a:lnTo>
                  <a:pt x="586889" y="33278"/>
                </a:lnTo>
                <a:lnTo>
                  <a:pt x="587821" y="34092"/>
                </a:lnTo>
                <a:lnTo>
                  <a:pt x="581599" y="29184"/>
                </a:lnTo>
                <a:lnTo>
                  <a:pt x="582868" y="30046"/>
                </a:lnTo>
                <a:lnTo>
                  <a:pt x="576549" y="26264"/>
                </a:lnTo>
                <a:lnTo>
                  <a:pt x="578199" y="27101"/>
                </a:lnTo>
                <a:lnTo>
                  <a:pt x="571783" y="24492"/>
                </a:lnTo>
                <a:lnTo>
                  <a:pt x="573339" y="25018"/>
                </a:lnTo>
                <a:lnTo>
                  <a:pt x="570108" y="24205"/>
                </a:lnTo>
                <a:lnTo>
                  <a:pt x="571329" y="24444"/>
                </a:lnTo>
                <a:lnTo>
                  <a:pt x="568119" y="23965"/>
                </a:lnTo>
                <a:lnTo>
                  <a:pt x="569387" y="24084"/>
                </a:lnTo>
                <a:lnTo>
                  <a:pt x="566205" y="23965"/>
                </a:lnTo>
                <a:lnTo>
                  <a:pt x="567450" y="23941"/>
                </a:lnTo>
                <a:lnTo>
                  <a:pt x="564313" y="24133"/>
                </a:lnTo>
                <a:lnTo>
                  <a:pt x="565512" y="24012"/>
                </a:lnTo>
                <a:lnTo>
                  <a:pt x="562399" y="24515"/>
                </a:lnTo>
                <a:lnTo>
                  <a:pt x="563522" y="24276"/>
                </a:lnTo>
                <a:lnTo>
                  <a:pt x="560434" y="25114"/>
                </a:lnTo>
                <a:lnTo>
                  <a:pt x="561921" y="24611"/>
                </a:lnTo>
                <a:lnTo>
                  <a:pt x="555792" y="27149"/>
                </a:lnTo>
                <a:lnTo>
                  <a:pt x="557394" y="26335"/>
                </a:lnTo>
                <a:lnTo>
                  <a:pt x="551338" y="29974"/>
                </a:lnTo>
                <a:lnTo>
                  <a:pt x="552534" y="29160"/>
                </a:lnTo>
                <a:lnTo>
                  <a:pt x="546551" y="33829"/>
                </a:lnTo>
                <a:lnTo>
                  <a:pt x="547435" y="33062"/>
                </a:lnTo>
                <a:lnTo>
                  <a:pt x="541497" y="38665"/>
                </a:lnTo>
                <a:lnTo>
                  <a:pt x="542142" y="38018"/>
                </a:lnTo>
                <a:lnTo>
                  <a:pt x="536256" y="44483"/>
                </a:lnTo>
                <a:lnTo>
                  <a:pt x="536734" y="43956"/>
                </a:lnTo>
                <a:lnTo>
                  <a:pt x="530890" y="51186"/>
                </a:lnTo>
                <a:lnTo>
                  <a:pt x="531226" y="50731"/>
                </a:lnTo>
                <a:lnTo>
                  <a:pt x="525434" y="58679"/>
                </a:lnTo>
                <a:lnTo>
                  <a:pt x="525794" y="58152"/>
                </a:lnTo>
                <a:lnTo>
                  <a:pt x="514252" y="75773"/>
                </a:lnTo>
                <a:lnTo>
                  <a:pt x="514515" y="75318"/>
                </a:lnTo>
                <a:lnTo>
                  <a:pt x="503000" y="94710"/>
                </a:lnTo>
                <a:lnTo>
                  <a:pt x="503121" y="94471"/>
                </a:lnTo>
                <a:lnTo>
                  <a:pt x="491533" y="114989"/>
                </a:lnTo>
                <a:lnTo>
                  <a:pt x="467761" y="156909"/>
                </a:lnTo>
                <a:lnTo>
                  <a:pt x="455334" y="177187"/>
                </a:lnTo>
                <a:lnTo>
                  <a:pt x="448893" y="186931"/>
                </a:lnTo>
                <a:lnTo>
                  <a:pt x="442311" y="196220"/>
                </a:lnTo>
                <a:lnTo>
                  <a:pt x="435558" y="205055"/>
                </a:lnTo>
                <a:lnTo>
                  <a:pt x="428615" y="213314"/>
                </a:lnTo>
                <a:lnTo>
                  <a:pt x="421409" y="220952"/>
                </a:lnTo>
                <a:lnTo>
                  <a:pt x="413914" y="227871"/>
                </a:lnTo>
                <a:lnTo>
                  <a:pt x="406063" y="233975"/>
                </a:lnTo>
                <a:lnTo>
                  <a:pt x="397827" y="239122"/>
                </a:lnTo>
                <a:lnTo>
                  <a:pt x="389327" y="243121"/>
                </a:lnTo>
                <a:lnTo>
                  <a:pt x="384636" y="244773"/>
                </a:lnTo>
                <a:lnTo>
                  <a:pt x="379847" y="246041"/>
                </a:lnTo>
                <a:lnTo>
                  <a:pt x="371157" y="247430"/>
                </a:lnTo>
                <a:lnTo>
                  <a:pt x="366465" y="247670"/>
                </a:lnTo>
                <a:lnTo>
                  <a:pt x="361844" y="247598"/>
                </a:lnTo>
                <a:lnTo>
                  <a:pt x="353392" y="246641"/>
                </a:lnTo>
                <a:lnTo>
                  <a:pt x="345014" y="244582"/>
                </a:lnTo>
                <a:lnTo>
                  <a:pt x="336968" y="241613"/>
                </a:lnTo>
                <a:lnTo>
                  <a:pt x="329261" y="237829"/>
                </a:lnTo>
                <a:lnTo>
                  <a:pt x="321863" y="233377"/>
                </a:lnTo>
                <a:lnTo>
                  <a:pt x="314728" y="228325"/>
                </a:lnTo>
                <a:lnTo>
                  <a:pt x="307833" y="222772"/>
                </a:lnTo>
                <a:lnTo>
                  <a:pt x="301081" y="216714"/>
                </a:lnTo>
                <a:lnTo>
                  <a:pt x="288297" y="203857"/>
                </a:lnTo>
                <a:lnTo>
                  <a:pt x="275920" y="190044"/>
                </a:lnTo>
                <a:lnTo>
                  <a:pt x="263901" y="175919"/>
                </a:lnTo>
                <a:lnTo>
                  <a:pt x="252051" y="161889"/>
                </a:lnTo>
                <a:lnTo>
                  <a:pt x="252219" y="162081"/>
                </a:lnTo>
                <a:lnTo>
                  <a:pt x="240392" y="148650"/>
                </a:lnTo>
                <a:lnTo>
                  <a:pt x="240775" y="149056"/>
                </a:lnTo>
                <a:lnTo>
                  <a:pt x="228877" y="136728"/>
                </a:lnTo>
                <a:lnTo>
                  <a:pt x="229331" y="137182"/>
                </a:lnTo>
                <a:lnTo>
                  <a:pt x="223344" y="131627"/>
                </a:lnTo>
                <a:lnTo>
                  <a:pt x="223776" y="132010"/>
                </a:lnTo>
                <a:lnTo>
                  <a:pt x="217718" y="126911"/>
                </a:lnTo>
                <a:lnTo>
                  <a:pt x="218294" y="127365"/>
                </a:lnTo>
                <a:lnTo>
                  <a:pt x="212190" y="122842"/>
                </a:lnTo>
                <a:lnTo>
                  <a:pt x="212907" y="123344"/>
                </a:lnTo>
                <a:lnTo>
                  <a:pt x="206730" y="119417"/>
                </a:lnTo>
                <a:lnTo>
                  <a:pt x="207664" y="119944"/>
                </a:lnTo>
                <a:lnTo>
                  <a:pt x="201392" y="116736"/>
                </a:lnTo>
                <a:lnTo>
                  <a:pt x="202541" y="117240"/>
                </a:lnTo>
                <a:lnTo>
                  <a:pt x="196196" y="114773"/>
                </a:lnTo>
                <a:lnTo>
                  <a:pt x="197586" y="115228"/>
                </a:lnTo>
                <a:lnTo>
                  <a:pt x="191121" y="113576"/>
                </a:lnTo>
                <a:lnTo>
                  <a:pt x="192726" y="113887"/>
                </a:lnTo>
                <a:lnTo>
                  <a:pt x="186164" y="113145"/>
                </a:lnTo>
                <a:lnTo>
                  <a:pt x="187457" y="113217"/>
                </a:lnTo>
                <a:lnTo>
                  <a:pt x="184129" y="113193"/>
                </a:lnTo>
                <a:lnTo>
                  <a:pt x="185041" y="113169"/>
                </a:lnTo>
                <a:lnTo>
                  <a:pt x="181665" y="113409"/>
                </a:lnTo>
                <a:lnTo>
                  <a:pt x="183005" y="113241"/>
                </a:lnTo>
                <a:lnTo>
                  <a:pt x="176181" y="114510"/>
                </a:lnTo>
                <a:lnTo>
                  <a:pt x="177689" y="114127"/>
                </a:lnTo>
                <a:lnTo>
                  <a:pt x="170843" y="116329"/>
                </a:lnTo>
                <a:lnTo>
                  <a:pt x="172016" y="115899"/>
                </a:lnTo>
                <a:lnTo>
                  <a:pt x="165241" y="118892"/>
                </a:lnTo>
                <a:lnTo>
                  <a:pt x="166222" y="118387"/>
                </a:lnTo>
                <a:lnTo>
                  <a:pt x="159518" y="122122"/>
                </a:lnTo>
                <a:lnTo>
                  <a:pt x="160357" y="121620"/>
                </a:lnTo>
                <a:lnTo>
                  <a:pt x="153726" y="126050"/>
                </a:lnTo>
                <a:lnTo>
                  <a:pt x="154419" y="125547"/>
                </a:lnTo>
                <a:lnTo>
                  <a:pt x="147883" y="130622"/>
                </a:lnTo>
                <a:lnTo>
                  <a:pt x="148457" y="130167"/>
                </a:lnTo>
                <a:lnTo>
                  <a:pt x="141994" y="135840"/>
                </a:lnTo>
                <a:lnTo>
                  <a:pt x="142473" y="135386"/>
                </a:lnTo>
                <a:lnTo>
                  <a:pt x="136129" y="141635"/>
                </a:lnTo>
                <a:lnTo>
                  <a:pt x="136512" y="141228"/>
                </a:lnTo>
                <a:lnTo>
                  <a:pt x="130238" y="147955"/>
                </a:lnTo>
                <a:lnTo>
                  <a:pt x="130574" y="147596"/>
                </a:lnTo>
                <a:lnTo>
                  <a:pt x="124421" y="154779"/>
                </a:lnTo>
                <a:lnTo>
                  <a:pt x="124685" y="154444"/>
                </a:lnTo>
                <a:lnTo>
                  <a:pt x="118627" y="162057"/>
                </a:lnTo>
                <a:lnTo>
                  <a:pt x="118962" y="161625"/>
                </a:lnTo>
                <a:lnTo>
                  <a:pt x="107159" y="177882"/>
                </a:lnTo>
                <a:lnTo>
                  <a:pt x="107495" y="177380"/>
                </a:lnTo>
                <a:lnTo>
                  <a:pt x="96171" y="194737"/>
                </a:lnTo>
                <a:lnTo>
                  <a:pt x="96410" y="194328"/>
                </a:lnTo>
                <a:lnTo>
                  <a:pt x="85588" y="212381"/>
                </a:lnTo>
                <a:lnTo>
                  <a:pt x="85782" y="212069"/>
                </a:lnTo>
                <a:lnTo>
                  <a:pt x="75487" y="230456"/>
                </a:lnTo>
                <a:lnTo>
                  <a:pt x="75605" y="230217"/>
                </a:lnTo>
                <a:lnTo>
                  <a:pt x="65861" y="248579"/>
                </a:lnTo>
                <a:lnTo>
                  <a:pt x="65982" y="248339"/>
                </a:lnTo>
                <a:lnTo>
                  <a:pt x="48337" y="283438"/>
                </a:lnTo>
                <a:lnTo>
                  <a:pt x="48361" y="283366"/>
                </a:lnTo>
                <a:lnTo>
                  <a:pt x="33301" y="313890"/>
                </a:lnTo>
                <a:lnTo>
                  <a:pt x="26719" y="326699"/>
                </a:lnTo>
                <a:lnTo>
                  <a:pt x="20925" y="337137"/>
                </a:lnTo>
                <a:lnTo>
                  <a:pt x="0" y="325550"/>
                </a:lnTo>
              </a:path>
            </a:pathLst>
          </a:custGeom>
          <a:solidFill xmlns:a="http://schemas.openxmlformats.org/drawingml/2006/main">
            <a:srgbClr val="2E54A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" name="text-203 𝒀">
            <a:extLst xmlns:a="http://schemas.openxmlformats.org/drawingml/2006/main">
              <a:ext uri="{FF2B5EF4-FFF2-40B4-BE49-F238E27FC236}">
                <a16:creationId xmlns:a16="http://schemas.microsoft.com/office/drawing/2014/main" id="{B99CD560-6032-4048-A5D5-D0D093FDF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27740" y="2023273"/>
            <a:ext cx="423702" cy="7281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𝒀</a:t>
            </a:r>
          </a:p>
        </p:txBody>
      </p:sp>
      <p:sp>
        <p:nvSpPr>
          <p:cNvPr id="204" name="path-204">
            <a:extLst xmlns:a="http://schemas.openxmlformats.org/drawingml/2006/main">
              <a:ext uri="{FF2B5EF4-FFF2-40B4-BE49-F238E27FC236}">
                <a16:creationId xmlns:a16="http://schemas.microsoft.com/office/drawing/2014/main" id="{D02B66B3-9BF8-48B5-BD9F-692FA0CE5E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67479" y="2462294"/>
            <a:ext cx="161121" cy="189801"/>
          </a:xfrm>
          <a:custGeom xmlns:a="http://schemas.openxmlformats.org/drawingml/2006/main">
            <a:pathLst>
              <a:path w="133521" h="157289">
                <a:moveTo>
                  <a:pt x="112782" y="41328"/>
                </a:moveTo>
                <a:cubicBezTo>
                  <a:pt x="111672" y="32245"/>
                  <a:pt x="108669" y="25534"/>
                  <a:pt x="103774" y="21194"/>
                </a:cubicBezTo>
                <a:cubicBezTo>
                  <a:pt x="98880" y="16854"/>
                  <a:pt x="91285" y="14684"/>
                  <a:pt x="80991" y="14684"/>
                </a:cubicBezTo>
                <a:cubicBezTo>
                  <a:pt x="76853" y="14684"/>
                  <a:pt x="73018" y="15239"/>
                  <a:pt x="69486" y="16350"/>
                </a:cubicBezTo>
                <a:cubicBezTo>
                  <a:pt x="65953" y="17460"/>
                  <a:pt x="62926" y="18999"/>
                  <a:pt x="60403" y="20967"/>
                </a:cubicBezTo>
                <a:cubicBezTo>
                  <a:pt x="57879" y="22935"/>
                  <a:pt x="55911" y="25281"/>
                  <a:pt x="54499" y="28006"/>
                </a:cubicBezTo>
                <a:cubicBezTo>
                  <a:pt x="53086" y="30731"/>
                  <a:pt x="52379" y="33708"/>
                  <a:pt x="52379" y="36938"/>
                </a:cubicBezTo>
                <a:cubicBezTo>
                  <a:pt x="52379" y="39865"/>
                  <a:pt x="52732" y="42539"/>
                  <a:pt x="53439" y="44961"/>
                </a:cubicBezTo>
                <a:cubicBezTo>
                  <a:pt x="54145" y="47383"/>
                  <a:pt x="55533" y="49755"/>
                  <a:pt x="57602" y="52076"/>
                </a:cubicBezTo>
                <a:cubicBezTo>
                  <a:pt x="59671" y="54398"/>
                  <a:pt x="62598" y="56820"/>
                  <a:pt x="66382" y="59343"/>
                </a:cubicBezTo>
                <a:cubicBezTo>
                  <a:pt x="70167" y="61866"/>
                  <a:pt x="75137" y="64742"/>
                  <a:pt x="81294" y="67972"/>
                </a:cubicBezTo>
                <a:cubicBezTo>
                  <a:pt x="87753" y="71504"/>
                  <a:pt x="93127" y="74885"/>
                  <a:pt x="97416" y="78115"/>
                </a:cubicBezTo>
                <a:cubicBezTo>
                  <a:pt x="101705" y="81344"/>
                  <a:pt x="105112" y="84624"/>
                  <a:pt x="107635" y="87955"/>
                </a:cubicBezTo>
                <a:cubicBezTo>
                  <a:pt x="110158" y="91285"/>
                  <a:pt x="111924" y="94843"/>
                  <a:pt x="112933" y="98627"/>
                </a:cubicBezTo>
                <a:cubicBezTo>
                  <a:pt x="113942" y="102412"/>
                  <a:pt x="114447" y="106625"/>
                  <a:pt x="114447" y="111268"/>
                </a:cubicBezTo>
                <a:cubicBezTo>
                  <a:pt x="114447" y="118433"/>
                  <a:pt x="112984" y="124867"/>
                  <a:pt x="110057" y="130569"/>
                </a:cubicBezTo>
                <a:cubicBezTo>
                  <a:pt x="107130" y="136272"/>
                  <a:pt x="103043" y="141091"/>
                  <a:pt x="97795" y="145027"/>
                </a:cubicBezTo>
                <a:cubicBezTo>
                  <a:pt x="92547" y="148963"/>
                  <a:pt x="86365" y="151990"/>
                  <a:pt x="79250" y="154110"/>
                </a:cubicBezTo>
                <a:cubicBezTo>
                  <a:pt x="72135" y="156229"/>
                  <a:pt x="64339" y="157289"/>
                  <a:pt x="55861" y="157289"/>
                </a:cubicBezTo>
                <a:cubicBezTo>
                  <a:pt x="46576" y="157289"/>
                  <a:pt x="37443" y="156683"/>
                  <a:pt x="28460" y="155472"/>
                </a:cubicBezTo>
                <a:cubicBezTo>
                  <a:pt x="19478" y="154261"/>
                  <a:pt x="9991" y="152192"/>
                  <a:pt x="0" y="149265"/>
                </a:cubicBezTo>
                <a:lnTo>
                  <a:pt x="7872" y="114750"/>
                </a:lnTo>
                <a:lnTo>
                  <a:pt x="21042" y="114750"/>
                </a:lnTo>
                <a:cubicBezTo>
                  <a:pt x="21547" y="124136"/>
                  <a:pt x="24499" y="131175"/>
                  <a:pt x="29898" y="135868"/>
                </a:cubicBezTo>
                <a:cubicBezTo>
                  <a:pt x="35298" y="140561"/>
                  <a:pt x="43649" y="142907"/>
                  <a:pt x="54953" y="142907"/>
                </a:cubicBezTo>
                <a:cubicBezTo>
                  <a:pt x="65045" y="142907"/>
                  <a:pt x="72993" y="140737"/>
                  <a:pt x="78796" y="136398"/>
                </a:cubicBezTo>
                <a:cubicBezTo>
                  <a:pt x="84599" y="132058"/>
                  <a:pt x="87500" y="126003"/>
                  <a:pt x="87500" y="118232"/>
                </a:cubicBezTo>
                <a:cubicBezTo>
                  <a:pt x="87500" y="114699"/>
                  <a:pt x="87147" y="111646"/>
                  <a:pt x="86441" y="109073"/>
                </a:cubicBezTo>
                <a:cubicBezTo>
                  <a:pt x="85734" y="106499"/>
                  <a:pt x="84347" y="104052"/>
                  <a:pt x="82278" y="101731"/>
                </a:cubicBezTo>
                <a:cubicBezTo>
                  <a:pt x="80209" y="99409"/>
                  <a:pt x="77383" y="97012"/>
                  <a:pt x="73800" y="94540"/>
                </a:cubicBezTo>
                <a:cubicBezTo>
                  <a:pt x="70217" y="92067"/>
                  <a:pt x="65550" y="89216"/>
                  <a:pt x="59797" y="85987"/>
                </a:cubicBezTo>
                <a:cubicBezTo>
                  <a:pt x="53843" y="82656"/>
                  <a:pt x="48721" y="79376"/>
                  <a:pt x="44431" y="76147"/>
                </a:cubicBezTo>
                <a:cubicBezTo>
                  <a:pt x="40142" y="72917"/>
                  <a:pt x="36610" y="69637"/>
                  <a:pt x="33835" y="66307"/>
                </a:cubicBezTo>
                <a:cubicBezTo>
                  <a:pt x="31059" y="62976"/>
                  <a:pt x="29015" y="59494"/>
                  <a:pt x="27703" y="55861"/>
                </a:cubicBezTo>
                <a:cubicBezTo>
                  <a:pt x="26391" y="52228"/>
                  <a:pt x="25735" y="48342"/>
                  <a:pt x="25735" y="44204"/>
                </a:cubicBezTo>
                <a:cubicBezTo>
                  <a:pt x="25735" y="37846"/>
                  <a:pt x="27073" y="31967"/>
                  <a:pt x="29747" y="26568"/>
                </a:cubicBezTo>
                <a:cubicBezTo>
                  <a:pt x="32422" y="21169"/>
                  <a:pt x="36231" y="16501"/>
                  <a:pt x="41177" y="12565"/>
                </a:cubicBezTo>
                <a:cubicBezTo>
                  <a:pt x="46122" y="8629"/>
                  <a:pt x="52076" y="5551"/>
                  <a:pt x="59040" y="3330"/>
                </a:cubicBezTo>
                <a:cubicBezTo>
                  <a:pt x="66004" y="1110"/>
                  <a:pt x="73825" y="0"/>
                  <a:pt x="82505" y="0"/>
                </a:cubicBezTo>
                <a:cubicBezTo>
                  <a:pt x="92294" y="0"/>
                  <a:pt x="101302" y="606"/>
                  <a:pt x="109527" y="1817"/>
                </a:cubicBezTo>
                <a:cubicBezTo>
                  <a:pt x="117752" y="3028"/>
                  <a:pt x="125750" y="4794"/>
                  <a:pt x="133521" y="7115"/>
                </a:cubicBezTo>
                <a:lnTo>
                  <a:pt x="126255" y="41328"/>
                </a:lnTo>
                <a:lnTo>
                  <a:pt x="112782" y="4132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" name="path-205">
            <a:extLst xmlns:a="http://schemas.openxmlformats.org/drawingml/2006/main">
              <a:ext uri="{FF2B5EF4-FFF2-40B4-BE49-F238E27FC236}">
                <a16:creationId xmlns:a16="http://schemas.microsoft.com/office/drawing/2014/main" id="{86E2A9E6-8D81-46AA-A6CD-248CEC73C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49484" y="2462294"/>
            <a:ext cx="161121" cy="189801"/>
          </a:xfrm>
          <a:custGeom xmlns:a="http://schemas.openxmlformats.org/drawingml/2006/main">
            <a:pathLst>
              <a:path w="133521" h="157289">
                <a:moveTo>
                  <a:pt x="112782" y="41328"/>
                </a:moveTo>
                <a:cubicBezTo>
                  <a:pt x="111672" y="32245"/>
                  <a:pt x="108669" y="25534"/>
                  <a:pt x="103774" y="21194"/>
                </a:cubicBezTo>
                <a:cubicBezTo>
                  <a:pt x="98880" y="16854"/>
                  <a:pt x="91285" y="14684"/>
                  <a:pt x="80991" y="14684"/>
                </a:cubicBezTo>
                <a:cubicBezTo>
                  <a:pt x="76853" y="14684"/>
                  <a:pt x="73018" y="15239"/>
                  <a:pt x="69486" y="16350"/>
                </a:cubicBezTo>
                <a:cubicBezTo>
                  <a:pt x="65953" y="17460"/>
                  <a:pt x="62926" y="18999"/>
                  <a:pt x="60403" y="20967"/>
                </a:cubicBezTo>
                <a:cubicBezTo>
                  <a:pt x="57879" y="22935"/>
                  <a:pt x="55911" y="25281"/>
                  <a:pt x="54499" y="28006"/>
                </a:cubicBezTo>
                <a:cubicBezTo>
                  <a:pt x="53086" y="30731"/>
                  <a:pt x="52379" y="33708"/>
                  <a:pt x="52379" y="36938"/>
                </a:cubicBezTo>
                <a:cubicBezTo>
                  <a:pt x="52379" y="39865"/>
                  <a:pt x="52732" y="42539"/>
                  <a:pt x="53439" y="44961"/>
                </a:cubicBezTo>
                <a:cubicBezTo>
                  <a:pt x="54145" y="47383"/>
                  <a:pt x="55533" y="49755"/>
                  <a:pt x="57602" y="52076"/>
                </a:cubicBezTo>
                <a:cubicBezTo>
                  <a:pt x="59671" y="54398"/>
                  <a:pt x="62598" y="56820"/>
                  <a:pt x="66382" y="59343"/>
                </a:cubicBezTo>
                <a:cubicBezTo>
                  <a:pt x="70167" y="61866"/>
                  <a:pt x="75137" y="64742"/>
                  <a:pt x="81294" y="67972"/>
                </a:cubicBezTo>
                <a:cubicBezTo>
                  <a:pt x="87753" y="71504"/>
                  <a:pt x="93127" y="74885"/>
                  <a:pt x="97416" y="78115"/>
                </a:cubicBezTo>
                <a:cubicBezTo>
                  <a:pt x="101705" y="81344"/>
                  <a:pt x="105112" y="84624"/>
                  <a:pt x="107635" y="87955"/>
                </a:cubicBezTo>
                <a:cubicBezTo>
                  <a:pt x="110158" y="91285"/>
                  <a:pt x="111924" y="94843"/>
                  <a:pt x="112933" y="98627"/>
                </a:cubicBezTo>
                <a:cubicBezTo>
                  <a:pt x="113942" y="102412"/>
                  <a:pt x="114447" y="106625"/>
                  <a:pt x="114447" y="111268"/>
                </a:cubicBezTo>
                <a:cubicBezTo>
                  <a:pt x="114447" y="118433"/>
                  <a:pt x="112984" y="124867"/>
                  <a:pt x="110057" y="130569"/>
                </a:cubicBezTo>
                <a:cubicBezTo>
                  <a:pt x="107130" y="136272"/>
                  <a:pt x="103043" y="141091"/>
                  <a:pt x="97795" y="145027"/>
                </a:cubicBezTo>
                <a:cubicBezTo>
                  <a:pt x="92547" y="148963"/>
                  <a:pt x="86365" y="151990"/>
                  <a:pt x="79250" y="154110"/>
                </a:cubicBezTo>
                <a:cubicBezTo>
                  <a:pt x="72135" y="156229"/>
                  <a:pt x="64339" y="157289"/>
                  <a:pt x="55861" y="157289"/>
                </a:cubicBezTo>
                <a:cubicBezTo>
                  <a:pt x="46576" y="157289"/>
                  <a:pt x="37443" y="156683"/>
                  <a:pt x="28460" y="155472"/>
                </a:cubicBezTo>
                <a:cubicBezTo>
                  <a:pt x="19478" y="154261"/>
                  <a:pt x="9991" y="152192"/>
                  <a:pt x="0" y="149265"/>
                </a:cubicBezTo>
                <a:lnTo>
                  <a:pt x="7872" y="114750"/>
                </a:lnTo>
                <a:lnTo>
                  <a:pt x="21042" y="114750"/>
                </a:lnTo>
                <a:cubicBezTo>
                  <a:pt x="21547" y="124136"/>
                  <a:pt x="24499" y="131175"/>
                  <a:pt x="29898" y="135868"/>
                </a:cubicBezTo>
                <a:cubicBezTo>
                  <a:pt x="35298" y="140561"/>
                  <a:pt x="43649" y="142907"/>
                  <a:pt x="54953" y="142907"/>
                </a:cubicBezTo>
                <a:cubicBezTo>
                  <a:pt x="65045" y="142907"/>
                  <a:pt x="72993" y="140737"/>
                  <a:pt x="78796" y="136398"/>
                </a:cubicBezTo>
                <a:cubicBezTo>
                  <a:pt x="84599" y="132058"/>
                  <a:pt x="87500" y="126003"/>
                  <a:pt x="87500" y="118232"/>
                </a:cubicBezTo>
                <a:cubicBezTo>
                  <a:pt x="87500" y="114699"/>
                  <a:pt x="87147" y="111646"/>
                  <a:pt x="86441" y="109073"/>
                </a:cubicBezTo>
                <a:cubicBezTo>
                  <a:pt x="85734" y="106499"/>
                  <a:pt x="84347" y="104052"/>
                  <a:pt x="82278" y="101731"/>
                </a:cubicBezTo>
                <a:cubicBezTo>
                  <a:pt x="80209" y="99409"/>
                  <a:pt x="77383" y="97012"/>
                  <a:pt x="73800" y="94540"/>
                </a:cubicBezTo>
                <a:cubicBezTo>
                  <a:pt x="70217" y="92067"/>
                  <a:pt x="65550" y="89216"/>
                  <a:pt x="59797" y="85987"/>
                </a:cubicBezTo>
                <a:cubicBezTo>
                  <a:pt x="53843" y="82656"/>
                  <a:pt x="48721" y="79376"/>
                  <a:pt x="44431" y="76147"/>
                </a:cubicBezTo>
                <a:cubicBezTo>
                  <a:pt x="40142" y="72917"/>
                  <a:pt x="36610" y="69637"/>
                  <a:pt x="33835" y="66307"/>
                </a:cubicBezTo>
                <a:cubicBezTo>
                  <a:pt x="31059" y="62976"/>
                  <a:pt x="29015" y="59494"/>
                  <a:pt x="27703" y="55861"/>
                </a:cubicBezTo>
                <a:cubicBezTo>
                  <a:pt x="26391" y="52228"/>
                  <a:pt x="25735" y="48342"/>
                  <a:pt x="25735" y="44204"/>
                </a:cubicBezTo>
                <a:cubicBezTo>
                  <a:pt x="25735" y="37846"/>
                  <a:pt x="27073" y="31967"/>
                  <a:pt x="29747" y="26568"/>
                </a:cubicBezTo>
                <a:cubicBezTo>
                  <a:pt x="32422" y="21169"/>
                  <a:pt x="36231" y="16501"/>
                  <a:pt x="41177" y="12565"/>
                </a:cubicBezTo>
                <a:cubicBezTo>
                  <a:pt x="46122" y="8629"/>
                  <a:pt x="52076" y="5551"/>
                  <a:pt x="59040" y="3330"/>
                </a:cubicBezTo>
                <a:cubicBezTo>
                  <a:pt x="66004" y="1110"/>
                  <a:pt x="73825" y="0"/>
                  <a:pt x="82505" y="0"/>
                </a:cubicBezTo>
                <a:cubicBezTo>
                  <a:pt x="92294" y="0"/>
                  <a:pt x="101302" y="606"/>
                  <a:pt x="109527" y="1817"/>
                </a:cubicBezTo>
                <a:cubicBezTo>
                  <a:pt x="117752" y="3028"/>
                  <a:pt x="125750" y="4794"/>
                  <a:pt x="133521" y="7115"/>
                </a:cubicBezTo>
                <a:lnTo>
                  <a:pt x="126255" y="41328"/>
                </a:lnTo>
                <a:lnTo>
                  <a:pt x="112782" y="4132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" name="path-206">
            <a:extLst xmlns:a="http://schemas.openxmlformats.org/drawingml/2006/main">
              <a:ext uri="{FF2B5EF4-FFF2-40B4-BE49-F238E27FC236}">
                <a16:creationId xmlns:a16="http://schemas.microsoft.com/office/drawing/2014/main" id="{2E1F445E-EE39-431B-BDA7-8C9A178E8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30026" y="2462294"/>
            <a:ext cx="335760" cy="189801"/>
          </a:xfrm>
          <a:custGeom xmlns:a="http://schemas.openxmlformats.org/drawingml/2006/main">
            <a:pathLst>
              <a:path w="278245" h="157289">
                <a:moveTo>
                  <a:pt x="138366" y="154564"/>
                </a:moveTo>
                <a:lnTo>
                  <a:pt x="108846" y="154564"/>
                </a:lnTo>
                <a:cubicBezTo>
                  <a:pt x="110259" y="148105"/>
                  <a:pt x="111848" y="141166"/>
                  <a:pt x="113614" y="133748"/>
                </a:cubicBezTo>
                <a:cubicBezTo>
                  <a:pt x="115380" y="126331"/>
                  <a:pt x="117172" y="118837"/>
                  <a:pt x="118988" y="111268"/>
                </a:cubicBezTo>
                <a:cubicBezTo>
                  <a:pt x="120805" y="103699"/>
                  <a:pt x="122546" y="96230"/>
                  <a:pt x="124211" y="88863"/>
                </a:cubicBezTo>
                <a:cubicBezTo>
                  <a:pt x="125876" y="81495"/>
                  <a:pt x="127365" y="74607"/>
                  <a:pt x="128677" y="68199"/>
                </a:cubicBezTo>
                <a:cubicBezTo>
                  <a:pt x="129989" y="61790"/>
                  <a:pt x="131049" y="56038"/>
                  <a:pt x="131856" y="50941"/>
                </a:cubicBezTo>
                <a:cubicBezTo>
                  <a:pt x="132664" y="45844"/>
                  <a:pt x="133067" y="41782"/>
                  <a:pt x="133067" y="38755"/>
                </a:cubicBezTo>
                <a:cubicBezTo>
                  <a:pt x="133067" y="32396"/>
                  <a:pt x="131831" y="27729"/>
                  <a:pt x="129358" y="24751"/>
                </a:cubicBezTo>
                <a:cubicBezTo>
                  <a:pt x="126886" y="21774"/>
                  <a:pt x="122924" y="20286"/>
                  <a:pt x="117475" y="20286"/>
                </a:cubicBezTo>
                <a:cubicBezTo>
                  <a:pt x="112630" y="20286"/>
                  <a:pt x="107433" y="22102"/>
                  <a:pt x="101882" y="25735"/>
                </a:cubicBezTo>
                <a:cubicBezTo>
                  <a:pt x="96331" y="29369"/>
                  <a:pt x="91058" y="34137"/>
                  <a:pt x="86062" y="40041"/>
                </a:cubicBezTo>
                <a:cubicBezTo>
                  <a:pt x="81067" y="45945"/>
                  <a:pt x="76601" y="52606"/>
                  <a:pt x="72665" y="60024"/>
                </a:cubicBezTo>
                <a:cubicBezTo>
                  <a:pt x="68729" y="67442"/>
                  <a:pt x="65953" y="74935"/>
                  <a:pt x="64339" y="82505"/>
                </a:cubicBezTo>
                <a:lnTo>
                  <a:pt x="48897" y="154564"/>
                </a:lnTo>
                <a:lnTo>
                  <a:pt x="19226" y="154564"/>
                </a:lnTo>
                <a:lnTo>
                  <a:pt x="41934" y="55861"/>
                </a:lnTo>
                <a:cubicBezTo>
                  <a:pt x="43246" y="50411"/>
                  <a:pt x="44204" y="45668"/>
                  <a:pt x="44810" y="41631"/>
                </a:cubicBezTo>
                <a:cubicBezTo>
                  <a:pt x="45415" y="37594"/>
                  <a:pt x="45718" y="34263"/>
                  <a:pt x="45718" y="31639"/>
                </a:cubicBezTo>
                <a:cubicBezTo>
                  <a:pt x="45718" y="24272"/>
                  <a:pt x="42741" y="20588"/>
                  <a:pt x="36787" y="20588"/>
                </a:cubicBezTo>
                <a:cubicBezTo>
                  <a:pt x="34970" y="20588"/>
                  <a:pt x="33128" y="20967"/>
                  <a:pt x="31261" y="21724"/>
                </a:cubicBezTo>
                <a:cubicBezTo>
                  <a:pt x="29394" y="22481"/>
                  <a:pt x="27426" y="23616"/>
                  <a:pt x="25357" y="25130"/>
                </a:cubicBezTo>
                <a:cubicBezTo>
                  <a:pt x="23288" y="26644"/>
                  <a:pt x="21042" y="28561"/>
                  <a:pt x="18620" y="30882"/>
                </a:cubicBezTo>
                <a:cubicBezTo>
                  <a:pt x="16198" y="33204"/>
                  <a:pt x="13473" y="35929"/>
                  <a:pt x="10446" y="39057"/>
                </a:cubicBezTo>
                <a:lnTo>
                  <a:pt x="0" y="29217"/>
                </a:lnTo>
                <a:cubicBezTo>
                  <a:pt x="4945" y="24171"/>
                  <a:pt x="9512" y="19806"/>
                  <a:pt x="13700" y="16122"/>
                </a:cubicBezTo>
                <a:cubicBezTo>
                  <a:pt x="17889" y="12439"/>
                  <a:pt x="21926" y="9411"/>
                  <a:pt x="25811" y="7039"/>
                </a:cubicBezTo>
                <a:cubicBezTo>
                  <a:pt x="29697" y="4668"/>
                  <a:pt x="33507" y="2902"/>
                  <a:pt x="37241" y="1741"/>
                </a:cubicBezTo>
                <a:cubicBezTo>
                  <a:pt x="40975" y="580"/>
                  <a:pt x="44860" y="0"/>
                  <a:pt x="48897" y="0"/>
                </a:cubicBezTo>
                <a:cubicBezTo>
                  <a:pt x="56366" y="0"/>
                  <a:pt x="62143" y="2447"/>
                  <a:pt x="66231" y="7342"/>
                </a:cubicBezTo>
                <a:cubicBezTo>
                  <a:pt x="70318" y="12237"/>
                  <a:pt x="72362" y="18671"/>
                  <a:pt x="72362" y="26644"/>
                </a:cubicBezTo>
                <a:cubicBezTo>
                  <a:pt x="72362" y="28864"/>
                  <a:pt x="72211" y="31034"/>
                  <a:pt x="71908" y="33153"/>
                </a:cubicBezTo>
                <a:cubicBezTo>
                  <a:pt x="71605" y="35273"/>
                  <a:pt x="71050" y="37342"/>
                  <a:pt x="70243" y="39360"/>
                </a:cubicBezTo>
                <a:lnTo>
                  <a:pt x="72059" y="40117"/>
                </a:lnTo>
                <a:cubicBezTo>
                  <a:pt x="81647" y="26694"/>
                  <a:pt x="91235" y="16652"/>
                  <a:pt x="100822" y="9991"/>
                </a:cubicBezTo>
                <a:cubicBezTo>
                  <a:pt x="110410" y="3330"/>
                  <a:pt x="120250" y="0"/>
                  <a:pt x="130342" y="0"/>
                </a:cubicBezTo>
                <a:cubicBezTo>
                  <a:pt x="141040" y="0"/>
                  <a:pt x="149038" y="2750"/>
                  <a:pt x="154337" y="8250"/>
                </a:cubicBezTo>
                <a:cubicBezTo>
                  <a:pt x="159635" y="13751"/>
                  <a:pt x="162285" y="21850"/>
                  <a:pt x="162285" y="32548"/>
                </a:cubicBezTo>
                <a:cubicBezTo>
                  <a:pt x="162285" y="33456"/>
                  <a:pt x="162285" y="34339"/>
                  <a:pt x="162285" y="35197"/>
                </a:cubicBezTo>
                <a:cubicBezTo>
                  <a:pt x="162285" y="36055"/>
                  <a:pt x="162184" y="36938"/>
                  <a:pt x="161982" y="37846"/>
                </a:cubicBezTo>
                <a:lnTo>
                  <a:pt x="162587" y="37846"/>
                </a:lnTo>
                <a:cubicBezTo>
                  <a:pt x="171973" y="25029"/>
                  <a:pt x="181309" y="15517"/>
                  <a:pt x="190593" y="9310"/>
                </a:cubicBezTo>
                <a:cubicBezTo>
                  <a:pt x="199878" y="3103"/>
                  <a:pt x="209567" y="0"/>
                  <a:pt x="219659" y="0"/>
                </a:cubicBezTo>
                <a:cubicBezTo>
                  <a:pt x="230357" y="0"/>
                  <a:pt x="238355" y="2876"/>
                  <a:pt x="243654" y="8629"/>
                </a:cubicBezTo>
                <a:cubicBezTo>
                  <a:pt x="248952" y="14382"/>
                  <a:pt x="251602" y="22455"/>
                  <a:pt x="251602" y="32851"/>
                </a:cubicBezTo>
                <a:cubicBezTo>
                  <a:pt x="251602" y="35979"/>
                  <a:pt x="251097" y="40193"/>
                  <a:pt x="250088" y="45491"/>
                </a:cubicBezTo>
                <a:cubicBezTo>
                  <a:pt x="249078" y="50790"/>
                  <a:pt x="247842" y="56618"/>
                  <a:pt x="246379" y="62976"/>
                </a:cubicBezTo>
                <a:cubicBezTo>
                  <a:pt x="244915" y="69334"/>
                  <a:pt x="243326" y="75919"/>
                  <a:pt x="241610" y="82732"/>
                </a:cubicBezTo>
                <a:cubicBezTo>
                  <a:pt x="239894" y="89544"/>
                  <a:pt x="238280" y="95978"/>
                  <a:pt x="236766" y="102033"/>
                </a:cubicBezTo>
                <a:cubicBezTo>
                  <a:pt x="235858" y="105969"/>
                  <a:pt x="235126" y="109174"/>
                  <a:pt x="234571" y="111646"/>
                </a:cubicBezTo>
                <a:cubicBezTo>
                  <a:pt x="234016" y="114119"/>
                  <a:pt x="233587" y="116188"/>
                  <a:pt x="233284" y="117853"/>
                </a:cubicBezTo>
                <a:cubicBezTo>
                  <a:pt x="232981" y="119518"/>
                  <a:pt x="232779" y="120956"/>
                  <a:pt x="232678" y="122168"/>
                </a:cubicBezTo>
                <a:cubicBezTo>
                  <a:pt x="232578" y="123379"/>
                  <a:pt x="232527" y="124691"/>
                  <a:pt x="232527" y="126104"/>
                </a:cubicBezTo>
                <a:cubicBezTo>
                  <a:pt x="232527" y="129939"/>
                  <a:pt x="233234" y="132714"/>
                  <a:pt x="234646" y="134430"/>
                </a:cubicBezTo>
                <a:cubicBezTo>
                  <a:pt x="236059" y="136145"/>
                  <a:pt x="238330" y="137003"/>
                  <a:pt x="241459" y="137003"/>
                </a:cubicBezTo>
                <a:cubicBezTo>
                  <a:pt x="243275" y="137003"/>
                  <a:pt x="245092" y="136650"/>
                  <a:pt x="246909" y="135944"/>
                </a:cubicBezTo>
                <a:cubicBezTo>
                  <a:pt x="248725" y="135237"/>
                  <a:pt x="250668" y="134127"/>
                  <a:pt x="252737" y="132613"/>
                </a:cubicBezTo>
                <a:cubicBezTo>
                  <a:pt x="254806" y="131099"/>
                  <a:pt x="257077" y="129156"/>
                  <a:pt x="259549" y="126785"/>
                </a:cubicBezTo>
                <a:cubicBezTo>
                  <a:pt x="262022" y="124413"/>
                  <a:pt x="264772" y="121562"/>
                  <a:pt x="267800" y="118232"/>
                </a:cubicBezTo>
                <a:lnTo>
                  <a:pt x="278245" y="128223"/>
                </a:lnTo>
                <a:cubicBezTo>
                  <a:pt x="273401" y="133269"/>
                  <a:pt x="268885" y="137609"/>
                  <a:pt x="264696" y="141242"/>
                </a:cubicBezTo>
                <a:cubicBezTo>
                  <a:pt x="260508" y="144875"/>
                  <a:pt x="256471" y="147878"/>
                  <a:pt x="252586" y="150249"/>
                </a:cubicBezTo>
                <a:cubicBezTo>
                  <a:pt x="248700" y="152621"/>
                  <a:pt x="244840" y="154387"/>
                  <a:pt x="241005" y="155548"/>
                </a:cubicBezTo>
                <a:cubicBezTo>
                  <a:pt x="237170" y="156708"/>
                  <a:pt x="233133" y="157289"/>
                  <a:pt x="228894" y="157289"/>
                </a:cubicBezTo>
                <a:cubicBezTo>
                  <a:pt x="225059" y="157289"/>
                  <a:pt x="221577" y="156582"/>
                  <a:pt x="218448" y="155169"/>
                </a:cubicBezTo>
                <a:cubicBezTo>
                  <a:pt x="215320" y="153756"/>
                  <a:pt x="212670" y="151814"/>
                  <a:pt x="210501" y="149341"/>
                </a:cubicBezTo>
                <a:cubicBezTo>
                  <a:pt x="208331" y="146868"/>
                  <a:pt x="206640" y="143942"/>
                  <a:pt x="205429" y="140561"/>
                </a:cubicBezTo>
                <a:cubicBezTo>
                  <a:pt x="204218" y="137180"/>
                  <a:pt x="203613" y="133471"/>
                  <a:pt x="203613" y="129434"/>
                </a:cubicBezTo>
                <a:cubicBezTo>
                  <a:pt x="203613" y="121158"/>
                  <a:pt x="205379" y="110511"/>
                  <a:pt x="208911" y="97492"/>
                </a:cubicBezTo>
                <a:cubicBezTo>
                  <a:pt x="210829" y="90932"/>
                  <a:pt x="212569" y="84649"/>
                  <a:pt x="214134" y="78644"/>
                </a:cubicBezTo>
                <a:cubicBezTo>
                  <a:pt x="215698" y="72639"/>
                  <a:pt x="217035" y="67089"/>
                  <a:pt x="218145" y="61992"/>
                </a:cubicBezTo>
                <a:cubicBezTo>
                  <a:pt x="219256" y="56895"/>
                  <a:pt x="220139" y="52354"/>
                  <a:pt x="220795" y="48367"/>
                </a:cubicBezTo>
                <a:cubicBezTo>
                  <a:pt x="221451" y="44381"/>
                  <a:pt x="221779" y="41076"/>
                  <a:pt x="221779" y="38452"/>
                </a:cubicBezTo>
                <a:cubicBezTo>
                  <a:pt x="221779" y="32195"/>
                  <a:pt x="220593" y="27602"/>
                  <a:pt x="218221" y="24676"/>
                </a:cubicBezTo>
                <a:cubicBezTo>
                  <a:pt x="215850" y="21749"/>
                  <a:pt x="212141" y="20286"/>
                  <a:pt x="207094" y="20286"/>
                </a:cubicBezTo>
                <a:cubicBezTo>
                  <a:pt x="203966" y="20286"/>
                  <a:pt x="200635" y="21093"/>
                  <a:pt x="197103" y="22708"/>
                </a:cubicBezTo>
                <a:cubicBezTo>
                  <a:pt x="193571" y="24322"/>
                  <a:pt x="190013" y="26568"/>
                  <a:pt x="186430" y="29444"/>
                </a:cubicBezTo>
                <a:cubicBezTo>
                  <a:pt x="182848" y="32321"/>
                  <a:pt x="179341" y="35727"/>
                  <a:pt x="175909" y="39663"/>
                </a:cubicBezTo>
                <a:cubicBezTo>
                  <a:pt x="172478" y="43599"/>
                  <a:pt x="169299" y="47863"/>
                  <a:pt x="166372" y="52455"/>
                </a:cubicBezTo>
                <a:cubicBezTo>
                  <a:pt x="163445" y="57047"/>
                  <a:pt x="160846" y="61866"/>
                  <a:pt x="158576" y="66912"/>
                </a:cubicBezTo>
                <a:cubicBezTo>
                  <a:pt x="156305" y="71958"/>
                  <a:pt x="154564" y="77055"/>
                  <a:pt x="153353" y="82202"/>
                </a:cubicBezTo>
                <a:lnTo>
                  <a:pt x="138366" y="15456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" name="text-207 𝒀">
            <a:extLst xmlns:a="http://schemas.openxmlformats.org/drawingml/2006/main">
              <a:ext uri="{FF2B5EF4-FFF2-40B4-BE49-F238E27FC236}">
                <a16:creationId xmlns:a16="http://schemas.microsoft.com/office/drawing/2014/main" id="{05FDCF00-6C27-4A5E-9242-9A18177B2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38183" y="5923383"/>
            <a:ext cx="423702" cy="7281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𝒀</a:t>
            </a:r>
          </a:p>
        </p:txBody>
      </p:sp>
      <p:sp>
        <p:nvSpPr>
          <p:cNvPr id="208" name="path-208">
            <a:extLst xmlns:a="http://schemas.openxmlformats.org/drawingml/2006/main">
              <a:ext uri="{FF2B5EF4-FFF2-40B4-BE49-F238E27FC236}">
                <a16:creationId xmlns:a16="http://schemas.microsoft.com/office/drawing/2014/main" id="{6313006F-5176-4A09-88F8-1763DA8DF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92351" y="6362405"/>
            <a:ext cx="203319" cy="189801"/>
          </a:xfrm>
          <a:custGeom xmlns:a="http://schemas.openxmlformats.org/drawingml/2006/main">
            <a:pathLst>
              <a:path w="168491" h="157289">
                <a:moveTo>
                  <a:pt x="96584" y="117020"/>
                </a:moveTo>
                <a:cubicBezTo>
                  <a:pt x="91436" y="124186"/>
                  <a:pt x="86441" y="130292"/>
                  <a:pt x="81596" y="135338"/>
                </a:cubicBezTo>
                <a:cubicBezTo>
                  <a:pt x="76752" y="140384"/>
                  <a:pt x="71958" y="144547"/>
                  <a:pt x="67215" y="147827"/>
                </a:cubicBezTo>
                <a:cubicBezTo>
                  <a:pt x="62471" y="151107"/>
                  <a:pt x="57678" y="153504"/>
                  <a:pt x="52833" y="155018"/>
                </a:cubicBezTo>
                <a:cubicBezTo>
                  <a:pt x="47989" y="156532"/>
                  <a:pt x="42943" y="157289"/>
                  <a:pt x="37695" y="157289"/>
                </a:cubicBezTo>
                <a:cubicBezTo>
                  <a:pt x="25685" y="157289"/>
                  <a:pt x="16400" y="152974"/>
                  <a:pt x="9840" y="144345"/>
                </a:cubicBezTo>
                <a:cubicBezTo>
                  <a:pt x="3280" y="135716"/>
                  <a:pt x="0" y="123177"/>
                  <a:pt x="0" y="106726"/>
                </a:cubicBezTo>
                <a:cubicBezTo>
                  <a:pt x="0" y="96937"/>
                  <a:pt x="1034" y="87526"/>
                  <a:pt x="3103" y="78493"/>
                </a:cubicBezTo>
                <a:cubicBezTo>
                  <a:pt x="5172" y="69460"/>
                  <a:pt x="8099" y="60983"/>
                  <a:pt x="11884" y="53060"/>
                </a:cubicBezTo>
                <a:cubicBezTo>
                  <a:pt x="15668" y="45138"/>
                  <a:pt x="20185" y="37922"/>
                  <a:pt x="25433" y="31412"/>
                </a:cubicBezTo>
                <a:cubicBezTo>
                  <a:pt x="30681" y="24903"/>
                  <a:pt x="36433" y="19327"/>
                  <a:pt x="42691" y="14684"/>
                </a:cubicBezTo>
                <a:cubicBezTo>
                  <a:pt x="48948" y="10042"/>
                  <a:pt x="55609" y="6434"/>
                  <a:pt x="62673" y="3860"/>
                </a:cubicBezTo>
                <a:cubicBezTo>
                  <a:pt x="69738" y="1287"/>
                  <a:pt x="77055" y="0"/>
                  <a:pt x="84624" y="0"/>
                </a:cubicBezTo>
                <a:cubicBezTo>
                  <a:pt x="92597" y="0"/>
                  <a:pt x="99636" y="934"/>
                  <a:pt x="105742" y="2801"/>
                </a:cubicBezTo>
                <a:cubicBezTo>
                  <a:pt x="111848" y="4668"/>
                  <a:pt x="117424" y="7216"/>
                  <a:pt x="122470" y="10446"/>
                </a:cubicBezTo>
                <a:lnTo>
                  <a:pt x="137155" y="0"/>
                </a:lnTo>
                <a:lnTo>
                  <a:pt x="149417" y="3179"/>
                </a:lnTo>
                <a:lnTo>
                  <a:pt x="126558" y="102336"/>
                </a:lnTo>
                <a:cubicBezTo>
                  <a:pt x="125246" y="107988"/>
                  <a:pt x="124337" y="112656"/>
                  <a:pt x="123833" y="116339"/>
                </a:cubicBezTo>
                <a:cubicBezTo>
                  <a:pt x="123328" y="120023"/>
                  <a:pt x="123076" y="123278"/>
                  <a:pt x="123076" y="126104"/>
                </a:cubicBezTo>
                <a:cubicBezTo>
                  <a:pt x="123076" y="129939"/>
                  <a:pt x="123858" y="132714"/>
                  <a:pt x="125422" y="134430"/>
                </a:cubicBezTo>
                <a:cubicBezTo>
                  <a:pt x="126987" y="136145"/>
                  <a:pt x="129232" y="137003"/>
                  <a:pt x="132159" y="137003"/>
                </a:cubicBezTo>
                <a:cubicBezTo>
                  <a:pt x="133976" y="137003"/>
                  <a:pt x="135767" y="136650"/>
                  <a:pt x="137533" y="135944"/>
                </a:cubicBezTo>
                <a:cubicBezTo>
                  <a:pt x="139299" y="135237"/>
                  <a:pt x="141217" y="134127"/>
                  <a:pt x="143286" y="132613"/>
                </a:cubicBezTo>
                <a:cubicBezTo>
                  <a:pt x="145355" y="131099"/>
                  <a:pt x="147625" y="129156"/>
                  <a:pt x="150098" y="126785"/>
                </a:cubicBezTo>
                <a:cubicBezTo>
                  <a:pt x="152571" y="124413"/>
                  <a:pt x="155371" y="121562"/>
                  <a:pt x="158500" y="118232"/>
                </a:cubicBezTo>
                <a:cubicBezTo>
                  <a:pt x="160115" y="119947"/>
                  <a:pt x="161780" y="121638"/>
                  <a:pt x="163496" y="123303"/>
                </a:cubicBezTo>
                <a:cubicBezTo>
                  <a:pt x="165211" y="124968"/>
                  <a:pt x="166877" y="126608"/>
                  <a:pt x="168491" y="128223"/>
                </a:cubicBezTo>
                <a:cubicBezTo>
                  <a:pt x="163445" y="133370"/>
                  <a:pt x="158853" y="137785"/>
                  <a:pt x="154715" y="141469"/>
                </a:cubicBezTo>
                <a:cubicBezTo>
                  <a:pt x="150577" y="145153"/>
                  <a:pt x="146566" y="148180"/>
                  <a:pt x="142680" y="150552"/>
                </a:cubicBezTo>
                <a:cubicBezTo>
                  <a:pt x="138795" y="152924"/>
                  <a:pt x="134985" y="154640"/>
                  <a:pt x="131251" y="155699"/>
                </a:cubicBezTo>
                <a:cubicBezTo>
                  <a:pt x="127516" y="156759"/>
                  <a:pt x="123631" y="157289"/>
                  <a:pt x="119594" y="157289"/>
                </a:cubicBezTo>
                <a:cubicBezTo>
                  <a:pt x="112328" y="157289"/>
                  <a:pt x="106676" y="154942"/>
                  <a:pt x="102639" y="150249"/>
                </a:cubicBezTo>
                <a:cubicBezTo>
                  <a:pt x="98602" y="145556"/>
                  <a:pt x="96584" y="139123"/>
                  <a:pt x="96584" y="130948"/>
                </a:cubicBezTo>
                <a:cubicBezTo>
                  <a:pt x="96584" y="126406"/>
                  <a:pt x="97290" y="122067"/>
                  <a:pt x="98703" y="117929"/>
                </a:cubicBezTo>
                <a:lnTo>
                  <a:pt x="96584" y="117020"/>
                </a:lnTo>
                <a:moveTo>
                  <a:pt x="106424" y="68880"/>
                </a:moveTo>
                <a:cubicBezTo>
                  <a:pt x="107836" y="62623"/>
                  <a:pt x="108947" y="56971"/>
                  <a:pt x="109754" y="51925"/>
                </a:cubicBezTo>
                <a:cubicBezTo>
                  <a:pt x="110561" y="46879"/>
                  <a:pt x="110965" y="42085"/>
                  <a:pt x="110965" y="37543"/>
                </a:cubicBezTo>
                <a:cubicBezTo>
                  <a:pt x="110965" y="29470"/>
                  <a:pt x="109073" y="23692"/>
                  <a:pt x="105288" y="20210"/>
                </a:cubicBezTo>
                <a:cubicBezTo>
                  <a:pt x="101504" y="16728"/>
                  <a:pt x="95524" y="14987"/>
                  <a:pt x="87349" y="14987"/>
                </a:cubicBezTo>
                <a:cubicBezTo>
                  <a:pt x="81395" y="14987"/>
                  <a:pt x="75844" y="16299"/>
                  <a:pt x="70697" y="18923"/>
                </a:cubicBezTo>
                <a:cubicBezTo>
                  <a:pt x="65550" y="21547"/>
                  <a:pt x="60857" y="25130"/>
                  <a:pt x="56618" y="29671"/>
                </a:cubicBezTo>
                <a:cubicBezTo>
                  <a:pt x="52379" y="34213"/>
                  <a:pt x="48620" y="39461"/>
                  <a:pt x="45340" y="45415"/>
                </a:cubicBezTo>
                <a:cubicBezTo>
                  <a:pt x="42060" y="51370"/>
                  <a:pt x="39284" y="57678"/>
                  <a:pt x="37014" y="64339"/>
                </a:cubicBezTo>
                <a:cubicBezTo>
                  <a:pt x="34743" y="70999"/>
                  <a:pt x="33027" y="77837"/>
                  <a:pt x="31866" y="84851"/>
                </a:cubicBezTo>
                <a:cubicBezTo>
                  <a:pt x="30706" y="91865"/>
                  <a:pt x="30126" y="98602"/>
                  <a:pt x="30126" y="105061"/>
                </a:cubicBezTo>
                <a:cubicBezTo>
                  <a:pt x="30126" y="115961"/>
                  <a:pt x="31665" y="124060"/>
                  <a:pt x="34743" y="129358"/>
                </a:cubicBezTo>
                <a:cubicBezTo>
                  <a:pt x="37821" y="134657"/>
                  <a:pt x="42791" y="137306"/>
                  <a:pt x="49654" y="137306"/>
                </a:cubicBezTo>
                <a:cubicBezTo>
                  <a:pt x="53086" y="137306"/>
                  <a:pt x="56391" y="136700"/>
                  <a:pt x="59570" y="135489"/>
                </a:cubicBezTo>
                <a:cubicBezTo>
                  <a:pt x="62749" y="134278"/>
                  <a:pt x="66105" y="132361"/>
                  <a:pt x="69637" y="129737"/>
                </a:cubicBezTo>
                <a:cubicBezTo>
                  <a:pt x="78518" y="122773"/>
                  <a:pt x="86087" y="114296"/>
                  <a:pt x="92345" y="104304"/>
                </a:cubicBezTo>
                <a:cubicBezTo>
                  <a:pt x="98602" y="94313"/>
                  <a:pt x="103295" y="82505"/>
                  <a:pt x="106424" y="68880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" name="path-209">
            <a:extLst xmlns:a="http://schemas.openxmlformats.org/drawingml/2006/main">
              <a:ext uri="{FF2B5EF4-FFF2-40B4-BE49-F238E27FC236}">
                <a16:creationId xmlns:a16="http://schemas.microsoft.com/office/drawing/2014/main" id="{66828583-3CFB-4F01-A5D4-491A01D15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28917" y="6319841"/>
            <a:ext cx="132806" cy="232365"/>
          </a:xfrm>
          <a:custGeom xmlns:a="http://schemas.openxmlformats.org/drawingml/2006/main">
            <a:pathLst>
              <a:path w="110057" h="192561">
                <a:moveTo>
                  <a:pt x="95372" y="160619"/>
                </a:moveTo>
                <a:cubicBezTo>
                  <a:pt x="90225" y="166372"/>
                  <a:pt x="85331" y="171267"/>
                  <a:pt x="80688" y="175304"/>
                </a:cubicBezTo>
                <a:cubicBezTo>
                  <a:pt x="76046" y="179341"/>
                  <a:pt x="71504" y="182646"/>
                  <a:pt x="67063" y="185219"/>
                </a:cubicBezTo>
                <a:cubicBezTo>
                  <a:pt x="62623" y="187793"/>
                  <a:pt x="58233" y="189660"/>
                  <a:pt x="53893" y="190821"/>
                </a:cubicBezTo>
                <a:cubicBezTo>
                  <a:pt x="49553" y="191981"/>
                  <a:pt x="45113" y="192561"/>
                  <a:pt x="40571" y="192561"/>
                </a:cubicBezTo>
                <a:cubicBezTo>
                  <a:pt x="28561" y="192561"/>
                  <a:pt x="19604" y="189736"/>
                  <a:pt x="13700" y="184084"/>
                </a:cubicBezTo>
                <a:cubicBezTo>
                  <a:pt x="7796" y="178432"/>
                  <a:pt x="4844" y="170106"/>
                  <a:pt x="4844" y="159105"/>
                </a:cubicBezTo>
                <a:cubicBezTo>
                  <a:pt x="4844" y="155371"/>
                  <a:pt x="5122" y="151259"/>
                  <a:pt x="5677" y="146768"/>
                </a:cubicBezTo>
                <a:cubicBezTo>
                  <a:pt x="6232" y="142276"/>
                  <a:pt x="7014" y="137912"/>
                  <a:pt x="8023" y="133673"/>
                </a:cubicBezTo>
                <a:lnTo>
                  <a:pt x="26038" y="55255"/>
                </a:lnTo>
                <a:lnTo>
                  <a:pt x="0" y="55255"/>
                </a:lnTo>
                <a:lnTo>
                  <a:pt x="3028" y="43599"/>
                </a:lnTo>
                <a:cubicBezTo>
                  <a:pt x="9083" y="43599"/>
                  <a:pt x="13801" y="43019"/>
                  <a:pt x="17182" y="41858"/>
                </a:cubicBezTo>
                <a:cubicBezTo>
                  <a:pt x="20563" y="40697"/>
                  <a:pt x="23414" y="39108"/>
                  <a:pt x="25735" y="37089"/>
                </a:cubicBezTo>
                <a:cubicBezTo>
                  <a:pt x="27249" y="35676"/>
                  <a:pt x="28713" y="33935"/>
                  <a:pt x="30126" y="31866"/>
                </a:cubicBezTo>
                <a:cubicBezTo>
                  <a:pt x="31538" y="29798"/>
                  <a:pt x="32951" y="27300"/>
                  <a:pt x="34364" y="24373"/>
                </a:cubicBezTo>
                <a:cubicBezTo>
                  <a:pt x="35777" y="21446"/>
                  <a:pt x="37215" y="17990"/>
                  <a:pt x="38679" y="14003"/>
                </a:cubicBezTo>
                <a:cubicBezTo>
                  <a:pt x="40142" y="10017"/>
                  <a:pt x="41782" y="5349"/>
                  <a:pt x="43599" y="0"/>
                </a:cubicBezTo>
                <a:lnTo>
                  <a:pt x="67215" y="0"/>
                </a:lnTo>
                <a:lnTo>
                  <a:pt x="58586" y="38452"/>
                </a:lnTo>
                <a:lnTo>
                  <a:pt x="110057" y="38452"/>
                </a:lnTo>
                <a:lnTo>
                  <a:pt x="106575" y="55255"/>
                </a:lnTo>
                <a:lnTo>
                  <a:pt x="55255" y="55255"/>
                </a:lnTo>
                <a:lnTo>
                  <a:pt x="39814" y="118686"/>
                </a:lnTo>
                <a:cubicBezTo>
                  <a:pt x="38805" y="122924"/>
                  <a:pt x="37972" y="126734"/>
                  <a:pt x="37316" y="130115"/>
                </a:cubicBezTo>
                <a:cubicBezTo>
                  <a:pt x="36660" y="133496"/>
                  <a:pt x="36131" y="136549"/>
                  <a:pt x="35727" y="139274"/>
                </a:cubicBezTo>
                <a:cubicBezTo>
                  <a:pt x="35323" y="141999"/>
                  <a:pt x="35046" y="144472"/>
                  <a:pt x="34894" y="146692"/>
                </a:cubicBezTo>
                <a:cubicBezTo>
                  <a:pt x="34743" y="148912"/>
                  <a:pt x="34667" y="150981"/>
                  <a:pt x="34667" y="152899"/>
                </a:cubicBezTo>
                <a:cubicBezTo>
                  <a:pt x="34667" y="158954"/>
                  <a:pt x="35929" y="163697"/>
                  <a:pt x="38452" y="167129"/>
                </a:cubicBezTo>
                <a:cubicBezTo>
                  <a:pt x="40975" y="170560"/>
                  <a:pt x="45113" y="172276"/>
                  <a:pt x="50865" y="172276"/>
                </a:cubicBezTo>
                <a:cubicBezTo>
                  <a:pt x="55710" y="172276"/>
                  <a:pt x="60857" y="170485"/>
                  <a:pt x="66307" y="166902"/>
                </a:cubicBezTo>
                <a:cubicBezTo>
                  <a:pt x="71756" y="163319"/>
                  <a:pt x="77963" y="157693"/>
                  <a:pt x="84927" y="150022"/>
                </a:cubicBezTo>
                <a:lnTo>
                  <a:pt x="95372" y="16061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" name="path-210">
            <a:extLst xmlns:a="http://schemas.openxmlformats.org/drawingml/2006/main">
              <a:ext uri="{FF2B5EF4-FFF2-40B4-BE49-F238E27FC236}">
                <a16:creationId xmlns:a16="http://schemas.microsoft.com/office/drawing/2014/main" id="{0BFB5BFF-4B7E-4DF2-85CC-D5D23365A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95034" y="6319841"/>
            <a:ext cx="132806" cy="232365"/>
          </a:xfrm>
          <a:custGeom xmlns:a="http://schemas.openxmlformats.org/drawingml/2006/main">
            <a:pathLst>
              <a:path w="110057" h="192561">
                <a:moveTo>
                  <a:pt x="95372" y="160619"/>
                </a:moveTo>
                <a:cubicBezTo>
                  <a:pt x="90225" y="166372"/>
                  <a:pt x="85331" y="171267"/>
                  <a:pt x="80688" y="175304"/>
                </a:cubicBezTo>
                <a:cubicBezTo>
                  <a:pt x="76046" y="179341"/>
                  <a:pt x="71504" y="182646"/>
                  <a:pt x="67063" y="185219"/>
                </a:cubicBezTo>
                <a:cubicBezTo>
                  <a:pt x="62623" y="187793"/>
                  <a:pt x="58233" y="189660"/>
                  <a:pt x="53893" y="190821"/>
                </a:cubicBezTo>
                <a:cubicBezTo>
                  <a:pt x="49553" y="191981"/>
                  <a:pt x="45113" y="192561"/>
                  <a:pt x="40571" y="192561"/>
                </a:cubicBezTo>
                <a:cubicBezTo>
                  <a:pt x="28561" y="192561"/>
                  <a:pt x="19604" y="189736"/>
                  <a:pt x="13700" y="184084"/>
                </a:cubicBezTo>
                <a:cubicBezTo>
                  <a:pt x="7796" y="178432"/>
                  <a:pt x="4844" y="170106"/>
                  <a:pt x="4844" y="159105"/>
                </a:cubicBezTo>
                <a:cubicBezTo>
                  <a:pt x="4844" y="155371"/>
                  <a:pt x="5122" y="151259"/>
                  <a:pt x="5677" y="146768"/>
                </a:cubicBezTo>
                <a:cubicBezTo>
                  <a:pt x="6232" y="142276"/>
                  <a:pt x="7014" y="137912"/>
                  <a:pt x="8023" y="133673"/>
                </a:cubicBezTo>
                <a:lnTo>
                  <a:pt x="26038" y="55255"/>
                </a:lnTo>
                <a:lnTo>
                  <a:pt x="0" y="55255"/>
                </a:lnTo>
                <a:lnTo>
                  <a:pt x="3028" y="43599"/>
                </a:lnTo>
                <a:cubicBezTo>
                  <a:pt x="9083" y="43599"/>
                  <a:pt x="13801" y="43019"/>
                  <a:pt x="17182" y="41858"/>
                </a:cubicBezTo>
                <a:cubicBezTo>
                  <a:pt x="20563" y="40697"/>
                  <a:pt x="23414" y="39108"/>
                  <a:pt x="25735" y="37089"/>
                </a:cubicBezTo>
                <a:cubicBezTo>
                  <a:pt x="27249" y="35676"/>
                  <a:pt x="28713" y="33935"/>
                  <a:pt x="30126" y="31866"/>
                </a:cubicBezTo>
                <a:cubicBezTo>
                  <a:pt x="31538" y="29798"/>
                  <a:pt x="32951" y="27300"/>
                  <a:pt x="34364" y="24373"/>
                </a:cubicBezTo>
                <a:cubicBezTo>
                  <a:pt x="35777" y="21446"/>
                  <a:pt x="37215" y="17990"/>
                  <a:pt x="38679" y="14003"/>
                </a:cubicBezTo>
                <a:cubicBezTo>
                  <a:pt x="40142" y="10017"/>
                  <a:pt x="41782" y="5349"/>
                  <a:pt x="43599" y="0"/>
                </a:cubicBezTo>
                <a:lnTo>
                  <a:pt x="67215" y="0"/>
                </a:lnTo>
                <a:lnTo>
                  <a:pt x="58586" y="38452"/>
                </a:lnTo>
                <a:lnTo>
                  <a:pt x="110057" y="38452"/>
                </a:lnTo>
                <a:lnTo>
                  <a:pt x="106575" y="55255"/>
                </a:lnTo>
                <a:lnTo>
                  <a:pt x="55255" y="55255"/>
                </a:lnTo>
                <a:lnTo>
                  <a:pt x="39814" y="118686"/>
                </a:lnTo>
                <a:cubicBezTo>
                  <a:pt x="38805" y="122924"/>
                  <a:pt x="37972" y="126734"/>
                  <a:pt x="37316" y="130115"/>
                </a:cubicBezTo>
                <a:cubicBezTo>
                  <a:pt x="36660" y="133496"/>
                  <a:pt x="36131" y="136549"/>
                  <a:pt x="35727" y="139274"/>
                </a:cubicBezTo>
                <a:cubicBezTo>
                  <a:pt x="35323" y="141999"/>
                  <a:pt x="35046" y="144472"/>
                  <a:pt x="34894" y="146692"/>
                </a:cubicBezTo>
                <a:cubicBezTo>
                  <a:pt x="34743" y="148912"/>
                  <a:pt x="34667" y="150981"/>
                  <a:pt x="34667" y="152899"/>
                </a:cubicBezTo>
                <a:cubicBezTo>
                  <a:pt x="34667" y="158954"/>
                  <a:pt x="35929" y="163697"/>
                  <a:pt x="38452" y="167129"/>
                </a:cubicBezTo>
                <a:cubicBezTo>
                  <a:pt x="40975" y="170560"/>
                  <a:pt x="45113" y="172276"/>
                  <a:pt x="50865" y="172276"/>
                </a:cubicBezTo>
                <a:cubicBezTo>
                  <a:pt x="55710" y="172276"/>
                  <a:pt x="60857" y="170485"/>
                  <a:pt x="66307" y="166902"/>
                </a:cubicBezTo>
                <a:cubicBezTo>
                  <a:pt x="71756" y="163319"/>
                  <a:pt x="77963" y="157693"/>
                  <a:pt x="84927" y="150022"/>
                </a:cubicBezTo>
                <a:lnTo>
                  <a:pt x="95372" y="16061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" name="path-211">
            <a:extLst xmlns:a="http://schemas.openxmlformats.org/drawingml/2006/main">
              <a:ext uri="{FF2B5EF4-FFF2-40B4-BE49-F238E27FC236}">
                <a16:creationId xmlns:a16="http://schemas.microsoft.com/office/drawing/2014/main" id="{CBB99170-603C-4E7C-A3C8-94AD31006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2697" y="6362405"/>
            <a:ext cx="228711" cy="189801"/>
          </a:xfrm>
          <a:custGeom xmlns:a="http://schemas.openxmlformats.org/drawingml/2006/main">
            <a:pathLst>
              <a:path w="189534" h="157289">
                <a:moveTo>
                  <a:pt x="72059" y="40117"/>
                </a:moveTo>
                <a:cubicBezTo>
                  <a:pt x="81849" y="26694"/>
                  <a:pt x="91512" y="16652"/>
                  <a:pt x="101049" y="9991"/>
                </a:cubicBezTo>
                <a:cubicBezTo>
                  <a:pt x="110587" y="3330"/>
                  <a:pt x="120452" y="0"/>
                  <a:pt x="130645" y="0"/>
                </a:cubicBezTo>
                <a:cubicBezTo>
                  <a:pt x="141343" y="0"/>
                  <a:pt x="149341" y="2876"/>
                  <a:pt x="154640" y="8629"/>
                </a:cubicBezTo>
                <a:cubicBezTo>
                  <a:pt x="159938" y="14382"/>
                  <a:pt x="162587" y="22455"/>
                  <a:pt x="162587" y="32851"/>
                </a:cubicBezTo>
                <a:cubicBezTo>
                  <a:pt x="162587" y="35979"/>
                  <a:pt x="162133" y="40319"/>
                  <a:pt x="161225" y="45870"/>
                </a:cubicBezTo>
                <a:cubicBezTo>
                  <a:pt x="160317" y="51420"/>
                  <a:pt x="159156" y="57476"/>
                  <a:pt x="157743" y="64036"/>
                </a:cubicBezTo>
                <a:cubicBezTo>
                  <a:pt x="156330" y="70596"/>
                  <a:pt x="154816" y="77332"/>
                  <a:pt x="153201" y="84246"/>
                </a:cubicBezTo>
                <a:cubicBezTo>
                  <a:pt x="151587" y="91159"/>
                  <a:pt x="150073" y="97542"/>
                  <a:pt x="148660" y="103396"/>
                </a:cubicBezTo>
                <a:cubicBezTo>
                  <a:pt x="147247" y="109249"/>
                  <a:pt x="146086" y="114245"/>
                  <a:pt x="145178" y="118383"/>
                </a:cubicBezTo>
                <a:cubicBezTo>
                  <a:pt x="144270" y="122521"/>
                  <a:pt x="143816" y="125094"/>
                  <a:pt x="143816" y="126104"/>
                </a:cubicBezTo>
                <a:cubicBezTo>
                  <a:pt x="143816" y="129939"/>
                  <a:pt x="144522" y="132714"/>
                  <a:pt x="145935" y="134430"/>
                </a:cubicBezTo>
                <a:cubicBezTo>
                  <a:pt x="147348" y="136145"/>
                  <a:pt x="149619" y="137003"/>
                  <a:pt x="152747" y="137003"/>
                </a:cubicBezTo>
                <a:cubicBezTo>
                  <a:pt x="154665" y="137003"/>
                  <a:pt x="156557" y="136650"/>
                  <a:pt x="158424" y="135944"/>
                </a:cubicBezTo>
                <a:cubicBezTo>
                  <a:pt x="160291" y="135237"/>
                  <a:pt x="162234" y="134127"/>
                  <a:pt x="164253" y="132613"/>
                </a:cubicBezTo>
                <a:cubicBezTo>
                  <a:pt x="166271" y="131099"/>
                  <a:pt x="168491" y="129156"/>
                  <a:pt x="170913" y="126785"/>
                </a:cubicBezTo>
                <a:cubicBezTo>
                  <a:pt x="173336" y="124413"/>
                  <a:pt x="176061" y="121562"/>
                  <a:pt x="179088" y="118232"/>
                </a:cubicBezTo>
                <a:lnTo>
                  <a:pt x="189534" y="128223"/>
                </a:lnTo>
                <a:cubicBezTo>
                  <a:pt x="184589" y="133269"/>
                  <a:pt x="180047" y="137609"/>
                  <a:pt x="175909" y="141242"/>
                </a:cubicBezTo>
                <a:cubicBezTo>
                  <a:pt x="171771" y="144875"/>
                  <a:pt x="167760" y="147878"/>
                  <a:pt x="163874" y="150249"/>
                </a:cubicBezTo>
                <a:cubicBezTo>
                  <a:pt x="159989" y="152621"/>
                  <a:pt x="156128" y="154387"/>
                  <a:pt x="152293" y="155548"/>
                </a:cubicBezTo>
                <a:cubicBezTo>
                  <a:pt x="148458" y="156708"/>
                  <a:pt x="144371" y="157289"/>
                  <a:pt x="140031" y="157289"/>
                </a:cubicBezTo>
                <a:cubicBezTo>
                  <a:pt x="136398" y="157289"/>
                  <a:pt x="133042" y="156582"/>
                  <a:pt x="129964" y="155169"/>
                </a:cubicBezTo>
                <a:cubicBezTo>
                  <a:pt x="126886" y="153756"/>
                  <a:pt x="124236" y="151814"/>
                  <a:pt x="122016" y="149341"/>
                </a:cubicBezTo>
                <a:cubicBezTo>
                  <a:pt x="119796" y="146868"/>
                  <a:pt x="118080" y="143942"/>
                  <a:pt x="116869" y="140561"/>
                </a:cubicBezTo>
                <a:cubicBezTo>
                  <a:pt x="115658" y="137180"/>
                  <a:pt x="115052" y="133471"/>
                  <a:pt x="115052" y="129434"/>
                </a:cubicBezTo>
                <a:cubicBezTo>
                  <a:pt x="115052" y="125397"/>
                  <a:pt x="115481" y="120679"/>
                  <a:pt x="116339" y="115280"/>
                </a:cubicBezTo>
                <a:cubicBezTo>
                  <a:pt x="117197" y="109880"/>
                  <a:pt x="118484" y="103951"/>
                  <a:pt x="120200" y="97492"/>
                </a:cubicBezTo>
                <a:cubicBezTo>
                  <a:pt x="122016" y="90932"/>
                  <a:pt x="123707" y="84649"/>
                  <a:pt x="125271" y="78644"/>
                </a:cubicBezTo>
                <a:cubicBezTo>
                  <a:pt x="126835" y="72639"/>
                  <a:pt x="128198" y="67089"/>
                  <a:pt x="129358" y="61992"/>
                </a:cubicBezTo>
                <a:cubicBezTo>
                  <a:pt x="130519" y="56895"/>
                  <a:pt x="131427" y="52354"/>
                  <a:pt x="132083" y="48367"/>
                </a:cubicBezTo>
                <a:cubicBezTo>
                  <a:pt x="132739" y="44381"/>
                  <a:pt x="133067" y="41076"/>
                  <a:pt x="133067" y="38452"/>
                </a:cubicBezTo>
                <a:cubicBezTo>
                  <a:pt x="133067" y="32195"/>
                  <a:pt x="131881" y="27602"/>
                  <a:pt x="129510" y="24676"/>
                </a:cubicBezTo>
                <a:cubicBezTo>
                  <a:pt x="127138" y="21749"/>
                  <a:pt x="123328" y="20286"/>
                  <a:pt x="118080" y="20286"/>
                </a:cubicBezTo>
                <a:cubicBezTo>
                  <a:pt x="115052" y="20286"/>
                  <a:pt x="111798" y="21068"/>
                  <a:pt x="108316" y="22632"/>
                </a:cubicBezTo>
                <a:cubicBezTo>
                  <a:pt x="104834" y="24196"/>
                  <a:pt x="101327" y="26366"/>
                  <a:pt x="97795" y="29142"/>
                </a:cubicBezTo>
                <a:cubicBezTo>
                  <a:pt x="94262" y="31917"/>
                  <a:pt x="90806" y="35197"/>
                  <a:pt x="87425" y="38982"/>
                </a:cubicBezTo>
                <a:cubicBezTo>
                  <a:pt x="84044" y="42766"/>
                  <a:pt x="80940" y="46803"/>
                  <a:pt x="78115" y="51092"/>
                </a:cubicBezTo>
                <a:cubicBezTo>
                  <a:pt x="75289" y="55382"/>
                  <a:pt x="72791" y="59873"/>
                  <a:pt x="70621" y="64566"/>
                </a:cubicBezTo>
                <a:cubicBezTo>
                  <a:pt x="68451" y="69259"/>
                  <a:pt x="66862" y="73926"/>
                  <a:pt x="65852" y="78569"/>
                </a:cubicBezTo>
                <a:lnTo>
                  <a:pt x="48897" y="154564"/>
                </a:lnTo>
                <a:lnTo>
                  <a:pt x="19226" y="154564"/>
                </a:lnTo>
                <a:lnTo>
                  <a:pt x="41934" y="55861"/>
                </a:lnTo>
                <a:cubicBezTo>
                  <a:pt x="43246" y="50613"/>
                  <a:pt x="44204" y="45920"/>
                  <a:pt x="44810" y="41782"/>
                </a:cubicBezTo>
                <a:cubicBezTo>
                  <a:pt x="45415" y="37644"/>
                  <a:pt x="45718" y="34263"/>
                  <a:pt x="45718" y="31639"/>
                </a:cubicBezTo>
                <a:cubicBezTo>
                  <a:pt x="45718" y="24272"/>
                  <a:pt x="42741" y="20588"/>
                  <a:pt x="36787" y="20588"/>
                </a:cubicBezTo>
                <a:cubicBezTo>
                  <a:pt x="34970" y="20588"/>
                  <a:pt x="33128" y="20967"/>
                  <a:pt x="31261" y="21724"/>
                </a:cubicBezTo>
                <a:cubicBezTo>
                  <a:pt x="29394" y="22481"/>
                  <a:pt x="27426" y="23616"/>
                  <a:pt x="25357" y="25130"/>
                </a:cubicBezTo>
                <a:cubicBezTo>
                  <a:pt x="23288" y="26644"/>
                  <a:pt x="21042" y="28561"/>
                  <a:pt x="18620" y="30882"/>
                </a:cubicBezTo>
                <a:cubicBezTo>
                  <a:pt x="16198" y="33204"/>
                  <a:pt x="13473" y="35929"/>
                  <a:pt x="10446" y="39057"/>
                </a:cubicBezTo>
                <a:lnTo>
                  <a:pt x="0" y="29217"/>
                </a:lnTo>
                <a:cubicBezTo>
                  <a:pt x="5046" y="24070"/>
                  <a:pt x="9663" y="19655"/>
                  <a:pt x="13852" y="15971"/>
                </a:cubicBezTo>
                <a:cubicBezTo>
                  <a:pt x="18040" y="12287"/>
                  <a:pt x="22026" y="9260"/>
                  <a:pt x="25811" y="6888"/>
                </a:cubicBezTo>
                <a:cubicBezTo>
                  <a:pt x="29596" y="4516"/>
                  <a:pt x="33355" y="2775"/>
                  <a:pt x="37089" y="1665"/>
                </a:cubicBezTo>
                <a:cubicBezTo>
                  <a:pt x="40823" y="555"/>
                  <a:pt x="44759" y="0"/>
                  <a:pt x="48897" y="0"/>
                </a:cubicBezTo>
                <a:cubicBezTo>
                  <a:pt x="56366" y="0"/>
                  <a:pt x="62143" y="2447"/>
                  <a:pt x="66231" y="7342"/>
                </a:cubicBezTo>
                <a:cubicBezTo>
                  <a:pt x="70318" y="12237"/>
                  <a:pt x="72362" y="18671"/>
                  <a:pt x="72362" y="26644"/>
                </a:cubicBezTo>
                <a:cubicBezTo>
                  <a:pt x="72362" y="28662"/>
                  <a:pt x="72185" y="30782"/>
                  <a:pt x="71832" y="33002"/>
                </a:cubicBezTo>
                <a:cubicBezTo>
                  <a:pt x="71479" y="35222"/>
                  <a:pt x="70848" y="37342"/>
                  <a:pt x="69940" y="39360"/>
                </a:cubicBezTo>
                <a:lnTo>
                  <a:pt x="72059" y="401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" name="path-212">
            <a:extLst xmlns:a="http://schemas.openxmlformats.org/drawingml/2006/main">
              <a:ext uri="{FF2B5EF4-FFF2-40B4-BE49-F238E27FC236}">
                <a16:creationId xmlns:a16="http://schemas.microsoft.com/office/drawing/2014/main" id="{25E9E119-1648-4ECE-BA25-E4E0FA257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8550" y="4910581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" name="path-213">
            <a:extLst xmlns:a="http://schemas.openxmlformats.org/drawingml/2006/main">
              <a:ext uri="{FF2B5EF4-FFF2-40B4-BE49-F238E27FC236}">
                <a16:creationId xmlns:a16="http://schemas.microsoft.com/office/drawing/2014/main" id="{F6CE74B9-834A-4B1E-A2E4-E257F9F207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9658" y="4880537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" name="path-214">
            <a:extLst xmlns:a="http://schemas.openxmlformats.org/drawingml/2006/main">
              <a:ext uri="{FF2B5EF4-FFF2-40B4-BE49-F238E27FC236}">
                <a16:creationId xmlns:a16="http://schemas.microsoft.com/office/drawing/2014/main" id="{D294B219-D124-4FE0-A3DD-3F2FFDE23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8550" y="5236458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" name="path-215">
            <a:extLst xmlns:a="http://schemas.openxmlformats.org/drawingml/2006/main">
              <a:ext uri="{FF2B5EF4-FFF2-40B4-BE49-F238E27FC236}">
                <a16:creationId xmlns:a16="http://schemas.microsoft.com/office/drawing/2014/main" id="{B8E11FC0-CCA4-4609-8990-54441AC3B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9658" y="5208435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1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" name="path-216">
            <a:extLst xmlns:a="http://schemas.openxmlformats.org/drawingml/2006/main">
              <a:ext uri="{FF2B5EF4-FFF2-40B4-BE49-F238E27FC236}">
                <a16:creationId xmlns:a16="http://schemas.microsoft.com/office/drawing/2014/main" id="{D0283395-5062-4B11-ADDC-71B171CFB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8550" y="5565800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" name="path-217">
            <a:extLst xmlns:a="http://schemas.openxmlformats.org/drawingml/2006/main">
              <a:ext uri="{FF2B5EF4-FFF2-40B4-BE49-F238E27FC236}">
                <a16:creationId xmlns:a16="http://schemas.microsoft.com/office/drawing/2014/main" id="{78A1F0C3-2547-4910-9923-8A06C6CE8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9658" y="5536333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" name="path-218">
            <a:extLst xmlns:a="http://schemas.openxmlformats.org/drawingml/2006/main">
              <a:ext uri="{FF2B5EF4-FFF2-40B4-BE49-F238E27FC236}">
                <a16:creationId xmlns:a16="http://schemas.microsoft.com/office/drawing/2014/main" id="{E8C9E700-43E0-4C42-B7EA-CDF33EA36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8550" y="5891676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" name="path-219">
            <a:extLst xmlns:a="http://schemas.openxmlformats.org/drawingml/2006/main">
              <a:ext uri="{FF2B5EF4-FFF2-40B4-BE49-F238E27FC236}">
                <a16:creationId xmlns:a16="http://schemas.microsoft.com/office/drawing/2014/main" id="{E3C5CD09-40C7-46DA-9BC0-2E16BD93D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9658" y="5864231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1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" name="path-220">
            <a:extLst xmlns:a="http://schemas.openxmlformats.org/drawingml/2006/main">
              <a:ext uri="{FF2B5EF4-FFF2-40B4-BE49-F238E27FC236}">
                <a16:creationId xmlns:a16="http://schemas.microsoft.com/office/drawing/2014/main" id="{6031F216-0317-4320-87D1-723E647CF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8550" y="6221018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" name="path-221">
            <a:extLst xmlns:a="http://schemas.openxmlformats.org/drawingml/2006/main">
              <a:ext uri="{FF2B5EF4-FFF2-40B4-BE49-F238E27FC236}">
                <a16:creationId xmlns:a16="http://schemas.microsoft.com/office/drawing/2014/main" id="{3FAA312C-20CD-4AFA-B717-F7974CD4B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9658" y="6192129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" name="path-222">
            <a:extLst xmlns:a="http://schemas.openxmlformats.org/drawingml/2006/main">
              <a:ext uri="{FF2B5EF4-FFF2-40B4-BE49-F238E27FC236}">
                <a16:creationId xmlns:a16="http://schemas.microsoft.com/office/drawing/2014/main" id="{DC038E25-0F67-48CD-AE8B-A080281AE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3474" y="4910581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" name="path-223">
            <a:extLst xmlns:a="http://schemas.openxmlformats.org/drawingml/2006/main">
              <a:ext uri="{FF2B5EF4-FFF2-40B4-BE49-F238E27FC236}">
                <a16:creationId xmlns:a16="http://schemas.microsoft.com/office/drawing/2014/main" id="{71A4D466-1810-4FAE-8BE5-22C59D290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3429" y="4880537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1" y="23940"/>
                </a:lnTo>
                <a:lnTo>
                  <a:pt x="47881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" name="path-224">
            <a:extLst xmlns:a="http://schemas.openxmlformats.org/drawingml/2006/main">
              <a:ext uri="{FF2B5EF4-FFF2-40B4-BE49-F238E27FC236}">
                <a16:creationId xmlns:a16="http://schemas.microsoft.com/office/drawing/2014/main" id="{723C472A-1D7C-457F-AA07-2B7E91D9B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3474" y="5236458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" name="path-225">
            <a:extLst xmlns:a="http://schemas.openxmlformats.org/drawingml/2006/main">
              <a:ext uri="{FF2B5EF4-FFF2-40B4-BE49-F238E27FC236}">
                <a16:creationId xmlns:a16="http://schemas.microsoft.com/office/drawing/2014/main" id="{58D6C00F-DE27-4DC6-99A0-2A5BF5E45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3429" y="5208435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1" y="23941"/>
                </a:lnTo>
                <a:lnTo>
                  <a:pt x="47881" y="295671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" name="path-226">
            <a:extLst xmlns:a="http://schemas.openxmlformats.org/drawingml/2006/main">
              <a:ext uri="{FF2B5EF4-FFF2-40B4-BE49-F238E27FC236}">
                <a16:creationId xmlns:a16="http://schemas.microsoft.com/office/drawing/2014/main" id="{9F8B60F2-4E20-46D5-A474-21716DA5A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3474" y="5565800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" name="path-227">
            <a:extLst xmlns:a="http://schemas.openxmlformats.org/drawingml/2006/main">
              <a:ext uri="{FF2B5EF4-FFF2-40B4-BE49-F238E27FC236}">
                <a16:creationId xmlns:a16="http://schemas.microsoft.com/office/drawing/2014/main" id="{74218CEC-6380-4C7D-B992-27CB41658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3429" y="5536333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1" y="23940"/>
                </a:lnTo>
                <a:lnTo>
                  <a:pt x="47881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" name="path-228">
            <a:extLst xmlns:a="http://schemas.openxmlformats.org/drawingml/2006/main">
              <a:ext uri="{FF2B5EF4-FFF2-40B4-BE49-F238E27FC236}">
                <a16:creationId xmlns:a16="http://schemas.microsoft.com/office/drawing/2014/main" id="{21C3DAEB-FCF1-4A09-910D-4B72EFB18A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3474" y="5891676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" name="path-229">
            <a:extLst xmlns:a="http://schemas.openxmlformats.org/drawingml/2006/main">
              <a:ext uri="{FF2B5EF4-FFF2-40B4-BE49-F238E27FC236}">
                <a16:creationId xmlns:a16="http://schemas.microsoft.com/office/drawing/2014/main" id="{03564E40-5554-45E2-9981-1F3DF8BE1F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3429" y="5864231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1" y="23941"/>
                </a:lnTo>
                <a:lnTo>
                  <a:pt x="47881" y="295671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" name="path-230">
            <a:extLst xmlns:a="http://schemas.openxmlformats.org/drawingml/2006/main">
              <a:ext uri="{FF2B5EF4-FFF2-40B4-BE49-F238E27FC236}">
                <a16:creationId xmlns:a16="http://schemas.microsoft.com/office/drawing/2014/main" id="{F3DA496D-036D-471D-A392-AAD4DC8A3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3474" y="6221018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" name="path-231">
            <a:extLst xmlns:a="http://schemas.openxmlformats.org/drawingml/2006/main">
              <a:ext uri="{FF2B5EF4-FFF2-40B4-BE49-F238E27FC236}">
                <a16:creationId xmlns:a16="http://schemas.microsoft.com/office/drawing/2014/main" id="{7F607077-8A66-489F-BD20-5785C5071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3429" y="6192129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1" y="23940"/>
                </a:lnTo>
                <a:lnTo>
                  <a:pt x="47881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" name="path-232">
            <a:extLst xmlns:a="http://schemas.openxmlformats.org/drawingml/2006/main">
              <a:ext uri="{FF2B5EF4-FFF2-40B4-BE49-F238E27FC236}">
                <a16:creationId xmlns:a16="http://schemas.microsoft.com/office/drawing/2014/main" id="{7951FE42-D9C2-4C8F-9F51-542C01820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4931" y="4914048"/>
            <a:ext cx="308543" cy="329343"/>
          </a:xfrm>
          <a:custGeom xmlns:a="http://schemas.openxmlformats.org/drawingml/2006/main">
            <a:pathLst>
              <a:path w="255691" h="272928">
                <a:moveTo>
                  <a:pt x="0" y="0"/>
                </a:moveTo>
                <a:lnTo>
                  <a:pt x="0" y="272928"/>
                </a:lnTo>
                <a:lnTo>
                  <a:pt x="255691" y="272928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" name="path-233">
            <a:extLst xmlns:a="http://schemas.openxmlformats.org/drawingml/2006/main">
              <a:ext uri="{FF2B5EF4-FFF2-40B4-BE49-F238E27FC236}">
                <a16:creationId xmlns:a16="http://schemas.microsoft.com/office/drawing/2014/main" id="{61679F29-7948-46BF-A0FE-9A52B852D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4308" y="4886314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" name="path-234">
            <a:extLst xmlns:a="http://schemas.openxmlformats.org/drawingml/2006/main">
              <a:ext uri="{FF2B5EF4-FFF2-40B4-BE49-F238E27FC236}">
                <a16:creationId xmlns:a16="http://schemas.microsoft.com/office/drawing/2014/main" id="{461CA15F-37F8-4B92-BCB5-164A58E7A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4931" y="5243391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" name="path-235">
            <a:extLst xmlns:a="http://schemas.openxmlformats.org/drawingml/2006/main">
              <a:ext uri="{FF2B5EF4-FFF2-40B4-BE49-F238E27FC236}">
                <a16:creationId xmlns:a16="http://schemas.microsoft.com/office/drawing/2014/main" id="{8988D676-8F37-4B62-A911-605DDAC27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4308" y="5214213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" name="path-236">
            <a:extLst xmlns:a="http://schemas.openxmlformats.org/drawingml/2006/main">
              <a:ext uri="{FF2B5EF4-FFF2-40B4-BE49-F238E27FC236}">
                <a16:creationId xmlns:a16="http://schemas.microsoft.com/office/drawing/2014/main" id="{2B5C9517-6E03-4486-9816-ED71E38F5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4931" y="5572734"/>
            <a:ext cx="308543" cy="325875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" name="path-237">
            <a:extLst xmlns:a="http://schemas.openxmlformats.org/drawingml/2006/main">
              <a:ext uri="{FF2B5EF4-FFF2-40B4-BE49-F238E27FC236}">
                <a16:creationId xmlns:a16="http://schemas.microsoft.com/office/drawing/2014/main" id="{033BF835-A3C7-4F81-A20F-933C0D8EE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4308" y="5542111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" name="path-238">
            <a:extLst xmlns:a="http://schemas.openxmlformats.org/drawingml/2006/main">
              <a:ext uri="{FF2B5EF4-FFF2-40B4-BE49-F238E27FC236}">
                <a16:creationId xmlns:a16="http://schemas.microsoft.com/office/drawing/2014/main" id="{F493866E-0DA5-4E31-BA61-D6BB8A4C5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4931" y="5898609"/>
            <a:ext cx="308543" cy="329343"/>
          </a:xfrm>
          <a:custGeom xmlns:a="http://schemas.openxmlformats.org/drawingml/2006/main">
            <a:pathLst>
              <a:path w="255691" h="272928">
                <a:moveTo>
                  <a:pt x="0" y="0"/>
                </a:moveTo>
                <a:lnTo>
                  <a:pt x="0" y="272928"/>
                </a:lnTo>
                <a:lnTo>
                  <a:pt x="255691" y="272928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" name="path-239">
            <a:extLst xmlns:a="http://schemas.openxmlformats.org/drawingml/2006/main">
              <a:ext uri="{FF2B5EF4-FFF2-40B4-BE49-F238E27FC236}">
                <a16:creationId xmlns:a16="http://schemas.microsoft.com/office/drawing/2014/main" id="{7D853E83-6356-4FDC-9EB0-0349C7CA3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4308" y="5870009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1"/>
                </a:lnTo>
                <a:lnTo>
                  <a:pt x="281234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" name="path-240">
            <a:extLst xmlns:a="http://schemas.openxmlformats.org/drawingml/2006/main">
              <a:ext uri="{FF2B5EF4-FFF2-40B4-BE49-F238E27FC236}">
                <a16:creationId xmlns:a16="http://schemas.microsoft.com/office/drawing/2014/main" id="{02093713-7019-49E2-9945-CBD1FDC78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4931" y="6227952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" name="path-241">
            <a:extLst xmlns:a="http://schemas.openxmlformats.org/drawingml/2006/main">
              <a:ext uri="{FF2B5EF4-FFF2-40B4-BE49-F238E27FC236}">
                <a16:creationId xmlns:a16="http://schemas.microsoft.com/office/drawing/2014/main" id="{69AFEBF5-20DB-43AE-82AE-9B6A1815D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4308" y="6197908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1"/>
                </a:moveTo>
                <a:lnTo>
                  <a:pt x="47883" y="23940"/>
                </a:lnTo>
                <a:lnTo>
                  <a:pt x="47883" y="295671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1"/>
                </a:lnTo>
                <a:lnTo>
                  <a:pt x="257294" y="23940"/>
                </a:lnTo>
                <a:lnTo>
                  <a:pt x="281234" y="47881"/>
                </a:lnTo>
                <a:lnTo>
                  <a:pt x="23940" y="4788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" name="path-242">
            <a:extLst xmlns:a="http://schemas.openxmlformats.org/drawingml/2006/main">
              <a:ext uri="{FF2B5EF4-FFF2-40B4-BE49-F238E27FC236}">
                <a16:creationId xmlns:a16="http://schemas.microsoft.com/office/drawing/2014/main" id="{B6F1D273-589A-437F-A664-F07037173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9455" y="4910581"/>
            <a:ext cx="308543" cy="329343"/>
          </a:xfrm>
          <a:custGeom xmlns:a="http://schemas.openxmlformats.org/drawingml/2006/main">
            <a:pathLst>
              <a:path w="255691" h="272928">
                <a:moveTo>
                  <a:pt x="0" y="0"/>
                </a:moveTo>
                <a:lnTo>
                  <a:pt x="0" y="272928"/>
                </a:lnTo>
                <a:lnTo>
                  <a:pt x="255691" y="272928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" name="path-243">
            <a:extLst xmlns:a="http://schemas.openxmlformats.org/drawingml/2006/main">
              <a:ext uri="{FF2B5EF4-FFF2-40B4-BE49-F238E27FC236}">
                <a16:creationId xmlns:a16="http://schemas.microsoft.com/office/drawing/2014/main" id="{19FC6C61-464A-4F97-A990-534CD6C2E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410" y="4881981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1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" name="path-244">
            <a:extLst xmlns:a="http://schemas.openxmlformats.org/drawingml/2006/main">
              <a:ext uri="{FF2B5EF4-FFF2-40B4-BE49-F238E27FC236}">
                <a16:creationId xmlns:a16="http://schemas.microsoft.com/office/drawing/2014/main" id="{530A3E2B-ADBF-42C7-936E-30C8ECFFA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9455" y="5239925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" name="path-245">
            <a:extLst xmlns:a="http://schemas.openxmlformats.org/drawingml/2006/main">
              <a:ext uri="{FF2B5EF4-FFF2-40B4-BE49-F238E27FC236}">
                <a16:creationId xmlns:a16="http://schemas.microsoft.com/office/drawing/2014/main" id="{9A239998-2BFB-43AF-B4C5-FC8CDFDBE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410" y="5209879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" name="path-246">
            <a:extLst xmlns:a="http://schemas.openxmlformats.org/drawingml/2006/main">
              <a:ext uri="{FF2B5EF4-FFF2-40B4-BE49-F238E27FC236}">
                <a16:creationId xmlns:a16="http://schemas.microsoft.com/office/drawing/2014/main" id="{07AA6689-897D-49B1-A91B-51C4CB8AF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9455" y="5565800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" name="path-247">
            <a:extLst xmlns:a="http://schemas.openxmlformats.org/drawingml/2006/main">
              <a:ext uri="{FF2B5EF4-FFF2-40B4-BE49-F238E27FC236}">
                <a16:creationId xmlns:a16="http://schemas.microsoft.com/office/drawing/2014/main" id="{E4F03B69-A055-41CE-94F3-D4038713C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410" y="5537777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" name="path-248">
            <a:extLst xmlns:a="http://schemas.openxmlformats.org/drawingml/2006/main">
              <a:ext uri="{FF2B5EF4-FFF2-40B4-BE49-F238E27FC236}">
                <a16:creationId xmlns:a16="http://schemas.microsoft.com/office/drawing/2014/main" id="{50116A29-05FF-420B-B688-B2D1E5298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9455" y="5895143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" name="path-249">
            <a:extLst xmlns:a="http://schemas.openxmlformats.org/drawingml/2006/main">
              <a:ext uri="{FF2B5EF4-FFF2-40B4-BE49-F238E27FC236}">
                <a16:creationId xmlns:a16="http://schemas.microsoft.com/office/drawing/2014/main" id="{41CC7C7E-F8E4-4579-B22F-3D45352E3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410" y="5865675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" name="path-250">
            <a:extLst xmlns:a="http://schemas.openxmlformats.org/drawingml/2006/main">
              <a:ext uri="{FF2B5EF4-FFF2-40B4-BE49-F238E27FC236}">
                <a16:creationId xmlns:a16="http://schemas.microsoft.com/office/drawing/2014/main" id="{FCC08B98-EBD3-40AD-AAAB-3629F4866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9455" y="6221018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" name="path-251">
            <a:extLst xmlns:a="http://schemas.openxmlformats.org/drawingml/2006/main">
              <a:ext uri="{FF2B5EF4-FFF2-40B4-BE49-F238E27FC236}">
                <a16:creationId xmlns:a16="http://schemas.microsoft.com/office/drawing/2014/main" id="{E6D06A4D-6C1A-4FD2-9FFD-3FC41B1F1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410" y="6193573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" name="path-252">
            <a:extLst xmlns:a="http://schemas.openxmlformats.org/drawingml/2006/main">
              <a:ext uri="{FF2B5EF4-FFF2-40B4-BE49-F238E27FC236}">
                <a16:creationId xmlns:a16="http://schemas.microsoft.com/office/drawing/2014/main" id="{D45AE0C7-6F81-42F1-933A-409D87617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38" y="2827056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" name="path-253">
            <a:extLst xmlns:a="http://schemas.openxmlformats.org/drawingml/2006/main">
              <a:ext uri="{FF2B5EF4-FFF2-40B4-BE49-F238E27FC236}">
                <a16:creationId xmlns:a16="http://schemas.microsoft.com/office/drawing/2014/main" id="{FDE0A10D-5B0E-4F25-8D35-262756D6E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2938" y="2797589"/>
            <a:ext cx="368258" cy="385678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1" y="23941"/>
                </a:lnTo>
                <a:lnTo>
                  <a:pt x="47881" y="295671"/>
                </a:lnTo>
                <a:lnTo>
                  <a:pt x="23940" y="271731"/>
                </a:lnTo>
                <a:lnTo>
                  <a:pt x="281234" y="271731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" name="path-254">
            <a:extLst xmlns:a="http://schemas.openxmlformats.org/drawingml/2006/main">
              <a:ext uri="{FF2B5EF4-FFF2-40B4-BE49-F238E27FC236}">
                <a16:creationId xmlns:a16="http://schemas.microsoft.com/office/drawing/2014/main" id="{109DFE7A-3454-4FFD-B044-5EFF4C8B53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38" y="3152932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" name="path-255">
            <a:extLst xmlns:a="http://schemas.openxmlformats.org/drawingml/2006/main">
              <a:ext uri="{FF2B5EF4-FFF2-40B4-BE49-F238E27FC236}">
                <a16:creationId xmlns:a16="http://schemas.microsoft.com/office/drawing/2014/main" id="{81AD22C1-F2D3-4D56-9067-A1EEABBC1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2938" y="3125487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1" y="23940"/>
                </a:lnTo>
                <a:lnTo>
                  <a:pt x="47881" y="295671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1"/>
                </a:lnTo>
                <a:lnTo>
                  <a:pt x="257294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" name="path-256">
            <a:extLst xmlns:a="http://schemas.openxmlformats.org/drawingml/2006/main">
              <a:ext uri="{FF2B5EF4-FFF2-40B4-BE49-F238E27FC236}">
                <a16:creationId xmlns:a16="http://schemas.microsoft.com/office/drawing/2014/main" id="{03FAC62D-1FF3-4D5C-B619-4B97AC80D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38" y="3482274"/>
            <a:ext cx="312008" cy="329343"/>
          </a:xfrm>
          <a:custGeom xmlns:a="http://schemas.openxmlformats.org/drawingml/2006/main">
            <a:pathLst>
              <a:path w="258563" h="272928">
                <a:moveTo>
                  <a:pt x="0" y="0"/>
                </a:moveTo>
                <a:lnTo>
                  <a:pt x="0" y="272928"/>
                </a:lnTo>
                <a:lnTo>
                  <a:pt x="258563" y="272928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" name="path-257">
            <a:extLst xmlns:a="http://schemas.openxmlformats.org/drawingml/2006/main">
              <a:ext uri="{FF2B5EF4-FFF2-40B4-BE49-F238E27FC236}">
                <a16:creationId xmlns:a16="http://schemas.microsoft.com/office/drawing/2014/main" id="{4B99A7CA-B606-417D-8A00-0A16F54EE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2938" y="3453384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1" y="23941"/>
                </a:lnTo>
                <a:lnTo>
                  <a:pt x="47881" y="295672"/>
                </a:lnTo>
                <a:lnTo>
                  <a:pt x="23940" y="271731"/>
                </a:lnTo>
                <a:lnTo>
                  <a:pt x="281234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" name="path-258">
            <a:extLst xmlns:a="http://schemas.openxmlformats.org/drawingml/2006/main">
              <a:ext uri="{FF2B5EF4-FFF2-40B4-BE49-F238E27FC236}">
                <a16:creationId xmlns:a16="http://schemas.microsoft.com/office/drawing/2014/main" id="{057C2385-4C6E-4EF2-9433-8F42CCEF4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38" y="3811618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" name="path-259">
            <a:extLst xmlns:a="http://schemas.openxmlformats.org/drawingml/2006/main">
              <a:ext uri="{FF2B5EF4-FFF2-40B4-BE49-F238E27FC236}">
                <a16:creationId xmlns:a16="http://schemas.microsoft.com/office/drawing/2014/main" id="{E215D76E-0839-4C04-B5B3-7EDDDAFD6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2938" y="3781283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1" y="23940"/>
                </a:lnTo>
                <a:lnTo>
                  <a:pt x="47881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" name="path-260">
            <a:extLst xmlns:a="http://schemas.openxmlformats.org/drawingml/2006/main">
              <a:ext uri="{FF2B5EF4-FFF2-40B4-BE49-F238E27FC236}">
                <a16:creationId xmlns:a16="http://schemas.microsoft.com/office/drawing/2014/main" id="{C7608F59-D3AE-48F7-83B3-FDCB28209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1538" y="4137493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" name="path-261">
            <a:extLst xmlns:a="http://schemas.openxmlformats.org/drawingml/2006/main">
              <a:ext uri="{FF2B5EF4-FFF2-40B4-BE49-F238E27FC236}">
                <a16:creationId xmlns:a16="http://schemas.microsoft.com/office/drawing/2014/main" id="{46133318-AD11-434B-817D-298D3FAE81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2938" y="4109182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1" y="23941"/>
                </a:lnTo>
                <a:lnTo>
                  <a:pt x="47881" y="295671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" name="path-262">
            <a:extLst xmlns:a="http://schemas.openxmlformats.org/drawingml/2006/main">
              <a:ext uri="{FF2B5EF4-FFF2-40B4-BE49-F238E27FC236}">
                <a16:creationId xmlns:a16="http://schemas.microsoft.com/office/drawing/2014/main" id="{BB0FE962-6C15-4549-AE95-05205C3F8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2995" y="2833989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" name="path-263">
            <a:extLst xmlns:a="http://schemas.openxmlformats.org/drawingml/2006/main">
              <a:ext uri="{FF2B5EF4-FFF2-40B4-BE49-F238E27FC236}">
                <a16:creationId xmlns:a16="http://schemas.microsoft.com/office/drawing/2014/main" id="{DC96E92C-90E1-48EF-BDDD-0DDF062B6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3818" y="2803367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" name="path-264">
            <a:extLst xmlns:a="http://schemas.openxmlformats.org/drawingml/2006/main">
              <a:ext uri="{FF2B5EF4-FFF2-40B4-BE49-F238E27FC236}">
                <a16:creationId xmlns:a16="http://schemas.microsoft.com/office/drawing/2014/main" id="{0F47C599-34B3-4C2C-8B29-1020F9BC0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2995" y="3159865"/>
            <a:ext cx="308543" cy="329343"/>
          </a:xfrm>
          <a:custGeom xmlns:a="http://schemas.openxmlformats.org/drawingml/2006/main">
            <a:pathLst>
              <a:path w="255691" h="272928">
                <a:moveTo>
                  <a:pt x="0" y="0"/>
                </a:moveTo>
                <a:lnTo>
                  <a:pt x="0" y="272928"/>
                </a:lnTo>
                <a:lnTo>
                  <a:pt x="255691" y="272928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" name="path-265">
            <a:extLst xmlns:a="http://schemas.openxmlformats.org/drawingml/2006/main">
              <a:ext uri="{FF2B5EF4-FFF2-40B4-BE49-F238E27FC236}">
                <a16:creationId xmlns:a16="http://schemas.microsoft.com/office/drawing/2014/main" id="{C0BFDEC8-7B6B-49EA-82D1-57AB7D4C22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3818" y="3131265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" name="path-266">
            <a:extLst xmlns:a="http://schemas.openxmlformats.org/drawingml/2006/main">
              <a:ext uri="{FF2B5EF4-FFF2-40B4-BE49-F238E27FC236}">
                <a16:creationId xmlns:a16="http://schemas.microsoft.com/office/drawing/2014/main" id="{216AFF6E-85B9-4B80-84D6-94B0D9CBB5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2995" y="3489208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" name="path-267">
            <a:extLst xmlns:a="http://schemas.openxmlformats.org/drawingml/2006/main">
              <a:ext uri="{FF2B5EF4-FFF2-40B4-BE49-F238E27FC236}">
                <a16:creationId xmlns:a16="http://schemas.microsoft.com/office/drawing/2014/main" id="{8FB60A04-2584-4306-A951-FF4DE33BC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3818" y="3459163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" name="path-268">
            <a:extLst xmlns:a="http://schemas.openxmlformats.org/drawingml/2006/main">
              <a:ext uri="{FF2B5EF4-FFF2-40B4-BE49-F238E27FC236}">
                <a16:creationId xmlns:a16="http://schemas.microsoft.com/office/drawing/2014/main" id="{8BDBA12F-1521-470C-9DDA-CAE54C308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2995" y="3815084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" name="path-269">
            <a:extLst xmlns:a="http://schemas.openxmlformats.org/drawingml/2006/main">
              <a:ext uri="{FF2B5EF4-FFF2-40B4-BE49-F238E27FC236}">
                <a16:creationId xmlns:a16="http://schemas.microsoft.com/office/drawing/2014/main" id="{1EB11270-45D3-4AB6-879A-DE9BF8CB8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3818" y="3787061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" name="path-270">
            <a:extLst xmlns:a="http://schemas.openxmlformats.org/drawingml/2006/main">
              <a:ext uri="{FF2B5EF4-FFF2-40B4-BE49-F238E27FC236}">
                <a16:creationId xmlns:a16="http://schemas.microsoft.com/office/drawing/2014/main" id="{EB752063-2B0B-4FE8-8E71-BC71A6C4F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2995" y="4144426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" name="path-271">
            <a:extLst xmlns:a="http://schemas.openxmlformats.org/drawingml/2006/main">
              <a:ext uri="{FF2B5EF4-FFF2-40B4-BE49-F238E27FC236}">
                <a16:creationId xmlns:a16="http://schemas.microsoft.com/office/drawing/2014/main" id="{DE0C1D5D-3C93-4273-9C02-9B1BBC1DC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3818" y="4114959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" name="path-272">
            <a:extLst xmlns:a="http://schemas.openxmlformats.org/drawingml/2006/main">
              <a:ext uri="{FF2B5EF4-FFF2-40B4-BE49-F238E27FC236}">
                <a16:creationId xmlns:a16="http://schemas.microsoft.com/office/drawing/2014/main" id="{DF017981-0442-4EB8-B426-17AE5F52E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7521" y="2837456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" name="path-273">
            <a:extLst xmlns:a="http://schemas.openxmlformats.org/drawingml/2006/main">
              <a:ext uri="{FF2B5EF4-FFF2-40B4-BE49-F238E27FC236}">
                <a16:creationId xmlns:a16="http://schemas.microsoft.com/office/drawing/2014/main" id="{6EAF8D2E-8F1F-4C61-BD84-5B2B74540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8919" y="2807700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" name="path-274">
            <a:extLst xmlns:a="http://schemas.openxmlformats.org/drawingml/2006/main">
              <a:ext uri="{FF2B5EF4-FFF2-40B4-BE49-F238E27FC236}">
                <a16:creationId xmlns:a16="http://schemas.microsoft.com/office/drawing/2014/main" id="{B7BDC88B-21BC-453D-BE2F-C611F29F3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7521" y="3163332"/>
            <a:ext cx="312008" cy="329343"/>
          </a:xfrm>
          <a:custGeom xmlns:a="http://schemas.openxmlformats.org/drawingml/2006/main">
            <a:pathLst>
              <a:path w="258563" h="272928">
                <a:moveTo>
                  <a:pt x="0" y="0"/>
                </a:moveTo>
                <a:lnTo>
                  <a:pt x="0" y="272928"/>
                </a:lnTo>
                <a:lnTo>
                  <a:pt x="258563" y="272928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" name="path-275">
            <a:extLst xmlns:a="http://schemas.openxmlformats.org/drawingml/2006/main">
              <a:ext uri="{FF2B5EF4-FFF2-40B4-BE49-F238E27FC236}">
                <a16:creationId xmlns:a16="http://schemas.microsoft.com/office/drawing/2014/main" id="{CEFC5B7A-371D-42F2-BE73-60EBB35EF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8919" y="3135598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1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" name="path-276">
            <a:extLst xmlns:a="http://schemas.openxmlformats.org/drawingml/2006/main">
              <a:ext uri="{FF2B5EF4-FFF2-40B4-BE49-F238E27FC236}">
                <a16:creationId xmlns:a16="http://schemas.microsoft.com/office/drawing/2014/main" id="{3D091CC1-EB97-46B9-97FB-05493BB25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7521" y="3492675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" name="path-277">
            <a:extLst xmlns:a="http://schemas.openxmlformats.org/drawingml/2006/main">
              <a:ext uri="{FF2B5EF4-FFF2-40B4-BE49-F238E27FC236}">
                <a16:creationId xmlns:a16="http://schemas.microsoft.com/office/drawing/2014/main" id="{0C4925A0-3014-4F92-A47E-B0B953A21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8919" y="3463496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" name="path-278">
            <a:extLst xmlns:a="http://schemas.openxmlformats.org/drawingml/2006/main">
              <a:ext uri="{FF2B5EF4-FFF2-40B4-BE49-F238E27FC236}">
                <a16:creationId xmlns:a16="http://schemas.microsoft.com/office/drawing/2014/main" id="{8F1F1CA0-8F3D-4CB2-89FA-A5A6A72EC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7521" y="3822017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" name="path-279">
            <a:extLst xmlns:a="http://schemas.openxmlformats.org/drawingml/2006/main">
              <a:ext uri="{FF2B5EF4-FFF2-40B4-BE49-F238E27FC236}">
                <a16:creationId xmlns:a16="http://schemas.microsoft.com/office/drawing/2014/main" id="{E112E5CB-26C8-4E1E-8853-949833B60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8919" y="3791394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1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" name="path-280">
            <a:extLst xmlns:a="http://schemas.openxmlformats.org/drawingml/2006/main">
              <a:ext uri="{FF2B5EF4-FFF2-40B4-BE49-F238E27FC236}">
                <a16:creationId xmlns:a16="http://schemas.microsoft.com/office/drawing/2014/main" id="{D21C5607-081B-4BA8-8502-ECCB31A2A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7521" y="4147893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" name="path-281">
            <a:extLst xmlns:a="http://schemas.openxmlformats.org/drawingml/2006/main">
              <a:ext uri="{FF2B5EF4-FFF2-40B4-BE49-F238E27FC236}">
                <a16:creationId xmlns:a16="http://schemas.microsoft.com/office/drawing/2014/main" id="{12D521F0-ABCF-4C1A-B1C5-C640355B4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8919" y="4119293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" name="path-282">
            <a:extLst xmlns:a="http://schemas.openxmlformats.org/drawingml/2006/main">
              <a:ext uri="{FF2B5EF4-FFF2-40B4-BE49-F238E27FC236}">
                <a16:creationId xmlns:a16="http://schemas.microsoft.com/office/drawing/2014/main" id="{F1F2686C-1042-4FF2-B1C6-09873216B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0081" y="6803436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" name="path-283">
            <a:extLst xmlns:a="http://schemas.openxmlformats.org/drawingml/2006/main">
              <a:ext uri="{FF2B5EF4-FFF2-40B4-BE49-F238E27FC236}">
                <a16:creationId xmlns:a16="http://schemas.microsoft.com/office/drawing/2014/main" id="{44504A79-C52F-416B-AB95-6C8917E0E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613" y="6775702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0"/>
                </a:lnTo>
                <a:lnTo>
                  <a:pt x="47883" y="295671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1"/>
                </a:lnTo>
                <a:lnTo>
                  <a:pt x="257294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" name="path-284">
            <a:extLst xmlns:a="http://schemas.openxmlformats.org/drawingml/2006/main">
              <a:ext uri="{FF2B5EF4-FFF2-40B4-BE49-F238E27FC236}">
                <a16:creationId xmlns:a16="http://schemas.microsoft.com/office/drawing/2014/main" id="{11242B3C-CF31-4304-B2FE-7B1A643B8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0081" y="7132779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" name="path-285">
            <a:extLst xmlns:a="http://schemas.openxmlformats.org/drawingml/2006/main">
              <a:ext uri="{FF2B5EF4-FFF2-40B4-BE49-F238E27FC236}">
                <a16:creationId xmlns:a16="http://schemas.microsoft.com/office/drawing/2014/main" id="{95F3BAC4-B893-48A0-9CC3-4BA9E4E6D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613" y="7103599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" name="path-286">
            <a:extLst xmlns:a="http://schemas.openxmlformats.org/drawingml/2006/main">
              <a:ext uri="{FF2B5EF4-FFF2-40B4-BE49-F238E27FC236}">
                <a16:creationId xmlns:a16="http://schemas.microsoft.com/office/drawing/2014/main" id="{945E4368-31DD-4BC1-BC96-63B573319A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0081" y="7462120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" name="path-287">
            <a:extLst xmlns:a="http://schemas.openxmlformats.org/drawingml/2006/main">
              <a:ext uri="{FF2B5EF4-FFF2-40B4-BE49-F238E27FC236}">
                <a16:creationId xmlns:a16="http://schemas.microsoft.com/office/drawing/2014/main" id="{847E552E-2178-48B1-A56B-3B7E0E428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613" y="7431497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" name="path-288">
            <a:extLst xmlns:a="http://schemas.openxmlformats.org/drawingml/2006/main">
              <a:ext uri="{FF2B5EF4-FFF2-40B4-BE49-F238E27FC236}">
                <a16:creationId xmlns:a16="http://schemas.microsoft.com/office/drawing/2014/main" id="{33BE0C0B-1E62-46E1-862B-F29B670C1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0081" y="7787997"/>
            <a:ext cx="308541" cy="329343"/>
          </a:xfrm>
          <a:custGeom xmlns:a="http://schemas.openxmlformats.org/drawingml/2006/main">
            <a:pathLst>
              <a:path w="255689" h="272928">
                <a:moveTo>
                  <a:pt x="0" y="0"/>
                </a:moveTo>
                <a:lnTo>
                  <a:pt x="0" y="272928"/>
                </a:lnTo>
                <a:lnTo>
                  <a:pt x="255689" y="272928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" name="path-289">
            <a:extLst xmlns:a="http://schemas.openxmlformats.org/drawingml/2006/main">
              <a:ext uri="{FF2B5EF4-FFF2-40B4-BE49-F238E27FC236}">
                <a16:creationId xmlns:a16="http://schemas.microsoft.com/office/drawing/2014/main" id="{AD7DC3D5-259A-421D-834A-1E0BDB458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613" y="7759395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0" y="271731"/>
                </a:lnTo>
                <a:lnTo>
                  <a:pt x="281234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" name="path-290">
            <a:extLst xmlns:a="http://schemas.openxmlformats.org/drawingml/2006/main">
              <a:ext uri="{FF2B5EF4-FFF2-40B4-BE49-F238E27FC236}">
                <a16:creationId xmlns:a16="http://schemas.microsoft.com/office/drawing/2014/main" id="{96AC9BA2-3ACF-43A2-9DFE-D88548975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0081" y="8117340"/>
            <a:ext cx="308541" cy="325875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" name="path-291">
            <a:extLst xmlns:a="http://schemas.openxmlformats.org/drawingml/2006/main">
              <a:ext uri="{FF2B5EF4-FFF2-40B4-BE49-F238E27FC236}">
                <a16:creationId xmlns:a16="http://schemas.microsoft.com/office/drawing/2014/main" id="{5152F0CD-3B88-408A-A620-3216F028C1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0613" y="8087295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0" y="47882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" name="path-292">
            <a:extLst xmlns:a="http://schemas.openxmlformats.org/drawingml/2006/main">
              <a:ext uri="{FF2B5EF4-FFF2-40B4-BE49-F238E27FC236}">
                <a16:creationId xmlns:a16="http://schemas.microsoft.com/office/drawing/2014/main" id="{BA3331E4-6FAC-46C1-87CE-4D78A5EC9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5006" y="6803436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" name="path-293">
            <a:extLst xmlns:a="http://schemas.openxmlformats.org/drawingml/2006/main">
              <a:ext uri="{FF2B5EF4-FFF2-40B4-BE49-F238E27FC236}">
                <a16:creationId xmlns:a16="http://schemas.microsoft.com/office/drawing/2014/main" id="{15BAA43C-D0E3-49E3-866D-833A3B71A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5826" y="6775702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0"/>
                </a:lnTo>
                <a:lnTo>
                  <a:pt x="47883" y="295671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1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" name="path-294">
            <a:extLst xmlns:a="http://schemas.openxmlformats.org/drawingml/2006/main">
              <a:ext uri="{FF2B5EF4-FFF2-40B4-BE49-F238E27FC236}">
                <a16:creationId xmlns:a16="http://schemas.microsoft.com/office/drawing/2014/main" id="{3FCCCF17-51DE-4364-8706-8A37C8E04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5006" y="7132779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" name="path-295">
            <a:extLst xmlns:a="http://schemas.openxmlformats.org/drawingml/2006/main">
              <a:ext uri="{FF2B5EF4-FFF2-40B4-BE49-F238E27FC236}">
                <a16:creationId xmlns:a16="http://schemas.microsoft.com/office/drawing/2014/main" id="{9E86E82C-5BFC-4F3E-94A1-7D2A4FF29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5826" y="7103599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" name="path-296">
            <a:extLst xmlns:a="http://schemas.openxmlformats.org/drawingml/2006/main">
              <a:ext uri="{FF2B5EF4-FFF2-40B4-BE49-F238E27FC236}">
                <a16:creationId xmlns:a16="http://schemas.microsoft.com/office/drawing/2014/main" id="{6E7B319B-6EB6-48EE-8E20-E7796F798B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5006" y="7462120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" name="path-297">
            <a:extLst xmlns:a="http://schemas.openxmlformats.org/drawingml/2006/main">
              <a:ext uri="{FF2B5EF4-FFF2-40B4-BE49-F238E27FC236}">
                <a16:creationId xmlns:a16="http://schemas.microsoft.com/office/drawing/2014/main" id="{DCE3CCCB-DEEB-4962-9FD2-4A5A689A2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5826" y="7431497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" name="path-298">
            <a:extLst xmlns:a="http://schemas.openxmlformats.org/drawingml/2006/main">
              <a:ext uri="{FF2B5EF4-FFF2-40B4-BE49-F238E27FC236}">
                <a16:creationId xmlns:a16="http://schemas.microsoft.com/office/drawing/2014/main" id="{6C76540F-ABAA-4D46-BABD-067430F8A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5006" y="7787997"/>
            <a:ext cx="308541" cy="329343"/>
          </a:xfrm>
          <a:custGeom xmlns:a="http://schemas.openxmlformats.org/drawingml/2006/main">
            <a:pathLst>
              <a:path w="255689" h="272928">
                <a:moveTo>
                  <a:pt x="0" y="0"/>
                </a:moveTo>
                <a:lnTo>
                  <a:pt x="0" y="272928"/>
                </a:lnTo>
                <a:lnTo>
                  <a:pt x="255689" y="272928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" name="path-299">
            <a:extLst xmlns:a="http://schemas.openxmlformats.org/drawingml/2006/main">
              <a:ext uri="{FF2B5EF4-FFF2-40B4-BE49-F238E27FC236}">
                <a16:creationId xmlns:a16="http://schemas.microsoft.com/office/drawing/2014/main" id="{5C357B2E-5364-4148-B612-5A76E49B8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5826" y="7759395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1"/>
                </a:lnTo>
                <a:lnTo>
                  <a:pt x="281236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" name="path-300">
            <a:extLst xmlns:a="http://schemas.openxmlformats.org/drawingml/2006/main">
              <a:ext uri="{FF2B5EF4-FFF2-40B4-BE49-F238E27FC236}">
                <a16:creationId xmlns:a16="http://schemas.microsoft.com/office/drawing/2014/main" id="{BA88B2DF-D837-40A3-BC6D-03C791081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5006" y="8117340"/>
            <a:ext cx="308541" cy="325875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" name="path-301">
            <a:extLst xmlns:a="http://schemas.openxmlformats.org/drawingml/2006/main">
              <a:ext uri="{FF2B5EF4-FFF2-40B4-BE49-F238E27FC236}">
                <a16:creationId xmlns:a16="http://schemas.microsoft.com/office/drawing/2014/main" id="{3F3D7E1E-DFE5-4D0B-ACA2-E0BB51C57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5826" y="8087295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" name="path-302">
            <a:extLst xmlns:a="http://schemas.openxmlformats.org/drawingml/2006/main">
              <a:ext uri="{FF2B5EF4-FFF2-40B4-BE49-F238E27FC236}">
                <a16:creationId xmlns:a16="http://schemas.microsoft.com/office/drawing/2014/main" id="{C79D57D6-7B76-4F18-BF44-B401FFD49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6463" y="6803436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" name="path-303">
            <a:extLst xmlns:a="http://schemas.openxmlformats.org/drawingml/2006/main">
              <a:ext uri="{FF2B5EF4-FFF2-40B4-BE49-F238E27FC236}">
                <a16:creationId xmlns:a16="http://schemas.microsoft.com/office/drawing/2014/main" id="{40A4653D-A04A-4791-A319-A00670C0A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6706" y="6774257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3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" name="path-304">
            <a:extLst xmlns:a="http://schemas.openxmlformats.org/drawingml/2006/main">
              <a:ext uri="{FF2B5EF4-FFF2-40B4-BE49-F238E27FC236}">
                <a16:creationId xmlns:a16="http://schemas.microsoft.com/office/drawing/2014/main" id="{3544FDFB-31B2-45A3-AB1F-7307AB79B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6463" y="7132779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" name="path-305">
            <a:extLst xmlns:a="http://schemas.openxmlformats.org/drawingml/2006/main">
              <a:ext uri="{FF2B5EF4-FFF2-40B4-BE49-F238E27FC236}">
                <a16:creationId xmlns:a16="http://schemas.microsoft.com/office/drawing/2014/main" id="{95975514-DEFC-4606-8158-9D161689F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6706" y="7102155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1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1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" name="path-306">
            <a:extLst xmlns:a="http://schemas.openxmlformats.org/drawingml/2006/main">
              <a:ext uri="{FF2B5EF4-FFF2-40B4-BE49-F238E27FC236}">
                <a16:creationId xmlns:a16="http://schemas.microsoft.com/office/drawing/2014/main" id="{75748052-83EA-491F-8D38-4B6FB6434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6463" y="7458653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" name="path-307">
            <a:extLst xmlns:a="http://schemas.openxmlformats.org/drawingml/2006/main">
              <a:ext uri="{FF2B5EF4-FFF2-40B4-BE49-F238E27FC236}">
                <a16:creationId xmlns:a16="http://schemas.microsoft.com/office/drawing/2014/main" id="{9AAA8AC7-BFD8-454E-A712-B12B033E1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6706" y="7430053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3"/>
                </a:moveTo>
                <a:lnTo>
                  <a:pt x="47883" y="23940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" name="path-308">
            <a:extLst xmlns:a="http://schemas.openxmlformats.org/drawingml/2006/main">
              <a:ext uri="{FF2B5EF4-FFF2-40B4-BE49-F238E27FC236}">
                <a16:creationId xmlns:a16="http://schemas.microsoft.com/office/drawing/2014/main" id="{FA98C9F9-CBB9-4E52-9047-74F293C05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6463" y="7787997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" name="path-309">
            <a:extLst xmlns:a="http://schemas.openxmlformats.org/drawingml/2006/main">
              <a:ext uri="{FF2B5EF4-FFF2-40B4-BE49-F238E27FC236}">
                <a16:creationId xmlns:a16="http://schemas.microsoft.com/office/drawing/2014/main" id="{8D6CB189-0A22-4DEC-B7E1-7C05E18AB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6706" y="7757951"/>
            <a:ext cx="368258" cy="385678"/>
          </a:xfrm>
          <a:custGeom xmlns:a="http://schemas.openxmlformats.org/drawingml/2006/main">
            <a:pathLst>
              <a:path w="305176" h="319613">
                <a:moveTo>
                  <a:pt x="305176" y="0"/>
                </a:moveTo>
                <a:lnTo>
                  <a:pt x="305176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2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" name="path-310">
            <a:extLst xmlns:a="http://schemas.openxmlformats.org/drawingml/2006/main">
              <a:ext uri="{FF2B5EF4-FFF2-40B4-BE49-F238E27FC236}">
                <a16:creationId xmlns:a16="http://schemas.microsoft.com/office/drawing/2014/main" id="{42D1C869-194B-4C75-B102-7313F35E7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6463" y="8113872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" name="path-311">
            <a:extLst xmlns:a="http://schemas.openxmlformats.org/drawingml/2006/main">
              <a:ext uri="{FF2B5EF4-FFF2-40B4-BE49-F238E27FC236}">
                <a16:creationId xmlns:a16="http://schemas.microsoft.com/office/drawing/2014/main" id="{B97ED38A-95CB-4566-B06C-03B2D5032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86706" y="8085849"/>
            <a:ext cx="368258" cy="385677"/>
          </a:xfrm>
          <a:custGeom xmlns:a="http://schemas.openxmlformats.org/drawingml/2006/main">
            <a:pathLst>
              <a:path w="305176" h="319612">
                <a:moveTo>
                  <a:pt x="305176" y="0"/>
                </a:moveTo>
                <a:lnTo>
                  <a:pt x="305176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6" y="0"/>
                </a:lnTo>
                <a:moveTo>
                  <a:pt x="23942" y="47883"/>
                </a:moveTo>
                <a:lnTo>
                  <a:pt x="47883" y="23941"/>
                </a:lnTo>
                <a:lnTo>
                  <a:pt x="47883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" name="path-312">
            <a:extLst xmlns:a="http://schemas.openxmlformats.org/drawingml/2006/main">
              <a:ext uri="{FF2B5EF4-FFF2-40B4-BE49-F238E27FC236}">
                <a16:creationId xmlns:a16="http://schemas.microsoft.com/office/drawing/2014/main" id="{32F7AEA9-9164-41A2-85F5-825EB21DE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0987" y="6813835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" name="path-313">
            <a:extLst xmlns:a="http://schemas.openxmlformats.org/drawingml/2006/main">
              <a:ext uri="{FF2B5EF4-FFF2-40B4-BE49-F238E27FC236}">
                <a16:creationId xmlns:a16="http://schemas.microsoft.com/office/drawing/2014/main" id="{5E427086-5A21-43CA-97FF-20B8E0072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1809" y="6785812"/>
            <a:ext cx="368255" cy="385678"/>
          </a:xfrm>
          <a:custGeom xmlns:a="http://schemas.openxmlformats.org/drawingml/2006/main">
            <a:pathLst>
              <a:path w="305175" h="319613">
                <a:moveTo>
                  <a:pt x="305175" y="0"/>
                </a:moveTo>
                <a:lnTo>
                  <a:pt x="305175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5" y="0"/>
                </a:lnTo>
                <a:moveTo>
                  <a:pt x="23940" y="47883"/>
                </a:moveTo>
                <a:lnTo>
                  <a:pt x="47881" y="23941"/>
                </a:lnTo>
                <a:lnTo>
                  <a:pt x="47881" y="295672"/>
                </a:lnTo>
                <a:lnTo>
                  <a:pt x="23940" y="271731"/>
                </a:lnTo>
                <a:lnTo>
                  <a:pt x="281234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" name="path-314">
            <a:extLst xmlns:a="http://schemas.openxmlformats.org/drawingml/2006/main">
              <a:ext uri="{FF2B5EF4-FFF2-40B4-BE49-F238E27FC236}">
                <a16:creationId xmlns:a16="http://schemas.microsoft.com/office/drawing/2014/main" id="{EE31CB69-73CC-4269-9668-5B532893A3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0987" y="7143178"/>
            <a:ext cx="308543" cy="325876"/>
          </a:xfrm>
          <a:custGeom xmlns:a="http://schemas.openxmlformats.org/drawingml/2006/main">
            <a:pathLst>
              <a:path w="255691" h="270054">
                <a:moveTo>
                  <a:pt x="0" y="0"/>
                </a:moveTo>
                <a:lnTo>
                  <a:pt x="0" y="270054"/>
                </a:lnTo>
                <a:lnTo>
                  <a:pt x="255691" y="270054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" name="path-315">
            <a:extLst xmlns:a="http://schemas.openxmlformats.org/drawingml/2006/main">
              <a:ext uri="{FF2B5EF4-FFF2-40B4-BE49-F238E27FC236}">
                <a16:creationId xmlns:a16="http://schemas.microsoft.com/office/drawing/2014/main" id="{FDA73688-746B-49BC-8313-169404448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1809" y="7113711"/>
            <a:ext cx="368255" cy="385677"/>
          </a:xfrm>
          <a:custGeom xmlns:a="http://schemas.openxmlformats.org/drawingml/2006/main">
            <a:pathLst>
              <a:path w="305175" h="319612">
                <a:moveTo>
                  <a:pt x="305175" y="0"/>
                </a:moveTo>
                <a:lnTo>
                  <a:pt x="305175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5" y="0"/>
                </a:lnTo>
                <a:moveTo>
                  <a:pt x="23940" y="47882"/>
                </a:moveTo>
                <a:lnTo>
                  <a:pt x="47881" y="23940"/>
                </a:lnTo>
                <a:lnTo>
                  <a:pt x="47881" y="295671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1"/>
                </a:lnTo>
                <a:lnTo>
                  <a:pt x="257294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" name="path-316">
            <a:extLst xmlns:a="http://schemas.openxmlformats.org/drawingml/2006/main">
              <a:ext uri="{FF2B5EF4-FFF2-40B4-BE49-F238E27FC236}">
                <a16:creationId xmlns:a16="http://schemas.microsoft.com/office/drawing/2014/main" id="{3551B0A8-CFDB-4F00-BC9B-A95E3284A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0987" y="7469054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" name="path-317">
            <a:extLst xmlns:a="http://schemas.openxmlformats.org/drawingml/2006/main">
              <a:ext uri="{FF2B5EF4-FFF2-40B4-BE49-F238E27FC236}">
                <a16:creationId xmlns:a16="http://schemas.microsoft.com/office/drawing/2014/main" id="{B22954E8-4F49-4CC5-88E6-6ED68F632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1809" y="7441608"/>
            <a:ext cx="368255" cy="385678"/>
          </a:xfrm>
          <a:custGeom xmlns:a="http://schemas.openxmlformats.org/drawingml/2006/main">
            <a:pathLst>
              <a:path w="305175" h="319613">
                <a:moveTo>
                  <a:pt x="305175" y="0"/>
                </a:moveTo>
                <a:lnTo>
                  <a:pt x="305175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5" y="0"/>
                </a:lnTo>
                <a:moveTo>
                  <a:pt x="23940" y="47883"/>
                </a:moveTo>
                <a:lnTo>
                  <a:pt x="47881" y="23941"/>
                </a:lnTo>
                <a:lnTo>
                  <a:pt x="47881" y="295672"/>
                </a:lnTo>
                <a:lnTo>
                  <a:pt x="23940" y="271731"/>
                </a:lnTo>
                <a:lnTo>
                  <a:pt x="281234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3"/>
                </a:lnTo>
                <a:lnTo>
                  <a:pt x="23940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" name="path-318">
            <a:extLst xmlns:a="http://schemas.openxmlformats.org/drawingml/2006/main">
              <a:ext uri="{FF2B5EF4-FFF2-40B4-BE49-F238E27FC236}">
                <a16:creationId xmlns:a16="http://schemas.microsoft.com/office/drawing/2014/main" id="{A99D2BD6-2A64-4CA8-BBB5-7652DCEBC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0987" y="7798396"/>
            <a:ext cx="308543" cy="329342"/>
          </a:xfrm>
          <a:custGeom xmlns:a="http://schemas.openxmlformats.org/drawingml/2006/main">
            <a:pathLst>
              <a:path w="255691" h="272927">
                <a:moveTo>
                  <a:pt x="0" y="0"/>
                </a:moveTo>
                <a:lnTo>
                  <a:pt x="0" y="272927"/>
                </a:lnTo>
                <a:lnTo>
                  <a:pt x="255691" y="272927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" name="path-319">
            <a:extLst xmlns:a="http://schemas.openxmlformats.org/drawingml/2006/main">
              <a:ext uri="{FF2B5EF4-FFF2-40B4-BE49-F238E27FC236}">
                <a16:creationId xmlns:a16="http://schemas.microsoft.com/office/drawing/2014/main" id="{21691F3D-9553-48A2-8D45-62F21803BE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1809" y="7769507"/>
            <a:ext cx="368255" cy="385677"/>
          </a:xfrm>
          <a:custGeom xmlns:a="http://schemas.openxmlformats.org/drawingml/2006/main">
            <a:pathLst>
              <a:path w="305175" h="319612">
                <a:moveTo>
                  <a:pt x="305175" y="0"/>
                </a:moveTo>
                <a:lnTo>
                  <a:pt x="305175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5" y="0"/>
                </a:lnTo>
                <a:moveTo>
                  <a:pt x="23940" y="47882"/>
                </a:moveTo>
                <a:lnTo>
                  <a:pt x="47881" y="23940"/>
                </a:lnTo>
                <a:lnTo>
                  <a:pt x="47881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0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" name="path-320">
            <a:extLst xmlns:a="http://schemas.openxmlformats.org/drawingml/2006/main">
              <a:ext uri="{FF2B5EF4-FFF2-40B4-BE49-F238E27FC236}">
                <a16:creationId xmlns:a16="http://schemas.microsoft.com/office/drawing/2014/main" id="{1C645E03-0AF0-4DE7-A071-A418A22F3C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0987" y="8127739"/>
            <a:ext cx="308543" cy="325877"/>
          </a:xfrm>
          <a:custGeom xmlns:a="http://schemas.openxmlformats.org/drawingml/2006/main">
            <a:pathLst>
              <a:path w="255691" h="270055">
                <a:moveTo>
                  <a:pt x="0" y="0"/>
                </a:moveTo>
                <a:lnTo>
                  <a:pt x="0" y="270055"/>
                </a:lnTo>
                <a:lnTo>
                  <a:pt x="255691" y="270055"/>
                </a:lnTo>
                <a:lnTo>
                  <a:pt x="255691" y="0"/>
                </a:lnTo>
                <a:close/>
              </a:path>
            </a:pathLst>
          </a:custGeom>
          <a:solidFill xmlns:a="http://schemas.openxmlformats.org/drawingml/2006/main">
            <a:srgbClr val="0070C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" name="path-321">
            <a:extLst xmlns:a="http://schemas.openxmlformats.org/drawingml/2006/main">
              <a:ext uri="{FF2B5EF4-FFF2-40B4-BE49-F238E27FC236}">
                <a16:creationId xmlns:a16="http://schemas.microsoft.com/office/drawing/2014/main" id="{020E80FC-AF54-4C89-A74C-FBE749612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1809" y="8097406"/>
            <a:ext cx="368255" cy="385678"/>
          </a:xfrm>
          <a:custGeom xmlns:a="http://schemas.openxmlformats.org/drawingml/2006/main">
            <a:pathLst>
              <a:path w="305175" h="319613">
                <a:moveTo>
                  <a:pt x="305175" y="0"/>
                </a:moveTo>
                <a:lnTo>
                  <a:pt x="305175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5" y="0"/>
                </a:lnTo>
                <a:moveTo>
                  <a:pt x="23940" y="47882"/>
                </a:moveTo>
                <a:lnTo>
                  <a:pt x="47881" y="23941"/>
                </a:lnTo>
                <a:lnTo>
                  <a:pt x="47881" y="295672"/>
                </a:lnTo>
                <a:lnTo>
                  <a:pt x="23940" y="271730"/>
                </a:lnTo>
                <a:lnTo>
                  <a:pt x="281234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4" y="47882"/>
                </a:lnTo>
                <a:lnTo>
                  <a:pt x="23940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" name="text-322 𝑿">
            <a:extLst xmlns:a="http://schemas.openxmlformats.org/drawingml/2006/main">
              <a:ext uri="{FF2B5EF4-FFF2-40B4-BE49-F238E27FC236}">
                <a16:creationId xmlns:a16="http://schemas.microsoft.com/office/drawing/2014/main" id="{4C1BBAD5-8709-409F-A01B-C296B39EB1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82042" y="6076565"/>
            <a:ext cx="453652" cy="7280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𝑿</a:t>
            </a:r>
          </a:p>
        </p:txBody>
      </p:sp>
      <p:sp>
        <p:nvSpPr>
          <p:cNvPr id="323" name="text-323 𝑿">
            <a:extLst xmlns:a="http://schemas.openxmlformats.org/drawingml/2006/main">
              <a:ext uri="{FF2B5EF4-FFF2-40B4-BE49-F238E27FC236}">
                <a16:creationId xmlns:a16="http://schemas.microsoft.com/office/drawing/2014/main" id="{3CFFCC28-3D7B-480D-AC30-8FD080942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22867" y="6561912"/>
            <a:ext cx="453652" cy="7280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𝑿</a:t>
            </a:r>
          </a:p>
        </p:txBody>
      </p:sp>
      <p:sp>
        <p:nvSpPr>
          <p:cNvPr id="324" name="text-324 PMA">
            <a:extLst xmlns:a="http://schemas.openxmlformats.org/drawingml/2006/main">
              <a:ext uri="{FF2B5EF4-FFF2-40B4-BE49-F238E27FC236}">
                <a16:creationId xmlns:a16="http://schemas.microsoft.com/office/drawing/2014/main" id="{2B9C429D-E4C6-4F15-93CA-CA8C4523B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62346" y="9168997"/>
            <a:ext cx="1278092" cy="7283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09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PMA</a:t>
            </a:r>
          </a:p>
        </p:txBody>
      </p:sp>
      <p:sp>
        <p:nvSpPr>
          <p:cNvPr id="325" name="text-324 Path">
            <a:extLst xmlns:a="http://schemas.openxmlformats.org/drawingml/2006/main">
              <a:ext uri="{FF2B5EF4-FFF2-40B4-BE49-F238E27FC236}">
                <a16:creationId xmlns:a16="http://schemas.microsoft.com/office/drawing/2014/main" id="{58F32015-E6EA-4FF8-8676-584FB50FC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47937" y="9169060"/>
            <a:ext cx="1133972" cy="7282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09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Path</a:t>
            </a:r>
          </a:p>
        </p:txBody>
      </p:sp>
      <p:sp>
        <p:nvSpPr>
          <p:cNvPr id="326" name="path-325">
            <a:extLst xmlns:a="http://schemas.openxmlformats.org/drawingml/2006/main">
              <a:ext uri="{FF2B5EF4-FFF2-40B4-BE49-F238E27FC236}">
                <a16:creationId xmlns:a16="http://schemas.microsoft.com/office/drawing/2014/main" id="{75D962F3-9C91-4221-946B-43E127C29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0524" y="4882848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" name="path-326">
            <a:extLst xmlns:a="http://schemas.openxmlformats.org/drawingml/2006/main">
              <a:ext uri="{FF2B5EF4-FFF2-40B4-BE49-F238E27FC236}">
                <a16:creationId xmlns:a16="http://schemas.microsoft.com/office/drawing/2014/main" id="{69455519-C381-4F2A-B4F3-2DBFE63B4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0479" y="4853091"/>
            <a:ext cx="368260" cy="385677"/>
          </a:xfrm>
          <a:custGeom xmlns:a="http://schemas.openxmlformats.org/drawingml/2006/main">
            <a:pathLst>
              <a:path w="305178" h="319612">
                <a:moveTo>
                  <a:pt x="305178" y="0"/>
                </a:moveTo>
                <a:lnTo>
                  <a:pt x="305178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" name="path-327">
            <a:extLst xmlns:a="http://schemas.openxmlformats.org/drawingml/2006/main">
              <a:ext uri="{FF2B5EF4-FFF2-40B4-BE49-F238E27FC236}">
                <a16:creationId xmlns:a16="http://schemas.microsoft.com/office/drawing/2014/main" id="{5C75EB38-5124-4709-85A4-D8979363D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0524" y="5208724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" name="path-328">
            <a:extLst xmlns:a="http://schemas.openxmlformats.org/drawingml/2006/main">
              <a:ext uri="{FF2B5EF4-FFF2-40B4-BE49-F238E27FC236}">
                <a16:creationId xmlns:a16="http://schemas.microsoft.com/office/drawing/2014/main" id="{9B9C995A-24D7-49E9-B2D4-2C67E54865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0479" y="5180989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2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" name="path-329">
            <a:extLst xmlns:a="http://schemas.openxmlformats.org/drawingml/2006/main">
              <a:ext uri="{FF2B5EF4-FFF2-40B4-BE49-F238E27FC236}">
                <a16:creationId xmlns:a16="http://schemas.microsoft.com/office/drawing/2014/main" id="{FF73D25F-4740-4EBB-B4E6-8CF3EEFC6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0524" y="5538066"/>
            <a:ext cx="308541" cy="329343"/>
          </a:xfrm>
          <a:custGeom xmlns:a="http://schemas.openxmlformats.org/drawingml/2006/main">
            <a:pathLst>
              <a:path w="255689" h="272928">
                <a:moveTo>
                  <a:pt x="0" y="0"/>
                </a:moveTo>
                <a:lnTo>
                  <a:pt x="0" y="272928"/>
                </a:lnTo>
                <a:lnTo>
                  <a:pt x="255689" y="272928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" name="path-330">
            <a:extLst xmlns:a="http://schemas.openxmlformats.org/drawingml/2006/main">
              <a:ext uri="{FF2B5EF4-FFF2-40B4-BE49-F238E27FC236}">
                <a16:creationId xmlns:a16="http://schemas.microsoft.com/office/drawing/2014/main" id="{47493EC4-3500-4CB1-87AD-2298B677C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0479" y="5508887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1"/>
                </a:lnTo>
                <a:lnTo>
                  <a:pt x="281236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" name="path-331">
            <a:extLst xmlns:a="http://schemas.openxmlformats.org/drawingml/2006/main">
              <a:ext uri="{FF2B5EF4-FFF2-40B4-BE49-F238E27FC236}">
                <a16:creationId xmlns:a16="http://schemas.microsoft.com/office/drawing/2014/main" id="{ED540C2F-4821-4AC1-98C0-3782B42B8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0524" y="5867409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" name="path-332">
            <a:extLst xmlns:a="http://schemas.openxmlformats.org/drawingml/2006/main">
              <a:ext uri="{FF2B5EF4-FFF2-40B4-BE49-F238E27FC236}">
                <a16:creationId xmlns:a16="http://schemas.microsoft.com/office/drawing/2014/main" id="{EA30B861-4ACB-42E2-955D-011E0A84E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0479" y="5836786"/>
            <a:ext cx="368260" cy="385677"/>
          </a:xfrm>
          <a:custGeom xmlns:a="http://schemas.openxmlformats.org/drawingml/2006/main">
            <a:pathLst>
              <a:path w="305178" h="319612">
                <a:moveTo>
                  <a:pt x="305178" y="0"/>
                </a:moveTo>
                <a:lnTo>
                  <a:pt x="305178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2"/>
                </a:moveTo>
                <a:lnTo>
                  <a:pt x="47884" y="23940"/>
                </a:lnTo>
                <a:lnTo>
                  <a:pt x="47884" y="295671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1"/>
                </a:lnTo>
                <a:lnTo>
                  <a:pt x="257294" y="23940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" name="path-333">
            <a:extLst xmlns:a="http://schemas.openxmlformats.org/drawingml/2006/main">
              <a:ext uri="{FF2B5EF4-FFF2-40B4-BE49-F238E27FC236}">
                <a16:creationId xmlns:a16="http://schemas.microsoft.com/office/drawing/2014/main" id="{806EEB30-4E80-46BC-83DD-ACFB08A53B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0524" y="6193285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" name="path-334">
            <a:extLst xmlns:a="http://schemas.openxmlformats.org/drawingml/2006/main">
              <a:ext uri="{FF2B5EF4-FFF2-40B4-BE49-F238E27FC236}">
                <a16:creationId xmlns:a16="http://schemas.microsoft.com/office/drawing/2014/main" id="{BFDACF89-3218-43A9-B6A0-F18FE6F9C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10479" y="6164683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1"/>
                </a:lnTo>
                <a:lnTo>
                  <a:pt x="281236" y="271731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" name="path-335">
            <a:extLst xmlns:a="http://schemas.openxmlformats.org/drawingml/2006/main">
              <a:ext uri="{FF2B5EF4-FFF2-40B4-BE49-F238E27FC236}">
                <a16:creationId xmlns:a16="http://schemas.microsoft.com/office/drawing/2014/main" id="{64F78F39-98E5-40FB-A8E8-5A127897CD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2935" y="4882848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" name="path-336">
            <a:extLst xmlns:a="http://schemas.openxmlformats.org/drawingml/2006/main">
              <a:ext uri="{FF2B5EF4-FFF2-40B4-BE49-F238E27FC236}">
                <a16:creationId xmlns:a16="http://schemas.microsoft.com/office/drawing/2014/main" id="{CF46706C-2AF7-4F17-9094-30B126068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5487" y="4853091"/>
            <a:ext cx="368260" cy="385677"/>
          </a:xfrm>
          <a:custGeom xmlns:a="http://schemas.openxmlformats.org/drawingml/2006/main">
            <a:pathLst>
              <a:path w="305178" h="319612">
                <a:moveTo>
                  <a:pt x="305178" y="0"/>
                </a:moveTo>
                <a:lnTo>
                  <a:pt x="305178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0"/>
                </a:lnTo>
                <a:lnTo>
                  <a:pt x="281239" y="271730"/>
                </a:lnTo>
                <a:lnTo>
                  <a:pt x="257297" y="295672"/>
                </a:lnTo>
                <a:lnTo>
                  <a:pt x="257297" y="23941"/>
                </a:lnTo>
                <a:lnTo>
                  <a:pt x="281239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" name="path-337">
            <a:extLst xmlns:a="http://schemas.openxmlformats.org/drawingml/2006/main">
              <a:ext uri="{FF2B5EF4-FFF2-40B4-BE49-F238E27FC236}">
                <a16:creationId xmlns:a16="http://schemas.microsoft.com/office/drawing/2014/main" id="{5B40E8C1-311E-4E3C-8326-2E9CD1B25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2935" y="5208724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" name="path-338">
            <a:extLst xmlns:a="http://schemas.openxmlformats.org/drawingml/2006/main">
              <a:ext uri="{FF2B5EF4-FFF2-40B4-BE49-F238E27FC236}">
                <a16:creationId xmlns:a16="http://schemas.microsoft.com/office/drawing/2014/main" id="{00CE6AD7-92A6-4570-9FA4-0E11AD9A0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5487" y="5180989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2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0"/>
                </a:lnTo>
                <a:lnTo>
                  <a:pt x="281239" y="271730"/>
                </a:lnTo>
                <a:lnTo>
                  <a:pt x="257297" y="295672"/>
                </a:lnTo>
                <a:lnTo>
                  <a:pt x="257297" y="23941"/>
                </a:lnTo>
                <a:lnTo>
                  <a:pt x="281239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" name="path-339">
            <a:extLst xmlns:a="http://schemas.openxmlformats.org/drawingml/2006/main">
              <a:ext uri="{FF2B5EF4-FFF2-40B4-BE49-F238E27FC236}">
                <a16:creationId xmlns:a16="http://schemas.microsoft.com/office/drawing/2014/main" id="{487AC3E5-39D3-4BAB-95C6-98DDB3372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2935" y="5538066"/>
            <a:ext cx="312008" cy="329343"/>
          </a:xfrm>
          <a:custGeom xmlns:a="http://schemas.openxmlformats.org/drawingml/2006/main">
            <a:pathLst>
              <a:path w="258563" h="272928">
                <a:moveTo>
                  <a:pt x="0" y="0"/>
                </a:moveTo>
                <a:lnTo>
                  <a:pt x="0" y="272928"/>
                </a:lnTo>
                <a:lnTo>
                  <a:pt x="258563" y="272928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" name="path-340">
            <a:extLst xmlns:a="http://schemas.openxmlformats.org/drawingml/2006/main">
              <a:ext uri="{FF2B5EF4-FFF2-40B4-BE49-F238E27FC236}">
                <a16:creationId xmlns:a16="http://schemas.microsoft.com/office/drawing/2014/main" id="{0B8343F6-EB20-4DE4-A749-916E3523B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5487" y="5508887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1"/>
                </a:lnTo>
                <a:lnTo>
                  <a:pt x="281239" y="271731"/>
                </a:lnTo>
                <a:lnTo>
                  <a:pt x="257297" y="295672"/>
                </a:lnTo>
                <a:lnTo>
                  <a:pt x="257297" y="23941"/>
                </a:lnTo>
                <a:lnTo>
                  <a:pt x="281239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" name="path-341">
            <a:extLst xmlns:a="http://schemas.openxmlformats.org/drawingml/2006/main">
              <a:ext uri="{FF2B5EF4-FFF2-40B4-BE49-F238E27FC236}">
                <a16:creationId xmlns:a16="http://schemas.microsoft.com/office/drawing/2014/main" id="{CADEB493-3BFC-4EC0-8B72-713994478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2935" y="5867409"/>
            <a:ext cx="312008" cy="325876"/>
          </a:xfrm>
          <a:custGeom xmlns:a="http://schemas.openxmlformats.org/drawingml/2006/main">
            <a:pathLst>
              <a:path w="258563" h="270054">
                <a:moveTo>
                  <a:pt x="0" y="0"/>
                </a:moveTo>
                <a:lnTo>
                  <a:pt x="0" y="270054"/>
                </a:lnTo>
                <a:lnTo>
                  <a:pt x="258563" y="270054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7030A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" name="path-342">
            <a:extLst xmlns:a="http://schemas.openxmlformats.org/drawingml/2006/main">
              <a:ext uri="{FF2B5EF4-FFF2-40B4-BE49-F238E27FC236}">
                <a16:creationId xmlns:a16="http://schemas.microsoft.com/office/drawing/2014/main" id="{6AA9EA94-D7AA-49DA-85CE-8566FA1DD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5487" y="5836786"/>
            <a:ext cx="368260" cy="385677"/>
          </a:xfrm>
          <a:custGeom xmlns:a="http://schemas.openxmlformats.org/drawingml/2006/main">
            <a:pathLst>
              <a:path w="305178" h="319612">
                <a:moveTo>
                  <a:pt x="305178" y="0"/>
                </a:moveTo>
                <a:lnTo>
                  <a:pt x="305178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2"/>
                </a:moveTo>
                <a:lnTo>
                  <a:pt x="47884" y="23940"/>
                </a:lnTo>
                <a:lnTo>
                  <a:pt x="47884" y="295671"/>
                </a:lnTo>
                <a:lnTo>
                  <a:pt x="23942" y="271730"/>
                </a:lnTo>
                <a:lnTo>
                  <a:pt x="281239" y="271730"/>
                </a:lnTo>
                <a:lnTo>
                  <a:pt x="257297" y="295671"/>
                </a:lnTo>
                <a:lnTo>
                  <a:pt x="257297" y="23940"/>
                </a:lnTo>
                <a:lnTo>
                  <a:pt x="281239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" name="path-343">
            <a:extLst xmlns:a="http://schemas.openxmlformats.org/drawingml/2006/main">
              <a:ext uri="{FF2B5EF4-FFF2-40B4-BE49-F238E27FC236}">
                <a16:creationId xmlns:a16="http://schemas.microsoft.com/office/drawing/2014/main" id="{E667BF3F-908E-40B6-924A-E4B42E777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2935" y="6193285"/>
            <a:ext cx="312008" cy="329342"/>
          </a:xfrm>
          <a:custGeom xmlns:a="http://schemas.openxmlformats.org/drawingml/2006/main">
            <a:pathLst>
              <a:path w="258563" h="272927">
                <a:moveTo>
                  <a:pt x="0" y="0"/>
                </a:moveTo>
                <a:lnTo>
                  <a:pt x="0" y="272927"/>
                </a:lnTo>
                <a:lnTo>
                  <a:pt x="258563" y="272927"/>
                </a:lnTo>
                <a:lnTo>
                  <a:pt x="258563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" name="path-344">
            <a:extLst xmlns:a="http://schemas.openxmlformats.org/drawingml/2006/main">
              <a:ext uri="{FF2B5EF4-FFF2-40B4-BE49-F238E27FC236}">
                <a16:creationId xmlns:a16="http://schemas.microsoft.com/office/drawing/2014/main" id="{CCC7CC26-2A2B-41AA-9931-0C0E3601C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35487" y="6164683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4" y="23941"/>
                </a:lnTo>
                <a:lnTo>
                  <a:pt x="47884" y="295672"/>
                </a:lnTo>
                <a:lnTo>
                  <a:pt x="23942" y="271731"/>
                </a:lnTo>
                <a:lnTo>
                  <a:pt x="281239" y="271731"/>
                </a:lnTo>
                <a:lnTo>
                  <a:pt x="257297" y="295672"/>
                </a:lnTo>
                <a:lnTo>
                  <a:pt x="257297" y="23941"/>
                </a:lnTo>
                <a:lnTo>
                  <a:pt x="281239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" name="path-345">
            <a:extLst xmlns:a="http://schemas.openxmlformats.org/drawingml/2006/main">
              <a:ext uri="{FF2B5EF4-FFF2-40B4-BE49-F238E27FC236}">
                <a16:creationId xmlns:a16="http://schemas.microsoft.com/office/drawing/2014/main" id="{BAA6BAD7-ABB8-4AB5-820F-6FCD8FBF7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2278" y="4879380"/>
            <a:ext cx="308541" cy="329343"/>
          </a:xfrm>
          <a:custGeom xmlns:a="http://schemas.openxmlformats.org/drawingml/2006/main">
            <a:pathLst>
              <a:path w="255689" h="272928">
                <a:moveTo>
                  <a:pt x="0" y="0"/>
                </a:moveTo>
                <a:lnTo>
                  <a:pt x="0" y="272928"/>
                </a:lnTo>
                <a:lnTo>
                  <a:pt x="255689" y="272928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4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" name="path-346">
            <a:extLst xmlns:a="http://schemas.openxmlformats.org/drawingml/2006/main">
              <a:ext uri="{FF2B5EF4-FFF2-40B4-BE49-F238E27FC236}">
                <a16:creationId xmlns:a16="http://schemas.microsoft.com/office/drawing/2014/main" id="{34DDF02A-A93F-4F96-9935-92E3447A7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1943" y="4851647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2"/>
                </a:moveTo>
                <a:lnTo>
                  <a:pt x="47881" y="23941"/>
                </a:lnTo>
                <a:lnTo>
                  <a:pt x="47881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" name="path-347">
            <a:extLst xmlns:a="http://schemas.openxmlformats.org/drawingml/2006/main">
              <a:ext uri="{FF2B5EF4-FFF2-40B4-BE49-F238E27FC236}">
                <a16:creationId xmlns:a16="http://schemas.microsoft.com/office/drawing/2014/main" id="{45BA9093-ED15-4019-9FA9-81B3F45C0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2278" y="5208724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6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" name="path-348">
            <a:extLst xmlns:a="http://schemas.openxmlformats.org/drawingml/2006/main">
              <a:ext uri="{FF2B5EF4-FFF2-40B4-BE49-F238E27FC236}">
                <a16:creationId xmlns:a16="http://schemas.microsoft.com/office/drawing/2014/main" id="{3D5C4381-9F00-4DA3-B716-72D3FB2B0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1943" y="5179545"/>
            <a:ext cx="368260" cy="385677"/>
          </a:xfrm>
          <a:custGeom xmlns:a="http://schemas.openxmlformats.org/drawingml/2006/main">
            <a:pathLst>
              <a:path w="305178" h="319612">
                <a:moveTo>
                  <a:pt x="305178" y="0"/>
                </a:moveTo>
                <a:lnTo>
                  <a:pt x="305178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1" y="23941"/>
                </a:lnTo>
                <a:lnTo>
                  <a:pt x="47881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" name="path-349">
            <a:extLst xmlns:a="http://schemas.openxmlformats.org/drawingml/2006/main">
              <a:ext uri="{FF2B5EF4-FFF2-40B4-BE49-F238E27FC236}">
                <a16:creationId xmlns:a16="http://schemas.microsoft.com/office/drawing/2014/main" id="{BA28EFB6-2565-4917-93D9-B047B4510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2278" y="5538066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9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" name="path-350">
            <a:extLst xmlns:a="http://schemas.openxmlformats.org/drawingml/2006/main">
              <a:ext uri="{FF2B5EF4-FFF2-40B4-BE49-F238E27FC236}">
                <a16:creationId xmlns:a16="http://schemas.microsoft.com/office/drawing/2014/main" id="{5324FD94-C2A2-4CD1-8439-6D1E59B75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1943" y="5507443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2"/>
                </a:moveTo>
                <a:lnTo>
                  <a:pt x="47881" y="23941"/>
                </a:lnTo>
                <a:lnTo>
                  <a:pt x="47881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" name="path-351">
            <a:extLst xmlns:a="http://schemas.openxmlformats.org/drawingml/2006/main">
              <a:ext uri="{FF2B5EF4-FFF2-40B4-BE49-F238E27FC236}">
                <a16:creationId xmlns:a16="http://schemas.microsoft.com/office/drawing/2014/main" id="{522053F7-39DC-4F02-A6F1-D8F386FC1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2278" y="5863942"/>
            <a:ext cx="308541" cy="329342"/>
          </a:xfrm>
          <a:custGeom xmlns:a="http://schemas.openxmlformats.org/drawingml/2006/main">
            <a:pathLst>
              <a:path w="255689" h="272927">
                <a:moveTo>
                  <a:pt x="0" y="0"/>
                </a:moveTo>
                <a:lnTo>
                  <a:pt x="0" y="272927"/>
                </a:lnTo>
                <a:lnTo>
                  <a:pt x="255689" y="272927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" name="path-352">
            <a:extLst xmlns:a="http://schemas.openxmlformats.org/drawingml/2006/main">
              <a:ext uri="{FF2B5EF4-FFF2-40B4-BE49-F238E27FC236}">
                <a16:creationId xmlns:a16="http://schemas.microsoft.com/office/drawing/2014/main" id="{61A0DC33-6561-48E4-9267-DC0C5479E1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1943" y="5835341"/>
            <a:ext cx="368260" cy="385677"/>
          </a:xfrm>
          <a:custGeom xmlns:a="http://schemas.openxmlformats.org/drawingml/2006/main">
            <a:pathLst>
              <a:path w="305178" h="319612">
                <a:moveTo>
                  <a:pt x="305178" y="0"/>
                </a:moveTo>
                <a:lnTo>
                  <a:pt x="305178" y="319612"/>
                </a:lnTo>
                <a:lnTo>
                  <a:pt x="0" y="319612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3"/>
                </a:moveTo>
                <a:lnTo>
                  <a:pt x="47881" y="23941"/>
                </a:lnTo>
                <a:lnTo>
                  <a:pt x="47881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3"/>
                </a:lnTo>
                <a:lnTo>
                  <a:pt x="23942" y="4788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" name="path-353">
            <a:extLst xmlns:a="http://schemas.openxmlformats.org/drawingml/2006/main">
              <a:ext uri="{FF2B5EF4-FFF2-40B4-BE49-F238E27FC236}">
                <a16:creationId xmlns:a16="http://schemas.microsoft.com/office/drawing/2014/main" id="{ED302264-9FF8-4E62-B73E-6EA43765D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2278" y="6193285"/>
            <a:ext cx="308541" cy="325876"/>
          </a:xfrm>
          <a:custGeom xmlns:a="http://schemas.openxmlformats.org/drawingml/2006/main">
            <a:pathLst>
              <a:path w="255689" h="270054">
                <a:moveTo>
                  <a:pt x="0" y="0"/>
                </a:moveTo>
                <a:lnTo>
                  <a:pt x="0" y="270054"/>
                </a:lnTo>
                <a:lnTo>
                  <a:pt x="255689" y="270054"/>
                </a:lnTo>
                <a:lnTo>
                  <a:pt x="255689" y="0"/>
                </a:lnTo>
                <a:close/>
              </a:path>
            </a:pathLst>
          </a:custGeom>
          <a:solidFill xmlns:a="http://schemas.openxmlformats.org/drawingml/2006/main">
            <a:srgbClr val="7030A0">
              <a:alpha val="8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" name="path-354">
            <a:extLst xmlns:a="http://schemas.openxmlformats.org/drawingml/2006/main">
              <a:ext uri="{FF2B5EF4-FFF2-40B4-BE49-F238E27FC236}">
                <a16:creationId xmlns:a16="http://schemas.microsoft.com/office/drawing/2014/main" id="{572EC429-550A-4A7D-92B6-888AE1CB2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1943" y="6163239"/>
            <a:ext cx="368260" cy="385678"/>
          </a:xfrm>
          <a:custGeom xmlns:a="http://schemas.openxmlformats.org/drawingml/2006/main">
            <a:pathLst>
              <a:path w="305178" h="319613">
                <a:moveTo>
                  <a:pt x="305178" y="0"/>
                </a:moveTo>
                <a:lnTo>
                  <a:pt x="305178" y="319613"/>
                </a:lnTo>
                <a:lnTo>
                  <a:pt x="0" y="319613"/>
                </a:lnTo>
                <a:lnTo>
                  <a:pt x="0" y="0"/>
                </a:lnTo>
                <a:lnTo>
                  <a:pt x="305178" y="0"/>
                </a:lnTo>
                <a:moveTo>
                  <a:pt x="23942" y="47882"/>
                </a:moveTo>
                <a:lnTo>
                  <a:pt x="47881" y="23941"/>
                </a:lnTo>
                <a:lnTo>
                  <a:pt x="47881" y="295672"/>
                </a:lnTo>
                <a:lnTo>
                  <a:pt x="23942" y="271730"/>
                </a:lnTo>
                <a:lnTo>
                  <a:pt x="281236" y="271730"/>
                </a:lnTo>
                <a:lnTo>
                  <a:pt x="257294" y="295672"/>
                </a:lnTo>
                <a:lnTo>
                  <a:pt x="257294" y="23941"/>
                </a:lnTo>
                <a:lnTo>
                  <a:pt x="281236" y="47882"/>
                </a:lnTo>
                <a:lnTo>
                  <a:pt x="23942" y="4788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" name="path-355">
            <a:extLst xmlns:a="http://schemas.openxmlformats.org/drawingml/2006/main">
              <a:ext uri="{FF2B5EF4-FFF2-40B4-BE49-F238E27FC236}">
                <a16:creationId xmlns:a16="http://schemas.microsoft.com/office/drawing/2014/main" id="{845D0B6C-73F8-455B-802A-F569F3FC59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3135" y="165736"/>
            <a:ext cx="9341485" cy="5614714"/>
          </a:xfrm>
          <a:custGeom xmlns:a="http://schemas.openxmlformats.org/drawingml/2006/main">
            <a:pathLst>
              <a:path w="7741323" h="4652935">
                <a:moveTo>
                  <a:pt x="0" y="3861469"/>
                </a:moveTo>
                <a:lnTo>
                  <a:pt x="0" y="3669940"/>
                </a:lnTo>
                <a:lnTo>
                  <a:pt x="47881" y="3669940"/>
                </a:lnTo>
                <a:lnTo>
                  <a:pt x="47881" y="3861469"/>
                </a:lnTo>
                <a:lnTo>
                  <a:pt x="0" y="3861469"/>
                </a:lnTo>
                <a:moveTo>
                  <a:pt x="0" y="3526295"/>
                </a:moveTo>
                <a:lnTo>
                  <a:pt x="0" y="3334767"/>
                </a:lnTo>
                <a:lnTo>
                  <a:pt x="47881" y="3334767"/>
                </a:lnTo>
                <a:lnTo>
                  <a:pt x="47881" y="3526295"/>
                </a:lnTo>
                <a:lnTo>
                  <a:pt x="0" y="3526295"/>
                </a:lnTo>
                <a:moveTo>
                  <a:pt x="0" y="3191121"/>
                </a:moveTo>
                <a:lnTo>
                  <a:pt x="0" y="2999593"/>
                </a:lnTo>
                <a:lnTo>
                  <a:pt x="47881" y="2999593"/>
                </a:lnTo>
                <a:lnTo>
                  <a:pt x="47881" y="3191121"/>
                </a:lnTo>
                <a:lnTo>
                  <a:pt x="0" y="3191121"/>
                </a:lnTo>
                <a:moveTo>
                  <a:pt x="0" y="2855947"/>
                </a:moveTo>
                <a:lnTo>
                  <a:pt x="0" y="2664419"/>
                </a:lnTo>
                <a:lnTo>
                  <a:pt x="47881" y="2664419"/>
                </a:lnTo>
                <a:lnTo>
                  <a:pt x="47881" y="2855947"/>
                </a:lnTo>
                <a:lnTo>
                  <a:pt x="0" y="2855947"/>
                </a:lnTo>
                <a:moveTo>
                  <a:pt x="0" y="2520773"/>
                </a:moveTo>
                <a:lnTo>
                  <a:pt x="0" y="2329245"/>
                </a:lnTo>
                <a:lnTo>
                  <a:pt x="47881" y="2329245"/>
                </a:lnTo>
                <a:lnTo>
                  <a:pt x="47881" y="2520773"/>
                </a:lnTo>
                <a:lnTo>
                  <a:pt x="0" y="2520773"/>
                </a:lnTo>
                <a:moveTo>
                  <a:pt x="0" y="2185598"/>
                </a:moveTo>
                <a:lnTo>
                  <a:pt x="0" y="1994071"/>
                </a:lnTo>
                <a:lnTo>
                  <a:pt x="47881" y="1994071"/>
                </a:lnTo>
                <a:lnTo>
                  <a:pt x="47881" y="2185598"/>
                </a:lnTo>
                <a:lnTo>
                  <a:pt x="0" y="2185598"/>
                </a:lnTo>
                <a:moveTo>
                  <a:pt x="0" y="1850425"/>
                </a:moveTo>
                <a:lnTo>
                  <a:pt x="0" y="1658897"/>
                </a:lnTo>
                <a:lnTo>
                  <a:pt x="47881" y="1658897"/>
                </a:lnTo>
                <a:lnTo>
                  <a:pt x="47881" y="1850425"/>
                </a:lnTo>
                <a:lnTo>
                  <a:pt x="0" y="1850425"/>
                </a:lnTo>
                <a:moveTo>
                  <a:pt x="0" y="1515250"/>
                </a:moveTo>
                <a:lnTo>
                  <a:pt x="0" y="1323722"/>
                </a:lnTo>
                <a:lnTo>
                  <a:pt x="47881" y="1323722"/>
                </a:lnTo>
                <a:lnTo>
                  <a:pt x="47881" y="1515250"/>
                </a:lnTo>
                <a:lnTo>
                  <a:pt x="0" y="1515250"/>
                </a:lnTo>
                <a:moveTo>
                  <a:pt x="0" y="1180076"/>
                </a:moveTo>
                <a:lnTo>
                  <a:pt x="0" y="988548"/>
                </a:lnTo>
                <a:lnTo>
                  <a:pt x="47881" y="988548"/>
                </a:lnTo>
                <a:lnTo>
                  <a:pt x="47881" y="1180076"/>
                </a:lnTo>
                <a:lnTo>
                  <a:pt x="0" y="1180076"/>
                </a:lnTo>
                <a:moveTo>
                  <a:pt x="0" y="844902"/>
                </a:moveTo>
                <a:lnTo>
                  <a:pt x="0" y="791322"/>
                </a:lnTo>
                <a:lnTo>
                  <a:pt x="263" y="771044"/>
                </a:lnTo>
                <a:lnTo>
                  <a:pt x="1030" y="750766"/>
                </a:lnTo>
                <a:lnTo>
                  <a:pt x="2298" y="730584"/>
                </a:lnTo>
                <a:lnTo>
                  <a:pt x="4094" y="710569"/>
                </a:lnTo>
                <a:lnTo>
                  <a:pt x="6343" y="690698"/>
                </a:lnTo>
                <a:lnTo>
                  <a:pt x="9120" y="670971"/>
                </a:lnTo>
                <a:lnTo>
                  <a:pt x="12352" y="651387"/>
                </a:lnTo>
                <a:lnTo>
                  <a:pt x="12711" y="649591"/>
                </a:lnTo>
                <a:lnTo>
                  <a:pt x="59732" y="658617"/>
                </a:lnTo>
                <a:lnTo>
                  <a:pt x="59445" y="660102"/>
                </a:lnTo>
                <a:lnTo>
                  <a:pt x="59540" y="659503"/>
                </a:lnTo>
                <a:lnTo>
                  <a:pt x="56405" y="678488"/>
                </a:lnTo>
                <a:lnTo>
                  <a:pt x="56500" y="677890"/>
                </a:lnTo>
                <a:lnTo>
                  <a:pt x="53819" y="697019"/>
                </a:lnTo>
                <a:lnTo>
                  <a:pt x="53890" y="696420"/>
                </a:lnTo>
                <a:lnTo>
                  <a:pt x="51689" y="715716"/>
                </a:lnTo>
                <a:lnTo>
                  <a:pt x="51760" y="715118"/>
                </a:lnTo>
                <a:lnTo>
                  <a:pt x="50035" y="734534"/>
                </a:lnTo>
                <a:lnTo>
                  <a:pt x="50059" y="733935"/>
                </a:lnTo>
                <a:lnTo>
                  <a:pt x="48839" y="753471"/>
                </a:lnTo>
                <a:lnTo>
                  <a:pt x="48864" y="752873"/>
                </a:lnTo>
                <a:lnTo>
                  <a:pt x="48120" y="772552"/>
                </a:lnTo>
                <a:lnTo>
                  <a:pt x="48120" y="771954"/>
                </a:lnTo>
                <a:lnTo>
                  <a:pt x="47881" y="791777"/>
                </a:lnTo>
                <a:lnTo>
                  <a:pt x="47881" y="791466"/>
                </a:lnTo>
                <a:lnTo>
                  <a:pt x="47881" y="844902"/>
                </a:lnTo>
                <a:lnTo>
                  <a:pt x="0" y="844902"/>
                </a:lnTo>
                <a:moveTo>
                  <a:pt x="52526" y="507477"/>
                </a:moveTo>
                <a:lnTo>
                  <a:pt x="54897" y="501253"/>
                </a:lnTo>
                <a:lnTo>
                  <a:pt x="62199" y="483393"/>
                </a:lnTo>
                <a:lnTo>
                  <a:pt x="69930" y="465748"/>
                </a:lnTo>
                <a:lnTo>
                  <a:pt x="78047" y="448319"/>
                </a:lnTo>
                <a:lnTo>
                  <a:pt x="86593" y="431130"/>
                </a:lnTo>
                <a:lnTo>
                  <a:pt x="95548" y="414179"/>
                </a:lnTo>
                <a:lnTo>
                  <a:pt x="104861" y="397492"/>
                </a:lnTo>
                <a:lnTo>
                  <a:pt x="114605" y="381045"/>
                </a:lnTo>
                <a:lnTo>
                  <a:pt x="124707" y="364861"/>
                </a:lnTo>
                <a:lnTo>
                  <a:pt x="135171" y="348940"/>
                </a:lnTo>
                <a:lnTo>
                  <a:pt x="145537" y="334001"/>
                </a:lnTo>
                <a:lnTo>
                  <a:pt x="184871" y="361294"/>
                </a:lnTo>
                <a:lnTo>
                  <a:pt x="174697" y="375969"/>
                </a:lnTo>
                <a:lnTo>
                  <a:pt x="175008" y="375491"/>
                </a:lnTo>
                <a:lnTo>
                  <a:pt x="164857" y="390933"/>
                </a:lnTo>
                <a:lnTo>
                  <a:pt x="165168" y="390454"/>
                </a:lnTo>
                <a:lnTo>
                  <a:pt x="155376" y="406159"/>
                </a:lnTo>
                <a:lnTo>
                  <a:pt x="155664" y="405657"/>
                </a:lnTo>
                <a:lnTo>
                  <a:pt x="146232" y="421601"/>
                </a:lnTo>
                <a:lnTo>
                  <a:pt x="146518" y="421098"/>
                </a:lnTo>
                <a:lnTo>
                  <a:pt x="137469" y="437307"/>
                </a:lnTo>
                <a:lnTo>
                  <a:pt x="137757" y="436780"/>
                </a:lnTo>
                <a:lnTo>
                  <a:pt x="129089" y="453227"/>
                </a:lnTo>
                <a:lnTo>
                  <a:pt x="129352" y="452700"/>
                </a:lnTo>
                <a:lnTo>
                  <a:pt x="121069" y="469363"/>
                </a:lnTo>
                <a:lnTo>
                  <a:pt x="121309" y="468837"/>
                </a:lnTo>
                <a:lnTo>
                  <a:pt x="113431" y="485739"/>
                </a:lnTo>
                <a:lnTo>
                  <a:pt x="113671" y="485188"/>
                </a:lnTo>
                <a:lnTo>
                  <a:pt x="106202" y="502306"/>
                </a:lnTo>
                <a:lnTo>
                  <a:pt x="106417" y="501756"/>
                </a:lnTo>
                <a:lnTo>
                  <a:pt x="99330" y="519089"/>
                </a:lnTo>
                <a:lnTo>
                  <a:pt x="99545" y="518538"/>
                </a:lnTo>
                <a:lnTo>
                  <a:pt x="97295" y="524500"/>
                </a:lnTo>
                <a:lnTo>
                  <a:pt x="52526" y="507477"/>
                </a:lnTo>
                <a:moveTo>
                  <a:pt x="242044" y="221814"/>
                </a:moveTo>
                <a:lnTo>
                  <a:pt x="245394" y="218557"/>
                </a:lnTo>
                <a:lnTo>
                  <a:pt x="259304" y="205605"/>
                </a:lnTo>
                <a:lnTo>
                  <a:pt x="273501" y="193012"/>
                </a:lnTo>
                <a:lnTo>
                  <a:pt x="288009" y="180731"/>
                </a:lnTo>
                <a:lnTo>
                  <a:pt x="302805" y="168808"/>
                </a:lnTo>
                <a:lnTo>
                  <a:pt x="317912" y="157244"/>
                </a:lnTo>
                <a:lnTo>
                  <a:pt x="333282" y="146040"/>
                </a:lnTo>
                <a:lnTo>
                  <a:pt x="348939" y="135171"/>
                </a:lnTo>
                <a:lnTo>
                  <a:pt x="364860" y="124709"/>
                </a:lnTo>
                <a:lnTo>
                  <a:pt x="381045" y="114606"/>
                </a:lnTo>
                <a:lnTo>
                  <a:pt x="397492" y="104862"/>
                </a:lnTo>
                <a:lnTo>
                  <a:pt x="399959" y="103497"/>
                </a:lnTo>
                <a:lnTo>
                  <a:pt x="423324" y="145274"/>
                </a:lnTo>
                <a:lnTo>
                  <a:pt x="421098" y="146519"/>
                </a:lnTo>
                <a:lnTo>
                  <a:pt x="421601" y="146232"/>
                </a:lnTo>
                <a:lnTo>
                  <a:pt x="405656" y="155665"/>
                </a:lnTo>
                <a:lnTo>
                  <a:pt x="406158" y="155377"/>
                </a:lnTo>
                <a:lnTo>
                  <a:pt x="390454" y="165169"/>
                </a:lnTo>
                <a:lnTo>
                  <a:pt x="390932" y="164858"/>
                </a:lnTo>
                <a:lnTo>
                  <a:pt x="375490" y="175009"/>
                </a:lnTo>
                <a:lnTo>
                  <a:pt x="375968" y="174697"/>
                </a:lnTo>
                <a:lnTo>
                  <a:pt x="360791" y="185232"/>
                </a:lnTo>
                <a:lnTo>
                  <a:pt x="361269" y="184896"/>
                </a:lnTo>
                <a:lnTo>
                  <a:pt x="346353" y="195766"/>
                </a:lnTo>
                <a:lnTo>
                  <a:pt x="346809" y="195430"/>
                </a:lnTo>
                <a:lnTo>
                  <a:pt x="332181" y="206635"/>
                </a:lnTo>
                <a:lnTo>
                  <a:pt x="332611" y="206299"/>
                </a:lnTo>
                <a:lnTo>
                  <a:pt x="318271" y="217863"/>
                </a:lnTo>
                <a:lnTo>
                  <a:pt x="318702" y="217480"/>
                </a:lnTo>
                <a:lnTo>
                  <a:pt x="304625" y="229379"/>
                </a:lnTo>
                <a:lnTo>
                  <a:pt x="305055" y="229020"/>
                </a:lnTo>
                <a:lnTo>
                  <a:pt x="291290" y="241229"/>
                </a:lnTo>
                <a:lnTo>
                  <a:pt x="291720" y="240846"/>
                </a:lnTo>
                <a:lnTo>
                  <a:pt x="278241" y="253392"/>
                </a:lnTo>
                <a:lnTo>
                  <a:pt x="278648" y="253009"/>
                </a:lnTo>
                <a:lnTo>
                  <a:pt x="275513" y="256073"/>
                </a:lnTo>
                <a:lnTo>
                  <a:pt x="242044" y="221814"/>
                </a:lnTo>
                <a:moveTo>
                  <a:pt x="534386" y="42735"/>
                </a:moveTo>
                <a:lnTo>
                  <a:pt x="537618" y="41585"/>
                </a:lnTo>
                <a:lnTo>
                  <a:pt x="556125" y="35576"/>
                </a:lnTo>
                <a:lnTo>
                  <a:pt x="574798" y="30022"/>
                </a:lnTo>
                <a:lnTo>
                  <a:pt x="593688" y="24923"/>
                </a:lnTo>
                <a:lnTo>
                  <a:pt x="612745" y="20254"/>
                </a:lnTo>
                <a:lnTo>
                  <a:pt x="631993" y="16088"/>
                </a:lnTo>
                <a:lnTo>
                  <a:pt x="651386" y="12354"/>
                </a:lnTo>
                <a:lnTo>
                  <a:pt x="670971" y="9121"/>
                </a:lnTo>
                <a:lnTo>
                  <a:pt x="690698" y="6344"/>
                </a:lnTo>
                <a:lnTo>
                  <a:pt x="710569" y="4094"/>
                </a:lnTo>
                <a:lnTo>
                  <a:pt x="727256" y="2610"/>
                </a:lnTo>
                <a:lnTo>
                  <a:pt x="731493" y="50300"/>
                </a:lnTo>
                <a:lnTo>
                  <a:pt x="715117" y="51761"/>
                </a:lnTo>
                <a:lnTo>
                  <a:pt x="715716" y="51689"/>
                </a:lnTo>
                <a:lnTo>
                  <a:pt x="696419" y="53891"/>
                </a:lnTo>
                <a:lnTo>
                  <a:pt x="697019" y="53820"/>
                </a:lnTo>
                <a:lnTo>
                  <a:pt x="677888" y="56501"/>
                </a:lnTo>
                <a:lnTo>
                  <a:pt x="678488" y="56405"/>
                </a:lnTo>
                <a:lnTo>
                  <a:pt x="659502" y="59541"/>
                </a:lnTo>
                <a:lnTo>
                  <a:pt x="660100" y="59445"/>
                </a:lnTo>
                <a:lnTo>
                  <a:pt x="641283" y="63037"/>
                </a:lnTo>
                <a:lnTo>
                  <a:pt x="641881" y="62917"/>
                </a:lnTo>
                <a:lnTo>
                  <a:pt x="623232" y="66987"/>
                </a:lnTo>
                <a:lnTo>
                  <a:pt x="623806" y="66843"/>
                </a:lnTo>
                <a:lnTo>
                  <a:pt x="605323" y="71368"/>
                </a:lnTo>
                <a:lnTo>
                  <a:pt x="605899" y="71225"/>
                </a:lnTo>
                <a:lnTo>
                  <a:pt x="587607" y="76156"/>
                </a:lnTo>
                <a:lnTo>
                  <a:pt x="588182" y="76013"/>
                </a:lnTo>
                <a:lnTo>
                  <a:pt x="570058" y="81400"/>
                </a:lnTo>
                <a:lnTo>
                  <a:pt x="570609" y="81208"/>
                </a:lnTo>
                <a:lnTo>
                  <a:pt x="552702" y="87049"/>
                </a:lnTo>
                <a:lnTo>
                  <a:pt x="553251" y="86858"/>
                </a:lnTo>
                <a:lnTo>
                  <a:pt x="550307" y="87887"/>
                </a:lnTo>
                <a:lnTo>
                  <a:pt x="534386" y="42735"/>
                </a:lnTo>
                <a:moveTo>
                  <a:pt x="872961" y="0"/>
                </a:moveTo>
                <a:lnTo>
                  <a:pt x="1064487" y="0"/>
                </a:lnTo>
                <a:lnTo>
                  <a:pt x="1064487" y="47882"/>
                </a:lnTo>
                <a:lnTo>
                  <a:pt x="872961" y="47882"/>
                </a:lnTo>
                <a:lnTo>
                  <a:pt x="872961" y="0"/>
                </a:lnTo>
                <a:moveTo>
                  <a:pt x="1208135" y="0"/>
                </a:moveTo>
                <a:lnTo>
                  <a:pt x="1399663" y="0"/>
                </a:lnTo>
                <a:lnTo>
                  <a:pt x="1399663" y="47882"/>
                </a:lnTo>
                <a:lnTo>
                  <a:pt x="1208135" y="47882"/>
                </a:lnTo>
                <a:lnTo>
                  <a:pt x="1208135" y="0"/>
                </a:lnTo>
                <a:moveTo>
                  <a:pt x="1543309" y="0"/>
                </a:moveTo>
                <a:lnTo>
                  <a:pt x="1734836" y="0"/>
                </a:lnTo>
                <a:lnTo>
                  <a:pt x="1734836" y="47882"/>
                </a:lnTo>
                <a:lnTo>
                  <a:pt x="1543309" y="47882"/>
                </a:lnTo>
                <a:lnTo>
                  <a:pt x="1543309" y="0"/>
                </a:lnTo>
                <a:moveTo>
                  <a:pt x="1878483" y="0"/>
                </a:moveTo>
                <a:lnTo>
                  <a:pt x="2070012" y="0"/>
                </a:lnTo>
                <a:lnTo>
                  <a:pt x="2070012" y="47882"/>
                </a:lnTo>
                <a:lnTo>
                  <a:pt x="1878483" y="47882"/>
                </a:lnTo>
                <a:lnTo>
                  <a:pt x="1878483" y="0"/>
                </a:lnTo>
                <a:moveTo>
                  <a:pt x="2213658" y="0"/>
                </a:moveTo>
                <a:lnTo>
                  <a:pt x="2405184" y="0"/>
                </a:lnTo>
                <a:lnTo>
                  <a:pt x="2405184" y="47882"/>
                </a:lnTo>
                <a:lnTo>
                  <a:pt x="2213658" y="47882"/>
                </a:lnTo>
                <a:lnTo>
                  <a:pt x="2213658" y="0"/>
                </a:lnTo>
                <a:moveTo>
                  <a:pt x="2548830" y="0"/>
                </a:moveTo>
                <a:lnTo>
                  <a:pt x="2740359" y="0"/>
                </a:lnTo>
                <a:lnTo>
                  <a:pt x="2740359" y="47882"/>
                </a:lnTo>
                <a:lnTo>
                  <a:pt x="2548830" y="47882"/>
                </a:lnTo>
                <a:lnTo>
                  <a:pt x="2548830" y="0"/>
                </a:lnTo>
                <a:moveTo>
                  <a:pt x="2884004" y="0"/>
                </a:moveTo>
                <a:lnTo>
                  <a:pt x="3075533" y="0"/>
                </a:lnTo>
                <a:lnTo>
                  <a:pt x="3075533" y="47882"/>
                </a:lnTo>
                <a:lnTo>
                  <a:pt x="2884004" y="47882"/>
                </a:lnTo>
                <a:lnTo>
                  <a:pt x="2884004" y="0"/>
                </a:lnTo>
                <a:moveTo>
                  <a:pt x="3219179" y="0"/>
                </a:moveTo>
                <a:lnTo>
                  <a:pt x="3410707" y="0"/>
                </a:lnTo>
                <a:lnTo>
                  <a:pt x="3410707" y="47882"/>
                </a:lnTo>
                <a:lnTo>
                  <a:pt x="3219179" y="47882"/>
                </a:lnTo>
                <a:lnTo>
                  <a:pt x="3219179" y="0"/>
                </a:lnTo>
                <a:moveTo>
                  <a:pt x="3554353" y="0"/>
                </a:moveTo>
                <a:lnTo>
                  <a:pt x="3745881" y="0"/>
                </a:lnTo>
                <a:lnTo>
                  <a:pt x="3745881" y="47882"/>
                </a:lnTo>
                <a:lnTo>
                  <a:pt x="3554353" y="47882"/>
                </a:lnTo>
                <a:lnTo>
                  <a:pt x="3554353" y="0"/>
                </a:lnTo>
                <a:moveTo>
                  <a:pt x="3889527" y="0"/>
                </a:moveTo>
                <a:lnTo>
                  <a:pt x="4081056" y="0"/>
                </a:lnTo>
                <a:lnTo>
                  <a:pt x="4081056" y="47882"/>
                </a:lnTo>
                <a:lnTo>
                  <a:pt x="3889527" y="47882"/>
                </a:lnTo>
                <a:lnTo>
                  <a:pt x="3889527" y="0"/>
                </a:lnTo>
                <a:moveTo>
                  <a:pt x="4224702" y="0"/>
                </a:moveTo>
                <a:lnTo>
                  <a:pt x="4416230" y="0"/>
                </a:lnTo>
                <a:lnTo>
                  <a:pt x="4416230" y="47882"/>
                </a:lnTo>
                <a:lnTo>
                  <a:pt x="4224702" y="47882"/>
                </a:lnTo>
                <a:lnTo>
                  <a:pt x="4224702" y="0"/>
                </a:lnTo>
                <a:moveTo>
                  <a:pt x="4559876" y="0"/>
                </a:moveTo>
                <a:lnTo>
                  <a:pt x="4751404" y="0"/>
                </a:lnTo>
                <a:lnTo>
                  <a:pt x="4751404" y="47882"/>
                </a:lnTo>
                <a:lnTo>
                  <a:pt x="4559876" y="47882"/>
                </a:lnTo>
                <a:lnTo>
                  <a:pt x="4559876" y="0"/>
                </a:lnTo>
                <a:moveTo>
                  <a:pt x="4895050" y="0"/>
                </a:moveTo>
                <a:lnTo>
                  <a:pt x="5086578" y="0"/>
                </a:lnTo>
                <a:lnTo>
                  <a:pt x="5086578" y="47882"/>
                </a:lnTo>
                <a:lnTo>
                  <a:pt x="4895050" y="47882"/>
                </a:lnTo>
                <a:lnTo>
                  <a:pt x="4895050" y="0"/>
                </a:lnTo>
                <a:moveTo>
                  <a:pt x="5230224" y="0"/>
                </a:moveTo>
                <a:lnTo>
                  <a:pt x="5421751" y="0"/>
                </a:lnTo>
                <a:lnTo>
                  <a:pt x="5421751" y="47882"/>
                </a:lnTo>
                <a:lnTo>
                  <a:pt x="5230224" y="47882"/>
                </a:lnTo>
                <a:lnTo>
                  <a:pt x="5230224" y="0"/>
                </a:lnTo>
                <a:moveTo>
                  <a:pt x="5565397" y="0"/>
                </a:moveTo>
                <a:lnTo>
                  <a:pt x="5756927" y="0"/>
                </a:lnTo>
                <a:lnTo>
                  <a:pt x="5756927" y="47882"/>
                </a:lnTo>
                <a:lnTo>
                  <a:pt x="5565397" y="47882"/>
                </a:lnTo>
                <a:lnTo>
                  <a:pt x="5565397" y="0"/>
                </a:lnTo>
                <a:moveTo>
                  <a:pt x="5900573" y="0"/>
                </a:moveTo>
                <a:lnTo>
                  <a:pt x="6092100" y="0"/>
                </a:lnTo>
                <a:lnTo>
                  <a:pt x="6092100" y="47882"/>
                </a:lnTo>
                <a:lnTo>
                  <a:pt x="5900573" y="47882"/>
                </a:lnTo>
                <a:lnTo>
                  <a:pt x="5900573" y="0"/>
                </a:lnTo>
                <a:moveTo>
                  <a:pt x="6235745" y="0"/>
                </a:moveTo>
                <a:lnTo>
                  <a:pt x="6427274" y="0"/>
                </a:lnTo>
                <a:lnTo>
                  <a:pt x="6427274" y="47882"/>
                </a:lnTo>
                <a:lnTo>
                  <a:pt x="6235745" y="47882"/>
                </a:lnTo>
                <a:lnTo>
                  <a:pt x="6235745" y="0"/>
                </a:lnTo>
                <a:moveTo>
                  <a:pt x="6570921" y="0"/>
                </a:moveTo>
                <a:lnTo>
                  <a:pt x="6762448" y="0"/>
                </a:lnTo>
                <a:lnTo>
                  <a:pt x="6762448" y="47882"/>
                </a:lnTo>
                <a:lnTo>
                  <a:pt x="6570921" y="47882"/>
                </a:lnTo>
                <a:lnTo>
                  <a:pt x="6570921" y="0"/>
                </a:lnTo>
                <a:moveTo>
                  <a:pt x="6906094" y="0"/>
                </a:moveTo>
                <a:lnTo>
                  <a:pt x="6950002" y="0"/>
                </a:lnTo>
                <a:lnTo>
                  <a:pt x="6970280" y="263"/>
                </a:lnTo>
                <a:lnTo>
                  <a:pt x="6990559" y="1030"/>
                </a:lnTo>
                <a:lnTo>
                  <a:pt x="7010716" y="2298"/>
                </a:lnTo>
                <a:lnTo>
                  <a:pt x="7030755" y="4094"/>
                </a:lnTo>
                <a:lnTo>
                  <a:pt x="7050625" y="6344"/>
                </a:lnTo>
                <a:lnTo>
                  <a:pt x="7070354" y="9121"/>
                </a:lnTo>
                <a:lnTo>
                  <a:pt x="7089936" y="12354"/>
                </a:lnTo>
                <a:lnTo>
                  <a:pt x="7101213" y="14532"/>
                </a:lnTo>
                <a:lnTo>
                  <a:pt x="7092211" y="61552"/>
                </a:lnTo>
                <a:lnTo>
                  <a:pt x="7081223" y="59445"/>
                </a:lnTo>
                <a:lnTo>
                  <a:pt x="7081821" y="59541"/>
                </a:lnTo>
                <a:lnTo>
                  <a:pt x="7062836" y="56405"/>
                </a:lnTo>
                <a:lnTo>
                  <a:pt x="7063435" y="56501"/>
                </a:lnTo>
                <a:lnTo>
                  <a:pt x="7044305" y="53820"/>
                </a:lnTo>
                <a:lnTo>
                  <a:pt x="7044904" y="53891"/>
                </a:lnTo>
                <a:lnTo>
                  <a:pt x="7025607" y="51689"/>
                </a:lnTo>
                <a:lnTo>
                  <a:pt x="7026207" y="51761"/>
                </a:lnTo>
                <a:lnTo>
                  <a:pt x="7006790" y="50037"/>
                </a:lnTo>
                <a:lnTo>
                  <a:pt x="7007388" y="50061"/>
                </a:lnTo>
                <a:lnTo>
                  <a:pt x="6987853" y="48840"/>
                </a:lnTo>
                <a:lnTo>
                  <a:pt x="6988451" y="48864"/>
                </a:lnTo>
                <a:lnTo>
                  <a:pt x="6968748" y="48121"/>
                </a:lnTo>
                <a:lnTo>
                  <a:pt x="6969371" y="48121"/>
                </a:lnTo>
                <a:lnTo>
                  <a:pt x="6949548" y="47882"/>
                </a:lnTo>
                <a:lnTo>
                  <a:pt x="6949858" y="47882"/>
                </a:lnTo>
                <a:lnTo>
                  <a:pt x="6906094" y="47882"/>
                </a:lnTo>
                <a:lnTo>
                  <a:pt x="6906094" y="0"/>
                </a:lnTo>
                <a:moveTo>
                  <a:pt x="7243398" y="56261"/>
                </a:moveTo>
                <a:lnTo>
                  <a:pt x="7257931" y="62199"/>
                </a:lnTo>
                <a:lnTo>
                  <a:pt x="7275576" y="69932"/>
                </a:lnTo>
                <a:lnTo>
                  <a:pt x="7293005" y="78048"/>
                </a:lnTo>
                <a:lnTo>
                  <a:pt x="7310195" y="86595"/>
                </a:lnTo>
                <a:lnTo>
                  <a:pt x="7327145" y="95548"/>
                </a:lnTo>
                <a:lnTo>
                  <a:pt x="7343833" y="104862"/>
                </a:lnTo>
                <a:lnTo>
                  <a:pt x="7360280" y="114606"/>
                </a:lnTo>
                <a:lnTo>
                  <a:pt x="7376463" y="124709"/>
                </a:lnTo>
                <a:lnTo>
                  <a:pt x="7392382" y="135171"/>
                </a:lnTo>
                <a:lnTo>
                  <a:pt x="7408042" y="146040"/>
                </a:lnTo>
                <a:lnTo>
                  <a:pt x="7415607" y="151547"/>
                </a:lnTo>
                <a:lnTo>
                  <a:pt x="7387380" y="190235"/>
                </a:lnTo>
                <a:lnTo>
                  <a:pt x="7380054" y="184896"/>
                </a:lnTo>
                <a:lnTo>
                  <a:pt x="7380533" y="185232"/>
                </a:lnTo>
                <a:lnTo>
                  <a:pt x="7365355" y="174697"/>
                </a:lnTo>
                <a:lnTo>
                  <a:pt x="7365833" y="175009"/>
                </a:lnTo>
                <a:lnTo>
                  <a:pt x="7350391" y="164858"/>
                </a:lnTo>
                <a:lnTo>
                  <a:pt x="7350869" y="165169"/>
                </a:lnTo>
                <a:lnTo>
                  <a:pt x="7335165" y="155377"/>
                </a:lnTo>
                <a:lnTo>
                  <a:pt x="7335668" y="155665"/>
                </a:lnTo>
                <a:lnTo>
                  <a:pt x="7319724" y="146232"/>
                </a:lnTo>
                <a:lnTo>
                  <a:pt x="7320227" y="146519"/>
                </a:lnTo>
                <a:lnTo>
                  <a:pt x="7304018" y="137469"/>
                </a:lnTo>
                <a:lnTo>
                  <a:pt x="7304545" y="137757"/>
                </a:lnTo>
                <a:lnTo>
                  <a:pt x="7288097" y="129090"/>
                </a:lnTo>
                <a:lnTo>
                  <a:pt x="7288624" y="129353"/>
                </a:lnTo>
                <a:lnTo>
                  <a:pt x="7271961" y="121069"/>
                </a:lnTo>
                <a:lnTo>
                  <a:pt x="7272488" y="121309"/>
                </a:lnTo>
                <a:lnTo>
                  <a:pt x="7255586" y="113433"/>
                </a:lnTo>
                <a:lnTo>
                  <a:pt x="7256135" y="113672"/>
                </a:lnTo>
                <a:lnTo>
                  <a:pt x="7239017" y="106202"/>
                </a:lnTo>
                <a:lnTo>
                  <a:pt x="7239568" y="106418"/>
                </a:lnTo>
                <a:lnTo>
                  <a:pt x="7225300" y="100600"/>
                </a:lnTo>
                <a:lnTo>
                  <a:pt x="7243398" y="56261"/>
                </a:lnTo>
                <a:moveTo>
                  <a:pt x="7526572" y="249465"/>
                </a:moveTo>
                <a:lnTo>
                  <a:pt x="7535720" y="259305"/>
                </a:lnTo>
                <a:lnTo>
                  <a:pt x="7548311" y="273502"/>
                </a:lnTo>
                <a:lnTo>
                  <a:pt x="7560594" y="288010"/>
                </a:lnTo>
                <a:lnTo>
                  <a:pt x="7572515" y="302806"/>
                </a:lnTo>
                <a:lnTo>
                  <a:pt x="7584079" y="317913"/>
                </a:lnTo>
                <a:lnTo>
                  <a:pt x="7595284" y="333283"/>
                </a:lnTo>
                <a:lnTo>
                  <a:pt x="7606128" y="348940"/>
                </a:lnTo>
                <a:lnTo>
                  <a:pt x="7616614" y="364861"/>
                </a:lnTo>
                <a:lnTo>
                  <a:pt x="7626719" y="381045"/>
                </a:lnTo>
                <a:lnTo>
                  <a:pt x="7636462" y="397492"/>
                </a:lnTo>
                <a:lnTo>
                  <a:pt x="7642567" y="408410"/>
                </a:lnTo>
                <a:lnTo>
                  <a:pt x="7600766" y="431776"/>
                </a:lnTo>
                <a:lnTo>
                  <a:pt x="7594805" y="421098"/>
                </a:lnTo>
                <a:lnTo>
                  <a:pt x="7595091" y="421601"/>
                </a:lnTo>
                <a:lnTo>
                  <a:pt x="7585660" y="405657"/>
                </a:lnTo>
                <a:lnTo>
                  <a:pt x="7585947" y="406159"/>
                </a:lnTo>
                <a:lnTo>
                  <a:pt x="7576155" y="390454"/>
                </a:lnTo>
                <a:lnTo>
                  <a:pt x="7576467" y="390933"/>
                </a:lnTo>
                <a:lnTo>
                  <a:pt x="7566315" y="375491"/>
                </a:lnTo>
                <a:lnTo>
                  <a:pt x="7566626" y="375969"/>
                </a:lnTo>
                <a:lnTo>
                  <a:pt x="7556091" y="360791"/>
                </a:lnTo>
                <a:lnTo>
                  <a:pt x="7556428" y="361270"/>
                </a:lnTo>
                <a:lnTo>
                  <a:pt x="7545557" y="346355"/>
                </a:lnTo>
                <a:lnTo>
                  <a:pt x="7545893" y="346810"/>
                </a:lnTo>
                <a:lnTo>
                  <a:pt x="7534690" y="332181"/>
                </a:lnTo>
                <a:lnTo>
                  <a:pt x="7535025" y="332613"/>
                </a:lnTo>
                <a:lnTo>
                  <a:pt x="7523461" y="318272"/>
                </a:lnTo>
                <a:lnTo>
                  <a:pt x="7523844" y="318703"/>
                </a:lnTo>
                <a:lnTo>
                  <a:pt x="7511946" y="304625"/>
                </a:lnTo>
                <a:lnTo>
                  <a:pt x="7512304" y="305056"/>
                </a:lnTo>
                <a:lnTo>
                  <a:pt x="7500096" y="291290"/>
                </a:lnTo>
                <a:lnTo>
                  <a:pt x="7500477" y="291721"/>
                </a:lnTo>
                <a:lnTo>
                  <a:pt x="7491524" y="282097"/>
                </a:lnTo>
                <a:lnTo>
                  <a:pt x="7526572" y="249465"/>
                </a:lnTo>
                <a:moveTo>
                  <a:pt x="7701845" y="544131"/>
                </a:moveTo>
                <a:lnTo>
                  <a:pt x="7705748" y="556126"/>
                </a:lnTo>
                <a:lnTo>
                  <a:pt x="7711301" y="574800"/>
                </a:lnTo>
                <a:lnTo>
                  <a:pt x="7716402" y="593689"/>
                </a:lnTo>
                <a:lnTo>
                  <a:pt x="7721069" y="612746"/>
                </a:lnTo>
                <a:lnTo>
                  <a:pt x="7725236" y="631971"/>
                </a:lnTo>
                <a:lnTo>
                  <a:pt x="7728971" y="651387"/>
                </a:lnTo>
                <a:lnTo>
                  <a:pt x="7732203" y="670971"/>
                </a:lnTo>
                <a:lnTo>
                  <a:pt x="7734956" y="690698"/>
                </a:lnTo>
                <a:lnTo>
                  <a:pt x="7737229" y="710569"/>
                </a:lnTo>
                <a:lnTo>
                  <a:pt x="7739025" y="730584"/>
                </a:lnTo>
                <a:lnTo>
                  <a:pt x="7739457" y="737527"/>
                </a:lnTo>
                <a:lnTo>
                  <a:pt x="7691671" y="740543"/>
                </a:lnTo>
                <a:lnTo>
                  <a:pt x="7691262" y="733935"/>
                </a:lnTo>
                <a:lnTo>
                  <a:pt x="7691286" y="734534"/>
                </a:lnTo>
                <a:lnTo>
                  <a:pt x="7689564" y="715118"/>
                </a:lnTo>
                <a:lnTo>
                  <a:pt x="7689636" y="715716"/>
                </a:lnTo>
                <a:lnTo>
                  <a:pt x="7687432" y="696420"/>
                </a:lnTo>
                <a:lnTo>
                  <a:pt x="7687505" y="697019"/>
                </a:lnTo>
                <a:lnTo>
                  <a:pt x="7684823" y="677890"/>
                </a:lnTo>
                <a:lnTo>
                  <a:pt x="7684919" y="678488"/>
                </a:lnTo>
                <a:lnTo>
                  <a:pt x="7681782" y="659503"/>
                </a:lnTo>
                <a:lnTo>
                  <a:pt x="7681879" y="660102"/>
                </a:lnTo>
                <a:lnTo>
                  <a:pt x="7678288" y="641284"/>
                </a:lnTo>
                <a:lnTo>
                  <a:pt x="7678407" y="641882"/>
                </a:lnTo>
                <a:lnTo>
                  <a:pt x="7674336" y="623232"/>
                </a:lnTo>
                <a:lnTo>
                  <a:pt x="7674481" y="623807"/>
                </a:lnTo>
                <a:lnTo>
                  <a:pt x="7669956" y="605324"/>
                </a:lnTo>
                <a:lnTo>
                  <a:pt x="7670100" y="605899"/>
                </a:lnTo>
                <a:lnTo>
                  <a:pt x="7665167" y="587608"/>
                </a:lnTo>
                <a:lnTo>
                  <a:pt x="7665313" y="588183"/>
                </a:lnTo>
                <a:lnTo>
                  <a:pt x="7659924" y="570059"/>
                </a:lnTo>
                <a:lnTo>
                  <a:pt x="7660117" y="570610"/>
                </a:lnTo>
                <a:lnTo>
                  <a:pt x="7656311" y="558927"/>
                </a:lnTo>
                <a:lnTo>
                  <a:pt x="7701845" y="544131"/>
                </a:lnTo>
                <a:moveTo>
                  <a:pt x="7741323" y="882633"/>
                </a:moveTo>
                <a:lnTo>
                  <a:pt x="7741323" y="1074161"/>
                </a:lnTo>
                <a:lnTo>
                  <a:pt x="7693442" y="1074161"/>
                </a:lnTo>
                <a:lnTo>
                  <a:pt x="7693442" y="882633"/>
                </a:lnTo>
                <a:lnTo>
                  <a:pt x="7741323" y="882633"/>
                </a:lnTo>
                <a:moveTo>
                  <a:pt x="7741323" y="1217807"/>
                </a:moveTo>
                <a:lnTo>
                  <a:pt x="7741323" y="1409335"/>
                </a:lnTo>
                <a:lnTo>
                  <a:pt x="7693442" y="1409335"/>
                </a:lnTo>
                <a:lnTo>
                  <a:pt x="7693442" y="1217807"/>
                </a:lnTo>
                <a:lnTo>
                  <a:pt x="7741323" y="1217807"/>
                </a:lnTo>
                <a:moveTo>
                  <a:pt x="7741323" y="1552981"/>
                </a:moveTo>
                <a:lnTo>
                  <a:pt x="7741323" y="1744510"/>
                </a:lnTo>
                <a:lnTo>
                  <a:pt x="7693442" y="1744510"/>
                </a:lnTo>
                <a:lnTo>
                  <a:pt x="7693442" y="1552981"/>
                </a:lnTo>
                <a:lnTo>
                  <a:pt x="7741323" y="1552981"/>
                </a:lnTo>
                <a:moveTo>
                  <a:pt x="7741323" y="1888155"/>
                </a:moveTo>
                <a:lnTo>
                  <a:pt x="7741323" y="2079683"/>
                </a:lnTo>
                <a:lnTo>
                  <a:pt x="7693442" y="2079683"/>
                </a:lnTo>
                <a:lnTo>
                  <a:pt x="7693442" y="1888155"/>
                </a:lnTo>
                <a:lnTo>
                  <a:pt x="7741323" y="1888155"/>
                </a:lnTo>
                <a:moveTo>
                  <a:pt x="7741323" y="2223330"/>
                </a:moveTo>
                <a:lnTo>
                  <a:pt x="7741323" y="2414857"/>
                </a:lnTo>
                <a:lnTo>
                  <a:pt x="7693442" y="2414857"/>
                </a:lnTo>
                <a:lnTo>
                  <a:pt x="7693442" y="2223330"/>
                </a:lnTo>
                <a:lnTo>
                  <a:pt x="7741323" y="2223330"/>
                </a:lnTo>
                <a:moveTo>
                  <a:pt x="7741323" y="2558504"/>
                </a:moveTo>
                <a:lnTo>
                  <a:pt x="7741323" y="2750031"/>
                </a:lnTo>
                <a:lnTo>
                  <a:pt x="7693442" y="2750031"/>
                </a:lnTo>
                <a:lnTo>
                  <a:pt x="7693442" y="2558504"/>
                </a:lnTo>
                <a:lnTo>
                  <a:pt x="7741323" y="2558504"/>
                </a:lnTo>
                <a:moveTo>
                  <a:pt x="7741323" y="2893678"/>
                </a:moveTo>
                <a:lnTo>
                  <a:pt x="7741323" y="3085206"/>
                </a:lnTo>
                <a:lnTo>
                  <a:pt x="7693442" y="3085206"/>
                </a:lnTo>
                <a:lnTo>
                  <a:pt x="7693442" y="2893678"/>
                </a:lnTo>
                <a:lnTo>
                  <a:pt x="7741323" y="2893678"/>
                </a:lnTo>
                <a:moveTo>
                  <a:pt x="7741323" y="3228852"/>
                </a:moveTo>
                <a:lnTo>
                  <a:pt x="7741323" y="3420380"/>
                </a:lnTo>
                <a:lnTo>
                  <a:pt x="7693442" y="3420380"/>
                </a:lnTo>
                <a:lnTo>
                  <a:pt x="7693442" y="3228852"/>
                </a:lnTo>
                <a:lnTo>
                  <a:pt x="7741323" y="3228852"/>
                </a:lnTo>
                <a:moveTo>
                  <a:pt x="7741323" y="3564026"/>
                </a:moveTo>
                <a:lnTo>
                  <a:pt x="7741323" y="3755554"/>
                </a:lnTo>
                <a:lnTo>
                  <a:pt x="7693442" y="3755554"/>
                </a:lnTo>
                <a:lnTo>
                  <a:pt x="7693442" y="3564026"/>
                </a:lnTo>
                <a:lnTo>
                  <a:pt x="7741323" y="3564026"/>
                </a:lnTo>
                <a:moveTo>
                  <a:pt x="7740367" y="3900086"/>
                </a:moveTo>
                <a:lnTo>
                  <a:pt x="7740294" y="3902169"/>
                </a:lnTo>
                <a:lnTo>
                  <a:pt x="7739025" y="3922351"/>
                </a:lnTo>
                <a:lnTo>
                  <a:pt x="7737229" y="3942366"/>
                </a:lnTo>
                <a:lnTo>
                  <a:pt x="7734956" y="3962237"/>
                </a:lnTo>
                <a:lnTo>
                  <a:pt x="7732203" y="3981964"/>
                </a:lnTo>
                <a:lnTo>
                  <a:pt x="7728971" y="4001548"/>
                </a:lnTo>
                <a:lnTo>
                  <a:pt x="7725236" y="4020940"/>
                </a:lnTo>
                <a:lnTo>
                  <a:pt x="7721069" y="4040189"/>
                </a:lnTo>
                <a:lnTo>
                  <a:pt x="7716402" y="4059245"/>
                </a:lnTo>
                <a:lnTo>
                  <a:pt x="7711301" y="4078135"/>
                </a:lnTo>
                <a:lnTo>
                  <a:pt x="7706514" y="4094200"/>
                </a:lnTo>
                <a:lnTo>
                  <a:pt x="7660619" y="4080529"/>
                </a:lnTo>
                <a:lnTo>
                  <a:pt x="7665313" y="4064752"/>
                </a:lnTo>
                <a:lnTo>
                  <a:pt x="7665167" y="4065327"/>
                </a:lnTo>
                <a:lnTo>
                  <a:pt x="7670100" y="4047035"/>
                </a:lnTo>
                <a:lnTo>
                  <a:pt x="7669956" y="4047611"/>
                </a:lnTo>
                <a:lnTo>
                  <a:pt x="7674481" y="4029128"/>
                </a:lnTo>
                <a:lnTo>
                  <a:pt x="7674336" y="4029702"/>
                </a:lnTo>
                <a:lnTo>
                  <a:pt x="7678407" y="4011053"/>
                </a:lnTo>
                <a:lnTo>
                  <a:pt x="7678288" y="4011651"/>
                </a:lnTo>
                <a:lnTo>
                  <a:pt x="7681879" y="3992833"/>
                </a:lnTo>
                <a:lnTo>
                  <a:pt x="7681782" y="3993431"/>
                </a:lnTo>
                <a:lnTo>
                  <a:pt x="7684919" y="3974446"/>
                </a:lnTo>
                <a:lnTo>
                  <a:pt x="7684823" y="3975046"/>
                </a:lnTo>
                <a:lnTo>
                  <a:pt x="7687505" y="3955917"/>
                </a:lnTo>
                <a:lnTo>
                  <a:pt x="7687432" y="3956515"/>
                </a:lnTo>
                <a:lnTo>
                  <a:pt x="7689636" y="3937218"/>
                </a:lnTo>
                <a:lnTo>
                  <a:pt x="7689564" y="3937817"/>
                </a:lnTo>
                <a:lnTo>
                  <a:pt x="7691286" y="3918400"/>
                </a:lnTo>
                <a:lnTo>
                  <a:pt x="7691262" y="3919000"/>
                </a:lnTo>
                <a:lnTo>
                  <a:pt x="7692484" y="3899464"/>
                </a:lnTo>
                <a:lnTo>
                  <a:pt x="7692461" y="3900062"/>
                </a:lnTo>
                <a:lnTo>
                  <a:pt x="7692533" y="3898266"/>
                </a:lnTo>
                <a:lnTo>
                  <a:pt x="7740367" y="3900086"/>
                </a:lnTo>
                <a:moveTo>
                  <a:pt x="7649846" y="4231047"/>
                </a:moveTo>
                <a:lnTo>
                  <a:pt x="7645777" y="4238756"/>
                </a:lnTo>
                <a:lnTo>
                  <a:pt x="7636462" y="4255442"/>
                </a:lnTo>
                <a:lnTo>
                  <a:pt x="7626719" y="4271889"/>
                </a:lnTo>
                <a:lnTo>
                  <a:pt x="7616614" y="4288073"/>
                </a:lnTo>
                <a:lnTo>
                  <a:pt x="7606128" y="4303994"/>
                </a:lnTo>
                <a:lnTo>
                  <a:pt x="7595284" y="4319652"/>
                </a:lnTo>
                <a:lnTo>
                  <a:pt x="7584079" y="4335022"/>
                </a:lnTo>
                <a:lnTo>
                  <a:pt x="7572515" y="4350129"/>
                </a:lnTo>
                <a:lnTo>
                  <a:pt x="7560594" y="4364924"/>
                </a:lnTo>
                <a:lnTo>
                  <a:pt x="7548311" y="4379433"/>
                </a:lnTo>
                <a:lnTo>
                  <a:pt x="7536964" y="4392217"/>
                </a:lnTo>
                <a:lnTo>
                  <a:pt x="7501148" y="4360448"/>
                </a:lnTo>
                <a:lnTo>
                  <a:pt x="7512304" y="4347879"/>
                </a:lnTo>
                <a:lnTo>
                  <a:pt x="7511946" y="4348309"/>
                </a:lnTo>
                <a:lnTo>
                  <a:pt x="7523844" y="4334232"/>
                </a:lnTo>
                <a:lnTo>
                  <a:pt x="7523461" y="4334663"/>
                </a:lnTo>
                <a:lnTo>
                  <a:pt x="7535025" y="4320323"/>
                </a:lnTo>
                <a:lnTo>
                  <a:pt x="7534690" y="4320753"/>
                </a:lnTo>
                <a:lnTo>
                  <a:pt x="7545893" y="4306125"/>
                </a:lnTo>
                <a:lnTo>
                  <a:pt x="7545557" y="4306580"/>
                </a:lnTo>
                <a:lnTo>
                  <a:pt x="7556428" y="4291665"/>
                </a:lnTo>
                <a:lnTo>
                  <a:pt x="7556091" y="4292144"/>
                </a:lnTo>
                <a:lnTo>
                  <a:pt x="7566626" y="4276966"/>
                </a:lnTo>
                <a:lnTo>
                  <a:pt x="7566315" y="4277444"/>
                </a:lnTo>
                <a:lnTo>
                  <a:pt x="7576467" y="4262002"/>
                </a:lnTo>
                <a:lnTo>
                  <a:pt x="7576155" y="4262481"/>
                </a:lnTo>
                <a:lnTo>
                  <a:pt x="7585947" y="4246775"/>
                </a:lnTo>
                <a:lnTo>
                  <a:pt x="7585660" y="4247278"/>
                </a:lnTo>
                <a:lnTo>
                  <a:pt x="7595091" y="4231334"/>
                </a:lnTo>
                <a:lnTo>
                  <a:pt x="7594805" y="4231837"/>
                </a:lnTo>
                <a:lnTo>
                  <a:pt x="7603854" y="4215628"/>
                </a:lnTo>
                <a:lnTo>
                  <a:pt x="7603567" y="4216155"/>
                </a:lnTo>
                <a:lnTo>
                  <a:pt x="7607494" y="4208709"/>
                </a:lnTo>
                <a:lnTo>
                  <a:pt x="7649846" y="4231047"/>
                </a:lnTo>
                <a:moveTo>
                  <a:pt x="7427912" y="4492243"/>
                </a:moveTo>
                <a:lnTo>
                  <a:pt x="7423411" y="4495690"/>
                </a:lnTo>
                <a:lnTo>
                  <a:pt x="7408042" y="4506894"/>
                </a:lnTo>
                <a:lnTo>
                  <a:pt x="7392382" y="4517764"/>
                </a:lnTo>
                <a:lnTo>
                  <a:pt x="7376463" y="4528226"/>
                </a:lnTo>
                <a:lnTo>
                  <a:pt x="7360280" y="4538329"/>
                </a:lnTo>
                <a:lnTo>
                  <a:pt x="7343833" y="4548073"/>
                </a:lnTo>
                <a:lnTo>
                  <a:pt x="7327145" y="4557386"/>
                </a:lnTo>
                <a:lnTo>
                  <a:pt x="7310195" y="4566341"/>
                </a:lnTo>
                <a:lnTo>
                  <a:pt x="7293005" y="4574887"/>
                </a:lnTo>
                <a:lnTo>
                  <a:pt x="7275576" y="4583003"/>
                </a:lnTo>
                <a:lnTo>
                  <a:pt x="7257931" y="4590736"/>
                </a:lnTo>
                <a:lnTo>
                  <a:pt x="7257045" y="4591096"/>
                </a:lnTo>
                <a:lnTo>
                  <a:pt x="7238946" y="4546757"/>
                </a:lnTo>
                <a:lnTo>
                  <a:pt x="7239568" y="4546516"/>
                </a:lnTo>
                <a:lnTo>
                  <a:pt x="7239017" y="4546733"/>
                </a:lnTo>
                <a:lnTo>
                  <a:pt x="7256135" y="4539263"/>
                </a:lnTo>
                <a:lnTo>
                  <a:pt x="7255586" y="4539502"/>
                </a:lnTo>
                <a:lnTo>
                  <a:pt x="7272488" y="4531625"/>
                </a:lnTo>
                <a:lnTo>
                  <a:pt x="7271961" y="4531865"/>
                </a:lnTo>
                <a:lnTo>
                  <a:pt x="7288624" y="4523581"/>
                </a:lnTo>
                <a:lnTo>
                  <a:pt x="7288097" y="4523845"/>
                </a:lnTo>
                <a:lnTo>
                  <a:pt x="7304545" y="4515178"/>
                </a:lnTo>
                <a:lnTo>
                  <a:pt x="7304018" y="4515466"/>
                </a:lnTo>
                <a:lnTo>
                  <a:pt x="7320227" y="4506416"/>
                </a:lnTo>
                <a:lnTo>
                  <a:pt x="7319724" y="4506704"/>
                </a:lnTo>
                <a:lnTo>
                  <a:pt x="7335668" y="4497270"/>
                </a:lnTo>
                <a:lnTo>
                  <a:pt x="7335165" y="4497558"/>
                </a:lnTo>
                <a:lnTo>
                  <a:pt x="7350869" y="4487766"/>
                </a:lnTo>
                <a:lnTo>
                  <a:pt x="7350391" y="4488077"/>
                </a:lnTo>
                <a:lnTo>
                  <a:pt x="7365833" y="4477926"/>
                </a:lnTo>
                <a:lnTo>
                  <a:pt x="7365355" y="4478237"/>
                </a:lnTo>
                <a:lnTo>
                  <a:pt x="7380533" y="4467704"/>
                </a:lnTo>
                <a:lnTo>
                  <a:pt x="7380054" y="4468038"/>
                </a:lnTo>
                <a:lnTo>
                  <a:pt x="7394968" y="4457169"/>
                </a:lnTo>
                <a:lnTo>
                  <a:pt x="7394514" y="4457504"/>
                </a:lnTo>
                <a:lnTo>
                  <a:pt x="7398776" y="4454249"/>
                </a:lnTo>
                <a:lnTo>
                  <a:pt x="7427912" y="4492243"/>
                </a:lnTo>
                <a:moveTo>
                  <a:pt x="7116273" y="4635363"/>
                </a:moveTo>
                <a:lnTo>
                  <a:pt x="7109330" y="4636846"/>
                </a:lnTo>
                <a:lnTo>
                  <a:pt x="7089936" y="4640581"/>
                </a:lnTo>
                <a:lnTo>
                  <a:pt x="7070354" y="4643814"/>
                </a:lnTo>
                <a:lnTo>
                  <a:pt x="7050625" y="4646590"/>
                </a:lnTo>
                <a:lnTo>
                  <a:pt x="7030755" y="4648842"/>
                </a:lnTo>
                <a:lnTo>
                  <a:pt x="7010716" y="4650636"/>
                </a:lnTo>
                <a:lnTo>
                  <a:pt x="6990559" y="4651905"/>
                </a:lnTo>
                <a:lnTo>
                  <a:pt x="6970280" y="4652672"/>
                </a:lnTo>
                <a:lnTo>
                  <a:pt x="6950002" y="4652935"/>
                </a:lnTo>
                <a:lnTo>
                  <a:pt x="6920842" y="4652935"/>
                </a:lnTo>
                <a:lnTo>
                  <a:pt x="6920842" y="4605053"/>
                </a:lnTo>
                <a:lnTo>
                  <a:pt x="6949858" y="4605053"/>
                </a:lnTo>
                <a:lnTo>
                  <a:pt x="6949548" y="4605053"/>
                </a:lnTo>
                <a:lnTo>
                  <a:pt x="6969371" y="4604814"/>
                </a:lnTo>
                <a:lnTo>
                  <a:pt x="6968748" y="4604814"/>
                </a:lnTo>
                <a:lnTo>
                  <a:pt x="6988451" y="4604071"/>
                </a:lnTo>
                <a:lnTo>
                  <a:pt x="6987853" y="4604095"/>
                </a:lnTo>
                <a:lnTo>
                  <a:pt x="7007388" y="4602874"/>
                </a:lnTo>
                <a:lnTo>
                  <a:pt x="7006790" y="4602899"/>
                </a:lnTo>
                <a:lnTo>
                  <a:pt x="7026207" y="4601174"/>
                </a:lnTo>
                <a:lnTo>
                  <a:pt x="7025607" y="4601246"/>
                </a:lnTo>
                <a:lnTo>
                  <a:pt x="7044904" y="4599044"/>
                </a:lnTo>
                <a:lnTo>
                  <a:pt x="7044305" y="4599115"/>
                </a:lnTo>
                <a:lnTo>
                  <a:pt x="7063435" y="4596434"/>
                </a:lnTo>
                <a:lnTo>
                  <a:pt x="7062836" y="4596530"/>
                </a:lnTo>
                <a:lnTo>
                  <a:pt x="7081821" y="4593394"/>
                </a:lnTo>
                <a:lnTo>
                  <a:pt x="7081223" y="4593489"/>
                </a:lnTo>
                <a:lnTo>
                  <a:pt x="7100040" y="4589898"/>
                </a:lnTo>
                <a:lnTo>
                  <a:pt x="7099440" y="4590018"/>
                </a:lnTo>
                <a:lnTo>
                  <a:pt x="7106073" y="4588557"/>
                </a:lnTo>
                <a:lnTo>
                  <a:pt x="7116273" y="4635363"/>
                </a:lnTo>
                <a:moveTo>
                  <a:pt x="6777196" y="4652935"/>
                </a:moveTo>
                <a:lnTo>
                  <a:pt x="6585667" y="4652935"/>
                </a:lnTo>
                <a:lnTo>
                  <a:pt x="6585667" y="4605053"/>
                </a:lnTo>
                <a:lnTo>
                  <a:pt x="6777196" y="4605053"/>
                </a:lnTo>
                <a:lnTo>
                  <a:pt x="6777196" y="4652935"/>
                </a:lnTo>
                <a:moveTo>
                  <a:pt x="6442021" y="4652935"/>
                </a:moveTo>
                <a:lnTo>
                  <a:pt x="6250495" y="4652935"/>
                </a:lnTo>
                <a:lnTo>
                  <a:pt x="6250495" y="4605053"/>
                </a:lnTo>
                <a:lnTo>
                  <a:pt x="6442021" y="4605053"/>
                </a:lnTo>
                <a:lnTo>
                  <a:pt x="6442021" y="4652935"/>
                </a:lnTo>
                <a:moveTo>
                  <a:pt x="6106849" y="4652935"/>
                </a:moveTo>
                <a:lnTo>
                  <a:pt x="5915319" y="4652935"/>
                </a:lnTo>
                <a:lnTo>
                  <a:pt x="5915319" y="4605053"/>
                </a:lnTo>
                <a:lnTo>
                  <a:pt x="6106849" y="4605053"/>
                </a:lnTo>
                <a:lnTo>
                  <a:pt x="6106849" y="4652935"/>
                </a:lnTo>
                <a:moveTo>
                  <a:pt x="5771673" y="4652935"/>
                </a:moveTo>
                <a:lnTo>
                  <a:pt x="5580146" y="4652935"/>
                </a:lnTo>
                <a:lnTo>
                  <a:pt x="5580146" y="4605053"/>
                </a:lnTo>
                <a:lnTo>
                  <a:pt x="5771673" y="4605053"/>
                </a:lnTo>
                <a:lnTo>
                  <a:pt x="5771673" y="4652935"/>
                </a:lnTo>
                <a:moveTo>
                  <a:pt x="5436500" y="4652935"/>
                </a:moveTo>
                <a:lnTo>
                  <a:pt x="5244972" y="4652935"/>
                </a:lnTo>
                <a:lnTo>
                  <a:pt x="5244972" y="4605053"/>
                </a:lnTo>
                <a:lnTo>
                  <a:pt x="5436500" y="4605053"/>
                </a:lnTo>
                <a:lnTo>
                  <a:pt x="5436500" y="4652935"/>
                </a:lnTo>
                <a:moveTo>
                  <a:pt x="5101324" y="4652935"/>
                </a:moveTo>
                <a:lnTo>
                  <a:pt x="4909798" y="4652935"/>
                </a:lnTo>
                <a:lnTo>
                  <a:pt x="4909798" y="4605053"/>
                </a:lnTo>
                <a:lnTo>
                  <a:pt x="5101324" y="4605053"/>
                </a:lnTo>
                <a:lnTo>
                  <a:pt x="5101324" y="4652935"/>
                </a:lnTo>
                <a:moveTo>
                  <a:pt x="4766152" y="4652935"/>
                </a:moveTo>
                <a:lnTo>
                  <a:pt x="4574623" y="4652935"/>
                </a:lnTo>
                <a:lnTo>
                  <a:pt x="4574623" y="4605053"/>
                </a:lnTo>
                <a:lnTo>
                  <a:pt x="4766152" y="4605053"/>
                </a:lnTo>
                <a:lnTo>
                  <a:pt x="4766152" y="4652935"/>
                </a:lnTo>
                <a:moveTo>
                  <a:pt x="4430978" y="4652935"/>
                </a:moveTo>
                <a:lnTo>
                  <a:pt x="4239449" y="4652935"/>
                </a:lnTo>
                <a:lnTo>
                  <a:pt x="4239449" y="4605053"/>
                </a:lnTo>
                <a:lnTo>
                  <a:pt x="4430978" y="4605053"/>
                </a:lnTo>
                <a:lnTo>
                  <a:pt x="4430978" y="4652935"/>
                </a:lnTo>
                <a:moveTo>
                  <a:pt x="4095803" y="4652935"/>
                </a:moveTo>
                <a:lnTo>
                  <a:pt x="3904275" y="4652935"/>
                </a:lnTo>
                <a:lnTo>
                  <a:pt x="3904275" y="4605053"/>
                </a:lnTo>
                <a:lnTo>
                  <a:pt x="4095803" y="4605053"/>
                </a:lnTo>
                <a:lnTo>
                  <a:pt x="4095803" y="4652935"/>
                </a:lnTo>
                <a:moveTo>
                  <a:pt x="3760629" y="4652935"/>
                </a:moveTo>
                <a:lnTo>
                  <a:pt x="3569101" y="4652935"/>
                </a:lnTo>
                <a:lnTo>
                  <a:pt x="3569101" y="4605053"/>
                </a:lnTo>
                <a:lnTo>
                  <a:pt x="3760629" y="4605053"/>
                </a:lnTo>
                <a:lnTo>
                  <a:pt x="3760629" y="4652935"/>
                </a:lnTo>
                <a:moveTo>
                  <a:pt x="3425455" y="4652935"/>
                </a:moveTo>
                <a:lnTo>
                  <a:pt x="3233926" y="4652935"/>
                </a:lnTo>
                <a:lnTo>
                  <a:pt x="3233926" y="4605053"/>
                </a:lnTo>
                <a:lnTo>
                  <a:pt x="3425455" y="4605053"/>
                </a:lnTo>
                <a:lnTo>
                  <a:pt x="3425455" y="4652935"/>
                </a:lnTo>
                <a:moveTo>
                  <a:pt x="3090280" y="4652935"/>
                </a:moveTo>
                <a:lnTo>
                  <a:pt x="2898752" y="4652935"/>
                </a:lnTo>
                <a:lnTo>
                  <a:pt x="2898752" y="4605053"/>
                </a:lnTo>
                <a:lnTo>
                  <a:pt x="3090280" y="4605053"/>
                </a:lnTo>
                <a:lnTo>
                  <a:pt x="3090280" y="4652935"/>
                </a:lnTo>
                <a:moveTo>
                  <a:pt x="2755106" y="4652935"/>
                </a:moveTo>
                <a:lnTo>
                  <a:pt x="2563580" y="4652935"/>
                </a:lnTo>
                <a:lnTo>
                  <a:pt x="2563580" y="4605053"/>
                </a:lnTo>
                <a:lnTo>
                  <a:pt x="2755106" y="4605053"/>
                </a:lnTo>
                <a:lnTo>
                  <a:pt x="2755106" y="4652935"/>
                </a:lnTo>
                <a:moveTo>
                  <a:pt x="2419932" y="4652935"/>
                </a:moveTo>
                <a:lnTo>
                  <a:pt x="2228404" y="4652935"/>
                </a:lnTo>
                <a:lnTo>
                  <a:pt x="2228404" y="4605053"/>
                </a:lnTo>
                <a:lnTo>
                  <a:pt x="2419932" y="4605053"/>
                </a:lnTo>
                <a:lnTo>
                  <a:pt x="2419932" y="4652935"/>
                </a:lnTo>
                <a:moveTo>
                  <a:pt x="2084758" y="4652935"/>
                </a:moveTo>
                <a:lnTo>
                  <a:pt x="1893231" y="4652935"/>
                </a:lnTo>
                <a:lnTo>
                  <a:pt x="1893231" y="4605053"/>
                </a:lnTo>
                <a:lnTo>
                  <a:pt x="2084758" y="4605053"/>
                </a:lnTo>
                <a:lnTo>
                  <a:pt x="2084758" y="4652935"/>
                </a:lnTo>
                <a:moveTo>
                  <a:pt x="1749585" y="4652935"/>
                </a:moveTo>
                <a:lnTo>
                  <a:pt x="1558057" y="4652935"/>
                </a:lnTo>
                <a:lnTo>
                  <a:pt x="1558057" y="4605053"/>
                </a:lnTo>
                <a:lnTo>
                  <a:pt x="1749585" y="4605053"/>
                </a:lnTo>
                <a:lnTo>
                  <a:pt x="1749585" y="4652935"/>
                </a:lnTo>
                <a:moveTo>
                  <a:pt x="1414411" y="4652935"/>
                </a:moveTo>
                <a:lnTo>
                  <a:pt x="1222882" y="4652935"/>
                </a:lnTo>
                <a:lnTo>
                  <a:pt x="1222882" y="4605053"/>
                </a:lnTo>
                <a:lnTo>
                  <a:pt x="1414411" y="4605053"/>
                </a:lnTo>
                <a:lnTo>
                  <a:pt x="1414411" y="4652935"/>
                </a:lnTo>
                <a:moveTo>
                  <a:pt x="1079237" y="4652935"/>
                </a:moveTo>
                <a:lnTo>
                  <a:pt x="887708" y="4652935"/>
                </a:lnTo>
                <a:lnTo>
                  <a:pt x="887708" y="4605053"/>
                </a:lnTo>
                <a:lnTo>
                  <a:pt x="1079237" y="4605053"/>
                </a:lnTo>
                <a:lnTo>
                  <a:pt x="1079237" y="4652935"/>
                </a:lnTo>
                <a:moveTo>
                  <a:pt x="742577" y="4651379"/>
                </a:moveTo>
                <a:lnTo>
                  <a:pt x="730583" y="4650636"/>
                </a:lnTo>
                <a:lnTo>
                  <a:pt x="710569" y="4648842"/>
                </a:lnTo>
                <a:lnTo>
                  <a:pt x="690698" y="4646590"/>
                </a:lnTo>
                <a:lnTo>
                  <a:pt x="670971" y="4643814"/>
                </a:lnTo>
                <a:lnTo>
                  <a:pt x="651386" y="4640581"/>
                </a:lnTo>
                <a:lnTo>
                  <a:pt x="631993" y="4636846"/>
                </a:lnTo>
                <a:lnTo>
                  <a:pt x="612745" y="4632681"/>
                </a:lnTo>
                <a:lnTo>
                  <a:pt x="593688" y="4628012"/>
                </a:lnTo>
                <a:lnTo>
                  <a:pt x="574798" y="4622913"/>
                </a:lnTo>
                <a:lnTo>
                  <a:pt x="556125" y="4617358"/>
                </a:lnTo>
                <a:lnTo>
                  <a:pt x="548967" y="4615036"/>
                </a:lnTo>
                <a:lnTo>
                  <a:pt x="563737" y="4569476"/>
                </a:lnTo>
                <a:lnTo>
                  <a:pt x="570609" y="4571727"/>
                </a:lnTo>
                <a:lnTo>
                  <a:pt x="570058" y="4571535"/>
                </a:lnTo>
                <a:lnTo>
                  <a:pt x="588182" y="4576922"/>
                </a:lnTo>
                <a:lnTo>
                  <a:pt x="587607" y="4576778"/>
                </a:lnTo>
                <a:lnTo>
                  <a:pt x="605899" y="4581710"/>
                </a:lnTo>
                <a:lnTo>
                  <a:pt x="605323" y="4581567"/>
                </a:lnTo>
                <a:lnTo>
                  <a:pt x="623806" y="4586092"/>
                </a:lnTo>
                <a:lnTo>
                  <a:pt x="623232" y="4585948"/>
                </a:lnTo>
                <a:lnTo>
                  <a:pt x="641881" y="4590018"/>
                </a:lnTo>
                <a:lnTo>
                  <a:pt x="641283" y="4589898"/>
                </a:lnTo>
                <a:lnTo>
                  <a:pt x="660100" y="4593489"/>
                </a:lnTo>
                <a:lnTo>
                  <a:pt x="659502" y="4593394"/>
                </a:lnTo>
                <a:lnTo>
                  <a:pt x="678488" y="4596530"/>
                </a:lnTo>
                <a:lnTo>
                  <a:pt x="677888" y="4596434"/>
                </a:lnTo>
                <a:lnTo>
                  <a:pt x="697019" y="4599115"/>
                </a:lnTo>
                <a:lnTo>
                  <a:pt x="696419" y="4599044"/>
                </a:lnTo>
                <a:lnTo>
                  <a:pt x="715716" y="4601246"/>
                </a:lnTo>
                <a:lnTo>
                  <a:pt x="715117" y="4601174"/>
                </a:lnTo>
                <a:lnTo>
                  <a:pt x="734533" y="4602899"/>
                </a:lnTo>
                <a:lnTo>
                  <a:pt x="733935" y="4602874"/>
                </a:lnTo>
                <a:lnTo>
                  <a:pt x="745594" y="4603593"/>
                </a:lnTo>
                <a:lnTo>
                  <a:pt x="742577" y="4651379"/>
                </a:lnTo>
                <a:moveTo>
                  <a:pt x="412838" y="4556644"/>
                </a:moveTo>
                <a:lnTo>
                  <a:pt x="397492" y="4548073"/>
                </a:lnTo>
                <a:lnTo>
                  <a:pt x="381045" y="4538329"/>
                </a:lnTo>
                <a:lnTo>
                  <a:pt x="364860" y="4528226"/>
                </a:lnTo>
                <a:lnTo>
                  <a:pt x="348939" y="4517764"/>
                </a:lnTo>
                <a:lnTo>
                  <a:pt x="333282" y="4506894"/>
                </a:lnTo>
                <a:lnTo>
                  <a:pt x="317912" y="4495690"/>
                </a:lnTo>
                <a:lnTo>
                  <a:pt x="302805" y="4484127"/>
                </a:lnTo>
                <a:lnTo>
                  <a:pt x="288009" y="4472205"/>
                </a:lnTo>
                <a:lnTo>
                  <a:pt x="273501" y="4459923"/>
                </a:lnTo>
                <a:lnTo>
                  <a:pt x="259304" y="4447329"/>
                </a:lnTo>
                <a:lnTo>
                  <a:pt x="253200" y="4441631"/>
                </a:lnTo>
                <a:lnTo>
                  <a:pt x="285806" y="4406581"/>
                </a:lnTo>
                <a:lnTo>
                  <a:pt x="291720" y="4412088"/>
                </a:lnTo>
                <a:lnTo>
                  <a:pt x="291290" y="4411705"/>
                </a:lnTo>
                <a:lnTo>
                  <a:pt x="305055" y="4423915"/>
                </a:lnTo>
                <a:lnTo>
                  <a:pt x="304625" y="4423556"/>
                </a:lnTo>
                <a:lnTo>
                  <a:pt x="318702" y="4435454"/>
                </a:lnTo>
                <a:lnTo>
                  <a:pt x="318271" y="4435071"/>
                </a:lnTo>
                <a:lnTo>
                  <a:pt x="332611" y="4446635"/>
                </a:lnTo>
                <a:lnTo>
                  <a:pt x="332181" y="4446300"/>
                </a:lnTo>
                <a:lnTo>
                  <a:pt x="346809" y="4457504"/>
                </a:lnTo>
                <a:lnTo>
                  <a:pt x="346353" y="4457169"/>
                </a:lnTo>
                <a:lnTo>
                  <a:pt x="361269" y="4468038"/>
                </a:lnTo>
                <a:lnTo>
                  <a:pt x="360791" y="4467704"/>
                </a:lnTo>
                <a:lnTo>
                  <a:pt x="375968" y="4478237"/>
                </a:lnTo>
                <a:lnTo>
                  <a:pt x="375490" y="4477926"/>
                </a:lnTo>
                <a:lnTo>
                  <a:pt x="390932" y="4488077"/>
                </a:lnTo>
                <a:lnTo>
                  <a:pt x="390454" y="4487766"/>
                </a:lnTo>
                <a:lnTo>
                  <a:pt x="406158" y="4497558"/>
                </a:lnTo>
                <a:lnTo>
                  <a:pt x="405656" y="4497270"/>
                </a:lnTo>
                <a:lnTo>
                  <a:pt x="421601" y="4506704"/>
                </a:lnTo>
                <a:lnTo>
                  <a:pt x="421098" y="4506416"/>
                </a:lnTo>
                <a:lnTo>
                  <a:pt x="436205" y="4514843"/>
                </a:lnTo>
                <a:lnTo>
                  <a:pt x="412838" y="4556644"/>
                </a:lnTo>
                <a:moveTo>
                  <a:pt x="154539" y="4331311"/>
                </a:moveTo>
                <a:lnTo>
                  <a:pt x="146039" y="4319652"/>
                </a:lnTo>
                <a:lnTo>
                  <a:pt x="135171" y="4303994"/>
                </a:lnTo>
                <a:lnTo>
                  <a:pt x="124707" y="4288073"/>
                </a:lnTo>
                <a:lnTo>
                  <a:pt x="114605" y="4271889"/>
                </a:lnTo>
                <a:lnTo>
                  <a:pt x="104861" y="4255442"/>
                </a:lnTo>
                <a:lnTo>
                  <a:pt x="95548" y="4238756"/>
                </a:lnTo>
                <a:lnTo>
                  <a:pt x="86593" y="4221805"/>
                </a:lnTo>
                <a:lnTo>
                  <a:pt x="78047" y="4204616"/>
                </a:lnTo>
                <a:lnTo>
                  <a:pt x="69930" y="4187187"/>
                </a:lnTo>
                <a:lnTo>
                  <a:pt x="62199" y="4169541"/>
                </a:lnTo>
                <a:lnTo>
                  <a:pt x="58176" y="4159702"/>
                </a:lnTo>
                <a:lnTo>
                  <a:pt x="102514" y="4141603"/>
                </a:lnTo>
                <a:lnTo>
                  <a:pt x="106417" y="4151179"/>
                </a:lnTo>
                <a:lnTo>
                  <a:pt x="106202" y="4150629"/>
                </a:lnTo>
                <a:lnTo>
                  <a:pt x="113671" y="4167746"/>
                </a:lnTo>
                <a:lnTo>
                  <a:pt x="113431" y="4167196"/>
                </a:lnTo>
                <a:lnTo>
                  <a:pt x="121309" y="4184098"/>
                </a:lnTo>
                <a:lnTo>
                  <a:pt x="121069" y="4183571"/>
                </a:lnTo>
                <a:lnTo>
                  <a:pt x="129352" y="4200234"/>
                </a:lnTo>
                <a:lnTo>
                  <a:pt x="129089" y="4199707"/>
                </a:lnTo>
                <a:lnTo>
                  <a:pt x="137757" y="4216155"/>
                </a:lnTo>
                <a:lnTo>
                  <a:pt x="137469" y="4215628"/>
                </a:lnTo>
                <a:lnTo>
                  <a:pt x="146518" y="4231837"/>
                </a:lnTo>
                <a:lnTo>
                  <a:pt x="146232" y="4231334"/>
                </a:lnTo>
                <a:lnTo>
                  <a:pt x="155664" y="4247278"/>
                </a:lnTo>
                <a:lnTo>
                  <a:pt x="155376" y="4246775"/>
                </a:lnTo>
                <a:lnTo>
                  <a:pt x="165168" y="4262481"/>
                </a:lnTo>
                <a:lnTo>
                  <a:pt x="164857" y="4262002"/>
                </a:lnTo>
                <a:lnTo>
                  <a:pt x="175008" y="4277444"/>
                </a:lnTo>
                <a:lnTo>
                  <a:pt x="174697" y="4276966"/>
                </a:lnTo>
                <a:lnTo>
                  <a:pt x="185232" y="4292144"/>
                </a:lnTo>
                <a:lnTo>
                  <a:pt x="184896" y="4291665"/>
                </a:lnTo>
                <a:lnTo>
                  <a:pt x="193227" y="4303109"/>
                </a:lnTo>
                <a:lnTo>
                  <a:pt x="154539" y="4331311"/>
                </a:lnTo>
                <a:moveTo>
                  <a:pt x="15465" y="4017828"/>
                </a:moveTo>
                <a:lnTo>
                  <a:pt x="12352" y="4001548"/>
                </a:lnTo>
                <a:lnTo>
                  <a:pt x="9120" y="3981964"/>
                </a:lnTo>
                <a:lnTo>
                  <a:pt x="6343" y="3962237"/>
                </a:lnTo>
                <a:lnTo>
                  <a:pt x="4094" y="3942366"/>
                </a:lnTo>
                <a:lnTo>
                  <a:pt x="2298" y="3922351"/>
                </a:lnTo>
                <a:lnTo>
                  <a:pt x="1030" y="3902169"/>
                </a:lnTo>
                <a:lnTo>
                  <a:pt x="263" y="3881891"/>
                </a:lnTo>
                <a:lnTo>
                  <a:pt x="0" y="3861781"/>
                </a:lnTo>
                <a:lnTo>
                  <a:pt x="47881" y="3861158"/>
                </a:lnTo>
                <a:lnTo>
                  <a:pt x="48120" y="3880981"/>
                </a:lnTo>
                <a:lnTo>
                  <a:pt x="48120" y="3880382"/>
                </a:lnTo>
                <a:lnTo>
                  <a:pt x="48864" y="3900062"/>
                </a:lnTo>
                <a:lnTo>
                  <a:pt x="48839" y="3899464"/>
                </a:lnTo>
                <a:lnTo>
                  <a:pt x="50059" y="3919000"/>
                </a:lnTo>
                <a:lnTo>
                  <a:pt x="50035" y="3918400"/>
                </a:lnTo>
                <a:lnTo>
                  <a:pt x="51760" y="3937817"/>
                </a:lnTo>
                <a:lnTo>
                  <a:pt x="51689" y="3937218"/>
                </a:lnTo>
                <a:lnTo>
                  <a:pt x="53890" y="3956515"/>
                </a:lnTo>
                <a:lnTo>
                  <a:pt x="53819" y="3955917"/>
                </a:lnTo>
                <a:lnTo>
                  <a:pt x="56500" y="3975046"/>
                </a:lnTo>
                <a:lnTo>
                  <a:pt x="56405" y="3974446"/>
                </a:lnTo>
                <a:lnTo>
                  <a:pt x="59540" y="3993431"/>
                </a:lnTo>
                <a:lnTo>
                  <a:pt x="59445" y="3992833"/>
                </a:lnTo>
                <a:lnTo>
                  <a:pt x="62509" y="4008802"/>
                </a:lnTo>
                <a:lnTo>
                  <a:pt x="15465" y="401782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" name="path-356">
            <a:extLst xmlns:a="http://schemas.openxmlformats.org/drawingml/2006/main">
              <a:ext uri="{FF2B5EF4-FFF2-40B4-BE49-F238E27FC236}">
                <a16:creationId xmlns:a16="http://schemas.microsoft.com/office/drawing/2014/main" id="{D0D0C833-9AFC-4A02-980A-31B8C68D6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3135" y="5898899"/>
            <a:ext cx="9341485" cy="4147117"/>
          </a:xfrm>
          <a:custGeom xmlns:a="http://schemas.openxmlformats.org/drawingml/2006/main">
            <a:pathLst>
              <a:path w="7741323" h="3436731">
                <a:moveTo>
                  <a:pt x="0" y="2847974"/>
                </a:moveTo>
                <a:lnTo>
                  <a:pt x="0" y="2656447"/>
                </a:lnTo>
                <a:lnTo>
                  <a:pt x="47881" y="2656447"/>
                </a:lnTo>
                <a:lnTo>
                  <a:pt x="47881" y="2847974"/>
                </a:lnTo>
                <a:lnTo>
                  <a:pt x="0" y="2847974"/>
                </a:lnTo>
                <a:moveTo>
                  <a:pt x="0" y="2512800"/>
                </a:moveTo>
                <a:lnTo>
                  <a:pt x="0" y="2321272"/>
                </a:lnTo>
                <a:lnTo>
                  <a:pt x="47881" y="2321272"/>
                </a:lnTo>
                <a:lnTo>
                  <a:pt x="47881" y="2512800"/>
                </a:lnTo>
                <a:lnTo>
                  <a:pt x="0" y="2512800"/>
                </a:lnTo>
                <a:moveTo>
                  <a:pt x="0" y="2177626"/>
                </a:moveTo>
                <a:lnTo>
                  <a:pt x="0" y="1986098"/>
                </a:lnTo>
                <a:lnTo>
                  <a:pt x="47881" y="1986098"/>
                </a:lnTo>
                <a:lnTo>
                  <a:pt x="47881" y="2177626"/>
                </a:lnTo>
                <a:lnTo>
                  <a:pt x="0" y="2177626"/>
                </a:lnTo>
                <a:moveTo>
                  <a:pt x="0" y="1842451"/>
                </a:moveTo>
                <a:lnTo>
                  <a:pt x="0" y="1650924"/>
                </a:lnTo>
                <a:lnTo>
                  <a:pt x="47881" y="1650924"/>
                </a:lnTo>
                <a:lnTo>
                  <a:pt x="47881" y="1842451"/>
                </a:lnTo>
                <a:lnTo>
                  <a:pt x="0" y="1842451"/>
                </a:lnTo>
                <a:moveTo>
                  <a:pt x="0" y="1507278"/>
                </a:moveTo>
                <a:lnTo>
                  <a:pt x="0" y="1315751"/>
                </a:lnTo>
                <a:lnTo>
                  <a:pt x="47881" y="1315751"/>
                </a:lnTo>
                <a:lnTo>
                  <a:pt x="47881" y="1507278"/>
                </a:lnTo>
                <a:lnTo>
                  <a:pt x="0" y="1507278"/>
                </a:lnTo>
                <a:moveTo>
                  <a:pt x="0" y="1172104"/>
                </a:moveTo>
                <a:lnTo>
                  <a:pt x="0" y="980575"/>
                </a:lnTo>
                <a:lnTo>
                  <a:pt x="47881" y="980575"/>
                </a:lnTo>
                <a:lnTo>
                  <a:pt x="47881" y="1172104"/>
                </a:lnTo>
                <a:lnTo>
                  <a:pt x="0" y="1172104"/>
                </a:lnTo>
                <a:moveTo>
                  <a:pt x="0" y="836930"/>
                </a:moveTo>
                <a:lnTo>
                  <a:pt x="0" y="645401"/>
                </a:lnTo>
                <a:lnTo>
                  <a:pt x="47881" y="645401"/>
                </a:lnTo>
                <a:lnTo>
                  <a:pt x="47881" y="836930"/>
                </a:lnTo>
                <a:lnTo>
                  <a:pt x="0" y="836930"/>
                </a:lnTo>
                <a:moveTo>
                  <a:pt x="6943" y="498164"/>
                </a:moveTo>
                <a:lnTo>
                  <a:pt x="9193" y="484566"/>
                </a:lnTo>
                <a:lnTo>
                  <a:pt x="11969" y="470129"/>
                </a:lnTo>
                <a:lnTo>
                  <a:pt x="15082" y="455813"/>
                </a:lnTo>
                <a:lnTo>
                  <a:pt x="18529" y="441639"/>
                </a:lnTo>
                <a:lnTo>
                  <a:pt x="22335" y="427586"/>
                </a:lnTo>
                <a:lnTo>
                  <a:pt x="26478" y="413700"/>
                </a:lnTo>
                <a:lnTo>
                  <a:pt x="30930" y="399934"/>
                </a:lnTo>
                <a:lnTo>
                  <a:pt x="35719" y="386335"/>
                </a:lnTo>
                <a:lnTo>
                  <a:pt x="40842" y="372880"/>
                </a:lnTo>
                <a:lnTo>
                  <a:pt x="46278" y="359570"/>
                </a:lnTo>
                <a:lnTo>
                  <a:pt x="52023" y="346449"/>
                </a:lnTo>
                <a:lnTo>
                  <a:pt x="58081" y="333497"/>
                </a:lnTo>
                <a:lnTo>
                  <a:pt x="64424" y="320713"/>
                </a:lnTo>
                <a:lnTo>
                  <a:pt x="69955" y="310203"/>
                </a:lnTo>
                <a:lnTo>
                  <a:pt x="112307" y="332541"/>
                </a:lnTo>
                <a:lnTo>
                  <a:pt x="106896" y="342787"/>
                </a:lnTo>
                <a:lnTo>
                  <a:pt x="107159" y="342285"/>
                </a:lnTo>
                <a:lnTo>
                  <a:pt x="101079" y="354543"/>
                </a:lnTo>
                <a:lnTo>
                  <a:pt x="101342" y="354016"/>
                </a:lnTo>
                <a:lnTo>
                  <a:pt x="95524" y="366441"/>
                </a:lnTo>
                <a:lnTo>
                  <a:pt x="95763" y="365914"/>
                </a:lnTo>
                <a:lnTo>
                  <a:pt x="90257" y="378507"/>
                </a:lnTo>
                <a:lnTo>
                  <a:pt x="90496" y="377957"/>
                </a:lnTo>
                <a:lnTo>
                  <a:pt x="85278" y="390717"/>
                </a:lnTo>
                <a:lnTo>
                  <a:pt x="85493" y="390166"/>
                </a:lnTo>
                <a:lnTo>
                  <a:pt x="80584" y="403071"/>
                </a:lnTo>
                <a:lnTo>
                  <a:pt x="80801" y="402520"/>
                </a:lnTo>
                <a:lnTo>
                  <a:pt x="76203" y="415568"/>
                </a:lnTo>
                <a:lnTo>
                  <a:pt x="76395" y="414993"/>
                </a:lnTo>
                <a:lnTo>
                  <a:pt x="72109" y="428184"/>
                </a:lnTo>
                <a:lnTo>
                  <a:pt x="72277" y="427634"/>
                </a:lnTo>
                <a:lnTo>
                  <a:pt x="68303" y="440969"/>
                </a:lnTo>
                <a:lnTo>
                  <a:pt x="68471" y="440395"/>
                </a:lnTo>
                <a:lnTo>
                  <a:pt x="64831" y="453849"/>
                </a:lnTo>
                <a:lnTo>
                  <a:pt x="64975" y="453275"/>
                </a:lnTo>
                <a:lnTo>
                  <a:pt x="61672" y="466874"/>
                </a:lnTo>
                <a:lnTo>
                  <a:pt x="61791" y="466299"/>
                </a:lnTo>
                <a:lnTo>
                  <a:pt x="58798" y="480017"/>
                </a:lnTo>
                <a:lnTo>
                  <a:pt x="58918" y="479442"/>
                </a:lnTo>
                <a:lnTo>
                  <a:pt x="56285" y="493281"/>
                </a:lnTo>
                <a:lnTo>
                  <a:pt x="56380" y="492681"/>
                </a:lnTo>
                <a:lnTo>
                  <a:pt x="54177" y="505993"/>
                </a:lnTo>
                <a:lnTo>
                  <a:pt x="6943" y="498164"/>
                </a:lnTo>
                <a:moveTo>
                  <a:pt x="156981" y="188559"/>
                </a:moveTo>
                <a:lnTo>
                  <a:pt x="162583" y="182550"/>
                </a:lnTo>
                <a:lnTo>
                  <a:pt x="172446" y="172447"/>
                </a:lnTo>
                <a:lnTo>
                  <a:pt x="182549" y="162583"/>
                </a:lnTo>
                <a:lnTo>
                  <a:pt x="192892" y="152959"/>
                </a:lnTo>
                <a:lnTo>
                  <a:pt x="203451" y="143574"/>
                </a:lnTo>
                <a:lnTo>
                  <a:pt x="214247" y="134452"/>
                </a:lnTo>
                <a:lnTo>
                  <a:pt x="225260" y="125594"/>
                </a:lnTo>
                <a:lnTo>
                  <a:pt x="236489" y="116976"/>
                </a:lnTo>
                <a:lnTo>
                  <a:pt x="247909" y="108643"/>
                </a:lnTo>
                <a:lnTo>
                  <a:pt x="259568" y="100552"/>
                </a:lnTo>
                <a:lnTo>
                  <a:pt x="271395" y="92771"/>
                </a:lnTo>
                <a:lnTo>
                  <a:pt x="283437" y="85254"/>
                </a:lnTo>
                <a:lnTo>
                  <a:pt x="295670" y="78023"/>
                </a:lnTo>
                <a:lnTo>
                  <a:pt x="308097" y="71080"/>
                </a:lnTo>
                <a:lnTo>
                  <a:pt x="314560" y="67657"/>
                </a:lnTo>
                <a:lnTo>
                  <a:pt x="336897" y="110009"/>
                </a:lnTo>
                <a:lnTo>
                  <a:pt x="330696" y="113288"/>
                </a:lnTo>
                <a:lnTo>
                  <a:pt x="331223" y="113002"/>
                </a:lnTo>
                <a:lnTo>
                  <a:pt x="319300" y="119680"/>
                </a:lnTo>
                <a:lnTo>
                  <a:pt x="319803" y="119370"/>
                </a:lnTo>
                <a:lnTo>
                  <a:pt x="308073" y="126313"/>
                </a:lnTo>
                <a:lnTo>
                  <a:pt x="308551" y="126026"/>
                </a:lnTo>
                <a:lnTo>
                  <a:pt x="297011" y="133232"/>
                </a:lnTo>
                <a:lnTo>
                  <a:pt x="297490" y="132920"/>
                </a:lnTo>
                <a:lnTo>
                  <a:pt x="286118" y="140390"/>
                </a:lnTo>
                <a:lnTo>
                  <a:pt x="286597" y="140078"/>
                </a:lnTo>
                <a:lnTo>
                  <a:pt x="275440" y="147812"/>
                </a:lnTo>
                <a:lnTo>
                  <a:pt x="275896" y="147500"/>
                </a:lnTo>
                <a:lnTo>
                  <a:pt x="264930" y="155496"/>
                </a:lnTo>
                <a:lnTo>
                  <a:pt x="265386" y="155138"/>
                </a:lnTo>
                <a:lnTo>
                  <a:pt x="254613" y="163397"/>
                </a:lnTo>
                <a:lnTo>
                  <a:pt x="255067" y="163062"/>
                </a:lnTo>
                <a:lnTo>
                  <a:pt x="244508" y="171561"/>
                </a:lnTo>
                <a:lnTo>
                  <a:pt x="244940" y="171203"/>
                </a:lnTo>
                <a:lnTo>
                  <a:pt x="234596" y="179964"/>
                </a:lnTo>
                <a:lnTo>
                  <a:pt x="235028" y="179582"/>
                </a:lnTo>
                <a:lnTo>
                  <a:pt x="224876" y="188583"/>
                </a:lnTo>
                <a:lnTo>
                  <a:pt x="225308" y="188200"/>
                </a:lnTo>
                <a:lnTo>
                  <a:pt x="215372" y="197417"/>
                </a:lnTo>
                <a:lnTo>
                  <a:pt x="215803" y="197034"/>
                </a:lnTo>
                <a:lnTo>
                  <a:pt x="206108" y="206491"/>
                </a:lnTo>
                <a:lnTo>
                  <a:pt x="206491" y="206108"/>
                </a:lnTo>
                <a:lnTo>
                  <a:pt x="197033" y="215804"/>
                </a:lnTo>
                <a:lnTo>
                  <a:pt x="197416" y="215373"/>
                </a:lnTo>
                <a:lnTo>
                  <a:pt x="192029" y="221191"/>
                </a:lnTo>
                <a:lnTo>
                  <a:pt x="156981" y="188559"/>
                </a:lnTo>
                <a:moveTo>
                  <a:pt x="454256" y="15466"/>
                </a:moveTo>
                <a:lnTo>
                  <a:pt x="455812" y="15083"/>
                </a:lnTo>
                <a:lnTo>
                  <a:pt x="470128" y="11970"/>
                </a:lnTo>
                <a:lnTo>
                  <a:pt x="484566" y="9194"/>
                </a:lnTo>
                <a:lnTo>
                  <a:pt x="499121" y="6776"/>
                </a:lnTo>
                <a:lnTo>
                  <a:pt x="513797" y="4717"/>
                </a:lnTo>
                <a:lnTo>
                  <a:pt x="528592" y="3041"/>
                </a:lnTo>
                <a:lnTo>
                  <a:pt x="543483" y="1724"/>
                </a:lnTo>
                <a:lnTo>
                  <a:pt x="558472" y="766"/>
                </a:lnTo>
                <a:lnTo>
                  <a:pt x="573578" y="192"/>
                </a:lnTo>
                <a:lnTo>
                  <a:pt x="588614" y="0"/>
                </a:lnTo>
                <a:lnTo>
                  <a:pt x="650334" y="0"/>
                </a:lnTo>
                <a:lnTo>
                  <a:pt x="650334" y="47882"/>
                </a:lnTo>
                <a:lnTo>
                  <a:pt x="588757" y="47882"/>
                </a:lnTo>
                <a:lnTo>
                  <a:pt x="589068" y="47882"/>
                </a:lnTo>
                <a:lnTo>
                  <a:pt x="574488" y="48073"/>
                </a:lnTo>
                <a:lnTo>
                  <a:pt x="575086" y="48050"/>
                </a:lnTo>
                <a:lnTo>
                  <a:pt x="560602" y="48600"/>
                </a:lnTo>
                <a:lnTo>
                  <a:pt x="561200" y="48577"/>
                </a:lnTo>
                <a:lnTo>
                  <a:pt x="546811" y="49486"/>
                </a:lnTo>
                <a:lnTo>
                  <a:pt x="547411" y="49438"/>
                </a:lnTo>
                <a:lnTo>
                  <a:pt x="533117" y="50707"/>
                </a:lnTo>
                <a:lnTo>
                  <a:pt x="533739" y="50636"/>
                </a:lnTo>
                <a:lnTo>
                  <a:pt x="519543" y="52263"/>
                </a:lnTo>
                <a:lnTo>
                  <a:pt x="520141" y="52191"/>
                </a:lnTo>
                <a:lnTo>
                  <a:pt x="506064" y="54154"/>
                </a:lnTo>
                <a:lnTo>
                  <a:pt x="506664" y="54059"/>
                </a:lnTo>
                <a:lnTo>
                  <a:pt x="492680" y="56381"/>
                </a:lnTo>
                <a:lnTo>
                  <a:pt x="493280" y="56285"/>
                </a:lnTo>
                <a:lnTo>
                  <a:pt x="479442" y="58919"/>
                </a:lnTo>
                <a:lnTo>
                  <a:pt x="480016" y="58799"/>
                </a:lnTo>
                <a:lnTo>
                  <a:pt x="466298" y="61791"/>
                </a:lnTo>
                <a:lnTo>
                  <a:pt x="466873" y="61673"/>
                </a:lnTo>
                <a:lnTo>
                  <a:pt x="465605" y="61983"/>
                </a:lnTo>
                <a:lnTo>
                  <a:pt x="454256" y="15466"/>
                </a:lnTo>
                <a:moveTo>
                  <a:pt x="793980" y="0"/>
                </a:moveTo>
                <a:lnTo>
                  <a:pt x="985506" y="0"/>
                </a:lnTo>
                <a:lnTo>
                  <a:pt x="985506" y="47882"/>
                </a:lnTo>
                <a:lnTo>
                  <a:pt x="793980" y="47882"/>
                </a:lnTo>
                <a:lnTo>
                  <a:pt x="793980" y="0"/>
                </a:lnTo>
                <a:moveTo>
                  <a:pt x="1129152" y="0"/>
                </a:moveTo>
                <a:lnTo>
                  <a:pt x="1320681" y="0"/>
                </a:lnTo>
                <a:lnTo>
                  <a:pt x="1320681" y="47882"/>
                </a:lnTo>
                <a:lnTo>
                  <a:pt x="1129152" y="47882"/>
                </a:lnTo>
                <a:lnTo>
                  <a:pt x="1129152" y="0"/>
                </a:lnTo>
                <a:moveTo>
                  <a:pt x="1464326" y="0"/>
                </a:moveTo>
                <a:lnTo>
                  <a:pt x="1655855" y="0"/>
                </a:lnTo>
                <a:lnTo>
                  <a:pt x="1655855" y="47882"/>
                </a:lnTo>
                <a:lnTo>
                  <a:pt x="1464326" y="47882"/>
                </a:lnTo>
                <a:lnTo>
                  <a:pt x="1464326" y="0"/>
                </a:lnTo>
                <a:moveTo>
                  <a:pt x="1799501" y="0"/>
                </a:moveTo>
                <a:lnTo>
                  <a:pt x="1991029" y="0"/>
                </a:lnTo>
                <a:lnTo>
                  <a:pt x="1991029" y="47882"/>
                </a:lnTo>
                <a:lnTo>
                  <a:pt x="1799501" y="47882"/>
                </a:lnTo>
                <a:lnTo>
                  <a:pt x="1799501" y="0"/>
                </a:lnTo>
                <a:moveTo>
                  <a:pt x="2134675" y="0"/>
                </a:moveTo>
                <a:lnTo>
                  <a:pt x="2326203" y="0"/>
                </a:lnTo>
                <a:lnTo>
                  <a:pt x="2326203" y="47882"/>
                </a:lnTo>
                <a:lnTo>
                  <a:pt x="2134675" y="47882"/>
                </a:lnTo>
                <a:lnTo>
                  <a:pt x="2134675" y="0"/>
                </a:lnTo>
                <a:moveTo>
                  <a:pt x="2469849" y="0"/>
                </a:moveTo>
                <a:lnTo>
                  <a:pt x="2661378" y="0"/>
                </a:lnTo>
                <a:lnTo>
                  <a:pt x="2661378" y="47882"/>
                </a:lnTo>
                <a:lnTo>
                  <a:pt x="2469849" y="47882"/>
                </a:lnTo>
                <a:lnTo>
                  <a:pt x="2469849" y="0"/>
                </a:lnTo>
                <a:moveTo>
                  <a:pt x="2805024" y="0"/>
                </a:moveTo>
                <a:lnTo>
                  <a:pt x="2996552" y="0"/>
                </a:lnTo>
                <a:lnTo>
                  <a:pt x="2996552" y="47882"/>
                </a:lnTo>
                <a:lnTo>
                  <a:pt x="2805024" y="47882"/>
                </a:lnTo>
                <a:lnTo>
                  <a:pt x="2805024" y="0"/>
                </a:lnTo>
                <a:moveTo>
                  <a:pt x="3140198" y="0"/>
                </a:moveTo>
                <a:lnTo>
                  <a:pt x="3331726" y="0"/>
                </a:lnTo>
                <a:lnTo>
                  <a:pt x="3331726" y="47882"/>
                </a:lnTo>
                <a:lnTo>
                  <a:pt x="3140198" y="47882"/>
                </a:lnTo>
                <a:lnTo>
                  <a:pt x="3140198" y="0"/>
                </a:lnTo>
                <a:moveTo>
                  <a:pt x="3475372" y="0"/>
                </a:moveTo>
                <a:lnTo>
                  <a:pt x="3666900" y="0"/>
                </a:lnTo>
                <a:lnTo>
                  <a:pt x="3666900" y="47882"/>
                </a:lnTo>
                <a:lnTo>
                  <a:pt x="3475372" y="47882"/>
                </a:lnTo>
                <a:lnTo>
                  <a:pt x="3475372" y="0"/>
                </a:lnTo>
                <a:moveTo>
                  <a:pt x="3810546" y="0"/>
                </a:moveTo>
                <a:lnTo>
                  <a:pt x="4002073" y="0"/>
                </a:lnTo>
                <a:lnTo>
                  <a:pt x="4002073" y="47882"/>
                </a:lnTo>
                <a:lnTo>
                  <a:pt x="3810546" y="47882"/>
                </a:lnTo>
                <a:lnTo>
                  <a:pt x="3810546" y="0"/>
                </a:lnTo>
                <a:moveTo>
                  <a:pt x="4145719" y="0"/>
                </a:moveTo>
                <a:lnTo>
                  <a:pt x="4337247" y="0"/>
                </a:lnTo>
                <a:lnTo>
                  <a:pt x="4337247" y="47882"/>
                </a:lnTo>
                <a:lnTo>
                  <a:pt x="4145719" y="47882"/>
                </a:lnTo>
                <a:lnTo>
                  <a:pt x="4145719" y="0"/>
                </a:lnTo>
                <a:moveTo>
                  <a:pt x="4480895" y="0"/>
                </a:moveTo>
                <a:lnTo>
                  <a:pt x="4672422" y="0"/>
                </a:lnTo>
                <a:lnTo>
                  <a:pt x="4672422" y="47882"/>
                </a:lnTo>
                <a:lnTo>
                  <a:pt x="4480895" y="47882"/>
                </a:lnTo>
                <a:lnTo>
                  <a:pt x="4480895" y="0"/>
                </a:lnTo>
                <a:moveTo>
                  <a:pt x="4816067" y="0"/>
                </a:moveTo>
                <a:lnTo>
                  <a:pt x="5007596" y="0"/>
                </a:lnTo>
                <a:lnTo>
                  <a:pt x="5007596" y="47882"/>
                </a:lnTo>
                <a:lnTo>
                  <a:pt x="4816067" y="47882"/>
                </a:lnTo>
                <a:lnTo>
                  <a:pt x="4816067" y="0"/>
                </a:lnTo>
                <a:moveTo>
                  <a:pt x="5151242" y="0"/>
                </a:moveTo>
                <a:lnTo>
                  <a:pt x="5342770" y="0"/>
                </a:lnTo>
                <a:lnTo>
                  <a:pt x="5342770" y="47882"/>
                </a:lnTo>
                <a:lnTo>
                  <a:pt x="5151242" y="47882"/>
                </a:lnTo>
                <a:lnTo>
                  <a:pt x="5151242" y="0"/>
                </a:lnTo>
                <a:moveTo>
                  <a:pt x="5486416" y="0"/>
                </a:moveTo>
                <a:lnTo>
                  <a:pt x="5677944" y="0"/>
                </a:lnTo>
                <a:lnTo>
                  <a:pt x="5677944" y="47882"/>
                </a:lnTo>
                <a:lnTo>
                  <a:pt x="5486416" y="47882"/>
                </a:lnTo>
                <a:lnTo>
                  <a:pt x="5486416" y="0"/>
                </a:lnTo>
                <a:moveTo>
                  <a:pt x="5821590" y="0"/>
                </a:moveTo>
                <a:lnTo>
                  <a:pt x="6013119" y="0"/>
                </a:lnTo>
                <a:lnTo>
                  <a:pt x="6013119" y="47882"/>
                </a:lnTo>
                <a:lnTo>
                  <a:pt x="5821590" y="47882"/>
                </a:lnTo>
                <a:lnTo>
                  <a:pt x="5821590" y="0"/>
                </a:lnTo>
                <a:moveTo>
                  <a:pt x="6156764" y="0"/>
                </a:moveTo>
                <a:lnTo>
                  <a:pt x="6348293" y="0"/>
                </a:lnTo>
                <a:lnTo>
                  <a:pt x="6348293" y="47882"/>
                </a:lnTo>
                <a:lnTo>
                  <a:pt x="6156764" y="47882"/>
                </a:lnTo>
                <a:lnTo>
                  <a:pt x="6156764" y="0"/>
                </a:lnTo>
                <a:moveTo>
                  <a:pt x="6491939" y="0"/>
                </a:moveTo>
                <a:lnTo>
                  <a:pt x="6683467" y="0"/>
                </a:lnTo>
                <a:lnTo>
                  <a:pt x="6683467" y="47882"/>
                </a:lnTo>
                <a:lnTo>
                  <a:pt x="6491939" y="47882"/>
                </a:lnTo>
                <a:lnTo>
                  <a:pt x="6491939" y="0"/>
                </a:lnTo>
                <a:moveTo>
                  <a:pt x="6827113" y="0"/>
                </a:moveTo>
                <a:lnTo>
                  <a:pt x="7018640" y="0"/>
                </a:lnTo>
                <a:lnTo>
                  <a:pt x="7018640" y="47882"/>
                </a:lnTo>
                <a:lnTo>
                  <a:pt x="6827113" y="47882"/>
                </a:lnTo>
                <a:lnTo>
                  <a:pt x="6827113" y="0"/>
                </a:lnTo>
                <a:moveTo>
                  <a:pt x="7162573" y="120"/>
                </a:moveTo>
                <a:lnTo>
                  <a:pt x="7167745" y="192"/>
                </a:lnTo>
                <a:lnTo>
                  <a:pt x="7182851" y="766"/>
                </a:lnTo>
                <a:lnTo>
                  <a:pt x="7197840" y="1724"/>
                </a:lnTo>
                <a:lnTo>
                  <a:pt x="7212731" y="3041"/>
                </a:lnTo>
                <a:lnTo>
                  <a:pt x="7227526" y="4717"/>
                </a:lnTo>
                <a:lnTo>
                  <a:pt x="7242202" y="6776"/>
                </a:lnTo>
                <a:lnTo>
                  <a:pt x="7256758" y="9194"/>
                </a:lnTo>
                <a:lnTo>
                  <a:pt x="7271195" y="11970"/>
                </a:lnTo>
                <a:lnTo>
                  <a:pt x="7285511" y="15083"/>
                </a:lnTo>
                <a:lnTo>
                  <a:pt x="7299685" y="18530"/>
                </a:lnTo>
                <a:lnTo>
                  <a:pt x="7313738" y="22336"/>
                </a:lnTo>
                <a:lnTo>
                  <a:pt x="7327624" y="26479"/>
                </a:lnTo>
                <a:lnTo>
                  <a:pt x="7341389" y="30931"/>
                </a:lnTo>
                <a:lnTo>
                  <a:pt x="7354987" y="35720"/>
                </a:lnTo>
                <a:lnTo>
                  <a:pt x="7358100" y="36918"/>
                </a:lnTo>
                <a:lnTo>
                  <a:pt x="7341079" y="81663"/>
                </a:lnTo>
                <a:lnTo>
                  <a:pt x="7338253" y="80585"/>
                </a:lnTo>
                <a:lnTo>
                  <a:pt x="7338805" y="80801"/>
                </a:lnTo>
                <a:lnTo>
                  <a:pt x="7325755" y="76204"/>
                </a:lnTo>
                <a:lnTo>
                  <a:pt x="7326331" y="76396"/>
                </a:lnTo>
                <a:lnTo>
                  <a:pt x="7313138" y="72110"/>
                </a:lnTo>
                <a:lnTo>
                  <a:pt x="7313689" y="72278"/>
                </a:lnTo>
                <a:lnTo>
                  <a:pt x="7300354" y="68304"/>
                </a:lnTo>
                <a:lnTo>
                  <a:pt x="7300929" y="68471"/>
                </a:lnTo>
                <a:lnTo>
                  <a:pt x="7287475" y="64832"/>
                </a:lnTo>
                <a:lnTo>
                  <a:pt x="7288048" y="64976"/>
                </a:lnTo>
                <a:lnTo>
                  <a:pt x="7274450" y="61673"/>
                </a:lnTo>
                <a:lnTo>
                  <a:pt x="7275025" y="61791"/>
                </a:lnTo>
                <a:lnTo>
                  <a:pt x="7261307" y="58799"/>
                </a:lnTo>
                <a:lnTo>
                  <a:pt x="7261881" y="58919"/>
                </a:lnTo>
                <a:lnTo>
                  <a:pt x="7248043" y="56285"/>
                </a:lnTo>
                <a:lnTo>
                  <a:pt x="7248643" y="56381"/>
                </a:lnTo>
                <a:lnTo>
                  <a:pt x="7234660" y="54059"/>
                </a:lnTo>
                <a:lnTo>
                  <a:pt x="7235259" y="54154"/>
                </a:lnTo>
                <a:lnTo>
                  <a:pt x="7221182" y="52191"/>
                </a:lnTo>
                <a:lnTo>
                  <a:pt x="7221780" y="52263"/>
                </a:lnTo>
                <a:lnTo>
                  <a:pt x="7207584" y="50636"/>
                </a:lnTo>
                <a:lnTo>
                  <a:pt x="7208204" y="50707"/>
                </a:lnTo>
                <a:lnTo>
                  <a:pt x="7193913" y="49438"/>
                </a:lnTo>
                <a:lnTo>
                  <a:pt x="7194512" y="49486"/>
                </a:lnTo>
                <a:lnTo>
                  <a:pt x="7180123" y="48577"/>
                </a:lnTo>
                <a:lnTo>
                  <a:pt x="7180723" y="48600"/>
                </a:lnTo>
                <a:lnTo>
                  <a:pt x="7166237" y="48050"/>
                </a:lnTo>
                <a:lnTo>
                  <a:pt x="7166837" y="48073"/>
                </a:lnTo>
                <a:lnTo>
                  <a:pt x="7161975" y="48001"/>
                </a:lnTo>
                <a:lnTo>
                  <a:pt x="7162573" y="120"/>
                </a:lnTo>
                <a:moveTo>
                  <a:pt x="7490016" y="106298"/>
                </a:moveTo>
                <a:lnTo>
                  <a:pt x="7493415" y="108643"/>
                </a:lnTo>
                <a:lnTo>
                  <a:pt x="7504834" y="116976"/>
                </a:lnTo>
                <a:lnTo>
                  <a:pt x="7516062" y="125594"/>
                </a:lnTo>
                <a:lnTo>
                  <a:pt x="7527075" y="134452"/>
                </a:lnTo>
                <a:lnTo>
                  <a:pt x="7537874" y="143574"/>
                </a:lnTo>
                <a:lnTo>
                  <a:pt x="7548431" y="152959"/>
                </a:lnTo>
                <a:lnTo>
                  <a:pt x="7558774" y="162583"/>
                </a:lnTo>
                <a:lnTo>
                  <a:pt x="7568877" y="172447"/>
                </a:lnTo>
                <a:lnTo>
                  <a:pt x="7578741" y="182550"/>
                </a:lnTo>
                <a:lnTo>
                  <a:pt x="7588365" y="192893"/>
                </a:lnTo>
                <a:lnTo>
                  <a:pt x="7597750" y="203450"/>
                </a:lnTo>
                <a:lnTo>
                  <a:pt x="7606870" y="214248"/>
                </a:lnTo>
                <a:lnTo>
                  <a:pt x="7615730" y="225260"/>
                </a:lnTo>
                <a:lnTo>
                  <a:pt x="7624348" y="236490"/>
                </a:lnTo>
                <a:lnTo>
                  <a:pt x="7631244" y="245922"/>
                </a:lnTo>
                <a:lnTo>
                  <a:pt x="7592554" y="274148"/>
                </a:lnTo>
                <a:lnTo>
                  <a:pt x="7585828" y="264931"/>
                </a:lnTo>
                <a:lnTo>
                  <a:pt x="7586162" y="265386"/>
                </a:lnTo>
                <a:lnTo>
                  <a:pt x="7577926" y="254612"/>
                </a:lnTo>
                <a:lnTo>
                  <a:pt x="7578262" y="255068"/>
                </a:lnTo>
                <a:lnTo>
                  <a:pt x="7569763" y="244509"/>
                </a:lnTo>
                <a:lnTo>
                  <a:pt x="7570122" y="244941"/>
                </a:lnTo>
                <a:lnTo>
                  <a:pt x="7561360" y="234574"/>
                </a:lnTo>
                <a:lnTo>
                  <a:pt x="7561742" y="235029"/>
                </a:lnTo>
                <a:lnTo>
                  <a:pt x="7552740" y="224877"/>
                </a:lnTo>
                <a:lnTo>
                  <a:pt x="7553124" y="225309"/>
                </a:lnTo>
                <a:lnTo>
                  <a:pt x="7543907" y="215373"/>
                </a:lnTo>
                <a:lnTo>
                  <a:pt x="7544289" y="215804"/>
                </a:lnTo>
                <a:lnTo>
                  <a:pt x="7534832" y="206108"/>
                </a:lnTo>
                <a:lnTo>
                  <a:pt x="7535215" y="206491"/>
                </a:lnTo>
                <a:lnTo>
                  <a:pt x="7525520" y="197034"/>
                </a:lnTo>
                <a:lnTo>
                  <a:pt x="7525951" y="197417"/>
                </a:lnTo>
                <a:lnTo>
                  <a:pt x="7516015" y="188200"/>
                </a:lnTo>
                <a:lnTo>
                  <a:pt x="7516447" y="188583"/>
                </a:lnTo>
                <a:lnTo>
                  <a:pt x="7506296" y="179582"/>
                </a:lnTo>
                <a:lnTo>
                  <a:pt x="7506727" y="179964"/>
                </a:lnTo>
                <a:lnTo>
                  <a:pt x="7496383" y="171203"/>
                </a:lnTo>
                <a:lnTo>
                  <a:pt x="7496813" y="171561"/>
                </a:lnTo>
                <a:lnTo>
                  <a:pt x="7486257" y="163062"/>
                </a:lnTo>
                <a:lnTo>
                  <a:pt x="7486712" y="163397"/>
                </a:lnTo>
                <a:lnTo>
                  <a:pt x="7475939" y="155138"/>
                </a:lnTo>
                <a:lnTo>
                  <a:pt x="7476393" y="155496"/>
                </a:lnTo>
                <a:lnTo>
                  <a:pt x="7465429" y="147500"/>
                </a:lnTo>
                <a:lnTo>
                  <a:pt x="7465883" y="147812"/>
                </a:lnTo>
                <a:lnTo>
                  <a:pt x="7462746" y="145633"/>
                </a:lnTo>
                <a:lnTo>
                  <a:pt x="7490016" y="106298"/>
                </a:lnTo>
                <a:moveTo>
                  <a:pt x="7702275" y="377597"/>
                </a:moveTo>
                <a:lnTo>
                  <a:pt x="7705604" y="386335"/>
                </a:lnTo>
                <a:lnTo>
                  <a:pt x="7710393" y="399934"/>
                </a:lnTo>
                <a:lnTo>
                  <a:pt x="7714845" y="413700"/>
                </a:lnTo>
                <a:lnTo>
                  <a:pt x="7718986" y="427586"/>
                </a:lnTo>
                <a:lnTo>
                  <a:pt x="7722794" y="441639"/>
                </a:lnTo>
                <a:lnTo>
                  <a:pt x="7726241" y="455813"/>
                </a:lnTo>
                <a:lnTo>
                  <a:pt x="7729354" y="470129"/>
                </a:lnTo>
                <a:lnTo>
                  <a:pt x="7732130" y="484566"/>
                </a:lnTo>
                <a:lnTo>
                  <a:pt x="7734550" y="499122"/>
                </a:lnTo>
                <a:lnTo>
                  <a:pt x="7736609" y="513798"/>
                </a:lnTo>
                <a:lnTo>
                  <a:pt x="7738283" y="528593"/>
                </a:lnTo>
                <a:lnTo>
                  <a:pt x="7739600" y="543484"/>
                </a:lnTo>
                <a:lnTo>
                  <a:pt x="7740557" y="558472"/>
                </a:lnTo>
                <a:lnTo>
                  <a:pt x="7741084" y="572118"/>
                </a:lnTo>
                <a:lnTo>
                  <a:pt x="7693228" y="573938"/>
                </a:lnTo>
                <a:lnTo>
                  <a:pt x="7692725" y="560603"/>
                </a:lnTo>
                <a:lnTo>
                  <a:pt x="7692749" y="561201"/>
                </a:lnTo>
                <a:lnTo>
                  <a:pt x="7691838" y="546812"/>
                </a:lnTo>
                <a:lnTo>
                  <a:pt x="7691886" y="547412"/>
                </a:lnTo>
                <a:lnTo>
                  <a:pt x="7690617" y="533118"/>
                </a:lnTo>
                <a:lnTo>
                  <a:pt x="7690690" y="533740"/>
                </a:lnTo>
                <a:lnTo>
                  <a:pt x="7689061" y="519544"/>
                </a:lnTo>
                <a:lnTo>
                  <a:pt x="7689134" y="520142"/>
                </a:lnTo>
                <a:lnTo>
                  <a:pt x="7687170" y="506065"/>
                </a:lnTo>
                <a:lnTo>
                  <a:pt x="7687265" y="506663"/>
                </a:lnTo>
                <a:lnTo>
                  <a:pt x="7684943" y="492681"/>
                </a:lnTo>
                <a:lnTo>
                  <a:pt x="7685038" y="493281"/>
                </a:lnTo>
                <a:lnTo>
                  <a:pt x="7682406" y="479442"/>
                </a:lnTo>
                <a:lnTo>
                  <a:pt x="7682525" y="480017"/>
                </a:lnTo>
                <a:lnTo>
                  <a:pt x="7679532" y="466299"/>
                </a:lnTo>
                <a:lnTo>
                  <a:pt x="7679653" y="466874"/>
                </a:lnTo>
                <a:lnTo>
                  <a:pt x="7676348" y="453275"/>
                </a:lnTo>
                <a:lnTo>
                  <a:pt x="7676492" y="453849"/>
                </a:lnTo>
                <a:lnTo>
                  <a:pt x="7672852" y="440395"/>
                </a:lnTo>
                <a:lnTo>
                  <a:pt x="7673020" y="440969"/>
                </a:lnTo>
                <a:lnTo>
                  <a:pt x="7669046" y="427634"/>
                </a:lnTo>
                <a:lnTo>
                  <a:pt x="7669214" y="428184"/>
                </a:lnTo>
                <a:lnTo>
                  <a:pt x="7664928" y="414993"/>
                </a:lnTo>
                <a:lnTo>
                  <a:pt x="7665119" y="415568"/>
                </a:lnTo>
                <a:lnTo>
                  <a:pt x="7660522" y="402520"/>
                </a:lnTo>
                <a:lnTo>
                  <a:pt x="7660739" y="403071"/>
                </a:lnTo>
                <a:lnTo>
                  <a:pt x="7657531" y="394620"/>
                </a:lnTo>
                <a:lnTo>
                  <a:pt x="7702275" y="377597"/>
                </a:lnTo>
                <a:moveTo>
                  <a:pt x="7741323" y="716674"/>
                </a:moveTo>
                <a:lnTo>
                  <a:pt x="7741323" y="908202"/>
                </a:lnTo>
                <a:lnTo>
                  <a:pt x="7693442" y="908202"/>
                </a:lnTo>
                <a:lnTo>
                  <a:pt x="7693442" y="716674"/>
                </a:lnTo>
                <a:lnTo>
                  <a:pt x="7741323" y="716674"/>
                </a:lnTo>
                <a:moveTo>
                  <a:pt x="7741323" y="1051848"/>
                </a:moveTo>
                <a:lnTo>
                  <a:pt x="7741323" y="1243376"/>
                </a:lnTo>
                <a:lnTo>
                  <a:pt x="7693442" y="1243376"/>
                </a:lnTo>
                <a:lnTo>
                  <a:pt x="7693442" y="1051848"/>
                </a:lnTo>
                <a:lnTo>
                  <a:pt x="7741323" y="1051848"/>
                </a:lnTo>
                <a:moveTo>
                  <a:pt x="7741323" y="1387022"/>
                </a:moveTo>
                <a:lnTo>
                  <a:pt x="7741323" y="1578551"/>
                </a:lnTo>
                <a:lnTo>
                  <a:pt x="7693442" y="1578551"/>
                </a:lnTo>
                <a:lnTo>
                  <a:pt x="7693442" y="1387022"/>
                </a:lnTo>
                <a:lnTo>
                  <a:pt x="7741323" y="1387022"/>
                </a:lnTo>
                <a:moveTo>
                  <a:pt x="7741323" y="1722197"/>
                </a:moveTo>
                <a:lnTo>
                  <a:pt x="7741323" y="1913724"/>
                </a:lnTo>
                <a:lnTo>
                  <a:pt x="7693442" y="1913724"/>
                </a:lnTo>
                <a:lnTo>
                  <a:pt x="7693442" y="1722197"/>
                </a:lnTo>
                <a:lnTo>
                  <a:pt x="7741323" y="1722197"/>
                </a:lnTo>
                <a:moveTo>
                  <a:pt x="7741323" y="2057371"/>
                </a:moveTo>
                <a:lnTo>
                  <a:pt x="7741323" y="2248898"/>
                </a:lnTo>
                <a:lnTo>
                  <a:pt x="7693442" y="2248898"/>
                </a:lnTo>
                <a:lnTo>
                  <a:pt x="7693442" y="2057371"/>
                </a:lnTo>
                <a:lnTo>
                  <a:pt x="7741323" y="2057371"/>
                </a:lnTo>
                <a:moveTo>
                  <a:pt x="7741323" y="2392544"/>
                </a:moveTo>
                <a:lnTo>
                  <a:pt x="7741323" y="2584073"/>
                </a:lnTo>
                <a:lnTo>
                  <a:pt x="7693442" y="2584073"/>
                </a:lnTo>
                <a:lnTo>
                  <a:pt x="7693442" y="2392544"/>
                </a:lnTo>
                <a:lnTo>
                  <a:pt x="7741323" y="2392544"/>
                </a:lnTo>
                <a:moveTo>
                  <a:pt x="7741323" y="2727719"/>
                </a:moveTo>
                <a:lnTo>
                  <a:pt x="7741323" y="2848117"/>
                </a:lnTo>
                <a:lnTo>
                  <a:pt x="7741133" y="2863153"/>
                </a:lnTo>
                <a:lnTo>
                  <a:pt x="7740557" y="2878259"/>
                </a:lnTo>
                <a:lnTo>
                  <a:pt x="7739600" y="2893247"/>
                </a:lnTo>
                <a:lnTo>
                  <a:pt x="7738283" y="2908138"/>
                </a:lnTo>
                <a:lnTo>
                  <a:pt x="7736727" y="2921784"/>
                </a:lnTo>
                <a:lnTo>
                  <a:pt x="7689158" y="2916350"/>
                </a:lnTo>
                <a:lnTo>
                  <a:pt x="7690690" y="2902991"/>
                </a:lnTo>
                <a:lnTo>
                  <a:pt x="7690617" y="2903614"/>
                </a:lnTo>
                <a:lnTo>
                  <a:pt x="7691886" y="2889320"/>
                </a:lnTo>
                <a:lnTo>
                  <a:pt x="7691838" y="2889919"/>
                </a:lnTo>
                <a:lnTo>
                  <a:pt x="7692749" y="2875531"/>
                </a:lnTo>
                <a:lnTo>
                  <a:pt x="7692725" y="2876129"/>
                </a:lnTo>
                <a:lnTo>
                  <a:pt x="7693274" y="2861645"/>
                </a:lnTo>
                <a:lnTo>
                  <a:pt x="7693252" y="2862243"/>
                </a:lnTo>
                <a:lnTo>
                  <a:pt x="7693442" y="2847663"/>
                </a:lnTo>
                <a:lnTo>
                  <a:pt x="7693442" y="2847974"/>
                </a:lnTo>
                <a:lnTo>
                  <a:pt x="7693442" y="2727719"/>
                </a:lnTo>
                <a:lnTo>
                  <a:pt x="7741323" y="2727719"/>
                </a:lnTo>
                <a:moveTo>
                  <a:pt x="7699259" y="3066819"/>
                </a:moveTo>
                <a:lnTo>
                  <a:pt x="7695046" y="3077162"/>
                </a:lnTo>
                <a:lnTo>
                  <a:pt x="7689300" y="3090281"/>
                </a:lnTo>
                <a:lnTo>
                  <a:pt x="7683244" y="3103233"/>
                </a:lnTo>
                <a:lnTo>
                  <a:pt x="7676898" y="3116017"/>
                </a:lnTo>
                <a:lnTo>
                  <a:pt x="7670242" y="3128635"/>
                </a:lnTo>
                <a:lnTo>
                  <a:pt x="7663299" y="3141037"/>
                </a:lnTo>
                <a:lnTo>
                  <a:pt x="7656070" y="3153294"/>
                </a:lnTo>
                <a:lnTo>
                  <a:pt x="7648553" y="3165336"/>
                </a:lnTo>
                <a:lnTo>
                  <a:pt x="7640749" y="3177163"/>
                </a:lnTo>
                <a:lnTo>
                  <a:pt x="7632681" y="3188822"/>
                </a:lnTo>
                <a:lnTo>
                  <a:pt x="7624348" y="3200242"/>
                </a:lnTo>
                <a:lnTo>
                  <a:pt x="7615730" y="3211470"/>
                </a:lnTo>
                <a:lnTo>
                  <a:pt x="7606870" y="3222484"/>
                </a:lnTo>
                <a:lnTo>
                  <a:pt x="7597750" y="3233281"/>
                </a:lnTo>
                <a:lnTo>
                  <a:pt x="7595260" y="3236082"/>
                </a:lnTo>
                <a:lnTo>
                  <a:pt x="7559443" y="3204288"/>
                </a:lnTo>
                <a:lnTo>
                  <a:pt x="7561742" y="3201702"/>
                </a:lnTo>
                <a:lnTo>
                  <a:pt x="7561360" y="3202134"/>
                </a:lnTo>
                <a:lnTo>
                  <a:pt x="7570122" y="3191791"/>
                </a:lnTo>
                <a:lnTo>
                  <a:pt x="7569763" y="3192222"/>
                </a:lnTo>
                <a:lnTo>
                  <a:pt x="7578262" y="3181664"/>
                </a:lnTo>
                <a:lnTo>
                  <a:pt x="7577926" y="3182119"/>
                </a:lnTo>
                <a:lnTo>
                  <a:pt x="7586162" y="3171346"/>
                </a:lnTo>
                <a:lnTo>
                  <a:pt x="7585828" y="3171801"/>
                </a:lnTo>
                <a:lnTo>
                  <a:pt x="7593823" y="3160836"/>
                </a:lnTo>
                <a:lnTo>
                  <a:pt x="7593511" y="3161291"/>
                </a:lnTo>
                <a:lnTo>
                  <a:pt x="7601244" y="3150134"/>
                </a:lnTo>
                <a:lnTo>
                  <a:pt x="7600934" y="3150612"/>
                </a:lnTo>
                <a:lnTo>
                  <a:pt x="7608402" y="3139240"/>
                </a:lnTo>
                <a:lnTo>
                  <a:pt x="7608092" y="3139719"/>
                </a:lnTo>
                <a:lnTo>
                  <a:pt x="7615299" y="3128179"/>
                </a:lnTo>
                <a:lnTo>
                  <a:pt x="7615011" y="3128659"/>
                </a:lnTo>
                <a:lnTo>
                  <a:pt x="7621931" y="3116927"/>
                </a:lnTo>
                <a:lnTo>
                  <a:pt x="7621644" y="3117431"/>
                </a:lnTo>
                <a:lnTo>
                  <a:pt x="7628323" y="3105507"/>
                </a:lnTo>
                <a:lnTo>
                  <a:pt x="7628036" y="3106034"/>
                </a:lnTo>
                <a:lnTo>
                  <a:pt x="7634428" y="3093944"/>
                </a:lnTo>
                <a:lnTo>
                  <a:pt x="7634140" y="3094447"/>
                </a:lnTo>
                <a:lnTo>
                  <a:pt x="7640244" y="3082189"/>
                </a:lnTo>
                <a:lnTo>
                  <a:pt x="7639981" y="3082716"/>
                </a:lnTo>
                <a:lnTo>
                  <a:pt x="7645801" y="3070290"/>
                </a:lnTo>
                <a:lnTo>
                  <a:pt x="7645560" y="3070817"/>
                </a:lnTo>
                <a:lnTo>
                  <a:pt x="7651066" y="3058224"/>
                </a:lnTo>
                <a:lnTo>
                  <a:pt x="7650827" y="3058775"/>
                </a:lnTo>
                <a:lnTo>
                  <a:pt x="7654945" y="3048719"/>
                </a:lnTo>
                <a:lnTo>
                  <a:pt x="7699259" y="3066819"/>
                </a:lnTo>
                <a:moveTo>
                  <a:pt x="7483717" y="3334815"/>
                </a:moveTo>
                <a:lnTo>
                  <a:pt x="7481755" y="3336155"/>
                </a:lnTo>
                <a:lnTo>
                  <a:pt x="7469928" y="3343960"/>
                </a:lnTo>
                <a:lnTo>
                  <a:pt x="7457886" y="3351477"/>
                </a:lnTo>
                <a:lnTo>
                  <a:pt x="7445653" y="3358707"/>
                </a:lnTo>
                <a:lnTo>
                  <a:pt x="7433226" y="3365651"/>
                </a:lnTo>
                <a:lnTo>
                  <a:pt x="7420611" y="3372307"/>
                </a:lnTo>
                <a:lnTo>
                  <a:pt x="7407825" y="3378650"/>
                </a:lnTo>
                <a:lnTo>
                  <a:pt x="7394875" y="3384708"/>
                </a:lnTo>
                <a:lnTo>
                  <a:pt x="7381754" y="3390453"/>
                </a:lnTo>
                <a:lnTo>
                  <a:pt x="7368444" y="3395888"/>
                </a:lnTo>
                <a:lnTo>
                  <a:pt x="7354987" y="3401012"/>
                </a:lnTo>
                <a:lnTo>
                  <a:pt x="7341389" y="3405800"/>
                </a:lnTo>
                <a:lnTo>
                  <a:pt x="7327624" y="3410253"/>
                </a:lnTo>
                <a:lnTo>
                  <a:pt x="7313738" y="3414394"/>
                </a:lnTo>
                <a:lnTo>
                  <a:pt x="7302916" y="3417316"/>
                </a:lnTo>
                <a:lnTo>
                  <a:pt x="7290395" y="3371109"/>
                </a:lnTo>
                <a:lnTo>
                  <a:pt x="7300929" y="3368260"/>
                </a:lnTo>
                <a:lnTo>
                  <a:pt x="7300354" y="3368428"/>
                </a:lnTo>
                <a:lnTo>
                  <a:pt x="7313689" y="3364454"/>
                </a:lnTo>
                <a:lnTo>
                  <a:pt x="7313138" y="3364621"/>
                </a:lnTo>
                <a:lnTo>
                  <a:pt x="7326331" y="3360336"/>
                </a:lnTo>
                <a:lnTo>
                  <a:pt x="7325755" y="3360527"/>
                </a:lnTo>
                <a:lnTo>
                  <a:pt x="7338805" y="3355930"/>
                </a:lnTo>
                <a:lnTo>
                  <a:pt x="7338253" y="3356146"/>
                </a:lnTo>
                <a:lnTo>
                  <a:pt x="7351157" y="3351238"/>
                </a:lnTo>
                <a:lnTo>
                  <a:pt x="7350606" y="3351454"/>
                </a:lnTo>
                <a:lnTo>
                  <a:pt x="7363369" y="3346235"/>
                </a:lnTo>
                <a:lnTo>
                  <a:pt x="7362818" y="3346474"/>
                </a:lnTo>
                <a:lnTo>
                  <a:pt x="7375411" y="3340967"/>
                </a:lnTo>
                <a:lnTo>
                  <a:pt x="7374884" y="3341207"/>
                </a:lnTo>
                <a:lnTo>
                  <a:pt x="7387308" y="3335389"/>
                </a:lnTo>
                <a:lnTo>
                  <a:pt x="7386781" y="3335653"/>
                </a:lnTo>
                <a:lnTo>
                  <a:pt x="7399039" y="3329548"/>
                </a:lnTo>
                <a:lnTo>
                  <a:pt x="7398537" y="3329834"/>
                </a:lnTo>
                <a:lnTo>
                  <a:pt x="7410628" y="3323442"/>
                </a:lnTo>
                <a:lnTo>
                  <a:pt x="7410101" y="3323729"/>
                </a:lnTo>
                <a:lnTo>
                  <a:pt x="7422023" y="3317050"/>
                </a:lnTo>
                <a:lnTo>
                  <a:pt x="7421521" y="3317337"/>
                </a:lnTo>
                <a:lnTo>
                  <a:pt x="7433251" y="3310418"/>
                </a:lnTo>
                <a:lnTo>
                  <a:pt x="7432772" y="3310706"/>
                </a:lnTo>
                <a:lnTo>
                  <a:pt x="7444312" y="3303500"/>
                </a:lnTo>
                <a:lnTo>
                  <a:pt x="7443833" y="3303811"/>
                </a:lnTo>
                <a:lnTo>
                  <a:pt x="7455207" y="3296342"/>
                </a:lnTo>
                <a:lnTo>
                  <a:pt x="7454725" y="3296653"/>
                </a:lnTo>
                <a:lnTo>
                  <a:pt x="7456427" y="3295455"/>
                </a:lnTo>
                <a:lnTo>
                  <a:pt x="7483717" y="3334815"/>
                </a:lnTo>
                <a:moveTo>
                  <a:pt x="7154913" y="3436707"/>
                </a:moveTo>
                <a:lnTo>
                  <a:pt x="7152711" y="3436731"/>
                </a:lnTo>
                <a:lnTo>
                  <a:pt x="6963074" y="3436731"/>
                </a:lnTo>
                <a:lnTo>
                  <a:pt x="6963074" y="3388849"/>
                </a:lnTo>
                <a:lnTo>
                  <a:pt x="7152566" y="3388849"/>
                </a:lnTo>
                <a:lnTo>
                  <a:pt x="7152256" y="3388849"/>
                </a:lnTo>
                <a:lnTo>
                  <a:pt x="7154292" y="3388826"/>
                </a:lnTo>
                <a:lnTo>
                  <a:pt x="7154913" y="3436707"/>
                </a:lnTo>
                <a:moveTo>
                  <a:pt x="6819428" y="3436731"/>
                </a:moveTo>
                <a:lnTo>
                  <a:pt x="6627900" y="3436731"/>
                </a:lnTo>
                <a:lnTo>
                  <a:pt x="6627900" y="3388849"/>
                </a:lnTo>
                <a:lnTo>
                  <a:pt x="6819428" y="3388849"/>
                </a:lnTo>
                <a:lnTo>
                  <a:pt x="6819428" y="3436731"/>
                </a:lnTo>
                <a:moveTo>
                  <a:pt x="6484254" y="3436731"/>
                </a:moveTo>
                <a:lnTo>
                  <a:pt x="6292725" y="3436731"/>
                </a:lnTo>
                <a:lnTo>
                  <a:pt x="6292725" y="3388849"/>
                </a:lnTo>
                <a:lnTo>
                  <a:pt x="6484254" y="3388849"/>
                </a:lnTo>
                <a:lnTo>
                  <a:pt x="6484254" y="3436731"/>
                </a:lnTo>
                <a:moveTo>
                  <a:pt x="6149080" y="3436731"/>
                </a:moveTo>
                <a:lnTo>
                  <a:pt x="5957553" y="3436731"/>
                </a:lnTo>
                <a:lnTo>
                  <a:pt x="5957553" y="3388849"/>
                </a:lnTo>
                <a:lnTo>
                  <a:pt x="6149080" y="3388849"/>
                </a:lnTo>
                <a:lnTo>
                  <a:pt x="6149080" y="3436731"/>
                </a:lnTo>
                <a:moveTo>
                  <a:pt x="5813905" y="3436731"/>
                </a:moveTo>
                <a:lnTo>
                  <a:pt x="5622377" y="3436731"/>
                </a:lnTo>
                <a:lnTo>
                  <a:pt x="5622377" y="3388849"/>
                </a:lnTo>
                <a:lnTo>
                  <a:pt x="5813905" y="3388849"/>
                </a:lnTo>
                <a:lnTo>
                  <a:pt x="5813905" y="3436731"/>
                </a:lnTo>
                <a:moveTo>
                  <a:pt x="5478731" y="3436731"/>
                </a:moveTo>
                <a:lnTo>
                  <a:pt x="5287204" y="3436731"/>
                </a:lnTo>
                <a:lnTo>
                  <a:pt x="5287204" y="3388849"/>
                </a:lnTo>
                <a:lnTo>
                  <a:pt x="5478731" y="3388849"/>
                </a:lnTo>
                <a:lnTo>
                  <a:pt x="5478731" y="3436731"/>
                </a:lnTo>
                <a:moveTo>
                  <a:pt x="5143558" y="3436731"/>
                </a:moveTo>
                <a:lnTo>
                  <a:pt x="4952028" y="3436731"/>
                </a:lnTo>
                <a:lnTo>
                  <a:pt x="4952028" y="3388849"/>
                </a:lnTo>
                <a:lnTo>
                  <a:pt x="5143558" y="3388849"/>
                </a:lnTo>
                <a:lnTo>
                  <a:pt x="5143558" y="3436731"/>
                </a:lnTo>
                <a:moveTo>
                  <a:pt x="4808382" y="3436731"/>
                </a:moveTo>
                <a:lnTo>
                  <a:pt x="4616856" y="3436731"/>
                </a:lnTo>
                <a:lnTo>
                  <a:pt x="4616856" y="3388849"/>
                </a:lnTo>
                <a:lnTo>
                  <a:pt x="4808382" y="3388849"/>
                </a:lnTo>
                <a:lnTo>
                  <a:pt x="4808382" y="3436731"/>
                </a:lnTo>
                <a:moveTo>
                  <a:pt x="4473210" y="3436731"/>
                </a:moveTo>
                <a:lnTo>
                  <a:pt x="4281680" y="3436731"/>
                </a:lnTo>
                <a:lnTo>
                  <a:pt x="4281680" y="3388849"/>
                </a:lnTo>
                <a:lnTo>
                  <a:pt x="4473210" y="3388849"/>
                </a:lnTo>
                <a:lnTo>
                  <a:pt x="4473210" y="3436731"/>
                </a:lnTo>
                <a:moveTo>
                  <a:pt x="4138034" y="3436731"/>
                </a:moveTo>
                <a:lnTo>
                  <a:pt x="3946507" y="3436731"/>
                </a:lnTo>
                <a:lnTo>
                  <a:pt x="3946507" y="3388849"/>
                </a:lnTo>
                <a:lnTo>
                  <a:pt x="4138034" y="3388849"/>
                </a:lnTo>
                <a:lnTo>
                  <a:pt x="4138034" y="3436731"/>
                </a:lnTo>
                <a:moveTo>
                  <a:pt x="3802861" y="3436731"/>
                </a:moveTo>
                <a:lnTo>
                  <a:pt x="3611333" y="3436731"/>
                </a:lnTo>
                <a:lnTo>
                  <a:pt x="3611333" y="3388849"/>
                </a:lnTo>
                <a:lnTo>
                  <a:pt x="3802861" y="3388849"/>
                </a:lnTo>
                <a:lnTo>
                  <a:pt x="3802861" y="3436731"/>
                </a:lnTo>
                <a:moveTo>
                  <a:pt x="3467687" y="3436731"/>
                </a:moveTo>
                <a:lnTo>
                  <a:pt x="3276159" y="3436731"/>
                </a:lnTo>
                <a:lnTo>
                  <a:pt x="3276159" y="3388849"/>
                </a:lnTo>
                <a:lnTo>
                  <a:pt x="3467687" y="3388849"/>
                </a:lnTo>
                <a:lnTo>
                  <a:pt x="3467687" y="3436731"/>
                </a:lnTo>
                <a:moveTo>
                  <a:pt x="3132513" y="3436731"/>
                </a:moveTo>
                <a:lnTo>
                  <a:pt x="2940984" y="3436731"/>
                </a:lnTo>
                <a:lnTo>
                  <a:pt x="2940984" y="3388849"/>
                </a:lnTo>
                <a:lnTo>
                  <a:pt x="3132513" y="3388849"/>
                </a:lnTo>
                <a:lnTo>
                  <a:pt x="3132513" y="3436731"/>
                </a:lnTo>
                <a:moveTo>
                  <a:pt x="2797339" y="3436731"/>
                </a:moveTo>
                <a:lnTo>
                  <a:pt x="2605810" y="3436731"/>
                </a:lnTo>
                <a:lnTo>
                  <a:pt x="2605810" y="3388849"/>
                </a:lnTo>
                <a:lnTo>
                  <a:pt x="2797339" y="3388849"/>
                </a:lnTo>
                <a:lnTo>
                  <a:pt x="2797339" y="3436731"/>
                </a:lnTo>
                <a:moveTo>
                  <a:pt x="2462164" y="3436731"/>
                </a:moveTo>
                <a:lnTo>
                  <a:pt x="2270636" y="3436731"/>
                </a:lnTo>
                <a:lnTo>
                  <a:pt x="2270636" y="3388849"/>
                </a:lnTo>
                <a:lnTo>
                  <a:pt x="2462164" y="3388849"/>
                </a:lnTo>
                <a:lnTo>
                  <a:pt x="2462164" y="3436731"/>
                </a:lnTo>
                <a:moveTo>
                  <a:pt x="2126990" y="3436731"/>
                </a:moveTo>
                <a:lnTo>
                  <a:pt x="1935462" y="3436731"/>
                </a:lnTo>
                <a:lnTo>
                  <a:pt x="1935462" y="3388849"/>
                </a:lnTo>
                <a:lnTo>
                  <a:pt x="2126990" y="3388849"/>
                </a:lnTo>
                <a:lnTo>
                  <a:pt x="2126990" y="3436731"/>
                </a:lnTo>
                <a:moveTo>
                  <a:pt x="1791816" y="3436731"/>
                </a:moveTo>
                <a:lnTo>
                  <a:pt x="1600287" y="3436731"/>
                </a:lnTo>
                <a:lnTo>
                  <a:pt x="1600287" y="3388849"/>
                </a:lnTo>
                <a:lnTo>
                  <a:pt x="1791816" y="3388849"/>
                </a:lnTo>
                <a:lnTo>
                  <a:pt x="1791816" y="3436731"/>
                </a:lnTo>
                <a:moveTo>
                  <a:pt x="1456642" y="3436731"/>
                </a:moveTo>
                <a:lnTo>
                  <a:pt x="1265113" y="3436731"/>
                </a:lnTo>
                <a:lnTo>
                  <a:pt x="1265113" y="3388849"/>
                </a:lnTo>
                <a:lnTo>
                  <a:pt x="1456642" y="3388849"/>
                </a:lnTo>
                <a:lnTo>
                  <a:pt x="1456642" y="3436731"/>
                </a:lnTo>
                <a:moveTo>
                  <a:pt x="1121467" y="3436731"/>
                </a:moveTo>
                <a:lnTo>
                  <a:pt x="929941" y="3436731"/>
                </a:lnTo>
                <a:lnTo>
                  <a:pt x="929941" y="3388849"/>
                </a:lnTo>
                <a:lnTo>
                  <a:pt x="1121467" y="3388849"/>
                </a:lnTo>
                <a:lnTo>
                  <a:pt x="1121467" y="3436731"/>
                </a:lnTo>
                <a:moveTo>
                  <a:pt x="786293" y="3436731"/>
                </a:moveTo>
                <a:lnTo>
                  <a:pt x="594766" y="3436731"/>
                </a:lnTo>
                <a:lnTo>
                  <a:pt x="594766" y="3388849"/>
                </a:lnTo>
                <a:lnTo>
                  <a:pt x="786293" y="3388849"/>
                </a:lnTo>
                <a:lnTo>
                  <a:pt x="786293" y="3436731"/>
                </a:lnTo>
                <a:moveTo>
                  <a:pt x="446786" y="3419446"/>
                </a:moveTo>
                <a:lnTo>
                  <a:pt x="441638" y="3418201"/>
                </a:lnTo>
                <a:lnTo>
                  <a:pt x="427586" y="3414394"/>
                </a:lnTo>
                <a:lnTo>
                  <a:pt x="413699" y="3410253"/>
                </a:lnTo>
                <a:lnTo>
                  <a:pt x="399934" y="3405800"/>
                </a:lnTo>
                <a:lnTo>
                  <a:pt x="386336" y="3401012"/>
                </a:lnTo>
                <a:lnTo>
                  <a:pt x="372880" y="3395888"/>
                </a:lnTo>
                <a:lnTo>
                  <a:pt x="359569" y="3390453"/>
                </a:lnTo>
                <a:lnTo>
                  <a:pt x="346450" y="3384708"/>
                </a:lnTo>
                <a:lnTo>
                  <a:pt x="333498" y="3378650"/>
                </a:lnTo>
                <a:lnTo>
                  <a:pt x="320713" y="3372307"/>
                </a:lnTo>
                <a:lnTo>
                  <a:pt x="308097" y="3365651"/>
                </a:lnTo>
                <a:lnTo>
                  <a:pt x="295670" y="3358707"/>
                </a:lnTo>
                <a:lnTo>
                  <a:pt x="283437" y="3351477"/>
                </a:lnTo>
                <a:lnTo>
                  <a:pt x="271395" y="3343960"/>
                </a:lnTo>
                <a:lnTo>
                  <a:pt x="264786" y="3339603"/>
                </a:lnTo>
                <a:lnTo>
                  <a:pt x="291098" y="3299597"/>
                </a:lnTo>
                <a:lnTo>
                  <a:pt x="297490" y="3303811"/>
                </a:lnTo>
                <a:lnTo>
                  <a:pt x="297011" y="3303500"/>
                </a:lnTo>
                <a:lnTo>
                  <a:pt x="308551" y="3310706"/>
                </a:lnTo>
                <a:lnTo>
                  <a:pt x="308073" y="3310418"/>
                </a:lnTo>
                <a:lnTo>
                  <a:pt x="319803" y="3317337"/>
                </a:lnTo>
                <a:lnTo>
                  <a:pt x="319300" y="3317050"/>
                </a:lnTo>
                <a:lnTo>
                  <a:pt x="331223" y="3323729"/>
                </a:lnTo>
                <a:lnTo>
                  <a:pt x="330696" y="3323442"/>
                </a:lnTo>
                <a:lnTo>
                  <a:pt x="342786" y="3329834"/>
                </a:lnTo>
                <a:lnTo>
                  <a:pt x="342284" y="3329548"/>
                </a:lnTo>
                <a:lnTo>
                  <a:pt x="354543" y="3335653"/>
                </a:lnTo>
                <a:lnTo>
                  <a:pt x="354016" y="3335389"/>
                </a:lnTo>
                <a:lnTo>
                  <a:pt x="366441" y="3341207"/>
                </a:lnTo>
                <a:lnTo>
                  <a:pt x="365914" y="3340967"/>
                </a:lnTo>
                <a:lnTo>
                  <a:pt x="378507" y="3346474"/>
                </a:lnTo>
                <a:lnTo>
                  <a:pt x="377956" y="3346235"/>
                </a:lnTo>
                <a:lnTo>
                  <a:pt x="390717" y="3351454"/>
                </a:lnTo>
                <a:lnTo>
                  <a:pt x="390166" y="3351238"/>
                </a:lnTo>
                <a:lnTo>
                  <a:pt x="403070" y="3356146"/>
                </a:lnTo>
                <a:lnTo>
                  <a:pt x="402519" y="3355930"/>
                </a:lnTo>
                <a:lnTo>
                  <a:pt x="415568" y="3360527"/>
                </a:lnTo>
                <a:lnTo>
                  <a:pt x="414992" y="3360336"/>
                </a:lnTo>
                <a:lnTo>
                  <a:pt x="428184" y="3364621"/>
                </a:lnTo>
                <a:lnTo>
                  <a:pt x="427634" y="3364454"/>
                </a:lnTo>
                <a:lnTo>
                  <a:pt x="440969" y="3368428"/>
                </a:lnTo>
                <a:lnTo>
                  <a:pt x="440394" y="3368260"/>
                </a:lnTo>
                <a:lnTo>
                  <a:pt x="453848" y="3371900"/>
                </a:lnTo>
                <a:lnTo>
                  <a:pt x="453275" y="3371756"/>
                </a:lnTo>
                <a:lnTo>
                  <a:pt x="458135" y="3372929"/>
                </a:lnTo>
                <a:lnTo>
                  <a:pt x="446786" y="3419446"/>
                </a:lnTo>
                <a:moveTo>
                  <a:pt x="151402" y="3242091"/>
                </a:moveTo>
                <a:lnTo>
                  <a:pt x="143573" y="3233281"/>
                </a:lnTo>
                <a:lnTo>
                  <a:pt x="134451" y="3222484"/>
                </a:lnTo>
                <a:lnTo>
                  <a:pt x="125593" y="3211470"/>
                </a:lnTo>
                <a:lnTo>
                  <a:pt x="116976" y="3200242"/>
                </a:lnTo>
                <a:lnTo>
                  <a:pt x="108644" y="3188822"/>
                </a:lnTo>
                <a:lnTo>
                  <a:pt x="100552" y="3177163"/>
                </a:lnTo>
                <a:lnTo>
                  <a:pt x="92770" y="3165336"/>
                </a:lnTo>
                <a:lnTo>
                  <a:pt x="85253" y="3153294"/>
                </a:lnTo>
                <a:lnTo>
                  <a:pt x="78023" y="3141037"/>
                </a:lnTo>
                <a:lnTo>
                  <a:pt x="71079" y="3128635"/>
                </a:lnTo>
                <a:lnTo>
                  <a:pt x="64424" y="3116017"/>
                </a:lnTo>
                <a:lnTo>
                  <a:pt x="58081" y="3103233"/>
                </a:lnTo>
                <a:lnTo>
                  <a:pt x="52023" y="3090281"/>
                </a:lnTo>
                <a:lnTo>
                  <a:pt x="46278" y="3077162"/>
                </a:lnTo>
                <a:lnTo>
                  <a:pt x="45104" y="3074265"/>
                </a:lnTo>
                <a:lnTo>
                  <a:pt x="89418" y="3056165"/>
                </a:lnTo>
                <a:lnTo>
                  <a:pt x="90496" y="3058775"/>
                </a:lnTo>
                <a:lnTo>
                  <a:pt x="90257" y="3058224"/>
                </a:lnTo>
                <a:lnTo>
                  <a:pt x="95763" y="3070817"/>
                </a:lnTo>
                <a:lnTo>
                  <a:pt x="95524" y="3070290"/>
                </a:lnTo>
                <a:lnTo>
                  <a:pt x="101342" y="3082716"/>
                </a:lnTo>
                <a:lnTo>
                  <a:pt x="101079" y="3082189"/>
                </a:lnTo>
                <a:lnTo>
                  <a:pt x="107159" y="3094447"/>
                </a:lnTo>
                <a:lnTo>
                  <a:pt x="106896" y="3093944"/>
                </a:lnTo>
                <a:lnTo>
                  <a:pt x="113288" y="3106034"/>
                </a:lnTo>
                <a:lnTo>
                  <a:pt x="113002" y="3105507"/>
                </a:lnTo>
                <a:lnTo>
                  <a:pt x="119679" y="3117431"/>
                </a:lnTo>
                <a:lnTo>
                  <a:pt x="119393" y="3116927"/>
                </a:lnTo>
                <a:lnTo>
                  <a:pt x="126312" y="3128659"/>
                </a:lnTo>
                <a:lnTo>
                  <a:pt x="126025" y="3128179"/>
                </a:lnTo>
                <a:lnTo>
                  <a:pt x="133231" y="3139719"/>
                </a:lnTo>
                <a:lnTo>
                  <a:pt x="132919" y="3139240"/>
                </a:lnTo>
                <a:lnTo>
                  <a:pt x="140389" y="3150612"/>
                </a:lnTo>
                <a:lnTo>
                  <a:pt x="140079" y="3150134"/>
                </a:lnTo>
                <a:lnTo>
                  <a:pt x="147811" y="3161291"/>
                </a:lnTo>
                <a:lnTo>
                  <a:pt x="147500" y="3160836"/>
                </a:lnTo>
                <a:lnTo>
                  <a:pt x="155496" y="3171801"/>
                </a:lnTo>
                <a:lnTo>
                  <a:pt x="155161" y="3171346"/>
                </a:lnTo>
                <a:lnTo>
                  <a:pt x="163397" y="3182119"/>
                </a:lnTo>
                <a:lnTo>
                  <a:pt x="163061" y="3181664"/>
                </a:lnTo>
                <a:lnTo>
                  <a:pt x="171560" y="3192222"/>
                </a:lnTo>
                <a:lnTo>
                  <a:pt x="171202" y="3191791"/>
                </a:lnTo>
                <a:lnTo>
                  <a:pt x="179963" y="3202134"/>
                </a:lnTo>
                <a:lnTo>
                  <a:pt x="179582" y="3201702"/>
                </a:lnTo>
                <a:lnTo>
                  <a:pt x="187218" y="3210321"/>
                </a:lnTo>
                <a:lnTo>
                  <a:pt x="151402" y="3242091"/>
                </a:lnTo>
                <a:moveTo>
                  <a:pt x="5770" y="2930355"/>
                </a:moveTo>
                <a:lnTo>
                  <a:pt x="4716" y="2922933"/>
                </a:lnTo>
                <a:lnTo>
                  <a:pt x="3040" y="2908138"/>
                </a:lnTo>
                <a:lnTo>
                  <a:pt x="1723" y="2893247"/>
                </a:lnTo>
                <a:lnTo>
                  <a:pt x="766" y="2878259"/>
                </a:lnTo>
                <a:lnTo>
                  <a:pt x="191" y="2863153"/>
                </a:lnTo>
                <a:lnTo>
                  <a:pt x="0" y="2848261"/>
                </a:lnTo>
                <a:lnTo>
                  <a:pt x="47881" y="2847663"/>
                </a:lnTo>
                <a:lnTo>
                  <a:pt x="48073" y="2862243"/>
                </a:lnTo>
                <a:lnTo>
                  <a:pt x="48049" y="2861645"/>
                </a:lnTo>
                <a:lnTo>
                  <a:pt x="48600" y="2876129"/>
                </a:lnTo>
                <a:lnTo>
                  <a:pt x="48576" y="2875531"/>
                </a:lnTo>
                <a:lnTo>
                  <a:pt x="49486" y="2889919"/>
                </a:lnTo>
                <a:lnTo>
                  <a:pt x="49437" y="2889320"/>
                </a:lnTo>
                <a:lnTo>
                  <a:pt x="50706" y="2903614"/>
                </a:lnTo>
                <a:lnTo>
                  <a:pt x="50635" y="2902991"/>
                </a:lnTo>
                <a:lnTo>
                  <a:pt x="52262" y="2917188"/>
                </a:lnTo>
                <a:lnTo>
                  <a:pt x="52191" y="2916589"/>
                </a:lnTo>
                <a:lnTo>
                  <a:pt x="53196" y="2923724"/>
                </a:lnTo>
                <a:lnTo>
                  <a:pt x="5770" y="293035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" name="path-357">
            <a:extLst xmlns:a="http://schemas.openxmlformats.org/drawingml/2006/main">
              <a:ext uri="{FF2B5EF4-FFF2-40B4-BE49-F238E27FC236}">
                <a16:creationId xmlns:a16="http://schemas.microsoft.com/office/drawing/2014/main" id="{EF87F08F-BBBD-4DE2-AAF0-60DEFB9519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46864" y="3288713"/>
            <a:ext cx="881280" cy="2387879"/>
          </a:xfrm>
          <a:custGeom xmlns:a="http://schemas.openxmlformats.org/drawingml/2006/main">
            <a:pathLst>
              <a:path w="730320" h="1978844">
                <a:moveTo>
                  <a:pt x="636448" y="118796"/>
                </a:moveTo>
                <a:lnTo>
                  <a:pt x="681456" y="135075"/>
                </a:lnTo>
                <a:lnTo>
                  <a:pt x="726490" y="151379"/>
                </a:lnTo>
                <a:lnTo>
                  <a:pt x="730320" y="0"/>
                </a:lnTo>
                <a:lnTo>
                  <a:pt x="636448" y="118796"/>
                </a:lnTo>
                <a:moveTo>
                  <a:pt x="33755" y="1978844"/>
                </a:moveTo>
                <a:lnTo>
                  <a:pt x="722777" y="73643"/>
                </a:lnTo>
                <a:lnTo>
                  <a:pt x="688998" y="61433"/>
                </a:lnTo>
                <a:lnTo>
                  <a:pt x="0" y="1966635"/>
                </a:lnTo>
                <a:lnTo>
                  <a:pt x="33755" y="197884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" name="text-358 SSM">
            <a:extLst xmlns:a="http://schemas.openxmlformats.org/drawingml/2006/main">
              <a:ext uri="{FF2B5EF4-FFF2-40B4-BE49-F238E27FC236}">
                <a16:creationId xmlns:a16="http://schemas.microsoft.com/office/drawing/2014/main" id="{E1D24BCE-FC10-4D59-A3B7-8F90CE0BB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62346" y="268572"/>
            <a:ext cx="1162165" cy="7276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2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2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092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SSM</a:t>
            </a:r>
          </a:p>
        </p:txBody>
      </p:sp>
      <p:sp>
        <p:nvSpPr>
          <p:cNvPr id="360" name="text-358 Path">
            <a:extLst xmlns:a="http://schemas.openxmlformats.org/drawingml/2006/main">
              <a:ext uri="{FF2B5EF4-FFF2-40B4-BE49-F238E27FC236}">
                <a16:creationId xmlns:a16="http://schemas.microsoft.com/office/drawing/2014/main" id="{B793441A-B89A-4382-9504-B4855017D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61268" y="268141"/>
            <a:ext cx="1133972" cy="7282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096" b="1" i="0">
                <a:solidFill>
                  <a:srgbClr val="C00000"/>
                </a:solidFill>
                <a:latin typeface="Times New Roman"/>
                <a:ea typeface="Times New Roman"/>
                <a:cs typeface="Times New Roman"/>
              </a:rPr>
              <a:t>Path</a:t>
            </a:r>
          </a:p>
        </p:txBody>
      </p:sp>
      <p:sp>
        <p:nvSpPr>
          <p:cNvPr id="361" name="path-359">
            <a:extLst xmlns:a="http://schemas.openxmlformats.org/drawingml/2006/main">
              <a:ext uri="{FF2B5EF4-FFF2-40B4-BE49-F238E27FC236}">
                <a16:creationId xmlns:a16="http://schemas.microsoft.com/office/drawing/2014/main" id="{F0A0D414-C4AD-48AD-969D-747601029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48307" y="5656080"/>
            <a:ext cx="881280" cy="2387880"/>
          </a:xfrm>
          <a:custGeom xmlns:a="http://schemas.openxmlformats.org/drawingml/2006/main">
            <a:pathLst>
              <a:path w="730320" h="1978845">
                <a:moveTo>
                  <a:pt x="636448" y="1860049"/>
                </a:moveTo>
                <a:lnTo>
                  <a:pt x="681456" y="1843770"/>
                </a:lnTo>
                <a:lnTo>
                  <a:pt x="726490" y="1827466"/>
                </a:lnTo>
                <a:lnTo>
                  <a:pt x="730320" y="1978845"/>
                </a:lnTo>
                <a:lnTo>
                  <a:pt x="636448" y="1860049"/>
                </a:lnTo>
                <a:moveTo>
                  <a:pt x="33757" y="0"/>
                </a:moveTo>
                <a:lnTo>
                  <a:pt x="722779" y="1905202"/>
                </a:lnTo>
                <a:lnTo>
                  <a:pt x="688999" y="1917411"/>
                </a:lnTo>
                <a:lnTo>
                  <a:pt x="0" y="12210"/>
                </a:lnTo>
                <a:lnTo>
                  <a:pt x="33757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" name="text-360 𝒉">
            <a:extLst xmlns:a="http://schemas.openxmlformats.org/drawingml/2006/main">
              <a:ext uri="{FF2B5EF4-FFF2-40B4-BE49-F238E27FC236}">
                <a16:creationId xmlns:a16="http://schemas.microsoft.com/office/drawing/2014/main" id="{256E47B2-509D-4705-BD76-102736246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50828" y="951462"/>
            <a:ext cx="422180" cy="728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𝒉</a:t>
            </a:r>
          </a:p>
        </p:txBody>
      </p:sp>
      <p:sp>
        <p:nvSpPr>
          <p:cNvPr id="363" name="path-361">
            <a:extLst xmlns:a="http://schemas.openxmlformats.org/drawingml/2006/main">
              <a:ext uri="{FF2B5EF4-FFF2-40B4-BE49-F238E27FC236}">
                <a16:creationId xmlns:a16="http://schemas.microsoft.com/office/drawing/2014/main" id="{C648B5D6-8883-48F0-8EE2-445660158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04666" y="1347922"/>
            <a:ext cx="132806" cy="232365"/>
          </a:xfrm>
          <a:custGeom xmlns:a="http://schemas.openxmlformats.org/drawingml/2006/main">
            <a:pathLst>
              <a:path w="110057" h="192561">
                <a:moveTo>
                  <a:pt x="95372" y="160619"/>
                </a:moveTo>
                <a:cubicBezTo>
                  <a:pt x="90225" y="166372"/>
                  <a:pt x="85331" y="171267"/>
                  <a:pt x="80688" y="175304"/>
                </a:cubicBezTo>
                <a:cubicBezTo>
                  <a:pt x="76046" y="179341"/>
                  <a:pt x="71504" y="182646"/>
                  <a:pt x="67063" y="185219"/>
                </a:cubicBezTo>
                <a:cubicBezTo>
                  <a:pt x="62623" y="187793"/>
                  <a:pt x="58233" y="189660"/>
                  <a:pt x="53893" y="190821"/>
                </a:cubicBezTo>
                <a:cubicBezTo>
                  <a:pt x="49553" y="191981"/>
                  <a:pt x="45113" y="192561"/>
                  <a:pt x="40571" y="192561"/>
                </a:cubicBezTo>
                <a:cubicBezTo>
                  <a:pt x="28561" y="192561"/>
                  <a:pt x="19604" y="189736"/>
                  <a:pt x="13700" y="184084"/>
                </a:cubicBezTo>
                <a:cubicBezTo>
                  <a:pt x="7796" y="178432"/>
                  <a:pt x="4844" y="170106"/>
                  <a:pt x="4844" y="159105"/>
                </a:cubicBezTo>
                <a:cubicBezTo>
                  <a:pt x="4844" y="155371"/>
                  <a:pt x="5122" y="151259"/>
                  <a:pt x="5677" y="146768"/>
                </a:cubicBezTo>
                <a:cubicBezTo>
                  <a:pt x="6232" y="142276"/>
                  <a:pt x="7014" y="137912"/>
                  <a:pt x="8023" y="133673"/>
                </a:cubicBezTo>
                <a:lnTo>
                  <a:pt x="26038" y="55255"/>
                </a:lnTo>
                <a:lnTo>
                  <a:pt x="0" y="55255"/>
                </a:lnTo>
                <a:lnTo>
                  <a:pt x="3028" y="43599"/>
                </a:lnTo>
                <a:cubicBezTo>
                  <a:pt x="9083" y="43599"/>
                  <a:pt x="13801" y="43019"/>
                  <a:pt x="17182" y="41858"/>
                </a:cubicBezTo>
                <a:cubicBezTo>
                  <a:pt x="20563" y="40697"/>
                  <a:pt x="23414" y="39108"/>
                  <a:pt x="25735" y="37089"/>
                </a:cubicBezTo>
                <a:cubicBezTo>
                  <a:pt x="27249" y="35676"/>
                  <a:pt x="28713" y="33935"/>
                  <a:pt x="30126" y="31866"/>
                </a:cubicBezTo>
                <a:cubicBezTo>
                  <a:pt x="31538" y="29798"/>
                  <a:pt x="32951" y="27300"/>
                  <a:pt x="34364" y="24373"/>
                </a:cubicBezTo>
                <a:cubicBezTo>
                  <a:pt x="35777" y="21446"/>
                  <a:pt x="37215" y="17990"/>
                  <a:pt x="38679" y="14003"/>
                </a:cubicBezTo>
                <a:cubicBezTo>
                  <a:pt x="40142" y="10017"/>
                  <a:pt x="41782" y="5349"/>
                  <a:pt x="43599" y="0"/>
                </a:cubicBezTo>
                <a:lnTo>
                  <a:pt x="67215" y="0"/>
                </a:lnTo>
                <a:lnTo>
                  <a:pt x="58586" y="38452"/>
                </a:lnTo>
                <a:lnTo>
                  <a:pt x="110057" y="38452"/>
                </a:lnTo>
                <a:lnTo>
                  <a:pt x="106575" y="55255"/>
                </a:lnTo>
                <a:lnTo>
                  <a:pt x="55255" y="55255"/>
                </a:lnTo>
                <a:lnTo>
                  <a:pt x="39814" y="118686"/>
                </a:lnTo>
                <a:cubicBezTo>
                  <a:pt x="38805" y="122924"/>
                  <a:pt x="37972" y="126734"/>
                  <a:pt x="37316" y="130115"/>
                </a:cubicBezTo>
                <a:cubicBezTo>
                  <a:pt x="36660" y="133496"/>
                  <a:pt x="36131" y="136549"/>
                  <a:pt x="35727" y="139274"/>
                </a:cubicBezTo>
                <a:cubicBezTo>
                  <a:pt x="35323" y="141999"/>
                  <a:pt x="35046" y="144472"/>
                  <a:pt x="34894" y="146692"/>
                </a:cubicBezTo>
                <a:cubicBezTo>
                  <a:pt x="34743" y="148912"/>
                  <a:pt x="34667" y="150981"/>
                  <a:pt x="34667" y="152899"/>
                </a:cubicBezTo>
                <a:cubicBezTo>
                  <a:pt x="34667" y="158954"/>
                  <a:pt x="35929" y="163697"/>
                  <a:pt x="38452" y="167129"/>
                </a:cubicBezTo>
                <a:cubicBezTo>
                  <a:pt x="40975" y="170560"/>
                  <a:pt x="45113" y="172276"/>
                  <a:pt x="50865" y="172276"/>
                </a:cubicBezTo>
                <a:cubicBezTo>
                  <a:pt x="55710" y="172276"/>
                  <a:pt x="60857" y="170485"/>
                  <a:pt x="66307" y="166902"/>
                </a:cubicBezTo>
                <a:cubicBezTo>
                  <a:pt x="71756" y="163319"/>
                  <a:pt x="77963" y="157693"/>
                  <a:pt x="84927" y="150022"/>
                </a:cubicBezTo>
                <a:lnTo>
                  <a:pt x="95372" y="16061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" name="text-362 −">
            <a:extLst xmlns:a="http://schemas.openxmlformats.org/drawingml/2006/main">
              <a:ext uri="{FF2B5EF4-FFF2-40B4-BE49-F238E27FC236}">
                <a16:creationId xmlns:a16="http://schemas.microsoft.com/office/drawing/2014/main" id="{6D5B9A60-E08B-413A-87B3-29F6362286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44841" y="1212493"/>
            <a:ext cx="337799" cy="5103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70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70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2870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−</a:t>
            </a:r>
          </a:p>
        </p:txBody>
      </p:sp>
      <p:sp>
        <p:nvSpPr>
          <p:cNvPr id="365" name="text-363 1">
            <a:extLst xmlns:a="http://schemas.openxmlformats.org/drawingml/2006/main">
              <a:ext uri="{FF2B5EF4-FFF2-40B4-BE49-F238E27FC236}">
                <a16:creationId xmlns:a16="http://schemas.microsoft.com/office/drawing/2014/main" id="{8BBA6C80-8D37-4B58-85D9-F47AB5814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17849" y="1185897"/>
            <a:ext cx="286870" cy="5475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80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80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3080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1</a:t>
            </a:r>
          </a:p>
        </p:txBody>
      </p:sp>
      <p:sp>
        <p:nvSpPr>
          <p:cNvPr id="366" name="text-364 𝒉">
            <a:extLst xmlns:a="http://schemas.openxmlformats.org/drawingml/2006/main">
              <a:ext uri="{FF2B5EF4-FFF2-40B4-BE49-F238E27FC236}">
                <a16:creationId xmlns:a16="http://schemas.microsoft.com/office/drawing/2014/main" id="{377DE617-DCA0-49E0-A98B-BC7AC83E0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38769" y="951462"/>
            <a:ext cx="422180" cy="728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𝒉</a:t>
            </a:r>
          </a:p>
        </p:txBody>
      </p:sp>
      <p:sp>
        <p:nvSpPr>
          <p:cNvPr id="367" name="path-365">
            <a:extLst xmlns:a="http://schemas.openxmlformats.org/drawingml/2006/main">
              <a:ext uri="{FF2B5EF4-FFF2-40B4-BE49-F238E27FC236}">
                <a16:creationId xmlns:a16="http://schemas.microsoft.com/office/drawing/2014/main" id="{36AEB46A-C6F5-4559-BAFF-114E9DE8C9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2609" y="1347922"/>
            <a:ext cx="132806" cy="232365"/>
          </a:xfrm>
          <a:custGeom xmlns:a="http://schemas.openxmlformats.org/drawingml/2006/main">
            <a:pathLst>
              <a:path w="110057" h="192561">
                <a:moveTo>
                  <a:pt x="95372" y="160619"/>
                </a:moveTo>
                <a:cubicBezTo>
                  <a:pt x="90225" y="166372"/>
                  <a:pt x="85331" y="171267"/>
                  <a:pt x="80688" y="175304"/>
                </a:cubicBezTo>
                <a:cubicBezTo>
                  <a:pt x="76046" y="179341"/>
                  <a:pt x="71504" y="182646"/>
                  <a:pt x="67063" y="185219"/>
                </a:cubicBezTo>
                <a:cubicBezTo>
                  <a:pt x="62623" y="187793"/>
                  <a:pt x="58233" y="189660"/>
                  <a:pt x="53893" y="190821"/>
                </a:cubicBezTo>
                <a:cubicBezTo>
                  <a:pt x="49553" y="191981"/>
                  <a:pt x="45113" y="192561"/>
                  <a:pt x="40571" y="192561"/>
                </a:cubicBezTo>
                <a:cubicBezTo>
                  <a:pt x="28561" y="192561"/>
                  <a:pt x="19604" y="189736"/>
                  <a:pt x="13700" y="184084"/>
                </a:cubicBezTo>
                <a:cubicBezTo>
                  <a:pt x="7796" y="178432"/>
                  <a:pt x="4844" y="170106"/>
                  <a:pt x="4844" y="159105"/>
                </a:cubicBezTo>
                <a:cubicBezTo>
                  <a:pt x="4844" y="155371"/>
                  <a:pt x="5122" y="151259"/>
                  <a:pt x="5677" y="146768"/>
                </a:cubicBezTo>
                <a:cubicBezTo>
                  <a:pt x="6232" y="142276"/>
                  <a:pt x="7014" y="137912"/>
                  <a:pt x="8023" y="133673"/>
                </a:cubicBezTo>
                <a:lnTo>
                  <a:pt x="26038" y="55255"/>
                </a:lnTo>
                <a:lnTo>
                  <a:pt x="0" y="55255"/>
                </a:lnTo>
                <a:lnTo>
                  <a:pt x="3028" y="43599"/>
                </a:lnTo>
                <a:cubicBezTo>
                  <a:pt x="9083" y="43599"/>
                  <a:pt x="13801" y="43019"/>
                  <a:pt x="17182" y="41858"/>
                </a:cubicBezTo>
                <a:cubicBezTo>
                  <a:pt x="20563" y="40697"/>
                  <a:pt x="23414" y="39108"/>
                  <a:pt x="25735" y="37089"/>
                </a:cubicBezTo>
                <a:cubicBezTo>
                  <a:pt x="27249" y="35676"/>
                  <a:pt x="28713" y="33935"/>
                  <a:pt x="30126" y="31866"/>
                </a:cubicBezTo>
                <a:cubicBezTo>
                  <a:pt x="31538" y="29798"/>
                  <a:pt x="32951" y="27300"/>
                  <a:pt x="34364" y="24373"/>
                </a:cubicBezTo>
                <a:cubicBezTo>
                  <a:pt x="35777" y="21446"/>
                  <a:pt x="37215" y="17990"/>
                  <a:pt x="38679" y="14003"/>
                </a:cubicBezTo>
                <a:cubicBezTo>
                  <a:pt x="40142" y="10017"/>
                  <a:pt x="41782" y="5349"/>
                  <a:pt x="43599" y="0"/>
                </a:cubicBezTo>
                <a:lnTo>
                  <a:pt x="67215" y="0"/>
                </a:lnTo>
                <a:lnTo>
                  <a:pt x="58586" y="38452"/>
                </a:lnTo>
                <a:lnTo>
                  <a:pt x="110057" y="38452"/>
                </a:lnTo>
                <a:lnTo>
                  <a:pt x="106575" y="55255"/>
                </a:lnTo>
                <a:lnTo>
                  <a:pt x="55255" y="55255"/>
                </a:lnTo>
                <a:lnTo>
                  <a:pt x="39814" y="118686"/>
                </a:lnTo>
                <a:cubicBezTo>
                  <a:pt x="38805" y="122924"/>
                  <a:pt x="37972" y="126734"/>
                  <a:pt x="37316" y="130115"/>
                </a:cubicBezTo>
                <a:cubicBezTo>
                  <a:pt x="36660" y="133496"/>
                  <a:pt x="36131" y="136549"/>
                  <a:pt x="35727" y="139274"/>
                </a:cubicBezTo>
                <a:cubicBezTo>
                  <a:pt x="35323" y="141999"/>
                  <a:pt x="35046" y="144472"/>
                  <a:pt x="34894" y="146692"/>
                </a:cubicBezTo>
                <a:cubicBezTo>
                  <a:pt x="34743" y="148912"/>
                  <a:pt x="34667" y="150981"/>
                  <a:pt x="34667" y="152899"/>
                </a:cubicBezTo>
                <a:cubicBezTo>
                  <a:pt x="34667" y="158954"/>
                  <a:pt x="35929" y="163697"/>
                  <a:pt x="38452" y="167129"/>
                </a:cubicBezTo>
                <a:cubicBezTo>
                  <a:pt x="40975" y="170560"/>
                  <a:pt x="45113" y="172276"/>
                  <a:pt x="50865" y="172276"/>
                </a:cubicBezTo>
                <a:cubicBezTo>
                  <a:pt x="55710" y="172276"/>
                  <a:pt x="60857" y="170485"/>
                  <a:pt x="66307" y="166902"/>
                </a:cubicBezTo>
                <a:cubicBezTo>
                  <a:pt x="71756" y="163319"/>
                  <a:pt x="77963" y="157693"/>
                  <a:pt x="84927" y="150022"/>
                </a:cubicBezTo>
                <a:lnTo>
                  <a:pt x="95372" y="16061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" name="path-366">
            <a:extLst xmlns:a="http://schemas.openxmlformats.org/drawingml/2006/main">
              <a:ext uri="{FF2B5EF4-FFF2-40B4-BE49-F238E27FC236}">
                <a16:creationId xmlns:a16="http://schemas.microsoft.com/office/drawing/2014/main" id="{BA48BC92-4A31-470F-8313-ECE85EE02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94081" y="1068597"/>
            <a:ext cx="294790" cy="26001"/>
          </a:xfrm>
          <a:custGeom xmlns:a="http://schemas.openxmlformats.org/drawingml/2006/main">
            <a:pathLst>
              <a:path w="244293" h="21547">
                <a:moveTo>
                  <a:pt x="244293" y="21547"/>
                </a:moveTo>
                <a:lnTo>
                  <a:pt x="0" y="21547"/>
                </a:lnTo>
                <a:lnTo>
                  <a:pt x="0" y="0"/>
                </a:lnTo>
                <a:lnTo>
                  <a:pt x="244293" y="0"/>
                </a:lnTo>
                <a:lnTo>
                  <a:pt x="244293" y="2154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" name="text-367 𝓠">
            <a:extLst xmlns:a="http://schemas.openxmlformats.org/drawingml/2006/main">
              <a:ext uri="{FF2B5EF4-FFF2-40B4-BE49-F238E27FC236}">
                <a16:creationId xmlns:a16="http://schemas.microsoft.com/office/drawing/2014/main" id="{0B58125A-21D6-4F52-A03E-47FC6DDEF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57303" y="963044"/>
            <a:ext cx="462549" cy="7280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𝓠</a:t>
            </a:r>
          </a:p>
        </p:txBody>
      </p:sp>
      <p:sp>
        <p:nvSpPr>
          <p:cNvPr id="370" name="path-368">
            <a:extLst xmlns:a="http://schemas.openxmlformats.org/drawingml/2006/main">
              <a:ext uri="{FF2B5EF4-FFF2-40B4-BE49-F238E27FC236}">
                <a16:creationId xmlns:a16="http://schemas.microsoft.com/office/drawing/2014/main" id="{9F095334-0495-4BA6-B7EA-BE17C190D8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13900" y="2225630"/>
            <a:ext cx="294790" cy="26001"/>
          </a:xfrm>
          <a:custGeom xmlns:a="http://schemas.openxmlformats.org/drawingml/2006/main">
            <a:pathLst>
              <a:path w="244293" h="21547">
                <a:moveTo>
                  <a:pt x="244293" y="21547"/>
                </a:moveTo>
                <a:lnTo>
                  <a:pt x="0" y="21547"/>
                </a:lnTo>
                <a:lnTo>
                  <a:pt x="0" y="0"/>
                </a:lnTo>
                <a:lnTo>
                  <a:pt x="244293" y="0"/>
                </a:lnTo>
                <a:lnTo>
                  <a:pt x="244293" y="2154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" name="text-369 𝓟">
            <a:extLst xmlns:a="http://schemas.openxmlformats.org/drawingml/2006/main">
              <a:ext uri="{FF2B5EF4-FFF2-40B4-BE49-F238E27FC236}">
                <a16:creationId xmlns:a16="http://schemas.microsoft.com/office/drawing/2014/main" id="{92AE8856-DB1F-4EB2-9439-0F1CDC118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54009" y="2118620"/>
            <a:ext cx="508000" cy="7281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5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𝓟</a:t>
            </a:r>
          </a:p>
        </p:txBody>
      </p:sp>
      <p:sp>
        <p:nvSpPr>
          <p:cNvPr id="372" name="text-370 𝓒">
            <a:extLst xmlns:a="http://schemas.openxmlformats.org/drawingml/2006/main">
              <a:ext uri="{FF2B5EF4-FFF2-40B4-BE49-F238E27FC236}">
                <a16:creationId xmlns:a16="http://schemas.microsoft.com/office/drawing/2014/main" id="{55B9CC92-75B4-4B5D-9ECF-CBB84EB46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10369" y="2040710"/>
            <a:ext cx="431809" cy="7279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094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094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defRPr>
            </a:pPr>
            <a:r>
              <a:rPr sz="4094" b="0" i="0">
                <a:solidFill>
                  <a:srgbClr val="000000"/>
                </a:solidFill>
                <a:latin typeface="Cambria Math"/>
                <a:ea typeface="Cambria Math"/>
                <a:cs typeface="Cambria Math"/>
              </a:rPr>
              <a:t>𝓒</a:t>
            </a:r>
          </a:p>
        </p:txBody>
      </p:sp>
    </p:spTree>
    <p:extLst>
      <p:ext uri="{BB962C8B-B14F-4D97-AF65-F5344CB8AC3E}">
        <p14:creationId xmlns:p14="http://schemas.microsoft.com/office/powerpoint/2010/main" val="1808869808"/>
      </p:ext>
    </p:extLst>
  </p:cSld>
</p:sld>
</file>

<file path=ppt/slides/slide16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8230" name="path-1">
            <a:extLst xmlns:a="http://schemas.openxmlformats.org/drawingml/2006/main">
              <a:ext uri="{FF2B5EF4-FFF2-40B4-BE49-F238E27FC236}">
                <a16:creationId xmlns:a16="http://schemas.microsoft.com/office/drawing/2014/main" id="{ADAB6BEB-EF13-4F6C-9C81-5724B2D8F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1202126"/>
            <a:ext cx="8619575" cy="3232340"/>
          </a:xfrm>
          <a:custGeom xmlns:a="http://schemas.openxmlformats.org/drawingml/2006/main">
            <a:pathLst>
              <a:path w="7367043" h="2762641">
                <a:moveTo>
                  <a:pt x="0" y="0"/>
                </a:moveTo>
                <a:lnTo>
                  <a:pt x="7367043" y="0"/>
                </a:lnTo>
                <a:lnTo>
                  <a:pt x="7367043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9CE29849-4CD6-473E-8927-C4312A6E15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1348" y="4078951"/>
            <a:ext cx="1685236" cy="353032"/>
          </a:xfrm>
          <a:custGeom xmlns:a="http://schemas.openxmlformats.org/drawingml/2006/main">
            <a:pathLst>
              <a:path w="1440350" h="301732">
                <a:moveTo>
                  <a:pt x="145362" y="230184"/>
                </a:moveTo>
                <a:lnTo>
                  <a:pt x="110236" y="123509"/>
                </a:lnTo>
                <a:cubicBezTo>
                  <a:pt x="102034" y="123617"/>
                  <a:pt x="93617" y="122808"/>
                  <a:pt x="84984" y="121081"/>
                </a:cubicBezTo>
                <a:lnTo>
                  <a:pt x="66044" y="187449"/>
                </a:lnTo>
                <a:cubicBezTo>
                  <a:pt x="63562" y="196083"/>
                  <a:pt x="62322" y="203367"/>
                  <a:pt x="62322" y="209302"/>
                </a:cubicBezTo>
                <a:cubicBezTo>
                  <a:pt x="62322" y="213834"/>
                  <a:pt x="63886" y="217396"/>
                  <a:pt x="67016" y="219985"/>
                </a:cubicBezTo>
                <a:cubicBezTo>
                  <a:pt x="69390" y="221928"/>
                  <a:pt x="75865" y="223331"/>
                  <a:pt x="86440" y="224194"/>
                </a:cubicBezTo>
                <a:lnTo>
                  <a:pt x="84984" y="230184"/>
                </a:lnTo>
                <a:lnTo>
                  <a:pt x="0" y="230184"/>
                </a:lnTo>
                <a:lnTo>
                  <a:pt x="1781" y="224194"/>
                </a:lnTo>
                <a:cubicBezTo>
                  <a:pt x="9766" y="223871"/>
                  <a:pt x="15162" y="223061"/>
                  <a:pt x="17968" y="221766"/>
                </a:cubicBezTo>
                <a:cubicBezTo>
                  <a:pt x="22393" y="219932"/>
                  <a:pt x="25630" y="217450"/>
                  <a:pt x="27680" y="214320"/>
                </a:cubicBezTo>
                <a:cubicBezTo>
                  <a:pt x="31134" y="209248"/>
                  <a:pt x="34749" y="200291"/>
                  <a:pt x="38526" y="187449"/>
                </a:cubicBezTo>
                <a:lnTo>
                  <a:pt x="76890" y="54875"/>
                </a:lnTo>
                <a:cubicBezTo>
                  <a:pt x="79480" y="46026"/>
                  <a:pt x="80775" y="39173"/>
                  <a:pt x="80775" y="34317"/>
                </a:cubicBezTo>
                <a:cubicBezTo>
                  <a:pt x="80775" y="29353"/>
                  <a:pt x="78725" y="25144"/>
                  <a:pt x="74624" y="21691"/>
                </a:cubicBezTo>
                <a:cubicBezTo>
                  <a:pt x="70631" y="18237"/>
                  <a:pt x="64858" y="16565"/>
                  <a:pt x="57303" y="16673"/>
                </a:cubicBezTo>
                <a:lnTo>
                  <a:pt x="59246" y="10684"/>
                </a:lnTo>
                <a:lnTo>
                  <a:pt x="130794" y="10684"/>
                </a:lnTo>
                <a:cubicBezTo>
                  <a:pt x="154751" y="10684"/>
                  <a:pt x="172018" y="15216"/>
                  <a:pt x="182593" y="24281"/>
                </a:cubicBezTo>
                <a:cubicBezTo>
                  <a:pt x="193169" y="33346"/>
                  <a:pt x="198457" y="45271"/>
                  <a:pt x="198457" y="60055"/>
                </a:cubicBezTo>
                <a:cubicBezTo>
                  <a:pt x="198457" y="74192"/>
                  <a:pt x="193007" y="87142"/>
                  <a:pt x="182108" y="98905"/>
                </a:cubicBezTo>
                <a:cubicBezTo>
                  <a:pt x="171316" y="110559"/>
                  <a:pt x="156478" y="117952"/>
                  <a:pt x="137593" y="121081"/>
                </a:cubicBezTo>
                <a:lnTo>
                  <a:pt x="158960" y="185345"/>
                </a:lnTo>
                <a:cubicBezTo>
                  <a:pt x="164140" y="201101"/>
                  <a:pt x="169320" y="211352"/>
                  <a:pt x="174500" y="216101"/>
                </a:cubicBezTo>
                <a:cubicBezTo>
                  <a:pt x="179680" y="220849"/>
                  <a:pt x="188043" y="223547"/>
                  <a:pt x="199590" y="224194"/>
                </a:cubicBezTo>
                <a:lnTo>
                  <a:pt x="197809" y="230184"/>
                </a:lnTo>
                <a:lnTo>
                  <a:pt x="145362" y="230184"/>
                </a:lnTo>
                <a:moveTo>
                  <a:pt x="87736" y="111854"/>
                </a:moveTo>
                <a:cubicBezTo>
                  <a:pt x="94642" y="112826"/>
                  <a:pt x="100793" y="113311"/>
                  <a:pt x="106189" y="113311"/>
                </a:cubicBezTo>
                <a:cubicBezTo>
                  <a:pt x="124750" y="113311"/>
                  <a:pt x="139427" y="108185"/>
                  <a:pt x="150219" y="97933"/>
                </a:cubicBezTo>
                <a:cubicBezTo>
                  <a:pt x="161011" y="87573"/>
                  <a:pt x="166406" y="74731"/>
                  <a:pt x="166406" y="59407"/>
                </a:cubicBezTo>
                <a:cubicBezTo>
                  <a:pt x="166406" y="47429"/>
                  <a:pt x="163006" y="38256"/>
                  <a:pt x="156208" y="31889"/>
                </a:cubicBezTo>
                <a:cubicBezTo>
                  <a:pt x="149517" y="25522"/>
                  <a:pt x="139427" y="22338"/>
                  <a:pt x="125938" y="22338"/>
                </a:cubicBezTo>
                <a:cubicBezTo>
                  <a:pt x="122484" y="22338"/>
                  <a:pt x="118383" y="22770"/>
                  <a:pt x="113635" y="23633"/>
                </a:cubicBezTo>
                <a:lnTo>
                  <a:pt x="87736" y="111854"/>
                </a:lnTo>
                <a:moveTo>
                  <a:pt x="249771" y="169158"/>
                </a:moveTo>
                <a:cubicBezTo>
                  <a:pt x="249015" y="174553"/>
                  <a:pt x="248638" y="179032"/>
                  <a:pt x="248638" y="182593"/>
                </a:cubicBezTo>
                <a:cubicBezTo>
                  <a:pt x="248638" y="192198"/>
                  <a:pt x="252037" y="200399"/>
                  <a:pt x="258836" y="207198"/>
                </a:cubicBezTo>
                <a:cubicBezTo>
                  <a:pt x="265635" y="213889"/>
                  <a:pt x="273890" y="217234"/>
                  <a:pt x="283602" y="217234"/>
                </a:cubicBezTo>
                <a:cubicBezTo>
                  <a:pt x="291372" y="217234"/>
                  <a:pt x="298818" y="215669"/>
                  <a:pt x="305941" y="212540"/>
                </a:cubicBezTo>
                <a:cubicBezTo>
                  <a:pt x="313171" y="209302"/>
                  <a:pt x="323855" y="202234"/>
                  <a:pt x="337992" y="191334"/>
                </a:cubicBezTo>
                <a:lnTo>
                  <a:pt x="341391" y="196029"/>
                </a:lnTo>
                <a:cubicBezTo>
                  <a:pt x="315816" y="221389"/>
                  <a:pt x="291426" y="234069"/>
                  <a:pt x="268224" y="234069"/>
                </a:cubicBezTo>
                <a:cubicBezTo>
                  <a:pt x="252469" y="234069"/>
                  <a:pt x="240598" y="229105"/>
                  <a:pt x="232612" y="219176"/>
                </a:cubicBezTo>
                <a:cubicBezTo>
                  <a:pt x="224627" y="209248"/>
                  <a:pt x="220634" y="198295"/>
                  <a:pt x="220634" y="186316"/>
                </a:cubicBezTo>
                <a:cubicBezTo>
                  <a:pt x="220634" y="170237"/>
                  <a:pt x="225598" y="153780"/>
                  <a:pt x="235526" y="136945"/>
                </a:cubicBezTo>
                <a:cubicBezTo>
                  <a:pt x="245454" y="120110"/>
                  <a:pt x="257919" y="107052"/>
                  <a:pt x="272919" y="97771"/>
                </a:cubicBezTo>
                <a:cubicBezTo>
                  <a:pt x="287919" y="88383"/>
                  <a:pt x="303351" y="83688"/>
                  <a:pt x="319215" y="83688"/>
                </a:cubicBezTo>
                <a:cubicBezTo>
                  <a:pt x="330654" y="83688"/>
                  <a:pt x="339125" y="86009"/>
                  <a:pt x="344629" y="90649"/>
                </a:cubicBezTo>
                <a:cubicBezTo>
                  <a:pt x="350132" y="95290"/>
                  <a:pt x="352884" y="100793"/>
                  <a:pt x="352884" y="107160"/>
                </a:cubicBezTo>
                <a:cubicBezTo>
                  <a:pt x="352884" y="116117"/>
                  <a:pt x="349323" y="124696"/>
                  <a:pt x="342201" y="132898"/>
                </a:cubicBezTo>
                <a:cubicBezTo>
                  <a:pt x="332812" y="143582"/>
                  <a:pt x="318999" y="152215"/>
                  <a:pt x="300761" y="158798"/>
                </a:cubicBezTo>
                <a:cubicBezTo>
                  <a:pt x="288675" y="163222"/>
                  <a:pt x="271677" y="166675"/>
                  <a:pt x="249771" y="169158"/>
                </a:cubicBezTo>
                <a:moveTo>
                  <a:pt x="250904" y="161226"/>
                </a:moveTo>
                <a:cubicBezTo>
                  <a:pt x="266875" y="159391"/>
                  <a:pt x="279880" y="156262"/>
                  <a:pt x="289915" y="151837"/>
                </a:cubicBezTo>
                <a:cubicBezTo>
                  <a:pt x="303189" y="145902"/>
                  <a:pt x="313118" y="138833"/>
                  <a:pt x="319700" y="130632"/>
                </a:cubicBezTo>
                <a:cubicBezTo>
                  <a:pt x="326391" y="122322"/>
                  <a:pt x="329736" y="114444"/>
                  <a:pt x="329736" y="106998"/>
                </a:cubicBezTo>
                <a:cubicBezTo>
                  <a:pt x="329736" y="102465"/>
                  <a:pt x="328280" y="98796"/>
                  <a:pt x="325366" y="95991"/>
                </a:cubicBezTo>
                <a:cubicBezTo>
                  <a:pt x="322560" y="93185"/>
                  <a:pt x="318513" y="91782"/>
                  <a:pt x="313225" y="91782"/>
                </a:cubicBezTo>
                <a:cubicBezTo>
                  <a:pt x="302218" y="91782"/>
                  <a:pt x="290509" y="97663"/>
                  <a:pt x="278099" y="109426"/>
                </a:cubicBezTo>
                <a:cubicBezTo>
                  <a:pt x="265797" y="121081"/>
                  <a:pt x="256731" y="138348"/>
                  <a:pt x="250904" y="161226"/>
                </a:cubicBezTo>
                <a:moveTo>
                  <a:pt x="530298" y="93725"/>
                </a:moveTo>
                <a:lnTo>
                  <a:pt x="525603" y="110559"/>
                </a:lnTo>
                <a:lnTo>
                  <a:pt x="498570" y="110559"/>
                </a:lnTo>
                <a:cubicBezTo>
                  <a:pt x="500621" y="116387"/>
                  <a:pt x="501646" y="121837"/>
                  <a:pt x="501646" y="126908"/>
                </a:cubicBezTo>
                <a:cubicBezTo>
                  <a:pt x="501646" y="141153"/>
                  <a:pt x="495603" y="153833"/>
                  <a:pt x="483516" y="164949"/>
                </a:cubicBezTo>
                <a:cubicBezTo>
                  <a:pt x="471322" y="176064"/>
                  <a:pt x="454595" y="182216"/>
                  <a:pt x="433336" y="183402"/>
                </a:cubicBezTo>
                <a:cubicBezTo>
                  <a:pt x="421896" y="186856"/>
                  <a:pt x="413317" y="190956"/>
                  <a:pt x="407598" y="195705"/>
                </a:cubicBezTo>
                <a:cubicBezTo>
                  <a:pt x="405439" y="197432"/>
                  <a:pt x="404360" y="199212"/>
                  <a:pt x="404360" y="201047"/>
                </a:cubicBezTo>
                <a:cubicBezTo>
                  <a:pt x="404360" y="203205"/>
                  <a:pt x="405331" y="205201"/>
                  <a:pt x="407274" y="207036"/>
                </a:cubicBezTo>
                <a:cubicBezTo>
                  <a:pt x="409216" y="208763"/>
                  <a:pt x="414126" y="210543"/>
                  <a:pt x="422004" y="212378"/>
                </a:cubicBezTo>
                <a:lnTo>
                  <a:pt x="453407" y="219662"/>
                </a:lnTo>
                <a:cubicBezTo>
                  <a:pt x="470782" y="223763"/>
                  <a:pt x="482275" y="228619"/>
                  <a:pt x="487887" y="234230"/>
                </a:cubicBezTo>
                <a:cubicBezTo>
                  <a:pt x="493390" y="239950"/>
                  <a:pt x="496142" y="246533"/>
                  <a:pt x="496142" y="253979"/>
                </a:cubicBezTo>
                <a:cubicBezTo>
                  <a:pt x="496142" y="262828"/>
                  <a:pt x="492851" y="270922"/>
                  <a:pt x="486268" y="278260"/>
                </a:cubicBezTo>
                <a:cubicBezTo>
                  <a:pt x="479793" y="285598"/>
                  <a:pt x="470243" y="291318"/>
                  <a:pt x="457616" y="295419"/>
                </a:cubicBezTo>
                <a:cubicBezTo>
                  <a:pt x="445098" y="299627"/>
                  <a:pt x="431231" y="301732"/>
                  <a:pt x="416015" y="301732"/>
                </a:cubicBezTo>
                <a:cubicBezTo>
                  <a:pt x="402633" y="301732"/>
                  <a:pt x="390439" y="300113"/>
                  <a:pt x="379432" y="296876"/>
                </a:cubicBezTo>
                <a:cubicBezTo>
                  <a:pt x="368424" y="293746"/>
                  <a:pt x="360546" y="289484"/>
                  <a:pt x="355798" y="284088"/>
                </a:cubicBezTo>
                <a:cubicBezTo>
                  <a:pt x="351050" y="278692"/>
                  <a:pt x="348676" y="273134"/>
                  <a:pt x="348676" y="267415"/>
                </a:cubicBezTo>
                <a:cubicBezTo>
                  <a:pt x="348676" y="262775"/>
                  <a:pt x="350241" y="257918"/>
                  <a:pt x="353370" y="252846"/>
                </a:cubicBezTo>
                <a:cubicBezTo>
                  <a:pt x="356392" y="247882"/>
                  <a:pt x="360223" y="243781"/>
                  <a:pt x="364863" y="240544"/>
                </a:cubicBezTo>
                <a:cubicBezTo>
                  <a:pt x="367777" y="238493"/>
                  <a:pt x="376032" y="233637"/>
                  <a:pt x="389630" y="225975"/>
                </a:cubicBezTo>
                <a:cubicBezTo>
                  <a:pt x="384666" y="222090"/>
                  <a:pt x="382184" y="217828"/>
                  <a:pt x="382184" y="213187"/>
                </a:cubicBezTo>
                <a:cubicBezTo>
                  <a:pt x="382184" y="208870"/>
                  <a:pt x="384342" y="204284"/>
                  <a:pt x="388658" y="199428"/>
                </a:cubicBezTo>
                <a:cubicBezTo>
                  <a:pt x="393083" y="194572"/>
                  <a:pt x="402364" y="189230"/>
                  <a:pt x="416500" y="183402"/>
                </a:cubicBezTo>
                <a:cubicBezTo>
                  <a:pt x="404630" y="181136"/>
                  <a:pt x="395187" y="176172"/>
                  <a:pt x="388173" y="168510"/>
                </a:cubicBezTo>
                <a:cubicBezTo>
                  <a:pt x="381266" y="160848"/>
                  <a:pt x="377813" y="152323"/>
                  <a:pt x="377813" y="142934"/>
                </a:cubicBezTo>
                <a:cubicBezTo>
                  <a:pt x="377813" y="127610"/>
                  <a:pt x="384504" y="113905"/>
                  <a:pt x="397885" y="101818"/>
                </a:cubicBezTo>
                <a:cubicBezTo>
                  <a:pt x="411375" y="89732"/>
                  <a:pt x="429289" y="83688"/>
                  <a:pt x="451627" y="83688"/>
                </a:cubicBezTo>
                <a:cubicBezTo>
                  <a:pt x="459721" y="83688"/>
                  <a:pt x="466358" y="84498"/>
                  <a:pt x="471538" y="86116"/>
                </a:cubicBezTo>
                <a:cubicBezTo>
                  <a:pt x="476717" y="87735"/>
                  <a:pt x="481736" y="90271"/>
                  <a:pt x="486592" y="93725"/>
                </a:cubicBezTo>
                <a:lnTo>
                  <a:pt x="530298" y="93725"/>
                </a:lnTo>
                <a:moveTo>
                  <a:pt x="474128" y="119139"/>
                </a:moveTo>
                <a:cubicBezTo>
                  <a:pt x="474128" y="110505"/>
                  <a:pt x="471699" y="103707"/>
                  <a:pt x="466843" y="98743"/>
                </a:cubicBezTo>
                <a:cubicBezTo>
                  <a:pt x="462095" y="93779"/>
                  <a:pt x="455836" y="91296"/>
                  <a:pt x="448066" y="91296"/>
                </a:cubicBezTo>
                <a:cubicBezTo>
                  <a:pt x="435871" y="91296"/>
                  <a:pt x="425781" y="97448"/>
                  <a:pt x="417796" y="109750"/>
                </a:cubicBezTo>
                <a:cubicBezTo>
                  <a:pt x="409918" y="121944"/>
                  <a:pt x="405979" y="134679"/>
                  <a:pt x="405979" y="147952"/>
                </a:cubicBezTo>
                <a:cubicBezTo>
                  <a:pt x="405979" y="156262"/>
                  <a:pt x="408515" y="163060"/>
                  <a:pt x="413587" y="168348"/>
                </a:cubicBezTo>
                <a:cubicBezTo>
                  <a:pt x="418659" y="173636"/>
                  <a:pt x="424810" y="176280"/>
                  <a:pt x="432040" y="176280"/>
                </a:cubicBezTo>
                <a:cubicBezTo>
                  <a:pt x="437760" y="176280"/>
                  <a:pt x="443264" y="174715"/>
                  <a:pt x="448552" y="171586"/>
                </a:cubicBezTo>
                <a:cubicBezTo>
                  <a:pt x="453947" y="168456"/>
                  <a:pt x="458480" y="164140"/>
                  <a:pt x="462149" y="158635"/>
                </a:cubicBezTo>
                <a:cubicBezTo>
                  <a:pt x="465818" y="153132"/>
                  <a:pt x="468732" y="146117"/>
                  <a:pt x="470890" y="137592"/>
                </a:cubicBezTo>
                <a:cubicBezTo>
                  <a:pt x="473048" y="129067"/>
                  <a:pt x="474128" y="122916"/>
                  <a:pt x="474128" y="119139"/>
                </a:cubicBezTo>
                <a:moveTo>
                  <a:pt x="396590" y="230184"/>
                </a:moveTo>
                <a:cubicBezTo>
                  <a:pt x="387849" y="234177"/>
                  <a:pt x="381212" y="239303"/>
                  <a:pt x="376679" y="245562"/>
                </a:cubicBezTo>
                <a:cubicBezTo>
                  <a:pt x="372255" y="251821"/>
                  <a:pt x="370043" y="257972"/>
                  <a:pt x="370043" y="264015"/>
                </a:cubicBezTo>
                <a:cubicBezTo>
                  <a:pt x="370043" y="271138"/>
                  <a:pt x="373280" y="277019"/>
                  <a:pt x="379755" y="281660"/>
                </a:cubicBezTo>
                <a:cubicBezTo>
                  <a:pt x="389036" y="288351"/>
                  <a:pt x="402633" y="291696"/>
                  <a:pt x="420547" y="291696"/>
                </a:cubicBezTo>
                <a:cubicBezTo>
                  <a:pt x="435979" y="291696"/>
                  <a:pt x="449145" y="289052"/>
                  <a:pt x="460045" y="283764"/>
                </a:cubicBezTo>
                <a:cubicBezTo>
                  <a:pt x="471052" y="278584"/>
                  <a:pt x="476556" y="271840"/>
                  <a:pt x="476556" y="263530"/>
                </a:cubicBezTo>
                <a:cubicBezTo>
                  <a:pt x="476556" y="259321"/>
                  <a:pt x="474505" y="255328"/>
                  <a:pt x="470405" y="251551"/>
                </a:cubicBezTo>
                <a:cubicBezTo>
                  <a:pt x="466412" y="247774"/>
                  <a:pt x="458587" y="244699"/>
                  <a:pt x="446933" y="242324"/>
                </a:cubicBezTo>
                <a:cubicBezTo>
                  <a:pt x="440566" y="241029"/>
                  <a:pt x="423785" y="236983"/>
                  <a:pt x="396590" y="230184"/>
                </a:cubicBezTo>
                <a:moveTo>
                  <a:pt x="679383" y="87573"/>
                </a:moveTo>
                <a:lnTo>
                  <a:pt x="651217" y="184050"/>
                </a:lnTo>
                <a:cubicBezTo>
                  <a:pt x="647009" y="198403"/>
                  <a:pt x="644904" y="207467"/>
                  <a:pt x="644904" y="211245"/>
                </a:cubicBezTo>
                <a:cubicBezTo>
                  <a:pt x="644904" y="213187"/>
                  <a:pt x="645228" y="214644"/>
                  <a:pt x="645875" y="215615"/>
                </a:cubicBezTo>
                <a:cubicBezTo>
                  <a:pt x="646631" y="216479"/>
                  <a:pt x="647602" y="216910"/>
                  <a:pt x="648789" y="216910"/>
                </a:cubicBezTo>
                <a:cubicBezTo>
                  <a:pt x="650624" y="216910"/>
                  <a:pt x="652620" y="216101"/>
                  <a:pt x="654778" y="214482"/>
                </a:cubicBezTo>
                <a:cubicBezTo>
                  <a:pt x="657044" y="212756"/>
                  <a:pt x="662656" y="206065"/>
                  <a:pt x="671613" y="194409"/>
                </a:cubicBezTo>
                <a:lnTo>
                  <a:pt x="676469" y="198133"/>
                </a:lnTo>
                <a:cubicBezTo>
                  <a:pt x="667944" y="211623"/>
                  <a:pt x="659203" y="221550"/>
                  <a:pt x="650246" y="227918"/>
                </a:cubicBezTo>
                <a:cubicBezTo>
                  <a:pt x="644311" y="232019"/>
                  <a:pt x="638591" y="234069"/>
                  <a:pt x="633087" y="234069"/>
                </a:cubicBezTo>
                <a:cubicBezTo>
                  <a:pt x="628879" y="234069"/>
                  <a:pt x="625587" y="232881"/>
                  <a:pt x="623213" y="230508"/>
                </a:cubicBezTo>
                <a:cubicBezTo>
                  <a:pt x="620839" y="228133"/>
                  <a:pt x="619652" y="225058"/>
                  <a:pt x="619652" y="221281"/>
                </a:cubicBezTo>
                <a:cubicBezTo>
                  <a:pt x="619652" y="217612"/>
                  <a:pt x="620353" y="212756"/>
                  <a:pt x="621756" y="206712"/>
                </a:cubicBezTo>
                <a:cubicBezTo>
                  <a:pt x="623483" y="198727"/>
                  <a:pt x="628393" y="181352"/>
                  <a:pt x="636486" y="154589"/>
                </a:cubicBezTo>
                <a:cubicBezTo>
                  <a:pt x="618141" y="184698"/>
                  <a:pt x="602763" y="205471"/>
                  <a:pt x="590352" y="216910"/>
                </a:cubicBezTo>
                <a:cubicBezTo>
                  <a:pt x="578050" y="228349"/>
                  <a:pt x="566611" y="234069"/>
                  <a:pt x="556036" y="234069"/>
                </a:cubicBezTo>
                <a:cubicBezTo>
                  <a:pt x="551071" y="234069"/>
                  <a:pt x="546862" y="232342"/>
                  <a:pt x="543409" y="228889"/>
                </a:cubicBezTo>
                <a:cubicBezTo>
                  <a:pt x="539956" y="225436"/>
                  <a:pt x="538229" y="221065"/>
                  <a:pt x="538229" y="215777"/>
                </a:cubicBezTo>
                <a:cubicBezTo>
                  <a:pt x="538229" y="207683"/>
                  <a:pt x="540604" y="195273"/>
                  <a:pt x="545352" y="178546"/>
                </a:cubicBezTo>
                <a:lnTo>
                  <a:pt x="559435" y="128527"/>
                </a:lnTo>
                <a:cubicBezTo>
                  <a:pt x="562888" y="116548"/>
                  <a:pt x="564615" y="109103"/>
                  <a:pt x="564615" y="106189"/>
                </a:cubicBezTo>
                <a:cubicBezTo>
                  <a:pt x="564615" y="104894"/>
                  <a:pt x="564129" y="103814"/>
                  <a:pt x="563158" y="102951"/>
                </a:cubicBezTo>
                <a:cubicBezTo>
                  <a:pt x="562294" y="101980"/>
                  <a:pt x="561323" y="101494"/>
                  <a:pt x="560244" y="101494"/>
                </a:cubicBezTo>
                <a:cubicBezTo>
                  <a:pt x="557978" y="101494"/>
                  <a:pt x="555712" y="102304"/>
                  <a:pt x="553445" y="103923"/>
                </a:cubicBezTo>
                <a:cubicBezTo>
                  <a:pt x="551179" y="105541"/>
                  <a:pt x="546053" y="111530"/>
                  <a:pt x="538067" y="121890"/>
                </a:cubicBezTo>
                <a:lnTo>
                  <a:pt x="533049" y="118329"/>
                </a:lnTo>
                <a:cubicBezTo>
                  <a:pt x="541143" y="105811"/>
                  <a:pt x="549722" y="96584"/>
                  <a:pt x="558787" y="90649"/>
                </a:cubicBezTo>
                <a:cubicBezTo>
                  <a:pt x="565694" y="86009"/>
                  <a:pt x="572061" y="83688"/>
                  <a:pt x="577888" y="83688"/>
                </a:cubicBezTo>
                <a:cubicBezTo>
                  <a:pt x="581881" y="83688"/>
                  <a:pt x="585119" y="84983"/>
                  <a:pt x="587601" y="87573"/>
                </a:cubicBezTo>
                <a:cubicBezTo>
                  <a:pt x="590191" y="90055"/>
                  <a:pt x="591486" y="93293"/>
                  <a:pt x="591486" y="97285"/>
                </a:cubicBezTo>
                <a:cubicBezTo>
                  <a:pt x="591486" y="103113"/>
                  <a:pt x="589328" y="113527"/>
                  <a:pt x="585011" y="128527"/>
                </a:cubicBezTo>
                <a:lnTo>
                  <a:pt x="569795" y="180812"/>
                </a:lnTo>
                <a:cubicBezTo>
                  <a:pt x="565586" y="195057"/>
                  <a:pt x="563482" y="204068"/>
                  <a:pt x="563482" y="207845"/>
                </a:cubicBezTo>
                <a:cubicBezTo>
                  <a:pt x="563482" y="209896"/>
                  <a:pt x="564129" y="211568"/>
                  <a:pt x="565424" y="212863"/>
                </a:cubicBezTo>
                <a:cubicBezTo>
                  <a:pt x="566827" y="214050"/>
                  <a:pt x="568662" y="214644"/>
                  <a:pt x="570928" y="214644"/>
                </a:cubicBezTo>
                <a:cubicBezTo>
                  <a:pt x="574489" y="214644"/>
                  <a:pt x="579130" y="212863"/>
                  <a:pt x="584849" y="209302"/>
                </a:cubicBezTo>
                <a:cubicBezTo>
                  <a:pt x="590568" y="205741"/>
                  <a:pt x="598177" y="197863"/>
                  <a:pt x="607673" y="185669"/>
                </a:cubicBezTo>
                <a:cubicBezTo>
                  <a:pt x="617277" y="173367"/>
                  <a:pt x="625155" y="161873"/>
                  <a:pt x="631306" y="151190"/>
                </a:cubicBezTo>
                <a:cubicBezTo>
                  <a:pt x="637566" y="140398"/>
                  <a:pt x="644202" y="123293"/>
                  <a:pt x="651217" y="99876"/>
                </a:cubicBezTo>
                <a:lnTo>
                  <a:pt x="654778" y="87573"/>
                </a:lnTo>
                <a:lnTo>
                  <a:pt x="679383" y="87573"/>
                </a:lnTo>
                <a:moveTo>
                  <a:pt x="787676" y="0"/>
                </a:moveTo>
                <a:lnTo>
                  <a:pt x="732316" y="192629"/>
                </a:lnTo>
                <a:cubicBezTo>
                  <a:pt x="729618" y="202234"/>
                  <a:pt x="728269" y="208115"/>
                  <a:pt x="728269" y="210274"/>
                </a:cubicBezTo>
                <a:cubicBezTo>
                  <a:pt x="728269" y="211892"/>
                  <a:pt x="728755" y="213241"/>
                  <a:pt x="729726" y="214320"/>
                </a:cubicBezTo>
                <a:cubicBezTo>
                  <a:pt x="730805" y="215399"/>
                  <a:pt x="732100" y="215939"/>
                  <a:pt x="733610" y="215939"/>
                </a:cubicBezTo>
                <a:cubicBezTo>
                  <a:pt x="735661" y="215939"/>
                  <a:pt x="737873" y="215022"/>
                  <a:pt x="740248" y="213187"/>
                </a:cubicBezTo>
                <a:cubicBezTo>
                  <a:pt x="745859" y="208763"/>
                  <a:pt x="751740" y="201910"/>
                  <a:pt x="757892" y="192629"/>
                </a:cubicBezTo>
                <a:lnTo>
                  <a:pt x="762748" y="197647"/>
                </a:lnTo>
                <a:cubicBezTo>
                  <a:pt x="752496" y="212108"/>
                  <a:pt x="743053" y="222198"/>
                  <a:pt x="734420" y="227918"/>
                </a:cubicBezTo>
                <a:cubicBezTo>
                  <a:pt x="728053" y="232019"/>
                  <a:pt x="722010" y="234069"/>
                  <a:pt x="716290" y="234069"/>
                </a:cubicBezTo>
                <a:cubicBezTo>
                  <a:pt x="712190" y="234069"/>
                  <a:pt x="708736" y="232666"/>
                  <a:pt x="705930" y="229860"/>
                </a:cubicBezTo>
                <a:cubicBezTo>
                  <a:pt x="703232" y="227054"/>
                  <a:pt x="701883" y="223817"/>
                  <a:pt x="701883" y="220148"/>
                </a:cubicBezTo>
                <a:cubicBezTo>
                  <a:pt x="701883" y="216263"/>
                  <a:pt x="703610" y="208277"/>
                  <a:pt x="707063" y="196190"/>
                </a:cubicBezTo>
                <a:lnTo>
                  <a:pt x="750931" y="44353"/>
                </a:lnTo>
                <a:cubicBezTo>
                  <a:pt x="754493" y="31943"/>
                  <a:pt x="756273" y="24820"/>
                  <a:pt x="756273" y="22986"/>
                </a:cubicBezTo>
                <a:cubicBezTo>
                  <a:pt x="756273" y="20396"/>
                  <a:pt x="755248" y="18291"/>
                  <a:pt x="753197" y="16673"/>
                </a:cubicBezTo>
                <a:cubicBezTo>
                  <a:pt x="751147" y="14946"/>
                  <a:pt x="747964" y="14083"/>
                  <a:pt x="743647" y="14083"/>
                </a:cubicBezTo>
                <a:cubicBezTo>
                  <a:pt x="741165" y="14083"/>
                  <a:pt x="737388" y="14460"/>
                  <a:pt x="732316" y="15216"/>
                </a:cubicBezTo>
                <a:lnTo>
                  <a:pt x="732316" y="9226"/>
                </a:lnTo>
                <a:lnTo>
                  <a:pt x="787676" y="0"/>
                </a:lnTo>
                <a:moveTo>
                  <a:pt x="936924" y="83688"/>
                </a:moveTo>
                <a:lnTo>
                  <a:pt x="905358" y="193438"/>
                </a:lnTo>
                <a:lnTo>
                  <a:pt x="901797" y="208169"/>
                </a:lnTo>
                <a:cubicBezTo>
                  <a:pt x="901473" y="209572"/>
                  <a:pt x="901311" y="210759"/>
                  <a:pt x="901311" y="211730"/>
                </a:cubicBezTo>
                <a:cubicBezTo>
                  <a:pt x="901311" y="213457"/>
                  <a:pt x="901851" y="214968"/>
                  <a:pt x="902930" y="216263"/>
                </a:cubicBezTo>
                <a:cubicBezTo>
                  <a:pt x="903793" y="217234"/>
                  <a:pt x="904873" y="217719"/>
                  <a:pt x="906168" y="217719"/>
                </a:cubicBezTo>
                <a:cubicBezTo>
                  <a:pt x="907571" y="217719"/>
                  <a:pt x="909405" y="216856"/>
                  <a:pt x="911671" y="215130"/>
                </a:cubicBezTo>
                <a:cubicBezTo>
                  <a:pt x="915880" y="212000"/>
                  <a:pt x="921492" y="205525"/>
                  <a:pt x="928507" y="195705"/>
                </a:cubicBezTo>
                <a:lnTo>
                  <a:pt x="934010" y="199590"/>
                </a:lnTo>
                <a:cubicBezTo>
                  <a:pt x="926564" y="210813"/>
                  <a:pt x="918902" y="219392"/>
                  <a:pt x="911024" y="225328"/>
                </a:cubicBezTo>
                <a:cubicBezTo>
                  <a:pt x="903147" y="231155"/>
                  <a:pt x="895862" y="234069"/>
                  <a:pt x="889171" y="234069"/>
                </a:cubicBezTo>
                <a:cubicBezTo>
                  <a:pt x="884531" y="234069"/>
                  <a:pt x="881024" y="232881"/>
                  <a:pt x="878649" y="230508"/>
                </a:cubicBezTo>
                <a:cubicBezTo>
                  <a:pt x="876383" y="228241"/>
                  <a:pt x="875250" y="224896"/>
                  <a:pt x="875250" y="220472"/>
                </a:cubicBezTo>
                <a:cubicBezTo>
                  <a:pt x="875250" y="215183"/>
                  <a:pt x="876437" y="208223"/>
                  <a:pt x="878811" y="199590"/>
                </a:cubicBezTo>
                <a:lnTo>
                  <a:pt x="882211" y="187449"/>
                </a:lnTo>
                <a:cubicBezTo>
                  <a:pt x="868073" y="205903"/>
                  <a:pt x="855070" y="218799"/>
                  <a:pt x="843199" y="226137"/>
                </a:cubicBezTo>
                <a:cubicBezTo>
                  <a:pt x="834674" y="231425"/>
                  <a:pt x="826310" y="234069"/>
                  <a:pt x="818109" y="234069"/>
                </a:cubicBezTo>
                <a:cubicBezTo>
                  <a:pt x="810231" y="234069"/>
                  <a:pt x="803432" y="230831"/>
                  <a:pt x="797713" y="224356"/>
                </a:cubicBezTo>
                <a:cubicBezTo>
                  <a:pt x="791993" y="217774"/>
                  <a:pt x="789133" y="208763"/>
                  <a:pt x="789133" y="197323"/>
                </a:cubicBezTo>
                <a:cubicBezTo>
                  <a:pt x="789133" y="180165"/>
                  <a:pt x="794259" y="162089"/>
                  <a:pt x="804511" y="143096"/>
                </a:cubicBezTo>
                <a:cubicBezTo>
                  <a:pt x="814872" y="123995"/>
                  <a:pt x="827983" y="108725"/>
                  <a:pt x="843846" y="97285"/>
                </a:cubicBezTo>
                <a:cubicBezTo>
                  <a:pt x="856257" y="88221"/>
                  <a:pt x="867966" y="83688"/>
                  <a:pt x="878973" y="83688"/>
                </a:cubicBezTo>
                <a:cubicBezTo>
                  <a:pt x="885556" y="83688"/>
                  <a:pt x="891006" y="85415"/>
                  <a:pt x="895322" y="88868"/>
                </a:cubicBezTo>
                <a:cubicBezTo>
                  <a:pt x="899747" y="92321"/>
                  <a:pt x="903092" y="98041"/>
                  <a:pt x="905358" y="106027"/>
                </a:cubicBezTo>
                <a:lnTo>
                  <a:pt x="911186" y="87573"/>
                </a:lnTo>
                <a:lnTo>
                  <a:pt x="936924" y="83688"/>
                </a:lnTo>
                <a:moveTo>
                  <a:pt x="879297" y="92105"/>
                </a:moveTo>
                <a:cubicBezTo>
                  <a:pt x="872390" y="92105"/>
                  <a:pt x="865052" y="95343"/>
                  <a:pt x="857282" y="101818"/>
                </a:cubicBezTo>
                <a:cubicBezTo>
                  <a:pt x="846275" y="110991"/>
                  <a:pt x="836454" y="124588"/>
                  <a:pt x="827821" y="142610"/>
                </a:cubicBezTo>
                <a:cubicBezTo>
                  <a:pt x="819296" y="160632"/>
                  <a:pt x="815033" y="176927"/>
                  <a:pt x="815033" y="191496"/>
                </a:cubicBezTo>
                <a:cubicBezTo>
                  <a:pt x="815033" y="198834"/>
                  <a:pt x="816867" y="204662"/>
                  <a:pt x="820537" y="208978"/>
                </a:cubicBezTo>
                <a:cubicBezTo>
                  <a:pt x="824206" y="213187"/>
                  <a:pt x="828414" y="215292"/>
                  <a:pt x="833163" y="215292"/>
                </a:cubicBezTo>
                <a:cubicBezTo>
                  <a:pt x="844926" y="215292"/>
                  <a:pt x="857714" y="206604"/>
                  <a:pt x="871527" y="189230"/>
                </a:cubicBezTo>
                <a:cubicBezTo>
                  <a:pt x="889980" y="166136"/>
                  <a:pt x="899207" y="142448"/>
                  <a:pt x="899207" y="118168"/>
                </a:cubicBezTo>
                <a:cubicBezTo>
                  <a:pt x="899207" y="108994"/>
                  <a:pt x="897427" y="102358"/>
                  <a:pt x="893865" y="98257"/>
                </a:cubicBezTo>
                <a:cubicBezTo>
                  <a:pt x="890304" y="94156"/>
                  <a:pt x="885448" y="92105"/>
                  <a:pt x="879297" y="92105"/>
                </a:cubicBezTo>
                <a:moveTo>
                  <a:pt x="964442" y="92753"/>
                </a:moveTo>
                <a:lnTo>
                  <a:pt x="1020289" y="83688"/>
                </a:lnTo>
                <a:lnTo>
                  <a:pt x="996979" y="162359"/>
                </a:lnTo>
                <a:cubicBezTo>
                  <a:pt x="1015864" y="130092"/>
                  <a:pt x="1033023" y="107538"/>
                  <a:pt x="1048454" y="94696"/>
                </a:cubicBezTo>
                <a:cubicBezTo>
                  <a:pt x="1057196" y="87358"/>
                  <a:pt x="1064318" y="83688"/>
                  <a:pt x="1069822" y="83688"/>
                </a:cubicBezTo>
                <a:cubicBezTo>
                  <a:pt x="1073383" y="83688"/>
                  <a:pt x="1076189" y="84767"/>
                  <a:pt x="1078239" y="86926"/>
                </a:cubicBezTo>
                <a:cubicBezTo>
                  <a:pt x="1080290" y="88976"/>
                  <a:pt x="1081315" y="91998"/>
                  <a:pt x="1081315" y="95991"/>
                </a:cubicBezTo>
                <a:cubicBezTo>
                  <a:pt x="1081315" y="103113"/>
                  <a:pt x="1079481" y="109912"/>
                  <a:pt x="1075811" y="116387"/>
                </a:cubicBezTo>
                <a:cubicBezTo>
                  <a:pt x="1073221" y="121243"/>
                  <a:pt x="1069499" y="123671"/>
                  <a:pt x="1064642" y="123671"/>
                </a:cubicBezTo>
                <a:cubicBezTo>
                  <a:pt x="1062160" y="123671"/>
                  <a:pt x="1060002" y="122861"/>
                  <a:pt x="1058167" y="121243"/>
                </a:cubicBezTo>
                <a:cubicBezTo>
                  <a:pt x="1056441" y="119624"/>
                  <a:pt x="1055361" y="117142"/>
                  <a:pt x="1054930" y="113797"/>
                </a:cubicBezTo>
                <a:cubicBezTo>
                  <a:pt x="1054714" y="111746"/>
                  <a:pt x="1054228" y="110397"/>
                  <a:pt x="1053473" y="109750"/>
                </a:cubicBezTo>
                <a:cubicBezTo>
                  <a:pt x="1052609" y="108887"/>
                  <a:pt x="1051584" y="108455"/>
                  <a:pt x="1050397" y="108455"/>
                </a:cubicBezTo>
                <a:cubicBezTo>
                  <a:pt x="1048563" y="108455"/>
                  <a:pt x="1046836" y="108887"/>
                  <a:pt x="1045217" y="109750"/>
                </a:cubicBezTo>
                <a:cubicBezTo>
                  <a:pt x="1042411" y="111261"/>
                  <a:pt x="1038149" y="115470"/>
                  <a:pt x="1032429" y="122376"/>
                </a:cubicBezTo>
                <a:cubicBezTo>
                  <a:pt x="1023472" y="132952"/>
                  <a:pt x="1013760" y="146657"/>
                  <a:pt x="1003292" y="163492"/>
                </a:cubicBezTo>
                <a:cubicBezTo>
                  <a:pt x="998760" y="170614"/>
                  <a:pt x="994875" y="178654"/>
                  <a:pt x="991637" y="187611"/>
                </a:cubicBezTo>
                <a:cubicBezTo>
                  <a:pt x="987104" y="199914"/>
                  <a:pt x="984515" y="207305"/>
                  <a:pt x="983867" y="209788"/>
                </a:cubicBezTo>
                <a:lnTo>
                  <a:pt x="978687" y="230184"/>
                </a:lnTo>
                <a:lnTo>
                  <a:pt x="953921" y="230184"/>
                </a:lnTo>
                <a:lnTo>
                  <a:pt x="983867" y="129660"/>
                </a:lnTo>
                <a:cubicBezTo>
                  <a:pt x="987320" y="118006"/>
                  <a:pt x="989047" y="109696"/>
                  <a:pt x="989047" y="104732"/>
                </a:cubicBezTo>
                <a:cubicBezTo>
                  <a:pt x="989047" y="102790"/>
                  <a:pt x="988237" y="101171"/>
                  <a:pt x="986619" y="99876"/>
                </a:cubicBezTo>
                <a:cubicBezTo>
                  <a:pt x="984461" y="98149"/>
                  <a:pt x="981601" y="97285"/>
                  <a:pt x="978039" y="97285"/>
                </a:cubicBezTo>
                <a:cubicBezTo>
                  <a:pt x="975773" y="97285"/>
                  <a:pt x="971619" y="97771"/>
                  <a:pt x="965575" y="98743"/>
                </a:cubicBezTo>
                <a:lnTo>
                  <a:pt x="964442" y="92753"/>
                </a:lnTo>
                <a:moveTo>
                  <a:pt x="1150435" y="19424"/>
                </a:moveTo>
                <a:cubicBezTo>
                  <a:pt x="1154967" y="19424"/>
                  <a:pt x="1158798" y="20989"/>
                  <a:pt x="1161928" y="24119"/>
                </a:cubicBezTo>
                <a:cubicBezTo>
                  <a:pt x="1165058" y="27248"/>
                  <a:pt x="1166623" y="31080"/>
                  <a:pt x="1166623" y="35612"/>
                </a:cubicBezTo>
                <a:cubicBezTo>
                  <a:pt x="1166623" y="40036"/>
                  <a:pt x="1165004" y="43867"/>
                  <a:pt x="1161766" y="47105"/>
                </a:cubicBezTo>
                <a:cubicBezTo>
                  <a:pt x="1158636" y="50234"/>
                  <a:pt x="1154860" y="51799"/>
                  <a:pt x="1150435" y="51799"/>
                </a:cubicBezTo>
                <a:cubicBezTo>
                  <a:pt x="1146011" y="51799"/>
                  <a:pt x="1142180" y="50234"/>
                  <a:pt x="1138942" y="47105"/>
                </a:cubicBezTo>
                <a:cubicBezTo>
                  <a:pt x="1135813" y="43867"/>
                  <a:pt x="1134248" y="40036"/>
                  <a:pt x="1134248" y="35612"/>
                </a:cubicBezTo>
                <a:cubicBezTo>
                  <a:pt x="1134248" y="31080"/>
                  <a:pt x="1135813" y="27248"/>
                  <a:pt x="1138942" y="24119"/>
                </a:cubicBezTo>
                <a:cubicBezTo>
                  <a:pt x="1142071" y="20989"/>
                  <a:pt x="1145902" y="19424"/>
                  <a:pt x="1150435" y="19424"/>
                </a:cubicBezTo>
                <a:moveTo>
                  <a:pt x="1152539" y="83688"/>
                </a:moveTo>
                <a:lnTo>
                  <a:pt x="1120488" y="197162"/>
                </a:lnTo>
                <a:cubicBezTo>
                  <a:pt x="1118330" y="204823"/>
                  <a:pt x="1117251" y="209410"/>
                  <a:pt x="1117251" y="210921"/>
                </a:cubicBezTo>
                <a:cubicBezTo>
                  <a:pt x="1117251" y="212647"/>
                  <a:pt x="1117737" y="214050"/>
                  <a:pt x="1118708" y="215130"/>
                </a:cubicBezTo>
                <a:cubicBezTo>
                  <a:pt x="1119787" y="216209"/>
                  <a:pt x="1121028" y="216748"/>
                  <a:pt x="1122431" y="216748"/>
                </a:cubicBezTo>
                <a:cubicBezTo>
                  <a:pt x="1124050" y="216748"/>
                  <a:pt x="1125992" y="215885"/>
                  <a:pt x="1128258" y="214158"/>
                </a:cubicBezTo>
                <a:cubicBezTo>
                  <a:pt x="1134409" y="209302"/>
                  <a:pt x="1140615" y="202396"/>
                  <a:pt x="1146874" y="193438"/>
                </a:cubicBezTo>
                <a:lnTo>
                  <a:pt x="1152539" y="197162"/>
                </a:lnTo>
                <a:cubicBezTo>
                  <a:pt x="1145201" y="208385"/>
                  <a:pt x="1136568" y="217828"/>
                  <a:pt x="1126640" y="225490"/>
                </a:cubicBezTo>
                <a:cubicBezTo>
                  <a:pt x="1119301" y="231209"/>
                  <a:pt x="1112287" y="234069"/>
                  <a:pt x="1105596" y="234069"/>
                </a:cubicBezTo>
                <a:cubicBezTo>
                  <a:pt x="1101171" y="234069"/>
                  <a:pt x="1097557" y="232774"/>
                  <a:pt x="1094750" y="230184"/>
                </a:cubicBezTo>
                <a:cubicBezTo>
                  <a:pt x="1091945" y="227486"/>
                  <a:pt x="1090541" y="224141"/>
                  <a:pt x="1090541" y="220148"/>
                </a:cubicBezTo>
                <a:cubicBezTo>
                  <a:pt x="1090541" y="216155"/>
                  <a:pt x="1091890" y="209518"/>
                  <a:pt x="1094588" y="200237"/>
                </a:cubicBezTo>
                <a:lnTo>
                  <a:pt x="1115632" y="127718"/>
                </a:lnTo>
                <a:cubicBezTo>
                  <a:pt x="1119086" y="115847"/>
                  <a:pt x="1120812" y="108401"/>
                  <a:pt x="1120812" y="105379"/>
                </a:cubicBezTo>
                <a:cubicBezTo>
                  <a:pt x="1120812" y="103005"/>
                  <a:pt x="1119949" y="101063"/>
                  <a:pt x="1118222" y="99552"/>
                </a:cubicBezTo>
                <a:cubicBezTo>
                  <a:pt x="1116604" y="98041"/>
                  <a:pt x="1114337" y="97285"/>
                  <a:pt x="1111424" y="97285"/>
                </a:cubicBezTo>
                <a:cubicBezTo>
                  <a:pt x="1109049" y="97285"/>
                  <a:pt x="1104139" y="97879"/>
                  <a:pt x="1096693" y="99066"/>
                </a:cubicBezTo>
                <a:lnTo>
                  <a:pt x="1096693" y="92753"/>
                </a:lnTo>
                <a:lnTo>
                  <a:pt x="1152539" y="83688"/>
                </a:lnTo>
                <a:moveTo>
                  <a:pt x="1196407" y="87573"/>
                </a:moveTo>
                <a:lnTo>
                  <a:pt x="1299196" y="87573"/>
                </a:lnTo>
                <a:lnTo>
                  <a:pt x="1299196" y="91620"/>
                </a:lnTo>
                <a:lnTo>
                  <a:pt x="1187180" y="208169"/>
                </a:lnTo>
                <a:lnTo>
                  <a:pt x="1234609" y="208169"/>
                </a:lnTo>
                <a:cubicBezTo>
                  <a:pt x="1245832" y="208169"/>
                  <a:pt x="1252955" y="207737"/>
                  <a:pt x="1255977" y="206874"/>
                </a:cubicBezTo>
                <a:cubicBezTo>
                  <a:pt x="1258998" y="206011"/>
                  <a:pt x="1261750" y="204176"/>
                  <a:pt x="1264232" y="201370"/>
                </a:cubicBezTo>
                <a:cubicBezTo>
                  <a:pt x="1266822" y="198565"/>
                  <a:pt x="1269682" y="193492"/>
                  <a:pt x="1272811" y="186154"/>
                </a:cubicBezTo>
                <a:lnTo>
                  <a:pt x="1278800" y="186154"/>
                </a:lnTo>
                <a:lnTo>
                  <a:pt x="1264718" y="230184"/>
                </a:lnTo>
                <a:lnTo>
                  <a:pt x="1159338" y="230184"/>
                </a:lnTo>
                <a:lnTo>
                  <a:pt x="1159338" y="225490"/>
                </a:lnTo>
                <a:lnTo>
                  <a:pt x="1271354" y="108941"/>
                </a:lnTo>
                <a:lnTo>
                  <a:pt x="1224735" y="108941"/>
                </a:lnTo>
                <a:cubicBezTo>
                  <a:pt x="1214915" y="108941"/>
                  <a:pt x="1208979" y="109210"/>
                  <a:pt x="1206929" y="109750"/>
                </a:cubicBezTo>
                <a:cubicBezTo>
                  <a:pt x="1203907" y="110397"/>
                  <a:pt x="1200886" y="112124"/>
                  <a:pt x="1197864" y="114930"/>
                </a:cubicBezTo>
                <a:cubicBezTo>
                  <a:pt x="1194950" y="117628"/>
                  <a:pt x="1191928" y="122160"/>
                  <a:pt x="1188799" y="128527"/>
                </a:cubicBezTo>
                <a:lnTo>
                  <a:pt x="1182648" y="128527"/>
                </a:lnTo>
                <a:lnTo>
                  <a:pt x="1196407" y="87573"/>
                </a:lnTo>
                <a:moveTo>
                  <a:pt x="1337237" y="169158"/>
                </a:moveTo>
                <a:cubicBezTo>
                  <a:pt x="1336481" y="174553"/>
                  <a:pt x="1336104" y="179032"/>
                  <a:pt x="1336104" y="182593"/>
                </a:cubicBezTo>
                <a:cubicBezTo>
                  <a:pt x="1336104" y="192198"/>
                  <a:pt x="1339503" y="200399"/>
                  <a:pt x="1346302" y="207198"/>
                </a:cubicBezTo>
                <a:cubicBezTo>
                  <a:pt x="1353100" y="213889"/>
                  <a:pt x="1361356" y="217234"/>
                  <a:pt x="1371069" y="217234"/>
                </a:cubicBezTo>
                <a:cubicBezTo>
                  <a:pt x="1378838" y="217234"/>
                  <a:pt x="1386285" y="215669"/>
                  <a:pt x="1393407" y="212540"/>
                </a:cubicBezTo>
                <a:cubicBezTo>
                  <a:pt x="1400638" y="209302"/>
                  <a:pt x="1411321" y="202234"/>
                  <a:pt x="1425458" y="191334"/>
                </a:cubicBezTo>
                <a:lnTo>
                  <a:pt x="1428857" y="196029"/>
                </a:lnTo>
                <a:cubicBezTo>
                  <a:pt x="1403281" y="221389"/>
                  <a:pt x="1378892" y="234069"/>
                  <a:pt x="1355691" y="234069"/>
                </a:cubicBezTo>
                <a:cubicBezTo>
                  <a:pt x="1339935" y="234069"/>
                  <a:pt x="1328064" y="229105"/>
                  <a:pt x="1320078" y="219176"/>
                </a:cubicBezTo>
                <a:cubicBezTo>
                  <a:pt x="1312092" y="209248"/>
                  <a:pt x="1308100" y="198295"/>
                  <a:pt x="1308100" y="186316"/>
                </a:cubicBezTo>
                <a:cubicBezTo>
                  <a:pt x="1308100" y="170237"/>
                  <a:pt x="1313064" y="153780"/>
                  <a:pt x="1322992" y="136945"/>
                </a:cubicBezTo>
                <a:cubicBezTo>
                  <a:pt x="1332920" y="120110"/>
                  <a:pt x="1345385" y="107052"/>
                  <a:pt x="1360385" y="97771"/>
                </a:cubicBezTo>
                <a:cubicBezTo>
                  <a:pt x="1375385" y="88383"/>
                  <a:pt x="1390817" y="83688"/>
                  <a:pt x="1406681" y="83688"/>
                </a:cubicBezTo>
                <a:cubicBezTo>
                  <a:pt x="1418120" y="83688"/>
                  <a:pt x="1426591" y="86009"/>
                  <a:pt x="1432095" y="90649"/>
                </a:cubicBezTo>
                <a:cubicBezTo>
                  <a:pt x="1437599" y="95290"/>
                  <a:pt x="1440350" y="100793"/>
                  <a:pt x="1440350" y="107160"/>
                </a:cubicBezTo>
                <a:cubicBezTo>
                  <a:pt x="1440350" y="116117"/>
                  <a:pt x="1436789" y="124696"/>
                  <a:pt x="1429667" y="132898"/>
                </a:cubicBezTo>
                <a:cubicBezTo>
                  <a:pt x="1420278" y="143582"/>
                  <a:pt x="1406465" y="152215"/>
                  <a:pt x="1388227" y="158798"/>
                </a:cubicBezTo>
                <a:cubicBezTo>
                  <a:pt x="1376140" y="163222"/>
                  <a:pt x="1359144" y="166675"/>
                  <a:pt x="1337237" y="169158"/>
                </a:cubicBezTo>
                <a:moveTo>
                  <a:pt x="1338370" y="161226"/>
                </a:moveTo>
                <a:cubicBezTo>
                  <a:pt x="1354342" y="159391"/>
                  <a:pt x="1367346" y="156262"/>
                  <a:pt x="1377382" y="151837"/>
                </a:cubicBezTo>
                <a:cubicBezTo>
                  <a:pt x="1390655" y="145902"/>
                  <a:pt x="1400583" y="138833"/>
                  <a:pt x="1407167" y="130632"/>
                </a:cubicBezTo>
                <a:cubicBezTo>
                  <a:pt x="1413857" y="122322"/>
                  <a:pt x="1417203" y="114444"/>
                  <a:pt x="1417203" y="106998"/>
                </a:cubicBezTo>
                <a:cubicBezTo>
                  <a:pt x="1417203" y="102465"/>
                  <a:pt x="1415745" y="98796"/>
                  <a:pt x="1412832" y="95991"/>
                </a:cubicBezTo>
                <a:cubicBezTo>
                  <a:pt x="1410026" y="93185"/>
                  <a:pt x="1405979" y="91782"/>
                  <a:pt x="1400691" y="91782"/>
                </a:cubicBezTo>
                <a:cubicBezTo>
                  <a:pt x="1389684" y="91782"/>
                  <a:pt x="1377975" y="97663"/>
                  <a:pt x="1365564" y="109426"/>
                </a:cubicBezTo>
                <a:cubicBezTo>
                  <a:pt x="1353262" y="121081"/>
                  <a:pt x="1344197" y="138348"/>
                  <a:pt x="1338370" y="161226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4">
            <a:extLst xmlns:a="http://schemas.openxmlformats.org/drawingml/2006/main">
              <a:ext uri="{FF2B5EF4-FFF2-40B4-BE49-F238E27FC236}">
                <a16:creationId xmlns:a16="http://schemas.microsoft.com/office/drawing/2014/main" id="{6558B9CC-86D6-4215-B39D-05A46511B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6370" y="3012236"/>
            <a:ext cx="4361219" cy="1422230"/>
          </a:xfrm>
          <a:custGeom xmlns:a="http://schemas.openxmlformats.org/drawingml/2006/main">
            <a:pathLst>
              <a:path w="3727480" h="1215562">
                <a:moveTo>
                  <a:pt x="53167" y="773539"/>
                </a:moveTo>
                <a:lnTo>
                  <a:pt x="106334" y="865628"/>
                </a:lnTo>
                <a:lnTo>
                  <a:pt x="0" y="865628"/>
                </a:lnTo>
                <a:lnTo>
                  <a:pt x="53167" y="773539"/>
                </a:lnTo>
                <a:moveTo>
                  <a:pt x="3681435" y="1206353"/>
                </a:moveTo>
                <a:lnTo>
                  <a:pt x="3681435" y="1197145"/>
                </a:lnTo>
                <a:lnTo>
                  <a:pt x="3681435" y="1206353"/>
                </a:lnTo>
                <a:moveTo>
                  <a:pt x="90002" y="1206353"/>
                </a:moveTo>
                <a:lnTo>
                  <a:pt x="90002" y="1197145"/>
                </a:lnTo>
                <a:lnTo>
                  <a:pt x="90002" y="1206353"/>
                </a:lnTo>
                <a:moveTo>
                  <a:pt x="53167" y="1169518"/>
                </a:moveTo>
                <a:lnTo>
                  <a:pt x="43958" y="1169518"/>
                </a:lnTo>
                <a:lnTo>
                  <a:pt x="53167" y="1169518"/>
                </a:lnTo>
                <a:moveTo>
                  <a:pt x="2373785" y="9209"/>
                </a:moveTo>
                <a:lnTo>
                  <a:pt x="2373785" y="0"/>
                </a:lnTo>
                <a:lnTo>
                  <a:pt x="2410108" y="0"/>
                </a:lnTo>
                <a:lnTo>
                  <a:pt x="2410108" y="9209"/>
                </a:lnTo>
                <a:lnTo>
                  <a:pt x="2410108" y="18418"/>
                </a:lnTo>
                <a:lnTo>
                  <a:pt x="2373785" y="18418"/>
                </a:lnTo>
                <a:lnTo>
                  <a:pt x="2373785" y="9209"/>
                </a:lnTo>
                <a:moveTo>
                  <a:pt x="2482757" y="9209"/>
                </a:moveTo>
                <a:lnTo>
                  <a:pt x="2482757" y="0"/>
                </a:lnTo>
                <a:lnTo>
                  <a:pt x="2555403" y="0"/>
                </a:lnTo>
                <a:lnTo>
                  <a:pt x="2555403" y="9209"/>
                </a:lnTo>
                <a:lnTo>
                  <a:pt x="2555403" y="18418"/>
                </a:lnTo>
                <a:lnTo>
                  <a:pt x="2482757" y="18418"/>
                </a:lnTo>
                <a:lnTo>
                  <a:pt x="2482757" y="9209"/>
                </a:lnTo>
                <a:moveTo>
                  <a:pt x="2628050" y="9209"/>
                </a:moveTo>
                <a:lnTo>
                  <a:pt x="2628050" y="0"/>
                </a:lnTo>
                <a:lnTo>
                  <a:pt x="2700698" y="0"/>
                </a:lnTo>
                <a:lnTo>
                  <a:pt x="2700698" y="9209"/>
                </a:lnTo>
                <a:lnTo>
                  <a:pt x="2700698" y="18418"/>
                </a:lnTo>
                <a:lnTo>
                  <a:pt x="2628050" y="18418"/>
                </a:lnTo>
                <a:lnTo>
                  <a:pt x="2628050" y="9209"/>
                </a:lnTo>
                <a:moveTo>
                  <a:pt x="2773345" y="9209"/>
                </a:moveTo>
                <a:lnTo>
                  <a:pt x="2773345" y="0"/>
                </a:lnTo>
                <a:lnTo>
                  <a:pt x="2845992" y="0"/>
                </a:lnTo>
                <a:lnTo>
                  <a:pt x="2845992" y="9209"/>
                </a:lnTo>
                <a:lnTo>
                  <a:pt x="2845992" y="18418"/>
                </a:lnTo>
                <a:lnTo>
                  <a:pt x="2773345" y="18418"/>
                </a:lnTo>
                <a:lnTo>
                  <a:pt x="2773345" y="9209"/>
                </a:lnTo>
                <a:moveTo>
                  <a:pt x="2918640" y="9209"/>
                </a:moveTo>
                <a:lnTo>
                  <a:pt x="2918640" y="0"/>
                </a:lnTo>
                <a:lnTo>
                  <a:pt x="2991287" y="0"/>
                </a:lnTo>
                <a:lnTo>
                  <a:pt x="2991287" y="9209"/>
                </a:lnTo>
                <a:lnTo>
                  <a:pt x="2991287" y="18418"/>
                </a:lnTo>
                <a:lnTo>
                  <a:pt x="2918640" y="18418"/>
                </a:lnTo>
                <a:lnTo>
                  <a:pt x="2918640" y="9209"/>
                </a:lnTo>
                <a:moveTo>
                  <a:pt x="3063933" y="9209"/>
                </a:moveTo>
                <a:lnTo>
                  <a:pt x="3063933" y="0"/>
                </a:lnTo>
                <a:lnTo>
                  <a:pt x="3136581" y="0"/>
                </a:lnTo>
                <a:lnTo>
                  <a:pt x="3136581" y="9209"/>
                </a:lnTo>
                <a:lnTo>
                  <a:pt x="3136581" y="18418"/>
                </a:lnTo>
                <a:lnTo>
                  <a:pt x="3063933" y="18418"/>
                </a:lnTo>
                <a:lnTo>
                  <a:pt x="3063933" y="9209"/>
                </a:lnTo>
                <a:moveTo>
                  <a:pt x="3209228" y="9209"/>
                </a:moveTo>
                <a:lnTo>
                  <a:pt x="3209228" y="0"/>
                </a:lnTo>
                <a:lnTo>
                  <a:pt x="3281875" y="0"/>
                </a:lnTo>
                <a:lnTo>
                  <a:pt x="3281875" y="9209"/>
                </a:lnTo>
                <a:lnTo>
                  <a:pt x="3281875" y="18418"/>
                </a:lnTo>
                <a:lnTo>
                  <a:pt x="3209228" y="18418"/>
                </a:lnTo>
                <a:lnTo>
                  <a:pt x="3209228" y="9209"/>
                </a:lnTo>
                <a:moveTo>
                  <a:pt x="3354523" y="9209"/>
                </a:moveTo>
                <a:lnTo>
                  <a:pt x="3354523" y="0"/>
                </a:lnTo>
                <a:lnTo>
                  <a:pt x="3427170" y="0"/>
                </a:lnTo>
                <a:lnTo>
                  <a:pt x="3427170" y="9209"/>
                </a:lnTo>
                <a:lnTo>
                  <a:pt x="3427170" y="18418"/>
                </a:lnTo>
                <a:lnTo>
                  <a:pt x="3354523" y="18418"/>
                </a:lnTo>
                <a:lnTo>
                  <a:pt x="3354523" y="9209"/>
                </a:lnTo>
                <a:moveTo>
                  <a:pt x="3499817" y="9209"/>
                </a:moveTo>
                <a:lnTo>
                  <a:pt x="3499817" y="0"/>
                </a:lnTo>
                <a:lnTo>
                  <a:pt x="3572465" y="0"/>
                </a:lnTo>
                <a:lnTo>
                  <a:pt x="3572465" y="9209"/>
                </a:lnTo>
                <a:lnTo>
                  <a:pt x="3572465" y="18418"/>
                </a:lnTo>
                <a:lnTo>
                  <a:pt x="3499817" y="18418"/>
                </a:lnTo>
                <a:lnTo>
                  <a:pt x="3499817" y="9209"/>
                </a:lnTo>
                <a:moveTo>
                  <a:pt x="3645112" y="9209"/>
                </a:moveTo>
                <a:lnTo>
                  <a:pt x="3645112" y="0"/>
                </a:lnTo>
                <a:lnTo>
                  <a:pt x="3681435" y="0"/>
                </a:lnTo>
                <a:lnTo>
                  <a:pt x="3681435" y="9209"/>
                </a:lnTo>
                <a:lnTo>
                  <a:pt x="3681435" y="18418"/>
                </a:lnTo>
                <a:lnTo>
                  <a:pt x="3645112" y="18418"/>
                </a:lnTo>
                <a:lnTo>
                  <a:pt x="3645112" y="9209"/>
                </a:lnTo>
                <a:moveTo>
                  <a:pt x="3681435" y="9209"/>
                </a:moveTo>
                <a:lnTo>
                  <a:pt x="3681435" y="0"/>
                </a:lnTo>
                <a:cubicBezTo>
                  <a:pt x="3706865" y="0"/>
                  <a:pt x="3727480" y="20615"/>
                  <a:pt x="3727480" y="46044"/>
                </a:cubicBezTo>
                <a:lnTo>
                  <a:pt x="3718270" y="46044"/>
                </a:lnTo>
                <a:lnTo>
                  <a:pt x="3709061" y="46044"/>
                </a:lnTo>
                <a:cubicBezTo>
                  <a:pt x="3709061" y="30786"/>
                  <a:pt x="3696693" y="18418"/>
                  <a:pt x="3681435" y="18418"/>
                </a:cubicBezTo>
                <a:lnTo>
                  <a:pt x="3681435" y="9209"/>
                </a:lnTo>
                <a:moveTo>
                  <a:pt x="3718270" y="46044"/>
                </a:moveTo>
                <a:lnTo>
                  <a:pt x="3727480" y="46044"/>
                </a:lnTo>
                <a:lnTo>
                  <a:pt x="3727480" y="81153"/>
                </a:lnTo>
                <a:lnTo>
                  <a:pt x="3718270" y="81153"/>
                </a:lnTo>
                <a:lnTo>
                  <a:pt x="3709061" y="81153"/>
                </a:lnTo>
                <a:lnTo>
                  <a:pt x="3709061" y="46044"/>
                </a:lnTo>
                <a:lnTo>
                  <a:pt x="3718270" y="46044"/>
                </a:lnTo>
                <a:moveTo>
                  <a:pt x="3718270" y="151370"/>
                </a:moveTo>
                <a:lnTo>
                  <a:pt x="3727480" y="151370"/>
                </a:lnTo>
                <a:lnTo>
                  <a:pt x="3727480" y="221587"/>
                </a:lnTo>
                <a:lnTo>
                  <a:pt x="3718270" y="221587"/>
                </a:lnTo>
                <a:lnTo>
                  <a:pt x="3709061" y="221587"/>
                </a:lnTo>
                <a:lnTo>
                  <a:pt x="3709061" y="151370"/>
                </a:lnTo>
                <a:lnTo>
                  <a:pt x="3718270" y="151370"/>
                </a:lnTo>
                <a:moveTo>
                  <a:pt x="3718270" y="291804"/>
                </a:moveTo>
                <a:lnTo>
                  <a:pt x="3727480" y="291804"/>
                </a:lnTo>
                <a:lnTo>
                  <a:pt x="3727480" y="362021"/>
                </a:lnTo>
                <a:lnTo>
                  <a:pt x="3718270" y="362021"/>
                </a:lnTo>
                <a:lnTo>
                  <a:pt x="3709061" y="362021"/>
                </a:lnTo>
                <a:lnTo>
                  <a:pt x="3709061" y="291804"/>
                </a:lnTo>
                <a:lnTo>
                  <a:pt x="3718270" y="291804"/>
                </a:lnTo>
                <a:moveTo>
                  <a:pt x="3718270" y="432239"/>
                </a:moveTo>
                <a:lnTo>
                  <a:pt x="3727480" y="432239"/>
                </a:lnTo>
                <a:lnTo>
                  <a:pt x="3727480" y="502456"/>
                </a:lnTo>
                <a:lnTo>
                  <a:pt x="3718270" y="502456"/>
                </a:lnTo>
                <a:lnTo>
                  <a:pt x="3709061" y="502456"/>
                </a:lnTo>
                <a:lnTo>
                  <a:pt x="3709061" y="432239"/>
                </a:lnTo>
                <a:lnTo>
                  <a:pt x="3718270" y="432239"/>
                </a:lnTo>
                <a:moveTo>
                  <a:pt x="3718270" y="572672"/>
                </a:moveTo>
                <a:lnTo>
                  <a:pt x="3727480" y="572672"/>
                </a:lnTo>
                <a:lnTo>
                  <a:pt x="3727480" y="642890"/>
                </a:lnTo>
                <a:lnTo>
                  <a:pt x="3718270" y="642890"/>
                </a:lnTo>
                <a:lnTo>
                  <a:pt x="3709061" y="642890"/>
                </a:lnTo>
                <a:lnTo>
                  <a:pt x="3709061" y="572672"/>
                </a:lnTo>
                <a:lnTo>
                  <a:pt x="3718270" y="572672"/>
                </a:lnTo>
                <a:moveTo>
                  <a:pt x="3718270" y="713107"/>
                </a:moveTo>
                <a:lnTo>
                  <a:pt x="3727480" y="713107"/>
                </a:lnTo>
                <a:lnTo>
                  <a:pt x="3727480" y="783324"/>
                </a:lnTo>
                <a:lnTo>
                  <a:pt x="3718270" y="783324"/>
                </a:lnTo>
                <a:lnTo>
                  <a:pt x="3709061" y="783324"/>
                </a:lnTo>
                <a:lnTo>
                  <a:pt x="3709061" y="713107"/>
                </a:lnTo>
                <a:lnTo>
                  <a:pt x="3718270" y="713107"/>
                </a:lnTo>
                <a:moveTo>
                  <a:pt x="3718270" y="853541"/>
                </a:moveTo>
                <a:lnTo>
                  <a:pt x="3727480" y="853541"/>
                </a:lnTo>
                <a:lnTo>
                  <a:pt x="3727480" y="923758"/>
                </a:lnTo>
                <a:lnTo>
                  <a:pt x="3718270" y="923758"/>
                </a:lnTo>
                <a:lnTo>
                  <a:pt x="3709061" y="923758"/>
                </a:lnTo>
                <a:lnTo>
                  <a:pt x="3709061" y="853541"/>
                </a:lnTo>
                <a:lnTo>
                  <a:pt x="3718270" y="853541"/>
                </a:lnTo>
                <a:moveTo>
                  <a:pt x="3718270" y="993975"/>
                </a:moveTo>
                <a:lnTo>
                  <a:pt x="3727480" y="993975"/>
                </a:lnTo>
                <a:lnTo>
                  <a:pt x="3727480" y="1064192"/>
                </a:lnTo>
                <a:lnTo>
                  <a:pt x="3718270" y="1064192"/>
                </a:lnTo>
                <a:lnTo>
                  <a:pt x="3709061" y="1064192"/>
                </a:lnTo>
                <a:lnTo>
                  <a:pt x="3709061" y="993975"/>
                </a:lnTo>
                <a:lnTo>
                  <a:pt x="3718270" y="993975"/>
                </a:lnTo>
                <a:moveTo>
                  <a:pt x="3718270" y="1134410"/>
                </a:moveTo>
                <a:lnTo>
                  <a:pt x="3727480" y="1134410"/>
                </a:lnTo>
                <a:lnTo>
                  <a:pt x="3727480" y="1169518"/>
                </a:lnTo>
                <a:lnTo>
                  <a:pt x="3718270" y="1169518"/>
                </a:lnTo>
                <a:lnTo>
                  <a:pt x="3709061" y="1169518"/>
                </a:lnTo>
                <a:lnTo>
                  <a:pt x="3709061" y="1134410"/>
                </a:lnTo>
                <a:lnTo>
                  <a:pt x="3718270" y="1134410"/>
                </a:lnTo>
                <a:moveTo>
                  <a:pt x="3718270" y="1169518"/>
                </a:moveTo>
                <a:lnTo>
                  <a:pt x="3727480" y="1169518"/>
                </a:lnTo>
                <a:cubicBezTo>
                  <a:pt x="3727480" y="1194948"/>
                  <a:pt x="3706865" y="1215562"/>
                  <a:pt x="3681435" y="1215562"/>
                </a:cubicBezTo>
                <a:lnTo>
                  <a:pt x="3681435" y="1206353"/>
                </a:lnTo>
                <a:lnTo>
                  <a:pt x="3681435" y="1197145"/>
                </a:lnTo>
                <a:cubicBezTo>
                  <a:pt x="3696693" y="1197145"/>
                  <a:pt x="3709061" y="1184776"/>
                  <a:pt x="3709061" y="1169518"/>
                </a:cubicBezTo>
                <a:lnTo>
                  <a:pt x="3718270" y="1169518"/>
                </a:lnTo>
                <a:moveTo>
                  <a:pt x="3681435" y="1206353"/>
                </a:moveTo>
                <a:lnTo>
                  <a:pt x="3681435" y="1215562"/>
                </a:lnTo>
                <a:lnTo>
                  <a:pt x="3644025" y="1215562"/>
                </a:lnTo>
                <a:lnTo>
                  <a:pt x="3644025" y="1206353"/>
                </a:lnTo>
                <a:lnTo>
                  <a:pt x="3644025" y="1197145"/>
                </a:lnTo>
                <a:lnTo>
                  <a:pt x="3681435" y="1197145"/>
                </a:lnTo>
                <a:lnTo>
                  <a:pt x="3681435" y="1206353"/>
                </a:lnTo>
                <a:moveTo>
                  <a:pt x="3569203" y="1206353"/>
                </a:moveTo>
                <a:lnTo>
                  <a:pt x="3569203" y="1215562"/>
                </a:lnTo>
                <a:lnTo>
                  <a:pt x="3494382" y="1215562"/>
                </a:lnTo>
                <a:lnTo>
                  <a:pt x="3494382" y="1206353"/>
                </a:lnTo>
                <a:lnTo>
                  <a:pt x="3494382" y="1197145"/>
                </a:lnTo>
                <a:lnTo>
                  <a:pt x="3569203" y="1197145"/>
                </a:lnTo>
                <a:lnTo>
                  <a:pt x="3569203" y="1206353"/>
                </a:lnTo>
                <a:moveTo>
                  <a:pt x="3419560" y="1206353"/>
                </a:moveTo>
                <a:lnTo>
                  <a:pt x="3419560" y="1215562"/>
                </a:lnTo>
                <a:lnTo>
                  <a:pt x="3344739" y="1215562"/>
                </a:lnTo>
                <a:lnTo>
                  <a:pt x="3344739" y="1206353"/>
                </a:lnTo>
                <a:lnTo>
                  <a:pt x="3344739" y="1197145"/>
                </a:lnTo>
                <a:lnTo>
                  <a:pt x="3419560" y="1197145"/>
                </a:lnTo>
                <a:lnTo>
                  <a:pt x="3419560" y="1206353"/>
                </a:lnTo>
                <a:moveTo>
                  <a:pt x="3269917" y="1206353"/>
                </a:moveTo>
                <a:lnTo>
                  <a:pt x="3269917" y="1215562"/>
                </a:lnTo>
                <a:lnTo>
                  <a:pt x="3195095" y="1215562"/>
                </a:lnTo>
                <a:lnTo>
                  <a:pt x="3195095" y="1206353"/>
                </a:lnTo>
                <a:lnTo>
                  <a:pt x="3195095" y="1197145"/>
                </a:lnTo>
                <a:lnTo>
                  <a:pt x="3269917" y="1197145"/>
                </a:lnTo>
                <a:lnTo>
                  <a:pt x="3269917" y="1206353"/>
                </a:lnTo>
                <a:moveTo>
                  <a:pt x="3120274" y="1206353"/>
                </a:moveTo>
                <a:lnTo>
                  <a:pt x="3120274" y="1215562"/>
                </a:lnTo>
                <a:lnTo>
                  <a:pt x="3045452" y="1215562"/>
                </a:lnTo>
                <a:lnTo>
                  <a:pt x="3045452" y="1206353"/>
                </a:lnTo>
                <a:lnTo>
                  <a:pt x="3045452" y="1197145"/>
                </a:lnTo>
                <a:lnTo>
                  <a:pt x="3120274" y="1197145"/>
                </a:lnTo>
                <a:lnTo>
                  <a:pt x="3120274" y="1206353"/>
                </a:lnTo>
                <a:moveTo>
                  <a:pt x="2970630" y="1206353"/>
                </a:moveTo>
                <a:lnTo>
                  <a:pt x="2970630" y="1215562"/>
                </a:lnTo>
                <a:lnTo>
                  <a:pt x="2895810" y="1215562"/>
                </a:lnTo>
                <a:lnTo>
                  <a:pt x="2895810" y="1206353"/>
                </a:lnTo>
                <a:lnTo>
                  <a:pt x="2895810" y="1197145"/>
                </a:lnTo>
                <a:lnTo>
                  <a:pt x="2970630" y="1197145"/>
                </a:lnTo>
                <a:lnTo>
                  <a:pt x="2970630" y="1206353"/>
                </a:lnTo>
                <a:moveTo>
                  <a:pt x="2820988" y="1206353"/>
                </a:moveTo>
                <a:lnTo>
                  <a:pt x="2820988" y="1215562"/>
                </a:lnTo>
                <a:lnTo>
                  <a:pt x="2746166" y="1215562"/>
                </a:lnTo>
                <a:lnTo>
                  <a:pt x="2746166" y="1206353"/>
                </a:lnTo>
                <a:lnTo>
                  <a:pt x="2746166" y="1197145"/>
                </a:lnTo>
                <a:lnTo>
                  <a:pt x="2820988" y="1197145"/>
                </a:lnTo>
                <a:lnTo>
                  <a:pt x="2820988" y="1206353"/>
                </a:lnTo>
                <a:moveTo>
                  <a:pt x="2671345" y="1206353"/>
                </a:moveTo>
                <a:lnTo>
                  <a:pt x="2671345" y="1215562"/>
                </a:lnTo>
                <a:lnTo>
                  <a:pt x="2596523" y="1215562"/>
                </a:lnTo>
                <a:lnTo>
                  <a:pt x="2596523" y="1206353"/>
                </a:lnTo>
                <a:lnTo>
                  <a:pt x="2596523" y="1197145"/>
                </a:lnTo>
                <a:lnTo>
                  <a:pt x="2671345" y="1197145"/>
                </a:lnTo>
                <a:lnTo>
                  <a:pt x="2671345" y="1206353"/>
                </a:lnTo>
                <a:moveTo>
                  <a:pt x="2521702" y="1206353"/>
                </a:moveTo>
                <a:lnTo>
                  <a:pt x="2521702" y="1215562"/>
                </a:lnTo>
                <a:lnTo>
                  <a:pt x="2446880" y="1215562"/>
                </a:lnTo>
                <a:lnTo>
                  <a:pt x="2446880" y="1206353"/>
                </a:lnTo>
                <a:lnTo>
                  <a:pt x="2446880" y="1197145"/>
                </a:lnTo>
                <a:lnTo>
                  <a:pt x="2521702" y="1197145"/>
                </a:lnTo>
                <a:lnTo>
                  <a:pt x="2521702" y="1206353"/>
                </a:lnTo>
                <a:moveTo>
                  <a:pt x="2372058" y="1206353"/>
                </a:moveTo>
                <a:lnTo>
                  <a:pt x="2372058" y="1215562"/>
                </a:lnTo>
                <a:lnTo>
                  <a:pt x="2297237" y="1215562"/>
                </a:lnTo>
                <a:lnTo>
                  <a:pt x="2297237" y="1206353"/>
                </a:lnTo>
                <a:lnTo>
                  <a:pt x="2297237" y="1197145"/>
                </a:lnTo>
                <a:lnTo>
                  <a:pt x="2372058" y="1197145"/>
                </a:lnTo>
                <a:lnTo>
                  <a:pt x="2372058" y="1206353"/>
                </a:lnTo>
                <a:moveTo>
                  <a:pt x="2222415" y="1206353"/>
                </a:moveTo>
                <a:lnTo>
                  <a:pt x="2222415" y="1215562"/>
                </a:lnTo>
                <a:lnTo>
                  <a:pt x="2147595" y="1215562"/>
                </a:lnTo>
                <a:lnTo>
                  <a:pt x="2147595" y="1206353"/>
                </a:lnTo>
                <a:lnTo>
                  <a:pt x="2147595" y="1197145"/>
                </a:lnTo>
                <a:lnTo>
                  <a:pt x="2222415" y="1197145"/>
                </a:lnTo>
                <a:lnTo>
                  <a:pt x="2222415" y="1206353"/>
                </a:lnTo>
                <a:moveTo>
                  <a:pt x="2072773" y="1206353"/>
                </a:moveTo>
                <a:lnTo>
                  <a:pt x="2072773" y="1215562"/>
                </a:lnTo>
                <a:lnTo>
                  <a:pt x="1997951" y="1215562"/>
                </a:lnTo>
                <a:lnTo>
                  <a:pt x="1997951" y="1206353"/>
                </a:lnTo>
                <a:lnTo>
                  <a:pt x="1997951" y="1197145"/>
                </a:lnTo>
                <a:lnTo>
                  <a:pt x="2072773" y="1197145"/>
                </a:lnTo>
                <a:lnTo>
                  <a:pt x="2072773" y="1206353"/>
                </a:lnTo>
                <a:moveTo>
                  <a:pt x="1923129" y="1206353"/>
                </a:moveTo>
                <a:lnTo>
                  <a:pt x="1923129" y="1215562"/>
                </a:lnTo>
                <a:lnTo>
                  <a:pt x="1848308" y="1215562"/>
                </a:lnTo>
                <a:lnTo>
                  <a:pt x="1848308" y="1206353"/>
                </a:lnTo>
                <a:lnTo>
                  <a:pt x="1848308" y="1197145"/>
                </a:lnTo>
                <a:lnTo>
                  <a:pt x="1923129" y="1197145"/>
                </a:lnTo>
                <a:lnTo>
                  <a:pt x="1923129" y="1206353"/>
                </a:lnTo>
                <a:moveTo>
                  <a:pt x="1773487" y="1206353"/>
                </a:moveTo>
                <a:lnTo>
                  <a:pt x="1773487" y="1215562"/>
                </a:lnTo>
                <a:lnTo>
                  <a:pt x="1698665" y="1215562"/>
                </a:lnTo>
                <a:lnTo>
                  <a:pt x="1698665" y="1206353"/>
                </a:lnTo>
                <a:lnTo>
                  <a:pt x="1698665" y="1197145"/>
                </a:lnTo>
                <a:lnTo>
                  <a:pt x="1773487" y="1197145"/>
                </a:lnTo>
                <a:lnTo>
                  <a:pt x="1773487" y="1206353"/>
                </a:lnTo>
                <a:moveTo>
                  <a:pt x="1623843" y="1206353"/>
                </a:moveTo>
                <a:lnTo>
                  <a:pt x="1623843" y="1215562"/>
                </a:lnTo>
                <a:lnTo>
                  <a:pt x="1549022" y="1215562"/>
                </a:lnTo>
                <a:lnTo>
                  <a:pt x="1549022" y="1206353"/>
                </a:lnTo>
                <a:lnTo>
                  <a:pt x="1549022" y="1197145"/>
                </a:lnTo>
                <a:lnTo>
                  <a:pt x="1623843" y="1197145"/>
                </a:lnTo>
                <a:lnTo>
                  <a:pt x="1623843" y="1206353"/>
                </a:lnTo>
                <a:moveTo>
                  <a:pt x="1474201" y="1206353"/>
                </a:moveTo>
                <a:lnTo>
                  <a:pt x="1474201" y="1215562"/>
                </a:lnTo>
                <a:lnTo>
                  <a:pt x="1399379" y="1215562"/>
                </a:lnTo>
                <a:lnTo>
                  <a:pt x="1399379" y="1206353"/>
                </a:lnTo>
                <a:lnTo>
                  <a:pt x="1399379" y="1197145"/>
                </a:lnTo>
                <a:lnTo>
                  <a:pt x="1474201" y="1197145"/>
                </a:lnTo>
                <a:lnTo>
                  <a:pt x="1474201" y="1206353"/>
                </a:lnTo>
                <a:moveTo>
                  <a:pt x="1324557" y="1206353"/>
                </a:moveTo>
                <a:lnTo>
                  <a:pt x="1324557" y="1215562"/>
                </a:lnTo>
                <a:lnTo>
                  <a:pt x="1249736" y="1215562"/>
                </a:lnTo>
                <a:lnTo>
                  <a:pt x="1249736" y="1206353"/>
                </a:lnTo>
                <a:lnTo>
                  <a:pt x="1249736" y="1197145"/>
                </a:lnTo>
                <a:lnTo>
                  <a:pt x="1324557" y="1197145"/>
                </a:lnTo>
                <a:lnTo>
                  <a:pt x="1324557" y="1206353"/>
                </a:lnTo>
                <a:moveTo>
                  <a:pt x="1174914" y="1206353"/>
                </a:moveTo>
                <a:lnTo>
                  <a:pt x="1174914" y="1215562"/>
                </a:lnTo>
                <a:lnTo>
                  <a:pt x="1100092" y="1215562"/>
                </a:lnTo>
                <a:lnTo>
                  <a:pt x="1100092" y="1206353"/>
                </a:lnTo>
                <a:lnTo>
                  <a:pt x="1100092" y="1197145"/>
                </a:lnTo>
                <a:lnTo>
                  <a:pt x="1174914" y="1197145"/>
                </a:lnTo>
                <a:lnTo>
                  <a:pt x="1174914" y="1206353"/>
                </a:lnTo>
                <a:moveTo>
                  <a:pt x="1025271" y="1206353"/>
                </a:moveTo>
                <a:lnTo>
                  <a:pt x="1025271" y="1215562"/>
                </a:lnTo>
                <a:lnTo>
                  <a:pt x="950450" y="1215562"/>
                </a:lnTo>
                <a:lnTo>
                  <a:pt x="950450" y="1206353"/>
                </a:lnTo>
                <a:lnTo>
                  <a:pt x="950450" y="1197145"/>
                </a:lnTo>
                <a:lnTo>
                  <a:pt x="1025271" y="1197145"/>
                </a:lnTo>
                <a:lnTo>
                  <a:pt x="1025271" y="1206353"/>
                </a:lnTo>
                <a:moveTo>
                  <a:pt x="875628" y="1206353"/>
                </a:moveTo>
                <a:lnTo>
                  <a:pt x="875628" y="1215562"/>
                </a:lnTo>
                <a:lnTo>
                  <a:pt x="800807" y="1215562"/>
                </a:lnTo>
                <a:lnTo>
                  <a:pt x="800807" y="1206353"/>
                </a:lnTo>
                <a:lnTo>
                  <a:pt x="800807" y="1197145"/>
                </a:lnTo>
                <a:lnTo>
                  <a:pt x="875628" y="1197145"/>
                </a:lnTo>
                <a:lnTo>
                  <a:pt x="875628" y="1206353"/>
                </a:lnTo>
                <a:moveTo>
                  <a:pt x="725985" y="1206353"/>
                </a:moveTo>
                <a:lnTo>
                  <a:pt x="725985" y="1215562"/>
                </a:lnTo>
                <a:lnTo>
                  <a:pt x="651164" y="1215562"/>
                </a:lnTo>
                <a:lnTo>
                  <a:pt x="651164" y="1206353"/>
                </a:lnTo>
                <a:lnTo>
                  <a:pt x="651164" y="1197145"/>
                </a:lnTo>
                <a:lnTo>
                  <a:pt x="725985" y="1197145"/>
                </a:lnTo>
                <a:lnTo>
                  <a:pt x="725985" y="1206353"/>
                </a:lnTo>
                <a:moveTo>
                  <a:pt x="576342" y="1206353"/>
                </a:moveTo>
                <a:lnTo>
                  <a:pt x="576342" y="1215562"/>
                </a:lnTo>
                <a:lnTo>
                  <a:pt x="501520" y="1215562"/>
                </a:lnTo>
                <a:lnTo>
                  <a:pt x="501520" y="1206353"/>
                </a:lnTo>
                <a:lnTo>
                  <a:pt x="501520" y="1197145"/>
                </a:lnTo>
                <a:lnTo>
                  <a:pt x="576342" y="1197145"/>
                </a:lnTo>
                <a:lnTo>
                  <a:pt x="576342" y="1206353"/>
                </a:lnTo>
                <a:moveTo>
                  <a:pt x="426699" y="1206353"/>
                </a:moveTo>
                <a:lnTo>
                  <a:pt x="426699" y="1215562"/>
                </a:lnTo>
                <a:lnTo>
                  <a:pt x="351878" y="1215562"/>
                </a:lnTo>
                <a:lnTo>
                  <a:pt x="351878" y="1206353"/>
                </a:lnTo>
                <a:lnTo>
                  <a:pt x="351878" y="1197145"/>
                </a:lnTo>
                <a:lnTo>
                  <a:pt x="426699" y="1197145"/>
                </a:lnTo>
                <a:lnTo>
                  <a:pt x="426699" y="1206353"/>
                </a:lnTo>
                <a:moveTo>
                  <a:pt x="277056" y="1206353"/>
                </a:moveTo>
                <a:lnTo>
                  <a:pt x="277056" y="1215562"/>
                </a:lnTo>
                <a:lnTo>
                  <a:pt x="202234" y="1215562"/>
                </a:lnTo>
                <a:lnTo>
                  <a:pt x="202234" y="1206353"/>
                </a:lnTo>
                <a:lnTo>
                  <a:pt x="202234" y="1197145"/>
                </a:lnTo>
                <a:lnTo>
                  <a:pt x="277056" y="1197145"/>
                </a:lnTo>
                <a:lnTo>
                  <a:pt x="277056" y="1206353"/>
                </a:lnTo>
                <a:moveTo>
                  <a:pt x="127413" y="1206353"/>
                </a:moveTo>
                <a:lnTo>
                  <a:pt x="127413" y="1215562"/>
                </a:lnTo>
                <a:lnTo>
                  <a:pt x="90002" y="1215562"/>
                </a:lnTo>
                <a:lnTo>
                  <a:pt x="90002" y="1206353"/>
                </a:lnTo>
                <a:lnTo>
                  <a:pt x="90002" y="1197145"/>
                </a:lnTo>
                <a:lnTo>
                  <a:pt x="127413" y="1197145"/>
                </a:lnTo>
                <a:lnTo>
                  <a:pt x="127413" y="1206353"/>
                </a:lnTo>
                <a:moveTo>
                  <a:pt x="90002" y="1206353"/>
                </a:moveTo>
                <a:lnTo>
                  <a:pt x="90002" y="1215562"/>
                </a:lnTo>
                <a:cubicBezTo>
                  <a:pt x="64573" y="1215562"/>
                  <a:pt x="43958" y="1194948"/>
                  <a:pt x="43958" y="1169518"/>
                </a:cubicBezTo>
                <a:lnTo>
                  <a:pt x="53167" y="1169518"/>
                </a:lnTo>
                <a:lnTo>
                  <a:pt x="62376" y="1169518"/>
                </a:lnTo>
                <a:cubicBezTo>
                  <a:pt x="62376" y="1184776"/>
                  <a:pt x="74744" y="1197145"/>
                  <a:pt x="90002" y="1197145"/>
                </a:cubicBezTo>
                <a:lnTo>
                  <a:pt x="90002" y="1206353"/>
                </a:lnTo>
                <a:moveTo>
                  <a:pt x="53167" y="1169518"/>
                </a:moveTo>
                <a:lnTo>
                  <a:pt x="43958" y="1169518"/>
                </a:lnTo>
                <a:lnTo>
                  <a:pt x="43958" y="1136520"/>
                </a:lnTo>
                <a:lnTo>
                  <a:pt x="53167" y="1136520"/>
                </a:lnTo>
                <a:lnTo>
                  <a:pt x="62376" y="1136520"/>
                </a:lnTo>
                <a:lnTo>
                  <a:pt x="62376" y="1169518"/>
                </a:lnTo>
                <a:lnTo>
                  <a:pt x="53167" y="1169518"/>
                </a:lnTo>
                <a:moveTo>
                  <a:pt x="53167" y="1070524"/>
                </a:moveTo>
                <a:lnTo>
                  <a:pt x="43958" y="1070524"/>
                </a:lnTo>
                <a:lnTo>
                  <a:pt x="43958" y="1004527"/>
                </a:lnTo>
                <a:lnTo>
                  <a:pt x="53167" y="1004527"/>
                </a:lnTo>
                <a:lnTo>
                  <a:pt x="62376" y="1004527"/>
                </a:lnTo>
                <a:lnTo>
                  <a:pt x="62376" y="1070524"/>
                </a:lnTo>
                <a:lnTo>
                  <a:pt x="53167" y="1070524"/>
                </a:lnTo>
                <a:moveTo>
                  <a:pt x="53167" y="938530"/>
                </a:moveTo>
                <a:lnTo>
                  <a:pt x="43958" y="938530"/>
                </a:lnTo>
                <a:lnTo>
                  <a:pt x="43958" y="872534"/>
                </a:lnTo>
                <a:lnTo>
                  <a:pt x="53167" y="872534"/>
                </a:lnTo>
                <a:lnTo>
                  <a:pt x="62376" y="872534"/>
                </a:lnTo>
                <a:lnTo>
                  <a:pt x="62376" y="938530"/>
                </a:lnTo>
                <a:lnTo>
                  <a:pt x="53167" y="938530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5">
            <a:extLst xmlns:a="http://schemas.openxmlformats.org/drawingml/2006/main">
              <a:ext uri="{FF2B5EF4-FFF2-40B4-BE49-F238E27FC236}">
                <a16:creationId xmlns:a16="http://schemas.microsoft.com/office/drawing/2014/main" id="{583150B4-263A-41B2-8392-3C6A9CCBC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2128730"/>
            <a:ext cx="2866008" cy="754213"/>
          </a:xfrm>
          <a:custGeom xmlns:a="http://schemas.openxmlformats.org/drawingml/2006/main">
            <a:pathLst>
              <a:path w="2449541" h="644616">
                <a:moveTo>
                  <a:pt x="0" y="33152"/>
                </a:moveTo>
                <a:cubicBezTo>
                  <a:pt x="0" y="14843"/>
                  <a:pt x="14843" y="0"/>
                  <a:pt x="33152" y="0"/>
                </a:cubicBezTo>
                <a:lnTo>
                  <a:pt x="2416390" y="0"/>
                </a:lnTo>
                <a:cubicBezTo>
                  <a:pt x="2434699" y="0"/>
                  <a:pt x="2449541" y="14843"/>
                  <a:pt x="2449541" y="33152"/>
                </a:cubicBezTo>
                <a:lnTo>
                  <a:pt x="2449541" y="611465"/>
                </a:lnTo>
                <a:cubicBezTo>
                  <a:pt x="2449541" y="629774"/>
                  <a:pt x="2434699" y="644616"/>
                  <a:pt x="2416390" y="644616"/>
                </a:cubicBezTo>
                <a:lnTo>
                  <a:pt x="33152" y="644616"/>
                </a:lnTo>
                <a:cubicBezTo>
                  <a:pt x="14843" y="644616"/>
                  <a:pt x="0" y="629774"/>
                  <a:pt x="0" y="611465"/>
                </a:cubicBezTo>
                <a:lnTo>
                  <a:pt x="0" y="33152"/>
                </a:lnTo>
              </a:path>
            </a:pathLst>
          </a:custGeom>
          <a:solidFill xmlns:a="http://schemas.openxmlformats.org/drawingml/2006/main">
            <a:srgbClr val="4169E1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6">
            <a:extLst xmlns:a="http://schemas.openxmlformats.org/drawingml/2006/main">
              <a:ext uri="{FF2B5EF4-FFF2-40B4-BE49-F238E27FC236}">
                <a16:creationId xmlns:a16="http://schemas.microsoft.com/office/drawing/2014/main" id="{AB70D977-234D-452C-8AAD-10419699F6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2801865"/>
            <a:ext cx="82358" cy="81078"/>
          </a:xfrm>
          <a:custGeom xmlns:a="http://schemas.openxmlformats.org/drawingml/2006/main">
            <a:pathLst>
              <a:path w="70390" h="69296">
                <a:moveTo>
                  <a:pt x="70390" y="60087"/>
                </a:moveTo>
                <a:lnTo>
                  <a:pt x="70390" y="50879"/>
                </a:lnTo>
                <a:lnTo>
                  <a:pt x="33152" y="50879"/>
                </a:lnTo>
                <a:lnTo>
                  <a:pt x="25715" y="48867"/>
                </a:lnTo>
                <a:lnTo>
                  <a:pt x="20429" y="43581"/>
                </a:lnTo>
                <a:lnTo>
                  <a:pt x="18417" y="3614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145"/>
                </a:lnTo>
                <a:lnTo>
                  <a:pt x="2605" y="49049"/>
                </a:lnTo>
                <a:lnTo>
                  <a:pt x="9710" y="59586"/>
                </a:lnTo>
                <a:lnTo>
                  <a:pt x="20248" y="66691"/>
                </a:lnTo>
                <a:lnTo>
                  <a:pt x="33152" y="69296"/>
                </a:lnTo>
                <a:lnTo>
                  <a:pt x="70390" y="69296"/>
                </a:lnTo>
                <a:lnTo>
                  <a:pt x="70390" y="60087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7">
            <a:extLst xmlns:a="http://schemas.openxmlformats.org/drawingml/2006/main">
              <a:ext uri="{FF2B5EF4-FFF2-40B4-BE49-F238E27FC236}">
                <a16:creationId xmlns:a16="http://schemas.microsoft.com/office/drawing/2014/main" id="{E30A942C-2697-473A-A24F-D1C99A050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2632706"/>
            <a:ext cx="21549" cy="84579"/>
          </a:xfrm>
          <a:custGeom xmlns:a="http://schemas.openxmlformats.org/drawingml/2006/main">
            <a:pathLst>
              <a:path w="18417" h="72289">
                <a:moveTo>
                  <a:pt x="9209" y="72289"/>
                </a:move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8">
            <a:extLst xmlns:a="http://schemas.openxmlformats.org/drawingml/2006/main">
              <a:ext uri="{FF2B5EF4-FFF2-40B4-BE49-F238E27FC236}">
                <a16:creationId xmlns:a16="http://schemas.microsoft.com/office/drawing/2014/main" id="{CC006265-90F8-49EB-B10E-C18D67C62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2463546"/>
            <a:ext cx="21549" cy="84579"/>
          </a:xfrm>
          <a:custGeom xmlns:a="http://schemas.openxmlformats.org/drawingml/2006/main">
            <a:pathLst>
              <a:path w="18417" h="72289">
                <a:moveTo>
                  <a:pt x="0" y="0"/>
                </a:moveTo>
                <a:lnTo>
                  <a:pt x="0" y="72289"/>
                </a:lnTo>
                <a:lnTo>
                  <a:pt x="9209" y="72289"/>
                </a:ln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9">
            <a:extLst xmlns:a="http://schemas.openxmlformats.org/drawingml/2006/main">
              <a:ext uri="{FF2B5EF4-FFF2-40B4-BE49-F238E27FC236}">
                <a16:creationId xmlns:a16="http://schemas.microsoft.com/office/drawing/2014/main" id="{2AD600EE-AB2A-42B3-B377-D3FB01A94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2294387"/>
            <a:ext cx="21549" cy="84579"/>
          </a:xfrm>
          <a:custGeom xmlns:a="http://schemas.openxmlformats.org/drawingml/2006/main">
            <a:pathLst>
              <a:path w="18417" h="72289">
                <a:moveTo>
                  <a:pt x="0" y="0"/>
                </a:moveTo>
                <a:lnTo>
                  <a:pt x="0" y="72289"/>
                </a:lnTo>
                <a:lnTo>
                  <a:pt x="9209" y="72289"/>
                </a:ln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10">
            <a:extLst xmlns:a="http://schemas.openxmlformats.org/drawingml/2006/main">
              <a:ext uri="{FF2B5EF4-FFF2-40B4-BE49-F238E27FC236}">
                <a16:creationId xmlns:a16="http://schemas.microsoft.com/office/drawing/2014/main" id="{78DF3B05-7EEC-4243-8496-FCCB7C365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2128730"/>
            <a:ext cx="82357" cy="81078"/>
          </a:xfrm>
          <a:custGeom xmlns:a="http://schemas.openxmlformats.org/drawingml/2006/main">
            <a:pathLst>
              <a:path w="70390" h="69296">
                <a:moveTo>
                  <a:pt x="9209" y="69296"/>
                </a:moveTo>
                <a:lnTo>
                  <a:pt x="18417" y="69296"/>
                </a:lnTo>
                <a:lnTo>
                  <a:pt x="18417" y="33152"/>
                </a:lnTo>
                <a:lnTo>
                  <a:pt x="20429" y="25715"/>
                </a:lnTo>
                <a:lnTo>
                  <a:pt x="25715" y="20429"/>
                </a:lnTo>
                <a:lnTo>
                  <a:pt x="33152" y="18418"/>
                </a:lnTo>
                <a:lnTo>
                  <a:pt x="70390" y="18418"/>
                </a:lnTo>
                <a:lnTo>
                  <a:pt x="70390" y="9209"/>
                </a:lnTo>
                <a:lnTo>
                  <a:pt x="70390" y="0"/>
                </a:lnTo>
                <a:lnTo>
                  <a:pt x="33152" y="0"/>
                </a:lnTo>
                <a:lnTo>
                  <a:pt x="20248" y="2605"/>
                </a:lnTo>
                <a:lnTo>
                  <a:pt x="9710" y="9710"/>
                </a:lnTo>
                <a:lnTo>
                  <a:pt x="2605" y="20248"/>
                </a:lnTo>
                <a:lnTo>
                  <a:pt x="0" y="33152"/>
                </a:lnTo>
                <a:lnTo>
                  <a:pt x="0" y="69296"/>
                </a:lnTo>
                <a:lnTo>
                  <a:pt x="9209" y="69296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path-11">
            <a:extLst xmlns:a="http://schemas.openxmlformats.org/drawingml/2006/main">
              <a:ext uri="{FF2B5EF4-FFF2-40B4-BE49-F238E27FC236}">
                <a16:creationId xmlns:a16="http://schemas.microsoft.com/office/drawing/2014/main" id="{6148E961-CCC3-40C2-B617-F5CED9E48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7510" y="2128730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path-12">
            <a:extLst xmlns:a="http://schemas.openxmlformats.org/drawingml/2006/main">
              <a:ext uri="{FF2B5EF4-FFF2-40B4-BE49-F238E27FC236}">
                <a16:creationId xmlns:a16="http://schemas.microsoft.com/office/drawing/2014/main" id="{877F3B66-7DDF-4797-A7AB-AEDF3B9C6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787" y="2128730"/>
            <a:ext cx="87139" cy="21549"/>
          </a:xfrm>
          <a:custGeom xmlns:a="http://schemas.openxmlformats.org/drawingml/2006/main">
            <a:pathLst>
              <a:path w="74476" h="18418">
                <a:moveTo>
                  <a:pt x="74476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path-13">
            <a:extLst xmlns:a="http://schemas.openxmlformats.org/drawingml/2006/main">
              <a:ext uri="{FF2B5EF4-FFF2-40B4-BE49-F238E27FC236}">
                <a16:creationId xmlns:a16="http://schemas.microsoft.com/office/drawing/2014/main" id="{02EFD4A6-33C1-4EA7-B55C-069439C6D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64" y="2128730"/>
            <a:ext cx="87139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4">
            <a:extLst xmlns:a="http://schemas.openxmlformats.org/drawingml/2006/main">
              <a:ext uri="{FF2B5EF4-FFF2-40B4-BE49-F238E27FC236}">
                <a16:creationId xmlns:a16="http://schemas.microsoft.com/office/drawing/2014/main" id="{9447B2F6-BE75-4AA3-A765-404BC9499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0342" y="2128730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15">
            <a:extLst xmlns:a="http://schemas.openxmlformats.org/drawingml/2006/main">
              <a:ext uri="{FF2B5EF4-FFF2-40B4-BE49-F238E27FC236}">
                <a16:creationId xmlns:a16="http://schemas.microsoft.com/office/drawing/2014/main" id="{4C6B10FD-71AB-4AE8-81C6-231701AC63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618" y="2128730"/>
            <a:ext cx="87139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path-16">
            <a:extLst xmlns:a="http://schemas.openxmlformats.org/drawingml/2006/main">
              <a:ext uri="{FF2B5EF4-FFF2-40B4-BE49-F238E27FC236}">
                <a16:creationId xmlns:a16="http://schemas.microsoft.com/office/drawing/2014/main" id="{26BB680E-AB42-4414-970C-C1435D29C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895" y="2128730"/>
            <a:ext cx="87139" cy="21549"/>
          </a:xfrm>
          <a:custGeom xmlns:a="http://schemas.openxmlformats.org/drawingml/2006/main">
            <a:pathLst>
              <a:path w="74477" h="18418">
                <a:moveTo>
                  <a:pt x="0" y="9209"/>
                </a:moveTo>
                <a:lnTo>
                  <a:pt x="0" y="18418"/>
                </a:lnTo>
                <a:lnTo>
                  <a:pt x="74477" y="18418"/>
                </a:lnTo>
                <a:lnTo>
                  <a:pt x="74477" y="9209"/>
                </a:lnTo>
                <a:lnTo>
                  <a:pt x="74477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path-17">
            <a:extLst xmlns:a="http://schemas.openxmlformats.org/drawingml/2006/main">
              <a:ext uri="{FF2B5EF4-FFF2-40B4-BE49-F238E27FC236}">
                <a16:creationId xmlns:a16="http://schemas.microsoft.com/office/drawing/2014/main" id="{81297049-7B51-42BC-A714-C37F93901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173" y="2128730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path-18">
            <a:extLst xmlns:a="http://schemas.openxmlformats.org/drawingml/2006/main">
              <a:ext uri="{FF2B5EF4-FFF2-40B4-BE49-F238E27FC236}">
                <a16:creationId xmlns:a16="http://schemas.microsoft.com/office/drawing/2014/main" id="{3A97B998-76E7-4BBD-950A-D38954E93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7450" y="2128730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" name="path-19">
            <a:extLst xmlns:a="http://schemas.openxmlformats.org/drawingml/2006/main">
              <a:ext uri="{FF2B5EF4-FFF2-40B4-BE49-F238E27FC236}">
                <a16:creationId xmlns:a16="http://schemas.microsoft.com/office/drawing/2014/main" id="{3A2AB02E-1661-41E3-8ADF-A0461166E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1726" y="2128730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18418"/>
                </a:move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" name="path-20">
            <a:extLst xmlns:a="http://schemas.openxmlformats.org/drawingml/2006/main">
              <a:ext uri="{FF2B5EF4-FFF2-40B4-BE49-F238E27FC236}">
                <a16:creationId xmlns:a16="http://schemas.microsoft.com/office/drawing/2014/main" id="{59AC190C-9B8D-4381-88D8-4C6873D97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6003" y="2128730"/>
            <a:ext cx="87139" cy="21549"/>
          </a:xfrm>
          <a:custGeom xmlns:a="http://schemas.openxmlformats.org/drawingml/2006/main">
            <a:pathLst>
              <a:path w="74477" h="18418">
                <a:moveTo>
                  <a:pt x="0" y="9209"/>
                </a:moveTo>
                <a:lnTo>
                  <a:pt x="0" y="18418"/>
                </a:lnTo>
                <a:lnTo>
                  <a:pt x="74477" y="18418"/>
                </a:lnTo>
                <a:lnTo>
                  <a:pt x="74477" y="9209"/>
                </a:lnTo>
                <a:lnTo>
                  <a:pt x="74477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path-21">
            <a:extLst xmlns:a="http://schemas.openxmlformats.org/drawingml/2006/main">
              <a:ext uri="{FF2B5EF4-FFF2-40B4-BE49-F238E27FC236}">
                <a16:creationId xmlns:a16="http://schemas.microsoft.com/office/drawing/2014/main" id="{979B71FF-B769-4CBF-906E-DEE4768A72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0280" y="2128730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path-22">
            <a:extLst xmlns:a="http://schemas.openxmlformats.org/drawingml/2006/main">
              <a:ext uri="{FF2B5EF4-FFF2-40B4-BE49-F238E27FC236}">
                <a16:creationId xmlns:a16="http://schemas.microsoft.com/office/drawing/2014/main" id="{29CB0207-2BB1-4EE1-A722-EAF87B734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54557" y="2128730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path-23">
            <a:extLst xmlns:a="http://schemas.openxmlformats.org/drawingml/2006/main">
              <a:ext uri="{FF2B5EF4-FFF2-40B4-BE49-F238E27FC236}">
                <a16:creationId xmlns:a16="http://schemas.microsoft.com/office/drawing/2014/main" id="{3B3AA2FB-7477-490B-95A1-2BA7EE317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8834" y="2128730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18418"/>
                </a:move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path-24">
            <a:extLst xmlns:a="http://schemas.openxmlformats.org/drawingml/2006/main">
              <a:ext uri="{FF2B5EF4-FFF2-40B4-BE49-F238E27FC236}">
                <a16:creationId xmlns:a16="http://schemas.microsoft.com/office/drawing/2014/main" id="{D528F53A-071F-45C6-88BB-BBE23FEBE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3111" y="2128730"/>
            <a:ext cx="87139" cy="21549"/>
          </a:xfrm>
          <a:custGeom xmlns:a="http://schemas.openxmlformats.org/drawingml/2006/main">
            <a:pathLst>
              <a:path w="74477" h="18418">
                <a:moveTo>
                  <a:pt x="74477" y="18418"/>
                </a:moveTo>
                <a:lnTo>
                  <a:pt x="74477" y="9209"/>
                </a:lnTo>
                <a:lnTo>
                  <a:pt x="7447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7" y="18418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path-25">
            <a:extLst xmlns:a="http://schemas.openxmlformats.org/drawingml/2006/main">
              <a:ext uri="{FF2B5EF4-FFF2-40B4-BE49-F238E27FC236}">
                <a16:creationId xmlns:a16="http://schemas.microsoft.com/office/drawing/2014/main" id="{9CD9929D-BF7F-4911-B891-77B26728B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7388" y="2128730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" name="path-26">
            <a:extLst xmlns:a="http://schemas.openxmlformats.org/drawingml/2006/main">
              <a:ext uri="{FF2B5EF4-FFF2-40B4-BE49-F238E27FC236}">
                <a16:creationId xmlns:a16="http://schemas.microsoft.com/office/drawing/2014/main" id="{FF3756D2-9073-4F0E-AF80-D00D9B824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1664" y="2128730"/>
            <a:ext cx="82358" cy="81078"/>
          </a:xfrm>
          <a:custGeom xmlns:a="http://schemas.openxmlformats.org/drawingml/2006/main">
            <a:pathLst>
              <a:path w="70391" h="69296">
                <a:moveTo>
                  <a:pt x="0" y="9209"/>
                </a:moveTo>
                <a:lnTo>
                  <a:pt x="0" y="18418"/>
                </a:lnTo>
                <a:lnTo>
                  <a:pt x="37239" y="18418"/>
                </a:lnTo>
                <a:lnTo>
                  <a:pt x="44676" y="20429"/>
                </a:lnTo>
                <a:lnTo>
                  <a:pt x="49961" y="25715"/>
                </a:lnTo>
                <a:lnTo>
                  <a:pt x="51973" y="33152"/>
                </a:lnTo>
                <a:lnTo>
                  <a:pt x="51973" y="69296"/>
                </a:lnTo>
                <a:lnTo>
                  <a:pt x="61182" y="69296"/>
                </a:lnTo>
                <a:lnTo>
                  <a:pt x="70391" y="69296"/>
                </a:lnTo>
                <a:lnTo>
                  <a:pt x="70391" y="33152"/>
                </a:lnTo>
                <a:lnTo>
                  <a:pt x="67785" y="20248"/>
                </a:lnTo>
                <a:lnTo>
                  <a:pt x="60681" y="9710"/>
                </a:lnTo>
                <a:lnTo>
                  <a:pt x="50143" y="2605"/>
                </a:lnTo>
                <a:lnTo>
                  <a:pt x="37239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path-27">
            <a:extLst xmlns:a="http://schemas.openxmlformats.org/drawingml/2006/main">
              <a:ext uri="{FF2B5EF4-FFF2-40B4-BE49-F238E27FC236}">
                <a16:creationId xmlns:a16="http://schemas.microsoft.com/office/drawing/2014/main" id="{5E421FF0-ADF6-4172-BFED-D548BFF4B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474" y="2294387"/>
            <a:ext cx="21549" cy="84579"/>
          </a:xfrm>
          <a:custGeom xmlns:a="http://schemas.openxmlformats.org/drawingml/2006/main">
            <a:pathLst>
              <a:path w="18418" h="72289">
                <a:moveTo>
                  <a:pt x="0" y="72289"/>
                </a:moveTo>
                <a:lnTo>
                  <a:pt x="9209" y="72289"/>
                </a:ln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28">
            <a:extLst xmlns:a="http://schemas.openxmlformats.org/drawingml/2006/main">
              <a:ext uri="{FF2B5EF4-FFF2-40B4-BE49-F238E27FC236}">
                <a16:creationId xmlns:a16="http://schemas.microsoft.com/office/drawing/2014/main" id="{684774C0-CB4D-4483-9D41-1E360069A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474" y="2463546"/>
            <a:ext cx="21549" cy="84579"/>
          </a:xfrm>
          <a:custGeom xmlns:a="http://schemas.openxmlformats.org/drawingml/2006/main">
            <a:pathLst>
              <a:path w="18418" h="72289">
                <a:moveTo>
                  <a:pt x="0" y="0"/>
                </a:moveTo>
                <a:lnTo>
                  <a:pt x="0" y="72289"/>
                </a:lnTo>
                <a:lnTo>
                  <a:pt x="9209" y="72289"/>
                </a:ln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path-29">
            <a:extLst xmlns:a="http://schemas.openxmlformats.org/drawingml/2006/main">
              <a:ext uri="{FF2B5EF4-FFF2-40B4-BE49-F238E27FC236}">
                <a16:creationId xmlns:a16="http://schemas.microsoft.com/office/drawing/2014/main" id="{1384F567-47F0-437C-B041-FD4FA93C17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474" y="2632706"/>
            <a:ext cx="21549" cy="84579"/>
          </a:xfrm>
          <a:custGeom xmlns:a="http://schemas.openxmlformats.org/drawingml/2006/main">
            <a:pathLst>
              <a:path w="18418" h="72289">
                <a:moveTo>
                  <a:pt x="9209" y="0"/>
                </a:move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" name="path-30">
            <a:extLst xmlns:a="http://schemas.openxmlformats.org/drawingml/2006/main">
              <a:ext uri="{FF2B5EF4-FFF2-40B4-BE49-F238E27FC236}">
                <a16:creationId xmlns:a16="http://schemas.microsoft.com/office/drawing/2014/main" id="{70943C34-C87D-4449-A015-077FF66A7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1666" y="2801865"/>
            <a:ext cx="82357" cy="81078"/>
          </a:xfrm>
          <a:custGeom xmlns:a="http://schemas.openxmlformats.org/drawingml/2006/main">
            <a:pathLst>
              <a:path w="70389" h="69296">
                <a:moveTo>
                  <a:pt x="37238" y="50879"/>
                </a:moveTo>
                <a:lnTo>
                  <a:pt x="0" y="50879"/>
                </a:lnTo>
                <a:lnTo>
                  <a:pt x="0" y="60087"/>
                </a:lnTo>
                <a:lnTo>
                  <a:pt x="0" y="69296"/>
                </a:lnTo>
                <a:lnTo>
                  <a:pt x="37238" y="69296"/>
                </a:lnTo>
                <a:lnTo>
                  <a:pt x="50142" y="66691"/>
                </a:lnTo>
                <a:lnTo>
                  <a:pt x="60679" y="59586"/>
                </a:lnTo>
                <a:lnTo>
                  <a:pt x="67784" y="49049"/>
                </a:lnTo>
                <a:lnTo>
                  <a:pt x="70389" y="36145"/>
                </a:lnTo>
                <a:lnTo>
                  <a:pt x="70389" y="0"/>
                </a:lnTo>
                <a:lnTo>
                  <a:pt x="61181" y="0"/>
                </a:lnTo>
                <a:lnTo>
                  <a:pt x="51972" y="0"/>
                </a:lnTo>
                <a:lnTo>
                  <a:pt x="51972" y="36145"/>
                </a:lnTo>
                <a:lnTo>
                  <a:pt x="49960" y="43581"/>
                </a:lnTo>
                <a:lnTo>
                  <a:pt x="44674" y="48867"/>
                </a:lnTo>
                <a:lnTo>
                  <a:pt x="37238" y="5087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path-31">
            <a:extLst xmlns:a="http://schemas.openxmlformats.org/drawingml/2006/main">
              <a:ext uri="{FF2B5EF4-FFF2-40B4-BE49-F238E27FC236}">
                <a16:creationId xmlns:a16="http://schemas.microsoft.com/office/drawing/2014/main" id="{8B578AD6-B093-44E1-91F8-DC8FF8981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7389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32">
            <a:extLst xmlns:a="http://schemas.openxmlformats.org/drawingml/2006/main">
              <a:ext uri="{FF2B5EF4-FFF2-40B4-BE49-F238E27FC236}">
                <a16:creationId xmlns:a16="http://schemas.microsoft.com/office/drawing/2014/main" id="{C5F1B794-3B7D-461C-8F9E-E2805DD8D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3111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33">
            <a:extLst xmlns:a="http://schemas.openxmlformats.org/drawingml/2006/main">
              <a:ext uri="{FF2B5EF4-FFF2-40B4-BE49-F238E27FC236}">
                <a16:creationId xmlns:a16="http://schemas.microsoft.com/office/drawing/2014/main" id="{0F14C6CF-48E0-4B5D-A564-3F76B10B8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8834" y="2861394"/>
            <a:ext cx="87139" cy="21549"/>
          </a:xfrm>
          <a:custGeom xmlns:a="http://schemas.openxmlformats.org/drawingml/2006/main">
            <a:pathLst>
              <a:path w="74477" h="18417">
                <a:moveTo>
                  <a:pt x="0" y="18417"/>
                </a:moveTo>
                <a:lnTo>
                  <a:pt x="74477" y="18417"/>
                </a:lnTo>
                <a:lnTo>
                  <a:pt x="74477" y="9209"/>
                </a:lnTo>
                <a:lnTo>
                  <a:pt x="7447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path-34">
            <a:extLst xmlns:a="http://schemas.openxmlformats.org/drawingml/2006/main">
              <a:ext uri="{FF2B5EF4-FFF2-40B4-BE49-F238E27FC236}">
                <a16:creationId xmlns:a16="http://schemas.microsoft.com/office/drawing/2014/main" id="{A0F8F894-605F-468E-800D-9DA2E3E6D9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54557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0" y="9209"/>
                </a:move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path-35">
            <a:extLst xmlns:a="http://schemas.openxmlformats.org/drawingml/2006/main">
              <a:ext uri="{FF2B5EF4-FFF2-40B4-BE49-F238E27FC236}">
                <a16:creationId xmlns:a16="http://schemas.microsoft.com/office/drawing/2014/main" id="{2B8C72D9-87F9-441F-9EE1-F834D7766D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0280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0" y="0"/>
                </a:move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" name="path-36">
            <a:extLst xmlns:a="http://schemas.openxmlformats.org/drawingml/2006/main">
              <a:ext uri="{FF2B5EF4-FFF2-40B4-BE49-F238E27FC236}">
                <a16:creationId xmlns:a16="http://schemas.microsoft.com/office/drawing/2014/main" id="{BCDED539-09E3-4FD1-9CD2-776AC0B72F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6003" y="2861394"/>
            <a:ext cx="87139" cy="21549"/>
          </a:xfrm>
          <a:custGeom xmlns:a="http://schemas.openxmlformats.org/drawingml/2006/main">
            <a:pathLst>
              <a:path w="74477" h="18417">
                <a:moveTo>
                  <a:pt x="74477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4477" y="18417"/>
                </a:lnTo>
                <a:lnTo>
                  <a:pt x="74477" y="9209"/>
                </a:lnTo>
                <a:lnTo>
                  <a:pt x="74477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path-37">
            <a:extLst xmlns:a="http://schemas.openxmlformats.org/drawingml/2006/main">
              <a:ext uri="{FF2B5EF4-FFF2-40B4-BE49-F238E27FC236}">
                <a16:creationId xmlns:a16="http://schemas.microsoft.com/office/drawing/2014/main" id="{7DB9C45A-0ECE-4CEE-9BCC-78DA23ED1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1726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path-38">
            <a:extLst xmlns:a="http://schemas.openxmlformats.org/drawingml/2006/main">
              <a:ext uri="{FF2B5EF4-FFF2-40B4-BE49-F238E27FC236}">
                <a16:creationId xmlns:a16="http://schemas.microsoft.com/office/drawing/2014/main" id="{50103307-BC2E-4381-BB66-1609A41EF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7449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path-39">
            <a:extLst xmlns:a="http://schemas.openxmlformats.org/drawingml/2006/main">
              <a:ext uri="{FF2B5EF4-FFF2-40B4-BE49-F238E27FC236}">
                <a16:creationId xmlns:a16="http://schemas.microsoft.com/office/drawing/2014/main" id="{1A4070EB-21A9-4725-87A8-A93CF4629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173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path-40">
            <a:extLst xmlns:a="http://schemas.openxmlformats.org/drawingml/2006/main">
              <a:ext uri="{FF2B5EF4-FFF2-40B4-BE49-F238E27FC236}">
                <a16:creationId xmlns:a16="http://schemas.microsoft.com/office/drawing/2014/main" id="{40FCC865-D98D-40A4-BABE-788B1ADAC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895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" name="path-41">
            <a:extLst xmlns:a="http://schemas.openxmlformats.org/drawingml/2006/main">
              <a:ext uri="{FF2B5EF4-FFF2-40B4-BE49-F238E27FC236}">
                <a16:creationId xmlns:a16="http://schemas.microsoft.com/office/drawing/2014/main" id="{C35D6252-E3A5-48B9-8449-B0AF60F5D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619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" name="path-42">
            <a:extLst xmlns:a="http://schemas.openxmlformats.org/drawingml/2006/main">
              <a:ext uri="{FF2B5EF4-FFF2-40B4-BE49-F238E27FC236}">
                <a16:creationId xmlns:a16="http://schemas.microsoft.com/office/drawing/2014/main" id="{70D9992D-4579-4BBB-AE75-245FE5EBBC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0342" y="2861394"/>
            <a:ext cx="87139" cy="21549"/>
          </a:xfrm>
          <a:custGeom xmlns:a="http://schemas.openxmlformats.org/drawingml/2006/main">
            <a:pathLst>
              <a:path w="74476" h="18417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" name="path-43">
            <a:extLst xmlns:a="http://schemas.openxmlformats.org/drawingml/2006/main">
              <a:ext uri="{FF2B5EF4-FFF2-40B4-BE49-F238E27FC236}">
                <a16:creationId xmlns:a16="http://schemas.microsoft.com/office/drawing/2014/main" id="{62E791EB-4718-4FA6-B133-9EE4D4145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65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0" y="18417"/>
                </a:moveTo>
                <a:lnTo>
                  <a:pt x="74476" y="18417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path-44">
            <a:extLst xmlns:a="http://schemas.openxmlformats.org/drawingml/2006/main">
              <a:ext uri="{FF2B5EF4-FFF2-40B4-BE49-F238E27FC236}">
                <a16:creationId xmlns:a16="http://schemas.microsoft.com/office/drawing/2014/main" id="{612C0213-A02D-4936-939A-3AA738271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788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0" y="9209"/>
                </a:move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path-45">
            <a:extLst xmlns:a="http://schemas.openxmlformats.org/drawingml/2006/main">
              <a:ext uri="{FF2B5EF4-FFF2-40B4-BE49-F238E27FC236}">
                <a16:creationId xmlns:a16="http://schemas.microsoft.com/office/drawing/2014/main" id="{2CC82A05-A1E8-469C-ABFB-72B3F40BB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7511" y="2861394"/>
            <a:ext cx="87138" cy="21549"/>
          </a:xfrm>
          <a:custGeom xmlns:a="http://schemas.openxmlformats.org/drawingml/2006/main">
            <a:pathLst>
              <a:path w="74476" h="18417">
                <a:moveTo>
                  <a:pt x="0" y="0"/>
                </a:moveTo>
                <a:lnTo>
                  <a:pt x="0" y="9209"/>
                </a:lnTo>
                <a:lnTo>
                  <a:pt x="0" y="18417"/>
                </a:lnTo>
                <a:lnTo>
                  <a:pt x="74476" y="18417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path-46">
            <a:extLst xmlns:a="http://schemas.openxmlformats.org/drawingml/2006/main">
              <a:ext uri="{FF2B5EF4-FFF2-40B4-BE49-F238E27FC236}">
                <a16:creationId xmlns:a16="http://schemas.microsoft.com/office/drawing/2014/main" id="{D75283D2-4FA8-405E-8D56-C9B42E2C6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21904" y="2128730"/>
            <a:ext cx="2111795" cy="1788562"/>
          </a:xfrm>
          <a:custGeom xmlns:a="http://schemas.openxmlformats.org/drawingml/2006/main">
            <a:pathLst>
              <a:path w="1804925" h="1528661">
                <a:moveTo>
                  <a:pt x="0" y="36836"/>
                </a:moveTo>
                <a:cubicBezTo>
                  <a:pt x="0" y="16492"/>
                  <a:pt x="16492" y="0"/>
                  <a:pt x="36835" y="0"/>
                </a:cubicBezTo>
                <a:lnTo>
                  <a:pt x="1768090" y="0"/>
                </a:lnTo>
                <a:cubicBezTo>
                  <a:pt x="1788434" y="0"/>
                  <a:pt x="1804925" y="16492"/>
                  <a:pt x="1804925" y="36836"/>
                </a:cubicBezTo>
                <a:lnTo>
                  <a:pt x="1804925" y="1491826"/>
                </a:lnTo>
                <a:cubicBezTo>
                  <a:pt x="1804925" y="1512170"/>
                  <a:pt x="1788434" y="1528661"/>
                  <a:pt x="1768090" y="1528661"/>
                </a:cubicBezTo>
                <a:lnTo>
                  <a:pt x="36835" y="1528661"/>
                </a:lnTo>
                <a:cubicBezTo>
                  <a:pt x="16492" y="1528661"/>
                  <a:pt x="0" y="1512170"/>
                  <a:pt x="0" y="1491826"/>
                </a:cubicBezTo>
                <a:lnTo>
                  <a:pt x="0" y="36836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" name="path-47">
            <a:extLst xmlns:a="http://schemas.openxmlformats.org/drawingml/2006/main">
              <a:ext uri="{FF2B5EF4-FFF2-40B4-BE49-F238E27FC236}">
                <a16:creationId xmlns:a16="http://schemas.microsoft.com/office/drawing/2014/main" id="{6C38FEF0-897F-42B7-A861-B8C177C40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21904" y="2128730"/>
            <a:ext cx="2111795" cy="1788562"/>
          </a:xfrm>
          <a:custGeom xmlns:a="http://schemas.openxmlformats.org/drawingml/2006/main">
            <a:pathLst>
              <a:path w="1804925" h="1528661">
                <a:moveTo>
                  <a:pt x="2895" y="1506164"/>
                </a:moveTo>
                <a:lnTo>
                  <a:pt x="10789" y="1517873"/>
                </a:lnTo>
                <a:lnTo>
                  <a:pt x="22497" y="1525767"/>
                </a:lnTo>
                <a:lnTo>
                  <a:pt x="36835" y="1528661"/>
                </a:lnTo>
                <a:lnTo>
                  <a:pt x="1768090" y="1528661"/>
                </a:lnTo>
                <a:lnTo>
                  <a:pt x="1782428" y="1525767"/>
                </a:lnTo>
                <a:lnTo>
                  <a:pt x="1794136" y="1517873"/>
                </a:lnTo>
                <a:lnTo>
                  <a:pt x="1802030" y="1506164"/>
                </a:lnTo>
                <a:lnTo>
                  <a:pt x="1804925" y="1491826"/>
                </a:lnTo>
                <a:lnTo>
                  <a:pt x="1804925" y="36836"/>
                </a:lnTo>
                <a:lnTo>
                  <a:pt x="1802030" y="22498"/>
                </a:lnTo>
                <a:lnTo>
                  <a:pt x="1794136" y="10789"/>
                </a:lnTo>
                <a:lnTo>
                  <a:pt x="1782428" y="2895"/>
                </a:lnTo>
                <a:lnTo>
                  <a:pt x="1768090" y="0"/>
                </a:lnTo>
                <a:lnTo>
                  <a:pt x="36835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8"/>
                </a:lnTo>
                <a:lnTo>
                  <a:pt x="0" y="36836"/>
                </a:lnTo>
                <a:lnTo>
                  <a:pt x="0" y="1491826"/>
                </a:lnTo>
                <a:lnTo>
                  <a:pt x="2895" y="1506164"/>
                </a:lnTo>
                <a:close/>
                <a:moveTo>
                  <a:pt x="1777386" y="20932"/>
                </a:moveTo>
                <a:lnTo>
                  <a:pt x="1783993" y="27540"/>
                </a:lnTo>
                <a:lnTo>
                  <a:pt x="1786508" y="36836"/>
                </a:lnTo>
                <a:lnTo>
                  <a:pt x="1786508" y="1491826"/>
                </a:lnTo>
                <a:lnTo>
                  <a:pt x="1783993" y="1501122"/>
                </a:lnTo>
                <a:lnTo>
                  <a:pt x="1777386" y="1507729"/>
                </a:lnTo>
                <a:lnTo>
                  <a:pt x="1768090" y="1510244"/>
                </a:lnTo>
                <a:lnTo>
                  <a:pt x="36835" y="1510244"/>
                </a:lnTo>
                <a:lnTo>
                  <a:pt x="27540" y="1507729"/>
                </a:lnTo>
                <a:lnTo>
                  <a:pt x="20932" y="1501122"/>
                </a:lnTo>
                <a:lnTo>
                  <a:pt x="18418" y="1491826"/>
                </a:lnTo>
                <a:lnTo>
                  <a:pt x="18418" y="36836"/>
                </a:lnTo>
                <a:lnTo>
                  <a:pt x="20932" y="27540"/>
                </a:lnTo>
                <a:lnTo>
                  <a:pt x="27540" y="20932"/>
                </a:lnTo>
                <a:lnTo>
                  <a:pt x="36835" y="18418"/>
                </a:lnTo>
                <a:lnTo>
                  <a:pt x="1768090" y="18418"/>
                </a:lnTo>
                <a:lnTo>
                  <a:pt x="1777386" y="2093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" name="path-48">
            <a:extLst xmlns:a="http://schemas.openxmlformats.org/drawingml/2006/main">
              <a:ext uri="{FF2B5EF4-FFF2-40B4-BE49-F238E27FC236}">
                <a16:creationId xmlns:a16="http://schemas.microsoft.com/office/drawing/2014/main" id="{053E1C5B-2C3A-490F-B70D-4DE70FCB7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2128730"/>
            <a:ext cx="2575098" cy="754213"/>
          </a:xfrm>
          <a:custGeom xmlns:a="http://schemas.openxmlformats.org/drawingml/2006/main">
            <a:pathLst>
              <a:path w="2200904" h="644616">
                <a:moveTo>
                  <a:pt x="0" y="33152"/>
                </a:moveTo>
                <a:cubicBezTo>
                  <a:pt x="0" y="14843"/>
                  <a:pt x="14843" y="0"/>
                  <a:pt x="33152" y="0"/>
                </a:cubicBezTo>
                <a:lnTo>
                  <a:pt x="2167752" y="0"/>
                </a:lnTo>
                <a:cubicBezTo>
                  <a:pt x="2186061" y="0"/>
                  <a:pt x="2200904" y="14843"/>
                  <a:pt x="2200904" y="33152"/>
                </a:cubicBezTo>
                <a:lnTo>
                  <a:pt x="2200904" y="611465"/>
                </a:lnTo>
                <a:cubicBezTo>
                  <a:pt x="2200904" y="629774"/>
                  <a:pt x="2186061" y="644616"/>
                  <a:pt x="2167752" y="644616"/>
                </a:cubicBezTo>
                <a:lnTo>
                  <a:pt x="33152" y="644616"/>
                </a:lnTo>
                <a:cubicBezTo>
                  <a:pt x="14843" y="644616"/>
                  <a:pt x="0" y="629774"/>
                  <a:pt x="0" y="611465"/>
                </a:cubicBezTo>
                <a:lnTo>
                  <a:pt x="0" y="33152"/>
                </a:lnTo>
              </a:path>
            </a:pathLst>
          </a:custGeom>
          <a:solidFill xmlns:a="http://schemas.openxmlformats.org/drawingml/2006/main">
            <a:srgbClr val="4169E1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" name="path-49">
            <a:extLst xmlns:a="http://schemas.openxmlformats.org/drawingml/2006/main">
              <a:ext uri="{FF2B5EF4-FFF2-40B4-BE49-F238E27FC236}">
                <a16:creationId xmlns:a16="http://schemas.microsoft.com/office/drawing/2014/main" id="{28C6AB4B-301F-4125-B18F-A95AF041D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2801865"/>
            <a:ext cx="83387" cy="81078"/>
          </a:xfrm>
          <a:custGeom xmlns:a="http://schemas.openxmlformats.org/drawingml/2006/main">
            <a:pathLst>
              <a:path w="71270" h="69296">
                <a:moveTo>
                  <a:pt x="20429" y="43581"/>
                </a:moveTo>
                <a:lnTo>
                  <a:pt x="18418" y="36145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36145"/>
                </a:lnTo>
                <a:lnTo>
                  <a:pt x="2605" y="49049"/>
                </a:lnTo>
                <a:lnTo>
                  <a:pt x="9710" y="59586"/>
                </a:lnTo>
                <a:lnTo>
                  <a:pt x="20248" y="66691"/>
                </a:lnTo>
                <a:lnTo>
                  <a:pt x="33152" y="69296"/>
                </a:lnTo>
                <a:lnTo>
                  <a:pt x="71270" y="69296"/>
                </a:lnTo>
                <a:lnTo>
                  <a:pt x="71270" y="60087"/>
                </a:lnTo>
                <a:lnTo>
                  <a:pt x="71270" y="50879"/>
                </a:lnTo>
                <a:lnTo>
                  <a:pt x="33152" y="50879"/>
                </a:lnTo>
                <a:lnTo>
                  <a:pt x="25715" y="48867"/>
                </a:lnTo>
                <a:lnTo>
                  <a:pt x="20429" y="43581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" name="path-50">
            <a:extLst xmlns:a="http://schemas.openxmlformats.org/drawingml/2006/main">
              <a:ext uri="{FF2B5EF4-FFF2-40B4-BE49-F238E27FC236}">
                <a16:creationId xmlns:a16="http://schemas.microsoft.com/office/drawing/2014/main" id="{C8088292-1BD1-4BA2-BB94-BA5585E31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2632706"/>
            <a:ext cx="21549" cy="84579"/>
          </a:xfrm>
          <a:custGeom xmlns:a="http://schemas.openxmlformats.org/drawingml/2006/main">
            <a:pathLst>
              <a:path w="18418" h="72289">
                <a:moveTo>
                  <a:pt x="9209" y="72289"/>
                </a:move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" name="path-51">
            <a:extLst xmlns:a="http://schemas.openxmlformats.org/drawingml/2006/main">
              <a:ext uri="{FF2B5EF4-FFF2-40B4-BE49-F238E27FC236}">
                <a16:creationId xmlns:a16="http://schemas.microsoft.com/office/drawing/2014/main" id="{08E8B646-9FDA-4DE3-9DF0-A63C65764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2463546"/>
            <a:ext cx="21549" cy="84579"/>
          </a:xfrm>
          <a:custGeom xmlns:a="http://schemas.openxmlformats.org/drawingml/2006/main">
            <a:pathLst>
              <a:path w="18418" h="72289">
                <a:moveTo>
                  <a:pt x="9209" y="72289"/>
                </a:move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" name="path-52">
            <a:extLst xmlns:a="http://schemas.openxmlformats.org/drawingml/2006/main">
              <a:ext uri="{FF2B5EF4-FFF2-40B4-BE49-F238E27FC236}">
                <a16:creationId xmlns:a16="http://schemas.microsoft.com/office/drawing/2014/main" id="{D8A1888B-799D-48A9-A7FB-4B9AAE9E0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2294387"/>
            <a:ext cx="21549" cy="84579"/>
          </a:xfrm>
          <a:custGeom xmlns:a="http://schemas.openxmlformats.org/drawingml/2006/main">
            <a:pathLst>
              <a:path w="18418" h="72289">
                <a:moveTo>
                  <a:pt x="9209" y="72289"/>
                </a:move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" name="path-53">
            <a:extLst xmlns:a="http://schemas.openxmlformats.org/drawingml/2006/main">
              <a:ext uri="{FF2B5EF4-FFF2-40B4-BE49-F238E27FC236}">
                <a16:creationId xmlns:a16="http://schemas.microsoft.com/office/drawing/2014/main" id="{8F407313-365A-43EB-B386-C13F50894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2128730"/>
            <a:ext cx="83387" cy="81078"/>
          </a:xfrm>
          <a:custGeom xmlns:a="http://schemas.openxmlformats.org/drawingml/2006/main">
            <a:pathLst>
              <a:path w="71269" h="69296">
                <a:moveTo>
                  <a:pt x="9209" y="69296"/>
                </a:moveTo>
                <a:lnTo>
                  <a:pt x="18418" y="69296"/>
                </a:lnTo>
                <a:lnTo>
                  <a:pt x="18418" y="33152"/>
                </a:lnTo>
                <a:lnTo>
                  <a:pt x="20429" y="25715"/>
                </a:lnTo>
                <a:lnTo>
                  <a:pt x="25715" y="20429"/>
                </a:lnTo>
                <a:lnTo>
                  <a:pt x="33152" y="18418"/>
                </a:lnTo>
                <a:lnTo>
                  <a:pt x="71269" y="18418"/>
                </a:lnTo>
                <a:lnTo>
                  <a:pt x="71269" y="9209"/>
                </a:lnTo>
                <a:lnTo>
                  <a:pt x="71269" y="0"/>
                </a:lnTo>
                <a:lnTo>
                  <a:pt x="33151" y="0"/>
                </a:lnTo>
                <a:lnTo>
                  <a:pt x="20247" y="2605"/>
                </a:lnTo>
                <a:lnTo>
                  <a:pt x="9710" y="9710"/>
                </a:lnTo>
                <a:lnTo>
                  <a:pt x="2605" y="20248"/>
                </a:lnTo>
                <a:lnTo>
                  <a:pt x="0" y="33152"/>
                </a:lnTo>
                <a:lnTo>
                  <a:pt x="0" y="69296"/>
                </a:lnTo>
                <a:lnTo>
                  <a:pt x="9209" y="69296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" name="path-54">
            <a:extLst xmlns:a="http://schemas.openxmlformats.org/drawingml/2006/main">
              <a:ext uri="{FF2B5EF4-FFF2-40B4-BE49-F238E27FC236}">
                <a16:creationId xmlns:a16="http://schemas.microsoft.com/office/drawing/2014/main" id="{076633F5-926F-4065-AB15-3683F0570A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83390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path-55">
            <a:extLst xmlns:a="http://schemas.openxmlformats.org/drawingml/2006/main">
              <a:ext uri="{FF2B5EF4-FFF2-40B4-BE49-F238E27FC236}">
                <a16:creationId xmlns:a16="http://schemas.microsoft.com/office/drawing/2014/main" id="{3D164CAA-8F6B-4E36-B1A3-3FDFA56A5E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61784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6">
            <a:extLst xmlns:a="http://schemas.openxmlformats.org/drawingml/2006/main">
              <a:ext uri="{FF2B5EF4-FFF2-40B4-BE49-F238E27FC236}">
                <a16:creationId xmlns:a16="http://schemas.microsoft.com/office/drawing/2014/main" id="{1453EDDF-F7EC-4055-ADCF-69A9D37F0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0179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path-57">
            <a:extLst xmlns:a="http://schemas.openxmlformats.org/drawingml/2006/main">
              <a:ext uri="{FF2B5EF4-FFF2-40B4-BE49-F238E27FC236}">
                <a16:creationId xmlns:a16="http://schemas.microsoft.com/office/drawing/2014/main" id="{29112700-8FEB-4100-8FAE-27D8DCF43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8573" y="2128730"/>
            <a:ext cx="89198" cy="21549"/>
          </a:xfrm>
          <a:custGeom xmlns:a="http://schemas.openxmlformats.org/drawingml/2006/main">
            <a:pathLst>
              <a:path w="76236" h="18418">
                <a:moveTo>
                  <a:pt x="0" y="9209"/>
                </a:moveTo>
                <a:lnTo>
                  <a:pt x="0" y="18418"/>
                </a:lnTo>
                <a:lnTo>
                  <a:pt x="76236" y="18418"/>
                </a:lnTo>
                <a:lnTo>
                  <a:pt x="76236" y="9209"/>
                </a:lnTo>
                <a:lnTo>
                  <a:pt x="762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path-58">
            <a:extLst xmlns:a="http://schemas.openxmlformats.org/drawingml/2006/main">
              <a:ext uri="{FF2B5EF4-FFF2-40B4-BE49-F238E27FC236}">
                <a16:creationId xmlns:a16="http://schemas.microsoft.com/office/drawing/2014/main" id="{E7AC13BF-2F66-4ED9-8CE8-E94AE4E7F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6967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18418"/>
                </a:move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" name="path-59">
            <a:extLst xmlns:a="http://schemas.openxmlformats.org/drawingml/2006/main">
              <a:ext uri="{FF2B5EF4-FFF2-40B4-BE49-F238E27FC236}">
                <a16:creationId xmlns:a16="http://schemas.microsoft.com/office/drawing/2014/main" id="{1A452EC6-9135-4615-BA7B-03A71C2AC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5362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" name="path-60">
            <a:extLst xmlns:a="http://schemas.openxmlformats.org/drawingml/2006/main">
              <a:ext uri="{FF2B5EF4-FFF2-40B4-BE49-F238E27FC236}">
                <a16:creationId xmlns:a16="http://schemas.microsoft.com/office/drawing/2014/main" id="{4B4E5228-6A49-424B-8DAB-9928144D9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3756" y="2128730"/>
            <a:ext cx="89198" cy="21549"/>
          </a:xfrm>
          <a:custGeom xmlns:a="http://schemas.openxmlformats.org/drawingml/2006/main">
            <a:pathLst>
              <a:path w="76237" h="18418">
                <a:moveTo>
                  <a:pt x="0" y="9209"/>
                </a:moveTo>
                <a:lnTo>
                  <a:pt x="0" y="18418"/>
                </a:lnTo>
                <a:lnTo>
                  <a:pt x="76237" y="18418"/>
                </a:lnTo>
                <a:lnTo>
                  <a:pt x="76237" y="9209"/>
                </a:lnTo>
                <a:lnTo>
                  <a:pt x="76237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path-61">
            <a:extLst xmlns:a="http://schemas.openxmlformats.org/drawingml/2006/main">
              <a:ext uri="{FF2B5EF4-FFF2-40B4-BE49-F238E27FC236}">
                <a16:creationId xmlns:a16="http://schemas.microsoft.com/office/drawing/2014/main" id="{C7E0D3BC-DE11-4D1A-99E5-A01E4B33E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2151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path-62">
            <a:extLst xmlns:a="http://schemas.openxmlformats.org/drawingml/2006/main">
              <a:ext uri="{FF2B5EF4-FFF2-40B4-BE49-F238E27FC236}">
                <a16:creationId xmlns:a16="http://schemas.microsoft.com/office/drawing/2014/main" id="{C8D03083-AAF1-46C3-873C-54F66AE6A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0545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18418"/>
                </a:move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" name="path-63">
            <a:extLst xmlns:a="http://schemas.openxmlformats.org/drawingml/2006/main">
              <a:ext uri="{FF2B5EF4-FFF2-40B4-BE49-F238E27FC236}">
                <a16:creationId xmlns:a16="http://schemas.microsoft.com/office/drawing/2014/main" id="{292217D4-4FF2-4C68-A444-8EE4F1EB9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88940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18418"/>
                </a:move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" name="path-64">
            <a:extLst xmlns:a="http://schemas.openxmlformats.org/drawingml/2006/main">
              <a:ext uri="{FF2B5EF4-FFF2-40B4-BE49-F238E27FC236}">
                <a16:creationId xmlns:a16="http://schemas.microsoft.com/office/drawing/2014/main" id="{A14D5D35-D469-451F-BDC1-0E71EEAAF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333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path-65">
            <a:extLst xmlns:a="http://schemas.openxmlformats.org/drawingml/2006/main">
              <a:ext uri="{FF2B5EF4-FFF2-40B4-BE49-F238E27FC236}">
                <a16:creationId xmlns:a16="http://schemas.microsoft.com/office/drawing/2014/main" id="{5AF40E68-7403-473D-BA1F-C5074064C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5728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" name="path-66">
            <a:extLst xmlns:a="http://schemas.openxmlformats.org/drawingml/2006/main">
              <a:ext uri="{FF2B5EF4-FFF2-40B4-BE49-F238E27FC236}">
                <a16:creationId xmlns:a16="http://schemas.microsoft.com/office/drawing/2014/main" id="{C3E328A8-B958-4D43-B740-EF5BF940B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24122" y="2128730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" name="path-67">
            <a:extLst xmlns:a="http://schemas.openxmlformats.org/drawingml/2006/main">
              <a:ext uri="{FF2B5EF4-FFF2-40B4-BE49-F238E27FC236}">
                <a16:creationId xmlns:a16="http://schemas.microsoft.com/office/drawing/2014/main" id="{F66E38A2-577C-4ADA-A155-8B002B880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2515" y="2128730"/>
            <a:ext cx="83387" cy="81078"/>
          </a:xfrm>
          <a:custGeom xmlns:a="http://schemas.openxmlformats.org/drawingml/2006/main">
            <a:pathLst>
              <a:path w="71270" h="69296">
                <a:moveTo>
                  <a:pt x="38119" y="18418"/>
                </a:moveTo>
                <a:lnTo>
                  <a:pt x="45556" y="20429"/>
                </a:lnTo>
                <a:lnTo>
                  <a:pt x="50841" y="25715"/>
                </a:lnTo>
                <a:lnTo>
                  <a:pt x="52853" y="33152"/>
                </a:lnTo>
                <a:lnTo>
                  <a:pt x="52853" y="69296"/>
                </a:lnTo>
                <a:lnTo>
                  <a:pt x="62062" y="69296"/>
                </a:lnTo>
                <a:lnTo>
                  <a:pt x="71270" y="69296"/>
                </a:lnTo>
                <a:lnTo>
                  <a:pt x="71270" y="33152"/>
                </a:lnTo>
                <a:lnTo>
                  <a:pt x="68665" y="20248"/>
                </a:lnTo>
                <a:lnTo>
                  <a:pt x="61561" y="9710"/>
                </a:lnTo>
                <a:lnTo>
                  <a:pt x="51023" y="2605"/>
                </a:lnTo>
                <a:lnTo>
                  <a:pt x="38119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8119" y="18418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" name="path-68">
            <a:extLst xmlns:a="http://schemas.openxmlformats.org/drawingml/2006/main">
              <a:ext uri="{FF2B5EF4-FFF2-40B4-BE49-F238E27FC236}">
                <a16:creationId xmlns:a16="http://schemas.microsoft.com/office/drawing/2014/main" id="{07872BF8-D8C3-4553-BDB0-9784AB7EC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64354" y="2294387"/>
            <a:ext cx="21548" cy="84579"/>
          </a:xfrm>
          <a:custGeom xmlns:a="http://schemas.openxmlformats.org/drawingml/2006/main">
            <a:pathLst>
              <a:path w="18417" h="72289">
                <a:moveTo>
                  <a:pt x="18417" y="72289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lnTo>
                  <a:pt x="18417" y="7228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" name="path-69">
            <a:extLst xmlns:a="http://schemas.openxmlformats.org/drawingml/2006/main">
              <a:ext uri="{FF2B5EF4-FFF2-40B4-BE49-F238E27FC236}">
                <a16:creationId xmlns:a16="http://schemas.microsoft.com/office/drawing/2014/main" id="{B6CCEB56-8119-4778-A5A4-447B0E69A2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64354" y="2463546"/>
            <a:ext cx="21548" cy="84579"/>
          </a:xfrm>
          <a:custGeom xmlns:a="http://schemas.openxmlformats.org/drawingml/2006/main">
            <a:pathLst>
              <a:path w="18417" h="72289">
                <a:moveTo>
                  <a:pt x="9209" y="72289"/>
                </a:move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" name="path-70">
            <a:extLst xmlns:a="http://schemas.openxmlformats.org/drawingml/2006/main">
              <a:ext uri="{FF2B5EF4-FFF2-40B4-BE49-F238E27FC236}">
                <a16:creationId xmlns:a16="http://schemas.microsoft.com/office/drawing/2014/main" id="{814ECFA4-E0E4-421F-9702-EB235B450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64354" y="2632706"/>
            <a:ext cx="21548" cy="84579"/>
          </a:xfrm>
          <a:custGeom xmlns:a="http://schemas.openxmlformats.org/drawingml/2006/main">
            <a:pathLst>
              <a:path w="18417" h="72289">
                <a:moveTo>
                  <a:pt x="0" y="72289"/>
                </a:moveTo>
                <a:lnTo>
                  <a:pt x="9209" y="72289"/>
                </a:ln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path-71">
            <a:extLst xmlns:a="http://schemas.openxmlformats.org/drawingml/2006/main">
              <a:ext uri="{FF2B5EF4-FFF2-40B4-BE49-F238E27FC236}">
                <a16:creationId xmlns:a16="http://schemas.microsoft.com/office/drawing/2014/main" id="{F5017D29-3C71-46E5-B6DF-C34FC7C95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2517" y="2801865"/>
            <a:ext cx="83386" cy="81078"/>
          </a:xfrm>
          <a:custGeom xmlns:a="http://schemas.openxmlformats.org/drawingml/2006/main">
            <a:pathLst>
              <a:path w="71269" h="69296">
                <a:moveTo>
                  <a:pt x="62061" y="0"/>
                </a:moveTo>
                <a:lnTo>
                  <a:pt x="52852" y="0"/>
                </a:lnTo>
                <a:lnTo>
                  <a:pt x="52852" y="36145"/>
                </a:lnTo>
                <a:lnTo>
                  <a:pt x="50840" y="43581"/>
                </a:lnTo>
                <a:lnTo>
                  <a:pt x="45554" y="48867"/>
                </a:lnTo>
                <a:lnTo>
                  <a:pt x="38118" y="50879"/>
                </a:lnTo>
                <a:lnTo>
                  <a:pt x="0" y="50879"/>
                </a:lnTo>
                <a:lnTo>
                  <a:pt x="0" y="60087"/>
                </a:lnTo>
                <a:lnTo>
                  <a:pt x="0" y="69296"/>
                </a:lnTo>
                <a:lnTo>
                  <a:pt x="38118" y="69296"/>
                </a:lnTo>
                <a:lnTo>
                  <a:pt x="51022" y="66691"/>
                </a:lnTo>
                <a:lnTo>
                  <a:pt x="61559" y="59586"/>
                </a:lnTo>
                <a:lnTo>
                  <a:pt x="68664" y="49049"/>
                </a:lnTo>
                <a:lnTo>
                  <a:pt x="71269" y="36145"/>
                </a:lnTo>
                <a:lnTo>
                  <a:pt x="71269" y="0"/>
                </a:lnTo>
                <a:lnTo>
                  <a:pt x="62061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72">
            <a:extLst xmlns:a="http://schemas.openxmlformats.org/drawingml/2006/main">
              <a:ext uri="{FF2B5EF4-FFF2-40B4-BE49-F238E27FC236}">
                <a16:creationId xmlns:a16="http://schemas.microsoft.com/office/drawing/2014/main" id="{8545825B-B654-4FA0-B2F8-73451EB05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24123" y="2861394"/>
            <a:ext cx="89197" cy="21549"/>
          </a:xfrm>
          <a:custGeom xmlns:a="http://schemas.openxmlformats.org/drawingml/2006/main">
            <a:pathLst>
              <a:path w="76235" h="18417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5" y="18417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path-73">
            <a:extLst xmlns:a="http://schemas.openxmlformats.org/drawingml/2006/main">
              <a:ext uri="{FF2B5EF4-FFF2-40B4-BE49-F238E27FC236}">
                <a16:creationId xmlns:a16="http://schemas.microsoft.com/office/drawing/2014/main" id="{043868E0-7F05-4883-90B0-2212BAA40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5728" y="2861394"/>
            <a:ext cx="89197" cy="21549"/>
          </a:xfrm>
          <a:custGeom xmlns:a="http://schemas.openxmlformats.org/drawingml/2006/main">
            <a:pathLst>
              <a:path w="76235" h="18417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5" y="18417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" name="path-74">
            <a:extLst xmlns:a="http://schemas.openxmlformats.org/drawingml/2006/main">
              <a:ext uri="{FF2B5EF4-FFF2-40B4-BE49-F238E27FC236}">
                <a16:creationId xmlns:a16="http://schemas.microsoft.com/office/drawing/2014/main" id="{874E9A87-EAEF-4D0B-90C0-2FA544713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333" y="2861394"/>
            <a:ext cx="89198" cy="21549"/>
          </a:xfrm>
          <a:custGeom xmlns:a="http://schemas.openxmlformats.org/drawingml/2006/main">
            <a:pathLst>
              <a:path w="76237" h="18417">
                <a:moveTo>
                  <a:pt x="76237" y="9209"/>
                </a:moveTo>
                <a:lnTo>
                  <a:pt x="7623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7" y="18417"/>
                </a:lnTo>
                <a:lnTo>
                  <a:pt x="76237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" name="path-75">
            <a:extLst xmlns:a="http://schemas.openxmlformats.org/drawingml/2006/main">
              <a:ext uri="{FF2B5EF4-FFF2-40B4-BE49-F238E27FC236}">
                <a16:creationId xmlns:a16="http://schemas.microsoft.com/office/drawing/2014/main" id="{13C3A810-2AB7-4741-8E2B-407C58836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88940" y="2861394"/>
            <a:ext cx="89197" cy="21549"/>
          </a:xfrm>
          <a:custGeom xmlns:a="http://schemas.openxmlformats.org/drawingml/2006/main">
            <a:pathLst>
              <a:path w="76235" h="18417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5" y="18417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" name="path-76">
            <a:extLst xmlns:a="http://schemas.openxmlformats.org/drawingml/2006/main">
              <a:ext uri="{FF2B5EF4-FFF2-40B4-BE49-F238E27FC236}">
                <a16:creationId xmlns:a16="http://schemas.microsoft.com/office/drawing/2014/main" id="{9DAA90DD-84B0-45A8-BE8F-38ED66430D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0545" y="2861394"/>
            <a:ext cx="89198" cy="21549"/>
          </a:xfrm>
          <a:custGeom xmlns:a="http://schemas.openxmlformats.org/drawingml/2006/main">
            <a:pathLst>
              <a:path w="76237" h="18417">
                <a:moveTo>
                  <a:pt x="0" y="18417"/>
                </a:moveTo>
                <a:lnTo>
                  <a:pt x="76237" y="18417"/>
                </a:lnTo>
                <a:lnTo>
                  <a:pt x="76237" y="9209"/>
                </a:lnTo>
                <a:lnTo>
                  <a:pt x="7623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" name="path-77">
            <a:extLst xmlns:a="http://schemas.openxmlformats.org/drawingml/2006/main">
              <a:ext uri="{FF2B5EF4-FFF2-40B4-BE49-F238E27FC236}">
                <a16:creationId xmlns:a16="http://schemas.microsoft.com/office/drawing/2014/main" id="{7447BA97-520C-420C-8A67-901809C43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2151" y="2861394"/>
            <a:ext cx="89197" cy="21549"/>
          </a:xfrm>
          <a:custGeom xmlns:a="http://schemas.openxmlformats.org/drawingml/2006/main">
            <a:pathLst>
              <a:path w="76235" h="18417">
                <a:moveTo>
                  <a:pt x="0" y="9209"/>
                </a:moveTo>
                <a:lnTo>
                  <a:pt x="0" y="18417"/>
                </a:lnTo>
                <a:lnTo>
                  <a:pt x="76235" y="18417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" name="path-78">
            <a:extLst xmlns:a="http://schemas.openxmlformats.org/drawingml/2006/main">
              <a:ext uri="{FF2B5EF4-FFF2-40B4-BE49-F238E27FC236}">
                <a16:creationId xmlns:a16="http://schemas.microsoft.com/office/drawing/2014/main" id="{D8BC509A-DAAE-424D-8156-F323BD66F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3756" y="2861394"/>
            <a:ext cx="89198" cy="21549"/>
          </a:xfrm>
          <a:custGeom xmlns:a="http://schemas.openxmlformats.org/drawingml/2006/main">
            <a:pathLst>
              <a:path w="76237" h="18417">
                <a:moveTo>
                  <a:pt x="0" y="0"/>
                </a:moveTo>
                <a:lnTo>
                  <a:pt x="0" y="9209"/>
                </a:lnTo>
                <a:lnTo>
                  <a:pt x="0" y="18417"/>
                </a:lnTo>
                <a:lnTo>
                  <a:pt x="76237" y="18417"/>
                </a:lnTo>
                <a:lnTo>
                  <a:pt x="76237" y="9209"/>
                </a:lnTo>
                <a:lnTo>
                  <a:pt x="76237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" name="path-79">
            <a:extLst xmlns:a="http://schemas.openxmlformats.org/drawingml/2006/main">
              <a:ext uri="{FF2B5EF4-FFF2-40B4-BE49-F238E27FC236}">
                <a16:creationId xmlns:a16="http://schemas.microsoft.com/office/drawing/2014/main" id="{9BC53AB6-A80F-452F-8099-58AD4D19F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5362" y="2861394"/>
            <a:ext cx="89197" cy="21549"/>
          </a:xfrm>
          <a:custGeom xmlns:a="http://schemas.openxmlformats.org/drawingml/2006/main">
            <a:pathLst>
              <a:path w="76235" h="18417">
                <a:moveTo>
                  <a:pt x="76235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5" y="18417"/>
                </a:lnTo>
                <a:lnTo>
                  <a:pt x="76235" y="9209"/>
                </a:lnTo>
                <a:lnTo>
                  <a:pt x="76235" y="0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" name="path-80">
            <a:extLst xmlns:a="http://schemas.openxmlformats.org/drawingml/2006/main">
              <a:ext uri="{FF2B5EF4-FFF2-40B4-BE49-F238E27FC236}">
                <a16:creationId xmlns:a16="http://schemas.microsoft.com/office/drawing/2014/main" id="{895376C3-5F18-4B9B-BBEB-C68C6D252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6968" y="2861394"/>
            <a:ext cx="89198" cy="21549"/>
          </a:xfrm>
          <a:custGeom xmlns:a="http://schemas.openxmlformats.org/drawingml/2006/main">
            <a:pathLst>
              <a:path w="76236" h="18417">
                <a:moveTo>
                  <a:pt x="76236" y="9209"/>
                </a:moveTo>
                <a:lnTo>
                  <a:pt x="7623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6" y="18417"/>
                </a:lnTo>
                <a:lnTo>
                  <a:pt x="76236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" name="path-81">
            <a:extLst xmlns:a="http://schemas.openxmlformats.org/drawingml/2006/main">
              <a:ext uri="{FF2B5EF4-FFF2-40B4-BE49-F238E27FC236}">
                <a16:creationId xmlns:a16="http://schemas.microsoft.com/office/drawing/2014/main" id="{3991DC68-88C8-4B39-A773-94674BB47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8574" y="2861394"/>
            <a:ext cx="89197" cy="21549"/>
          </a:xfrm>
          <a:custGeom xmlns:a="http://schemas.openxmlformats.org/drawingml/2006/main">
            <a:pathLst>
              <a:path w="76235" h="18417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5" y="18417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82">
            <a:extLst xmlns:a="http://schemas.openxmlformats.org/drawingml/2006/main">
              <a:ext uri="{FF2B5EF4-FFF2-40B4-BE49-F238E27FC236}">
                <a16:creationId xmlns:a16="http://schemas.microsoft.com/office/drawing/2014/main" id="{54225919-F00C-481B-B995-489DF1889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0179" y="2861394"/>
            <a:ext cx="89197" cy="21549"/>
          </a:xfrm>
          <a:custGeom xmlns:a="http://schemas.openxmlformats.org/drawingml/2006/main">
            <a:pathLst>
              <a:path w="76235" h="18417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5" y="18417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path-83">
            <a:extLst xmlns:a="http://schemas.openxmlformats.org/drawingml/2006/main">
              <a:ext uri="{FF2B5EF4-FFF2-40B4-BE49-F238E27FC236}">
                <a16:creationId xmlns:a16="http://schemas.microsoft.com/office/drawing/2014/main" id="{07BA2366-823C-456B-84BF-4E02409CFA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61785" y="2861394"/>
            <a:ext cx="89197" cy="21549"/>
          </a:xfrm>
          <a:custGeom xmlns:a="http://schemas.openxmlformats.org/drawingml/2006/main">
            <a:pathLst>
              <a:path w="76235" h="18417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5" y="18417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" name="path-84">
            <a:extLst xmlns:a="http://schemas.openxmlformats.org/drawingml/2006/main">
              <a:ext uri="{FF2B5EF4-FFF2-40B4-BE49-F238E27FC236}">
                <a16:creationId xmlns:a16="http://schemas.microsoft.com/office/drawing/2014/main" id="{72C0B5A9-3006-4052-89A3-E9DFB5F567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83391" y="2861394"/>
            <a:ext cx="89197" cy="21549"/>
          </a:xfrm>
          <a:custGeom xmlns:a="http://schemas.openxmlformats.org/drawingml/2006/main">
            <a:pathLst>
              <a:path w="76235" h="18417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7"/>
                </a:lnTo>
                <a:lnTo>
                  <a:pt x="76235" y="18417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85">
            <a:extLst xmlns:a="http://schemas.openxmlformats.org/drawingml/2006/main">
              <a:ext uri="{FF2B5EF4-FFF2-40B4-BE49-F238E27FC236}">
                <a16:creationId xmlns:a16="http://schemas.microsoft.com/office/drawing/2014/main" id="{EC69D851-AAAD-432F-99A7-3147FFF26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85849" y="2419640"/>
            <a:ext cx="170941" cy="213792"/>
          </a:xfrm>
          <a:custGeom xmlns:a="http://schemas.openxmlformats.org/drawingml/2006/main">
            <a:pathLst>
              <a:path w="146101" h="182726">
                <a:moveTo>
                  <a:pt x="134954" y="10350"/>
                </a:moveTo>
                <a:cubicBezTo>
                  <a:pt x="134954" y="2787"/>
                  <a:pt x="134954" y="0"/>
                  <a:pt x="128983" y="0"/>
                </a:cubicBezTo>
                <a:cubicBezTo>
                  <a:pt x="126594" y="0"/>
                  <a:pt x="125798" y="0"/>
                  <a:pt x="119827" y="3583"/>
                </a:cubicBezTo>
                <a:cubicBezTo>
                  <a:pt x="118234" y="4777"/>
                  <a:pt x="113855" y="7564"/>
                  <a:pt x="111865" y="8758"/>
                </a:cubicBezTo>
                <a:cubicBezTo>
                  <a:pt x="100718" y="2388"/>
                  <a:pt x="85989" y="0"/>
                  <a:pt x="71657" y="0"/>
                </a:cubicBezTo>
                <a:cubicBezTo>
                  <a:pt x="59714" y="0"/>
                  <a:pt x="0" y="0"/>
                  <a:pt x="0" y="51752"/>
                </a:cubicBezTo>
                <a:cubicBezTo>
                  <a:pt x="0" y="93552"/>
                  <a:pt x="49364" y="102311"/>
                  <a:pt x="61705" y="104301"/>
                </a:cubicBezTo>
                <a:cubicBezTo>
                  <a:pt x="72453" y="106292"/>
                  <a:pt x="85591" y="108680"/>
                  <a:pt x="87183" y="108680"/>
                </a:cubicBezTo>
                <a:cubicBezTo>
                  <a:pt x="103107" y="112263"/>
                  <a:pt x="119030" y="122215"/>
                  <a:pt x="119030" y="138935"/>
                </a:cubicBezTo>
                <a:cubicBezTo>
                  <a:pt x="119030" y="169589"/>
                  <a:pt x="82804" y="169589"/>
                  <a:pt x="74444" y="169589"/>
                </a:cubicBezTo>
                <a:cubicBezTo>
                  <a:pt x="54141" y="169589"/>
                  <a:pt x="29061" y="163219"/>
                  <a:pt x="17915" y="124604"/>
                </a:cubicBezTo>
                <a:cubicBezTo>
                  <a:pt x="15526" y="116642"/>
                  <a:pt x="15128" y="116244"/>
                  <a:pt x="8360" y="116244"/>
                </a:cubicBezTo>
                <a:cubicBezTo>
                  <a:pt x="0" y="116244"/>
                  <a:pt x="0" y="117438"/>
                  <a:pt x="0" y="126594"/>
                </a:cubicBezTo>
                <a:lnTo>
                  <a:pt x="0" y="172375"/>
                </a:lnTo>
                <a:cubicBezTo>
                  <a:pt x="0" y="179939"/>
                  <a:pt x="0" y="182726"/>
                  <a:pt x="5971" y="182726"/>
                </a:cubicBezTo>
                <a:cubicBezTo>
                  <a:pt x="8758" y="182726"/>
                  <a:pt x="9555" y="182726"/>
                  <a:pt x="17516" y="176356"/>
                </a:cubicBezTo>
                <a:lnTo>
                  <a:pt x="27866" y="168792"/>
                </a:lnTo>
                <a:cubicBezTo>
                  <a:pt x="45781" y="182726"/>
                  <a:pt x="67278" y="182726"/>
                  <a:pt x="74444" y="182726"/>
                </a:cubicBezTo>
                <a:cubicBezTo>
                  <a:pt x="96339" y="182726"/>
                  <a:pt x="146101" y="177949"/>
                  <a:pt x="146101" y="125002"/>
                </a:cubicBezTo>
                <a:cubicBezTo>
                  <a:pt x="146101" y="105893"/>
                  <a:pt x="135750" y="92756"/>
                  <a:pt x="127788" y="85590"/>
                </a:cubicBezTo>
                <a:cubicBezTo>
                  <a:pt x="111467" y="72055"/>
                  <a:pt x="97931" y="69666"/>
                  <a:pt x="76434" y="65686"/>
                </a:cubicBezTo>
                <a:cubicBezTo>
                  <a:pt x="50956" y="61307"/>
                  <a:pt x="27070" y="56928"/>
                  <a:pt x="27070" y="37819"/>
                </a:cubicBezTo>
                <a:cubicBezTo>
                  <a:pt x="27070" y="11943"/>
                  <a:pt x="62501" y="11943"/>
                  <a:pt x="70861" y="11943"/>
                </a:cubicBezTo>
                <a:cubicBezTo>
                  <a:pt x="115050" y="11943"/>
                  <a:pt x="117438" y="39809"/>
                  <a:pt x="118234" y="49762"/>
                </a:cubicBezTo>
                <a:cubicBezTo>
                  <a:pt x="118632" y="54937"/>
                  <a:pt x="121817" y="54937"/>
                  <a:pt x="126594" y="54937"/>
                </a:cubicBezTo>
                <a:cubicBezTo>
                  <a:pt x="134954" y="54937"/>
                  <a:pt x="134954" y="53743"/>
                  <a:pt x="134954" y="44587"/>
                </a:cubicBezTo>
                <a:lnTo>
                  <a:pt x="134954" y="1035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86">
            <a:extLst xmlns:a="http://schemas.openxmlformats.org/drawingml/2006/main">
              <a:ext uri="{FF2B5EF4-FFF2-40B4-BE49-F238E27FC236}">
                <a16:creationId xmlns:a16="http://schemas.microsoft.com/office/drawing/2014/main" id="{3B3B4097-E5CB-4F83-AE58-A14BC13F4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8501" y="2481904"/>
            <a:ext cx="135076" cy="221711"/>
          </a:xfrm>
          <a:custGeom xmlns:a="http://schemas.openxmlformats.org/drawingml/2006/main">
            <a:pathLst>
              <a:path w="115448" h="189493">
                <a:moveTo>
                  <a:pt x="115448" y="56530"/>
                </a:moveTo>
                <a:cubicBezTo>
                  <a:pt x="115448" y="23355"/>
                  <a:pt x="102709" y="0"/>
                  <a:pt x="80681" y="0"/>
                </a:cubicBezTo>
                <a:cubicBezTo>
                  <a:pt x="41137" y="0"/>
                  <a:pt x="0" y="73780"/>
                  <a:pt x="0" y="132964"/>
                </a:cubicBezTo>
                <a:cubicBezTo>
                  <a:pt x="0" y="158442"/>
                  <a:pt x="8758" y="189493"/>
                  <a:pt x="35032" y="189493"/>
                </a:cubicBezTo>
                <a:cubicBezTo>
                  <a:pt x="73781" y="189493"/>
                  <a:pt x="115448" y="117571"/>
                  <a:pt x="115448" y="56530"/>
                </a:cubicBezTo>
                <a:moveTo>
                  <a:pt x="29725" y="90235"/>
                </a:moveTo>
                <a:cubicBezTo>
                  <a:pt x="42198" y="36625"/>
                  <a:pt x="63960" y="7431"/>
                  <a:pt x="80415" y="7431"/>
                </a:cubicBezTo>
                <a:cubicBezTo>
                  <a:pt x="96339" y="7431"/>
                  <a:pt x="96339" y="35828"/>
                  <a:pt x="96339" y="40871"/>
                </a:cubicBezTo>
                <a:cubicBezTo>
                  <a:pt x="96339" y="55733"/>
                  <a:pt x="91562" y="77230"/>
                  <a:pt x="88377" y="90235"/>
                </a:cubicBezTo>
                <a:lnTo>
                  <a:pt x="29725" y="90235"/>
                </a:lnTo>
                <a:moveTo>
                  <a:pt x="85989" y="99258"/>
                </a:moveTo>
                <a:cubicBezTo>
                  <a:pt x="73515" y="152603"/>
                  <a:pt x="51752" y="182062"/>
                  <a:pt x="35298" y="182062"/>
                </a:cubicBezTo>
                <a:cubicBezTo>
                  <a:pt x="20966" y="182062"/>
                  <a:pt x="19374" y="160830"/>
                  <a:pt x="19374" y="148622"/>
                </a:cubicBezTo>
                <a:cubicBezTo>
                  <a:pt x="19374" y="131902"/>
                  <a:pt x="24416" y="110405"/>
                  <a:pt x="27336" y="99258"/>
                </a:cubicBezTo>
                <a:lnTo>
                  <a:pt x="85989" y="99258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" name="path-87">
            <a:extLst xmlns:a="http://schemas.openxmlformats.org/drawingml/2006/main">
              <a:ext uri="{FF2B5EF4-FFF2-40B4-BE49-F238E27FC236}">
                <a16:creationId xmlns:a16="http://schemas.microsoft.com/office/drawing/2014/main" id="{39F362A8-3DFB-423A-AA9B-FAF58E30E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2973" y="2281309"/>
            <a:ext cx="105731" cy="466245"/>
          </a:xfrm>
          <a:custGeom xmlns:a="http://schemas.openxmlformats.org/drawingml/2006/main">
            <a:pathLst>
              <a:path w="90367" h="398494">
                <a:moveTo>
                  <a:pt x="90367" y="395309"/>
                </a:moveTo>
                <a:cubicBezTo>
                  <a:pt x="90367" y="394115"/>
                  <a:pt x="90367" y="393319"/>
                  <a:pt x="83601" y="386551"/>
                </a:cubicBezTo>
                <a:cubicBezTo>
                  <a:pt x="43790" y="346343"/>
                  <a:pt x="21497" y="280657"/>
                  <a:pt x="21497" y="199446"/>
                </a:cubicBezTo>
                <a:cubicBezTo>
                  <a:pt x="21497" y="122215"/>
                  <a:pt x="40208" y="55733"/>
                  <a:pt x="86387" y="8758"/>
                </a:cubicBezTo>
                <a:cubicBezTo>
                  <a:pt x="90367" y="5175"/>
                  <a:pt x="90367" y="4379"/>
                  <a:pt x="90367" y="3185"/>
                </a:cubicBezTo>
                <a:cubicBezTo>
                  <a:pt x="90367" y="796"/>
                  <a:pt x="88377" y="0"/>
                  <a:pt x="86785" y="0"/>
                </a:cubicBezTo>
                <a:cubicBezTo>
                  <a:pt x="81610" y="0"/>
                  <a:pt x="48966" y="28663"/>
                  <a:pt x="29459" y="67676"/>
                </a:cubicBezTo>
                <a:cubicBezTo>
                  <a:pt x="9156" y="107884"/>
                  <a:pt x="0" y="150480"/>
                  <a:pt x="0" y="199446"/>
                </a:cubicBezTo>
                <a:cubicBezTo>
                  <a:pt x="0" y="234876"/>
                  <a:pt x="5573" y="282250"/>
                  <a:pt x="26274" y="324846"/>
                </a:cubicBezTo>
                <a:cubicBezTo>
                  <a:pt x="49762" y="372617"/>
                  <a:pt x="82406" y="398494"/>
                  <a:pt x="86785" y="398494"/>
                </a:cubicBezTo>
                <a:cubicBezTo>
                  <a:pt x="88377" y="398494"/>
                  <a:pt x="90367" y="397698"/>
                  <a:pt x="90367" y="395309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" name="path-88">
            <a:extLst xmlns:a="http://schemas.openxmlformats.org/drawingml/2006/main">
              <a:ext uri="{FF2B5EF4-FFF2-40B4-BE49-F238E27FC236}">
                <a16:creationId xmlns:a16="http://schemas.microsoft.com/office/drawing/2014/main" id="{34F1DB13-1F59-4482-BDCD-0BC33AE0D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9125" y="2423834"/>
            <a:ext cx="196093" cy="206806"/>
          </a:xfrm>
          <a:custGeom xmlns:a="http://schemas.openxmlformats.org/drawingml/2006/main">
            <a:pathLst>
              <a:path w="167599" h="176754">
                <a:moveTo>
                  <a:pt x="162821" y="15128"/>
                </a:moveTo>
                <a:cubicBezTo>
                  <a:pt x="166404" y="10749"/>
                  <a:pt x="166404" y="9952"/>
                  <a:pt x="166404" y="7564"/>
                </a:cubicBezTo>
                <a:cubicBezTo>
                  <a:pt x="166404" y="0"/>
                  <a:pt x="162423" y="0"/>
                  <a:pt x="154859" y="0"/>
                </a:cubicBezTo>
                <a:lnTo>
                  <a:pt x="10749" y="0"/>
                </a:lnTo>
                <a:lnTo>
                  <a:pt x="6369" y="68472"/>
                </a:lnTo>
                <a:lnTo>
                  <a:pt x="23089" y="68472"/>
                </a:lnTo>
                <a:cubicBezTo>
                  <a:pt x="25478" y="30653"/>
                  <a:pt x="34236" y="13137"/>
                  <a:pt x="78425" y="13137"/>
                </a:cubicBezTo>
                <a:lnTo>
                  <a:pt x="114254" y="13137"/>
                </a:lnTo>
                <a:lnTo>
                  <a:pt x="3583" y="160830"/>
                </a:lnTo>
                <a:cubicBezTo>
                  <a:pt x="0" y="165209"/>
                  <a:pt x="0" y="166006"/>
                  <a:pt x="0" y="168792"/>
                </a:cubicBezTo>
                <a:cubicBezTo>
                  <a:pt x="0" y="176754"/>
                  <a:pt x="3583" y="176754"/>
                  <a:pt x="11545" y="176754"/>
                </a:cubicBezTo>
                <a:lnTo>
                  <a:pt x="160831" y="176754"/>
                </a:lnTo>
                <a:lnTo>
                  <a:pt x="167599" y="97931"/>
                </a:lnTo>
                <a:lnTo>
                  <a:pt x="150879" y="97931"/>
                </a:lnTo>
                <a:cubicBezTo>
                  <a:pt x="147694" y="140130"/>
                  <a:pt x="138935" y="162423"/>
                  <a:pt x="88775" y="162423"/>
                </a:cubicBezTo>
                <a:lnTo>
                  <a:pt x="52549" y="162423"/>
                </a:lnTo>
                <a:lnTo>
                  <a:pt x="162821" y="15128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" name="path-89">
            <a:extLst xmlns:a="http://schemas.openxmlformats.org/drawingml/2006/main">
              <a:ext uri="{FF2B5EF4-FFF2-40B4-BE49-F238E27FC236}">
                <a16:creationId xmlns:a16="http://schemas.microsoft.com/office/drawing/2014/main" id="{66D43C6C-A589-43A8-9977-063777D58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5338" y="2506436"/>
            <a:ext cx="100918" cy="197180"/>
          </a:xfrm>
          <a:custGeom xmlns:a="http://schemas.openxmlformats.org/drawingml/2006/main">
            <a:pathLst>
              <a:path w="86254" h="168527">
                <a:moveTo>
                  <a:pt x="52018" y="60245"/>
                </a:moveTo>
                <a:lnTo>
                  <a:pt x="78026" y="60245"/>
                </a:lnTo>
                <a:cubicBezTo>
                  <a:pt x="83070" y="60245"/>
                  <a:pt x="86254" y="60245"/>
                  <a:pt x="86254" y="55202"/>
                </a:cubicBezTo>
                <a:cubicBezTo>
                  <a:pt x="86254" y="51487"/>
                  <a:pt x="82803" y="51487"/>
                  <a:pt x="78292" y="51487"/>
                </a:cubicBezTo>
                <a:lnTo>
                  <a:pt x="54141" y="51487"/>
                </a:lnTo>
                <a:lnTo>
                  <a:pt x="63695" y="13801"/>
                </a:lnTo>
                <a:cubicBezTo>
                  <a:pt x="64756" y="9820"/>
                  <a:pt x="64756" y="8493"/>
                  <a:pt x="64756" y="8227"/>
                </a:cubicBezTo>
                <a:cubicBezTo>
                  <a:pt x="64756" y="2654"/>
                  <a:pt x="60510" y="0"/>
                  <a:pt x="55999" y="0"/>
                </a:cubicBezTo>
                <a:cubicBezTo>
                  <a:pt x="46976" y="0"/>
                  <a:pt x="45117" y="7166"/>
                  <a:pt x="42198" y="19109"/>
                </a:cubicBezTo>
                <a:lnTo>
                  <a:pt x="33971" y="51487"/>
                </a:lnTo>
                <a:lnTo>
                  <a:pt x="8492" y="51487"/>
                </a:lnTo>
                <a:cubicBezTo>
                  <a:pt x="3450" y="51487"/>
                  <a:pt x="0" y="51487"/>
                  <a:pt x="0" y="56530"/>
                </a:cubicBezTo>
                <a:cubicBezTo>
                  <a:pt x="0" y="60245"/>
                  <a:pt x="3450" y="60245"/>
                  <a:pt x="7961" y="60245"/>
                </a:cubicBezTo>
                <a:lnTo>
                  <a:pt x="31848" y="60245"/>
                </a:lnTo>
                <a:lnTo>
                  <a:pt x="15924" y="123940"/>
                </a:lnTo>
                <a:cubicBezTo>
                  <a:pt x="14332" y="130575"/>
                  <a:pt x="11943" y="139864"/>
                  <a:pt x="11943" y="143580"/>
                </a:cubicBezTo>
                <a:cubicBezTo>
                  <a:pt x="11943" y="159504"/>
                  <a:pt x="24947" y="168527"/>
                  <a:pt x="39013" y="168527"/>
                </a:cubicBezTo>
                <a:cubicBezTo>
                  <a:pt x="67411" y="168527"/>
                  <a:pt x="83601" y="131106"/>
                  <a:pt x="83601" y="127921"/>
                </a:cubicBezTo>
                <a:cubicBezTo>
                  <a:pt x="83601" y="125002"/>
                  <a:pt x="81211" y="124471"/>
                  <a:pt x="79619" y="124471"/>
                </a:cubicBezTo>
                <a:cubicBezTo>
                  <a:pt x="76700" y="124471"/>
                  <a:pt x="76434" y="125533"/>
                  <a:pt x="74576" y="129514"/>
                </a:cubicBezTo>
                <a:cubicBezTo>
                  <a:pt x="69269" y="142253"/>
                  <a:pt x="55999" y="161096"/>
                  <a:pt x="39809" y="161096"/>
                </a:cubicBezTo>
                <a:cubicBezTo>
                  <a:pt x="34236" y="161096"/>
                  <a:pt x="31052" y="157381"/>
                  <a:pt x="31052" y="148622"/>
                </a:cubicBezTo>
                <a:cubicBezTo>
                  <a:pt x="31052" y="143580"/>
                  <a:pt x="31848" y="140660"/>
                  <a:pt x="32644" y="137210"/>
                </a:cubicBezTo>
                <a:lnTo>
                  <a:pt x="52018" y="60245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" name="path-90">
            <a:extLst xmlns:a="http://schemas.openxmlformats.org/drawingml/2006/main">
              <a:ext uri="{FF2B5EF4-FFF2-40B4-BE49-F238E27FC236}">
                <a16:creationId xmlns:a16="http://schemas.microsoft.com/office/drawing/2014/main" id="{26EDAF96-8383-4636-9D8C-F73836F6E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46645" y="2585466"/>
            <a:ext cx="50304" cy="135076"/>
          </a:xfrm>
          <a:custGeom xmlns:a="http://schemas.openxmlformats.org/drawingml/2006/main">
            <a:pathLst>
              <a:path w="42994" h="115447">
                <a:moveTo>
                  <a:pt x="42994" y="40208"/>
                </a:moveTo>
                <a:cubicBezTo>
                  <a:pt x="42994" y="17118"/>
                  <a:pt x="35430" y="0"/>
                  <a:pt x="19109" y="0"/>
                </a:cubicBezTo>
                <a:cubicBezTo>
                  <a:pt x="6369" y="0"/>
                  <a:pt x="0" y="10350"/>
                  <a:pt x="0" y="19109"/>
                </a:cubicBezTo>
                <a:cubicBezTo>
                  <a:pt x="0" y="27866"/>
                  <a:pt x="5972" y="38615"/>
                  <a:pt x="19507" y="38615"/>
                </a:cubicBezTo>
                <a:cubicBezTo>
                  <a:pt x="24682" y="38615"/>
                  <a:pt x="29061" y="37023"/>
                  <a:pt x="32644" y="33440"/>
                </a:cubicBezTo>
                <a:cubicBezTo>
                  <a:pt x="33440" y="32644"/>
                  <a:pt x="33838" y="32644"/>
                  <a:pt x="34236" y="32644"/>
                </a:cubicBezTo>
                <a:cubicBezTo>
                  <a:pt x="35032" y="32644"/>
                  <a:pt x="35032" y="38217"/>
                  <a:pt x="35032" y="40208"/>
                </a:cubicBezTo>
                <a:cubicBezTo>
                  <a:pt x="35032" y="53345"/>
                  <a:pt x="32644" y="79221"/>
                  <a:pt x="9555" y="105097"/>
                </a:cubicBezTo>
                <a:cubicBezTo>
                  <a:pt x="5175" y="109874"/>
                  <a:pt x="5175" y="110670"/>
                  <a:pt x="5175" y="111467"/>
                </a:cubicBezTo>
                <a:cubicBezTo>
                  <a:pt x="5175" y="113457"/>
                  <a:pt x="7165" y="115447"/>
                  <a:pt x="9156" y="115447"/>
                </a:cubicBezTo>
                <a:cubicBezTo>
                  <a:pt x="12341" y="115447"/>
                  <a:pt x="42994" y="85989"/>
                  <a:pt x="42994" y="40208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" name="path-91">
            <a:extLst xmlns:a="http://schemas.openxmlformats.org/drawingml/2006/main">
              <a:ext uri="{FF2B5EF4-FFF2-40B4-BE49-F238E27FC236}">
                <a16:creationId xmlns:a16="http://schemas.microsoft.com/office/drawing/2014/main" id="{DBD202E5-1477-4243-BF4C-609B854E9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0688" y="2339526"/>
            <a:ext cx="139733" cy="295770"/>
          </a:xfrm>
          <a:custGeom xmlns:a="http://schemas.openxmlformats.org/drawingml/2006/main">
            <a:pathLst>
              <a:path w="119428" h="252791">
                <a:moveTo>
                  <a:pt x="71259" y="88775"/>
                </a:moveTo>
                <a:lnTo>
                  <a:pt x="107884" y="88775"/>
                </a:lnTo>
                <a:cubicBezTo>
                  <a:pt x="115447" y="88775"/>
                  <a:pt x="119428" y="88775"/>
                  <a:pt x="119428" y="81610"/>
                </a:cubicBezTo>
                <a:cubicBezTo>
                  <a:pt x="119428" y="77231"/>
                  <a:pt x="117040" y="77231"/>
                  <a:pt x="109078" y="77231"/>
                </a:cubicBezTo>
                <a:lnTo>
                  <a:pt x="74046" y="77231"/>
                </a:lnTo>
                <a:lnTo>
                  <a:pt x="88775" y="19109"/>
                </a:lnTo>
                <a:cubicBezTo>
                  <a:pt x="90367" y="13535"/>
                  <a:pt x="90367" y="12739"/>
                  <a:pt x="90367" y="9953"/>
                </a:cubicBezTo>
                <a:cubicBezTo>
                  <a:pt x="90367" y="3583"/>
                  <a:pt x="85193" y="0"/>
                  <a:pt x="80017" y="0"/>
                </a:cubicBezTo>
                <a:cubicBezTo>
                  <a:pt x="76833" y="0"/>
                  <a:pt x="67677" y="1194"/>
                  <a:pt x="64491" y="13934"/>
                </a:cubicBezTo>
                <a:lnTo>
                  <a:pt x="48966" y="77231"/>
                </a:lnTo>
                <a:lnTo>
                  <a:pt x="11545" y="77231"/>
                </a:lnTo>
                <a:cubicBezTo>
                  <a:pt x="3583" y="77231"/>
                  <a:pt x="0" y="77231"/>
                  <a:pt x="0" y="84794"/>
                </a:cubicBezTo>
                <a:cubicBezTo>
                  <a:pt x="0" y="88775"/>
                  <a:pt x="2787" y="88775"/>
                  <a:pt x="10351" y="88775"/>
                </a:cubicBezTo>
                <a:lnTo>
                  <a:pt x="45781" y="88775"/>
                </a:lnTo>
                <a:lnTo>
                  <a:pt x="19507" y="193873"/>
                </a:lnTo>
                <a:cubicBezTo>
                  <a:pt x="16322" y="207806"/>
                  <a:pt x="15128" y="211787"/>
                  <a:pt x="15128" y="216962"/>
                </a:cubicBezTo>
                <a:cubicBezTo>
                  <a:pt x="15128" y="235673"/>
                  <a:pt x="28265" y="252791"/>
                  <a:pt x="50558" y="252791"/>
                </a:cubicBezTo>
                <a:cubicBezTo>
                  <a:pt x="90766" y="252791"/>
                  <a:pt x="112263" y="194669"/>
                  <a:pt x="112263" y="191882"/>
                </a:cubicBezTo>
                <a:cubicBezTo>
                  <a:pt x="112263" y="189494"/>
                  <a:pt x="110671" y="188299"/>
                  <a:pt x="108282" y="188299"/>
                </a:cubicBezTo>
                <a:cubicBezTo>
                  <a:pt x="107486" y="188299"/>
                  <a:pt x="105894" y="188299"/>
                  <a:pt x="105098" y="189892"/>
                </a:cubicBezTo>
                <a:cubicBezTo>
                  <a:pt x="104699" y="190290"/>
                  <a:pt x="104301" y="190688"/>
                  <a:pt x="101514" y="197057"/>
                </a:cubicBezTo>
                <a:cubicBezTo>
                  <a:pt x="93154" y="216962"/>
                  <a:pt x="74842" y="244829"/>
                  <a:pt x="51753" y="244829"/>
                </a:cubicBezTo>
                <a:cubicBezTo>
                  <a:pt x="39809" y="244829"/>
                  <a:pt x="39013" y="234876"/>
                  <a:pt x="39013" y="226118"/>
                </a:cubicBezTo>
                <a:cubicBezTo>
                  <a:pt x="39013" y="225720"/>
                  <a:pt x="39013" y="218156"/>
                  <a:pt x="40208" y="213379"/>
                </a:cubicBezTo>
                <a:lnTo>
                  <a:pt x="71259" y="88775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" name="path-92">
            <a:extLst xmlns:a="http://schemas.openxmlformats.org/drawingml/2006/main">
              <a:ext uri="{FF2B5EF4-FFF2-40B4-BE49-F238E27FC236}">
                <a16:creationId xmlns:a16="http://schemas.microsoft.com/office/drawing/2014/main" id="{A13F8A36-8AED-46D1-B429-BB4FD41C2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0749" y="2281309"/>
            <a:ext cx="105731" cy="466245"/>
          </a:xfrm>
          <a:custGeom xmlns:a="http://schemas.openxmlformats.org/drawingml/2006/main">
            <a:pathLst>
              <a:path w="90367" h="398494">
                <a:moveTo>
                  <a:pt x="90367" y="199446"/>
                </a:moveTo>
                <a:cubicBezTo>
                  <a:pt x="90367" y="169191"/>
                  <a:pt x="86387" y="119827"/>
                  <a:pt x="64093" y="73648"/>
                </a:cubicBezTo>
                <a:cubicBezTo>
                  <a:pt x="40606" y="25876"/>
                  <a:pt x="7961" y="0"/>
                  <a:pt x="3583" y="0"/>
                </a:cubicBezTo>
                <a:cubicBezTo>
                  <a:pt x="1991" y="0"/>
                  <a:pt x="0" y="796"/>
                  <a:pt x="0" y="3185"/>
                </a:cubicBezTo>
                <a:cubicBezTo>
                  <a:pt x="0" y="4379"/>
                  <a:pt x="0" y="5175"/>
                  <a:pt x="6768" y="11943"/>
                </a:cubicBezTo>
                <a:cubicBezTo>
                  <a:pt x="46577" y="52151"/>
                  <a:pt x="68870" y="117836"/>
                  <a:pt x="68870" y="199048"/>
                </a:cubicBezTo>
                <a:cubicBezTo>
                  <a:pt x="68870" y="276279"/>
                  <a:pt x="50160" y="342760"/>
                  <a:pt x="3981" y="389736"/>
                </a:cubicBezTo>
                <a:cubicBezTo>
                  <a:pt x="0" y="393319"/>
                  <a:pt x="0" y="394115"/>
                  <a:pt x="0" y="395309"/>
                </a:cubicBezTo>
                <a:cubicBezTo>
                  <a:pt x="0" y="397698"/>
                  <a:pt x="1991" y="398494"/>
                  <a:pt x="3583" y="398494"/>
                </a:cubicBezTo>
                <a:cubicBezTo>
                  <a:pt x="8759" y="398494"/>
                  <a:pt x="41402" y="369831"/>
                  <a:pt x="60909" y="330817"/>
                </a:cubicBezTo>
                <a:cubicBezTo>
                  <a:pt x="81211" y="290212"/>
                  <a:pt x="90367" y="247217"/>
                  <a:pt x="90367" y="199446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" name="path-93">
            <a:extLst xmlns:a="http://schemas.openxmlformats.org/drawingml/2006/main">
              <a:ext uri="{FF2B5EF4-FFF2-40B4-BE49-F238E27FC236}">
                <a16:creationId xmlns:a16="http://schemas.microsoft.com/office/drawing/2014/main" id="{369E8288-31FD-4A4E-93A2-7ED47C0F0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546" y="2277468"/>
            <a:ext cx="105732" cy="466245"/>
          </a:xfrm>
          <a:custGeom xmlns:a="http://schemas.openxmlformats.org/drawingml/2006/main">
            <a:pathLst>
              <a:path w="90368" h="398494">
                <a:moveTo>
                  <a:pt x="90368" y="395309"/>
                </a:moveTo>
                <a:cubicBezTo>
                  <a:pt x="90368" y="394115"/>
                  <a:pt x="90368" y="393319"/>
                  <a:pt x="83600" y="386551"/>
                </a:cubicBezTo>
                <a:cubicBezTo>
                  <a:pt x="43790" y="346343"/>
                  <a:pt x="21497" y="280657"/>
                  <a:pt x="21497" y="199446"/>
                </a:cubicBezTo>
                <a:cubicBezTo>
                  <a:pt x="21497" y="122215"/>
                  <a:pt x="40208" y="55734"/>
                  <a:pt x="86387" y="8758"/>
                </a:cubicBezTo>
                <a:cubicBezTo>
                  <a:pt x="90368" y="5175"/>
                  <a:pt x="90368" y="4379"/>
                  <a:pt x="90368" y="3185"/>
                </a:cubicBezTo>
                <a:cubicBezTo>
                  <a:pt x="90368" y="796"/>
                  <a:pt x="88377" y="0"/>
                  <a:pt x="86785" y="0"/>
                </a:cubicBezTo>
                <a:cubicBezTo>
                  <a:pt x="81609" y="0"/>
                  <a:pt x="48966" y="28663"/>
                  <a:pt x="29459" y="67676"/>
                </a:cubicBezTo>
                <a:cubicBezTo>
                  <a:pt x="9156" y="107884"/>
                  <a:pt x="0" y="150480"/>
                  <a:pt x="0" y="199446"/>
                </a:cubicBezTo>
                <a:cubicBezTo>
                  <a:pt x="0" y="234876"/>
                  <a:pt x="5573" y="282250"/>
                  <a:pt x="26274" y="324846"/>
                </a:cubicBezTo>
                <a:cubicBezTo>
                  <a:pt x="49762" y="372617"/>
                  <a:pt x="82406" y="398494"/>
                  <a:pt x="86785" y="398494"/>
                </a:cubicBezTo>
                <a:cubicBezTo>
                  <a:pt x="88377" y="398494"/>
                  <a:pt x="90368" y="397698"/>
                  <a:pt x="90368" y="395309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" name="path-94">
            <a:extLst xmlns:a="http://schemas.openxmlformats.org/drawingml/2006/main">
              <a:ext uri="{FF2B5EF4-FFF2-40B4-BE49-F238E27FC236}">
                <a16:creationId xmlns:a16="http://schemas.microsoft.com/office/drawing/2014/main" id="{250711AA-2D84-4DAF-8FA6-1D6D3F0B9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6700" y="2419993"/>
            <a:ext cx="196093" cy="206806"/>
          </a:xfrm>
          <a:custGeom xmlns:a="http://schemas.openxmlformats.org/drawingml/2006/main">
            <a:pathLst>
              <a:path w="167598" h="176754">
                <a:moveTo>
                  <a:pt x="162821" y="15128"/>
                </a:moveTo>
                <a:cubicBezTo>
                  <a:pt x="166404" y="10749"/>
                  <a:pt x="166404" y="9952"/>
                  <a:pt x="166404" y="7564"/>
                </a:cubicBezTo>
                <a:cubicBezTo>
                  <a:pt x="166404" y="0"/>
                  <a:pt x="162423" y="0"/>
                  <a:pt x="154859" y="0"/>
                </a:cubicBezTo>
                <a:lnTo>
                  <a:pt x="10749" y="0"/>
                </a:lnTo>
                <a:lnTo>
                  <a:pt x="6369" y="68472"/>
                </a:lnTo>
                <a:lnTo>
                  <a:pt x="23090" y="68472"/>
                </a:lnTo>
                <a:cubicBezTo>
                  <a:pt x="25478" y="30653"/>
                  <a:pt x="34236" y="13137"/>
                  <a:pt x="78425" y="13137"/>
                </a:cubicBezTo>
                <a:lnTo>
                  <a:pt x="114253" y="13137"/>
                </a:lnTo>
                <a:lnTo>
                  <a:pt x="3583" y="160830"/>
                </a:lnTo>
                <a:cubicBezTo>
                  <a:pt x="0" y="165209"/>
                  <a:pt x="0" y="166006"/>
                  <a:pt x="0" y="168792"/>
                </a:cubicBezTo>
                <a:cubicBezTo>
                  <a:pt x="0" y="176754"/>
                  <a:pt x="3583" y="176754"/>
                  <a:pt x="11545" y="176754"/>
                </a:cubicBezTo>
                <a:lnTo>
                  <a:pt x="160831" y="176754"/>
                </a:lnTo>
                <a:lnTo>
                  <a:pt x="167598" y="97931"/>
                </a:lnTo>
                <a:lnTo>
                  <a:pt x="150878" y="97931"/>
                </a:lnTo>
                <a:cubicBezTo>
                  <a:pt x="147694" y="140130"/>
                  <a:pt x="138936" y="162423"/>
                  <a:pt x="88775" y="162423"/>
                </a:cubicBezTo>
                <a:lnTo>
                  <a:pt x="52548" y="162423"/>
                </a:lnTo>
                <a:lnTo>
                  <a:pt x="162821" y="15128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" name="path-95">
            <a:extLst xmlns:a="http://schemas.openxmlformats.org/drawingml/2006/main">
              <a:ext uri="{FF2B5EF4-FFF2-40B4-BE49-F238E27FC236}">
                <a16:creationId xmlns:a16="http://schemas.microsoft.com/office/drawing/2014/main" id="{1ADA58AE-ED4C-4D2B-B70A-7EBECF601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913" y="2502595"/>
            <a:ext cx="100919" cy="197180"/>
          </a:xfrm>
          <a:custGeom xmlns:a="http://schemas.openxmlformats.org/drawingml/2006/main">
            <a:pathLst>
              <a:path w="86254" h="168527">
                <a:moveTo>
                  <a:pt x="52018" y="60245"/>
                </a:moveTo>
                <a:lnTo>
                  <a:pt x="78027" y="60245"/>
                </a:lnTo>
                <a:cubicBezTo>
                  <a:pt x="83069" y="60245"/>
                  <a:pt x="86254" y="60245"/>
                  <a:pt x="86254" y="55202"/>
                </a:cubicBezTo>
                <a:cubicBezTo>
                  <a:pt x="86254" y="51487"/>
                  <a:pt x="82804" y="51487"/>
                  <a:pt x="78292" y="51487"/>
                </a:cubicBezTo>
                <a:lnTo>
                  <a:pt x="54141" y="51487"/>
                </a:lnTo>
                <a:lnTo>
                  <a:pt x="63695" y="13801"/>
                </a:lnTo>
                <a:cubicBezTo>
                  <a:pt x="64757" y="9820"/>
                  <a:pt x="64757" y="8493"/>
                  <a:pt x="64757" y="8227"/>
                </a:cubicBezTo>
                <a:cubicBezTo>
                  <a:pt x="64757" y="2654"/>
                  <a:pt x="60510" y="0"/>
                  <a:pt x="55998" y="0"/>
                </a:cubicBezTo>
                <a:cubicBezTo>
                  <a:pt x="46975" y="0"/>
                  <a:pt x="45117" y="7166"/>
                  <a:pt x="42198" y="19109"/>
                </a:cubicBezTo>
                <a:lnTo>
                  <a:pt x="33971" y="51487"/>
                </a:lnTo>
                <a:lnTo>
                  <a:pt x="8492" y="51487"/>
                </a:lnTo>
                <a:cubicBezTo>
                  <a:pt x="3450" y="51487"/>
                  <a:pt x="0" y="51487"/>
                  <a:pt x="0" y="56530"/>
                </a:cubicBezTo>
                <a:cubicBezTo>
                  <a:pt x="0" y="60245"/>
                  <a:pt x="3450" y="60245"/>
                  <a:pt x="7962" y="60245"/>
                </a:cubicBezTo>
                <a:lnTo>
                  <a:pt x="31848" y="60245"/>
                </a:lnTo>
                <a:lnTo>
                  <a:pt x="15924" y="123940"/>
                </a:lnTo>
                <a:cubicBezTo>
                  <a:pt x="14331" y="130575"/>
                  <a:pt x="11943" y="139864"/>
                  <a:pt x="11943" y="143580"/>
                </a:cubicBezTo>
                <a:cubicBezTo>
                  <a:pt x="11943" y="159504"/>
                  <a:pt x="24947" y="168527"/>
                  <a:pt x="39013" y="168527"/>
                </a:cubicBezTo>
                <a:cubicBezTo>
                  <a:pt x="67411" y="168527"/>
                  <a:pt x="83600" y="131106"/>
                  <a:pt x="83600" y="127921"/>
                </a:cubicBezTo>
                <a:cubicBezTo>
                  <a:pt x="83600" y="125002"/>
                  <a:pt x="81211" y="124471"/>
                  <a:pt x="79619" y="124471"/>
                </a:cubicBezTo>
                <a:cubicBezTo>
                  <a:pt x="76700" y="124471"/>
                  <a:pt x="76434" y="125533"/>
                  <a:pt x="74577" y="129514"/>
                </a:cubicBezTo>
                <a:cubicBezTo>
                  <a:pt x="69269" y="142253"/>
                  <a:pt x="55998" y="161096"/>
                  <a:pt x="39810" y="161096"/>
                </a:cubicBezTo>
                <a:cubicBezTo>
                  <a:pt x="34236" y="161096"/>
                  <a:pt x="31052" y="157381"/>
                  <a:pt x="31052" y="148622"/>
                </a:cubicBezTo>
                <a:cubicBezTo>
                  <a:pt x="31052" y="143580"/>
                  <a:pt x="31848" y="140660"/>
                  <a:pt x="32644" y="137210"/>
                </a:cubicBezTo>
                <a:lnTo>
                  <a:pt x="52018" y="60245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96">
            <a:extLst xmlns:a="http://schemas.openxmlformats.org/drawingml/2006/main">
              <a:ext uri="{FF2B5EF4-FFF2-40B4-BE49-F238E27FC236}">
                <a16:creationId xmlns:a16="http://schemas.microsoft.com/office/drawing/2014/main" id="{CB846086-3ADF-43A6-A45F-0ED9E7FA4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222" y="2581626"/>
            <a:ext cx="50304" cy="135076"/>
          </a:xfrm>
          <a:custGeom xmlns:a="http://schemas.openxmlformats.org/drawingml/2006/main">
            <a:pathLst>
              <a:path w="42994" h="115447">
                <a:moveTo>
                  <a:pt x="42994" y="40208"/>
                </a:moveTo>
                <a:cubicBezTo>
                  <a:pt x="42994" y="17118"/>
                  <a:pt x="35430" y="0"/>
                  <a:pt x="19109" y="0"/>
                </a:cubicBezTo>
                <a:cubicBezTo>
                  <a:pt x="6369" y="0"/>
                  <a:pt x="0" y="10350"/>
                  <a:pt x="0" y="19109"/>
                </a:cubicBezTo>
                <a:cubicBezTo>
                  <a:pt x="0" y="27866"/>
                  <a:pt x="5971" y="38615"/>
                  <a:pt x="19507" y="38615"/>
                </a:cubicBezTo>
                <a:cubicBezTo>
                  <a:pt x="24682" y="38615"/>
                  <a:pt x="29061" y="37023"/>
                  <a:pt x="32644" y="33440"/>
                </a:cubicBezTo>
                <a:cubicBezTo>
                  <a:pt x="33440" y="32644"/>
                  <a:pt x="33838" y="32644"/>
                  <a:pt x="34236" y="32644"/>
                </a:cubicBezTo>
                <a:cubicBezTo>
                  <a:pt x="35032" y="32644"/>
                  <a:pt x="35032" y="38217"/>
                  <a:pt x="35032" y="40208"/>
                </a:cubicBezTo>
                <a:cubicBezTo>
                  <a:pt x="35032" y="53345"/>
                  <a:pt x="32644" y="79221"/>
                  <a:pt x="9555" y="105097"/>
                </a:cubicBezTo>
                <a:cubicBezTo>
                  <a:pt x="5175" y="109874"/>
                  <a:pt x="5175" y="110670"/>
                  <a:pt x="5175" y="111467"/>
                </a:cubicBezTo>
                <a:cubicBezTo>
                  <a:pt x="5175" y="113457"/>
                  <a:pt x="7166" y="115447"/>
                  <a:pt x="9156" y="115447"/>
                </a:cubicBezTo>
                <a:cubicBezTo>
                  <a:pt x="12341" y="115447"/>
                  <a:pt x="42994" y="85989"/>
                  <a:pt x="42994" y="40208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" name="path-97">
            <a:extLst xmlns:a="http://schemas.openxmlformats.org/drawingml/2006/main">
              <a:ext uri="{FF2B5EF4-FFF2-40B4-BE49-F238E27FC236}">
                <a16:creationId xmlns:a16="http://schemas.microsoft.com/office/drawing/2014/main" id="{C3F54F83-90F9-4C75-9AC7-66B58DC1A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8262" y="2335686"/>
            <a:ext cx="139733" cy="295770"/>
          </a:xfrm>
          <a:custGeom xmlns:a="http://schemas.openxmlformats.org/drawingml/2006/main">
            <a:pathLst>
              <a:path w="119428" h="252791">
                <a:moveTo>
                  <a:pt x="71259" y="88775"/>
                </a:moveTo>
                <a:lnTo>
                  <a:pt x="107884" y="88775"/>
                </a:lnTo>
                <a:cubicBezTo>
                  <a:pt x="115448" y="88775"/>
                  <a:pt x="119428" y="88775"/>
                  <a:pt x="119428" y="81610"/>
                </a:cubicBezTo>
                <a:cubicBezTo>
                  <a:pt x="119428" y="77231"/>
                  <a:pt x="117040" y="77231"/>
                  <a:pt x="109078" y="77231"/>
                </a:cubicBezTo>
                <a:lnTo>
                  <a:pt x="74045" y="77231"/>
                </a:lnTo>
                <a:lnTo>
                  <a:pt x="88775" y="19109"/>
                </a:lnTo>
                <a:cubicBezTo>
                  <a:pt x="90368" y="13535"/>
                  <a:pt x="90368" y="12739"/>
                  <a:pt x="90368" y="9953"/>
                </a:cubicBezTo>
                <a:cubicBezTo>
                  <a:pt x="90368" y="3583"/>
                  <a:pt x="85193" y="0"/>
                  <a:pt x="80017" y="0"/>
                </a:cubicBezTo>
                <a:cubicBezTo>
                  <a:pt x="76833" y="0"/>
                  <a:pt x="67676" y="1194"/>
                  <a:pt x="64491" y="13934"/>
                </a:cubicBezTo>
                <a:lnTo>
                  <a:pt x="48966" y="77231"/>
                </a:lnTo>
                <a:lnTo>
                  <a:pt x="11545" y="77231"/>
                </a:lnTo>
                <a:cubicBezTo>
                  <a:pt x="3583" y="77231"/>
                  <a:pt x="0" y="77231"/>
                  <a:pt x="0" y="84794"/>
                </a:cubicBezTo>
                <a:cubicBezTo>
                  <a:pt x="0" y="88775"/>
                  <a:pt x="2787" y="88775"/>
                  <a:pt x="10351" y="88775"/>
                </a:cubicBezTo>
                <a:lnTo>
                  <a:pt x="45781" y="88775"/>
                </a:lnTo>
                <a:lnTo>
                  <a:pt x="19507" y="193873"/>
                </a:lnTo>
                <a:cubicBezTo>
                  <a:pt x="16322" y="207806"/>
                  <a:pt x="15128" y="211787"/>
                  <a:pt x="15128" y="216962"/>
                </a:cubicBezTo>
                <a:cubicBezTo>
                  <a:pt x="15128" y="235673"/>
                  <a:pt x="28265" y="252791"/>
                  <a:pt x="50558" y="252791"/>
                </a:cubicBezTo>
                <a:cubicBezTo>
                  <a:pt x="90766" y="252791"/>
                  <a:pt x="112263" y="194669"/>
                  <a:pt x="112263" y="191882"/>
                </a:cubicBezTo>
                <a:cubicBezTo>
                  <a:pt x="112263" y="189494"/>
                  <a:pt x="110670" y="188299"/>
                  <a:pt x="108282" y="188299"/>
                </a:cubicBezTo>
                <a:cubicBezTo>
                  <a:pt x="107486" y="188299"/>
                  <a:pt x="105893" y="188299"/>
                  <a:pt x="105097" y="189892"/>
                </a:cubicBezTo>
                <a:cubicBezTo>
                  <a:pt x="104699" y="190290"/>
                  <a:pt x="104301" y="190688"/>
                  <a:pt x="101515" y="197057"/>
                </a:cubicBezTo>
                <a:cubicBezTo>
                  <a:pt x="93155" y="216962"/>
                  <a:pt x="74842" y="244829"/>
                  <a:pt x="51752" y="244829"/>
                </a:cubicBezTo>
                <a:cubicBezTo>
                  <a:pt x="39810" y="244829"/>
                  <a:pt x="39013" y="234876"/>
                  <a:pt x="39013" y="226118"/>
                </a:cubicBezTo>
                <a:cubicBezTo>
                  <a:pt x="39013" y="225720"/>
                  <a:pt x="39013" y="218156"/>
                  <a:pt x="40208" y="213379"/>
                </a:cubicBezTo>
                <a:lnTo>
                  <a:pt x="71259" y="88775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" name="path-98">
            <a:extLst xmlns:a="http://schemas.openxmlformats.org/drawingml/2006/main">
              <a:ext uri="{FF2B5EF4-FFF2-40B4-BE49-F238E27FC236}">
                <a16:creationId xmlns:a16="http://schemas.microsoft.com/office/drawing/2014/main" id="{E003E7EB-FFD3-41A8-AA7A-23BA3972BD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8325" y="2277468"/>
            <a:ext cx="105732" cy="466245"/>
          </a:xfrm>
          <a:custGeom xmlns:a="http://schemas.openxmlformats.org/drawingml/2006/main">
            <a:pathLst>
              <a:path w="90368" h="398494">
                <a:moveTo>
                  <a:pt x="90368" y="199446"/>
                </a:moveTo>
                <a:cubicBezTo>
                  <a:pt x="90368" y="169191"/>
                  <a:pt x="86387" y="119827"/>
                  <a:pt x="64093" y="73648"/>
                </a:cubicBezTo>
                <a:cubicBezTo>
                  <a:pt x="40606" y="25876"/>
                  <a:pt x="7962" y="0"/>
                  <a:pt x="3583" y="0"/>
                </a:cubicBezTo>
                <a:cubicBezTo>
                  <a:pt x="1991" y="0"/>
                  <a:pt x="0" y="796"/>
                  <a:pt x="0" y="3185"/>
                </a:cubicBezTo>
                <a:cubicBezTo>
                  <a:pt x="0" y="4379"/>
                  <a:pt x="0" y="5175"/>
                  <a:pt x="6768" y="11943"/>
                </a:cubicBezTo>
                <a:cubicBezTo>
                  <a:pt x="46577" y="52151"/>
                  <a:pt x="68871" y="117836"/>
                  <a:pt x="68871" y="199048"/>
                </a:cubicBezTo>
                <a:cubicBezTo>
                  <a:pt x="68871" y="276279"/>
                  <a:pt x="50160" y="342760"/>
                  <a:pt x="3981" y="389736"/>
                </a:cubicBezTo>
                <a:cubicBezTo>
                  <a:pt x="0" y="393319"/>
                  <a:pt x="0" y="394115"/>
                  <a:pt x="0" y="395309"/>
                </a:cubicBezTo>
                <a:cubicBezTo>
                  <a:pt x="0" y="397698"/>
                  <a:pt x="1991" y="398494"/>
                  <a:pt x="3583" y="398494"/>
                </a:cubicBezTo>
                <a:cubicBezTo>
                  <a:pt x="8758" y="398494"/>
                  <a:pt x="41402" y="369831"/>
                  <a:pt x="60909" y="330817"/>
                </a:cubicBezTo>
                <a:cubicBezTo>
                  <a:pt x="81211" y="290212"/>
                  <a:pt x="90368" y="247217"/>
                  <a:pt x="90368" y="199446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" name="path-99">
            <a:extLst xmlns:a="http://schemas.openxmlformats.org/drawingml/2006/main">
              <a:ext uri="{FF2B5EF4-FFF2-40B4-BE49-F238E27FC236}">
                <a16:creationId xmlns:a16="http://schemas.microsoft.com/office/drawing/2014/main" id="{A46E5C35-01EA-440A-B0E6-B3A45635A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16184" y="2748262"/>
            <a:ext cx="312848" cy="554277"/>
          </a:xfrm>
          <a:custGeom xmlns:a="http://schemas.openxmlformats.org/drawingml/2006/main">
            <a:pathLst>
              <a:path w="267387" h="473734">
                <a:moveTo>
                  <a:pt x="267387" y="133362"/>
                </a:moveTo>
                <a:cubicBezTo>
                  <a:pt x="267387" y="65686"/>
                  <a:pt x="246156" y="0"/>
                  <a:pt x="191749" y="0"/>
                </a:cubicBezTo>
                <a:cubicBezTo>
                  <a:pt x="98860" y="0"/>
                  <a:pt x="0" y="194404"/>
                  <a:pt x="0" y="340372"/>
                </a:cubicBezTo>
                <a:cubicBezTo>
                  <a:pt x="0" y="370892"/>
                  <a:pt x="6635" y="473734"/>
                  <a:pt x="76302" y="473734"/>
                </a:cubicBezTo>
                <a:cubicBezTo>
                  <a:pt x="166537" y="473734"/>
                  <a:pt x="267387" y="283975"/>
                  <a:pt x="267387" y="133362"/>
                </a:cubicBezTo>
                <a:moveTo>
                  <a:pt x="66349" y="226915"/>
                </a:moveTo>
                <a:cubicBezTo>
                  <a:pt x="76302" y="187768"/>
                  <a:pt x="90235" y="132035"/>
                  <a:pt x="116775" y="84927"/>
                </a:cubicBezTo>
                <a:cubicBezTo>
                  <a:pt x="138670" y="45118"/>
                  <a:pt x="161892" y="13270"/>
                  <a:pt x="191086" y="13270"/>
                </a:cubicBezTo>
                <a:cubicBezTo>
                  <a:pt x="212981" y="13270"/>
                  <a:pt x="227578" y="31848"/>
                  <a:pt x="227578" y="95543"/>
                </a:cubicBezTo>
                <a:cubicBezTo>
                  <a:pt x="227578" y="119429"/>
                  <a:pt x="225587" y="152603"/>
                  <a:pt x="206346" y="226915"/>
                </a:cubicBezTo>
                <a:lnTo>
                  <a:pt x="66349" y="226915"/>
                </a:lnTo>
                <a:moveTo>
                  <a:pt x="201702" y="246819"/>
                </a:moveTo>
                <a:cubicBezTo>
                  <a:pt x="185115" y="311842"/>
                  <a:pt x="171181" y="353642"/>
                  <a:pt x="147296" y="395442"/>
                </a:cubicBezTo>
                <a:cubicBezTo>
                  <a:pt x="128054" y="429280"/>
                  <a:pt x="104832" y="460464"/>
                  <a:pt x="76965" y="460464"/>
                </a:cubicBezTo>
                <a:cubicBezTo>
                  <a:pt x="56397" y="460464"/>
                  <a:pt x="39810" y="444540"/>
                  <a:pt x="39810" y="378854"/>
                </a:cubicBezTo>
                <a:cubicBezTo>
                  <a:pt x="39810" y="335727"/>
                  <a:pt x="50425" y="290610"/>
                  <a:pt x="61041" y="246819"/>
                </a:cubicBezTo>
                <a:lnTo>
                  <a:pt x="201702" y="24681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" name="path-100">
            <a:extLst xmlns:a="http://schemas.openxmlformats.org/drawingml/2006/main">
              <a:ext uri="{FF2B5EF4-FFF2-40B4-BE49-F238E27FC236}">
                <a16:creationId xmlns:a16="http://schemas.microsoft.com/office/drawing/2014/main" id="{14720130-4883-4C7A-AD6B-03A1A9E50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2967" y="2882942"/>
            <a:ext cx="21548" cy="280136"/>
          </a:xfrm>
          <a:custGeom xmlns:a="http://schemas.openxmlformats.org/drawingml/2006/main">
            <a:pathLst>
              <a:path w="18417" h="239429">
                <a:moveTo>
                  <a:pt x="9208" y="239429"/>
                </a:moveTo>
                <a:lnTo>
                  <a:pt x="18417" y="239429"/>
                </a:lnTo>
                <a:lnTo>
                  <a:pt x="18417" y="209500"/>
                </a:lnTo>
                <a:lnTo>
                  <a:pt x="9208" y="209500"/>
                </a:lnTo>
                <a:lnTo>
                  <a:pt x="0" y="209500"/>
                </a:lnTo>
                <a:lnTo>
                  <a:pt x="0" y="239429"/>
                </a:lnTo>
                <a:lnTo>
                  <a:pt x="9208" y="239429"/>
                </a:lnTo>
                <a:moveTo>
                  <a:pt x="9208" y="149643"/>
                </a:moveTo>
                <a:lnTo>
                  <a:pt x="18417" y="149643"/>
                </a:lnTo>
                <a:lnTo>
                  <a:pt x="18417" y="89786"/>
                </a:lnTo>
                <a:lnTo>
                  <a:pt x="9208" y="89786"/>
                </a:lnTo>
                <a:lnTo>
                  <a:pt x="0" y="89786"/>
                </a:lnTo>
                <a:lnTo>
                  <a:pt x="0" y="149643"/>
                </a:lnTo>
                <a:lnTo>
                  <a:pt x="9208" y="149643"/>
                </a:lnTo>
                <a:moveTo>
                  <a:pt x="9208" y="29928"/>
                </a:moveTo>
                <a:lnTo>
                  <a:pt x="18417" y="29928"/>
                </a:lnTo>
                <a:lnTo>
                  <a:pt x="18417" y="0"/>
                </a:lnTo>
                <a:lnTo>
                  <a:pt x="9208" y="0"/>
                </a:lnTo>
                <a:lnTo>
                  <a:pt x="0" y="0"/>
                </a:lnTo>
                <a:lnTo>
                  <a:pt x="0" y="29928"/>
                </a:lnTo>
                <a:lnTo>
                  <a:pt x="9208" y="29928"/>
                </a:lnTo>
                <a:moveTo>
                  <a:pt x="9208" y="239429"/>
                </a:moveTo>
                <a:lnTo>
                  <a:pt x="18417" y="239429"/>
                </a:lnTo>
                <a:lnTo>
                  <a:pt x="18417" y="209500"/>
                </a:lnTo>
                <a:lnTo>
                  <a:pt x="9208" y="209500"/>
                </a:lnTo>
                <a:lnTo>
                  <a:pt x="0" y="209500"/>
                </a:lnTo>
                <a:lnTo>
                  <a:pt x="0" y="239429"/>
                </a:lnTo>
                <a:lnTo>
                  <a:pt x="9208" y="239429"/>
                </a:lnTo>
                <a:moveTo>
                  <a:pt x="9208" y="149643"/>
                </a:moveTo>
                <a:lnTo>
                  <a:pt x="18417" y="149643"/>
                </a:lnTo>
                <a:lnTo>
                  <a:pt x="18417" y="89786"/>
                </a:lnTo>
                <a:lnTo>
                  <a:pt x="9208" y="89786"/>
                </a:lnTo>
                <a:lnTo>
                  <a:pt x="0" y="89786"/>
                </a:lnTo>
                <a:lnTo>
                  <a:pt x="0" y="149643"/>
                </a:lnTo>
                <a:lnTo>
                  <a:pt x="9208" y="149643"/>
                </a:lnTo>
                <a:moveTo>
                  <a:pt x="9208" y="29928"/>
                </a:moveTo>
                <a:lnTo>
                  <a:pt x="18417" y="29928"/>
                </a:lnTo>
                <a:lnTo>
                  <a:pt x="18417" y="0"/>
                </a:lnTo>
                <a:lnTo>
                  <a:pt x="9208" y="0"/>
                </a:lnTo>
                <a:lnTo>
                  <a:pt x="0" y="0"/>
                </a:lnTo>
                <a:lnTo>
                  <a:pt x="0" y="29928"/>
                </a:lnTo>
                <a:lnTo>
                  <a:pt x="9208" y="29928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" name="path-101">
            <a:extLst xmlns:a="http://schemas.openxmlformats.org/drawingml/2006/main">
              <a:ext uri="{FF2B5EF4-FFF2-40B4-BE49-F238E27FC236}">
                <a16:creationId xmlns:a16="http://schemas.microsoft.com/office/drawing/2014/main" id="{993DE29D-F5D3-468A-9C58-C4ADF9A50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34023" y="2960804"/>
            <a:ext cx="377106" cy="124413"/>
          </a:xfrm>
          <a:custGeom xmlns:a="http://schemas.openxmlformats.org/drawingml/2006/main">
            <a:pathLst>
              <a:path w="322308" h="106334">
                <a:moveTo>
                  <a:pt x="322308" y="53167"/>
                </a:moveTo>
                <a:lnTo>
                  <a:pt x="230220" y="0"/>
                </a:lnTo>
                <a:lnTo>
                  <a:pt x="230220" y="106334"/>
                </a:lnTo>
                <a:lnTo>
                  <a:pt x="322308" y="53167"/>
                </a:lnTo>
                <a:moveTo>
                  <a:pt x="0" y="53167"/>
                </a:moveTo>
                <a:lnTo>
                  <a:pt x="0" y="62376"/>
                </a:lnTo>
                <a:lnTo>
                  <a:pt x="239429" y="62376"/>
                </a:lnTo>
                <a:lnTo>
                  <a:pt x="239429" y="53167"/>
                </a:lnTo>
                <a:lnTo>
                  <a:pt x="239429" y="43958"/>
                </a:lnTo>
                <a:lnTo>
                  <a:pt x="0" y="43958"/>
                </a:lnTo>
                <a:lnTo>
                  <a:pt x="0" y="531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" name="path-102">
            <a:extLst xmlns:a="http://schemas.openxmlformats.org/drawingml/2006/main">
              <a:ext uri="{FF2B5EF4-FFF2-40B4-BE49-F238E27FC236}">
                <a16:creationId xmlns:a16="http://schemas.microsoft.com/office/drawing/2014/main" id="{786F7E59-936D-4805-8043-E518B4973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33699" y="2960804"/>
            <a:ext cx="377106" cy="124413"/>
          </a:xfrm>
          <a:custGeom xmlns:a="http://schemas.openxmlformats.org/drawingml/2006/main">
            <a:pathLst>
              <a:path w="322308" h="106334">
                <a:moveTo>
                  <a:pt x="322308" y="53167"/>
                </a:moveTo>
                <a:lnTo>
                  <a:pt x="230220" y="0"/>
                </a:lnTo>
                <a:lnTo>
                  <a:pt x="230220" y="106334"/>
                </a:lnTo>
                <a:lnTo>
                  <a:pt x="322308" y="53167"/>
                </a:lnTo>
                <a:moveTo>
                  <a:pt x="0" y="53167"/>
                </a:moveTo>
                <a:lnTo>
                  <a:pt x="0" y="62376"/>
                </a:lnTo>
                <a:lnTo>
                  <a:pt x="239429" y="62376"/>
                </a:lnTo>
                <a:lnTo>
                  <a:pt x="239429" y="53167"/>
                </a:lnTo>
                <a:lnTo>
                  <a:pt x="239429" y="43958"/>
                </a:lnTo>
                <a:lnTo>
                  <a:pt x="0" y="43958"/>
                </a:lnTo>
                <a:lnTo>
                  <a:pt x="0" y="531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" name="path-103">
            <a:extLst xmlns:a="http://schemas.openxmlformats.org/drawingml/2006/main">
              <a:ext uri="{FF2B5EF4-FFF2-40B4-BE49-F238E27FC236}">
                <a16:creationId xmlns:a16="http://schemas.microsoft.com/office/drawing/2014/main" id="{C1316A55-5CF8-414B-A65F-73ABA3191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3163078"/>
            <a:ext cx="2866008" cy="754213"/>
          </a:xfrm>
          <a:custGeom xmlns:a="http://schemas.openxmlformats.org/drawingml/2006/main">
            <a:pathLst>
              <a:path w="2449541" h="644616">
                <a:moveTo>
                  <a:pt x="0" y="33152"/>
                </a:moveTo>
                <a:cubicBezTo>
                  <a:pt x="0" y="14843"/>
                  <a:pt x="14843" y="0"/>
                  <a:pt x="33152" y="0"/>
                </a:cubicBezTo>
                <a:lnTo>
                  <a:pt x="2416390" y="0"/>
                </a:lnTo>
                <a:cubicBezTo>
                  <a:pt x="2434699" y="0"/>
                  <a:pt x="2449541" y="14843"/>
                  <a:pt x="2449541" y="33152"/>
                </a:cubicBezTo>
                <a:lnTo>
                  <a:pt x="2449541" y="611465"/>
                </a:lnTo>
                <a:cubicBezTo>
                  <a:pt x="2449541" y="629774"/>
                  <a:pt x="2434699" y="644616"/>
                  <a:pt x="2416390" y="644616"/>
                </a:cubicBezTo>
                <a:lnTo>
                  <a:pt x="33152" y="644616"/>
                </a:lnTo>
                <a:cubicBezTo>
                  <a:pt x="14843" y="644616"/>
                  <a:pt x="0" y="629774"/>
                  <a:pt x="0" y="611465"/>
                </a:cubicBezTo>
                <a:lnTo>
                  <a:pt x="0" y="33152"/>
                </a:lnTo>
              </a:path>
            </a:pathLst>
          </a:custGeom>
          <a:solidFill xmlns:a="http://schemas.openxmlformats.org/drawingml/2006/main">
            <a:srgbClr val="06AEEF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" name="path-104">
            <a:extLst xmlns:a="http://schemas.openxmlformats.org/drawingml/2006/main">
              <a:ext uri="{FF2B5EF4-FFF2-40B4-BE49-F238E27FC236}">
                <a16:creationId xmlns:a16="http://schemas.microsoft.com/office/drawing/2014/main" id="{2360556B-AD00-43BE-B29A-34B45657D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3836214"/>
            <a:ext cx="82358" cy="81078"/>
          </a:xfrm>
          <a:custGeom xmlns:a="http://schemas.openxmlformats.org/drawingml/2006/main">
            <a:pathLst>
              <a:path w="70390" h="69296">
                <a:moveTo>
                  <a:pt x="70390" y="60087"/>
                </a:moveTo>
                <a:lnTo>
                  <a:pt x="70390" y="50878"/>
                </a:lnTo>
                <a:lnTo>
                  <a:pt x="33152" y="50878"/>
                </a:lnTo>
                <a:lnTo>
                  <a:pt x="25715" y="48867"/>
                </a:lnTo>
                <a:lnTo>
                  <a:pt x="20429" y="43581"/>
                </a:lnTo>
                <a:lnTo>
                  <a:pt x="18417" y="36144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144"/>
                </a:lnTo>
                <a:lnTo>
                  <a:pt x="2605" y="49048"/>
                </a:lnTo>
                <a:lnTo>
                  <a:pt x="9710" y="59586"/>
                </a:lnTo>
                <a:lnTo>
                  <a:pt x="20248" y="66691"/>
                </a:lnTo>
                <a:lnTo>
                  <a:pt x="33152" y="69296"/>
                </a:lnTo>
                <a:lnTo>
                  <a:pt x="70390" y="69296"/>
                </a:lnTo>
                <a:lnTo>
                  <a:pt x="70390" y="60087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" name="path-105">
            <a:extLst xmlns:a="http://schemas.openxmlformats.org/drawingml/2006/main">
              <a:ext uri="{FF2B5EF4-FFF2-40B4-BE49-F238E27FC236}">
                <a16:creationId xmlns:a16="http://schemas.microsoft.com/office/drawing/2014/main" id="{104A0A6B-AC6B-4FB1-B611-71F15D291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3667054"/>
            <a:ext cx="21549" cy="84579"/>
          </a:xfrm>
          <a:custGeom xmlns:a="http://schemas.openxmlformats.org/drawingml/2006/main">
            <a:pathLst>
              <a:path w="18417" h="72289">
                <a:moveTo>
                  <a:pt x="9209" y="72289"/>
                </a:move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" name="path-106">
            <a:extLst xmlns:a="http://schemas.openxmlformats.org/drawingml/2006/main">
              <a:ext uri="{FF2B5EF4-FFF2-40B4-BE49-F238E27FC236}">
                <a16:creationId xmlns:a16="http://schemas.microsoft.com/office/drawing/2014/main" id="{57313FA2-71CF-4865-A8DC-91ED32299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3497895"/>
            <a:ext cx="21549" cy="84579"/>
          </a:xfrm>
          <a:custGeom xmlns:a="http://schemas.openxmlformats.org/drawingml/2006/main">
            <a:pathLst>
              <a:path w="18417" h="72289">
                <a:moveTo>
                  <a:pt x="0" y="0"/>
                </a:moveTo>
                <a:lnTo>
                  <a:pt x="0" y="72289"/>
                </a:lnTo>
                <a:lnTo>
                  <a:pt x="9209" y="72289"/>
                </a:ln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" name="path-107">
            <a:extLst xmlns:a="http://schemas.openxmlformats.org/drawingml/2006/main">
              <a:ext uri="{FF2B5EF4-FFF2-40B4-BE49-F238E27FC236}">
                <a16:creationId xmlns:a16="http://schemas.microsoft.com/office/drawing/2014/main" id="{DDA76D4F-C04B-47FB-9BCB-175B1E455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3328736"/>
            <a:ext cx="21549" cy="84579"/>
          </a:xfrm>
          <a:custGeom xmlns:a="http://schemas.openxmlformats.org/drawingml/2006/main">
            <a:pathLst>
              <a:path w="18417" h="72289">
                <a:moveTo>
                  <a:pt x="0" y="0"/>
                </a:moveTo>
                <a:lnTo>
                  <a:pt x="0" y="72289"/>
                </a:lnTo>
                <a:lnTo>
                  <a:pt x="9209" y="72289"/>
                </a:ln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" name="path-108">
            <a:extLst xmlns:a="http://schemas.openxmlformats.org/drawingml/2006/main">
              <a:ext uri="{FF2B5EF4-FFF2-40B4-BE49-F238E27FC236}">
                <a16:creationId xmlns:a16="http://schemas.microsoft.com/office/drawing/2014/main" id="{11249B07-EFFC-492F-8B94-F8E30A37B1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3163078"/>
            <a:ext cx="82357" cy="81078"/>
          </a:xfrm>
          <a:custGeom xmlns:a="http://schemas.openxmlformats.org/drawingml/2006/main">
            <a:pathLst>
              <a:path w="70390" h="69296">
                <a:moveTo>
                  <a:pt x="9209" y="69296"/>
                </a:moveTo>
                <a:lnTo>
                  <a:pt x="18417" y="69296"/>
                </a:lnTo>
                <a:lnTo>
                  <a:pt x="18417" y="33152"/>
                </a:lnTo>
                <a:lnTo>
                  <a:pt x="20429" y="25715"/>
                </a:lnTo>
                <a:lnTo>
                  <a:pt x="25715" y="20429"/>
                </a:lnTo>
                <a:lnTo>
                  <a:pt x="33152" y="18418"/>
                </a:lnTo>
                <a:lnTo>
                  <a:pt x="70390" y="18418"/>
                </a:lnTo>
                <a:lnTo>
                  <a:pt x="70390" y="9209"/>
                </a:lnTo>
                <a:lnTo>
                  <a:pt x="70390" y="0"/>
                </a:lnTo>
                <a:lnTo>
                  <a:pt x="33152" y="0"/>
                </a:lnTo>
                <a:lnTo>
                  <a:pt x="20248" y="2605"/>
                </a:lnTo>
                <a:lnTo>
                  <a:pt x="9710" y="9710"/>
                </a:lnTo>
                <a:lnTo>
                  <a:pt x="2605" y="20248"/>
                </a:lnTo>
                <a:lnTo>
                  <a:pt x="0" y="33152"/>
                </a:lnTo>
                <a:lnTo>
                  <a:pt x="0" y="69296"/>
                </a:lnTo>
                <a:lnTo>
                  <a:pt x="9209" y="69296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" name="path-109">
            <a:extLst xmlns:a="http://schemas.openxmlformats.org/drawingml/2006/main">
              <a:ext uri="{FF2B5EF4-FFF2-40B4-BE49-F238E27FC236}">
                <a16:creationId xmlns:a16="http://schemas.microsoft.com/office/drawing/2014/main" id="{0F8AF34C-FE34-4516-AEE1-27BAE69B2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7510" y="3163078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" name="path-110">
            <a:extLst xmlns:a="http://schemas.openxmlformats.org/drawingml/2006/main">
              <a:ext uri="{FF2B5EF4-FFF2-40B4-BE49-F238E27FC236}">
                <a16:creationId xmlns:a16="http://schemas.microsoft.com/office/drawing/2014/main" id="{035A9EC4-DBD6-49CF-BB48-970782FAF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787" y="3163078"/>
            <a:ext cx="87139" cy="21549"/>
          </a:xfrm>
          <a:custGeom xmlns:a="http://schemas.openxmlformats.org/drawingml/2006/main">
            <a:pathLst>
              <a:path w="74476" h="18418">
                <a:moveTo>
                  <a:pt x="74476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" name="path-111">
            <a:extLst xmlns:a="http://schemas.openxmlformats.org/drawingml/2006/main">
              <a:ext uri="{FF2B5EF4-FFF2-40B4-BE49-F238E27FC236}">
                <a16:creationId xmlns:a16="http://schemas.microsoft.com/office/drawing/2014/main" id="{4DF1AAA5-1E97-4835-AB62-4EF909BF0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64" y="3163078"/>
            <a:ext cx="87139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112">
            <a:extLst xmlns:a="http://schemas.openxmlformats.org/drawingml/2006/main">
              <a:ext uri="{FF2B5EF4-FFF2-40B4-BE49-F238E27FC236}">
                <a16:creationId xmlns:a16="http://schemas.microsoft.com/office/drawing/2014/main" id="{58AA50BF-3D77-4AA4-9DCB-D1C429B88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0342" y="3163078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" name="path-113">
            <a:extLst xmlns:a="http://schemas.openxmlformats.org/drawingml/2006/main">
              <a:ext uri="{FF2B5EF4-FFF2-40B4-BE49-F238E27FC236}">
                <a16:creationId xmlns:a16="http://schemas.microsoft.com/office/drawing/2014/main" id="{1E4BE550-0C71-4A14-B911-1D77DA52E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618" y="3163078"/>
            <a:ext cx="87139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" name="path-114">
            <a:extLst xmlns:a="http://schemas.openxmlformats.org/drawingml/2006/main">
              <a:ext uri="{FF2B5EF4-FFF2-40B4-BE49-F238E27FC236}">
                <a16:creationId xmlns:a16="http://schemas.microsoft.com/office/drawing/2014/main" id="{0043843A-78F2-42E4-A98D-EA80D8652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895" y="3163078"/>
            <a:ext cx="87139" cy="21549"/>
          </a:xfrm>
          <a:custGeom xmlns:a="http://schemas.openxmlformats.org/drawingml/2006/main">
            <a:pathLst>
              <a:path w="74477" h="18418">
                <a:moveTo>
                  <a:pt x="0" y="9209"/>
                </a:moveTo>
                <a:lnTo>
                  <a:pt x="0" y="18418"/>
                </a:lnTo>
                <a:lnTo>
                  <a:pt x="74477" y="18418"/>
                </a:lnTo>
                <a:lnTo>
                  <a:pt x="74477" y="9209"/>
                </a:lnTo>
                <a:lnTo>
                  <a:pt x="74477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" name="path-115">
            <a:extLst xmlns:a="http://schemas.openxmlformats.org/drawingml/2006/main">
              <a:ext uri="{FF2B5EF4-FFF2-40B4-BE49-F238E27FC236}">
                <a16:creationId xmlns:a16="http://schemas.microsoft.com/office/drawing/2014/main" id="{0EF6BD2E-DD2E-4FFF-92E2-8484A9865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173" y="3163078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" name="path-116">
            <a:extLst xmlns:a="http://schemas.openxmlformats.org/drawingml/2006/main">
              <a:ext uri="{FF2B5EF4-FFF2-40B4-BE49-F238E27FC236}">
                <a16:creationId xmlns:a16="http://schemas.microsoft.com/office/drawing/2014/main" id="{E8D07218-A082-4A46-8835-0DD813475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7450" y="3163078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" name="path-117">
            <a:extLst xmlns:a="http://schemas.openxmlformats.org/drawingml/2006/main">
              <a:ext uri="{FF2B5EF4-FFF2-40B4-BE49-F238E27FC236}">
                <a16:creationId xmlns:a16="http://schemas.microsoft.com/office/drawing/2014/main" id="{5DE0023A-3589-40B5-B2F9-32EC30899E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1726" y="3163078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18418"/>
                </a:move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" name="path-118">
            <a:extLst xmlns:a="http://schemas.openxmlformats.org/drawingml/2006/main">
              <a:ext uri="{FF2B5EF4-FFF2-40B4-BE49-F238E27FC236}">
                <a16:creationId xmlns:a16="http://schemas.microsoft.com/office/drawing/2014/main" id="{D817738B-58EF-4625-9EA1-393F2F73B6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6003" y="3163078"/>
            <a:ext cx="87139" cy="21549"/>
          </a:xfrm>
          <a:custGeom xmlns:a="http://schemas.openxmlformats.org/drawingml/2006/main">
            <a:pathLst>
              <a:path w="74477" h="18418">
                <a:moveTo>
                  <a:pt x="0" y="9209"/>
                </a:moveTo>
                <a:lnTo>
                  <a:pt x="0" y="18418"/>
                </a:lnTo>
                <a:lnTo>
                  <a:pt x="74477" y="18418"/>
                </a:lnTo>
                <a:lnTo>
                  <a:pt x="74477" y="9209"/>
                </a:lnTo>
                <a:lnTo>
                  <a:pt x="74477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" name="path-119">
            <a:extLst xmlns:a="http://schemas.openxmlformats.org/drawingml/2006/main">
              <a:ext uri="{FF2B5EF4-FFF2-40B4-BE49-F238E27FC236}">
                <a16:creationId xmlns:a16="http://schemas.microsoft.com/office/drawing/2014/main" id="{CB5C0D4F-4539-46E6-BDF8-5ADB597DE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0280" y="3163078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" name="path-120">
            <a:extLst xmlns:a="http://schemas.openxmlformats.org/drawingml/2006/main">
              <a:ext uri="{FF2B5EF4-FFF2-40B4-BE49-F238E27FC236}">
                <a16:creationId xmlns:a16="http://schemas.microsoft.com/office/drawing/2014/main" id="{1BEE9465-0F86-478F-AC68-3BA2528E1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54557" y="3163078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" name="path-121">
            <a:extLst xmlns:a="http://schemas.openxmlformats.org/drawingml/2006/main">
              <a:ext uri="{FF2B5EF4-FFF2-40B4-BE49-F238E27FC236}">
                <a16:creationId xmlns:a16="http://schemas.microsoft.com/office/drawing/2014/main" id="{4C559D93-3B68-47BE-93AF-5E2EDAA67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8834" y="3163078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18418"/>
                </a:move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122">
            <a:extLst xmlns:a="http://schemas.openxmlformats.org/drawingml/2006/main">
              <a:ext uri="{FF2B5EF4-FFF2-40B4-BE49-F238E27FC236}">
                <a16:creationId xmlns:a16="http://schemas.microsoft.com/office/drawing/2014/main" id="{8E443B0E-D560-447B-A4FD-277833A4E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3111" y="3163078"/>
            <a:ext cx="87139" cy="21549"/>
          </a:xfrm>
          <a:custGeom xmlns:a="http://schemas.openxmlformats.org/drawingml/2006/main">
            <a:pathLst>
              <a:path w="74477" h="18418">
                <a:moveTo>
                  <a:pt x="74477" y="18418"/>
                </a:moveTo>
                <a:lnTo>
                  <a:pt x="74477" y="9209"/>
                </a:lnTo>
                <a:lnTo>
                  <a:pt x="7447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7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" name="path-123">
            <a:extLst xmlns:a="http://schemas.openxmlformats.org/drawingml/2006/main">
              <a:ext uri="{FF2B5EF4-FFF2-40B4-BE49-F238E27FC236}">
                <a16:creationId xmlns:a16="http://schemas.microsoft.com/office/drawing/2014/main" id="{F7EDA122-6099-4F12-8A13-54C038F07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7388" y="3163078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" name="path-124">
            <a:extLst xmlns:a="http://schemas.openxmlformats.org/drawingml/2006/main">
              <a:ext uri="{FF2B5EF4-FFF2-40B4-BE49-F238E27FC236}">
                <a16:creationId xmlns:a16="http://schemas.microsoft.com/office/drawing/2014/main" id="{FC0DEE05-482D-437C-AD56-464C2936B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1664" y="3163078"/>
            <a:ext cx="82358" cy="81078"/>
          </a:xfrm>
          <a:custGeom xmlns:a="http://schemas.openxmlformats.org/drawingml/2006/main">
            <a:pathLst>
              <a:path w="70391" h="69296">
                <a:moveTo>
                  <a:pt x="0" y="9209"/>
                </a:moveTo>
                <a:lnTo>
                  <a:pt x="0" y="18418"/>
                </a:lnTo>
                <a:lnTo>
                  <a:pt x="37239" y="18418"/>
                </a:lnTo>
                <a:lnTo>
                  <a:pt x="44676" y="20429"/>
                </a:lnTo>
                <a:lnTo>
                  <a:pt x="49961" y="25715"/>
                </a:lnTo>
                <a:lnTo>
                  <a:pt x="51973" y="33152"/>
                </a:lnTo>
                <a:lnTo>
                  <a:pt x="51973" y="69296"/>
                </a:lnTo>
                <a:lnTo>
                  <a:pt x="61182" y="69296"/>
                </a:lnTo>
                <a:lnTo>
                  <a:pt x="70391" y="69296"/>
                </a:lnTo>
                <a:lnTo>
                  <a:pt x="70391" y="33152"/>
                </a:lnTo>
                <a:lnTo>
                  <a:pt x="67785" y="20248"/>
                </a:lnTo>
                <a:lnTo>
                  <a:pt x="60681" y="9710"/>
                </a:lnTo>
                <a:lnTo>
                  <a:pt x="50143" y="2605"/>
                </a:lnTo>
                <a:lnTo>
                  <a:pt x="37239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" name="path-125">
            <a:extLst xmlns:a="http://schemas.openxmlformats.org/drawingml/2006/main">
              <a:ext uri="{FF2B5EF4-FFF2-40B4-BE49-F238E27FC236}">
                <a16:creationId xmlns:a16="http://schemas.microsoft.com/office/drawing/2014/main" id="{73DFD322-F2AD-4459-B330-B1F287227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474" y="3328736"/>
            <a:ext cx="21549" cy="84579"/>
          </a:xfrm>
          <a:custGeom xmlns:a="http://schemas.openxmlformats.org/drawingml/2006/main">
            <a:pathLst>
              <a:path w="18418" h="72289">
                <a:moveTo>
                  <a:pt x="0" y="72289"/>
                </a:moveTo>
                <a:lnTo>
                  <a:pt x="9209" y="72289"/>
                </a:ln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" name="path-126">
            <a:extLst xmlns:a="http://schemas.openxmlformats.org/drawingml/2006/main">
              <a:ext uri="{FF2B5EF4-FFF2-40B4-BE49-F238E27FC236}">
                <a16:creationId xmlns:a16="http://schemas.microsoft.com/office/drawing/2014/main" id="{28FF6F02-A860-41A1-B57A-62815D497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474" y="3497895"/>
            <a:ext cx="21549" cy="84579"/>
          </a:xfrm>
          <a:custGeom xmlns:a="http://schemas.openxmlformats.org/drawingml/2006/main">
            <a:pathLst>
              <a:path w="18418" h="72289">
                <a:moveTo>
                  <a:pt x="0" y="0"/>
                </a:moveTo>
                <a:lnTo>
                  <a:pt x="0" y="72289"/>
                </a:lnTo>
                <a:lnTo>
                  <a:pt x="9209" y="72289"/>
                </a:ln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" name="path-127">
            <a:extLst xmlns:a="http://schemas.openxmlformats.org/drawingml/2006/main">
              <a:ext uri="{FF2B5EF4-FFF2-40B4-BE49-F238E27FC236}">
                <a16:creationId xmlns:a16="http://schemas.microsoft.com/office/drawing/2014/main" id="{190303F3-A1C3-4A9E-A7C8-4D4473865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2474" y="3667054"/>
            <a:ext cx="21549" cy="84579"/>
          </a:xfrm>
          <a:custGeom xmlns:a="http://schemas.openxmlformats.org/drawingml/2006/main">
            <a:pathLst>
              <a:path w="18418" h="72289">
                <a:moveTo>
                  <a:pt x="9209" y="0"/>
                </a:move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" name="path-128">
            <a:extLst xmlns:a="http://schemas.openxmlformats.org/drawingml/2006/main">
              <a:ext uri="{FF2B5EF4-FFF2-40B4-BE49-F238E27FC236}">
                <a16:creationId xmlns:a16="http://schemas.microsoft.com/office/drawing/2014/main" id="{AA60FAA4-2EF9-48C2-9E15-A2A1DA8F9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1666" y="3836214"/>
            <a:ext cx="82357" cy="81078"/>
          </a:xfrm>
          <a:custGeom xmlns:a="http://schemas.openxmlformats.org/drawingml/2006/main">
            <a:pathLst>
              <a:path w="70389" h="69296">
                <a:moveTo>
                  <a:pt x="37238" y="50878"/>
                </a:moveTo>
                <a:lnTo>
                  <a:pt x="0" y="50878"/>
                </a:lnTo>
                <a:lnTo>
                  <a:pt x="0" y="60087"/>
                </a:lnTo>
                <a:lnTo>
                  <a:pt x="0" y="69296"/>
                </a:lnTo>
                <a:lnTo>
                  <a:pt x="37238" y="69296"/>
                </a:lnTo>
                <a:lnTo>
                  <a:pt x="50142" y="66691"/>
                </a:lnTo>
                <a:lnTo>
                  <a:pt x="60679" y="59586"/>
                </a:lnTo>
                <a:lnTo>
                  <a:pt x="67784" y="49049"/>
                </a:lnTo>
                <a:lnTo>
                  <a:pt x="70389" y="36144"/>
                </a:lnTo>
                <a:lnTo>
                  <a:pt x="70389" y="0"/>
                </a:lnTo>
                <a:lnTo>
                  <a:pt x="61181" y="0"/>
                </a:lnTo>
                <a:lnTo>
                  <a:pt x="51972" y="0"/>
                </a:lnTo>
                <a:lnTo>
                  <a:pt x="51972" y="36144"/>
                </a:lnTo>
                <a:lnTo>
                  <a:pt x="49960" y="43581"/>
                </a:lnTo>
                <a:lnTo>
                  <a:pt x="44674" y="48867"/>
                </a:lnTo>
                <a:lnTo>
                  <a:pt x="37238" y="5087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" name="path-129">
            <a:extLst xmlns:a="http://schemas.openxmlformats.org/drawingml/2006/main">
              <a:ext uri="{FF2B5EF4-FFF2-40B4-BE49-F238E27FC236}">
                <a16:creationId xmlns:a16="http://schemas.microsoft.com/office/drawing/2014/main" id="{8C2D2564-190B-4A3C-99BB-24BBF2B61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7389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" name="path-130">
            <a:extLst xmlns:a="http://schemas.openxmlformats.org/drawingml/2006/main">
              <a:ext uri="{FF2B5EF4-FFF2-40B4-BE49-F238E27FC236}">
                <a16:creationId xmlns:a16="http://schemas.microsoft.com/office/drawing/2014/main" id="{B3CA7FAC-C8DC-432B-B010-848A8A3EF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3111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" name="path-131">
            <a:extLst xmlns:a="http://schemas.openxmlformats.org/drawingml/2006/main">
              <a:ext uri="{FF2B5EF4-FFF2-40B4-BE49-F238E27FC236}">
                <a16:creationId xmlns:a16="http://schemas.microsoft.com/office/drawing/2014/main" id="{FA644961-1779-4CE6-A1F9-A657F157C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8834" y="3895742"/>
            <a:ext cx="87139" cy="21549"/>
          </a:xfrm>
          <a:custGeom xmlns:a="http://schemas.openxmlformats.org/drawingml/2006/main">
            <a:pathLst>
              <a:path w="74477" h="18418">
                <a:moveTo>
                  <a:pt x="0" y="18418"/>
                </a:moveTo>
                <a:lnTo>
                  <a:pt x="74477" y="18418"/>
                </a:lnTo>
                <a:lnTo>
                  <a:pt x="74477" y="9209"/>
                </a:lnTo>
                <a:lnTo>
                  <a:pt x="7447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" name="path-132">
            <a:extLst xmlns:a="http://schemas.openxmlformats.org/drawingml/2006/main">
              <a:ext uri="{FF2B5EF4-FFF2-40B4-BE49-F238E27FC236}">
                <a16:creationId xmlns:a16="http://schemas.microsoft.com/office/drawing/2014/main" id="{CE326CA5-8FE3-4B14-A6D3-5D4241FE0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54557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" name="path-133">
            <a:extLst xmlns:a="http://schemas.openxmlformats.org/drawingml/2006/main">
              <a:ext uri="{FF2B5EF4-FFF2-40B4-BE49-F238E27FC236}">
                <a16:creationId xmlns:a16="http://schemas.microsoft.com/office/drawing/2014/main" id="{C8AB10CA-1B1B-4B52-BEBA-2FD07CBF9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0280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0"/>
                </a:move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" name="path-134">
            <a:extLst xmlns:a="http://schemas.openxmlformats.org/drawingml/2006/main">
              <a:ext uri="{FF2B5EF4-FFF2-40B4-BE49-F238E27FC236}">
                <a16:creationId xmlns:a16="http://schemas.microsoft.com/office/drawing/2014/main" id="{CBFDB49C-B1EC-488B-B607-9405444F9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6003" y="3895742"/>
            <a:ext cx="87139" cy="21549"/>
          </a:xfrm>
          <a:custGeom xmlns:a="http://schemas.openxmlformats.org/drawingml/2006/main">
            <a:pathLst>
              <a:path w="74477" h="18418">
                <a:moveTo>
                  <a:pt x="74477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7" y="18418"/>
                </a:lnTo>
                <a:lnTo>
                  <a:pt x="74477" y="9209"/>
                </a:lnTo>
                <a:lnTo>
                  <a:pt x="74477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" name="path-135">
            <a:extLst xmlns:a="http://schemas.openxmlformats.org/drawingml/2006/main">
              <a:ext uri="{FF2B5EF4-FFF2-40B4-BE49-F238E27FC236}">
                <a16:creationId xmlns:a16="http://schemas.microsoft.com/office/drawing/2014/main" id="{E7BDB9F7-C24D-4635-B44F-C79DC8F25D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1726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" name="path-136">
            <a:extLst xmlns:a="http://schemas.openxmlformats.org/drawingml/2006/main">
              <a:ext uri="{FF2B5EF4-FFF2-40B4-BE49-F238E27FC236}">
                <a16:creationId xmlns:a16="http://schemas.microsoft.com/office/drawing/2014/main" id="{9187378B-FCEE-4D01-8364-1175B1673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7449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" name="path-137">
            <a:extLst xmlns:a="http://schemas.openxmlformats.org/drawingml/2006/main">
              <a:ext uri="{FF2B5EF4-FFF2-40B4-BE49-F238E27FC236}">
                <a16:creationId xmlns:a16="http://schemas.microsoft.com/office/drawing/2014/main" id="{3DE647A5-0ACF-43C6-A92E-9A577E4EAD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173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" name="path-138">
            <a:extLst xmlns:a="http://schemas.openxmlformats.org/drawingml/2006/main">
              <a:ext uri="{FF2B5EF4-FFF2-40B4-BE49-F238E27FC236}">
                <a16:creationId xmlns:a16="http://schemas.microsoft.com/office/drawing/2014/main" id="{32B18626-7219-4ECB-819E-AE15871D5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895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" name="path-139">
            <a:extLst xmlns:a="http://schemas.openxmlformats.org/drawingml/2006/main">
              <a:ext uri="{FF2B5EF4-FFF2-40B4-BE49-F238E27FC236}">
                <a16:creationId xmlns:a16="http://schemas.microsoft.com/office/drawing/2014/main" id="{4FF68EBE-3AC8-4CC1-AF1D-650D46B0C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619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" name="path-140">
            <a:extLst xmlns:a="http://schemas.openxmlformats.org/drawingml/2006/main">
              <a:ext uri="{FF2B5EF4-FFF2-40B4-BE49-F238E27FC236}">
                <a16:creationId xmlns:a16="http://schemas.microsoft.com/office/drawing/2014/main" id="{8174B1DC-6F8D-4E9F-A292-4BFD1388E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0342" y="3895742"/>
            <a:ext cx="87139" cy="21549"/>
          </a:xfrm>
          <a:custGeom xmlns:a="http://schemas.openxmlformats.org/drawingml/2006/main">
            <a:pathLst>
              <a:path w="74476" h="18418">
                <a:moveTo>
                  <a:pt x="74476" y="9209"/>
                </a:move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" name="path-141">
            <a:extLst xmlns:a="http://schemas.openxmlformats.org/drawingml/2006/main">
              <a:ext uri="{FF2B5EF4-FFF2-40B4-BE49-F238E27FC236}">
                <a16:creationId xmlns:a16="http://schemas.microsoft.com/office/drawing/2014/main" id="{A9214816-E40A-4525-90C6-2E3D915A4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065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18418"/>
                </a:move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" name="path-142">
            <a:extLst xmlns:a="http://schemas.openxmlformats.org/drawingml/2006/main">
              <a:ext uri="{FF2B5EF4-FFF2-40B4-BE49-F238E27FC236}">
                <a16:creationId xmlns:a16="http://schemas.microsoft.com/office/drawing/2014/main" id="{A1AE9DE8-1970-4599-95B0-9A87FD0C7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788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9209"/>
                </a:move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" name="path-143">
            <a:extLst xmlns:a="http://schemas.openxmlformats.org/drawingml/2006/main">
              <a:ext uri="{FF2B5EF4-FFF2-40B4-BE49-F238E27FC236}">
                <a16:creationId xmlns:a16="http://schemas.microsoft.com/office/drawing/2014/main" id="{6055569F-D0CE-43A3-AB45-8CF8283C6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7511" y="3895742"/>
            <a:ext cx="87138" cy="21549"/>
          </a:xfrm>
          <a:custGeom xmlns:a="http://schemas.openxmlformats.org/drawingml/2006/main">
            <a:pathLst>
              <a:path w="74476" h="18418">
                <a:moveTo>
                  <a:pt x="0" y="0"/>
                </a:moveTo>
                <a:lnTo>
                  <a:pt x="0" y="9209"/>
                </a:lnTo>
                <a:lnTo>
                  <a:pt x="0" y="18418"/>
                </a:lnTo>
                <a:lnTo>
                  <a:pt x="74476" y="18418"/>
                </a:lnTo>
                <a:lnTo>
                  <a:pt x="74476" y="9209"/>
                </a:lnTo>
                <a:lnTo>
                  <a:pt x="74476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" name="path-144">
            <a:extLst xmlns:a="http://schemas.openxmlformats.org/drawingml/2006/main">
              <a:ext uri="{FF2B5EF4-FFF2-40B4-BE49-F238E27FC236}">
                <a16:creationId xmlns:a16="http://schemas.microsoft.com/office/drawing/2014/main" id="{5B73C235-CA9E-49E1-8E04-64F8744F9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3163078"/>
            <a:ext cx="2575098" cy="754213"/>
          </a:xfrm>
          <a:custGeom xmlns:a="http://schemas.openxmlformats.org/drawingml/2006/main">
            <a:pathLst>
              <a:path w="2200904" h="644616">
                <a:moveTo>
                  <a:pt x="0" y="33152"/>
                </a:moveTo>
                <a:cubicBezTo>
                  <a:pt x="0" y="14843"/>
                  <a:pt x="14843" y="0"/>
                  <a:pt x="33152" y="0"/>
                </a:cubicBezTo>
                <a:lnTo>
                  <a:pt x="2167752" y="0"/>
                </a:lnTo>
                <a:cubicBezTo>
                  <a:pt x="2186061" y="0"/>
                  <a:pt x="2200904" y="14843"/>
                  <a:pt x="2200904" y="33152"/>
                </a:cubicBezTo>
                <a:lnTo>
                  <a:pt x="2200904" y="611465"/>
                </a:lnTo>
                <a:cubicBezTo>
                  <a:pt x="2200904" y="629774"/>
                  <a:pt x="2186061" y="644616"/>
                  <a:pt x="2167752" y="644616"/>
                </a:cubicBezTo>
                <a:lnTo>
                  <a:pt x="33152" y="644616"/>
                </a:lnTo>
                <a:cubicBezTo>
                  <a:pt x="14843" y="644616"/>
                  <a:pt x="0" y="629774"/>
                  <a:pt x="0" y="611465"/>
                </a:cubicBezTo>
                <a:lnTo>
                  <a:pt x="0" y="33152"/>
                </a:lnTo>
              </a:path>
            </a:pathLst>
          </a:custGeom>
          <a:solidFill xmlns:a="http://schemas.openxmlformats.org/drawingml/2006/main">
            <a:srgbClr val="06AEEF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" name="path-145">
            <a:extLst xmlns:a="http://schemas.openxmlformats.org/drawingml/2006/main">
              <a:ext uri="{FF2B5EF4-FFF2-40B4-BE49-F238E27FC236}">
                <a16:creationId xmlns:a16="http://schemas.microsoft.com/office/drawing/2014/main" id="{D2609EF6-80E4-490B-A7F4-4E9D62B6D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3836214"/>
            <a:ext cx="83387" cy="81078"/>
          </a:xfrm>
          <a:custGeom xmlns:a="http://schemas.openxmlformats.org/drawingml/2006/main">
            <a:pathLst>
              <a:path w="71270" h="69296">
                <a:moveTo>
                  <a:pt x="20429" y="43581"/>
                </a:moveTo>
                <a:lnTo>
                  <a:pt x="18418" y="36144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36144"/>
                </a:lnTo>
                <a:lnTo>
                  <a:pt x="2605" y="49048"/>
                </a:lnTo>
                <a:lnTo>
                  <a:pt x="9710" y="59586"/>
                </a:lnTo>
                <a:lnTo>
                  <a:pt x="20248" y="66691"/>
                </a:lnTo>
                <a:lnTo>
                  <a:pt x="33152" y="69296"/>
                </a:lnTo>
                <a:lnTo>
                  <a:pt x="71270" y="69296"/>
                </a:lnTo>
                <a:lnTo>
                  <a:pt x="71270" y="60087"/>
                </a:lnTo>
                <a:lnTo>
                  <a:pt x="71270" y="50878"/>
                </a:lnTo>
                <a:lnTo>
                  <a:pt x="33152" y="50878"/>
                </a:lnTo>
                <a:lnTo>
                  <a:pt x="25715" y="48867"/>
                </a:lnTo>
                <a:lnTo>
                  <a:pt x="20429" y="43581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" name="path-146">
            <a:extLst xmlns:a="http://schemas.openxmlformats.org/drawingml/2006/main">
              <a:ext uri="{FF2B5EF4-FFF2-40B4-BE49-F238E27FC236}">
                <a16:creationId xmlns:a16="http://schemas.microsoft.com/office/drawing/2014/main" id="{A7556E2B-38C9-42FB-B46A-699D08EF8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3667054"/>
            <a:ext cx="21549" cy="84579"/>
          </a:xfrm>
          <a:custGeom xmlns:a="http://schemas.openxmlformats.org/drawingml/2006/main">
            <a:pathLst>
              <a:path w="18418" h="72289">
                <a:moveTo>
                  <a:pt x="9209" y="72289"/>
                </a:move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" name="path-147">
            <a:extLst xmlns:a="http://schemas.openxmlformats.org/drawingml/2006/main">
              <a:ext uri="{FF2B5EF4-FFF2-40B4-BE49-F238E27FC236}">
                <a16:creationId xmlns:a16="http://schemas.microsoft.com/office/drawing/2014/main" id="{C0AD5EF8-2E2A-488F-92C7-8E8D1BED1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3497895"/>
            <a:ext cx="21549" cy="84579"/>
          </a:xfrm>
          <a:custGeom xmlns:a="http://schemas.openxmlformats.org/drawingml/2006/main">
            <a:pathLst>
              <a:path w="18418" h="72289">
                <a:moveTo>
                  <a:pt x="9209" y="72289"/>
                </a:move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" name="path-148">
            <a:extLst xmlns:a="http://schemas.openxmlformats.org/drawingml/2006/main">
              <a:ext uri="{FF2B5EF4-FFF2-40B4-BE49-F238E27FC236}">
                <a16:creationId xmlns:a16="http://schemas.microsoft.com/office/drawing/2014/main" id="{03ECC630-5B5F-47FD-A975-393D7D32B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3328736"/>
            <a:ext cx="21549" cy="84579"/>
          </a:xfrm>
          <a:custGeom xmlns:a="http://schemas.openxmlformats.org/drawingml/2006/main">
            <a:pathLst>
              <a:path w="18418" h="72289">
                <a:moveTo>
                  <a:pt x="9209" y="72289"/>
                </a:moveTo>
                <a:lnTo>
                  <a:pt x="18418" y="72289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" name="path-149">
            <a:extLst xmlns:a="http://schemas.openxmlformats.org/drawingml/2006/main">
              <a:ext uri="{FF2B5EF4-FFF2-40B4-BE49-F238E27FC236}">
                <a16:creationId xmlns:a16="http://schemas.microsoft.com/office/drawing/2014/main" id="{238E6335-2E34-4EFA-808E-FF3D7A918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0806" y="3163078"/>
            <a:ext cx="83387" cy="81078"/>
          </a:xfrm>
          <a:custGeom xmlns:a="http://schemas.openxmlformats.org/drawingml/2006/main">
            <a:pathLst>
              <a:path w="71269" h="69296">
                <a:moveTo>
                  <a:pt x="9209" y="69296"/>
                </a:moveTo>
                <a:lnTo>
                  <a:pt x="18418" y="69296"/>
                </a:lnTo>
                <a:lnTo>
                  <a:pt x="18418" y="33152"/>
                </a:lnTo>
                <a:lnTo>
                  <a:pt x="20429" y="25715"/>
                </a:lnTo>
                <a:lnTo>
                  <a:pt x="25715" y="20429"/>
                </a:lnTo>
                <a:lnTo>
                  <a:pt x="33152" y="18418"/>
                </a:lnTo>
                <a:lnTo>
                  <a:pt x="71269" y="18418"/>
                </a:lnTo>
                <a:lnTo>
                  <a:pt x="71269" y="9209"/>
                </a:lnTo>
                <a:lnTo>
                  <a:pt x="71269" y="0"/>
                </a:lnTo>
                <a:lnTo>
                  <a:pt x="33151" y="0"/>
                </a:lnTo>
                <a:lnTo>
                  <a:pt x="20247" y="2605"/>
                </a:lnTo>
                <a:lnTo>
                  <a:pt x="9710" y="9710"/>
                </a:lnTo>
                <a:lnTo>
                  <a:pt x="2605" y="20248"/>
                </a:lnTo>
                <a:lnTo>
                  <a:pt x="0" y="33152"/>
                </a:lnTo>
                <a:lnTo>
                  <a:pt x="0" y="69296"/>
                </a:lnTo>
                <a:lnTo>
                  <a:pt x="9209" y="69296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" name="path-150">
            <a:extLst xmlns:a="http://schemas.openxmlformats.org/drawingml/2006/main">
              <a:ext uri="{FF2B5EF4-FFF2-40B4-BE49-F238E27FC236}">
                <a16:creationId xmlns:a16="http://schemas.microsoft.com/office/drawing/2014/main" id="{9DD285B1-A138-4843-AD1F-AAE545957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83390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" name="path-151">
            <a:extLst xmlns:a="http://schemas.openxmlformats.org/drawingml/2006/main">
              <a:ext uri="{FF2B5EF4-FFF2-40B4-BE49-F238E27FC236}">
                <a16:creationId xmlns:a16="http://schemas.microsoft.com/office/drawing/2014/main" id="{CDBE83A7-51FF-47A1-B82D-CD784D5E0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61784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" name="path-152">
            <a:extLst xmlns:a="http://schemas.openxmlformats.org/drawingml/2006/main">
              <a:ext uri="{FF2B5EF4-FFF2-40B4-BE49-F238E27FC236}">
                <a16:creationId xmlns:a16="http://schemas.microsoft.com/office/drawing/2014/main" id="{2C2D8CBE-C47F-47B1-B8A0-4D8ACA12A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0179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" name="path-153">
            <a:extLst xmlns:a="http://schemas.openxmlformats.org/drawingml/2006/main">
              <a:ext uri="{FF2B5EF4-FFF2-40B4-BE49-F238E27FC236}">
                <a16:creationId xmlns:a16="http://schemas.microsoft.com/office/drawing/2014/main" id="{E7BC9544-A768-4077-989E-E2D70EA7A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8573" y="3163078"/>
            <a:ext cx="89198" cy="21549"/>
          </a:xfrm>
          <a:custGeom xmlns:a="http://schemas.openxmlformats.org/drawingml/2006/main">
            <a:pathLst>
              <a:path w="76236" h="18418">
                <a:moveTo>
                  <a:pt x="0" y="9209"/>
                </a:moveTo>
                <a:lnTo>
                  <a:pt x="0" y="18418"/>
                </a:lnTo>
                <a:lnTo>
                  <a:pt x="76236" y="18418"/>
                </a:lnTo>
                <a:lnTo>
                  <a:pt x="76236" y="9209"/>
                </a:lnTo>
                <a:lnTo>
                  <a:pt x="762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" name="path-154">
            <a:extLst xmlns:a="http://schemas.openxmlformats.org/drawingml/2006/main">
              <a:ext uri="{FF2B5EF4-FFF2-40B4-BE49-F238E27FC236}">
                <a16:creationId xmlns:a16="http://schemas.microsoft.com/office/drawing/2014/main" id="{791E8ABD-91EA-47F2-8BA0-C345738C5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6967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18418"/>
                </a:move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" name="path-155">
            <a:extLst xmlns:a="http://schemas.openxmlformats.org/drawingml/2006/main">
              <a:ext uri="{FF2B5EF4-FFF2-40B4-BE49-F238E27FC236}">
                <a16:creationId xmlns:a16="http://schemas.microsoft.com/office/drawing/2014/main" id="{C1BF4FD9-75DC-4846-AC95-8C9DD30FB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5362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" name="path-156">
            <a:extLst xmlns:a="http://schemas.openxmlformats.org/drawingml/2006/main">
              <a:ext uri="{FF2B5EF4-FFF2-40B4-BE49-F238E27FC236}">
                <a16:creationId xmlns:a16="http://schemas.microsoft.com/office/drawing/2014/main" id="{5C86B83E-9D0C-4D53-88A0-32FADFECA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3756" y="3163078"/>
            <a:ext cx="89198" cy="21549"/>
          </a:xfrm>
          <a:custGeom xmlns:a="http://schemas.openxmlformats.org/drawingml/2006/main">
            <a:pathLst>
              <a:path w="76237" h="18418">
                <a:moveTo>
                  <a:pt x="0" y="9209"/>
                </a:moveTo>
                <a:lnTo>
                  <a:pt x="0" y="18418"/>
                </a:lnTo>
                <a:lnTo>
                  <a:pt x="76237" y="18418"/>
                </a:lnTo>
                <a:lnTo>
                  <a:pt x="76237" y="9209"/>
                </a:lnTo>
                <a:lnTo>
                  <a:pt x="76237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" name="path-157">
            <a:extLst xmlns:a="http://schemas.openxmlformats.org/drawingml/2006/main">
              <a:ext uri="{FF2B5EF4-FFF2-40B4-BE49-F238E27FC236}">
                <a16:creationId xmlns:a16="http://schemas.microsoft.com/office/drawing/2014/main" id="{E89F4777-A627-408C-A4C8-81E52331B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2151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" name="path-158">
            <a:extLst xmlns:a="http://schemas.openxmlformats.org/drawingml/2006/main">
              <a:ext uri="{FF2B5EF4-FFF2-40B4-BE49-F238E27FC236}">
                <a16:creationId xmlns:a16="http://schemas.microsoft.com/office/drawing/2014/main" id="{50580B4A-36CE-40EC-A9E5-9129D8E41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0545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18418"/>
                </a:move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" name="path-159">
            <a:extLst xmlns:a="http://schemas.openxmlformats.org/drawingml/2006/main">
              <a:ext uri="{FF2B5EF4-FFF2-40B4-BE49-F238E27FC236}">
                <a16:creationId xmlns:a16="http://schemas.microsoft.com/office/drawing/2014/main" id="{252680E1-06F0-48DB-8F48-453254FB8A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88940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18418"/>
                </a:move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" name="path-160">
            <a:extLst xmlns:a="http://schemas.openxmlformats.org/drawingml/2006/main">
              <a:ext uri="{FF2B5EF4-FFF2-40B4-BE49-F238E27FC236}">
                <a16:creationId xmlns:a16="http://schemas.microsoft.com/office/drawing/2014/main" id="{E84C3E25-D846-4BB3-BEF5-DAEB7C093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333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" name="path-161">
            <a:extLst xmlns:a="http://schemas.openxmlformats.org/drawingml/2006/main">
              <a:ext uri="{FF2B5EF4-FFF2-40B4-BE49-F238E27FC236}">
                <a16:creationId xmlns:a16="http://schemas.microsoft.com/office/drawing/2014/main" id="{6C89A485-D840-4431-AE44-998002F5C3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5728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" name="path-162">
            <a:extLst xmlns:a="http://schemas.openxmlformats.org/drawingml/2006/main">
              <a:ext uri="{FF2B5EF4-FFF2-40B4-BE49-F238E27FC236}">
                <a16:creationId xmlns:a16="http://schemas.microsoft.com/office/drawing/2014/main" id="{366D1301-AB7C-4FB3-B52D-C610367845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24122" y="3163078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" name="path-163">
            <a:extLst xmlns:a="http://schemas.openxmlformats.org/drawingml/2006/main">
              <a:ext uri="{FF2B5EF4-FFF2-40B4-BE49-F238E27FC236}">
                <a16:creationId xmlns:a16="http://schemas.microsoft.com/office/drawing/2014/main" id="{F2D11342-6C11-4706-87E0-449B1CE88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2515" y="3163078"/>
            <a:ext cx="83387" cy="81078"/>
          </a:xfrm>
          <a:custGeom xmlns:a="http://schemas.openxmlformats.org/drawingml/2006/main">
            <a:pathLst>
              <a:path w="71270" h="69296">
                <a:moveTo>
                  <a:pt x="38119" y="18418"/>
                </a:moveTo>
                <a:lnTo>
                  <a:pt x="45556" y="20429"/>
                </a:lnTo>
                <a:lnTo>
                  <a:pt x="50841" y="25715"/>
                </a:lnTo>
                <a:lnTo>
                  <a:pt x="52853" y="33152"/>
                </a:lnTo>
                <a:lnTo>
                  <a:pt x="52853" y="69296"/>
                </a:lnTo>
                <a:lnTo>
                  <a:pt x="62062" y="69296"/>
                </a:lnTo>
                <a:lnTo>
                  <a:pt x="71270" y="69296"/>
                </a:lnTo>
                <a:lnTo>
                  <a:pt x="71270" y="33152"/>
                </a:lnTo>
                <a:lnTo>
                  <a:pt x="68665" y="20248"/>
                </a:lnTo>
                <a:lnTo>
                  <a:pt x="61561" y="9710"/>
                </a:lnTo>
                <a:lnTo>
                  <a:pt x="51023" y="2605"/>
                </a:lnTo>
                <a:lnTo>
                  <a:pt x="38119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8119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" name="path-164">
            <a:extLst xmlns:a="http://schemas.openxmlformats.org/drawingml/2006/main">
              <a:ext uri="{FF2B5EF4-FFF2-40B4-BE49-F238E27FC236}">
                <a16:creationId xmlns:a16="http://schemas.microsoft.com/office/drawing/2014/main" id="{163B51F4-C1CB-4AC9-9197-2EB2903E9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64354" y="3328736"/>
            <a:ext cx="21548" cy="84579"/>
          </a:xfrm>
          <a:custGeom xmlns:a="http://schemas.openxmlformats.org/drawingml/2006/main">
            <a:pathLst>
              <a:path w="18417" h="72289">
                <a:moveTo>
                  <a:pt x="18417" y="72289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lnTo>
                  <a:pt x="18417" y="7228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" name="path-165">
            <a:extLst xmlns:a="http://schemas.openxmlformats.org/drawingml/2006/main">
              <a:ext uri="{FF2B5EF4-FFF2-40B4-BE49-F238E27FC236}">
                <a16:creationId xmlns:a16="http://schemas.microsoft.com/office/drawing/2014/main" id="{23E376D8-9220-47E5-B7A3-4939A4DB1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64354" y="3497895"/>
            <a:ext cx="21548" cy="84579"/>
          </a:xfrm>
          <a:custGeom xmlns:a="http://schemas.openxmlformats.org/drawingml/2006/main">
            <a:pathLst>
              <a:path w="18417" h="72289">
                <a:moveTo>
                  <a:pt x="9209" y="72289"/>
                </a:move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lnTo>
                  <a:pt x="9209" y="7228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" name="path-166">
            <a:extLst xmlns:a="http://schemas.openxmlformats.org/drawingml/2006/main">
              <a:ext uri="{FF2B5EF4-FFF2-40B4-BE49-F238E27FC236}">
                <a16:creationId xmlns:a16="http://schemas.microsoft.com/office/drawing/2014/main" id="{28BE35C4-0EA7-45F4-A092-F9EE8948A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64354" y="3667054"/>
            <a:ext cx="21548" cy="84579"/>
          </a:xfrm>
          <a:custGeom xmlns:a="http://schemas.openxmlformats.org/drawingml/2006/main">
            <a:pathLst>
              <a:path w="18417" h="72289">
                <a:moveTo>
                  <a:pt x="0" y="72289"/>
                </a:moveTo>
                <a:lnTo>
                  <a:pt x="9209" y="72289"/>
                </a:lnTo>
                <a:lnTo>
                  <a:pt x="18417" y="72289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228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" name="path-167">
            <a:extLst xmlns:a="http://schemas.openxmlformats.org/drawingml/2006/main">
              <a:ext uri="{FF2B5EF4-FFF2-40B4-BE49-F238E27FC236}">
                <a16:creationId xmlns:a16="http://schemas.microsoft.com/office/drawing/2014/main" id="{345AE4C0-4725-4BCF-A78D-3FE4189D93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2517" y="3836214"/>
            <a:ext cx="83386" cy="81078"/>
          </a:xfrm>
          <a:custGeom xmlns:a="http://schemas.openxmlformats.org/drawingml/2006/main">
            <a:pathLst>
              <a:path w="71269" h="69296">
                <a:moveTo>
                  <a:pt x="62061" y="0"/>
                </a:moveTo>
                <a:lnTo>
                  <a:pt x="52852" y="0"/>
                </a:lnTo>
                <a:lnTo>
                  <a:pt x="52852" y="36144"/>
                </a:lnTo>
                <a:lnTo>
                  <a:pt x="50840" y="43581"/>
                </a:lnTo>
                <a:lnTo>
                  <a:pt x="45554" y="48867"/>
                </a:lnTo>
                <a:lnTo>
                  <a:pt x="38118" y="50878"/>
                </a:lnTo>
                <a:lnTo>
                  <a:pt x="0" y="50878"/>
                </a:lnTo>
                <a:lnTo>
                  <a:pt x="0" y="60087"/>
                </a:lnTo>
                <a:lnTo>
                  <a:pt x="0" y="69296"/>
                </a:lnTo>
                <a:lnTo>
                  <a:pt x="38118" y="69296"/>
                </a:lnTo>
                <a:lnTo>
                  <a:pt x="51022" y="66691"/>
                </a:lnTo>
                <a:lnTo>
                  <a:pt x="61559" y="59586"/>
                </a:lnTo>
                <a:lnTo>
                  <a:pt x="68664" y="49049"/>
                </a:lnTo>
                <a:lnTo>
                  <a:pt x="71269" y="36144"/>
                </a:lnTo>
                <a:lnTo>
                  <a:pt x="71269" y="0"/>
                </a:lnTo>
                <a:lnTo>
                  <a:pt x="62061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" name="path-168">
            <a:extLst xmlns:a="http://schemas.openxmlformats.org/drawingml/2006/main">
              <a:ext uri="{FF2B5EF4-FFF2-40B4-BE49-F238E27FC236}">
                <a16:creationId xmlns:a16="http://schemas.microsoft.com/office/drawing/2014/main" id="{09FD030A-BB18-4065-8C14-63F33CC23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24123" y="3895742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" name="path-169">
            <a:extLst xmlns:a="http://schemas.openxmlformats.org/drawingml/2006/main">
              <a:ext uri="{FF2B5EF4-FFF2-40B4-BE49-F238E27FC236}">
                <a16:creationId xmlns:a16="http://schemas.microsoft.com/office/drawing/2014/main" id="{65F59F5D-E882-434F-B1AC-23E8244D3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5728" y="3895742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" name="path-170">
            <a:extLst xmlns:a="http://schemas.openxmlformats.org/drawingml/2006/main">
              <a:ext uri="{FF2B5EF4-FFF2-40B4-BE49-F238E27FC236}">
                <a16:creationId xmlns:a16="http://schemas.microsoft.com/office/drawing/2014/main" id="{C583D397-7ADB-4CE5-BF92-3720F24D8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67333" y="3895742"/>
            <a:ext cx="89198" cy="21549"/>
          </a:xfrm>
          <a:custGeom xmlns:a="http://schemas.openxmlformats.org/drawingml/2006/main">
            <a:pathLst>
              <a:path w="76237" h="18418">
                <a:moveTo>
                  <a:pt x="76237" y="9209"/>
                </a:moveTo>
                <a:lnTo>
                  <a:pt x="7623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7" y="18418"/>
                </a:lnTo>
                <a:lnTo>
                  <a:pt x="76237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" name="path-171">
            <a:extLst xmlns:a="http://schemas.openxmlformats.org/drawingml/2006/main">
              <a:ext uri="{FF2B5EF4-FFF2-40B4-BE49-F238E27FC236}">
                <a16:creationId xmlns:a16="http://schemas.microsoft.com/office/drawing/2014/main" id="{3BC1541D-E014-4249-917F-87C451469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88940" y="3895742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" name="path-172">
            <a:extLst xmlns:a="http://schemas.openxmlformats.org/drawingml/2006/main">
              <a:ext uri="{FF2B5EF4-FFF2-40B4-BE49-F238E27FC236}">
                <a16:creationId xmlns:a16="http://schemas.microsoft.com/office/drawing/2014/main" id="{4154FE1E-39E3-4EF4-ADD3-0FDE07323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0545" y="3895742"/>
            <a:ext cx="89198" cy="21549"/>
          </a:xfrm>
          <a:custGeom xmlns:a="http://schemas.openxmlformats.org/drawingml/2006/main">
            <a:pathLst>
              <a:path w="76237" h="18418">
                <a:moveTo>
                  <a:pt x="0" y="18418"/>
                </a:moveTo>
                <a:lnTo>
                  <a:pt x="76237" y="18418"/>
                </a:lnTo>
                <a:lnTo>
                  <a:pt x="76237" y="9209"/>
                </a:lnTo>
                <a:lnTo>
                  <a:pt x="7623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" name="path-173">
            <a:extLst xmlns:a="http://schemas.openxmlformats.org/drawingml/2006/main">
              <a:ext uri="{FF2B5EF4-FFF2-40B4-BE49-F238E27FC236}">
                <a16:creationId xmlns:a16="http://schemas.microsoft.com/office/drawing/2014/main" id="{21BE5C85-388A-41FB-872F-979296EA6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32151" y="3895742"/>
            <a:ext cx="89197" cy="21549"/>
          </a:xfrm>
          <a:custGeom xmlns:a="http://schemas.openxmlformats.org/drawingml/2006/main">
            <a:pathLst>
              <a:path w="76235" h="18418">
                <a:moveTo>
                  <a:pt x="0" y="9209"/>
                </a:move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" name="path-174">
            <a:extLst xmlns:a="http://schemas.openxmlformats.org/drawingml/2006/main">
              <a:ext uri="{FF2B5EF4-FFF2-40B4-BE49-F238E27FC236}">
                <a16:creationId xmlns:a16="http://schemas.microsoft.com/office/drawing/2014/main" id="{8B41658B-B76A-46CB-ACB6-9B3E5DA12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3756" y="3895742"/>
            <a:ext cx="89198" cy="21549"/>
          </a:xfrm>
          <a:custGeom xmlns:a="http://schemas.openxmlformats.org/drawingml/2006/main">
            <a:pathLst>
              <a:path w="76237" h="18418">
                <a:moveTo>
                  <a:pt x="0" y="0"/>
                </a:moveTo>
                <a:lnTo>
                  <a:pt x="0" y="9209"/>
                </a:lnTo>
                <a:lnTo>
                  <a:pt x="0" y="18418"/>
                </a:lnTo>
                <a:lnTo>
                  <a:pt x="76237" y="18418"/>
                </a:lnTo>
                <a:lnTo>
                  <a:pt x="76237" y="9209"/>
                </a:lnTo>
                <a:lnTo>
                  <a:pt x="76237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" name="path-175">
            <a:extLst xmlns:a="http://schemas.openxmlformats.org/drawingml/2006/main">
              <a:ext uri="{FF2B5EF4-FFF2-40B4-BE49-F238E27FC236}">
                <a16:creationId xmlns:a16="http://schemas.microsoft.com/office/drawing/2014/main" id="{B9404B45-9C36-48AC-B397-26D0A4313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5362" y="3895742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lnTo>
                  <a:pt x="76235" y="0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" name="path-176">
            <a:extLst xmlns:a="http://schemas.openxmlformats.org/drawingml/2006/main">
              <a:ext uri="{FF2B5EF4-FFF2-40B4-BE49-F238E27FC236}">
                <a16:creationId xmlns:a16="http://schemas.microsoft.com/office/drawing/2014/main" id="{916D7DC5-1CCF-405F-8B24-7F94FCDC4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6968" y="3895742"/>
            <a:ext cx="89198" cy="21549"/>
          </a:xfrm>
          <a:custGeom xmlns:a="http://schemas.openxmlformats.org/drawingml/2006/main">
            <a:pathLst>
              <a:path w="76236" h="18418">
                <a:moveTo>
                  <a:pt x="76236" y="9209"/>
                </a:moveTo>
                <a:lnTo>
                  <a:pt x="7623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6" y="18418"/>
                </a:lnTo>
                <a:lnTo>
                  <a:pt x="76236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" name="path-177">
            <a:extLst xmlns:a="http://schemas.openxmlformats.org/drawingml/2006/main">
              <a:ext uri="{FF2B5EF4-FFF2-40B4-BE49-F238E27FC236}">
                <a16:creationId xmlns:a16="http://schemas.microsoft.com/office/drawing/2014/main" id="{B33D34B7-2FB8-483C-A9CC-FD78B4EE9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8574" y="3895742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" name="path-178">
            <a:extLst xmlns:a="http://schemas.openxmlformats.org/drawingml/2006/main">
              <a:ext uri="{FF2B5EF4-FFF2-40B4-BE49-F238E27FC236}">
                <a16:creationId xmlns:a16="http://schemas.microsoft.com/office/drawing/2014/main" id="{12483A38-F4A2-4E99-85F9-0C08D1608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0179" y="3895742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" name="path-179">
            <a:extLst xmlns:a="http://schemas.openxmlformats.org/drawingml/2006/main">
              <a:ext uri="{FF2B5EF4-FFF2-40B4-BE49-F238E27FC236}">
                <a16:creationId xmlns:a16="http://schemas.microsoft.com/office/drawing/2014/main" id="{735CAB4A-5401-405E-AE63-F1B353653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61785" y="3895742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" name="path-180">
            <a:extLst xmlns:a="http://schemas.openxmlformats.org/drawingml/2006/main">
              <a:ext uri="{FF2B5EF4-FFF2-40B4-BE49-F238E27FC236}">
                <a16:creationId xmlns:a16="http://schemas.microsoft.com/office/drawing/2014/main" id="{E836E40F-7CB8-4A53-B656-839A19ACE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83391" y="3895742"/>
            <a:ext cx="89197" cy="21549"/>
          </a:xfrm>
          <a:custGeom xmlns:a="http://schemas.openxmlformats.org/drawingml/2006/main">
            <a:pathLst>
              <a:path w="76235" h="18418">
                <a:moveTo>
                  <a:pt x="76235" y="9209"/>
                </a:moveTo>
                <a:lnTo>
                  <a:pt x="76235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6235" y="18418"/>
                </a:lnTo>
                <a:lnTo>
                  <a:pt x="76235" y="9209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" name="path-181">
            <a:extLst xmlns:a="http://schemas.openxmlformats.org/drawingml/2006/main">
              <a:ext uri="{FF2B5EF4-FFF2-40B4-BE49-F238E27FC236}">
                <a16:creationId xmlns:a16="http://schemas.microsoft.com/office/drawing/2014/main" id="{966FA866-95E0-49BE-B121-DC9BFF553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89803" y="3451522"/>
            <a:ext cx="170941" cy="213793"/>
          </a:xfrm>
          <a:custGeom xmlns:a="http://schemas.openxmlformats.org/drawingml/2006/main">
            <a:pathLst>
              <a:path w="146101" h="182726">
                <a:moveTo>
                  <a:pt x="134954" y="10350"/>
                </a:moveTo>
                <a:cubicBezTo>
                  <a:pt x="134954" y="2787"/>
                  <a:pt x="134954" y="0"/>
                  <a:pt x="128983" y="0"/>
                </a:cubicBezTo>
                <a:cubicBezTo>
                  <a:pt x="126594" y="0"/>
                  <a:pt x="125798" y="0"/>
                  <a:pt x="119827" y="3583"/>
                </a:cubicBezTo>
                <a:cubicBezTo>
                  <a:pt x="118234" y="4777"/>
                  <a:pt x="113855" y="7564"/>
                  <a:pt x="111865" y="8758"/>
                </a:cubicBezTo>
                <a:cubicBezTo>
                  <a:pt x="100718" y="2388"/>
                  <a:pt x="85989" y="0"/>
                  <a:pt x="71657" y="0"/>
                </a:cubicBezTo>
                <a:cubicBezTo>
                  <a:pt x="59714" y="0"/>
                  <a:pt x="0" y="0"/>
                  <a:pt x="0" y="51752"/>
                </a:cubicBezTo>
                <a:cubicBezTo>
                  <a:pt x="0" y="93552"/>
                  <a:pt x="49364" y="102311"/>
                  <a:pt x="61705" y="104301"/>
                </a:cubicBezTo>
                <a:cubicBezTo>
                  <a:pt x="72453" y="106291"/>
                  <a:pt x="85591" y="108680"/>
                  <a:pt x="87183" y="108680"/>
                </a:cubicBezTo>
                <a:cubicBezTo>
                  <a:pt x="103107" y="112263"/>
                  <a:pt x="119030" y="122215"/>
                  <a:pt x="119030" y="138935"/>
                </a:cubicBezTo>
                <a:cubicBezTo>
                  <a:pt x="119030" y="169589"/>
                  <a:pt x="82804" y="169589"/>
                  <a:pt x="74444" y="169589"/>
                </a:cubicBezTo>
                <a:cubicBezTo>
                  <a:pt x="54141" y="169589"/>
                  <a:pt x="29061" y="163219"/>
                  <a:pt x="17915" y="124604"/>
                </a:cubicBezTo>
                <a:cubicBezTo>
                  <a:pt x="15526" y="116642"/>
                  <a:pt x="15128" y="116244"/>
                  <a:pt x="8360" y="116244"/>
                </a:cubicBezTo>
                <a:cubicBezTo>
                  <a:pt x="0" y="116244"/>
                  <a:pt x="0" y="117438"/>
                  <a:pt x="0" y="126594"/>
                </a:cubicBezTo>
                <a:lnTo>
                  <a:pt x="0" y="172375"/>
                </a:lnTo>
                <a:cubicBezTo>
                  <a:pt x="0" y="179939"/>
                  <a:pt x="0" y="182726"/>
                  <a:pt x="5971" y="182726"/>
                </a:cubicBezTo>
                <a:cubicBezTo>
                  <a:pt x="8758" y="182726"/>
                  <a:pt x="9555" y="182726"/>
                  <a:pt x="17516" y="176356"/>
                </a:cubicBezTo>
                <a:lnTo>
                  <a:pt x="27866" y="168792"/>
                </a:lnTo>
                <a:cubicBezTo>
                  <a:pt x="45781" y="182726"/>
                  <a:pt x="67278" y="182726"/>
                  <a:pt x="74444" y="182726"/>
                </a:cubicBezTo>
                <a:cubicBezTo>
                  <a:pt x="96339" y="182726"/>
                  <a:pt x="146101" y="177949"/>
                  <a:pt x="146101" y="125002"/>
                </a:cubicBezTo>
                <a:cubicBezTo>
                  <a:pt x="146101" y="105893"/>
                  <a:pt x="135750" y="92756"/>
                  <a:pt x="127788" y="85591"/>
                </a:cubicBezTo>
                <a:cubicBezTo>
                  <a:pt x="111467" y="72055"/>
                  <a:pt x="97931" y="69666"/>
                  <a:pt x="76434" y="65686"/>
                </a:cubicBezTo>
                <a:cubicBezTo>
                  <a:pt x="50956" y="61307"/>
                  <a:pt x="27070" y="56928"/>
                  <a:pt x="27070" y="37819"/>
                </a:cubicBezTo>
                <a:cubicBezTo>
                  <a:pt x="27070" y="11943"/>
                  <a:pt x="62501" y="11943"/>
                  <a:pt x="70861" y="11943"/>
                </a:cubicBezTo>
                <a:cubicBezTo>
                  <a:pt x="115050" y="11943"/>
                  <a:pt x="117438" y="39809"/>
                  <a:pt x="118234" y="49762"/>
                </a:cubicBezTo>
                <a:cubicBezTo>
                  <a:pt x="118632" y="54937"/>
                  <a:pt x="121817" y="54937"/>
                  <a:pt x="126594" y="54937"/>
                </a:cubicBezTo>
                <a:cubicBezTo>
                  <a:pt x="134954" y="54937"/>
                  <a:pt x="134954" y="53743"/>
                  <a:pt x="134954" y="44587"/>
                </a:cubicBezTo>
                <a:lnTo>
                  <a:pt x="134954" y="1035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" name="path-182">
            <a:extLst xmlns:a="http://schemas.openxmlformats.org/drawingml/2006/main">
              <a:ext uri="{FF2B5EF4-FFF2-40B4-BE49-F238E27FC236}">
                <a16:creationId xmlns:a16="http://schemas.microsoft.com/office/drawing/2014/main" id="{9E162B39-724B-41A4-BB68-303CB9296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92455" y="3513785"/>
            <a:ext cx="135076" cy="221711"/>
          </a:xfrm>
          <a:custGeom xmlns:a="http://schemas.openxmlformats.org/drawingml/2006/main">
            <a:pathLst>
              <a:path w="115448" h="189494">
                <a:moveTo>
                  <a:pt x="115448" y="56529"/>
                </a:moveTo>
                <a:cubicBezTo>
                  <a:pt x="115448" y="23355"/>
                  <a:pt x="102709" y="0"/>
                  <a:pt x="80681" y="0"/>
                </a:cubicBezTo>
                <a:cubicBezTo>
                  <a:pt x="41137" y="0"/>
                  <a:pt x="0" y="73780"/>
                  <a:pt x="0" y="132964"/>
                </a:cubicBezTo>
                <a:cubicBezTo>
                  <a:pt x="0" y="158442"/>
                  <a:pt x="8758" y="189494"/>
                  <a:pt x="35032" y="189494"/>
                </a:cubicBezTo>
                <a:cubicBezTo>
                  <a:pt x="73781" y="189494"/>
                  <a:pt x="115448" y="117571"/>
                  <a:pt x="115448" y="56529"/>
                </a:cubicBezTo>
                <a:moveTo>
                  <a:pt x="29725" y="90235"/>
                </a:moveTo>
                <a:cubicBezTo>
                  <a:pt x="42198" y="36625"/>
                  <a:pt x="63960" y="7431"/>
                  <a:pt x="80415" y="7431"/>
                </a:cubicBezTo>
                <a:cubicBezTo>
                  <a:pt x="96339" y="7431"/>
                  <a:pt x="96339" y="35829"/>
                  <a:pt x="96339" y="40871"/>
                </a:cubicBezTo>
                <a:cubicBezTo>
                  <a:pt x="96339" y="55733"/>
                  <a:pt x="91562" y="77230"/>
                  <a:pt x="88377" y="90235"/>
                </a:cubicBezTo>
                <a:lnTo>
                  <a:pt x="29725" y="90235"/>
                </a:lnTo>
                <a:moveTo>
                  <a:pt x="85989" y="99259"/>
                </a:moveTo>
                <a:cubicBezTo>
                  <a:pt x="73515" y="152603"/>
                  <a:pt x="51752" y="182062"/>
                  <a:pt x="35298" y="182062"/>
                </a:cubicBezTo>
                <a:cubicBezTo>
                  <a:pt x="20966" y="182062"/>
                  <a:pt x="19374" y="160830"/>
                  <a:pt x="19374" y="148622"/>
                </a:cubicBezTo>
                <a:cubicBezTo>
                  <a:pt x="19374" y="131902"/>
                  <a:pt x="24416" y="110405"/>
                  <a:pt x="27336" y="99259"/>
                </a:cubicBezTo>
                <a:lnTo>
                  <a:pt x="85989" y="99259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" name="path-183">
            <a:extLst xmlns:a="http://schemas.openxmlformats.org/drawingml/2006/main">
              <a:ext uri="{FF2B5EF4-FFF2-40B4-BE49-F238E27FC236}">
                <a16:creationId xmlns:a16="http://schemas.microsoft.com/office/drawing/2014/main" id="{A1633775-0D42-46CF-B808-50A42A6F5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6926" y="3313190"/>
            <a:ext cx="105731" cy="466245"/>
          </a:xfrm>
          <a:custGeom xmlns:a="http://schemas.openxmlformats.org/drawingml/2006/main">
            <a:pathLst>
              <a:path w="90367" h="398494">
                <a:moveTo>
                  <a:pt x="90367" y="395309"/>
                </a:moveTo>
                <a:cubicBezTo>
                  <a:pt x="90367" y="394115"/>
                  <a:pt x="90367" y="393319"/>
                  <a:pt x="83601" y="386551"/>
                </a:cubicBezTo>
                <a:cubicBezTo>
                  <a:pt x="43790" y="346343"/>
                  <a:pt x="21497" y="280657"/>
                  <a:pt x="21497" y="199446"/>
                </a:cubicBezTo>
                <a:cubicBezTo>
                  <a:pt x="21497" y="122215"/>
                  <a:pt x="40208" y="55733"/>
                  <a:pt x="86387" y="8758"/>
                </a:cubicBezTo>
                <a:cubicBezTo>
                  <a:pt x="90367" y="5175"/>
                  <a:pt x="90367" y="4379"/>
                  <a:pt x="90367" y="3185"/>
                </a:cubicBezTo>
                <a:cubicBezTo>
                  <a:pt x="90367" y="796"/>
                  <a:pt x="88377" y="0"/>
                  <a:pt x="86785" y="0"/>
                </a:cubicBezTo>
                <a:cubicBezTo>
                  <a:pt x="81610" y="0"/>
                  <a:pt x="48966" y="28663"/>
                  <a:pt x="29459" y="67676"/>
                </a:cubicBezTo>
                <a:cubicBezTo>
                  <a:pt x="9156" y="107884"/>
                  <a:pt x="0" y="150480"/>
                  <a:pt x="0" y="199446"/>
                </a:cubicBezTo>
                <a:cubicBezTo>
                  <a:pt x="0" y="234876"/>
                  <a:pt x="5573" y="282250"/>
                  <a:pt x="26274" y="324846"/>
                </a:cubicBezTo>
                <a:cubicBezTo>
                  <a:pt x="49762" y="372617"/>
                  <a:pt x="82406" y="398494"/>
                  <a:pt x="86785" y="398494"/>
                </a:cubicBezTo>
                <a:cubicBezTo>
                  <a:pt x="88377" y="398494"/>
                  <a:pt x="90367" y="397697"/>
                  <a:pt x="90367" y="395309"/>
                </a:cubicBez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" name="path-184">
            <a:extLst xmlns:a="http://schemas.openxmlformats.org/drawingml/2006/main">
              <a:ext uri="{FF2B5EF4-FFF2-40B4-BE49-F238E27FC236}">
                <a16:creationId xmlns:a16="http://schemas.microsoft.com/office/drawing/2014/main" id="{3BDB74E3-C43F-4381-AF68-F59466C4F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3078" y="3455715"/>
            <a:ext cx="196093" cy="206806"/>
          </a:xfrm>
          <a:custGeom xmlns:a="http://schemas.openxmlformats.org/drawingml/2006/main">
            <a:pathLst>
              <a:path w="167599" h="176755">
                <a:moveTo>
                  <a:pt x="162821" y="15128"/>
                </a:moveTo>
                <a:cubicBezTo>
                  <a:pt x="166404" y="10749"/>
                  <a:pt x="166404" y="9952"/>
                  <a:pt x="166404" y="7564"/>
                </a:cubicBezTo>
                <a:cubicBezTo>
                  <a:pt x="166404" y="0"/>
                  <a:pt x="162423" y="0"/>
                  <a:pt x="154859" y="0"/>
                </a:cubicBezTo>
                <a:lnTo>
                  <a:pt x="10749" y="0"/>
                </a:lnTo>
                <a:lnTo>
                  <a:pt x="6369" y="68472"/>
                </a:lnTo>
                <a:lnTo>
                  <a:pt x="23089" y="68472"/>
                </a:lnTo>
                <a:cubicBezTo>
                  <a:pt x="25478" y="30653"/>
                  <a:pt x="34236" y="13137"/>
                  <a:pt x="78425" y="13137"/>
                </a:cubicBezTo>
                <a:lnTo>
                  <a:pt x="114254" y="13137"/>
                </a:lnTo>
                <a:lnTo>
                  <a:pt x="3583" y="160831"/>
                </a:lnTo>
                <a:cubicBezTo>
                  <a:pt x="0" y="165209"/>
                  <a:pt x="0" y="166005"/>
                  <a:pt x="0" y="168793"/>
                </a:cubicBezTo>
                <a:cubicBezTo>
                  <a:pt x="0" y="176755"/>
                  <a:pt x="3583" y="176755"/>
                  <a:pt x="11545" y="176755"/>
                </a:cubicBezTo>
                <a:lnTo>
                  <a:pt x="160831" y="176755"/>
                </a:lnTo>
                <a:lnTo>
                  <a:pt x="167599" y="97931"/>
                </a:lnTo>
                <a:lnTo>
                  <a:pt x="150879" y="97931"/>
                </a:lnTo>
                <a:cubicBezTo>
                  <a:pt x="147694" y="140130"/>
                  <a:pt x="138935" y="162423"/>
                  <a:pt x="88775" y="162423"/>
                </a:cubicBezTo>
                <a:lnTo>
                  <a:pt x="52549" y="162423"/>
                </a:lnTo>
                <a:lnTo>
                  <a:pt x="162821" y="15128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" name="path-185">
            <a:extLst xmlns:a="http://schemas.openxmlformats.org/drawingml/2006/main">
              <a:ext uri="{FF2B5EF4-FFF2-40B4-BE49-F238E27FC236}">
                <a16:creationId xmlns:a16="http://schemas.microsoft.com/office/drawing/2014/main" id="{5A5C923B-11DE-487E-A9A0-8EE7B9028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9292" y="3538317"/>
            <a:ext cx="100918" cy="197180"/>
          </a:xfrm>
          <a:custGeom xmlns:a="http://schemas.openxmlformats.org/drawingml/2006/main">
            <a:pathLst>
              <a:path w="86254" h="168527">
                <a:moveTo>
                  <a:pt x="52018" y="60245"/>
                </a:moveTo>
                <a:lnTo>
                  <a:pt x="78026" y="60245"/>
                </a:lnTo>
                <a:cubicBezTo>
                  <a:pt x="83070" y="60245"/>
                  <a:pt x="86254" y="60245"/>
                  <a:pt x="86254" y="55202"/>
                </a:cubicBezTo>
                <a:cubicBezTo>
                  <a:pt x="86254" y="51487"/>
                  <a:pt x="82803" y="51487"/>
                  <a:pt x="78292" y="51487"/>
                </a:cubicBezTo>
                <a:lnTo>
                  <a:pt x="54141" y="51487"/>
                </a:lnTo>
                <a:lnTo>
                  <a:pt x="63695" y="13801"/>
                </a:lnTo>
                <a:cubicBezTo>
                  <a:pt x="64756" y="9820"/>
                  <a:pt x="64756" y="8493"/>
                  <a:pt x="64756" y="8227"/>
                </a:cubicBezTo>
                <a:cubicBezTo>
                  <a:pt x="64756" y="2654"/>
                  <a:pt x="60510" y="0"/>
                  <a:pt x="55999" y="0"/>
                </a:cubicBezTo>
                <a:cubicBezTo>
                  <a:pt x="46976" y="0"/>
                  <a:pt x="45117" y="7166"/>
                  <a:pt x="42198" y="19109"/>
                </a:cubicBezTo>
                <a:lnTo>
                  <a:pt x="33971" y="51487"/>
                </a:lnTo>
                <a:lnTo>
                  <a:pt x="8492" y="51487"/>
                </a:lnTo>
                <a:cubicBezTo>
                  <a:pt x="3450" y="51487"/>
                  <a:pt x="0" y="51487"/>
                  <a:pt x="0" y="56530"/>
                </a:cubicBezTo>
                <a:cubicBezTo>
                  <a:pt x="0" y="60245"/>
                  <a:pt x="3450" y="60245"/>
                  <a:pt x="7961" y="60245"/>
                </a:cubicBezTo>
                <a:lnTo>
                  <a:pt x="31848" y="60245"/>
                </a:lnTo>
                <a:lnTo>
                  <a:pt x="15924" y="123940"/>
                </a:lnTo>
                <a:cubicBezTo>
                  <a:pt x="14332" y="130576"/>
                  <a:pt x="11943" y="139864"/>
                  <a:pt x="11943" y="143580"/>
                </a:cubicBezTo>
                <a:cubicBezTo>
                  <a:pt x="11943" y="159504"/>
                  <a:pt x="24947" y="168527"/>
                  <a:pt x="39013" y="168527"/>
                </a:cubicBezTo>
                <a:cubicBezTo>
                  <a:pt x="67411" y="168527"/>
                  <a:pt x="83601" y="131106"/>
                  <a:pt x="83601" y="127921"/>
                </a:cubicBezTo>
                <a:cubicBezTo>
                  <a:pt x="83601" y="125002"/>
                  <a:pt x="81211" y="124471"/>
                  <a:pt x="79619" y="124471"/>
                </a:cubicBezTo>
                <a:cubicBezTo>
                  <a:pt x="76700" y="124471"/>
                  <a:pt x="76434" y="125533"/>
                  <a:pt x="74576" y="129514"/>
                </a:cubicBezTo>
                <a:cubicBezTo>
                  <a:pt x="69269" y="142253"/>
                  <a:pt x="55999" y="161096"/>
                  <a:pt x="39809" y="161096"/>
                </a:cubicBezTo>
                <a:cubicBezTo>
                  <a:pt x="34236" y="161096"/>
                  <a:pt x="31052" y="157381"/>
                  <a:pt x="31052" y="148623"/>
                </a:cubicBezTo>
                <a:cubicBezTo>
                  <a:pt x="31052" y="143580"/>
                  <a:pt x="31848" y="140661"/>
                  <a:pt x="32644" y="137210"/>
                </a:cubicBezTo>
                <a:lnTo>
                  <a:pt x="52018" y="60245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" name="path-186">
            <a:extLst xmlns:a="http://schemas.openxmlformats.org/drawingml/2006/main">
              <a:ext uri="{FF2B5EF4-FFF2-40B4-BE49-F238E27FC236}">
                <a16:creationId xmlns:a16="http://schemas.microsoft.com/office/drawing/2014/main" id="{06A5874A-81AC-49CD-BF5C-AA5F3793F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50600" y="3617348"/>
            <a:ext cx="50304" cy="135076"/>
          </a:xfrm>
          <a:custGeom xmlns:a="http://schemas.openxmlformats.org/drawingml/2006/main">
            <a:pathLst>
              <a:path w="42994" h="115448">
                <a:moveTo>
                  <a:pt x="42994" y="40208"/>
                </a:moveTo>
                <a:cubicBezTo>
                  <a:pt x="42994" y="17118"/>
                  <a:pt x="35430" y="0"/>
                  <a:pt x="19109" y="0"/>
                </a:cubicBezTo>
                <a:cubicBezTo>
                  <a:pt x="6369" y="0"/>
                  <a:pt x="0" y="10351"/>
                  <a:pt x="0" y="19109"/>
                </a:cubicBezTo>
                <a:cubicBezTo>
                  <a:pt x="0" y="27866"/>
                  <a:pt x="5972" y="38615"/>
                  <a:pt x="19507" y="38615"/>
                </a:cubicBezTo>
                <a:cubicBezTo>
                  <a:pt x="24682" y="38615"/>
                  <a:pt x="29061" y="37023"/>
                  <a:pt x="32644" y="33440"/>
                </a:cubicBezTo>
                <a:cubicBezTo>
                  <a:pt x="33440" y="32644"/>
                  <a:pt x="33838" y="32644"/>
                  <a:pt x="34236" y="32644"/>
                </a:cubicBezTo>
                <a:cubicBezTo>
                  <a:pt x="35032" y="32644"/>
                  <a:pt x="35032" y="38217"/>
                  <a:pt x="35032" y="40208"/>
                </a:cubicBezTo>
                <a:cubicBezTo>
                  <a:pt x="35032" y="53345"/>
                  <a:pt x="32644" y="79221"/>
                  <a:pt x="9555" y="105097"/>
                </a:cubicBezTo>
                <a:cubicBezTo>
                  <a:pt x="5175" y="109874"/>
                  <a:pt x="5175" y="110670"/>
                  <a:pt x="5175" y="111467"/>
                </a:cubicBezTo>
                <a:cubicBezTo>
                  <a:pt x="5175" y="113457"/>
                  <a:pt x="7165" y="115448"/>
                  <a:pt x="9156" y="115448"/>
                </a:cubicBezTo>
                <a:cubicBezTo>
                  <a:pt x="12341" y="115448"/>
                  <a:pt x="42994" y="85989"/>
                  <a:pt x="42994" y="40208"/>
                </a:cubicBez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" name="path-187">
            <a:extLst xmlns:a="http://schemas.openxmlformats.org/drawingml/2006/main">
              <a:ext uri="{FF2B5EF4-FFF2-40B4-BE49-F238E27FC236}">
                <a16:creationId xmlns:a16="http://schemas.microsoft.com/office/drawing/2014/main" id="{43D9B518-07F7-453F-97DC-60DEB6B11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4640" y="3371408"/>
            <a:ext cx="139733" cy="295770"/>
          </a:xfrm>
          <a:custGeom xmlns:a="http://schemas.openxmlformats.org/drawingml/2006/main">
            <a:pathLst>
              <a:path w="119428" h="252791">
                <a:moveTo>
                  <a:pt x="71259" y="88775"/>
                </a:moveTo>
                <a:lnTo>
                  <a:pt x="107884" y="88775"/>
                </a:lnTo>
                <a:cubicBezTo>
                  <a:pt x="115447" y="88775"/>
                  <a:pt x="119428" y="88775"/>
                  <a:pt x="119428" y="81610"/>
                </a:cubicBezTo>
                <a:cubicBezTo>
                  <a:pt x="119428" y="77231"/>
                  <a:pt x="117040" y="77231"/>
                  <a:pt x="109078" y="77231"/>
                </a:cubicBezTo>
                <a:lnTo>
                  <a:pt x="74046" y="77231"/>
                </a:lnTo>
                <a:lnTo>
                  <a:pt x="88775" y="19109"/>
                </a:lnTo>
                <a:cubicBezTo>
                  <a:pt x="90367" y="13535"/>
                  <a:pt x="90367" y="12739"/>
                  <a:pt x="90367" y="9953"/>
                </a:cubicBezTo>
                <a:cubicBezTo>
                  <a:pt x="90367" y="3583"/>
                  <a:pt x="85193" y="0"/>
                  <a:pt x="80017" y="0"/>
                </a:cubicBezTo>
                <a:cubicBezTo>
                  <a:pt x="76833" y="0"/>
                  <a:pt x="67677" y="1194"/>
                  <a:pt x="64491" y="13934"/>
                </a:cubicBezTo>
                <a:lnTo>
                  <a:pt x="48966" y="77231"/>
                </a:lnTo>
                <a:lnTo>
                  <a:pt x="11545" y="77231"/>
                </a:lnTo>
                <a:cubicBezTo>
                  <a:pt x="3583" y="77231"/>
                  <a:pt x="0" y="77231"/>
                  <a:pt x="0" y="84794"/>
                </a:cubicBezTo>
                <a:cubicBezTo>
                  <a:pt x="0" y="88775"/>
                  <a:pt x="2787" y="88775"/>
                  <a:pt x="10351" y="88775"/>
                </a:cubicBezTo>
                <a:lnTo>
                  <a:pt x="45781" y="88775"/>
                </a:lnTo>
                <a:lnTo>
                  <a:pt x="19507" y="193873"/>
                </a:lnTo>
                <a:cubicBezTo>
                  <a:pt x="16322" y="207806"/>
                  <a:pt x="15128" y="211787"/>
                  <a:pt x="15128" y="216962"/>
                </a:cubicBezTo>
                <a:cubicBezTo>
                  <a:pt x="15128" y="235673"/>
                  <a:pt x="28265" y="252791"/>
                  <a:pt x="50558" y="252791"/>
                </a:cubicBezTo>
                <a:cubicBezTo>
                  <a:pt x="90766" y="252791"/>
                  <a:pt x="112263" y="194669"/>
                  <a:pt x="112263" y="191882"/>
                </a:cubicBezTo>
                <a:cubicBezTo>
                  <a:pt x="112263" y="189493"/>
                  <a:pt x="110671" y="188299"/>
                  <a:pt x="108282" y="188299"/>
                </a:cubicBezTo>
                <a:cubicBezTo>
                  <a:pt x="107486" y="188299"/>
                  <a:pt x="105894" y="188299"/>
                  <a:pt x="105098" y="189892"/>
                </a:cubicBezTo>
                <a:cubicBezTo>
                  <a:pt x="104699" y="190290"/>
                  <a:pt x="104301" y="190688"/>
                  <a:pt x="101514" y="197057"/>
                </a:cubicBezTo>
                <a:cubicBezTo>
                  <a:pt x="93154" y="216962"/>
                  <a:pt x="74842" y="244829"/>
                  <a:pt x="51753" y="244829"/>
                </a:cubicBezTo>
                <a:cubicBezTo>
                  <a:pt x="39809" y="244829"/>
                  <a:pt x="39013" y="234876"/>
                  <a:pt x="39013" y="226118"/>
                </a:cubicBezTo>
                <a:cubicBezTo>
                  <a:pt x="39013" y="225720"/>
                  <a:pt x="39013" y="218156"/>
                  <a:pt x="40208" y="213379"/>
                </a:cubicBezTo>
                <a:lnTo>
                  <a:pt x="71259" y="88775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" name="path-188">
            <a:extLst xmlns:a="http://schemas.openxmlformats.org/drawingml/2006/main">
              <a:ext uri="{FF2B5EF4-FFF2-40B4-BE49-F238E27FC236}">
                <a16:creationId xmlns:a16="http://schemas.microsoft.com/office/drawing/2014/main" id="{36E8879E-A053-4DFE-A15B-94990CEBD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04703" y="3313190"/>
            <a:ext cx="105731" cy="466245"/>
          </a:xfrm>
          <a:custGeom xmlns:a="http://schemas.openxmlformats.org/drawingml/2006/main">
            <a:pathLst>
              <a:path w="90367" h="398494">
                <a:moveTo>
                  <a:pt x="90367" y="199446"/>
                </a:moveTo>
                <a:cubicBezTo>
                  <a:pt x="90367" y="169191"/>
                  <a:pt x="86387" y="119827"/>
                  <a:pt x="64093" y="73648"/>
                </a:cubicBezTo>
                <a:cubicBezTo>
                  <a:pt x="40606" y="25876"/>
                  <a:pt x="7961" y="0"/>
                  <a:pt x="3583" y="0"/>
                </a:cubicBezTo>
                <a:cubicBezTo>
                  <a:pt x="1991" y="0"/>
                  <a:pt x="0" y="796"/>
                  <a:pt x="0" y="3185"/>
                </a:cubicBezTo>
                <a:cubicBezTo>
                  <a:pt x="0" y="4379"/>
                  <a:pt x="0" y="5175"/>
                  <a:pt x="6768" y="11943"/>
                </a:cubicBezTo>
                <a:cubicBezTo>
                  <a:pt x="46577" y="52151"/>
                  <a:pt x="68870" y="117836"/>
                  <a:pt x="68870" y="199048"/>
                </a:cubicBezTo>
                <a:cubicBezTo>
                  <a:pt x="68870" y="276278"/>
                  <a:pt x="50160" y="342760"/>
                  <a:pt x="3981" y="389735"/>
                </a:cubicBezTo>
                <a:cubicBezTo>
                  <a:pt x="0" y="393319"/>
                  <a:pt x="0" y="394115"/>
                  <a:pt x="0" y="395309"/>
                </a:cubicBezTo>
                <a:cubicBezTo>
                  <a:pt x="0" y="397697"/>
                  <a:pt x="1991" y="398494"/>
                  <a:pt x="3583" y="398494"/>
                </a:cubicBezTo>
                <a:cubicBezTo>
                  <a:pt x="8759" y="398494"/>
                  <a:pt x="41402" y="369831"/>
                  <a:pt x="60909" y="330818"/>
                </a:cubicBezTo>
                <a:cubicBezTo>
                  <a:pt x="81211" y="290211"/>
                  <a:pt x="90367" y="247217"/>
                  <a:pt x="90367" y="199446"/>
                </a:cubicBez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" name="path-189">
            <a:extLst xmlns:a="http://schemas.openxmlformats.org/drawingml/2006/main">
              <a:ext uri="{FF2B5EF4-FFF2-40B4-BE49-F238E27FC236}">
                <a16:creationId xmlns:a16="http://schemas.microsoft.com/office/drawing/2014/main" id="{807252CA-3372-4164-95BD-9D04D15F4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251" y="3314799"/>
            <a:ext cx="105732" cy="466245"/>
          </a:xfrm>
          <a:custGeom xmlns:a="http://schemas.openxmlformats.org/drawingml/2006/main">
            <a:pathLst>
              <a:path w="90368" h="398494">
                <a:moveTo>
                  <a:pt x="90368" y="395309"/>
                </a:moveTo>
                <a:cubicBezTo>
                  <a:pt x="90368" y="394115"/>
                  <a:pt x="90368" y="393319"/>
                  <a:pt x="83600" y="386551"/>
                </a:cubicBezTo>
                <a:cubicBezTo>
                  <a:pt x="43790" y="346343"/>
                  <a:pt x="21497" y="280657"/>
                  <a:pt x="21497" y="199446"/>
                </a:cubicBezTo>
                <a:cubicBezTo>
                  <a:pt x="21497" y="122215"/>
                  <a:pt x="40208" y="55733"/>
                  <a:pt x="86387" y="8758"/>
                </a:cubicBezTo>
                <a:cubicBezTo>
                  <a:pt x="90368" y="5175"/>
                  <a:pt x="90368" y="4379"/>
                  <a:pt x="90368" y="3185"/>
                </a:cubicBezTo>
                <a:cubicBezTo>
                  <a:pt x="90368" y="796"/>
                  <a:pt x="88377" y="0"/>
                  <a:pt x="86785" y="0"/>
                </a:cubicBezTo>
                <a:cubicBezTo>
                  <a:pt x="81609" y="0"/>
                  <a:pt x="48966" y="28663"/>
                  <a:pt x="29459" y="67676"/>
                </a:cubicBezTo>
                <a:cubicBezTo>
                  <a:pt x="9156" y="107884"/>
                  <a:pt x="0" y="150480"/>
                  <a:pt x="0" y="199446"/>
                </a:cubicBezTo>
                <a:cubicBezTo>
                  <a:pt x="0" y="234876"/>
                  <a:pt x="5573" y="282250"/>
                  <a:pt x="26274" y="324846"/>
                </a:cubicBezTo>
                <a:cubicBezTo>
                  <a:pt x="49762" y="372617"/>
                  <a:pt x="82406" y="398494"/>
                  <a:pt x="86785" y="398494"/>
                </a:cubicBezTo>
                <a:cubicBezTo>
                  <a:pt x="88377" y="398494"/>
                  <a:pt x="90368" y="397697"/>
                  <a:pt x="90368" y="395309"/>
                </a:cubicBez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" name="path-190">
            <a:extLst xmlns:a="http://schemas.openxmlformats.org/drawingml/2006/main">
              <a:ext uri="{FF2B5EF4-FFF2-40B4-BE49-F238E27FC236}">
                <a16:creationId xmlns:a16="http://schemas.microsoft.com/office/drawing/2014/main" id="{32D6BD48-E165-4AF1-99A3-D154035A3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405" y="3457325"/>
            <a:ext cx="196093" cy="206806"/>
          </a:xfrm>
          <a:custGeom xmlns:a="http://schemas.openxmlformats.org/drawingml/2006/main">
            <a:pathLst>
              <a:path w="167598" h="176755">
                <a:moveTo>
                  <a:pt x="162821" y="15128"/>
                </a:moveTo>
                <a:cubicBezTo>
                  <a:pt x="166404" y="10749"/>
                  <a:pt x="166404" y="9952"/>
                  <a:pt x="166404" y="7564"/>
                </a:cubicBezTo>
                <a:cubicBezTo>
                  <a:pt x="166404" y="0"/>
                  <a:pt x="162423" y="0"/>
                  <a:pt x="154859" y="0"/>
                </a:cubicBezTo>
                <a:lnTo>
                  <a:pt x="10749" y="0"/>
                </a:lnTo>
                <a:lnTo>
                  <a:pt x="6369" y="68472"/>
                </a:lnTo>
                <a:lnTo>
                  <a:pt x="23090" y="68472"/>
                </a:lnTo>
                <a:cubicBezTo>
                  <a:pt x="25478" y="30653"/>
                  <a:pt x="34236" y="13137"/>
                  <a:pt x="78425" y="13137"/>
                </a:cubicBezTo>
                <a:lnTo>
                  <a:pt x="114253" y="13137"/>
                </a:lnTo>
                <a:lnTo>
                  <a:pt x="3583" y="160831"/>
                </a:lnTo>
                <a:cubicBezTo>
                  <a:pt x="0" y="165209"/>
                  <a:pt x="0" y="166005"/>
                  <a:pt x="0" y="168793"/>
                </a:cubicBezTo>
                <a:cubicBezTo>
                  <a:pt x="0" y="176755"/>
                  <a:pt x="3583" y="176755"/>
                  <a:pt x="11545" y="176755"/>
                </a:cubicBezTo>
                <a:lnTo>
                  <a:pt x="160831" y="176755"/>
                </a:lnTo>
                <a:lnTo>
                  <a:pt x="167598" y="97931"/>
                </a:lnTo>
                <a:lnTo>
                  <a:pt x="150878" y="97931"/>
                </a:lnTo>
                <a:cubicBezTo>
                  <a:pt x="147694" y="140130"/>
                  <a:pt x="138936" y="162423"/>
                  <a:pt x="88775" y="162423"/>
                </a:cubicBezTo>
                <a:lnTo>
                  <a:pt x="52548" y="162423"/>
                </a:lnTo>
                <a:lnTo>
                  <a:pt x="162821" y="15128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" name="path-191">
            <a:extLst xmlns:a="http://schemas.openxmlformats.org/drawingml/2006/main">
              <a:ext uri="{FF2B5EF4-FFF2-40B4-BE49-F238E27FC236}">
                <a16:creationId xmlns:a16="http://schemas.microsoft.com/office/drawing/2014/main" id="{1472A480-31AB-4FEE-B7D9-D7E14635F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3618" y="3539927"/>
            <a:ext cx="100919" cy="197180"/>
          </a:xfrm>
          <a:custGeom xmlns:a="http://schemas.openxmlformats.org/drawingml/2006/main">
            <a:pathLst>
              <a:path w="86254" h="168527">
                <a:moveTo>
                  <a:pt x="52018" y="60245"/>
                </a:moveTo>
                <a:lnTo>
                  <a:pt x="78027" y="60245"/>
                </a:lnTo>
                <a:cubicBezTo>
                  <a:pt x="83070" y="60245"/>
                  <a:pt x="86254" y="60245"/>
                  <a:pt x="86254" y="55202"/>
                </a:cubicBezTo>
                <a:cubicBezTo>
                  <a:pt x="86254" y="51487"/>
                  <a:pt x="82804" y="51487"/>
                  <a:pt x="78292" y="51487"/>
                </a:cubicBezTo>
                <a:lnTo>
                  <a:pt x="54141" y="51487"/>
                </a:lnTo>
                <a:lnTo>
                  <a:pt x="63695" y="13801"/>
                </a:lnTo>
                <a:cubicBezTo>
                  <a:pt x="64757" y="9820"/>
                  <a:pt x="64757" y="8493"/>
                  <a:pt x="64757" y="8227"/>
                </a:cubicBezTo>
                <a:cubicBezTo>
                  <a:pt x="64757" y="2654"/>
                  <a:pt x="60510" y="0"/>
                  <a:pt x="55998" y="0"/>
                </a:cubicBezTo>
                <a:cubicBezTo>
                  <a:pt x="46975" y="0"/>
                  <a:pt x="45117" y="7166"/>
                  <a:pt x="42198" y="19109"/>
                </a:cubicBezTo>
                <a:lnTo>
                  <a:pt x="33971" y="51487"/>
                </a:lnTo>
                <a:lnTo>
                  <a:pt x="8492" y="51487"/>
                </a:lnTo>
                <a:cubicBezTo>
                  <a:pt x="3450" y="51487"/>
                  <a:pt x="0" y="51487"/>
                  <a:pt x="0" y="56530"/>
                </a:cubicBezTo>
                <a:cubicBezTo>
                  <a:pt x="0" y="60245"/>
                  <a:pt x="3450" y="60245"/>
                  <a:pt x="7962" y="60245"/>
                </a:cubicBezTo>
                <a:lnTo>
                  <a:pt x="31848" y="60245"/>
                </a:lnTo>
                <a:lnTo>
                  <a:pt x="15924" y="123940"/>
                </a:lnTo>
                <a:cubicBezTo>
                  <a:pt x="14331" y="130576"/>
                  <a:pt x="11943" y="139864"/>
                  <a:pt x="11943" y="143580"/>
                </a:cubicBezTo>
                <a:cubicBezTo>
                  <a:pt x="11943" y="159504"/>
                  <a:pt x="24947" y="168527"/>
                  <a:pt x="39013" y="168527"/>
                </a:cubicBezTo>
                <a:cubicBezTo>
                  <a:pt x="67411" y="168527"/>
                  <a:pt x="83600" y="131106"/>
                  <a:pt x="83600" y="127921"/>
                </a:cubicBezTo>
                <a:cubicBezTo>
                  <a:pt x="83600" y="125002"/>
                  <a:pt x="81211" y="124471"/>
                  <a:pt x="79619" y="124471"/>
                </a:cubicBezTo>
                <a:cubicBezTo>
                  <a:pt x="76700" y="124471"/>
                  <a:pt x="76434" y="125533"/>
                  <a:pt x="74577" y="129514"/>
                </a:cubicBezTo>
                <a:cubicBezTo>
                  <a:pt x="69269" y="142253"/>
                  <a:pt x="55998" y="161096"/>
                  <a:pt x="39810" y="161096"/>
                </a:cubicBezTo>
                <a:cubicBezTo>
                  <a:pt x="34236" y="161096"/>
                  <a:pt x="31052" y="157381"/>
                  <a:pt x="31052" y="148623"/>
                </a:cubicBezTo>
                <a:cubicBezTo>
                  <a:pt x="31052" y="143580"/>
                  <a:pt x="31848" y="140661"/>
                  <a:pt x="32644" y="137210"/>
                </a:cubicBezTo>
                <a:lnTo>
                  <a:pt x="52018" y="60245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" name="path-192">
            <a:extLst xmlns:a="http://schemas.openxmlformats.org/drawingml/2006/main">
              <a:ext uri="{FF2B5EF4-FFF2-40B4-BE49-F238E27FC236}">
                <a16:creationId xmlns:a16="http://schemas.microsoft.com/office/drawing/2014/main" id="{53E7AF66-110D-48B3-8861-8286C07DA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927" y="3618957"/>
            <a:ext cx="50304" cy="135076"/>
          </a:xfrm>
          <a:custGeom xmlns:a="http://schemas.openxmlformats.org/drawingml/2006/main">
            <a:pathLst>
              <a:path w="42994" h="115448">
                <a:moveTo>
                  <a:pt x="42994" y="40208"/>
                </a:moveTo>
                <a:cubicBezTo>
                  <a:pt x="42994" y="17118"/>
                  <a:pt x="35430" y="0"/>
                  <a:pt x="19109" y="0"/>
                </a:cubicBezTo>
                <a:cubicBezTo>
                  <a:pt x="6369" y="0"/>
                  <a:pt x="0" y="10351"/>
                  <a:pt x="0" y="19109"/>
                </a:cubicBezTo>
                <a:cubicBezTo>
                  <a:pt x="0" y="27866"/>
                  <a:pt x="5971" y="38615"/>
                  <a:pt x="19507" y="38615"/>
                </a:cubicBezTo>
                <a:cubicBezTo>
                  <a:pt x="24682" y="38615"/>
                  <a:pt x="29061" y="37023"/>
                  <a:pt x="32644" y="33440"/>
                </a:cubicBezTo>
                <a:cubicBezTo>
                  <a:pt x="33440" y="32644"/>
                  <a:pt x="33838" y="32644"/>
                  <a:pt x="34236" y="32644"/>
                </a:cubicBezTo>
                <a:cubicBezTo>
                  <a:pt x="35032" y="32644"/>
                  <a:pt x="35032" y="38217"/>
                  <a:pt x="35032" y="40208"/>
                </a:cubicBezTo>
                <a:cubicBezTo>
                  <a:pt x="35032" y="53345"/>
                  <a:pt x="32644" y="79221"/>
                  <a:pt x="9555" y="105097"/>
                </a:cubicBezTo>
                <a:cubicBezTo>
                  <a:pt x="5175" y="109874"/>
                  <a:pt x="5175" y="110670"/>
                  <a:pt x="5175" y="111467"/>
                </a:cubicBezTo>
                <a:cubicBezTo>
                  <a:pt x="5175" y="113457"/>
                  <a:pt x="7166" y="115448"/>
                  <a:pt x="9156" y="115448"/>
                </a:cubicBezTo>
                <a:cubicBezTo>
                  <a:pt x="12341" y="115448"/>
                  <a:pt x="42994" y="85989"/>
                  <a:pt x="42994" y="40208"/>
                </a:cubicBez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" name="path-193">
            <a:extLst xmlns:a="http://schemas.openxmlformats.org/drawingml/2006/main">
              <a:ext uri="{FF2B5EF4-FFF2-40B4-BE49-F238E27FC236}">
                <a16:creationId xmlns:a16="http://schemas.microsoft.com/office/drawing/2014/main" id="{59AD5227-91F0-4A9D-B9BE-FCF270103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8967" y="3373018"/>
            <a:ext cx="139733" cy="295770"/>
          </a:xfrm>
          <a:custGeom xmlns:a="http://schemas.openxmlformats.org/drawingml/2006/main">
            <a:pathLst>
              <a:path w="119428" h="252791">
                <a:moveTo>
                  <a:pt x="71259" y="88775"/>
                </a:moveTo>
                <a:lnTo>
                  <a:pt x="107884" y="88775"/>
                </a:lnTo>
                <a:cubicBezTo>
                  <a:pt x="115448" y="88775"/>
                  <a:pt x="119428" y="88775"/>
                  <a:pt x="119428" y="81610"/>
                </a:cubicBezTo>
                <a:cubicBezTo>
                  <a:pt x="119428" y="77231"/>
                  <a:pt x="117040" y="77231"/>
                  <a:pt x="109078" y="77231"/>
                </a:cubicBezTo>
                <a:lnTo>
                  <a:pt x="74045" y="77231"/>
                </a:lnTo>
                <a:lnTo>
                  <a:pt x="88775" y="19109"/>
                </a:lnTo>
                <a:cubicBezTo>
                  <a:pt x="90368" y="13535"/>
                  <a:pt x="90368" y="12739"/>
                  <a:pt x="90368" y="9953"/>
                </a:cubicBezTo>
                <a:cubicBezTo>
                  <a:pt x="90368" y="3583"/>
                  <a:pt x="85193" y="0"/>
                  <a:pt x="80017" y="0"/>
                </a:cubicBezTo>
                <a:cubicBezTo>
                  <a:pt x="76833" y="0"/>
                  <a:pt x="67676" y="1194"/>
                  <a:pt x="64491" y="13934"/>
                </a:cubicBezTo>
                <a:lnTo>
                  <a:pt x="48966" y="77231"/>
                </a:lnTo>
                <a:lnTo>
                  <a:pt x="11545" y="77231"/>
                </a:lnTo>
                <a:cubicBezTo>
                  <a:pt x="3583" y="77231"/>
                  <a:pt x="0" y="77231"/>
                  <a:pt x="0" y="84794"/>
                </a:cubicBezTo>
                <a:cubicBezTo>
                  <a:pt x="0" y="88775"/>
                  <a:pt x="2787" y="88775"/>
                  <a:pt x="10351" y="88775"/>
                </a:cubicBezTo>
                <a:lnTo>
                  <a:pt x="45781" y="88775"/>
                </a:lnTo>
                <a:lnTo>
                  <a:pt x="19507" y="193873"/>
                </a:lnTo>
                <a:cubicBezTo>
                  <a:pt x="16322" y="207806"/>
                  <a:pt x="15128" y="211787"/>
                  <a:pt x="15128" y="216962"/>
                </a:cubicBezTo>
                <a:cubicBezTo>
                  <a:pt x="15128" y="235673"/>
                  <a:pt x="28264" y="252791"/>
                  <a:pt x="50558" y="252791"/>
                </a:cubicBezTo>
                <a:cubicBezTo>
                  <a:pt x="90766" y="252791"/>
                  <a:pt x="112263" y="194669"/>
                  <a:pt x="112263" y="191882"/>
                </a:cubicBezTo>
                <a:cubicBezTo>
                  <a:pt x="112263" y="189493"/>
                  <a:pt x="110670" y="188299"/>
                  <a:pt x="108282" y="188299"/>
                </a:cubicBezTo>
                <a:cubicBezTo>
                  <a:pt x="107486" y="188299"/>
                  <a:pt x="105893" y="188299"/>
                  <a:pt x="105097" y="189892"/>
                </a:cubicBezTo>
                <a:cubicBezTo>
                  <a:pt x="104699" y="190290"/>
                  <a:pt x="104301" y="190688"/>
                  <a:pt x="101515" y="197057"/>
                </a:cubicBezTo>
                <a:cubicBezTo>
                  <a:pt x="93155" y="216962"/>
                  <a:pt x="74842" y="244829"/>
                  <a:pt x="51752" y="244829"/>
                </a:cubicBezTo>
                <a:cubicBezTo>
                  <a:pt x="39810" y="244829"/>
                  <a:pt x="39013" y="234876"/>
                  <a:pt x="39013" y="226118"/>
                </a:cubicBezTo>
                <a:cubicBezTo>
                  <a:pt x="39013" y="225720"/>
                  <a:pt x="39013" y="218156"/>
                  <a:pt x="40208" y="213379"/>
                </a:cubicBezTo>
                <a:lnTo>
                  <a:pt x="71259" y="88775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" name="path-194">
            <a:extLst xmlns:a="http://schemas.openxmlformats.org/drawingml/2006/main">
              <a:ext uri="{FF2B5EF4-FFF2-40B4-BE49-F238E27FC236}">
                <a16:creationId xmlns:a16="http://schemas.microsoft.com/office/drawing/2014/main" id="{A160BD05-4D3F-40E1-8ABD-4D4C591C4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9030" y="3314799"/>
            <a:ext cx="105732" cy="466245"/>
          </a:xfrm>
          <a:custGeom xmlns:a="http://schemas.openxmlformats.org/drawingml/2006/main">
            <a:pathLst>
              <a:path w="90368" h="398494">
                <a:moveTo>
                  <a:pt x="90368" y="199446"/>
                </a:moveTo>
                <a:cubicBezTo>
                  <a:pt x="90368" y="169191"/>
                  <a:pt x="86387" y="119827"/>
                  <a:pt x="64093" y="73648"/>
                </a:cubicBezTo>
                <a:cubicBezTo>
                  <a:pt x="40606" y="25876"/>
                  <a:pt x="7962" y="0"/>
                  <a:pt x="3583" y="0"/>
                </a:cubicBezTo>
                <a:cubicBezTo>
                  <a:pt x="1991" y="0"/>
                  <a:pt x="0" y="796"/>
                  <a:pt x="0" y="3185"/>
                </a:cubicBezTo>
                <a:cubicBezTo>
                  <a:pt x="0" y="4379"/>
                  <a:pt x="0" y="5175"/>
                  <a:pt x="6768" y="11943"/>
                </a:cubicBezTo>
                <a:cubicBezTo>
                  <a:pt x="46577" y="52151"/>
                  <a:pt x="68871" y="117836"/>
                  <a:pt x="68871" y="199048"/>
                </a:cubicBezTo>
                <a:cubicBezTo>
                  <a:pt x="68871" y="276278"/>
                  <a:pt x="50160" y="342760"/>
                  <a:pt x="3981" y="389735"/>
                </a:cubicBezTo>
                <a:cubicBezTo>
                  <a:pt x="0" y="393319"/>
                  <a:pt x="0" y="394115"/>
                  <a:pt x="0" y="395309"/>
                </a:cubicBezTo>
                <a:cubicBezTo>
                  <a:pt x="0" y="397697"/>
                  <a:pt x="1991" y="398494"/>
                  <a:pt x="3583" y="398494"/>
                </a:cubicBezTo>
                <a:cubicBezTo>
                  <a:pt x="8758" y="398494"/>
                  <a:pt x="41402" y="369831"/>
                  <a:pt x="60909" y="330818"/>
                </a:cubicBezTo>
                <a:cubicBezTo>
                  <a:pt x="81211" y="290211"/>
                  <a:pt x="90368" y="247217"/>
                  <a:pt x="90368" y="199446"/>
                </a:cubicBez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" name="path-195">
            <a:extLst xmlns:a="http://schemas.openxmlformats.org/drawingml/2006/main">
              <a:ext uri="{FF2B5EF4-FFF2-40B4-BE49-F238E27FC236}">
                <a16:creationId xmlns:a16="http://schemas.microsoft.com/office/drawing/2014/main" id="{DB0444AD-5ABF-422F-9A0E-EC2365FF95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034" y="1290089"/>
            <a:ext cx="1045839" cy="339774"/>
          </a:xfrm>
          <a:custGeom xmlns:a="http://schemas.openxmlformats.org/drawingml/2006/main">
            <a:pathLst>
              <a:path w="893866" h="290401">
                <a:moveTo>
                  <a:pt x="102304" y="213511"/>
                </a:moveTo>
                <a:lnTo>
                  <a:pt x="102304" y="219500"/>
                </a:lnTo>
                <a:lnTo>
                  <a:pt x="8256" y="219500"/>
                </a:lnTo>
                <a:lnTo>
                  <a:pt x="8256" y="213511"/>
                </a:lnTo>
                <a:lnTo>
                  <a:pt x="16026" y="213511"/>
                </a:lnTo>
                <a:cubicBezTo>
                  <a:pt x="25090" y="213511"/>
                  <a:pt x="31673" y="210867"/>
                  <a:pt x="35774" y="205579"/>
                </a:cubicBezTo>
                <a:cubicBezTo>
                  <a:pt x="38364" y="202126"/>
                  <a:pt x="39659" y="193817"/>
                  <a:pt x="39659" y="180651"/>
                </a:cubicBezTo>
                <a:lnTo>
                  <a:pt x="39659" y="38850"/>
                </a:lnTo>
                <a:cubicBezTo>
                  <a:pt x="39659" y="27734"/>
                  <a:pt x="38957" y="20396"/>
                  <a:pt x="37555" y="16835"/>
                </a:cubicBezTo>
                <a:cubicBezTo>
                  <a:pt x="36475" y="14137"/>
                  <a:pt x="34263" y="11817"/>
                  <a:pt x="30918" y="9874"/>
                </a:cubicBezTo>
                <a:cubicBezTo>
                  <a:pt x="26170" y="7284"/>
                  <a:pt x="21206" y="5989"/>
                  <a:pt x="16026" y="5989"/>
                </a:cubicBezTo>
                <a:lnTo>
                  <a:pt x="8256" y="5989"/>
                </a:lnTo>
                <a:lnTo>
                  <a:pt x="8256" y="0"/>
                </a:lnTo>
                <a:lnTo>
                  <a:pt x="102304" y="0"/>
                </a:lnTo>
                <a:lnTo>
                  <a:pt x="102304" y="5989"/>
                </a:lnTo>
                <a:lnTo>
                  <a:pt x="94372" y="5989"/>
                </a:lnTo>
                <a:cubicBezTo>
                  <a:pt x="85415" y="5989"/>
                  <a:pt x="78887" y="8633"/>
                  <a:pt x="74786" y="13921"/>
                </a:cubicBezTo>
                <a:cubicBezTo>
                  <a:pt x="72088" y="17374"/>
                  <a:pt x="70739" y="25684"/>
                  <a:pt x="70739" y="38850"/>
                </a:cubicBezTo>
                <a:lnTo>
                  <a:pt x="70739" y="180651"/>
                </a:lnTo>
                <a:cubicBezTo>
                  <a:pt x="70739" y="191766"/>
                  <a:pt x="71440" y="199104"/>
                  <a:pt x="72843" y="202666"/>
                </a:cubicBezTo>
                <a:cubicBezTo>
                  <a:pt x="73922" y="205364"/>
                  <a:pt x="76189" y="207684"/>
                  <a:pt x="79642" y="209626"/>
                </a:cubicBezTo>
                <a:cubicBezTo>
                  <a:pt x="84282" y="212216"/>
                  <a:pt x="89192" y="213511"/>
                  <a:pt x="94372" y="213511"/>
                </a:cubicBezTo>
                <a:lnTo>
                  <a:pt x="102304" y="213511"/>
                </a:lnTo>
                <a:moveTo>
                  <a:pt x="163978" y="98257"/>
                </a:moveTo>
                <a:cubicBezTo>
                  <a:pt x="181352" y="77321"/>
                  <a:pt x="197918" y="66854"/>
                  <a:pt x="213673" y="66854"/>
                </a:cubicBezTo>
                <a:cubicBezTo>
                  <a:pt x="221767" y="66854"/>
                  <a:pt x="228727" y="68904"/>
                  <a:pt x="234555" y="73005"/>
                </a:cubicBezTo>
                <a:cubicBezTo>
                  <a:pt x="240382" y="76998"/>
                  <a:pt x="245023" y="83635"/>
                  <a:pt x="248476" y="92915"/>
                </a:cubicBezTo>
                <a:cubicBezTo>
                  <a:pt x="250850" y="99390"/>
                  <a:pt x="252037" y="109319"/>
                  <a:pt x="252037" y="122700"/>
                </a:cubicBezTo>
                <a:lnTo>
                  <a:pt x="252037" y="185992"/>
                </a:lnTo>
                <a:cubicBezTo>
                  <a:pt x="252037" y="195381"/>
                  <a:pt x="252792" y="201748"/>
                  <a:pt x="254303" y="205094"/>
                </a:cubicBezTo>
                <a:cubicBezTo>
                  <a:pt x="255490" y="207792"/>
                  <a:pt x="257379" y="209896"/>
                  <a:pt x="259969" y="211407"/>
                </a:cubicBezTo>
                <a:cubicBezTo>
                  <a:pt x="262667" y="212917"/>
                  <a:pt x="267577" y="213673"/>
                  <a:pt x="274699" y="213673"/>
                </a:cubicBezTo>
                <a:lnTo>
                  <a:pt x="274699" y="219500"/>
                </a:lnTo>
                <a:lnTo>
                  <a:pt x="201371" y="219500"/>
                </a:lnTo>
                <a:lnTo>
                  <a:pt x="201371" y="213673"/>
                </a:lnTo>
                <a:lnTo>
                  <a:pt x="204446" y="213673"/>
                </a:lnTo>
                <a:cubicBezTo>
                  <a:pt x="211353" y="213673"/>
                  <a:pt x="216155" y="212648"/>
                  <a:pt x="218853" y="210597"/>
                </a:cubicBezTo>
                <a:cubicBezTo>
                  <a:pt x="221659" y="208439"/>
                  <a:pt x="223601" y="205309"/>
                  <a:pt x="224681" y="201209"/>
                </a:cubicBezTo>
                <a:cubicBezTo>
                  <a:pt x="225112" y="199590"/>
                  <a:pt x="225328" y="194518"/>
                  <a:pt x="225328" y="185992"/>
                </a:cubicBezTo>
                <a:lnTo>
                  <a:pt x="225328" y="125290"/>
                </a:lnTo>
                <a:cubicBezTo>
                  <a:pt x="225328" y="111801"/>
                  <a:pt x="223547" y="102034"/>
                  <a:pt x="219986" y="95991"/>
                </a:cubicBezTo>
                <a:cubicBezTo>
                  <a:pt x="216533" y="89840"/>
                  <a:pt x="210652" y="86764"/>
                  <a:pt x="202342" y="86764"/>
                </a:cubicBezTo>
                <a:cubicBezTo>
                  <a:pt x="189500" y="86764"/>
                  <a:pt x="176712" y="93779"/>
                  <a:pt x="163978" y="107808"/>
                </a:cubicBezTo>
                <a:lnTo>
                  <a:pt x="163978" y="185992"/>
                </a:lnTo>
                <a:cubicBezTo>
                  <a:pt x="163978" y="196029"/>
                  <a:pt x="164571" y="202234"/>
                  <a:pt x="165758" y="204608"/>
                </a:cubicBezTo>
                <a:cubicBezTo>
                  <a:pt x="167269" y="207738"/>
                  <a:pt x="169320" y="210058"/>
                  <a:pt x="171910" y="211568"/>
                </a:cubicBezTo>
                <a:cubicBezTo>
                  <a:pt x="174608" y="212972"/>
                  <a:pt x="180004" y="213673"/>
                  <a:pt x="188097" y="213673"/>
                </a:cubicBezTo>
                <a:lnTo>
                  <a:pt x="188097" y="219500"/>
                </a:lnTo>
                <a:lnTo>
                  <a:pt x="114768" y="219500"/>
                </a:lnTo>
                <a:lnTo>
                  <a:pt x="114768" y="213673"/>
                </a:lnTo>
                <a:lnTo>
                  <a:pt x="118006" y="213673"/>
                </a:lnTo>
                <a:cubicBezTo>
                  <a:pt x="125560" y="213673"/>
                  <a:pt x="130632" y="211784"/>
                  <a:pt x="133222" y="208007"/>
                </a:cubicBezTo>
                <a:cubicBezTo>
                  <a:pt x="135920" y="204123"/>
                  <a:pt x="137269" y="196784"/>
                  <a:pt x="137269" y="185992"/>
                </a:cubicBezTo>
                <a:lnTo>
                  <a:pt x="137269" y="130956"/>
                </a:lnTo>
                <a:cubicBezTo>
                  <a:pt x="137269" y="113150"/>
                  <a:pt x="136837" y="102304"/>
                  <a:pt x="135974" y="98419"/>
                </a:cubicBezTo>
                <a:cubicBezTo>
                  <a:pt x="135219" y="94534"/>
                  <a:pt x="133977" y="91890"/>
                  <a:pt x="132251" y="90487"/>
                </a:cubicBezTo>
                <a:cubicBezTo>
                  <a:pt x="130632" y="89084"/>
                  <a:pt x="128420" y="88383"/>
                  <a:pt x="125614" y="88383"/>
                </a:cubicBezTo>
                <a:cubicBezTo>
                  <a:pt x="122592" y="88383"/>
                  <a:pt x="118977" y="89192"/>
                  <a:pt x="114768" y="90811"/>
                </a:cubicBezTo>
                <a:lnTo>
                  <a:pt x="112340" y="84984"/>
                </a:lnTo>
                <a:lnTo>
                  <a:pt x="157017" y="66854"/>
                </a:lnTo>
                <a:lnTo>
                  <a:pt x="163978" y="66854"/>
                </a:lnTo>
                <a:lnTo>
                  <a:pt x="163978" y="98257"/>
                </a:lnTo>
                <a:moveTo>
                  <a:pt x="275833" y="85955"/>
                </a:moveTo>
                <a:lnTo>
                  <a:pt x="321481" y="67501"/>
                </a:lnTo>
                <a:lnTo>
                  <a:pt x="327632" y="67501"/>
                </a:lnTo>
                <a:lnTo>
                  <a:pt x="327632" y="102142"/>
                </a:lnTo>
                <a:cubicBezTo>
                  <a:pt x="335294" y="89084"/>
                  <a:pt x="342956" y="79966"/>
                  <a:pt x="350618" y="74786"/>
                </a:cubicBezTo>
                <a:cubicBezTo>
                  <a:pt x="358388" y="69498"/>
                  <a:pt x="366536" y="66854"/>
                  <a:pt x="375061" y="66854"/>
                </a:cubicBezTo>
                <a:cubicBezTo>
                  <a:pt x="389953" y="66854"/>
                  <a:pt x="402364" y="72681"/>
                  <a:pt x="412292" y="84336"/>
                </a:cubicBezTo>
                <a:cubicBezTo>
                  <a:pt x="424487" y="98581"/>
                  <a:pt x="430584" y="117142"/>
                  <a:pt x="430584" y="140020"/>
                </a:cubicBezTo>
                <a:cubicBezTo>
                  <a:pt x="430584" y="165596"/>
                  <a:pt x="423245" y="186748"/>
                  <a:pt x="408569" y="203475"/>
                </a:cubicBezTo>
                <a:cubicBezTo>
                  <a:pt x="396482" y="217180"/>
                  <a:pt x="381266" y="224033"/>
                  <a:pt x="362921" y="224033"/>
                </a:cubicBezTo>
                <a:cubicBezTo>
                  <a:pt x="354934" y="224033"/>
                  <a:pt x="348028" y="222900"/>
                  <a:pt x="342201" y="220634"/>
                </a:cubicBezTo>
                <a:cubicBezTo>
                  <a:pt x="337884" y="219015"/>
                  <a:pt x="333028" y="215777"/>
                  <a:pt x="327632" y="210921"/>
                </a:cubicBezTo>
                <a:lnTo>
                  <a:pt x="327632" y="256084"/>
                </a:lnTo>
                <a:cubicBezTo>
                  <a:pt x="327632" y="266228"/>
                  <a:pt x="328225" y="272649"/>
                  <a:pt x="329413" y="275347"/>
                </a:cubicBezTo>
                <a:cubicBezTo>
                  <a:pt x="330707" y="278153"/>
                  <a:pt x="332866" y="280365"/>
                  <a:pt x="335887" y="281984"/>
                </a:cubicBezTo>
                <a:cubicBezTo>
                  <a:pt x="339017" y="283602"/>
                  <a:pt x="344629" y="284412"/>
                  <a:pt x="352723" y="284412"/>
                </a:cubicBezTo>
                <a:lnTo>
                  <a:pt x="352723" y="290401"/>
                </a:lnTo>
                <a:lnTo>
                  <a:pt x="275023" y="290401"/>
                </a:lnTo>
                <a:lnTo>
                  <a:pt x="275023" y="284412"/>
                </a:lnTo>
                <a:lnTo>
                  <a:pt x="279070" y="284412"/>
                </a:lnTo>
                <a:cubicBezTo>
                  <a:pt x="285005" y="284520"/>
                  <a:pt x="290077" y="283386"/>
                  <a:pt x="294286" y="281012"/>
                </a:cubicBezTo>
                <a:cubicBezTo>
                  <a:pt x="296337" y="279825"/>
                  <a:pt x="297901" y="277883"/>
                  <a:pt x="298980" y="275185"/>
                </a:cubicBezTo>
                <a:cubicBezTo>
                  <a:pt x="300167" y="272595"/>
                  <a:pt x="300761" y="265904"/>
                  <a:pt x="300761" y="255113"/>
                </a:cubicBezTo>
                <a:lnTo>
                  <a:pt x="300761" y="114930"/>
                </a:lnTo>
                <a:cubicBezTo>
                  <a:pt x="300761" y="105326"/>
                  <a:pt x="300329" y="99228"/>
                  <a:pt x="299466" y="96638"/>
                </a:cubicBezTo>
                <a:cubicBezTo>
                  <a:pt x="298603" y="94048"/>
                  <a:pt x="297200" y="92106"/>
                  <a:pt x="295258" y="90811"/>
                </a:cubicBezTo>
                <a:cubicBezTo>
                  <a:pt x="293423" y="89516"/>
                  <a:pt x="290887" y="88868"/>
                  <a:pt x="287649" y="88868"/>
                </a:cubicBezTo>
                <a:cubicBezTo>
                  <a:pt x="285060" y="88868"/>
                  <a:pt x="281768" y="89624"/>
                  <a:pt x="277775" y="91135"/>
                </a:cubicBezTo>
                <a:lnTo>
                  <a:pt x="275833" y="85955"/>
                </a:lnTo>
                <a:moveTo>
                  <a:pt x="327632" y="111693"/>
                </a:moveTo>
                <a:lnTo>
                  <a:pt x="327632" y="167053"/>
                </a:lnTo>
                <a:cubicBezTo>
                  <a:pt x="327632" y="179032"/>
                  <a:pt x="328118" y="186910"/>
                  <a:pt x="329089" y="190687"/>
                </a:cubicBezTo>
                <a:cubicBezTo>
                  <a:pt x="330600" y="196946"/>
                  <a:pt x="334269" y="202450"/>
                  <a:pt x="340096" y="207198"/>
                </a:cubicBezTo>
                <a:cubicBezTo>
                  <a:pt x="346032" y="211946"/>
                  <a:pt x="353478" y="214321"/>
                  <a:pt x="362435" y="214321"/>
                </a:cubicBezTo>
                <a:cubicBezTo>
                  <a:pt x="373226" y="214321"/>
                  <a:pt x="381968" y="210112"/>
                  <a:pt x="388658" y="201694"/>
                </a:cubicBezTo>
                <a:cubicBezTo>
                  <a:pt x="397400" y="190687"/>
                  <a:pt x="401770" y="175201"/>
                  <a:pt x="401770" y="155237"/>
                </a:cubicBezTo>
                <a:cubicBezTo>
                  <a:pt x="401770" y="132574"/>
                  <a:pt x="396806" y="115146"/>
                  <a:pt x="386878" y="102952"/>
                </a:cubicBezTo>
                <a:cubicBezTo>
                  <a:pt x="379971" y="94534"/>
                  <a:pt x="371770" y="90325"/>
                  <a:pt x="362273" y="90325"/>
                </a:cubicBezTo>
                <a:cubicBezTo>
                  <a:pt x="357093" y="90325"/>
                  <a:pt x="351967" y="91620"/>
                  <a:pt x="346895" y="94210"/>
                </a:cubicBezTo>
                <a:cubicBezTo>
                  <a:pt x="343010" y="96153"/>
                  <a:pt x="336589" y="101980"/>
                  <a:pt x="327632" y="111693"/>
                </a:cubicBezTo>
                <a:moveTo>
                  <a:pt x="582259" y="71224"/>
                </a:moveTo>
                <a:lnTo>
                  <a:pt x="582259" y="161064"/>
                </a:lnTo>
                <a:cubicBezTo>
                  <a:pt x="582259" y="178223"/>
                  <a:pt x="582636" y="188745"/>
                  <a:pt x="583392" y="192629"/>
                </a:cubicBezTo>
                <a:cubicBezTo>
                  <a:pt x="584256" y="196406"/>
                  <a:pt x="585550" y="199050"/>
                  <a:pt x="587277" y="200561"/>
                </a:cubicBezTo>
                <a:cubicBezTo>
                  <a:pt x="589112" y="202072"/>
                  <a:pt x="591216" y="202827"/>
                  <a:pt x="593590" y="202827"/>
                </a:cubicBezTo>
                <a:cubicBezTo>
                  <a:pt x="596935" y="202827"/>
                  <a:pt x="600712" y="201910"/>
                  <a:pt x="604921" y="200076"/>
                </a:cubicBezTo>
                <a:lnTo>
                  <a:pt x="607188" y="205741"/>
                </a:lnTo>
                <a:lnTo>
                  <a:pt x="562834" y="224033"/>
                </a:lnTo>
                <a:lnTo>
                  <a:pt x="555550" y="224033"/>
                </a:lnTo>
                <a:lnTo>
                  <a:pt x="555550" y="192629"/>
                </a:lnTo>
                <a:cubicBezTo>
                  <a:pt x="542816" y="206443"/>
                  <a:pt x="533104" y="215130"/>
                  <a:pt x="526413" y="218691"/>
                </a:cubicBezTo>
                <a:cubicBezTo>
                  <a:pt x="519722" y="222252"/>
                  <a:pt x="512653" y="224033"/>
                  <a:pt x="505207" y="224033"/>
                </a:cubicBezTo>
                <a:cubicBezTo>
                  <a:pt x="496897" y="224033"/>
                  <a:pt x="489668" y="221659"/>
                  <a:pt x="483517" y="216911"/>
                </a:cubicBezTo>
                <a:cubicBezTo>
                  <a:pt x="477473" y="212054"/>
                  <a:pt x="473264" y="205849"/>
                  <a:pt x="470890" y="198295"/>
                </a:cubicBezTo>
                <a:cubicBezTo>
                  <a:pt x="468516" y="190741"/>
                  <a:pt x="467329" y="180057"/>
                  <a:pt x="467329" y="166244"/>
                </a:cubicBezTo>
                <a:lnTo>
                  <a:pt x="467329" y="100038"/>
                </a:lnTo>
                <a:cubicBezTo>
                  <a:pt x="467329" y="93023"/>
                  <a:pt x="466573" y="88167"/>
                  <a:pt x="465063" y="85469"/>
                </a:cubicBezTo>
                <a:cubicBezTo>
                  <a:pt x="463552" y="82771"/>
                  <a:pt x="461285" y="80721"/>
                  <a:pt x="458264" y="79318"/>
                </a:cubicBezTo>
                <a:cubicBezTo>
                  <a:pt x="455350" y="77807"/>
                  <a:pt x="450008" y="77106"/>
                  <a:pt x="442238" y="77214"/>
                </a:cubicBezTo>
                <a:lnTo>
                  <a:pt x="442238" y="71224"/>
                </a:lnTo>
                <a:lnTo>
                  <a:pt x="494200" y="71224"/>
                </a:lnTo>
                <a:lnTo>
                  <a:pt x="494200" y="170453"/>
                </a:lnTo>
                <a:cubicBezTo>
                  <a:pt x="494200" y="184266"/>
                  <a:pt x="496574" y="193331"/>
                  <a:pt x="501322" y="197647"/>
                </a:cubicBezTo>
                <a:cubicBezTo>
                  <a:pt x="506179" y="201964"/>
                  <a:pt x="512006" y="204123"/>
                  <a:pt x="518804" y="204123"/>
                </a:cubicBezTo>
                <a:cubicBezTo>
                  <a:pt x="523445" y="204123"/>
                  <a:pt x="528679" y="202666"/>
                  <a:pt x="534506" y="199752"/>
                </a:cubicBezTo>
                <a:cubicBezTo>
                  <a:pt x="540442" y="196838"/>
                  <a:pt x="547456" y="191280"/>
                  <a:pt x="555550" y="183079"/>
                </a:cubicBezTo>
                <a:lnTo>
                  <a:pt x="555550" y="99066"/>
                </a:lnTo>
                <a:cubicBezTo>
                  <a:pt x="555550" y="90649"/>
                  <a:pt x="553985" y="84984"/>
                  <a:pt x="550856" y="82070"/>
                </a:cubicBezTo>
                <a:cubicBezTo>
                  <a:pt x="547834" y="79048"/>
                  <a:pt x="541467" y="77429"/>
                  <a:pt x="531754" y="77214"/>
                </a:cubicBezTo>
                <a:lnTo>
                  <a:pt x="531754" y="71224"/>
                </a:lnTo>
                <a:lnTo>
                  <a:pt x="582259" y="71224"/>
                </a:lnTo>
                <a:moveTo>
                  <a:pt x="661091" y="22500"/>
                </a:moveTo>
                <a:lnTo>
                  <a:pt x="661091" y="71224"/>
                </a:lnTo>
                <a:lnTo>
                  <a:pt x="695732" y="71224"/>
                </a:lnTo>
                <a:lnTo>
                  <a:pt x="695732" y="82555"/>
                </a:lnTo>
                <a:lnTo>
                  <a:pt x="661091" y="82555"/>
                </a:lnTo>
                <a:lnTo>
                  <a:pt x="661091" y="178708"/>
                </a:lnTo>
                <a:cubicBezTo>
                  <a:pt x="661091" y="188313"/>
                  <a:pt x="662440" y="194788"/>
                  <a:pt x="665138" y="198133"/>
                </a:cubicBezTo>
                <a:cubicBezTo>
                  <a:pt x="667944" y="201478"/>
                  <a:pt x="671505" y="203151"/>
                  <a:pt x="675822" y="203151"/>
                </a:cubicBezTo>
                <a:cubicBezTo>
                  <a:pt x="679383" y="203151"/>
                  <a:pt x="682836" y="202072"/>
                  <a:pt x="686182" y="199914"/>
                </a:cubicBezTo>
                <a:cubicBezTo>
                  <a:pt x="689527" y="197647"/>
                  <a:pt x="692117" y="194356"/>
                  <a:pt x="693952" y="190039"/>
                </a:cubicBezTo>
                <a:lnTo>
                  <a:pt x="700265" y="190039"/>
                </a:lnTo>
                <a:cubicBezTo>
                  <a:pt x="696488" y="200615"/>
                  <a:pt x="691146" y="208601"/>
                  <a:pt x="684239" y="213997"/>
                </a:cubicBezTo>
                <a:cubicBezTo>
                  <a:pt x="677333" y="219285"/>
                  <a:pt x="670210" y="221929"/>
                  <a:pt x="662872" y="221929"/>
                </a:cubicBezTo>
                <a:cubicBezTo>
                  <a:pt x="657908" y="221929"/>
                  <a:pt x="653051" y="220580"/>
                  <a:pt x="648304" y="217882"/>
                </a:cubicBezTo>
                <a:cubicBezTo>
                  <a:pt x="643555" y="215076"/>
                  <a:pt x="640048" y="211137"/>
                  <a:pt x="637782" y="206065"/>
                </a:cubicBezTo>
                <a:cubicBezTo>
                  <a:pt x="635515" y="200885"/>
                  <a:pt x="634382" y="192953"/>
                  <a:pt x="634382" y="182270"/>
                </a:cubicBezTo>
                <a:lnTo>
                  <a:pt x="634382" y="82555"/>
                </a:lnTo>
                <a:lnTo>
                  <a:pt x="610910" y="82555"/>
                </a:lnTo>
                <a:lnTo>
                  <a:pt x="610910" y="77214"/>
                </a:lnTo>
                <a:cubicBezTo>
                  <a:pt x="616846" y="74839"/>
                  <a:pt x="622889" y="70847"/>
                  <a:pt x="629041" y="65235"/>
                </a:cubicBezTo>
                <a:cubicBezTo>
                  <a:pt x="635300" y="59516"/>
                  <a:pt x="640857" y="52771"/>
                  <a:pt x="645713" y="45001"/>
                </a:cubicBezTo>
                <a:cubicBezTo>
                  <a:pt x="648195" y="40900"/>
                  <a:pt x="651649" y="33400"/>
                  <a:pt x="656073" y="22500"/>
                </a:cubicBezTo>
                <a:lnTo>
                  <a:pt x="661091" y="22500"/>
                </a:lnTo>
                <a:moveTo>
                  <a:pt x="806130" y="66854"/>
                </a:moveTo>
                <a:lnTo>
                  <a:pt x="806130" y="117358"/>
                </a:lnTo>
                <a:lnTo>
                  <a:pt x="800788" y="117358"/>
                </a:lnTo>
                <a:cubicBezTo>
                  <a:pt x="796687" y="101495"/>
                  <a:pt x="791400" y="90703"/>
                  <a:pt x="784925" y="84984"/>
                </a:cubicBezTo>
                <a:cubicBezTo>
                  <a:pt x="778558" y="79264"/>
                  <a:pt x="770410" y="76404"/>
                  <a:pt x="760482" y="76404"/>
                </a:cubicBezTo>
                <a:cubicBezTo>
                  <a:pt x="752928" y="76404"/>
                  <a:pt x="746830" y="78401"/>
                  <a:pt x="742190" y="82394"/>
                </a:cubicBezTo>
                <a:cubicBezTo>
                  <a:pt x="737550" y="86386"/>
                  <a:pt x="735229" y="90811"/>
                  <a:pt x="735229" y="95667"/>
                </a:cubicBezTo>
                <a:cubicBezTo>
                  <a:pt x="735229" y="101711"/>
                  <a:pt x="736956" y="106890"/>
                  <a:pt x="740410" y="111207"/>
                </a:cubicBezTo>
                <a:cubicBezTo>
                  <a:pt x="743755" y="115632"/>
                  <a:pt x="750553" y="120326"/>
                  <a:pt x="760806" y="125290"/>
                </a:cubicBezTo>
                <a:lnTo>
                  <a:pt x="784439" y="136783"/>
                </a:lnTo>
                <a:cubicBezTo>
                  <a:pt x="806346" y="147467"/>
                  <a:pt x="817299" y="161550"/>
                  <a:pt x="817299" y="179032"/>
                </a:cubicBezTo>
                <a:cubicBezTo>
                  <a:pt x="817299" y="192521"/>
                  <a:pt x="812173" y="203421"/>
                  <a:pt x="801921" y="211731"/>
                </a:cubicBezTo>
                <a:cubicBezTo>
                  <a:pt x="791777" y="219932"/>
                  <a:pt x="780392" y="224033"/>
                  <a:pt x="767766" y="224033"/>
                </a:cubicBezTo>
                <a:cubicBezTo>
                  <a:pt x="758701" y="224033"/>
                  <a:pt x="748341" y="222414"/>
                  <a:pt x="736686" y="219177"/>
                </a:cubicBezTo>
                <a:cubicBezTo>
                  <a:pt x="733125" y="218097"/>
                  <a:pt x="730212" y="217558"/>
                  <a:pt x="727945" y="217558"/>
                </a:cubicBezTo>
                <a:cubicBezTo>
                  <a:pt x="725463" y="217558"/>
                  <a:pt x="723521" y="218961"/>
                  <a:pt x="722118" y="221767"/>
                </a:cubicBezTo>
                <a:lnTo>
                  <a:pt x="716776" y="221767"/>
                </a:lnTo>
                <a:lnTo>
                  <a:pt x="716776" y="168834"/>
                </a:lnTo>
                <a:lnTo>
                  <a:pt x="722118" y="168834"/>
                </a:lnTo>
                <a:cubicBezTo>
                  <a:pt x="725139" y="183942"/>
                  <a:pt x="730913" y="195327"/>
                  <a:pt x="739438" y="202989"/>
                </a:cubicBezTo>
                <a:cubicBezTo>
                  <a:pt x="747964" y="210651"/>
                  <a:pt x="757514" y="214482"/>
                  <a:pt x="768090" y="214482"/>
                </a:cubicBezTo>
                <a:cubicBezTo>
                  <a:pt x="775536" y="214482"/>
                  <a:pt x="781579" y="212324"/>
                  <a:pt x="786220" y="208007"/>
                </a:cubicBezTo>
                <a:cubicBezTo>
                  <a:pt x="790968" y="203583"/>
                  <a:pt x="793342" y="198295"/>
                  <a:pt x="793342" y="192144"/>
                </a:cubicBezTo>
                <a:cubicBezTo>
                  <a:pt x="793342" y="184698"/>
                  <a:pt x="790698" y="178439"/>
                  <a:pt x="785410" y="173367"/>
                </a:cubicBezTo>
                <a:cubicBezTo>
                  <a:pt x="780231" y="168294"/>
                  <a:pt x="769816" y="161873"/>
                  <a:pt x="754168" y="154104"/>
                </a:cubicBezTo>
                <a:cubicBezTo>
                  <a:pt x="738521" y="146334"/>
                  <a:pt x="728269" y="139319"/>
                  <a:pt x="723413" y="133060"/>
                </a:cubicBezTo>
                <a:cubicBezTo>
                  <a:pt x="718557" y="126909"/>
                  <a:pt x="716128" y="119139"/>
                  <a:pt x="716128" y="109750"/>
                </a:cubicBezTo>
                <a:cubicBezTo>
                  <a:pt x="716128" y="97556"/>
                  <a:pt x="720283" y="87358"/>
                  <a:pt x="728592" y="79156"/>
                </a:cubicBezTo>
                <a:cubicBezTo>
                  <a:pt x="737010" y="70955"/>
                  <a:pt x="747855" y="66854"/>
                  <a:pt x="761129" y="66854"/>
                </a:cubicBezTo>
                <a:cubicBezTo>
                  <a:pt x="766957" y="66854"/>
                  <a:pt x="774025" y="68095"/>
                  <a:pt x="782335" y="70577"/>
                </a:cubicBezTo>
                <a:cubicBezTo>
                  <a:pt x="787838" y="72196"/>
                  <a:pt x="791507" y="73005"/>
                  <a:pt x="793342" y="73005"/>
                </a:cubicBezTo>
                <a:cubicBezTo>
                  <a:pt x="795069" y="73005"/>
                  <a:pt x="796418" y="72627"/>
                  <a:pt x="797389" y="71872"/>
                </a:cubicBezTo>
                <a:cubicBezTo>
                  <a:pt x="798360" y="71116"/>
                  <a:pt x="799494" y="69444"/>
                  <a:pt x="800788" y="66854"/>
                </a:cubicBezTo>
                <a:lnTo>
                  <a:pt x="806130" y="66854"/>
                </a:lnTo>
                <a:moveTo>
                  <a:pt x="875897" y="66692"/>
                </a:moveTo>
                <a:cubicBezTo>
                  <a:pt x="880862" y="66692"/>
                  <a:pt x="885071" y="68472"/>
                  <a:pt x="888524" y="72034"/>
                </a:cubicBezTo>
                <a:cubicBezTo>
                  <a:pt x="892084" y="75487"/>
                  <a:pt x="893866" y="79696"/>
                  <a:pt x="893866" y="84660"/>
                </a:cubicBezTo>
                <a:cubicBezTo>
                  <a:pt x="893866" y="89624"/>
                  <a:pt x="892084" y="93886"/>
                  <a:pt x="888524" y="97448"/>
                </a:cubicBezTo>
                <a:cubicBezTo>
                  <a:pt x="885071" y="100901"/>
                  <a:pt x="880862" y="102628"/>
                  <a:pt x="875897" y="102628"/>
                </a:cubicBezTo>
                <a:cubicBezTo>
                  <a:pt x="870933" y="102628"/>
                  <a:pt x="866671" y="100901"/>
                  <a:pt x="863110" y="97448"/>
                </a:cubicBezTo>
                <a:cubicBezTo>
                  <a:pt x="859656" y="93886"/>
                  <a:pt x="857930" y="89624"/>
                  <a:pt x="857930" y="84660"/>
                </a:cubicBezTo>
                <a:cubicBezTo>
                  <a:pt x="857930" y="79696"/>
                  <a:pt x="859656" y="75487"/>
                  <a:pt x="863110" y="72034"/>
                </a:cubicBezTo>
                <a:cubicBezTo>
                  <a:pt x="866671" y="68472"/>
                  <a:pt x="870933" y="66692"/>
                  <a:pt x="875897" y="66692"/>
                </a:cubicBezTo>
                <a:moveTo>
                  <a:pt x="875574" y="187935"/>
                </a:moveTo>
                <a:cubicBezTo>
                  <a:pt x="880646" y="187935"/>
                  <a:pt x="884909" y="189716"/>
                  <a:pt x="888362" y="193277"/>
                </a:cubicBezTo>
                <a:cubicBezTo>
                  <a:pt x="891923" y="196838"/>
                  <a:pt x="893704" y="201101"/>
                  <a:pt x="893704" y="206065"/>
                </a:cubicBezTo>
                <a:cubicBezTo>
                  <a:pt x="893704" y="211029"/>
                  <a:pt x="891923" y="215292"/>
                  <a:pt x="888362" y="218853"/>
                </a:cubicBezTo>
                <a:cubicBezTo>
                  <a:pt x="884801" y="222306"/>
                  <a:pt x="880538" y="224033"/>
                  <a:pt x="875574" y="224033"/>
                </a:cubicBezTo>
                <a:cubicBezTo>
                  <a:pt x="870610" y="224033"/>
                  <a:pt x="866347" y="222306"/>
                  <a:pt x="862786" y="218853"/>
                </a:cubicBezTo>
                <a:cubicBezTo>
                  <a:pt x="859333" y="215292"/>
                  <a:pt x="857606" y="211029"/>
                  <a:pt x="857606" y="206065"/>
                </a:cubicBezTo>
                <a:cubicBezTo>
                  <a:pt x="857606" y="201101"/>
                  <a:pt x="859333" y="196838"/>
                  <a:pt x="862786" y="193277"/>
                </a:cubicBezTo>
                <a:cubicBezTo>
                  <a:pt x="866347" y="189716"/>
                  <a:pt x="870610" y="187935"/>
                  <a:pt x="875574" y="18793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" name="path-197">
            <a:extLst xmlns:a="http://schemas.openxmlformats.org/drawingml/2006/main">
              <a:ext uri="{FF2B5EF4-FFF2-40B4-BE49-F238E27FC236}">
                <a16:creationId xmlns:a16="http://schemas.microsoft.com/office/drawing/2014/main" id="{C2289864-611A-4F6C-A9EF-DE43FD43B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461" y="1697793"/>
            <a:ext cx="2867440" cy="353032"/>
          </a:xfrm>
          <a:custGeom xmlns:a="http://schemas.openxmlformats.org/drawingml/2006/main">
            <a:pathLst>
              <a:path w="2450765" h="301732">
                <a:moveTo>
                  <a:pt x="59731" y="10684"/>
                </a:moveTo>
                <a:lnTo>
                  <a:pt x="146172" y="10684"/>
                </a:lnTo>
                <a:cubicBezTo>
                  <a:pt x="168834" y="10684"/>
                  <a:pt x="185777" y="15594"/>
                  <a:pt x="197000" y="25414"/>
                </a:cubicBezTo>
                <a:cubicBezTo>
                  <a:pt x="208223" y="35126"/>
                  <a:pt x="213835" y="46997"/>
                  <a:pt x="213835" y="61026"/>
                </a:cubicBezTo>
                <a:cubicBezTo>
                  <a:pt x="213835" y="72141"/>
                  <a:pt x="210274" y="82933"/>
                  <a:pt x="203151" y="93401"/>
                </a:cubicBezTo>
                <a:cubicBezTo>
                  <a:pt x="196029" y="103869"/>
                  <a:pt x="185453" y="112394"/>
                  <a:pt x="171424" y="118977"/>
                </a:cubicBezTo>
                <a:cubicBezTo>
                  <a:pt x="157395" y="125452"/>
                  <a:pt x="142233" y="128689"/>
                  <a:pt x="125938" y="128689"/>
                </a:cubicBezTo>
                <a:cubicBezTo>
                  <a:pt x="115793" y="128689"/>
                  <a:pt x="102898" y="126855"/>
                  <a:pt x="87250" y="123186"/>
                </a:cubicBezTo>
                <a:lnTo>
                  <a:pt x="69768" y="183079"/>
                </a:lnTo>
                <a:cubicBezTo>
                  <a:pt x="65667" y="197324"/>
                  <a:pt x="63616" y="206712"/>
                  <a:pt x="63616" y="211245"/>
                </a:cubicBezTo>
                <a:cubicBezTo>
                  <a:pt x="63616" y="214698"/>
                  <a:pt x="65073" y="217558"/>
                  <a:pt x="67987" y="219824"/>
                </a:cubicBezTo>
                <a:cubicBezTo>
                  <a:pt x="70901" y="222090"/>
                  <a:pt x="77861" y="223547"/>
                  <a:pt x="88868" y="224195"/>
                </a:cubicBezTo>
                <a:lnTo>
                  <a:pt x="87250" y="230184"/>
                </a:lnTo>
                <a:lnTo>
                  <a:pt x="0" y="230184"/>
                </a:lnTo>
                <a:lnTo>
                  <a:pt x="1781" y="224195"/>
                </a:lnTo>
                <a:cubicBezTo>
                  <a:pt x="13220" y="224195"/>
                  <a:pt x="21151" y="222252"/>
                  <a:pt x="25576" y="218367"/>
                </a:cubicBezTo>
                <a:cubicBezTo>
                  <a:pt x="30108" y="214374"/>
                  <a:pt x="34965" y="203475"/>
                  <a:pt x="40145" y="185669"/>
                </a:cubicBezTo>
                <a:lnTo>
                  <a:pt x="76404" y="60702"/>
                </a:lnTo>
                <a:cubicBezTo>
                  <a:pt x="80721" y="45702"/>
                  <a:pt x="82879" y="35666"/>
                  <a:pt x="82879" y="30594"/>
                </a:cubicBezTo>
                <a:cubicBezTo>
                  <a:pt x="82879" y="26817"/>
                  <a:pt x="81315" y="23687"/>
                  <a:pt x="78185" y="21205"/>
                </a:cubicBezTo>
                <a:cubicBezTo>
                  <a:pt x="75163" y="18723"/>
                  <a:pt x="68419" y="17213"/>
                  <a:pt x="57951" y="16673"/>
                </a:cubicBezTo>
                <a:lnTo>
                  <a:pt x="59731" y="10684"/>
                </a:lnTo>
                <a:moveTo>
                  <a:pt x="90002" y="112988"/>
                </a:moveTo>
                <a:cubicBezTo>
                  <a:pt x="102196" y="116117"/>
                  <a:pt x="112016" y="117682"/>
                  <a:pt x="119463" y="117682"/>
                </a:cubicBezTo>
                <a:cubicBezTo>
                  <a:pt x="131226" y="117682"/>
                  <a:pt x="141909" y="115254"/>
                  <a:pt x="151514" y="110398"/>
                </a:cubicBezTo>
                <a:cubicBezTo>
                  <a:pt x="161226" y="105542"/>
                  <a:pt x="168780" y="98257"/>
                  <a:pt x="174176" y="88545"/>
                </a:cubicBezTo>
                <a:cubicBezTo>
                  <a:pt x="179680" y="78832"/>
                  <a:pt x="182431" y="68742"/>
                  <a:pt x="182431" y="58274"/>
                </a:cubicBezTo>
                <a:cubicBezTo>
                  <a:pt x="182431" y="47375"/>
                  <a:pt x="179086" y="38742"/>
                  <a:pt x="172395" y="32375"/>
                </a:cubicBezTo>
                <a:cubicBezTo>
                  <a:pt x="165704" y="26008"/>
                  <a:pt x="155561" y="22824"/>
                  <a:pt x="141963" y="22824"/>
                </a:cubicBezTo>
                <a:cubicBezTo>
                  <a:pt x="134625" y="22824"/>
                  <a:pt x="125722" y="23742"/>
                  <a:pt x="115254" y="25576"/>
                </a:cubicBezTo>
                <a:lnTo>
                  <a:pt x="90002" y="112988"/>
                </a:lnTo>
                <a:moveTo>
                  <a:pt x="250095" y="169158"/>
                </a:moveTo>
                <a:cubicBezTo>
                  <a:pt x="249339" y="174553"/>
                  <a:pt x="248961" y="179032"/>
                  <a:pt x="248961" y="182593"/>
                </a:cubicBezTo>
                <a:cubicBezTo>
                  <a:pt x="248961" y="192198"/>
                  <a:pt x="252361" y="200399"/>
                  <a:pt x="259159" y="207198"/>
                </a:cubicBezTo>
                <a:cubicBezTo>
                  <a:pt x="265958" y="213889"/>
                  <a:pt x="274214" y="217234"/>
                  <a:pt x="283926" y="217234"/>
                </a:cubicBezTo>
                <a:cubicBezTo>
                  <a:pt x="291696" y="217234"/>
                  <a:pt x="299142" y="215670"/>
                  <a:pt x="306265" y="212540"/>
                </a:cubicBezTo>
                <a:cubicBezTo>
                  <a:pt x="313495" y="209302"/>
                  <a:pt x="324179" y="202234"/>
                  <a:pt x="338316" y="191335"/>
                </a:cubicBezTo>
                <a:lnTo>
                  <a:pt x="341715" y="196029"/>
                </a:lnTo>
                <a:cubicBezTo>
                  <a:pt x="316139" y="221389"/>
                  <a:pt x="291750" y="234069"/>
                  <a:pt x="268548" y="234069"/>
                </a:cubicBezTo>
                <a:cubicBezTo>
                  <a:pt x="252792" y="234069"/>
                  <a:pt x="240922" y="229105"/>
                  <a:pt x="232936" y="219177"/>
                </a:cubicBezTo>
                <a:cubicBezTo>
                  <a:pt x="224950" y="209248"/>
                  <a:pt x="220957" y="198295"/>
                  <a:pt x="220957" y="186316"/>
                </a:cubicBezTo>
                <a:cubicBezTo>
                  <a:pt x="220957" y="170237"/>
                  <a:pt x="225922" y="153780"/>
                  <a:pt x="235850" y="136945"/>
                </a:cubicBezTo>
                <a:cubicBezTo>
                  <a:pt x="245778" y="120110"/>
                  <a:pt x="258242" y="107052"/>
                  <a:pt x="273243" y="97772"/>
                </a:cubicBezTo>
                <a:cubicBezTo>
                  <a:pt x="288243" y="88383"/>
                  <a:pt x="303675" y="83688"/>
                  <a:pt x="319538" y="83688"/>
                </a:cubicBezTo>
                <a:cubicBezTo>
                  <a:pt x="330977" y="83688"/>
                  <a:pt x="339449" y="86009"/>
                  <a:pt x="344952" y="90649"/>
                </a:cubicBezTo>
                <a:cubicBezTo>
                  <a:pt x="350456" y="95290"/>
                  <a:pt x="353208" y="100793"/>
                  <a:pt x="353208" y="107160"/>
                </a:cubicBezTo>
                <a:cubicBezTo>
                  <a:pt x="353208" y="116117"/>
                  <a:pt x="349647" y="124697"/>
                  <a:pt x="342524" y="132898"/>
                </a:cubicBezTo>
                <a:cubicBezTo>
                  <a:pt x="333136" y="143582"/>
                  <a:pt x="319323" y="152215"/>
                  <a:pt x="301085" y="158798"/>
                </a:cubicBezTo>
                <a:cubicBezTo>
                  <a:pt x="288998" y="163222"/>
                  <a:pt x="272002" y="166676"/>
                  <a:pt x="250095" y="169158"/>
                </a:cubicBezTo>
                <a:moveTo>
                  <a:pt x="251228" y="161226"/>
                </a:moveTo>
                <a:cubicBezTo>
                  <a:pt x="267199" y="159391"/>
                  <a:pt x="280203" y="156262"/>
                  <a:pt x="290239" y="151837"/>
                </a:cubicBezTo>
                <a:cubicBezTo>
                  <a:pt x="303513" y="145902"/>
                  <a:pt x="313441" y="138834"/>
                  <a:pt x="320024" y="130632"/>
                </a:cubicBezTo>
                <a:cubicBezTo>
                  <a:pt x="326715" y="122322"/>
                  <a:pt x="330060" y="114444"/>
                  <a:pt x="330060" y="106998"/>
                </a:cubicBezTo>
                <a:cubicBezTo>
                  <a:pt x="330060" y="102466"/>
                  <a:pt x="328603" y="98797"/>
                  <a:pt x="325689" y="95991"/>
                </a:cubicBezTo>
                <a:cubicBezTo>
                  <a:pt x="322884" y="93185"/>
                  <a:pt x="318837" y="91782"/>
                  <a:pt x="313549" y="91782"/>
                </a:cubicBezTo>
                <a:cubicBezTo>
                  <a:pt x="302542" y="91782"/>
                  <a:pt x="290833" y="97664"/>
                  <a:pt x="278422" y="109426"/>
                </a:cubicBezTo>
                <a:cubicBezTo>
                  <a:pt x="266120" y="121081"/>
                  <a:pt x="257055" y="138348"/>
                  <a:pt x="251228" y="161226"/>
                </a:cubicBezTo>
                <a:moveTo>
                  <a:pt x="375223" y="92754"/>
                </a:moveTo>
                <a:lnTo>
                  <a:pt x="431069" y="83688"/>
                </a:lnTo>
                <a:lnTo>
                  <a:pt x="407759" y="162359"/>
                </a:lnTo>
                <a:cubicBezTo>
                  <a:pt x="426645" y="130092"/>
                  <a:pt x="443803" y="107538"/>
                  <a:pt x="459235" y="94696"/>
                </a:cubicBezTo>
                <a:cubicBezTo>
                  <a:pt x="467976" y="87358"/>
                  <a:pt x="475099" y="83688"/>
                  <a:pt x="480602" y="83688"/>
                </a:cubicBezTo>
                <a:cubicBezTo>
                  <a:pt x="484164" y="83688"/>
                  <a:pt x="486969" y="84768"/>
                  <a:pt x="489020" y="86926"/>
                </a:cubicBezTo>
                <a:cubicBezTo>
                  <a:pt x="491070" y="88976"/>
                  <a:pt x="492096" y="91998"/>
                  <a:pt x="492096" y="95991"/>
                </a:cubicBezTo>
                <a:cubicBezTo>
                  <a:pt x="492096" y="103113"/>
                  <a:pt x="490261" y="109912"/>
                  <a:pt x="486592" y="116387"/>
                </a:cubicBezTo>
                <a:cubicBezTo>
                  <a:pt x="484002" y="121243"/>
                  <a:pt x="480279" y="123671"/>
                  <a:pt x="475422" y="123671"/>
                </a:cubicBezTo>
                <a:cubicBezTo>
                  <a:pt x="472940" y="123671"/>
                  <a:pt x="470782" y="122862"/>
                  <a:pt x="468948" y="121243"/>
                </a:cubicBezTo>
                <a:cubicBezTo>
                  <a:pt x="467221" y="119624"/>
                  <a:pt x="466142" y="117142"/>
                  <a:pt x="465710" y="113797"/>
                </a:cubicBezTo>
                <a:cubicBezTo>
                  <a:pt x="465494" y="111747"/>
                  <a:pt x="465009" y="110398"/>
                  <a:pt x="464253" y="109750"/>
                </a:cubicBezTo>
                <a:cubicBezTo>
                  <a:pt x="463390" y="108887"/>
                  <a:pt x="462365" y="108455"/>
                  <a:pt x="461177" y="108455"/>
                </a:cubicBezTo>
                <a:cubicBezTo>
                  <a:pt x="459343" y="108455"/>
                  <a:pt x="457616" y="108887"/>
                  <a:pt x="455998" y="109750"/>
                </a:cubicBezTo>
                <a:cubicBezTo>
                  <a:pt x="453192" y="111261"/>
                  <a:pt x="448929" y="115470"/>
                  <a:pt x="443210" y="122376"/>
                </a:cubicBezTo>
                <a:cubicBezTo>
                  <a:pt x="434253" y="132952"/>
                  <a:pt x="424540" y="146657"/>
                  <a:pt x="414072" y="163492"/>
                </a:cubicBezTo>
                <a:cubicBezTo>
                  <a:pt x="409540" y="170615"/>
                  <a:pt x="405655" y="178654"/>
                  <a:pt x="402417" y="187611"/>
                </a:cubicBezTo>
                <a:cubicBezTo>
                  <a:pt x="397885" y="199914"/>
                  <a:pt x="395295" y="207306"/>
                  <a:pt x="394647" y="209788"/>
                </a:cubicBezTo>
                <a:lnTo>
                  <a:pt x="389468" y="230184"/>
                </a:lnTo>
                <a:lnTo>
                  <a:pt x="364701" y="230184"/>
                </a:lnTo>
                <a:lnTo>
                  <a:pt x="394647" y="129661"/>
                </a:lnTo>
                <a:cubicBezTo>
                  <a:pt x="398101" y="118006"/>
                  <a:pt x="399827" y="109696"/>
                  <a:pt x="399827" y="104732"/>
                </a:cubicBezTo>
                <a:cubicBezTo>
                  <a:pt x="399827" y="102790"/>
                  <a:pt x="399018" y="101171"/>
                  <a:pt x="397400" y="99876"/>
                </a:cubicBezTo>
                <a:cubicBezTo>
                  <a:pt x="395241" y="98149"/>
                  <a:pt x="392381" y="97286"/>
                  <a:pt x="388820" y="97286"/>
                </a:cubicBezTo>
                <a:cubicBezTo>
                  <a:pt x="386554" y="97286"/>
                  <a:pt x="382399" y="97772"/>
                  <a:pt x="376356" y="98743"/>
                </a:cubicBezTo>
                <a:lnTo>
                  <a:pt x="375223" y="92754"/>
                </a:lnTo>
                <a:moveTo>
                  <a:pt x="602817" y="194896"/>
                </a:moveTo>
                <a:cubicBezTo>
                  <a:pt x="591594" y="208385"/>
                  <a:pt x="580263" y="218313"/>
                  <a:pt x="568824" y="224680"/>
                </a:cubicBezTo>
                <a:cubicBezTo>
                  <a:pt x="557384" y="230940"/>
                  <a:pt x="545298" y="234069"/>
                  <a:pt x="532564" y="234069"/>
                </a:cubicBezTo>
                <a:cubicBezTo>
                  <a:pt x="517240" y="234069"/>
                  <a:pt x="505261" y="229752"/>
                  <a:pt x="496628" y="221119"/>
                </a:cubicBezTo>
                <a:cubicBezTo>
                  <a:pt x="488102" y="212486"/>
                  <a:pt x="483840" y="200885"/>
                  <a:pt x="483840" y="186316"/>
                </a:cubicBezTo>
                <a:cubicBezTo>
                  <a:pt x="483840" y="169805"/>
                  <a:pt x="488426" y="153564"/>
                  <a:pt x="497599" y="137593"/>
                </a:cubicBezTo>
                <a:cubicBezTo>
                  <a:pt x="506880" y="121621"/>
                  <a:pt x="519290" y="108671"/>
                  <a:pt x="534830" y="98743"/>
                </a:cubicBezTo>
                <a:cubicBezTo>
                  <a:pt x="550478" y="88707"/>
                  <a:pt x="565802" y="83688"/>
                  <a:pt x="580802" y="83688"/>
                </a:cubicBezTo>
                <a:cubicBezTo>
                  <a:pt x="592565" y="83688"/>
                  <a:pt x="601360" y="86171"/>
                  <a:pt x="607188" y="91135"/>
                </a:cubicBezTo>
                <a:cubicBezTo>
                  <a:pt x="613015" y="95991"/>
                  <a:pt x="615929" y="101980"/>
                  <a:pt x="615929" y="109103"/>
                </a:cubicBezTo>
                <a:cubicBezTo>
                  <a:pt x="615929" y="115793"/>
                  <a:pt x="613878" y="121513"/>
                  <a:pt x="609778" y="126261"/>
                </a:cubicBezTo>
                <a:cubicBezTo>
                  <a:pt x="606756" y="129930"/>
                  <a:pt x="603033" y="131765"/>
                  <a:pt x="598608" y="131765"/>
                </a:cubicBezTo>
                <a:cubicBezTo>
                  <a:pt x="595263" y="131765"/>
                  <a:pt x="592457" y="130686"/>
                  <a:pt x="590191" y="128528"/>
                </a:cubicBezTo>
                <a:cubicBezTo>
                  <a:pt x="588032" y="126369"/>
                  <a:pt x="586953" y="123671"/>
                  <a:pt x="586953" y="120434"/>
                </a:cubicBezTo>
                <a:cubicBezTo>
                  <a:pt x="586953" y="118383"/>
                  <a:pt x="587331" y="116495"/>
                  <a:pt x="588086" y="114768"/>
                </a:cubicBezTo>
                <a:cubicBezTo>
                  <a:pt x="588950" y="113042"/>
                  <a:pt x="590622" y="110991"/>
                  <a:pt x="593104" y="108617"/>
                </a:cubicBezTo>
                <a:cubicBezTo>
                  <a:pt x="595694" y="106135"/>
                  <a:pt x="597259" y="104354"/>
                  <a:pt x="597799" y="103275"/>
                </a:cubicBezTo>
                <a:cubicBezTo>
                  <a:pt x="598338" y="102196"/>
                  <a:pt x="598608" y="101063"/>
                  <a:pt x="598608" y="99876"/>
                </a:cubicBezTo>
                <a:cubicBezTo>
                  <a:pt x="598608" y="97610"/>
                  <a:pt x="597583" y="95721"/>
                  <a:pt x="595533" y="94210"/>
                </a:cubicBezTo>
                <a:cubicBezTo>
                  <a:pt x="592403" y="92052"/>
                  <a:pt x="587979" y="90973"/>
                  <a:pt x="582259" y="90973"/>
                </a:cubicBezTo>
                <a:cubicBezTo>
                  <a:pt x="571683" y="90973"/>
                  <a:pt x="561215" y="94696"/>
                  <a:pt x="550856" y="102142"/>
                </a:cubicBezTo>
                <a:cubicBezTo>
                  <a:pt x="540496" y="109588"/>
                  <a:pt x="531647" y="120164"/>
                  <a:pt x="524308" y="133869"/>
                </a:cubicBezTo>
                <a:cubicBezTo>
                  <a:pt x="515459" y="150488"/>
                  <a:pt x="511035" y="167107"/>
                  <a:pt x="511035" y="183726"/>
                </a:cubicBezTo>
                <a:cubicBezTo>
                  <a:pt x="511035" y="194734"/>
                  <a:pt x="514164" y="203475"/>
                  <a:pt x="520423" y="209950"/>
                </a:cubicBezTo>
                <a:cubicBezTo>
                  <a:pt x="526682" y="216317"/>
                  <a:pt x="535208" y="219501"/>
                  <a:pt x="545999" y="219501"/>
                </a:cubicBezTo>
                <a:cubicBezTo>
                  <a:pt x="554309" y="219501"/>
                  <a:pt x="562510" y="217450"/>
                  <a:pt x="570604" y="213349"/>
                </a:cubicBezTo>
                <a:cubicBezTo>
                  <a:pt x="578806" y="209141"/>
                  <a:pt x="587979" y="201586"/>
                  <a:pt x="598122" y="190687"/>
                </a:cubicBezTo>
                <a:lnTo>
                  <a:pt x="602817" y="194896"/>
                </a:lnTo>
                <a:moveTo>
                  <a:pt x="661577" y="169158"/>
                </a:moveTo>
                <a:cubicBezTo>
                  <a:pt x="660821" y="174553"/>
                  <a:pt x="660444" y="179032"/>
                  <a:pt x="660444" y="182593"/>
                </a:cubicBezTo>
                <a:cubicBezTo>
                  <a:pt x="660444" y="192198"/>
                  <a:pt x="663843" y="200399"/>
                  <a:pt x="670642" y="207198"/>
                </a:cubicBezTo>
                <a:cubicBezTo>
                  <a:pt x="677440" y="213889"/>
                  <a:pt x="685696" y="217234"/>
                  <a:pt x="695408" y="217234"/>
                </a:cubicBezTo>
                <a:cubicBezTo>
                  <a:pt x="703179" y="217234"/>
                  <a:pt x="710624" y="215670"/>
                  <a:pt x="717747" y="212540"/>
                </a:cubicBezTo>
                <a:cubicBezTo>
                  <a:pt x="724978" y="209302"/>
                  <a:pt x="735661" y="202234"/>
                  <a:pt x="749798" y="191335"/>
                </a:cubicBezTo>
                <a:lnTo>
                  <a:pt x="753197" y="196029"/>
                </a:lnTo>
                <a:cubicBezTo>
                  <a:pt x="727621" y="221389"/>
                  <a:pt x="703232" y="234069"/>
                  <a:pt x="680030" y="234069"/>
                </a:cubicBezTo>
                <a:cubicBezTo>
                  <a:pt x="664275" y="234069"/>
                  <a:pt x="652404" y="229105"/>
                  <a:pt x="644419" y="219177"/>
                </a:cubicBezTo>
                <a:cubicBezTo>
                  <a:pt x="636433" y="209248"/>
                  <a:pt x="632440" y="198295"/>
                  <a:pt x="632440" y="186316"/>
                </a:cubicBezTo>
                <a:cubicBezTo>
                  <a:pt x="632440" y="170237"/>
                  <a:pt x="637404" y="153780"/>
                  <a:pt x="647332" y="136945"/>
                </a:cubicBezTo>
                <a:cubicBezTo>
                  <a:pt x="657260" y="120110"/>
                  <a:pt x="669725" y="107052"/>
                  <a:pt x="684725" y="97772"/>
                </a:cubicBezTo>
                <a:cubicBezTo>
                  <a:pt x="699725" y="88383"/>
                  <a:pt x="715157" y="83688"/>
                  <a:pt x="731021" y="83688"/>
                </a:cubicBezTo>
                <a:cubicBezTo>
                  <a:pt x="742460" y="83688"/>
                  <a:pt x="750931" y="86009"/>
                  <a:pt x="756435" y="90649"/>
                </a:cubicBezTo>
                <a:cubicBezTo>
                  <a:pt x="761939" y="95290"/>
                  <a:pt x="764690" y="100793"/>
                  <a:pt x="764690" y="107160"/>
                </a:cubicBezTo>
                <a:cubicBezTo>
                  <a:pt x="764690" y="116117"/>
                  <a:pt x="761129" y="124697"/>
                  <a:pt x="754007" y="132898"/>
                </a:cubicBezTo>
                <a:cubicBezTo>
                  <a:pt x="744618" y="143582"/>
                  <a:pt x="730805" y="152215"/>
                  <a:pt x="712567" y="158798"/>
                </a:cubicBezTo>
                <a:cubicBezTo>
                  <a:pt x="700481" y="163222"/>
                  <a:pt x="683484" y="166676"/>
                  <a:pt x="661577" y="169158"/>
                </a:cubicBezTo>
                <a:moveTo>
                  <a:pt x="662710" y="161226"/>
                </a:moveTo>
                <a:cubicBezTo>
                  <a:pt x="678682" y="159391"/>
                  <a:pt x="691685" y="156262"/>
                  <a:pt x="701722" y="151837"/>
                </a:cubicBezTo>
                <a:cubicBezTo>
                  <a:pt x="714995" y="145902"/>
                  <a:pt x="724923" y="138834"/>
                  <a:pt x="731506" y="130632"/>
                </a:cubicBezTo>
                <a:cubicBezTo>
                  <a:pt x="738197" y="122322"/>
                  <a:pt x="741543" y="114444"/>
                  <a:pt x="741543" y="106998"/>
                </a:cubicBezTo>
                <a:cubicBezTo>
                  <a:pt x="741543" y="102466"/>
                  <a:pt x="740086" y="98797"/>
                  <a:pt x="737172" y="95991"/>
                </a:cubicBezTo>
                <a:cubicBezTo>
                  <a:pt x="734366" y="93185"/>
                  <a:pt x="730319" y="91782"/>
                  <a:pt x="725031" y="91782"/>
                </a:cubicBezTo>
                <a:cubicBezTo>
                  <a:pt x="714024" y="91782"/>
                  <a:pt x="702315" y="97664"/>
                  <a:pt x="689905" y="109426"/>
                </a:cubicBezTo>
                <a:cubicBezTo>
                  <a:pt x="677603" y="121081"/>
                  <a:pt x="668538" y="138348"/>
                  <a:pt x="662710" y="161226"/>
                </a:cubicBezTo>
                <a:moveTo>
                  <a:pt x="842713" y="83688"/>
                </a:moveTo>
                <a:lnTo>
                  <a:pt x="831544" y="120919"/>
                </a:lnTo>
                <a:cubicBezTo>
                  <a:pt x="843307" y="107106"/>
                  <a:pt x="853775" y="97448"/>
                  <a:pt x="862947" y="91944"/>
                </a:cubicBezTo>
                <a:cubicBezTo>
                  <a:pt x="872228" y="86440"/>
                  <a:pt x="881671" y="83688"/>
                  <a:pt x="891276" y="83688"/>
                </a:cubicBezTo>
                <a:cubicBezTo>
                  <a:pt x="900880" y="83688"/>
                  <a:pt x="909081" y="87519"/>
                  <a:pt x="915880" y="95182"/>
                </a:cubicBezTo>
                <a:cubicBezTo>
                  <a:pt x="922679" y="102736"/>
                  <a:pt x="926078" y="112610"/>
                  <a:pt x="926078" y="124805"/>
                </a:cubicBezTo>
                <a:cubicBezTo>
                  <a:pt x="926078" y="148546"/>
                  <a:pt x="916419" y="172719"/>
                  <a:pt x="897103" y="197324"/>
                </a:cubicBezTo>
                <a:cubicBezTo>
                  <a:pt x="877786" y="221821"/>
                  <a:pt x="855286" y="234069"/>
                  <a:pt x="829602" y="234069"/>
                </a:cubicBezTo>
                <a:cubicBezTo>
                  <a:pt x="824206" y="234069"/>
                  <a:pt x="819404" y="233475"/>
                  <a:pt x="815195" y="232288"/>
                </a:cubicBezTo>
                <a:cubicBezTo>
                  <a:pt x="811094" y="231101"/>
                  <a:pt x="806454" y="228997"/>
                  <a:pt x="801274" y="225975"/>
                </a:cubicBezTo>
                <a:lnTo>
                  <a:pt x="789457" y="267739"/>
                </a:lnTo>
                <a:cubicBezTo>
                  <a:pt x="787083" y="275940"/>
                  <a:pt x="785896" y="281282"/>
                  <a:pt x="785896" y="283764"/>
                </a:cubicBezTo>
                <a:cubicBezTo>
                  <a:pt x="785896" y="286138"/>
                  <a:pt x="786489" y="288135"/>
                  <a:pt x="787677" y="289753"/>
                </a:cubicBezTo>
                <a:cubicBezTo>
                  <a:pt x="788972" y="291480"/>
                  <a:pt x="791021" y="292775"/>
                  <a:pt x="793828" y="293639"/>
                </a:cubicBezTo>
                <a:cubicBezTo>
                  <a:pt x="796633" y="294610"/>
                  <a:pt x="802191" y="295095"/>
                  <a:pt x="810501" y="295095"/>
                </a:cubicBezTo>
                <a:lnTo>
                  <a:pt x="809044" y="301085"/>
                </a:lnTo>
                <a:lnTo>
                  <a:pt x="732801" y="301085"/>
                </a:lnTo>
                <a:lnTo>
                  <a:pt x="734420" y="295095"/>
                </a:lnTo>
                <a:cubicBezTo>
                  <a:pt x="744456" y="294664"/>
                  <a:pt x="751255" y="292937"/>
                  <a:pt x="754816" y="289915"/>
                </a:cubicBezTo>
                <a:cubicBezTo>
                  <a:pt x="758270" y="286894"/>
                  <a:pt x="761939" y="278530"/>
                  <a:pt x="765823" y="264825"/>
                </a:cubicBezTo>
                <a:lnTo>
                  <a:pt x="806777" y="123024"/>
                </a:lnTo>
                <a:cubicBezTo>
                  <a:pt x="809259" y="114067"/>
                  <a:pt x="810501" y="108509"/>
                  <a:pt x="810501" y="106351"/>
                </a:cubicBezTo>
                <a:cubicBezTo>
                  <a:pt x="810501" y="103437"/>
                  <a:pt x="809637" y="101171"/>
                  <a:pt x="807911" y="99552"/>
                </a:cubicBezTo>
                <a:cubicBezTo>
                  <a:pt x="806292" y="97933"/>
                  <a:pt x="803756" y="97124"/>
                  <a:pt x="800303" y="97124"/>
                </a:cubicBezTo>
                <a:cubicBezTo>
                  <a:pt x="797173" y="97124"/>
                  <a:pt x="792802" y="97502"/>
                  <a:pt x="787191" y="98257"/>
                </a:cubicBezTo>
                <a:lnTo>
                  <a:pt x="787191" y="91944"/>
                </a:lnTo>
                <a:lnTo>
                  <a:pt x="842713" y="83688"/>
                </a:lnTo>
                <a:moveTo>
                  <a:pt x="804997" y="213187"/>
                </a:moveTo>
                <a:cubicBezTo>
                  <a:pt x="811688" y="221173"/>
                  <a:pt x="820699" y="225166"/>
                  <a:pt x="832030" y="225166"/>
                </a:cubicBezTo>
                <a:cubicBezTo>
                  <a:pt x="837641" y="225166"/>
                  <a:pt x="843361" y="223601"/>
                  <a:pt x="849189" y="220472"/>
                </a:cubicBezTo>
                <a:cubicBezTo>
                  <a:pt x="855016" y="217342"/>
                  <a:pt x="860681" y="212702"/>
                  <a:pt x="866185" y="206551"/>
                </a:cubicBezTo>
                <a:cubicBezTo>
                  <a:pt x="871796" y="200399"/>
                  <a:pt x="876815" y="193331"/>
                  <a:pt x="881239" y="185345"/>
                </a:cubicBezTo>
                <a:cubicBezTo>
                  <a:pt x="885664" y="177251"/>
                  <a:pt x="889603" y="167755"/>
                  <a:pt x="893056" y="156855"/>
                </a:cubicBezTo>
                <a:cubicBezTo>
                  <a:pt x="896617" y="145956"/>
                  <a:pt x="898398" y="135164"/>
                  <a:pt x="898398" y="124481"/>
                </a:cubicBezTo>
                <a:cubicBezTo>
                  <a:pt x="898398" y="115848"/>
                  <a:pt x="896401" y="109264"/>
                  <a:pt x="892409" y="104732"/>
                </a:cubicBezTo>
                <a:cubicBezTo>
                  <a:pt x="888523" y="100092"/>
                  <a:pt x="883937" y="97772"/>
                  <a:pt x="878650" y="97772"/>
                </a:cubicBezTo>
                <a:cubicBezTo>
                  <a:pt x="866994" y="97772"/>
                  <a:pt x="855447" y="104462"/>
                  <a:pt x="844009" y="117844"/>
                </a:cubicBezTo>
                <a:cubicBezTo>
                  <a:pt x="832677" y="131226"/>
                  <a:pt x="824368" y="146873"/>
                  <a:pt x="819080" y="164787"/>
                </a:cubicBezTo>
                <a:lnTo>
                  <a:pt x="804997" y="213187"/>
                </a:lnTo>
                <a:moveTo>
                  <a:pt x="1021260" y="43544"/>
                </a:moveTo>
                <a:lnTo>
                  <a:pt x="1008634" y="87574"/>
                </a:lnTo>
                <a:lnTo>
                  <a:pt x="1034048" y="87574"/>
                </a:lnTo>
                <a:lnTo>
                  <a:pt x="1031296" y="97772"/>
                </a:lnTo>
                <a:lnTo>
                  <a:pt x="1006044" y="97772"/>
                </a:lnTo>
                <a:lnTo>
                  <a:pt x="978201" y="193277"/>
                </a:lnTo>
                <a:cubicBezTo>
                  <a:pt x="975180" y="203529"/>
                  <a:pt x="973669" y="210166"/>
                  <a:pt x="973669" y="213187"/>
                </a:cubicBezTo>
                <a:cubicBezTo>
                  <a:pt x="973669" y="215022"/>
                  <a:pt x="974100" y="216425"/>
                  <a:pt x="974964" y="217396"/>
                </a:cubicBezTo>
                <a:cubicBezTo>
                  <a:pt x="975827" y="218367"/>
                  <a:pt x="976853" y="218853"/>
                  <a:pt x="978040" y="218853"/>
                </a:cubicBezTo>
                <a:cubicBezTo>
                  <a:pt x="980738" y="218853"/>
                  <a:pt x="984298" y="216964"/>
                  <a:pt x="988723" y="213187"/>
                </a:cubicBezTo>
                <a:cubicBezTo>
                  <a:pt x="991314" y="211029"/>
                  <a:pt x="997087" y="204392"/>
                  <a:pt x="1006044" y="193277"/>
                </a:cubicBezTo>
                <a:lnTo>
                  <a:pt x="1011385" y="197324"/>
                </a:lnTo>
                <a:cubicBezTo>
                  <a:pt x="1001457" y="211784"/>
                  <a:pt x="992069" y="221983"/>
                  <a:pt x="983220" y="227918"/>
                </a:cubicBezTo>
                <a:cubicBezTo>
                  <a:pt x="977176" y="232019"/>
                  <a:pt x="971079" y="234069"/>
                  <a:pt x="964928" y="234069"/>
                </a:cubicBezTo>
                <a:cubicBezTo>
                  <a:pt x="960180" y="234069"/>
                  <a:pt x="956295" y="232612"/>
                  <a:pt x="953273" y="229699"/>
                </a:cubicBezTo>
                <a:cubicBezTo>
                  <a:pt x="950251" y="226677"/>
                  <a:pt x="948740" y="222846"/>
                  <a:pt x="948740" y="218205"/>
                </a:cubicBezTo>
                <a:cubicBezTo>
                  <a:pt x="948740" y="212378"/>
                  <a:pt x="950467" y="203475"/>
                  <a:pt x="953920" y="191496"/>
                </a:cubicBezTo>
                <a:lnTo>
                  <a:pt x="980954" y="97772"/>
                </a:lnTo>
                <a:lnTo>
                  <a:pt x="956511" y="97772"/>
                </a:lnTo>
                <a:lnTo>
                  <a:pt x="958129" y="91458"/>
                </a:lnTo>
                <a:cubicBezTo>
                  <a:pt x="970000" y="88221"/>
                  <a:pt x="979874" y="83419"/>
                  <a:pt x="987752" y="77052"/>
                </a:cubicBezTo>
                <a:cubicBezTo>
                  <a:pt x="995630" y="70577"/>
                  <a:pt x="1004425" y="59408"/>
                  <a:pt x="1014137" y="43544"/>
                </a:cubicBezTo>
                <a:lnTo>
                  <a:pt x="1021260" y="43544"/>
                </a:lnTo>
                <a:moveTo>
                  <a:pt x="1183457" y="87574"/>
                </a:moveTo>
                <a:lnTo>
                  <a:pt x="1155291" y="184050"/>
                </a:lnTo>
                <a:cubicBezTo>
                  <a:pt x="1151082" y="198403"/>
                  <a:pt x="1148978" y="207468"/>
                  <a:pt x="1148978" y="211245"/>
                </a:cubicBezTo>
                <a:cubicBezTo>
                  <a:pt x="1148978" y="213187"/>
                  <a:pt x="1149302" y="214644"/>
                  <a:pt x="1149949" y="215615"/>
                </a:cubicBezTo>
                <a:cubicBezTo>
                  <a:pt x="1150705" y="216479"/>
                  <a:pt x="1151676" y="216911"/>
                  <a:pt x="1152863" y="216911"/>
                </a:cubicBezTo>
                <a:cubicBezTo>
                  <a:pt x="1154697" y="216911"/>
                  <a:pt x="1156694" y="216101"/>
                  <a:pt x="1158852" y="214482"/>
                </a:cubicBezTo>
                <a:cubicBezTo>
                  <a:pt x="1161119" y="212756"/>
                  <a:pt x="1166730" y="206065"/>
                  <a:pt x="1175687" y="194410"/>
                </a:cubicBezTo>
                <a:lnTo>
                  <a:pt x="1180543" y="198133"/>
                </a:lnTo>
                <a:cubicBezTo>
                  <a:pt x="1172018" y="211623"/>
                  <a:pt x="1163277" y="221551"/>
                  <a:pt x="1154320" y="227918"/>
                </a:cubicBezTo>
                <a:cubicBezTo>
                  <a:pt x="1148384" y="232019"/>
                  <a:pt x="1142665" y="234069"/>
                  <a:pt x="1137161" y="234069"/>
                </a:cubicBezTo>
                <a:cubicBezTo>
                  <a:pt x="1132952" y="234069"/>
                  <a:pt x="1129661" y="232882"/>
                  <a:pt x="1127287" y="230508"/>
                </a:cubicBezTo>
                <a:cubicBezTo>
                  <a:pt x="1124913" y="228134"/>
                  <a:pt x="1123725" y="225058"/>
                  <a:pt x="1123725" y="221281"/>
                </a:cubicBezTo>
                <a:cubicBezTo>
                  <a:pt x="1123725" y="217612"/>
                  <a:pt x="1124427" y="212756"/>
                  <a:pt x="1125830" y="206712"/>
                </a:cubicBezTo>
                <a:cubicBezTo>
                  <a:pt x="1127557" y="198727"/>
                  <a:pt x="1132467" y="181352"/>
                  <a:pt x="1140561" y="154589"/>
                </a:cubicBezTo>
                <a:cubicBezTo>
                  <a:pt x="1122215" y="184698"/>
                  <a:pt x="1106837" y="205472"/>
                  <a:pt x="1094427" y="216911"/>
                </a:cubicBezTo>
                <a:cubicBezTo>
                  <a:pt x="1082124" y="228350"/>
                  <a:pt x="1070685" y="234069"/>
                  <a:pt x="1060109" y="234069"/>
                </a:cubicBezTo>
                <a:cubicBezTo>
                  <a:pt x="1055145" y="234069"/>
                  <a:pt x="1050937" y="232342"/>
                  <a:pt x="1047484" y="228889"/>
                </a:cubicBezTo>
                <a:cubicBezTo>
                  <a:pt x="1044030" y="225436"/>
                  <a:pt x="1042304" y="221065"/>
                  <a:pt x="1042304" y="215777"/>
                </a:cubicBezTo>
                <a:cubicBezTo>
                  <a:pt x="1042304" y="207684"/>
                  <a:pt x="1044677" y="195274"/>
                  <a:pt x="1049426" y="178547"/>
                </a:cubicBezTo>
                <a:lnTo>
                  <a:pt x="1063509" y="128528"/>
                </a:lnTo>
                <a:cubicBezTo>
                  <a:pt x="1066962" y="116549"/>
                  <a:pt x="1068689" y="109103"/>
                  <a:pt x="1068689" y="106189"/>
                </a:cubicBezTo>
                <a:cubicBezTo>
                  <a:pt x="1068689" y="104894"/>
                  <a:pt x="1068203" y="103815"/>
                  <a:pt x="1067232" y="102952"/>
                </a:cubicBezTo>
                <a:cubicBezTo>
                  <a:pt x="1066369" y="101980"/>
                  <a:pt x="1065397" y="101495"/>
                  <a:pt x="1064318" y="101495"/>
                </a:cubicBezTo>
                <a:cubicBezTo>
                  <a:pt x="1062052" y="101495"/>
                  <a:pt x="1059786" y="102304"/>
                  <a:pt x="1057520" y="103923"/>
                </a:cubicBezTo>
                <a:cubicBezTo>
                  <a:pt x="1055253" y="105542"/>
                  <a:pt x="1050127" y="111531"/>
                  <a:pt x="1042142" y="121891"/>
                </a:cubicBezTo>
                <a:lnTo>
                  <a:pt x="1037124" y="118330"/>
                </a:lnTo>
                <a:cubicBezTo>
                  <a:pt x="1045217" y="105811"/>
                  <a:pt x="1053797" y="96584"/>
                  <a:pt x="1062862" y="90649"/>
                </a:cubicBezTo>
                <a:cubicBezTo>
                  <a:pt x="1069768" y="86009"/>
                  <a:pt x="1076135" y="83688"/>
                  <a:pt x="1081962" y="83688"/>
                </a:cubicBezTo>
                <a:cubicBezTo>
                  <a:pt x="1085956" y="83688"/>
                  <a:pt x="1089193" y="84984"/>
                  <a:pt x="1091675" y="87574"/>
                </a:cubicBezTo>
                <a:cubicBezTo>
                  <a:pt x="1094265" y="90056"/>
                  <a:pt x="1095560" y="93293"/>
                  <a:pt x="1095560" y="97286"/>
                </a:cubicBezTo>
                <a:cubicBezTo>
                  <a:pt x="1095560" y="103113"/>
                  <a:pt x="1093401" y="113527"/>
                  <a:pt x="1089085" y="128528"/>
                </a:cubicBezTo>
                <a:lnTo>
                  <a:pt x="1073869" y="180813"/>
                </a:lnTo>
                <a:cubicBezTo>
                  <a:pt x="1069660" y="195058"/>
                  <a:pt x="1067555" y="204068"/>
                  <a:pt x="1067555" y="207845"/>
                </a:cubicBezTo>
                <a:cubicBezTo>
                  <a:pt x="1067555" y="209896"/>
                  <a:pt x="1068203" y="211569"/>
                  <a:pt x="1069498" y="212864"/>
                </a:cubicBezTo>
                <a:cubicBezTo>
                  <a:pt x="1070901" y="214051"/>
                  <a:pt x="1072735" y="214644"/>
                  <a:pt x="1075002" y="214644"/>
                </a:cubicBezTo>
                <a:cubicBezTo>
                  <a:pt x="1078563" y="214644"/>
                  <a:pt x="1083203" y="212864"/>
                  <a:pt x="1088923" y="209302"/>
                </a:cubicBezTo>
                <a:cubicBezTo>
                  <a:pt x="1094642" y="205741"/>
                  <a:pt x="1102251" y="197863"/>
                  <a:pt x="1111747" y="185669"/>
                </a:cubicBezTo>
                <a:cubicBezTo>
                  <a:pt x="1121352" y="173367"/>
                  <a:pt x="1129230" y="161873"/>
                  <a:pt x="1135381" y="151190"/>
                </a:cubicBezTo>
                <a:cubicBezTo>
                  <a:pt x="1141640" y="140398"/>
                  <a:pt x="1148277" y="123293"/>
                  <a:pt x="1155291" y="99876"/>
                </a:cubicBezTo>
                <a:lnTo>
                  <a:pt x="1158852" y="87574"/>
                </a:lnTo>
                <a:lnTo>
                  <a:pt x="1183457" y="87574"/>
                </a:lnTo>
                <a:moveTo>
                  <a:pt x="1348730" y="83688"/>
                </a:moveTo>
                <a:lnTo>
                  <a:pt x="1317164" y="193439"/>
                </a:lnTo>
                <a:lnTo>
                  <a:pt x="1313603" y="208169"/>
                </a:lnTo>
                <a:cubicBezTo>
                  <a:pt x="1313280" y="209572"/>
                  <a:pt x="1313118" y="210759"/>
                  <a:pt x="1313118" y="211731"/>
                </a:cubicBezTo>
                <a:cubicBezTo>
                  <a:pt x="1313118" y="213457"/>
                  <a:pt x="1313658" y="214968"/>
                  <a:pt x="1314736" y="216263"/>
                </a:cubicBezTo>
                <a:cubicBezTo>
                  <a:pt x="1315600" y="217234"/>
                  <a:pt x="1316679" y="217720"/>
                  <a:pt x="1317974" y="217720"/>
                </a:cubicBezTo>
                <a:cubicBezTo>
                  <a:pt x="1319377" y="217720"/>
                  <a:pt x="1321211" y="216856"/>
                  <a:pt x="1323478" y="215130"/>
                </a:cubicBezTo>
                <a:cubicBezTo>
                  <a:pt x="1327687" y="212000"/>
                  <a:pt x="1333298" y="205525"/>
                  <a:pt x="1340313" y="195705"/>
                </a:cubicBezTo>
                <a:lnTo>
                  <a:pt x="1345816" y="199590"/>
                </a:lnTo>
                <a:cubicBezTo>
                  <a:pt x="1338370" y="210813"/>
                  <a:pt x="1330708" y="219393"/>
                  <a:pt x="1322830" y="225328"/>
                </a:cubicBezTo>
                <a:cubicBezTo>
                  <a:pt x="1314952" y="231155"/>
                  <a:pt x="1307668" y="234069"/>
                  <a:pt x="1300977" y="234069"/>
                </a:cubicBezTo>
                <a:cubicBezTo>
                  <a:pt x="1296337" y="234069"/>
                  <a:pt x="1292830" y="232882"/>
                  <a:pt x="1290455" y="230508"/>
                </a:cubicBezTo>
                <a:cubicBezTo>
                  <a:pt x="1288189" y="228242"/>
                  <a:pt x="1287056" y="224896"/>
                  <a:pt x="1287056" y="220472"/>
                </a:cubicBezTo>
                <a:cubicBezTo>
                  <a:pt x="1287056" y="215184"/>
                  <a:pt x="1288243" y="208223"/>
                  <a:pt x="1290617" y="199590"/>
                </a:cubicBezTo>
                <a:lnTo>
                  <a:pt x="1294017" y="187449"/>
                </a:lnTo>
                <a:cubicBezTo>
                  <a:pt x="1279879" y="205903"/>
                  <a:pt x="1266876" y="218799"/>
                  <a:pt x="1255005" y="226137"/>
                </a:cubicBezTo>
                <a:cubicBezTo>
                  <a:pt x="1246480" y="231425"/>
                  <a:pt x="1238116" y="234069"/>
                  <a:pt x="1229915" y="234069"/>
                </a:cubicBezTo>
                <a:cubicBezTo>
                  <a:pt x="1222037" y="234069"/>
                  <a:pt x="1215238" y="230832"/>
                  <a:pt x="1209519" y="224356"/>
                </a:cubicBezTo>
                <a:cubicBezTo>
                  <a:pt x="1203799" y="217774"/>
                  <a:pt x="1200940" y="208763"/>
                  <a:pt x="1200940" y="197324"/>
                </a:cubicBezTo>
                <a:cubicBezTo>
                  <a:pt x="1200940" y="180165"/>
                  <a:pt x="1206065" y="162089"/>
                  <a:pt x="1216318" y="143096"/>
                </a:cubicBezTo>
                <a:cubicBezTo>
                  <a:pt x="1226677" y="123995"/>
                  <a:pt x="1239789" y="108725"/>
                  <a:pt x="1255652" y="97286"/>
                </a:cubicBezTo>
                <a:cubicBezTo>
                  <a:pt x="1268063" y="88221"/>
                  <a:pt x="1279772" y="83688"/>
                  <a:pt x="1290779" y="83688"/>
                </a:cubicBezTo>
                <a:cubicBezTo>
                  <a:pt x="1297362" y="83688"/>
                  <a:pt x="1302812" y="85415"/>
                  <a:pt x="1307129" y="88868"/>
                </a:cubicBezTo>
                <a:cubicBezTo>
                  <a:pt x="1311553" y="92322"/>
                  <a:pt x="1314898" y="98041"/>
                  <a:pt x="1317164" y="106027"/>
                </a:cubicBezTo>
                <a:lnTo>
                  <a:pt x="1322992" y="87574"/>
                </a:lnTo>
                <a:lnTo>
                  <a:pt x="1348730" y="83688"/>
                </a:lnTo>
                <a:moveTo>
                  <a:pt x="1291103" y="92106"/>
                </a:moveTo>
                <a:cubicBezTo>
                  <a:pt x="1284197" y="92106"/>
                  <a:pt x="1276858" y="95343"/>
                  <a:pt x="1269088" y="101819"/>
                </a:cubicBezTo>
                <a:cubicBezTo>
                  <a:pt x="1258081" y="110991"/>
                  <a:pt x="1248261" y="124589"/>
                  <a:pt x="1239627" y="142610"/>
                </a:cubicBezTo>
                <a:cubicBezTo>
                  <a:pt x="1231102" y="160632"/>
                  <a:pt x="1226839" y="176928"/>
                  <a:pt x="1226839" y="191496"/>
                </a:cubicBezTo>
                <a:cubicBezTo>
                  <a:pt x="1226839" y="198835"/>
                  <a:pt x="1228674" y="204662"/>
                  <a:pt x="1232343" y="208978"/>
                </a:cubicBezTo>
                <a:cubicBezTo>
                  <a:pt x="1236012" y="213187"/>
                  <a:pt x="1240221" y="215292"/>
                  <a:pt x="1244969" y="215292"/>
                </a:cubicBezTo>
                <a:cubicBezTo>
                  <a:pt x="1256732" y="215292"/>
                  <a:pt x="1269520" y="206605"/>
                  <a:pt x="1283333" y="189230"/>
                </a:cubicBezTo>
                <a:cubicBezTo>
                  <a:pt x="1301786" y="166136"/>
                  <a:pt x="1311013" y="142449"/>
                  <a:pt x="1311013" y="118168"/>
                </a:cubicBezTo>
                <a:cubicBezTo>
                  <a:pt x="1311013" y="108995"/>
                  <a:pt x="1309233" y="102358"/>
                  <a:pt x="1305671" y="98257"/>
                </a:cubicBezTo>
                <a:cubicBezTo>
                  <a:pt x="1302111" y="94156"/>
                  <a:pt x="1297254" y="92106"/>
                  <a:pt x="1291103" y="92106"/>
                </a:cubicBezTo>
                <a:moveTo>
                  <a:pt x="1457509" y="0"/>
                </a:moveTo>
                <a:lnTo>
                  <a:pt x="1402148" y="192629"/>
                </a:lnTo>
                <a:cubicBezTo>
                  <a:pt x="1399450" y="202234"/>
                  <a:pt x="1398101" y="208115"/>
                  <a:pt x="1398101" y="210274"/>
                </a:cubicBezTo>
                <a:cubicBezTo>
                  <a:pt x="1398101" y="211892"/>
                  <a:pt x="1398587" y="213241"/>
                  <a:pt x="1399558" y="214321"/>
                </a:cubicBezTo>
                <a:cubicBezTo>
                  <a:pt x="1400637" y="215400"/>
                  <a:pt x="1401933" y="215939"/>
                  <a:pt x="1403443" y="215939"/>
                </a:cubicBezTo>
                <a:cubicBezTo>
                  <a:pt x="1405494" y="215939"/>
                  <a:pt x="1407706" y="215022"/>
                  <a:pt x="1410080" y="213187"/>
                </a:cubicBezTo>
                <a:cubicBezTo>
                  <a:pt x="1415692" y="208763"/>
                  <a:pt x="1421573" y="201910"/>
                  <a:pt x="1427724" y="192629"/>
                </a:cubicBezTo>
                <a:lnTo>
                  <a:pt x="1432580" y="197647"/>
                </a:lnTo>
                <a:cubicBezTo>
                  <a:pt x="1422329" y="212108"/>
                  <a:pt x="1412886" y="222198"/>
                  <a:pt x="1404253" y="227918"/>
                </a:cubicBezTo>
                <a:cubicBezTo>
                  <a:pt x="1397886" y="232019"/>
                  <a:pt x="1391842" y="234069"/>
                  <a:pt x="1386123" y="234069"/>
                </a:cubicBezTo>
                <a:cubicBezTo>
                  <a:pt x="1382022" y="234069"/>
                  <a:pt x="1378569" y="232666"/>
                  <a:pt x="1375763" y="229860"/>
                </a:cubicBezTo>
                <a:cubicBezTo>
                  <a:pt x="1373065" y="227054"/>
                  <a:pt x="1371716" y="223817"/>
                  <a:pt x="1371716" y="220148"/>
                </a:cubicBezTo>
                <a:cubicBezTo>
                  <a:pt x="1371716" y="216263"/>
                  <a:pt x="1373443" y="208277"/>
                  <a:pt x="1376896" y="196191"/>
                </a:cubicBezTo>
                <a:lnTo>
                  <a:pt x="1420764" y="44353"/>
                </a:lnTo>
                <a:cubicBezTo>
                  <a:pt x="1424325" y="31943"/>
                  <a:pt x="1426105" y="24821"/>
                  <a:pt x="1426105" y="22986"/>
                </a:cubicBezTo>
                <a:cubicBezTo>
                  <a:pt x="1426105" y="20396"/>
                  <a:pt x="1425080" y="18292"/>
                  <a:pt x="1423030" y="16673"/>
                </a:cubicBezTo>
                <a:cubicBezTo>
                  <a:pt x="1420980" y="14946"/>
                  <a:pt x="1417796" y="14083"/>
                  <a:pt x="1413479" y="14083"/>
                </a:cubicBezTo>
                <a:cubicBezTo>
                  <a:pt x="1410997" y="14083"/>
                  <a:pt x="1407220" y="14461"/>
                  <a:pt x="1402148" y="15216"/>
                </a:cubicBezTo>
                <a:lnTo>
                  <a:pt x="1402148" y="9227"/>
                </a:lnTo>
                <a:lnTo>
                  <a:pt x="1457509" y="0"/>
                </a:lnTo>
                <a:moveTo>
                  <a:pt x="1549777" y="0"/>
                </a:moveTo>
                <a:lnTo>
                  <a:pt x="1494416" y="192629"/>
                </a:lnTo>
                <a:cubicBezTo>
                  <a:pt x="1491718" y="202234"/>
                  <a:pt x="1490370" y="208115"/>
                  <a:pt x="1490370" y="210274"/>
                </a:cubicBezTo>
                <a:cubicBezTo>
                  <a:pt x="1490370" y="211892"/>
                  <a:pt x="1490854" y="213241"/>
                  <a:pt x="1491826" y="214321"/>
                </a:cubicBezTo>
                <a:cubicBezTo>
                  <a:pt x="1492905" y="215400"/>
                  <a:pt x="1494200" y="215939"/>
                  <a:pt x="1495711" y="215939"/>
                </a:cubicBezTo>
                <a:cubicBezTo>
                  <a:pt x="1497761" y="215939"/>
                  <a:pt x="1499974" y="215022"/>
                  <a:pt x="1502348" y="213187"/>
                </a:cubicBezTo>
                <a:cubicBezTo>
                  <a:pt x="1507959" y="208763"/>
                  <a:pt x="1513841" y="201910"/>
                  <a:pt x="1519992" y="192629"/>
                </a:cubicBezTo>
                <a:lnTo>
                  <a:pt x="1524848" y="197647"/>
                </a:lnTo>
                <a:cubicBezTo>
                  <a:pt x="1514597" y="212108"/>
                  <a:pt x="1505154" y="222198"/>
                  <a:pt x="1496520" y="227918"/>
                </a:cubicBezTo>
                <a:cubicBezTo>
                  <a:pt x="1490153" y="232019"/>
                  <a:pt x="1484110" y="234069"/>
                  <a:pt x="1478390" y="234069"/>
                </a:cubicBezTo>
                <a:cubicBezTo>
                  <a:pt x="1474290" y="234069"/>
                  <a:pt x="1470836" y="232666"/>
                  <a:pt x="1468031" y="229860"/>
                </a:cubicBezTo>
                <a:cubicBezTo>
                  <a:pt x="1465333" y="227054"/>
                  <a:pt x="1463984" y="223817"/>
                  <a:pt x="1463984" y="220148"/>
                </a:cubicBezTo>
                <a:cubicBezTo>
                  <a:pt x="1463984" y="216263"/>
                  <a:pt x="1465711" y="208277"/>
                  <a:pt x="1469164" y="196191"/>
                </a:cubicBezTo>
                <a:lnTo>
                  <a:pt x="1513032" y="44353"/>
                </a:lnTo>
                <a:cubicBezTo>
                  <a:pt x="1516593" y="31943"/>
                  <a:pt x="1518373" y="24821"/>
                  <a:pt x="1518373" y="22986"/>
                </a:cubicBezTo>
                <a:cubicBezTo>
                  <a:pt x="1518373" y="20396"/>
                  <a:pt x="1517348" y="18292"/>
                  <a:pt x="1515298" y="16673"/>
                </a:cubicBezTo>
                <a:cubicBezTo>
                  <a:pt x="1513247" y="14946"/>
                  <a:pt x="1510064" y="14083"/>
                  <a:pt x="1505747" y="14083"/>
                </a:cubicBezTo>
                <a:cubicBezTo>
                  <a:pt x="1503265" y="14083"/>
                  <a:pt x="1499488" y="14461"/>
                  <a:pt x="1494416" y="15216"/>
                </a:cubicBezTo>
                <a:lnTo>
                  <a:pt x="1494416" y="9227"/>
                </a:lnTo>
                <a:lnTo>
                  <a:pt x="1549777" y="0"/>
                </a:lnTo>
                <a:moveTo>
                  <a:pt x="1596396" y="83688"/>
                </a:moveTo>
                <a:cubicBezTo>
                  <a:pt x="1600065" y="89948"/>
                  <a:pt x="1602601" y="95829"/>
                  <a:pt x="1604005" y="101333"/>
                </a:cubicBezTo>
                <a:cubicBezTo>
                  <a:pt x="1605407" y="106729"/>
                  <a:pt x="1606810" y="117412"/>
                  <a:pt x="1608213" y="133384"/>
                </a:cubicBezTo>
                <a:lnTo>
                  <a:pt x="1615336" y="213025"/>
                </a:lnTo>
                <a:cubicBezTo>
                  <a:pt x="1621810" y="205256"/>
                  <a:pt x="1631199" y="192953"/>
                  <a:pt x="1643502" y="176118"/>
                </a:cubicBezTo>
                <a:cubicBezTo>
                  <a:pt x="1649437" y="167917"/>
                  <a:pt x="1656775" y="156747"/>
                  <a:pt x="1665516" y="142610"/>
                </a:cubicBezTo>
                <a:cubicBezTo>
                  <a:pt x="1670804" y="133977"/>
                  <a:pt x="1674042" y="127934"/>
                  <a:pt x="1675229" y="124481"/>
                </a:cubicBezTo>
                <a:cubicBezTo>
                  <a:pt x="1675876" y="122754"/>
                  <a:pt x="1676200" y="120973"/>
                  <a:pt x="1676200" y="119139"/>
                </a:cubicBezTo>
                <a:cubicBezTo>
                  <a:pt x="1676200" y="117952"/>
                  <a:pt x="1675822" y="116981"/>
                  <a:pt x="1675067" y="116225"/>
                </a:cubicBezTo>
                <a:cubicBezTo>
                  <a:pt x="1674311" y="115470"/>
                  <a:pt x="1672315" y="114607"/>
                  <a:pt x="1669078" y="113635"/>
                </a:cubicBezTo>
                <a:cubicBezTo>
                  <a:pt x="1665948" y="112556"/>
                  <a:pt x="1663304" y="110668"/>
                  <a:pt x="1661146" y="107970"/>
                </a:cubicBezTo>
                <a:cubicBezTo>
                  <a:pt x="1659095" y="105164"/>
                  <a:pt x="1658070" y="101980"/>
                  <a:pt x="1658070" y="98419"/>
                </a:cubicBezTo>
                <a:cubicBezTo>
                  <a:pt x="1658070" y="93994"/>
                  <a:pt x="1659365" y="90433"/>
                  <a:pt x="1661955" y="87735"/>
                </a:cubicBezTo>
                <a:cubicBezTo>
                  <a:pt x="1664545" y="85037"/>
                  <a:pt x="1667782" y="83688"/>
                  <a:pt x="1671667" y="83688"/>
                </a:cubicBezTo>
                <a:cubicBezTo>
                  <a:pt x="1676416" y="83688"/>
                  <a:pt x="1680462" y="85685"/>
                  <a:pt x="1683808" y="89678"/>
                </a:cubicBezTo>
                <a:cubicBezTo>
                  <a:pt x="1687153" y="93563"/>
                  <a:pt x="1688826" y="98959"/>
                  <a:pt x="1688826" y="105865"/>
                </a:cubicBezTo>
                <a:cubicBezTo>
                  <a:pt x="1688826" y="114391"/>
                  <a:pt x="1685912" y="124157"/>
                  <a:pt x="1680085" y="135164"/>
                </a:cubicBezTo>
                <a:cubicBezTo>
                  <a:pt x="1674258" y="146064"/>
                  <a:pt x="1663034" y="162845"/>
                  <a:pt x="1646415" y="185507"/>
                </a:cubicBezTo>
                <a:cubicBezTo>
                  <a:pt x="1629797" y="208169"/>
                  <a:pt x="1609670" y="232882"/>
                  <a:pt x="1586036" y="259645"/>
                </a:cubicBezTo>
                <a:cubicBezTo>
                  <a:pt x="1569741" y="278099"/>
                  <a:pt x="1557655" y="289700"/>
                  <a:pt x="1549777" y="294448"/>
                </a:cubicBezTo>
                <a:cubicBezTo>
                  <a:pt x="1541899" y="299304"/>
                  <a:pt x="1535154" y="301732"/>
                  <a:pt x="1529542" y="301732"/>
                </a:cubicBezTo>
                <a:cubicBezTo>
                  <a:pt x="1526197" y="301732"/>
                  <a:pt x="1523284" y="300437"/>
                  <a:pt x="1520801" y="297847"/>
                </a:cubicBezTo>
                <a:cubicBezTo>
                  <a:pt x="1518211" y="295365"/>
                  <a:pt x="1516917" y="292451"/>
                  <a:pt x="1516917" y="289106"/>
                </a:cubicBezTo>
                <a:cubicBezTo>
                  <a:pt x="1516917" y="284897"/>
                  <a:pt x="1518697" y="281066"/>
                  <a:pt x="1522258" y="277613"/>
                </a:cubicBezTo>
                <a:cubicBezTo>
                  <a:pt x="1525711" y="274160"/>
                  <a:pt x="1529488" y="272433"/>
                  <a:pt x="1533589" y="272433"/>
                </a:cubicBezTo>
                <a:cubicBezTo>
                  <a:pt x="1535748" y="272433"/>
                  <a:pt x="1537528" y="272919"/>
                  <a:pt x="1538931" y="273890"/>
                </a:cubicBezTo>
                <a:cubicBezTo>
                  <a:pt x="1539795" y="274430"/>
                  <a:pt x="1540766" y="275940"/>
                  <a:pt x="1541845" y="278422"/>
                </a:cubicBezTo>
                <a:cubicBezTo>
                  <a:pt x="1542816" y="281012"/>
                  <a:pt x="1543733" y="282739"/>
                  <a:pt x="1544597" y="283602"/>
                </a:cubicBezTo>
                <a:cubicBezTo>
                  <a:pt x="1545136" y="284142"/>
                  <a:pt x="1545784" y="284412"/>
                  <a:pt x="1546539" y="284412"/>
                </a:cubicBezTo>
                <a:cubicBezTo>
                  <a:pt x="1547187" y="284412"/>
                  <a:pt x="1548320" y="283872"/>
                  <a:pt x="1549938" y="282793"/>
                </a:cubicBezTo>
                <a:cubicBezTo>
                  <a:pt x="1555874" y="279124"/>
                  <a:pt x="1562780" y="273296"/>
                  <a:pt x="1570658" y="265311"/>
                </a:cubicBezTo>
                <a:cubicBezTo>
                  <a:pt x="1581018" y="254735"/>
                  <a:pt x="1588680" y="246102"/>
                  <a:pt x="1593645" y="239411"/>
                </a:cubicBezTo>
                <a:lnTo>
                  <a:pt x="1584580" y="136783"/>
                </a:lnTo>
                <a:cubicBezTo>
                  <a:pt x="1583069" y="119840"/>
                  <a:pt x="1580803" y="109534"/>
                  <a:pt x="1577781" y="105865"/>
                </a:cubicBezTo>
                <a:cubicBezTo>
                  <a:pt x="1574759" y="102196"/>
                  <a:pt x="1569687" y="100362"/>
                  <a:pt x="1562565" y="100362"/>
                </a:cubicBezTo>
                <a:cubicBezTo>
                  <a:pt x="1560298" y="100362"/>
                  <a:pt x="1556252" y="100685"/>
                  <a:pt x="1550424" y="101333"/>
                </a:cubicBezTo>
                <a:lnTo>
                  <a:pt x="1548967" y="95343"/>
                </a:lnTo>
                <a:lnTo>
                  <a:pt x="1596396" y="83688"/>
                </a:lnTo>
                <a:moveTo>
                  <a:pt x="1901690" y="194896"/>
                </a:moveTo>
                <a:cubicBezTo>
                  <a:pt x="1890466" y="208385"/>
                  <a:pt x="1879135" y="218313"/>
                  <a:pt x="1867697" y="224680"/>
                </a:cubicBezTo>
                <a:cubicBezTo>
                  <a:pt x="1856257" y="230940"/>
                  <a:pt x="1844171" y="234069"/>
                  <a:pt x="1831436" y="234069"/>
                </a:cubicBezTo>
                <a:cubicBezTo>
                  <a:pt x="1816113" y="234069"/>
                  <a:pt x="1804134" y="229752"/>
                  <a:pt x="1795500" y="221119"/>
                </a:cubicBezTo>
                <a:cubicBezTo>
                  <a:pt x="1786975" y="212486"/>
                  <a:pt x="1782713" y="200885"/>
                  <a:pt x="1782713" y="186316"/>
                </a:cubicBezTo>
                <a:cubicBezTo>
                  <a:pt x="1782713" y="169805"/>
                  <a:pt x="1787299" y="153564"/>
                  <a:pt x="1796472" y="137593"/>
                </a:cubicBezTo>
                <a:cubicBezTo>
                  <a:pt x="1805753" y="121621"/>
                  <a:pt x="1818163" y="108671"/>
                  <a:pt x="1833703" y="98743"/>
                </a:cubicBezTo>
                <a:cubicBezTo>
                  <a:pt x="1849350" y="88707"/>
                  <a:pt x="1864675" y="83688"/>
                  <a:pt x="1879675" y="83688"/>
                </a:cubicBezTo>
                <a:cubicBezTo>
                  <a:pt x="1891437" y="83688"/>
                  <a:pt x="1900233" y="86171"/>
                  <a:pt x="1906060" y="91135"/>
                </a:cubicBezTo>
                <a:cubicBezTo>
                  <a:pt x="1911888" y="95991"/>
                  <a:pt x="1914802" y="101980"/>
                  <a:pt x="1914802" y="109103"/>
                </a:cubicBezTo>
                <a:cubicBezTo>
                  <a:pt x="1914802" y="115793"/>
                  <a:pt x="1912751" y="121513"/>
                  <a:pt x="1908651" y="126261"/>
                </a:cubicBezTo>
                <a:cubicBezTo>
                  <a:pt x="1905629" y="129930"/>
                  <a:pt x="1901906" y="131765"/>
                  <a:pt x="1897481" y="131765"/>
                </a:cubicBezTo>
                <a:cubicBezTo>
                  <a:pt x="1894135" y="131765"/>
                  <a:pt x="1891330" y="130686"/>
                  <a:pt x="1889064" y="128528"/>
                </a:cubicBezTo>
                <a:cubicBezTo>
                  <a:pt x="1886905" y="126369"/>
                  <a:pt x="1885826" y="123671"/>
                  <a:pt x="1885826" y="120434"/>
                </a:cubicBezTo>
                <a:cubicBezTo>
                  <a:pt x="1885826" y="118383"/>
                  <a:pt x="1886204" y="116495"/>
                  <a:pt x="1886959" y="114768"/>
                </a:cubicBezTo>
                <a:cubicBezTo>
                  <a:pt x="1887823" y="113042"/>
                  <a:pt x="1889495" y="110991"/>
                  <a:pt x="1891977" y="108617"/>
                </a:cubicBezTo>
                <a:cubicBezTo>
                  <a:pt x="1894567" y="106135"/>
                  <a:pt x="1896132" y="104354"/>
                  <a:pt x="1896671" y="103275"/>
                </a:cubicBezTo>
                <a:cubicBezTo>
                  <a:pt x="1897211" y="102196"/>
                  <a:pt x="1897481" y="101063"/>
                  <a:pt x="1897481" y="99876"/>
                </a:cubicBezTo>
                <a:cubicBezTo>
                  <a:pt x="1897481" y="97610"/>
                  <a:pt x="1896456" y="95721"/>
                  <a:pt x="1894405" y="94210"/>
                </a:cubicBezTo>
                <a:cubicBezTo>
                  <a:pt x="1891276" y="92052"/>
                  <a:pt x="1886851" y="90973"/>
                  <a:pt x="1881132" y="90973"/>
                </a:cubicBezTo>
                <a:cubicBezTo>
                  <a:pt x="1870556" y="90973"/>
                  <a:pt x="1860088" y="94696"/>
                  <a:pt x="1849728" y="102142"/>
                </a:cubicBezTo>
                <a:cubicBezTo>
                  <a:pt x="1839368" y="109588"/>
                  <a:pt x="1830519" y="120164"/>
                  <a:pt x="1823181" y="133869"/>
                </a:cubicBezTo>
                <a:cubicBezTo>
                  <a:pt x="1814332" y="150488"/>
                  <a:pt x="1809907" y="167107"/>
                  <a:pt x="1809907" y="183726"/>
                </a:cubicBezTo>
                <a:cubicBezTo>
                  <a:pt x="1809907" y="194734"/>
                  <a:pt x="1813037" y="203475"/>
                  <a:pt x="1819296" y="209950"/>
                </a:cubicBezTo>
                <a:cubicBezTo>
                  <a:pt x="1825555" y="216317"/>
                  <a:pt x="1834081" y="219501"/>
                  <a:pt x="1844872" y="219501"/>
                </a:cubicBezTo>
                <a:cubicBezTo>
                  <a:pt x="1853181" y="219501"/>
                  <a:pt x="1861383" y="217450"/>
                  <a:pt x="1869477" y="213349"/>
                </a:cubicBezTo>
                <a:cubicBezTo>
                  <a:pt x="1877679" y="209141"/>
                  <a:pt x="1886851" y="201586"/>
                  <a:pt x="1896995" y="190687"/>
                </a:cubicBezTo>
                <a:lnTo>
                  <a:pt x="1901690" y="194896"/>
                </a:lnTo>
                <a:moveTo>
                  <a:pt x="2019533" y="0"/>
                </a:moveTo>
                <a:lnTo>
                  <a:pt x="1964173" y="192629"/>
                </a:lnTo>
                <a:cubicBezTo>
                  <a:pt x="1961475" y="202234"/>
                  <a:pt x="1960126" y="208115"/>
                  <a:pt x="1960126" y="210274"/>
                </a:cubicBezTo>
                <a:cubicBezTo>
                  <a:pt x="1960126" y="211892"/>
                  <a:pt x="1960612" y="213241"/>
                  <a:pt x="1961583" y="214321"/>
                </a:cubicBezTo>
                <a:cubicBezTo>
                  <a:pt x="1962662" y="215400"/>
                  <a:pt x="1963957" y="215939"/>
                  <a:pt x="1965468" y="215939"/>
                </a:cubicBezTo>
                <a:cubicBezTo>
                  <a:pt x="1967518" y="215939"/>
                  <a:pt x="1969730" y="215022"/>
                  <a:pt x="1972105" y="213187"/>
                </a:cubicBezTo>
                <a:cubicBezTo>
                  <a:pt x="1977717" y="208763"/>
                  <a:pt x="1983598" y="201910"/>
                  <a:pt x="1989749" y="192629"/>
                </a:cubicBezTo>
                <a:lnTo>
                  <a:pt x="1994605" y="197647"/>
                </a:lnTo>
                <a:cubicBezTo>
                  <a:pt x="1984353" y="212108"/>
                  <a:pt x="1974910" y="222198"/>
                  <a:pt x="1966277" y="227918"/>
                </a:cubicBezTo>
                <a:cubicBezTo>
                  <a:pt x="1959910" y="232019"/>
                  <a:pt x="1953867" y="234069"/>
                  <a:pt x="1948147" y="234069"/>
                </a:cubicBezTo>
                <a:cubicBezTo>
                  <a:pt x="1944047" y="234069"/>
                  <a:pt x="1940593" y="232666"/>
                  <a:pt x="1937787" y="229860"/>
                </a:cubicBezTo>
                <a:cubicBezTo>
                  <a:pt x="1935089" y="227054"/>
                  <a:pt x="1933740" y="223817"/>
                  <a:pt x="1933740" y="220148"/>
                </a:cubicBezTo>
                <a:cubicBezTo>
                  <a:pt x="1933740" y="216263"/>
                  <a:pt x="1935467" y="208277"/>
                  <a:pt x="1938920" y="196191"/>
                </a:cubicBezTo>
                <a:lnTo>
                  <a:pt x="1982788" y="44353"/>
                </a:lnTo>
                <a:cubicBezTo>
                  <a:pt x="1986350" y="31943"/>
                  <a:pt x="1988130" y="24821"/>
                  <a:pt x="1988130" y="22986"/>
                </a:cubicBezTo>
                <a:cubicBezTo>
                  <a:pt x="1988130" y="20396"/>
                  <a:pt x="1987105" y="18292"/>
                  <a:pt x="1985055" y="16673"/>
                </a:cubicBezTo>
                <a:cubicBezTo>
                  <a:pt x="1983004" y="14946"/>
                  <a:pt x="1979821" y="14083"/>
                  <a:pt x="1975504" y="14083"/>
                </a:cubicBezTo>
                <a:cubicBezTo>
                  <a:pt x="1973022" y="14083"/>
                  <a:pt x="1969245" y="14461"/>
                  <a:pt x="1964173" y="15216"/>
                </a:cubicBezTo>
                <a:lnTo>
                  <a:pt x="1964173" y="9227"/>
                </a:lnTo>
                <a:lnTo>
                  <a:pt x="2019533" y="0"/>
                </a:lnTo>
                <a:moveTo>
                  <a:pt x="2166515" y="134355"/>
                </a:moveTo>
                <a:cubicBezTo>
                  <a:pt x="2166515" y="150542"/>
                  <a:pt x="2162198" y="166568"/>
                  <a:pt x="2153565" y="182431"/>
                </a:cubicBezTo>
                <a:cubicBezTo>
                  <a:pt x="2145040" y="198295"/>
                  <a:pt x="2133115" y="210867"/>
                  <a:pt x="2117791" y="220148"/>
                </a:cubicBezTo>
                <a:cubicBezTo>
                  <a:pt x="2102467" y="229429"/>
                  <a:pt x="2087574" y="234069"/>
                  <a:pt x="2073114" y="234069"/>
                </a:cubicBezTo>
                <a:cubicBezTo>
                  <a:pt x="2058329" y="234069"/>
                  <a:pt x="2046243" y="229375"/>
                  <a:pt x="2036854" y="219986"/>
                </a:cubicBezTo>
                <a:cubicBezTo>
                  <a:pt x="2027573" y="210489"/>
                  <a:pt x="2022933" y="198241"/>
                  <a:pt x="2022933" y="183241"/>
                </a:cubicBezTo>
                <a:cubicBezTo>
                  <a:pt x="2022933" y="167377"/>
                  <a:pt x="2027465" y="151460"/>
                  <a:pt x="2036530" y="135488"/>
                </a:cubicBezTo>
                <a:cubicBezTo>
                  <a:pt x="2045703" y="119517"/>
                  <a:pt x="2057898" y="106890"/>
                  <a:pt x="2073114" y="97610"/>
                </a:cubicBezTo>
                <a:cubicBezTo>
                  <a:pt x="2088438" y="88329"/>
                  <a:pt x="2103222" y="83688"/>
                  <a:pt x="2117467" y="83688"/>
                </a:cubicBezTo>
                <a:cubicBezTo>
                  <a:pt x="2131712" y="83688"/>
                  <a:pt x="2143421" y="88383"/>
                  <a:pt x="2152593" y="97772"/>
                </a:cubicBezTo>
                <a:cubicBezTo>
                  <a:pt x="2161874" y="107160"/>
                  <a:pt x="2166515" y="119355"/>
                  <a:pt x="2166515" y="134355"/>
                </a:cubicBezTo>
                <a:moveTo>
                  <a:pt x="2139644" y="123186"/>
                </a:moveTo>
                <a:cubicBezTo>
                  <a:pt x="2139644" y="113150"/>
                  <a:pt x="2137162" y="105488"/>
                  <a:pt x="2132197" y="100200"/>
                </a:cubicBezTo>
                <a:cubicBezTo>
                  <a:pt x="2127342" y="94804"/>
                  <a:pt x="2121028" y="92106"/>
                  <a:pt x="2113259" y="92106"/>
                </a:cubicBezTo>
                <a:cubicBezTo>
                  <a:pt x="2097395" y="92106"/>
                  <a:pt x="2082772" y="103491"/>
                  <a:pt x="2069391" y="126261"/>
                </a:cubicBezTo>
                <a:cubicBezTo>
                  <a:pt x="2056117" y="148924"/>
                  <a:pt x="2049480" y="171478"/>
                  <a:pt x="2049480" y="193925"/>
                </a:cubicBezTo>
                <a:cubicBezTo>
                  <a:pt x="2049480" y="204176"/>
                  <a:pt x="2052070" y="212108"/>
                  <a:pt x="2057250" y="217720"/>
                </a:cubicBezTo>
                <a:cubicBezTo>
                  <a:pt x="2062430" y="223223"/>
                  <a:pt x="2068959" y="225975"/>
                  <a:pt x="2076837" y="225975"/>
                </a:cubicBezTo>
                <a:cubicBezTo>
                  <a:pt x="2092053" y="225975"/>
                  <a:pt x="2106298" y="214698"/>
                  <a:pt x="2119571" y="192144"/>
                </a:cubicBezTo>
                <a:cubicBezTo>
                  <a:pt x="2132953" y="169482"/>
                  <a:pt x="2139644" y="146495"/>
                  <a:pt x="2139644" y="123186"/>
                </a:cubicBezTo>
                <a:moveTo>
                  <a:pt x="2299251" y="83688"/>
                </a:moveTo>
                <a:lnTo>
                  <a:pt x="2289377" y="133384"/>
                </a:lnTo>
                <a:lnTo>
                  <a:pt x="2283387" y="133384"/>
                </a:lnTo>
                <a:cubicBezTo>
                  <a:pt x="2282848" y="118923"/>
                  <a:pt x="2279772" y="108401"/>
                  <a:pt x="2274160" y="101819"/>
                </a:cubicBezTo>
                <a:cubicBezTo>
                  <a:pt x="2268549" y="95235"/>
                  <a:pt x="2261589" y="91944"/>
                  <a:pt x="2253279" y="91944"/>
                </a:cubicBezTo>
                <a:cubicBezTo>
                  <a:pt x="2246588" y="91944"/>
                  <a:pt x="2241246" y="93779"/>
                  <a:pt x="2237253" y="97448"/>
                </a:cubicBezTo>
                <a:cubicBezTo>
                  <a:pt x="2233368" y="101117"/>
                  <a:pt x="2231426" y="105542"/>
                  <a:pt x="2231426" y="110721"/>
                </a:cubicBezTo>
                <a:cubicBezTo>
                  <a:pt x="2231426" y="114283"/>
                  <a:pt x="2232181" y="117682"/>
                  <a:pt x="2233692" y="120919"/>
                </a:cubicBezTo>
                <a:cubicBezTo>
                  <a:pt x="2235311" y="124157"/>
                  <a:pt x="2238764" y="128689"/>
                  <a:pt x="2244052" y="134517"/>
                </a:cubicBezTo>
                <a:cubicBezTo>
                  <a:pt x="2258081" y="149841"/>
                  <a:pt x="2267146" y="161388"/>
                  <a:pt x="2271247" y="169158"/>
                </a:cubicBezTo>
                <a:cubicBezTo>
                  <a:pt x="2275348" y="176928"/>
                  <a:pt x="2277398" y="184266"/>
                  <a:pt x="2277398" y="191172"/>
                </a:cubicBezTo>
                <a:cubicBezTo>
                  <a:pt x="2277398" y="202396"/>
                  <a:pt x="2272704" y="212378"/>
                  <a:pt x="2263315" y="221119"/>
                </a:cubicBezTo>
                <a:cubicBezTo>
                  <a:pt x="2254034" y="229752"/>
                  <a:pt x="2242271" y="234069"/>
                  <a:pt x="2228027" y="234069"/>
                </a:cubicBezTo>
                <a:cubicBezTo>
                  <a:pt x="2220257" y="234069"/>
                  <a:pt x="2211300" y="232234"/>
                  <a:pt x="2201156" y="228565"/>
                </a:cubicBezTo>
                <a:cubicBezTo>
                  <a:pt x="2197594" y="227270"/>
                  <a:pt x="2194843" y="226623"/>
                  <a:pt x="2192900" y="226623"/>
                </a:cubicBezTo>
                <a:cubicBezTo>
                  <a:pt x="2188044" y="226623"/>
                  <a:pt x="2184375" y="229105"/>
                  <a:pt x="2181893" y="234069"/>
                </a:cubicBezTo>
                <a:lnTo>
                  <a:pt x="2175903" y="234069"/>
                </a:lnTo>
                <a:lnTo>
                  <a:pt x="2185778" y="181622"/>
                </a:lnTo>
                <a:lnTo>
                  <a:pt x="2191767" y="181622"/>
                </a:lnTo>
                <a:cubicBezTo>
                  <a:pt x="2192414" y="198025"/>
                  <a:pt x="2195814" y="209626"/>
                  <a:pt x="2201965" y="216425"/>
                </a:cubicBezTo>
                <a:cubicBezTo>
                  <a:pt x="2208116" y="223223"/>
                  <a:pt x="2216534" y="226623"/>
                  <a:pt x="2227217" y="226623"/>
                </a:cubicBezTo>
                <a:cubicBezTo>
                  <a:pt x="2235419" y="226623"/>
                  <a:pt x="2241894" y="224356"/>
                  <a:pt x="2246642" y="219824"/>
                </a:cubicBezTo>
                <a:cubicBezTo>
                  <a:pt x="2251498" y="215184"/>
                  <a:pt x="2253926" y="209518"/>
                  <a:pt x="2253926" y="202827"/>
                </a:cubicBezTo>
                <a:cubicBezTo>
                  <a:pt x="2253926" y="198511"/>
                  <a:pt x="2253063" y="194518"/>
                  <a:pt x="2251336" y="190849"/>
                </a:cubicBezTo>
                <a:cubicBezTo>
                  <a:pt x="2248315" y="184374"/>
                  <a:pt x="2241948" y="175417"/>
                  <a:pt x="2232235" y="163978"/>
                </a:cubicBezTo>
                <a:cubicBezTo>
                  <a:pt x="2222631" y="152539"/>
                  <a:pt x="2216426" y="143959"/>
                  <a:pt x="2213620" y="138240"/>
                </a:cubicBezTo>
                <a:cubicBezTo>
                  <a:pt x="2210922" y="132520"/>
                  <a:pt x="2209573" y="126801"/>
                  <a:pt x="2209573" y="121081"/>
                </a:cubicBezTo>
                <a:cubicBezTo>
                  <a:pt x="2209573" y="110613"/>
                  <a:pt x="2213350" y="101764"/>
                  <a:pt x="2220904" y="94534"/>
                </a:cubicBezTo>
                <a:cubicBezTo>
                  <a:pt x="2228566" y="87304"/>
                  <a:pt x="2238386" y="83688"/>
                  <a:pt x="2250365" y="83688"/>
                </a:cubicBezTo>
                <a:cubicBezTo>
                  <a:pt x="2253819" y="83688"/>
                  <a:pt x="2256948" y="83958"/>
                  <a:pt x="2259754" y="84498"/>
                </a:cubicBezTo>
                <a:cubicBezTo>
                  <a:pt x="2261264" y="84822"/>
                  <a:pt x="2264772" y="86063"/>
                  <a:pt x="2270275" y="88221"/>
                </a:cubicBezTo>
                <a:cubicBezTo>
                  <a:pt x="2275887" y="90272"/>
                  <a:pt x="2279611" y="91297"/>
                  <a:pt x="2281445" y="91297"/>
                </a:cubicBezTo>
                <a:cubicBezTo>
                  <a:pt x="2286085" y="91297"/>
                  <a:pt x="2289970" y="88761"/>
                  <a:pt x="2293100" y="83688"/>
                </a:cubicBezTo>
                <a:lnTo>
                  <a:pt x="2299251" y="83688"/>
                </a:lnTo>
                <a:moveTo>
                  <a:pt x="2347651" y="169158"/>
                </a:moveTo>
                <a:cubicBezTo>
                  <a:pt x="2346896" y="174553"/>
                  <a:pt x="2346518" y="179032"/>
                  <a:pt x="2346518" y="182593"/>
                </a:cubicBezTo>
                <a:cubicBezTo>
                  <a:pt x="2346518" y="192198"/>
                  <a:pt x="2349917" y="200399"/>
                  <a:pt x="2356716" y="207198"/>
                </a:cubicBezTo>
                <a:cubicBezTo>
                  <a:pt x="2363515" y="213889"/>
                  <a:pt x="2371771" y="217234"/>
                  <a:pt x="2381483" y="217234"/>
                </a:cubicBezTo>
                <a:cubicBezTo>
                  <a:pt x="2389253" y="217234"/>
                  <a:pt x="2396699" y="215670"/>
                  <a:pt x="2403821" y="212540"/>
                </a:cubicBezTo>
                <a:cubicBezTo>
                  <a:pt x="2411051" y="209302"/>
                  <a:pt x="2421736" y="202234"/>
                  <a:pt x="2435872" y="191335"/>
                </a:cubicBezTo>
                <a:lnTo>
                  <a:pt x="2439272" y="196029"/>
                </a:lnTo>
                <a:cubicBezTo>
                  <a:pt x="2413696" y="221389"/>
                  <a:pt x="2389307" y="234069"/>
                  <a:pt x="2366105" y="234069"/>
                </a:cubicBezTo>
                <a:cubicBezTo>
                  <a:pt x="2350349" y="234069"/>
                  <a:pt x="2338478" y="229105"/>
                  <a:pt x="2330492" y="219177"/>
                </a:cubicBezTo>
                <a:cubicBezTo>
                  <a:pt x="2322507" y="209248"/>
                  <a:pt x="2318514" y="198295"/>
                  <a:pt x="2318514" y="186316"/>
                </a:cubicBezTo>
                <a:cubicBezTo>
                  <a:pt x="2318514" y="170237"/>
                  <a:pt x="2323478" y="153780"/>
                  <a:pt x="2333406" y="136945"/>
                </a:cubicBezTo>
                <a:cubicBezTo>
                  <a:pt x="2343335" y="120110"/>
                  <a:pt x="2355799" y="107052"/>
                  <a:pt x="2370799" y="97772"/>
                </a:cubicBezTo>
                <a:cubicBezTo>
                  <a:pt x="2385800" y="88383"/>
                  <a:pt x="2401231" y="83688"/>
                  <a:pt x="2417095" y="83688"/>
                </a:cubicBezTo>
                <a:cubicBezTo>
                  <a:pt x="2428534" y="83688"/>
                  <a:pt x="2437005" y="86009"/>
                  <a:pt x="2442509" y="90649"/>
                </a:cubicBezTo>
                <a:cubicBezTo>
                  <a:pt x="2448012" y="95290"/>
                  <a:pt x="2450765" y="100793"/>
                  <a:pt x="2450765" y="107160"/>
                </a:cubicBezTo>
                <a:cubicBezTo>
                  <a:pt x="2450765" y="116117"/>
                  <a:pt x="2447203" y="124697"/>
                  <a:pt x="2440081" y="132898"/>
                </a:cubicBezTo>
                <a:cubicBezTo>
                  <a:pt x="2430692" y="143582"/>
                  <a:pt x="2416879" y="152215"/>
                  <a:pt x="2398642" y="158798"/>
                </a:cubicBezTo>
                <a:cubicBezTo>
                  <a:pt x="2386555" y="163222"/>
                  <a:pt x="2369558" y="166676"/>
                  <a:pt x="2347651" y="169158"/>
                </a:cubicBezTo>
                <a:moveTo>
                  <a:pt x="2348784" y="161226"/>
                </a:moveTo>
                <a:cubicBezTo>
                  <a:pt x="2364756" y="159391"/>
                  <a:pt x="2377760" y="156262"/>
                  <a:pt x="2387796" y="151837"/>
                </a:cubicBezTo>
                <a:cubicBezTo>
                  <a:pt x="2401069" y="145902"/>
                  <a:pt x="2410998" y="138834"/>
                  <a:pt x="2417580" y="130632"/>
                </a:cubicBezTo>
                <a:cubicBezTo>
                  <a:pt x="2424271" y="122322"/>
                  <a:pt x="2427616" y="114444"/>
                  <a:pt x="2427616" y="106998"/>
                </a:cubicBezTo>
                <a:cubicBezTo>
                  <a:pt x="2427616" y="102466"/>
                  <a:pt x="2426160" y="98797"/>
                  <a:pt x="2423246" y="95991"/>
                </a:cubicBezTo>
                <a:cubicBezTo>
                  <a:pt x="2420440" y="93185"/>
                  <a:pt x="2416394" y="91782"/>
                  <a:pt x="2411106" y="91782"/>
                </a:cubicBezTo>
                <a:cubicBezTo>
                  <a:pt x="2400098" y="91782"/>
                  <a:pt x="2388389" y="97664"/>
                  <a:pt x="2375979" y="109426"/>
                </a:cubicBezTo>
                <a:cubicBezTo>
                  <a:pt x="2363677" y="121081"/>
                  <a:pt x="2354612" y="138348"/>
                  <a:pt x="2348784" y="161226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" name="path-199">
            <a:extLst xmlns:a="http://schemas.openxmlformats.org/drawingml/2006/main">
              <a:ext uri="{FF2B5EF4-FFF2-40B4-BE49-F238E27FC236}">
                <a16:creationId xmlns:a16="http://schemas.microsoft.com/office/drawing/2014/main" id="{4443B747-4ECB-441D-8847-B832D6AB7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8320" y="1277589"/>
            <a:ext cx="1365348" cy="694827"/>
          </a:xfrm>
          <a:custGeom xmlns:a="http://schemas.openxmlformats.org/drawingml/2006/main">
            <a:pathLst>
              <a:path w="1166946" h="593860">
                <a:moveTo>
                  <a:pt x="129013" y="10684"/>
                </a:moveTo>
                <a:lnTo>
                  <a:pt x="188582" y="10684"/>
                </a:lnTo>
                <a:lnTo>
                  <a:pt x="322776" y="175309"/>
                </a:lnTo>
                <a:lnTo>
                  <a:pt x="322776" y="48724"/>
                </a:lnTo>
                <a:cubicBezTo>
                  <a:pt x="322776" y="35234"/>
                  <a:pt x="321265" y="26817"/>
                  <a:pt x="318243" y="23472"/>
                </a:cubicBezTo>
                <a:cubicBezTo>
                  <a:pt x="314250" y="18939"/>
                  <a:pt x="307937" y="16673"/>
                  <a:pt x="299304" y="16673"/>
                </a:cubicBezTo>
                <a:lnTo>
                  <a:pt x="291696" y="16673"/>
                </a:lnTo>
                <a:lnTo>
                  <a:pt x="291696" y="10684"/>
                </a:lnTo>
                <a:lnTo>
                  <a:pt x="368100" y="10684"/>
                </a:lnTo>
                <a:lnTo>
                  <a:pt x="368100" y="16673"/>
                </a:lnTo>
                <a:lnTo>
                  <a:pt x="360330" y="16673"/>
                </a:lnTo>
                <a:cubicBezTo>
                  <a:pt x="351050" y="16673"/>
                  <a:pt x="344467" y="19479"/>
                  <a:pt x="340581" y="25090"/>
                </a:cubicBezTo>
                <a:cubicBezTo>
                  <a:pt x="338207" y="28544"/>
                  <a:pt x="337021" y="36422"/>
                  <a:pt x="337021" y="48724"/>
                </a:cubicBezTo>
                <a:lnTo>
                  <a:pt x="337021" y="233745"/>
                </a:lnTo>
                <a:lnTo>
                  <a:pt x="331193" y="233745"/>
                </a:lnTo>
                <a:lnTo>
                  <a:pt x="186478" y="56979"/>
                </a:lnTo>
                <a:lnTo>
                  <a:pt x="186478" y="192144"/>
                </a:lnTo>
                <a:cubicBezTo>
                  <a:pt x="186478" y="205633"/>
                  <a:pt x="187935" y="214051"/>
                  <a:pt x="190849" y="217396"/>
                </a:cubicBezTo>
                <a:cubicBezTo>
                  <a:pt x="194949" y="221929"/>
                  <a:pt x="201263" y="224195"/>
                  <a:pt x="209788" y="224195"/>
                </a:cubicBezTo>
                <a:lnTo>
                  <a:pt x="217558" y="224195"/>
                </a:lnTo>
                <a:lnTo>
                  <a:pt x="217558" y="230184"/>
                </a:lnTo>
                <a:lnTo>
                  <a:pt x="141153" y="230184"/>
                </a:lnTo>
                <a:lnTo>
                  <a:pt x="141153" y="224195"/>
                </a:lnTo>
                <a:lnTo>
                  <a:pt x="148762" y="224195"/>
                </a:lnTo>
                <a:cubicBezTo>
                  <a:pt x="158150" y="224195"/>
                  <a:pt x="164787" y="221389"/>
                  <a:pt x="168672" y="215777"/>
                </a:cubicBezTo>
                <a:cubicBezTo>
                  <a:pt x="171046" y="212324"/>
                  <a:pt x="172233" y="204446"/>
                  <a:pt x="172233" y="192144"/>
                </a:cubicBezTo>
                <a:lnTo>
                  <a:pt x="172233" y="39497"/>
                </a:lnTo>
                <a:cubicBezTo>
                  <a:pt x="165866" y="32051"/>
                  <a:pt x="161010" y="27141"/>
                  <a:pt x="157664" y="24767"/>
                </a:cubicBezTo>
                <a:cubicBezTo>
                  <a:pt x="154427" y="22393"/>
                  <a:pt x="149625" y="20180"/>
                  <a:pt x="143258" y="18130"/>
                </a:cubicBezTo>
                <a:cubicBezTo>
                  <a:pt x="140128" y="17159"/>
                  <a:pt x="135380" y="16673"/>
                  <a:pt x="129013" y="16673"/>
                </a:cubicBezTo>
                <a:lnTo>
                  <a:pt x="129013" y="10684"/>
                </a:lnTo>
                <a:moveTo>
                  <a:pt x="408244" y="137754"/>
                </a:moveTo>
                <a:cubicBezTo>
                  <a:pt x="408137" y="159769"/>
                  <a:pt x="413478" y="177036"/>
                  <a:pt x="424270" y="189554"/>
                </a:cubicBezTo>
                <a:cubicBezTo>
                  <a:pt x="435062" y="202072"/>
                  <a:pt x="447742" y="208331"/>
                  <a:pt x="462310" y="208331"/>
                </a:cubicBezTo>
                <a:cubicBezTo>
                  <a:pt x="472023" y="208331"/>
                  <a:pt x="480440" y="205687"/>
                  <a:pt x="487563" y="200399"/>
                </a:cubicBezTo>
                <a:cubicBezTo>
                  <a:pt x="494793" y="195004"/>
                  <a:pt x="500837" y="185831"/>
                  <a:pt x="505693" y="172881"/>
                </a:cubicBezTo>
                <a:lnTo>
                  <a:pt x="510711" y="176118"/>
                </a:lnTo>
                <a:cubicBezTo>
                  <a:pt x="508444" y="190903"/>
                  <a:pt x="501862" y="204392"/>
                  <a:pt x="490962" y="216587"/>
                </a:cubicBezTo>
                <a:cubicBezTo>
                  <a:pt x="480063" y="228673"/>
                  <a:pt x="466411" y="234717"/>
                  <a:pt x="450008" y="234717"/>
                </a:cubicBezTo>
                <a:cubicBezTo>
                  <a:pt x="432202" y="234717"/>
                  <a:pt x="416932" y="227810"/>
                  <a:pt x="404198" y="213997"/>
                </a:cubicBezTo>
                <a:cubicBezTo>
                  <a:pt x="391572" y="200076"/>
                  <a:pt x="385259" y="181406"/>
                  <a:pt x="385259" y="157988"/>
                </a:cubicBezTo>
                <a:cubicBezTo>
                  <a:pt x="385259" y="132628"/>
                  <a:pt x="391733" y="112880"/>
                  <a:pt x="404684" y="98743"/>
                </a:cubicBezTo>
                <a:cubicBezTo>
                  <a:pt x="417741" y="84498"/>
                  <a:pt x="434091" y="77376"/>
                  <a:pt x="453731" y="77376"/>
                </a:cubicBezTo>
                <a:cubicBezTo>
                  <a:pt x="470350" y="77376"/>
                  <a:pt x="484001" y="82879"/>
                  <a:pt x="494685" y="93887"/>
                </a:cubicBezTo>
                <a:cubicBezTo>
                  <a:pt x="505369" y="104786"/>
                  <a:pt x="510711" y="119409"/>
                  <a:pt x="510711" y="137754"/>
                </a:cubicBezTo>
                <a:lnTo>
                  <a:pt x="408244" y="137754"/>
                </a:lnTo>
                <a:moveTo>
                  <a:pt x="408244" y="128366"/>
                </a:moveTo>
                <a:lnTo>
                  <a:pt x="476879" y="128366"/>
                </a:lnTo>
                <a:cubicBezTo>
                  <a:pt x="476339" y="118869"/>
                  <a:pt x="475206" y="112178"/>
                  <a:pt x="473480" y="108293"/>
                </a:cubicBezTo>
                <a:cubicBezTo>
                  <a:pt x="470782" y="102250"/>
                  <a:pt x="466735" y="97502"/>
                  <a:pt x="461339" y="94048"/>
                </a:cubicBezTo>
                <a:cubicBezTo>
                  <a:pt x="456052" y="90595"/>
                  <a:pt x="450494" y="88868"/>
                  <a:pt x="444666" y="88868"/>
                </a:cubicBezTo>
                <a:cubicBezTo>
                  <a:pt x="435709" y="88868"/>
                  <a:pt x="427669" y="92376"/>
                  <a:pt x="420547" y="99390"/>
                </a:cubicBezTo>
                <a:cubicBezTo>
                  <a:pt x="413533" y="106297"/>
                  <a:pt x="409432" y="115955"/>
                  <a:pt x="408244" y="128366"/>
                </a:cubicBezTo>
                <a:moveTo>
                  <a:pt x="660605" y="81908"/>
                </a:moveTo>
                <a:lnTo>
                  <a:pt x="660605" y="171748"/>
                </a:lnTo>
                <a:cubicBezTo>
                  <a:pt x="660605" y="188906"/>
                  <a:pt x="660983" y="199428"/>
                  <a:pt x="661738" y="203313"/>
                </a:cubicBezTo>
                <a:cubicBezTo>
                  <a:pt x="662602" y="207090"/>
                  <a:pt x="663897" y="209734"/>
                  <a:pt x="665624" y="211245"/>
                </a:cubicBezTo>
                <a:cubicBezTo>
                  <a:pt x="667458" y="212756"/>
                  <a:pt x="669563" y="213511"/>
                  <a:pt x="671936" y="213511"/>
                </a:cubicBezTo>
                <a:cubicBezTo>
                  <a:pt x="675282" y="213511"/>
                  <a:pt x="679059" y="212594"/>
                  <a:pt x="683267" y="210759"/>
                </a:cubicBezTo>
                <a:lnTo>
                  <a:pt x="685534" y="216425"/>
                </a:lnTo>
                <a:lnTo>
                  <a:pt x="641180" y="234717"/>
                </a:lnTo>
                <a:lnTo>
                  <a:pt x="633896" y="234717"/>
                </a:lnTo>
                <a:lnTo>
                  <a:pt x="633896" y="203313"/>
                </a:lnTo>
                <a:cubicBezTo>
                  <a:pt x="621162" y="217126"/>
                  <a:pt x="611450" y="225813"/>
                  <a:pt x="604759" y="229375"/>
                </a:cubicBezTo>
                <a:cubicBezTo>
                  <a:pt x="598068" y="232936"/>
                  <a:pt x="591000" y="234717"/>
                  <a:pt x="583554" y="234717"/>
                </a:cubicBezTo>
                <a:cubicBezTo>
                  <a:pt x="575244" y="234717"/>
                  <a:pt x="568014" y="232342"/>
                  <a:pt x="561863" y="227594"/>
                </a:cubicBezTo>
                <a:cubicBezTo>
                  <a:pt x="555819" y="222738"/>
                  <a:pt x="551611" y="216533"/>
                  <a:pt x="549236" y="208979"/>
                </a:cubicBezTo>
                <a:cubicBezTo>
                  <a:pt x="546862" y="201425"/>
                  <a:pt x="545676" y="190741"/>
                  <a:pt x="545676" y="176928"/>
                </a:cubicBezTo>
                <a:lnTo>
                  <a:pt x="545676" y="110721"/>
                </a:lnTo>
                <a:cubicBezTo>
                  <a:pt x="545676" y="103707"/>
                  <a:pt x="544920" y="98851"/>
                  <a:pt x="543409" y="96153"/>
                </a:cubicBezTo>
                <a:cubicBezTo>
                  <a:pt x="541898" y="93455"/>
                  <a:pt x="539632" y="91405"/>
                  <a:pt x="536611" y="90002"/>
                </a:cubicBezTo>
                <a:cubicBezTo>
                  <a:pt x="533697" y="88491"/>
                  <a:pt x="528355" y="87789"/>
                  <a:pt x="520585" y="87897"/>
                </a:cubicBezTo>
                <a:lnTo>
                  <a:pt x="520585" y="81908"/>
                </a:lnTo>
                <a:lnTo>
                  <a:pt x="572546" y="81908"/>
                </a:lnTo>
                <a:lnTo>
                  <a:pt x="572546" y="181137"/>
                </a:lnTo>
                <a:cubicBezTo>
                  <a:pt x="572546" y="194950"/>
                  <a:pt x="574921" y="204015"/>
                  <a:pt x="579669" y="208331"/>
                </a:cubicBezTo>
                <a:cubicBezTo>
                  <a:pt x="584525" y="212648"/>
                  <a:pt x="590352" y="214806"/>
                  <a:pt x="597151" y="214806"/>
                </a:cubicBezTo>
                <a:cubicBezTo>
                  <a:pt x="601791" y="214806"/>
                  <a:pt x="607026" y="213349"/>
                  <a:pt x="612853" y="210435"/>
                </a:cubicBezTo>
                <a:cubicBezTo>
                  <a:pt x="618788" y="207522"/>
                  <a:pt x="625803" y="201964"/>
                  <a:pt x="633896" y="193763"/>
                </a:cubicBezTo>
                <a:lnTo>
                  <a:pt x="633896" y="109750"/>
                </a:lnTo>
                <a:cubicBezTo>
                  <a:pt x="633896" y="101333"/>
                  <a:pt x="632332" y="95667"/>
                  <a:pt x="629202" y="92754"/>
                </a:cubicBezTo>
                <a:cubicBezTo>
                  <a:pt x="626180" y="89732"/>
                  <a:pt x="619813" y="88113"/>
                  <a:pt x="610101" y="87897"/>
                </a:cubicBezTo>
                <a:lnTo>
                  <a:pt x="610101" y="81908"/>
                </a:lnTo>
                <a:lnTo>
                  <a:pt x="660605" y="81908"/>
                </a:lnTo>
                <a:moveTo>
                  <a:pt x="739762" y="77537"/>
                </a:moveTo>
                <a:lnTo>
                  <a:pt x="739762" y="110883"/>
                </a:lnTo>
                <a:cubicBezTo>
                  <a:pt x="752172" y="88653"/>
                  <a:pt x="764906" y="77537"/>
                  <a:pt x="777964" y="77537"/>
                </a:cubicBezTo>
                <a:cubicBezTo>
                  <a:pt x="783899" y="77537"/>
                  <a:pt x="788809" y="79372"/>
                  <a:pt x="792694" y="83041"/>
                </a:cubicBezTo>
                <a:cubicBezTo>
                  <a:pt x="796579" y="86602"/>
                  <a:pt x="798522" y="90757"/>
                  <a:pt x="798522" y="95505"/>
                </a:cubicBezTo>
                <a:cubicBezTo>
                  <a:pt x="798522" y="99714"/>
                  <a:pt x="797119" y="103275"/>
                  <a:pt x="794313" y="106189"/>
                </a:cubicBezTo>
                <a:cubicBezTo>
                  <a:pt x="791507" y="109103"/>
                  <a:pt x="788162" y="110560"/>
                  <a:pt x="784277" y="110560"/>
                </a:cubicBezTo>
                <a:cubicBezTo>
                  <a:pt x="780500" y="110560"/>
                  <a:pt x="776237" y="108725"/>
                  <a:pt x="771489" y="105056"/>
                </a:cubicBezTo>
                <a:cubicBezTo>
                  <a:pt x="766849" y="101279"/>
                  <a:pt x="763395" y="99390"/>
                  <a:pt x="761129" y="99390"/>
                </a:cubicBezTo>
                <a:cubicBezTo>
                  <a:pt x="759186" y="99390"/>
                  <a:pt x="757082" y="100470"/>
                  <a:pt x="754816" y="102628"/>
                </a:cubicBezTo>
                <a:cubicBezTo>
                  <a:pt x="749960" y="107052"/>
                  <a:pt x="744942" y="114337"/>
                  <a:pt x="739762" y="124481"/>
                </a:cubicBezTo>
                <a:lnTo>
                  <a:pt x="739762" y="195543"/>
                </a:lnTo>
                <a:cubicBezTo>
                  <a:pt x="739762" y="203745"/>
                  <a:pt x="740787" y="209950"/>
                  <a:pt x="742837" y="214158"/>
                </a:cubicBezTo>
                <a:cubicBezTo>
                  <a:pt x="744240" y="217072"/>
                  <a:pt x="746722" y="219501"/>
                  <a:pt x="750284" y="221443"/>
                </a:cubicBezTo>
                <a:cubicBezTo>
                  <a:pt x="753844" y="223385"/>
                  <a:pt x="758971" y="224357"/>
                  <a:pt x="765662" y="224357"/>
                </a:cubicBezTo>
                <a:lnTo>
                  <a:pt x="765662" y="230184"/>
                </a:lnTo>
                <a:lnTo>
                  <a:pt x="689743" y="230184"/>
                </a:lnTo>
                <a:lnTo>
                  <a:pt x="689743" y="224357"/>
                </a:lnTo>
                <a:cubicBezTo>
                  <a:pt x="697297" y="224357"/>
                  <a:pt x="702908" y="223170"/>
                  <a:pt x="706578" y="220795"/>
                </a:cubicBezTo>
                <a:cubicBezTo>
                  <a:pt x="709275" y="219069"/>
                  <a:pt x="711164" y="216317"/>
                  <a:pt x="712243" y="212540"/>
                </a:cubicBezTo>
                <a:cubicBezTo>
                  <a:pt x="712783" y="210705"/>
                  <a:pt x="713052" y="205472"/>
                  <a:pt x="713052" y="196838"/>
                </a:cubicBezTo>
                <a:lnTo>
                  <a:pt x="713052" y="139373"/>
                </a:lnTo>
                <a:cubicBezTo>
                  <a:pt x="713052" y="122107"/>
                  <a:pt x="712675" y="111854"/>
                  <a:pt x="711919" y="108617"/>
                </a:cubicBezTo>
                <a:cubicBezTo>
                  <a:pt x="711272" y="105272"/>
                  <a:pt x="709977" y="102844"/>
                  <a:pt x="708034" y="101333"/>
                </a:cubicBezTo>
                <a:cubicBezTo>
                  <a:pt x="706200" y="99822"/>
                  <a:pt x="703880" y="99066"/>
                  <a:pt x="701074" y="99066"/>
                </a:cubicBezTo>
                <a:cubicBezTo>
                  <a:pt x="697728" y="99066"/>
                  <a:pt x="693952" y="99876"/>
                  <a:pt x="689743" y="101495"/>
                </a:cubicBezTo>
                <a:lnTo>
                  <a:pt x="688124" y="95667"/>
                </a:lnTo>
                <a:lnTo>
                  <a:pt x="732963" y="77537"/>
                </a:lnTo>
                <a:lnTo>
                  <a:pt x="739762" y="77537"/>
                </a:lnTo>
                <a:moveTo>
                  <a:pt x="890789" y="208817"/>
                </a:moveTo>
                <a:cubicBezTo>
                  <a:pt x="875573" y="220580"/>
                  <a:pt x="866023" y="227378"/>
                  <a:pt x="862138" y="229213"/>
                </a:cubicBezTo>
                <a:cubicBezTo>
                  <a:pt x="856310" y="231911"/>
                  <a:pt x="850106" y="233260"/>
                  <a:pt x="843522" y="233260"/>
                </a:cubicBezTo>
                <a:cubicBezTo>
                  <a:pt x="833270" y="233260"/>
                  <a:pt x="824799" y="229752"/>
                  <a:pt x="818108" y="222738"/>
                </a:cubicBezTo>
                <a:cubicBezTo>
                  <a:pt x="811525" y="215723"/>
                  <a:pt x="808234" y="206497"/>
                  <a:pt x="808234" y="195058"/>
                </a:cubicBezTo>
                <a:cubicBezTo>
                  <a:pt x="808234" y="187827"/>
                  <a:pt x="809853" y="181568"/>
                  <a:pt x="813090" y="176280"/>
                </a:cubicBezTo>
                <a:cubicBezTo>
                  <a:pt x="817515" y="168942"/>
                  <a:pt x="825177" y="162035"/>
                  <a:pt x="836077" y="155561"/>
                </a:cubicBezTo>
                <a:cubicBezTo>
                  <a:pt x="847084" y="149085"/>
                  <a:pt x="865322" y="141208"/>
                  <a:pt x="890789" y="131927"/>
                </a:cubicBezTo>
                <a:lnTo>
                  <a:pt x="890789" y="126099"/>
                </a:lnTo>
                <a:cubicBezTo>
                  <a:pt x="890789" y="111315"/>
                  <a:pt x="888415" y="101171"/>
                  <a:pt x="883667" y="95667"/>
                </a:cubicBezTo>
                <a:cubicBezTo>
                  <a:pt x="879027" y="90164"/>
                  <a:pt x="872228" y="87412"/>
                  <a:pt x="863271" y="87412"/>
                </a:cubicBezTo>
                <a:cubicBezTo>
                  <a:pt x="856473" y="87412"/>
                  <a:pt x="851077" y="89246"/>
                  <a:pt x="847084" y="92915"/>
                </a:cubicBezTo>
                <a:cubicBezTo>
                  <a:pt x="842983" y="96584"/>
                  <a:pt x="840932" y="100793"/>
                  <a:pt x="840932" y="105542"/>
                </a:cubicBezTo>
                <a:lnTo>
                  <a:pt x="841256" y="114930"/>
                </a:lnTo>
                <a:cubicBezTo>
                  <a:pt x="841256" y="119894"/>
                  <a:pt x="839961" y="123725"/>
                  <a:pt x="837371" y="126423"/>
                </a:cubicBezTo>
                <a:cubicBezTo>
                  <a:pt x="834889" y="129121"/>
                  <a:pt x="831598" y="130470"/>
                  <a:pt x="827497" y="130470"/>
                </a:cubicBezTo>
                <a:cubicBezTo>
                  <a:pt x="823504" y="130470"/>
                  <a:pt x="820213" y="129067"/>
                  <a:pt x="817623" y="126261"/>
                </a:cubicBezTo>
                <a:cubicBezTo>
                  <a:pt x="815141" y="123456"/>
                  <a:pt x="813900" y="119624"/>
                  <a:pt x="813900" y="114768"/>
                </a:cubicBezTo>
                <a:cubicBezTo>
                  <a:pt x="813900" y="105488"/>
                  <a:pt x="818648" y="96962"/>
                  <a:pt x="828145" y="89192"/>
                </a:cubicBezTo>
                <a:cubicBezTo>
                  <a:pt x="837641" y="81422"/>
                  <a:pt x="850969" y="77537"/>
                  <a:pt x="868127" y="77537"/>
                </a:cubicBezTo>
                <a:cubicBezTo>
                  <a:pt x="881293" y="77537"/>
                  <a:pt x="892084" y="79750"/>
                  <a:pt x="900502" y="84174"/>
                </a:cubicBezTo>
                <a:cubicBezTo>
                  <a:pt x="906869" y="87519"/>
                  <a:pt x="911563" y="92754"/>
                  <a:pt x="914585" y="99876"/>
                </a:cubicBezTo>
                <a:cubicBezTo>
                  <a:pt x="916527" y="104516"/>
                  <a:pt x="917498" y="114013"/>
                  <a:pt x="917498" y="128366"/>
                </a:cubicBezTo>
                <a:lnTo>
                  <a:pt x="917498" y="178708"/>
                </a:lnTo>
                <a:cubicBezTo>
                  <a:pt x="917498" y="192845"/>
                  <a:pt x="917769" y="201533"/>
                  <a:pt x="918308" y="204770"/>
                </a:cubicBezTo>
                <a:cubicBezTo>
                  <a:pt x="918847" y="207899"/>
                  <a:pt x="919711" y="210004"/>
                  <a:pt x="920898" y="211083"/>
                </a:cubicBezTo>
                <a:cubicBezTo>
                  <a:pt x="922193" y="212162"/>
                  <a:pt x="923650" y="212702"/>
                  <a:pt x="925269" y="212702"/>
                </a:cubicBezTo>
                <a:cubicBezTo>
                  <a:pt x="926995" y="212702"/>
                  <a:pt x="928506" y="212324"/>
                  <a:pt x="929801" y="211568"/>
                </a:cubicBezTo>
                <a:cubicBezTo>
                  <a:pt x="932067" y="210166"/>
                  <a:pt x="936438" y="206227"/>
                  <a:pt x="942913" y="199752"/>
                </a:cubicBezTo>
                <a:lnTo>
                  <a:pt x="942913" y="208817"/>
                </a:lnTo>
                <a:cubicBezTo>
                  <a:pt x="930826" y="225004"/>
                  <a:pt x="919279" y="233098"/>
                  <a:pt x="908272" y="233098"/>
                </a:cubicBezTo>
                <a:cubicBezTo>
                  <a:pt x="902984" y="233098"/>
                  <a:pt x="898776" y="231263"/>
                  <a:pt x="895646" y="227594"/>
                </a:cubicBezTo>
                <a:cubicBezTo>
                  <a:pt x="892516" y="223925"/>
                  <a:pt x="890898" y="217666"/>
                  <a:pt x="890789" y="208817"/>
                </a:cubicBezTo>
                <a:moveTo>
                  <a:pt x="890789" y="198295"/>
                </a:moveTo>
                <a:lnTo>
                  <a:pt x="890789" y="141801"/>
                </a:lnTo>
                <a:cubicBezTo>
                  <a:pt x="874494" y="148276"/>
                  <a:pt x="863973" y="152863"/>
                  <a:pt x="859224" y="155561"/>
                </a:cubicBezTo>
                <a:cubicBezTo>
                  <a:pt x="850699" y="160309"/>
                  <a:pt x="844601" y="165273"/>
                  <a:pt x="840932" y="170453"/>
                </a:cubicBezTo>
                <a:cubicBezTo>
                  <a:pt x="837263" y="175633"/>
                  <a:pt x="835429" y="181298"/>
                  <a:pt x="835429" y="187449"/>
                </a:cubicBezTo>
                <a:cubicBezTo>
                  <a:pt x="835429" y="195219"/>
                  <a:pt x="837749" y="201694"/>
                  <a:pt x="842389" y="206874"/>
                </a:cubicBezTo>
                <a:cubicBezTo>
                  <a:pt x="847030" y="211946"/>
                  <a:pt x="852372" y="214482"/>
                  <a:pt x="858415" y="214482"/>
                </a:cubicBezTo>
                <a:cubicBezTo>
                  <a:pt x="866617" y="214482"/>
                  <a:pt x="877408" y="209086"/>
                  <a:pt x="890789" y="198295"/>
                </a:cubicBezTo>
                <a:moveTo>
                  <a:pt x="1005072" y="0"/>
                </a:moveTo>
                <a:lnTo>
                  <a:pt x="1005072" y="196676"/>
                </a:lnTo>
                <a:cubicBezTo>
                  <a:pt x="1005072" y="205957"/>
                  <a:pt x="1005720" y="212108"/>
                  <a:pt x="1007015" y="215130"/>
                </a:cubicBezTo>
                <a:cubicBezTo>
                  <a:pt x="1008418" y="218152"/>
                  <a:pt x="1010522" y="220472"/>
                  <a:pt x="1013328" y="222090"/>
                </a:cubicBezTo>
                <a:cubicBezTo>
                  <a:pt x="1016133" y="223601"/>
                  <a:pt x="1021367" y="224357"/>
                  <a:pt x="1029029" y="224357"/>
                </a:cubicBezTo>
                <a:lnTo>
                  <a:pt x="1029029" y="230184"/>
                </a:lnTo>
                <a:lnTo>
                  <a:pt x="956348" y="230184"/>
                </a:lnTo>
                <a:lnTo>
                  <a:pt x="956348" y="224357"/>
                </a:lnTo>
                <a:cubicBezTo>
                  <a:pt x="963147" y="224357"/>
                  <a:pt x="967788" y="223655"/>
                  <a:pt x="970270" y="222252"/>
                </a:cubicBezTo>
                <a:cubicBezTo>
                  <a:pt x="972751" y="220849"/>
                  <a:pt x="974694" y="218529"/>
                  <a:pt x="976097" y="215292"/>
                </a:cubicBezTo>
                <a:cubicBezTo>
                  <a:pt x="977500" y="212054"/>
                  <a:pt x="978201" y="205849"/>
                  <a:pt x="978201" y="196676"/>
                </a:cubicBezTo>
                <a:lnTo>
                  <a:pt x="978201" y="61998"/>
                </a:lnTo>
                <a:cubicBezTo>
                  <a:pt x="978201" y="45271"/>
                  <a:pt x="977824" y="35018"/>
                  <a:pt x="977068" y="31242"/>
                </a:cubicBezTo>
                <a:cubicBezTo>
                  <a:pt x="976313" y="27357"/>
                  <a:pt x="975072" y="24713"/>
                  <a:pt x="973345" y="23310"/>
                </a:cubicBezTo>
                <a:cubicBezTo>
                  <a:pt x="971726" y="21907"/>
                  <a:pt x="969622" y="21205"/>
                  <a:pt x="967032" y="21205"/>
                </a:cubicBezTo>
                <a:cubicBezTo>
                  <a:pt x="964226" y="21205"/>
                  <a:pt x="960665" y="22069"/>
                  <a:pt x="956348" y="23795"/>
                </a:cubicBezTo>
                <a:lnTo>
                  <a:pt x="953597" y="18130"/>
                </a:lnTo>
                <a:lnTo>
                  <a:pt x="997788" y="0"/>
                </a:lnTo>
                <a:lnTo>
                  <a:pt x="1005072" y="0"/>
                </a:lnTo>
                <a:moveTo>
                  <a:pt x="0" y="369827"/>
                </a:moveTo>
                <a:lnTo>
                  <a:pt x="59569" y="369827"/>
                </a:lnTo>
                <a:lnTo>
                  <a:pt x="193763" y="534452"/>
                </a:lnTo>
                <a:lnTo>
                  <a:pt x="193763" y="407867"/>
                </a:lnTo>
                <a:cubicBezTo>
                  <a:pt x="193763" y="394378"/>
                  <a:pt x="192251" y="385960"/>
                  <a:pt x="189230" y="382615"/>
                </a:cubicBezTo>
                <a:cubicBezTo>
                  <a:pt x="185237" y="378083"/>
                  <a:pt x="178924" y="375816"/>
                  <a:pt x="170291" y="375816"/>
                </a:cubicBezTo>
                <a:lnTo>
                  <a:pt x="162682" y="375816"/>
                </a:lnTo>
                <a:lnTo>
                  <a:pt x="162682" y="369827"/>
                </a:lnTo>
                <a:lnTo>
                  <a:pt x="239087" y="369827"/>
                </a:lnTo>
                <a:lnTo>
                  <a:pt x="239087" y="375816"/>
                </a:lnTo>
                <a:lnTo>
                  <a:pt x="231317" y="375816"/>
                </a:lnTo>
                <a:cubicBezTo>
                  <a:pt x="222036" y="375816"/>
                  <a:pt x="215454" y="378622"/>
                  <a:pt x="211568" y="384234"/>
                </a:cubicBezTo>
                <a:cubicBezTo>
                  <a:pt x="209194" y="387687"/>
                  <a:pt x="208007" y="395565"/>
                  <a:pt x="208007" y="407867"/>
                </a:cubicBezTo>
                <a:lnTo>
                  <a:pt x="208007" y="592889"/>
                </a:lnTo>
                <a:lnTo>
                  <a:pt x="202180" y="592889"/>
                </a:lnTo>
                <a:lnTo>
                  <a:pt x="57465" y="416123"/>
                </a:lnTo>
                <a:lnTo>
                  <a:pt x="57465" y="551287"/>
                </a:lnTo>
                <a:cubicBezTo>
                  <a:pt x="57465" y="564777"/>
                  <a:pt x="58922" y="573194"/>
                  <a:pt x="61836" y="576540"/>
                </a:cubicBezTo>
                <a:cubicBezTo>
                  <a:pt x="65936" y="581072"/>
                  <a:pt x="72249" y="583338"/>
                  <a:pt x="80775" y="583338"/>
                </a:cubicBezTo>
                <a:lnTo>
                  <a:pt x="88545" y="583338"/>
                </a:lnTo>
                <a:lnTo>
                  <a:pt x="88545" y="589328"/>
                </a:lnTo>
                <a:lnTo>
                  <a:pt x="12140" y="589328"/>
                </a:lnTo>
                <a:lnTo>
                  <a:pt x="12140" y="583338"/>
                </a:lnTo>
                <a:lnTo>
                  <a:pt x="19748" y="583338"/>
                </a:lnTo>
                <a:cubicBezTo>
                  <a:pt x="29137" y="583338"/>
                  <a:pt x="35774" y="580532"/>
                  <a:pt x="39659" y="574921"/>
                </a:cubicBezTo>
                <a:cubicBezTo>
                  <a:pt x="42033" y="571467"/>
                  <a:pt x="43220" y="563589"/>
                  <a:pt x="43220" y="551287"/>
                </a:cubicBezTo>
                <a:lnTo>
                  <a:pt x="43220" y="398641"/>
                </a:lnTo>
                <a:cubicBezTo>
                  <a:pt x="36853" y="391194"/>
                  <a:pt x="31997" y="386284"/>
                  <a:pt x="28651" y="383910"/>
                </a:cubicBezTo>
                <a:cubicBezTo>
                  <a:pt x="25414" y="381536"/>
                  <a:pt x="20612" y="379324"/>
                  <a:pt x="14245" y="377273"/>
                </a:cubicBezTo>
                <a:cubicBezTo>
                  <a:pt x="11115" y="376302"/>
                  <a:pt x="6367" y="375816"/>
                  <a:pt x="0" y="375816"/>
                </a:cubicBezTo>
                <a:lnTo>
                  <a:pt x="0" y="369827"/>
                </a:lnTo>
                <a:moveTo>
                  <a:pt x="279231" y="496898"/>
                </a:moveTo>
                <a:cubicBezTo>
                  <a:pt x="279124" y="518912"/>
                  <a:pt x="284466" y="536179"/>
                  <a:pt x="295257" y="548697"/>
                </a:cubicBezTo>
                <a:cubicBezTo>
                  <a:pt x="306049" y="561215"/>
                  <a:pt x="318729" y="567474"/>
                  <a:pt x="333297" y="567474"/>
                </a:cubicBezTo>
                <a:cubicBezTo>
                  <a:pt x="343010" y="567474"/>
                  <a:pt x="351427" y="564830"/>
                  <a:pt x="358550" y="559543"/>
                </a:cubicBezTo>
                <a:cubicBezTo>
                  <a:pt x="365780" y="554147"/>
                  <a:pt x="371823" y="544974"/>
                  <a:pt x="376679" y="532024"/>
                </a:cubicBezTo>
                <a:lnTo>
                  <a:pt x="381697" y="535262"/>
                </a:lnTo>
                <a:cubicBezTo>
                  <a:pt x="379431" y="550046"/>
                  <a:pt x="372848" y="563536"/>
                  <a:pt x="361949" y="575730"/>
                </a:cubicBezTo>
                <a:cubicBezTo>
                  <a:pt x="351050" y="587816"/>
                  <a:pt x="337398" y="593860"/>
                  <a:pt x="320995" y="593860"/>
                </a:cubicBezTo>
                <a:cubicBezTo>
                  <a:pt x="303189" y="593860"/>
                  <a:pt x="287919" y="586953"/>
                  <a:pt x="275184" y="573140"/>
                </a:cubicBezTo>
                <a:cubicBezTo>
                  <a:pt x="262559" y="559219"/>
                  <a:pt x="256246" y="540550"/>
                  <a:pt x="256246" y="517132"/>
                </a:cubicBezTo>
                <a:cubicBezTo>
                  <a:pt x="256246" y="491772"/>
                  <a:pt x="262720" y="472023"/>
                  <a:pt x="275671" y="457886"/>
                </a:cubicBezTo>
                <a:cubicBezTo>
                  <a:pt x="288728" y="443641"/>
                  <a:pt x="305078" y="436519"/>
                  <a:pt x="324718" y="436519"/>
                </a:cubicBezTo>
                <a:cubicBezTo>
                  <a:pt x="341337" y="436519"/>
                  <a:pt x="354988" y="442023"/>
                  <a:pt x="365672" y="453030"/>
                </a:cubicBezTo>
                <a:cubicBezTo>
                  <a:pt x="376355" y="463929"/>
                  <a:pt x="381697" y="478552"/>
                  <a:pt x="381697" y="496898"/>
                </a:cubicBezTo>
                <a:lnTo>
                  <a:pt x="279231" y="496898"/>
                </a:lnTo>
                <a:moveTo>
                  <a:pt x="279231" y="487509"/>
                </a:moveTo>
                <a:lnTo>
                  <a:pt x="347866" y="487509"/>
                </a:lnTo>
                <a:cubicBezTo>
                  <a:pt x="347326" y="478012"/>
                  <a:pt x="346193" y="471322"/>
                  <a:pt x="344467" y="467437"/>
                </a:cubicBezTo>
                <a:cubicBezTo>
                  <a:pt x="341769" y="461393"/>
                  <a:pt x="337722" y="456645"/>
                  <a:pt x="332326" y="453192"/>
                </a:cubicBezTo>
                <a:cubicBezTo>
                  <a:pt x="327038" y="449738"/>
                  <a:pt x="321481" y="448012"/>
                  <a:pt x="315653" y="448012"/>
                </a:cubicBezTo>
                <a:cubicBezTo>
                  <a:pt x="306696" y="448012"/>
                  <a:pt x="298656" y="451519"/>
                  <a:pt x="291534" y="458534"/>
                </a:cubicBezTo>
                <a:cubicBezTo>
                  <a:pt x="284520" y="465440"/>
                  <a:pt x="280419" y="475099"/>
                  <a:pt x="279231" y="487509"/>
                </a:cubicBezTo>
                <a:moveTo>
                  <a:pt x="444666" y="392327"/>
                </a:moveTo>
                <a:lnTo>
                  <a:pt x="444666" y="441051"/>
                </a:lnTo>
                <a:lnTo>
                  <a:pt x="479307" y="441051"/>
                </a:lnTo>
                <a:lnTo>
                  <a:pt x="479307" y="452382"/>
                </a:lnTo>
                <a:lnTo>
                  <a:pt x="444666" y="452382"/>
                </a:lnTo>
                <a:lnTo>
                  <a:pt x="444666" y="548535"/>
                </a:lnTo>
                <a:cubicBezTo>
                  <a:pt x="444666" y="558140"/>
                  <a:pt x="446015" y="564615"/>
                  <a:pt x="448713" y="567960"/>
                </a:cubicBezTo>
                <a:cubicBezTo>
                  <a:pt x="451519" y="571305"/>
                  <a:pt x="455080" y="572978"/>
                  <a:pt x="459397" y="572978"/>
                </a:cubicBezTo>
                <a:cubicBezTo>
                  <a:pt x="462958" y="572978"/>
                  <a:pt x="466411" y="571899"/>
                  <a:pt x="469757" y="569741"/>
                </a:cubicBezTo>
                <a:cubicBezTo>
                  <a:pt x="473102" y="567474"/>
                  <a:pt x="475692" y="564183"/>
                  <a:pt x="477526" y="559866"/>
                </a:cubicBezTo>
                <a:lnTo>
                  <a:pt x="483839" y="559866"/>
                </a:lnTo>
                <a:cubicBezTo>
                  <a:pt x="480063" y="570442"/>
                  <a:pt x="474721" y="578428"/>
                  <a:pt x="467814" y="583824"/>
                </a:cubicBezTo>
                <a:cubicBezTo>
                  <a:pt x="460908" y="589112"/>
                  <a:pt x="453785" y="591755"/>
                  <a:pt x="446447" y="591755"/>
                </a:cubicBezTo>
                <a:cubicBezTo>
                  <a:pt x="441483" y="591755"/>
                  <a:pt x="436627" y="590407"/>
                  <a:pt x="431878" y="587709"/>
                </a:cubicBezTo>
                <a:cubicBezTo>
                  <a:pt x="427130" y="584903"/>
                  <a:pt x="423623" y="580964"/>
                  <a:pt x="421356" y="575892"/>
                </a:cubicBezTo>
                <a:cubicBezTo>
                  <a:pt x="419090" y="570712"/>
                  <a:pt x="417957" y="562780"/>
                  <a:pt x="417957" y="552097"/>
                </a:cubicBezTo>
                <a:lnTo>
                  <a:pt x="417957" y="452382"/>
                </a:lnTo>
                <a:lnTo>
                  <a:pt x="394486" y="452382"/>
                </a:lnTo>
                <a:lnTo>
                  <a:pt x="394486" y="447041"/>
                </a:lnTo>
                <a:cubicBezTo>
                  <a:pt x="400421" y="444666"/>
                  <a:pt x="406464" y="440674"/>
                  <a:pt x="412615" y="435062"/>
                </a:cubicBezTo>
                <a:cubicBezTo>
                  <a:pt x="418874" y="429342"/>
                  <a:pt x="424432" y="422598"/>
                  <a:pt x="429288" y="414828"/>
                </a:cubicBezTo>
                <a:cubicBezTo>
                  <a:pt x="431770" y="410727"/>
                  <a:pt x="435224" y="403227"/>
                  <a:pt x="439648" y="392327"/>
                </a:cubicBezTo>
                <a:lnTo>
                  <a:pt x="444666" y="392327"/>
                </a:lnTo>
                <a:moveTo>
                  <a:pt x="485620" y="441051"/>
                </a:moveTo>
                <a:lnTo>
                  <a:pt x="547780" y="441051"/>
                </a:lnTo>
                <a:lnTo>
                  <a:pt x="547780" y="447041"/>
                </a:lnTo>
                <a:cubicBezTo>
                  <a:pt x="542060" y="447472"/>
                  <a:pt x="538283" y="448497"/>
                  <a:pt x="536449" y="450116"/>
                </a:cubicBezTo>
                <a:cubicBezTo>
                  <a:pt x="534722" y="451735"/>
                  <a:pt x="533858" y="454055"/>
                  <a:pt x="533858" y="457077"/>
                </a:cubicBezTo>
                <a:cubicBezTo>
                  <a:pt x="533858" y="460422"/>
                  <a:pt x="534776" y="464469"/>
                  <a:pt x="536611" y="469217"/>
                </a:cubicBezTo>
                <a:lnTo>
                  <a:pt x="568338" y="554525"/>
                </a:lnTo>
                <a:lnTo>
                  <a:pt x="600227" y="485081"/>
                </a:lnTo>
                <a:lnTo>
                  <a:pt x="591809" y="463228"/>
                </a:lnTo>
                <a:cubicBezTo>
                  <a:pt x="589219" y="456753"/>
                  <a:pt x="585820" y="452274"/>
                  <a:pt x="581611" y="449793"/>
                </a:cubicBezTo>
                <a:cubicBezTo>
                  <a:pt x="579237" y="448282"/>
                  <a:pt x="574812" y="447364"/>
                  <a:pt x="568338" y="447041"/>
                </a:cubicBezTo>
                <a:lnTo>
                  <a:pt x="568338" y="441051"/>
                </a:lnTo>
                <a:lnTo>
                  <a:pt x="638914" y="441051"/>
                </a:lnTo>
                <a:lnTo>
                  <a:pt x="638914" y="447041"/>
                </a:lnTo>
                <a:cubicBezTo>
                  <a:pt x="631144" y="447364"/>
                  <a:pt x="625641" y="448767"/>
                  <a:pt x="622404" y="451249"/>
                </a:cubicBezTo>
                <a:cubicBezTo>
                  <a:pt x="620245" y="452976"/>
                  <a:pt x="619166" y="455728"/>
                  <a:pt x="619166" y="459505"/>
                </a:cubicBezTo>
                <a:cubicBezTo>
                  <a:pt x="619166" y="461663"/>
                  <a:pt x="619597" y="463875"/>
                  <a:pt x="620461" y="466142"/>
                </a:cubicBezTo>
                <a:lnTo>
                  <a:pt x="654131" y="551287"/>
                </a:lnTo>
                <a:lnTo>
                  <a:pt x="685372" y="469217"/>
                </a:lnTo>
                <a:cubicBezTo>
                  <a:pt x="687530" y="463390"/>
                  <a:pt x="688610" y="458750"/>
                  <a:pt x="688610" y="455296"/>
                </a:cubicBezTo>
                <a:cubicBezTo>
                  <a:pt x="688610" y="453246"/>
                  <a:pt x="687530" y="451411"/>
                  <a:pt x="685372" y="449793"/>
                </a:cubicBezTo>
                <a:cubicBezTo>
                  <a:pt x="683322" y="448174"/>
                  <a:pt x="679221" y="447256"/>
                  <a:pt x="673069" y="447041"/>
                </a:cubicBezTo>
                <a:lnTo>
                  <a:pt x="673069" y="441051"/>
                </a:lnTo>
                <a:lnTo>
                  <a:pt x="719851" y="441051"/>
                </a:lnTo>
                <a:lnTo>
                  <a:pt x="719851" y="447041"/>
                </a:lnTo>
                <a:cubicBezTo>
                  <a:pt x="710463" y="448444"/>
                  <a:pt x="703556" y="454811"/>
                  <a:pt x="699132" y="466142"/>
                </a:cubicBezTo>
                <a:lnTo>
                  <a:pt x="649598" y="593860"/>
                </a:lnTo>
                <a:lnTo>
                  <a:pt x="642961" y="593860"/>
                </a:lnTo>
                <a:lnTo>
                  <a:pt x="605892" y="499164"/>
                </a:lnTo>
                <a:lnTo>
                  <a:pt x="562672" y="593860"/>
                </a:lnTo>
                <a:lnTo>
                  <a:pt x="556683" y="593860"/>
                </a:lnTo>
                <a:lnTo>
                  <a:pt x="509092" y="469217"/>
                </a:lnTo>
                <a:cubicBezTo>
                  <a:pt x="505962" y="461340"/>
                  <a:pt x="502887" y="456052"/>
                  <a:pt x="499865" y="453354"/>
                </a:cubicBezTo>
                <a:cubicBezTo>
                  <a:pt x="496844" y="450548"/>
                  <a:pt x="492095" y="448444"/>
                  <a:pt x="485620" y="447041"/>
                </a:cubicBezTo>
                <a:lnTo>
                  <a:pt x="485620" y="441051"/>
                </a:lnTo>
                <a:moveTo>
                  <a:pt x="805968" y="436681"/>
                </a:moveTo>
                <a:cubicBezTo>
                  <a:pt x="828414" y="436681"/>
                  <a:pt x="846436" y="445206"/>
                  <a:pt x="860034" y="462257"/>
                </a:cubicBezTo>
                <a:cubicBezTo>
                  <a:pt x="871580" y="476825"/>
                  <a:pt x="877354" y="493552"/>
                  <a:pt x="877354" y="512437"/>
                </a:cubicBezTo>
                <a:cubicBezTo>
                  <a:pt x="877354" y="525711"/>
                  <a:pt x="874171" y="539147"/>
                  <a:pt x="867804" y="552744"/>
                </a:cubicBezTo>
                <a:cubicBezTo>
                  <a:pt x="861437" y="566341"/>
                  <a:pt x="852641" y="576593"/>
                  <a:pt x="841418" y="583500"/>
                </a:cubicBezTo>
                <a:cubicBezTo>
                  <a:pt x="830303" y="590407"/>
                  <a:pt x="817892" y="593860"/>
                  <a:pt x="804187" y="593860"/>
                </a:cubicBezTo>
                <a:cubicBezTo>
                  <a:pt x="781849" y="593860"/>
                  <a:pt x="764097" y="584957"/>
                  <a:pt x="750931" y="567151"/>
                </a:cubicBezTo>
                <a:cubicBezTo>
                  <a:pt x="739815" y="552150"/>
                  <a:pt x="734258" y="535316"/>
                  <a:pt x="734258" y="516646"/>
                </a:cubicBezTo>
                <a:cubicBezTo>
                  <a:pt x="734258" y="503049"/>
                  <a:pt x="737604" y="489559"/>
                  <a:pt x="744294" y="476178"/>
                </a:cubicBezTo>
                <a:cubicBezTo>
                  <a:pt x="751093" y="462689"/>
                  <a:pt x="759996" y="452760"/>
                  <a:pt x="771003" y="446393"/>
                </a:cubicBezTo>
                <a:cubicBezTo>
                  <a:pt x="782011" y="439918"/>
                  <a:pt x="793665" y="436681"/>
                  <a:pt x="805968" y="436681"/>
                </a:cubicBezTo>
                <a:moveTo>
                  <a:pt x="800950" y="447203"/>
                </a:moveTo>
                <a:cubicBezTo>
                  <a:pt x="795230" y="447203"/>
                  <a:pt x="789457" y="448929"/>
                  <a:pt x="783629" y="452382"/>
                </a:cubicBezTo>
                <a:cubicBezTo>
                  <a:pt x="777910" y="455728"/>
                  <a:pt x="773269" y="461663"/>
                  <a:pt x="769708" y="470189"/>
                </a:cubicBezTo>
                <a:cubicBezTo>
                  <a:pt x="766147" y="478714"/>
                  <a:pt x="764366" y="489667"/>
                  <a:pt x="764366" y="503049"/>
                </a:cubicBezTo>
                <a:cubicBezTo>
                  <a:pt x="764366" y="524632"/>
                  <a:pt x="768629" y="543247"/>
                  <a:pt x="777154" y="558895"/>
                </a:cubicBezTo>
                <a:cubicBezTo>
                  <a:pt x="785788" y="574543"/>
                  <a:pt x="797119" y="582367"/>
                  <a:pt x="811148" y="582367"/>
                </a:cubicBezTo>
                <a:cubicBezTo>
                  <a:pt x="821616" y="582367"/>
                  <a:pt x="830249" y="578050"/>
                  <a:pt x="837048" y="569417"/>
                </a:cubicBezTo>
                <a:cubicBezTo>
                  <a:pt x="843846" y="560784"/>
                  <a:pt x="847246" y="545945"/>
                  <a:pt x="847246" y="524902"/>
                </a:cubicBezTo>
                <a:cubicBezTo>
                  <a:pt x="847246" y="498570"/>
                  <a:pt x="841580" y="477850"/>
                  <a:pt x="830249" y="462742"/>
                </a:cubicBezTo>
                <a:cubicBezTo>
                  <a:pt x="822587" y="452382"/>
                  <a:pt x="812821" y="447203"/>
                  <a:pt x="800950" y="447203"/>
                </a:cubicBezTo>
                <a:moveTo>
                  <a:pt x="942589" y="436681"/>
                </a:moveTo>
                <a:lnTo>
                  <a:pt x="942589" y="470027"/>
                </a:lnTo>
                <a:cubicBezTo>
                  <a:pt x="954999" y="447796"/>
                  <a:pt x="967733" y="436681"/>
                  <a:pt x="980791" y="436681"/>
                </a:cubicBezTo>
                <a:cubicBezTo>
                  <a:pt x="986726" y="436681"/>
                  <a:pt x="991637" y="438515"/>
                  <a:pt x="995522" y="442184"/>
                </a:cubicBezTo>
                <a:cubicBezTo>
                  <a:pt x="999407" y="445746"/>
                  <a:pt x="1001349" y="449900"/>
                  <a:pt x="1001349" y="454649"/>
                </a:cubicBezTo>
                <a:cubicBezTo>
                  <a:pt x="1001349" y="458857"/>
                  <a:pt x="999946" y="462419"/>
                  <a:pt x="997140" y="465332"/>
                </a:cubicBezTo>
                <a:cubicBezTo>
                  <a:pt x="994335" y="468246"/>
                  <a:pt x="990989" y="469703"/>
                  <a:pt x="987104" y="469703"/>
                </a:cubicBezTo>
                <a:cubicBezTo>
                  <a:pt x="983327" y="469703"/>
                  <a:pt x="979064" y="467868"/>
                  <a:pt x="974316" y="464199"/>
                </a:cubicBezTo>
                <a:cubicBezTo>
                  <a:pt x="969676" y="460422"/>
                  <a:pt x="966223" y="458534"/>
                  <a:pt x="963957" y="458534"/>
                </a:cubicBezTo>
                <a:cubicBezTo>
                  <a:pt x="962014" y="458534"/>
                  <a:pt x="959910" y="459613"/>
                  <a:pt x="957643" y="461771"/>
                </a:cubicBezTo>
                <a:cubicBezTo>
                  <a:pt x="952787" y="466195"/>
                  <a:pt x="947769" y="473480"/>
                  <a:pt x="942589" y="483624"/>
                </a:cubicBezTo>
                <a:lnTo>
                  <a:pt x="942589" y="554686"/>
                </a:lnTo>
                <a:cubicBezTo>
                  <a:pt x="942589" y="562888"/>
                  <a:pt x="943614" y="569093"/>
                  <a:pt x="945665" y="573302"/>
                </a:cubicBezTo>
                <a:cubicBezTo>
                  <a:pt x="947068" y="576216"/>
                  <a:pt x="949550" y="578644"/>
                  <a:pt x="953111" y="580586"/>
                </a:cubicBezTo>
                <a:cubicBezTo>
                  <a:pt x="956672" y="582529"/>
                  <a:pt x="961798" y="583500"/>
                  <a:pt x="968489" y="583500"/>
                </a:cubicBezTo>
                <a:lnTo>
                  <a:pt x="968489" y="589328"/>
                </a:lnTo>
                <a:lnTo>
                  <a:pt x="892570" y="589328"/>
                </a:lnTo>
                <a:lnTo>
                  <a:pt x="892570" y="583500"/>
                </a:lnTo>
                <a:cubicBezTo>
                  <a:pt x="900124" y="583500"/>
                  <a:pt x="905736" y="582313"/>
                  <a:pt x="909405" y="579939"/>
                </a:cubicBezTo>
                <a:cubicBezTo>
                  <a:pt x="912103" y="578212"/>
                  <a:pt x="913991" y="575460"/>
                  <a:pt x="915071" y="571683"/>
                </a:cubicBezTo>
                <a:cubicBezTo>
                  <a:pt x="915610" y="569848"/>
                  <a:pt x="915880" y="564615"/>
                  <a:pt x="915880" y="555981"/>
                </a:cubicBezTo>
                <a:lnTo>
                  <a:pt x="915880" y="498516"/>
                </a:lnTo>
                <a:cubicBezTo>
                  <a:pt x="915880" y="481250"/>
                  <a:pt x="915503" y="470998"/>
                  <a:pt x="914747" y="467760"/>
                </a:cubicBezTo>
                <a:cubicBezTo>
                  <a:pt x="914099" y="464415"/>
                  <a:pt x="912805" y="461987"/>
                  <a:pt x="910862" y="460476"/>
                </a:cubicBezTo>
                <a:cubicBezTo>
                  <a:pt x="909027" y="458965"/>
                  <a:pt x="906707" y="458210"/>
                  <a:pt x="903901" y="458210"/>
                </a:cubicBezTo>
                <a:cubicBezTo>
                  <a:pt x="900556" y="458210"/>
                  <a:pt x="896779" y="459019"/>
                  <a:pt x="892570" y="460638"/>
                </a:cubicBezTo>
                <a:lnTo>
                  <a:pt x="890951" y="454811"/>
                </a:lnTo>
                <a:lnTo>
                  <a:pt x="935790" y="436681"/>
                </a:lnTo>
                <a:lnTo>
                  <a:pt x="942589" y="436681"/>
                </a:lnTo>
                <a:moveTo>
                  <a:pt x="1053472" y="359143"/>
                </a:moveTo>
                <a:lnTo>
                  <a:pt x="1053472" y="506772"/>
                </a:lnTo>
                <a:lnTo>
                  <a:pt x="1091189" y="472293"/>
                </a:lnTo>
                <a:cubicBezTo>
                  <a:pt x="1099175" y="464955"/>
                  <a:pt x="1103815" y="460314"/>
                  <a:pt x="1105110" y="458372"/>
                </a:cubicBezTo>
                <a:cubicBezTo>
                  <a:pt x="1105973" y="457077"/>
                  <a:pt x="1106405" y="455782"/>
                  <a:pt x="1106405" y="454487"/>
                </a:cubicBezTo>
                <a:cubicBezTo>
                  <a:pt x="1106405" y="452328"/>
                  <a:pt x="1105488" y="450494"/>
                  <a:pt x="1103653" y="448983"/>
                </a:cubicBezTo>
                <a:cubicBezTo>
                  <a:pt x="1101926" y="447364"/>
                  <a:pt x="1099013" y="446447"/>
                  <a:pt x="1094912" y="446231"/>
                </a:cubicBezTo>
                <a:lnTo>
                  <a:pt x="1094912" y="441051"/>
                </a:lnTo>
                <a:lnTo>
                  <a:pt x="1159338" y="441051"/>
                </a:lnTo>
                <a:lnTo>
                  <a:pt x="1159338" y="446231"/>
                </a:lnTo>
                <a:cubicBezTo>
                  <a:pt x="1150489" y="446447"/>
                  <a:pt x="1143096" y="447796"/>
                  <a:pt x="1137161" y="450278"/>
                </a:cubicBezTo>
                <a:cubicBezTo>
                  <a:pt x="1131333" y="452760"/>
                  <a:pt x="1124913" y="457185"/>
                  <a:pt x="1117898" y="463552"/>
                </a:cubicBezTo>
                <a:lnTo>
                  <a:pt x="1079858" y="498678"/>
                </a:lnTo>
                <a:lnTo>
                  <a:pt x="1117898" y="546755"/>
                </a:lnTo>
                <a:cubicBezTo>
                  <a:pt x="1128473" y="560028"/>
                  <a:pt x="1135596" y="568446"/>
                  <a:pt x="1139265" y="572007"/>
                </a:cubicBezTo>
                <a:cubicBezTo>
                  <a:pt x="1144445" y="577079"/>
                  <a:pt x="1148978" y="580370"/>
                  <a:pt x="1152863" y="581881"/>
                </a:cubicBezTo>
                <a:cubicBezTo>
                  <a:pt x="1155560" y="582960"/>
                  <a:pt x="1160255" y="583500"/>
                  <a:pt x="1166946" y="583500"/>
                </a:cubicBezTo>
                <a:lnTo>
                  <a:pt x="1166946" y="589328"/>
                </a:lnTo>
                <a:lnTo>
                  <a:pt x="1094912" y="589328"/>
                </a:lnTo>
                <a:lnTo>
                  <a:pt x="1094912" y="583500"/>
                </a:lnTo>
                <a:cubicBezTo>
                  <a:pt x="1099013" y="583392"/>
                  <a:pt x="1101765" y="582799"/>
                  <a:pt x="1103168" y="581719"/>
                </a:cubicBezTo>
                <a:cubicBezTo>
                  <a:pt x="1104678" y="580532"/>
                  <a:pt x="1105434" y="578914"/>
                  <a:pt x="1105434" y="576863"/>
                </a:cubicBezTo>
                <a:cubicBezTo>
                  <a:pt x="1105434" y="574381"/>
                  <a:pt x="1103275" y="570388"/>
                  <a:pt x="1098959" y="564885"/>
                </a:cubicBezTo>
                <a:lnTo>
                  <a:pt x="1053472" y="506772"/>
                </a:lnTo>
                <a:lnTo>
                  <a:pt x="1053472" y="555981"/>
                </a:lnTo>
                <a:cubicBezTo>
                  <a:pt x="1053472" y="565586"/>
                  <a:pt x="1054120" y="571899"/>
                  <a:pt x="1055415" y="574921"/>
                </a:cubicBezTo>
                <a:cubicBezTo>
                  <a:pt x="1056818" y="577942"/>
                  <a:pt x="1058760" y="580101"/>
                  <a:pt x="1061243" y="581395"/>
                </a:cubicBezTo>
                <a:cubicBezTo>
                  <a:pt x="1063724" y="582691"/>
                  <a:pt x="1069120" y="583392"/>
                  <a:pt x="1077430" y="583500"/>
                </a:cubicBezTo>
                <a:lnTo>
                  <a:pt x="1077430" y="589328"/>
                </a:lnTo>
                <a:lnTo>
                  <a:pt x="1001997" y="589328"/>
                </a:lnTo>
                <a:lnTo>
                  <a:pt x="1001997" y="583500"/>
                </a:lnTo>
                <a:cubicBezTo>
                  <a:pt x="1009551" y="583500"/>
                  <a:pt x="1015216" y="582583"/>
                  <a:pt x="1018993" y="580748"/>
                </a:cubicBezTo>
                <a:cubicBezTo>
                  <a:pt x="1021260" y="579561"/>
                  <a:pt x="1022987" y="577726"/>
                  <a:pt x="1024173" y="575244"/>
                </a:cubicBezTo>
                <a:cubicBezTo>
                  <a:pt x="1025792" y="571683"/>
                  <a:pt x="1026601" y="565532"/>
                  <a:pt x="1026601" y="556791"/>
                </a:cubicBezTo>
                <a:lnTo>
                  <a:pt x="1026601" y="421788"/>
                </a:lnTo>
                <a:cubicBezTo>
                  <a:pt x="1026601" y="404630"/>
                  <a:pt x="1026224" y="394162"/>
                  <a:pt x="1025468" y="390385"/>
                </a:cubicBezTo>
                <a:cubicBezTo>
                  <a:pt x="1024713" y="386500"/>
                  <a:pt x="1023472" y="383856"/>
                  <a:pt x="1021745" y="382453"/>
                </a:cubicBezTo>
                <a:cubicBezTo>
                  <a:pt x="1020018" y="380942"/>
                  <a:pt x="1017752" y="380187"/>
                  <a:pt x="1014947" y="380187"/>
                </a:cubicBezTo>
                <a:cubicBezTo>
                  <a:pt x="1012680" y="380187"/>
                  <a:pt x="1009281" y="381104"/>
                  <a:pt x="1004749" y="382939"/>
                </a:cubicBezTo>
                <a:lnTo>
                  <a:pt x="1001997" y="377273"/>
                </a:lnTo>
                <a:lnTo>
                  <a:pt x="1046026" y="359143"/>
                </a:lnTo>
                <a:lnTo>
                  <a:pt x="1053472" y="35914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" name="path-201">
            <a:extLst xmlns:a="http://schemas.openxmlformats.org/drawingml/2006/main">
              <a:ext uri="{FF2B5EF4-FFF2-40B4-BE49-F238E27FC236}">
                <a16:creationId xmlns:a16="http://schemas.microsoft.com/office/drawing/2014/main" id="{2BC96539-40ED-4DBB-B53F-5FED54E7B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2888" y="1284218"/>
            <a:ext cx="1304931" cy="345646"/>
          </a:xfrm>
          <a:custGeom xmlns:a="http://schemas.openxmlformats.org/drawingml/2006/main">
            <a:pathLst>
              <a:path w="1115308" h="295419">
                <a:moveTo>
                  <a:pt x="121243" y="0"/>
                </a:moveTo>
                <a:cubicBezTo>
                  <a:pt x="149733" y="0"/>
                  <a:pt x="174392" y="10846"/>
                  <a:pt x="195220" y="32537"/>
                </a:cubicBezTo>
                <a:cubicBezTo>
                  <a:pt x="216155" y="54120"/>
                  <a:pt x="226623" y="81099"/>
                  <a:pt x="226623" y="113473"/>
                </a:cubicBezTo>
                <a:cubicBezTo>
                  <a:pt x="226623" y="146819"/>
                  <a:pt x="216101" y="174500"/>
                  <a:pt x="195058" y="196515"/>
                </a:cubicBezTo>
                <a:cubicBezTo>
                  <a:pt x="174014" y="218529"/>
                  <a:pt x="148546" y="229537"/>
                  <a:pt x="118653" y="229537"/>
                </a:cubicBezTo>
                <a:cubicBezTo>
                  <a:pt x="88437" y="229537"/>
                  <a:pt x="63023" y="218799"/>
                  <a:pt x="42411" y="197324"/>
                </a:cubicBezTo>
                <a:cubicBezTo>
                  <a:pt x="21907" y="175849"/>
                  <a:pt x="11655" y="148060"/>
                  <a:pt x="11655" y="113959"/>
                </a:cubicBezTo>
                <a:cubicBezTo>
                  <a:pt x="11655" y="79102"/>
                  <a:pt x="23526" y="50666"/>
                  <a:pt x="47267" y="28652"/>
                </a:cubicBezTo>
                <a:cubicBezTo>
                  <a:pt x="67879" y="9551"/>
                  <a:pt x="92538" y="0"/>
                  <a:pt x="121243" y="0"/>
                </a:cubicBezTo>
                <a:moveTo>
                  <a:pt x="118168" y="11817"/>
                </a:moveTo>
                <a:cubicBezTo>
                  <a:pt x="98527" y="11817"/>
                  <a:pt x="82771" y="19101"/>
                  <a:pt x="70900" y="33670"/>
                </a:cubicBezTo>
                <a:cubicBezTo>
                  <a:pt x="56116" y="51800"/>
                  <a:pt x="48724" y="78347"/>
                  <a:pt x="48724" y="113311"/>
                </a:cubicBezTo>
                <a:cubicBezTo>
                  <a:pt x="48724" y="149139"/>
                  <a:pt x="56386" y="176712"/>
                  <a:pt x="71710" y="196029"/>
                </a:cubicBezTo>
                <a:cubicBezTo>
                  <a:pt x="83473" y="210705"/>
                  <a:pt x="99013" y="218044"/>
                  <a:pt x="118330" y="218044"/>
                </a:cubicBezTo>
                <a:cubicBezTo>
                  <a:pt x="138941" y="218044"/>
                  <a:pt x="155938" y="210004"/>
                  <a:pt x="169320" y="193925"/>
                </a:cubicBezTo>
                <a:cubicBezTo>
                  <a:pt x="182809" y="177845"/>
                  <a:pt x="189554" y="152485"/>
                  <a:pt x="189554" y="117844"/>
                </a:cubicBezTo>
                <a:cubicBezTo>
                  <a:pt x="189554" y="80289"/>
                  <a:pt x="182162" y="52285"/>
                  <a:pt x="167377" y="33832"/>
                </a:cubicBezTo>
                <a:cubicBezTo>
                  <a:pt x="155506" y="19155"/>
                  <a:pt x="139104" y="11817"/>
                  <a:pt x="118168" y="11817"/>
                </a:cubicBezTo>
                <a:moveTo>
                  <a:pt x="379917" y="76242"/>
                </a:moveTo>
                <a:lnTo>
                  <a:pt x="379917" y="166082"/>
                </a:lnTo>
                <a:cubicBezTo>
                  <a:pt x="379917" y="183241"/>
                  <a:pt x="380295" y="193763"/>
                  <a:pt x="381050" y="197648"/>
                </a:cubicBezTo>
                <a:cubicBezTo>
                  <a:pt x="381913" y="201425"/>
                  <a:pt x="383208" y="204068"/>
                  <a:pt x="384935" y="205579"/>
                </a:cubicBezTo>
                <a:cubicBezTo>
                  <a:pt x="386770" y="207090"/>
                  <a:pt x="388874" y="207846"/>
                  <a:pt x="391248" y="207846"/>
                </a:cubicBezTo>
                <a:cubicBezTo>
                  <a:pt x="394594" y="207846"/>
                  <a:pt x="398371" y="206928"/>
                  <a:pt x="402579" y="205094"/>
                </a:cubicBezTo>
                <a:lnTo>
                  <a:pt x="404845" y="210759"/>
                </a:lnTo>
                <a:lnTo>
                  <a:pt x="360492" y="229051"/>
                </a:lnTo>
                <a:lnTo>
                  <a:pt x="353208" y="229051"/>
                </a:lnTo>
                <a:lnTo>
                  <a:pt x="353208" y="197648"/>
                </a:lnTo>
                <a:cubicBezTo>
                  <a:pt x="340474" y="211461"/>
                  <a:pt x="330761" y="220148"/>
                  <a:pt x="324070" y="223709"/>
                </a:cubicBezTo>
                <a:cubicBezTo>
                  <a:pt x="317380" y="227270"/>
                  <a:pt x="310312" y="229051"/>
                  <a:pt x="302865" y="229051"/>
                </a:cubicBezTo>
                <a:cubicBezTo>
                  <a:pt x="294556" y="229051"/>
                  <a:pt x="287326" y="226677"/>
                  <a:pt x="281174" y="221929"/>
                </a:cubicBezTo>
                <a:cubicBezTo>
                  <a:pt x="275131" y="217072"/>
                  <a:pt x="270923" y="210867"/>
                  <a:pt x="268548" y="203313"/>
                </a:cubicBezTo>
                <a:cubicBezTo>
                  <a:pt x="266174" y="195759"/>
                  <a:pt x="264986" y="185076"/>
                  <a:pt x="264986" y="171262"/>
                </a:cubicBezTo>
                <a:lnTo>
                  <a:pt x="264986" y="105056"/>
                </a:lnTo>
                <a:cubicBezTo>
                  <a:pt x="264986" y="98042"/>
                  <a:pt x="264232" y="93185"/>
                  <a:pt x="262720" y="90487"/>
                </a:cubicBezTo>
                <a:cubicBezTo>
                  <a:pt x="261210" y="87789"/>
                  <a:pt x="258944" y="85739"/>
                  <a:pt x="255922" y="84336"/>
                </a:cubicBezTo>
                <a:cubicBezTo>
                  <a:pt x="253008" y="82825"/>
                  <a:pt x="247666" y="82124"/>
                  <a:pt x="239897" y="82232"/>
                </a:cubicBezTo>
                <a:lnTo>
                  <a:pt x="239897" y="76242"/>
                </a:lnTo>
                <a:lnTo>
                  <a:pt x="291858" y="76242"/>
                </a:lnTo>
                <a:lnTo>
                  <a:pt x="291858" y="175471"/>
                </a:lnTo>
                <a:cubicBezTo>
                  <a:pt x="291858" y="189284"/>
                  <a:pt x="294232" y="198349"/>
                  <a:pt x="298981" y="202666"/>
                </a:cubicBezTo>
                <a:cubicBezTo>
                  <a:pt x="303836" y="206982"/>
                  <a:pt x="309664" y="209141"/>
                  <a:pt x="316463" y="209141"/>
                </a:cubicBezTo>
                <a:cubicBezTo>
                  <a:pt x="321103" y="209141"/>
                  <a:pt x="326336" y="207684"/>
                  <a:pt x="332164" y="204770"/>
                </a:cubicBezTo>
                <a:cubicBezTo>
                  <a:pt x="338099" y="201856"/>
                  <a:pt x="345114" y="196299"/>
                  <a:pt x="353208" y="188097"/>
                </a:cubicBezTo>
                <a:lnTo>
                  <a:pt x="353208" y="104085"/>
                </a:lnTo>
                <a:cubicBezTo>
                  <a:pt x="353208" y="95667"/>
                  <a:pt x="351643" y="90002"/>
                  <a:pt x="348514" y="87088"/>
                </a:cubicBezTo>
                <a:cubicBezTo>
                  <a:pt x="345492" y="84066"/>
                  <a:pt x="339125" y="82448"/>
                  <a:pt x="329413" y="82232"/>
                </a:cubicBezTo>
                <a:lnTo>
                  <a:pt x="329413" y="76242"/>
                </a:lnTo>
                <a:lnTo>
                  <a:pt x="379917" y="76242"/>
                </a:lnTo>
                <a:moveTo>
                  <a:pt x="458750" y="27518"/>
                </a:moveTo>
                <a:lnTo>
                  <a:pt x="458750" y="76242"/>
                </a:lnTo>
                <a:lnTo>
                  <a:pt x="493391" y="76242"/>
                </a:lnTo>
                <a:lnTo>
                  <a:pt x="493391" y="87574"/>
                </a:lnTo>
                <a:lnTo>
                  <a:pt x="458750" y="87574"/>
                </a:lnTo>
                <a:lnTo>
                  <a:pt x="458750" y="183727"/>
                </a:lnTo>
                <a:cubicBezTo>
                  <a:pt x="458750" y="193331"/>
                  <a:pt x="460098" y="199806"/>
                  <a:pt x="462796" y="203151"/>
                </a:cubicBezTo>
                <a:cubicBezTo>
                  <a:pt x="465603" y="206497"/>
                  <a:pt x="469163" y="208169"/>
                  <a:pt x="473480" y="208169"/>
                </a:cubicBezTo>
                <a:cubicBezTo>
                  <a:pt x="477041" y="208169"/>
                  <a:pt x="480495" y="207090"/>
                  <a:pt x="483840" y="204932"/>
                </a:cubicBezTo>
                <a:cubicBezTo>
                  <a:pt x="487185" y="202666"/>
                  <a:pt x="489775" y="199374"/>
                  <a:pt x="491610" y="195058"/>
                </a:cubicBezTo>
                <a:lnTo>
                  <a:pt x="497923" y="195058"/>
                </a:lnTo>
                <a:cubicBezTo>
                  <a:pt x="494146" y="205633"/>
                  <a:pt x="488804" y="213619"/>
                  <a:pt x="481898" y="219015"/>
                </a:cubicBezTo>
                <a:cubicBezTo>
                  <a:pt x="474990" y="224303"/>
                  <a:pt x="467869" y="226947"/>
                  <a:pt x="460530" y="226947"/>
                </a:cubicBezTo>
                <a:cubicBezTo>
                  <a:pt x="455565" y="226947"/>
                  <a:pt x="450710" y="225598"/>
                  <a:pt x="445961" y="222900"/>
                </a:cubicBezTo>
                <a:cubicBezTo>
                  <a:pt x="441214" y="220094"/>
                  <a:pt x="437705" y="216155"/>
                  <a:pt x="435439" y="211083"/>
                </a:cubicBezTo>
                <a:cubicBezTo>
                  <a:pt x="433173" y="205903"/>
                  <a:pt x="432040" y="197971"/>
                  <a:pt x="432040" y="187288"/>
                </a:cubicBezTo>
                <a:lnTo>
                  <a:pt x="432040" y="87574"/>
                </a:lnTo>
                <a:lnTo>
                  <a:pt x="408569" y="87574"/>
                </a:lnTo>
                <a:lnTo>
                  <a:pt x="408569" y="82232"/>
                </a:lnTo>
                <a:cubicBezTo>
                  <a:pt x="414504" y="79858"/>
                  <a:pt x="420548" y="75865"/>
                  <a:pt x="426698" y="70253"/>
                </a:cubicBezTo>
                <a:cubicBezTo>
                  <a:pt x="432958" y="64533"/>
                  <a:pt x="438516" y="57789"/>
                  <a:pt x="443372" y="50019"/>
                </a:cubicBezTo>
                <a:cubicBezTo>
                  <a:pt x="445854" y="45918"/>
                  <a:pt x="449307" y="38418"/>
                  <a:pt x="453731" y="27518"/>
                </a:cubicBezTo>
                <a:lnTo>
                  <a:pt x="458750" y="27518"/>
                </a:lnTo>
                <a:moveTo>
                  <a:pt x="497275" y="90973"/>
                </a:moveTo>
                <a:lnTo>
                  <a:pt x="542924" y="72519"/>
                </a:lnTo>
                <a:lnTo>
                  <a:pt x="549075" y="72519"/>
                </a:lnTo>
                <a:lnTo>
                  <a:pt x="549075" y="107160"/>
                </a:lnTo>
                <a:cubicBezTo>
                  <a:pt x="556736" y="94103"/>
                  <a:pt x="564398" y="84984"/>
                  <a:pt x="572061" y="79804"/>
                </a:cubicBezTo>
                <a:cubicBezTo>
                  <a:pt x="579831" y="74516"/>
                  <a:pt x="587979" y="71872"/>
                  <a:pt x="596504" y="71872"/>
                </a:cubicBezTo>
                <a:cubicBezTo>
                  <a:pt x="611397" y="71872"/>
                  <a:pt x="623806" y="77699"/>
                  <a:pt x="633735" y="89354"/>
                </a:cubicBezTo>
                <a:cubicBezTo>
                  <a:pt x="645929" y="103599"/>
                  <a:pt x="652026" y="122161"/>
                  <a:pt x="652026" y="145039"/>
                </a:cubicBezTo>
                <a:cubicBezTo>
                  <a:pt x="652026" y="170615"/>
                  <a:pt x="644688" y="191766"/>
                  <a:pt x="630011" y="208493"/>
                </a:cubicBezTo>
                <a:cubicBezTo>
                  <a:pt x="617926" y="222198"/>
                  <a:pt x="602709" y="229051"/>
                  <a:pt x="584364" y="229051"/>
                </a:cubicBezTo>
                <a:cubicBezTo>
                  <a:pt x="576378" y="229051"/>
                  <a:pt x="569471" y="227918"/>
                  <a:pt x="563644" y="225652"/>
                </a:cubicBezTo>
                <a:cubicBezTo>
                  <a:pt x="559327" y="224033"/>
                  <a:pt x="554470" y="220795"/>
                  <a:pt x="549075" y="215939"/>
                </a:cubicBezTo>
                <a:lnTo>
                  <a:pt x="549075" y="261102"/>
                </a:lnTo>
                <a:cubicBezTo>
                  <a:pt x="549075" y="271246"/>
                  <a:pt x="549668" y="277667"/>
                  <a:pt x="550856" y="280365"/>
                </a:cubicBezTo>
                <a:cubicBezTo>
                  <a:pt x="552151" y="283171"/>
                  <a:pt x="554309" y="285383"/>
                  <a:pt x="557330" y="287002"/>
                </a:cubicBezTo>
                <a:cubicBezTo>
                  <a:pt x="560460" y="288621"/>
                  <a:pt x="566072" y="289430"/>
                  <a:pt x="574165" y="289430"/>
                </a:cubicBezTo>
                <a:lnTo>
                  <a:pt x="574165" y="295419"/>
                </a:lnTo>
                <a:lnTo>
                  <a:pt x="496466" y="295419"/>
                </a:lnTo>
                <a:lnTo>
                  <a:pt x="496466" y="289430"/>
                </a:lnTo>
                <a:lnTo>
                  <a:pt x="500513" y="289430"/>
                </a:lnTo>
                <a:cubicBezTo>
                  <a:pt x="506448" y="289538"/>
                  <a:pt x="511521" y="288405"/>
                  <a:pt x="515729" y="286031"/>
                </a:cubicBezTo>
                <a:cubicBezTo>
                  <a:pt x="517779" y="284843"/>
                  <a:pt x="519344" y="282901"/>
                  <a:pt x="520424" y="280203"/>
                </a:cubicBezTo>
                <a:cubicBezTo>
                  <a:pt x="521610" y="277613"/>
                  <a:pt x="522204" y="270922"/>
                  <a:pt x="522204" y="260131"/>
                </a:cubicBezTo>
                <a:lnTo>
                  <a:pt x="522204" y="119948"/>
                </a:lnTo>
                <a:cubicBezTo>
                  <a:pt x="522204" y="110344"/>
                  <a:pt x="521772" y="104246"/>
                  <a:pt x="520909" y="101656"/>
                </a:cubicBezTo>
                <a:cubicBezTo>
                  <a:pt x="520045" y="99067"/>
                  <a:pt x="518642" y="97124"/>
                  <a:pt x="516700" y="95829"/>
                </a:cubicBezTo>
                <a:cubicBezTo>
                  <a:pt x="514866" y="94534"/>
                  <a:pt x="512330" y="93887"/>
                  <a:pt x="509093" y="93887"/>
                </a:cubicBezTo>
                <a:cubicBezTo>
                  <a:pt x="506502" y="93887"/>
                  <a:pt x="503211" y="94642"/>
                  <a:pt x="499217" y="96153"/>
                </a:cubicBezTo>
                <a:lnTo>
                  <a:pt x="497275" y="90973"/>
                </a:lnTo>
                <a:moveTo>
                  <a:pt x="549075" y="116711"/>
                </a:moveTo>
                <a:lnTo>
                  <a:pt x="549075" y="172072"/>
                </a:lnTo>
                <a:cubicBezTo>
                  <a:pt x="549075" y="184050"/>
                  <a:pt x="549560" y="191928"/>
                  <a:pt x="550531" y="195705"/>
                </a:cubicBezTo>
                <a:cubicBezTo>
                  <a:pt x="552043" y="201964"/>
                  <a:pt x="555712" y="207468"/>
                  <a:pt x="561540" y="212216"/>
                </a:cubicBezTo>
                <a:cubicBezTo>
                  <a:pt x="567475" y="216964"/>
                  <a:pt x="574921" y="219339"/>
                  <a:pt x="583878" y="219339"/>
                </a:cubicBezTo>
                <a:cubicBezTo>
                  <a:pt x="594670" y="219339"/>
                  <a:pt x="603410" y="215130"/>
                  <a:pt x="610101" y="206713"/>
                </a:cubicBezTo>
                <a:cubicBezTo>
                  <a:pt x="618842" y="195705"/>
                  <a:pt x="623213" y="180219"/>
                  <a:pt x="623213" y="160255"/>
                </a:cubicBezTo>
                <a:cubicBezTo>
                  <a:pt x="623213" y="137593"/>
                  <a:pt x="618248" y="120164"/>
                  <a:pt x="608320" y="107970"/>
                </a:cubicBezTo>
                <a:cubicBezTo>
                  <a:pt x="601414" y="99552"/>
                  <a:pt x="593212" y="95344"/>
                  <a:pt x="583716" y="95344"/>
                </a:cubicBezTo>
                <a:cubicBezTo>
                  <a:pt x="578536" y="95344"/>
                  <a:pt x="573410" y="96638"/>
                  <a:pt x="568338" y="99228"/>
                </a:cubicBezTo>
                <a:cubicBezTo>
                  <a:pt x="564453" y="101171"/>
                  <a:pt x="558032" y="106999"/>
                  <a:pt x="549075" y="116711"/>
                </a:cubicBezTo>
                <a:moveTo>
                  <a:pt x="803702" y="76242"/>
                </a:moveTo>
                <a:lnTo>
                  <a:pt x="803702" y="166082"/>
                </a:lnTo>
                <a:cubicBezTo>
                  <a:pt x="803702" y="183241"/>
                  <a:pt x="804080" y="193763"/>
                  <a:pt x="804836" y="197648"/>
                </a:cubicBezTo>
                <a:cubicBezTo>
                  <a:pt x="805698" y="201425"/>
                  <a:pt x="806993" y="204068"/>
                  <a:pt x="808720" y="205579"/>
                </a:cubicBezTo>
                <a:cubicBezTo>
                  <a:pt x="810554" y="207090"/>
                  <a:pt x="812659" y="207846"/>
                  <a:pt x="815034" y="207846"/>
                </a:cubicBezTo>
                <a:cubicBezTo>
                  <a:pt x="818378" y="207846"/>
                  <a:pt x="822155" y="206928"/>
                  <a:pt x="826365" y="205094"/>
                </a:cubicBezTo>
                <a:lnTo>
                  <a:pt x="828631" y="210759"/>
                </a:lnTo>
                <a:lnTo>
                  <a:pt x="784278" y="229051"/>
                </a:lnTo>
                <a:lnTo>
                  <a:pt x="776993" y="229051"/>
                </a:lnTo>
                <a:lnTo>
                  <a:pt x="776993" y="197648"/>
                </a:lnTo>
                <a:cubicBezTo>
                  <a:pt x="764259" y="211461"/>
                  <a:pt x="754546" y="220148"/>
                  <a:pt x="747856" y="223709"/>
                </a:cubicBezTo>
                <a:cubicBezTo>
                  <a:pt x="741165" y="227270"/>
                  <a:pt x="734097" y="229051"/>
                  <a:pt x="726650" y="229051"/>
                </a:cubicBezTo>
                <a:cubicBezTo>
                  <a:pt x="718341" y="229051"/>
                  <a:pt x="711110" y="226677"/>
                  <a:pt x="704959" y="221929"/>
                </a:cubicBezTo>
                <a:cubicBezTo>
                  <a:pt x="698916" y="217072"/>
                  <a:pt x="694707" y="210867"/>
                  <a:pt x="692334" y="203313"/>
                </a:cubicBezTo>
                <a:cubicBezTo>
                  <a:pt x="689958" y="195759"/>
                  <a:pt x="688772" y="185076"/>
                  <a:pt x="688772" y="171262"/>
                </a:cubicBezTo>
                <a:lnTo>
                  <a:pt x="688772" y="105056"/>
                </a:lnTo>
                <a:cubicBezTo>
                  <a:pt x="688772" y="98042"/>
                  <a:pt x="688016" y="93185"/>
                  <a:pt x="686506" y="90487"/>
                </a:cubicBezTo>
                <a:cubicBezTo>
                  <a:pt x="684994" y="87789"/>
                  <a:pt x="682728" y="85739"/>
                  <a:pt x="679707" y="84336"/>
                </a:cubicBezTo>
                <a:cubicBezTo>
                  <a:pt x="676793" y="82825"/>
                  <a:pt x="671451" y="82124"/>
                  <a:pt x="663682" y="82232"/>
                </a:cubicBezTo>
                <a:lnTo>
                  <a:pt x="663682" y="76242"/>
                </a:lnTo>
                <a:lnTo>
                  <a:pt x="715643" y="76242"/>
                </a:lnTo>
                <a:lnTo>
                  <a:pt x="715643" y="175471"/>
                </a:lnTo>
                <a:cubicBezTo>
                  <a:pt x="715643" y="189284"/>
                  <a:pt x="718017" y="198349"/>
                  <a:pt x="722765" y="202666"/>
                </a:cubicBezTo>
                <a:cubicBezTo>
                  <a:pt x="727621" y="206982"/>
                  <a:pt x="733448" y="209141"/>
                  <a:pt x="740247" y="209141"/>
                </a:cubicBezTo>
                <a:cubicBezTo>
                  <a:pt x="744888" y="209141"/>
                  <a:pt x="750122" y="207684"/>
                  <a:pt x="755950" y="204770"/>
                </a:cubicBezTo>
                <a:cubicBezTo>
                  <a:pt x="761885" y="201856"/>
                  <a:pt x="768899" y="196299"/>
                  <a:pt x="776993" y="188097"/>
                </a:cubicBezTo>
                <a:lnTo>
                  <a:pt x="776993" y="104085"/>
                </a:lnTo>
                <a:cubicBezTo>
                  <a:pt x="776993" y="95667"/>
                  <a:pt x="775428" y="90002"/>
                  <a:pt x="772298" y="87088"/>
                </a:cubicBezTo>
                <a:cubicBezTo>
                  <a:pt x="769276" y="84066"/>
                  <a:pt x="762909" y="82448"/>
                  <a:pt x="753197" y="82232"/>
                </a:cubicBezTo>
                <a:lnTo>
                  <a:pt x="753197" y="76242"/>
                </a:lnTo>
                <a:lnTo>
                  <a:pt x="803702" y="76242"/>
                </a:lnTo>
                <a:moveTo>
                  <a:pt x="882534" y="27518"/>
                </a:moveTo>
                <a:lnTo>
                  <a:pt x="882534" y="76242"/>
                </a:lnTo>
                <a:lnTo>
                  <a:pt x="917176" y="76242"/>
                </a:lnTo>
                <a:lnTo>
                  <a:pt x="917176" y="87574"/>
                </a:lnTo>
                <a:lnTo>
                  <a:pt x="882534" y="87574"/>
                </a:lnTo>
                <a:lnTo>
                  <a:pt x="882534" y="183727"/>
                </a:lnTo>
                <a:cubicBezTo>
                  <a:pt x="882534" y="193331"/>
                  <a:pt x="883884" y="199806"/>
                  <a:pt x="886582" y="203151"/>
                </a:cubicBezTo>
                <a:cubicBezTo>
                  <a:pt x="889387" y="206497"/>
                  <a:pt x="892949" y="208169"/>
                  <a:pt x="897265" y="208169"/>
                </a:cubicBezTo>
                <a:cubicBezTo>
                  <a:pt x="900826" y="208169"/>
                  <a:pt x="904280" y="207090"/>
                  <a:pt x="907625" y="204932"/>
                </a:cubicBezTo>
                <a:cubicBezTo>
                  <a:pt x="910969" y="202666"/>
                  <a:pt x="913560" y="199374"/>
                  <a:pt x="915394" y="195058"/>
                </a:cubicBezTo>
                <a:lnTo>
                  <a:pt x="921708" y="195058"/>
                </a:lnTo>
                <a:cubicBezTo>
                  <a:pt x="917930" y="205633"/>
                  <a:pt x="912589" y="213619"/>
                  <a:pt x="905682" y="219015"/>
                </a:cubicBezTo>
                <a:cubicBezTo>
                  <a:pt x="898776" y="224303"/>
                  <a:pt x="891653" y="226947"/>
                  <a:pt x="884315" y="226947"/>
                </a:cubicBezTo>
                <a:cubicBezTo>
                  <a:pt x="879351" y="226947"/>
                  <a:pt x="874495" y="225598"/>
                  <a:pt x="869746" y="222900"/>
                </a:cubicBezTo>
                <a:cubicBezTo>
                  <a:pt x="864998" y="220094"/>
                  <a:pt x="861491" y="216155"/>
                  <a:pt x="859225" y="211083"/>
                </a:cubicBezTo>
                <a:cubicBezTo>
                  <a:pt x="856959" y="205903"/>
                  <a:pt x="855826" y="197971"/>
                  <a:pt x="855826" y="187288"/>
                </a:cubicBezTo>
                <a:lnTo>
                  <a:pt x="855826" y="87574"/>
                </a:lnTo>
                <a:lnTo>
                  <a:pt x="832353" y="87574"/>
                </a:lnTo>
                <a:lnTo>
                  <a:pt x="832353" y="82232"/>
                </a:lnTo>
                <a:cubicBezTo>
                  <a:pt x="838288" y="79858"/>
                  <a:pt x="844332" y="75865"/>
                  <a:pt x="850483" y="70253"/>
                </a:cubicBezTo>
                <a:cubicBezTo>
                  <a:pt x="856742" y="64533"/>
                  <a:pt x="862300" y="57789"/>
                  <a:pt x="867157" y="50019"/>
                </a:cubicBezTo>
                <a:cubicBezTo>
                  <a:pt x="869638" y="45918"/>
                  <a:pt x="873092" y="38418"/>
                  <a:pt x="877517" y="27518"/>
                </a:cubicBezTo>
                <a:lnTo>
                  <a:pt x="882534" y="27518"/>
                </a:lnTo>
                <a:moveTo>
                  <a:pt x="1027573" y="71872"/>
                </a:moveTo>
                <a:lnTo>
                  <a:pt x="1027573" y="122377"/>
                </a:lnTo>
                <a:lnTo>
                  <a:pt x="1022231" y="122377"/>
                </a:lnTo>
                <a:cubicBezTo>
                  <a:pt x="1018130" y="106513"/>
                  <a:pt x="1012843" y="95721"/>
                  <a:pt x="1006367" y="90002"/>
                </a:cubicBezTo>
                <a:cubicBezTo>
                  <a:pt x="1000000" y="84282"/>
                  <a:pt x="991853" y="81423"/>
                  <a:pt x="981925" y="81423"/>
                </a:cubicBezTo>
                <a:cubicBezTo>
                  <a:pt x="974370" y="81423"/>
                  <a:pt x="968273" y="83419"/>
                  <a:pt x="963633" y="87412"/>
                </a:cubicBezTo>
                <a:cubicBezTo>
                  <a:pt x="958993" y="91405"/>
                  <a:pt x="956672" y="95829"/>
                  <a:pt x="956672" y="100685"/>
                </a:cubicBezTo>
                <a:cubicBezTo>
                  <a:pt x="956672" y="106729"/>
                  <a:pt x="958399" y="111909"/>
                  <a:pt x="961852" y="116225"/>
                </a:cubicBezTo>
                <a:cubicBezTo>
                  <a:pt x="965198" y="120650"/>
                  <a:pt x="971997" y="125344"/>
                  <a:pt x="982249" y="130308"/>
                </a:cubicBezTo>
                <a:lnTo>
                  <a:pt x="1005882" y="141801"/>
                </a:lnTo>
                <a:cubicBezTo>
                  <a:pt x="1027789" y="152485"/>
                  <a:pt x="1038742" y="166568"/>
                  <a:pt x="1038742" y="184050"/>
                </a:cubicBezTo>
                <a:cubicBezTo>
                  <a:pt x="1038742" y="197540"/>
                  <a:pt x="1033616" y="208439"/>
                  <a:pt x="1023364" y="216749"/>
                </a:cubicBezTo>
                <a:cubicBezTo>
                  <a:pt x="1013220" y="224950"/>
                  <a:pt x="1001835" y="229051"/>
                  <a:pt x="989209" y="229051"/>
                </a:cubicBezTo>
                <a:cubicBezTo>
                  <a:pt x="980144" y="229051"/>
                  <a:pt x="969784" y="227432"/>
                  <a:pt x="958130" y="224195"/>
                </a:cubicBezTo>
                <a:cubicBezTo>
                  <a:pt x="954568" y="223116"/>
                  <a:pt x="951654" y="222576"/>
                  <a:pt x="949388" y="222576"/>
                </a:cubicBezTo>
                <a:cubicBezTo>
                  <a:pt x="946906" y="222576"/>
                  <a:pt x="944964" y="223979"/>
                  <a:pt x="943560" y="226785"/>
                </a:cubicBezTo>
                <a:lnTo>
                  <a:pt x="938219" y="226785"/>
                </a:lnTo>
                <a:lnTo>
                  <a:pt x="938219" y="173852"/>
                </a:lnTo>
                <a:lnTo>
                  <a:pt x="943560" y="173852"/>
                </a:lnTo>
                <a:cubicBezTo>
                  <a:pt x="946582" y="188960"/>
                  <a:pt x="952355" y="200346"/>
                  <a:pt x="960881" y="208007"/>
                </a:cubicBezTo>
                <a:cubicBezTo>
                  <a:pt x="969406" y="215670"/>
                  <a:pt x="978957" y="219501"/>
                  <a:pt x="989533" y="219501"/>
                </a:cubicBezTo>
                <a:cubicBezTo>
                  <a:pt x="996979" y="219501"/>
                  <a:pt x="1003022" y="217342"/>
                  <a:pt x="1007662" y="213026"/>
                </a:cubicBezTo>
                <a:cubicBezTo>
                  <a:pt x="1012411" y="208601"/>
                  <a:pt x="1014785" y="203313"/>
                  <a:pt x="1014785" y="197162"/>
                </a:cubicBezTo>
                <a:cubicBezTo>
                  <a:pt x="1014785" y="189716"/>
                  <a:pt x="1012140" y="183457"/>
                  <a:pt x="1006853" y="178384"/>
                </a:cubicBezTo>
                <a:cubicBezTo>
                  <a:pt x="1001673" y="173313"/>
                  <a:pt x="991259" y="166892"/>
                  <a:pt x="975611" y="159122"/>
                </a:cubicBezTo>
                <a:cubicBezTo>
                  <a:pt x="959964" y="151352"/>
                  <a:pt x="949712" y="144337"/>
                  <a:pt x="944855" y="138078"/>
                </a:cubicBezTo>
                <a:cubicBezTo>
                  <a:pt x="940000" y="131927"/>
                  <a:pt x="937572" y="124157"/>
                  <a:pt x="937572" y="114768"/>
                </a:cubicBezTo>
                <a:cubicBezTo>
                  <a:pt x="937572" y="102574"/>
                  <a:pt x="941725" y="92376"/>
                  <a:pt x="950036" y="84174"/>
                </a:cubicBezTo>
                <a:cubicBezTo>
                  <a:pt x="958452" y="75973"/>
                  <a:pt x="969299" y="71872"/>
                  <a:pt x="982572" y="71872"/>
                </a:cubicBezTo>
                <a:cubicBezTo>
                  <a:pt x="988399" y="71872"/>
                  <a:pt x="995468" y="73113"/>
                  <a:pt x="1003778" y="75595"/>
                </a:cubicBezTo>
                <a:cubicBezTo>
                  <a:pt x="1009282" y="77214"/>
                  <a:pt x="1012951" y="78023"/>
                  <a:pt x="1014785" y="78023"/>
                </a:cubicBezTo>
                <a:cubicBezTo>
                  <a:pt x="1016512" y="78023"/>
                  <a:pt x="1017860" y="77645"/>
                  <a:pt x="1018831" y="76890"/>
                </a:cubicBezTo>
                <a:cubicBezTo>
                  <a:pt x="1019802" y="76135"/>
                  <a:pt x="1020936" y="74462"/>
                  <a:pt x="1022231" y="71872"/>
                </a:cubicBezTo>
                <a:lnTo>
                  <a:pt x="1027573" y="71872"/>
                </a:lnTo>
                <a:moveTo>
                  <a:pt x="1097340" y="71710"/>
                </a:moveTo>
                <a:cubicBezTo>
                  <a:pt x="1102304" y="71710"/>
                  <a:pt x="1106513" y="73491"/>
                  <a:pt x="1109966" y="77052"/>
                </a:cubicBezTo>
                <a:cubicBezTo>
                  <a:pt x="1113528" y="80505"/>
                  <a:pt x="1115308" y="84714"/>
                  <a:pt x="1115308" y="89678"/>
                </a:cubicBezTo>
                <a:cubicBezTo>
                  <a:pt x="1115308" y="94642"/>
                  <a:pt x="1113528" y="98905"/>
                  <a:pt x="1109966" y="102466"/>
                </a:cubicBezTo>
                <a:cubicBezTo>
                  <a:pt x="1106513" y="105919"/>
                  <a:pt x="1102304" y="107646"/>
                  <a:pt x="1097340" y="107646"/>
                </a:cubicBezTo>
                <a:cubicBezTo>
                  <a:pt x="1092376" y="107646"/>
                  <a:pt x="1088113" y="105919"/>
                  <a:pt x="1084553" y="102466"/>
                </a:cubicBezTo>
                <a:cubicBezTo>
                  <a:pt x="1081099" y="98905"/>
                  <a:pt x="1079372" y="94642"/>
                  <a:pt x="1079372" y="89678"/>
                </a:cubicBezTo>
                <a:cubicBezTo>
                  <a:pt x="1079372" y="84714"/>
                  <a:pt x="1081099" y="80505"/>
                  <a:pt x="1084553" y="77052"/>
                </a:cubicBezTo>
                <a:cubicBezTo>
                  <a:pt x="1088113" y="73491"/>
                  <a:pt x="1092376" y="71710"/>
                  <a:pt x="1097340" y="71710"/>
                </a:cubicBezTo>
                <a:moveTo>
                  <a:pt x="1097017" y="192953"/>
                </a:moveTo>
                <a:cubicBezTo>
                  <a:pt x="1102089" y="192953"/>
                  <a:pt x="1106352" y="194734"/>
                  <a:pt x="1109804" y="198295"/>
                </a:cubicBezTo>
                <a:cubicBezTo>
                  <a:pt x="1113366" y="201856"/>
                  <a:pt x="1115147" y="206119"/>
                  <a:pt x="1115147" y="211083"/>
                </a:cubicBezTo>
                <a:cubicBezTo>
                  <a:pt x="1115147" y="216047"/>
                  <a:pt x="1113366" y="220310"/>
                  <a:pt x="1109804" y="223871"/>
                </a:cubicBezTo>
                <a:cubicBezTo>
                  <a:pt x="1106243" y="227324"/>
                  <a:pt x="1101980" y="229051"/>
                  <a:pt x="1097017" y="229051"/>
                </a:cubicBezTo>
                <a:cubicBezTo>
                  <a:pt x="1092053" y="229051"/>
                  <a:pt x="1087790" y="227324"/>
                  <a:pt x="1084229" y="223871"/>
                </a:cubicBezTo>
                <a:cubicBezTo>
                  <a:pt x="1080775" y="220310"/>
                  <a:pt x="1079048" y="216047"/>
                  <a:pt x="1079048" y="211083"/>
                </a:cubicBezTo>
                <a:cubicBezTo>
                  <a:pt x="1079048" y="206119"/>
                  <a:pt x="1080775" y="201856"/>
                  <a:pt x="1084229" y="198295"/>
                </a:cubicBezTo>
                <a:cubicBezTo>
                  <a:pt x="1087790" y="194734"/>
                  <a:pt x="1092053" y="192953"/>
                  <a:pt x="1097017" y="19295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" name="path-203">
            <a:extLst xmlns:a="http://schemas.openxmlformats.org/drawingml/2006/main">
              <a:ext uri="{FF2B5EF4-FFF2-40B4-BE49-F238E27FC236}">
                <a16:creationId xmlns:a16="http://schemas.microsoft.com/office/drawing/2014/main" id="{6572EAE4-AA0D-4B27-ADE2-AB951A7CA6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0426" y="1697793"/>
            <a:ext cx="1242052" cy="353032"/>
          </a:xfrm>
          <a:custGeom xmlns:a="http://schemas.openxmlformats.org/drawingml/2006/main">
            <a:pathLst>
              <a:path w="1061567" h="301732">
                <a:moveTo>
                  <a:pt x="186964" y="5666"/>
                </a:moveTo>
                <a:lnTo>
                  <a:pt x="170291" y="188259"/>
                </a:lnTo>
                <a:cubicBezTo>
                  <a:pt x="169427" y="196784"/>
                  <a:pt x="168996" y="202396"/>
                  <a:pt x="168996" y="205094"/>
                </a:cubicBezTo>
                <a:cubicBezTo>
                  <a:pt x="168996" y="209410"/>
                  <a:pt x="169805" y="212702"/>
                  <a:pt x="171424" y="214968"/>
                </a:cubicBezTo>
                <a:cubicBezTo>
                  <a:pt x="173474" y="218097"/>
                  <a:pt x="176226" y="220418"/>
                  <a:pt x="179680" y="221929"/>
                </a:cubicBezTo>
                <a:cubicBezTo>
                  <a:pt x="183240" y="223439"/>
                  <a:pt x="189176" y="224195"/>
                  <a:pt x="197485" y="224195"/>
                </a:cubicBezTo>
                <a:lnTo>
                  <a:pt x="195705" y="230184"/>
                </a:lnTo>
                <a:lnTo>
                  <a:pt x="109265" y="230184"/>
                </a:lnTo>
                <a:lnTo>
                  <a:pt x="111045" y="224195"/>
                </a:lnTo>
                <a:lnTo>
                  <a:pt x="114768" y="224195"/>
                </a:lnTo>
                <a:cubicBezTo>
                  <a:pt x="121783" y="224195"/>
                  <a:pt x="127502" y="222684"/>
                  <a:pt x="131927" y="219662"/>
                </a:cubicBezTo>
                <a:cubicBezTo>
                  <a:pt x="135057" y="217612"/>
                  <a:pt x="137484" y="214213"/>
                  <a:pt x="139211" y="209464"/>
                </a:cubicBezTo>
                <a:cubicBezTo>
                  <a:pt x="140398" y="206119"/>
                  <a:pt x="141531" y="198241"/>
                  <a:pt x="142610" y="185831"/>
                </a:cubicBezTo>
                <a:lnTo>
                  <a:pt x="145200" y="157988"/>
                </a:lnTo>
                <a:lnTo>
                  <a:pt x="82394" y="157988"/>
                </a:lnTo>
                <a:lnTo>
                  <a:pt x="60055" y="188259"/>
                </a:lnTo>
                <a:cubicBezTo>
                  <a:pt x="54983" y="195058"/>
                  <a:pt x="51800" y="199968"/>
                  <a:pt x="50504" y="202989"/>
                </a:cubicBezTo>
                <a:cubicBezTo>
                  <a:pt x="49209" y="205903"/>
                  <a:pt x="48562" y="208655"/>
                  <a:pt x="48562" y="211245"/>
                </a:cubicBezTo>
                <a:cubicBezTo>
                  <a:pt x="48562" y="214698"/>
                  <a:pt x="49965" y="217666"/>
                  <a:pt x="52771" y="220148"/>
                </a:cubicBezTo>
                <a:cubicBezTo>
                  <a:pt x="55576" y="222630"/>
                  <a:pt x="60217" y="223979"/>
                  <a:pt x="66691" y="224195"/>
                </a:cubicBezTo>
                <a:lnTo>
                  <a:pt x="64911" y="230184"/>
                </a:lnTo>
                <a:lnTo>
                  <a:pt x="0" y="230184"/>
                </a:lnTo>
                <a:lnTo>
                  <a:pt x="1781" y="224195"/>
                </a:lnTo>
                <a:cubicBezTo>
                  <a:pt x="9766" y="223871"/>
                  <a:pt x="16781" y="221227"/>
                  <a:pt x="22824" y="216263"/>
                </a:cubicBezTo>
                <a:cubicBezTo>
                  <a:pt x="28975" y="211191"/>
                  <a:pt x="38094" y="200453"/>
                  <a:pt x="50181" y="184050"/>
                </a:cubicBezTo>
                <a:lnTo>
                  <a:pt x="181298" y="5666"/>
                </a:lnTo>
                <a:lnTo>
                  <a:pt x="186964" y="5666"/>
                </a:lnTo>
                <a:moveTo>
                  <a:pt x="154913" y="59569"/>
                </a:moveTo>
                <a:lnTo>
                  <a:pt x="91296" y="146172"/>
                </a:lnTo>
                <a:lnTo>
                  <a:pt x="146495" y="146172"/>
                </a:lnTo>
                <a:lnTo>
                  <a:pt x="154913" y="59569"/>
                </a:lnTo>
                <a:moveTo>
                  <a:pt x="317434" y="0"/>
                </a:moveTo>
                <a:lnTo>
                  <a:pt x="262073" y="192629"/>
                </a:lnTo>
                <a:cubicBezTo>
                  <a:pt x="259375" y="202234"/>
                  <a:pt x="258026" y="208115"/>
                  <a:pt x="258026" y="210274"/>
                </a:cubicBezTo>
                <a:cubicBezTo>
                  <a:pt x="258026" y="211892"/>
                  <a:pt x="258512" y="213241"/>
                  <a:pt x="259483" y="214321"/>
                </a:cubicBezTo>
                <a:cubicBezTo>
                  <a:pt x="260562" y="215400"/>
                  <a:pt x="261857" y="215939"/>
                  <a:pt x="263368" y="215939"/>
                </a:cubicBezTo>
                <a:cubicBezTo>
                  <a:pt x="265418" y="215939"/>
                  <a:pt x="267631" y="215022"/>
                  <a:pt x="270005" y="213187"/>
                </a:cubicBezTo>
                <a:cubicBezTo>
                  <a:pt x="275616" y="208763"/>
                  <a:pt x="281498" y="201910"/>
                  <a:pt x="287649" y="192629"/>
                </a:cubicBezTo>
                <a:lnTo>
                  <a:pt x="292505" y="197647"/>
                </a:lnTo>
                <a:cubicBezTo>
                  <a:pt x="282253" y="212108"/>
                  <a:pt x="272811" y="222198"/>
                  <a:pt x="264177" y="227918"/>
                </a:cubicBezTo>
                <a:cubicBezTo>
                  <a:pt x="257810" y="232019"/>
                  <a:pt x="251767" y="234069"/>
                  <a:pt x="246048" y="234069"/>
                </a:cubicBezTo>
                <a:cubicBezTo>
                  <a:pt x="241947" y="234069"/>
                  <a:pt x="238494" y="232666"/>
                  <a:pt x="235688" y="229860"/>
                </a:cubicBezTo>
                <a:cubicBezTo>
                  <a:pt x="232990" y="227054"/>
                  <a:pt x="231641" y="223817"/>
                  <a:pt x="231641" y="220148"/>
                </a:cubicBezTo>
                <a:cubicBezTo>
                  <a:pt x="231641" y="216263"/>
                  <a:pt x="233368" y="208277"/>
                  <a:pt x="236821" y="196191"/>
                </a:cubicBezTo>
                <a:lnTo>
                  <a:pt x="280689" y="44353"/>
                </a:lnTo>
                <a:cubicBezTo>
                  <a:pt x="284249" y="31943"/>
                  <a:pt x="286031" y="24821"/>
                  <a:pt x="286031" y="22986"/>
                </a:cubicBezTo>
                <a:cubicBezTo>
                  <a:pt x="286031" y="20396"/>
                  <a:pt x="285005" y="18292"/>
                  <a:pt x="282955" y="16673"/>
                </a:cubicBezTo>
                <a:cubicBezTo>
                  <a:pt x="280904" y="14946"/>
                  <a:pt x="277720" y="14083"/>
                  <a:pt x="273404" y="14083"/>
                </a:cubicBezTo>
                <a:cubicBezTo>
                  <a:pt x="270922" y="14083"/>
                  <a:pt x="267145" y="14461"/>
                  <a:pt x="262073" y="15216"/>
                </a:cubicBezTo>
                <a:lnTo>
                  <a:pt x="262073" y="9227"/>
                </a:lnTo>
                <a:lnTo>
                  <a:pt x="317434" y="0"/>
                </a:lnTo>
                <a:moveTo>
                  <a:pt x="385259" y="19425"/>
                </a:moveTo>
                <a:cubicBezTo>
                  <a:pt x="389792" y="19425"/>
                  <a:pt x="393622" y="20989"/>
                  <a:pt x="396751" y="24119"/>
                </a:cubicBezTo>
                <a:cubicBezTo>
                  <a:pt x="399881" y="27249"/>
                  <a:pt x="401446" y="31080"/>
                  <a:pt x="401446" y="35612"/>
                </a:cubicBezTo>
                <a:cubicBezTo>
                  <a:pt x="401446" y="40037"/>
                  <a:pt x="399828" y="43868"/>
                  <a:pt x="396590" y="47105"/>
                </a:cubicBezTo>
                <a:cubicBezTo>
                  <a:pt x="393461" y="50235"/>
                  <a:pt x="389683" y="51800"/>
                  <a:pt x="385259" y="51800"/>
                </a:cubicBezTo>
                <a:cubicBezTo>
                  <a:pt x="380835" y="51800"/>
                  <a:pt x="377004" y="50235"/>
                  <a:pt x="373766" y="47105"/>
                </a:cubicBezTo>
                <a:cubicBezTo>
                  <a:pt x="370637" y="43868"/>
                  <a:pt x="369072" y="40037"/>
                  <a:pt x="369072" y="35612"/>
                </a:cubicBezTo>
                <a:cubicBezTo>
                  <a:pt x="369072" y="31080"/>
                  <a:pt x="370637" y="27249"/>
                  <a:pt x="373766" y="24119"/>
                </a:cubicBezTo>
                <a:cubicBezTo>
                  <a:pt x="376896" y="20989"/>
                  <a:pt x="380727" y="19425"/>
                  <a:pt x="385259" y="19425"/>
                </a:cubicBezTo>
                <a:moveTo>
                  <a:pt x="387364" y="83688"/>
                </a:moveTo>
                <a:lnTo>
                  <a:pt x="355312" y="197162"/>
                </a:lnTo>
                <a:cubicBezTo>
                  <a:pt x="353154" y="204824"/>
                  <a:pt x="352075" y="209410"/>
                  <a:pt x="352075" y="210921"/>
                </a:cubicBezTo>
                <a:cubicBezTo>
                  <a:pt x="352075" y="212648"/>
                  <a:pt x="352560" y="214051"/>
                  <a:pt x="353531" y="215130"/>
                </a:cubicBezTo>
                <a:cubicBezTo>
                  <a:pt x="354611" y="216209"/>
                  <a:pt x="355852" y="216749"/>
                  <a:pt x="357255" y="216749"/>
                </a:cubicBezTo>
                <a:cubicBezTo>
                  <a:pt x="358874" y="216749"/>
                  <a:pt x="360816" y="215885"/>
                  <a:pt x="363082" y="214158"/>
                </a:cubicBezTo>
                <a:cubicBezTo>
                  <a:pt x="369234" y="209302"/>
                  <a:pt x="375439" y="202396"/>
                  <a:pt x="381698" y="193439"/>
                </a:cubicBezTo>
                <a:lnTo>
                  <a:pt x="387364" y="197162"/>
                </a:lnTo>
                <a:cubicBezTo>
                  <a:pt x="380024" y="208385"/>
                  <a:pt x="371391" y="217828"/>
                  <a:pt x="361463" y="225490"/>
                </a:cubicBezTo>
                <a:cubicBezTo>
                  <a:pt x="354125" y="231209"/>
                  <a:pt x="347111" y="234069"/>
                  <a:pt x="340420" y="234069"/>
                </a:cubicBezTo>
                <a:cubicBezTo>
                  <a:pt x="335995" y="234069"/>
                  <a:pt x="332380" y="232774"/>
                  <a:pt x="329574" y="230184"/>
                </a:cubicBezTo>
                <a:cubicBezTo>
                  <a:pt x="326768" y="227486"/>
                  <a:pt x="325365" y="224141"/>
                  <a:pt x="325365" y="220148"/>
                </a:cubicBezTo>
                <a:cubicBezTo>
                  <a:pt x="325365" y="216155"/>
                  <a:pt x="326715" y="209518"/>
                  <a:pt x="329413" y="200237"/>
                </a:cubicBezTo>
                <a:lnTo>
                  <a:pt x="350456" y="127718"/>
                </a:lnTo>
                <a:cubicBezTo>
                  <a:pt x="353910" y="115848"/>
                  <a:pt x="355636" y="108401"/>
                  <a:pt x="355636" y="105380"/>
                </a:cubicBezTo>
                <a:cubicBezTo>
                  <a:pt x="355636" y="103005"/>
                  <a:pt x="354773" y="101063"/>
                  <a:pt x="353046" y="99552"/>
                </a:cubicBezTo>
                <a:cubicBezTo>
                  <a:pt x="351427" y="98041"/>
                  <a:pt x="349161" y="97286"/>
                  <a:pt x="346247" y="97286"/>
                </a:cubicBezTo>
                <a:cubicBezTo>
                  <a:pt x="343874" y="97286"/>
                  <a:pt x="338963" y="97880"/>
                  <a:pt x="331517" y="99066"/>
                </a:cubicBezTo>
                <a:lnTo>
                  <a:pt x="331517" y="92754"/>
                </a:lnTo>
                <a:lnTo>
                  <a:pt x="387364" y="83688"/>
                </a:lnTo>
                <a:moveTo>
                  <a:pt x="576108" y="93725"/>
                </a:moveTo>
                <a:lnTo>
                  <a:pt x="571414" y="110560"/>
                </a:lnTo>
                <a:lnTo>
                  <a:pt x="544380" y="110560"/>
                </a:lnTo>
                <a:cubicBezTo>
                  <a:pt x="546431" y="116387"/>
                  <a:pt x="547456" y="121837"/>
                  <a:pt x="547456" y="126909"/>
                </a:cubicBezTo>
                <a:cubicBezTo>
                  <a:pt x="547456" y="141154"/>
                  <a:pt x="541412" y="153834"/>
                  <a:pt x="529326" y="164949"/>
                </a:cubicBezTo>
                <a:cubicBezTo>
                  <a:pt x="517132" y="176064"/>
                  <a:pt x="500405" y="182216"/>
                  <a:pt x="479146" y="183403"/>
                </a:cubicBezTo>
                <a:cubicBezTo>
                  <a:pt x="467707" y="186856"/>
                  <a:pt x="459127" y="190957"/>
                  <a:pt x="453408" y="195705"/>
                </a:cubicBezTo>
                <a:cubicBezTo>
                  <a:pt x="451249" y="197432"/>
                  <a:pt x="450170" y="199212"/>
                  <a:pt x="450170" y="201047"/>
                </a:cubicBezTo>
                <a:cubicBezTo>
                  <a:pt x="450170" y="203205"/>
                  <a:pt x="451142" y="205202"/>
                  <a:pt x="453084" y="207036"/>
                </a:cubicBezTo>
                <a:cubicBezTo>
                  <a:pt x="455026" y="208763"/>
                  <a:pt x="459936" y="210543"/>
                  <a:pt x="467814" y="212378"/>
                </a:cubicBezTo>
                <a:lnTo>
                  <a:pt x="499217" y="219662"/>
                </a:lnTo>
                <a:cubicBezTo>
                  <a:pt x="516593" y="223763"/>
                  <a:pt x="528086" y="228619"/>
                  <a:pt x="533697" y="234231"/>
                </a:cubicBezTo>
                <a:cubicBezTo>
                  <a:pt x="539200" y="239950"/>
                  <a:pt x="541953" y="246533"/>
                  <a:pt x="541953" y="253979"/>
                </a:cubicBezTo>
                <a:cubicBezTo>
                  <a:pt x="541953" y="262828"/>
                  <a:pt x="538661" y="270922"/>
                  <a:pt x="532078" y="278261"/>
                </a:cubicBezTo>
                <a:cubicBezTo>
                  <a:pt x="525603" y="285599"/>
                  <a:pt x="516052" y="291318"/>
                  <a:pt x="503427" y="295419"/>
                </a:cubicBezTo>
                <a:cubicBezTo>
                  <a:pt x="490908" y="299628"/>
                  <a:pt x="477041" y="301732"/>
                  <a:pt x="461825" y="301732"/>
                </a:cubicBezTo>
                <a:cubicBezTo>
                  <a:pt x="448444" y="301732"/>
                  <a:pt x="436249" y="300113"/>
                  <a:pt x="425241" y="296876"/>
                </a:cubicBezTo>
                <a:cubicBezTo>
                  <a:pt x="414234" y="293747"/>
                  <a:pt x="406357" y="289484"/>
                  <a:pt x="401608" y="284088"/>
                </a:cubicBezTo>
                <a:cubicBezTo>
                  <a:pt x="396860" y="278692"/>
                  <a:pt x="394485" y="273135"/>
                  <a:pt x="394485" y="267415"/>
                </a:cubicBezTo>
                <a:cubicBezTo>
                  <a:pt x="394485" y="262775"/>
                  <a:pt x="396050" y="257918"/>
                  <a:pt x="399180" y="252846"/>
                </a:cubicBezTo>
                <a:cubicBezTo>
                  <a:pt x="402202" y="247882"/>
                  <a:pt x="406033" y="243781"/>
                  <a:pt x="410673" y="240544"/>
                </a:cubicBezTo>
                <a:cubicBezTo>
                  <a:pt x="413587" y="238493"/>
                  <a:pt x="421842" y="233637"/>
                  <a:pt x="435439" y="225975"/>
                </a:cubicBezTo>
                <a:cubicBezTo>
                  <a:pt x="430475" y="222090"/>
                  <a:pt x="427993" y="217828"/>
                  <a:pt x="427993" y="213187"/>
                </a:cubicBezTo>
                <a:cubicBezTo>
                  <a:pt x="427993" y="208871"/>
                  <a:pt x="430152" y="204284"/>
                  <a:pt x="434468" y="199428"/>
                </a:cubicBezTo>
                <a:cubicBezTo>
                  <a:pt x="438893" y="194572"/>
                  <a:pt x="448174" y="189230"/>
                  <a:pt x="462311" y="183403"/>
                </a:cubicBezTo>
                <a:cubicBezTo>
                  <a:pt x="450440" y="181136"/>
                  <a:pt x="440997" y="176172"/>
                  <a:pt x="433983" y="168510"/>
                </a:cubicBezTo>
                <a:cubicBezTo>
                  <a:pt x="427076" y="160848"/>
                  <a:pt x="423623" y="152323"/>
                  <a:pt x="423623" y="142934"/>
                </a:cubicBezTo>
                <a:cubicBezTo>
                  <a:pt x="423623" y="127610"/>
                  <a:pt x="430314" y="113905"/>
                  <a:pt x="443695" y="101819"/>
                </a:cubicBezTo>
                <a:cubicBezTo>
                  <a:pt x="457185" y="89732"/>
                  <a:pt x="475098" y="83688"/>
                  <a:pt x="497437" y="83688"/>
                </a:cubicBezTo>
                <a:cubicBezTo>
                  <a:pt x="505531" y="83688"/>
                  <a:pt x="512168" y="84498"/>
                  <a:pt x="517347" y="86117"/>
                </a:cubicBezTo>
                <a:cubicBezTo>
                  <a:pt x="522528" y="87735"/>
                  <a:pt x="527545" y="90272"/>
                  <a:pt x="532402" y="93725"/>
                </a:cubicBezTo>
                <a:lnTo>
                  <a:pt x="576108" y="93725"/>
                </a:lnTo>
                <a:moveTo>
                  <a:pt x="519937" y="119139"/>
                </a:moveTo>
                <a:cubicBezTo>
                  <a:pt x="519937" y="110505"/>
                  <a:pt x="517509" y="103707"/>
                  <a:pt x="512653" y="98743"/>
                </a:cubicBezTo>
                <a:cubicBezTo>
                  <a:pt x="507905" y="93779"/>
                  <a:pt x="501646" y="91297"/>
                  <a:pt x="493876" y="91297"/>
                </a:cubicBezTo>
                <a:cubicBezTo>
                  <a:pt x="481681" y="91297"/>
                  <a:pt x="471591" y="97448"/>
                  <a:pt x="463606" y="109750"/>
                </a:cubicBezTo>
                <a:cubicBezTo>
                  <a:pt x="455728" y="121945"/>
                  <a:pt x="451789" y="134679"/>
                  <a:pt x="451789" y="147952"/>
                </a:cubicBezTo>
                <a:cubicBezTo>
                  <a:pt x="451789" y="156262"/>
                  <a:pt x="454325" y="163061"/>
                  <a:pt x="459397" y="168349"/>
                </a:cubicBezTo>
                <a:cubicBezTo>
                  <a:pt x="464468" y="173636"/>
                  <a:pt x="470620" y="176280"/>
                  <a:pt x="477850" y="176280"/>
                </a:cubicBezTo>
                <a:cubicBezTo>
                  <a:pt x="483570" y="176280"/>
                  <a:pt x="489074" y="174715"/>
                  <a:pt x="494362" y="171586"/>
                </a:cubicBezTo>
                <a:cubicBezTo>
                  <a:pt x="499757" y="168456"/>
                  <a:pt x="504289" y="164140"/>
                  <a:pt x="507959" y="158636"/>
                </a:cubicBezTo>
                <a:cubicBezTo>
                  <a:pt x="511628" y="153132"/>
                  <a:pt x="514542" y="146118"/>
                  <a:pt x="516700" y="137593"/>
                </a:cubicBezTo>
                <a:cubicBezTo>
                  <a:pt x="518859" y="129067"/>
                  <a:pt x="519937" y="122916"/>
                  <a:pt x="519937" y="119139"/>
                </a:cubicBezTo>
                <a:moveTo>
                  <a:pt x="442400" y="230184"/>
                </a:moveTo>
                <a:cubicBezTo>
                  <a:pt x="433659" y="234177"/>
                  <a:pt x="427022" y="239303"/>
                  <a:pt x="422490" y="245562"/>
                </a:cubicBezTo>
                <a:cubicBezTo>
                  <a:pt x="418065" y="251821"/>
                  <a:pt x="415853" y="257972"/>
                  <a:pt x="415853" y="264016"/>
                </a:cubicBezTo>
                <a:cubicBezTo>
                  <a:pt x="415853" y="271138"/>
                  <a:pt x="419091" y="277020"/>
                  <a:pt x="425565" y="281660"/>
                </a:cubicBezTo>
                <a:cubicBezTo>
                  <a:pt x="434847" y="288351"/>
                  <a:pt x="448444" y="291696"/>
                  <a:pt x="466357" y="291696"/>
                </a:cubicBezTo>
                <a:cubicBezTo>
                  <a:pt x="481789" y="291696"/>
                  <a:pt x="494955" y="289052"/>
                  <a:pt x="505854" y="283764"/>
                </a:cubicBezTo>
                <a:cubicBezTo>
                  <a:pt x="516862" y="278584"/>
                  <a:pt x="522366" y="271840"/>
                  <a:pt x="522366" y="263530"/>
                </a:cubicBezTo>
                <a:cubicBezTo>
                  <a:pt x="522366" y="259321"/>
                  <a:pt x="520315" y="255328"/>
                  <a:pt x="516214" y="251551"/>
                </a:cubicBezTo>
                <a:cubicBezTo>
                  <a:pt x="512221" y="247774"/>
                  <a:pt x="504398" y="244699"/>
                  <a:pt x="492743" y="242325"/>
                </a:cubicBezTo>
                <a:cubicBezTo>
                  <a:pt x="486376" y="241030"/>
                  <a:pt x="469595" y="236983"/>
                  <a:pt x="442400" y="230184"/>
                </a:cubicBezTo>
                <a:moveTo>
                  <a:pt x="642313" y="83688"/>
                </a:moveTo>
                <a:lnTo>
                  <a:pt x="620784" y="157341"/>
                </a:lnTo>
                <a:cubicBezTo>
                  <a:pt x="640965" y="127232"/>
                  <a:pt x="656397" y="107430"/>
                  <a:pt x="667081" y="97933"/>
                </a:cubicBezTo>
                <a:cubicBezTo>
                  <a:pt x="677872" y="88437"/>
                  <a:pt x="688232" y="83688"/>
                  <a:pt x="698160" y="83688"/>
                </a:cubicBezTo>
                <a:cubicBezTo>
                  <a:pt x="703556" y="83688"/>
                  <a:pt x="707981" y="85469"/>
                  <a:pt x="711434" y="89030"/>
                </a:cubicBezTo>
                <a:cubicBezTo>
                  <a:pt x="714995" y="92592"/>
                  <a:pt x="716776" y="97232"/>
                  <a:pt x="716776" y="102952"/>
                </a:cubicBezTo>
                <a:cubicBezTo>
                  <a:pt x="716776" y="109426"/>
                  <a:pt x="715211" y="118060"/>
                  <a:pt x="712081" y="128851"/>
                </a:cubicBezTo>
                <a:lnTo>
                  <a:pt x="692332" y="197000"/>
                </a:lnTo>
                <a:cubicBezTo>
                  <a:pt x="690066" y="204878"/>
                  <a:pt x="688933" y="209680"/>
                  <a:pt x="688933" y="211407"/>
                </a:cubicBezTo>
                <a:cubicBezTo>
                  <a:pt x="688933" y="212917"/>
                  <a:pt x="689365" y="214213"/>
                  <a:pt x="690228" y="215292"/>
                </a:cubicBezTo>
                <a:cubicBezTo>
                  <a:pt x="691092" y="216263"/>
                  <a:pt x="692009" y="216749"/>
                  <a:pt x="692981" y="216749"/>
                </a:cubicBezTo>
                <a:cubicBezTo>
                  <a:pt x="694276" y="216749"/>
                  <a:pt x="695840" y="216047"/>
                  <a:pt x="697675" y="214644"/>
                </a:cubicBezTo>
                <a:cubicBezTo>
                  <a:pt x="703394" y="210112"/>
                  <a:pt x="709653" y="203205"/>
                  <a:pt x="716452" y="193925"/>
                </a:cubicBezTo>
                <a:lnTo>
                  <a:pt x="721470" y="197000"/>
                </a:lnTo>
                <a:cubicBezTo>
                  <a:pt x="711434" y="211353"/>
                  <a:pt x="701938" y="221605"/>
                  <a:pt x="692981" y="227756"/>
                </a:cubicBezTo>
                <a:cubicBezTo>
                  <a:pt x="686721" y="231965"/>
                  <a:pt x="681110" y="234069"/>
                  <a:pt x="676146" y="234069"/>
                </a:cubicBezTo>
                <a:cubicBezTo>
                  <a:pt x="672153" y="234069"/>
                  <a:pt x="668969" y="232828"/>
                  <a:pt x="666595" y="230346"/>
                </a:cubicBezTo>
                <a:cubicBezTo>
                  <a:pt x="664221" y="227972"/>
                  <a:pt x="663034" y="224734"/>
                  <a:pt x="663034" y="220634"/>
                </a:cubicBezTo>
                <a:cubicBezTo>
                  <a:pt x="663034" y="215454"/>
                  <a:pt x="664868" y="206551"/>
                  <a:pt x="668537" y="193925"/>
                </a:cubicBezTo>
                <a:lnTo>
                  <a:pt x="687315" y="128851"/>
                </a:lnTo>
                <a:cubicBezTo>
                  <a:pt x="689689" y="120758"/>
                  <a:pt x="690876" y="114444"/>
                  <a:pt x="690876" y="109912"/>
                </a:cubicBezTo>
                <a:cubicBezTo>
                  <a:pt x="690876" y="107754"/>
                  <a:pt x="690175" y="106027"/>
                  <a:pt x="688772" y="104732"/>
                </a:cubicBezTo>
                <a:cubicBezTo>
                  <a:pt x="687368" y="103329"/>
                  <a:pt x="685643" y="102628"/>
                  <a:pt x="683592" y="102628"/>
                </a:cubicBezTo>
                <a:cubicBezTo>
                  <a:pt x="680570" y="102628"/>
                  <a:pt x="676955" y="103923"/>
                  <a:pt x="672747" y="106513"/>
                </a:cubicBezTo>
                <a:cubicBezTo>
                  <a:pt x="664760" y="111369"/>
                  <a:pt x="656451" y="119409"/>
                  <a:pt x="647817" y="130632"/>
                </a:cubicBezTo>
                <a:cubicBezTo>
                  <a:pt x="639184" y="141747"/>
                  <a:pt x="630066" y="155992"/>
                  <a:pt x="620461" y="173367"/>
                </a:cubicBezTo>
                <a:cubicBezTo>
                  <a:pt x="615388" y="182539"/>
                  <a:pt x="611180" y="192576"/>
                  <a:pt x="607835" y="203475"/>
                </a:cubicBezTo>
                <a:lnTo>
                  <a:pt x="599741" y="230184"/>
                </a:lnTo>
                <a:lnTo>
                  <a:pt x="575460" y="230184"/>
                </a:lnTo>
                <a:lnTo>
                  <a:pt x="604921" y="128851"/>
                </a:lnTo>
                <a:cubicBezTo>
                  <a:pt x="608375" y="116657"/>
                  <a:pt x="610101" y="109319"/>
                  <a:pt x="610101" y="106836"/>
                </a:cubicBezTo>
                <a:cubicBezTo>
                  <a:pt x="610101" y="104462"/>
                  <a:pt x="609130" y="102412"/>
                  <a:pt x="607187" y="100685"/>
                </a:cubicBezTo>
                <a:cubicBezTo>
                  <a:pt x="605353" y="98851"/>
                  <a:pt x="603033" y="97933"/>
                  <a:pt x="600226" y="97933"/>
                </a:cubicBezTo>
                <a:cubicBezTo>
                  <a:pt x="598932" y="97933"/>
                  <a:pt x="596666" y="98149"/>
                  <a:pt x="593428" y="98581"/>
                </a:cubicBezTo>
                <a:lnTo>
                  <a:pt x="587277" y="99552"/>
                </a:lnTo>
                <a:lnTo>
                  <a:pt x="586306" y="93725"/>
                </a:lnTo>
                <a:lnTo>
                  <a:pt x="642313" y="83688"/>
                </a:lnTo>
                <a:moveTo>
                  <a:pt x="774402" y="169158"/>
                </a:moveTo>
                <a:cubicBezTo>
                  <a:pt x="773647" y="174553"/>
                  <a:pt x="773269" y="179032"/>
                  <a:pt x="773269" y="182593"/>
                </a:cubicBezTo>
                <a:cubicBezTo>
                  <a:pt x="773269" y="192198"/>
                  <a:pt x="776669" y="200399"/>
                  <a:pt x="783467" y="207198"/>
                </a:cubicBezTo>
                <a:cubicBezTo>
                  <a:pt x="790266" y="213889"/>
                  <a:pt x="798522" y="217234"/>
                  <a:pt x="808234" y="217234"/>
                </a:cubicBezTo>
                <a:cubicBezTo>
                  <a:pt x="816005" y="217234"/>
                  <a:pt x="823450" y="215670"/>
                  <a:pt x="830573" y="212540"/>
                </a:cubicBezTo>
                <a:cubicBezTo>
                  <a:pt x="837803" y="209302"/>
                  <a:pt x="848486" y="202234"/>
                  <a:pt x="862624" y="191335"/>
                </a:cubicBezTo>
                <a:lnTo>
                  <a:pt x="866024" y="196029"/>
                </a:lnTo>
                <a:cubicBezTo>
                  <a:pt x="840447" y="221389"/>
                  <a:pt x="816058" y="234069"/>
                  <a:pt x="792856" y="234069"/>
                </a:cubicBezTo>
                <a:cubicBezTo>
                  <a:pt x="777100" y="234069"/>
                  <a:pt x="765230" y="229105"/>
                  <a:pt x="757244" y="219177"/>
                </a:cubicBezTo>
                <a:cubicBezTo>
                  <a:pt x="749259" y="209248"/>
                  <a:pt x="745266" y="198295"/>
                  <a:pt x="745266" y="186316"/>
                </a:cubicBezTo>
                <a:cubicBezTo>
                  <a:pt x="745266" y="170237"/>
                  <a:pt x="750230" y="153780"/>
                  <a:pt x="760158" y="136945"/>
                </a:cubicBezTo>
                <a:cubicBezTo>
                  <a:pt x="770086" y="120110"/>
                  <a:pt x="782551" y="107052"/>
                  <a:pt x="797551" y="97772"/>
                </a:cubicBezTo>
                <a:cubicBezTo>
                  <a:pt x="812551" y="88383"/>
                  <a:pt x="827983" y="83688"/>
                  <a:pt x="843846" y="83688"/>
                </a:cubicBezTo>
                <a:cubicBezTo>
                  <a:pt x="855285" y="83688"/>
                  <a:pt x="863757" y="86009"/>
                  <a:pt x="869261" y="90649"/>
                </a:cubicBezTo>
                <a:cubicBezTo>
                  <a:pt x="874764" y="95290"/>
                  <a:pt x="877516" y="100793"/>
                  <a:pt x="877516" y="107160"/>
                </a:cubicBezTo>
                <a:cubicBezTo>
                  <a:pt x="877516" y="116117"/>
                  <a:pt x="873955" y="124697"/>
                  <a:pt x="866833" y="132898"/>
                </a:cubicBezTo>
                <a:cubicBezTo>
                  <a:pt x="857444" y="143582"/>
                  <a:pt x="843631" y="152215"/>
                  <a:pt x="825392" y="158798"/>
                </a:cubicBezTo>
                <a:cubicBezTo>
                  <a:pt x="813307" y="163222"/>
                  <a:pt x="796310" y="166676"/>
                  <a:pt x="774402" y="169158"/>
                </a:cubicBezTo>
                <a:moveTo>
                  <a:pt x="775536" y="161226"/>
                </a:moveTo>
                <a:cubicBezTo>
                  <a:pt x="791507" y="159391"/>
                  <a:pt x="804511" y="156262"/>
                  <a:pt x="814547" y="151837"/>
                </a:cubicBezTo>
                <a:cubicBezTo>
                  <a:pt x="827821" y="145902"/>
                  <a:pt x="837749" y="138834"/>
                  <a:pt x="844332" y="130632"/>
                </a:cubicBezTo>
                <a:cubicBezTo>
                  <a:pt x="851022" y="122322"/>
                  <a:pt x="854368" y="114444"/>
                  <a:pt x="854368" y="106998"/>
                </a:cubicBezTo>
                <a:cubicBezTo>
                  <a:pt x="854368" y="102466"/>
                  <a:pt x="852911" y="98797"/>
                  <a:pt x="849998" y="95991"/>
                </a:cubicBezTo>
                <a:cubicBezTo>
                  <a:pt x="847192" y="93185"/>
                  <a:pt x="843145" y="91782"/>
                  <a:pt x="837857" y="91782"/>
                </a:cubicBezTo>
                <a:cubicBezTo>
                  <a:pt x="826850" y="91782"/>
                  <a:pt x="815141" y="97664"/>
                  <a:pt x="802730" y="109426"/>
                </a:cubicBezTo>
                <a:cubicBezTo>
                  <a:pt x="790428" y="121081"/>
                  <a:pt x="781363" y="138348"/>
                  <a:pt x="775536" y="161226"/>
                </a:cubicBezTo>
                <a:moveTo>
                  <a:pt x="1061567" y="0"/>
                </a:moveTo>
                <a:lnTo>
                  <a:pt x="1005882" y="191011"/>
                </a:lnTo>
                <a:cubicBezTo>
                  <a:pt x="1002860" y="201370"/>
                  <a:pt x="1001350" y="208169"/>
                  <a:pt x="1001350" y="211407"/>
                </a:cubicBezTo>
                <a:cubicBezTo>
                  <a:pt x="1001350" y="212486"/>
                  <a:pt x="1001780" y="213511"/>
                  <a:pt x="1002644" y="214482"/>
                </a:cubicBezTo>
                <a:cubicBezTo>
                  <a:pt x="1003616" y="215454"/>
                  <a:pt x="1004587" y="215939"/>
                  <a:pt x="1005558" y="215939"/>
                </a:cubicBezTo>
                <a:cubicBezTo>
                  <a:pt x="1006961" y="215939"/>
                  <a:pt x="1008633" y="215238"/>
                  <a:pt x="1010576" y="213835"/>
                </a:cubicBezTo>
                <a:cubicBezTo>
                  <a:pt x="1014245" y="211245"/>
                  <a:pt x="1020396" y="204770"/>
                  <a:pt x="1029029" y="194410"/>
                </a:cubicBezTo>
                <a:lnTo>
                  <a:pt x="1034533" y="197809"/>
                </a:lnTo>
                <a:cubicBezTo>
                  <a:pt x="1026763" y="208601"/>
                  <a:pt x="1018886" y="217342"/>
                  <a:pt x="1010900" y="224033"/>
                </a:cubicBezTo>
                <a:cubicBezTo>
                  <a:pt x="1003022" y="230724"/>
                  <a:pt x="995630" y="234069"/>
                  <a:pt x="988724" y="234069"/>
                </a:cubicBezTo>
                <a:cubicBezTo>
                  <a:pt x="985053" y="234069"/>
                  <a:pt x="982033" y="232774"/>
                  <a:pt x="979659" y="230184"/>
                </a:cubicBezTo>
                <a:cubicBezTo>
                  <a:pt x="977284" y="227594"/>
                  <a:pt x="976097" y="223925"/>
                  <a:pt x="976097" y="219177"/>
                </a:cubicBezTo>
                <a:cubicBezTo>
                  <a:pt x="976097" y="213025"/>
                  <a:pt x="977715" y="204770"/>
                  <a:pt x="980953" y="194410"/>
                </a:cubicBezTo>
                <a:lnTo>
                  <a:pt x="987266" y="174338"/>
                </a:lnTo>
                <a:cubicBezTo>
                  <a:pt x="971618" y="198511"/>
                  <a:pt x="957374" y="215238"/>
                  <a:pt x="944531" y="224519"/>
                </a:cubicBezTo>
                <a:cubicBezTo>
                  <a:pt x="935683" y="230885"/>
                  <a:pt x="927212" y="234069"/>
                  <a:pt x="919118" y="234069"/>
                </a:cubicBezTo>
                <a:cubicBezTo>
                  <a:pt x="910916" y="234069"/>
                  <a:pt x="903739" y="230454"/>
                  <a:pt x="897589" y="223223"/>
                </a:cubicBezTo>
                <a:cubicBezTo>
                  <a:pt x="891545" y="215885"/>
                  <a:pt x="888524" y="205957"/>
                  <a:pt x="888524" y="193439"/>
                </a:cubicBezTo>
                <a:cubicBezTo>
                  <a:pt x="888524" y="177359"/>
                  <a:pt x="893650" y="160201"/>
                  <a:pt x="903901" y="141963"/>
                </a:cubicBezTo>
                <a:cubicBezTo>
                  <a:pt x="914154" y="123725"/>
                  <a:pt x="927696" y="108887"/>
                  <a:pt x="944531" y="97448"/>
                </a:cubicBezTo>
                <a:cubicBezTo>
                  <a:pt x="957805" y="88275"/>
                  <a:pt x="970000" y="83688"/>
                  <a:pt x="981115" y="83688"/>
                </a:cubicBezTo>
                <a:cubicBezTo>
                  <a:pt x="986942" y="83688"/>
                  <a:pt x="991961" y="84876"/>
                  <a:pt x="996169" y="87250"/>
                </a:cubicBezTo>
                <a:cubicBezTo>
                  <a:pt x="1000378" y="89624"/>
                  <a:pt x="1004533" y="93563"/>
                  <a:pt x="1008633" y="99066"/>
                </a:cubicBezTo>
                <a:lnTo>
                  <a:pt x="1024497" y="42735"/>
                </a:lnTo>
                <a:cubicBezTo>
                  <a:pt x="1025684" y="38742"/>
                  <a:pt x="1026656" y="35558"/>
                  <a:pt x="1027411" y="33184"/>
                </a:cubicBezTo>
                <a:cubicBezTo>
                  <a:pt x="1028705" y="28867"/>
                  <a:pt x="1029354" y="25306"/>
                  <a:pt x="1029354" y="22500"/>
                </a:cubicBezTo>
                <a:cubicBezTo>
                  <a:pt x="1029354" y="20234"/>
                  <a:pt x="1028544" y="18346"/>
                  <a:pt x="1026925" y="16835"/>
                </a:cubicBezTo>
                <a:cubicBezTo>
                  <a:pt x="1024659" y="15000"/>
                  <a:pt x="1021746" y="14083"/>
                  <a:pt x="1018184" y="14083"/>
                </a:cubicBezTo>
                <a:cubicBezTo>
                  <a:pt x="1015702" y="14083"/>
                  <a:pt x="1011601" y="14461"/>
                  <a:pt x="1005882" y="15216"/>
                </a:cubicBezTo>
                <a:lnTo>
                  <a:pt x="1005882" y="9227"/>
                </a:lnTo>
                <a:lnTo>
                  <a:pt x="1061567" y="0"/>
                </a:lnTo>
                <a:moveTo>
                  <a:pt x="1001511" y="114930"/>
                </a:moveTo>
                <a:cubicBezTo>
                  <a:pt x="1001511" y="108023"/>
                  <a:pt x="999514" y="102466"/>
                  <a:pt x="995522" y="98257"/>
                </a:cubicBezTo>
                <a:cubicBezTo>
                  <a:pt x="991529" y="94048"/>
                  <a:pt x="986457" y="91944"/>
                  <a:pt x="980306" y="91944"/>
                </a:cubicBezTo>
                <a:cubicBezTo>
                  <a:pt x="966708" y="91944"/>
                  <a:pt x="952517" y="103167"/>
                  <a:pt x="937732" y="125614"/>
                </a:cubicBezTo>
                <a:cubicBezTo>
                  <a:pt x="923056" y="148060"/>
                  <a:pt x="915718" y="169535"/>
                  <a:pt x="915718" y="190039"/>
                </a:cubicBezTo>
                <a:cubicBezTo>
                  <a:pt x="915718" y="198133"/>
                  <a:pt x="917498" y="204338"/>
                  <a:pt x="921060" y="208655"/>
                </a:cubicBezTo>
                <a:cubicBezTo>
                  <a:pt x="924621" y="212864"/>
                  <a:pt x="928884" y="214968"/>
                  <a:pt x="933848" y="214968"/>
                </a:cubicBezTo>
                <a:cubicBezTo>
                  <a:pt x="945072" y="214968"/>
                  <a:pt x="959154" y="202827"/>
                  <a:pt x="976097" y="178547"/>
                </a:cubicBezTo>
                <a:cubicBezTo>
                  <a:pt x="993040" y="154265"/>
                  <a:pt x="1001511" y="133060"/>
                  <a:pt x="1001511" y="114930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" name="text-205 (a)">
            <a:extLst xmlns:a="http://schemas.openxmlformats.org/drawingml/2006/main">
              <a:ext uri="{FF2B5EF4-FFF2-40B4-BE49-F238E27FC236}">
                <a16:creationId xmlns:a16="http://schemas.microsoft.com/office/drawing/2014/main" id="{F6259C3D-CBCF-4FE4-AA69-BE5C61A87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67002" y="4615127"/>
            <a:ext cx="524519" cy="5692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(a)</a:t>
            </a:r>
          </a:p>
        </p:txBody>
      </p:sp>
      <p:sp>
        <p:nvSpPr>
          <p:cNvPr id="200" name="text-206 Definition">
            <a:extLst xmlns:a="http://schemas.openxmlformats.org/drawingml/2006/main">
              <a:ext uri="{FF2B5EF4-FFF2-40B4-BE49-F238E27FC236}">
                <a16:creationId xmlns:a16="http://schemas.microsoft.com/office/drawing/2014/main" id="{63AE1A83-CEDE-4AB7-9857-747440E7C5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19978" y="4620365"/>
            <a:ext cx="1789323" cy="5619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6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6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16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Definition</a:t>
            </a:r>
          </a:p>
        </p:txBody>
      </p:sp>
      <p:sp>
        <p:nvSpPr>
          <p:cNvPr id="201" name="text-206 of">
            <a:extLst xmlns:a="http://schemas.openxmlformats.org/drawingml/2006/main">
              <a:ext uri="{FF2B5EF4-FFF2-40B4-BE49-F238E27FC236}">
                <a16:creationId xmlns:a16="http://schemas.microsoft.com/office/drawing/2014/main" id="{EDA9A439-89FC-42AE-9B7D-98A14AF4E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38701" y="4615169"/>
            <a:ext cx="411883" cy="5692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202" name="text-207 PAT.">
            <a:extLst xmlns:a="http://schemas.openxmlformats.org/drawingml/2006/main">
              <a:ext uri="{FF2B5EF4-FFF2-40B4-BE49-F238E27FC236}">
                <a16:creationId xmlns:a16="http://schemas.microsoft.com/office/drawing/2014/main" id="{114A16F7-C382-479A-8595-3F48F5013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79049" y="4622432"/>
            <a:ext cx="881419" cy="5590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44" b="1" i="0">
                <a:solidFill>
                  <a:srgbClr val="009F86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44" b="1" i="0">
                <a:solidFill>
                  <a:srgbClr val="009F86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144" b="1" i="0">
                <a:solidFill>
                  <a:srgbClr val="009F86"/>
                </a:solidFill>
                <a:latin typeface="Times New Roman"/>
                <a:ea typeface="Times New Roman"/>
                <a:cs typeface="Times New Roman"/>
              </a:rPr>
              <a:t>PAT.</a:t>
            </a:r>
          </a:p>
        </p:txBody>
      </p:sp>
      <p:sp>
        <p:nvSpPr>
          <p:cNvPr id="203" name="path-208">
            <a:extLst xmlns:a="http://schemas.openxmlformats.org/drawingml/2006/main">
              <a:ext uri="{FF2B5EF4-FFF2-40B4-BE49-F238E27FC236}">
                <a16:creationId xmlns:a16="http://schemas.microsoft.com/office/drawing/2014/main" id="{9AF84549-174D-49E7-85B6-F4A3865B7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1202126"/>
            <a:ext cx="8619575" cy="3232340"/>
          </a:xfrm>
          <a:custGeom xmlns:a="http://schemas.openxmlformats.org/drawingml/2006/main">
            <a:pathLst>
              <a:path w="7367043" h="2762641">
                <a:moveTo>
                  <a:pt x="0" y="0"/>
                </a:moveTo>
                <a:lnTo>
                  <a:pt x="7367043" y="0"/>
                </a:lnTo>
                <a:lnTo>
                  <a:pt x="7367043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" name="path-209">
            <a:extLst xmlns:a="http://schemas.openxmlformats.org/drawingml/2006/main">
              <a:ext uri="{FF2B5EF4-FFF2-40B4-BE49-F238E27FC236}">
                <a16:creationId xmlns:a16="http://schemas.microsoft.com/office/drawing/2014/main" id="{65A7A5A7-5921-4593-9B58-A8B8B2D11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04989" y="1202126"/>
            <a:ext cx="21550" cy="3232340"/>
          </a:xfrm>
          <a:custGeom xmlns:a="http://schemas.openxmlformats.org/drawingml/2006/main">
            <a:pathLst>
              <a:path w="18418" h="2762641">
                <a:moveTo>
                  <a:pt x="9209" y="0"/>
                </a:moveTo>
                <a:lnTo>
                  <a:pt x="0" y="0"/>
                </a:lnTo>
                <a:lnTo>
                  <a:pt x="0" y="53128"/>
                </a:lnTo>
                <a:lnTo>
                  <a:pt x="9209" y="53128"/>
                </a:lnTo>
                <a:lnTo>
                  <a:pt x="18418" y="53128"/>
                </a:lnTo>
                <a:lnTo>
                  <a:pt x="18418" y="0"/>
                </a:lnTo>
                <a:lnTo>
                  <a:pt x="9209" y="0"/>
                </a:lnTo>
                <a:moveTo>
                  <a:pt x="9209" y="159383"/>
                </a:moveTo>
                <a:lnTo>
                  <a:pt x="0" y="159383"/>
                </a:lnTo>
                <a:lnTo>
                  <a:pt x="0" y="265638"/>
                </a:lnTo>
                <a:lnTo>
                  <a:pt x="9209" y="265638"/>
                </a:lnTo>
                <a:lnTo>
                  <a:pt x="18418" y="265638"/>
                </a:lnTo>
                <a:lnTo>
                  <a:pt x="18418" y="159383"/>
                </a:lnTo>
                <a:lnTo>
                  <a:pt x="9209" y="159383"/>
                </a:lnTo>
                <a:moveTo>
                  <a:pt x="9209" y="371894"/>
                </a:moveTo>
                <a:lnTo>
                  <a:pt x="0" y="371894"/>
                </a:lnTo>
                <a:lnTo>
                  <a:pt x="0" y="478149"/>
                </a:lnTo>
                <a:lnTo>
                  <a:pt x="9209" y="478149"/>
                </a:lnTo>
                <a:lnTo>
                  <a:pt x="18418" y="478149"/>
                </a:lnTo>
                <a:lnTo>
                  <a:pt x="18418" y="371894"/>
                </a:lnTo>
                <a:lnTo>
                  <a:pt x="9209" y="371894"/>
                </a:lnTo>
                <a:moveTo>
                  <a:pt x="9209" y="584405"/>
                </a:moveTo>
                <a:lnTo>
                  <a:pt x="0" y="584405"/>
                </a:lnTo>
                <a:lnTo>
                  <a:pt x="0" y="690660"/>
                </a:lnTo>
                <a:lnTo>
                  <a:pt x="9209" y="690660"/>
                </a:lnTo>
                <a:lnTo>
                  <a:pt x="18418" y="690660"/>
                </a:lnTo>
                <a:lnTo>
                  <a:pt x="18418" y="584405"/>
                </a:lnTo>
                <a:lnTo>
                  <a:pt x="9209" y="584405"/>
                </a:lnTo>
                <a:moveTo>
                  <a:pt x="9209" y="796916"/>
                </a:moveTo>
                <a:lnTo>
                  <a:pt x="0" y="796916"/>
                </a:lnTo>
                <a:lnTo>
                  <a:pt x="0" y="903171"/>
                </a:lnTo>
                <a:lnTo>
                  <a:pt x="9209" y="903171"/>
                </a:lnTo>
                <a:lnTo>
                  <a:pt x="18418" y="903171"/>
                </a:lnTo>
                <a:lnTo>
                  <a:pt x="18418" y="796916"/>
                </a:lnTo>
                <a:lnTo>
                  <a:pt x="9209" y="796916"/>
                </a:lnTo>
                <a:moveTo>
                  <a:pt x="9209" y="1009426"/>
                </a:moveTo>
                <a:lnTo>
                  <a:pt x="0" y="1009426"/>
                </a:lnTo>
                <a:lnTo>
                  <a:pt x="0" y="1115682"/>
                </a:lnTo>
                <a:lnTo>
                  <a:pt x="9209" y="1115682"/>
                </a:lnTo>
                <a:lnTo>
                  <a:pt x="18418" y="1115682"/>
                </a:lnTo>
                <a:lnTo>
                  <a:pt x="18418" y="1009426"/>
                </a:lnTo>
                <a:lnTo>
                  <a:pt x="9209" y="1009426"/>
                </a:lnTo>
                <a:moveTo>
                  <a:pt x="9209" y="1221937"/>
                </a:moveTo>
                <a:lnTo>
                  <a:pt x="0" y="1221937"/>
                </a:lnTo>
                <a:lnTo>
                  <a:pt x="0" y="1328193"/>
                </a:lnTo>
                <a:lnTo>
                  <a:pt x="9209" y="1328193"/>
                </a:lnTo>
                <a:lnTo>
                  <a:pt x="18418" y="1328193"/>
                </a:lnTo>
                <a:lnTo>
                  <a:pt x="18418" y="1221937"/>
                </a:lnTo>
                <a:lnTo>
                  <a:pt x="9209" y="1221937"/>
                </a:lnTo>
                <a:moveTo>
                  <a:pt x="9209" y="1434448"/>
                </a:moveTo>
                <a:lnTo>
                  <a:pt x="0" y="1434448"/>
                </a:lnTo>
                <a:lnTo>
                  <a:pt x="0" y="1540704"/>
                </a:lnTo>
                <a:lnTo>
                  <a:pt x="9209" y="1540704"/>
                </a:lnTo>
                <a:lnTo>
                  <a:pt x="18418" y="1540704"/>
                </a:lnTo>
                <a:lnTo>
                  <a:pt x="18418" y="1434448"/>
                </a:lnTo>
                <a:lnTo>
                  <a:pt x="9209" y="1434448"/>
                </a:lnTo>
                <a:moveTo>
                  <a:pt x="9209" y="1646959"/>
                </a:moveTo>
                <a:lnTo>
                  <a:pt x="0" y="1646959"/>
                </a:lnTo>
                <a:lnTo>
                  <a:pt x="0" y="1753215"/>
                </a:lnTo>
                <a:lnTo>
                  <a:pt x="9209" y="1753215"/>
                </a:lnTo>
                <a:lnTo>
                  <a:pt x="18418" y="1753215"/>
                </a:lnTo>
                <a:lnTo>
                  <a:pt x="18418" y="1646959"/>
                </a:lnTo>
                <a:lnTo>
                  <a:pt x="9209" y="1646959"/>
                </a:lnTo>
                <a:moveTo>
                  <a:pt x="9209" y="1859470"/>
                </a:moveTo>
                <a:lnTo>
                  <a:pt x="0" y="1859470"/>
                </a:lnTo>
                <a:lnTo>
                  <a:pt x="0" y="1965726"/>
                </a:lnTo>
                <a:lnTo>
                  <a:pt x="9209" y="1965726"/>
                </a:lnTo>
                <a:lnTo>
                  <a:pt x="18418" y="1965726"/>
                </a:lnTo>
                <a:lnTo>
                  <a:pt x="18418" y="1859470"/>
                </a:lnTo>
                <a:lnTo>
                  <a:pt x="9209" y="1859470"/>
                </a:lnTo>
                <a:moveTo>
                  <a:pt x="9209" y="2071981"/>
                </a:moveTo>
                <a:lnTo>
                  <a:pt x="0" y="2071981"/>
                </a:lnTo>
                <a:lnTo>
                  <a:pt x="0" y="2178237"/>
                </a:lnTo>
                <a:lnTo>
                  <a:pt x="9209" y="2178237"/>
                </a:lnTo>
                <a:lnTo>
                  <a:pt x="18418" y="2178237"/>
                </a:lnTo>
                <a:lnTo>
                  <a:pt x="18418" y="2071981"/>
                </a:lnTo>
                <a:lnTo>
                  <a:pt x="9209" y="2071981"/>
                </a:lnTo>
                <a:moveTo>
                  <a:pt x="9209" y="2284492"/>
                </a:moveTo>
                <a:lnTo>
                  <a:pt x="0" y="2284492"/>
                </a:lnTo>
                <a:lnTo>
                  <a:pt x="0" y="2390747"/>
                </a:lnTo>
                <a:lnTo>
                  <a:pt x="9209" y="2390747"/>
                </a:lnTo>
                <a:lnTo>
                  <a:pt x="18418" y="2390747"/>
                </a:lnTo>
                <a:lnTo>
                  <a:pt x="18418" y="2284492"/>
                </a:lnTo>
                <a:lnTo>
                  <a:pt x="9209" y="2284492"/>
                </a:lnTo>
                <a:moveTo>
                  <a:pt x="9209" y="2497003"/>
                </a:moveTo>
                <a:lnTo>
                  <a:pt x="0" y="2497003"/>
                </a:lnTo>
                <a:lnTo>
                  <a:pt x="0" y="2603258"/>
                </a:lnTo>
                <a:lnTo>
                  <a:pt x="9209" y="2603258"/>
                </a:lnTo>
                <a:lnTo>
                  <a:pt x="18418" y="2603258"/>
                </a:lnTo>
                <a:lnTo>
                  <a:pt x="18418" y="2497003"/>
                </a:lnTo>
                <a:lnTo>
                  <a:pt x="9209" y="2497003"/>
                </a:lnTo>
                <a:moveTo>
                  <a:pt x="9209" y="2709513"/>
                </a:moveTo>
                <a:lnTo>
                  <a:pt x="0" y="2709513"/>
                </a:lnTo>
                <a:lnTo>
                  <a:pt x="0" y="2762641"/>
                </a:lnTo>
                <a:lnTo>
                  <a:pt x="9209" y="2762641"/>
                </a:lnTo>
                <a:lnTo>
                  <a:pt x="18418" y="2762641"/>
                </a:lnTo>
                <a:lnTo>
                  <a:pt x="18418" y="2709513"/>
                </a:lnTo>
                <a:lnTo>
                  <a:pt x="9209" y="2709513"/>
                </a:lnTo>
              </a:path>
            </a:pathLst>
          </a:custGeom>
          <a:solidFill xmlns:a="http://schemas.openxmlformats.org/drawingml/2006/main">
            <a:srgbClr val="000000">
              <a:alpha val="4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" name="path-210">
            <a:extLst xmlns:a="http://schemas.openxmlformats.org/drawingml/2006/main">
              <a:ext uri="{FF2B5EF4-FFF2-40B4-BE49-F238E27FC236}">
                <a16:creationId xmlns:a16="http://schemas.microsoft.com/office/drawing/2014/main" id="{5469B913-3EE8-436F-A150-5169ED9B3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1202126"/>
            <a:ext cx="4137396" cy="3232340"/>
          </a:xfrm>
          <a:custGeom xmlns:a="http://schemas.openxmlformats.org/drawingml/2006/main">
            <a:pathLst>
              <a:path w="3536180" h="2762641">
                <a:moveTo>
                  <a:pt x="0" y="0"/>
                </a:moveTo>
                <a:lnTo>
                  <a:pt x="3536180" y="0"/>
                </a:lnTo>
                <a:lnTo>
                  <a:pt x="3536180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" name="path-211">
            <a:extLst xmlns:a="http://schemas.openxmlformats.org/drawingml/2006/main">
              <a:ext uri="{FF2B5EF4-FFF2-40B4-BE49-F238E27FC236}">
                <a16:creationId xmlns:a16="http://schemas.microsoft.com/office/drawing/2014/main" id="{D621EE64-A197-482E-B456-83B1DCFEE5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3744900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" name="path-212">
            <a:extLst xmlns:a="http://schemas.openxmlformats.org/drawingml/2006/main">
              <a:ext uri="{FF2B5EF4-FFF2-40B4-BE49-F238E27FC236}">
                <a16:creationId xmlns:a16="http://schemas.microsoft.com/office/drawing/2014/main" id="{BCCDC8A0-F4AC-44ED-A77B-0DB81B07A0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3744900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" name="path-213">
            <a:extLst xmlns:a="http://schemas.openxmlformats.org/drawingml/2006/main">
              <a:ext uri="{FF2B5EF4-FFF2-40B4-BE49-F238E27FC236}">
                <a16:creationId xmlns:a16="http://schemas.microsoft.com/office/drawing/2014/main" id="{F94F358C-AF8E-4448-9C70-EF9662275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844" y="40025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" name="path-214">
            <a:extLst xmlns:a="http://schemas.openxmlformats.org/drawingml/2006/main">
              <a:ext uri="{FF2B5EF4-FFF2-40B4-BE49-F238E27FC236}">
                <a16:creationId xmlns:a16="http://schemas.microsoft.com/office/drawing/2014/main" id="{ADA95E1D-7B07-4F11-9B0D-916F0BB0E9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034" y="40204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" name="path-215">
            <a:extLst xmlns:a="http://schemas.openxmlformats.org/drawingml/2006/main">
              <a:ext uri="{FF2B5EF4-FFF2-40B4-BE49-F238E27FC236}">
                <a16:creationId xmlns:a16="http://schemas.microsoft.com/office/drawing/2014/main" id="{38655B91-5590-44C7-8D8E-444E1A432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395" y="4014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" name="path-216">
            <a:extLst xmlns:a="http://schemas.openxmlformats.org/drawingml/2006/main">
              <a:ext uri="{FF2B5EF4-FFF2-40B4-BE49-F238E27FC236}">
                <a16:creationId xmlns:a16="http://schemas.microsoft.com/office/drawing/2014/main" id="{9D2C9198-9333-412B-A555-6E860BF1F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263" y="40920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" name="path-217">
            <a:extLst xmlns:a="http://schemas.openxmlformats.org/drawingml/2006/main">
              <a:ext uri="{FF2B5EF4-FFF2-40B4-BE49-F238E27FC236}">
                <a16:creationId xmlns:a16="http://schemas.microsoft.com/office/drawing/2014/main" id="{9E099356-6577-417A-A923-9E08C68E9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05" y="40404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" name="path-218">
            <a:extLst xmlns:a="http://schemas.openxmlformats.org/drawingml/2006/main">
              <a:ext uri="{FF2B5EF4-FFF2-40B4-BE49-F238E27FC236}">
                <a16:creationId xmlns:a16="http://schemas.microsoft.com/office/drawing/2014/main" id="{5B638756-6FE5-4699-8C57-079D606C9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949" y="40119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" name="path-219">
            <a:extLst xmlns:a="http://schemas.openxmlformats.org/drawingml/2006/main">
              <a:ext uri="{FF2B5EF4-FFF2-40B4-BE49-F238E27FC236}">
                <a16:creationId xmlns:a16="http://schemas.microsoft.com/office/drawing/2014/main" id="{9EE0845B-4313-4EE0-94BB-B5A1F7E09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073" y="40645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" name="path-220">
            <a:extLst xmlns:a="http://schemas.openxmlformats.org/drawingml/2006/main">
              <a:ext uri="{FF2B5EF4-FFF2-40B4-BE49-F238E27FC236}">
                <a16:creationId xmlns:a16="http://schemas.microsoft.com/office/drawing/2014/main" id="{1C72E33F-5A44-49C1-B888-BC760D269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231" y="40318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" name="path-221">
            <a:extLst xmlns:a="http://schemas.openxmlformats.org/drawingml/2006/main">
              <a:ext uri="{FF2B5EF4-FFF2-40B4-BE49-F238E27FC236}">
                <a16:creationId xmlns:a16="http://schemas.microsoft.com/office/drawing/2014/main" id="{4968EF36-4884-4CFA-BAE2-BAE9A6A76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4920" y="40498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" name="path-222">
            <a:extLst xmlns:a="http://schemas.openxmlformats.org/drawingml/2006/main">
              <a:ext uri="{FF2B5EF4-FFF2-40B4-BE49-F238E27FC236}">
                <a16:creationId xmlns:a16="http://schemas.microsoft.com/office/drawing/2014/main" id="{1A4FB35A-31DC-40C5-A4C6-C587EB81F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2018" y="40277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" name="path-223">
            <a:extLst xmlns:a="http://schemas.openxmlformats.org/drawingml/2006/main">
              <a:ext uri="{FF2B5EF4-FFF2-40B4-BE49-F238E27FC236}">
                <a16:creationId xmlns:a16="http://schemas.microsoft.com/office/drawing/2014/main" id="{9C7597CE-C8F4-4338-8A8F-63EA770D4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053" y="4039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" name="path-224">
            <a:extLst xmlns:a="http://schemas.openxmlformats.org/drawingml/2006/main">
              <a:ext uri="{FF2B5EF4-FFF2-40B4-BE49-F238E27FC236}">
                <a16:creationId xmlns:a16="http://schemas.microsoft.com/office/drawing/2014/main" id="{73647C4E-46AA-451A-9704-6C198119D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322" y="40616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" name="path-225">
            <a:extLst xmlns:a="http://schemas.openxmlformats.org/drawingml/2006/main">
              <a:ext uri="{FF2B5EF4-FFF2-40B4-BE49-F238E27FC236}">
                <a16:creationId xmlns:a16="http://schemas.microsoft.com/office/drawing/2014/main" id="{77C65993-1D79-47F1-97E2-40B107BD2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1351" y="40589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" name="path-226">
            <a:extLst xmlns:a="http://schemas.openxmlformats.org/drawingml/2006/main">
              <a:ext uri="{FF2B5EF4-FFF2-40B4-BE49-F238E27FC236}">
                <a16:creationId xmlns:a16="http://schemas.microsoft.com/office/drawing/2014/main" id="{7E8DC6E3-E0A5-4300-99FB-C062ECE92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152" y="40324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" name="path-227">
            <a:extLst xmlns:a="http://schemas.openxmlformats.org/drawingml/2006/main">
              <a:ext uri="{FF2B5EF4-FFF2-40B4-BE49-F238E27FC236}">
                <a16:creationId xmlns:a16="http://schemas.microsoft.com/office/drawing/2014/main" id="{2488227B-EA71-4438-96E7-FAEC9D5C9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493" y="40320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" name="path-228">
            <a:extLst xmlns:a="http://schemas.openxmlformats.org/drawingml/2006/main">
              <a:ext uri="{FF2B5EF4-FFF2-40B4-BE49-F238E27FC236}">
                <a16:creationId xmlns:a16="http://schemas.microsoft.com/office/drawing/2014/main" id="{C5AFA0FE-9853-4A1A-A518-8B42C89F6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331" y="40183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" name="path-229">
            <a:extLst xmlns:a="http://schemas.openxmlformats.org/drawingml/2006/main">
              <a:ext uri="{FF2B5EF4-FFF2-40B4-BE49-F238E27FC236}">
                <a16:creationId xmlns:a16="http://schemas.microsoft.com/office/drawing/2014/main" id="{341F0E88-60CD-4D95-82CF-C27A4A022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524" y="40485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" name="path-230">
            <a:extLst xmlns:a="http://schemas.openxmlformats.org/drawingml/2006/main">
              <a:ext uri="{FF2B5EF4-FFF2-40B4-BE49-F238E27FC236}">
                <a16:creationId xmlns:a16="http://schemas.microsoft.com/office/drawing/2014/main" id="{81EC7397-B961-43D9-B3A7-494A85093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64851" y="4027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" name="path-231">
            <a:extLst xmlns:a="http://schemas.openxmlformats.org/drawingml/2006/main">
              <a:ext uri="{FF2B5EF4-FFF2-40B4-BE49-F238E27FC236}">
                <a16:creationId xmlns:a16="http://schemas.microsoft.com/office/drawing/2014/main" id="{765B5679-109B-460D-A89D-493881291C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621" y="40240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" name="path-232">
            <a:extLst xmlns:a="http://schemas.openxmlformats.org/drawingml/2006/main">
              <a:ext uri="{FF2B5EF4-FFF2-40B4-BE49-F238E27FC236}">
                <a16:creationId xmlns:a16="http://schemas.microsoft.com/office/drawing/2014/main" id="{D925ACA5-DAC7-412E-9311-1945F1CBF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48" y="4069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" name="path-233">
            <a:extLst xmlns:a="http://schemas.openxmlformats.org/drawingml/2006/main">
              <a:ext uri="{FF2B5EF4-FFF2-40B4-BE49-F238E27FC236}">
                <a16:creationId xmlns:a16="http://schemas.microsoft.com/office/drawing/2014/main" id="{1535AD86-FFE2-47E1-9803-0BCEE66A88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2105" y="40859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" name="path-234">
            <a:extLst xmlns:a="http://schemas.openxmlformats.org/drawingml/2006/main">
              <a:ext uri="{FF2B5EF4-FFF2-40B4-BE49-F238E27FC236}">
                <a16:creationId xmlns:a16="http://schemas.microsoft.com/office/drawing/2014/main" id="{525266E9-549C-40F9-ABF5-F24721A83B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4519" y="40107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" name="path-235">
            <a:extLst xmlns:a="http://schemas.openxmlformats.org/drawingml/2006/main">
              <a:ext uri="{FF2B5EF4-FFF2-40B4-BE49-F238E27FC236}">
                <a16:creationId xmlns:a16="http://schemas.microsoft.com/office/drawing/2014/main" id="{45CE1AD8-471B-41FC-8D4D-6114B232A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675" y="40299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" name="path-236">
            <a:extLst xmlns:a="http://schemas.openxmlformats.org/drawingml/2006/main">
              <a:ext uri="{FF2B5EF4-FFF2-40B4-BE49-F238E27FC236}">
                <a16:creationId xmlns:a16="http://schemas.microsoft.com/office/drawing/2014/main" id="{CD61BEC8-2C8D-4AE3-BC77-C8F2B9084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037" y="4034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" name="path-237">
            <a:extLst xmlns:a="http://schemas.openxmlformats.org/drawingml/2006/main">
              <a:ext uri="{FF2B5EF4-FFF2-40B4-BE49-F238E27FC236}">
                <a16:creationId xmlns:a16="http://schemas.microsoft.com/office/drawing/2014/main" id="{94D7FEC1-EB8D-4FA1-BD4D-FB0BB35345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864" y="40296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" name="path-238">
            <a:extLst xmlns:a="http://schemas.openxmlformats.org/drawingml/2006/main">
              <a:ext uri="{FF2B5EF4-FFF2-40B4-BE49-F238E27FC236}">
                <a16:creationId xmlns:a16="http://schemas.microsoft.com/office/drawing/2014/main" id="{D66B0286-A407-4C3B-9761-B498B01FF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0923" y="40471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" name="path-239">
            <a:extLst xmlns:a="http://schemas.openxmlformats.org/drawingml/2006/main">
              <a:ext uri="{FF2B5EF4-FFF2-40B4-BE49-F238E27FC236}">
                <a16:creationId xmlns:a16="http://schemas.microsoft.com/office/drawing/2014/main" id="{10FA7590-552A-4B66-BE3A-EAF3C8544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309" y="4070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" name="path-240">
            <a:extLst xmlns:a="http://schemas.openxmlformats.org/drawingml/2006/main">
              <a:ext uri="{FF2B5EF4-FFF2-40B4-BE49-F238E27FC236}">
                <a16:creationId xmlns:a16="http://schemas.microsoft.com/office/drawing/2014/main" id="{091F169F-77D9-439A-A6AD-82A7C6944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6" y="4064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" name="path-241">
            <a:extLst xmlns:a="http://schemas.openxmlformats.org/drawingml/2006/main">
              <a:ext uri="{FF2B5EF4-FFF2-40B4-BE49-F238E27FC236}">
                <a16:creationId xmlns:a16="http://schemas.microsoft.com/office/drawing/2014/main" id="{973B8357-33EE-4A9D-AE92-F587F7728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1227" y="40314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" name="path-242">
            <a:extLst xmlns:a="http://schemas.openxmlformats.org/drawingml/2006/main">
              <a:ext uri="{FF2B5EF4-FFF2-40B4-BE49-F238E27FC236}">
                <a16:creationId xmlns:a16="http://schemas.microsoft.com/office/drawing/2014/main" id="{015A0F8F-048C-445C-8187-BF3E881FA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5" y="40460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" name="path-243">
            <a:extLst xmlns:a="http://schemas.openxmlformats.org/drawingml/2006/main">
              <a:ext uri="{FF2B5EF4-FFF2-40B4-BE49-F238E27FC236}">
                <a16:creationId xmlns:a16="http://schemas.microsoft.com/office/drawing/2014/main" id="{BD52B1D6-450F-41DA-A03E-BBBE3C729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166" y="40535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" name="path-244">
            <a:extLst xmlns:a="http://schemas.openxmlformats.org/drawingml/2006/main">
              <a:ext uri="{FF2B5EF4-FFF2-40B4-BE49-F238E27FC236}">
                <a16:creationId xmlns:a16="http://schemas.microsoft.com/office/drawing/2014/main" id="{238494AA-39FD-4A30-A290-C990E3E94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647" y="40407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" name="path-245">
            <a:extLst xmlns:a="http://schemas.openxmlformats.org/drawingml/2006/main">
              <a:ext uri="{FF2B5EF4-FFF2-40B4-BE49-F238E27FC236}">
                <a16:creationId xmlns:a16="http://schemas.microsoft.com/office/drawing/2014/main" id="{65D2CEAA-8632-4552-AC96-95CDC6598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079" y="4033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" name="path-246">
            <a:extLst xmlns:a="http://schemas.openxmlformats.org/drawingml/2006/main">
              <a:ext uri="{FF2B5EF4-FFF2-40B4-BE49-F238E27FC236}">
                <a16:creationId xmlns:a16="http://schemas.microsoft.com/office/drawing/2014/main" id="{ADAAFAFB-DEFA-46FD-AD6D-692ECCAC8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760" y="40477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" name="path-247">
            <a:extLst xmlns:a="http://schemas.openxmlformats.org/drawingml/2006/main">
              <a:ext uri="{FF2B5EF4-FFF2-40B4-BE49-F238E27FC236}">
                <a16:creationId xmlns:a16="http://schemas.microsoft.com/office/drawing/2014/main" id="{B2C7CF25-A291-4BCD-B6D8-1667338F6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42" y="40523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" name="path-248">
            <a:extLst xmlns:a="http://schemas.openxmlformats.org/drawingml/2006/main">
              <a:ext uri="{FF2B5EF4-FFF2-40B4-BE49-F238E27FC236}">
                <a16:creationId xmlns:a16="http://schemas.microsoft.com/office/drawing/2014/main" id="{2F41BFAF-2F02-4BF5-B140-121E60F5D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595" y="40599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" name="path-249">
            <a:extLst xmlns:a="http://schemas.openxmlformats.org/drawingml/2006/main">
              <a:ext uri="{FF2B5EF4-FFF2-40B4-BE49-F238E27FC236}">
                <a16:creationId xmlns:a16="http://schemas.microsoft.com/office/drawing/2014/main" id="{51A008D7-636E-4E03-B72D-EBD4DB911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8203" y="40269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" name="path-250">
            <a:extLst xmlns:a="http://schemas.openxmlformats.org/drawingml/2006/main">
              <a:ext uri="{FF2B5EF4-FFF2-40B4-BE49-F238E27FC236}">
                <a16:creationId xmlns:a16="http://schemas.microsoft.com/office/drawing/2014/main" id="{9DFF91D0-71F7-4AB0-927B-C520CFDF7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144" y="40490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" name="path-251">
            <a:extLst xmlns:a="http://schemas.openxmlformats.org/drawingml/2006/main">
              <a:ext uri="{FF2B5EF4-FFF2-40B4-BE49-F238E27FC236}">
                <a16:creationId xmlns:a16="http://schemas.microsoft.com/office/drawing/2014/main" id="{27D057C0-032F-4BB7-AACF-CC8AA01FD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612" y="40412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" name="path-252">
            <a:extLst xmlns:a="http://schemas.openxmlformats.org/drawingml/2006/main">
              <a:ext uri="{FF2B5EF4-FFF2-40B4-BE49-F238E27FC236}">
                <a16:creationId xmlns:a16="http://schemas.microsoft.com/office/drawing/2014/main" id="{42784FB3-0EDE-42A8-96DF-00CE12134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8097" y="40390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" name="path-253">
            <a:extLst xmlns:a="http://schemas.openxmlformats.org/drawingml/2006/main">
              <a:ext uri="{FF2B5EF4-FFF2-40B4-BE49-F238E27FC236}">
                <a16:creationId xmlns:a16="http://schemas.microsoft.com/office/drawing/2014/main" id="{BBF52F71-807C-40B5-BBE6-CCEA4EB5E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07" y="40645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" name="path-254">
            <a:extLst xmlns:a="http://schemas.openxmlformats.org/drawingml/2006/main">
              <a:ext uri="{FF2B5EF4-FFF2-40B4-BE49-F238E27FC236}">
                <a16:creationId xmlns:a16="http://schemas.microsoft.com/office/drawing/2014/main" id="{DDC7CFEC-A91E-457E-ACFF-830681905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541" y="40218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" name="path-255">
            <a:extLst xmlns:a="http://schemas.openxmlformats.org/drawingml/2006/main">
              <a:ext uri="{FF2B5EF4-FFF2-40B4-BE49-F238E27FC236}">
                <a16:creationId xmlns:a16="http://schemas.microsoft.com/office/drawing/2014/main" id="{CEDB5F2D-F48B-4A10-9D49-59EDB7B40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716" y="40197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" name="path-256">
            <a:extLst xmlns:a="http://schemas.openxmlformats.org/drawingml/2006/main">
              <a:ext uri="{FF2B5EF4-FFF2-40B4-BE49-F238E27FC236}">
                <a16:creationId xmlns:a16="http://schemas.microsoft.com/office/drawing/2014/main" id="{3EACDEEF-485A-4F3B-B790-EFEA65602B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741" y="40567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" name="path-257">
            <a:extLst xmlns:a="http://schemas.openxmlformats.org/drawingml/2006/main">
              <a:ext uri="{FF2B5EF4-FFF2-40B4-BE49-F238E27FC236}">
                <a16:creationId xmlns:a16="http://schemas.microsoft.com/office/drawing/2014/main" id="{B61424D4-24B2-4B23-9297-78309EA94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653" y="40215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" name="path-258">
            <a:extLst xmlns:a="http://schemas.openxmlformats.org/drawingml/2006/main">
              <a:ext uri="{FF2B5EF4-FFF2-40B4-BE49-F238E27FC236}">
                <a16:creationId xmlns:a16="http://schemas.microsoft.com/office/drawing/2014/main" id="{22BEE91E-EDB1-418B-B680-4385FBD9A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1220" y="40325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" name="path-259">
            <a:extLst xmlns:a="http://schemas.openxmlformats.org/drawingml/2006/main">
              <a:ext uri="{FF2B5EF4-FFF2-40B4-BE49-F238E27FC236}">
                <a16:creationId xmlns:a16="http://schemas.microsoft.com/office/drawing/2014/main" id="{0C8E493A-9447-436D-8812-6B91C4E60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154" y="40691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" name="path-260">
            <a:extLst xmlns:a="http://schemas.openxmlformats.org/drawingml/2006/main">
              <a:ext uri="{FF2B5EF4-FFF2-40B4-BE49-F238E27FC236}">
                <a16:creationId xmlns:a16="http://schemas.microsoft.com/office/drawing/2014/main" id="{5F96CA29-EEE4-43B4-A823-873D98B7E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14" y="40280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" name="path-261">
            <a:extLst xmlns:a="http://schemas.openxmlformats.org/drawingml/2006/main">
              <a:ext uri="{FF2B5EF4-FFF2-40B4-BE49-F238E27FC236}">
                <a16:creationId xmlns:a16="http://schemas.microsoft.com/office/drawing/2014/main" id="{9EA364AA-06DB-4664-9A01-3DD27E054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2219" y="4030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" name="path-262">
            <a:extLst xmlns:a="http://schemas.openxmlformats.org/drawingml/2006/main">
              <a:ext uri="{FF2B5EF4-FFF2-40B4-BE49-F238E27FC236}">
                <a16:creationId xmlns:a16="http://schemas.microsoft.com/office/drawing/2014/main" id="{02006889-C5DE-41AC-9BCA-7CF270283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5661" y="40402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" name="path-263">
            <a:extLst xmlns:a="http://schemas.openxmlformats.org/drawingml/2006/main">
              <a:ext uri="{FF2B5EF4-FFF2-40B4-BE49-F238E27FC236}">
                <a16:creationId xmlns:a16="http://schemas.microsoft.com/office/drawing/2014/main" id="{0B1D7EBD-A604-4E95-A119-02303B30F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4988" y="40489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" name="path-264">
            <a:extLst xmlns:a="http://schemas.openxmlformats.org/drawingml/2006/main">
              <a:ext uri="{FF2B5EF4-FFF2-40B4-BE49-F238E27FC236}">
                <a16:creationId xmlns:a16="http://schemas.microsoft.com/office/drawing/2014/main" id="{A53D4CC9-0C15-4415-A47B-3FE707EF6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494" y="40255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" name="path-265">
            <a:extLst xmlns:a="http://schemas.openxmlformats.org/drawingml/2006/main">
              <a:ext uri="{FF2B5EF4-FFF2-40B4-BE49-F238E27FC236}">
                <a16:creationId xmlns:a16="http://schemas.microsoft.com/office/drawing/2014/main" id="{6A5A234A-736C-4E36-BC28-4A9030887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226" y="4074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" name="path-266">
            <a:extLst xmlns:a="http://schemas.openxmlformats.org/drawingml/2006/main">
              <a:ext uri="{FF2B5EF4-FFF2-40B4-BE49-F238E27FC236}">
                <a16:creationId xmlns:a16="http://schemas.microsoft.com/office/drawing/2014/main" id="{AE202122-E6F5-4C35-8DCB-41A1508F5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2756" y="40443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" name="path-267">
            <a:extLst xmlns:a="http://schemas.openxmlformats.org/drawingml/2006/main">
              <a:ext uri="{FF2B5EF4-FFF2-40B4-BE49-F238E27FC236}">
                <a16:creationId xmlns:a16="http://schemas.microsoft.com/office/drawing/2014/main" id="{94890A08-9CDC-49B0-8FE7-71AAFB4E53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1057" y="40558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" name="path-268">
            <a:extLst xmlns:a="http://schemas.openxmlformats.org/drawingml/2006/main">
              <a:ext uri="{FF2B5EF4-FFF2-40B4-BE49-F238E27FC236}">
                <a16:creationId xmlns:a16="http://schemas.microsoft.com/office/drawing/2014/main" id="{D1F8B0BB-BE23-4112-B1D1-8A11421F0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155" y="40326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" name="path-269">
            <a:extLst xmlns:a="http://schemas.openxmlformats.org/drawingml/2006/main">
              <a:ext uri="{FF2B5EF4-FFF2-40B4-BE49-F238E27FC236}">
                <a16:creationId xmlns:a16="http://schemas.microsoft.com/office/drawing/2014/main" id="{BD8BD6C0-C6CF-47A0-81B0-B4B97FDFC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561" y="40175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" name="path-270">
            <a:extLst xmlns:a="http://schemas.openxmlformats.org/drawingml/2006/main">
              <a:ext uri="{FF2B5EF4-FFF2-40B4-BE49-F238E27FC236}">
                <a16:creationId xmlns:a16="http://schemas.microsoft.com/office/drawing/2014/main" id="{13414975-A76E-4F0C-8A35-00F97AC1D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74" y="40588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" name="path-271">
            <a:extLst xmlns:a="http://schemas.openxmlformats.org/drawingml/2006/main">
              <a:ext uri="{FF2B5EF4-FFF2-40B4-BE49-F238E27FC236}">
                <a16:creationId xmlns:a16="http://schemas.microsoft.com/office/drawing/2014/main" id="{C0BD5BEC-8793-48AE-889F-7A1757B16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69" y="4042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" name="path-272">
            <a:extLst xmlns:a="http://schemas.openxmlformats.org/drawingml/2006/main">
              <a:ext uri="{FF2B5EF4-FFF2-40B4-BE49-F238E27FC236}">
                <a16:creationId xmlns:a16="http://schemas.microsoft.com/office/drawing/2014/main" id="{BEC14C15-BCDB-4C72-9549-42BCFB81D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9955" y="4059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" name="path-273">
            <a:extLst xmlns:a="http://schemas.openxmlformats.org/drawingml/2006/main">
              <a:ext uri="{FF2B5EF4-FFF2-40B4-BE49-F238E27FC236}">
                <a16:creationId xmlns:a16="http://schemas.microsoft.com/office/drawing/2014/main" id="{8C1FBE45-46D4-4B50-8A43-3AFED236F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0230" y="40487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" name="path-274">
            <a:extLst xmlns:a="http://schemas.openxmlformats.org/drawingml/2006/main">
              <a:ext uri="{FF2B5EF4-FFF2-40B4-BE49-F238E27FC236}">
                <a16:creationId xmlns:a16="http://schemas.microsoft.com/office/drawing/2014/main" id="{BC500AAB-CA98-4445-AC9F-62AC5B0C7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544" y="4027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" name="path-275">
            <a:extLst xmlns:a="http://schemas.openxmlformats.org/drawingml/2006/main">
              <a:ext uri="{FF2B5EF4-FFF2-40B4-BE49-F238E27FC236}">
                <a16:creationId xmlns:a16="http://schemas.microsoft.com/office/drawing/2014/main" id="{44DDFDB7-4DAF-43CA-823E-687FA5968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964" y="40324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" name="path-276">
            <a:extLst xmlns:a="http://schemas.openxmlformats.org/drawingml/2006/main">
              <a:ext uri="{FF2B5EF4-FFF2-40B4-BE49-F238E27FC236}">
                <a16:creationId xmlns:a16="http://schemas.microsoft.com/office/drawing/2014/main" id="{E177CAB4-1F2C-4402-8C5D-9D3085775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723" y="40301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" name="path-277">
            <a:extLst xmlns:a="http://schemas.openxmlformats.org/drawingml/2006/main">
              <a:ext uri="{FF2B5EF4-FFF2-40B4-BE49-F238E27FC236}">
                <a16:creationId xmlns:a16="http://schemas.microsoft.com/office/drawing/2014/main" id="{2A40E992-D6DE-4533-8422-DF872CB91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1" y="4032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" name="path-278">
            <a:extLst xmlns:a="http://schemas.openxmlformats.org/drawingml/2006/main">
              <a:ext uri="{FF2B5EF4-FFF2-40B4-BE49-F238E27FC236}">
                <a16:creationId xmlns:a16="http://schemas.microsoft.com/office/drawing/2014/main" id="{2AC9CE09-1047-4D46-95AF-EC05027B5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910" y="40476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" name="path-279">
            <a:extLst xmlns:a="http://schemas.openxmlformats.org/drawingml/2006/main">
              <a:ext uri="{FF2B5EF4-FFF2-40B4-BE49-F238E27FC236}">
                <a16:creationId xmlns:a16="http://schemas.microsoft.com/office/drawing/2014/main" id="{598F6D39-CD70-4D8B-A70C-4F785CB27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3867" y="40181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" name="path-280">
            <a:extLst xmlns:a="http://schemas.openxmlformats.org/drawingml/2006/main">
              <a:ext uri="{FF2B5EF4-FFF2-40B4-BE49-F238E27FC236}">
                <a16:creationId xmlns:a16="http://schemas.microsoft.com/office/drawing/2014/main" id="{F9F7C21A-EB23-4EEC-B090-68004F412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142" y="40249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" name="path-281">
            <a:extLst xmlns:a="http://schemas.openxmlformats.org/drawingml/2006/main">
              <a:ext uri="{FF2B5EF4-FFF2-40B4-BE49-F238E27FC236}">
                <a16:creationId xmlns:a16="http://schemas.microsoft.com/office/drawing/2014/main" id="{2100FBEA-5DB9-40B4-8BBF-92DC07331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06" y="4057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" name="path-282">
            <a:extLst xmlns:a="http://schemas.openxmlformats.org/drawingml/2006/main">
              <a:ext uri="{FF2B5EF4-FFF2-40B4-BE49-F238E27FC236}">
                <a16:creationId xmlns:a16="http://schemas.microsoft.com/office/drawing/2014/main" id="{DFEAFB71-9A87-463C-A405-97DB99261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19" y="40394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" name="path-283">
            <a:extLst xmlns:a="http://schemas.openxmlformats.org/drawingml/2006/main">
              <a:ext uri="{FF2B5EF4-FFF2-40B4-BE49-F238E27FC236}">
                <a16:creationId xmlns:a16="http://schemas.microsoft.com/office/drawing/2014/main" id="{7EB0ADC8-73B4-4689-9796-881DB8A50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3265" y="40447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" name="path-284">
            <a:extLst xmlns:a="http://schemas.openxmlformats.org/drawingml/2006/main">
              <a:ext uri="{FF2B5EF4-FFF2-40B4-BE49-F238E27FC236}">
                <a16:creationId xmlns:a16="http://schemas.microsoft.com/office/drawing/2014/main" id="{D7D40A21-936D-489D-A6B2-6273BAFA2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7" y="4040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" name="path-285">
            <a:extLst xmlns:a="http://schemas.openxmlformats.org/drawingml/2006/main">
              <a:ext uri="{FF2B5EF4-FFF2-40B4-BE49-F238E27FC236}">
                <a16:creationId xmlns:a16="http://schemas.microsoft.com/office/drawing/2014/main" id="{CD3BCE35-8AF2-4FD1-AB6F-7A822AB6C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40" y="4026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" name="path-286">
            <a:extLst xmlns:a="http://schemas.openxmlformats.org/drawingml/2006/main">
              <a:ext uri="{FF2B5EF4-FFF2-40B4-BE49-F238E27FC236}">
                <a16:creationId xmlns:a16="http://schemas.microsoft.com/office/drawing/2014/main" id="{4EE15904-A7C5-498A-BC7F-74199D780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7764" y="40673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" name="path-287">
            <a:extLst xmlns:a="http://schemas.openxmlformats.org/drawingml/2006/main">
              <a:ext uri="{FF2B5EF4-FFF2-40B4-BE49-F238E27FC236}">
                <a16:creationId xmlns:a16="http://schemas.microsoft.com/office/drawing/2014/main" id="{069FCA82-30E9-4288-A2D8-BF335C7646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747" y="40372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" name="path-288">
            <a:extLst xmlns:a="http://schemas.openxmlformats.org/drawingml/2006/main">
              <a:ext uri="{FF2B5EF4-FFF2-40B4-BE49-F238E27FC236}">
                <a16:creationId xmlns:a16="http://schemas.microsoft.com/office/drawing/2014/main" id="{A32C8F05-2731-435B-BE4D-6D43CBADC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237" y="40598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" name="path-289">
            <a:extLst xmlns:a="http://schemas.openxmlformats.org/drawingml/2006/main">
              <a:ext uri="{FF2B5EF4-FFF2-40B4-BE49-F238E27FC236}">
                <a16:creationId xmlns:a16="http://schemas.microsoft.com/office/drawing/2014/main" id="{959461DE-D5F0-4E54-ACC6-9F965BEA5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438" y="40077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" name="path-290">
            <a:extLst xmlns:a="http://schemas.openxmlformats.org/drawingml/2006/main">
              <a:ext uri="{FF2B5EF4-FFF2-40B4-BE49-F238E27FC236}">
                <a16:creationId xmlns:a16="http://schemas.microsoft.com/office/drawing/2014/main" id="{1034CEF8-87CD-47A5-9C12-EA1C142FB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4820" y="40448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" name="path-291">
            <a:extLst xmlns:a="http://schemas.openxmlformats.org/drawingml/2006/main">
              <a:ext uri="{FF2B5EF4-FFF2-40B4-BE49-F238E27FC236}">
                <a16:creationId xmlns:a16="http://schemas.microsoft.com/office/drawing/2014/main" id="{CD3B4CCA-655A-429B-A6DC-5DB247AD9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88" y="4049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" name="path-292">
            <a:extLst xmlns:a="http://schemas.openxmlformats.org/drawingml/2006/main">
              <a:ext uri="{FF2B5EF4-FFF2-40B4-BE49-F238E27FC236}">
                <a16:creationId xmlns:a16="http://schemas.microsoft.com/office/drawing/2014/main" id="{E4811D03-72BE-4922-A8E3-BA3A9B32F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868" y="4077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" name="path-293">
            <a:extLst xmlns:a="http://schemas.openxmlformats.org/drawingml/2006/main">
              <a:ext uri="{FF2B5EF4-FFF2-40B4-BE49-F238E27FC236}">
                <a16:creationId xmlns:a16="http://schemas.microsoft.com/office/drawing/2014/main" id="{9DFEF4E7-03A3-4AA2-9223-6F1A62B58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7878" y="40404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" name="path-294">
            <a:extLst xmlns:a="http://schemas.openxmlformats.org/drawingml/2006/main">
              <a:ext uri="{FF2B5EF4-FFF2-40B4-BE49-F238E27FC236}">
                <a16:creationId xmlns:a16="http://schemas.microsoft.com/office/drawing/2014/main" id="{8A9F200B-DB27-4262-8AB8-DB5373E50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810" y="40623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" name="path-295">
            <a:extLst xmlns:a="http://schemas.openxmlformats.org/drawingml/2006/main">
              <a:ext uri="{FF2B5EF4-FFF2-40B4-BE49-F238E27FC236}">
                <a16:creationId xmlns:a16="http://schemas.microsoft.com/office/drawing/2014/main" id="{DB1181F9-D64A-4E2B-B332-5394EEC0F8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998" y="40524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" name="path-296">
            <a:extLst xmlns:a="http://schemas.openxmlformats.org/drawingml/2006/main">
              <a:ext uri="{FF2B5EF4-FFF2-40B4-BE49-F238E27FC236}">
                <a16:creationId xmlns:a16="http://schemas.microsoft.com/office/drawing/2014/main" id="{3A6849CF-5994-4BC0-8804-38EDA6D01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09" y="40199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" name="path-297">
            <a:extLst xmlns:a="http://schemas.openxmlformats.org/drawingml/2006/main">
              <a:ext uri="{FF2B5EF4-FFF2-40B4-BE49-F238E27FC236}">
                <a16:creationId xmlns:a16="http://schemas.microsoft.com/office/drawing/2014/main" id="{38A1A6CC-01FD-432D-8624-03C41108C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244" y="40277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" name="path-298">
            <a:extLst xmlns:a="http://schemas.openxmlformats.org/drawingml/2006/main">
              <a:ext uri="{FF2B5EF4-FFF2-40B4-BE49-F238E27FC236}">
                <a16:creationId xmlns:a16="http://schemas.microsoft.com/office/drawing/2014/main" id="{6D758CDC-DEDF-4159-A3C8-9C258A049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356" y="40233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" name="path-299">
            <a:extLst xmlns:a="http://schemas.openxmlformats.org/drawingml/2006/main">
              <a:ext uri="{FF2B5EF4-FFF2-40B4-BE49-F238E27FC236}">
                <a16:creationId xmlns:a16="http://schemas.microsoft.com/office/drawing/2014/main" id="{9FDC178A-7C5A-45D9-884E-68741D3D9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657" y="4053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" name="path-300">
            <a:extLst xmlns:a="http://schemas.openxmlformats.org/drawingml/2006/main">
              <a:ext uri="{FF2B5EF4-FFF2-40B4-BE49-F238E27FC236}">
                <a16:creationId xmlns:a16="http://schemas.microsoft.com/office/drawing/2014/main" id="{82002A68-E53A-4BCD-8CD7-F7710036D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1301" y="40467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" name="path-301">
            <a:extLst xmlns:a="http://schemas.openxmlformats.org/drawingml/2006/main">
              <a:ext uri="{FF2B5EF4-FFF2-40B4-BE49-F238E27FC236}">
                <a16:creationId xmlns:a16="http://schemas.microsoft.com/office/drawing/2014/main" id="{6D41D0CA-9ACD-49FC-9E43-1D26EB5C9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394" y="40582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" name="path-302">
            <a:extLst xmlns:a="http://schemas.openxmlformats.org/drawingml/2006/main">
              <a:ext uri="{FF2B5EF4-FFF2-40B4-BE49-F238E27FC236}">
                <a16:creationId xmlns:a16="http://schemas.microsoft.com/office/drawing/2014/main" id="{A71CA2F9-E084-4198-9DE1-55903F0D3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0933" y="4019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" name="path-303">
            <a:extLst xmlns:a="http://schemas.openxmlformats.org/drawingml/2006/main">
              <a:ext uri="{FF2B5EF4-FFF2-40B4-BE49-F238E27FC236}">
                <a16:creationId xmlns:a16="http://schemas.microsoft.com/office/drawing/2014/main" id="{A57E5C00-E4E8-421F-9C63-25118472C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70" y="40450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" name="path-304">
            <a:extLst xmlns:a="http://schemas.openxmlformats.org/drawingml/2006/main">
              <a:ext uri="{FF2B5EF4-FFF2-40B4-BE49-F238E27FC236}">
                <a16:creationId xmlns:a16="http://schemas.microsoft.com/office/drawing/2014/main" id="{9230BCBE-6492-4A07-8DF4-63182DECB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323" y="40326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" name="path-305">
            <a:extLst xmlns:a="http://schemas.openxmlformats.org/drawingml/2006/main">
              <a:ext uri="{FF2B5EF4-FFF2-40B4-BE49-F238E27FC236}">
                <a16:creationId xmlns:a16="http://schemas.microsoft.com/office/drawing/2014/main" id="{26C574BE-54A7-43D0-A141-D01760A24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007" y="40229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" name="path-306">
            <a:extLst xmlns:a="http://schemas.openxmlformats.org/drawingml/2006/main">
              <a:ext uri="{FF2B5EF4-FFF2-40B4-BE49-F238E27FC236}">
                <a16:creationId xmlns:a16="http://schemas.microsoft.com/office/drawing/2014/main" id="{A14ECEA7-D60B-4618-AB51-13500E42C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360" y="40278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" name="path-307">
            <a:extLst xmlns:a="http://schemas.openxmlformats.org/drawingml/2006/main">
              <a:ext uri="{FF2B5EF4-FFF2-40B4-BE49-F238E27FC236}">
                <a16:creationId xmlns:a16="http://schemas.microsoft.com/office/drawing/2014/main" id="{ABA4F99E-45EF-44B4-A679-57188236F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183" y="40695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" name="path-308">
            <a:extLst xmlns:a="http://schemas.openxmlformats.org/drawingml/2006/main">
              <a:ext uri="{FF2B5EF4-FFF2-40B4-BE49-F238E27FC236}">
                <a16:creationId xmlns:a16="http://schemas.microsoft.com/office/drawing/2014/main" id="{39548752-B2BA-4DD1-8526-ED1348452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19" y="40518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" name="path-309">
            <a:extLst xmlns:a="http://schemas.openxmlformats.org/drawingml/2006/main">
              <a:ext uri="{FF2B5EF4-FFF2-40B4-BE49-F238E27FC236}">
                <a16:creationId xmlns:a16="http://schemas.microsoft.com/office/drawing/2014/main" id="{02C4E130-ACA5-4572-A06A-2EDF1E1A0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51" y="40519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" name="path-310">
            <a:extLst xmlns:a="http://schemas.openxmlformats.org/drawingml/2006/main">
              <a:ext uri="{FF2B5EF4-FFF2-40B4-BE49-F238E27FC236}">
                <a16:creationId xmlns:a16="http://schemas.microsoft.com/office/drawing/2014/main" id="{29432B62-AFEB-46B0-8277-0E37037CF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624" y="40415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" name="path-311">
            <a:extLst xmlns:a="http://schemas.openxmlformats.org/drawingml/2006/main">
              <a:ext uri="{FF2B5EF4-FFF2-40B4-BE49-F238E27FC236}">
                <a16:creationId xmlns:a16="http://schemas.microsoft.com/office/drawing/2014/main" id="{70C7112A-6C45-4A0D-9842-F8BF582EE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188" y="40404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" name="path-312">
            <a:extLst xmlns:a="http://schemas.openxmlformats.org/drawingml/2006/main">
              <a:ext uri="{FF2B5EF4-FFF2-40B4-BE49-F238E27FC236}">
                <a16:creationId xmlns:a16="http://schemas.microsoft.com/office/drawing/2014/main" id="{71E19EE3-0035-4989-885D-8C477528F6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827" y="40586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" name="path-313">
            <a:extLst xmlns:a="http://schemas.openxmlformats.org/drawingml/2006/main">
              <a:ext uri="{FF2B5EF4-FFF2-40B4-BE49-F238E27FC236}">
                <a16:creationId xmlns:a16="http://schemas.microsoft.com/office/drawing/2014/main" id="{E5779914-FB1E-404B-AAE8-30249FE48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939" y="40491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" name="path-314">
            <a:extLst xmlns:a="http://schemas.openxmlformats.org/drawingml/2006/main">
              <a:ext uri="{FF2B5EF4-FFF2-40B4-BE49-F238E27FC236}">
                <a16:creationId xmlns:a16="http://schemas.microsoft.com/office/drawing/2014/main" id="{7731AACF-FFF0-4320-B0BC-A9B161AF0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9407" y="40346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" name="path-315">
            <a:extLst xmlns:a="http://schemas.openxmlformats.org/drawingml/2006/main">
              <a:ext uri="{FF2B5EF4-FFF2-40B4-BE49-F238E27FC236}">
                <a16:creationId xmlns:a16="http://schemas.microsoft.com/office/drawing/2014/main" id="{4CDF09B2-DC55-4BC7-9DBC-AC6895105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201" y="40404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" name="path-316">
            <a:extLst xmlns:a="http://schemas.openxmlformats.org/drawingml/2006/main">
              <a:ext uri="{FF2B5EF4-FFF2-40B4-BE49-F238E27FC236}">
                <a16:creationId xmlns:a16="http://schemas.microsoft.com/office/drawing/2014/main" id="{6DA78832-AF55-4547-9817-399EC554A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940" y="40277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" name="path-317">
            <a:extLst xmlns:a="http://schemas.openxmlformats.org/drawingml/2006/main">
              <a:ext uri="{FF2B5EF4-FFF2-40B4-BE49-F238E27FC236}">
                <a16:creationId xmlns:a16="http://schemas.microsoft.com/office/drawing/2014/main" id="{FE4D0C54-09D9-4CB0-BEF7-D145966E4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063" y="4083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" name="path-318">
            <a:extLst xmlns:a="http://schemas.openxmlformats.org/drawingml/2006/main">
              <a:ext uri="{FF2B5EF4-FFF2-40B4-BE49-F238E27FC236}">
                <a16:creationId xmlns:a16="http://schemas.microsoft.com/office/drawing/2014/main" id="{F2B2F2A0-7D28-4574-9154-62EB998984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7733" y="40526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" name="path-319">
            <a:extLst xmlns:a="http://schemas.openxmlformats.org/drawingml/2006/main">
              <a:ext uri="{FF2B5EF4-FFF2-40B4-BE49-F238E27FC236}">
                <a16:creationId xmlns:a16="http://schemas.microsoft.com/office/drawing/2014/main" id="{21862F19-1A2C-4742-B1A5-59C5F361E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147" y="40740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" name="path-320">
            <a:extLst xmlns:a="http://schemas.openxmlformats.org/drawingml/2006/main">
              <a:ext uri="{FF2B5EF4-FFF2-40B4-BE49-F238E27FC236}">
                <a16:creationId xmlns:a16="http://schemas.microsoft.com/office/drawing/2014/main" id="{559A5A59-FF3F-49DF-BC17-3C4CDBF8F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1693" y="40714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" name="path-321">
            <a:extLst xmlns:a="http://schemas.openxmlformats.org/drawingml/2006/main">
              <a:ext uri="{FF2B5EF4-FFF2-40B4-BE49-F238E27FC236}">
                <a16:creationId xmlns:a16="http://schemas.microsoft.com/office/drawing/2014/main" id="{B8F36D19-7D03-4045-9661-0E2A2E678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3820" y="40300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" name="path-322">
            <a:extLst xmlns:a="http://schemas.openxmlformats.org/drawingml/2006/main">
              <a:ext uri="{FF2B5EF4-FFF2-40B4-BE49-F238E27FC236}">
                <a16:creationId xmlns:a16="http://schemas.microsoft.com/office/drawing/2014/main" id="{EF4FB942-EBDF-4E70-BC74-A66EEBCE7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364" y="40353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" name="path-323">
            <a:extLst xmlns:a="http://schemas.openxmlformats.org/drawingml/2006/main">
              <a:ext uri="{FF2B5EF4-FFF2-40B4-BE49-F238E27FC236}">
                <a16:creationId xmlns:a16="http://schemas.microsoft.com/office/drawing/2014/main" id="{C104EE8E-9591-4071-A06A-5C3615234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7673" y="40575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" name="path-324">
            <a:extLst xmlns:a="http://schemas.openxmlformats.org/drawingml/2006/main">
              <a:ext uri="{FF2B5EF4-FFF2-40B4-BE49-F238E27FC236}">
                <a16:creationId xmlns:a16="http://schemas.microsoft.com/office/drawing/2014/main" id="{760CC6AB-5FC3-4F7C-B152-29D4EE891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472" y="40386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" name="path-325">
            <a:extLst xmlns:a="http://schemas.openxmlformats.org/drawingml/2006/main">
              <a:ext uri="{FF2B5EF4-FFF2-40B4-BE49-F238E27FC236}">
                <a16:creationId xmlns:a16="http://schemas.microsoft.com/office/drawing/2014/main" id="{99BC1F16-A629-4987-80E0-7187295FB9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612" y="40212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" name="path-326">
            <a:extLst xmlns:a="http://schemas.openxmlformats.org/drawingml/2006/main">
              <a:ext uri="{FF2B5EF4-FFF2-40B4-BE49-F238E27FC236}">
                <a16:creationId xmlns:a16="http://schemas.microsoft.com/office/drawing/2014/main" id="{159FB29D-DB0D-4F1E-96FF-B753424EC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098" y="40533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" name="path-327">
            <a:extLst xmlns:a="http://schemas.openxmlformats.org/drawingml/2006/main">
              <a:ext uri="{FF2B5EF4-FFF2-40B4-BE49-F238E27FC236}">
                <a16:creationId xmlns:a16="http://schemas.microsoft.com/office/drawing/2014/main" id="{CB04A8A3-64B6-4253-88DD-A870C44EE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87" y="40525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" name="path-328">
            <a:extLst xmlns:a="http://schemas.openxmlformats.org/drawingml/2006/main">
              <a:ext uri="{FF2B5EF4-FFF2-40B4-BE49-F238E27FC236}">
                <a16:creationId xmlns:a16="http://schemas.microsoft.com/office/drawing/2014/main" id="{5482B36A-45CC-4C7E-9D3F-4949D2D7F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725" y="40374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" name="path-329">
            <a:extLst xmlns:a="http://schemas.openxmlformats.org/drawingml/2006/main">
              <a:ext uri="{FF2B5EF4-FFF2-40B4-BE49-F238E27FC236}">
                <a16:creationId xmlns:a16="http://schemas.microsoft.com/office/drawing/2014/main" id="{C67DFB67-D73A-495B-BEEC-BAC9DF4735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6823" y="4051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" name="path-330">
            <a:extLst xmlns:a="http://schemas.openxmlformats.org/drawingml/2006/main">
              <a:ext uri="{FF2B5EF4-FFF2-40B4-BE49-F238E27FC236}">
                <a16:creationId xmlns:a16="http://schemas.microsoft.com/office/drawing/2014/main" id="{0FA0B32B-EABD-4BCB-B1F6-9FB770B9C7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6" y="40372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" name="path-331">
            <a:extLst xmlns:a="http://schemas.openxmlformats.org/drawingml/2006/main">
              <a:ext uri="{FF2B5EF4-FFF2-40B4-BE49-F238E27FC236}">
                <a16:creationId xmlns:a16="http://schemas.microsoft.com/office/drawing/2014/main" id="{92678FE8-D14D-4C32-B35F-31FA08C31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067" y="40282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" name="path-332">
            <a:extLst xmlns:a="http://schemas.openxmlformats.org/drawingml/2006/main">
              <a:ext uri="{FF2B5EF4-FFF2-40B4-BE49-F238E27FC236}">
                <a16:creationId xmlns:a16="http://schemas.microsoft.com/office/drawing/2014/main" id="{EA590C3D-93CB-44AC-9817-30DFD0766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521" y="40273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" name="path-333">
            <a:extLst xmlns:a="http://schemas.openxmlformats.org/drawingml/2006/main">
              <a:ext uri="{FF2B5EF4-FFF2-40B4-BE49-F238E27FC236}">
                <a16:creationId xmlns:a16="http://schemas.microsoft.com/office/drawing/2014/main" id="{B499F04C-5A69-4CFB-91B1-6A41A91103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348" y="40314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" name="path-334">
            <a:extLst xmlns:a="http://schemas.openxmlformats.org/drawingml/2006/main">
              <a:ext uri="{FF2B5EF4-FFF2-40B4-BE49-F238E27FC236}">
                <a16:creationId xmlns:a16="http://schemas.microsoft.com/office/drawing/2014/main" id="{8D3753D0-12DD-4346-AD2B-C5DCE68A1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84" y="40453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" name="path-335">
            <a:extLst xmlns:a="http://schemas.openxmlformats.org/drawingml/2006/main">
              <a:ext uri="{FF2B5EF4-FFF2-40B4-BE49-F238E27FC236}">
                <a16:creationId xmlns:a16="http://schemas.microsoft.com/office/drawing/2014/main" id="{72DC4677-5B84-4A04-ADF0-F9D384AD1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436" y="40477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" name="path-336">
            <a:extLst xmlns:a="http://schemas.openxmlformats.org/drawingml/2006/main">
              <a:ext uri="{FF2B5EF4-FFF2-40B4-BE49-F238E27FC236}">
                <a16:creationId xmlns:a16="http://schemas.microsoft.com/office/drawing/2014/main" id="{9750D7B2-1FF2-4FA5-8491-B04EF7F63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324" y="40519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" name="path-337">
            <a:extLst xmlns:a="http://schemas.openxmlformats.org/drawingml/2006/main">
              <a:ext uri="{FF2B5EF4-FFF2-40B4-BE49-F238E27FC236}">
                <a16:creationId xmlns:a16="http://schemas.microsoft.com/office/drawing/2014/main" id="{9C2B3410-8B43-47FD-87C5-170809F88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476" y="40455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" name="path-338">
            <a:extLst xmlns:a="http://schemas.openxmlformats.org/drawingml/2006/main">
              <a:ext uri="{FF2B5EF4-FFF2-40B4-BE49-F238E27FC236}">
                <a16:creationId xmlns:a16="http://schemas.microsoft.com/office/drawing/2014/main" id="{F9C3115D-347D-480D-98C2-8213523C0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396" y="4071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" name="path-339">
            <a:extLst xmlns:a="http://schemas.openxmlformats.org/drawingml/2006/main">
              <a:ext uri="{FF2B5EF4-FFF2-40B4-BE49-F238E27FC236}">
                <a16:creationId xmlns:a16="http://schemas.microsoft.com/office/drawing/2014/main" id="{70F89170-0BF1-4783-AA34-862D5F714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513" y="40226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" name="path-340">
            <a:extLst xmlns:a="http://schemas.openxmlformats.org/drawingml/2006/main">
              <a:ext uri="{FF2B5EF4-FFF2-40B4-BE49-F238E27FC236}">
                <a16:creationId xmlns:a16="http://schemas.microsoft.com/office/drawing/2014/main" id="{1164639A-785D-4219-98B2-4B7A1A922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949" y="4047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" name="path-341">
            <a:extLst xmlns:a="http://schemas.openxmlformats.org/drawingml/2006/main">
              <a:ext uri="{FF2B5EF4-FFF2-40B4-BE49-F238E27FC236}">
                <a16:creationId xmlns:a16="http://schemas.microsoft.com/office/drawing/2014/main" id="{FB607DE8-6E61-4917-B039-7313D998B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7411" y="40283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" name="path-342">
            <a:extLst xmlns:a="http://schemas.openxmlformats.org/drawingml/2006/main">
              <a:ext uri="{FF2B5EF4-FFF2-40B4-BE49-F238E27FC236}">
                <a16:creationId xmlns:a16="http://schemas.microsoft.com/office/drawing/2014/main" id="{6E7B663F-CCE5-49F7-B79A-7E7E4CD913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577" y="40510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" name="path-343">
            <a:extLst xmlns:a="http://schemas.openxmlformats.org/drawingml/2006/main">
              <a:ext uri="{FF2B5EF4-FFF2-40B4-BE49-F238E27FC236}">
                <a16:creationId xmlns:a16="http://schemas.microsoft.com/office/drawing/2014/main" id="{250093DD-83D6-4B1D-B8E8-506B8D346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1803" y="40606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" name="path-344">
            <a:extLst xmlns:a="http://schemas.openxmlformats.org/drawingml/2006/main">
              <a:ext uri="{FF2B5EF4-FFF2-40B4-BE49-F238E27FC236}">
                <a16:creationId xmlns:a16="http://schemas.microsoft.com/office/drawing/2014/main" id="{5F0F7BBA-45FD-45EE-A466-5C5A634C5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609" y="40553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" name="path-345">
            <a:extLst xmlns:a="http://schemas.openxmlformats.org/drawingml/2006/main">
              <a:ext uri="{FF2B5EF4-FFF2-40B4-BE49-F238E27FC236}">
                <a16:creationId xmlns:a16="http://schemas.microsoft.com/office/drawing/2014/main" id="{4B406310-6BCE-405F-9380-79AF61846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872" y="4046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" name="path-346">
            <a:extLst xmlns:a="http://schemas.openxmlformats.org/drawingml/2006/main">
              <a:ext uri="{FF2B5EF4-FFF2-40B4-BE49-F238E27FC236}">
                <a16:creationId xmlns:a16="http://schemas.microsoft.com/office/drawing/2014/main" id="{0EB6AAE9-1866-4671-8F81-02C8A1C63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738" y="4058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" name="path-347">
            <a:extLst xmlns:a="http://schemas.openxmlformats.org/drawingml/2006/main">
              <a:ext uri="{FF2B5EF4-FFF2-40B4-BE49-F238E27FC236}">
                <a16:creationId xmlns:a16="http://schemas.microsoft.com/office/drawing/2014/main" id="{6EA7F94F-40C9-4DC7-A66D-7BF9BD99E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53" y="40401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" name="path-348">
            <a:extLst xmlns:a="http://schemas.openxmlformats.org/drawingml/2006/main">
              <a:ext uri="{FF2B5EF4-FFF2-40B4-BE49-F238E27FC236}">
                <a16:creationId xmlns:a16="http://schemas.microsoft.com/office/drawing/2014/main" id="{D6A7E98B-6562-4469-B137-A6455B108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401" y="40654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" name="path-349">
            <a:extLst xmlns:a="http://schemas.openxmlformats.org/drawingml/2006/main">
              <a:ext uri="{FF2B5EF4-FFF2-40B4-BE49-F238E27FC236}">
                <a16:creationId xmlns:a16="http://schemas.microsoft.com/office/drawing/2014/main" id="{D6CA7CD8-4CE0-471B-8775-A9670E501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7814" y="40351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" name="path-350">
            <a:extLst xmlns:a="http://schemas.openxmlformats.org/drawingml/2006/main">
              <a:ext uri="{FF2B5EF4-FFF2-40B4-BE49-F238E27FC236}">
                <a16:creationId xmlns:a16="http://schemas.microsoft.com/office/drawing/2014/main" id="{3559AD20-A2B9-4746-B7F9-0F05A9111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774" y="40375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" name="path-351">
            <a:extLst xmlns:a="http://schemas.openxmlformats.org/drawingml/2006/main">
              <a:ext uri="{FF2B5EF4-FFF2-40B4-BE49-F238E27FC236}">
                <a16:creationId xmlns:a16="http://schemas.microsoft.com/office/drawing/2014/main" id="{7079BBBA-3425-46C7-AD92-CDE4F0089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4381" y="4050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" name="path-352">
            <a:extLst xmlns:a="http://schemas.openxmlformats.org/drawingml/2006/main">
              <a:ext uri="{FF2B5EF4-FFF2-40B4-BE49-F238E27FC236}">
                <a16:creationId xmlns:a16="http://schemas.microsoft.com/office/drawing/2014/main" id="{5D200E0A-1DF1-4BD5-B000-F56DD724C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154" y="40625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" name="path-353">
            <a:extLst xmlns:a="http://schemas.openxmlformats.org/drawingml/2006/main">
              <a:ext uri="{FF2B5EF4-FFF2-40B4-BE49-F238E27FC236}">
                <a16:creationId xmlns:a16="http://schemas.microsoft.com/office/drawing/2014/main" id="{A2170112-1CD8-42A3-90C3-A9CBA5659E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572" y="40214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" name="path-354">
            <a:extLst xmlns:a="http://schemas.openxmlformats.org/drawingml/2006/main">
              <a:ext uri="{FF2B5EF4-FFF2-40B4-BE49-F238E27FC236}">
                <a16:creationId xmlns:a16="http://schemas.microsoft.com/office/drawing/2014/main" id="{19E56A0D-D71A-48A9-9A67-6C1981A25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886" y="40244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" name="path-355">
            <a:extLst xmlns:a="http://schemas.openxmlformats.org/drawingml/2006/main">
              <a:ext uri="{FF2B5EF4-FFF2-40B4-BE49-F238E27FC236}">
                <a16:creationId xmlns:a16="http://schemas.microsoft.com/office/drawing/2014/main" id="{96CC8B46-7CD7-4D5D-882D-A36F1D41F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829" y="40542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" name="path-356">
            <a:extLst xmlns:a="http://schemas.openxmlformats.org/drawingml/2006/main">
              <a:ext uri="{FF2B5EF4-FFF2-40B4-BE49-F238E27FC236}">
                <a16:creationId xmlns:a16="http://schemas.microsoft.com/office/drawing/2014/main" id="{4D012459-9CD3-4789-A069-AD1055529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938" y="40749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" name="path-357">
            <a:extLst xmlns:a="http://schemas.openxmlformats.org/drawingml/2006/main">
              <a:ext uri="{FF2B5EF4-FFF2-40B4-BE49-F238E27FC236}">
                <a16:creationId xmlns:a16="http://schemas.microsoft.com/office/drawing/2014/main" id="{6E72F280-967B-405B-A2FF-EB13E67D7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3664" y="40336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" name="path-358">
            <a:extLst xmlns:a="http://schemas.openxmlformats.org/drawingml/2006/main">
              <a:ext uri="{FF2B5EF4-FFF2-40B4-BE49-F238E27FC236}">
                <a16:creationId xmlns:a16="http://schemas.microsoft.com/office/drawing/2014/main" id="{0ADEE458-6FBB-4CB5-86D7-E3CB426A8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28" y="40518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" name="path-359">
            <a:extLst xmlns:a="http://schemas.openxmlformats.org/drawingml/2006/main">
              <a:ext uri="{FF2B5EF4-FFF2-40B4-BE49-F238E27FC236}">
                <a16:creationId xmlns:a16="http://schemas.microsoft.com/office/drawing/2014/main" id="{1DBCE91A-0567-451E-994E-EDC6B315D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099" y="40437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" name="path-360">
            <a:extLst xmlns:a="http://schemas.openxmlformats.org/drawingml/2006/main">
              <a:ext uri="{FF2B5EF4-FFF2-40B4-BE49-F238E27FC236}">
                <a16:creationId xmlns:a16="http://schemas.microsoft.com/office/drawing/2014/main" id="{EE081712-7771-42EA-902F-84AB973AD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452" y="40691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" name="path-361">
            <a:extLst xmlns:a="http://schemas.openxmlformats.org/drawingml/2006/main">
              <a:ext uri="{FF2B5EF4-FFF2-40B4-BE49-F238E27FC236}">
                <a16:creationId xmlns:a16="http://schemas.microsoft.com/office/drawing/2014/main" id="{A3B6933A-E6F6-404F-A0BC-CEFEE8407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821" y="40478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" name="path-362">
            <a:extLst xmlns:a="http://schemas.openxmlformats.org/drawingml/2006/main">
              <a:ext uri="{FF2B5EF4-FFF2-40B4-BE49-F238E27FC236}">
                <a16:creationId xmlns:a16="http://schemas.microsoft.com/office/drawing/2014/main" id="{9E71E46F-86A0-4F7E-BAF2-0369A7E8E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28" y="40668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" name="path-363">
            <a:extLst xmlns:a="http://schemas.openxmlformats.org/drawingml/2006/main">
              <a:ext uri="{FF2B5EF4-FFF2-40B4-BE49-F238E27FC236}">
                <a16:creationId xmlns:a16="http://schemas.microsoft.com/office/drawing/2014/main" id="{F928E25B-5AE7-4649-9DAB-A5B39BE36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7964" y="4034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" name="path-364">
            <a:extLst xmlns:a="http://schemas.openxmlformats.org/drawingml/2006/main">
              <a:ext uri="{FF2B5EF4-FFF2-40B4-BE49-F238E27FC236}">
                <a16:creationId xmlns:a16="http://schemas.microsoft.com/office/drawing/2014/main" id="{200D6CAA-D935-4974-92F8-9DBBB8EC5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251" y="40348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" name="path-365">
            <a:extLst xmlns:a="http://schemas.openxmlformats.org/drawingml/2006/main">
              <a:ext uri="{FF2B5EF4-FFF2-40B4-BE49-F238E27FC236}">
                <a16:creationId xmlns:a16="http://schemas.microsoft.com/office/drawing/2014/main" id="{F74E5DFC-0FC8-42FC-A924-5D2D166CBB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232" y="40262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" name="path-366">
            <a:extLst xmlns:a="http://schemas.openxmlformats.org/drawingml/2006/main">
              <a:ext uri="{FF2B5EF4-FFF2-40B4-BE49-F238E27FC236}">
                <a16:creationId xmlns:a16="http://schemas.microsoft.com/office/drawing/2014/main" id="{14AAA8EC-B851-44D9-9CFA-EAF343F5E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098" y="40275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" name="path-367">
            <a:extLst xmlns:a="http://schemas.openxmlformats.org/drawingml/2006/main">
              <a:ext uri="{FF2B5EF4-FFF2-40B4-BE49-F238E27FC236}">
                <a16:creationId xmlns:a16="http://schemas.microsoft.com/office/drawing/2014/main" id="{06D58F3D-7453-4DB3-A553-527F1B10C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8257" y="40382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" name="path-368">
            <a:extLst xmlns:a="http://schemas.openxmlformats.org/drawingml/2006/main">
              <a:ext uri="{FF2B5EF4-FFF2-40B4-BE49-F238E27FC236}">
                <a16:creationId xmlns:a16="http://schemas.microsoft.com/office/drawing/2014/main" id="{964DA570-04B4-40E2-A98F-3D7128AAD7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196" y="40539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" name="path-369">
            <a:extLst xmlns:a="http://schemas.openxmlformats.org/drawingml/2006/main">
              <a:ext uri="{FF2B5EF4-FFF2-40B4-BE49-F238E27FC236}">
                <a16:creationId xmlns:a16="http://schemas.microsoft.com/office/drawing/2014/main" id="{26519BD3-518A-49FF-A0A7-41A9284AA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957" y="40747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" name="path-370">
            <a:extLst xmlns:a="http://schemas.openxmlformats.org/drawingml/2006/main">
              <a:ext uri="{FF2B5EF4-FFF2-40B4-BE49-F238E27FC236}">
                <a16:creationId xmlns:a16="http://schemas.microsoft.com/office/drawing/2014/main" id="{AFA674C8-02E1-4F1A-9F44-08DD54D0A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981" y="40657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" name="path-371">
            <a:extLst xmlns:a="http://schemas.openxmlformats.org/drawingml/2006/main">
              <a:ext uri="{FF2B5EF4-FFF2-40B4-BE49-F238E27FC236}">
                <a16:creationId xmlns:a16="http://schemas.microsoft.com/office/drawing/2014/main" id="{902EF14B-F9E0-4840-9399-C8DA19BF9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0377" y="40268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" name="path-372">
            <a:extLst xmlns:a="http://schemas.openxmlformats.org/drawingml/2006/main">
              <a:ext uri="{FF2B5EF4-FFF2-40B4-BE49-F238E27FC236}">
                <a16:creationId xmlns:a16="http://schemas.microsoft.com/office/drawing/2014/main" id="{FF565531-C74B-41CD-B823-9020DA644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538" y="40545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" name="path-373">
            <a:extLst xmlns:a="http://schemas.openxmlformats.org/drawingml/2006/main">
              <a:ext uri="{FF2B5EF4-FFF2-40B4-BE49-F238E27FC236}">
                <a16:creationId xmlns:a16="http://schemas.microsoft.com/office/drawing/2014/main" id="{BE41F3C6-2266-4528-89CB-A1D43DDA5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481" y="40410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" name="path-374">
            <a:extLst xmlns:a="http://schemas.openxmlformats.org/drawingml/2006/main">
              <a:ext uri="{FF2B5EF4-FFF2-40B4-BE49-F238E27FC236}">
                <a16:creationId xmlns:a16="http://schemas.microsoft.com/office/drawing/2014/main" id="{DE0DE76C-5C30-4EC3-BA09-425B2669B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758" y="4024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" name="path-375">
            <a:extLst xmlns:a="http://schemas.openxmlformats.org/drawingml/2006/main">
              <a:ext uri="{FF2B5EF4-FFF2-40B4-BE49-F238E27FC236}">
                <a16:creationId xmlns:a16="http://schemas.microsoft.com/office/drawing/2014/main" id="{3BA6BFE4-7CB5-4244-B57E-99BF60E20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698" y="40539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" name="path-376">
            <a:extLst xmlns:a="http://schemas.openxmlformats.org/drawingml/2006/main">
              <a:ext uri="{FF2B5EF4-FFF2-40B4-BE49-F238E27FC236}">
                <a16:creationId xmlns:a16="http://schemas.microsoft.com/office/drawing/2014/main" id="{E9981A5F-8A64-4371-9677-DA0AB8675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431" y="40454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" name="path-377">
            <a:extLst xmlns:a="http://schemas.openxmlformats.org/drawingml/2006/main">
              <a:ext uri="{FF2B5EF4-FFF2-40B4-BE49-F238E27FC236}">
                <a16:creationId xmlns:a16="http://schemas.microsoft.com/office/drawing/2014/main" id="{BAB38066-8A3B-4A2B-846D-C923ED18A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839" y="4039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" name="path-378">
            <a:extLst xmlns:a="http://schemas.openxmlformats.org/drawingml/2006/main">
              <a:ext uri="{FF2B5EF4-FFF2-40B4-BE49-F238E27FC236}">
                <a16:creationId xmlns:a16="http://schemas.microsoft.com/office/drawing/2014/main" id="{5CE6FE7A-43B0-4061-BCC6-C7FCCFE68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13" y="40715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" name="path-379">
            <a:extLst xmlns:a="http://schemas.openxmlformats.org/drawingml/2006/main">
              <a:ext uri="{FF2B5EF4-FFF2-40B4-BE49-F238E27FC236}">
                <a16:creationId xmlns:a16="http://schemas.microsoft.com/office/drawing/2014/main" id="{A817E331-8158-4D9C-8402-4F87423A2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834" y="40127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" name="path-380">
            <a:extLst xmlns:a="http://schemas.openxmlformats.org/drawingml/2006/main">
              <a:ext uri="{FF2B5EF4-FFF2-40B4-BE49-F238E27FC236}">
                <a16:creationId xmlns:a16="http://schemas.microsoft.com/office/drawing/2014/main" id="{B2DB1D9B-F8D3-44C3-9219-9689B4C09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0547" y="4042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" name="path-381">
            <a:extLst xmlns:a="http://schemas.openxmlformats.org/drawingml/2006/main">
              <a:ext uri="{FF2B5EF4-FFF2-40B4-BE49-F238E27FC236}">
                <a16:creationId xmlns:a16="http://schemas.microsoft.com/office/drawing/2014/main" id="{1B5A6F71-2EA5-42A7-BE77-B5344BFDC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106" y="41015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" name="path-382">
            <a:extLst xmlns:a="http://schemas.openxmlformats.org/drawingml/2006/main">
              <a:ext uri="{FF2B5EF4-FFF2-40B4-BE49-F238E27FC236}">
                <a16:creationId xmlns:a16="http://schemas.microsoft.com/office/drawing/2014/main" id="{2087166F-4CA3-4E2B-A5E4-F560D8E2C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5" y="40616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" name="path-383">
            <a:extLst xmlns:a="http://schemas.openxmlformats.org/drawingml/2006/main">
              <a:ext uri="{FF2B5EF4-FFF2-40B4-BE49-F238E27FC236}">
                <a16:creationId xmlns:a16="http://schemas.microsoft.com/office/drawing/2014/main" id="{52ACD1DE-62C9-421C-ADC2-99A4B181EE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435" y="40651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" name="path-384">
            <a:extLst xmlns:a="http://schemas.openxmlformats.org/drawingml/2006/main">
              <a:ext uri="{FF2B5EF4-FFF2-40B4-BE49-F238E27FC236}">
                <a16:creationId xmlns:a16="http://schemas.microsoft.com/office/drawing/2014/main" id="{44A8EC61-F837-47AA-9A6B-2DC52CF7F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0528" y="40125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" name="path-385">
            <a:extLst xmlns:a="http://schemas.openxmlformats.org/drawingml/2006/main">
              <a:ext uri="{FF2B5EF4-FFF2-40B4-BE49-F238E27FC236}">
                <a16:creationId xmlns:a16="http://schemas.microsoft.com/office/drawing/2014/main" id="{1158D26D-BE9A-49B9-BC63-1B2A4D204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219" y="40276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" name="path-386">
            <a:extLst xmlns:a="http://schemas.openxmlformats.org/drawingml/2006/main">
              <a:ext uri="{FF2B5EF4-FFF2-40B4-BE49-F238E27FC236}">
                <a16:creationId xmlns:a16="http://schemas.microsoft.com/office/drawing/2014/main" id="{2B54DE6D-6B01-4DC7-BCA9-8E6C2387BC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2120" y="40438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" name="path-387">
            <a:extLst xmlns:a="http://schemas.openxmlformats.org/drawingml/2006/main">
              <a:ext uri="{FF2B5EF4-FFF2-40B4-BE49-F238E27FC236}">
                <a16:creationId xmlns:a16="http://schemas.microsoft.com/office/drawing/2014/main" id="{F0AB54AA-9685-4554-94E0-723683D98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538" y="40511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" name="path-388">
            <a:extLst xmlns:a="http://schemas.openxmlformats.org/drawingml/2006/main">
              <a:ext uri="{FF2B5EF4-FFF2-40B4-BE49-F238E27FC236}">
                <a16:creationId xmlns:a16="http://schemas.microsoft.com/office/drawing/2014/main" id="{BD1AA0DE-2311-4C6F-9672-DDFC778D0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134" y="40323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" name="path-389">
            <a:extLst xmlns:a="http://schemas.openxmlformats.org/drawingml/2006/main">
              <a:ext uri="{FF2B5EF4-FFF2-40B4-BE49-F238E27FC236}">
                <a16:creationId xmlns:a16="http://schemas.microsoft.com/office/drawing/2014/main" id="{6B2F92F7-6082-46A4-816F-B31CB9546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7058" y="40364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" name="path-390">
            <a:extLst xmlns:a="http://schemas.openxmlformats.org/drawingml/2006/main">
              <a:ext uri="{FF2B5EF4-FFF2-40B4-BE49-F238E27FC236}">
                <a16:creationId xmlns:a16="http://schemas.microsoft.com/office/drawing/2014/main" id="{6ABF28A5-C1BB-4361-8B32-446991355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646" y="40062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" name="path-391">
            <a:extLst xmlns:a="http://schemas.openxmlformats.org/drawingml/2006/main">
              <a:ext uri="{FF2B5EF4-FFF2-40B4-BE49-F238E27FC236}">
                <a16:creationId xmlns:a16="http://schemas.microsoft.com/office/drawing/2014/main" id="{880E4E52-7AD3-4AA1-839D-9783E15C2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855" y="40326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" name="path-392">
            <a:extLst xmlns:a="http://schemas.openxmlformats.org/drawingml/2006/main">
              <a:ext uri="{FF2B5EF4-FFF2-40B4-BE49-F238E27FC236}">
                <a16:creationId xmlns:a16="http://schemas.microsoft.com/office/drawing/2014/main" id="{938062F9-51C0-493E-986D-A498077F4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709" y="40306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" name="path-393">
            <a:extLst xmlns:a="http://schemas.openxmlformats.org/drawingml/2006/main">
              <a:ext uri="{FF2B5EF4-FFF2-40B4-BE49-F238E27FC236}">
                <a16:creationId xmlns:a16="http://schemas.microsoft.com/office/drawing/2014/main" id="{870EFAB0-9819-48FB-9CFC-C345EF1C2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940" y="40636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" name="path-394">
            <a:extLst xmlns:a="http://schemas.openxmlformats.org/drawingml/2006/main">
              <a:ext uri="{FF2B5EF4-FFF2-40B4-BE49-F238E27FC236}">
                <a16:creationId xmlns:a16="http://schemas.microsoft.com/office/drawing/2014/main" id="{152994F3-D243-47E2-BB5B-37AEF5351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270" y="40424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" name="path-395">
            <a:extLst xmlns:a="http://schemas.openxmlformats.org/drawingml/2006/main">
              <a:ext uri="{FF2B5EF4-FFF2-40B4-BE49-F238E27FC236}">
                <a16:creationId xmlns:a16="http://schemas.microsoft.com/office/drawing/2014/main" id="{18FE5577-3E12-49FF-BCC5-F23FC6E1F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241" y="4043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" name="path-396">
            <a:extLst xmlns:a="http://schemas.openxmlformats.org/drawingml/2006/main">
              <a:ext uri="{FF2B5EF4-FFF2-40B4-BE49-F238E27FC236}">
                <a16:creationId xmlns:a16="http://schemas.microsoft.com/office/drawing/2014/main" id="{4A8AC0EF-CF1C-45FC-ABCB-134BD3C04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904" y="4037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" name="path-397">
            <a:extLst xmlns:a="http://schemas.openxmlformats.org/drawingml/2006/main">
              <a:ext uri="{FF2B5EF4-FFF2-40B4-BE49-F238E27FC236}">
                <a16:creationId xmlns:a16="http://schemas.microsoft.com/office/drawing/2014/main" id="{E1A8DE02-A679-4043-B313-33F6FBEF0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757" y="4063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" name="path-398">
            <a:extLst xmlns:a="http://schemas.openxmlformats.org/drawingml/2006/main">
              <a:ext uri="{FF2B5EF4-FFF2-40B4-BE49-F238E27FC236}">
                <a16:creationId xmlns:a16="http://schemas.microsoft.com/office/drawing/2014/main" id="{5C0EB4CD-2731-4242-808C-95D7D7E0E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8376" y="40483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" name="path-399">
            <a:extLst xmlns:a="http://schemas.openxmlformats.org/drawingml/2006/main">
              <a:ext uri="{FF2B5EF4-FFF2-40B4-BE49-F238E27FC236}">
                <a16:creationId xmlns:a16="http://schemas.microsoft.com/office/drawing/2014/main" id="{B3FE02D8-0A41-45B6-84C7-C4A6D64E61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303" y="40349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" name="path-400">
            <a:extLst xmlns:a="http://schemas.openxmlformats.org/drawingml/2006/main">
              <a:ext uri="{FF2B5EF4-FFF2-40B4-BE49-F238E27FC236}">
                <a16:creationId xmlns:a16="http://schemas.microsoft.com/office/drawing/2014/main" id="{24362EC7-9C07-472D-B409-84F7DF43E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4568" y="40774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" name="path-401">
            <a:extLst xmlns:a="http://schemas.openxmlformats.org/drawingml/2006/main">
              <a:ext uri="{FF2B5EF4-FFF2-40B4-BE49-F238E27FC236}">
                <a16:creationId xmlns:a16="http://schemas.microsoft.com/office/drawing/2014/main" id="{02F6DC47-A50E-4CD7-A494-3F78F42C3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51" y="40522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" name="path-402">
            <a:extLst xmlns:a="http://schemas.openxmlformats.org/drawingml/2006/main">
              <a:ext uri="{FF2B5EF4-FFF2-40B4-BE49-F238E27FC236}">
                <a16:creationId xmlns:a16="http://schemas.microsoft.com/office/drawing/2014/main" id="{31691E2A-B492-4380-AA9E-CA980E580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528" y="40761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" name="path-403">
            <a:extLst xmlns:a="http://schemas.openxmlformats.org/drawingml/2006/main">
              <a:ext uri="{FF2B5EF4-FFF2-40B4-BE49-F238E27FC236}">
                <a16:creationId xmlns:a16="http://schemas.microsoft.com/office/drawing/2014/main" id="{4FD4AB29-B35D-4DF4-A7BB-698B4F0A68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94" y="4044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" name="path-404">
            <a:extLst xmlns:a="http://schemas.openxmlformats.org/drawingml/2006/main">
              <a:ext uri="{FF2B5EF4-FFF2-40B4-BE49-F238E27FC236}">
                <a16:creationId xmlns:a16="http://schemas.microsoft.com/office/drawing/2014/main" id="{1C417CF1-E29C-4379-ADE7-D1F8F3B34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788" y="40554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" name="path-405">
            <a:extLst xmlns:a="http://schemas.openxmlformats.org/drawingml/2006/main">
              <a:ext uri="{FF2B5EF4-FFF2-40B4-BE49-F238E27FC236}">
                <a16:creationId xmlns:a16="http://schemas.microsoft.com/office/drawing/2014/main" id="{A92C46DA-2CAE-4661-BD44-A9C99F302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546" y="40398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" name="path-406">
            <a:extLst xmlns:a="http://schemas.openxmlformats.org/drawingml/2006/main">
              <a:ext uri="{FF2B5EF4-FFF2-40B4-BE49-F238E27FC236}">
                <a16:creationId xmlns:a16="http://schemas.microsoft.com/office/drawing/2014/main" id="{3692B75E-AA67-4CF0-A6EE-B63156AD6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348" y="4027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" name="path-407">
            <a:extLst xmlns:a="http://schemas.openxmlformats.org/drawingml/2006/main">
              <a:ext uri="{FF2B5EF4-FFF2-40B4-BE49-F238E27FC236}">
                <a16:creationId xmlns:a16="http://schemas.microsoft.com/office/drawing/2014/main" id="{92BA4C38-0369-4792-A338-526203B46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424" y="40711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" name="path-408">
            <a:extLst xmlns:a="http://schemas.openxmlformats.org/drawingml/2006/main">
              <a:ext uri="{FF2B5EF4-FFF2-40B4-BE49-F238E27FC236}">
                <a16:creationId xmlns:a16="http://schemas.microsoft.com/office/drawing/2014/main" id="{73929152-0BAF-4986-9A72-FF16A5DD1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4640" y="40504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" name="path-409">
            <a:extLst xmlns:a="http://schemas.openxmlformats.org/drawingml/2006/main">
              <a:ext uri="{FF2B5EF4-FFF2-40B4-BE49-F238E27FC236}">
                <a16:creationId xmlns:a16="http://schemas.microsoft.com/office/drawing/2014/main" id="{D834F114-DE4F-4F00-BE83-40996196C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099" y="4047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" name="path-410">
            <a:extLst xmlns:a="http://schemas.openxmlformats.org/drawingml/2006/main">
              <a:ext uri="{FF2B5EF4-FFF2-40B4-BE49-F238E27FC236}">
                <a16:creationId xmlns:a16="http://schemas.microsoft.com/office/drawing/2014/main" id="{FFC2245B-9881-4724-B56C-0DE49AE01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310" y="4028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" name="path-411">
            <a:extLst xmlns:a="http://schemas.openxmlformats.org/drawingml/2006/main">
              <a:ext uri="{FF2B5EF4-FFF2-40B4-BE49-F238E27FC236}">
                <a16:creationId xmlns:a16="http://schemas.microsoft.com/office/drawing/2014/main" id="{7F1DDCE5-9E68-404F-9E74-CA753BD97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164" y="40360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" name="path-412">
            <a:extLst xmlns:a="http://schemas.openxmlformats.org/drawingml/2006/main">
              <a:ext uri="{FF2B5EF4-FFF2-40B4-BE49-F238E27FC236}">
                <a16:creationId xmlns:a16="http://schemas.microsoft.com/office/drawing/2014/main" id="{892B86C8-248D-4A0F-9D6B-F5FFD6B9B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627" y="40442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" name="path-413">
            <a:extLst xmlns:a="http://schemas.openxmlformats.org/drawingml/2006/main">
              <a:ext uri="{FF2B5EF4-FFF2-40B4-BE49-F238E27FC236}">
                <a16:creationId xmlns:a16="http://schemas.microsoft.com/office/drawing/2014/main" id="{ABBD437A-C09A-43E7-8CF5-D1D07B298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809" y="4012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" name="path-414">
            <a:extLst xmlns:a="http://schemas.openxmlformats.org/drawingml/2006/main">
              <a:ext uri="{FF2B5EF4-FFF2-40B4-BE49-F238E27FC236}">
                <a16:creationId xmlns:a16="http://schemas.microsoft.com/office/drawing/2014/main" id="{E13A918E-71D6-445C-BE9A-C8A2FDD8A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612" y="40506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" name="path-415">
            <a:extLst xmlns:a="http://schemas.openxmlformats.org/drawingml/2006/main">
              <a:ext uri="{FF2B5EF4-FFF2-40B4-BE49-F238E27FC236}">
                <a16:creationId xmlns:a16="http://schemas.microsoft.com/office/drawing/2014/main" id="{6BA1DC99-4AF3-4239-8040-2F2AB65A9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355" y="40327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" name="path-416">
            <a:extLst xmlns:a="http://schemas.openxmlformats.org/drawingml/2006/main">
              <a:ext uri="{FF2B5EF4-FFF2-40B4-BE49-F238E27FC236}">
                <a16:creationId xmlns:a16="http://schemas.microsoft.com/office/drawing/2014/main" id="{DDAC47A2-5781-4A10-9ACC-CAB2050D25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633" y="40633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" name="path-417">
            <a:extLst xmlns:a="http://schemas.openxmlformats.org/drawingml/2006/main">
              <a:ext uri="{FF2B5EF4-FFF2-40B4-BE49-F238E27FC236}">
                <a16:creationId xmlns:a16="http://schemas.microsoft.com/office/drawing/2014/main" id="{B1E4849C-40D8-46EE-929C-4AF641A33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739" y="4042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" name="path-418">
            <a:extLst xmlns:a="http://schemas.openxmlformats.org/drawingml/2006/main">
              <a:ext uri="{FF2B5EF4-FFF2-40B4-BE49-F238E27FC236}">
                <a16:creationId xmlns:a16="http://schemas.microsoft.com/office/drawing/2014/main" id="{F2D23DDE-D3C3-45E2-99F0-10005B0B1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20" y="40240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" name="path-419">
            <a:extLst xmlns:a="http://schemas.openxmlformats.org/drawingml/2006/main">
              <a:ext uri="{FF2B5EF4-FFF2-40B4-BE49-F238E27FC236}">
                <a16:creationId xmlns:a16="http://schemas.microsoft.com/office/drawing/2014/main" id="{6C1B4CE0-A37B-45F7-84FE-D24011807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520" y="40263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" name="path-420">
            <a:extLst xmlns:a="http://schemas.openxmlformats.org/drawingml/2006/main">
              <a:ext uri="{FF2B5EF4-FFF2-40B4-BE49-F238E27FC236}">
                <a16:creationId xmlns:a16="http://schemas.microsoft.com/office/drawing/2014/main" id="{FB05DFCB-0FBA-4528-B110-AE1A2F681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437" y="40614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" name="path-421">
            <a:extLst xmlns:a="http://schemas.openxmlformats.org/drawingml/2006/main">
              <a:ext uri="{FF2B5EF4-FFF2-40B4-BE49-F238E27FC236}">
                <a16:creationId xmlns:a16="http://schemas.microsoft.com/office/drawing/2014/main" id="{ACCDC016-D0AE-45F4-B0D7-61094D3E5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948" y="40576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" name="path-422">
            <a:extLst xmlns:a="http://schemas.openxmlformats.org/drawingml/2006/main">
              <a:ext uri="{FF2B5EF4-FFF2-40B4-BE49-F238E27FC236}">
                <a16:creationId xmlns:a16="http://schemas.microsoft.com/office/drawing/2014/main" id="{2949BE40-A091-4A8A-B66E-057D3A3F06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592" y="40220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" name="path-423">
            <a:extLst xmlns:a="http://schemas.openxmlformats.org/drawingml/2006/main">
              <a:ext uri="{FF2B5EF4-FFF2-40B4-BE49-F238E27FC236}">
                <a16:creationId xmlns:a16="http://schemas.microsoft.com/office/drawing/2014/main" id="{621881A8-6D1E-44DA-81E4-D4FAB884F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60" y="40209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" name="path-424">
            <a:extLst xmlns:a="http://schemas.openxmlformats.org/drawingml/2006/main">
              <a:ext uri="{FF2B5EF4-FFF2-40B4-BE49-F238E27FC236}">
                <a16:creationId xmlns:a16="http://schemas.microsoft.com/office/drawing/2014/main" id="{7259CD31-77E5-4995-9618-821E97C79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18" y="4056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" name="path-425">
            <a:extLst xmlns:a="http://schemas.openxmlformats.org/drawingml/2006/main">
              <a:ext uri="{FF2B5EF4-FFF2-40B4-BE49-F238E27FC236}">
                <a16:creationId xmlns:a16="http://schemas.microsoft.com/office/drawing/2014/main" id="{F8873FF3-21AD-48F8-A5B4-29FABC359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342" y="40658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" name="path-426">
            <a:extLst xmlns:a="http://schemas.openxmlformats.org/drawingml/2006/main">
              <a:ext uri="{FF2B5EF4-FFF2-40B4-BE49-F238E27FC236}">
                <a16:creationId xmlns:a16="http://schemas.microsoft.com/office/drawing/2014/main" id="{200122EA-2CC9-4AB3-886B-F31E1B665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220" y="40350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" name="path-427">
            <a:extLst xmlns:a="http://schemas.openxmlformats.org/drawingml/2006/main">
              <a:ext uri="{FF2B5EF4-FFF2-40B4-BE49-F238E27FC236}">
                <a16:creationId xmlns:a16="http://schemas.microsoft.com/office/drawing/2014/main" id="{3463168D-A25E-4F5C-B620-BF06B2ECD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724" y="40670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" name="path-428">
            <a:extLst xmlns:a="http://schemas.openxmlformats.org/drawingml/2006/main">
              <a:ext uri="{FF2B5EF4-FFF2-40B4-BE49-F238E27FC236}">
                <a16:creationId xmlns:a16="http://schemas.microsoft.com/office/drawing/2014/main" id="{E699C235-E3C3-4754-8296-249204828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762" y="40575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" name="path-429">
            <a:extLst xmlns:a="http://schemas.openxmlformats.org/drawingml/2006/main">
              <a:ext uri="{FF2B5EF4-FFF2-40B4-BE49-F238E27FC236}">
                <a16:creationId xmlns:a16="http://schemas.microsoft.com/office/drawing/2014/main" id="{F65F498D-3135-4CDD-B33A-2DB299A49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592" y="40119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" name="path-430">
            <a:extLst xmlns:a="http://schemas.openxmlformats.org/drawingml/2006/main">
              <a:ext uri="{FF2B5EF4-FFF2-40B4-BE49-F238E27FC236}">
                <a16:creationId xmlns:a16="http://schemas.microsoft.com/office/drawing/2014/main" id="{A38009C7-08E3-407A-BEB4-7DC7DB925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944" y="40375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" name="path-431">
            <a:extLst xmlns:a="http://schemas.openxmlformats.org/drawingml/2006/main">
              <a:ext uri="{FF2B5EF4-FFF2-40B4-BE49-F238E27FC236}">
                <a16:creationId xmlns:a16="http://schemas.microsoft.com/office/drawing/2014/main" id="{3742C22C-75C9-4121-AAC9-B98FB75AD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597" y="4041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" name="path-432">
            <a:extLst xmlns:a="http://schemas.openxmlformats.org/drawingml/2006/main">
              <a:ext uri="{FF2B5EF4-FFF2-40B4-BE49-F238E27FC236}">
                <a16:creationId xmlns:a16="http://schemas.microsoft.com/office/drawing/2014/main" id="{11E03C47-0FC9-49D7-A00D-553F238E8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129" y="3996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" name="path-433">
            <a:extLst xmlns:a="http://schemas.openxmlformats.org/drawingml/2006/main">
              <a:ext uri="{FF2B5EF4-FFF2-40B4-BE49-F238E27FC236}">
                <a16:creationId xmlns:a16="http://schemas.microsoft.com/office/drawing/2014/main" id="{B1AE3340-E324-4381-9DAB-CD2AB8F4C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251" y="40476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" name="path-434">
            <a:extLst xmlns:a="http://schemas.openxmlformats.org/drawingml/2006/main">
              <a:ext uri="{FF2B5EF4-FFF2-40B4-BE49-F238E27FC236}">
                <a16:creationId xmlns:a16="http://schemas.microsoft.com/office/drawing/2014/main" id="{80EE6C71-759A-484B-AE1B-122E74462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5704" y="40340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" name="path-435">
            <a:extLst xmlns:a="http://schemas.openxmlformats.org/drawingml/2006/main">
              <a:ext uri="{FF2B5EF4-FFF2-40B4-BE49-F238E27FC236}">
                <a16:creationId xmlns:a16="http://schemas.microsoft.com/office/drawing/2014/main" id="{53300D3A-098D-4829-A060-06CED26A5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313" y="40278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" name="path-436">
            <a:extLst xmlns:a="http://schemas.openxmlformats.org/drawingml/2006/main">
              <a:ext uri="{FF2B5EF4-FFF2-40B4-BE49-F238E27FC236}">
                <a16:creationId xmlns:a16="http://schemas.microsoft.com/office/drawing/2014/main" id="{D2ECD1BA-E137-484F-8D56-CD913DC40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784" y="40852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" name="path-437">
            <a:extLst xmlns:a="http://schemas.openxmlformats.org/drawingml/2006/main">
              <a:ext uri="{FF2B5EF4-FFF2-40B4-BE49-F238E27FC236}">
                <a16:creationId xmlns:a16="http://schemas.microsoft.com/office/drawing/2014/main" id="{E078226A-192E-4E22-8F7C-43EF4243A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72" y="4035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3" name="path-438">
            <a:extLst xmlns:a="http://schemas.openxmlformats.org/drawingml/2006/main">
              <a:ext uri="{FF2B5EF4-FFF2-40B4-BE49-F238E27FC236}">
                <a16:creationId xmlns:a16="http://schemas.microsoft.com/office/drawing/2014/main" id="{38E8B899-8FAC-4D10-9908-C9B11F923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05608" y="40309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" name="path-439">
            <a:extLst xmlns:a="http://schemas.openxmlformats.org/drawingml/2006/main">
              <a:ext uri="{FF2B5EF4-FFF2-40B4-BE49-F238E27FC236}">
                <a16:creationId xmlns:a16="http://schemas.microsoft.com/office/drawing/2014/main" id="{7BFCB41E-E5AF-4FEA-8E47-79210AAC0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7212" y="40411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" name="path-440">
            <a:extLst xmlns:a="http://schemas.openxmlformats.org/drawingml/2006/main">
              <a:ext uri="{FF2B5EF4-FFF2-40B4-BE49-F238E27FC236}">
                <a16:creationId xmlns:a16="http://schemas.microsoft.com/office/drawing/2014/main" id="{AA798979-B371-4E9A-98C9-5D660F86B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373" y="40483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" name="path-441">
            <a:extLst xmlns:a="http://schemas.openxmlformats.org/drawingml/2006/main">
              <a:ext uri="{FF2B5EF4-FFF2-40B4-BE49-F238E27FC236}">
                <a16:creationId xmlns:a16="http://schemas.microsoft.com/office/drawing/2014/main" id="{C6EC81EF-86F5-4163-A5EF-247F006D2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080" y="40181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" name="path-442">
            <a:extLst xmlns:a="http://schemas.openxmlformats.org/drawingml/2006/main">
              <a:ext uri="{FF2B5EF4-FFF2-40B4-BE49-F238E27FC236}">
                <a16:creationId xmlns:a16="http://schemas.microsoft.com/office/drawing/2014/main" id="{8010BC29-0F17-456B-84BB-CBF17F3E9B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170" y="40254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" name="path-443">
            <a:extLst xmlns:a="http://schemas.openxmlformats.org/drawingml/2006/main">
              <a:ext uri="{FF2B5EF4-FFF2-40B4-BE49-F238E27FC236}">
                <a16:creationId xmlns:a16="http://schemas.microsoft.com/office/drawing/2014/main" id="{477E9287-51E0-4D70-984E-F41E4BBC9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0351" y="40403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" name="path-444">
            <a:extLst xmlns:a="http://schemas.openxmlformats.org/drawingml/2006/main">
              <a:ext uri="{FF2B5EF4-FFF2-40B4-BE49-F238E27FC236}">
                <a16:creationId xmlns:a16="http://schemas.microsoft.com/office/drawing/2014/main" id="{34A37DA1-FFC9-47A3-BB45-4F1B3A512F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8985" y="4074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" name="path-445">
            <a:extLst xmlns:a="http://schemas.openxmlformats.org/drawingml/2006/main">
              <a:ext uri="{FF2B5EF4-FFF2-40B4-BE49-F238E27FC236}">
                <a16:creationId xmlns:a16="http://schemas.microsoft.com/office/drawing/2014/main" id="{CD94FBDC-5839-4896-8450-BC94B20C0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6350" y="40630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" name="path-446">
            <a:extLst xmlns:a="http://schemas.openxmlformats.org/drawingml/2006/main">
              <a:ext uri="{FF2B5EF4-FFF2-40B4-BE49-F238E27FC236}">
                <a16:creationId xmlns:a16="http://schemas.microsoft.com/office/drawing/2014/main" id="{6F011073-CB23-4051-BD9A-30334C112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0" y="40429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" name="path-447">
            <a:extLst xmlns:a="http://schemas.openxmlformats.org/drawingml/2006/main">
              <a:ext uri="{FF2B5EF4-FFF2-40B4-BE49-F238E27FC236}">
                <a16:creationId xmlns:a16="http://schemas.microsoft.com/office/drawing/2014/main" id="{7E01BCFF-541E-4EBE-8B6A-E0FCEA74A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34" y="40433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" name="path-448">
            <a:extLst xmlns:a="http://schemas.openxmlformats.org/drawingml/2006/main">
              <a:ext uri="{FF2B5EF4-FFF2-40B4-BE49-F238E27FC236}">
                <a16:creationId xmlns:a16="http://schemas.microsoft.com/office/drawing/2014/main" id="{594EDC35-5392-428B-83BD-3C1BBC0A4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2633" y="40627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" name="path-449">
            <a:extLst xmlns:a="http://schemas.openxmlformats.org/drawingml/2006/main">
              <a:ext uri="{FF2B5EF4-FFF2-40B4-BE49-F238E27FC236}">
                <a16:creationId xmlns:a16="http://schemas.microsoft.com/office/drawing/2014/main" id="{E5147A55-6F50-427C-9E08-97C4333A4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716" y="40464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" name="path-450">
            <a:extLst xmlns:a="http://schemas.openxmlformats.org/drawingml/2006/main">
              <a:ext uri="{FF2B5EF4-FFF2-40B4-BE49-F238E27FC236}">
                <a16:creationId xmlns:a16="http://schemas.microsoft.com/office/drawing/2014/main" id="{2CB4CB1D-8E0E-4022-BE05-CB5744BEE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824" y="4042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" name="path-451">
            <a:extLst xmlns:a="http://schemas.openxmlformats.org/drawingml/2006/main">
              <a:ext uri="{FF2B5EF4-FFF2-40B4-BE49-F238E27FC236}">
                <a16:creationId xmlns:a16="http://schemas.microsoft.com/office/drawing/2014/main" id="{FD7D3552-E329-44F0-96D8-77216DD6D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376" y="40240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" name="path-452">
            <a:extLst xmlns:a="http://schemas.openxmlformats.org/drawingml/2006/main">
              <a:ext uri="{FF2B5EF4-FFF2-40B4-BE49-F238E27FC236}">
                <a16:creationId xmlns:a16="http://schemas.microsoft.com/office/drawing/2014/main" id="{61419FB7-B850-4178-BCBE-41A0E5052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357" y="40632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" name="path-453">
            <a:extLst xmlns:a="http://schemas.openxmlformats.org/drawingml/2006/main">
              <a:ext uri="{FF2B5EF4-FFF2-40B4-BE49-F238E27FC236}">
                <a16:creationId xmlns:a16="http://schemas.microsoft.com/office/drawing/2014/main" id="{8BF7195E-FDE0-45A9-82CC-2F623B771F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431" y="4033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" name="path-454">
            <a:extLst xmlns:a="http://schemas.openxmlformats.org/drawingml/2006/main">
              <a:ext uri="{FF2B5EF4-FFF2-40B4-BE49-F238E27FC236}">
                <a16:creationId xmlns:a16="http://schemas.microsoft.com/office/drawing/2014/main" id="{907C294E-FBC9-48B7-94DC-3BD819E82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677" y="40468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" name="path-455">
            <a:extLst xmlns:a="http://schemas.openxmlformats.org/drawingml/2006/main">
              <a:ext uri="{FF2B5EF4-FFF2-40B4-BE49-F238E27FC236}">
                <a16:creationId xmlns:a16="http://schemas.microsoft.com/office/drawing/2014/main" id="{3A4FF4E5-0A79-4A1C-94F6-ED69B05F6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959" y="40225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" name="path-456">
            <a:extLst xmlns:a="http://schemas.openxmlformats.org/drawingml/2006/main">
              <a:ext uri="{FF2B5EF4-FFF2-40B4-BE49-F238E27FC236}">
                <a16:creationId xmlns:a16="http://schemas.microsoft.com/office/drawing/2014/main" id="{BD3C5F8F-217E-49B7-8F85-9C037E4F2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099" y="40729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" name="path-457">
            <a:extLst xmlns:a="http://schemas.openxmlformats.org/drawingml/2006/main">
              <a:ext uri="{FF2B5EF4-FFF2-40B4-BE49-F238E27FC236}">
                <a16:creationId xmlns:a16="http://schemas.microsoft.com/office/drawing/2014/main" id="{52D281DE-E4FF-4A71-8626-D34ADBE0D0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4141" y="40250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" name="path-458">
            <a:extLst xmlns:a="http://schemas.openxmlformats.org/drawingml/2006/main">
              <a:ext uri="{FF2B5EF4-FFF2-40B4-BE49-F238E27FC236}">
                <a16:creationId xmlns:a16="http://schemas.microsoft.com/office/drawing/2014/main" id="{EB5CAC24-330B-411D-8CC9-0751D52FF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410" y="40378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" name="path-459">
            <a:extLst xmlns:a="http://schemas.openxmlformats.org/drawingml/2006/main">
              <a:ext uri="{FF2B5EF4-FFF2-40B4-BE49-F238E27FC236}">
                <a16:creationId xmlns:a16="http://schemas.microsoft.com/office/drawing/2014/main" id="{37D25A76-B5E9-4A2D-94BA-91353EF54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3139" y="40386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" name="path-460">
            <a:extLst xmlns:a="http://schemas.openxmlformats.org/drawingml/2006/main">
              <a:ext uri="{FF2B5EF4-FFF2-40B4-BE49-F238E27FC236}">
                <a16:creationId xmlns:a16="http://schemas.microsoft.com/office/drawing/2014/main" id="{520B427D-227D-4338-9DC3-BB520EEE4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09" y="40135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" name="path-461">
            <a:extLst xmlns:a="http://schemas.openxmlformats.org/drawingml/2006/main">
              <a:ext uri="{FF2B5EF4-FFF2-40B4-BE49-F238E27FC236}">
                <a16:creationId xmlns:a16="http://schemas.microsoft.com/office/drawing/2014/main" id="{2AEBF7E1-AF8B-4170-8A70-E5A95257B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168" y="40591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" name="path-462">
            <a:extLst xmlns:a="http://schemas.openxmlformats.org/drawingml/2006/main">
              <a:ext uri="{FF2B5EF4-FFF2-40B4-BE49-F238E27FC236}">
                <a16:creationId xmlns:a16="http://schemas.microsoft.com/office/drawing/2014/main" id="{CF582D30-B4E2-4756-9D35-C5336454A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672" y="40565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" name="path-463">
            <a:extLst xmlns:a="http://schemas.openxmlformats.org/drawingml/2006/main">
              <a:ext uri="{FF2B5EF4-FFF2-40B4-BE49-F238E27FC236}">
                <a16:creationId xmlns:a16="http://schemas.microsoft.com/office/drawing/2014/main" id="{AED55221-C94F-4FDB-BFBA-1C0173522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776" y="4031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" name="path-464">
            <a:extLst xmlns:a="http://schemas.openxmlformats.org/drawingml/2006/main">
              <a:ext uri="{FF2B5EF4-FFF2-40B4-BE49-F238E27FC236}">
                <a16:creationId xmlns:a16="http://schemas.microsoft.com/office/drawing/2014/main" id="{6C108E78-5026-4BE9-BFD4-55C8A538D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857" y="40608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" name="path-465">
            <a:extLst xmlns:a="http://schemas.openxmlformats.org/drawingml/2006/main">
              <a:ext uri="{FF2B5EF4-FFF2-40B4-BE49-F238E27FC236}">
                <a16:creationId xmlns:a16="http://schemas.microsoft.com/office/drawing/2014/main" id="{CB198077-3736-4B6C-BA5B-14C0C3AB0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2288" y="40150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" name="path-466">
            <a:extLst xmlns:a="http://schemas.openxmlformats.org/drawingml/2006/main">
              <a:ext uri="{FF2B5EF4-FFF2-40B4-BE49-F238E27FC236}">
                <a16:creationId xmlns:a16="http://schemas.microsoft.com/office/drawing/2014/main" id="{6E95880D-4AC8-43D9-AB8F-2F85B8433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8477" y="40158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" name="path-467">
            <a:extLst xmlns:a="http://schemas.openxmlformats.org/drawingml/2006/main">
              <a:ext uri="{FF2B5EF4-FFF2-40B4-BE49-F238E27FC236}">
                <a16:creationId xmlns:a16="http://schemas.microsoft.com/office/drawing/2014/main" id="{18C25545-5376-4D3F-8A40-C004169E8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1459" y="4022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" name="path-468">
            <a:extLst xmlns:a="http://schemas.openxmlformats.org/drawingml/2006/main">
              <a:ext uri="{FF2B5EF4-FFF2-40B4-BE49-F238E27FC236}">
                <a16:creationId xmlns:a16="http://schemas.microsoft.com/office/drawing/2014/main" id="{0EAB1422-44A3-44DF-BC3C-72CD5816E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935" y="4031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" name="path-469">
            <a:extLst xmlns:a="http://schemas.openxmlformats.org/drawingml/2006/main">
              <a:ext uri="{FF2B5EF4-FFF2-40B4-BE49-F238E27FC236}">
                <a16:creationId xmlns:a16="http://schemas.microsoft.com/office/drawing/2014/main" id="{587E6AC4-98FE-4599-9E3F-0689755E4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121" y="40418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" name="path-470">
            <a:extLst xmlns:a="http://schemas.openxmlformats.org/drawingml/2006/main">
              <a:ext uri="{FF2B5EF4-FFF2-40B4-BE49-F238E27FC236}">
                <a16:creationId xmlns:a16="http://schemas.microsoft.com/office/drawing/2014/main" id="{56DC5CC3-FBFA-42E5-8592-96D477AA6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035" y="40387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" name="path-471">
            <a:extLst xmlns:a="http://schemas.openxmlformats.org/drawingml/2006/main">
              <a:ext uri="{FF2B5EF4-FFF2-40B4-BE49-F238E27FC236}">
                <a16:creationId xmlns:a16="http://schemas.microsoft.com/office/drawing/2014/main" id="{AB783985-A8BD-46EA-B800-A64CBFBC3A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4515" y="4041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" name="path-472">
            <a:extLst xmlns:a="http://schemas.openxmlformats.org/drawingml/2006/main">
              <a:ext uri="{FF2B5EF4-FFF2-40B4-BE49-F238E27FC236}">
                <a16:creationId xmlns:a16="http://schemas.microsoft.com/office/drawing/2014/main" id="{40ABBFB6-D475-47F4-8007-6997B20D7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5822" y="40836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" name="path-473">
            <a:extLst xmlns:a="http://schemas.openxmlformats.org/drawingml/2006/main">
              <a:ext uri="{FF2B5EF4-FFF2-40B4-BE49-F238E27FC236}">
                <a16:creationId xmlns:a16="http://schemas.microsoft.com/office/drawing/2014/main" id="{22990E1B-73BB-437F-8AAD-6A40C3FF6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682" y="40450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" name="path-474">
            <a:extLst xmlns:a="http://schemas.openxmlformats.org/drawingml/2006/main">
              <a:ext uri="{FF2B5EF4-FFF2-40B4-BE49-F238E27FC236}">
                <a16:creationId xmlns:a16="http://schemas.microsoft.com/office/drawing/2014/main" id="{34C4D2C7-304F-44BB-B5D8-C1C5D1509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069" y="40329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" name="path-475">
            <a:extLst xmlns:a="http://schemas.openxmlformats.org/drawingml/2006/main">
              <a:ext uri="{FF2B5EF4-FFF2-40B4-BE49-F238E27FC236}">
                <a16:creationId xmlns:a16="http://schemas.microsoft.com/office/drawing/2014/main" id="{B07B6F33-A114-40AD-9D26-3908BCF88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510" y="40539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" name="path-476">
            <a:extLst xmlns:a="http://schemas.openxmlformats.org/drawingml/2006/main">
              <a:ext uri="{FF2B5EF4-FFF2-40B4-BE49-F238E27FC236}">
                <a16:creationId xmlns:a16="http://schemas.microsoft.com/office/drawing/2014/main" id="{1AFB1F53-68B7-49A4-925E-25F5D3233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9440" y="40427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" name="path-477">
            <a:extLst xmlns:a="http://schemas.openxmlformats.org/drawingml/2006/main">
              <a:ext uri="{FF2B5EF4-FFF2-40B4-BE49-F238E27FC236}">
                <a16:creationId xmlns:a16="http://schemas.microsoft.com/office/drawing/2014/main" id="{4191E187-47D1-4C2E-A726-A5BB82EC6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671" y="40601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" name="path-478">
            <a:extLst xmlns:a="http://schemas.openxmlformats.org/drawingml/2006/main">
              <a:ext uri="{FF2B5EF4-FFF2-40B4-BE49-F238E27FC236}">
                <a16:creationId xmlns:a16="http://schemas.microsoft.com/office/drawing/2014/main" id="{16D947B6-B2C8-4EA1-9D11-7634D6006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45" y="40293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" name="path-479">
            <a:extLst xmlns:a="http://schemas.openxmlformats.org/drawingml/2006/main">
              <a:ext uri="{FF2B5EF4-FFF2-40B4-BE49-F238E27FC236}">
                <a16:creationId xmlns:a16="http://schemas.microsoft.com/office/drawing/2014/main" id="{D7E33AFF-A74C-4259-9B99-EDD875C08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191" y="40609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" name="path-480">
            <a:extLst xmlns:a="http://schemas.openxmlformats.org/drawingml/2006/main">
              <a:ext uri="{FF2B5EF4-FFF2-40B4-BE49-F238E27FC236}">
                <a16:creationId xmlns:a16="http://schemas.microsoft.com/office/drawing/2014/main" id="{E958F320-2BA9-4D0C-B4BD-5A179C52F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493" y="40468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" name="path-481">
            <a:extLst xmlns:a="http://schemas.openxmlformats.org/drawingml/2006/main">
              <a:ext uri="{FF2B5EF4-FFF2-40B4-BE49-F238E27FC236}">
                <a16:creationId xmlns:a16="http://schemas.microsoft.com/office/drawing/2014/main" id="{3D7F8266-96A9-4C6F-84EA-C4D9EBE51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25" y="40490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" name="path-482">
            <a:extLst xmlns:a="http://schemas.openxmlformats.org/drawingml/2006/main">
              <a:ext uri="{FF2B5EF4-FFF2-40B4-BE49-F238E27FC236}">
                <a16:creationId xmlns:a16="http://schemas.microsoft.com/office/drawing/2014/main" id="{1927E54A-9D77-4750-A230-008E66E92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592" y="40421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" name="path-483">
            <a:extLst xmlns:a="http://schemas.openxmlformats.org/drawingml/2006/main">
              <a:ext uri="{FF2B5EF4-FFF2-40B4-BE49-F238E27FC236}">
                <a16:creationId xmlns:a16="http://schemas.microsoft.com/office/drawing/2014/main" id="{852F1FF7-4860-4D30-BBBE-64C8A7265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70" y="40461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" name="path-484">
            <a:extLst xmlns:a="http://schemas.openxmlformats.org/drawingml/2006/main">
              <a:ext uri="{FF2B5EF4-FFF2-40B4-BE49-F238E27FC236}">
                <a16:creationId xmlns:a16="http://schemas.microsoft.com/office/drawing/2014/main" id="{423A714C-C040-4D4B-8478-BA6CE87AF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018" y="40301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" name="path-485">
            <a:extLst xmlns:a="http://schemas.openxmlformats.org/drawingml/2006/main">
              <a:ext uri="{FF2B5EF4-FFF2-40B4-BE49-F238E27FC236}">
                <a16:creationId xmlns:a16="http://schemas.microsoft.com/office/drawing/2014/main" id="{92EC97AA-5CF4-49E9-A6ED-691629BED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95" y="4049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" name="path-486">
            <a:extLst xmlns:a="http://schemas.openxmlformats.org/drawingml/2006/main">
              <a:ext uri="{FF2B5EF4-FFF2-40B4-BE49-F238E27FC236}">
                <a16:creationId xmlns:a16="http://schemas.microsoft.com/office/drawing/2014/main" id="{17CE2B94-05DB-45B5-9385-C8AC3CFD9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860" y="40223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" name="path-487">
            <a:extLst xmlns:a="http://schemas.openxmlformats.org/drawingml/2006/main">
              <a:ext uri="{FF2B5EF4-FFF2-40B4-BE49-F238E27FC236}">
                <a16:creationId xmlns:a16="http://schemas.microsoft.com/office/drawing/2014/main" id="{E35A7388-06CC-43E4-88C8-4AD9348C5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153" y="40556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" name="path-488">
            <a:extLst xmlns:a="http://schemas.openxmlformats.org/drawingml/2006/main">
              <a:ext uri="{FF2B5EF4-FFF2-40B4-BE49-F238E27FC236}">
                <a16:creationId xmlns:a16="http://schemas.microsoft.com/office/drawing/2014/main" id="{16DE95CD-7878-4B62-B30F-8BDF252E4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749" y="40605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" name="path-489">
            <a:extLst xmlns:a="http://schemas.openxmlformats.org/drawingml/2006/main">
              <a:ext uri="{FF2B5EF4-FFF2-40B4-BE49-F238E27FC236}">
                <a16:creationId xmlns:a16="http://schemas.microsoft.com/office/drawing/2014/main" id="{4CECB40C-53CA-49ED-828A-1CE76F498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322" y="40315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" name="path-490">
            <a:extLst xmlns:a="http://schemas.openxmlformats.org/drawingml/2006/main">
              <a:ext uri="{FF2B5EF4-FFF2-40B4-BE49-F238E27FC236}">
                <a16:creationId xmlns:a16="http://schemas.microsoft.com/office/drawing/2014/main" id="{2608A025-F432-4A65-81A3-EECDF1CFA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6" y="40630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" name="path-491">
            <a:extLst xmlns:a="http://schemas.openxmlformats.org/drawingml/2006/main">
              <a:ext uri="{FF2B5EF4-FFF2-40B4-BE49-F238E27FC236}">
                <a16:creationId xmlns:a16="http://schemas.microsoft.com/office/drawing/2014/main" id="{0271F845-A6D4-4EAA-BF20-2EE552457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273" y="40454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" name="path-492">
            <a:extLst xmlns:a="http://schemas.openxmlformats.org/drawingml/2006/main">
              <a:ext uri="{FF2B5EF4-FFF2-40B4-BE49-F238E27FC236}">
                <a16:creationId xmlns:a16="http://schemas.microsoft.com/office/drawing/2014/main" id="{17D6CE7F-1882-451B-AB98-9BE930FD3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004" y="40379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" name="path-493">
            <a:extLst xmlns:a="http://schemas.openxmlformats.org/drawingml/2006/main">
              <a:ext uri="{FF2B5EF4-FFF2-40B4-BE49-F238E27FC236}">
                <a16:creationId xmlns:a16="http://schemas.microsoft.com/office/drawing/2014/main" id="{215EF779-48D3-48AF-9CAA-4363EAE81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510" y="40210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" name="path-494">
            <a:extLst xmlns:a="http://schemas.openxmlformats.org/drawingml/2006/main">
              <a:ext uri="{FF2B5EF4-FFF2-40B4-BE49-F238E27FC236}">
                <a16:creationId xmlns:a16="http://schemas.microsoft.com/office/drawing/2014/main" id="{79A75452-879B-42DB-A5C4-7F86B46AA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4" y="40307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" name="path-495">
            <a:extLst xmlns:a="http://schemas.openxmlformats.org/drawingml/2006/main">
              <a:ext uri="{FF2B5EF4-FFF2-40B4-BE49-F238E27FC236}">
                <a16:creationId xmlns:a16="http://schemas.microsoft.com/office/drawing/2014/main" id="{2AE80AB9-8711-4C02-957B-A5EAD46B60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631" y="40585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" name="path-496">
            <a:extLst xmlns:a="http://schemas.openxmlformats.org/drawingml/2006/main">
              <a:ext uri="{FF2B5EF4-FFF2-40B4-BE49-F238E27FC236}">
                <a16:creationId xmlns:a16="http://schemas.microsoft.com/office/drawing/2014/main" id="{372D4246-EF23-425E-B904-177A9D845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134" y="40741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" name="path-497">
            <a:extLst xmlns:a="http://schemas.openxmlformats.org/drawingml/2006/main">
              <a:ext uri="{FF2B5EF4-FFF2-40B4-BE49-F238E27FC236}">
                <a16:creationId xmlns:a16="http://schemas.microsoft.com/office/drawing/2014/main" id="{EB39E449-1057-4F03-9B58-F3F5E5133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1969" y="4039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" name="path-498">
            <a:extLst xmlns:a="http://schemas.openxmlformats.org/drawingml/2006/main">
              <a:ext uri="{FF2B5EF4-FFF2-40B4-BE49-F238E27FC236}">
                <a16:creationId xmlns:a16="http://schemas.microsoft.com/office/drawing/2014/main" id="{E82F08C3-474C-48AB-B04E-307C176E3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209" y="40483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" name="path-499">
            <a:extLst xmlns:a="http://schemas.openxmlformats.org/drawingml/2006/main">
              <a:ext uri="{FF2B5EF4-FFF2-40B4-BE49-F238E27FC236}">
                <a16:creationId xmlns:a16="http://schemas.microsoft.com/office/drawing/2014/main" id="{0EC7D8F1-E41C-402D-A226-A2A3D337D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838" y="40713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" name="path-500">
            <a:extLst xmlns:a="http://schemas.openxmlformats.org/drawingml/2006/main">
              <a:ext uri="{FF2B5EF4-FFF2-40B4-BE49-F238E27FC236}">
                <a16:creationId xmlns:a16="http://schemas.microsoft.com/office/drawing/2014/main" id="{EBFB993F-1287-4CEE-8289-904FD655E7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359" y="40234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" name="path-501">
            <a:extLst xmlns:a="http://schemas.openxmlformats.org/drawingml/2006/main">
              <a:ext uri="{FF2B5EF4-FFF2-40B4-BE49-F238E27FC236}">
                <a16:creationId xmlns:a16="http://schemas.microsoft.com/office/drawing/2014/main" id="{5CE5B8F3-CF96-47A0-A1DB-D1CC84944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457" y="40496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" name="path-502">
            <a:extLst xmlns:a="http://schemas.openxmlformats.org/drawingml/2006/main">
              <a:ext uri="{FF2B5EF4-FFF2-40B4-BE49-F238E27FC236}">
                <a16:creationId xmlns:a16="http://schemas.microsoft.com/office/drawing/2014/main" id="{E99D8855-E5D6-4DC4-BBD9-745C1F78F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79" y="40255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" name="path-503">
            <a:extLst xmlns:a="http://schemas.openxmlformats.org/drawingml/2006/main">
              <a:ext uri="{FF2B5EF4-FFF2-40B4-BE49-F238E27FC236}">
                <a16:creationId xmlns:a16="http://schemas.microsoft.com/office/drawing/2014/main" id="{7E065ED8-36CF-4DF5-83A3-4C48021F7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210" y="40564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" name="path-504">
            <a:extLst xmlns:a="http://schemas.openxmlformats.org/drawingml/2006/main">
              <a:ext uri="{FF2B5EF4-FFF2-40B4-BE49-F238E27FC236}">
                <a16:creationId xmlns:a16="http://schemas.microsoft.com/office/drawing/2014/main" id="{9092A372-15D9-4F29-9167-552549A7C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2132" y="40494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" name="path-505">
            <a:extLst xmlns:a="http://schemas.openxmlformats.org/drawingml/2006/main">
              <a:ext uri="{FF2B5EF4-FFF2-40B4-BE49-F238E27FC236}">
                <a16:creationId xmlns:a16="http://schemas.microsoft.com/office/drawing/2014/main" id="{68E5B44D-19D3-4846-8262-F07E8D5939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265" y="4057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" name="path-506">
            <a:extLst xmlns:a="http://schemas.openxmlformats.org/drawingml/2006/main">
              <a:ext uri="{FF2B5EF4-FFF2-40B4-BE49-F238E27FC236}">
                <a16:creationId xmlns:a16="http://schemas.microsoft.com/office/drawing/2014/main" id="{EB3DC196-B443-4965-B889-D0EE031EC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0600" y="40282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" name="path-507">
            <a:extLst xmlns:a="http://schemas.openxmlformats.org/drawingml/2006/main">
              <a:ext uri="{FF2B5EF4-FFF2-40B4-BE49-F238E27FC236}">
                <a16:creationId xmlns:a16="http://schemas.microsoft.com/office/drawing/2014/main" id="{E59398BD-BC6C-4F2C-8A65-AA5460803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393" y="40444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" name="path-508">
            <a:extLst xmlns:a="http://schemas.openxmlformats.org/drawingml/2006/main">
              <a:ext uri="{FF2B5EF4-FFF2-40B4-BE49-F238E27FC236}">
                <a16:creationId xmlns:a16="http://schemas.microsoft.com/office/drawing/2014/main" id="{0430DB13-B0CD-4E50-9E4D-3341FCFFF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714" y="40347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" name="path-509">
            <a:extLst xmlns:a="http://schemas.openxmlformats.org/drawingml/2006/main">
              <a:ext uri="{FF2B5EF4-FFF2-40B4-BE49-F238E27FC236}">
                <a16:creationId xmlns:a16="http://schemas.microsoft.com/office/drawing/2014/main" id="{0129C29F-E9B6-4F6C-8639-49D75FB71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098" y="40471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" name="path-510">
            <a:extLst xmlns:a="http://schemas.openxmlformats.org/drawingml/2006/main">
              <a:ext uri="{FF2B5EF4-FFF2-40B4-BE49-F238E27FC236}">
                <a16:creationId xmlns:a16="http://schemas.microsoft.com/office/drawing/2014/main" id="{3FE70613-680F-458C-B92B-7C0BEA0C2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361" y="40596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" name="path-511">
            <a:extLst xmlns:a="http://schemas.openxmlformats.org/drawingml/2006/main">
              <a:ext uri="{FF2B5EF4-FFF2-40B4-BE49-F238E27FC236}">
                <a16:creationId xmlns:a16="http://schemas.microsoft.com/office/drawing/2014/main" id="{F2307469-8EE5-4075-9BB5-6B7C1B87D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235" y="40226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" name="path-512">
            <a:extLst xmlns:a="http://schemas.openxmlformats.org/drawingml/2006/main">
              <a:ext uri="{FF2B5EF4-FFF2-40B4-BE49-F238E27FC236}">
                <a16:creationId xmlns:a16="http://schemas.microsoft.com/office/drawing/2014/main" id="{B21282A7-DB07-4D08-9DC5-EEABC1A36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24" y="40608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" name="path-513">
            <a:extLst xmlns:a="http://schemas.openxmlformats.org/drawingml/2006/main">
              <a:ext uri="{FF2B5EF4-FFF2-40B4-BE49-F238E27FC236}">
                <a16:creationId xmlns:a16="http://schemas.microsoft.com/office/drawing/2014/main" id="{94D646E0-D429-4CBB-9539-E7A5AC3FB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232" y="40464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" name="path-514">
            <a:extLst xmlns:a="http://schemas.openxmlformats.org/drawingml/2006/main">
              <a:ext uri="{FF2B5EF4-FFF2-40B4-BE49-F238E27FC236}">
                <a16:creationId xmlns:a16="http://schemas.microsoft.com/office/drawing/2014/main" id="{FE6CA783-0A32-478E-AB39-A45063CEC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468" y="40439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" name="path-515">
            <a:extLst xmlns:a="http://schemas.openxmlformats.org/drawingml/2006/main">
              <a:ext uri="{FF2B5EF4-FFF2-40B4-BE49-F238E27FC236}">
                <a16:creationId xmlns:a16="http://schemas.microsoft.com/office/drawing/2014/main" id="{8082621B-92D9-43D7-8752-C67276BCE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5675" y="40634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" name="path-516">
            <a:extLst xmlns:a="http://schemas.openxmlformats.org/drawingml/2006/main">
              <a:ext uri="{FF2B5EF4-FFF2-40B4-BE49-F238E27FC236}">
                <a16:creationId xmlns:a16="http://schemas.microsoft.com/office/drawing/2014/main" id="{4E862EB6-7484-41CB-A958-8384632A4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62" y="40648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" name="path-517">
            <a:extLst xmlns:a="http://schemas.openxmlformats.org/drawingml/2006/main">
              <a:ext uri="{FF2B5EF4-FFF2-40B4-BE49-F238E27FC236}">
                <a16:creationId xmlns:a16="http://schemas.microsoft.com/office/drawing/2014/main" id="{B4182D4C-851C-4872-993E-5D90509A1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401" y="40371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" name="path-518">
            <a:extLst xmlns:a="http://schemas.openxmlformats.org/drawingml/2006/main">
              <a:ext uri="{FF2B5EF4-FFF2-40B4-BE49-F238E27FC236}">
                <a16:creationId xmlns:a16="http://schemas.microsoft.com/office/drawing/2014/main" id="{3872C0A4-FB21-48A9-8F4E-D9DBC4B76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773" y="40142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" name="path-519">
            <a:extLst xmlns:a="http://schemas.openxmlformats.org/drawingml/2006/main">
              <a:ext uri="{FF2B5EF4-FFF2-40B4-BE49-F238E27FC236}">
                <a16:creationId xmlns:a16="http://schemas.microsoft.com/office/drawing/2014/main" id="{64A6A42B-A6DE-4A4B-A375-F791C1B7F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637" y="40454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" name="path-520">
            <a:extLst xmlns:a="http://schemas.openxmlformats.org/drawingml/2006/main">
              <a:ext uri="{FF2B5EF4-FFF2-40B4-BE49-F238E27FC236}">
                <a16:creationId xmlns:a16="http://schemas.microsoft.com/office/drawing/2014/main" id="{AB20759B-5191-4A92-86DC-7A3A9B406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653" y="4030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" name="path-521">
            <a:extLst xmlns:a="http://schemas.openxmlformats.org/drawingml/2006/main">
              <a:ext uri="{FF2B5EF4-FFF2-40B4-BE49-F238E27FC236}">
                <a16:creationId xmlns:a16="http://schemas.microsoft.com/office/drawing/2014/main" id="{1B753C6F-18A4-4233-B922-5036EE267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6970" y="40439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" name="path-522">
            <a:extLst xmlns:a="http://schemas.openxmlformats.org/drawingml/2006/main">
              <a:ext uri="{FF2B5EF4-FFF2-40B4-BE49-F238E27FC236}">
                <a16:creationId xmlns:a16="http://schemas.microsoft.com/office/drawing/2014/main" id="{F518B58A-7CBD-48BD-80BE-DA9718B12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822" y="40123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" name="path-523">
            <a:extLst xmlns:a="http://schemas.openxmlformats.org/drawingml/2006/main">
              <a:ext uri="{FF2B5EF4-FFF2-40B4-BE49-F238E27FC236}">
                <a16:creationId xmlns:a16="http://schemas.microsoft.com/office/drawing/2014/main" id="{EADC77E2-1DF6-4E6C-9BFA-E087562F0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859" y="4029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" name="path-524">
            <a:extLst xmlns:a="http://schemas.openxmlformats.org/drawingml/2006/main">
              <a:ext uri="{FF2B5EF4-FFF2-40B4-BE49-F238E27FC236}">
                <a16:creationId xmlns:a16="http://schemas.microsoft.com/office/drawing/2014/main" id="{FC5DFFC7-32E1-4491-8927-4DDA44541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587" y="40066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" name="path-525">
            <a:extLst xmlns:a="http://schemas.openxmlformats.org/drawingml/2006/main">
              <a:ext uri="{FF2B5EF4-FFF2-40B4-BE49-F238E27FC236}">
                <a16:creationId xmlns:a16="http://schemas.microsoft.com/office/drawing/2014/main" id="{82A0A221-2856-4359-B889-331AB0292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5848" y="4076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" name="path-526">
            <a:extLst xmlns:a="http://schemas.openxmlformats.org/drawingml/2006/main">
              <a:ext uri="{FF2B5EF4-FFF2-40B4-BE49-F238E27FC236}">
                <a16:creationId xmlns:a16="http://schemas.microsoft.com/office/drawing/2014/main" id="{A63B4D5E-1854-4A93-899D-EE8D54F26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43" y="4059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" name="path-527">
            <a:extLst xmlns:a="http://schemas.openxmlformats.org/drawingml/2006/main">
              <a:ext uri="{FF2B5EF4-FFF2-40B4-BE49-F238E27FC236}">
                <a16:creationId xmlns:a16="http://schemas.microsoft.com/office/drawing/2014/main" id="{D2D62A95-9639-439A-A612-686CE5A3A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458" y="40269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" name="path-528">
            <a:extLst xmlns:a="http://schemas.openxmlformats.org/drawingml/2006/main">
              <a:ext uri="{FF2B5EF4-FFF2-40B4-BE49-F238E27FC236}">
                <a16:creationId xmlns:a16="http://schemas.microsoft.com/office/drawing/2014/main" id="{24F6D4EE-F5BD-4D35-9EFC-BD3B651BA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04" y="40524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" name="path-529">
            <a:extLst xmlns:a="http://schemas.openxmlformats.org/drawingml/2006/main">
              <a:ext uri="{FF2B5EF4-FFF2-40B4-BE49-F238E27FC236}">
                <a16:creationId xmlns:a16="http://schemas.microsoft.com/office/drawing/2014/main" id="{5C61B68F-5C1F-4345-BEE0-DE8EE4AD4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471" y="4026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" name="path-530">
            <a:extLst xmlns:a="http://schemas.openxmlformats.org/drawingml/2006/main">
              <a:ext uri="{FF2B5EF4-FFF2-40B4-BE49-F238E27FC236}">
                <a16:creationId xmlns:a16="http://schemas.microsoft.com/office/drawing/2014/main" id="{F00BF0FC-43DF-4F6B-AA21-D590A9E07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974" y="40521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" name="path-531">
            <a:extLst xmlns:a="http://schemas.openxmlformats.org/drawingml/2006/main">
              <a:ext uri="{FF2B5EF4-FFF2-40B4-BE49-F238E27FC236}">
                <a16:creationId xmlns:a16="http://schemas.microsoft.com/office/drawing/2014/main" id="{F2EB2E98-777C-4CCA-87F8-9D38D24BD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85" y="40685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" name="path-532">
            <a:extLst xmlns:a="http://schemas.openxmlformats.org/drawingml/2006/main">
              <a:ext uri="{FF2B5EF4-FFF2-40B4-BE49-F238E27FC236}">
                <a16:creationId xmlns:a16="http://schemas.microsoft.com/office/drawing/2014/main" id="{A041480A-96E1-4E68-9E27-AA808651F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959" y="40463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" name="path-533">
            <a:extLst xmlns:a="http://schemas.openxmlformats.org/drawingml/2006/main">
              <a:ext uri="{FF2B5EF4-FFF2-40B4-BE49-F238E27FC236}">
                <a16:creationId xmlns:a16="http://schemas.microsoft.com/office/drawing/2014/main" id="{A11ECCE6-2FA4-49FC-9B58-459702A9D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916" y="40587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" name="path-534">
            <a:extLst xmlns:a="http://schemas.openxmlformats.org/drawingml/2006/main">
              <a:ext uri="{FF2B5EF4-FFF2-40B4-BE49-F238E27FC236}">
                <a16:creationId xmlns:a16="http://schemas.microsoft.com/office/drawing/2014/main" id="{C4FC76DF-D053-436B-8628-B771E6AAF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112" y="40595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" name="path-535">
            <a:extLst xmlns:a="http://schemas.openxmlformats.org/drawingml/2006/main">
              <a:ext uri="{FF2B5EF4-FFF2-40B4-BE49-F238E27FC236}">
                <a16:creationId xmlns:a16="http://schemas.microsoft.com/office/drawing/2014/main" id="{6F55321C-6071-4C01-930C-C5BE65185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036" y="40478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" name="path-536">
            <a:extLst xmlns:a="http://schemas.openxmlformats.org/drawingml/2006/main">
              <a:ext uri="{FF2B5EF4-FFF2-40B4-BE49-F238E27FC236}">
                <a16:creationId xmlns:a16="http://schemas.microsoft.com/office/drawing/2014/main" id="{377825C2-5776-4454-8DD4-AED517599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3" y="40287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" name="path-537">
            <a:extLst xmlns:a="http://schemas.openxmlformats.org/drawingml/2006/main">
              <a:ext uri="{FF2B5EF4-FFF2-40B4-BE49-F238E27FC236}">
                <a16:creationId xmlns:a16="http://schemas.microsoft.com/office/drawing/2014/main" id="{8FAFBCB0-1047-4716-8313-9BD1B2674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946" y="40858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" name="path-538">
            <a:extLst xmlns:a="http://schemas.openxmlformats.org/drawingml/2006/main">
              <a:ext uri="{FF2B5EF4-FFF2-40B4-BE49-F238E27FC236}">
                <a16:creationId xmlns:a16="http://schemas.microsoft.com/office/drawing/2014/main" id="{22F9DAE8-C1D1-4F2F-9561-86AECC153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826" y="40538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" name="path-539">
            <a:extLst xmlns:a="http://schemas.openxmlformats.org/drawingml/2006/main">
              <a:ext uri="{FF2B5EF4-FFF2-40B4-BE49-F238E27FC236}">
                <a16:creationId xmlns:a16="http://schemas.microsoft.com/office/drawing/2014/main" id="{470E61D2-0641-4F3F-8AF8-92FBCAB74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957" y="40461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" name="path-540">
            <a:extLst xmlns:a="http://schemas.openxmlformats.org/drawingml/2006/main">
              <a:ext uri="{FF2B5EF4-FFF2-40B4-BE49-F238E27FC236}">
                <a16:creationId xmlns:a16="http://schemas.microsoft.com/office/drawing/2014/main" id="{B4FC2F35-5B39-4D8B-9DF4-86937A782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30" y="4068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" name="path-541">
            <a:extLst xmlns:a="http://schemas.openxmlformats.org/drawingml/2006/main">
              <a:ext uri="{FF2B5EF4-FFF2-40B4-BE49-F238E27FC236}">
                <a16:creationId xmlns:a16="http://schemas.microsoft.com/office/drawing/2014/main" id="{1655A35D-31D7-4C6B-AEED-CE1AF9870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8634" y="4081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" name="path-542">
            <a:extLst xmlns:a="http://schemas.openxmlformats.org/drawingml/2006/main">
              <a:ext uri="{FF2B5EF4-FFF2-40B4-BE49-F238E27FC236}">
                <a16:creationId xmlns:a16="http://schemas.microsoft.com/office/drawing/2014/main" id="{2158C699-2FB9-4218-9EBA-D132F7F11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962" y="40301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" name="path-543">
            <a:extLst xmlns:a="http://schemas.openxmlformats.org/drawingml/2006/main">
              <a:ext uri="{FF2B5EF4-FFF2-40B4-BE49-F238E27FC236}">
                <a16:creationId xmlns:a16="http://schemas.microsoft.com/office/drawing/2014/main" id="{008DAAD5-2ED6-4510-8D7B-CB792FFE1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084" y="40528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" name="path-544">
            <a:extLst xmlns:a="http://schemas.openxmlformats.org/drawingml/2006/main">
              <a:ext uri="{FF2B5EF4-FFF2-40B4-BE49-F238E27FC236}">
                <a16:creationId xmlns:a16="http://schemas.microsoft.com/office/drawing/2014/main" id="{DB1A6497-16B4-4507-8325-8F728A045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022" y="40396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" name="path-545">
            <a:extLst xmlns:a="http://schemas.openxmlformats.org/drawingml/2006/main">
              <a:ext uri="{FF2B5EF4-FFF2-40B4-BE49-F238E27FC236}">
                <a16:creationId xmlns:a16="http://schemas.microsoft.com/office/drawing/2014/main" id="{50C286E3-FCA2-48B0-8BFD-539F58733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904" y="40621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" name="path-546">
            <a:extLst xmlns:a="http://schemas.openxmlformats.org/drawingml/2006/main">
              <a:ext uri="{FF2B5EF4-FFF2-40B4-BE49-F238E27FC236}">
                <a16:creationId xmlns:a16="http://schemas.microsoft.com/office/drawing/2014/main" id="{18F66F52-BACB-4462-BEFE-29F9A094B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838" y="40485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" name="path-547">
            <a:extLst xmlns:a="http://schemas.openxmlformats.org/drawingml/2006/main">
              <a:ext uri="{FF2B5EF4-FFF2-40B4-BE49-F238E27FC236}">
                <a16:creationId xmlns:a16="http://schemas.microsoft.com/office/drawing/2014/main" id="{8B1886AA-51A5-4ECC-96CD-350517207C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86" y="40756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" name="path-548">
            <a:extLst xmlns:a="http://schemas.openxmlformats.org/drawingml/2006/main">
              <a:ext uri="{FF2B5EF4-FFF2-40B4-BE49-F238E27FC236}">
                <a16:creationId xmlns:a16="http://schemas.microsoft.com/office/drawing/2014/main" id="{E7969D1B-F913-4329-8F0E-C502F77D9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639" y="40371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" name="path-549">
            <a:extLst xmlns:a="http://schemas.openxmlformats.org/drawingml/2006/main">
              <a:ext uri="{FF2B5EF4-FFF2-40B4-BE49-F238E27FC236}">
                <a16:creationId xmlns:a16="http://schemas.microsoft.com/office/drawing/2014/main" id="{18CF7C6C-C41B-4903-9645-49B65420B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4194" y="40548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" name="path-550">
            <a:extLst xmlns:a="http://schemas.openxmlformats.org/drawingml/2006/main">
              <a:ext uri="{FF2B5EF4-FFF2-40B4-BE49-F238E27FC236}">
                <a16:creationId xmlns:a16="http://schemas.microsoft.com/office/drawing/2014/main" id="{42FC3FEC-1E4F-4B5B-8C7F-AE21D0AB3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805" y="40342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" name="path-551">
            <a:extLst xmlns:a="http://schemas.openxmlformats.org/drawingml/2006/main">
              <a:ext uri="{FF2B5EF4-FFF2-40B4-BE49-F238E27FC236}">
                <a16:creationId xmlns:a16="http://schemas.microsoft.com/office/drawing/2014/main" id="{91D0D9D6-BAF6-4C5F-A384-CA222B3CB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635" y="40377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" name="path-552">
            <a:extLst xmlns:a="http://schemas.openxmlformats.org/drawingml/2006/main">
              <a:ext uri="{FF2B5EF4-FFF2-40B4-BE49-F238E27FC236}">
                <a16:creationId xmlns:a16="http://schemas.microsoft.com/office/drawing/2014/main" id="{14C50C23-608D-4479-AEE0-09DC38ACD9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501" y="4038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" name="path-553">
            <a:extLst xmlns:a="http://schemas.openxmlformats.org/drawingml/2006/main">
              <a:ext uri="{FF2B5EF4-FFF2-40B4-BE49-F238E27FC236}">
                <a16:creationId xmlns:a16="http://schemas.microsoft.com/office/drawing/2014/main" id="{0973823C-04BA-4359-A79C-AD801370E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981" y="4067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" name="path-554">
            <a:extLst xmlns:a="http://schemas.openxmlformats.org/drawingml/2006/main">
              <a:ext uri="{FF2B5EF4-FFF2-40B4-BE49-F238E27FC236}">
                <a16:creationId xmlns:a16="http://schemas.microsoft.com/office/drawing/2014/main" id="{4955914D-A231-40ED-8AFE-6CCAAD7A1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630" y="40295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" name="path-555">
            <a:extLst xmlns:a="http://schemas.openxmlformats.org/drawingml/2006/main">
              <a:ext uri="{FF2B5EF4-FFF2-40B4-BE49-F238E27FC236}">
                <a16:creationId xmlns:a16="http://schemas.microsoft.com/office/drawing/2014/main" id="{9F2E8BCA-85F3-4312-976D-1B384CAE4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351" y="4030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" name="path-556">
            <a:extLst xmlns:a="http://schemas.openxmlformats.org/drawingml/2006/main">
              <a:ext uri="{FF2B5EF4-FFF2-40B4-BE49-F238E27FC236}">
                <a16:creationId xmlns:a16="http://schemas.microsoft.com/office/drawing/2014/main" id="{082CA8C7-EC41-4F23-BFF6-FE2789294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474" y="40557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" name="path-557">
            <a:extLst xmlns:a="http://schemas.openxmlformats.org/drawingml/2006/main">
              <a:ext uri="{FF2B5EF4-FFF2-40B4-BE49-F238E27FC236}">
                <a16:creationId xmlns:a16="http://schemas.microsoft.com/office/drawing/2014/main" id="{DBC580F8-31F5-4E4F-BF8C-EA773F3BD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255" y="40390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" name="path-558">
            <a:extLst xmlns:a="http://schemas.openxmlformats.org/drawingml/2006/main">
              <a:ext uri="{FF2B5EF4-FFF2-40B4-BE49-F238E27FC236}">
                <a16:creationId xmlns:a16="http://schemas.microsoft.com/office/drawing/2014/main" id="{C9B981F8-370C-4338-A862-223158D96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304" y="40384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" name="path-559">
            <a:extLst xmlns:a="http://schemas.openxmlformats.org/drawingml/2006/main">
              <a:ext uri="{FF2B5EF4-FFF2-40B4-BE49-F238E27FC236}">
                <a16:creationId xmlns:a16="http://schemas.microsoft.com/office/drawing/2014/main" id="{BE204FD0-8AAB-4C4A-A048-FD5163A00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378" y="40459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" name="path-560">
            <a:extLst xmlns:a="http://schemas.openxmlformats.org/drawingml/2006/main">
              <a:ext uri="{FF2B5EF4-FFF2-40B4-BE49-F238E27FC236}">
                <a16:creationId xmlns:a16="http://schemas.microsoft.com/office/drawing/2014/main" id="{84CBB76B-6769-40C3-954C-D1FF6C199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448" y="4056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" name="path-561">
            <a:extLst xmlns:a="http://schemas.openxmlformats.org/drawingml/2006/main">
              <a:ext uri="{FF2B5EF4-FFF2-40B4-BE49-F238E27FC236}">
                <a16:creationId xmlns:a16="http://schemas.microsoft.com/office/drawing/2014/main" id="{7D2B1B01-D821-4B36-9C37-F4014CD78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1919" y="40671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" name="path-562">
            <a:extLst xmlns:a="http://schemas.openxmlformats.org/drawingml/2006/main">
              <a:ext uri="{FF2B5EF4-FFF2-40B4-BE49-F238E27FC236}">
                <a16:creationId xmlns:a16="http://schemas.microsoft.com/office/drawing/2014/main" id="{879304D3-9733-4BB7-88D9-D47459BB7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7531" y="40596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" name="path-563">
            <a:extLst xmlns:a="http://schemas.openxmlformats.org/drawingml/2006/main">
              <a:ext uri="{FF2B5EF4-FFF2-40B4-BE49-F238E27FC236}">
                <a16:creationId xmlns:a16="http://schemas.microsoft.com/office/drawing/2014/main" id="{CBB55B42-BF0F-4FC9-A53D-16BC60C3F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528" y="40465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" name="path-564">
            <a:extLst xmlns:a="http://schemas.openxmlformats.org/drawingml/2006/main">
              <a:ext uri="{FF2B5EF4-FFF2-40B4-BE49-F238E27FC236}">
                <a16:creationId xmlns:a16="http://schemas.microsoft.com/office/drawing/2014/main" id="{A28E1B96-B403-4246-A8C0-8100B92A7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369" y="40022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" name="path-565">
            <a:extLst xmlns:a="http://schemas.openxmlformats.org/drawingml/2006/main">
              <a:ext uri="{FF2B5EF4-FFF2-40B4-BE49-F238E27FC236}">
                <a16:creationId xmlns:a16="http://schemas.microsoft.com/office/drawing/2014/main" id="{962423F6-5CFA-4A6A-8CB9-435ECA7CD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623" y="40149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" name="path-566">
            <a:extLst xmlns:a="http://schemas.openxmlformats.org/drawingml/2006/main">
              <a:ext uri="{FF2B5EF4-FFF2-40B4-BE49-F238E27FC236}">
                <a16:creationId xmlns:a16="http://schemas.microsoft.com/office/drawing/2014/main" id="{E630F11E-1AE3-4084-856C-933942613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973" y="4052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" name="path-567">
            <a:extLst xmlns:a="http://schemas.openxmlformats.org/drawingml/2006/main">
              <a:ext uri="{FF2B5EF4-FFF2-40B4-BE49-F238E27FC236}">
                <a16:creationId xmlns:a16="http://schemas.microsoft.com/office/drawing/2014/main" id="{EF7A6A2C-A69C-4D53-889E-327A6D59C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806" y="40835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" name="path-568">
            <a:extLst xmlns:a="http://schemas.openxmlformats.org/drawingml/2006/main">
              <a:ext uri="{FF2B5EF4-FFF2-40B4-BE49-F238E27FC236}">
                <a16:creationId xmlns:a16="http://schemas.microsoft.com/office/drawing/2014/main" id="{594A2805-AC82-4C44-A681-5B9C34068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040" y="40477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" name="path-569">
            <a:extLst xmlns:a="http://schemas.openxmlformats.org/drawingml/2006/main">
              <a:ext uri="{FF2B5EF4-FFF2-40B4-BE49-F238E27FC236}">
                <a16:creationId xmlns:a16="http://schemas.microsoft.com/office/drawing/2014/main" id="{5BD242D0-82D2-4EBD-A6B7-FE2154E14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481" y="40622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" name="path-570">
            <a:extLst xmlns:a="http://schemas.openxmlformats.org/drawingml/2006/main">
              <a:ext uri="{FF2B5EF4-FFF2-40B4-BE49-F238E27FC236}">
                <a16:creationId xmlns:a16="http://schemas.microsoft.com/office/drawing/2014/main" id="{1751F0A3-4D3C-4EFE-950F-51688EE73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305" y="4046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" name="path-571">
            <a:extLst xmlns:a="http://schemas.openxmlformats.org/drawingml/2006/main">
              <a:ext uri="{FF2B5EF4-FFF2-40B4-BE49-F238E27FC236}">
                <a16:creationId xmlns:a16="http://schemas.microsoft.com/office/drawing/2014/main" id="{C129961F-0118-46E9-8318-2AFA21E2E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6208" y="40477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" name="path-572">
            <a:extLst xmlns:a="http://schemas.openxmlformats.org/drawingml/2006/main">
              <a:ext uri="{FF2B5EF4-FFF2-40B4-BE49-F238E27FC236}">
                <a16:creationId xmlns:a16="http://schemas.microsoft.com/office/drawing/2014/main" id="{4074B626-E0D6-43BB-BD8D-F5E3F1C3F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414" y="4049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" name="path-573">
            <a:extLst xmlns:a="http://schemas.openxmlformats.org/drawingml/2006/main">
              <a:ext uri="{FF2B5EF4-FFF2-40B4-BE49-F238E27FC236}">
                <a16:creationId xmlns:a16="http://schemas.microsoft.com/office/drawing/2014/main" id="{12EAEB0C-2AA4-4A3E-B3EC-B1DCA0753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014" y="4028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" name="path-574">
            <a:extLst xmlns:a="http://schemas.openxmlformats.org/drawingml/2006/main">
              <a:ext uri="{FF2B5EF4-FFF2-40B4-BE49-F238E27FC236}">
                <a16:creationId xmlns:a16="http://schemas.microsoft.com/office/drawing/2014/main" id="{A740F04A-8326-455B-A10F-6DA5CA09FB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3548" y="40546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" name="path-575">
            <a:extLst xmlns:a="http://schemas.openxmlformats.org/drawingml/2006/main">
              <a:ext uri="{FF2B5EF4-FFF2-40B4-BE49-F238E27FC236}">
                <a16:creationId xmlns:a16="http://schemas.microsoft.com/office/drawing/2014/main" id="{0DEA279F-E2BE-4B44-B1CA-AE4AB3CC2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8424" y="3998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" name="path-576">
            <a:extLst xmlns:a="http://schemas.openxmlformats.org/drawingml/2006/main">
              <a:ext uri="{FF2B5EF4-FFF2-40B4-BE49-F238E27FC236}">
                <a16:creationId xmlns:a16="http://schemas.microsoft.com/office/drawing/2014/main" id="{F69B6B47-D2F4-42BD-8CBF-B9DDF0641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95" y="40374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" name="path-577">
            <a:extLst xmlns:a="http://schemas.openxmlformats.org/drawingml/2006/main">
              <a:ext uri="{FF2B5EF4-FFF2-40B4-BE49-F238E27FC236}">
                <a16:creationId xmlns:a16="http://schemas.microsoft.com/office/drawing/2014/main" id="{0ADADE5B-1AAD-454D-B898-C6C5B7335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4807" y="40364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" name="path-578">
            <a:extLst xmlns:a="http://schemas.openxmlformats.org/drawingml/2006/main">
              <a:ext uri="{FF2B5EF4-FFF2-40B4-BE49-F238E27FC236}">
                <a16:creationId xmlns:a16="http://schemas.microsoft.com/office/drawing/2014/main" id="{63A6B183-C0FB-498D-ABB2-ED33097C1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8858" y="40130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" name="path-579">
            <a:extLst xmlns:a="http://schemas.openxmlformats.org/drawingml/2006/main">
              <a:ext uri="{FF2B5EF4-FFF2-40B4-BE49-F238E27FC236}">
                <a16:creationId xmlns:a16="http://schemas.microsoft.com/office/drawing/2014/main" id="{254A3DC0-732D-416D-BCFA-21325BE97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311" y="40469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" name="path-580">
            <a:extLst xmlns:a="http://schemas.openxmlformats.org/drawingml/2006/main">
              <a:ext uri="{FF2B5EF4-FFF2-40B4-BE49-F238E27FC236}">
                <a16:creationId xmlns:a16="http://schemas.microsoft.com/office/drawing/2014/main" id="{DD73A32F-5862-4C77-B4C5-8F83FBE7E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011" y="40425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" name="path-581">
            <a:extLst xmlns:a="http://schemas.openxmlformats.org/drawingml/2006/main">
              <a:ext uri="{FF2B5EF4-FFF2-40B4-BE49-F238E27FC236}">
                <a16:creationId xmlns:a16="http://schemas.microsoft.com/office/drawing/2014/main" id="{3D3DD34B-9CBE-463C-AD04-76CBFAEB3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62" y="4042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" name="path-582">
            <a:extLst xmlns:a="http://schemas.openxmlformats.org/drawingml/2006/main">
              <a:ext uri="{FF2B5EF4-FFF2-40B4-BE49-F238E27FC236}">
                <a16:creationId xmlns:a16="http://schemas.microsoft.com/office/drawing/2014/main" id="{0F012C17-4352-4DA7-AB61-C7D6196B3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73" y="4031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" name="path-583">
            <a:extLst xmlns:a="http://schemas.openxmlformats.org/drawingml/2006/main">
              <a:ext uri="{FF2B5EF4-FFF2-40B4-BE49-F238E27FC236}">
                <a16:creationId xmlns:a16="http://schemas.microsoft.com/office/drawing/2014/main" id="{9496FB56-E9E7-4341-9EB7-83F8C4FDC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703" y="40085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" name="path-584">
            <a:extLst xmlns:a="http://schemas.openxmlformats.org/drawingml/2006/main">
              <a:ext uri="{FF2B5EF4-FFF2-40B4-BE49-F238E27FC236}">
                <a16:creationId xmlns:a16="http://schemas.microsoft.com/office/drawing/2014/main" id="{08AB5ADD-4E56-46A2-9C5C-78EDE034A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80" y="40394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" name="path-585">
            <a:extLst xmlns:a="http://schemas.openxmlformats.org/drawingml/2006/main">
              <a:ext uri="{FF2B5EF4-FFF2-40B4-BE49-F238E27FC236}">
                <a16:creationId xmlns:a16="http://schemas.microsoft.com/office/drawing/2014/main" id="{0E4D4AF8-A6F6-4C93-BFDA-EBB8238BB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13" y="40510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" name="path-586">
            <a:extLst xmlns:a="http://schemas.openxmlformats.org/drawingml/2006/main">
              <a:ext uri="{FF2B5EF4-FFF2-40B4-BE49-F238E27FC236}">
                <a16:creationId xmlns:a16="http://schemas.microsoft.com/office/drawing/2014/main" id="{366D1615-07D3-4B4B-963F-2E1EE09BD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90" y="4062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" name="path-587">
            <a:extLst xmlns:a="http://schemas.openxmlformats.org/drawingml/2006/main">
              <a:ext uri="{FF2B5EF4-FFF2-40B4-BE49-F238E27FC236}">
                <a16:creationId xmlns:a16="http://schemas.microsoft.com/office/drawing/2014/main" id="{70B7A6C5-32D4-4F79-9FD5-FA5C259BA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990" y="40305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" name="path-588">
            <a:extLst xmlns:a="http://schemas.openxmlformats.org/drawingml/2006/main">
              <a:ext uri="{FF2B5EF4-FFF2-40B4-BE49-F238E27FC236}">
                <a16:creationId xmlns:a16="http://schemas.microsoft.com/office/drawing/2014/main" id="{93298AF6-6E54-405D-B5BD-3896045FB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94878" y="40482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" name="path-589">
            <a:extLst xmlns:a="http://schemas.openxmlformats.org/drawingml/2006/main">
              <a:ext uri="{FF2B5EF4-FFF2-40B4-BE49-F238E27FC236}">
                <a16:creationId xmlns:a16="http://schemas.microsoft.com/office/drawing/2014/main" id="{077F5D2C-C45F-4A72-8916-D73E05700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213" y="40473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" name="path-590">
            <a:extLst xmlns:a="http://schemas.openxmlformats.org/drawingml/2006/main">
              <a:ext uri="{FF2B5EF4-FFF2-40B4-BE49-F238E27FC236}">
                <a16:creationId xmlns:a16="http://schemas.microsoft.com/office/drawing/2014/main" id="{A65A73A3-B3CA-4AAB-9FCD-0E065099B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464" y="4032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" name="path-591">
            <a:extLst xmlns:a="http://schemas.openxmlformats.org/drawingml/2006/main">
              <a:ext uri="{FF2B5EF4-FFF2-40B4-BE49-F238E27FC236}">
                <a16:creationId xmlns:a16="http://schemas.microsoft.com/office/drawing/2014/main" id="{B679E3F6-B2B1-4A8E-9F48-52167A3FD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359" y="40372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" name="path-592">
            <a:extLst xmlns:a="http://schemas.openxmlformats.org/drawingml/2006/main">
              <a:ext uri="{FF2B5EF4-FFF2-40B4-BE49-F238E27FC236}">
                <a16:creationId xmlns:a16="http://schemas.microsoft.com/office/drawing/2014/main" id="{2C540428-709A-4943-A9C8-C47B79DC1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904" y="40596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" name="path-593">
            <a:extLst xmlns:a="http://schemas.openxmlformats.org/drawingml/2006/main">
              <a:ext uri="{FF2B5EF4-FFF2-40B4-BE49-F238E27FC236}">
                <a16:creationId xmlns:a16="http://schemas.microsoft.com/office/drawing/2014/main" id="{F3E93E38-798E-4A76-831B-99BAFC760F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4039" y="40438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" name="path-594">
            <a:extLst xmlns:a="http://schemas.openxmlformats.org/drawingml/2006/main">
              <a:ext uri="{FF2B5EF4-FFF2-40B4-BE49-F238E27FC236}">
                <a16:creationId xmlns:a16="http://schemas.microsoft.com/office/drawing/2014/main" id="{3A64C376-F8F7-4A50-920D-8951F6D4D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56836" y="4051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" name="path-595">
            <a:extLst xmlns:a="http://schemas.openxmlformats.org/drawingml/2006/main">
              <a:ext uri="{FF2B5EF4-FFF2-40B4-BE49-F238E27FC236}">
                <a16:creationId xmlns:a16="http://schemas.microsoft.com/office/drawing/2014/main" id="{80B9F3CB-781E-4C09-AB2D-828FE659C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735" y="40256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" name="path-596">
            <a:extLst xmlns:a="http://schemas.openxmlformats.org/drawingml/2006/main">
              <a:ext uri="{FF2B5EF4-FFF2-40B4-BE49-F238E27FC236}">
                <a16:creationId xmlns:a16="http://schemas.microsoft.com/office/drawing/2014/main" id="{FF71C60E-B44F-406F-82F0-B00BEA0CB7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449" y="40344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" name="path-597">
            <a:extLst xmlns:a="http://schemas.openxmlformats.org/drawingml/2006/main">
              <a:ext uri="{FF2B5EF4-FFF2-40B4-BE49-F238E27FC236}">
                <a16:creationId xmlns:a16="http://schemas.microsoft.com/office/drawing/2014/main" id="{0CE1B6E0-6472-4E5D-A29C-2B90EAEDAA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325" y="4054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" name="path-598">
            <a:extLst xmlns:a="http://schemas.openxmlformats.org/drawingml/2006/main">
              <a:ext uri="{FF2B5EF4-FFF2-40B4-BE49-F238E27FC236}">
                <a16:creationId xmlns:a16="http://schemas.microsoft.com/office/drawing/2014/main" id="{DD5822E2-40C3-4497-9D09-F45D059B7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941" y="40529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" name="path-599">
            <a:extLst xmlns:a="http://schemas.openxmlformats.org/drawingml/2006/main">
              <a:ext uri="{FF2B5EF4-FFF2-40B4-BE49-F238E27FC236}">
                <a16:creationId xmlns:a16="http://schemas.microsoft.com/office/drawing/2014/main" id="{53935519-8BB0-4176-B1DB-8B7355DE1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596" y="4038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" name="path-600">
            <a:extLst xmlns:a="http://schemas.openxmlformats.org/drawingml/2006/main">
              <a:ext uri="{FF2B5EF4-FFF2-40B4-BE49-F238E27FC236}">
                <a16:creationId xmlns:a16="http://schemas.microsoft.com/office/drawing/2014/main" id="{0F41DA5F-14BB-472A-BCAF-313E92D18E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165" y="4033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" name="path-601">
            <a:extLst xmlns:a="http://schemas.openxmlformats.org/drawingml/2006/main">
              <a:ext uri="{FF2B5EF4-FFF2-40B4-BE49-F238E27FC236}">
                <a16:creationId xmlns:a16="http://schemas.microsoft.com/office/drawing/2014/main" id="{60D288C2-52B4-4E0E-896D-688E519B7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5" y="40719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" name="path-602">
            <a:extLst xmlns:a="http://schemas.openxmlformats.org/drawingml/2006/main">
              <a:ext uri="{FF2B5EF4-FFF2-40B4-BE49-F238E27FC236}">
                <a16:creationId xmlns:a16="http://schemas.microsoft.com/office/drawing/2014/main" id="{DAF6AB92-BA4B-476F-BAD7-DDFBEDF25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060" y="40369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" name="path-603">
            <a:extLst xmlns:a="http://schemas.openxmlformats.org/drawingml/2006/main">
              <a:ext uri="{FF2B5EF4-FFF2-40B4-BE49-F238E27FC236}">
                <a16:creationId xmlns:a16="http://schemas.microsoft.com/office/drawing/2014/main" id="{A6F5BCF2-EE9F-4828-BB62-C69D1A702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201" y="4052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" name="path-604">
            <a:extLst xmlns:a="http://schemas.openxmlformats.org/drawingml/2006/main">
              <a:ext uri="{FF2B5EF4-FFF2-40B4-BE49-F238E27FC236}">
                <a16:creationId xmlns:a16="http://schemas.microsoft.com/office/drawing/2014/main" id="{97D1DD6C-114C-4DDF-8BD4-84F23A5EF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222" y="40391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" name="path-605">
            <a:extLst xmlns:a="http://schemas.openxmlformats.org/drawingml/2006/main">
              <a:ext uri="{FF2B5EF4-FFF2-40B4-BE49-F238E27FC236}">
                <a16:creationId xmlns:a16="http://schemas.microsoft.com/office/drawing/2014/main" id="{52C7FAFF-475C-4E53-9D30-EC4AE78B1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838" y="40452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" name="path-606">
            <a:extLst xmlns:a="http://schemas.openxmlformats.org/drawingml/2006/main">
              <a:ext uri="{FF2B5EF4-FFF2-40B4-BE49-F238E27FC236}">
                <a16:creationId xmlns:a16="http://schemas.microsoft.com/office/drawing/2014/main" id="{306F6A2C-5D51-4F67-A7D8-400936FC2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9329" y="40199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" name="path-607">
            <a:extLst xmlns:a="http://schemas.openxmlformats.org/drawingml/2006/main">
              <a:ext uri="{FF2B5EF4-FFF2-40B4-BE49-F238E27FC236}">
                <a16:creationId xmlns:a16="http://schemas.microsoft.com/office/drawing/2014/main" id="{6A91C1BA-DFE8-4A3B-88F4-0110546C9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908" y="40575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" name="path-608">
            <a:extLst xmlns:a="http://schemas.openxmlformats.org/drawingml/2006/main">
              <a:ext uri="{FF2B5EF4-FFF2-40B4-BE49-F238E27FC236}">
                <a16:creationId xmlns:a16="http://schemas.microsoft.com/office/drawing/2014/main" id="{694A6231-6ED0-4467-8C39-9E295D31A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397" y="40442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" name="path-609">
            <a:extLst xmlns:a="http://schemas.openxmlformats.org/drawingml/2006/main">
              <a:ext uri="{FF2B5EF4-FFF2-40B4-BE49-F238E27FC236}">
                <a16:creationId xmlns:a16="http://schemas.microsoft.com/office/drawing/2014/main" id="{45E48544-8937-4E73-80B9-BBDCC99FA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414" y="40274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" name="path-610">
            <a:extLst xmlns:a="http://schemas.openxmlformats.org/drawingml/2006/main">
              <a:ext uri="{FF2B5EF4-FFF2-40B4-BE49-F238E27FC236}">
                <a16:creationId xmlns:a16="http://schemas.microsoft.com/office/drawing/2014/main" id="{FEC8CB46-DBFB-4058-9D37-4668C7A4D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311" y="40323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" name="path-611">
            <a:extLst xmlns:a="http://schemas.openxmlformats.org/drawingml/2006/main">
              <a:ext uri="{FF2B5EF4-FFF2-40B4-BE49-F238E27FC236}">
                <a16:creationId xmlns:a16="http://schemas.microsoft.com/office/drawing/2014/main" id="{36071142-49E6-4FFA-9621-313B7966B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2362" y="40607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" name="path-612">
            <a:extLst xmlns:a="http://schemas.openxmlformats.org/drawingml/2006/main">
              <a:ext uri="{FF2B5EF4-FFF2-40B4-BE49-F238E27FC236}">
                <a16:creationId xmlns:a16="http://schemas.microsoft.com/office/drawing/2014/main" id="{7206747D-D128-43FA-BE15-278767265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834" y="4037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" name="path-613">
            <a:extLst xmlns:a="http://schemas.openxmlformats.org/drawingml/2006/main">
              <a:ext uri="{FF2B5EF4-FFF2-40B4-BE49-F238E27FC236}">
                <a16:creationId xmlns:a16="http://schemas.microsoft.com/office/drawing/2014/main" id="{B370F115-C5CC-45EC-B6BA-6921154B2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597" y="40440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" name="path-614">
            <a:extLst xmlns:a="http://schemas.openxmlformats.org/drawingml/2006/main">
              <a:ext uri="{FF2B5EF4-FFF2-40B4-BE49-F238E27FC236}">
                <a16:creationId xmlns:a16="http://schemas.microsoft.com/office/drawing/2014/main" id="{D6A7CBB5-2707-4F97-9780-C32977586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137" y="40343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" name="path-615">
            <a:extLst xmlns:a="http://schemas.openxmlformats.org/drawingml/2006/main">
              <a:ext uri="{FF2B5EF4-FFF2-40B4-BE49-F238E27FC236}">
                <a16:creationId xmlns:a16="http://schemas.microsoft.com/office/drawing/2014/main" id="{464B4E0D-6C55-4939-A67B-DCA236A95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020" y="4051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" name="path-616">
            <a:extLst xmlns:a="http://schemas.openxmlformats.org/drawingml/2006/main">
              <a:ext uri="{FF2B5EF4-FFF2-40B4-BE49-F238E27FC236}">
                <a16:creationId xmlns:a16="http://schemas.microsoft.com/office/drawing/2014/main" id="{5AC83244-A969-404B-A3D5-9AA452CC7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302" y="40137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" name="path-617">
            <a:extLst xmlns:a="http://schemas.openxmlformats.org/drawingml/2006/main">
              <a:ext uri="{FF2B5EF4-FFF2-40B4-BE49-F238E27FC236}">
                <a16:creationId xmlns:a16="http://schemas.microsoft.com/office/drawing/2014/main" id="{7298F71B-20DB-406B-98BD-05C105A32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3498" y="40415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" name="path-618">
            <a:extLst xmlns:a="http://schemas.openxmlformats.org/drawingml/2006/main">
              <a:ext uri="{FF2B5EF4-FFF2-40B4-BE49-F238E27FC236}">
                <a16:creationId xmlns:a16="http://schemas.microsoft.com/office/drawing/2014/main" id="{127B8EB7-525B-425A-A237-1A31EA32F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986" y="40367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" name="path-619">
            <a:extLst xmlns:a="http://schemas.openxmlformats.org/drawingml/2006/main">
              <a:ext uri="{FF2B5EF4-FFF2-40B4-BE49-F238E27FC236}">
                <a16:creationId xmlns:a16="http://schemas.microsoft.com/office/drawing/2014/main" id="{0EF88C66-FC35-4F3E-92F3-9886CF148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030" y="40185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" name="path-620">
            <a:extLst xmlns:a="http://schemas.openxmlformats.org/drawingml/2006/main">
              <a:ext uri="{FF2B5EF4-FFF2-40B4-BE49-F238E27FC236}">
                <a16:creationId xmlns:a16="http://schemas.microsoft.com/office/drawing/2014/main" id="{E22CB758-89B7-4F33-A771-168D3AADB0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80" y="40379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" name="path-621">
            <a:extLst xmlns:a="http://schemas.openxmlformats.org/drawingml/2006/main">
              <a:ext uri="{FF2B5EF4-FFF2-40B4-BE49-F238E27FC236}">
                <a16:creationId xmlns:a16="http://schemas.microsoft.com/office/drawing/2014/main" id="{561F394F-0014-471B-87BB-18BF3ABF9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021" y="40527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" name="path-622">
            <a:extLst xmlns:a="http://schemas.openxmlformats.org/drawingml/2006/main">
              <a:ext uri="{FF2B5EF4-FFF2-40B4-BE49-F238E27FC236}">
                <a16:creationId xmlns:a16="http://schemas.microsoft.com/office/drawing/2014/main" id="{64A87974-E3C9-433B-9E8C-30839F686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914" y="40332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" name="path-623">
            <a:extLst xmlns:a="http://schemas.openxmlformats.org/drawingml/2006/main">
              <a:ext uri="{FF2B5EF4-FFF2-40B4-BE49-F238E27FC236}">
                <a16:creationId xmlns:a16="http://schemas.microsoft.com/office/drawing/2014/main" id="{7B7ECDCC-A57E-481F-B7F1-075D4EF05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214" y="40521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" name="path-624">
            <a:extLst xmlns:a="http://schemas.openxmlformats.org/drawingml/2006/main">
              <a:ext uri="{FF2B5EF4-FFF2-40B4-BE49-F238E27FC236}">
                <a16:creationId xmlns:a16="http://schemas.microsoft.com/office/drawing/2014/main" id="{0321F5DF-A596-41F7-B566-825073D8F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15" y="40740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" name="path-625">
            <a:extLst xmlns:a="http://schemas.openxmlformats.org/drawingml/2006/main">
              <a:ext uri="{FF2B5EF4-FFF2-40B4-BE49-F238E27FC236}">
                <a16:creationId xmlns:a16="http://schemas.microsoft.com/office/drawing/2014/main" id="{B2ADC35F-41E2-4FA2-9EF7-423B25663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986" y="40409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" name="path-626">
            <a:extLst xmlns:a="http://schemas.openxmlformats.org/drawingml/2006/main">
              <a:ext uri="{FF2B5EF4-FFF2-40B4-BE49-F238E27FC236}">
                <a16:creationId xmlns:a16="http://schemas.microsoft.com/office/drawing/2014/main" id="{7AA2BB7F-9B8C-4B46-92A4-CD159ACE1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0534" y="40388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" name="path-627">
            <a:extLst xmlns:a="http://schemas.openxmlformats.org/drawingml/2006/main">
              <a:ext uri="{FF2B5EF4-FFF2-40B4-BE49-F238E27FC236}">
                <a16:creationId xmlns:a16="http://schemas.microsoft.com/office/drawing/2014/main" id="{8393A8A9-D895-449C-923B-B597435E78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157" y="4055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" name="path-628">
            <a:extLst xmlns:a="http://schemas.openxmlformats.org/drawingml/2006/main">
              <a:ext uri="{FF2B5EF4-FFF2-40B4-BE49-F238E27FC236}">
                <a16:creationId xmlns:a16="http://schemas.microsoft.com/office/drawing/2014/main" id="{E47F3D09-50F9-4737-9DE9-3640661E2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992" y="40481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" name="path-629">
            <a:extLst xmlns:a="http://schemas.openxmlformats.org/drawingml/2006/main">
              <a:ext uri="{FF2B5EF4-FFF2-40B4-BE49-F238E27FC236}">
                <a16:creationId xmlns:a16="http://schemas.microsoft.com/office/drawing/2014/main" id="{8CB6B310-159F-4C68-A5C9-82B6F5EBF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281" y="40466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" name="path-630">
            <a:extLst xmlns:a="http://schemas.openxmlformats.org/drawingml/2006/main">
              <a:ext uri="{FF2B5EF4-FFF2-40B4-BE49-F238E27FC236}">
                <a16:creationId xmlns:a16="http://schemas.microsoft.com/office/drawing/2014/main" id="{3EBBB795-39BB-4018-973C-9EDCFA9D0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6704" y="40132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" name="path-631">
            <a:extLst xmlns:a="http://schemas.openxmlformats.org/drawingml/2006/main">
              <a:ext uri="{FF2B5EF4-FFF2-40B4-BE49-F238E27FC236}">
                <a16:creationId xmlns:a16="http://schemas.microsoft.com/office/drawing/2014/main" id="{C6B7A38B-04FC-4E32-8CCC-365BC54FE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34" y="40271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" name="path-632">
            <a:extLst xmlns:a="http://schemas.openxmlformats.org/drawingml/2006/main">
              <a:ext uri="{FF2B5EF4-FFF2-40B4-BE49-F238E27FC236}">
                <a16:creationId xmlns:a16="http://schemas.microsoft.com/office/drawing/2014/main" id="{63EEC19A-D56A-4D40-A53D-62C3F0E01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760" y="40537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" name="path-633">
            <a:extLst xmlns:a="http://schemas.openxmlformats.org/drawingml/2006/main">
              <a:ext uri="{FF2B5EF4-FFF2-40B4-BE49-F238E27FC236}">
                <a16:creationId xmlns:a16="http://schemas.microsoft.com/office/drawing/2014/main" id="{47754B45-489C-49D0-8505-AC9E84C2B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359" y="4047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" name="path-634">
            <a:extLst xmlns:a="http://schemas.openxmlformats.org/drawingml/2006/main">
              <a:ext uri="{FF2B5EF4-FFF2-40B4-BE49-F238E27FC236}">
                <a16:creationId xmlns:a16="http://schemas.microsoft.com/office/drawing/2014/main" id="{2159D87C-8EED-4030-AFA0-1CAD0DFC0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3488" y="40510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" name="path-635">
            <a:extLst xmlns:a="http://schemas.openxmlformats.org/drawingml/2006/main">
              <a:ext uri="{FF2B5EF4-FFF2-40B4-BE49-F238E27FC236}">
                <a16:creationId xmlns:a16="http://schemas.microsoft.com/office/drawing/2014/main" id="{D293DAD8-6053-498A-8784-B08058483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406" y="40135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" name="path-636">
            <a:extLst xmlns:a="http://schemas.openxmlformats.org/drawingml/2006/main">
              <a:ext uri="{FF2B5EF4-FFF2-40B4-BE49-F238E27FC236}">
                <a16:creationId xmlns:a16="http://schemas.microsoft.com/office/drawing/2014/main" id="{4BE2B40E-F28E-417E-8406-82ECE0BFE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982" y="40627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" name="path-637">
            <a:extLst xmlns:a="http://schemas.openxmlformats.org/drawingml/2006/main">
              <a:ext uri="{FF2B5EF4-FFF2-40B4-BE49-F238E27FC236}">
                <a16:creationId xmlns:a16="http://schemas.microsoft.com/office/drawing/2014/main" id="{8CBCBE41-9599-4475-99DA-50EE9ABAF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8142" y="39983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" name="path-638">
            <a:extLst xmlns:a="http://schemas.openxmlformats.org/drawingml/2006/main">
              <a:ext uri="{FF2B5EF4-FFF2-40B4-BE49-F238E27FC236}">
                <a16:creationId xmlns:a16="http://schemas.microsoft.com/office/drawing/2014/main" id="{B0691E3B-13E0-408F-AB45-75CF46FD8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690" y="40381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" name="path-639">
            <a:extLst xmlns:a="http://schemas.openxmlformats.org/drawingml/2006/main">
              <a:ext uri="{FF2B5EF4-FFF2-40B4-BE49-F238E27FC236}">
                <a16:creationId xmlns:a16="http://schemas.microsoft.com/office/drawing/2014/main" id="{2CA74838-C934-416E-9195-84409F4FD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6798" y="40362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" name="path-640">
            <a:extLst xmlns:a="http://schemas.openxmlformats.org/drawingml/2006/main">
              <a:ext uri="{FF2B5EF4-FFF2-40B4-BE49-F238E27FC236}">
                <a16:creationId xmlns:a16="http://schemas.microsoft.com/office/drawing/2014/main" id="{428CEF3E-24F9-41B1-8032-296CC0258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82" y="40564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" name="path-641">
            <a:extLst xmlns:a="http://schemas.openxmlformats.org/drawingml/2006/main">
              <a:ext uri="{FF2B5EF4-FFF2-40B4-BE49-F238E27FC236}">
                <a16:creationId xmlns:a16="http://schemas.microsoft.com/office/drawing/2014/main" id="{C66927D5-1552-4728-A36D-8060D8D00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109" y="40516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" name="path-642">
            <a:extLst xmlns:a="http://schemas.openxmlformats.org/drawingml/2006/main">
              <a:ext uri="{FF2B5EF4-FFF2-40B4-BE49-F238E27FC236}">
                <a16:creationId xmlns:a16="http://schemas.microsoft.com/office/drawing/2014/main" id="{5AF70083-FB9A-4B0C-AD8C-D11B297CD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797" y="40324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" name="path-643">
            <a:extLst xmlns:a="http://schemas.openxmlformats.org/drawingml/2006/main">
              <a:ext uri="{FF2B5EF4-FFF2-40B4-BE49-F238E27FC236}">
                <a16:creationId xmlns:a16="http://schemas.microsoft.com/office/drawing/2014/main" id="{DE03E1F5-6011-4826-BFE1-96D162D1E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424" y="40410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" name="path-644">
            <a:extLst xmlns:a="http://schemas.openxmlformats.org/drawingml/2006/main">
              <a:ext uri="{FF2B5EF4-FFF2-40B4-BE49-F238E27FC236}">
                <a16:creationId xmlns:a16="http://schemas.microsoft.com/office/drawing/2014/main" id="{446BFEC2-9927-4BCA-B08A-4E5BB1DB9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538" y="40508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" name="path-645">
            <a:extLst xmlns:a="http://schemas.openxmlformats.org/drawingml/2006/main">
              <a:ext uri="{FF2B5EF4-FFF2-40B4-BE49-F238E27FC236}">
                <a16:creationId xmlns:a16="http://schemas.microsoft.com/office/drawing/2014/main" id="{A26CF250-0B02-454C-BB7F-94A3C2D7B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4103" y="4044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" name="path-646">
            <a:extLst xmlns:a="http://schemas.openxmlformats.org/drawingml/2006/main">
              <a:ext uri="{FF2B5EF4-FFF2-40B4-BE49-F238E27FC236}">
                <a16:creationId xmlns:a16="http://schemas.microsoft.com/office/drawing/2014/main" id="{FC5EA793-5D3D-436E-97DC-E7229B2C39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7622" y="40517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" name="path-647">
            <a:extLst xmlns:a="http://schemas.openxmlformats.org/drawingml/2006/main">
              <a:ext uri="{FF2B5EF4-FFF2-40B4-BE49-F238E27FC236}">
                <a16:creationId xmlns:a16="http://schemas.microsoft.com/office/drawing/2014/main" id="{58193BD0-353B-4D66-85DA-A801F6DA66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250" y="40513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" name="path-648">
            <a:extLst xmlns:a="http://schemas.openxmlformats.org/drawingml/2006/main">
              <a:ext uri="{FF2B5EF4-FFF2-40B4-BE49-F238E27FC236}">
                <a16:creationId xmlns:a16="http://schemas.microsoft.com/office/drawing/2014/main" id="{673C0515-41CB-454E-865F-427C012A5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163" y="40654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" name="path-649">
            <a:extLst xmlns:a="http://schemas.openxmlformats.org/drawingml/2006/main">
              <a:ext uri="{FF2B5EF4-FFF2-40B4-BE49-F238E27FC236}">
                <a16:creationId xmlns:a16="http://schemas.microsoft.com/office/drawing/2014/main" id="{6728F5FB-3C69-4E5C-A584-36DA33E11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509" y="4045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" name="path-650">
            <a:extLst xmlns:a="http://schemas.openxmlformats.org/drawingml/2006/main">
              <a:ext uri="{FF2B5EF4-FFF2-40B4-BE49-F238E27FC236}">
                <a16:creationId xmlns:a16="http://schemas.microsoft.com/office/drawing/2014/main" id="{F11DFCDC-399A-4F73-9457-125F0EE35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677" y="40488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" name="path-651">
            <a:extLst xmlns:a="http://schemas.openxmlformats.org/drawingml/2006/main">
              <a:ext uri="{FF2B5EF4-FFF2-40B4-BE49-F238E27FC236}">
                <a16:creationId xmlns:a16="http://schemas.microsoft.com/office/drawing/2014/main" id="{AC959691-DEAB-478F-BBBC-F8A65ADEE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949" y="40262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" name="path-652">
            <a:extLst xmlns:a="http://schemas.openxmlformats.org/drawingml/2006/main">
              <a:ext uri="{FF2B5EF4-FFF2-40B4-BE49-F238E27FC236}">
                <a16:creationId xmlns:a16="http://schemas.microsoft.com/office/drawing/2014/main" id="{74E91DF2-7511-4AE1-8ED0-2F60435F4A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688" y="40300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" name="path-653">
            <a:extLst xmlns:a="http://schemas.openxmlformats.org/drawingml/2006/main">
              <a:ext uri="{FF2B5EF4-FFF2-40B4-BE49-F238E27FC236}">
                <a16:creationId xmlns:a16="http://schemas.microsoft.com/office/drawing/2014/main" id="{9B2C3134-CA45-4EE8-8698-109247B0F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42" y="40461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" name="path-654">
            <a:extLst xmlns:a="http://schemas.openxmlformats.org/drawingml/2006/main">
              <a:ext uri="{FF2B5EF4-FFF2-40B4-BE49-F238E27FC236}">
                <a16:creationId xmlns:a16="http://schemas.microsoft.com/office/drawing/2014/main" id="{381584BB-4213-414A-84A8-BB772112D3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67" y="40427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" name="path-655">
            <a:extLst xmlns:a="http://schemas.openxmlformats.org/drawingml/2006/main">
              <a:ext uri="{FF2B5EF4-FFF2-40B4-BE49-F238E27FC236}">
                <a16:creationId xmlns:a16="http://schemas.microsoft.com/office/drawing/2014/main" id="{6478CACF-4C86-421B-B98F-7F0E84AEB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745" y="4038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" name="path-656">
            <a:extLst xmlns:a="http://schemas.openxmlformats.org/drawingml/2006/main">
              <a:ext uri="{FF2B5EF4-FFF2-40B4-BE49-F238E27FC236}">
                <a16:creationId xmlns:a16="http://schemas.microsoft.com/office/drawing/2014/main" id="{A1E29E2E-EB9F-45FD-86B7-64FE058F4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798" y="40299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" name="path-657">
            <a:extLst xmlns:a="http://schemas.openxmlformats.org/drawingml/2006/main">
              <a:ext uri="{FF2B5EF4-FFF2-40B4-BE49-F238E27FC236}">
                <a16:creationId xmlns:a16="http://schemas.microsoft.com/office/drawing/2014/main" id="{0B6A10F8-83E9-449C-BF72-4372EF99F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258" y="4037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" name="path-658">
            <a:extLst xmlns:a="http://schemas.openxmlformats.org/drawingml/2006/main">
              <a:ext uri="{FF2B5EF4-FFF2-40B4-BE49-F238E27FC236}">
                <a16:creationId xmlns:a16="http://schemas.microsoft.com/office/drawing/2014/main" id="{E4BA777C-CED4-4E44-B446-6EFE0E15F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317" y="4027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" name="path-659">
            <a:extLst xmlns:a="http://schemas.openxmlformats.org/drawingml/2006/main">
              <a:ext uri="{FF2B5EF4-FFF2-40B4-BE49-F238E27FC236}">
                <a16:creationId xmlns:a16="http://schemas.microsoft.com/office/drawing/2014/main" id="{98FF930E-77E0-490B-B2F7-A1B33E10C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46" y="4068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" name="path-660">
            <a:extLst xmlns:a="http://schemas.openxmlformats.org/drawingml/2006/main">
              <a:ext uri="{FF2B5EF4-FFF2-40B4-BE49-F238E27FC236}">
                <a16:creationId xmlns:a16="http://schemas.microsoft.com/office/drawing/2014/main" id="{7225F1C6-7BEC-4ECD-8C0A-C94E3BCD6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7526" y="40509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" name="path-661">
            <a:extLst xmlns:a="http://schemas.openxmlformats.org/drawingml/2006/main">
              <a:ext uri="{FF2B5EF4-FFF2-40B4-BE49-F238E27FC236}">
                <a16:creationId xmlns:a16="http://schemas.microsoft.com/office/drawing/2014/main" id="{E8663069-AA36-410A-AD03-247A7CB2F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229" y="40635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" name="path-662">
            <a:extLst xmlns:a="http://schemas.openxmlformats.org/drawingml/2006/main">
              <a:ext uri="{FF2B5EF4-FFF2-40B4-BE49-F238E27FC236}">
                <a16:creationId xmlns:a16="http://schemas.microsoft.com/office/drawing/2014/main" id="{1728A90F-4ED5-4449-95D7-81A6841D11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916" y="4067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" name="path-663">
            <a:extLst xmlns:a="http://schemas.openxmlformats.org/drawingml/2006/main">
              <a:ext uri="{FF2B5EF4-FFF2-40B4-BE49-F238E27FC236}">
                <a16:creationId xmlns:a16="http://schemas.microsoft.com/office/drawing/2014/main" id="{4B20B69B-99EB-477E-BF4B-59CC4A068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37" y="4041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" name="path-664">
            <a:extLst xmlns:a="http://schemas.openxmlformats.org/drawingml/2006/main">
              <a:ext uri="{FF2B5EF4-FFF2-40B4-BE49-F238E27FC236}">
                <a16:creationId xmlns:a16="http://schemas.microsoft.com/office/drawing/2014/main" id="{992C2F9F-FF58-435F-84D3-C61C2B4D1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058" y="40311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" name="path-665">
            <a:extLst xmlns:a="http://schemas.openxmlformats.org/drawingml/2006/main">
              <a:ext uri="{FF2B5EF4-FFF2-40B4-BE49-F238E27FC236}">
                <a16:creationId xmlns:a16="http://schemas.microsoft.com/office/drawing/2014/main" id="{2B12606D-C6EC-4CBE-B86A-20FE03B16C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991" y="4046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" name="path-666">
            <a:extLst xmlns:a="http://schemas.openxmlformats.org/drawingml/2006/main">
              <a:ext uri="{FF2B5EF4-FFF2-40B4-BE49-F238E27FC236}">
                <a16:creationId xmlns:a16="http://schemas.microsoft.com/office/drawing/2014/main" id="{02C21C97-03FE-4ED9-B91F-DE301214A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864" y="40609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" name="path-667">
            <a:extLst xmlns:a="http://schemas.openxmlformats.org/drawingml/2006/main">
              <a:ext uri="{FF2B5EF4-FFF2-40B4-BE49-F238E27FC236}">
                <a16:creationId xmlns:a16="http://schemas.microsoft.com/office/drawing/2014/main" id="{F6DBE580-4F4E-4860-BFC0-973A12D8C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536" y="40800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" name="path-668">
            <a:extLst xmlns:a="http://schemas.openxmlformats.org/drawingml/2006/main">
              <a:ext uri="{FF2B5EF4-FFF2-40B4-BE49-F238E27FC236}">
                <a16:creationId xmlns:a16="http://schemas.microsoft.com/office/drawing/2014/main" id="{F7514C5C-5644-4C06-8CBF-8141D3BE7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86" y="40374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" name="path-669">
            <a:extLst xmlns:a="http://schemas.openxmlformats.org/drawingml/2006/main">
              <a:ext uri="{FF2B5EF4-FFF2-40B4-BE49-F238E27FC236}">
                <a16:creationId xmlns:a16="http://schemas.microsoft.com/office/drawing/2014/main" id="{BC03E287-8E7B-40A8-98FE-EC1ED3C9B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497" y="40479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" name="path-670">
            <a:extLst xmlns:a="http://schemas.openxmlformats.org/drawingml/2006/main">
              <a:ext uri="{FF2B5EF4-FFF2-40B4-BE49-F238E27FC236}">
                <a16:creationId xmlns:a16="http://schemas.microsoft.com/office/drawing/2014/main" id="{5482D9C0-4C25-421A-8DD5-896769848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5954" y="40491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" name="path-671">
            <a:extLst xmlns:a="http://schemas.openxmlformats.org/drawingml/2006/main">
              <a:ext uri="{FF2B5EF4-FFF2-40B4-BE49-F238E27FC236}">
                <a16:creationId xmlns:a16="http://schemas.microsoft.com/office/drawing/2014/main" id="{6AE2D5E9-EFCA-4F75-995F-798E7CE8F2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943" y="40555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" name="path-672">
            <a:extLst xmlns:a="http://schemas.openxmlformats.org/drawingml/2006/main">
              <a:ext uri="{FF2B5EF4-FFF2-40B4-BE49-F238E27FC236}">
                <a16:creationId xmlns:a16="http://schemas.microsoft.com/office/drawing/2014/main" id="{E1EE29A0-4D0B-4F38-ABB9-C9058CDE1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831" y="40420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" name="path-673">
            <a:extLst xmlns:a="http://schemas.openxmlformats.org/drawingml/2006/main">
              <a:ext uri="{FF2B5EF4-FFF2-40B4-BE49-F238E27FC236}">
                <a16:creationId xmlns:a16="http://schemas.microsoft.com/office/drawing/2014/main" id="{17C59986-5F6E-4E0D-BB8C-42604FCA0A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543" y="40295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" name="path-674">
            <a:extLst xmlns:a="http://schemas.openxmlformats.org/drawingml/2006/main">
              <a:ext uri="{FF2B5EF4-FFF2-40B4-BE49-F238E27FC236}">
                <a16:creationId xmlns:a16="http://schemas.microsoft.com/office/drawing/2014/main" id="{6FD2D41B-3B57-454E-8515-12428A7A8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120" y="40419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" name="path-675">
            <a:extLst xmlns:a="http://schemas.openxmlformats.org/drawingml/2006/main">
              <a:ext uri="{FF2B5EF4-FFF2-40B4-BE49-F238E27FC236}">
                <a16:creationId xmlns:a16="http://schemas.microsoft.com/office/drawing/2014/main" id="{1B7D156B-0091-421A-A046-67379F4EC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642" y="40476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" name="path-676">
            <a:extLst xmlns:a="http://schemas.openxmlformats.org/drawingml/2006/main">
              <a:ext uri="{FF2B5EF4-FFF2-40B4-BE49-F238E27FC236}">
                <a16:creationId xmlns:a16="http://schemas.microsoft.com/office/drawing/2014/main" id="{311C9A6A-A2CE-4E69-AF1F-92B3273D6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4346" y="40346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" name="path-677">
            <a:extLst xmlns:a="http://schemas.openxmlformats.org/drawingml/2006/main">
              <a:ext uri="{FF2B5EF4-FFF2-40B4-BE49-F238E27FC236}">
                <a16:creationId xmlns:a16="http://schemas.microsoft.com/office/drawing/2014/main" id="{60FDC5D4-D016-4470-AA5B-F914030BF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848" y="40445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" name="path-678">
            <a:extLst xmlns:a="http://schemas.openxmlformats.org/drawingml/2006/main">
              <a:ext uri="{FF2B5EF4-FFF2-40B4-BE49-F238E27FC236}">
                <a16:creationId xmlns:a16="http://schemas.microsoft.com/office/drawing/2014/main" id="{B7761554-1987-4E0B-890B-4C3CC93B8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219" y="40018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" name="path-679">
            <a:extLst xmlns:a="http://schemas.openxmlformats.org/drawingml/2006/main">
              <a:ext uri="{FF2B5EF4-FFF2-40B4-BE49-F238E27FC236}">
                <a16:creationId xmlns:a16="http://schemas.microsoft.com/office/drawing/2014/main" id="{2F1F563F-3082-4076-BC6C-1D66A1352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936" y="40381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" name="path-680">
            <a:extLst xmlns:a="http://schemas.openxmlformats.org/drawingml/2006/main">
              <a:ext uri="{FF2B5EF4-FFF2-40B4-BE49-F238E27FC236}">
                <a16:creationId xmlns:a16="http://schemas.microsoft.com/office/drawing/2014/main" id="{FAF5DA44-E4F0-4953-8B4D-BC5E2591F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828" y="4070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" name="path-681">
            <a:extLst xmlns:a="http://schemas.openxmlformats.org/drawingml/2006/main">
              <a:ext uri="{FF2B5EF4-FFF2-40B4-BE49-F238E27FC236}">
                <a16:creationId xmlns:a16="http://schemas.microsoft.com/office/drawing/2014/main" id="{7BAF2CDD-D4E3-4115-995D-072D59742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128" y="40378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" name="path-682">
            <a:extLst xmlns:a="http://schemas.openxmlformats.org/drawingml/2006/main">
              <a:ext uri="{FF2B5EF4-FFF2-40B4-BE49-F238E27FC236}">
                <a16:creationId xmlns:a16="http://schemas.microsoft.com/office/drawing/2014/main" id="{99FBF49B-5CC0-455F-A38F-EEE1CEE4F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8462" y="40220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" name="path-683">
            <a:extLst xmlns:a="http://schemas.openxmlformats.org/drawingml/2006/main">
              <a:ext uri="{FF2B5EF4-FFF2-40B4-BE49-F238E27FC236}">
                <a16:creationId xmlns:a16="http://schemas.microsoft.com/office/drawing/2014/main" id="{C5C5FFC5-1D3F-4514-93D5-B8CEA4DD3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132" y="40684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" name="path-684">
            <a:extLst xmlns:a="http://schemas.openxmlformats.org/drawingml/2006/main">
              <a:ext uri="{FF2B5EF4-FFF2-40B4-BE49-F238E27FC236}">
                <a16:creationId xmlns:a16="http://schemas.microsoft.com/office/drawing/2014/main" id="{50D2F79E-B618-4F31-AB4D-0DB545E39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664" y="40515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" name="path-685">
            <a:extLst xmlns:a="http://schemas.openxmlformats.org/drawingml/2006/main">
              <a:ext uri="{FF2B5EF4-FFF2-40B4-BE49-F238E27FC236}">
                <a16:creationId xmlns:a16="http://schemas.microsoft.com/office/drawing/2014/main" id="{A1CB9444-6422-42AC-88DB-E42AFFF13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80" y="4035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" name="path-686">
            <a:extLst xmlns:a="http://schemas.openxmlformats.org/drawingml/2006/main">
              <a:ext uri="{FF2B5EF4-FFF2-40B4-BE49-F238E27FC236}">
                <a16:creationId xmlns:a16="http://schemas.microsoft.com/office/drawing/2014/main" id="{DDBF62B2-136D-4F2B-A1F7-F7BE1DC80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503" y="4033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" name="path-687">
            <a:extLst xmlns:a="http://schemas.openxmlformats.org/drawingml/2006/main">
              <a:ext uri="{FF2B5EF4-FFF2-40B4-BE49-F238E27FC236}">
                <a16:creationId xmlns:a16="http://schemas.microsoft.com/office/drawing/2014/main" id="{867D1826-2CC2-4EF7-86D4-71A1B8357C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28910" y="4068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" name="path-688">
            <a:extLst xmlns:a="http://schemas.openxmlformats.org/drawingml/2006/main">
              <a:ext uri="{FF2B5EF4-FFF2-40B4-BE49-F238E27FC236}">
                <a16:creationId xmlns:a16="http://schemas.microsoft.com/office/drawing/2014/main" id="{CFCCB51E-B087-4DC0-B515-2DD4DD69C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450" y="40147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" name="path-689">
            <a:extLst xmlns:a="http://schemas.openxmlformats.org/drawingml/2006/main">
              <a:ext uri="{FF2B5EF4-FFF2-40B4-BE49-F238E27FC236}">
                <a16:creationId xmlns:a16="http://schemas.microsoft.com/office/drawing/2014/main" id="{CB99851E-9C1A-44D0-9376-5C71C55E4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36" y="40648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" name="path-690">
            <a:extLst xmlns:a="http://schemas.openxmlformats.org/drawingml/2006/main">
              <a:ext uri="{FF2B5EF4-FFF2-40B4-BE49-F238E27FC236}">
                <a16:creationId xmlns:a16="http://schemas.microsoft.com/office/drawing/2014/main" id="{0D6ED35C-3790-4F97-BDA9-D1B6E4D18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647" y="40773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" name="path-691">
            <a:extLst xmlns:a="http://schemas.openxmlformats.org/drawingml/2006/main">
              <a:ext uri="{FF2B5EF4-FFF2-40B4-BE49-F238E27FC236}">
                <a16:creationId xmlns:a16="http://schemas.microsoft.com/office/drawing/2014/main" id="{EAD358CF-EBE1-4C2D-89AC-8BB7B8609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9660" y="40521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" name="path-692">
            <a:extLst xmlns:a="http://schemas.openxmlformats.org/drawingml/2006/main">
              <a:ext uri="{FF2B5EF4-FFF2-40B4-BE49-F238E27FC236}">
                <a16:creationId xmlns:a16="http://schemas.microsoft.com/office/drawing/2014/main" id="{7D5ED0E9-2C51-4C13-A8DD-F47661627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271" y="4063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" name="path-693">
            <a:extLst xmlns:a="http://schemas.openxmlformats.org/drawingml/2006/main">
              <a:ext uri="{FF2B5EF4-FFF2-40B4-BE49-F238E27FC236}">
                <a16:creationId xmlns:a16="http://schemas.microsoft.com/office/drawing/2014/main" id="{EDEBA43C-7712-463E-B89D-F509F994E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5676" y="4078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" name="path-694">
            <a:extLst xmlns:a="http://schemas.openxmlformats.org/drawingml/2006/main">
              <a:ext uri="{FF2B5EF4-FFF2-40B4-BE49-F238E27FC236}">
                <a16:creationId xmlns:a16="http://schemas.microsoft.com/office/drawing/2014/main" id="{88D73E78-D9EE-4CD4-82D3-98902713D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896" y="40194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" name="path-695">
            <a:extLst xmlns:a="http://schemas.openxmlformats.org/drawingml/2006/main">
              <a:ext uri="{FF2B5EF4-FFF2-40B4-BE49-F238E27FC236}">
                <a16:creationId xmlns:a16="http://schemas.microsoft.com/office/drawing/2014/main" id="{09B987A5-F528-4165-8E36-0F7D19E519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696" y="40630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" name="path-696">
            <a:extLst xmlns:a="http://schemas.openxmlformats.org/drawingml/2006/main">
              <a:ext uri="{FF2B5EF4-FFF2-40B4-BE49-F238E27FC236}">
                <a16:creationId xmlns:a16="http://schemas.microsoft.com/office/drawing/2014/main" id="{6910036F-77C9-458A-8148-FA0A07469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834" y="40425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" name="path-697">
            <a:extLst xmlns:a="http://schemas.openxmlformats.org/drawingml/2006/main">
              <a:ext uri="{FF2B5EF4-FFF2-40B4-BE49-F238E27FC236}">
                <a16:creationId xmlns:a16="http://schemas.microsoft.com/office/drawing/2014/main" id="{E1E69A05-2986-45B1-9210-B3788B88B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928" y="40289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" name="path-698">
            <a:extLst xmlns:a="http://schemas.openxmlformats.org/drawingml/2006/main">
              <a:ext uri="{FF2B5EF4-FFF2-40B4-BE49-F238E27FC236}">
                <a16:creationId xmlns:a16="http://schemas.microsoft.com/office/drawing/2014/main" id="{7448177A-9444-4FD1-9A90-053BF1C44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284" y="40513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" name="path-699">
            <a:extLst xmlns:a="http://schemas.openxmlformats.org/drawingml/2006/main">
              <a:ext uri="{FF2B5EF4-FFF2-40B4-BE49-F238E27FC236}">
                <a16:creationId xmlns:a16="http://schemas.microsoft.com/office/drawing/2014/main" id="{F0B06948-362D-41F4-8523-477AD5505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839" y="40845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" name="path-700">
            <a:extLst xmlns:a="http://schemas.openxmlformats.org/drawingml/2006/main">
              <a:ext uri="{FF2B5EF4-FFF2-40B4-BE49-F238E27FC236}">
                <a16:creationId xmlns:a16="http://schemas.microsoft.com/office/drawing/2014/main" id="{B41147E5-9A68-4BD1-BFA8-9142A211F4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553" y="40394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" name="path-701">
            <a:extLst xmlns:a="http://schemas.openxmlformats.org/drawingml/2006/main">
              <a:ext uri="{FF2B5EF4-FFF2-40B4-BE49-F238E27FC236}">
                <a16:creationId xmlns:a16="http://schemas.microsoft.com/office/drawing/2014/main" id="{175CD6E1-85C1-4939-8047-46CBD2E70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10" y="40604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" name="path-702">
            <a:extLst xmlns:a="http://schemas.openxmlformats.org/drawingml/2006/main">
              <a:ext uri="{FF2B5EF4-FFF2-40B4-BE49-F238E27FC236}">
                <a16:creationId xmlns:a16="http://schemas.microsoft.com/office/drawing/2014/main" id="{5A2D950F-0461-446C-841E-5D09CE878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09" y="40294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" name="path-703">
            <a:extLst xmlns:a="http://schemas.openxmlformats.org/drawingml/2006/main">
              <a:ext uri="{FF2B5EF4-FFF2-40B4-BE49-F238E27FC236}">
                <a16:creationId xmlns:a16="http://schemas.microsoft.com/office/drawing/2014/main" id="{ABC34547-8132-41FC-B47A-2C662C754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994" y="40474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" name="path-704">
            <a:extLst xmlns:a="http://schemas.openxmlformats.org/drawingml/2006/main">
              <a:ext uri="{FF2B5EF4-FFF2-40B4-BE49-F238E27FC236}">
                <a16:creationId xmlns:a16="http://schemas.microsoft.com/office/drawing/2014/main" id="{F7D547DF-D70C-4076-A81D-128B4B6A6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2555" y="40237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" name="path-705">
            <a:extLst xmlns:a="http://schemas.openxmlformats.org/drawingml/2006/main">
              <a:ext uri="{FF2B5EF4-FFF2-40B4-BE49-F238E27FC236}">
                <a16:creationId xmlns:a16="http://schemas.microsoft.com/office/drawing/2014/main" id="{AAC13745-8030-4280-92EF-2D49B87A0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819" y="40362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" name="path-706">
            <a:extLst xmlns:a="http://schemas.openxmlformats.org/drawingml/2006/main">
              <a:ext uri="{FF2B5EF4-FFF2-40B4-BE49-F238E27FC236}">
                <a16:creationId xmlns:a16="http://schemas.microsoft.com/office/drawing/2014/main" id="{5CB6D4F1-A21B-4778-92F1-4A00D52D1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684" y="40345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" name="path-707">
            <a:extLst xmlns:a="http://schemas.openxmlformats.org/drawingml/2006/main">
              <a:ext uri="{FF2B5EF4-FFF2-40B4-BE49-F238E27FC236}">
                <a16:creationId xmlns:a16="http://schemas.microsoft.com/office/drawing/2014/main" id="{262ED8FD-ACF9-4989-9ADE-1171DB46C9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55" y="39992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" name="path-708">
            <a:extLst xmlns:a="http://schemas.openxmlformats.org/drawingml/2006/main">
              <a:ext uri="{FF2B5EF4-FFF2-40B4-BE49-F238E27FC236}">
                <a16:creationId xmlns:a16="http://schemas.microsoft.com/office/drawing/2014/main" id="{B751400D-B7D8-409E-AB25-DCB9E0578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983" y="4032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" name="path-709">
            <a:extLst xmlns:a="http://schemas.openxmlformats.org/drawingml/2006/main">
              <a:ext uri="{FF2B5EF4-FFF2-40B4-BE49-F238E27FC236}">
                <a16:creationId xmlns:a16="http://schemas.microsoft.com/office/drawing/2014/main" id="{2ADB9ED4-06C7-4DFB-B9A8-22E96A48A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7" y="40433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" name="path-710">
            <a:extLst xmlns:a="http://schemas.openxmlformats.org/drawingml/2006/main">
              <a:ext uri="{FF2B5EF4-FFF2-40B4-BE49-F238E27FC236}">
                <a16:creationId xmlns:a16="http://schemas.microsoft.com/office/drawing/2014/main" id="{28BE4CDB-CC5E-4C7F-8E81-0A207A210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417" y="4046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" name="path-711">
            <a:extLst xmlns:a="http://schemas.openxmlformats.org/drawingml/2006/main">
              <a:ext uri="{FF2B5EF4-FFF2-40B4-BE49-F238E27FC236}">
                <a16:creationId xmlns:a16="http://schemas.microsoft.com/office/drawing/2014/main" id="{18D31F7B-8BD5-4B80-AF5D-BFE8E94FD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066" y="4045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" name="path-712">
            <a:extLst xmlns:a="http://schemas.openxmlformats.org/drawingml/2006/main">
              <a:ext uri="{FF2B5EF4-FFF2-40B4-BE49-F238E27FC236}">
                <a16:creationId xmlns:a16="http://schemas.microsoft.com/office/drawing/2014/main" id="{AAF7DFDA-6A7D-47D6-9101-06C765788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995" y="4041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" name="path-713">
            <a:extLst xmlns:a="http://schemas.openxmlformats.org/drawingml/2006/main">
              <a:ext uri="{FF2B5EF4-FFF2-40B4-BE49-F238E27FC236}">
                <a16:creationId xmlns:a16="http://schemas.microsoft.com/office/drawing/2014/main" id="{4A02662B-8F60-4DD5-8271-5C626FB8F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884" y="40400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" name="path-714">
            <a:extLst xmlns:a="http://schemas.openxmlformats.org/drawingml/2006/main">
              <a:ext uri="{FF2B5EF4-FFF2-40B4-BE49-F238E27FC236}">
                <a16:creationId xmlns:a16="http://schemas.microsoft.com/office/drawing/2014/main" id="{5120447C-EA0B-4B92-B1EA-CBF783530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595" y="40353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" name="path-715">
            <a:extLst xmlns:a="http://schemas.openxmlformats.org/drawingml/2006/main">
              <a:ext uri="{FF2B5EF4-FFF2-40B4-BE49-F238E27FC236}">
                <a16:creationId xmlns:a16="http://schemas.microsoft.com/office/drawing/2014/main" id="{92E0304C-06AF-4712-88C1-53B4CB245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368" y="4032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" name="path-716">
            <a:extLst xmlns:a="http://schemas.openxmlformats.org/drawingml/2006/main">
              <a:ext uri="{FF2B5EF4-FFF2-40B4-BE49-F238E27FC236}">
                <a16:creationId xmlns:a16="http://schemas.microsoft.com/office/drawing/2014/main" id="{A0AF6B47-9E93-41A5-9C00-346057650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4474" y="40196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" name="path-717">
            <a:extLst xmlns:a="http://schemas.openxmlformats.org/drawingml/2006/main">
              <a:ext uri="{FF2B5EF4-FFF2-40B4-BE49-F238E27FC236}">
                <a16:creationId xmlns:a16="http://schemas.microsoft.com/office/drawing/2014/main" id="{C0383AC8-8455-4740-B0F4-0FA6CDA81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17" y="40450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" name="path-718">
            <a:extLst xmlns:a="http://schemas.openxmlformats.org/drawingml/2006/main">
              <a:ext uri="{FF2B5EF4-FFF2-40B4-BE49-F238E27FC236}">
                <a16:creationId xmlns:a16="http://schemas.microsoft.com/office/drawing/2014/main" id="{AFA9B376-B2DA-4D74-89B4-9E047E9A9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61" y="4021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" name="path-719">
            <a:extLst xmlns:a="http://schemas.openxmlformats.org/drawingml/2006/main">
              <a:ext uri="{FF2B5EF4-FFF2-40B4-BE49-F238E27FC236}">
                <a16:creationId xmlns:a16="http://schemas.microsoft.com/office/drawing/2014/main" id="{CB6C6B67-715D-4AB0-8554-8DCD00E8F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5221" y="4033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" name="path-720">
            <a:extLst xmlns:a="http://schemas.openxmlformats.org/drawingml/2006/main">
              <a:ext uri="{FF2B5EF4-FFF2-40B4-BE49-F238E27FC236}">
                <a16:creationId xmlns:a16="http://schemas.microsoft.com/office/drawing/2014/main" id="{193A5ED7-5795-4298-92AA-CD16A7954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760" y="40559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" name="path-721">
            <a:extLst xmlns:a="http://schemas.openxmlformats.org/drawingml/2006/main">
              <a:ext uri="{FF2B5EF4-FFF2-40B4-BE49-F238E27FC236}">
                <a16:creationId xmlns:a16="http://schemas.microsoft.com/office/drawing/2014/main" id="{17FA36C6-2505-4243-BDB7-F2570ECA4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60" y="4042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" name="path-722">
            <a:extLst xmlns:a="http://schemas.openxmlformats.org/drawingml/2006/main">
              <a:ext uri="{FF2B5EF4-FFF2-40B4-BE49-F238E27FC236}">
                <a16:creationId xmlns:a16="http://schemas.microsoft.com/office/drawing/2014/main" id="{A42F7754-0064-46A0-8F48-A90A32439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681" y="4012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" name="path-723">
            <a:extLst xmlns:a="http://schemas.openxmlformats.org/drawingml/2006/main">
              <a:ext uri="{FF2B5EF4-FFF2-40B4-BE49-F238E27FC236}">
                <a16:creationId xmlns:a16="http://schemas.microsoft.com/office/drawing/2014/main" id="{639EDE72-08B0-4CA8-A514-4DA6C29E8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94" y="40588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" name="path-724">
            <a:extLst xmlns:a="http://schemas.openxmlformats.org/drawingml/2006/main">
              <a:ext uri="{FF2B5EF4-FFF2-40B4-BE49-F238E27FC236}">
                <a16:creationId xmlns:a16="http://schemas.microsoft.com/office/drawing/2014/main" id="{85D2BD72-6BBE-420E-B555-EE1BF373D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171" y="40343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" name="path-725">
            <a:extLst xmlns:a="http://schemas.openxmlformats.org/drawingml/2006/main">
              <a:ext uri="{FF2B5EF4-FFF2-40B4-BE49-F238E27FC236}">
                <a16:creationId xmlns:a16="http://schemas.microsoft.com/office/drawing/2014/main" id="{40667C47-CBE5-4310-885B-F40F5259E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161" y="40471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" name="path-726">
            <a:extLst xmlns:a="http://schemas.openxmlformats.org/drawingml/2006/main">
              <a:ext uri="{FF2B5EF4-FFF2-40B4-BE49-F238E27FC236}">
                <a16:creationId xmlns:a16="http://schemas.microsoft.com/office/drawing/2014/main" id="{639AC05C-14A2-4202-9A9B-E2032B868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120" y="40223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" name="path-727">
            <a:extLst xmlns:a="http://schemas.openxmlformats.org/drawingml/2006/main">
              <a:ext uri="{FF2B5EF4-FFF2-40B4-BE49-F238E27FC236}">
                <a16:creationId xmlns:a16="http://schemas.microsoft.com/office/drawing/2014/main" id="{62AB9EC6-4292-4EA1-BA56-6E6A85458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763" y="40364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" name="path-728">
            <a:extLst xmlns:a="http://schemas.openxmlformats.org/drawingml/2006/main">
              <a:ext uri="{FF2B5EF4-FFF2-40B4-BE49-F238E27FC236}">
                <a16:creationId xmlns:a16="http://schemas.microsoft.com/office/drawing/2014/main" id="{84D019F2-946A-4D93-A49B-43B73F16B5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871" y="4052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" name="path-729">
            <a:extLst xmlns:a="http://schemas.openxmlformats.org/drawingml/2006/main">
              <a:ext uri="{FF2B5EF4-FFF2-40B4-BE49-F238E27FC236}">
                <a16:creationId xmlns:a16="http://schemas.microsoft.com/office/drawing/2014/main" id="{4837DAE2-D794-4689-B4AA-B868DA9B3C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170" y="40139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" name="path-730">
            <a:extLst xmlns:a="http://schemas.openxmlformats.org/drawingml/2006/main">
              <a:ext uri="{FF2B5EF4-FFF2-40B4-BE49-F238E27FC236}">
                <a16:creationId xmlns:a16="http://schemas.microsoft.com/office/drawing/2014/main" id="{83AADA38-2073-4E1B-AF68-D39FACD1C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9301" y="40527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" name="path-731">
            <a:extLst xmlns:a="http://schemas.openxmlformats.org/drawingml/2006/main">
              <a:ext uri="{FF2B5EF4-FFF2-40B4-BE49-F238E27FC236}">
                <a16:creationId xmlns:a16="http://schemas.microsoft.com/office/drawing/2014/main" id="{C7BC5E66-765B-4F5D-B5CE-2FF5B3435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317" y="40275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" name="path-732">
            <a:extLst xmlns:a="http://schemas.openxmlformats.org/drawingml/2006/main">
              <a:ext uri="{FF2B5EF4-FFF2-40B4-BE49-F238E27FC236}">
                <a16:creationId xmlns:a16="http://schemas.microsoft.com/office/drawing/2014/main" id="{26018C1E-82EB-45F3-B918-65FB5FEB8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942" y="40468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" name="path-733">
            <a:extLst xmlns:a="http://schemas.openxmlformats.org/drawingml/2006/main">
              <a:ext uri="{FF2B5EF4-FFF2-40B4-BE49-F238E27FC236}">
                <a16:creationId xmlns:a16="http://schemas.microsoft.com/office/drawing/2014/main" id="{838F19B3-6AF9-47DA-AB73-9541EF55F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6137" y="40537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" name="path-734">
            <a:extLst xmlns:a="http://schemas.openxmlformats.org/drawingml/2006/main">
              <a:ext uri="{FF2B5EF4-FFF2-40B4-BE49-F238E27FC236}">
                <a16:creationId xmlns:a16="http://schemas.microsoft.com/office/drawing/2014/main" id="{7A83E3A1-D161-4FD5-8AB9-A6873628C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333" y="40510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" name="path-735">
            <a:extLst xmlns:a="http://schemas.openxmlformats.org/drawingml/2006/main">
              <a:ext uri="{FF2B5EF4-FFF2-40B4-BE49-F238E27FC236}">
                <a16:creationId xmlns:a16="http://schemas.microsoft.com/office/drawing/2014/main" id="{E009866C-1BC0-4BFD-A201-4FCFD6B0D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6057" y="4028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" name="path-736">
            <a:extLst xmlns:a="http://schemas.openxmlformats.org/drawingml/2006/main">
              <a:ext uri="{FF2B5EF4-FFF2-40B4-BE49-F238E27FC236}">
                <a16:creationId xmlns:a16="http://schemas.microsoft.com/office/drawing/2014/main" id="{0B5DB1AE-6931-4B6B-975B-296987799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8427" y="40233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" name="path-737">
            <a:extLst xmlns:a="http://schemas.openxmlformats.org/drawingml/2006/main">
              <a:ext uri="{FF2B5EF4-FFF2-40B4-BE49-F238E27FC236}">
                <a16:creationId xmlns:a16="http://schemas.microsoft.com/office/drawing/2014/main" id="{A1B23057-4C06-4236-BE45-D58BEB37A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0430" y="40506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" name="path-738">
            <a:extLst xmlns:a="http://schemas.openxmlformats.org/drawingml/2006/main">
              <a:ext uri="{FF2B5EF4-FFF2-40B4-BE49-F238E27FC236}">
                <a16:creationId xmlns:a16="http://schemas.microsoft.com/office/drawing/2014/main" id="{23B8ACAD-1595-47A5-ABB5-65D0180967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934" y="40619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" name="path-739">
            <a:extLst xmlns:a="http://schemas.openxmlformats.org/drawingml/2006/main">
              <a:ext uri="{FF2B5EF4-FFF2-40B4-BE49-F238E27FC236}">
                <a16:creationId xmlns:a16="http://schemas.microsoft.com/office/drawing/2014/main" id="{F06294AD-26D2-4C4E-BA2A-1901B22F2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012" y="40169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" name="path-740">
            <a:extLst xmlns:a="http://schemas.openxmlformats.org/drawingml/2006/main">
              <a:ext uri="{FF2B5EF4-FFF2-40B4-BE49-F238E27FC236}">
                <a16:creationId xmlns:a16="http://schemas.microsoft.com/office/drawing/2014/main" id="{0DA984F2-26AC-4E49-9999-1B990D6DD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1076" y="40299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" name="path-741">
            <a:extLst xmlns:a="http://schemas.openxmlformats.org/drawingml/2006/main">
              <a:ext uri="{FF2B5EF4-FFF2-40B4-BE49-F238E27FC236}">
                <a16:creationId xmlns:a16="http://schemas.microsoft.com/office/drawing/2014/main" id="{61EFEA35-BA8A-4476-8FCA-356F5A436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5071" y="40242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" name="path-742">
            <a:extLst xmlns:a="http://schemas.openxmlformats.org/drawingml/2006/main">
              <a:ext uri="{FF2B5EF4-FFF2-40B4-BE49-F238E27FC236}">
                <a16:creationId xmlns:a16="http://schemas.microsoft.com/office/drawing/2014/main" id="{138D520B-C9D0-4D0B-A8FC-3F68519B7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879" y="40270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" name="path-743">
            <a:extLst xmlns:a="http://schemas.openxmlformats.org/drawingml/2006/main">
              <a:ext uri="{FF2B5EF4-FFF2-40B4-BE49-F238E27FC236}">
                <a16:creationId xmlns:a16="http://schemas.microsoft.com/office/drawing/2014/main" id="{B2C9E511-AED6-4AD0-98F2-974C53FB3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328" y="4057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" name="path-744">
            <a:extLst xmlns:a="http://schemas.openxmlformats.org/drawingml/2006/main">
              <a:ext uri="{FF2B5EF4-FFF2-40B4-BE49-F238E27FC236}">
                <a16:creationId xmlns:a16="http://schemas.microsoft.com/office/drawing/2014/main" id="{849A0177-588F-4FBE-8051-1738B6A84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442" y="4032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" name="path-745">
            <a:extLst xmlns:a="http://schemas.openxmlformats.org/drawingml/2006/main">
              <a:ext uri="{FF2B5EF4-FFF2-40B4-BE49-F238E27FC236}">
                <a16:creationId xmlns:a16="http://schemas.microsoft.com/office/drawing/2014/main" id="{0DFE964F-9E71-49BD-BFE4-CC598D442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95" y="4057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" name="path-746">
            <a:extLst xmlns:a="http://schemas.openxmlformats.org/drawingml/2006/main">
              <a:ext uri="{FF2B5EF4-FFF2-40B4-BE49-F238E27FC236}">
                <a16:creationId xmlns:a16="http://schemas.microsoft.com/office/drawing/2014/main" id="{C100B964-DDF8-4237-9C32-38249CEE5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8117" y="40351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" name="path-747">
            <a:extLst xmlns:a="http://schemas.openxmlformats.org/drawingml/2006/main">
              <a:ext uri="{FF2B5EF4-FFF2-40B4-BE49-F238E27FC236}">
                <a16:creationId xmlns:a16="http://schemas.microsoft.com/office/drawing/2014/main" id="{2490FC17-E087-4DC8-8DE3-B0CFB793E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950" y="40351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" name="path-748">
            <a:extLst xmlns:a="http://schemas.openxmlformats.org/drawingml/2006/main">
              <a:ext uri="{FF2B5EF4-FFF2-40B4-BE49-F238E27FC236}">
                <a16:creationId xmlns:a16="http://schemas.microsoft.com/office/drawing/2014/main" id="{5E43D985-142C-4A2E-8480-3004871D2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163" y="40332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" name="path-749">
            <a:extLst xmlns:a="http://schemas.openxmlformats.org/drawingml/2006/main">
              <a:ext uri="{FF2B5EF4-FFF2-40B4-BE49-F238E27FC236}">
                <a16:creationId xmlns:a16="http://schemas.microsoft.com/office/drawing/2014/main" id="{7CBC75E0-9928-4963-9B95-FE53489AD0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981" y="40568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" name="path-750">
            <a:extLst xmlns:a="http://schemas.openxmlformats.org/drawingml/2006/main">
              <a:ext uri="{FF2B5EF4-FFF2-40B4-BE49-F238E27FC236}">
                <a16:creationId xmlns:a16="http://schemas.microsoft.com/office/drawing/2014/main" id="{F7E05A59-5189-423E-99D0-0E577AA23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91" y="40277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" name="path-751">
            <a:extLst xmlns:a="http://schemas.openxmlformats.org/drawingml/2006/main">
              <a:ext uri="{FF2B5EF4-FFF2-40B4-BE49-F238E27FC236}">
                <a16:creationId xmlns:a16="http://schemas.microsoft.com/office/drawing/2014/main" id="{696DA15B-F3AB-4780-AE0F-1543EC2A9E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195" y="40284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" name="path-752">
            <a:extLst xmlns:a="http://schemas.openxmlformats.org/drawingml/2006/main">
              <a:ext uri="{FF2B5EF4-FFF2-40B4-BE49-F238E27FC236}">
                <a16:creationId xmlns:a16="http://schemas.microsoft.com/office/drawing/2014/main" id="{9B799E83-81D2-414A-84BD-F2FA02444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5896" y="40479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" name="path-753">
            <a:extLst xmlns:a="http://schemas.openxmlformats.org/drawingml/2006/main">
              <a:ext uri="{FF2B5EF4-FFF2-40B4-BE49-F238E27FC236}">
                <a16:creationId xmlns:a16="http://schemas.microsoft.com/office/drawing/2014/main" id="{1A33B138-B62D-4A92-B2A3-22663C5A22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998" y="4017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" name="path-754">
            <a:extLst xmlns:a="http://schemas.openxmlformats.org/drawingml/2006/main">
              <a:ext uri="{FF2B5EF4-FFF2-40B4-BE49-F238E27FC236}">
                <a16:creationId xmlns:a16="http://schemas.microsoft.com/office/drawing/2014/main" id="{2AC5E604-A1F5-474C-BC40-06E4E4D85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548" y="40772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" name="path-755">
            <a:extLst xmlns:a="http://schemas.openxmlformats.org/drawingml/2006/main">
              <a:ext uri="{FF2B5EF4-FFF2-40B4-BE49-F238E27FC236}">
                <a16:creationId xmlns:a16="http://schemas.microsoft.com/office/drawing/2014/main" id="{7646E057-0204-4FC8-B408-FD3BED21F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960" y="40226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" name="path-756">
            <a:extLst xmlns:a="http://schemas.openxmlformats.org/drawingml/2006/main">
              <a:ext uri="{FF2B5EF4-FFF2-40B4-BE49-F238E27FC236}">
                <a16:creationId xmlns:a16="http://schemas.microsoft.com/office/drawing/2014/main" id="{99648180-7FE6-44D7-A3F1-1031DF7A80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883" y="40625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" name="path-757">
            <a:extLst xmlns:a="http://schemas.openxmlformats.org/drawingml/2006/main">
              <a:ext uri="{FF2B5EF4-FFF2-40B4-BE49-F238E27FC236}">
                <a16:creationId xmlns:a16="http://schemas.microsoft.com/office/drawing/2014/main" id="{BB00CEBC-CB44-4A16-BF50-2906BA061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500" y="40455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" name="path-758">
            <a:extLst xmlns:a="http://schemas.openxmlformats.org/drawingml/2006/main">
              <a:ext uri="{FF2B5EF4-FFF2-40B4-BE49-F238E27FC236}">
                <a16:creationId xmlns:a16="http://schemas.microsoft.com/office/drawing/2014/main" id="{92B5D650-DC28-4B3D-9694-45AEAB1B8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195" y="40469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" name="path-759">
            <a:extLst xmlns:a="http://schemas.openxmlformats.org/drawingml/2006/main">
              <a:ext uri="{FF2B5EF4-FFF2-40B4-BE49-F238E27FC236}">
                <a16:creationId xmlns:a16="http://schemas.microsoft.com/office/drawing/2014/main" id="{96BAD7E3-B23B-44A4-924C-EB25428AF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38" y="4038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" name="path-760">
            <a:extLst xmlns:a="http://schemas.openxmlformats.org/drawingml/2006/main">
              <a:ext uri="{FF2B5EF4-FFF2-40B4-BE49-F238E27FC236}">
                <a16:creationId xmlns:a16="http://schemas.microsoft.com/office/drawing/2014/main" id="{55C6C723-C2DC-4AB2-805B-95477DBA3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586" y="40374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" name="path-761">
            <a:extLst xmlns:a="http://schemas.openxmlformats.org/drawingml/2006/main">
              <a:ext uri="{FF2B5EF4-FFF2-40B4-BE49-F238E27FC236}">
                <a16:creationId xmlns:a16="http://schemas.microsoft.com/office/drawing/2014/main" id="{779C9D8D-5BA0-4D8C-A2FA-26C2A57DB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810" y="40829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" name="path-762">
            <a:extLst xmlns:a="http://schemas.openxmlformats.org/drawingml/2006/main">
              <a:ext uri="{FF2B5EF4-FFF2-40B4-BE49-F238E27FC236}">
                <a16:creationId xmlns:a16="http://schemas.microsoft.com/office/drawing/2014/main" id="{EE72A9DD-C9C4-47FD-8035-5C4164B6B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582" y="40335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" name="path-763">
            <a:extLst xmlns:a="http://schemas.openxmlformats.org/drawingml/2006/main">
              <a:ext uri="{FF2B5EF4-FFF2-40B4-BE49-F238E27FC236}">
                <a16:creationId xmlns:a16="http://schemas.microsoft.com/office/drawing/2014/main" id="{ED75D67E-09E7-466C-B892-7DCF977B2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1552" y="40572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" name="path-764">
            <a:extLst xmlns:a="http://schemas.openxmlformats.org/drawingml/2006/main">
              <a:ext uri="{FF2B5EF4-FFF2-40B4-BE49-F238E27FC236}">
                <a16:creationId xmlns:a16="http://schemas.microsoft.com/office/drawing/2014/main" id="{E2E7DC6C-F8DA-4CA8-957D-15FF45292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08" y="40316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" name="path-765">
            <a:extLst xmlns:a="http://schemas.openxmlformats.org/drawingml/2006/main">
              <a:ext uri="{FF2B5EF4-FFF2-40B4-BE49-F238E27FC236}">
                <a16:creationId xmlns:a16="http://schemas.microsoft.com/office/drawing/2014/main" id="{39F3292F-9418-4977-BE9F-906B650E2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864" y="40643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" name="path-766">
            <a:extLst xmlns:a="http://schemas.openxmlformats.org/drawingml/2006/main">
              <a:ext uri="{FF2B5EF4-FFF2-40B4-BE49-F238E27FC236}">
                <a16:creationId xmlns:a16="http://schemas.microsoft.com/office/drawing/2014/main" id="{93766798-1CE0-45B4-B315-13A7C8C49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0452" y="40551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" name="path-767">
            <a:extLst xmlns:a="http://schemas.openxmlformats.org/drawingml/2006/main">
              <a:ext uri="{FF2B5EF4-FFF2-40B4-BE49-F238E27FC236}">
                <a16:creationId xmlns:a16="http://schemas.microsoft.com/office/drawing/2014/main" id="{50384918-24D9-4D16-BF56-488233AAA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0652" y="40517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" name="path-768">
            <a:extLst xmlns:a="http://schemas.openxmlformats.org/drawingml/2006/main">
              <a:ext uri="{FF2B5EF4-FFF2-40B4-BE49-F238E27FC236}">
                <a16:creationId xmlns:a16="http://schemas.microsoft.com/office/drawing/2014/main" id="{1F5BCA16-F6F9-4389-863B-9DE413734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8229" y="40655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" name="path-769">
            <a:extLst xmlns:a="http://schemas.openxmlformats.org/drawingml/2006/main">
              <a:ext uri="{FF2B5EF4-FFF2-40B4-BE49-F238E27FC236}">
                <a16:creationId xmlns:a16="http://schemas.microsoft.com/office/drawing/2014/main" id="{9FEBEF81-7982-4A3E-942D-5A75479053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414" y="4057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" name="path-770">
            <a:extLst xmlns:a="http://schemas.openxmlformats.org/drawingml/2006/main">
              <a:ext uri="{FF2B5EF4-FFF2-40B4-BE49-F238E27FC236}">
                <a16:creationId xmlns:a16="http://schemas.microsoft.com/office/drawing/2014/main" id="{9FF491FA-7FF2-476D-B21E-7C16D4C4B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431" y="40495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" name="path-771">
            <a:extLst xmlns:a="http://schemas.openxmlformats.org/drawingml/2006/main">
              <a:ext uri="{FF2B5EF4-FFF2-40B4-BE49-F238E27FC236}">
                <a16:creationId xmlns:a16="http://schemas.microsoft.com/office/drawing/2014/main" id="{06453554-F99D-49C1-8D96-514F29A8AC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338" y="40546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" name="path-772">
            <a:extLst xmlns:a="http://schemas.openxmlformats.org/drawingml/2006/main">
              <a:ext uri="{FF2B5EF4-FFF2-40B4-BE49-F238E27FC236}">
                <a16:creationId xmlns:a16="http://schemas.microsoft.com/office/drawing/2014/main" id="{1258CBD7-F9A1-4DA9-A1B3-5F44B5BD1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3282" y="40438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" name="path-773">
            <a:extLst xmlns:a="http://schemas.openxmlformats.org/drawingml/2006/main">
              <a:ext uri="{FF2B5EF4-FFF2-40B4-BE49-F238E27FC236}">
                <a16:creationId xmlns:a16="http://schemas.microsoft.com/office/drawing/2014/main" id="{E025B15F-CC64-4912-BB48-CE3D318CB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171" y="4051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" name="path-774">
            <a:extLst xmlns:a="http://schemas.openxmlformats.org/drawingml/2006/main">
              <a:ext uri="{FF2B5EF4-FFF2-40B4-BE49-F238E27FC236}">
                <a16:creationId xmlns:a16="http://schemas.microsoft.com/office/drawing/2014/main" id="{A70A9FA1-8E09-4FC7-96BD-3076CAE84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700" y="3998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" name="path-775">
            <a:extLst xmlns:a="http://schemas.openxmlformats.org/drawingml/2006/main">
              <a:ext uri="{FF2B5EF4-FFF2-40B4-BE49-F238E27FC236}">
                <a16:creationId xmlns:a16="http://schemas.microsoft.com/office/drawing/2014/main" id="{69B06F85-DF83-4E5E-AD32-18DB54EDA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66" y="40445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" name="path-776">
            <a:extLst xmlns:a="http://schemas.openxmlformats.org/drawingml/2006/main">
              <a:ext uri="{FF2B5EF4-FFF2-40B4-BE49-F238E27FC236}">
                <a16:creationId xmlns:a16="http://schemas.microsoft.com/office/drawing/2014/main" id="{DDA2ADD6-2316-47AD-B237-201225542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944" y="4029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" name="path-777">
            <a:extLst xmlns:a="http://schemas.openxmlformats.org/drawingml/2006/main">
              <a:ext uri="{FF2B5EF4-FFF2-40B4-BE49-F238E27FC236}">
                <a16:creationId xmlns:a16="http://schemas.microsoft.com/office/drawing/2014/main" id="{B8F4B206-6631-4A6D-A6A9-86183AD1C4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2354" y="40371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" name="path-778">
            <a:extLst xmlns:a="http://schemas.openxmlformats.org/drawingml/2006/main">
              <a:ext uri="{FF2B5EF4-FFF2-40B4-BE49-F238E27FC236}">
                <a16:creationId xmlns:a16="http://schemas.microsoft.com/office/drawing/2014/main" id="{9CBF451E-D230-4003-9EAA-BF2D45004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198" y="4061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" name="path-779">
            <a:extLst xmlns:a="http://schemas.openxmlformats.org/drawingml/2006/main">
              <a:ext uri="{FF2B5EF4-FFF2-40B4-BE49-F238E27FC236}">
                <a16:creationId xmlns:a16="http://schemas.microsoft.com/office/drawing/2014/main" id="{5F25D9D1-45D8-40C2-9B8F-150ABBCD9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48" y="40503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" name="path-780">
            <a:extLst xmlns:a="http://schemas.openxmlformats.org/drawingml/2006/main">
              <a:ext uri="{FF2B5EF4-FFF2-40B4-BE49-F238E27FC236}">
                <a16:creationId xmlns:a16="http://schemas.microsoft.com/office/drawing/2014/main" id="{CE6DC6D2-18E0-4782-9071-5479E4DD9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449" y="40563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" name="path-781">
            <a:extLst xmlns:a="http://schemas.openxmlformats.org/drawingml/2006/main">
              <a:ext uri="{FF2B5EF4-FFF2-40B4-BE49-F238E27FC236}">
                <a16:creationId xmlns:a16="http://schemas.microsoft.com/office/drawing/2014/main" id="{07A2318C-C7D8-4AE0-BE91-FB6B115C8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438" y="40199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" name="path-782">
            <a:extLst xmlns:a="http://schemas.openxmlformats.org/drawingml/2006/main">
              <a:ext uri="{FF2B5EF4-FFF2-40B4-BE49-F238E27FC236}">
                <a16:creationId xmlns:a16="http://schemas.microsoft.com/office/drawing/2014/main" id="{BE09872C-CACB-4DB5-93B3-19538BAD9A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406" y="40244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" name="path-783">
            <a:extLst xmlns:a="http://schemas.openxmlformats.org/drawingml/2006/main">
              <a:ext uri="{FF2B5EF4-FFF2-40B4-BE49-F238E27FC236}">
                <a16:creationId xmlns:a16="http://schemas.microsoft.com/office/drawing/2014/main" id="{77966CDB-CA3A-481C-AF59-54C2023FDC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2849" y="40547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" name="path-784">
            <a:extLst xmlns:a="http://schemas.openxmlformats.org/drawingml/2006/main">
              <a:ext uri="{FF2B5EF4-FFF2-40B4-BE49-F238E27FC236}">
                <a16:creationId xmlns:a16="http://schemas.microsoft.com/office/drawing/2014/main" id="{83293306-BB45-4654-862A-8B78691D6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559" y="40256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" name="path-785">
            <a:extLst xmlns:a="http://schemas.openxmlformats.org/drawingml/2006/main">
              <a:ext uri="{FF2B5EF4-FFF2-40B4-BE49-F238E27FC236}">
                <a16:creationId xmlns:a16="http://schemas.microsoft.com/office/drawing/2014/main" id="{73DE0A9D-4B5F-4235-8FC9-636EF19BA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457" y="40497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" name="path-786">
            <a:extLst xmlns:a="http://schemas.openxmlformats.org/drawingml/2006/main">
              <a:ext uri="{FF2B5EF4-FFF2-40B4-BE49-F238E27FC236}">
                <a16:creationId xmlns:a16="http://schemas.microsoft.com/office/drawing/2014/main" id="{8ABC2937-E697-4861-A9D2-CC32BFAE9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738" y="40406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" name="path-787">
            <a:extLst xmlns:a="http://schemas.openxmlformats.org/drawingml/2006/main">
              <a:ext uri="{FF2B5EF4-FFF2-40B4-BE49-F238E27FC236}">
                <a16:creationId xmlns:a16="http://schemas.microsoft.com/office/drawing/2014/main" id="{B89EC6A2-C954-474F-A401-CEAB9D2185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688" y="40318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" name="path-788">
            <a:extLst xmlns:a="http://schemas.openxmlformats.org/drawingml/2006/main">
              <a:ext uri="{FF2B5EF4-FFF2-40B4-BE49-F238E27FC236}">
                <a16:creationId xmlns:a16="http://schemas.microsoft.com/office/drawing/2014/main" id="{77194773-2B3E-4F1C-B26C-7F40B6B034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498" y="40711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" name="path-789">
            <a:extLst xmlns:a="http://schemas.openxmlformats.org/drawingml/2006/main">
              <a:ext uri="{FF2B5EF4-FFF2-40B4-BE49-F238E27FC236}">
                <a16:creationId xmlns:a16="http://schemas.microsoft.com/office/drawing/2014/main" id="{6BFE510C-A5D3-4E56-8B38-D1981438B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536" y="40525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" name="path-790">
            <a:extLst xmlns:a="http://schemas.openxmlformats.org/drawingml/2006/main">
              <a:ext uri="{FF2B5EF4-FFF2-40B4-BE49-F238E27FC236}">
                <a16:creationId xmlns:a16="http://schemas.microsoft.com/office/drawing/2014/main" id="{B46FCF1E-33F9-4A81-885E-54357E3869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425" y="40442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" name="path-791">
            <a:extLst xmlns:a="http://schemas.openxmlformats.org/drawingml/2006/main">
              <a:ext uri="{FF2B5EF4-FFF2-40B4-BE49-F238E27FC236}">
                <a16:creationId xmlns:a16="http://schemas.microsoft.com/office/drawing/2014/main" id="{DC6F47D4-405C-407F-AD75-EAEFC55D8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706" y="40325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" name="path-792">
            <a:extLst xmlns:a="http://schemas.openxmlformats.org/drawingml/2006/main">
              <a:ext uri="{FF2B5EF4-FFF2-40B4-BE49-F238E27FC236}">
                <a16:creationId xmlns:a16="http://schemas.microsoft.com/office/drawing/2014/main" id="{D15A345B-B08B-4D7D-94F3-3C5982D0D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1" y="40345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" name="path-793">
            <a:extLst xmlns:a="http://schemas.openxmlformats.org/drawingml/2006/main">
              <a:ext uri="{FF2B5EF4-FFF2-40B4-BE49-F238E27FC236}">
                <a16:creationId xmlns:a16="http://schemas.microsoft.com/office/drawing/2014/main" id="{1394F2F0-707D-4DA6-AA1B-8A9AC7F55E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164" y="40172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" name="path-794">
            <a:extLst xmlns:a="http://schemas.openxmlformats.org/drawingml/2006/main">
              <a:ext uri="{FF2B5EF4-FFF2-40B4-BE49-F238E27FC236}">
                <a16:creationId xmlns:a16="http://schemas.microsoft.com/office/drawing/2014/main" id="{043CD027-55E3-4F68-ACC3-FF628E4EC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67" y="40499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" name="path-795">
            <a:extLst xmlns:a="http://schemas.openxmlformats.org/drawingml/2006/main">
              <a:ext uri="{FF2B5EF4-FFF2-40B4-BE49-F238E27FC236}">
                <a16:creationId xmlns:a16="http://schemas.microsoft.com/office/drawing/2014/main" id="{DF5AF3C1-2DA2-4E02-8281-823567161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858" y="4060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" name="path-796">
            <a:extLst xmlns:a="http://schemas.openxmlformats.org/drawingml/2006/main">
              <a:ext uri="{FF2B5EF4-FFF2-40B4-BE49-F238E27FC236}">
                <a16:creationId xmlns:a16="http://schemas.microsoft.com/office/drawing/2014/main" id="{F7F43A22-F5B4-4B3D-9792-B694B94FE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447" y="40383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" name="path-797">
            <a:extLst xmlns:a="http://schemas.openxmlformats.org/drawingml/2006/main">
              <a:ext uri="{FF2B5EF4-FFF2-40B4-BE49-F238E27FC236}">
                <a16:creationId xmlns:a16="http://schemas.microsoft.com/office/drawing/2014/main" id="{ECF89684-43CD-4F84-9562-000F26A36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2" y="40578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" name="path-798">
            <a:extLst xmlns:a="http://schemas.openxmlformats.org/drawingml/2006/main">
              <a:ext uri="{FF2B5EF4-FFF2-40B4-BE49-F238E27FC236}">
                <a16:creationId xmlns:a16="http://schemas.microsoft.com/office/drawing/2014/main" id="{123C6F58-0F3F-4EF5-98DE-83777B67E4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064" y="40838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" name="path-799">
            <a:extLst xmlns:a="http://schemas.openxmlformats.org/drawingml/2006/main">
              <a:ext uri="{FF2B5EF4-FFF2-40B4-BE49-F238E27FC236}">
                <a16:creationId xmlns:a16="http://schemas.microsoft.com/office/drawing/2014/main" id="{1A9E14F0-BC77-44BF-A946-3D7525BA1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9596" y="4030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" name="path-800">
            <a:extLst xmlns:a="http://schemas.openxmlformats.org/drawingml/2006/main">
              <a:ext uri="{FF2B5EF4-FFF2-40B4-BE49-F238E27FC236}">
                <a16:creationId xmlns:a16="http://schemas.microsoft.com/office/drawing/2014/main" id="{1F70F2F2-C57D-42A3-B9ED-A1AEB8139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499" y="40172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" name="path-801">
            <a:extLst xmlns:a="http://schemas.openxmlformats.org/drawingml/2006/main">
              <a:ext uri="{FF2B5EF4-FFF2-40B4-BE49-F238E27FC236}">
                <a16:creationId xmlns:a16="http://schemas.microsoft.com/office/drawing/2014/main" id="{F0D90EB0-325C-43E4-86E6-37991C57AE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6270" y="4048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" name="path-802">
            <a:extLst xmlns:a="http://schemas.openxmlformats.org/drawingml/2006/main">
              <a:ext uri="{FF2B5EF4-FFF2-40B4-BE49-F238E27FC236}">
                <a16:creationId xmlns:a16="http://schemas.microsoft.com/office/drawing/2014/main" id="{8062ACB8-6AC1-4D99-A2B8-012789F07C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906" y="4054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" name="path-803">
            <a:extLst xmlns:a="http://schemas.openxmlformats.org/drawingml/2006/main">
              <a:ext uri="{FF2B5EF4-FFF2-40B4-BE49-F238E27FC236}">
                <a16:creationId xmlns:a16="http://schemas.microsoft.com/office/drawing/2014/main" id="{C8F5E508-EFE4-4BD4-86A8-8717CB530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697" y="40530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" name="path-804">
            <a:extLst xmlns:a="http://schemas.openxmlformats.org/drawingml/2006/main">
              <a:ext uri="{FF2B5EF4-FFF2-40B4-BE49-F238E27FC236}">
                <a16:creationId xmlns:a16="http://schemas.microsoft.com/office/drawing/2014/main" id="{3F8DB5F0-DEA8-4E7B-AD3C-85959A070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437" y="40619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" name="path-805">
            <a:extLst xmlns:a="http://schemas.openxmlformats.org/drawingml/2006/main">
              <a:ext uri="{FF2B5EF4-FFF2-40B4-BE49-F238E27FC236}">
                <a16:creationId xmlns:a16="http://schemas.microsoft.com/office/drawing/2014/main" id="{FA25F55E-DDCD-487D-935D-88566FA2E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772" y="40235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" name="path-806">
            <a:extLst xmlns:a="http://schemas.openxmlformats.org/drawingml/2006/main">
              <a:ext uri="{FF2B5EF4-FFF2-40B4-BE49-F238E27FC236}">
                <a16:creationId xmlns:a16="http://schemas.microsoft.com/office/drawing/2014/main" id="{8597CBDB-E354-4A95-9429-0F38A83B9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09" y="40719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" name="path-807">
            <a:extLst xmlns:a="http://schemas.openxmlformats.org/drawingml/2006/main">
              <a:ext uri="{FF2B5EF4-FFF2-40B4-BE49-F238E27FC236}">
                <a16:creationId xmlns:a16="http://schemas.microsoft.com/office/drawing/2014/main" id="{BAA95599-3D9F-46D1-92E6-EA4A7965C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774" y="40756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" name="path-808">
            <a:extLst xmlns:a="http://schemas.openxmlformats.org/drawingml/2006/main">
              <a:ext uri="{FF2B5EF4-FFF2-40B4-BE49-F238E27FC236}">
                <a16:creationId xmlns:a16="http://schemas.microsoft.com/office/drawing/2014/main" id="{78707858-7487-4D92-8A6E-DF1FBCB9B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291" y="4062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" name="path-809">
            <a:extLst xmlns:a="http://schemas.openxmlformats.org/drawingml/2006/main">
              <a:ext uri="{FF2B5EF4-FFF2-40B4-BE49-F238E27FC236}">
                <a16:creationId xmlns:a16="http://schemas.microsoft.com/office/drawing/2014/main" id="{A279626D-FCFA-4BEB-AEE6-011039BC6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4473" y="4046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" name="path-810">
            <a:extLst xmlns:a="http://schemas.openxmlformats.org/drawingml/2006/main">
              <a:ext uri="{FF2B5EF4-FFF2-40B4-BE49-F238E27FC236}">
                <a16:creationId xmlns:a16="http://schemas.microsoft.com/office/drawing/2014/main" id="{760E3912-A747-4261-A4F6-316FD0ED2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292" y="40407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" name="path-811">
            <a:extLst xmlns:a="http://schemas.openxmlformats.org/drawingml/2006/main">
              <a:ext uri="{FF2B5EF4-FFF2-40B4-BE49-F238E27FC236}">
                <a16:creationId xmlns:a16="http://schemas.microsoft.com/office/drawing/2014/main" id="{01FE9BB1-3F87-4D4D-AADB-CA49F54A4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193" y="4008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" name="path-812">
            <a:extLst xmlns:a="http://schemas.openxmlformats.org/drawingml/2006/main">
              <a:ext uri="{FF2B5EF4-FFF2-40B4-BE49-F238E27FC236}">
                <a16:creationId xmlns:a16="http://schemas.microsoft.com/office/drawing/2014/main" id="{545A9D7E-A685-4B1C-9E32-8EF053BA7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9234" y="40666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" name="path-813">
            <a:extLst xmlns:a="http://schemas.openxmlformats.org/drawingml/2006/main">
              <a:ext uri="{FF2B5EF4-FFF2-40B4-BE49-F238E27FC236}">
                <a16:creationId xmlns:a16="http://schemas.microsoft.com/office/drawing/2014/main" id="{3B91B78F-BF45-44E1-8E69-FC3F098FF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384" y="40308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" name="path-814">
            <a:extLst xmlns:a="http://schemas.openxmlformats.org/drawingml/2006/main">
              <a:ext uri="{FF2B5EF4-FFF2-40B4-BE49-F238E27FC236}">
                <a16:creationId xmlns:a16="http://schemas.microsoft.com/office/drawing/2014/main" id="{39DFCEFA-5FA3-46CC-93D4-EB9A1833C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137" y="4020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" name="path-815">
            <a:extLst xmlns:a="http://schemas.openxmlformats.org/drawingml/2006/main">
              <a:ext uri="{FF2B5EF4-FFF2-40B4-BE49-F238E27FC236}">
                <a16:creationId xmlns:a16="http://schemas.microsoft.com/office/drawing/2014/main" id="{7F7D0503-E29A-43CB-81B1-93E5B1FD5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629" y="40507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" name="path-816">
            <a:extLst xmlns:a="http://schemas.openxmlformats.org/drawingml/2006/main">
              <a:ext uri="{FF2B5EF4-FFF2-40B4-BE49-F238E27FC236}">
                <a16:creationId xmlns:a16="http://schemas.microsoft.com/office/drawing/2014/main" id="{9486A13D-DCF0-457F-94C7-850E72AA2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94" y="40398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" name="path-817">
            <a:extLst xmlns:a="http://schemas.openxmlformats.org/drawingml/2006/main">
              <a:ext uri="{FF2B5EF4-FFF2-40B4-BE49-F238E27FC236}">
                <a16:creationId xmlns:a16="http://schemas.microsoft.com/office/drawing/2014/main" id="{C4175C33-E7C0-4E57-8B36-415770500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245" y="40132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" name="path-818">
            <a:extLst xmlns:a="http://schemas.openxmlformats.org/drawingml/2006/main">
              <a:ext uri="{FF2B5EF4-FFF2-40B4-BE49-F238E27FC236}">
                <a16:creationId xmlns:a16="http://schemas.microsoft.com/office/drawing/2014/main" id="{7F7B1B80-F6D4-4BD3-B51A-C08FB9CB6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09" y="4068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" name="path-819">
            <a:extLst xmlns:a="http://schemas.openxmlformats.org/drawingml/2006/main">
              <a:ext uri="{FF2B5EF4-FFF2-40B4-BE49-F238E27FC236}">
                <a16:creationId xmlns:a16="http://schemas.microsoft.com/office/drawing/2014/main" id="{0125420D-0AB2-446D-908C-42D49A13E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104" y="39880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" name="path-820">
            <a:extLst xmlns:a="http://schemas.openxmlformats.org/drawingml/2006/main">
              <a:ext uri="{FF2B5EF4-FFF2-40B4-BE49-F238E27FC236}">
                <a16:creationId xmlns:a16="http://schemas.microsoft.com/office/drawing/2014/main" id="{B167035B-35F3-4CA2-A360-65BAFFDC2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6" y="40684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" name="path-821">
            <a:extLst xmlns:a="http://schemas.openxmlformats.org/drawingml/2006/main">
              <a:ext uri="{FF2B5EF4-FFF2-40B4-BE49-F238E27FC236}">
                <a16:creationId xmlns:a16="http://schemas.microsoft.com/office/drawing/2014/main" id="{B6CE6EE7-4424-45CB-9BFC-87B9C376BD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4565" y="4041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" name="path-822">
            <a:extLst xmlns:a="http://schemas.openxmlformats.org/drawingml/2006/main">
              <a:ext uri="{FF2B5EF4-FFF2-40B4-BE49-F238E27FC236}">
                <a16:creationId xmlns:a16="http://schemas.microsoft.com/office/drawing/2014/main" id="{E67781B6-CC8D-49A5-8C24-DB7E49C93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558" y="40334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" name="path-823">
            <a:extLst xmlns:a="http://schemas.openxmlformats.org/drawingml/2006/main">
              <a:ext uri="{FF2B5EF4-FFF2-40B4-BE49-F238E27FC236}">
                <a16:creationId xmlns:a16="http://schemas.microsoft.com/office/drawing/2014/main" id="{0CA5CF93-1F09-4595-A1A0-958F24822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45" y="40572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" name="path-824">
            <a:extLst xmlns:a="http://schemas.openxmlformats.org/drawingml/2006/main">
              <a:ext uri="{FF2B5EF4-FFF2-40B4-BE49-F238E27FC236}">
                <a16:creationId xmlns:a16="http://schemas.microsoft.com/office/drawing/2014/main" id="{605B1206-2C5D-4AA3-B279-A14745664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2527" y="40723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" name="path-825">
            <a:extLst xmlns:a="http://schemas.openxmlformats.org/drawingml/2006/main">
              <a:ext uri="{FF2B5EF4-FFF2-40B4-BE49-F238E27FC236}">
                <a16:creationId xmlns:a16="http://schemas.microsoft.com/office/drawing/2014/main" id="{F1C6DC8C-D616-4C3A-9A9B-3D1236DCF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2045" y="40178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" name="path-826">
            <a:extLst xmlns:a="http://schemas.openxmlformats.org/drawingml/2006/main">
              <a:ext uri="{FF2B5EF4-FFF2-40B4-BE49-F238E27FC236}">
                <a16:creationId xmlns:a16="http://schemas.microsoft.com/office/drawing/2014/main" id="{7D5CDFEF-60B9-4231-9114-F014AD317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976" y="4057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" name="path-827">
            <a:extLst xmlns:a="http://schemas.openxmlformats.org/drawingml/2006/main">
              <a:ext uri="{FF2B5EF4-FFF2-40B4-BE49-F238E27FC236}">
                <a16:creationId xmlns:a16="http://schemas.microsoft.com/office/drawing/2014/main" id="{F29534E3-2F36-444D-BFE1-B0FBD5303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9974" y="40504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3" name="path-828">
            <a:extLst xmlns:a="http://schemas.openxmlformats.org/drawingml/2006/main">
              <a:ext uri="{FF2B5EF4-FFF2-40B4-BE49-F238E27FC236}">
                <a16:creationId xmlns:a16="http://schemas.microsoft.com/office/drawing/2014/main" id="{62004F19-BDC2-4ECC-A143-F73C1E5EC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794" y="40446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4" name="path-829">
            <a:extLst xmlns:a="http://schemas.openxmlformats.org/drawingml/2006/main">
              <a:ext uri="{FF2B5EF4-FFF2-40B4-BE49-F238E27FC236}">
                <a16:creationId xmlns:a16="http://schemas.microsoft.com/office/drawing/2014/main" id="{F7C8E03E-56D2-4BAE-9A2F-291C05E6D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843" y="40631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5" name="path-830">
            <a:extLst xmlns:a="http://schemas.openxmlformats.org/drawingml/2006/main">
              <a:ext uri="{FF2B5EF4-FFF2-40B4-BE49-F238E27FC236}">
                <a16:creationId xmlns:a16="http://schemas.microsoft.com/office/drawing/2014/main" id="{B2600D3B-C127-4D9F-AA9A-EFD4B3DE9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248" y="40612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6" name="path-831">
            <a:extLst xmlns:a="http://schemas.openxmlformats.org/drawingml/2006/main">
              <a:ext uri="{FF2B5EF4-FFF2-40B4-BE49-F238E27FC236}">
                <a16:creationId xmlns:a16="http://schemas.microsoft.com/office/drawing/2014/main" id="{AEA11F7E-D8A2-46F0-854B-87D88686C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589" y="40540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7" name="path-832">
            <a:extLst xmlns:a="http://schemas.openxmlformats.org/drawingml/2006/main">
              <a:ext uri="{FF2B5EF4-FFF2-40B4-BE49-F238E27FC236}">
                <a16:creationId xmlns:a16="http://schemas.microsoft.com/office/drawing/2014/main" id="{258AC17B-7D9B-46A8-84D2-F7911257E6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231" y="4031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8" name="path-833">
            <a:extLst xmlns:a="http://schemas.openxmlformats.org/drawingml/2006/main">
              <a:ext uri="{FF2B5EF4-FFF2-40B4-BE49-F238E27FC236}">
                <a16:creationId xmlns:a16="http://schemas.microsoft.com/office/drawing/2014/main" id="{16DF643C-71F4-425A-885B-806C7EEC6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1452" y="40355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9" name="path-834">
            <a:extLst xmlns:a="http://schemas.openxmlformats.org/drawingml/2006/main">
              <a:ext uri="{FF2B5EF4-FFF2-40B4-BE49-F238E27FC236}">
                <a16:creationId xmlns:a16="http://schemas.microsoft.com/office/drawing/2014/main" id="{F3E42B48-F98B-4AEB-BC6F-72BEB6F3D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2043" y="40186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0" name="path-835">
            <a:extLst xmlns:a="http://schemas.openxmlformats.org/drawingml/2006/main">
              <a:ext uri="{FF2B5EF4-FFF2-40B4-BE49-F238E27FC236}">
                <a16:creationId xmlns:a16="http://schemas.microsoft.com/office/drawing/2014/main" id="{C4CDEBB1-8AE5-496B-8D56-CCCC905BC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423" y="40615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1" name="path-836">
            <a:extLst xmlns:a="http://schemas.openxmlformats.org/drawingml/2006/main">
              <a:ext uri="{FF2B5EF4-FFF2-40B4-BE49-F238E27FC236}">
                <a16:creationId xmlns:a16="http://schemas.microsoft.com/office/drawing/2014/main" id="{5B8E4EBB-FD20-46A0-9EA7-FC92434F4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1" y="40259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2" name="path-837">
            <a:extLst xmlns:a="http://schemas.openxmlformats.org/drawingml/2006/main">
              <a:ext uri="{FF2B5EF4-FFF2-40B4-BE49-F238E27FC236}">
                <a16:creationId xmlns:a16="http://schemas.microsoft.com/office/drawing/2014/main" id="{E62CC735-14C7-482A-A1B4-5B7F68129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306" y="4037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3" name="path-838">
            <a:extLst xmlns:a="http://schemas.openxmlformats.org/drawingml/2006/main">
              <a:ext uri="{FF2B5EF4-FFF2-40B4-BE49-F238E27FC236}">
                <a16:creationId xmlns:a16="http://schemas.microsoft.com/office/drawing/2014/main" id="{71C01955-2EFF-4130-8B55-D94941DD8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1926" y="40368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4" name="path-839">
            <a:extLst xmlns:a="http://schemas.openxmlformats.org/drawingml/2006/main">
              <a:ext uri="{FF2B5EF4-FFF2-40B4-BE49-F238E27FC236}">
                <a16:creationId xmlns:a16="http://schemas.microsoft.com/office/drawing/2014/main" id="{C5A6F454-1F9E-473E-A0A9-BC9AD354E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82" y="4035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5" name="path-840">
            <a:extLst xmlns:a="http://schemas.openxmlformats.org/drawingml/2006/main">
              <a:ext uri="{FF2B5EF4-FFF2-40B4-BE49-F238E27FC236}">
                <a16:creationId xmlns:a16="http://schemas.microsoft.com/office/drawing/2014/main" id="{FFC3E913-3E28-49EA-9981-53F58ABB2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675" y="40520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6" name="path-841">
            <a:extLst xmlns:a="http://schemas.openxmlformats.org/drawingml/2006/main">
              <a:ext uri="{FF2B5EF4-FFF2-40B4-BE49-F238E27FC236}">
                <a16:creationId xmlns:a16="http://schemas.microsoft.com/office/drawing/2014/main" id="{EC4ACEA2-870A-40FB-831E-B284F501D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357" y="40257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7" name="path-842">
            <a:extLst xmlns:a="http://schemas.openxmlformats.org/drawingml/2006/main">
              <a:ext uri="{FF2B5EF4-FFF2-40B4-BE49-F238E27FC236}">
                <a16:creationId xmlns:a16="http://schemas.microsoft.com/office/drawing/2014/main" id="{1C11A5D9-90C2-4F18-A9FF-2F59E0BF0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293" y="4029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8" name="path-843">
            <a:extLst xmlns:a="http://schemas.openxmlformats.org/drawingml/2006/main">
              <a:ext uri="{FF2B5EF4-FFF2-40B4-BE49-F238E27FC236}">
                <a16:creationId xmlns:a16="http://schemas.microsoft.com/office/drawing/2014/main" id="{F11C7681-3AB4-41E0-9695-D274261F1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150" y="40777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9" name="path-844">
            <a:extLst xmlns:a="http://schemas.openxmlformats.org/drawingml/2006/main">
              <a:ext uri="{FF2B5EF4-FFF2-40B4-BE49-F238E27FC236}">
                <a16:creationId xmlns:a16="http://schemas.microsoft.com/office/drawing/2014/main" id="{022D00C2-2BE8-4995-9F65-804639190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6335" y="4032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0" name="path-845">
            <a:extLst xmlns:a="http://schemas.openxmlformats.org/drawingml/2006/main">
              <a:ext uri="{FF2B5EF4-FFF2-40B4-BE49-F238E27FC236}">
                <a16:creationId xmlns:a16="http://schemas.microsoft.com/office/drawing/2014/main" id="{8B577B2E-5100-4E84-BA70-CA51ACDA1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680" y="40230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1" name="path-846">
            <a:extLst xmlns:a="http://schemas.openxmlformats.org/drawingml/2006/main">
              <a:ext uri="{FF2B5EF4-FFF2-40B4-BE49-F238E27FC236}">
                <a16:creationId xmlns:a16="http://schemas.microsoft.com/office/drawing/2014/main" id="{0B72C7E5-DC8C-4EFE-B492-B49E19B31B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597" y="40310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2" name="path-847">
            <a:extLst xmlns:a="http://schemas.openxmlformats.org/drawingml/2006/main">
              <a:ext uri="{FF2B5EF4-FFF2-40B4-BE49-F238E27FC236}">
                <a16:creationId xmlns:a16="http://schemas.microsoft.com/office/drawing/2014/main" id="{1CFEC144-7E35-4A03-8FCB-CFB184E50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579" y="40259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3" name="path-848">
            <a:extLst xmlns:a="http://schemas.openxmlformats.org/drawingml/2006/main">
              <a:ext uri="{FF2B5EF4-FFF2-40B4-BE49-F238E27FC236}">
                <a16:creationId xmlns:a16="http://schemas.microsoft.com/office/drawing/2014/main" id="{E9E9D0F6-146A-419A-95DA-6D0525220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138" y="40202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4" name="path-849">
            <a:extLst xmlns:a="http://schemas.openxmlformats.org/drawingml/2006/main">
              <a:ext uri="{FF2B5EF4-FFF2-40B4-BE49-F238E27FC236}">
                <a16:creationId xmlns:a16="http://schemas.microsoft.com/office/drawing/2014/main" id="{BF8203E7-8D09-4DA8-8B08-0E7DF0486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7043" y="4053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5" name="path-850">
            <a:extLst xmlns:a="http://schemas.openxmlformats.org/drawingml/2006/main">
              <a:ext uri="{FF2B5EF4-FFF2-40B4-BE49-F238E27FC236}">
                <a16:creationId xmlns:a16="http://schemas.microsoft.com/office/drawing/2014/main" id="{776A44C3-C6C2-40B5-A224-84B5599D5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8" y="40165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6" name="path-851">
            <a:extLst xmlns:a="http://schemas.openxmlformats.org/drawingml/2006/main">
              <a:ext uri="{FF2B5EF4-FFF2-40B4-BE49-F238E27FC236}">
                <a16:creationId xmlns:a16="http://schemas.microsoft.com/office/drawing/2014/main" id="{A56A560A-9BA0-4BB1-B2C0-323202D4D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318" y="40478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7" name="path-852">
            <a:extLst xmlns:a="http://schemas.openxmlformats.org/drawingml/2006/main">
              <a:ext uri="{FF2B5EF4-FFF2-40B4-BE49-F238E27FC236}">
                <a16:creationId xmlns:a16="http://schemas.microsoft.com/office/drawing/2014/main" id="{CB08BCFE-DB85-4EF3-A02E-54EE0CBC8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34" y="40628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8" name="path-853">
            <a:extLst xmlns:a="http://schemas.openxmlformats.org/drawingml/2006/main">
              <a:ext uri="{FF2B5EF4-FFF2-40B4-BE49-F238E27FC236}">
                <a16:creationId xmlns:a16="http://schemas.microsoft.com/office/drawing/2014/main" id="{DC749974-D300-4612-A5E4-37FB5A6EFC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8693" y="40458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9" name="path-854">
            <a:extLst xmlns:a="http://schemas.openxmlformats.org/drawingml/2006/main">
              <a:ext uri="{FF2B5EF4-FFF2-40B4-BE49-F238E27FC236}">
                <a16:creationId xmlns:a16="http://schemas.microsoft.com/office/drawing/2014/main" id="{84C52AFF-E780-425D-AFD8-47B791ED8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91" y="40549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0" name="path-855">
            <a:extLst xmlns:a="http://schemas.openxmlformats.org/drawingml/2006/main">
              <a:ext uri="{FF2B5EF4-FFF2-40B4-BE49-F238E27FC236}">
                <a16:creationId xmlns:a16="http://schemas.microsoft.com/office/drawing/2014/main" id="{7950EBEA-39DD-4BF9-B3B6-075EC63A5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439" y="40622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1" name="path-856">
            <a:extLst xmlns:a="http://schemas.openxmlformats.org/drawingml/2006/main">
              <a:ext uri="{FF2B5EF4-FFF2-40B4-BE49-F238E27FC236}">
                <a16:creationId xmlns:a16="http://schemas.microsoft.com/office/drawing/2014/main" id="{EDB16B68-86E7-4774-B0D5-AE4785C53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04" y="4085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2" name="path-857">
            <a:extLst xmlns:a="http://schemas.openxmlformats.org/drawingml/2006/main">
              <a:ext uri="{FF2B5EF4-FFF2-40B4-BE49-F238E27FC236}">
                <a16:creationId xmlns:a16="http://schemas.microsoft.com/office/drawing/2014/main" id="{70442F50-DA5E-4B29-AC12-AAB57F22D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12" y="40455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3" name="path-858">
            <a:extLst xmlns:a="http://schemas.openxmlformats.org/drawingml/2006/main">
              <a:ext uri="{FF2B5EF4-FFF2-40B4-BE49-F238E27FC236}">
                <a16:creationId xmlns:a16="http://schemas.microsoft.com/office/drawing/2014/main" id="{9B041D89-B04E-4595-8A9F-4DC3AAF58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8329" y="40186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4" name="path-859">
            <a:extLst xmlns:a="http://schemas.openxmlformats.org/drawingml/2006/main">
              <a:ext uri="{FF2B5EF4-FFF2-40B4-BE49-F238E27FC236}">
                <a16:creationId xmlns:a16="http://schemas.microsoft.com/office/drawing/2014/main" id="{3BF74539-FC32-4EDF-ABB5-5E7C5F5FD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500" y="40314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5" name="path-860">
            <a:extLst xmlns:a="http://schemas.openxmlformats.org/drawingml/2006/main">
              <a:ext uri="{FF2B5EF4-FFF2-40B4-BE49-F238E27FC236}">
                <a16:creationId xmlns:a16="http://schemas.microsoft.com/office/drawing/2014/main" id="{724A2F24-D9A7-484A-B000-D431582E32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797" y="40359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6" name="path-861">
            <a:extLst xmlns:a="http://schemas.openxmlformats.org/drawingml/2006/main">
              <a:ext uri="{FF2B5EF4-FFF2-40B4-BE49-F238E27FC236}">
                <a16:creationId xmlns:a16="http://schemas.microsoft.com/office/drawing/2014/main" id="{973AD89B-93EE-4177-9B8B-A559D7F3B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107" y="40446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7" name="path-862">
            <a:extLst xmlns:a="http://schemas.openxmlformats.org/drawingml/2006/main">
              <a:ext uri="{FF2B5EF4-FFF2-40B4-BE49-F238E27FC236}">
                <a16:creationId xmlns:a16="http://schemas.microsoft.com/office/drawing/2014/main" id="{AB48EBBE-B76C-456B-87E0-AEAB3488A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624" y="40160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8" name="path-863">
            <a:extLst xmlns:a="http://schemas.openxmlformats.org/drawingml/2006/main">
              <a:ext uri="{FF2B5EF4-FFF2-40B4-BE49-F238E27FC236}">
                <a16:creationId xmlns:a16="http://schemas.microsoft.com/office/drawing/2014/main" id="{47C9BC33-1E9C-405B-94F6-BBA7B1156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383" y="40316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9" name="path-864">
            <a:extLst xmlns:a="http://schemas.openxmlformats.org/drawingml/2006/main">
              <a:ext uri="{FF2B5EF4-FFF2-40B4-BE49-F238E27FC236}">
                <a16:creationId xmlns:a16="http://schemas.microsoft.com/office/drawing/2014/main" id="{1D1AB584-8159-4CFD-BBAD-174632F2FE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7002" y="40676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0" name="path-865">
            <a:extLst xmlns:a="http://schemas.openxmlformats.org/drawingml/2006/main">
              <a:ext uri="{FF2B5EF4-FFF2-40B4-BE49-F238E27FC236}">
                <a16:creationId xmlns:a16="http://schemas.microsoft.com/office/drawing/2014/main" id="{6ED7BC2D-10E0-4012-8A08-0C53CC359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193" y="4037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1" name="path-866">
            <a:extLst xmlns:a="http://schemas.openxmlformats.org/drawingml/2006/main">
              <a:ext uri="{FF2B5EF4-FFF2-40B4-BE49-F238E27FC236}">
                <a16:creationId xmlns:a16="http://schemas.microsoft.com/office/drawing/2014/main" id="{E96B7C65-E398-4096-871D-851196CA2B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072" y="40458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2" name="path-867">
            <a:extLst xmlns:a="http://schemas.openxmlformats.org/drawingml/2006/main">
              <a:ext uri="{FF2B5EF4-FFF2-40B4-BE49-F238E27FC236}">
                <a16:creationId xmlns:a16="http://schemas.microsoft.com/office/drawing/2014/main" id="{B738C5F2-36AF-41B4-9107-4279C793B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952" y="40324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3" name="path-868">
            <a:extLst xmlns:a="http://schemas.openxmlformats.org/drawingml/2006/main">
              <a:ext uri="{FF2B5EF4-FFF2-40B4-BE49-F238E27FC236}">
                <a16:creationId xmlns:a16="http://schemas.microsoft.com/office/drawing/2014/main" id="{75E7121F-794F-47AE-AF99-0C41FFF37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688" y="40493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4" name="path-869">
            <a:extLst xmlns:a="http://schemas.openxmlformats.org/drawingml/2006/main">
              <a:ext uri="{FF2B5EF4-FFF2-40B4-BE49-F238E27FC236}">
                <a16:creationId xmlns:a16="http://schemas.microsoft.com/office/drawing/2014/main" id="{3BEEB43C-36ED-44D6-AAD1-3CC168B6B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01535" y="40554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5" name="path-870">
            <a:extLst xmlns:a="http://schemas.openxmlformats.org/drawingml/2006/main">
              <a:ext uri="{FF2B5EF4-FFF2-40B4-BE49-F238E27FC236}">
                <a16:creationId xmlns:a16="http://schemas.microsoft.com/office/drawing/2014/main" id="{EE330833-DB34-4CE6-8FB8-08651B92C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838" y="40336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6" name="path-871">
            <a:extLst xmlns:a="http://schemas.openxmlformats.org/drawingml/2006/main">
              <a:ext uri="{FF2B5EF4-FFF2-40B4-BE49-F238E27FC236}">
                <a16:creationId xmlns:a16="http://schemas.microsoft.com/office/drawing/2014/main" id="{CBB3E367-11C1-4BCC-BB8E-BE5C7478A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623" y="40165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7" name="path-872">
            <a:extLst xmlns:a="http://schemas.openxmlformats.org/drawingml/2006/main">
              <a:ext uri="{FF2B5EF4-FFF2-40B4-BE49-F238E27FC236}">
                <a16:creationId xmlns:a16="http://schemas.microsoft.com/office/drawing/2014/main" id="{D8BDEF17-0F23-4A93-954E-3A2B57F81B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317" y="40566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8" name="path-873">
            <a:extLst xmlns:a="http://schemas.openxmlformats.org/drawingml/2006/main">
              <a:ext uri="{FF2B5EF4-FFF2-40B4-BE49-F238E27FC236}">
                <a16:creationId xmlns:a16="http://schemas.microsoft.com/office/drawing/2014/main" id="{B6D4F7C3-97BD-48B2-BF03-3621E66DE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944" y="4043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9" name="path-874">
            <a:extLst xmlns:a="http://schemas.openxmlformats.org/drawingml/2006/main">
              <a:ext uri="{FF2B5EF4-FFF2-40B4-BE49-F238E27FC236}">
                <a16:creationId xmlns:a16="http://schemas.microsoft.com/office/drawing/2014/main" id="{BD238E89-9BFF-4931-8BE1-3E8AAD4151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369" y="40417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0" name="path-875">
            <a:extLst xmlns:a="http://schemas.openxmlformats.org/drawingml/2006/main">
              <a:ext uri="{FF2B5EF4-FFF2-40B4-BE49-F238E27FC236}">
                <a16:creationId xmlns:a16="http://schemas.microsoft.com/office/drawing/2014/main" id="{10402577-895E-4D0A-B87D-1C5F01301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571" y="4041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1" name="path-876">
            <a:extLst xmlns:a="http://schemas.openxmlformats.org/drawingml/2006/main">
              <a:ext uri="{FF2B5EF4-FFF2-40B4-BE49-F238E27FC236}">
                <a16:creationId xmlns:a16="http://schemas.microsoft.com/office/drawing/2014/main" id="{4A41F05A-FE1D-43E8-93DD-AF5AC7DAB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478" y="40490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2" name="path-877">
            <a:extLst xmlns:a="http://schemas.openxmlformats.org/drawingml/2006/main">
              <a:ext uri="{FF2B5EF4-FFF2-40B4-BE49-F238E27FC236}">
                <a16:creationId xmlns:a16="http://schemas.microsoft.com/office/drawing/2014/main" id="{4B974757-4891-46D0-B1CE-46489E7D6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467" y="40346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3" name="path-878">
            <a:extLst xmlns:a="http://schemas.openxmlformats.org/drawingml/2006/main">
              <a:ext uri="{FF2B5EF4-FFF2-40B4-BE49-F238E27FC236}">
                <a16:creationId xmlns:a16="http://schemas.microsoft.com/office/drawing/2014/main" id="{3E497FBE-B49F-44B2-BD2E-61B2E35AE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0762" y="40587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4" name="path-879">
            <a:extLst xmlns:a="http://schemas.openxmlformats.org/drawingml/2006/main">
              <a:ext uri="{FF2B5EF4-FFF2-40B4-BE49-F238E27FC236}">
                <a16:creationId xmlns:a16="http://schemas.microsoft.com/office/drawing/2014/main" id="{74270EED-F4DE-4DD2-AFEB-D8CB7D33B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744" y="40435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5" name="path-880">
            <a:extLst xmlns:a="http://schemas.openxmlformats.org/drawingml/2006/main">
              <a:ext uri="{FF2B5EF4-FFF2-40B4-BE49-F238E27FC236}">
                <a16:creationId xmlns:a16="http://schemas.microsoft.com/office/drawing/2014/main" id="{390B4C72-343C-483D-BA54-473477A11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8850" y="40893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6" name="path-881">
            <a:extLst xmlns:a="http://schemas.openxmlformats.org/drawingml/2006/main">
              <a:ext uri="{FF2B5EF4-FFF2-40B4-BE49-F238E27FC236}">
                <a16:creationId xmlns:a16="http://schemas.microsoft.com/office/drawing/2014/main" id="{30B5978C-9B3E-406B-8B1C-644B79798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139" y="40093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7" name="path-882">
            <a:extLst xmlns:a="http://schemas.openxmlformats.org/drawingml/2006/main">
              <a:ext uri="{FF2B5EF4-FFF2-40B4-BE49-F238E27FC236}">
                <a16:creationId xmlns:a16="http://schemas.microsoft.com/office/drawing/2014/main" id="{F72AE4C0-25D8-4837-A402-35C7DD53F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870" y="40514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8" name="path-883">
            <a:extLst xmlns:a="http://schemas.openxmlformats.org/drawingml/2006/main">
              <a:ext uri="{FF2B5EF4-FFF2-40B4-BE49-F238E27FC236}">
                <a16:creationId xmlns:a16="http://schemas.microsoft.com/office/drawing/2014/main" id="{D68CE63A-318F-4D7A-B39A-F2AD2F41D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373" y="40415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9" name="path-884">
            <a:extLst xmlns:a="http://schemas.openxmlformats.org/drawingml/2006/main">
              <a:ext uri="{FF2B5EF4-FFF2-40B4-BE49-F238E27FC236}">
                <a16:creationId xmlns:a16="http://schemas.microsoft.com/office/drawing/2014/main" id="{69E7772E-E609-43EE-BB86-4AA4FE6E5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065" y="4033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0" name="path-885">
            <a:extLst xmlns:a="http://schemas.openxmlformats.org/drawingml/2006/main">
              <a:ext uri="{FF2B5EF4-FFF2-40B4-BE49-F238E27FC236}">
                <a16:creationId xmlns:a16="http://schemas.microsoft.com/office/drawing/2014/main" id="{98C34493-440D-4F9D-AA85-3C4B98559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360" y="40400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1" name="path-886">
            <a:extLst xmlns:a="http://schemas.openxmlformats.org/drawingml/2006/main">
              <a:ext uri="{FF2B5EF4-FFF2-40B4-BE49-F238E27FC236}">
                <a16:creationId xmlns:a16="http://schemas.microsoft.com/office/drawing/2014/main" id="{4E09F595-7EF3-4040-A694-66E57839D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757" y="4020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2" name="path-887">
            <a:extLst xmlns:a="http://schemas.openxmlformats.org/drawingml/2006/main">
              <a:ext uri="{FF2B5EF4-FFF2-40B4-BE49-F238E27FC236}">
                <a16:creationId xmlns:a16="http://schemas.microsoft.com/office/drawing/2014/main" id="{FA1FFD05-950C-4CDC-A6EE-32D74D264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125" y="40328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3" name="path-888">
            <a:extLst xmlns:a="http://schemas.openxmlformats.org/drawingml/2006/main">
              <a:ext uri="{FF2B5EF4-FFF2-40B4-BE49-F238E27FC236}">
                <a16:creationId xmlns:a16="http://schemas.microsoft.com/office/drawing/2014/main" id="{BC6CCB54-CBDD-43D9-A10D-5F55BBCA8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110" y="40295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4" name="path-889">
            <a:extLst xmlns:a="http://schemas.openxmlformats.org/drawingml/2006/main">
              <a:ext uri="{FF2B5EF4-FFF2-40B4-BE49-F238E27FC236}">
                <a16:creationId xmlns:a16="http://schemas.microsoft.com/office/drawing/2014/main" id="{911B6524-6857-41C4-832B-14CCD6130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476" y="40869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5" name="path-890">
            <a:extLst xmlns:a="http://schemas.openxmlformats.org/drawingml/2006/main">
              <a:ext uri="{FF2B5EF4-FFF2-40B4-BE49-F238E27FC236}">
                <a16:creationId xmlns:a16="http://schemas.microsoft.com/office/drawing/2014/main" id="{8BC24AC9-0B3B-454D-B61E-F0207192D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6" y="4057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6" name="path-891">
            <a:extLst xmlns:a="http://schemas.openxmlformats.org/drawingml/2006/main">
              <a:ext uri="{FF2B5EF4-FFF2-40B4-BE49-F238E27FC236}">
                <a16:creationId xmlns:a16="http://schemas.microsoft.com/office/drawing/2014/main" id="{94A3F193-DA1B-4884-929F-842A32AE2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9988" y="40303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7" name="path-892">
            <a:extLst xmlns:a="http://schemas.openxmlformats.org/drawingml/2006/main">
              <a:ext uri="{FF2B5EF4-FFF2-40B4-BE49-F238E27FC236}">
                <a16:creationId xmlns:a16="http://schemas.microsoft.com/office/drawing/2014/main" id="{77A8B1DF-754E-40A7-B5A2-C04843C204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1958" y="40353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8" name="path-893">
            <a:extLst xmlns:a="http://schemas.openxmlformats.org/drawingml/2006/main">
              <a:ext uri="{FF2B5EF4-FFF2-40B4-BE49-F238E27FC236}">
                <a16:creationId xmlns:a16="http://schemas.microsoft.com/office/drawing/2014/main" id="{C5DEB2F3-6AFE-4102-B13E-9E56CCC5C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192" y="40182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9" name="path-894">
            <a:extLst xmlns:a="http://schemas.openxmlformats.org/drawingml/2006/main">
              <a:ext uri="{FF2B5EF4-FFF2-40B4-BE49-F238E27FC236}">
                <a16:creationId xmlns:a16="http://schemas.microsoft.com/office/drawing/2014/main" id="{CEB2AD82-7D56-4606-9B00-1FC4BF091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945" y="40571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0" name="path-895">
            <a:extLst xmlns:a="http://schemas.openxmlformats.org/drawingml/2006/main">
              <a:ext uri="{FF2B5EF4-FFF2-40B4-BE49-F238E27FC236}">
                <a16:creationId xmlns:a16="http://schemas.microsoft.com/office/drawing/2014/main" id="{335D45A7-73E7-467B-AB32-2E5DFA329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698" y="40467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1" name="path-896">
            <a:extLst xmlns:a="http://schemas.openxmlformats.org/drawingml/2006/main">
              <a:ext uri="{FF2B5EF4-FFF2-40B4-BE49-F238E27FC236}">
                <a16:creationId xmlns:a16="http://schemas.microsoft.com/office/drawing/2014/main" id="{06FBAE47-D879-41FA-9FAD-03382DE95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98" y="40396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2" name="path-897">
            <a:extLst xmlns:a="http://schemas.openxmlformats.org/drawingml/2006/main">
              <a:ext uri="{FF2B5EF4-FFF2-40B4-BE49-F238E27FC236}">
                <a16:creationId xmlns:a16="http://schemas.microsoft.com/office/drawing/2014/main" id="{11BB2EEA-F62A-4E58-8C93-5FD3B7CEC6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002" y="40495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3" name="path-898">
            <a:extLst xmlns:a="http://schemas.openxmlformats.org/drawingml/2006/main">
              <a:ext uri="{FF2B5EF4-FFF2-40B4-BE49-F238E27FC236}">
                <a16:creationId xmlns:a16="http://schemas.microsoft.com/office/drawing/2014/main" id="{6DCE8BBB-26E9-44C2-AF3C-6C690B7A0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795" y="40793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4" name="path-899">
            <a:extLst xmlns:a="http://schemas.openxmlformats.org/drawingml/2006/main">
              <a:ext uri="{FF2B5EF4-FFF2-40B4-BE49-F238E27FC236}">
                <a16:creationId xmlns:a16="http://schemas.microsoft.com/office/drawing/2014/main" id="{453AF860-2AAB-49A9-96B5-0E9654DC7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480" y="4040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5" name="path-900">
            <a:extLst xmlns:a="http://schemas.openxmlformats.org/drawingml/2006/main">
              <a:ext uri="{FF2B5EF4-FFF2-40B4-BE49-F238E27FC236}">
                <a16:creationId xmlns:a16="http://schemas.microsoft.com/office/drawing/2014/main" id="{4E949D98-4684-4812-A842-58D4EF1E3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060" y="40572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6" name="path-901">
            <a:extLst xmlns:a="http://schemas.openxmlformats.org/drawingml/2006/main">
              <a:ext uri="{FF2B5EF4-FFF2-40B4-BE49-F238E27FC236}">
                <a16:creationId xmlns:a16="http://schemas.microsoft.com/office/drawing/2014/main" id="{4F2E38D2-7CDE-4F91-83B6-E87A09B996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87724" y="40922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7" name="path-902">
            <a:extLst xmlns:a="http://schemas.openxmlformats.org/drawingml/2006/main">
              <a:ext uri="{FF2B5EF4-FFF2-40B4-BE49-F238E27FC236}">
                <a16:creationId xmlns:a16="http://schemas.microsoft.com/office/drawing/2014/main" id="{0A3D6F83-FEA2-42E2-B7DA-A309FF407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096" y="4055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8" name="path-903">
            <a:extLst xmlns:a="http://schemas.openxmlformats.org/drawingml/2006/main">
              <a:ext uri="{FF2B5EF4-FFF2-40B4-BE49-F238E27FC236}">
                <a16:creationId xmlns:a16="http://schemas.microsoft.com/office/drawing/2014/main" id="{50F99D86-4DAA-4330-A16D-599478940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435" y="40578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9" name="path-904">
            <a:extLst xmlns:a="http://schemas.openxmlformats.org/drawingml/2006/main">
              <a:ext uri="{FF2B5EF4-FFF2-40B4-BE49-F238E27FC236}">
                <a16:creationId xmlns:a16="http://schemas.microsoft.com/office/drawing/2014/main" id="{ED8D7F7B-8939-4F0A-AE32-AE4B5E98C0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82" y="4048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0" name="path-905">
            <a:extLst xmlns:a="http://schemas.openxmlformats.org/drawingml/2006/main">
              <a:ext uri="{FF2B5EF4-FFF2-40B4-BE49-F238E27FC236}">
                <a16:creationId xmlns:a16="http://schemas.microsoft.com/office/drawing/2014/main" id="{18C0A81C-9205-48A8-9057-964717F91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8927" y="40063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1" name="path-906">
            <a:extLst xmlns:a="http://schemas.openxmlformats.org/drawingml/2006/main">
              <a:ext uri="{FF2B5EF4-FFF2-40B4-BE49-F238E27FC236}">
                <a16:creationId xmlns:a16="http://schemas.microsoft.com/office/drawing/2014/main" id="{ED04AF1B-07B5-410A-9198-6AF93F506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2330" y="4046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2" name="path-907">
            <a:extLst xmlns:a="http://schemas.openxmlformats.org/drawingml/2006/main">
              <a:ext uri="{FF2B5EF4-FFF2-40B4-BE49-F238E27FC236}">
                <a16:creationId xmlns:a16="http://schemas.microsoft.com/office/drawing/2014/main" id="{4C59698E-0420-4CF9-BB99-1E607E9C2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567" y="40694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3" name="path-908">
            <a:extLst xmlns:a="http://schemas.openxmlformats.org/drawingml/2006/main">
              <a:ext uri="{FF2B5EF4-FFF2-40B4-BE49-F238E27FC236}">
                <a16:creationId xmlns:a16="http://schemas.microsoft.com/office/drawing/2014/main" id="{0FEC966A-84E6-4D3A-AD7A-07692BD657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560" y="40530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4" name="path-909">
            <a:extLst xmlns:a="http://schemas.openxmlformats.org/drawingml/2006/main">
              <a:ext uri="{FF2B5EF4-FFF2-40B4-BE49-F238E27FC236}">
                <a16:creationId xmlns:a16="http://schemas.microsoft.com/office/drawing/2014/main" id="{F2A6B56D-2023-47B5-A6AF-3BFA23127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339" y="40039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5" name="path-910">
            <a:extLst xmlns:a="http://schemas.openxmlformats.org/drawingml/2006/main">
              <a:ext uri="{FF2B5EF4-FFF2-40B4-BE49-F238E27FC236}">
                <a16:creationId xmlns:a16="http://schemas.microsoft.com/office/drawing/2014/main" id="{59BA2C41-927C-471A-9D73-453DAA3B1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9379" y="40458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6" name="path-911">
            <a:extLst xmlns:a="http://schemas.openxmlformats.org/drawingml/2006/main">
              <a:ext uri="{FF2B5EF4-FFF2-40B4-BE49-F238E27FC236}">
                <a16:creationId xmlns:a16="http://schemas.microsoft.com/office/drawing/2014/main" id="{1AE2647D-2433-4A13-A2F6-155AF2EDE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54" y="40217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7" name="path-912">
            <a:extLst xmlns:a="http://schemas.openxmlformats.org/drawingml/2006/main">
              <a:ext uri="{FF2B5EF4-FFF2-40B4-BE49-F238E27FC236}">
                <a16:creationId xmlns:a16="http://schemas.microsoft.com/office/drawing/2014/main" id="{EAC82CFC-CF6F-47D8-98A4-EDF5684B4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262" y="40515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8" name="path-913">
            <a:extLst xmlns:a="http://schemas.openxmlformats.org/drawingml/2006/main">
              <a:ext uri="{FF2B5EF4-FFF2-40B4-BE49-F238E27FC236}">
                <a16:creationId xmlns:a16="http://schemas.microsoft.com/office/drawing/2014/main" id="{09DC0145-66BA-4122-A0FC-B35E9A556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787" y="40360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9" name="path-914">
            <a:extLst xmlns:a="http://schemas.openxmlformats.org/drawingml/2006/main">
              <a:ext uri="{FF2B5EF4-FFF2-40B4-BE49-F238E27FC236}">
                <a16:creationId xmlns:a16="http://schemas.microsoft.com/office/drawing/2014/main" id="{0AAF1FB2-4813-4D54-833B-455A5A030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401" y="40498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0" name="path-915">
            <a:extLst xmlns:a="http://schemas.openxmlformats.org/drawingml/2006/main">
              <a:ext uri="{FF2B5EF4-FFF2-40B4-BE49-F238E27FC236}">
                <a16:creationId xmlns:a16="http://schemas.microsoft.com/office/drawing/2014/main" id="{90B0E22B-2520-4DA4-A3D0-1EC234E10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83" y="40360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1" name="path-916">
            <a:extLst xmlns:a="http://schemas.openxmlformats.org/drawingml/2006/main">
              <a:ext uri="{FF2B5EF4-FFF2-40B4-BE49-F238E27FC236}">
                <a16:creationId xmlns:a16="http://schemas.microsoft.com/office/drawing/2014/main" id="{22925082-A15C-42FF-8679-2C61BEB2E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24" y="40801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2" name="path-917">
            <a:extLst xmlns:a="http://schemas.openxmlformats.org/drawingml/2006/main">
              <a:ext uri="{FF2B5EF4-FFF2-40B4-BE49-F238E27FC236}">
                <a16:creationId xmlns:a16="http://schemas.microsoft.com/office/drawing/2014/main" id="{6CBA1730-A28C-4F0F-AA81-AECB43C24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494" y="40674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3" name="path-918">
            <a:extLst xmlns:a="http://schemas.openxmlformats.org/drawingml/2006/main">
              <a:ext uri="{FF2B5EF4-FFF2-40B4-BE49-F238E27FC236}">
                <a16:creationId xmlns:a16="http://schemas.microsoft.com/office/drawing/2014/main" id="{0D853623-358D-445B-ABF3-4FCA9096D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870" y="40338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4" name="path-919">
            <a:extLst xmlns:a="http://schemas.openxmlformats.org/drawingml/2006/main">
              <a:ext uri="{FF2B5EF4-FFF2-40B4-BE49-F238E27FC236}">
                <a16:creationId xmlns:a16="http://schemas.microsoft.com/office/drawing/2014/main" id="{2599372D-FEB4-4290-B951-CBCDD1B3D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009" y="40834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5" name="path-920">
            <a:extLst xmlns:a="http://schemas.openxmlformats.org/drawingml/2006/main">
              <a:ext uri="{FF2B5EF4-FFF2-40B4-BE49-F238E27FC236}">
                <a16:creationId xmlns:a16="http://schemas.microsoft.com/office/drawing/2014/main" id="{961002FA-6A47-4694-86BB-95E018BD7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028" y="40746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6" name="path-921">
            <a:extLst xmlns:a="http://schemas.openxmlformats.org/drawingml/2006/main">
              <a:ext uri="{FF2B5EF4-FFF2-40B4-BE49-F238E27FC236}">
                <a16:creationId xmlns:a16="http://schemas.microsoft.com/office/drawing/2014/main" id="{D131B478-071B-4CC2-AFDF-8DF5295E0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201" y="4038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7" name="path-922">
            <a:extLst xmlns:a="http://schemas.openxmlformats.org/drawingml/2006/main">
              <a:ext uri="{FF2B5EF4-FFF2-40B4-BE49-F238E27FC236}">
                <a16:creationId xmlns:a16="http://schemas.microsoft.com/office/drawing/2014/main" id="{8894253D-9F91-409E-BDE0-02C078984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771" y="4053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8" name="path-923">
            <a:extLst xmlns:a="http://schemas.openxmlformats.org/drawingml/2006/main">
              <a:ext uri="{FF2B5EF4-FFF2-40B4-BE49-F238E27FC236}">
                <a16:creationId xmlns:a16="http://schemas.microsoft.com/office/drawing/2014/main" id="{3AAD6D07-1D25-4686-8D91-1ADDE8B0C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751" y="40582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9" name="path-924">
            <a:extLst xmlns:a="http://schemas.openxmlformats.org/drawingml/2006/main">
              <a:ext uri="{FF2B5EF4-FFF2-40B4-BE49-F238E27FC236}">
                <a16:creationId xmlns:a16="http://schemas.microsoft.com/office/drawing/2014/main" id="{B924D166-0B04-4574-B7D9-02D45153A1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688" y="40340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0" name="path-925">
            <a:extLst xmlns:a="http://schemas.openxmlformats.org/drawingml/2006/main">
              <a:ext uri="{FF2B5EF4-FFF2-40B4-BE49-F238E27FC236}">
                <a16:creationId xmlns:a16="http://schemas.microsoft.com/office/drawing/2014/main" id="{D7FB0229-D9C1-4976-AC27-BC4B43942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143" y="4026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1" name="path-926">
            <a:extLst xmlns:a="http://schemas.openxmlformats.org/drawingml/2006/main">
              <a:ext uri="{FF2B5EF4-FFF2-40B4-BE49-F238E27FC236}">
                <a16:creationId xmlns:a16="http://schemas.microsoft.com/office/drawing/2014/main" id="{5971F9F5-4822-40B3-889F-7D12F0B37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554" y="40529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2" name="path-927">
            <a:extLst xmlns:a="http://schemas.openxmlformats.org/drawingml/2006/main">
              <a:ext uri="{FF2B5EF4-FFF2-40B4-BE49-F238E27FC236}">
                <a16:creationId xmlns:a16="http://schemas.microsoft.com/office/drawing/2014/main" id="{75BDE8EA-3AB6-45B3-8A49-75781B959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415" y="4058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3" name="path-928">
            <a:extLst xmlns:a="http://schemas.openxmlformats.org/drawingml/2006/main">
              <a:ext uri="{FF2B5EF4-FFF2-40B4-BE49-F238E27FC236}">
                <a16:creationId xmlns:a16="http://schemas.microsoft.com/office/drawing/2014/main" id="{949C168B-7288-4B0F-9515-FFE0AECC8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4794" y="40662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4" name="path-929">
            <a:extLst xmlns:a="http://schemas.openxmlformats.org/drawingml/2006/main">
              <a:ext uri="{FF2B5EF4-FFF2-40B4-BE49-F238E27FC236}">
                <a16:creationId xmlns:a16="http://schemas.microsoft.com/office/drawing/2014/main" id="{4FF0E94B-0C3D-4A31-B91C-7E3010D45C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60" y="4032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5" name="path-930">
            <a:extLst xmlns:a="http://schemas.openxmlformats.org/drawingml/2006/main">
              <a:ext uri="{FF2B5EF4-FFF2-40B4-BE49-F238E27FC236}">
                <a16:creationId xmlns:a16="http://schemas.microsoft.com/office/drawing/2014/main" id="{E3D17091-7577-4696-BC5C-C16C930CA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782" y="40497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6" name="path-931">
            <a:extLst xmlns:a="http://schemas.openxmlformats.org/drawingml/2006/main">
              <a:ext uri="{FF2B5EF4-FFF2-40B4-BE49-F238E27FC236}">
                <a16:creationId xmlns:a16="http://schemas.microsoft.com/office/drawing/2014/main" id="{3E6F6E14-63B6-46B0-8A3E-F3B8F4A9B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179" y="40411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7" name="path-932">
            <a:extLst xmlns:a="http://schemas.openxmlformats.org/drawingml/2006/main">
              <a:ext uri="{FF2B5EF4-FFF2-40B4-BE49-F238E27FC236}">
                <a16:creationId xmlns:a16="http://schemas.microsoft.com/office/drawing/2014/main" id="{9610DE21-8C07-45A1-9AEA-F815C5166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8376" y="40262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8" name="path-933">
            <a:extLst xmlns:a="http://schemas.openxmlformats.org/drawingml/2006/main">
              <a:ext uri="{FF2B5EF4-FFF2-40B4-BE49-F238E27FC236}">
                <a16:creationId xmlns:a16="http://schemas.microsoft.com/office/drawing/2014/main" id="{06320412-317E-45BD-8DF0-A48225A0F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895" y="40498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9" name="path-934">
            <a:extLst xmlns:a="http://schemas.openxmlformats.org/drawingml/2006/main">
              <a:ext uri="{FF2B5EF4-FFF2-40B4-BE49-F238E27FC236}">
                <a16:creationId xmlns:a16="http://schemas.microsoft.com/office/drawing/2014/main" id="{26D8C759-A845-47ED-950F-86C920B40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223" y="4064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0" name="path-935">
            <a:extLst xmlns:a="http://schemas.openxmlformats.org/drawingml/2006/main">
              <a:ext uri="{FF2B5EF4-FFF2-40B4-BE49-F238E27FC236}">
                <a16:creationId xmlns:a16="http://schemas.microsoft.com/office/drawing/2014/main" id="{AAB59C11-7EC9-4994-9BFD-3D12AE3CB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893" y="40436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1" name="path-936">
            <a:extLst xmlns:a="http://schemas.openxmlformats.org/drawingml/2006/main">
              <a:ext uri="{FF2B5EF4-FFF2-40B4-BE49-F238E27FC236}">
                <a16:creationId xmlns:a16="http://schemas.microsoft.com/office/drawing/2014/main" id="{460AFB49-91BB-455E-B94D-77B2545C9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146" y="3999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2" name="path-937">
            <a:extLst xmlns:a="http://schemas.openxmlformats.org/drawingml/2006/main">
              <a:ext uri="{FF2B5EF4-FFF2-40B4-BE49-F238E27FC236}">
                <a16:creationId xmlns:a16="http://schemas.microsoft.com/office/drawing/2014/main" id="{C46AA5A4-CAB0-453D-A039-67C05ECF2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358" y="40371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3" name="path-938">
            <a:extLst xmlns:a="http://schemas.openxmlformats.org/drawingml/2006/main">
              <a:ext uri="{FF2B5EF4-FFF2-40B4-BE49-F238E27FC236}">
                <a16:creationId xmlns:a16="http://schemas.microsoft.com/office/drawing/2014/main" id="{2363EAA8-8AB2-4D30-8FEC-AEB7A6F08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920" y="4046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4" name="path-939">
            <a:extLst xmlns:a="http://schemas.openxmlformats.org/drawingml/2006/main">
              <a:ext uri="{FF2B5EF4-FFF2-40B4-BE49-F238E27FC236}">
                <a16:creationId xmlns:a16="http://schemas.microsoft.com/office/drawing/2014/main" id="{EB837C51-2D88-4B2C-91ED-58C4ABB8E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28" y="40503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5" name="path-940">
            <a:extLst xmlns:a="http://schemas.openxmlformats.org/drawingml/2006/main">
              <a:ext uri="{FF2B5EF4-FFF2-40B4-BE49-F238E27FC236}">
                <a16:creationId xmlns:a16="http://schemas.microsoft.com/office/drawing/2014/main" id="{C830A264-F7AB-4A51-A156-1DA7763A2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344" y="40458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6" name="path-941">
            <a:extLst xmlns:a="http://schemas.openxmlformats.org/drawingml/2006/main">
              <a:ext uri="{FF2B5EF4-FFF2-40B4-BE49-F238E27FC236}">
                <a16:creationId xmlns:a16="http://schemas.microsoft.com/office/drawing/2014/main" id="{CE7B3261-4530-4D3B-A650-B08BAFA0E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380" y="40209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7" name="path-942">
            <a:extLst xmlns:a="http://schemas.openxmlformats.org/drawingml/2006/main">
              <a:ext uri="{FF2B5EF4-FFF2-40B4-BE49-F238E27FC236}">
                <a16:creationId xmlns:a16="http://schemas.microsoft.com/office/drawing/2014/main" id="{BCC24206-0E9D-44DE-9DE8-A21FCFFDE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453" y="40304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8" name="path-943">
            <a:extLst xmlns:a="http://schemas.openxmlformats.org/drawingml/2006/main">
              <a:ext uri="{FF2B5EF4-FFF2-40B4-BE49-F238E27FC236}">
                <a16:creationId xmlns:a16="http://schemas.microsoft.com/office/drawing/2014/main" id="{F0582DDB-803F-473B-B1DD-C599CA63E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433" y="40345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9" name="path-944">
            <a:extLst xmlns:a="http://schemas.openxmlformats.org/drawingml/2006/main">
              <a:ext uri="{FF2B5EF4-FFF2-40B4-BE49-F238E27FC236}">
                <a16:creationId xmlns:a16="http://schemas.microsoft.com/office/drawing/2014/main" id="{D85F8F12-34DC-4781-93B1-F34E70FCE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748" y="40473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0" name="path-945">
            <a:extLst xmlns:a="http://schemas.openxmlformats.org/drawingml/2006/main">
              <a:ext uri="{FF2B5EF4-FFF2-40B4-BE49-F238E27FC236}">
                <a16:creationId xmlns:a16="http://schemas.microsoft.com/office/drawing/2014/main" id="{0131D85C-0A83-4F03-9D6B-4CF6BA4211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618" y="40696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1" name="path-946">
            <a:extLst xmlns:a="http://schemas.openxmlformats.org/drawingml/2006/main">
              <a:ext uri="{FF2B5EF4-FFF2-40B4-BE49-F238E27FC236}">
                <a16:creationId xmlns:a16="http://schemas.microsoft.com/office/drawing/2014/main" id="{2B3A8823-8FFE-404B-AC6D-0C795B43E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673" y="40529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2" name="path-947">
            <a:extLst xmlns:a="http://schemas.openxmlformats.org/drawingml/2006/main">
              <a:ext uri="{FF2B5EF4-FFF2-40B4-BE49-F238E27FC236}">
                <a16:creationId xmlns:a16="http://schemas.microsoft.com/office/drawing/2014/main" id="{9C65F18B-7A5D-4934-B489-341A15FB3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556" y="40595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3" name="path-948">
            <a:extLst xmlns:a="http://schemas.openxmlformats.org/drawingml/2006/main">
              <a:ext uri="{FF2B5EF4-FFF2-40B4-BE49-F238E27FC236}">
                <a16:creationId xmlns:a16="http://schemas.microsoft.com/office/drawing/2014/main" id="{C19BB424-4E8F-4261-8B5D-BD5AAD8DA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8669" y="40564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4" name="path-949">
            <a:extLst xmlns:a="http://schemas.openxmlformats.org/drawingml/2006/main">
              <a:ext uri="{FF2B5EF4-FFF2-40B4-BE49-F238E27FC236}">
                <a16:creationId xmlns:a16="http://schemas.microsoft.com/office/drawing/2014/main" id="{CD3A8A33-CA76-44F9-92A6-28E9F6340A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921" y="40228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5" name="path-950">
            <a:extLst xmlns:a="http://schemas.openxmlformats.org/drawingml/2006/main">
              <a:ext uri="{FF2B5EF4-FFF2-40B4-BE49-F238E27FC236}">
                <a16:creationId xmlns:a16="http://schemas.microsoft.com/office/drawing/2014/main" id="{9660AAE4-E823-4196-A018-63A169AC4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161" y="40212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6" name="path-951">
            <a:extLst xmlns:a="http://schemas.openxmlformats.org/drawingml/2006/main">
              <a:ext uri="{FF2B5EF4-FFF2-40B4-BE49-F238E27FC236}">
                <a16:creationId xmlns:a16="http://schemas.microsoft.com/office/drawing/2014/main" id="{0C2D7B17-FC4E-43AF-B068-784025B2F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591" y="40295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7" name="path-952">
            <a:extLst xmlns:a="http://schemas.openxmlformats.org/drawingml/2006/main">
              <a:ext uri="{FF2B5EF4-FFF2-40B4-BE49-F238E27FC236}">
                <a16:creationId xmlns:a16="http://schemas.microsoft.com/office/drawing/2014/main" id="{ECF542C6-6B3D-4365-A898-4CC64B2C4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5777" y="4036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8" name="path-953">
            <a:extLst xmlns:a="http://schemas.openxmlformats.org/drawingml/2006/main">
              <a:ext uri="{FF2B5EF4-FFF2-40B4-BE49-F238E27FC236}">
                <a16:creationId xmlns:a16="http://schemas.microsoft.com/office/drawing/2014/main" id="{34D547A8-F6CA-439E-94D7-FF007C838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367" y="40620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9" name="path-954">
            <a:extLst xmlns:a="http://schemas.openxmlformats.org/drawingml/2006/main">
              <a:ext uri="{FF2B5EF4-FFF2-40B4-BE49-F238E27FC236}">
                <a16:creationId xmlns:a16="http://schemas.microsoft.com/office/drawing/2014/main" id="{9BCE0D10-7539-4482-80FD-A912ABA09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147" y="40377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0" name="path-955">
            <a:extLst xmlns:a="http://schemas.openxmlformats.org/drawingml/2006/main">
              <a:ext uri="{FF2B5EF4-FFF2-40B4-BE49-F238E27FC236}">
                <a16:creationId xmlns:a16="http://schemas.microsoft.com/office/drawing/2014/main" id="{0712B58A-5324-4181-8471-CC47F2329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068" y="40451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1" name="path-956">
            <a:extLst xmlns:a="http://schemas.openxmlformats.org/drawingml/2006/main">
              <a:ext uri="{FF2B5EF4-FFF2-40B4-BE49-F238E27FC236}">
                <a16:creationId xmlns:a16="http://schemas.microsoft.com/office/drawing/2014/main" id="{50336996-7525-4BA0-9EDB-B21E7DE82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546" y="40423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2" name="path-957">
            <a:extLst xmlns:a="http://schemas.openxmlformats.org/drawingml/2006/main">
              <a:ext uri="{FF2B5EF4-FFF2-40B4-BE49-F238E27FC236}">
                <a16:creationId xmlns:a16="http://schemas.microsoft.com/office/drawing/2014/main" id="{FC6AAEBD-8BC9-4A92-AA9C-764E9275CD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085" y="40177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3" name="path-958">
            <a:extLst xmlns:a="http://schemas.openxmlformats.org/drawingml/2006/main">
              <a:ext uri="{FF2B5EF4-FFF2-40B4-BE49-F238E27FC236}">
                <a16:creationId xmlns:a16="http://schemas.microsoft.com/office/drawing/2014/main" id="{210DABC4-D33D-4ECF-A40C-9C51474CC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615" y="4018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4" name="path-959">
            <a:extLst xmlns:a="http://schemas.openxmlformats.org/drawingml/2006/main">
              <a:ext uri="{FF2B5EF4-FFF2-40B4-BE49-F238E27FC236}">
                <a16:creationId xmlns:a16="http://schemas.microsoft.com/office/drawing/2014/main" id="{A8D7C95A-E94B-4796-A511-DDAC75972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938" y="4068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5" name="path-960">
            <a:extLst xmlns:a="http://schemas.openxmlformats.org/drawingml/2006/main">
              <a:ext uri="{FF2B5EF4-FFF2-40B4-BE49-F238E27FC236}">
                <a16:creationId xmlns:a16="http://schemas.microsoft.com/office/drawing/2014/main" id="{670BB1F1-7F54-4F64-96EA-CB6BDE7BA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742" y="4055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6" name="path-961">
            <a:extLst xmlns:a="http://schemas.openxmlformats.org/drawingml/2006/main">
              <a:ext uri="{FF2B5EF4-FFF2-40B4-BE49-F238E27FC236}">
                <a16:creationId xmlns:a16="http://schemas.microsoft.com/office/drawing/2014/main" id="{5FBA8C5E-E706-4EA5-A2CE-4C39D3477D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921" y="40070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7" name="path-962">
            <a:extLst xmlns:a="http://schemas.openxmlformats.org/drawingml/2006/main">
              <a:ext uri="{FF2B5EF4-FFF2-40B4-BE49-F238E27FC236}">
                <a16:creationId xmlns:a16="http://schemas.microsoft.com/office/drawing/2014/main" id="{634F9FF0-13BD-4B62-AFEF-5D9BD85CD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215" y="40497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8" name="path-963">
            <a:extLst xmlns:a="http://schemas.openxmlformats.org/drawingml/2006/main">
              <a:ext uri="{FF2B5EF4-FFF2-40B4-BE49-F238E27FC236}">
                <a16:creationId xmlns:a16="http://schemas.microsoft.com/office/drawing/2014/main" id="{2AD572C9-D965-4CF4-BD8C-DC70D49E0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31" y="40792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9" name="path-964">
            <a:extLst xmlns:a="http://schemas.openxmlformats.org/drawingml/2006/main">
              <a:ext uri="{FF2B5EF4-FFF2-40B4-BE49-F238E27FC236}">
                <a16:creationId xmlns:a16="http://schemas.microsoft.com/office/drawing/2014/main" id="{9E847D30-FB11-4656-9DDB-3ED24B3444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0533" y="40586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0" name="path-965">
            <a:extLst xmlns:a="http://schemas.openxmlformats.org/drawingml/2006/main">
              <a:ext uri="{FF2B5EF4-FFF2-40B4-BE49-F238E27FC236}">
                <a16:creationId xmlns:a16="http://schemas.microsoft.com/office/drawing/2014/main" id="{E3DFF843-8F0B-49D2-AE02-C63ACFA97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472" y="4051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1" name="path-966">
            <a:extLst xmlns:a="http://schemas.openxmlformats.org/drawingml/2006/main">
              <a:ext uri="{FF2B5EF4-FFF2-40B4-BE49-F238E27FC236}">
                <a16:creationId xmlns:a16="http://schemas.microsoft.com/office/drawing/2014/main" id="{2F3A334D-45AD-4EC0-990F-3B2256939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92" y="4052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2" name="path-967">
            <a:extLst xmlns:a="http://schemas.openxmlformats.org/drawingml/2006/main">
              <a:ext uri="{FF2B5EF4-FFF2-40B4-BE49-F238E27FC236}">
                <a16:creationId xmlns:a16="http://schemas.microsoft.com/office/drawing/2014/main" id="{4B08DFA7-31D8-472F-8ED0-ABBA136B5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160" y="40399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3" name="path-968">
            <a:extLst xmlns:a="http://schemas.openxmlformats.org/drawingml/2006/main">
              <a:ext uri="{FF2B5EF4-FFF2-40B4-BE49-F238E27FC236}">
                <a16:creationId xmlns:a16="http://schemas.microsoft.com/office/drawing/2014/main" id="{B177D84C-DDE6-469B-BA69-329455686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660" y="4043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4" name="path-969">
            <a:extLst xmlns:a="http://schemas.openxmlformats.org/drawingml/2006/main">
              <a:ext uri="{FF2B5EF4-FFF2-40B4-BE49-F238E27FC236}">
                <a16:creationId xmlns:a16="http://schemas.microsoft.com/office/drawing/2014/main" id="{20FFCED0-565B-468F-80FF-4BE18672C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488" y="40771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5" name="path-970">
            <a:extLst xmlns:a="http://schemas.openxmlformats.org/drawingml/2006/main">
              <a:ext uri="{FF2B5EF4-FFF2-40B4-BE49-F238E27FC236}">
                <a16:creationId xmlns:a16="http://schemas.microsoft.com/office/drawing/2014/main" id="{D30454DF-C355-4559-A177-917F47C75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137" y="4049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6" name="path-971">
            <a:extLst xmlns:a="http://schemas.openxmlformats.org/drawingml/2006/main">
              <a:ext uri="{FF2B5EF4-FFF2-40B4-BE49-F238E27FC236}">
                <a16:creationId xmlns:a16="http://schemas.microsoft.com/office/drawing/2014/main" id="{77A9BEBC-E600-4C78-A4D6-32176D30D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5728" y="40767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7" name="path-972">
            <a:extLst xmlns:a="http://schemas.openxmlformats.org/drawingml/2006/main">
              <a:ext uri="{FF2B5EF4-FFF2-40B4-BE49-F238E27FC236}">
                <a16:creationId xmlns:a16="http://schemas.microsoft.com/office/drawing/2014/main" id="{042DC202-312A-4A71-83F7-5C3A82C36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730" y="40511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8" name="path-973">
            <a:extLst xmlns:a="http://schemas.openxmlformats.org/drawingml/2006/main">
              <a:ext uri="{FF2B5EF4-FFF2-40B4-BE49-F238E27FC236}">
                <a16:creationId xmlns:a16="http://schemas.microsoft.com/office/drawing/2014/main" id="{3A3B4926-F3E6-40E5-8C84-C74A1D114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485" y="4013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9" name="path-974">
            <a:extLst xmlns:a="http://schemas.openxmlformats.org/drawingml/2006/main">
              <a:ext uri="{FF2B5EF4-FFF2-40B4-BE49-F238E27FC236}">
                <a16:creationId xmlns:a16="http://schemas.microsoft.com/office/drawing/2014/main" id="{9438AD85-941F-4252-9901-F9C4AC482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353" y="40578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0" name="path-975">
            <a:extLst xmlns:a="http://schemas.openxmlformats.org/drawingml/2006/main">
              <a:ext uri="{FF2B5EF4-FFF2-40B4-BE49-F238E27FC236}">
                <a16:creationId xmlns:a16="http://schemas.microsoft.com/office/drawing/2014/main" id="{9D005DE7-BC46-430C-9199-069D08090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968" y="4029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1" name="path-976">
            <a:extLst xmlns:a="http://schemas.openxmlformats.org/drawingml/2006/main">
              <a:ext uri="{FF2B5EF4-FFF2-40B4-BE49-F238E27FC236}">
                <a16:creationId xmlns:a16="http://schemas.microsoft.com/office/drawing/2014/main" id="{3D38B136-694B-49E5-A787-83C525005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28" y="40672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2" name="path-977">
            <a:extLst xmlns:a="http://schemas.openxmlformats.org/drawingml/2006/main">
              <a:ext uri="{FF2B5EF4-FFF2-40B4-BE49-F238E27FC236}">
                <a16:creationId xmlns:a16="http://schemas.microsoft.com/office/drawing/2014/main" id="{4D6723B5-CA58-4A8B-9F74-B08831AA7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233" y="4044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3" name="path-978">
            <a:extLst xmlns:a="http://schemas.openxmlformats.org/drawingml/2006/main">
              <a:ext uri="{FF2B5EF4-FFF2-40B4-BE49-F238E27FC236}">
                <a16:creationId xmlns:a16="http://schemas.microsoft.com/office/drawing/2014/main" id="{E63CD368-53DB-4CC9-A265-87516BDE3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358" y="40694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4" name="path-979">
            <a:extLst xmlns:a="http://schemas.openxmlformats.org/drawingml/2006/main">
              <a:ext uri="{FF2B5EF4-FFF2-40B4-BE49-F238E27FC236}">
                <a16:creationId xmlns:a16="http://schemas.microsoft.com/office/drawing/2014/main" id="{C89418F9-97EF-4470-BC51-8511964B9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771" y="4078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5" name="path-980">
            <a:extLst xmlns:a="http://schemas.openxmlformats.org/drawingml/2006/main">
              <a:ext uri="{FF2B5EF4-FFF2-40B4-BE49-F238E27FC236}">
                <a16:creationId xmlns:a16="http://schemas.microsoft.com/office/drawing/2014/main" id="{E592370A-BB98-417F-A31B-0AB387F22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0664" y="40337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6" name="path-981">
            <a:extLst xmlns:a="http://schemas.openxmlformats.org/drawingml/2006/main">
              <a:ext uri="{FF2B5EF4-FFF2-40B4-BE49-F238E27FC236}">
                <a16:creationId xmlns:a16="http://schemas.microsoft.com/office/drawing/2014/main" id="{CA202F5C-4D45-42CA-993A-68851BEA2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5" y="40699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7" name="path-982">
            <a:extLst xmlns:a="http://schemas.openxmlformats.org/drawingml/2006/main">
              <a:ext uri="{FF2B5EF4-FFF2-40B4-BE49-F238E27FC236}">
                <a16:creationId xmlns:a16="http://schemas.microsoft.com/office/drawing/2014/main" id="{D60C5C0A-9EA5-4149-9544-5A4F7E2C1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1710" y="40157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8" name="path-983">
            <a:extLst xmlns:a="http://schemas.openxmlformats.org/drawingml/2006/main">
              <a:ext uri="{FF2B5EF4-FFF2-40B4-BE49-F238E27FC236}">
                <a16:creationId xmlns:a16="http://schemas.microsoft.com/office/drawing/2014/main" id="{395C7ABD-F6AF-4AD0-A7AA-5116C6713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406" y="40477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9" name="path-984">
            <a:extLst xmlns:a="http://schemas.openxmlformats.org/drawingml/2006/main">
              <a:ext uri="{FF2B5EF4-FFF2-40B4-BE49-F238E27FC236}">
                <a16:creationId xmlns:a16="http://schemas.microsoft.com/office/drawing/2014/main" id="{6A2F57D1-FF08-4345-9A7E-B1BCE6335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689" y="40383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0" name="path-985">
            <a:extLst xmlns:a="http://schemas.openxmlformats.org/drawingml/2006/main">
              <a:ext uri="{FF2B5EF4-FFF2-40B4-BE49-F238E27FC236}">
                <a16:creationId xmlns:a16="http://schemas.microsoft.com/office/drawing/2014/main" id="{A29AF8AC-1785-43E2-BA83-5658E7407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230" y="40403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1" name="path-986">
            <a:extLst xmlns:a="http://schemas.openxmlformats.org/drawingml/2006/main">
              <a:ext uri="{FF2B5EF4-FFF2-40B4-BE49-F238E27FC236}">
                <a16:creationId xmlns:a16="http://schemas.microsoft.com/office/drawing/2014/main" id="{E1799050-A6F3-4CBD-AA36-D9B89F391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945" y="40569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2" name="path-987">
            <a:extLst xmlns:a="http://schemas.openxmlformats.org/drawingml/2006/main">
              <a:ext uri="{FF2B5EF4-FFF2-40B4-BE49-F238E27FC236}">
                <a16:creationId xmlns:a16="http://schemas.microsoft.com/office/drawing/2014/main" id="{233B8D10-88D7-4BD0-A2F4-8F8856E2E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521" y="40441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3" name="path-988">
            <a:extLst xmlns:a="http://schemas.openxmlformats.org/drawingml/2006/main">
              <a:ext uri="{FF2B5EF4-FFF2-40B4-BE49-F238E27FC236}">
                <a16:creationId xmlns:a16="http://schemas.microsoft.com/office/drawing/2014/main" id="{4F3BB5A4-B17D-4CC2-80BE-42DED4199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124" y="4052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4" name="path-989">
            <a:extLst xmlns:a="http://schemas.openxmlformats.org/drawingml/2006/main">
              <a:ext uri="{FF2B5EF4-FFF2-40B4-BE49-F238E27FC236}">
                <a16:creationId xmlns:a16="http://schemas.microsoft.com/office/drawing/2014/main" id="{8C65D71E-8CFF-4969-955D-B9C448BAF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029" y="4065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5" name="path-990">
            <a:extLst xmlns:a="http://schemas.openxmlformats.org/drawingml/2006/main">
              <a:ext uri="{FF2B5EF4-FFF2-40B4-BE49-F238E27FC236}">
                <a16:creationId xmlns:a16="http://schemas.microsoft.com/office/drawing/2014/main" id="{79F5C0F1-FB79-450A-A241-5739B3516C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230" y="40516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6" name="path-991">
            <a:extLst xmlns:a="http://schemas.openxmlformats.org/drawingml/2006/main">
              <a:ext uri="{FF2B5EF4-FFF2-40B4-BE49-F238E27FC236}">
                <a16:creationId xmlns:a16="http://schemas.microsoft.com/office/drawing/2014/main" id="{75995EC5-2E50-4578-999E-EE17D3C2B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827" y="40644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7" name="path-992">
            <a:extLst xmlns:a="http://schemas.openxmlformats.org/drawingml/2006/main">
              <a:ext uri="{FF2B5EF4-FFF2-40B4-BE49-F238E27FC236}">
                <a16:creationId xmlns:a16="http://schemas.microsoft.com/office/drawing/2014/main" id="{9EA1354D-C88D-4609-AACD-ACF41939C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807" y="40238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8" name="path-993">
            <a:extLst xmlns:a="http://schemas.openxmlformats.org/drawingml/2006/main">
              <a:ext uri="{FF2B5EF4-FFF2-40B4-BE49-F238E27FC236}">
                <a16:creationId xmlns:a16="http://schemas.microsoft.com/office/drawing/2014/main" id="{77F7F0D9-34CD-40A5-A9D4-1ABF26F61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735" y="4054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9" name="path-994">
            <a:extLst xmlns:a="http://schemas.openxmlformats.org/drawingml/2006/main">
              <a:ext uri="{FF2B5EF4-FFF2-40B4-BE49-F238E27FC236}">
                <a16:creationId xmlns:a16="http://schemas.microsoft.com/office/drawing/2014/main" id="{EF738807-84BA-448E-84FE-AD6A6CD47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81719" y="40394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0" name="path-995">
            <a:extLst xmlns:a="http://schemas.openxmlformats.org/drawingml/2006/main">
              <a:ext uri="{FF2B5EF4-FFF2-40B4-BE49-F238E27FC236}">
                <a16:creationId xmlns:a16="http://schemas.microsoft.com/office/drawing/2014/main" id="{05F4A9B3-1AE4-4267-A2FE-3D55711C3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494" y="40271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1" name="path-996">
            <a:extLst xmlns:a="http://schemas.openxmlformats.org/drawingml/2006/main">
              <a:ext uri="{FF2B5EF4-FFF2-40B4-BE49-F238E27FC236}">
                <a16:creationId xmlns:a16="http://schemas.microsoft.com/office/drawing/2014/main" id="{5FE3D6AF-D680-43B7-81B4-AE7AA0F2E7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714" y="4027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2" name="path-997">
            <a:extLst xmlns:a="http://schemas.openxmlformats.org/drawingml/2006/main">
              <a:ext uri="{FF2B5EF4-FFF2-40B4-BE49-F238E27FC236}">
                <a16:creationId xmlns:a16="http://schemas.microsoft.com/office/drawing/2014/main" id="{A961DFED-8242-4B89-8D7C-4386F1F49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69" y="4051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3" name="path-998">
            <a:extLst xmlns:a="http://schemas.openxmlformats.org/drawingml/2006/main">
              <a:ext uri="{FF2B5EF4-FFF2-40B4-BE49-F238E27FC236}">
                <a16:creationId xmlns:a16="http://schemas.microsoft.com/office/drawing/2014/main" id="{D5D87BDF-150B-4A29-AC88-D5CDDB03E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0424" y="40523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4" name="path-999">
            <a:extLst xmlns:a="http://schemas.openxmlformats.org/drawingml/2006/main">
              <a:ext uri="{FF2B5EF4-FFF2-40B4-BE49-F238E27FC236}">
                <a16:creationId xmlns:a16="http://schemas.microsoft.com/office/drawing/2014/main" id="{CD1D8188-F422-49BB-A78A-11EB552A0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305" y="40646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5" name="path-1000">
            <a:extLst xmlns:a="http://schemas.openxmlformats.org/drawingml/2006/main">
              <a:ext uri="{FF2B5EF4-FFF2-40B4-BE49-F238E27FC236}">
                <a16:creationId xmlns:a16="http://schemas.microsoft.com/office/drawing/2014/main" id="{6A974AE8-4298-4C87-BE38-0CC0288E7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248" y="40755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6" name="path-1001">
            <a:extLst xmlns:a="http://schemas.openxmlformats.org/drawingml/2006/main">
              <a:ext uri="{FF2B5EF4-FFF2-40B4-BE49-F238E27FC236}">
                <a16:creationId xmlns:a16="http://schemas.microsoft.com/office/drawing/2014/main" id="{2B56B21A-F4D0-42AA-80E8-E45666CC8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353" y="40578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7" name="path-1002">
            <a:extLst xmlns:a="http://schemas.openxmlformats.org/drawingml/2006/main">
              <a:ext uri="{FF2B5EF4-FFF2-40B4-BE49-F238E27FC236}">
                <a16:creationId xmlns:a16="http://schemas.microsoft.com/office/drawing/2014/main" id="{7EB3252E-925D-4F4D-974B-9AF23CFA7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358" y="40231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8" name="path-1003">
            <a:extLst xmlns:a="http://schemas.openxmlformats.org/drawingml/2006/main">
              <a:ext uri="{FF2B5EF4-FFF2-40B4-BE49-F238E27FC236}">
                <a16:creationId xmlns:a16="http://schemas.microsoft.com/office/drawing/2014/main" id="{6598AD6B-982D-4752-80C0-E928BB064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882" y="4050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9" name="path-1004">
            <a:extLst xmlns:a="http://schemas.openxmlformats.org/drawingml/2006/main">
              <a:ext uri="{FF2B5EF4-FFF2-40B4-BE49-F238E27FC236}">
                <a16:creationId xmlns:a16="http://schemas.microsoft.com/office/drawing/2014/main" id="{C92F3787-1576-4877-BBE1-FD42E899FB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8039" y="40181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0" name="path-1005">
            <a:extLst xmlns:a="http://schemas.openxmlformats.org/drawingml/2006/main">
              <a:ext uri="{FF2B5EF4-FFF2-40B4-BE49-F238E27FC236}">
                <a16:creationId xmlns:a16="http://schemas.microsoft.com/office/drawing/2014/main" id="{B29DCF24-B635-4D0F-B64B-9F981D7770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7127" y="40397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1" name="path-1006">
            <a:extLst xmlns:a="http://schemas.openxmlformats.org/drawingml/2006/main">
              <a:ext uri="{FF2B5EF4-FFF2-40B4-BE49-F238E27FC236}">
                <a16:creationId xmlns:a16="http://schemas.microsoft.com/office/drawing/2014/main" id="{69D623B8-136D-43E4-B925-0C767F663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356" y="4038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2" name="path-1007">
            <a:extLst xmlns:a="http://schemas.openxmlformats.org/drawingml/2006/main">
              <a:ext uri="{FF2B5EF4-FFF2-40B4-BE49-F238E27FC236}">
                <a16:creationId xmlns:a16="http://schemas.microsoft.com/office/drawing/2014/main" id="{61806049-4D06-4B63-B7BD-BDF521069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340" y="40292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3" name="path-1008">
            <a:extLst xmlns:a="http://schemas.openxmlformats.org/drawingml/2006/main">
              <a:ext uri="{FF2B5EF4-FFF2-40B4-BE49-F238E27FC236}">
                <a16:creationId xmlns:a16="http://schemas.microsoft.com/office/drawing/2014/main" id="{3A11338A-7E7F-4AEF-A1EE-86AA134BF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592" y="40707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4" name="path-1009">
            <a:extLst xmlns:a="http://schemas.openxmlformats.org/drawingml/2006/main">
              <a:ext uri="{FF2B5EF4-FFF2-40B4-BE49-F238E27FC236}">
                <a16:creationId xmlns:a16="http://schemas.microsoft.com/office/drawing/2014/main" id="{4BD3AE3A-C808-4FEF-A656-A840A7F83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578" y="40362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5" name="path-1010">
            <a:extLst xmlns:a="http://schemas.openxmlformats.org/drawingml/2006/main">
              <a:ext uri="{FF2B5EF4-FFF2-40B4-BE49-F238E27FC236}">
                <a16:creationId xmlns:a16="http://schemas.microsoft.com/office/drawing/2014/main" id="{715C7563-FD3A-455F-A83F-85AE8E3C13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1801" y="4044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6" name="path-1011">
            <a:extLst xmlns:a="http://schemas.openxmlformats.org/drawingml/2006/main">
              <a:ext uri="{FF2B5EF4-FFF2-40B4-BE49-F238E27FC236}">
                <a16:creationId xmlns:a16="http://schemas.microsoft.com/office/drawing/2014/main" id="{23D5BC51-F85C-446F-9742-F059076CD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58" y="4065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7" name="path-1012">
            <a:extLst xmlns:a="http://schemas.openxmlformats.org/drawingml/2006/main">
              <a:ext uri="{FF2B5EF4-FFF2-40B4-BE49-F238E27FC236}">
                <a16:creationId xmlns:a16="http://schemas.microsoft.com/office/drawing/2014/main" id="{52BBDA4A-8E46-4311-A1C8-33C219BA4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117" y="40415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8" name="path-1013">
            <a:extLst xmlns:a="http://schemas.openxmlformats.org/drawingml/2006/main">
              <a:ext uri="{FF2B5EF4-FFF2-40B4-BE49-F238E27FC236}">
                <a16:creationId xmlns:a16="http://schemas.microsoft.com/office/drawing/2014/main" id="{32929A16-D463-4BB4-A2BB-A1B0BAB3BB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988" y="40591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9" name="path-1014">
            <a:extLst xmlns:a="http://schemas.openxmlformats.org/drawingml/2006/main">
              <a:ext uri="{FF2B5EF4-FFF2-40B4-BE49-F238E27FC236}">
                <a16:creationId xmlns:a16="http://schemas.microsoft.com/office/drawing/2014/main" id="{943E0F56-D4BD-4670-85A9-C6AE92DE1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971" y="4028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0" name="path-1015">
            <a:extLst xmlns:a="http://schemas.openxmlformats.org/drawingml/2006/main">
              <a:ext uri="{FF2B5EF4-FFF2-40B4-BE49-F238E27FC236}">
                <a16:creationId xmlns:a16="http://schemas.microsoft.com/office/drawing/2014/main" id="{5DCF43BC-2DC0-4EBB-BF4D-B5AC26E18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0561" y="40447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1" name="path-1016">
            <a:extLst xmlns:a="http://schemas.openxmlformats.org/drawingml/2006/main">
              <a:ext uri="{FF2B5EF4-FFF2-40B4-BE49-F238E27FC236}">
                <a16:creationId xmlns:a16="http://schemas.microsoft.com/office/drawing/2014/main" id="{08B78C74-2870-402F-B502-B88D11D27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9461" y="40546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2" name="path-1017">
            <a:extLst xmlns:a="http://schemas.openxmlformats.org/drawingml/2006/main">
              <a:ext uri="{FF2B5EF4-FFF2-40B4-BE49-F238E27FC236}">
                <a16:creationId xmlns:a16="http://schemas.microsoft.com/office/drawing/2014/main" id="{00BDAC13-BC36-4169-8362-7EC655803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82" y="40492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3" name="path-1018">
            <a:extLst xmlns:a="http://schemas.openxmlformats.org/drawingml/2006/main">
              <a:ext uri="{FF2B5EF4-FFF2-40B4-BE49-F238E27FC236}">
                <a16:creationId xmlns:a16="http://schemas.microsoft.com/office/drawing/2014/main" id="{DEFD4B9C-EC37-488B-A90A-881B02E5C6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322" y="4067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4" name="path-1019">
            <a:extLst xmlns:a="http://schemas.openxmlformats.org/drawingml/2006/main">
              <a:ext uri="{FF2B5EF4-FFF2-40B4-BE49-F238E27FC236}">
                <a16:creationId xmlns:a16="http://schemas.microsoft.com/office/drawing/2014/main" id="{14128E5A-50BD-4C52-95A1-20D829590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428" y="40363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5" name="path-1020">
            <a:extLst xmlns:a="http://schemas.openxmlformats.org/drawingml/2006/main">
              <a:ext uri="{FF2B5EF4-FFF2-40B4-BE49-F238E27FC236}">
                <a16:creationId xmlns:a16="http://schemas.microsoft.com/office/drawing/2014/main" id="{634943C3-7ECD-4630-BB7D-76A87FB850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5954" y="4029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6" name="path-1021">
            <a:extLst xmlns:a="http://schemas.openxmlformats.org/drawingml/2006/main">
              <a:ext uri="{FF2B5EF4-FFF2-40B4-BE49-F238E27FC236}">
                <a16:creationId xmlns:a16="http://schemas.microsoft.com/office/drawing/2014/main" id="{4EDCE449-5BDF-4BEF-B782-6B75FE86F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262" y="4042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7" name="path-1022">
            <a:extLst xmlns:a="http://schemas.openxmlformats.org/drawingml/2006/main">
              <a:ext uri="{FF2B5EF4-FFF2-40B4-BE49-F238E27FC236}">
                <a16:creationId xmlns:a16="http://schemas.microsoft.com/office/drawing/2014/main" id="{1FBE1642-0A59-42B7-A0AA-DA0D86F26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0777" y="4040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8" name="path-1023">
            <a:extLst xmlns:a="http://schemas.openxmlformats.org/drawingml/2006/main">
              <a:ext uri="{FF2B5EF4-FFF2-40B4-BE49-F238E27FC236}">
                <a16:creationId xmlns:a16="http://schemas.microsoft.com/office/drawing/2014/main" id="{B054F374-CDCC-43BA-A84C-29BE21A8D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576" y="4029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9" name="path-1024">
            <a:extLst xmlns:a="http://schemas.openxmlformats.org/drawingml/2006/main">
              <a:ext uri="{FF2B5EF4-FFF2-40B4-BE49-F238E27FC236}">
                <a16:creationId xmlns:a16="http://schemas.microsoft.com/office/drawing/2014/main" id="{D7CD4434-FB28-4054-86DA-4DD3427C9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4905" y="40364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0" name="path-1025">
            <a:extLst xmlns:a="http://schemas.openxmlformats.org/drawingml/2006/main">
              <a:ext uri="{FF2B5EF4-FFF2-40B4-BE49-F238E27FC236}">
                <a16:creationId xmlns:a16="http://schemas.microsoft.com/office/drawing/2014/main" id="{DB3D3C5D-5245-4B96-B792-E80ABEA27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2373" y="4038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1" name="path-1026">
            <a:extLst xmlns:a="http://schemas.openxmlformats.org/drawingml/2006/main">
              <a:ext uri="{FF2B5EF4-FFF2-40B4-BE49-F238E27FC236}">
                <a16:creationId xmlns:a16="http://schemas.microsoft.com/office/drawing/2014/main" id="{5DBF140B-DF7F-46C8-B06F-036DA8680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428" y="40626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2" name="path-1027">
            <a:extLst xmlns:a="http://schemas.openxmlformats.org/drawingml/2006/main">
              <a:ext uri="{FF2B5EF4-FFF2-40B4-BE49-F238E27FC236}">
                <a16:creationId xmlns:a16="http://schemas.microsoft.com/office/drawing/2014/main" id="{39377382-6E7E-43B5-9B39-7E3C7E5C1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619" y="4057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3" name="path-1028">
            <a:extLst xmlns:a="http://schemas.openxmlformats.org/drawingml/2006/main">
              <a:ext uri="{FF2B5EF4-FFF2-40B4-BE49-F238E27FC236}">
                <a16:creationId xmlns:a16="http://schemas.microsoft.com/office/drawing/2014/main" id="{17417212-0156-4944-8C89-7B8977E7C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96" y="40460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4" name="path-1029">
            <a:extLst xmlns:a="http://schemas.openxmlformats.org/drawingml/2006/main">
              <a:ext uri="{FF2B5EF4-FFF2-40B4-BE49-F238E27FC236}">
                <a16:creationId xmlns:a16="http://schemas.microsoft.com/office/drawing/2014/main" id="{5F02E0CD-4580-4493-981F-7A07489C3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7" y="40411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5" name="path-1030">
            <a:extLst xmlns:a="http://schemas.openxmlformats.org/drawingml/2006/main">
              <a:ext uri="{FF2B5EF4-FFF2-40B4-BE49-F238E27FC236}">
                <a16:creationId xmlns:a16="http://schemas.microsoft.com/office/drawing/2014/main" id="{8572EFA6-7983-4BB8-9D98-A7D74B05B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364" y="4041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6" name="path-1031">
            <a:extLst xmlns:a="http://schemas.openxmlformats.org/drawingml/2006/main">
              <a:ext uri="{FF2B5EF4-FFF2-40B4-BE49-F238E27FC236}">
                <a16:creationId xmlns:a16="http://schemas.microsoft.com/office/drawing/2014/main" id="{849EC6B9-9FAF-4D4D-98DF-639EDF2DC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531" y="40380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7" name="path-1032">
            <a:extLst xmlns:a="http://schemas.openxmlformats.org/drawingml/2006/main">
              <a:ext uri="{FF2B5EF4-FFF2-40B4-BE49-F238E27FC236}">
                <a16:creationId xmlns:a16="http://schemas.microsoft.com/office/drawing/2014/main" id="{256BB514-16E4-4F55-9F88-A1D02E128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97" y="40648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8" name="path-1033">
            <a:extLst xmlns:a="http://schemas.openxmlformats.org/drawingml/2006/main">
              <a:ext uri="{FF2B5EF4-FFF2-40B4-BE49-F238E27FC236}">
                <a16:creationId xmlns:a16="http://schemas.microsoft.com/office/drawing/2014/main" id="{1A3BA231-E7E7-4EAB-981E-CB3843328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714" y="40709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9" name="path-1034">
            <a:extLst xmlns:a="http://schemas.openxmlformats.org/drawingml/2006/main">
              <a:ext uri="{FF2B5EF4-FFF2-40B4-BE49-F238E27FC236}">
                <a16:creationId xmlns:a16="http://schemas.microsoft.com/office/drawing/2014/main" id="{643ABE91-5578-46BB-B57E-3079C5295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792" y="40561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0" name="path-1035">
            <a:extLst xmlns:a="http://schemas.openxmlformats.org/drawingml/2006/main">
              <a:ext uri="{FF2B5EF4-FFF2-40B4-BE49-F238E27FC236}">
                <a16:creationId xmlns:a16="http://schemas.microsoft.com/office/drawing/2014/main" id="{F4C379BF-C571-4881-A17D-DB9CF3E0C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848" y="40196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1" name="path-1036">
            <a:extLst xmlns:a="http://schemas.openxmlformats.org/drawingml/2006/main">
              <a:ext uri="{FF2B5EF4-FFF2-40B4-BE49-F238E27FC236}">
                <a16:creationId xmlns:a16="http://schemas.microsoft.com/office/drawing/2014/main" id="{9DC273A8-FB40-44AF-BAB1-9BFD2F492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905" y="4046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2" name="path-1037">
            <a:extLst xmlns:a="http://schemas.openxmlformats.org/drawingml/2006/main">
              <a:ext uri="{FF2B5EF4-FFF2-40B4-BE49-F238E27FC236}">
                <a16:creationId xmlns:a16="http://schemas.microsoft.com/office/drawing/2014/main" id="{11180438-FA91-45A8-B823-60571D261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031" y="40231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3" name="path-1038">
            <a:extLst xmlns:a="http://schemas.openxmlformats.org/drawingml/2006/main">
              <a:ext uri="{FF2B5EF4-FFF2-40B4-BE49-F238E27FC236}">
                <a16:creationId xmlns:a16="http://schemas.microsoft.com/office/drawing/2014/main" id="{5F9B73D2-FD3F-4B92-8A75-EA90B47BD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82" y="39959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4" name="path-1039">
            <a:extLst xmlns:a="http://schemas.openxmlformats.org/drawingml/2006/main">
              <a:ext uri="{FF2B5EF4-FFF2-40B4-BE49-F238E27FC236}">
                <a16:creationId xmlns:a16="http://schemas.microsoft.com/office/drawing/2014/main" id="{553FDD3E-3996-4807-BAA8-613C1CA57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6987" y="4074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5" name="path-1040">
            <a:extLst xmlns:a="http://schemas.openxmlformats.org/drawingml/2006/main">
              <a:ext uri="{FF2B5EF4-FFF2-40B4-BE49-F238E27FC236}">
                <a16:creationId xmlns:a16="http://schemas.microsoft.com/office/drawing/2014/main" id="{1074E00F-365C-49AB-BC5F-265F1CA57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578" y="40517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6" name="path-1041">
            <a:extLst xmlns:a="http://schemas.openxmlformats.org/drawingml/2006/main">
              <a:ext uri="{FF2B5EF4-FFF2-40B4-BE49-F238E27FC236}">
                <a16:creationId xmlns:a16="http://schemas.microsoft.com/office/drawing/2014/main" id="{A2B7C019-E44E-4017-8CAA-4D6447BB8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4233" y="4076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7" name="path-1042">
            <a:extLst xmlns:a="http://schemas.openxmlformats.org/drawingml/2006/main">
              <a:ext uri="{FF2B5EF4-FFF2-40B4-BE49-F238E27FC236}">
                <a16:creationId xmlns:a16="http://schemas.microsoft.com/office/drawing/2014/main" id="{21CEF847-F553-49F0-944B-A79E449FA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381" y="4071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8" name="path-1043">
            <a:extLst xmlns:a="http://schemas.openxmlformats.org/drawingml/2006/main">
              <a:ext uri="{FF2B5EF4-FFF2-40B4-BE49-F238E27FC236}">
                <a16:creationId xmlns:a16="http://schemas.microsoft.com/office/drawing/2014/main" id="{D2C2671D-8576-4126-808E-61B0D0238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199" y="40039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9" name="path-1044">
            <a:extLst xmlns:a="http://schemas.openxmlformats.org/drawingml/2006/main">
              <a:ext uri="{FF2B5EF4-FFF2-40B4-BE49-F238E27FC236}">
                <a16:creationId xmlns:a16="http://schemas.microsoft.com/office/drawing/2014/main" id="{550CD799-7B95-4DA3-AAB4-68D89AD06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873" y="40039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0" name="path-1045">
            <a:extLst xmlns:a="http://schemas.openxmlformats.org/drawingml/2006/main">
              <a:ext uri="{FF2B5EF4-FFF2-40B4-BE49-F238E27FC236}">
                <a16:creationId xmlns:a16="http://schemas.microsoft.com/office/drawing/2014/main" id="{8B720649-0058-4861-AAC4-D6775397C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251" y="40696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1" name="path-1046">
            <a:extLst xmlns:a="http://schemas.openxmlformats.org/drawingml/2006/main">
              <a:ext uri="{FF2B5EF4-FFF2-40B4-BE49-F238E27FC236}">
                <a16:creationId xmlns:a16="http://schemas.microsoft.com/office/drawing/2014/main" id="{8C0687E6-6A06-4E06-A475-265F46281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76" y="4029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2" name="path-1047">
            <a:extLst xmlns:a="http://schemas.openxmlformats.org/drawingml/2006/main">
              <a:ext uri="{FF2B5EF4-FFF2-40B4-BE49-F238E27FC236}">
                <a16:creationId xmlns:a16="http://schemas.microsoft.com/office/drawing/2014/main" id="{9CA5D8CC-4841-4886-8284-A696D720D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26" y="4064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3" name="path-1048">
            <a:extLst xmlns:a="http://schemas.openxmlformats.org/drawingml/2006/main">
              <a:ext uri="{FF2B5EF4-FFF2-40B4-BE49-F238E27FC236}">
                <a16:creationId xmlns:a16="http://schemas.microsoft.com/office/drawing/2014/main" id="{2E08B903-5771-4EF0-B33E-30AB3F17A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224" y="40343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4" name="path-1049">
            <a:extLst xmlns:a="http://schemas.openxmlformats.org/drawingml/2006/main">
              <a:ext uri="{FF2B5EF4-FFF2-40B4-BE49-F238E27FC236}">
                <a16:creationId xmlns:a16="http://schemas.microsoft.com/office/drawing/2014/main" id="{070A6537-E689-4284-9940-EC3868D03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365" y="40476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5" name="path-1050">
            <a:extLst xmlns:a="http://schemas.openxmlformats.org/drawingml/2006/main">
              <a:ext uri="{FF2B5EF4-FFF2-40B4-BE49-F238E27FC236}">
                <a16:creationId xmlns:a16="http://schemas.microsoft.com/office/drawing/2014/main" id="{73B09C4E-F5C4-44C1-90AF-5187D317A3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4767" y="40304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6" name="path-1051">
            <a:extLst xmlns:a="http://schemas.openxmlformats.org/drawingml/2006/main">
              <a:ext uri="{FF2B5EF4-FFF2-40B4-BE49-F238E27FC236}">
                <a16:creationId xmlns:a16="http://schemas.microsoft.com/office/drawing/2014/main" id="{FEF64479-4D42-47AB-8A3B-71F02FDAD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550" y="40192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7" name="path-1052">
            <a:extLst xmlns:a="http://schemas.openxmlformats.org/drawingml/2006/main">
              <a:ext uri="{FF2B5EF4-FFF2-40B4-BE49-F238E27FC236}">
                <a16:creationId xmlns:a16="http://schemas.microsoft.com/office/drawing/2014/main" id="{2CEE8C3F-E94A-4596-8B27-159404A06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6523" y="4062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8" name="path-1053">
            <a:extLst xmlns:a="http://schemas.openxmlformats.org/drawingml/2006/main">
              <a:ext uri="{FF2B5EF4-FFF2-40B4-BE49-F238E27FC236}">
                <a16:creationId xmlns:a16="http://schemas.microsoft.com/office/drawing/2014/main" id="{DA5FC626-A321-4344-8DF6-43FA9406C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6753" y="40542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9" name="path-1054">
            <a:extLst xmlns:a="http://schemas.openxmlformats.org/drawingml/2006/main">
              <a:ext uri="{FF2B5EF4-FFF2-40B4-BE49-F238E27FC236}">
                <a16:creationId xmlns:a16="http://schemas.microsoft.com/office/drawing/2014/main" id="{517C00E8-5D21-41C9-8172-E297DFFB7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833" y="40418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0" name="path-1055">
            <a:extLst xmlns:a="http://schemas.openxmlformats.org/drawingml/2006/main">
              <a:ext uri="{FF2B5EF4-FFF2-40B4-BE49-F238E27FC236}">
                <a16:creationId xmlns:a16="http://schemas.microsoft.com/office/drawing/2014/main" id="{AE55CC14-CE44-42C1-8DB2-AEF6E6542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5299" y="4028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1" name="path-1056">
            <a:extLst xmlns:a="http://schemas.openxmlformats.org/drawingml/2006/main">
              <a:ext uri="{FF2B5EF4-FFF2-40B4-BE49-F238E27FC236}">
                <a16:creationId xmlns:a16="http://schemas.microsoft.com/office/drawing/2014/main" id="{DDFC5540-8830-41D3-B287-FD0BF0D06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651" y="40517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2" name="path-1057">
            <a:extLst xmlns:a="http://schemas.openxmlformats.org/drawingml/2006/main">
              <a:ext uri="{FF2B5EF4-FFF2-40B4-BE49-F238E27FC236}">
                <a16:creationId xmlns:a16="http://schemas.microsoft.com/office/drawing/2014/main" id="{DBE4E51F-AFB8-4101-A607-7A02C6106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855" y="40285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3" name="path-1058">
            <a:extLst xmlns:a="http://schemas.openxmlformats.org/drawingml/2006/main">
              <a:ext uri="{FF2B5EF4-FFF2-40B4-BE49-F238E27FC236}">
                <a16:creationId xmlns:a16="http://schemas.microsoft.com/office/drawing/2014/main" id="{22C152F6-B5B4-441A-A5C9-01B4C8C0D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784" y="40258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4" name="path-1059">
            <a:extLst xmlns:a="http://schemas.openxmlformats.org/drawingml/2006/main">
              <a:ext uri="{FF2B5EF4-FFF2-40B4-BE49-F238E27FC236}">
                <a16:creationId xmlns:a16="http://schemas.microsoft.com/office/drawing/2014/main" id="{C78AC2B8-0FF3-426B-807E-65726AE67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593" y="40292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5" name="path-1060">
            <a:extLst xmlns:a="http://schemas.openxmlformats.org/drawingml/2006/main">
              <a:ext uri="{FF2B5EF4-FFF2-40B4-BE49-F238E27FC236}">
                <a16:creationId xmlns:a16="http://schemas.microsoft.com/office/drawing/2014/main" id="{20BC194D-7A6C-4664-A1A1-2C88EC242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014" y="40467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6" name="path-1061">
            <a:extLst xmlns:a="http://schemas.openxmlformats.org/drawingml/2006/main">
              <a:ext uri="{FF2B5EF4-FFF2-40B4-BE49-F238E27FC236}">
                <a16:creationId xmlns:a16="http://schemas.microsoft.com/office/drawing/2014/main" id="{46BC1C76-BA6D-40C0-A111-C9FF4DDF2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433" y="40557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7" name="path-1062">
            <a:extLst xmlns:a="http://schemas.openxmlformats.org/drawingml/2006/main">
              <a:ext uri="{FF2B5EF4-FFF2-40B4-BE49-F238E27FC236}">
                <a16:creationId xmlns:a16="http://schemas.microsoft.com/office/drawing/2014/main" id="{AE31BD10-C507-4A10-A5DB-F0E14FC1A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7682" y="40332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8" name="path-1063">
            <a:extLst xmlns:a="http://schemas.openxmlformats.org/drawingml/2006/main">
              <a:ext uri="{FF2B5EF4-FFF2-40B4-BE49-F238E27FC236}">
                <a16:creationId xmlns:a16="http://schemas.microsoft.com/office/drawing/2014/main" id="{AFF76652-A9C9-4312-A66C-9074F6052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309" y="40818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9" name="path-1064">
            <a:extLst xmlns:a="http://schemas.openxmlformats.org/drawingml/2006/main">
              <a:ext uri="{FF2B5EF4-FFF2-40B4-BE49-F238E27FC236}">
                <a16:creationId xmlns:a16="http://schemas.microsoft.com/office/drawing/2014/main" id="{7B0240D9-39CB-49F2-8883-09745C58A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601" y="40200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0" name="path-1065">
            <a:extLst xmlns:a="http://schemas.openxmlformats.org/drawingml/2006/main">
              <a:ext uri="{FF2B5EF4-FFF2-40B4-BE49-F238E27FC236}">
                <a16:creationId xmlns:a16="http://schemas.microsoft.com/office/drawing/2014/main" id="{739A25F4-F6DB-495B-AFDF-C8075AE76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38" y="4045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1" name="path-1066">
            <a:extLst xmlns:a="http://schemas.openxmlformats.org/drawingml/2006/main">
              <a:ext uri="{FF2B5EF4-FFF2-40B4-BE49-F238E27FC236}">
                <a16:creationId xmlns:a16="http://schemas.microsoft.com/office/drawing/2014/main" id="{FC92DABC-BC32-44E2-9E2E-5D89D8908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318" y="4059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2" name="path-1067">
            <a:extLst xmlns:a="http://schemas.openxmlformats.org/drawingml/2006/main">
              <a:ext uri="{FF2B5EF4-FFF2-40B4-BE49-F238E27FC236}">
                <a16:creationId xmlns:a16="http://schemas.microsoft.com/office/drawing/2014/main" id="{B10C921F-E26F-4379-80A8-CE2FA39B2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905" y="4054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3" name="path-1068">
            <a:extLst xmlns:a="http://schemas.openxmlformats.org/drawingml/2006/main">
              <a:ext uri="{FF2B5EF4-FFF2-40B4-BE49-F238E27FC236}">
                <a16:creationId xmlns:a16="http://schemas.microsoft.com/office/drawing/2014/main" id="{2FBFE0A3-02F9-461D-9411-C1B3E1121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66" y="40297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4" name="path-1069">
            <a:extLst xmlns:a="http://schemas.openxmlformats.org/drawingml/2006/main">
              <a:ext uri="{FF2B5EF4-FFF2-40B4-BE49-F238E27FC236}">
                <a16:creationId xmlns:a16="http://schemas.microsoft.com/office/drawing/2014/main" id="{E0525162-4138-4F8F-9DD4-391464AB7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913" y="40540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5" name="path-1070">
            <a:extLst xmlns:a="http://schemas.openxmlformats.org/drawingml/2006/main">
              <a:ext uri="{FF2B5EF4-FFF2-40B4-BE49-F238E27FC236}">
                <a16:creationId xmlns:a16="http://schemas.microsoft.com/office/drawing/2014/main" id="{8BB66DE0-7C74-471F-90A8-8A3C43F05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910" y="4075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6" name="path-1071">
            <a:extLst xmlns:a="http://schemas.openxmlformats.org/drawingml/2006/main">
              <a:ext uri="{FF2B5EF4-FFF2-40B4-BE49-F238E27FC236}">
                <a16:creationId xmlns:a16="http://schemas.microsoft.com/office/drawing/2014/main" id="{E6B375B0-F1C0-4A4E-839D-A59731DE98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7797" y="4035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7" name="path-1072">
            <a:extLst xmlns:a="http://schemas.openxmlformats.org/drawingml/2006/main">
              <a:ext uri="{FF2B5EF4-FFF2-40B4-BE49-F238E27FC236}">
                <a16:creationId xmlns:a16="http://schemas.microsoft.com/office/drawing/2014/main" id="{EF3844AB-2498-4964-9D60-8FF921B50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242" y="40191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8" name="path-1073">
            <a:extLst xmlns:a="http://schemas.openxmlformats.org/drawingml/2006/main">
              <a:ext uri="{FF2B5EF4-FFF2-40B4-BE49-F238E27FC236}">
                <a16:creationId xmlns:a16="http://schemas.microsoft.com/office/drawing/2014/main" id="{87CAADFB-EC32-4A6A-B0B9-55DF248DD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275" y="40399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9" name="path-1074">
            <a:extLst xmlns:a="http://schemas.openxmlformats.org/drawingml/2006/main">
              <a:ext uri="{FF2B5EF4-FFF2-40B4-BE49-F238E27FC236}">
                <a16:creationId xmlns:a16="http://schemas.microsoft.com/office/drawing/2014/main" id="{D0E3CD30-9C04-4D3D-BCFC-1DE67AB47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9324" y="40463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0" name="path-1075">
            <a:extLst xmlns:a="http://schemas.openxmlformats.org/drawingml/2006/main">
              <a:ext uri="{FF2B5EF4-FFF2-40B4-BE49-F238E27FC236}">
                <a16:creationId xmlns:a16="http://schemas.microsoft.com/office/drawing/2014/main" id="{B8A3A6B3-2D0E-48A7-ACC7-152FAD970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20" y="40360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1" name="path-1076">
            <a:extLst xmlns:a="http://schemas.openxmlformats.org/drawingml/2006/main">
              <a:ext uri="{FF2B5EF4-FFF2-40B4-BE49-F238E27FC236}">
                <a16:creationId xmlns:a16="http://schemas.microsoft.com/office/drawing/2014/main" id="{C7F99CE3-A21A-4B87-95F9-7869C6A69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798" y="40195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2" name="path-1077">
            <a:extLst xmlns:a="http://schemas.openxmlformats.org/drawingml/2006/main">
              <a:ext uri="{FF2B5EF4-FFF2-40B4-BE49-F238E27FC236}">
                <a16:creationId xmlns:a16="http://schemas.microsoft.com/office/drawing/2014/main" id="{629C1A76-3354-4C93-A94B-0C18D86DE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180" y="40055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3" name="path-1078">
            <a:extLst xmlns:a="http://schemas.openxmlformats.org/drawingml/2006/main">
              <a:ext uri="{FF2B5EF4-FFF2-40B4-BE49-F238E27FC236}">
                <a16:creationId xmlns:a16="http://schemas.microsoft.com/office/drawing/2014/main" id="{8127C2F8-E8C3-499F-9EA9-272AEA754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650" y="4054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4" name="path-1079">
            <a:extLst xmlns:a="http://schemas.openxmlformats.org/drawingml/2006/main">
              <a:ext uri="{FF2B5EF4-FFF2-40B4-BE49-F238E27FC236}">
                <a16:creationId xmlns:a16="http://schemas.microsoft.com/office/drawing/2014/main" id="{5F401170-7E4D-4AAC-AE2B-F82D7187C3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986" y="40154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5" name="path-1080">
            <a:extLst xmlns:a="http://schemas.openxmlformats.org/drawingml/2006/main">
              <a:ext uri="{FF2B5EF4-FFF2-40B4-BE49-F238E27FC236}">
                <a16:creationId xmlns:a16="http://schemas.microsoft.com/office/drawing/2014/main" id="{B47F0D65-0148-4F3B-8EDD-EA407F993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4993" y="40276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6" name="path-1081">
            <a:extLst xmlns:a="http://schemas.openxmlformats.org/drawingml/2006/main">
              <a:ext uri="{FF2B5EF4-FFF2-40B4-BE49-F238E27FC236}">
                <a16:creationId xmlns:a16="http://schemas.microsoft.com/office/drawing/2014/main" id="{E7B43F41-C8AB-42D1-988D-CCF36F12F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924" y="4021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7" name="path-1082">
            <a:extLst xmlns:a="http://schemas.openxmlformats.org/drawingml/2006/main">
              <a:ext uri="{FF2B5EF4-FFF2-40B4-BE49-F238E27FC236}">
                <a16:creationId xmlns:a16="http://schemas.microsoft.com/office/drawing/2014/main" id="{4C934721-9024-4554-88B7-EFAF35C15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2133" y="4052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8" name="path-1083">
            <a:extLst xmlns:a="http://schemas.openxmlformats.org/drawingml/2006/main">
              <a:ext uri="{FF2B5EF4-FFF2-40B4-BE49-F238E27FC236}">
                <a16:creationId xmlns:a16="http://schemas.microsoft.com/office/drawing/2014/main" id="{DA55ECCD-B530-40BB-99B2-8E099069E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644" y="40329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9" name="path-1084">
            <a:extLst xmlns:a="http://schemas.openxmlformats.org/drawingml/2006/main">
              <a:ext uri="{FF2B5EF4-FFF2-40B4-BE49-F238E27FC236}">
                <a16:creationId xmlns:a16="http://schemas.microsoft.com/office/drawing/2014/main" id="{BAF3B61E-7178-4378-9C19-8ED1F63FE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6888" y="40342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0" name="path-1085">
            <a:extLst xmlns:a="http://schemas.openxmlformats.org/drawingml/2006/main">
              <a:ext uri="{FF2B5EF4-FFF2-40B4-BE49-F238E27FC236}">
                <a16:creationId xmlns:a16="http://schemas.microsoft.com/office/drawing/2014/main" id="{7212B0AE-9AD7-4CD2-83BB-30F6D9EF6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447" y="40362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1" name="path-1086">
            <a:extLst xmlns:a="http://schemas.openxmlformats.org/drawingml/2006/main">
              <a:ext uri="{FF2B5EF4-FFF2-40B4-BE49-F238E27FC236}">
                <a16:creationId xmlns:a16="http://schemas.microsoft.com/office/drawing/2014/main" id="{14243270-4124-41A7-9EB0-461340C53A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090" y="40249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2" name="path-1087">
            <a:extLst xmlns:a="http://schemas.openxmlformats.org/drawingml/2006/main">
              <a:ext uri="{FF2B5EF4-FFF2-40B4-BE49-F238E27FC236}">
                <a16:creationId xmlns:a16="http://schemas.microsoft.com/office/drawing/2014/main" id="{7FB3C6F2-5EC5-409D-ACEC-22FE627DE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178" y="4085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3" name="path-1088">
            <a:extLst xmlns:a="http://schemas.openxmlformats.org/drawingml/2006/main">
              <a:ext uri="{FF2B5EF4-FFF2-40B4-BE49-F238E27FC236}">
                <a16:creationId xmlns:a16="http://schemas.microsoft.com/office/drawing/2014/main" id="{93FD79E1-AEFB-4721-B841-BCBA9A64F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928" y="40349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4" name="path-1089">
            <a:extLst xmlns:a="http://schemas.openxmlformats.org/drawingml/2006/main">
              <a:ext uri="{FF2B5EF4-FFF2-40B4-BE49-F238E27FC236}">
                <a16:creationId xmlns:a16="http://schemas.microsoft.com/office/drawing/2014/main" id="{5328F91D-A761-4EE4-9188-CBA0042B3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394" y="40432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5" name="path-1090">
            <a:extLst xmlns:a="http://schemas.openxmlformats.org/drawingml/2006/main">
              <a:ext uri="{FF2B5EF4-FFF2-40B4-BE49-F238E27FC236}">
                <a16:creationId xmlns:a16="http://schemas.microsoft.com/office/drawing/2014/main" id="{EB5C1EBA-88AA-4837-BC98-2DB8CA069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407" y="40388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6" name="path-1091">
            <a:extLst xmlns:a="http://schemas.openxmlformats.org/drawingml/2006/main">
              <a:ext uri="{FF2B5EF4-FFF2-40B4-BE49-F238E27FC236}">
                <a16:creationId xmlns:a16="http://schemas.microsoft.com/office/drawing/2014/main" id="{7BB32EB1-C355-4865-895B-181B0A5F9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4696" y="40381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7" name="path-1092">
            <a:extLst xmlns:a="http://schemas.openxmlformats.org/drawingml/2006/main">
              <a:ext uri="{FF2B5EF4-FFF2-40B4-BE49-F238E27FC236}">
                <a16:creationId xmlns:a16="http://schemas.microsoft.com/office/drawing/2014/main" id="{2C73BD38-5DDF-427E-B87C-97EFF580CD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586" y="40535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8" name="path-1093">
            <a:extLst xmlns:a="http://schemas.openxmlformats.org/drawingml/2006/main">
              <a:ext uri="{FF2B5EF4-FFF2-40B4-BE49-F238E27FC236}">
                <a16:creationId xmlns:a16="http://schemas.microsoft.com/office/drawing/2014/main" id="{BE89D151-5D91-433A-B966-F74744633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150" y="40383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9" name="path-1094">
            <a:extLst xmlns:a="http://schemas.openxmlformats.org/drawingml/2006/main">
              <a:ext uri="{FF2B5EF4-FFF2-40B4-BE49-F238E27FC236}">
                <a16:creationId xmlns:a16="http://schemas.microsoft.com/office/drawing/2014/main" id="{8CA0DD32-0823-4A55-9DCB-9219DBAAE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2093" y="40297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0" name="path-1095">
            <a:extLst xmlns:a="http://schemas.openxmlformats.org/drawingml/2006/main">
              <a:ext uri="{FF2B5EF4-FFF2-40B4-BE49-F238E27FC236}">
                <a16:creationId xmlns:a16="http://schemas.microsoft.com/office/drawing/2014/main" id="{D2EFD5DB-DD7C-4E6D-B1E8-5BD768CC8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53" y="40705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1" name="path-1096">
            <a:extLst xmlns:a="http://schemas.openxmlformats.org/drawingml/2006/main">
              <a:ext uri="{FF2B5EF4-FFF2-40B4-BE49-F238E27FC236}">
                <a16:creationId xmlns:a16="http://schemas.microsoft.com/office/drawing/2014/main" id="{6CD87710-E91F-4CAE-8215-8ED2843CEA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133" y="40374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2" name="path-1097">
            <a:extLst xmlns:a="http://schemas.openxmlformats.org/drawingml/2006/main">
              <a:ext uri="{FF2B5EF4-FFF2-40B4-BE49-F238E27FC236}">
                <a16:creationId xmlns:a16="http://schemas.microsoft.com/office/drawing/2014/main" id="{3703D1AD-0179-4452-963E-1C188F975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9071" y="40599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3" name="path-1098">
            <a:extLst xmlns:a="http://schemas.openxmlformats.org/drawingml/2006/main">
              <a:ext uri="{FF2B5EF4-FFF2-40B4-BE49-F238E27FC236}">
                <a16:creationId xmlns:a16="http://schemas.microsoft.com/office/drawing/2014/main" id="{98356A96-2777-424F-8764-29AA6AD44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4515" y="40724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4" name="path-1099">
            <a:extLst xmlns:a="http://schemas.openxmlformats.org/drawingml/2006/main">
              <a:ext uri="{FF2B5EF4-FFF2-40B4-BE49-F238E27FC236}">
                <a16:creationId xmlns:a16="http://schemas.microsoft.com/office/drawing/2014/main" id="{DEA729FA-894F-4D36-A544-21E40AF56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572" y="40237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5" name="path-1100">
            <a:extLst xmlns:a="http://schemas.openxmlformats.org/drawingml/2006/main">
              <a:ext uri="{FF2B5EF4-FFF2-40B4-BE49-F238E27FC236}">
                <a16:creationId xmlns:a16="http://schemas.microsoft.com/office/drawing/2014/main" id="{02836F27-8A37-4303-8921-83C8B6898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406" y="40309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6" name="path-1101">
            <a:extLst xmlns:a="http://schemas.openxmlformats.org/drawingml/2006/main">
              <a:ext uri="{FF2B5EF4-FFF2-40B4-BE49-F238E27FC236}">
                <a16:creationId xmlns:a16="http://schemas.microsoft.com/office/drawing/2014/main" id="{B0F74403-4263-4EB0-8008-F99088F79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1598" y="40757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7" name="path-1102">
            <a:extLst xmlns:a="http://schemas.openxmlformats.org/drawingml/2006/main">
              <a:ext uri="{FF2B5EF4-FFF2-40B4-BE49-F238E27FC236}">
                <a16:creationId xmlns:a16="http://schemas.microsoft.com/office/drawing/2014/main" id="{89BE19AF-8BF1-4F49-8F29-2543F9FF3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775" y="40508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8" name="path-1103">
            <a:extLst xmlns:a="http://schemas.openxmlformats.org/drawingml/2006/main">
              <a:ext uri="{FF2B5EF4-FFF2-40B4-BE49-F238E27FC236}">
                <a16:creationId xmlns:a16="http://schemas.microsoft.com/office/drawing/2014/main" id="{C84944CB-7AE6-4B82-BD83-BF164ACFD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9502" y="40508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9" name="path-1104">
            <a:extLst xmlns:a="http://schemas.openxmlformats.org/drawingml/2006/main">
              <a:ext uri="{FF2B5EF4-FFF2-40B4-BE49-F238E27FC236}">
                <a16:creationId xmlns:a16="http://schemas.microsoft.com/office/drawing/2014/main" id="{2A6B3ED4-CE30-4CB8-9DB1-FFDF39E759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292" y="40419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0" name="path-1105">
            <a:extLst xmlns:a="http://schemas.openxmlformats.org/drawingml/2006/main">
              <a:ext uri="{FF2B5EF4-FFF2-40B4-BE49-F238E27FC236}">
                <a16:creationId xmlns:a16="http://schemas.microsoft.com/office/drawing/2014/main" id="{16B2F38F-A3A9-4956-A2E9-E41D2D272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8200" y="40362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1" name="path-1106">
            <a:extLst xmlns:a="http://schemas.openxmlformats.org/drawingml/2006/main">
              <a:ext uri="{FF2B5EF4-FFF2-40B4-BE49-F238E27FC236}">
                <a16:creationId xmlns:a16="http://schemas.microsoft.com/office/drawing/2014/main" id="{A48658CB-7038-41C1-A166-F15AF95CA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7993" y="4048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2" name="path-1107">
            <a:extLst xmlns:a="http://schemas.openxmlformats.org/drawingml/2006/main">
              <a:ext uri="{FF2B5EF4-FFF2-40B4-BE49-F238E27FC236}">
                <a16:creationId xmlns:a16="http://schemas.microsoft.com/office/drawing/2014/main" id="{F37A914F-D581-4CDB-8B95-72E7B887B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018" y="40594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3" name="path-1108">
            <a:extLst xmlns:a="http://schemas.openxmlformats.org/drawingml/2006/main">
              <a:ext uri="{FF2B5EF4-FFF2-40B4-BE49-F238E27FC236}">
                <a16:creationId xmlns:a16="http://schemas.microsoft.com/office/drawing/2014/main" id="{9A9A7DDC-EDFC-4D22-8D8A-78B0A32A5B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153" y="4056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4" name="path-1109">
            <a:extLst xmlns:a="http://schemas.openxmlformats.org/drawingml/2006/main">
              <a:ext uri="{FF2B5EF4-FFF2-40B4-BE49-F238E27FC236}">
                <a16:creationId xmlns:a16="http://schemas.microsoft.com/office/drawing/2014/main" id="{1133D6C8-7DF4-4985-A924-108594DB5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3340" y="4031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5" name="path-1110">
            <a:extLst xmlns:a="http://schemas.openxmlformats.org/drawingml/2006/main">
              <a:ext uri="{FF2B5EF4-FFF2-40B4-BE49-F238E27FC236}">
                <a16:creationId xmlns:a16="http://schemas.microsoft.com/office/drawing/2014/main" id="{9605EA18-AB4E-490B-8D23-D77A054AB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071" y="4058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6" name="path-1111">
            <a:extLst xmlns:a="http://schemas.openxmlformats.org/drawingml/2006/main">
              <a:ext uri="{FF2B5EF4-FFF2-40B4-BE49-F238E27FC236}">
                <a16:creationId xmlns:a16="http://schemas.microsoft.com/office/drawing/2014/main" id="{66BE0A78-0D5B-4E40-936B-B02E8FE1A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306" y="40689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7" name="path-1112">
            <a:extLst xmlns:a="http://schemas.openxmlformats.org/drawingml/2006/main">
              <a:ext uri="{FF2B5EF4-FFF2-40B4-BE49-F238E27FC236}">
                <a16:creationId xmlns:a16="http://schemas.microsoft.com/office/drawing/2014/main" id="{C5C1837B-4301-4113-AE72-F315A8391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9648" y="40097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8" name="path-1113">
            <a:extLst xmlns:a="http://schemas.openxmlformats.org/drawingml/2006/main">
              <a:ext uri="{FF2B5EF4-FFF2-40B4-BE49-F238E27FC236}">
                <a16:creationId xmlns:a16="http://schemas.microsoft.com/office/drawing/2014/main" id="{7CD38191-7731-4D64-B1C7-61F83DCE8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850" y="40696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9" name="path-1114">
            <a:extLst xmlns:a="http://schemas.openxmlformats.org/drawingml/2006/main">
              <a:ext uri="{FF2B5EF4-FFF2-40B4-BE49-F238E27FC236}">
                <a16:creationId xmlns:a16="http://schemas.microsoft.com/office/drawing/2014/main" id="{E7ADD828-9513-43A1-A19D-6337E21E11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100" y="40437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0" name="path-1115">
            <a:extLst xmlns:a="http://schemas.openxmlformats.org/drawingml/2006/main">
              <a:ext uri="{FF2B5EF4-FFF2-40B4-BE49-F238E27FC236}">
                <a16:creationId xmlns:a16="http://schemas.microsoft.com/office/drawing/2014/main" id="{B730B92A-7DBE-412E-9583-BC7CB7031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615" y="40309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1" name="path-1116">
            <a:extLst xmlns:a="http://schemas.openxmlformats.org/drawingml/2006/main">
              <a:ext uri="{FF2B5EF4-FFF2-40B4-BE49-F238E27FC236}">
                <a16:creationId xmlns:a16="http://schemas.microsoft.com/office/drawing/2014/main" id="{EFB13E08-D5E7-486E-A3AD-7ECD99D19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961" y="40645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2" name="path-1117">
            <a:extLst xmlns:a="http://schemas.openxmlformats.org/drawingml/2006/main">
              <a:ext uri="{FF2B5EF4-FFF2-40B4-BE49-F238E27FC236}">
                <a16:creationId xmlns:a16="http://schemas.microsoft.com/office/drawing/2014/main" id="{F4C9AFD7-D7A9-4D70-AD47-8FCA328B7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9703" y="4040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3" name="path-1118">
            <a:extLst xmlns:a="http://schemas.openxmlformats.org/drawingml/2006/main">
              <a:ext uri="{FF2B5EF4-FFF2-40B4-BE49-F238E27FC236}">
                <a16:creationId xmlns:a16="http://schemas.microsoft.com/office/drawing/2014/main" id="{E8ADF668-C19E-4921-B1FC-694D6DD42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4272" y="4050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4" name="path-1119">
            <a:extLst xmlns:a="http://schemas.openxmlformats.org/drawingml/2006/main">
              <a:ext uri="{FF2B5EF4-FFF2-40B4-BE49-F238E27FC236}">
                <a16:creationId xmlns:a16="http://schemas.microsoft.com/office/drawing/2014/main" id="{FED3DD40-23A9-423C-8F81-A5C69F115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137" y="40370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5" name="path-1120">
            <a:extLst xmlns:a="http://schemas.openxmlformats.org/drawingml/2006/main">
              <a:ext uri="{FF2B5EF4-FFF2-40B4-BE49-F238E27FC236}">
                <a16:creationId xmlns:a16="http://schemas.microsoft.com/office/drawing/2014/main" id="{0DF8EC8E-4DB5-42A0-A22D-454DB36DFB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208" y="4054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6" name="path-1121">
            <a:extLst xmlns:a="http://schemas.openxmlformats.org/drawingml/2006/main">
              <a:ext uri="{FF2B5EF4-FFF2-40B4-BE49-F238E27FC236}">
                <a16:creationId xmlns:a16="http://schemas.microsoft.com/office/drawing/2014/main" id="{60B3E17F-7CCE-43B3-897A-8A9AE2D11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8020" y="40171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7" name="path-1122">
            <a:extLst xmlns:a="http://schemas.openxmlformats.org/drawingml/2006/main">
              <a:ext uri="{FF2B5EF4-FFF2-40B4-BE49-F238E27FC236}">
                <a16:creationId xmlns:a16="http://schemas.microsoft.com/office/drawing/2014/main" id="{907E4A52-7DAF-455A-B6AD-59D9BE04E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600" y="4051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8" name="path-1123">
            <a:extLst xmlns:a="http://schemas.openxmlformats.org/drawingml/2006/main">
              <a:ext uri="{FF2B5EF4-FFF2-40B4-BE49-F238E27FC236}">
                <a16:creationId xmlns:a16="http://schemas.microsoft.com/office/drawing/2014/main" id="{C81119AF-9CC6-4737-8729-A1651A1E4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528" y="40406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9" name="path-1124">
            <a:extLst xmlns:a="http://schemas.openxmlformats.org/drawingml/2006/main">
              <a:ext uri="{FF2B5EF4-FFF2-40B4-BE49-F238E27FC236}">
                <a16:creationId xmlns:a16="http://schemas.microsoft.com/office/drawing/2014/main" id="{B3CF1740-61A3-4C42-A626-13F79AE72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9994" y="40212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0" name="path-1125">
            <a:extLst xmlns:a="http://schemas.openxmlformats.org/drawingml/2006/main">
              <a:ext uri="{FF2B5EF4-FFF2-40B4-BE49-F238E27FC236}">
                <a16:creationId xmlns:a16="http://schemas.microsoft.com/office/drawing/2014/main" id="{A8E04529-5562-481D-9554-1DE0262F8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315" y="4030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1" name="path-1126">
            <a:extLst xmlns:a="http://schemas.openxmlformats.org/drawingml/2006/main">
              <a:ext uri="{FF2B5EF4-FFF2-40B4-BE49-F238E27FC236}">
                <a16:creationId xmlns:a16="http://schemas.microsoft.com/office/drawing/2014/main" id="{48A763F3-E75D-48ED-8EF7-D8F1D8725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4358" y="40411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2" name="path-1127">
            <a:extLst xmlns:a="http://schemas.openxmlformats.org/drawingml/2006/main">
              <a:ext uri="{FF2B5EF4-FFF2-40B4-BE49-F238E27FC236}">
                <a16:creationId xmlns:a16="http://schemas.microsoft.com/office/drawing/2014/main" id="{916AE234-CBA6-4D6F-8286-1063BB55F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483" y="40713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3" name="path-1128">
            <a:extLst xmlns:a="http://schemas.openxmlformats.org/drawingml/2006/main">
              <a:ext uri="{FF2B5EF4-FFF2-40B4-BE49-F238E27FC236}">
                <a16:creationId xmlns:a16="http://schemas.microsoft.com/office/drawing/2014/main" id="{24222515-F747-401A-80D2-805E9720A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714" y="4024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4" name="path-1129">
            <a:extLst xmlns:a="http://schemas.openxmlformats.org/drawingml/2006/main">
              <a:ext uri="{FF2B5EF4-FFF2-40B4-BE49-F238E27FC236}">
                <a16:creationId xmlns:a16="http://schemas.microsoft.com/office/drawing/2014/main" id="{7C43CF66-D84C-4B71-9108-1C57907F8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901" y="40180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5" name="path-1130">
            <a:extLst xmlns:a="http://schemas.openxmlformats.org/drawingml/2006/main">
              <a:ext uri="{FF2B5EF4-FFF2-40B4-BE49-F238E27FC236}">
                <a16:creationId xmlns:a16="http://schemas.microsoft.com/office/drawing/2014/main" id="{2D6BAD4C-A680-49F2-856C-681E7BAF02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612" y="40388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6" name="path-1131">
            <a:extLst xmlns:a="http://schemas.openxmlformats.org/drawingml/2006/main">
              <a:ext uri="{FF2B5EF4-FFF2-40B4-BE49-F238E27FC236}">
                <a16:creationId xmlns:a16="http://schemas.microsoft.com/office/drawing/2014/main" id="{BDAB37A0-C77F-404E-9289-7A5A83B01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4319" y="4017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7" name="path-1132">
            <a:extLst xmlns:a="http://schemas.openxmlformats.org/drawingml/2006/main">
              <a:ext uri="{FF2B5EF4-FFF2-40B4-BE49-F238E27FC236}">
                <a16:creationId xmlns:a16="http://schemas.microsoft.com/office/drawing/2014/main" id="{E8316365-ABF6-45E6-86C8-DBF7ECD1F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580" y="40416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8" name="path-1133">
            <a:extLst xmlns:a="http://schemas.openxmlformats.org/drawingml/2006/main">
              <a:ext uri="{FF2B5EF4-FFF2-40B4-BE49-F238E27FC236}">
                <a16:creationId xmlns:a16="http://schemas.microsoft.com/office/drawing/2014/main" id="{637EFEF5-AC31-43D8-B728-5781EB9F8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7046" y="40082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9" name="path-1134">
            <a:extLst xmlns:a="http://schemas.openxmlformats.org/drawingml/2006/main">
              <a:ext uri="{FF2B5EF4-FFF2-40B4-BE49-F238E27FC236}">
                <a16:creationId xmlns:a16="http://schemas.microsoft.com/office/drawing/2014/main" id="{D4A170EF-5056-4F0D-9F58-3D7EDEF91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787" y="40638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0" name="path-1135">
            <a:extLst xmlns:a="http://schemas.openxmlformats.org/drawingml/2006/main">
              <a:ext uri="{FF2B5EF4-FFF2-40B4-BE49-F238E27FC236}">
                <a16:creationId xmlns:a16="http://schemas.microsoft.com/office/drawing/2014/main" id="{4FCC12FD-53FC-425C-A662-22ABA9DC3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682" y="40289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1" name="path-1136">
            <a:extLst xmlns:a="http://schemas.openxmlformats.org/drawingml/2006/main">
              <a:ext uri="{FF2B5EF4-FFF2-40B4-BE49-F238E27FC236}">
                <a16:creationId xmlns:a16="http://schemas.microsoft.com/office/drawing/2014/main" id="{F925D421-7D92-462D-BF07-B973FBF27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815" y="4043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2" name="path-1137">
            <a:extLst xmlns:a="http://schemas.openxmlformats.org/drawingml/2006/main">
              <a:ext uri="{FF2B5EF4-FFF2-40B4-BE49-F238E27FC236}">
                <a16:creationId xmlns:a16="http://schemas.microsoft.com/office/drawing/2014/main" id="{F12CFBD2-212A-4ABC-92DC-73F6A6294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275" y="40635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3" name="path-1138">
            <a:extLst xmlns:a="http://schemas.openxmlformats.org/drawingml/2006/main">
              <a:ext uri="{FF2B5EF4-FFF2-40B4-BE49-F238E27FC236}">
                <a16:creationId xmlns:a16="http://schemas.microsoft.com/office/drawing/2014/main" id="{7B63E8F4-FA26-4B09-A07F-1B5279F4B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455" y="40572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4" name="path-1139">
            <a:extLst xmlns:a="http://schemas.openxmlformats.org/drawingml/2006/main">
              <a:ext uri="{FF2B5EF4-FFF2-40B4-BE49-F238E27FC236}">
                <a16:creationId xmlns:a16="http://schemas.microsoft.com/office/drawing/2014/main" id="{C51F7302-72DC-4AC2-AAFD-DED639322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374" y="40440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5" name="path-1140">
            <a:extLst xmlns:a="http://schemas.openxmlformats.org/drawingml/2006/main">
              <a:ext uri="{FF2B5EF4-FFF2-40B4-BE49-F238E27FC236}">
                <a16:creationId xmlns:a16="http://schemas.microsoft.com/office/drawing/2014/main" id="{8746C251-F661-4370-BEA5-DA3ECBB65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747" y="40407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6" name="path-1141">
            <a:extLst xmlns:a="http://schemas.openxmlformats.org/drawingml/2006/main">
              <a:ext uri="{FF2B5EF4-FFF2-40B4-BE49-F238E27FC236}">
                <a16:creationId xmlns:a16="http://schemas.microsoft.com/office/drawing/2014/main" id="{61BE1E32-E4A5-4ECB-BD81-204E5C142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774" y="40681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7" name="path-1142">
            <a:extLst xmlns:a="http://schemas.openxmlformats.org/drawingml/2006/main">
              <a:ext uri="{FF2B5EF4-FFF2-40B4-BE49-F238E27FC236}">
                <a16:creationId xmlns:a16="http://schemas.microsoft.com/office/drawing/2014/main" id="{26BBC092-CC92-49BD-B2B1-DC87FACEB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968" y="3997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8" name="path-1143">
            <a:extLst xmlns:a="http://schemas.openxmlformats.org/drawingml/2006/main">
              <a:ext uri="{FF2B5EF4-FFF2-40B4-BE49-F238E27FC236}">
                <a16:creationId xmlns:a16="http://schemas.microsoft.com/office/drawing/2014/main" id="{22241CB0-0FEF-48CC-8830-0CF4A5172E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103" y="40268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9" name="path-1144">
            <a:extLst xmlns:a="http://schemas.openxmlformats.org/drawingml/2006/main">
              <a:ext uri="{FF2B5EF4-FFF2-40B4-BE49-F238E27FC236}">
                <a16:creationId xmlns:a16="http://schemas.microsoft.com/office/drawing/2014/main" id="{0C169EA3-9A17-443E-AB33-90C92B7E9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7453" y="40231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0" name="path-1145">
            <a:extLst xmlns:a="http://schemas.openxmlformats.org/drawingml/2006/main">
              <a:ext uri="{FF2B5EF4-FFF2-40B4-BE49-F238E27FC236}">
                <a16:creationId xmlns:a16="http://schemas.microsoft.com/office/drawing/2014/main" id="{0F071A84-D88B-40CB-B9BA-A80ABA3EB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636" y="4047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1" name="path-1146">
            <a:extLst xmlns:a="http://schemas.openxmlformats.org/drawingml/2006/main">
              <a:ext uri="{FF2B5EF4-FFF2-40B4-BE49-F238E27FC236}">
                <a16:creationId xmlns:a16="http://schemas.microsoft.com/office/drawing/2014/main" id="{BD295877-6AF0-468C-B751-632870650A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805" y="40491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2" name="path-1147">
            <a:extLst xmlns:a="http://schemas.openxmlformats.org/drawingml/2006/main">
              <a:ext uri="{FF2B5EF4-FFF2-40B4-BE49-F238E27FC236}">
                <a16:creationId xmlns:a16="http://schemas.microsoft.com/office/drawing/2014/main" id="{BC39B68F-9910-4210-A5FF-5B7D6A44F0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9029" y="4028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3" name="path-1148">
            <a:extLst xmlns:a="http://schemas.openxmlformats.org/drawingml/2006/main">
              <a:ext uri="{FF2B5EF4-FFF2-40B4-BE49-F238E27FC236}">
                <a16:creationId xmlns:a16="http://schemas.microsoft.com/office/drawing/2014/main" id="{464CAE10-4303-4146-A2F2-C8F57023A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505" y="40507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4" name="path-1149">
            <a:extLst xmlns:a="http://schemas.openxmlformats.org/drawingml/2006/main">
              <a:ext uri="{FF2B5EF4-FFF2-40B4-BE49-F238E27FC236}">
                <a16:creationId xmlns:a16="http://schemas.microsoft.com/office/drawing/2014/main" id="{8A7A8D23-CCFD-4243-87CE-4078F5814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729" y="4054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5" name="path-1150">
            <a:extLst xmlns:a="http://schemas.openxmlformats.org/drawingml/2006/main">
              <a:ext uri="{FF2B5EF4-FFF2-40B4-BE49-F238E27FC236}">
                <a16:creationId xmlns:a16="http://schemas.microsoft.com/office/drawing/2014/main" id="{4AF46639-89C6-4CEB-A220-09F1D3092A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687" y="40636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6" name="path-1151">
            <a:extLst xmlns:a="http://schemas.openxmlformats.org/drawingml/2006/main">
              <a:ext uri="{FF2B5EF4-FFF2-40B4-BE49-F238E27FC236}">
                <a16:creationId xmlns:a16="http://schemas.microsoft.com/office/drawing/2014/main" id="{11D08EC4-9B0A-43F6-8836-31D8D66C6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388" y="4066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7" name="path-1152">
            <a:extLst xmlns:a="http://schemas.openxmlformats.org/drawingml/2006/main">
              <a:ext uri="{FF2B5EF4-FFF2-40B4-BE49-F238E27FC236}">
                <a16:creationId xmlns:a16="http://schemas.microsoft.com/office/drawing/2014/main" id="{EED991A3-86A4-474C-820C-A0350D3D1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897" y="40505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8" name="path-1153">
            <a:extLst xmlns:a="http://schemas.openxmlformats.org/drawingml/2006/main">
              <a:ext uri="{FF2B5EF4-FFF2-40B4-BE49-F238E27FC236}">
                <a16:creationId xmlns:a16="http://schemas.microsoft.com/office/drawing/2014/main" id="{C9A7F6B4-C2AA-4D8D-B996-290777659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2625" y="40332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9" name="path-1154">
            <a:extLst xmlns:a="http://schemas.openxmlformats.org/drawingml/2006/main">
              <a:ext uri="{FF2B5EF4-FFF2-40B4-BE49-F238E27FC236}">
                <a16:creationId xmlns:a16="http://schemas.microsoft.com/office/drawing/2014/main" id="{5B767884-37BB-4BA3-9DB0-BE4BCBCA0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379" y="40440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0" name="path-1155">
            <a:extLst xmlns:a="http://schemas.openxmlformats.org/drawingml/2006/main">
              <a:ext uri="{FF2B5EF4-FFF2-40B4-BE49-F238E27FC236}">
                <a16:creationId xmlns:a16="http://schemas.microsoft.com/office/drawing/2014/main" id="{204D12E2-93AD-4417-9AE3-0856789F9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619" y="40523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1" name="path-1156">
            <a:extLst xmlns:a="http://schemas.openxmlformats.org/drawingml/2006/main">
              <a:ext uri="{FF2B5EF4-FFF2-40B4-BE49-F238E27FC236}">
                <a16:creationId xmlns:a16="http://schemas.microsoft.com/office/drawing/2014/main" id="{ABEE2830-6CF9-40A1-969F-000CDD9A2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1701" y="40252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2" name="path-1157">
            <a:extLst xmlns:a="http://schemas.openxmlformats.org/drawingml/2006/main">
              <a:ext uri="{FF2B5EF4-FFF2-40B4-BE49-F238E27FC236}">
                <a16:creationId xmlns:a16="http://schemas.microsoft.com/office/drawing/2014/main" id="{65A8664C-9ADC-41D1-9EFF-965450516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933" y="40529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3" name="path-1158">
            <a:extLst xmlns:a="http://schemas.openxmlformats.org/drawingml/2006/main">
              <a:ext uri="{FF2B5EF4-FFF2-40B4-BE49-F238E27FC236}">
                <a16:creationId xmlns:a16="http://schemas.microsoft.com/office/drawing/2014/main" id="{8A382096-DF54-40D6-B6AA-F29558201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413" y="4038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4" name="path-1159">
            <a:extLst xmlns:a="http://schemas.openxmlformats.org/drawingml/2006/main">
              <a:ext uri="{FF2B5EF4-FFF2-40B4-BE49-F238E27FC236}">
                <a16:creationId xmlns:a16="http://schemas.microsoft.com/office/drawing/2014/main" id="{9CA5FD92-6EEB-4C9B-87AD-CB1AB5C48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532" y="4050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5" name="path-1160">
            <a:extLst xmlns:a="http://schemas.openxmlformats.org/drawingml/2006/main">
              <a:ext uri="{FF2B5EF4-FFF2-40B4-BE49-F238E27FC236}">
                <a16:creationId xmlns:a16="http://schemas.microsoft.com/office/drawing/2014/main" id="{C75065D9-5F87-465B-8BFA-707E80A0E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701" y="4056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6" name="path-1161">
            <a:extLst xmlns:a="http://schemas.openxmlformats.org/drawingml/2006/main">
              <a:ext uri="{FF2B5EF4-FFF2-40B4-BE49-F238E27FC236}">
                <a16:creationId xmlns:a16="http://schemas.microsoft.com/office/drawing/2014/main" id="{BB25A3DB-7C29-4F5A-A447-00A9D2796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967" y="40275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7" name="path-1162">
            <a:extLst xmlns:a="http://schemas.openxmlformats.org/drawingml/2006/main">
              <a:ext uri="{FF2B5EF4-FFF2-40B4-BE49-F238E27FC236}">
                <a16:creationId xmlns:a16="http://schemas.microsoft.com/office/drawing/2014/main" id="{E6F01E88-CC03-4EBD-9393-DE580E45A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14" y="40638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8" name="path-1163">
            <a:extLst xmlns:a="http://schemas.openxmlformats.org/drawingml/2006/main">
              <a:ext uri="{FF2B5EF4-FFF2-40B4-BE49-F238E27FC236}">
                <a16:creationId xmlns:a16="http://schemas.microsoft.com/office/drawing/2014/main" id="{846DF6DE-32B6-43F9-8147-02F0FC3DC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0998" y="40201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9" name="path-1164">
            <a:extLst xmlns:a="http://schemas.openxmlformats.org/drawingml/2006/main">
              <a:ext uri="{FF2B5EF4-FFF2-40B4-BE49-F238E27FC236}">
                <a16:creationId xmlns:a16="http://schemas.microsoft.com/office/drawing/2014/main" id="{D1560648-A515-42BE-93AA-C3C32EC77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853" y="40727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0" name="path-1165">
            <a:extLst xmlns:a="http://schemas.openxmlformats.org/drawingml/2006/main">
              <a:ext uri="{FF2B5EF4-FFF2-40B4-BE49-F238E27FC236}">
                <a16:creationId xmlns:a16="http://schemas.microsoft.com/office/drawing/2014/main" id="{C4CB6083-6364-464D-B576-EEC2AC58A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146" y="40536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1" name="path-1166">
            <a:extLst xmlns:a="http://schemas.openxmlformats.org/drawingml/2006/main">
              <a:ext uri="{FF2B5EF4-FFF2-40B4-BE49-F238E27FC236}">
                <a16:creationId xmlns:a16="http://schemas.microsoft.com/office/drawing/2014/main" id="{B29D1D7E-4176-44F0-8E85-F625B8787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077" y="4032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2" name="path-1167">
            <a:extLst xmlns:a="http://schemas.openxmlformats.org/drawingml/2006/main">
              <a:ext uri="{FF2B5EF4-FFF2-40B4-BE49-F238E27FC236}">
                <a16:creationId xmlns:a16="http://schemas.microsoft.com/office/drawing/2014/main" id="{74CF168D-883B-4570-94F6-34BB29F0D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292" y="40202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3" name="path-1168">
            <a:extLst xmlns:a="http://schemas.openxmlformats.org/drawingml/2006/main">
              <a:ext uri="{FF2B5EF4-FFF2-40B4-BE49-F238E27FC236}">
                <a16:creationId xmlns:a16="http://schemas.microsoft.com/office/drawing/2014/main" id="{E6AB8113-0203-4548-A182-EF83A6F1D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240" y="4018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4" name="path-1169">
            <a:extLst xmlns:a="http://schemas.openxmlformats.org/drawingml/2006/main">
              <a:ext uri="{FF2B5EF4-FFF2-40B4-BE49-F238E27FC236}">
                <a16:creationId xmlns:a16="http://schemas.microsoft.com/office/drawing/2014/main" id="{438177B7-133E-4FBC-A078-E30867615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1188" y="40558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5" name="path-1170">
            <a:extLst xmlns:a="http://schemas.openxmlformats.org/drawingml/2006/main">
              <a:ext uri="{FF2B5EF4-FFF2-40B4-BE49-F238E27FC236}">
                <a16:creationId xmlns:a16="http://schemas.microsoft.com/office/drawing/2014/main" id="{A65CA6DE-105F-4E87-848F-43DD53D26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279" y="40596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6" name="path-1171">
            <a:extLst xmlns:a="http://schemas.openxmlformats.org/drawingml/2006/main">
              <a:ext uri="{FF2B5EF4-FFF2-40B4-BE49-F238E27FC236}">
                <a16:creationId xmlns:a16="http://schemas.microsoft.com/office/drawing/2014/main" id="{45C9250E-2D22-4FDF-8F65-B153387C7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938" y="40432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7" name="path-1172">
            <a:extLst xmlns:a="http://schemas.openxmlformats.org/drawingml/2006/main">
              <a:ext uri="{FF2B5EF4-FFF2-40B4-BE49-F238E27FC236}">
                <a16:creationId xmlns:a16="http://schemas.microsoft.com/office/drawing/2014/main" id="{48B10538-99D8-47EF-95D4-31401B8EE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6428" y="40472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8" name="path-1173">
            <a:extLst xmlns:a="http://schemas.openxmlformats.org/drawingml/2006/main">
              <a:ext uri="{FF2B5EF4-FFF2-40B4-BE49-F238E27FC236}">
                <a16:creationId xmlns:a16="http://schemas.microsoft.com/office/drawing/2014/main" id="{726364AA-DDD4-46B7-931A-1CD9A9CBC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789" y="4071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9" name="path-1174">
            <a:extLst xmlns:a="http://schemas.openxmlformats.org/drawingml/2006/main">
              <a:ext uri="{FF2B5EF4-FFF2-40B4-BE49-F238E27FC236}">
                <a16:creationId xmlns:a16="http://schemas.microsoft.com/office/drawing/2014/main" id="{B614EE11-94CA-4D6B-9C9E-6A8EA5E40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99" y="40275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0" name="path-1175">
            <a:extLst xmlns:a="http://schemas.openxmlformats.org/drawingml/2006/main">
              <a:ext uri="{FF2B5EF4-FFF2-40B4-BE49-F238E27FC236}">
                <a16:creationId xmlns:a16="http://schemas.microsoft.com/office/drawing/2014/main" id="{B890736C-C190-48EA-B669-42C253877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049" y="4021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1" name="path-1176">
            <a:extLst xmlns:a="http://schemas.openxmlformats.org/drawingml/2006/main">
              <a:ext uri="{FF2B5EF4-FFF2-40B4-BE49-F238E27FC236}">
                <a16:creationId xmlns:a16="http://schemas.microsoft.com/office/drawing/2014/main" id="{3D2CDC59-1438-4C41-BDC0-53565B0DC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9129" y="4035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2" name="path-1177">
            <a:extLst xmlns:a="http://schemas.openxmlformats.org/drawingml/2006/main">
              <a:ext uri="{FF2B5EF4-FFF2-40B4-BE49-F238E27FC236}">
                <a16:creationId xmlns:a16="http://schemas.microsoft.com/office/drawing/2014/main" id="{E9862027-6C29-4D50-98B4-A994B2489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955" y="40438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3" name="path-1178">
            <a:extLst xmlns:a="http://schemas.openxmlformats.org/drawingml/2006/main">
              <a:ext uri="{FF2B5EF4-FFF2-40B4-BE49-F238E27FC236}">
                <a16:creationId xmlns:a16="http://schemas.microsoft.com/office/drawing/2014/main" id="{996F117C-0F12-4E66-873C-636BA9F5D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50" y="40487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4" name="path-1179">
            <a:extLst xmlns:a="http://schemas.openxmlformats.org/drawingml/2006/main">
              <a:ext uri="{FF2B5EF4-FFF2-40B4-BE49-F238E27FC236}">
                <a16:creationId xmlns:a16="http://schemas.microsoft.com/office/drawing/2014/main" id="{AE0257D3-C085-4992-8D34-7052BC9D8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713" y="4045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5" name="path-1180">
            <a:extLst xmlns:a="http://schemas.openxmlformats.org/drawingml/2006/main">
              <a:ext uri="{FF2B5EF4-FFF2-40B4-BE49-F238E27FC236}">
                <a16:creationId xmlns:a16="http://schemas.microsoft.com/office/drawing/2014/main" id="{688DF087-C004-45FA-9163-B5BD588A0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480" y="40378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6" name="path-1181">
            <a:extLst xmlns:a="http://schemas.openxmlformats.org/drawingml/2006/main">
              <a:ext uri="{FF2B5EF4-FFF2-40B4-BE49-F238E27FC236}">
                <a16:creationId xmlns:a16="http://schemas.microsoft.com/office/drawing/2014/main" id="{2065B2E2-6007-47BF-BABE-AD70187C7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8435" y="40371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7" name="path-1182">
            <a:extLst xmlns:a="http://schemas.openxmlformats.org/drawingml/2006/main">
              <a:ext uri="{FF2B5EF4-FFF2-40B4-BE49-F238E27FC236}">
                <a16:creationId xmlns:a16="http://schemas.microsoft.com/office/drawing/2014/main" id="{2E1A6AB9-B0B3-40A2-A16A-3DE10752B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913" y="40395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8" name="path-1183">
            <a:extLst xmlns:a="http://schemas.openxmlformats.org/drawingml/2006/main">
              <a:ext uri="{FF2B5EF4-FFF2-40B4-BE49-F238E27FC236}">
                <a16:creationId xmlns:a16="http://schemas.microsoft.com/office/drawing/2014/main" id="{DA4CF5D4-6702-407A-AEE7-E6AC30DA7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27" y="4084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9" name="path-1184">
            <a:extLst xmlns:a="http://schemas.openxmlformats.org/drawingml/2006/main">
              <a:ext uri="{FF2B5EF4-FFF2-40B4-BE49-F238E27FC236}">
                <a16:creationId xmlns:a16="http://schemas.microsoft.com/office/drawing/2014/main" id="{4D6FFDA2-BB91-4734-A276-724A3208D2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548" y="4048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0" name="path-1185">
            <a:extLst xmlns:a="http://schemas.openxmlformats.org/drawingml/2006/main">
              <a:ext uri="{FF2B5EF4-FFF2-40B4-BE49-F238E27FC236}">
                <a16:creationId xmlns:a16="http://schemas.microsoft.com/office/drawing/2014/main" id="{4CB32EBC-587C-43DE-926F-B38F2E472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4790" y="40388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1" name="path-1186">
            <a:extLst xmlns:a="http://schemas.openxmlformats.org/drawingml/2006/main">
              <a:ext uri="{FF2B5EF4-FFF2-40B4-BE49-F238E27FC236}">
                <a16:creationId xmlns:a16="http://schemas.microsoft.com/office/drawing/2014/main" id="{41235F9B-DB58-4562-8528-AB5E57914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041" y="40519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2" name="path-1187">
            <a:extLst xmlns:a="http://schemas.openxmlformats.org/drawingml/2006/main">
              <a:ext uri="{FF2B5EF4-FFF2-40B4-BE49-F238E27FC236}">
                <a16:creationId xmlns:a16="http://schemas.microsoft.com/office/drawing/2014/main" id="{D9411A70-B942-46FD-9BF3-3B7BA671A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5749" y="40217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3" name="path-1188">
            <a:extLst xmlns:a="http://schemas.openxmlformats.org/drawingml/2006/main">
              <a:ext uri="{FF2B5EF4-FFF2-40B4-BE49-F238E27FC236}">
                <a16:creationId xmlns:a16="http://schemas.microsoft.com/office/drawing/2014/main" id="{71921A13-53CB-4820-BC67-CB8B32D9C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5055" y="40514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4" name="path-1189">
            <a:extLst xmlns:a="http://schemas.openxmlformats.org/drawingml/2006/main">
              <a:ext uri="{FF2B5EF4-FFF2-40B4-BE49-F238E27FC236}">
                <a16:creationId xmlns:a16="http://schemas.microsoft.com/office/drawing/2014/main" id="{3F199188-D04B-4631-B9E8-784FD969A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588" y="4026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5" name="path-1190">
            <a:extLst xmlns:a="http://schemas.openxmlformats.org/drawingml/2006/main">
              <a:ext uri="{FF2B5EF4-FFF2-40B4-BE49-F238E27FC236}">
                <a16:creationId xmlns:a16="http://schemas.microsoft.com/office/drawing/2014/main" id="{A8FA00BE-85F8-4F89-B4D8-402456654D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853" y="40549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6" name="path-1191">
            <a:extLst xmlns:a="http://schemas.openxmlformats.org/drawingml/2006/main">
              <a:ext uri="{FF2B5EF4-FFF2-40B4-BE49-F238E27FC236}">
                <a16:creationId xmlns:a16="http://schemas.microsoft.com/office/drawing/2014/main" id="{9288FA4B-1C99-448C-B44D-0107474134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9" y="40447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7" name="path-1192">
            <a:extLst xmlns:a="http://schemas.openxmlformats.org/drawingml/2006/main">
              <a:ext uri="{FF2B5EF4-FFF2-40B4-BE49-F238E27FC236}">
                <a16:creationId xmlns:a16="http://schemas.microsoft.com/office/drawing/2014/main" id="{18755A1C-BC9B-48CF-A16A-DDFB617B6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839" y="40675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8" name="path-1193">
            <a:extLst xmlns:a="http://schemas.openxmlformats.org/drawingml/2006/main">
              <a:ext uri="{FF2B5EF4-FFF2-40B4-BE49-F238E27FC236}">
                <a16:creationId xmlns:a16="http://schemas.microsoft.com/office/drawing/2014/main" id="{E91E7BBE-5BB2-4260-8326-7BAE4F7DF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22" y="40575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9" name="path-1194">
            <a:extLst xmlns:a="http://schemas.openxmlformats.org/drawingml/2006/main">
              <a:ext uri="{FF2B5EF4-FFF2-40B4-BE49-F238E27FC236}">
                <a16:creationId xmlns:a16="http://schemas.microsoft.com/office/drawing/2014/main" id="{862F32B9-5FBC-406A-A632-5B6B14649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594" y="4062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0" name="path-1195">
            <a:extLst xmlns:a="http://schemas.openxmlformats.org/drawingml/2006/main">
              <a:ext uri="{FF2B5EF4-FFF2-40B4-BE49-F238E27FC236}">
                <a16:creationId xmlns:a16="http://schemas.microsoft.com/office/drawing/2014/main" id="{19944006-CC4D-4988-AB13-C47E56988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8321" y="40489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1" name="path-1196">
            <a:extLst xmlns:a="http://schemas.openxmlformats.org/drawingml/2006/main">
              <a:ext uri="{FF2B5EF4-FFF2-40B4-BE49-F238E27FC236}">
                <a16:creationId xmlns:a16="http://schemas.microsoft.com/office/drawing/2014/main" id="{5CDDFAC7-976D-4FE3-93F0-4E0501573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213" y="4054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2" name="path-1197">
            <a:extLst xmlns:a="http://schemas.openxmlformats.org/drawingml/2006/main">
              <a:ext uri="{FF2B5EF4-FFF2-40B4-BE49-F238E27FC236}">
                <a16:creationId xmlns:a16="http://schemas.microsoft.com/office/drawing/2014/main" id="{02A4EE83-ACB8-48B9-A97A-E422754ED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877" y="4055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3" name="path-1198">
            <a:extLst xmlns:a="http://schemas.openxmlformats.org/drawingml/2006/main">
              <a:ext uri="{FF2B5EF4-FFF2-40B4-BE49-F238E27FC236}">
                <a16:creationId xmlns:a16="http://schemas.microsoft.com/office/drawing/2014/main" id="{5E30B42E-D1BB-409A-9E90-35E7980B0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09" y="40382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4" name="path-1199">
            <a:extLst xmlns:a="http://schemas.openxmlformats.org/drawingml/2006/main">
              <a:ext uri="{FF2B5EF4-FFF2-40B4-BE49-F238E27FC236}">
                <a16:creationId xmlns:a16="http://schemas.microsoft.com/office/drawing/2014/main" id="{7F5D3A98-4292-4649-9789-1C1BA7AE2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052" y="40223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5" name="path-1200">
            <a:extLst xmlns:a="http://schemas.openxmlformats.org/drawingml/2006/main">
              <a:ext uri="{FF2B5EF4-FFF2-40B4-BE49-F238E27FC236}">
                <a16:creationId xmlns:a16="http://schemas.microsoft.com/office/drawing/2014/main" id="{F02DEE8C-5A02-46A6-A23B-99192871E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326" y="4050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6" name="path-1201">
            <a:extLst xmlns:a="http://schemas.openxmlformats.org/drawingml/2006/main">
              <a:ext uri="{FF2B5EF4-FFF2-40B4-BE49-F238E27FC236}">
                <a16:creationId xmlns:a16="http://schemas.microsoft.com/office/drawing/2014/main" id="{6E63D233-AC4A-4D31-89E6-562B7F7C6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389" y="4053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7" name="path-1202">
            <a:extLst xmlns:a="http://schemas.openxmlformats.org/drawingml/2006/main">
              <a:ext uri="{FF2B5EF4-FFF2-40B4-BE49-F238E27FC236}">
                <a16:creationId xmlns:a16="http://schemas.microsoft.com/office/drawing/2014/main" id="{3A22A2F7-3DAF-498B-969C-DED87FB65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378" y="40302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8" name="path-1203">
            <a:extLst xmlns:a="http://schemas.openxmlformats.org/drawingml/2006/main">
              <a:ext uri="{FF2B5EF4-FFF2-40B4-BE49-F238E27FC236}">
                <a16:creationId xmlns:a16="http://schemas.microsoft.com/office/drawing/2014/main" id="{4949373F-74D8-49AD-8DB4-C76480AEF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0211" y="40515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9" name="path-1204">
            <a:extLst xmlns:a="http://schemas.openxmlformats.org/drawingml/2006/main">
              <a:ext uri="{FF2B5EF4-FFF2-40B4-BE49-F238E27FC236}">
                <a16:creationId xmlns:a16="http://schemas.microsoft.com/office/drawing/2014/main" id="{0314F8F9-1B3F-47F7-906C-544F4A083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673" y="4071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0" name="path-1205">
            <a:extLst xmlns:a="http://schemas.openxmlformats.org/drawingml/2006/main">
              <a:ext uri="{FF2B5EF4-FFF2-40B4-BE49-F238E27FC236}">
                <a16:creationId xmlns:a16="http://schemas.microsoft.com/office/drawing/2014/main" id="{D32DAA2A-AFB5-4C76-862B-2DBD2E952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488" y="40396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1" name="path-1206">
            <a:extLst xmlns:a="http://schemas.openxmlformats.org/drawingml/2006/main">
              <a:ext uri="{FF2B5EF4-FFF2-40B4-BE49-F238E27FC236}">
                <a16:creationId xmlns:a16="http://schemas.microsoft.com/office/drawing/2014/main" id="{6691158B-0535-40F1-A2E4-2CD88D61B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13" y="4020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2" name="path-1207">
            <a:extLst xmlns:a="http://schemas.openxmlformats.org/drawingml/2006/main">
              <a:ext uri="{FF2B5EF4-FFF2-40B4-BE49-F238E27FC236}">
                <a16:creationId xmlns:a16="http://schemas.microsoft.com/office/drawing/2014/main" id="{F8B37EE0-B88F-4447-93FE-0BB2563DD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689" y="40531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3" name="path-1208">
            <a:extLst xmlns:a="http://schemas.openxmlformats.org/drawingml/2006/main">
              <a:ext uri="{FF2B5EF4-FFF2-40B4-BE49-F238E27FC236}">
                <a16:creationId xmlns:a16="http://schemas.microsoft.com/office/drawing/2014/main" id="{D79EF6DE-609B-488F-8777-259CE0B89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576" y="40935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4" name="path-1209">
            <a:extLst xmlns:a="http://schemas.openxmlformats.org/drawingml/2006/main">
              <a:ext uri="{FF2B5EF4-FFF2-40B4-BE49-F238E27FC236}">
                <a16:creationId xmlns:a16="http://schemas.microsoft.com/office/drawing/2014/main" id="{962A5324-D4E9-43E8-B649-CDCCEC86E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931" y="40432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5" name="path-1210">
            <a:extLst xmlns:a="http://schemas.openxmlformats.org/drawingml/2006/main">
              <a:ext uri="{FF2B5EF4-FFF2-40B4-BE49-F238E27FC236}">
                <a16:creationId xmlns:a16="http://schemas.microsoft.com/office/drawing/2014/main" id="{B18FE09B-8622-40F1-93D1-FB799C778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456" y="4072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6" name="path-1211">
            <a:extLst xmlns:a="http://schemas.openxmlformats.org/drawingml/2006/main">
              <a:ext uri="{FF2B5EF4-FFF2-40B4-BE49-F238E27FC236}">
                <a16:creationId xmlns:a16="http://schemas.microsoft.com/office/drawing/2014/main" id="{503BCD60-9C06-4342-8283-C89AB614E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670" y="40309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7" name="path-1212">
            <a:extLst xmlns:a="http://schemas.openxmlformats.org/drawingml/2006/main">
              <a:ext uri="{FF2B5EF4-FFF2-40B4-BE49-F238E27FC236}">
                <a16:creationId xmlns:a16="http://schemas.microsoft.com/office/drawing/2014/main" id="{0E9E8619-784E-44D9-A6F0-A2380502A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718" y="40616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8" name="path-1213">
            <a:extLst xmlns:a="http://schemas.openxmlformats.org/drawingml/2006/main">
              <a:ext uri="{FF2B5EF4-FFF2-40B4-BE49-F238E27FC236}">
                <a16:creationId xmlns:a16="http://schemas.microsoft.com/office/drawing/2014/main" id="{BD93B540-D3FF-42EF-ACDB-808419BA3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686" y="40509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9" name="path-1214">
            <a:extLst xmlns:a="http://schemas.openxmlformats.org/drawingml/2006/main">
              <a:ext uri="{FF2B5EF4-FFF2-40B4-BE49-F238E27FC236}">
                <a16:creationId xmlns:a16="http://schemas.microsoft.com/office/drawing/2014/main" id="{5E3865AE-39BF-4C33-AFA8-53116AE50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073" y="40529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0" name="path-1215">
            <a:extLst xmlns:a="http://schemas.openxmlformats.org/drawingml/2006/main">
              <a:ext uri="{FF2B5EF4-FFF2-40B4-BE49-F238E27FC236}">
                <a16:creationId xmlns:a16="http://schemas.microsoft.com/office/drawing/2014/main" id="{C7341A1E-A6DC-4F1E-9E83-B055DC645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3785" y="40322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1" name="path-1216">
            <a:extLst xmlns:a="http://schemas.openxmlformats.org/drawingml/2006/main">
              <a:ext uri="{FF2B5EF4-FFF2-40B4-BE49-F238E27FC236}">
                <a16:creationId xmlns:a16="http://schemas.microsoft.com/office/drawing/2014/main" id="{FF0AAC36-AC0D-4632-B31E-A8F742ED4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6794" y="40565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2" name="path-1217">
            <a:extLst xmlns:a="http://schemas.openxmlformats.org/drawingml/2006/main">
              <a:ext uri="{FF2B5EF4-FFF2-40B4-BE49-F238E27FC236}">
                <a16:creationId xmlns:a16="http://schemas.microsoft.com/office/drawing/2014/main" id="{749AAB6A-C126-4674-AB2F-6DE9CC040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154" y="40386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3" name="path-1218">
            <a:extLst xmlns:a="http://schemas.openxmlformats.org/drawingml/2006/main">
              <a:ext uri="{FF2B5EF4-FFF2-40B4-BE49-F238E27FC236}">
                <a16:creationId xmlns:a16="http://schemas.microsoft.com/office/drawing/2014/main" id="{228F2E42-1CEA-4916-9DAC-E79968EB3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060" y="40489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4" name="path-1219">
            <a:extLst xmlns:a="http://schemas.openxmlformats.org/drawingml/2006/main">
              <a:ext uri="{FF2B5EF4-FFF2-40B4-BE49-F238E27FC236}">
                <a16:creationId xmlns:a16="http://schemas.microsoft.com/office/drawing/2014/main" id="{FDD60205-9842-4BE6-8C02-A06A65517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50" y="40481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5" name="path-1220">
            <a:extLst xmlns:a="http://schemas.openxmlformats.org/drawingml/2006/main">
              <a:ext uri="{FF2B5EF4-FFF2-40B4-BE49-F238E27FC236}">
                <a16:creationId xmlns:a16="http://schemas.microsoft.com/office/drawing/2014/main" id="{89EA6453-4523-4351-9DAD-D65D8D9C2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194" y="40300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6" name="path-1221">
            <a:extLst xmlns:a="http://schemas.openxmlformats.org/drawingml/2006/main">
              <a:ext uri="{FF2B5EF4-FFF2-40B4-BE49-F238E27FC236}">
                <a16:creationId xmlns:a16="http://schemas.microsoft.com/office/drawing/2014/main" id="{3950920D-9F4F-46CE-AE16-9AA3F3A2C0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037" y="40480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7" name="path-1222">
            <a:extLst xmlns:a="http://schemas.openxmlformats.org/drawingml/2006/main">
              <a:ext uri="{FF2B5EF4-FFF2-40B4-BE49-F238E27FC236}">
                <a16:creationId xmlns:a16="http://schemas.microsoft.com/office/drawing/2014/main" id="{6A670E83-DA88-47E2-953C-E41360294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672" y="4076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8" name="path-1223">
            <a:extLst xmlns:a="http://schemas.openxmlformats.org/drawingml/2006/main">
              <a:ext uri="{FF2B5EF4-FFF2-40B4-BE49-F238E27FC236}">
                <a16:creationId xmlns:a16="http://schemas.microsoft.com/office/drawing/2014/main" id="{33517377-236E-444A-A437-4FEBC80A1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9839" y="4040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9" name="path-1224">
            <a:extLst xmlns:a="http://schemas.openxmlformats.org/drawingml/2006/main">
              <a:ext uri="{FF2B5EF4-FFF2-40B4-BE49-F238E27FC236}">
                <a16:creationId xmlns:a16="http://schemas.microsoft.com/office/drawing/2014/main" id="{C37C9655-011C-4AED-8412-68F9010D0B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421" y="40183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0" name="path-1225">
            <a:extLst xmlns:a="http://schemas.openxmlformats.org/drawingml/2006/main">
              <a:ext uri="{FF2B5EF4-FFF2-40B4-BE49-F238E27FC236}">
                <a16:creationId xmlns:a16="http://schemas.microsoft.com/office/drawing/2014/main" id="{A99964BF-B0D0-4D4A-8CF6-FE1AB7607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477" y="4015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1" name="path-1226">
            <a:extLst xmlns:a="http://schemas.openxmlformats.org/drawingml/2006/main">
              <a:ext uri="{FF2B5EF4-FFF2-40B4-BE49-F238E27FC236}">
                <a16:creationId xmlns:a16="http://schemas.microsoft.com/office/drawing/2014/main" id="{C1EFECBA-7D64-4937-BFC2-6875746E1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2242" y="40308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2" name="path-1227">
            <a:extLst xmlns:a="http://schemas.openxmlformats.org/drawingml/2006/main">
              <a:ext uri="{FF2B5EF4-FFF2-40B4-BE49-F238E27FC236}">
                <a16:creationId xmlns:a16="http://schemas.microsoft.com/office/drawing/2014/main" id="{C24136A6-D3F3-44A4-A972-AEA04A092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159" y="40606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3" name="path-1228">
            <a:extLst xmlns:a="http://schemas.openxmlformats.org/drawingml/2006/main">
              <a:ext uri="{FF2B5EF4-FFF2-40B4-BE49-F238E27FC236}">
                <a16:creationId xmlns:a16="http://schemas.microsoft.com/office/drawing/2014/main" id="{DD70C553-9B41-4E08-BF5F-4A27E60CA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218" y="4054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4" name="path-1229">
            <a:extLst xmlns:a="http://schemas.openxmlformats.org/drawingml/2006/main">
              <a:ext uri="{FF2B5EF4-FFF2-40B4-BE49-F238E27FC236}">
                <a16:creationId xmlns:a16="http://schemas.microsoft.com/office/drawing/2014/main" id="{04EA02AB-CFF6-4A53-864D-16D26E2CD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364" y="40400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5" name="path-1230">
            <a:extLst xmlns:a="http://schemas.openxmlformats.org/drawingml/2006/main">
              <a:ext uri="{FF2B5EF4-FFF2-40B4-BE49-F238E27FC236}">
                <a16:creationId xmlns:a16="http://schemas.microsoft.com/office/drawing/2014/main" id="{57333ACE-ECD2-447D-9166-12768305A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30" y="40218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6" name="path-1231">
            <a:extLst xmlns:a="http://schemas.openxmlformats.org/drawingml/2006/main">
              <a:ext uri="{FF2B5EF4-FFF2-40B4-BE49-F238E27FC236}">
                <a16:creationId xmlns:a16="http://schemas.microsoft.com/office/drawing/2014/main" id="{F8B29E82-6773-466A-A594-27C27BDA7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1304" y="40076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7" name="path-1232">
            <a:extLst xmlns:a="http://schemas.openxmlformats.org/drawingml/2006/main">
              <a:ext uri="{FF2B5EF4-FFF2-40B4-BE49-F238E27FC236}">
                <a16:creationId xmlns:a16="http://schemas.microsoft.com/office/drawing/2014/main" id="{EC4D6982-428E-4381-B9FC-0C698C55E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845" y="40207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8" name="path-1233">
            <a:extLst xmlns:a="http://schemas.openxmlformats.org/drawingml/2006/main">
              <a:ext uri="{FF2B5EF4-FFF2-40B4-BE49-F238E27FC236}">
                <a16:creationId xmlns:a16="http://schemas.microsoft.com/office/drawing/2014/main" id="{8DDCE378-5A40-45A5-8589-9B55C04ED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934" y="4071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9" name="path-1234">
            <a:extLst xmlns:a="http://schemas.openxmlformats.org/drawingml/2006/main">
              <a:ext uri="{FF2B5EF4-FFF2-40B4-BE49-F238E27FC236}">
                <a16:creationId xmlns:a16="http://schemas.microsoft.com/office/drawing/2014/main" id="{30AEB703-9120-43B4-9E7E-A87AB47B7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08" y="40425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0" name="path-1235">
            <a:extLst xmlns:a="http://schemas.openxmlformats.org/drawingml/2006/main">
              <a:ext uri="{FF2B5EF4-FFF2-40B4-BE49-F238E27FC236}">
                <a16:creationId xmlns:a16="http://schemas.microsoft.com/office/drawing/2014/main" id="{FBCDD398-C68D-452C-B648-DE40843F9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096" y="40545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1" name="path-1236">
            <a:extLst xmlns:a="http://schemas.openxmlformats.org/drawingml/2006/main">
              <a:ext uri="{FF2B5EF4-FFF2-40B4-BE49-F238E27FC236}">
                <a16:creationId xmlns:a16="http://schemas.microsoft.com/office/drawing/2014/main" id="{7AFC3B35-C0A6-40F7-9929-E97196897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955" y="40310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2" name="path-1237">
            <a:extLst xmlns:a="http://schemas.openxmlformats.org/drawingml/2006/main">
              <a:ext uri="{FF2B5EF4-FFF2-40B4-BE49-F238E27FC236}">
                <a16:creationId xmlns:a16="http://schemas.microsoft.com/office/drawing/2014/main" id="{0D8FD465-EF0E-4DF0-BFA1-5DF5F47D8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2074" y="4058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3" name="path-1238">
            <a:extLst xmlns:a="http://schemas.openxmlformats.org/drawingml/2006/main">
              <a:ext uri="{FF2B5EF4-FFF2-40B4-BE49-F238E27FC236}">
                <a16:creationId xmlns:a16="http://schemas.microsoft.com/office/drawing/2014/main" id="{44088A92-51CF-4921-A97A-D63A7C7AB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976" y="40459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4" name="path-1239">
            <a:extLst xmlns:a="http://schemas.openxmlformats.org/drawingml/2006/main">
              <a:ext uri="{FF2B5EF4-FFF2-40B4-BE49-F238E27FC236}">
                <a16:creationId xmlns:a16="http://schemas.microsoft.com/office/drawing/2014/main" id="{7ED9CDA4-EC60-4ABD-8147-BDBB30AE2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949" y="40558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5" name="path-1240">
            <a:extLst xmlns:a="http://schemas.openxmlformats.org/drawingml/2006/main">
              <a:ext uri="{FF2B5EF4-FFF2-40B4-BE49-F238E27FC236}">
                <a16:creationId xmlns:a16="http://schemas.microsoft.com/office/drawing/2014/main" id="{3CDC8819-D2C1-43F3-AACE-7D435F509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7149" y="40272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6" name="path-1241">
            <a:extLst xmlns:a="http://schemas.openxmlformats.org/drawingml/2006/main">
              <a:ext uri="{FF2B5EF4-FFF2-40B4-BE49-F238E27FC236}">
                <a16:creationId xmlns:a16="http://schemas.microsoft.com/office/drawing/2014/main" id="{BE6387AD-4A9E-4E8D-ABB1-D93477306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387" y="40466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7" name="path-1242">
            <a:extLst xmlns:a="http://schemas.openxmlformats.org/drawingml/2006/main">
              <a:ext uri="{FF2B5EF4-FFF2-40B4-BE49-F238E27FC236}">
                <a16:creationId xmlns:a16="http://schemas.microsoft.com/office/drawing/2014/main" id="{10D0768C-8CBC-4183-89FC-AF737CDAC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4284" y="4055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8" name="path-1243">
            <a:extLst xmlns:a="http://schemas.openxmlformats.org/drawingml/2006/main">
              <a:ext uri="{FF2B5EF4-FFF2-40B4-BE49-F238E27FC236}">
                <a16:creationId xmlns:a16="http://schemas.microsoft.com/office/drawing/2014/main" id="{73135EFF-9B63-4C8F-B30F-DF39A48D4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4" y="4074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9" name="path-1244">
            <a:extLst xmlns:a="http://schemas.openxmlformats.org/drawingml/2006/main">
              <a:ext uri="{FF2B5EF4-FFF2-40B4-BE49-F238E27FC236}">
                <a16:creationId xmlns:a16="http://schemas.microsoft.com/office/drawing/2014/main" id="{FB94B581-23D3-48A2-B20A-A61108336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7894" y="40387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0" name="path-1245">
            <a:extLst xmlns:a="http://schemas.openxmlformats.org/drawingml/2006/main">
              <a:ext uri="{FF2B5EF4-FFF2-40B4-BE49-F238E27FC236}">
                <a16:creationId xmlns:a16="http://schemas.microsoft.com/office/drawing/2014/main" id="{8EC2D1AC-B54A-4602-B7B7-5E18945D3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0107" y="40676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1" name="path-1246">
            <a:extLst xmlns:a="http://schemas.openxmlformats.org/drawingml/2006/main">
              <a:ext uri="{FF2B5EF4-FFF2-40B4-BE49-F238E27FC236}">
                <a16:creationId xmlns:a16="http://schemas.microsoft.com/office/drawing/2014/main" id="{4E9B88CF-0FE7-48E1-A418-AB07C94A2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087" y="4014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2" name="path-1247">
            <a:extLst xmlns:a="http://schemas.openxmlformats.org/drawingml/2006/main">
              <a:ext uri="{FF2B5EF4-FFF2-40B4-BE49-F238E27FC236}">
                <a16:creationId xmlns:a16="http://schemas.microsoft.com/office/drawing/2014/main" id="{C80917C4-296C-4CF8-804E-DDEA0756C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882" y="40407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3" name="path-1248">
            <a:extLst xmlns:a="http://schemas.openxmlformats.org/drawingml/2006/main">
              <a:ext uri="{FF2B5EF4-FFF2-40B4-BE49-F238E27FC236}">
                <a16:creationId xmlns:a16="http://schemas.microsoft.com/office/drawing/2014/main" id="{B5B20715-F224-4406-93CF-74DE3F5387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908" y="40457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4" name="path-1249">
            <a:extLst xmlns:a="http://schemas.openxmlformats.org/drawingml/2006/main">
              <a:ext uri="{FF2B5EF4-FFF2-40B4-BE49-F238E27FC236}">
                <a16:creationId xmlns:a16="http://schemas.microsoft.com/office/drawing/2014/main" id="{69F6FDAF-296B-447A-96E8-962D80B5E6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636" y="4053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5" name="path-1250">
            <a:extLst xmlns:a="http://schemas.openxmlformats.org/drawingml/2006/main">
              <a:ext uri="{FF2B5EF4-FFF2-40B4-BE49-F238E27FC236}">
                <a16:creationId xmlns:a16="http://schemas.microsoft.com/office/drawing/2014/main" id="{4BCBEE4F-FB23-4F6F-86AB-FC68F9E91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434" y="40472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6" name="path-1251">
            <a:extLst xmlns:a="http://schemas.openxmlformats.org/drawingml/2006/main">
              <a:ext uri="{FF2B5EF4-FFF2-40B4-BE49-F238E27FC236}">
                <a16:creationId xmlns:a16="http://schemas.microsoft.com/office/drawing/2014/main" id="{3276D7FD-273C-43C4-AAEB-37281D72D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522" y="40481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7" name="path-1252">
            <a:extLst xmlns:a="http://schemas.openxmlformats.org/drawingml/2006/main">
              <a:ext uri="{FF2B5EF4-FFF2-40B4-BE49-F238E27FC236}">
                <a16:creationId xmlns:a16="http://schemas.microsoft.com/office/drawing/2014/main" id="{20CC5699-26E6-41B5-B6EB-3671824FB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522" y="40468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8" name="path-1253">
            <a:extLst xmlns:a="http://schemas.openxmlformats.org/drawingml/2006/main">
              <a:ext uri="{FF2B5EF4-FFF2-40B4-BE49-F238E27FC236}">
                <a16:creationId xmlns:a16="http://schemas.microsoft.com/office/drawing/2014/main" id="{87794695-24D9-4B23-868C-08F2FC936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498" y="40359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9" name="path-1254">
            <a:extLst xmlns:a="http://schemas.openxmlformats.org/drawingml/2006/main">
              <a:ext uri="{FF2B5EF4-FFF2-40B4-BE49-F238E27FC236}">
                <a16:creationId xmlns:a16="http://schemas.microsoft.com/office/drawing/2014/main" id="{5893440D-41D5-4AEC-8905-967927958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2167" y="40401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0" name="path-1255">
            <a:extLst xmlns:a="http://schemas.openxmlformats.org/drawingml/2006/main">
              <a:ext uri="{FF2B5EF4-FFF2-40B4-BE49-F238E27FC236}">
                <a16:creationId xmlns:a16="http://schemas.microsoft.com/office/drawing/2014/main" id="{2C30C2D1-0217-4C5B-A13C-9B6A49444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915" y="40163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1" name="path-1256">
            <a:extLst xmlns:a="http://schemas.openxmlformats.org/drawingml/2006/main">
              <a:ext uri="{FF2B5EF4-FFF2-40B4-BE49-F238E27FC236}">
                <a16:creationId xmlns:a16="http://schemas.microsoft.com/office/drawing/2014/main" id="{4A130059-90CC-41AD-85E3-50E12F207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717" y="4059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2" name="path-1257">
            <a:extLst xmlns:a="http://schemas.openxmlformats.org/drawingml/2006/main">
              <a:ext uri="{FF2B5EF4-FFF2-40B4-BE49-F238E27FC236}">
                <a16:creationId xmlns:a16="http://schemas.microsoft.com/office/drawing/2014/main" id="{DC75A03E-EA0C-44E6-AA93-1E6016EC1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905" y="40479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3" name="path-1258">
            <a:extLst xmlns:a="http://schemas.openxmlformats.org/drawingml/2006/main">
              <a:ext uri="{FF2B5EF4-FFF2-40B4-BE49-F238E27FC236}">
                <a16:creationId xmlns:a16="http://schemas.microsoft.com/office/drawing/2014/main" id="{961C549E-3FCA-42CF-A29C-154CDC9F2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422" y="40129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4" name="path-1259">
            <a:extLst xmlns:a="http://schemas.openxmlformats.org/drawingml/2006/main">
              <a:ext uri="{FF2B5EF4-FFF2-40B4-BE49-F238E27FC236}">
                <a16:creationId xmlns:a16="http://schemas.microsoft.com/office/drawing/2014/main" id="{336C095C-A348-4366-B250-71E511FAA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21" y="40465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5" name="path-1260">
            <a:extLst xmlns:a="http://schemas.openxmlformats.org/drawingml/2006/main">
              <a:ext uri="{FF2B5EF4-FFF2-40B4-BE49-F238E27FC236}">
                <a16:creationId xmlns:a16="http://schemas.microsoft.com/office/drawing/2014/main" id="{5C9F4B2D-A1E9-471F-91B6-A9F907EB7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647" y="40603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6" name="path-1261">
            <a:extLst xmlns:a="http://schemas.openxmlformats.org/drawingml/2006/main">
              <a:ext uri="{FF2B5EF4-FFF2-40B4-BE49-F238E27FC236}">
                <a16:creationId xmlns:a16="http://schemas.microsoft.com/office/drawing/2014/main" id="{556D3834-1765-43EF-B758-44CBB1468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826" y="4041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7" name="path-1262">
            <a:extLst xmlns:a="http://schemas.openxmlformats.org/drawingml/2006/main">
              <a:ext uri="{FF2B5EF4-FFF2-40B4-BE49-F238E27FC236}">
                <a16:creationId xmlns:a16="http://schemas.microsoft.com/office/drawing/2014/main" id="{422218CB-E7D5-4CBC-A297-518535F78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870" y="40360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8" name="path-1263">
            <a:extLst xmlns:a="http://schemas.openxmlformats.org/drawingml/2006/main">
              <a:ext uri="{FF2B5EF4-FFF2-40B4-BE49-F238E27FC236}">
                <a16:creationId xmlns:a16="http://schemas.microsoft.com/office/drawing/2014/main" id="{C6961B41-AE1A-45B0-8E63-9E2C0E7AF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209" y="40606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9" name="path-1264">
            <a:extLst xmlns:a="http://schemas.openxmlformats.org/drawingml/2006/main">
              <a:ext uri="{FF2B5EF4-FFF2-40B4-BE49-F238E27FC236}">
                <a16:creationId xmlns:a16="http://schemas.microsoft.com/office/drawing/2014/main" id="{CE19FAE3-2CAB-49E3-B35B-38C1AF97F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062" y="4045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0" name="path-1265">
            <a:extLst xmlns:a="http://schemas.openxmlformats.org/drawingml/2006/main">
              <a:ext uri="{FF2B5EF4-FFF2-40B4-BE49-F238E27FC236}">
                <a16:creationId xmlns:a16="http://schemas.microsoft.com/office/drawing/2014/main" id="{D540FEA4-16C5-4072-93EC-AFE2B1398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6" y="40510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1" name="path-1266">
            <a:extLst xmlns:a="http://schemas.openxmlformats.org/drawingml/2006/main">
              <a:ext uri="{FF2B5EF4-FFF2-40B4-BE49-F238E27FC236}">
                <a16:creationId xmlns:a16="http://schemas.microsoft.com/office/drawing/2014/main" id="{67012BD9-1BBB-4BF3-9173-1B1E0B0AA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1781" y="40547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2" name="path-1267">
            <a:extLst xmlns:a="http://schemas.openxmlformats.org/drawingml/2006/main">
              <a:ext uri="{FF2B5EF4-FFF2-40B4-BE49-F238E27FC236}">
                <a16:creationId xmlns:a16="http://schemas.microsoft.com/office/drawing/2014/main" id="{7D930F1C-94B8-4363-9B35-24956D6B18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780" y="40397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3" name="path-1268">
            <a:extLst xmlns:a="http://schemas.openxmlformats.org/drawingml/2006/main">
              <a:ext uri="{FF2B5EF4-FFF2-40B4-BE49-F238E27FC236}">
                <a16:creationId xmlns:a16="http://schemas.microsoft.com/office/drawing/2014/main" id="{40F91C36-B19E-4873-9436-EF46C97EC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84" y="40633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4" name="path-1269">
            <a:extLst xmlns:a="http://schemas.openxmlformats.org/drawingml/2006/main">
              <a:ext uri="{FF2B5EF4-FFF2-40B4-BE49-F238E27FC236}">
                <a16:creationId xmlns:a16="http://schemas.microsoft.com/office/drawing/2014/main" id="{7531BF41-A2CD-4921-8844-02EAD8A6D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076" y="4058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5" name="path-1270">
            <a:extLst xmlns:a="http://schemas.openxmlformats.org/drawingml/2006/main">
              <a:ext uri="{FF2B5EF4-FFF2-40B4-BE49-F238E27FC236}">
                <a16:creationId xmlns:a16="http://schemas.microsoft.com/office/drawing/2014/main" id="{B69211A4-CAEA-406A-8728-4D6134086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599" y="40387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6" name="path-1271">
            <a:extLst xmlns:a="http://schemas.openxmlformats.org/drawingml/2006/main">
              <a:ext uri="{FF2B5EF4-FFF2-40B4-BE49-F238E27FC236}">
                <a16:creationId xmlns:a16="http://schemas.microsoft.com/office/drawing/2014/main" id="{BB0103BE-120E-4BE3-8CAC-9C7244432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406" y="4052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7" name="path-1272">
            <a:extLst xmlns:a="http://schemas.openxmlformats.org/drawingml/2006/main">
              <a:ext uri="{FF2B5EF4-FFF2-40B4-BE49-F238E27FC236}">
                <a16:creationId xmlns:a16="http://schemas.microsoft.com/office/drawing/2014/main" id="{F9127CF4-59BF-4D41-A200-16C499EDD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2486" y="40377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8" name="path-1273">
            <a:extLst xmlns:a="http://schemas.openxmlformats.org/drawingml/2006/main">
              <a:ext uri="{FF2B5EF4-FFF2-40B4-BE49-F238E27FC236}">
                <a16:creationId xmlns:a16="http://schemas.microsoft.com/office/drawing/2014/main" id="{D08BE69C-0337-44FC-B88A-28A0C49DAB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610" y="40840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9" name="path-1274">
            <a:extLst xmlns:a="http://schemas.openxmlformats.org/drawingml/2006/main">
              <a:ext uri="{FF2B5EF4-FFF2-40B4-BE49-F238E27FC236}">
                <a16:creationId xmlns:a16="http://schemas.microsoft.com/office/drawing/2014/main" id="{B2009E6B-F5DB-4EC7-82E5-C7500E242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292" y="40386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0" name="path-1275">
            <a:extLst xmlns:a="http://schemas.openxmlformats.org/drawingml/2006/main">
              <a:ext uri="{FF2B5EF4-FFF2-40B4-BE49-F238E27FC236}">
                <a16:creationId xmlns:a16="http://schemas.microsoft.com/office/drawing/2014/main" id="{3642ED0B-41EE-4784-A653-5B738D69A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457" y="40476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1" name="path-1276">
            <a:extLst xmlns:a="http://schemas.openxmlformats.org/drawingml/2006/main">
              <a:ext uri="{FF2B5EF4-FFF2-40B4-BE49-F238E27FC236}">
                <a16:creationId xmlns:a16="http://schemas.microsoft.com/office/drawing/2014/main" id="{69FD8034-6551-4DAA-A5AD-2475B4391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623" y="4038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2" name="path-1277">
            <a:extLst xmlns:a="http://schemas.openxmlformats.org/drawingml/2006/main">
              <a:ext uri="{FF2B5EF4-FFF2-40B4-BE49-F238E27FC236}">
                <a16:creationId xmlns:a16="http://schemas.microsoft.com/office/drawing/2014/main" id="{AA088FA5-18A5-4969-8EE8-F72D5AD73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4555" y="40595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3" name="path-1278">
            <a:extLst xmlns:a="http://schemas.openxmlformats.org/drawingml/2006/main">
              <a:ext uri="{FF2B5EF4-FFF2-40B4-BE49-F238E27FC236}">
                <a16:creationId xmlns:a16="http://schemas.microsoft.com/office/drawing/2014/main" id="{BD00A3E3-2B35-4335-852E-1443C2F64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111" y="40362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4" name="path-1279">
            <a:extLst xmlns:a="http://schemas.openxmlformats.org/drawingml/2006/main">
              <a:ext uri="{FF2B5EF4-FFF2-40B4-BE49-F238E27FC236}">
                <a16:creationId xmlns:a16="http://schemas.microsoft.com/office/drawing/2014/main" id="{FFCB43AF-5787-4E11-80AA-DBBBAA7C1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2293" y="4047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5" name="path-1280">
            <a:extLst xmlns:a="http://schemas.openxmlformats.org/drawingml/2006/main">
              <a:ext uri="{FF2B5EF4-FFF2-40B4-BE49-F238E27FC236}">
                <a16:creationId xmlns:a16="http://schemas.microsoft.com/office/drawing/2014/main" id="{6B542853-E6BE-4BC5-AA94-4017B7056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835" y="40363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6" name="path-1281">
            <a:extLst xmlns:a="http://schemas.openxmlformats.org/drawingml/2006/main">
              <a:ext uri="{FF2B5EF4-FFF2-40B4-BE49-F238E27FC236}">
                <a16:creationId xmlns:a16="http://schemas.microsoft.com/office/drawing/2014/main" id="{ADF8F3A4-965D-41FE-8C79-BFE55286A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88" y="4016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7" name="path-1282">
            <a:extLst xmlns:a="http://schemas.openxmlformats.org/drawingml/2006/main">
              <a:ext uri="{FF2B5EF4-FFF2-40B4-BE49-F238E27FC236}">
                <a16:creationId xmlns:a16="http://schemas.microsoft.com/office/drawing/2014/main" id="{E3693434-4663-4BA4-B885-4E385C154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3" y="40684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8" name="path-1283">
            <a:extLst xmlns:a="http://schemas.openxmlformats.org/drawingml/2006/main">
              <a:ext uri="{FF2B5EF4-FFF2-40B4-BE49-F238E27FC236}">
                <a16:creationId xmlns:a16="http://schemas.microsoft.com/office/drawing/2014/main" id="{5205DABC-5432-4CB3-8B4E-2A0EB8786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673" y="40455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9" name="path-1284">
            <a:extLst xmlns:a="http://schemas.openxmlformats.org/drawingml/2006/main">
              <a:ext uri="{FF2B5EF4-FFF2-40B4-BE49-F238E27FC236}">
                <a16:creationId xmlns:a16="http://schemas.microsoft.com/office/drawing/2014/main" id="{91FFAD67-5DD1-4046-9AA2-EF2AA92AC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726" y="40263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0" name="path-1285">
            <a:extLst xmlns:a="http://schemas.openxmlformats.org/drawingml/2006/main">
              <a:ext uri="{FF2B5EF4-FFF2-40B4-BE49-F238E27FC236}">
                <a16:creationId xmlns:a16="http://schemas.microsoft.com/office/drawing/2014/main" id="{551E8FFF-0641-4ACE-9968-D41C085CE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4291" y="40507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1" name="path-1286">
            <a:extLst xmlns:a="http://schemas.openxmlformats.org/drawingml/2006/main">
              <a:ext uri="{FF2B5EF4-FFF2-40B4-BE49-F238E27FC236}">
                <a16:creationId xmlns:a16="http://schemas.microsoft.com/office/drawing/2014/main" id="{00E55B2D-448E-42C8-B298-312BB9F22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329" y="40215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2" name="path-1287">
            <a:extLst xmlns:a="http://schemas.openxmlformats.org/drawingml/2006/main">
              <a:ext uri="{FF2B5EF4-FFF2-40B4-BE49-F238E27FC236}">
                <a16:creationId xmlns:a16="http://schemas.microsoft.com/office/drawing/2014/main" id="{A0BF1ECC-5F32-4194-B0DD-FF5388C3F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822" y="40475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3" name="path-1288">
            <a:extLst xmlns:a="http://schemas.openxmlformats.org/drawingml/2006/main">
              <a:ext uri="{FF2B5EF4-FFF2-40B4-BE49-F238E27FC236}">
                <a16:creationId xmlns:a16="http://schemas.microsoft.com/office/drawing/2014/main" id="{3985DC6F-2488-4377-ABB3-E829F3929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6696" y="40343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4" name="path-1289">
            <a:extLst xmlns:a="http://schemas.openxmlformats.org/drawingml/2006/main">
              <a:ext uri="{FF2B5EF4-FFF2-40B4-BE49-F238E27FC236}">
                <a16:creationId xmlns:a16="http://schemas.microsoft.com/office/drawing/2014/main" id="{20EA8E0C-3ABD-4B84-ABB3-6D098043D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771" y="40740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5" name="path-1290">
            <a:extLst xmlns:a="http://schemas.openxmlformats.org/drawingml/2006/main">
              <a:ext uri="{FF2B5EF4-FFF2-40B4-BE49-F238E27FC236}">
                <a16:creationId xmlns:a16="http://schemas.microsoft.com/office/drawing/2014/main" id="{B44B7CB3-1264-4E25-9B83-21E37FD9A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937" y="40828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6" name="path-1291">
            <a:extLst xmlns:a="http://schemas.openxmlformats.org/drawingml/2006/main">
              <a:ext uri="{FF2B5EF4-FFF2-40B4-BE49-F238E27FC236}">
                <a16:creationId xmlns:a16="http://schemas.microsoft.com/office/drawing/2014/main" id="{49273353-943F-4622-B7EB-56B7E1D7C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893" y="40379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7" name="path-1292">
            <a:extLst xmlns:a="http://schemas.openxmlformats.org/drawingml/2006/main">
              <a:ext uri="{FF2B5EF4-FFF2-40B4-BE49-F238E27FC236}">
                <a16:creationId xmlns:a16="http://schemas.microsoft.com/office/drawing/2014/main" id="{4518B765-6500-40A4-A1A3-86864FD81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422" y="4040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8" name="path-1293">
            <a:extLst xmlns:a="http://schemas.openxmlformats.org/drawingml/2006/main">
              <a:ext uri="{FF2B5EF4-FFF2-40B4-BE49-F238E27FC236}">
                <a16:creationId xmlns:a16="http://schemas.microsoft.com/office/drawing/2014/main" id="{5B482C4E-C408-4501-8468-409102A3E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431" y="40551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9" name="path-1294">
            <a:extLst xmlns:a="http://schemas.openxmlformats.org/drawingml/2006/main">
              <a:ext uri="{FF2B5EF4-FFF2-40B4-BE49-F238E27FC236}">
                <a16:creationId xmlns:a16="http://schemas.microsoft.com/office/drawing/2014/main" id="{B6CD2260-5960-4DC5-B21E-C09467D5E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452" y="40001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0" name="path-1295">
            <a:extLst xmlns:a="http://schemas.openxmlformats.org/drawingml/2006/main">
              <a:ext uri="{FF2B5EF4-FFF2-40B4-BE49-F238E27FC236}">
                <a16:creationId xmlns:a16="http://schemas.microsoft.com/office/drawing/2014/main" id="{04B7527D-2C55-43C1-86BF-5ADF651F9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795" y="40236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1" name="path-1296">
            <a:extLst xmlns:a="http://schemas.openxmlformats.org/drawingml/2006/main">
              <a:ext uri="{FF2B5EF4-FFF2-40B4-BE49-F238E27FC236}">
                <a16:creationId xmlns:a16="http://schemas.microsoft.com/office/drawing/2014/main" id="{1B365C33-8B17-4199-A218-B6348DE0C2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066" y="40324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2" name="path-1297">
            <a:extLst xmlns:a="http://schemas.openxmlformats.org/drawingml/2006/main">
              <a:ext uri="{FF2B5EF4-FFF2-40B4-BE49-F238E27FC236}">
                <a16:creationId xmlns:a16="http://schemas.microsoft.com/office/drawing/2014/main" id="{E436D799-DCF8-464F-88CA-CDE688DDE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126" y="40415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3" name="path-1298">
            <a:extLst xmlns:a="http://schemas.openxmlformats.org/drawingml/2006/main">
              <a:ext uri="{FF2B5EF4-FFF2-40B4-BE49-F238E27FC236}">
                <a16:creationId xmlns:a16="http://schemas.microsoft.com/office/drawing/2014/main" id="{3B711506-A3C3-4AE4-8C32-18A2945BCE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339" y="40288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4" name="path-1299">
            <a:extLst xmlns:a="http://schemas.openxmlformats.org/drawingml/2006/main">
              <a:ext uri="{FF2B5EF4-FFF2-40B4-BE49-F238E27FC236}">
                <a16:creationId xmlns:a16="http://schemas.microsoft.com/office/drawing/2014/main" id="{D0A43BE5-8F9E-4BBA-B901-5BA73DEA6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840" y="4044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5" name="path-1300">
            <a:extLst xmlns:a="http://schemas.openxmlformats.org/drawingml/2006/main">
              <a:ext uri="{FF2B5EF4-FFF2-40B4-BE49-F238E27FC236}">
                <a16:creationId xmlns:a16="http://schemas.microsoft.com/office/drawing/2014/main" id="{E5D32B92-C0B5-49B3-A7FD-0BC8BEF72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212" y="40513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6" name="path-1301">
            <a:extLst xmlns:a="http://schemas.openxmlformats.org/drawingml/2006/main">
              <a:ext uri="{FF2B5EF4-FFF2-40B4-BE49-F238E27FC236}">
                <a16:creationId xmlns:a16="http://schemas.microsoft.com/office/drawing/2014/main" id="{B56177FB-8F85-444E-AC64-42FB267E5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191" y="4035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7" name="path-1302">
            <a:extLst xmlns:a="http://schemas.openxmlformats.org/drawingml/2006/main">
              <a:ext uri="{FF2B5EF4-FFF2-40B4-BE49-F238E27FC236}">
                <a16:creationId xmlns:a16="http://schemas.microsoft.com/office/drawing/2014/main" id="{57559BD7-7ADB-4FDB-ACF2-CE1E3F03E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5427" y="40593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8" name="path-1303">
            <a:extLst xmlns:a="http://schemas.openxmlformats.org/drawingml/2006/main">
              <a:ext uri="{FF2B5EF4-FFF2-40B4-BE49-F238E27FC236}">
                <a16:creationId xmlns:a16="http://schemas.microsoft.com/office/drawing/2014/main" id="{61AAE0E5-49F4-4ACE-9F40-7BABA9C88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280" y="4044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9" name="path-1304">
            <a:extLst xmlns:a="http://schemas.openxmlformats.org/drawingml/2006/main">
              <a:ext uri="{FF2B5EF4-FFF2-40B4-BE49-F238E27FC236}">
                <a16:creationId xmlns:a16="http://schemas.microsoft.com/office/drawing/2014/main" id="{A5C105C3-3349-47F7-8567-69A86781B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148" y="40051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0" name="path-1305">
            <a:extLst xmlns:a="http://schemas.openxmlformats.org/drawingml/2006/main">
              <a:ext uri="{FF2B5EF4-FFF2-40B4-BE49-F238E27FC236}">
                <a16:creationId xmlns:a16="http://schemas.microsoft.com/office/drawing/2014/main" id="{36276EA4-E032-4570-B7A3-AB5A0084F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115" y="40519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1" name="path-1306">
            <a:extLst xmlns:a="http://schemas.openxmlformats.org/drawingml/2006/main">
              <a:ext uri="{FF2B5EF4-FFF2-40B4-BE49-F238E27FC236}">
                <a16:creationId xmlns:a16="http://schemas.microsoft.com/office/drawing/2014/main" id="{2AD47FA5-CF5F-48CE-BD09-1123CD4C2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2993" y="40426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2" name="path-1307">
            <a:extLst xmlns:a="http://schemas.openxmlformats.org/drawingml/2006/main">
              <a:ext uri="{FF2B5EF4-FFF2-40B4-BE49-F238E27FC236}">
                <a16:creationId xmlns:a16="http://schemas.microsoft.com/office/drawing/2014/main" id="{C4D57B53-056B-4F3D-BE72-1A4C7D2C6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327" y="40286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3" name="path-1308">
            <a:extLst xmlns:a="http://schemas.openxmlformats.org/drawingml/2006/main">
              <a:ext uri="{FF2B5EF4-FFF2-40B4-BE49-F238E27FC236}">
                <a16:creationId xmlns:a16="http://schemas.microsoft.com/office/drawing/2014/main" id="{3BB0A5AC-61FF-4439-BB22-0EFE4E5CF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2374" y="40564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4" name="path-1309">
            <a:extLst xmlns:a="http://schemas.openxmlformats.org/drawingml/2006/main">
              <a:ext uri="{FF2B5EF4-FFF2-40B4-BE49-F238E27FC236}">
                <a16:creationId xmlns:a16="http://schemas.microsoft.com/office/drawing/2014/main" id="{634B07F5-BAEC-4CCD-B8DD-04F0A086C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3501" y="4029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5" name="path-1310">
            <a:extLst xmlns:a="http://schemas.openxmlformats.org/drawingml/2006/main">
              <a:ext uri="{FF2B5EF4-FFF2-40B4-BE49-F238E27FC236}">
                <a16:creationId xmlns:a16="http://schemas.microsoft.com/office/drawing/2014/main" id="{0EA10354-110E-4605-9031-A54A48CCD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072" y="4027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6" name="path-1311">
            <a:extLst xmlns:a="http://schemas.openxmlformats.org/drawingml/2006/main">
              <a:ext uri="{FF2B5EF4-FFF2-40B4-BE49-F238E27FC236}">
                <a16:creationId xmlns:a16="http://schemas.microsoft.com/office/drawing/2014/main" id="{413F4C22-9E71-44D5-B151-641DDD876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967" y="40571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7" name="path-1312">
            <a:extLst xmlns:a="http://schemas.openxmlformats.org/drawingml/2006/main">
              <a:ext uri="{FF2B5EF4-FFF2-40B4-BE49-F238E27FC236}">
                <a16:creationId xmlns:a16="http://schemas.microsoft.com/office/drawing/2014/main" id="{AA85BE7F-9E55-429D-A614-F1CE7F8D4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030" y="4066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8" name="path-1313">
            <a:extLst xmlns:a="http://schemas.openxmlformats.org/drawingml/2006/main">
              <a:ext uri="{FF2B5EF4-FFF2-40B4-BE49-F238E27FC236}">
                <a16:creationId xmlns:a16="http://schemas.microsoft.com/office/drawing/2014/main" id="{D45CA7AB-8FAF-4A7B-A901-5E40A73AD7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5034" y="40417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9" name="path-1314">
            <a:extLst xmlns:a="http://schemas.openxmlformats.org/drawingml/2006/main">
              <a:ext uri="{FF2B5EF4-FFF2-40B4-BE49-F238E27FC236}">
                <a16:creationId xmlns:a16="http://schemas.microsoft.com/office/drawing/2014/main" id="{357F2EA0-6FD4-4F82-86D0-16F621009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8317" y="40462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0" name="path-1315">
            <a:extLst xmlns:a="http://schemas.openxmlformats.org/drawingml/2006/main">
              <a:ext uri="{FF2B5EF4-FFF2-40B4-BE49-F238E27FC236}">
                <a16:creationId xmlns:a16="http://schemas.microsoft.com/office/drawing/2014/main" id="{3C81BB75-A61E-494C-A3E0-A6E6A6CC1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9750" y="4034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1" name="path-1316">
            <a:extLst xmlns:a="http://schemas.openxmlformats.org/drawingml/2006/main">
              <a:ext uri="{FF2B5EF4-FFF2-40B4-BE49-F238E27FC236}">
                <a16:creationId xmlns:a16="http://schemas.microsoft.com/office/drawing/2014/main" id="{2DD6B301-5725-4D25-BB42-845B37198F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113" y="40123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2" name="path-1317">
            <a:extLst xmlns:a="http://schemas.openxmlformats.org/drawingml/2006/main">
              <a:ext uri="{FF2B5EF4-FFF2-40B4-BE49-F238E27FC236}">
                <a16:creationId xmlns:a16="http://schemas.microsoft.com/office/drawing/2014/main" id="{7AAB33F9-5D2D-4694-BEDF-3E3E890F7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133" y="4044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3" name="path-1318">
            <a:extLst xmlns:a="http://schemas.openxmlformats.org/drawingml/2006/main">
              <a:ext uri="{FF2B5EF4-FFF2-40B4-BE49-F238E27FC236}">
                <a16:creationId xmlns:a16="http://schemas.microsoft.com/office/drawing/2014/main" id="{6B500E10-E2BB-4534-B96F-7E4F000A5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726" y="40215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4" name="path-1319">
            <a:extLst xmlns:a="http://schemas.openxmlformats.org/drawingml/2006/main">
              <a:ext uri="{FF2B5EF4-FFF2-40B4-BE49-F238E27FC236}">
                <a16:creationId xmlns:a16="http://schemas.microsoft.com/office/drawing/2014/main" id="{4343EECF-6790-44DF-B2D4-55931F4D5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380" y="40374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5" name="path-1320">
            <a:extLst xmlns:a="http://schemas.openxmlformats.org/drawingml/2006/main">
              <a:ext uri="{FF2B5EF4-FFF2-40B4-BE49-F238E27FC236}">
                <a16:creationId xmlns:a16="http://schemas.microsoft.com/office/drawing/2014/main" id="{B4E634D8-CB69-415C-9410-A2B00C05A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130" y="4029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6" name="path-1321">
            <a:extLst xmlns:a="http://schemas.openxmlformats.org/drawingml/2006/main">
              <a:ext uri="{FF2B5EF4-FFF2-40B4-BE49-F238E27FC236}">
                <a16:creationId xmlns:a16="http://schemas.microsoft.com/office/drawing/2014/main" id="{272F0F7A-6214-44A3-8E46-9DF4E6DDAA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203" y="40610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7" name="path-1322">
            <a:extLst xmlns:a="http://schemas.openxmlformats.org/drawingml/2006/main">
              <a:ext uri="{FF2B5EF4-FFF2-40B4-BE49-F238E27FC236}">
                <a16:creationId xmlns:a16="http://schemas.microsoft.com/office/drawing/2014/main" id="{0A7137AE-9627-4D23-AF1F-B32F13097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6456" y="40558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8" name="path-1323">
            <a:extLst xmlns:a="http://schemas.openxmlformats.org/drawingml/2006/main">
              <a:ext uri="{FF2B5EF4-FFF2-40B4-BE49-F238E27FC236}">
                <a16:creationId xmlns:a16="http://schemas.microsoft.com/office/drawing/2014/main" id="{9DD9E85C-7C24-4B93-BB4A-CEC812269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108" y="4035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9" name="path-1324">
            <a:extLst xmlns:a="http://schemas.openxmlformats.org/drawingml/2006/main">
              <a:ext uri="{FF2B5EF4-FFF2-40B4-BE49-F238E27FC236}">
                <a16:creationId xmlns:a16="http://schemas.microsoft.com/office/drawing/2014/main" id="{5AC56724-C3BB-47FA-8F76-5272548CF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60" y="4034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0" name="path-1325">
            <a:extLst xmlns:a="http://schemas.openxmlformats.org/drawingml/2006/main">
              <a:ext uri="{FF2B5EF4-FFF2-40B4-BE49-F238E27FC236}">
                <a16:creationId xmlns:a16="http://schemas.microsoft.com/office/drawing/2014/main" id="{539C1C03-3708-4508-869C-C09B287ECE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067" y="4052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1" name="path-1326">
            <a:extLst xmlns:a="http://schemas.openxmlformats.org/drawingml/2006/main">
              <a:ext uri="{FF2B5EF4-FFF2-40B4-BE49-F238E27FC236}">
                <a16:creationId xmlns:a16="http://schemas.microsoft.com/office/drawing/2014/main" id="{F7CB8DF6-8DB8-45CA-B5F2-57167E97D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217" y="40509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2" name="path-1327">
            <a:extLst xmlns:a="http://schemas.openxmlformats.org/drawingml/2006/main">
              <a:ext uri="{FF2B5EF4-FFF2-40B4-BE49-F238E27FC236}">
                <a16:creationId xmlns:a16="http://schemas.microsoft.com/office/drawing/2014/main" id="{3FD0DCFC-6F39-4A12-A0C0-D77C6D7C9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514" y="40708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3" name="path-1328">
            <a:extLst xmlns:a="http://schemas.openxmlformats.org/drawingml/2006/main">
              <a:ext uri="{FF2B5EF4-FFF2-40B4-BE49-F238E27FC236}">
                <a16:creationId xmlns:a16="http://schemas.microsoft.com/office/drawing/2014/main" id="{6AF392E0-E6CC-48F6-8533-8DE6DE24A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552" y="40884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4" name="path-1329">
            <a:extLst xmlns:a="http://schemas.openxmlformats.org/drawingml/2006/main">
              <a:ext uri="{FF2B5EF4-FFF2-40B4-BE49-F238E27FC236}">
                <a16:creationId xmlns:a16="http://schemas.microsoft.com/office/drawing/2014/main" id="{556C662C-C60A-4E15-B6BC-4322535A6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827" y="40459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5" name="path-1330">
            <a:extLst xmlns:a="http://schemas.openxmlformats.org/drawingml/2006/main">
              <a:ext uri="{FF2B5EF4-FFF2-40B4-BE49-F238E27FC236}">
                <a16:creationId xmlns:a16="http://schemas.microsoft.com/office/drawing/2014/main" id="{4D8C365B-154E-489F-AA23-1EFDA01839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414" y="40487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6" name="path-1331">
            <a:extLst xmlns:a="http://schemas.openxmlformats.org/drawingml/2006/main">
              <a:ext uri="{FF2B5EF4-FFF2-40B4-BE49-F238E27FC236}">
                <a16:creationId xmlns:a16="http://schemas.microsoft.com/office/drawing/2014/main" id="{4D60AD1D-4B1E-4684-80C7-3B3954504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07" y="40273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7" name="path-1332">
            <a:extLst xmlns:a="http://schemas.openxmlformats.org/drawingml/2006/main">
              <a:ext uri="{FF2B5EF4-FFF2-40B4-BE49-F238E27FC236}">
                <a16:creationId xmlns:a16="http://schemas.microsoft.com/office/drawing/2014/main" id="{ABFDAA65-BDE4-415B-9893-5A2EA4BAB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848" y="40850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8" name="path-1333">
            <a:extLst xmlns:a="http://schemas.openxmlformats.org/drawingml/2006/main">
              <a:ext uri="{FF2B5EF4-FFF2-40B4-BE49-F238E27FC236}">
                <a16:creationId xmlns:a16="http://schemas.microsoft.com/office/drawing/2014/main" id="{243CA24B-73AA-42DC-ADE1-22150C4BF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347" y="40482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9" name="path-1334">
            <a:extLst xmlns:a="http://schemas.openxmlformats.org/drawingml/2006/main">
              <a:ext uri="{FF2B5EF4-FFF2-40B4-BE49-F238E27FC236}">
                <a16:creationId xmlns:a16="http://schemas.microsoft.com/office/drawing/2014/main" id="{B3E71A9E-FD61-4437-A821-F80FBDE96E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1" y="4044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0" name="path-1335">
            <a:extLst xmlns:a="http://schemas.openxmlformats.org/drawingml/2006/main">
              <a:ext uri="{FF2B5EF4-FFF2-40B4-BE49-F238E27FC236}">
                <a16:creationId xmlns:a16="http://schemas.microsoft.com/office/drawing/2014/main" id="{5DF2BBC1-79F5-4C77-8AFB-1BA5FBAFF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0129" y="4044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1" name="path-1336">
            <a:extLst xmlns:a="http://schemas.openxmlformats.org/drawingml/2006/main">
              <a:ext uri="{FF2B5EF4-FFF2-40B4-BE49-F238E27FC236}">
                <a16:creationId xmlns:a16="http://schemas.microsoft.com/office/drawing/2014/main" id="{941874E9-AA60-4DB0-BBE2-7367E5AE0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7109" y="40415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2" name="path-1337">
            <a:extLst xmlns:a="http://schemas.openxmlformats.org/drawingml/2006/main">
              <a:ext uri="{FF2B5EF4-FFF2-40B4-BE49-F238E27FC236}">
                <a16:creationId xmlns:a16="http://schemas.microsoft.com/office/drawing/2014/main" id="{1A55CFD6-C60B-4448-97EA-0F88D9B7E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8527" y="40439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3" name="path-1338">
            <a:extLst xmlns:a="http://schemas.openxmlformats.org/drawingml/2006/main">
              <a:ext uri="{FF2B5EF4-FFF2-40B4-BE49-F238E27FC236}">
                <a16:creationId xmlns:a16="http://schemas.microsoft.com/office/drawing/2014/main" id="{40288D25-8853-4552-A26D-9DE0C60A8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0998" y="40412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4" name="path-1339">
            <a:extLst xmlns:a="http://schemas.openxmlformats.org/drawingml/2006/main">
              <a:ext uri="{FF2B5EF4-FFF2-40B4-BE49-F238E27FC236}">
                <a16:creationId xmlns:a16="http://schemas.microsoft.com/office/drawing/2014/main" id="{AF2ED037-8ACC-476F-85EC-2F17CB97A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4550" y="4052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5" name="path-1340">
            <a:extLst xmlns:a="http://schemas.openxmlformats.org/drawingml/2006/main">
              <a:ext uri="{FF2B5EF4-FFF2-40B4-BE49-F238E27FC236}">
                <a16:creationId xmlns:a16="http://schemas.microsoft.com/office/drawing/2014/main" id="{31E47E34-5B2A-49F9-AA26-FD3130105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01" y="40217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6" name="path-1341">
            <a:extLst xmlns:a="http://schemas.openxmlformats.org/drawingml/2006/main">
              <a:ext uri="{FF2B5EF4-FFF2-40B4-BE49-F238E27FC236}">
                <a16:creationId xmlns:a16="http://schemas.microsoft.com/office/drawing/2014/main" id="{0032C03E-DBDB-4935-87A2-B5BE5B7278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882" y="40200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7" name="path-1342">
            <a:extLst xmlns:a="http://schemas.openxmlformats.org/drawingml/2006/main">
              <a:ext uri="{FF2B5EF4-FFF2-40B4-BE49-F238E27FC236}">
                <a16:creationId xmlns:a16="http://schemas.microsoft.com/office/drawing/2014/main" id="{89E1A712-F9F4-4BCF-90C6-AF5D5A981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162" y="40452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8" name="path-1343">
            <a:extLst xmlns:a="http://schemas.openxmlformats.org/drawingml/2006/main">
              <a:ext uri="{FF2B5EF4-FFF2-40B4-BE49-F238E27FC236}">
                <a16:creationId xmlns:a16="http://schemas.microsoft.com/office/drawing/2014/main" id="{48A03F41-E903-4B66-A2D0-7ECB8F535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290" y="4045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9" name="path-1344">
            <a:extLst xmlns:a="http://schemas.openxmlformats.org/drawingml/2006/main">
              <a:ext uri="{FF2B5EF4-FFF2-40B4-BE49-F238E27FC236}">
                <a16:creationId xmlns:a16="http://schemas.microsoft.com/office/drawing/2014/main" id="{E8282176-55A8-4097-B243-0483A04537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925" y="40187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0" name="path-1345">
            <a:extLst xmlns:a="http://schemas.openxmlformats.org/drawingml/2006/main">
              <a:ext uri="{FF2B5EF4-FFF2-40B4-BE49-F238E27FC236}">
                <a16:creationId xmlns:a16="http://schemas.microsoft.com/office/drawing/2014/main" id="{80924C31-D6F1-42FA-BDCD-D2F6102BA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301" y="40364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1" name="path-1346">
            <a:extLst xmlns:a="http://schemas.openxmlformats.org/drawingml/2006/main">
              <a:ext uri="{FF2B5EF4-FFF2-40B4-BE49-F238E27FC236}">
                <a16:creationId xmlns:a16="http://schemas.microsoft.com/office/drawing/2014/main" id="{6B240EC5-DFD0-4D4A-9B63-6D6A22106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310" y="40502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2" name="path-1347">
            <a:extLst xmlns:a="http://schemas.openxmlformats.org/drawingml/2006/main">
              <a:ext uri="{FF2B5EF4-FFF2-40B4-BE49-F238E27FC236}">
                <a16:creationId xmlns:a16="http://schemas.microsoft.com/office/drawing/2014/main" id="{269CAC2A-0FB4-4898-8DE5-D7672DCE8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171" y="40616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3" name="path-1348">
            <a:extLst xmlns:a="http://schemas.openxmlformats.org/drawingml/2006/main">
              <a:ext uri="{FF2B5EF4-FFF2-40B4-BE49-F238E27FC236}">
                <a16:creationId xmlns:a16="http://schemas.microsoft.com/office/drawing/2014/main" id="{D8A77753-DA4C-4110-8CC9-13515C087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8871" y="40430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4" name="path-1349">
            <a:extLst xmlns:a="http://schemas.openxmlformats.org/drawingml/2006/main">
              <a:ext uri="{FF2B5EF4-FFF2-40B4-BE49-F238E27FC236}">
                <a16:creationId xmlns:a16="http://schemas.microsoft.com/office/drawing/2014/main" id="{7996F2E8-1059-451F-BDBD-642B6F015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168" y="40524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5" name="path-1350">
            <a:extLst xmlns:a="http://schemas.openxmlformats.org/drawingml/2006/main">
              <a:ext uri="{FF2B5EF4-FFF2-40B4-BE49-F238E27FC236}">
                <a16:creationId xmlns:a16="http://schemas.microsoft.com/office/drawing/2014/main" id="{3897FFE7-B8AB-4226-B0A3-66D2C4CDB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4298" y="40761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6" name="path-1351">
            <a:extLst xmlns:a="http://schemas.openxmlformats.org/drawingml/2006/main">
              <a:ext uri="{FF2B5EF4-FFF2-40B4-BE49-F238E27FC236}">
                <a16:creationId xmlns:a16="http://schemas.microsoft.com/office/drawing/2014/main" id="{29F004A8-040D-477A-BEE6-A53D618B0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758" y="40381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7" name="path-1352">
            <a:extLst xmlns:a="http://schemas.openxmlformats.org/drawingml/2006/main">
              <a:ext uri="{FF2B5EF4-FFF2-40B4-BE49-F238E27FC236}">
                <a16:creationId xmlns:a16="http://schemas.microsoft.com/office/drawing/2014/main" id="{7754766E-06D7-4DD4-A55B-B92289DAD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57" y="40101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8" name="path-1353">
            <a:extLst xmlns:a="http://schemas.openxmlformats.org/drawingml/2006/main">
              <a:ext uri="{FF2B5EF4-FFF2-40B4-BE49-F238E27FC236}">
                <a16:creationId xmlns:a16="http://schemas.microsoft.com/office/drawing/2014/main" id="{E72CBE7C-7074-4EE6-ACBC-E3533EBE4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778" y="40496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9" name="path-1354">
            <a:extLst xmlns:a="http://schemas.openxmlformats.org/drawingml/2006/main">
              <a:ext uri="{FF2B5EF4-FFF2-40B4-BE49-F238E27FC236}">
                <a16:creationId xmlns:a16="http://schemas.microsoft.com/office/drawing/2014/main" id="{E74D7357-B0EB-49C4-AD13-71B669C53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8235" y="40437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0" name="path-1355">
            <a:extLst xmlns:a="http://schemas.openxmlformats.org/drawingml/2006/main">
              <a:ext uri="{FF2B5EF4-FFF2-40B4-BE49-F238E27FC236}">
                <a16:creationId xmlns:a16="http://schemas.microsoft.com/office/drawing/2014/main" id="{CB78D6EE-50A2-4105-AB69-59E268C5D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9160" y="4060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1" name="path-1356">
            <a:extLst xmlns:a="http://schemas.openxmlformats.org/drawingml/2006/main">
              <a:ext uri="{FF2B5EF4-FFF2-40B4-BE49-F238E27FC236}">
                <a16:creationId xmlns:a16="http://schemas.microsoft.com/office/drawing/2014/main" id="{276F7FDC-C1EA-4504-9D7F-DA9075EE3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023" y="40428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2" name="path-1357">
            <a:extLst xmlns:a="http://schemas.openxmlformats.org/drawingml/2006/main">
              <a:ext uri="{FF2B5EF4-FFF2-40B4-BE49-F238E27FC236}">
                <a16:creationId xmlns:a16="http://schemas.microsoft.com/office/drawing/2014/main" id="{F878297E-B0FD-4F86-8F6C-A7CCDBBC5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619" y="4042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3" name="path-1358">
            <a:extLst xmlns:a="http://schemas.openxmlformats.org/drawingml/2006/main">
              <a:ext uri="{FF2B5EF4-FFF2-40B4-BE49-F238E27FC236}">
                <a16:creationId xmlns:a16="http://schemas.microsoft.com/office/drawing/2014/main" id="{E1BBA4B6-151F-47DE-8D89-FFA6381DD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516" y="4055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4" name="path-1359">
            <a:extLst xmlns:a="http://schemas.openxmlformats.org/drawingml/2006/main">
              <a:ext uri="{FF2B5EF4-FFF2-40B4-BE49-F238E27FC236}">
                <a16:creationId xmlns:a16="http://schemas.microsoft.com/office/drawing/2014/main" id="{21D664FD-F90F-411F-B7DC-5A8FAF0D2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676" y="40273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5" name="path-1360">
            <a:extLst xmlns:a="http://schemas.openxmlformats.org/drawingml/2006/main">
              <a:ext uri="{FF2B5EF4-FFF2-40B4-BE49-F238E27FC236}">
                <a16:creationId xmlns:a16="http://schemas.microsoft.com/office/drawing/2014/main" id="{E67A1908-F36E-4479-A625-3D6D9E86E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4323" y="40567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6" name="path-1361">
            <a:extLst xmlns:a="http://schemas.openxmlformats.org/drawingml/2006/main">
              <a:ext uri="{FF2B5EF4-FFF2-40B4-BE49-F238E27FC236}">
                <a16:creationId xmlns:a16="http://schemas.microsoft.com/office/drawing/2014/main" id="{12446F68-FBAB-4C2A-856A-E74D4E4D7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49" y="40289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7" name="path-1362">
            <a:extLst xmlns:a="http://schemas.openxmlformats.org/drawingml/2006/main">
              <a:ext uri="{FF2B5EF4-FFF2-40B4-BE49-F238E27FC236}">
                <a16:creationId xmlns:a16="http://schemas.microsoft.com/office/drawing/2014/main" id="{6BC56AAC-6A01-49E5-86C9-2E63C3960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237" y="40862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8" name="path-1363">
            <a:extLst xmlns:a="http://schemas.openxmlformats.org/drawingml/2006/main">
              <a:ext uri="{FF2B5EF4-FFF2-40B4-BE49-F238E27FC236}">
                <a16:creationId xmlns:a16="http://schemas.microsoft.com/office/drawing/2014/main" id="{8817130B-972A-42EE-B6C3-9CABCA88E3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46" y="4050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9" name="path-1364">
            <a:extLst xmlns:a="http://schemas.openxmlformats.org/drawingml/2006/main">
              <a:ext uri="{FF2B5EF4-FFF2-40B4-BE49-F238E27FC236}">
                <a16:creationId xmlns:a16="http://schemas.microsoft.com/office/drawing/2014/main" id="{E37130BE-E3B1-4E4E-B421-566B0B6C4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531" y="40679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0" name="path-1365">
            <a:extLst xmlns:a="http://schemas.openxmlformats.org/drawingml/2006/main">
              <a:ext uri="{FF2B5EF4-FFF2-40B4-BE49-F238E27FC236}">
                <a16:creationId xmlns:a16="http://schemas.microsoft.com/office/drawing/2014/main" id="{7729675F-F1F9-40F3-88B9-09CA87C81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647" y="40470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1" name="path-1366">
            <a:extLst xmlns:a="http://schemas.openxmlformats.org/drawingml/2006/main">
              <a:ext uri="{FF2B5EF4-FFF2-40B4-BE49-F238E27FC236}">
                <a16:creationId xmlns:a16="http://schemas.microsoft.com/office/drawing/2014/main" id="{49C80D50-0F54-4CEE-AF1E-51ED8918B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394" y="40660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2" name="path-1367">
            <a:extLst xmlns:a="http://schemas.openxmlformats.org/drawingml/2006/main">
              <a:ext uri="{FF2B5EF4-FFF2-40B4-BE49-F238E27FC236}">
                <a16:creationId xmlns:a16="http://schemas.microsoft.com/office/drawing/2014/main" id="{1432E8EC-6B76-4520-B0FE-DF016BA6C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838" y="40477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3" name="path-1368">
            <a:extLst xmlns:a="http://schemas.openxmlformats.org/drawingml/2006/main">
              <a:ext uri="{FF2B5EF4-FFF2-40B4-BE49-F238E27FC236}">
                <a16:creationId xmlns:a16="http://schemas.microsoft.com/office/drawing/2014/main" id="{E3AD3FA2-42C9-4E21-861F-F8E3F4017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202" y="4035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4" name="path-1369">
            <a:extLst xmlns:a="http://schemas.openxmlformats.org/drawingml/2006/main">
              <a:ext uri="{FF2B5EF4-FFF2-40B4-BE49-F238E27FC236}">
                <a16:creationId xmlns:a16="http://schemas.microsoft.com/office/drawing/2014/main" id="{8F49550E-5B07-4952-8445-DCBE5E2DC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9215" y="40262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5" name="path-1370">
            <a:extLst xmlns:a="http://schemas.openxmlformats.org/drawingml/2006/main">
              <a:ext uri="{FF2B5EF4-FFF2-40B4-BE49-F238E27FC236}">
                <a16:creationId xmlns:a16="http://schemas.microsoft.com/office/drawing/2014/main" id="{4E62F736-D0C7-43F5-AA2D-C36BADB11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2" y="40750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6" name="path-1371">
            <a:extLst xmlns:a="http://schemas.openxmlformats.org/drawingml/2006/main">
              <a:ext uri="{FF2B5EF4-FFF2-40B4-BE49-F238E27FC236}">
                <a16:creationId xmlns:a16="http://schemas.microsoft.com/office/drawing/2014/main" id="{F5901BB2-E256-4A7C-A461-518052A53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857" y="4007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7" name="path-1372">
            <a:extLst xmlns:a="http://schemas.openxmlformats.org/drawingml/2006/main">
              <a:ext uri="{FF2B5EF4-FFF2-40B4-BE49-F238E27FC236}">
                <a16:creationId xmlns:a16="http://schemas.microsoft.com/office/drawing/2014/main" id="{EF75838D-93A1-4507-A013-509C66F34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3640" y="40610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8" name="path-1373">
            <a:extLst xmlns:a="http://schemas.openxmlformats.org/drawingml/2006/main">
              <a:ext uri="{FF2B5EF4-FFF2-40B4-BE49-F238E27FC236}">
                <a16:creationId xmlns:a16="http://schemas.microsoft.com/office/drawing/2014/main" id="{384D2548-B07A-4330-9412-C47D72EC5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848" y="4009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9" name="path-1374">
            <a:extLst xmlns:a="http://schemas.openxmlformats.org/drawingml/2006/main">
              <a:ext uri="{FF2B5EF4-FFF2-40B4-BE49-F238E27FC236}">
                <a16:creationId xmlns:a16="http://schemas.microsoft.com/office/drawing/2014/main" id="{058FBBE0-031E-49F9-B686-1065238CF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326" y="40402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0" name="path-1375">
            <a:extLst xmlns:a="http://schemas.openxmlformats.org/drawingml/2006/main">
              <a:ext uri="{FF2B5EF4-FFF2-40B4-BE49-F238E27FC236}">
                <a16:creationId xmlns:a16="http://schemas.microsoft.com/office/drawing/2014/main" id="{3D530BE6-67AB-4060-90E3-615E798E1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021" y="40715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1" name="path-1376">
            <a:extLst xmlns:a="http://schemas.openxmlformats.org/drawingml/2006/main">
              <a:ext uri="{FF2B5EF4-FFF2-40B4-BE49-F238E27FC236}">
                <a16:creationId xmlns:a16="http://schemas.microsoft.com/office/drawing/2014/main" id="{ECF3F964-697F-412D-8C91-34762CDD6E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839" y="40057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2" name="path-1377">
            <a:extLst xmlns:a="http://schemas.openxmlformats.org/drawingml/2006/main">
              <a:ext uri="{FF2B5EF4-FFF2-40B4-BE49-F238E27FC236}">
                <a16:creationId xmlns:a16="http://schemas.microsoft.com/office/drawing/2014/main" id="{A3C782DF-38FF-4BE0-ADE9-5D72DD2C05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468" y="40507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3" name="path-1378">
            <a:extLst xmlns:a="http://schemas.openxmlformats.org/drawingml/2006/main">
              <a:ext uri="{FF2B5EF4-FFF2-40B4-BE49-F238E27FC236}">
                <a16:creationId xmlns:a16="http://schemas.microsoft.com/office/drawing/2014/main" id="{586C0EF6-43E3-4445-BE95-02D8DECD3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921" y="40635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4" name="path-1379">
            <a:extLst xmlns:a="http://schemas.openxmlformats.org/drawingml/2006/main">
              <a:ext uri="{FF2B5EF4-FFF2-40B4-BE49-F238E27FC236}">
                <a16:creationId xmlns:a16="http://schemas.microsoft.com/office/drawing/2014/main" id="{1B87BBA1-1565-4837-BBE8-94BB8F0041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89" y="40617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5" name="path-1380">
            <a:extLst xmlns:a="http://schemas.openxmlformats.org/drawingml/2006/main">
              <a:ext uri="{FF2B5EF4-FFF2-40B4-BE49-F238E27FC236}">
                <a16:creationId xmlns:a16="http://schemas.microsoft.com/office/drawing/2014/main" id="{0F8E3F13-33C6-4D49-9390-963513048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314" y="40606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6" name="path-1381">
            <a:extLst xmlns:a="http://schemas.openxmlformats.org/drawingml/2006/main">
              <a:ext uri="{FF2B5EF4-FFF2-40B4-BE49-F238E27FC236}">
                <a16:creationId xmlns:a16="http://schemas.microsoft.com/office/drawing/2014/main" id="{15A5DF96-AC6B-48C1-BBB8-480949BE8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1772" y="40409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7" name="path-1382">
            <a:extLst xmlns:a="http://schemas.openxmlformats.org/drawingml/2006/main">
              <a:ext uri="{FF2B5EF4-FFF2-40B4-BE49-F238E27FC236}">
                <a16:creationId xmlns:a16="http://schemas.microsoft.com/office/drawing/2014/main" id="{43BFEB81-D882-408B-8F38-87FBDBC0C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92" y="40588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8" name="path-1383">
            <a:extLst xmlns:a="http://schemas.openxmlformats.org/drawingml/2006/main">
              <a:ext uri="{FF2B5EF4-FFF2-40B4-BE49-F238E27FC236}">
                <a16:creationId xmlns:a16="http://schemas.microsoft.com/office/drawing/2014/main" id="{EC908B25-CDE8-466D-B06E-030C6EC54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655" y="40532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9" name="path-1384">
            <a:extLst xmlns:a="http://schemas.openxmlformats.org/drawingml/2006/main">
              <a:ext uri="{FF2B5EF4-FFF2-40B4-BE49-F238E27FC236}">
                <a16:creationId xmlns:a16="http://schemas.microsoft.com/office/drawing/2014/main" id="{52DA9756-1F71-4656-900E-D7BB5D18C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254" y="40269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0" name="path-1385">
            <a:extLst xmlns:a="http://schemas.openxmlformats.org/drawingml/2006/main">
              <a:ext uri="{FF2B5EF4-FFF2-40B4-BE49-F238E27FC236}">
                <a16:creationId xmlns:a16="http://schemas.microsoft.com/office/drawing/2014/main" id="{C6C2F7D6-3994-428B-9F03-D75087A15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96" y="40379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1" name="path-1386">
            <a:extLst xmlns:a="http://schemas.openxmlformats.org/drawingml/2006/main">
              <a:ext uri="{FF2B5EF4-FFF2-40B4-BE49-F238E27FC236}">
                <a16:creationId xmlns:a16="http://schemas.microsoft.com/office/drawing/2014/main" id="{CA1E6864-91CD-450C-BE02-3A92B07BB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5" y="4024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2" name="path-1387">
            <a:extLst xmlns:a="http://schemas.openxmlformats.org/drawingml/2006/main">
              <a:ext uri="{FF2B5EF4-FFF2-40B4-BE49-F238E27FC236}">
                <a16:creationId xmlns:a16="http://schemas.microsoft.com/office/drawing/2014/main" id="{EF404F5B-5328-4738-BC8C-652F96744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215" y="40501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3" name="path-1388">
            <a:extLst xmlns:a="http://schemas.openxmlformats.org/drawingml/2006/main">
              <a:ext uri="{FF2B5EF4-FFF2-40B4-BE49-F238E27FC236}">
                <a16:creationId xmlns:a16="http://schemas.microsoft.com/office/drawing/2014/main" id="{9A52FEA5-7684-449D-B36F-1CBE7A37D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879" y="4019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4" name="path-1389">
            <a:extLst xmlns:a="http://schemas.openxmlformats.org/drawingml/2006/main">
              <a:ext uri="{FF2B5EF4-FFF2-40B4-BE49-F238E27FC236}">
                <a16:creationId xmlns:a16="http://schemas.microsoft.com/office/drawing/2014/main" id="{37DF34A3-F8DC-4A2E-8EA0-9DAF926AC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121" y="40649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5" name="path-1390">
            <a:extLst xmlns:a="http://schemas.openxmlformats.org/drawingml/2006/main">
              <a:ext uri="{FF2B5EF4-FFF2-40B4-BE49-F238E27FC236}">
                <a16:creationId xmlns:a16="http://schemas.microsoft.com/office/drawing/2014/main" id="{879AD388-F489-4C9E-B1B8-F16921E71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878" y="40370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6" name="path-1391">
            <a:extLst xmlns:a="http://schemas.openxmlformats.org/drawingml/2006/main">
              <a:ext uri="{FF2B5EF4-FFF2-40B4-BE49-F238E27FC236}">
                <a16:creationId xmlns:a16="http://schemas.microsoft.com/office/drawing/2014/main" id="{EBBB779D-8CDA-4DA3-BD9B-5B1DAB96E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795" y="40373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7" name="path-1392">
            <a:extLst xmlns:a="http://schemas.openxmlformats.org/drawingml/2006/main">
              <a:ext uri="{FF2B5EF4-FFF2-40B4-BE49-F238E27FC236}">
                <a16:creationId xmlns:a16="http://schemas.microsoft.com/office/drawing/2014/main" id="{B174B11C-3CC2-486D-B0D5-0A4CBA7BE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2966" y="40414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8" name="path-1393">
            <a:extLst xmlns:a="http://schemas.openxmlformats.org/drawingml/2006/main">
              <a:ext uri="{FF2B5EF4-FFF2-40B4-BE49-F238E27FC236}">
                <a16:creationId xmlns:a16="http://schemas.microsoft.com/office/drawing/2014/main" id="{906B7577-E343-4047-B680-972BF01A5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182" y="40352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9" name="path-1394">
            <a:extLst xmlns:a="http://schemas.openxmlformats.org/drawingml/2006/main">
              <a:ext uri="{FF2B5EF4-FFF2-40B4-BE49-F238E27FC236}">
                <a16:creationId xmlns:a16="http://schemas.microsoft.com/office/drawing/2014/main" id="{806DF051-8E58-491F-8F77-A105A97FD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8557" y="4028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0" name="path-1395">
            <a:extLst xmlns:a="http://schemas.openxmlformats.org/drawingml/2006/main">
              <a:ext uri="{FF2B5EF4-FFF2-40B4-BE49-F238E27FC236}">
                <a16:creationId xmlns:a16="http://schemas.microsoft.com/office/drawing/2014/main" id="{255D01F1-686B-40CB-8770-81E0931B6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1009" y="40544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1" name="path-1396">
            <a:extLst xmlns:a="http://schemas.openxmlformats.org/drawingml/2006/main">
              <a:ext uri="{FF2B5EF4-FFF2-40B4-BE49-F238E27FC236}">
                <a16:creationId xmlns:a16="http://schemas.microsoft.com/office/drawing/2014/main" id="{9CC49367-FA4C-4B8D-9448-8969D8874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172" y="40460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2" name="path-1397">
            <a:extLst xmlns:a="http://schemas.openxmlformats.org/drawingml/2006/main">
              <a:ext uri="{FF2B5EF4-FFF2-40B4-BE49-F238E27FC236}">
                <a16:creationId xmlns:a16="http://schemas.microsoft.com/office/drawing/2014/main" id="{18ED69F7-AAF6-44AD-A20D-D80AD9654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5496" y="40625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3" name="path-1398">
            <a:extLst xmlns:a="http://schemas.openxmlformats.org/drawingml/2006/main">
              <a:ext uri="{FF2B5EF4-FFF2-40B4-BE49-F238E27FC236}">
                <a16:creationId xmlns:a16="http://schemas.microsoft.com/office/drawing/2014/main" id="{A056B0C2-D220-4B48-8D7F-1FF3F3170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0539" y="40496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4" name="path-1399">
            <a:extLst xmlns:a="http://schemas.openxmlformats.org/drawingml/2006/main">
              <a:ext uri="{FF2B5EF4-FFF2-40B4-BE49-F238E27FC236}">
                <a16:creationId xmlns:a16="http://schemas.microsoft.com/office/drawing/2014/main" id="{7AE44948-AE4A-4669-9DD3-83B16F960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82" y="40376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5" name="path-1400">
            <a:extLst xmlns:a="http://schemas.openxmlformats.org/drawingml/2006/main">
              <a:ext uri="{FF2B5EF4-FFF2-40B4-BE49-F238E27FC236}">
                <a16:creationId xmlns:a16="http://schemas.microsoft.com/office/drawing/2014/main" id="{5755E4FA-21E9-46E8-9AE9-8F05FBD9F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547" y="4043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6" name="path-1401">
            <a:extLst xmlns:a="http://schemas.openxmlformats.org/drawingml/2006/main">
              <a:ext uri="{FF2B5EF4-FFF2-40B4-BE49-F238E27FC236}">
                <a16:creationId xmlns:a16="http://schemas.microsoft.com/office/drawing/2014/main" id="{69DFC5D5-84EE-4232-85B0-61C6563D1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01" y="40522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7" name="path-1402">
            <a:extLst xmlns:a="http://schemas.openxmlformats.org/drawingml/2006/main">
              <a:ext uri="{FF2B5EF4-FFF2-40B4-BE49-F238E27FC236}">
                <a16:creationId xmlns:a16="http://schemas.microsoft.com/office/drawing/2014/main" id="{E50AC4FE-068A-4E3B-8F08-037935552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5" y="40331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8" name="path-1403">
            <a:extLst xmlns:a="http://schemas.openxmlformats.org/drawingml/2006/main">
              <a:ext uri="{FF2B5EF4-FFF2-40B4-BE49-F238E27FC236}">
                <a16:creationId xmlns:a16="http://schemas.microsoft.com/office/drawing/2014/main" id="{C86D8639-A8CD-4BAA-B717-ABE79251CB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94" y="40333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9" name="path-1404">
            <a:extLst xmlns:a="http://schemas.openxmlformats.org/drawingml/2006/main">
              <a:ext uri="{FF2B5EF4-FFF2-40B4-BE49-F238E27FC236}">
                <a16:creationId xmlns:a16="http://schemas.microsoft.com/office/drawing/2014/main" id="{0569462E-54C0-4BD6-8AEC-C4A589D3FE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043" y="4041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0" name="path-1405">
            <a:extLst xmlns:a="http://schemas.openxmlformats.org/drawingml/2006/main">
              <a:ext uri="{FF2B5EF4-FFF2-40B4-BE49-F238E27FC236}">
                <a16:creationId xmlns:a16="http://schemas.microsoft.com/office/drawing/2014/main" id="{5733BD01-2CD0-4B96-A99E-FA8F9E715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891" y="40490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1" name="path-1406">
            <a:extLst xmlns:a="http://schemas.openxmlformats.org/drawingml/2006/main">
              <a:ext uri="{FF2B5EF4-FFF2-40B4-BE49-F238E27FC236}">
                <a16:creationId xmlns:a16="http://schemas.microsoft.com/office/drawing/2014/main" id="{F75AF49A-53BF-45D6-9595-6A27FBA4E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188" y="4042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2" name="path-1407">
            <a:extLst xmlns:a="http://schemas.openxmlformats.org/drawingml/2006/main">
              <a:ext uri="{FF2B5EF4-FFF2-40B4-BE49-F238E27FC236}">
                <a16:creationId xmlns:a16="http://schemas.microsoft.com/office/drawing/2014/main" id="{E589C6EF-DB9C-4C32-8F19-0AE934E3A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26" y="40309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3" name="path-1408">
            <a:extLst xmlns:a="http://schemas.openxmlformats.org/drawingml/2006/main">
              <a:ext uri="{FF2B5EF4-FFF2-40B4-BE49-F238E27FC236}">
                <a16:creationId xmlns:a16="http://schemas.microsoft.com/office/drawing/2014/main" id="{0241DEEE-52A1-4F96-9D0E-AF23E95A97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331" y="40595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4" name="path-1409">
            <a:extLst xmlns:a="http://schemas.openxmlformats.org/drawingml/2006/main">
              <a:ext uri="{FF2B5EF4-FFF2-40B4-BE49-F238E27FC236}">
                <a16:creationId xmlns:a16="http://schemas.microsoft.com/office/drawing/2014/main" id="{98DB0E1A-7377-4C53-8F73-4F4D3D1A9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458" y="40245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5" name="path-1410">
            <a:extLst xmlns:a="http://schemas.openxmlformats.org/drawingml/2006/main">
              <a:ext uri="{FF2B5EF4-FFF2-40B4-BE49-F238E27FC236}">
                <a16:creationId xmlns:a16="http://schemas.microsoft.com/office/drawing/2014/main" id="{E34B0142-4E7F-41E9-9368-CBAC442A9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850" y="40725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6" name="path-1411">
            <a:extLst xmlns:a="http://schemas.openxmlformats.org/drawingml/2006/main">
              <a:ext uri="{FF2B5EF4-FFF2-40B4-BE49-F238E27FC236}">
                <a16:creationId xmlns:a16="http://schemas.microsoft.com/office/drawing/2014/main" id="{0B7B0D45-0573-4A71-972D-55DFD364C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582" y="40186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7" name="path-1412">
            <a:extLst xmlns:a="http://schemas.openxmlformats.org/drawingml/2006/main">
              <a:ext uri="{FF2B5EF4-FFF2-40B4-BE49-F238E27FC236}">
                <a16:creationId xmlns:a16="http://schemas.microsoft.com/office/drawing/2014/main" id="{1DE0D2AA-A73D-4858-AADF-4B116EBFE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113" y="40448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8" name="path-1413">
            <a:extLst xmlns:a="http://schemas.openxmlformats.org/drawingml/2006/main">
              <a:ext uri="{FF2B5EF4-FFF2-40B4-BE49-F238E27FC236}">
                <a16:creationId xmlns:a16="http://schemas.microsoft.com/office/drawing/2014/main" id="{1B72C7A8-62DD-48EC-9A1D-604D9297F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9264" y="4044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9" name="path-1414">
            <a:extLst xmlns:a="http://schemas.openxmlformats.org/drawingml/2006/main">
              <a:ext uri="{FF2B5EF4-FFF2-40B4-BE49-F238E27FC236}">
                <a16:creationId xmlns:a16="http://schemas.microsoft.com/office/drawing/2014/main" id="{71935C83-A221-417C-A263-4593F2C8C9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751" y="4047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0" name="path-1415">
            <a:extLst xmlns:a="http://schemas.openxmlformats.org/drawingml/2006/main">
              <a:ext uri="{FF2B5EF4-FFF2-40B4-BE49-F238E27FC236}">
                <a16:creationId xmlns:a16="http://schemas.microsoft.com/office/drawing/2014/main" id="{7AE63E37-887C-42AA-9CFE-1048AE766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7" y="4037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1" name="path-1416">
            <a:extLst xmlns:a="http://schemas.openxmlformats.org/drawingml/2006/main">
              <a:ext uri="{FF2B5EF4-FFF2-40B4-BE49-F238E27FC236}">
                <a16:creationId xmlns:a16="http://schemas.microsoft.com/office/drawing/2014/main" id="{BE42D75C-5C33-44A5-9F48-DBE765BC5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584" y="40520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2" name="path-1417">
            <a:extLst xmlns:a="http://schemas.openxmlformats.org/drawingml/2006/main">
              <a:ext uri="{FF2B5EF4-FFF2-40B4-BE49-F238E27FC236}">
                <a16:creationId xmlns:a16="http://schemas.microsoft.com/office/drawing/2014/main" id="{9A29F947-0C6A-4913-9FEC-F797728AD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115" y="40154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3" name="path-1418">
            <a:extLst xmlns:a="http://schemas.openxmlformats.org/drawingml/2006/main">
              <a:ext uri="{FF2B5EF4-FFF2-40B4-BE49-F238E27FC236}">
                <a16:creationId xmlns:a16="http://schemas.microsoft.com/office/drawing/2014/main" id="{3767887C-E3DC-495B-A1EA-EAC210B62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12" y="40371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4" name="path-1419">
            <a:extLst xmlns:a="http://schemas.openxmlformats.org/drawingml/2006/main">
              <a:ext uri="{FF2B5EF4-FFF2-40B4-BE49-F238E27FC236}">
                <a16:creationId xmlns:a16="http://schemas.microsoft.com/office/drawing/2014/main" id="{FEA9EAD0-03EF-414C-9CD8-6691471FD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240" y="40921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5" name="path-1420">
            <a:extLst xmlns:a="http://schemas.openxmlformats.org/drawingml/2006/main">
              <a:ext uri="{FF2B5EF4-FFF2-40B4-BE49-F238E27FC236}">
                <a16:creationId xmlns:a16="http://schemas.microsoft.com/office/drawing/2014/main" id="{F9132F67-9B2D-440D-B6CE-C63442381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817" y="4009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6" name="path-1421">
            <a:extLst xmlns:a="http://schemas.openxmlformats.org/drawingml/2006/main">
              <a:ext uri="{FF2B5EF4-FFF2-40B4-BE49-F238E27FC236}">
                <a16:creationId xmlns:a16="http://schemas.microsoft.com/office/drawing/2014/main" id="{5EA5AD13-07B4-451C-A8E9-15E188FCE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93" y="4083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7" name="path-1422">
            <a:extLst xmlns:a="http://schemas.openxmlformats.org/drawingml/2006/main">
              <a:ext uri="{FF2B5EF4-FFF2-40B4-BE49-F238E27FC236}">
                <a16:creationId xmlns:a16="http://schemas.microsoft.com/office/drawing/2014/main" id="{7EF4F3F7-6DEB-4285-88A0-0A5D29DA5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5527" y="40593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8" name="path-1423">
            <a:extLst xmlns:a="http://schemas.openxmlformats.org/drawingml/2006/main">
              <a:ext uri="{FF2B5EF4-FFF2-40B4-BE49-F238E27FC236}">
                <a16:creationId xmlns:a16="http://schemas.microsoft.com/office/drawing/2014/main" id="{258245A6-CC9F-4DB6-BDC5-ACD463941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785" y="40169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9" name="path-1424">
            <a:extLst xmlns:a="http://schemas.openxmlformats.org/drawingml/2006/main">
              <a:ext uri="{FF2B5EF4-FFF2-40B4-BE49-F238E27FC236}">
                <a16:creationId xmlns:a16="http://schemas.microsoft.com/office/drawing/2014/main" id="{724697E4-4544-4A65-97D6-5192826E86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256" y="4033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0" name="path-1425">
            <a:extLst xmlns:a="http://schemas.openxmlformats.org/drawingml/2006/main">
              <a:ext uri="{FF2B5EF4-FFF2-40B4-BE49-F238E27FC236}">
                <a16:creationId xmlns:a16="http://schemas.microsoft.com/office/drawing/2014/main" id="{BDA4D24B-FED6-4F2B-8869-DB7E5BBE2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835" y="40315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1" name="path-1426">
            <a:extLst xmlns:a="http://schemas.openxmlformats.org/drawingml/2006/main">
              <a:ext uri="{FF2B5EF4-FFF2-40B4-BE49-F238E27FC236}">
                <a16:creationId xmlns:a16="http://schemas.microsoft.com/office/drawing/2014/main" id="{BF9B236F-6DF8-4106-9DE9-A8B351172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731" y="4056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2" name="path-1427">
            <a:extLst xmlns:a="http://schemas.openxmlformats.org/drawingml/2006/main">
              <a:ext uri="{FF2B5EF4-FFF2-40B4-BE49-F238E27FC236}">
                <a16:creationId xmlns:a16="http://schemas.microsoft.com/office/drawing/2014/main" id="{C907951A-D4FA-4B6C-B5E1-C984B2071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0567" y="4063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3" name="path-1428">
            <a:extLst xmlns:a="http://schemas.openxmlformats.org/drawingml/2006/main">
              <a:ext uri="{FF2B5EF4-FFF2-40B4-BE49-F238E27FC236}">
                <a16:creationId xmlns:a16="http://schemas.microsoft.com/office/drawing/2014/main" id="{9CD61C18-05B1-438A-8C0D-1406338C0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073" y="40381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4" name="path-1429">
            <a:extLst xmlns:a="http://schemas.openxmlformats.org/drawingml/2006/main">
              <a:ext uri="{FF2B5EF4-FFF2-40B4-BE49-F238E27FC236}">
                <a16:creationId xmlns:a16="http://schemas.microsoft.com/office/drawing/2014/main" id="{790614B5-129F-4E07-B81E-79ECD399C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453" y="40435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5" name="path-1430">
            <a:extLst xmlns:a="http://schemas.openxmlformats.org/drawingml/2006/main">
              <a:ext uri="{FF2B5EF4-FFF2-40B4-BE49-F238E27FC236}">
                <a16:creationId xmlns:a16="http://schemas.microsoft.com/office/drawing/2014/main" id="{24E26E0D-FBA6-451F-AE2F-973093241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189" y="40435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6" name="path-1431">
            <a:extLst xmlns:a="http://schemas.openxmlformats.org/drawingml/2006/main">
              <a:ext uri="{FF2B5EF4-FFF2-40B4-BE49-F238E27FC236}">
                <a16:creationId xmlns:a16="http://schemas.microsoft.com/office/drawing/2014/main" id="{E95F36A2-164B-49D3-9C4A-3049FE3F8F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73" y="40240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7" name="path-1432">
            <a:extLst xmlns:a="http://schemas.openxmlformats.org/drawingml/2006/main">
              <a:ext uri="{FF2B5EF4-FFF2-40B4-BE49-F238E27FC236}">
                <a16:creationId xmlns:a16="http://schemas.microsoft.com/office/drawing/2014/main" id="{F46A10E5-6024-4895-AA57-9268C0B18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425" y="4027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8" name="path-1433">
            <a:extLst xmlns:a="http://schemas.openxmlformats.org/drawingml/2006/main">
              <a:ext uri="{FF2B5EF4-FFF2-40B4-BE49-F238E27FC236}">
                <a16:creationId xmlns:a16="http://schemas.microsoft.com/office/drawing/2014/main" id="{586763A7-D4D9-4904-82C7-9851088A1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660" y="40347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9" name="path-1434">
            <a:extLst xmlns:a="http://schemas.openxmlformats.org/drawingml/2006/main">
              <a:ext uri="{FF2B5EF4-FFF2-40B4-BE49-F238E27FC236}">
                <a16:creationId xmlns:a16="http://schemas.microsoft.com/office/drawing/2014/main" id="{403E9756-C6BE-49AF-96EF-E3402D6D8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069" y="4045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0" name="path-1435">
            <a:extLst xmlns:a="http://schemas.openxmlformats.org/drawingml/2006/main">
              <a:ext uri="{FF2B5EF4-FFF2-40B4-BE49-F238E27FC236}">
                <a16:creationId xmlns:a16="http://schemas.microsoft.com/office/drawing/2014/main" id="{9E93588A-BF26-4AEF-AFB4-530382D94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853" y="40495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1" name="path-1436">
            <a:extLst xmlns:a="http://schemas.openxmlformats.org/drawingml/2006/main">
              <a:ext uri="{FF2B5EF4-FFF2-40B4-BE49-F238E27FC236}">
                <a16:creationId xmlns:a16="http://schemas.microsoft.com/office/drawing/2014/main" id="{A78F3600-997C-4B6F-996E-D6DC97992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877" y="40550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2" name="path-1437">
            <a:extLst xmlns:a="http://schemas.openxmlformats.org/drawingml/2006/main">
              <a:ext uri="{FF2B5EF4-FFF2-40B4-BE49-F238E27FC236}">
                <a16:creationId xmlns:a16="http://schemas.microsoft.com/office/drawing/2014/main" id="{B87F1DCC-FB02-407F-ABC9-DA6A929B28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50" y="40601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3" name="path-1438">
            <a:extLst xmlns:a="http://schemas.openxmlformats.org/drawingml/2006/main">
              <a:ext uri="{FF2B5EF4-FFF2-40B4-BE49-F238E27FC236}">
                <a16:creationId xmlns:a16="http://schemas.microsoft.com/office/drawing/2014/main" id="{0F2DEB9D-F020-4643-B819-BAEA721EC0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248" y="40575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4" name="path-1439">
            <a:extLst xmlns:a="http://schemas.openxmlformats.org/drawingml/2006/main">
              <a:ext uri="{FF2B5EF4-FFF2-40B4-BE49-F238E27FC236}">
                <a16:creationId xmlns:a16="http://schemas.microsoft.com/office/drawing/2014/main" id="{916F4D8E-7712-4506-9C28-16DE07007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586" y="40431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5" name="path-1440">
            <a:extLst xmlns:a="http://schemas.openxmlformats.org/drawingml/2006/main">
              <a:ext uri="{FF2B5EF4-FFF2-40B4-BE49-F238E27FC236}">
                <a16:creationId xmlns:a16="http://schemas.microsoft.com/office/drawing/2014/main" id="{4CA22F23-CBAB-4D97-A324-5F5D0E7A9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9692" y="4038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6" name="path-1441">
            <a:extLst xmlns:a="http://schemas.openxmlformats.org/drawingml/2006/main">
              <a:ext uri="{FF2B5EF4-FFF2-40B4-BE49-F238E27FC236}">
                <a16:creationId xmlns:a16="http://schemas.microsoft.com/office/drawing/2014/main" id="{F3B7075C-113C-4A45-B17C-00C58EAD7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1938" y="4027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7" name="path-1442">
            <a:extLst xmlns:a="http://schemas.openxmlformats.org/drawingml/2006/main">
              <a:ext uri="{FF2B5EF4-FFF2-40B4-BE49-F238E27FC236}">
                <a16:creationId xmlns:a16="http://schemas.microsoft.com/office/drawing/2014/main" id="{40F97EB5-5B58-40A3-8108-8B2C20EE8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31" y="40445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8" name="path-1443">
            <a:extLst xmlns:a="http://schemas.openxmlformats.org/drawingml/2006/main">
              <a:ext uri="{FF2B5EF4-FFF2-40B4-BE49-F238E27FC236}">
                <a16:creationId xmlns:a16="http://schemas.microsoft.com/office/drawing/2014/main" id="{A86754C2-82AC-40DB-B194-F981C5F55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343" y="40466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9" name="path-1444">
            <a:extLst xmlns:a="http://schemas.openxmlformats.org/drawingml/2006/main">
              <a:ext uri="{FF2B5EF4-FFF2-40B4-BE49-F238E27FC236}">
                <a16:creationId xmlns:a16="http://schemas.microsoft.com/office/drawing/2014/main" id="{A5D541AB-8C03-427F-8867-EB73A3E69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011" y="40580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0" name="path-1445">
            <a:extLst xmlns:a="http://schemas.openxmlformats.org/drawingml/2006/main">
              <a:ext uri="{FF2B5EF4-FFF2-40B4-BE49-F238E27FC236}">
                <a16:creationId xmlns:a16="http://schemas.microsoft.com/office/drawing/2014/main" id="{6C841BED-E5D5-4339-BB32-966714068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7187" y="40395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1" name="path-1446">
            <a:extLst xmlns:a="http://schemas.openxmlformats.org/drawingml/2006/main">
              <a:ext uri="{FF2B5EF4-FFF2-40B4-BE49-F238E27FC236}">
                <a16:creationId xmlns:a16="http://schemas.microsoft.com/office/drawing/2014/main" id="{ECE402CB-A77C-482B-AC12-BFCAB1D116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9088" y="4052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2" name="path-1447">
            <a:extLst xmlns:a="http://schemas.openxmlformats.org/drawingml/2006/main">
              <a:ext uri="{FF2B5EF4-FFF2-40B4-BE49-F238E27FC236}">
                <a16:creationId xmlns:a16="http://schemas.microsoft.com/office/drawing/2014/main" id="{298177F8-8EAC-4853-A846-D3A25EE6F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113" y="4038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3" name="path-1448">
            <a:extLst xmlns:a="http://schemas.openxmlformats.org/drawingml/2006/main">
              <a:ext uri="{FF2B5EF4-FFF2-40B4-BE49-F238E27FC236}">
                <a16:creationId xmlns:a16="http://schemas.microsoft.com/office/drawing/2014/main" id="{27722BBC-C10A-40C5-8579-CEC9F3BDF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1730" y="40633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4" name="path-1449">
            <a:extLst xmlns:a="http://schemas.openxmlformats.org/drawingml/2006/main">
              <a:ext uri="{FF2B5EF4-FFF2-40B4-BE49-F238E27FC236}">
                <a16:creationId xmlns:a16="http://schemas.microsoft.com/office/drawing/2014/main" id="{1786880C-268B-4B8D-B834-2FF6AB1D2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801" y="40479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5" name="path-1450">
            <a:extLst xmlns:a="http://schemas.openxmlformats.org/drawingml/2006/main">
              <a:ext uri="{FF2B5EF4-FFF2-40B4-BE49-F238E27FC236}">
                <a16:creationId xmlns:a16="http://schemas.microsoft.com/office/drawing/2014/main" id="{C60F7073-B826-47E0-AD7B-A007BF8D2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24" y="4028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6" name="path-1451">
            <a:extLst xmlns:a="http://schemas.openxmlformats.org/drawingml/2006/main">
              <a:ext uri="{FF2B5EF4-FFF2-40B4-BE49-F238E27FC236}">
                <a16:creationId xmlns:a16="http://schemas.microsoft.com/office/drawing/2014/main" id="{7D80C0C6-A050-415E-9264-39F28BB36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133" y="40396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7" name="path-1452">
            <a:extLst xmlns:a="http://schemas.openxmlformats.org/drawingml/2006/main">
              <a:ext uri="{FF2B5EF4-FFF2-40B4-BE49-F238E27FC236}">
                <a16:creationId xmlns:a16="http://schemas.microsoft.com/office/drawing/2014/main" id="{D643E63E-36B8-4C8C-9A05-B80DE8842B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8323" y="40498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8" name="path-1453">
            <a:extLst xmlns:a="http://schemas.openxmlformats.org/drawingml/2006/main">
              <a:ext uri="{FF2B5EF4-FFF2-40B4-BE49-F238E27FC236}">
                <a16:creationId xmlns:a16="http://schemas.microsoft.com/office/drawing/2014/main" id="{7D1647CA-0600-4794-B305-5D6A343A0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109" y="40533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49" name="path-1454">
            <a:extLst xmlns:a="http://schemas.openxmlformats.org/drawingml/2006/main">
              <a:ext uri="{FF2B5EF4-FFF2-40B4-BE49-F238E27FC236}">
                <a16:creationId xmlns:a16="http://schemas.microsoft.com/office/drawing/2014/main" id="{1483E015-FA26-429B-9A28-50E52C1DC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672" y="40590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0" name="path-1455">
            <a:extLst xmlns:a="http://schemas.openxmlformats.org/drawingml/2006/main">
              <a:ext uri="{FF2B5EF4-FFF2-40B4-BE49-F238E27FC236}">
                <a16:creationId xmlns:a16="http://schemas.microsoft.com/office/drawing/2014/main" id="{736EB61D-3141-4C51-B404-2A677C85E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310" y="4051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1" name="path-1456">
            <a:extLst xmlns:a="http://schemas.openxmlformats.org/drawingml/2006/main">
              <a:ext uri="{FF2B5EF4-FFF2-40B4-BE49-F238E27FC236}">
                <a16:creationId xmlns:a16="http://schemas.microsoft.com/office/drawing/2014/main" id="{A1BB169A-7A88-4DBA-B030-AC6D5F23A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528" y="4049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2" name="path-1457">
            <a:extLst xmlns:a="http://schemas.openxmlformats.org/drawingml/2006/main">
              <a:ext uri="{FF2B5EF4-FFF2-40B4-BE49-F238E27FC236}">
                <a16:creationId xmlns:a16="http://schemas.microsoft.com/office/drawing/2014/main" id="{C2F8706D-1434-4177-85BD-6F0121D8A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671" y="40066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3" name="path-1458">
            <a:extLst xmlns:a="http://schemas.openxmlformats.org/drawingml/2006/main">
              <a:ext uri="{FF2B5EF4-FFF2-40B4-BE49-F238E27FC236}">
                <a16:creationId xmlns:a16="http://schemas.microsoft.com/office/drawing/2014/main" id="{946E2B05-5827-4636-A6C0-DD5477F65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6704" y="40803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4" name="path-1459">
            <a:extLst xmlns:a="http://schemas.openxmlformats.org/drawingml/2006/main">
              <a:ext uri="{FF2B5EF4-FFF2-40B4-BE49-F238E27FC236}">
                <a16:creationId xmlns:a16="http://schemas.microsoft.com/office/drawing/2014/main" id="{76289AD7-BF3E-46D0-8CD7-B51F9A4DE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465" y="4043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5" name="path-1460">
            <a:extLst xmlns:a="http://schemas.openxmlformats.org/drawingml/2006/main">
              <a:ext uri="{FF2B5EF4-FFF2-40B4-BE49-F238E27FC236}">
                <a16:creationId xmlns:a16="http://schemas.microsoft.com/office/drawing/2014/main" id="{EB29A80E-E310-42B3-880B-8D5A71502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761" y="40605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6" name="path-1461">
            <a:extLst xmlns:a="http://schemas.openxmlformats.org/drawingml/2006/main">
              <a:ext uri="{FF2B5EF4-FFF2-40B4-BE49-F238E27FC236}">
                <a16:creationId xmlns:a16="http://schemas.microsoft.com/office/drawing/2014/main" id="{90FF0AE2-C6BF-49CB-8730-50DC27E8F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36" y="4014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7" name="path-1462">
            <a:extLst xmlns:a="http://schemas.openxmlformats.org/drawingml/2006/main">
              <a:ext uri="{FF2B5EF4-FFF2-40B4-BE49-F238E27FC236}">
                <a16:creationId xmlns:a16="http://schemas.microsoft.com/office/drawing/2014/main" id="{7EBD4FA6-BACF-4A7D-B48F-AB5F69C3A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80731" y="40437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8" name="path-1463">
            <a:extLst xmlns:a="http://schemas.openxmlformats.org/drawingml/2006/main">
              <a:ext uri="{FF2B5EF4-FFF2-40B4-BE49-F238E27FC236}">
                <a16:creationId xmlns:a16="http://schemas.microsoft.com/office/drawing/2014/main" id="{4557A9AA-E4B7-408B-A3C4-86FE80FAD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3904" y="40715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9" name="path-1464">
            <a:extLst xmlns:a="http://schemas.openxmlformats.org/drawingml/2006/main">
              <a:ext uri="{FF2B5EF4-FFF2-40B4-BE49-F238E27FC236}">
                <a16:creationId xmlns:a16="http://schemas.microsoft.com/office/drawing/2014/main" id="{0E17B17E-EEAF-47A4-AE56-B5A453692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247" y="40634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0" name="path-1465">
            <a:extLst xmlns:a="http://schemas.openxmlformats.org/drawingml/2006/main">
              <a:ext uri="{FF2B5EF4-FFF2-40B4-BE49-F238E27FC236}">
                <a16:creationId xmlns:a16="http://schemas.microsoft.com/office/drawing/2014/main" id="{E68F0143-089E-45B1-87F6-C80BDC27D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4335" y="40402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1" name="path-1466">
            <a:extLst xmlns:a="http://schemas.openxmlformats.org/drawingml/2006/main">
              <a:ext uri="{FF2B5EF4-FFF2-40B4-BE49-F238E27FC236}">
                <a16:creationId xmlns:a16="http://schemas.microsoft.com/office/drawing/2014/main" id="{7B0DF8F6-F65A-457F-8643-08A8BF203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1" y="40177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2" name="path-1467">
            <a:extLst xmlns:a="http://schemas.openxmlformats.org/drawingml/2006/main">
              <a:ext uri="{FF2B5EF4-FFF2-40B4-BE49-F238E27FC236}">
                <a16:creationId xmlns:a16="http://schemas.microsoft.com/office/drawing/2014/main" id="{12151D46-4A45-4EAE-99BD-2CC96DA0A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381" y="40597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3" name="path-1468">
            <a:extLst xmlns:a="http://schemas.openxmlformats.org/drawingml/2006/main">
              <a:ext uri="{FF2B5EF4-FFF2-40B4-BE49-F238E27FC236}">
                <a16:creationId xmlns:a16="http://schemas.microsoft.com/office/drawing/2014/main" id="{685A762A-86E4-4B6C-91F1-2E1926CF1A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75443" y="39937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4" name="path-1469">
            <a:extLst xmlns:a="http://schemas.openxmlformats.org/drawingml/2006/main">
              <a:ext uri="{FF2B5EF4-FFF2-40B4-BE49-F238E27FC236}">
                <a16:creationId xmlns:a16="http://schemas.microsoft.com/office/drawing/2014/main" id="{F635C4F7-C0AB-4787-99ED-9C92E7622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967" y="40377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5" name="path-1470">
            <a:extLst xmlns:a="http://schemas.openxmlformats.org/drawingml/2006/main">
              <a:ext uri="{FF2B5EF4-FFF2-40B4-BE49-F238E27FC236}">
                <a16:creationId xmlns:a16="http://schemas.microsoft.com/office/drawing/2014/main" id="{C49B6EB2-44E8-4CB9-B501-457140780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340" y="4039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6" name="path-1471">
            <a:extLst xmlns:a="http://schemas.openxmlformats.org/drawingml/2006/main">
              <a:ext uri="{FF2B5EF4-FFF2-40B4-BE49-F238E27FC236}">
                <a16:creationId xmlns:a16="http://schemas.microsoft.com/office/drawing/2014/main" id="{A271FE0F-2C0C-4946-88C3-A31C12264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4674" y="40756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7" name="path-1472">
            <a:extLst xmlns:a="http://schemas.openxmlformats.org/drawingml/2006/main">
              <a:ext uri="{FF2B5EF4-FFF2-40B4-BE49-F238E27FC236}">
                <a16:creationId xmlns:a16="http://schemas.microsoft.com/office/drawing/2014/main" id="{9A3CC2EC-CA9C-43B0-8B49-D5381A7A09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4" y="40566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8" name="path-1473">
            <a:extLst xmlns:a="http://schemas.openxmlformats.org/drawingml/2006/main">
              <a:ext uri="{FF2B5EF4-FFF2-40B4-BE49-F238E27FC236}">
                <a16:creationId xmlns:a16="http://schemas.microsoft.com/office/drawing/2014/main" id="{2A6C2E09-82C1-49EA-B881-985B65E68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332" y="40490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69" name="path-1474">
            <a:extLst xmlns:a="http://schemas.openxmlformats.org/drawingml/2006/main">
              <a:ext uri="{FF2B5EF4-FFF2-40B4-BE49-F238E27FC236}">
                <a16:creationId xmlns:a16="http://schemas.microsoft.com/office/drawing/2014/main" id="{07F08937-A93F-4E9F-A285-26B5CAC75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174" y="40729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0" name="path-1475">
            <a:extLst xmlns:a="http://schemas.openxmlformats.org/drawingml/2006/main">
              <a:ext uri="{FF2B5EF4-FFF2-40B4-BE49-F238E27FC236}">
                <a16:creationId xmlns:a16="http://schemas.microsoft.com/office/drawing/2014/main" id="{9E8502A5-9BE9-437E-B87C-72DB10BF3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118" y="4048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1" name="path-1476">
            <a:extLst xmlns:a="http://schemas.openxmlformats.org/drawingml/2006/main">
              <a:ext uri="{FF2B5EF4-FFF2-40B4-BE49-F238E27FC236}">
                <a16:creationId xmlns:a16="http://schemas.microsoft.com/office/drawing/2014/main" id="{883FF5ED-70C5-4561-B080-37E223909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178" y="40567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2" name="path-1477">
            <a:extLst xmlns:a="http://schemas.openxmlformats.org/drawingml/2006/main">
              <a:ext uri="{FF2B5EF4-FFF2-40B4-BE49-F238E27FC236}">
                <a16:creationId xmlns:a16="http://schemas.microsoft.com/office/drawing/2014/main" id="{6213F4F3-67D7-452D-B4AC-DA8D88327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811" y="40166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3" name="path-1478">
            <a:extLst xmlns:a="http://schemas.openxmlformats.org/drawingml/2006/main">
              <a:ext uri="{FF2B5EF4-FFF2-40B4-BE49-F238E27FC236}">
                <a16:creationId xmlns:a16="http://schemas.microsoft.com/office/drawing/2014/main" id="{2A2288C1-812E-4813-A93D-F1BCE6290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796" y="40351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4" name="path-1479">
            <a:extLst xmlns:a="http://schemas.openxmlformats.org/drawingml/2006/main">
              <a:ext uri="{FF2B5EF4-FFF2-40B4-BE49-F238E27FC236}">
                <a16:creationId xmlns:a16="http://schemas.microsoft.com/office/drawing/2014/main" id="{6D61C764-A207-4020-B44C-913753FC3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3931" y="40523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5" name="path-1480">
            <a:extLst xmlns:a="http://schemas.openxmlformats.org/drawingml/2006/main">
              <a:ext uri="{FF2B5EF4-FFF2-40B4-BE49-F238E27FC236}">
                <a16:creationId xmlns:a16="http://schemas.microsoft.com/office/drawing/2014/main" id="{A8E36175-5E07-41E9-839D-8C9C6D937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174" y="4068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6" name="path-1481">
            <a:extLst xmlns:a="http://schemas.openxmlformats.org/drawingml/2006/main">
              <a:ext uri="{FF2B5EF4-FFF2-40B4-BE49-F238E27FC236}">
                <a16:creationId xmlns:a16="http://schemas.microsoft.com/office/drawing/2014/main" id="{B3C158E9-A4DF-4CBA-ADAC-9BE85B266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47" y="40723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7" name="path-1482">
            <a:extLst xmlns:a="http://schemas.openxmlformats.org/drawingml/2006/main">
              <a:ext uri="{FF2B5EF4-FFF2-40B4-BE49-F238E27FC236}">
                <a16:creationId xmlns:a16="http://schemas.microsoft.com/office/drawing/2014/main" id="{B93FD7DE-D51A-4D35-87D4-205C01C4C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909" y="40346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8" name="path-1483">
            <a:extLst xmlns:a="http://schemas.openxmlformats.org/drawingml/2006/main">
              <a:ext uri="{FF2B5EF4-FFF2-40B4-BE49-F238E27FC236}">
                <a16:creationId xmlns:a16="http://schemas.microsoft.com/office/drawing/2014/main" id="{6D17EB7E-A80C-47A8-A737-9CEC1F915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76" y="40327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9" name="path-1484">
            <a:extLst xmlns:a="http://schemas.openxmlformats.org/drawingml/2006/main">
              <a:ext uri="{FF2B5EF4-FFF2-40B4-BE49-F238E27FC236}">
                <a16:creationId xmlns:a16="http://schemas.microsoft.com/office/drawing/2014/main" id="{67A00243-B57F-4DEF-92BF-B1D619EC0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12" y="40493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0" name="path-1485">
            <a:extLst xmlns:a="http://schemas.openxmlformats.org/drawingml/2006/main">
              <a:ext uri="{FF2B5EF4-FFF2-40B4-BE49-F238E27FC236}">
                <a16:creationId xmlns:a16="http://schemas.microsoft.com/office/drawing/2014/main" id="{2939F303-985D-4241-A920-96EDC5BF7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765" y="40433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1" name="path-1486">
            <a:extLst xmlns:a="http://schemas.openxmlformats.org/drawingml/2006/main">
              <a:ext uri="{FF2B5EF4-FFF2-40B4-BE49-F238E27FC236}">
                <a16:creationId xmlns:a16="http://schemas.microsoft.com/office/drawing/2014/main" id="{3E60EA73-FE1A-4A1E-9FF0-824F1A814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506" y="4034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2" name="path-1487">
            <a:extLst xmlns:a="http://schemas.openxmlformats.org/drawingml/2006/main">
              <a:ext uri="{FF2B5EF4-FFF2-40B4-BE49-F238E27FC236}">
                <a16:creationId xmlns:a16="http://schemas.microsoft.com/office/drawing/2014/main" id="{46267599-EEBC-4B97-9551-1926F0A0D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0027" y="40619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3" name="path-1488">
            <a:extLst xmlns:a="http://schemas.openxmlformats.org/drawingml/2006/main">
              <a:ext uri="{FF2B5EF4-FFF2-40B4-BE49-F238E27FC236}">
                <a16:creationId xmlns:a16="http://schemas.microsoft.com/office/drawing/2014/main" id="{3F523BD3-6370-472E-BC9F-5ABAE7D9F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9916" y="4033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4" name="path-1489">
            <a:extLst xmlns:a="http://schemas.openxmlformats.org/drawingml/2006/main">
              <a:ext uri="{FF2B5EF4-FFF2-40B4-BE49-F238E27FC236}">
                <a16:creationId xmlns:a16="http://schemas.microsoft.com/office/drawing/2014/main" id="{EAF085B9-CC6C-4180-BDC4-1D2A08C05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5812" y="4060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5" name="path-1490">
            <a:extLst xmlns:a="http://schemas.openxmlformats.org/drawingml/2006/main">
              <a:ext uri="{FF2B5EF4-FFF2-40B4-BE49-F238E27FC236}">
                <a16:creationId xmlns:a16="http://schemas.microsoft.com/office/drawing/2014/main" id="{8AF808D8-5E10-4FEA-A79A-CAFCBE145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8976" y="40223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6" name="path-1491">
            <a:extLst xmlns:a="http://schemas.openxmlformats.org/drawingml/2006/main">
              <a:ext uri="{FF2B5EF4-FFF2-40B4-BE49-F238E27FC236}">
                <a16:creationId xmlns:a16="http://schemas.microsoft.com/office/drawing/2014/main" id="{198EA5A7-4720-4E2F-9DFB-78DF17F14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439" y="40320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7" name="path-1492">
            <a:extLst xmlns:a="http://schemas.openxmlformats.org/drawingml/2006/main">
              <a:ext uri="{FF2B5EF4-FFF2-40B4-BE49-F238E27FC236}">
                <a16:creationId xmlns:a16="http://schemas.microsoft.com/office/drawing/2014/main" id="{99A6D6A3-7FE7-46D1-B439-290C474A1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718" y="40468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8" name="path-1493">
            <a:extLst xmlns:a="http://schemas.openxmlformats.org/drawingml/2006/main">
              <a:ext uri="{FF2B5EF4-FFF2-40B4-BE49-F238E27FC236}">
                <a16:creationId xmlns:a16="http://schemas.microsoft.com/office/drawing/2014/main" id="{BB7F1085-12C1-4234-ACAD-C46BD825C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578" y="4034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89" name="path-1494">
            <a:extLst xmlns:a="http://schemas.openxmlformats.org/drawingml/2006/main">
              <a:ext uri="{FF2B5EF4-FFF2-40B4-BE49-F238E27FC236}">
                <a16:creationId xmlns:a16="http://schemas.microsoft.com/office/drawing/2014/main" id="{BFEEEDC9-9F3F-4C12-97D9-DD5FA7410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072" y="4052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0" name="path-1495">
            <a:extLst xmlns:a="http://schemas.openxmlformats.org/drawingml/2006/main">
              <a:ext uri="{FF2B5EF4-FFF2-40B4-BE49-F238E27FC236}">
                <a16:creationId xmlns:a16="http://schemas.microsoft.com/office/drawing/2014/main" id="{3D0FA8ED-0506-492A-B65B-C103D4F29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709" y="40493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1" name="path-1496">
            <a:extLst xmlns:a="http://schemas.openxmlformats.org/drawingml/2006/main">
              <a:ext uri="{FF2B5EF4-FFF2-40B4-BE49-F238E27FC236}">
                <a16:creationId xmlns:a16="http://schemas.microsoft.com/office/drawing/2014/main" id="{CB8AC6EA-B53C-401B-BF0D-7DA4FE92E5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7153" y="40213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2" name="path-1497">
            <a:extLst xmlns:a="http://schemas.openxmlformats.org/drawingml/2006/main">
              <a:ext uri="{FF2B5EF4-FFF2-40B4-BE49-F238E27FC236}">
                <a16:creationId xmlns:a16="http://schemas.microsoft.com/office/drawing/2014/main" id="{BB41D500-81C5-4F46-8B44-38E6642EE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250" y="40502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3" name="path-1498">
            <a:extLst xmlns:a="http://schemas.openxmlformats.org/drawingml/2006/main">
              <a:ext uri="{FF2B5EF4-FFF2-40B4-BE49-F238E27FC236}">
                <a16:creationId xmlns:a16="http://schemas.microsoft.com/office/drawing/2014/main" id="{D7B7E16F-AE8F-4B55-9EA6-27DA22BEF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826" y="4028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4" name="path-1499">
            <a:extLst xmlns:a="http://schemas.openxmlformats.org/drawingml/2006/main">
              <a:ext uri="{FF2B5EF4-FFF2-40B4-BE49-F238E27FC236}">
                <a16:creationId xmlns:a16="http://schemas.microsoft.com/office/drawing/2014/main" id="{D8720B8C-292A-40BC-AC20-DFF129008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606" y="40364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5" name="path-1500">
            <a:extLst xmlns:a="http://schemas.openxmlformats.org/drawingml/2006/main">
              <a:ext uri="{FF2B5EF4-FFF2-40B4-BE49-F238E27FC236}">
                <a16:creationId xmlns:a16="http://schemas.microsoft.com/office/drawing/2014/main" id="{BDA9F6E6-FAC8-4CB5-A598-D5494C170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32" y="40514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6" name="path-1501">
            <a:extLst xmlns:a="http://schemas.openxmlformats.org/drawingml/2006/main">
              <a:ext uri="{FF2B5EF4-FFF2-40B4-BE49-F238E27FC236}">
                <a16:creationId xmlns:a16="http://schemas.microsoft.com/office/drawing/2014/main" id="{1C1EED88-C534-4DC7-AB31-CAB28EC4D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0432" y="40407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7" name="path-1502">
            <a:extLst xmlns:a="http://schemas.openxmlformats.org/drawingml/2006/main">
              <a:ext uri="{FF2B5EF4-FFF2-40B4-BE49-F238E27FC236}">
                <a16:creationId xmlns:a16="http://schemas.microsoft.com/office/drawing/2014/main" id="{23840462-CC36-4780-93F9-4ED86DCD8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897" y="4042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8" name="path-1503">
            <a:extLst xmlns:a="http://schemas.openxmlformats.org/drawingml/2006/main">
              <a:ext uri="{FF2B5EF4-FFF2-40B4-BE49-F238E27FC236}">
                <a16:creationId xmlns:a16="http://schemas.microsoft.com/office/drawing/2014/main" id="{39E39C3B-89FE-463F-B7A3-440029D8A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7872" y="4041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9" name="path-1504">
            <a:extLst xmlns:a="http://schemas.openxmlformats.org/drawingml/2006/main">
              <a:ext uri="{FF2B5EF4-FFF2-40B4-BE49-F238E27FC236}">
                <a16:creationId xmlns:a16="http://schemas.microsoft.com/office/drawing/2014/main" id="{483EED12-BA91-4068-93CF-E16792EBA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933" y="4039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0" name="path-1505">
            <a:extLst xmlns:a="http://schemas.openxmlformats.org/drawingml/2006/main">
              <a:ext uri="{FF2B5EF4-FFF2-40B4-BE49-F238E27FC236}">
                <a16:creationId xmlns:a16="http://schemas.microsoft.com/office/drawing/2014/main" id="{5C7953A5-76FC-4295-B56E-4BACA0AA8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369" y="4055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1" name="path-1506">
            <a:extLst xmlns:a="http://schemas.openxmlformats.org/drawingml/2006/main">
              <a:ext uri="{FF2B5EF4-FFF2-40B4-BE49-F238E27FC236}">
                <a16:creationId xmlns:a16="http://schemas.microsoft.com/office/drawing/2014/main" id="{B2DBCC20-FAAE-4380-99A2-552EE4165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9604" y="40154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2" name="path-1507">
            <a:extLst xmlns:a="http://schemas.openxmlformats.org/drawingml/2006/main">
              <a:ext uri="{FF2B5EF4-FFF2-40B4-BE49-F238E27FC236}">
                <a16:creationId xmlns:a16="http://schemas.microsoft.com/office/drawing/2014/main" id="{7BD2588A-2CB7-4DC3-823C-02B0B955C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1578" y="40534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3" name="path-1508">
            <a:extLst xmlns:a="http://schemas.openxmlformats.org/drawingml/2006/main">
              <a:ext uri="{FF2B5EF4-FFF2-40B4-BE49-F238E27FC236}">
                <a16:creationId xmlns:a16="http://schemas.microsoft.com/office/drawing/2014/main" id="{AC2932AA-1DE3-4BE3-ACBA-5244ACB2BD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83" y="40630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4" name="path-1509">
            <a:extLst xmlns:a="http://schemas.openxmlformats.org/drawingml/2006/main">
              <a:ext uri="{FF2B5EF4-FFF2-40B4-BE49-F238E27FC236}">
                <a16:creationId xmlns:a16="http://schemas.microsoft.com/office/drawing/2014/main" id="{94C6113E-C870-46FC-A5AD-3ABBE9AD8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902" y="40196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5" name="path-1510">
            <a:extLst xmlns:a="http://schemas.openxmlformats.org/drawingml/2006/main">
              <a:ext uri="{FF2B5EF4-FFF2-40B4-BE49-F238E27FC236}">
                <a16:creationId xmlns:a16="http://schemas.microsoft.com/office/drawing/2014/main" id="{0932F7DC-F486-4C90-B048-56B08AC5E1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262" y="40325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6" name="path-1511">
            <a:extLst xmlns:a="http://schemas.openxmlformats.org/drawingml/2006/main">
              <a:ext uri="{FF2B5EF4-FFF2-40B4-BE49-F238E27FC236}">
                <a16:creationId xmlns:a16="http://schemas.microsoft.com/office/drawing/2014/main" id="{CF0FD2ED-4C33-4EE3-A8F2-F3C03D7D8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34" y="4072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7" name="path-1512">
            <a:extLst xmlns:a="http://schemas.openxmlformats.org/drawingml/2006/main">
              <a:ext uri="{FF2B5EF4-FFF2-40B4-BE49-F238E27FC236}">
                <a16:creationId xmlns:a16="http://schemas.microsoft.com/office/drawing/2014/main" id="{A135F454-5FB8-447C-A3A3-9D14F0AD92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1631" y="40665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8" name="path-1513">
            <a:extLst xmlns:a="http://schemas.openxmlformats.org/drawingml/2006/main">
              <a:ext uri="{FF2B5EF4-FFF2-40B4-BE49-F238E27FC236}">
                <a16:creationId xmlns:a16="http://schemas.microsoft.com/office/drawing/2014/main" id="{D66F9FEF-F86E-47FB-9663-853D8F1A5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287" y="40424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9" name="path-1514">
            <a:extLst xmlns:a="http://schemas.openxmlformats.org/drawingml/2006/main">
              <a:ext uri="{FF2B5EF4-FFF2-40B4-BE49-F238E27FC236}">
                <a16:creationId xmlns:a16="http://schemas.microsoft.com/office/drawing/2014/main" id="{52CBAAE0-D9DF-443B-806A-0826ED817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590" y="40287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0" name="path-1515">
            <a:extLst xmlns:a="http://schemas.openxmlformats.org/drawingml/2006/main">
              <a:ext uri="{FF2B5EF4-FFF2-40B4-BE49-F238E27FC236}">
                <a16:creationId xmlns:a16="http://schemas.microsoft.com/office/drawing/2014/main" id="{31DF66CC-C70D-4F7E-9394-58C5BA3E3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8928" y="4069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1" name="path-1516">
            <a:extLst xmlns:a="http://schemas.openxmlformats.org/drawingml/2006/main">
              <a:ext uri="{FF2B5EF4-FFF2-40B4-BE49-F238E27FC236}">
                <a16:creationId xmlns:a16="http://schemas.microsoft.com/office/drawing/2014/main" id="{0CEAAF9B-B0C9-423C-A1B5-7777A600AF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68" y="40647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2" name="path-1517">
            <a:extLst xmlns:a="http://schemas.openxmlformats.org/drawingml/2006/main">
              <a:ext uri="{FF2B5EF4-FFF2-40B4-BE49-F238E27FC236}">
                <a16:creationId xmlns:a16="http://schemas.microsoft.com/office/drawing/2014/main" id="{0D10C9A0-F1E4-469A-8F12-14168BE60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9035" y="40458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3" name="path-1518">
            <a:extLst xmlns:a="http://schemas.openxmlformats.org/drawingml/2006/main">
              <a:ext uri="{FF2B5EF4-FFF2-40B4-BE49-F238E27FC236}">
                <a16:creationId xmlns:a16="http://schemas.microsoft.com/office/drawing/2014/main" id="{A7371D44-5B54-40E5-86C4-C181D19F6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495" y="40321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4" name="path-1519">
            <a:extLst xmlns:a="http://schemas.openxmlformats.org/drawingml/2006/main">
              <a:ext uri="{FF2B5EF4-FFF2-40B4-BE49-F238E27FC236}">
                <a16:creationId xmlns:a16="http://schemas.microsoft.com/office/drawing/2014/main" id="{96E62ECC-8719-4D20-AC75-4EC754923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81" y="40618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5" name="path-1520">
            <a:extLst xmlns:a="http://schemas.openxmlformats.org/drawingml/2006/main">
              <a:ext uri="{FF2B5EF4-FFF2-40B4-BE49-F238E27FC236}">
                <a16:creationId xmlns:a16="http://schemas.microsoft.com/office/drawing/2014/main" id="{69E6804A-E187-4397-A983-A042417DF6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231" y="40641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6" name="path-1521">
            <a:extLst xmlns:a="http://schemas.openxmlformats.org/drawingml/2006/main">
              <a:ext uri="{FF2B5EF4-FFF2-40B4-BE49-F238E27FC236}">
                <a16:creationId xmlns:a16="http://schemas.microsoft.com/office/drawing/2014/main" id="{FFE884D7-A41C-417C-8B21-05C1E5C1A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167" y="4039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7" name="path-1522">
            <a:extLst xmlns:a="http://schemas.openxmlformats.org/drawingml/2006/main">
              <a:ext uri="{FF2B5EF4-FFF2-40B4-BE49-F238E27FC236}">
                <a16:creationId xmlns:a16="http://schemas.microsoft.com/office/drawing/2014/main" id="{074E0A89-F1AF-4A38-9D62-FF0BDB57F0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3389" y="4076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8" name="path-1523">
            <a:extLst xmlns:a="http://schemas.openxmlformats.org/drawingml/2006/main">
              <a:ext uri="{FF2B5EF4-FFF2-40B4-BE49-F238E27FC236}">
                <a16:creationId xmlns:a16="http://schemas.microsoft.com/office/drawing/2014/main" id="{F5BF7FF4-942F-4EDE-87C1-A565F0694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250" y="40267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9" name="path-1524">
            <a:extLst xmlns:a="http://schemas.openxmlformats.org/drawingml/2006/main">
              <a:ext uri="{FF2B5EF4-FFF2-40B4-BE49-F238E27FC236}">
                <a16:creationId xmlns:a16="http://schemas.microsoft.com/office/drawing/2014/main" id="{3761C19A-4026-40EB-995E-8BB71331E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722" y="4058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0" name="path-1525">
            <a:extLst xmlns:a="http://schemas.openxmlformats.org/drawingml/2006/main">
              <a:ext uri="{FF2B5EF4-FFF2-40B4-BE49-F238E27FC236}">
                <a16:creationId xmlns:a16="http://schemas.microsoft.com/office/drawing/2014/main" id="{BA06D8AF-F141-41E8-BF27-3E309CDA1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639" y="40550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1" name="path-1526">
            <a:extLst xmlns:a="http://schemas.openxmlformats.org/drawingml/2006/main">
              <a:ext uri="{FF2B5EF4-FFF2-40B4-BE49-F238E27FC236}">
                <a16:creationId xmlns:a16="http://schemas.microsoft.com/office/drawing/2014/main" id="{51D33CC1-76E3-44D5-ADAD-EBC137D8A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787" y="40626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2" name="path-1527">
            <a:extLst xmlns:a="http://schemas.openxmlformats.org/drawingml/2006/main">
              <a:ext uri="{FF2B5EF4-FFF2-40B4-BE49-F238E27FC236}">
                <a16:creationId xmlns:a16="http://schemas.microsoft.com/office/drawing/2014/main" id="{C57A13DD-EE36-44DB-B780-85FBE925B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249" y="40586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3" name="path-1528">
            <a:extLst xmlns:a="http://schemas.openxmlformats.org/drawingml/2006/main">
              <a:ext uri="{FF2B5EF4-FFF2-40B4-BE49-F238E27FC236}">
                <a16:creationId xmlns:a16="http://schemas.microsoft.com/office/drawing/2014/main" id="{705DE024-ADFA-403F-962F-BE310F984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9275" y="40163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4" name="path-1529">
            <a:extLst xmlns:a="http://schemas.openxmlformats.org/drawingml/2006/main">
              <a:ext uri="{FF2B5EF4-FFF2-40B4-BE49-F238E27FC236}">
                <a16:creationId xmlns:a16="http://schemas.microsoft.com/office/drawing/2014/main" id="{6741D1DF-9C4B-42FC-99C0-58F1B57E7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817" y="40073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5" name="path-1530">
            <a:extLst xmlns:a="http://schemas.openxmlformats.org/drawingml/2006/main">
              <a:ext uri="{FF2B5EF4-FFF2-40B4-BE49-F238E27FC236}">
                <a16:creationId xmlns:a16="http://schemas.microsoft.com/office/drawing/2014/main" id="{3803EC68-34DC-4F57-9960-F9650E935B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397" y="4049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6" name="path-1531">
            <a:extLst xmlns:a="http://schemas.openxmlformats.org/drawingml/2006/main">
              <a:ext uri="{FF2B5EF4-FFF2-40B4-BE49-F238E27FC236}">
                <a16:creationId xmlns:a16="http://schemas.microsoft.com/office/drawing/2014/main" id="{2537CF26-4E70-4716-9113-4123426A4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5964" y="4046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7" name="path-1532">
            <a:extLst xmlns:a="http://schemas.openxmlformats.org/drawingml/2006/main">
              <a:ext uri="{FF2B5EF4-FFF2-40B4-BE49-F238E27FC236}">
                <a16:creationId xmlns:a16="http://schemas.microsoft.com/office/drawing/2014/main" id="{F05B0A5B-FD4C-4633-BCD6-CFB373F26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980" y="40361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8" name="path-1533">
            <a:extLst xmlns:a="http://schemas.openxmlformats.org/drawingml/2006/main">
              <a:ext uri="{FF2B5EF4-FFF2-40B4-BE49-F238E27FC236}">
                <a16:creationId xmlns:a16="http://schemas.microsoft.com/office/drawing/2014/main" id="{005B645A-B7A7-4DB7-B6DA-6B50963A9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334" y="4054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9" name="path-1534">
            <a:extLst xmlns:a="http://schemas.openxmlformats.org/drawingml/2006/main">
              <a:ext uri="{FF2B5EF4-FFF2-40B4-BE49-F238E27FC236}">
                <a16:creationId xmlns:a16="http://schemas.microsoft.com/office/drawing/2014/main" id="{890E7A47-4127-4254-972D-85DDE250F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48" y="40566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0" name="path-1535">
            <a:extLst xmlns:a="http://schemas.openxmlformats.org/drawingml/2006/main">
              <a:ext uri="{FF2B5EF4-FFF2-40B4-BE49-F238E27FC236}">
                <a16:creationId xmlns:a16="http://schemas.microsoft.com/office/drawing/2014/main" id="{F5745AD4-97F0-4D38-9A81-D778C0C3C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048" y="40443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1" name="path-1536">
            <a:extLst xmlns:a="http://schemas.openxmlformats.org/drawingml/2006/main">
              <a:ext uri="{FF2B5EF4-FFF2-40B4-BE49-F238E27FC236}">
                <a16:creationId xmlns:a16="http://schemas.microsoft.com/office/drawing/2014/main" id="{74C0FDD7-EB40-46A9-BDE6-4E28C8B07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354" y="4041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2" name="path-1537">
            <a:extLst xmlns:a="http://schemas.openxmlformats.org/drawingml/2006/main">
              <a:ext uri="{FF2B5EF4-FFF2-40B4-BE49-F238E27FC236}">
                <a16:creationId xmlns:a16="http://schemas.microsoft.com/office/drawing/2014/main" id="{A4C3DB94-98B1-4408-B973-9A6C4A9C6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7704" y="40585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3" name="path-1538">
            <a:extLst xmlns:a="http://schemas.openxmlformats.org/drawingml/2006/main">
              <a:ext uri="{FF2B5EF4-FFF2-40B4-BE49-F238E27FC236}">
                <a16:creationId xmlns:a16="http://schemas.microsoft.com/office/drawing/2014/main" id="{004803EC-48E5-4201-9AD9-C87BCFD0D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240" y="40544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4" name="path-1539">
            <a:extLst xmlns:a="http://schemas.openxmlformats.org/drawingml/2006/main">
              <a:ext uri="{FF2B5EF4-FFF2-40B4-BE49-F238E27FC236}">
                <a16:creationId xmlns:a16="http://schemas.microsoft.com/office/drawing/2014/main" id="{DA8DF0DF-58C1-45E1-AC75-7343540EF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306" y="40618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5" name="path-1540">
            <a:extLst xmlns:a="http://schemas.openxmlformats.org/drawingml/2006/main">
              <a:ext uri="{FF2B5EF4-FFF2-40B4-BE49-F238E27FC236}">
                <a16:creationId xmlns:a16="http://schemas.microsoft.com/office/drawing/2014/main" id="{58D94E2A-8B4A-4D17-987E-FC8362ABF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088" y="40446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6" name="path-1541">
            <a:extLst xmlns:a="http://schemas.openxmlformats.org/drawingml/2006/main">
              <a:ext uri="{FF2B5EF4-FFF2-40B4-BE49-F238E27FC236}">
                <a16:creationId xmlns:a16="http://schemas.microsoft.com/office/drawing/2014/main" id="{354A0AEB-D1D7-4799-8204-524D77EE4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992" y="40206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7" name="path-1542">
            <a:extLst xmlns:a="http://schemas.openxmlformats.org/drawingml/2006/main">
              <a:ext uri="{FF2B5EF4-FFF2-40B4-BE49-F238E27FC236}">
                <a16:creationId xmlns:a16="http://schemas.microsoft.com/office/drawing/2014/main" id="{0DE93EF6-0F93-4D04-B922-CDC2020A3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586" y="40474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8" name="path-1543">
            <a:extLst xmlns:a="http://schemas.openxmlformats.org/drawingml/2006/main">
              <a:ext uri="{FF2B5EF4-FFF2-40B4-BE49-F238E27FC236}">
                <a16:creationId xmlns:a16="http://schemas.microsoft.com/office/drawing/2014/main" id="{9613BBB0-E67A-4690-AFDF-D52EE42E5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975" y="40353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9" name="path-1544">
            <a:extLst xmlns:a="http://schemas.openxmlformats.org/drawingml/2006/main">
              <a:ext uri="{FF2B5EF4-FFF2-40B4-BE49-F238E27FC236}">
                <a16:creationId xmlns:a16="http://schemas.microsoft.com/office/drawing/2014/main" id="{D30F77AD-422F-4768-A8D5-A018F6865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339" y="40551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0" name="path-1545">
            <a:extLst xmlns:a="http://schemas.openxmlformats.org/drawingml/2006/main">
              <a:ext uri="{FF2B5EF4-FFF2-40B4-BE49-F238E27FC236}">
                <a16:creationId xmlns:a16="http://schemas.microsoft.com/office/drawing/2014/main" id="{7CDB8407-8DE5-40DF-A177-D54F1F87F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531" y="4019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1" name="path-1546">
            <a:extLst xmlns:a="http://schemas.openxmlformats.org/drawingml/2006/main">
              <a:ext uri="{FF2B5EF4-FFF2-40B4-BE49-F238E27FC236}">
                <a16:creationId xmlns:a16="http://schemas.microsoft.com/office/drawing/2014/main" id="{FD0135B8-3CDA-441D-AF3D-3324DF97D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608" y="4064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2" name="path-1547">
            <a:extLst xmlns:a="http://schemas.openxmlformats.org/drawingml/2006/main">
              <a:ext uri="{FF2B5EF4-FFF2-40B4-BE49-F238E27FC236}">
                <a16:creationId xmlns:a16="http://schemas.microsoft.com/office/drawing/2014/main" id="{2FC4549B-6918-41ED-8B72-0D003F131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284" y="40212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3" name="path-1548">
            <a:extLst xmlns:a="http://schemas.openxmlformats.org/drawingml/2006/main">
              <a:ext uri="{FF2B5EF4-FFF2-40B4-BE49-F238E27FC236}">
                <a16:creationId xmlns:a16="http://schemas.microsoft.com/office/drawing/2014/main" id="{DC59F2B0-A5CF-40C8-866A-4B8FBD469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7173" y="4025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4" name="path-1549">
            <a:extLst xmlns:a="http://schemas.openxmlformats.org/drawingml/2006/main">
              <a:ext uri="{FF2B5EF4-FFF2-40B4-BE49-F238E27FC236}">
                <a16:creationId xmlns:a16="http://schemas.microsoft.com/office/drawing/2014/main" id="{1CC8A007-D53E-4B9C-9D16-39396C920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100" y="4018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5" name="path-1550">
            <a:extLst xmlns:a="http://schemas.openxmlformats.org/drawingml/2006/main">
              <a:ext uri="{FF2B5EF4-FFF2-40B4-BE49-F238E27FC236}">
                <a16:creationId xmlns:a16="http://schemas.microsoft.com/office/drawing/2014/main" id="{9A346B3F-1149-4753-BB04-83AA5A93F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4605" y="40656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6" name="path-1551">
            <a:extLst xmlns:a="http://schemas.openxmlformats.org/drawingml/2006/main">
              <a:ext uri="{FF2B5EF4-FFF2-40B4-BE49-F238E27FC236}">
                <a16:creationId xmlns:a16="http://schemas.microsoft.com/office/drawing/2014/main" id="{737CCF1C-C598-4679-B304-DEEB0DB25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887" y="40368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7" name="path-1552">
            <a:extLst xmlns:a="http://schemas.openxmlformats.org/drawingml/2006/main">
              <a:ext uri="{FF2B5EF4-FFF2-40B4-BE49-F238E27FC236}">
                <a16:creationId xmlns:a16="http://schemas.microsoft.com/office/drawing/2014/main" id="{83E7176B-4F86-44E6-8C6B-8694EE1C9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3117" y="40395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8" name="path-1553">
            <a:extLst xmlns:a="http://schemas.openxmlformats.org/drawingml/2006/main">
              <a:ext uri="{FF2B5EF4-FFF2-40B4-BE49-F238E27FC236}">
                <a16:creationId xmlns:a16="http://schemas.microsoft.com/office/drawing/2014/main" id="{6CDDD967-8C4C-4F27-950D-86ED9697E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5547" y="40441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9" name="path-1554">
            <a:extLst xmlns:a="http://schemas.openxmlformats.org/drawingml/2006/main">
              <a:ext uri="{FF2B5EF4-FFF2-40B4-BE49-F238E27FC236}">
                <a16:creationId xmlns:a16="http://schemas.microsoft.com/office/drawing/2014/main" id="{2B0AE046-A6AB-43CD-94F4-2C95163B8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161" y="40273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0" name="path-1555">
            <a:extLst xmlns:a="http://schemas.openxmlformats.org/drawingml/2006/main">
              <a:ext uri="{FF2B5EF4-FFF2-40B4-BE49-F238E27FC236}">
                <a16:creationId xmlns:a16="http://schemas.microsoft.com/office/drawing/2014/main" id="{F579D9FC-0BAD-4142-BEBE-4643B3F041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96" y="40182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1" name="path-1556">
            <a:extLst xmlns:a="http://schemas.openxmlformats.org/drawingml/2006/main">
              <a:ext uri="{FF2B5EF4-FFF2-40B4-BE49-F238E27FC236}">
                <a16:creationId xmlns:a16="http://schemas.microsoft.com/office/drawing/2014/main" id="{D40A0443-318D-49FB-89B4-D7A25ACAC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84525" y="40450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2" name="path-1557">
            <a:extLst xmlns:a="http://schemas.openxmlformats.org/drawingml/2006/main">
              <a:ext uri="{FF2B5EF4-FFF2-40B4-BE49-F238E27FC236}">
                <a16:creationId xmlns:a16="http://schemas.microsoft.com/office/drawing/2014/main" id="{70F59334-99B9-425E-B8DB-18F225FB3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678" y="40691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3" name="path-1558">
            <a:extLst xmlns:a="http://schemas.openxmlformats.org/drawingml/2006/main">
              <a:ext uri="{FF2B5EF4-FFF2-40B4-BE49-F238E27FC236}">
                <a16:creationId xmlns:a16="http://schemas.microsoft.com/office/drawing/2014/main" id="{352AC339-A1B4-4ED0-94D0-3030CA446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5" y="40412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4" name="path-1559">
            <a:extLst xmlns:a="http://schemas.openxmlformats.org/drawingml/2006/main">
              <a:ext uri="{FF2B5EF4-FFF2-40B4-BE49-F238E27FC236}">
                <a16:creationId xmlns:a16="http://schemas.microsoft.com/office/drawing/2014/main" id="{EF877828-B712-41FD-B2D7-10BEEC77F9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160" y="4032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5" name="path-1560">
            <a:extLst xmlns:a="http://schemas.openxmlformats.org/drawingml/2006/main">
              <a:ext uri="{FF2B5EF4-FFF2-40B4-BE49-F238E27FC236}">
                <a16:creationId xmlns:a16="http://schemas.microsoft.com/office/drawing/2014/main" id="{D346F452-3219-4F5C-B679-00EF278C4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935" y="40365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6" name="path-1561">
            <a:extLst xmlns:a="http://schemas.openxmlformats.org/drawingml/2006/main">
              <a:ext uri="{FF2B5EF4-FFF2-40B4-BE49-F238E27FC236}">
                <a16:creationId xmlns:a16="http://schemas.microsoft.com/office/drawing/2014/main" id="{D1DF5B54-4EFC-4A8D-9994-6AB5FD8CA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44" y="40538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7" name="path-1562">
            <a:extLst xmlns:a="http://schemas.openxmlformats.org/drawingml/2006/main">
              <a:ext uri="{FF2B5EF4-FFF2-40B4-BE49-F238E27FC236}">
                <a16:creationId xmlns:a16="http://schemas.microsoft.com/office/drawing/2014/main" id="{E8382B0C-B4BA-412D-A01B-DDFEDEAA1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641" y="40552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8" name="path-1563">
            <a:extLst xmlns:a="http://schemas.openxmlformats.org/drawingml/2006/main">
              <a:ext uri="{FF2B5EF4-FFF2-40B4-BE49-F238E27FC236}">
                <a16:creationId xmlns:a16="http://schemas.microsoft.com/office/drawing/2014/main" id="{D95D9F53-1EFD-42A2-AF42-0189A33283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348" y="40225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9" name="path-1564">
            <a:extLst xmlns:a="http://schemas.openxmlformats.org/drawingml/2006/main">
              <a:ext uri="{FF2B5EF4-FFF2-40B4-BE49-F238E27FC236}">
                <a16:creationId xmlns:a16="http://schemas.microsoft.com/office/drawing/2014/main" id="{5A4DEB75-3AD0-45A6-964E-BA80372DE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010" y="4070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0" name="path-1565">
            <a:extLst xmlns:a="http://schemas.openxmlformats.org/drawingml/2006/main">
              <a:ext uri="{FF2B5EF4-FFF2-40B4-BE49-F238E27FC236}">
                <a16:creationId xmlns:a16="http://schemas.microsoft.com/office/drawing/2014/main" id="{EE3C354C-7C71-4864-8457-2EFDFA69D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46" y="40492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1" name="path-1566">
            <a:extLst xmlns:a="http://schemas.openxmlformats.org/drawingml/2006/main">
              <a:ext uri="{FF2B5EF4-FFF2-40B4-BE49-F238E27FC236}">
                <a16:creationId xmlns:a16="http://schemas.microsoft.com/office/drawing/2014/main" id="{78AD7034-6CC3-41DB-A0C6-CDD82C79D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557" y="40372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2" name="path-1567">
            <a:extLst xmlns:a="http://schemas.openxmlformats.org/drawingml/2006/main">
              <a:ext uri="{FF2B5EF4-FFF2-40B4-BE49-F238E27FC236}">
                <a16:creationId xmlns:a16="http://schemas.microsoft.com/office/drawing/2014/main" id="{253B5EC4-F790-452C-BC33-47F50308D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392" y="40366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3" name="path-1568">
            <a:extLst xmlns:a="http://schemas.openxmlformats.org/drawingml/2006/main">
              <a:ext uri="{FF2B5EF4-FFF2-40B4-BE49-F238E27FC236}">
                <a16:creationId xmlns:a16="http://schemas.microsoft.com/office/drawing/2014/main" id="{45868248-1CE2-4E66-B791-A3812A872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149" y="4041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4" name="path-1569">
            <a:extLst xmlns:a="http://schemas.openxmlformats.org/drawingml/2006/main">
              <a:ext uri="{FF2B5EF4-FFF2-40B4-BE49-F238E27FC236}">
                <a16:creationId xmlns:a16="http://schemas.microsoft.com/office/drawing/2014/main" id="{80997BC4-FA29-452F-ADE9-FC997E8DB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7491" y="40096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5" name="path-1570">
            <a:extLst xmlns:a="http://schemas.openxmlformats.org/drawingml/2006/main">
              <a:ext uri="{FF2B5EF4-FFF2-40B4-BE49-F238E27FC236}">
                <a16:creationId xmlns:a16="http://schemas.microsoft.com/office/drawing/2014/main" id="{183915AB-F584-4DA8-9868-46FEA2609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007" y="40259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6" name="path-1571">
            <a:extLst xmlns:a="http://schemas.openxmlformats.org/drawingml/2006/main">
              <a:ext uri="{FF2B5EF4-FFF2-40B4-BE49-F238E27FC236}">
                <a16:creationId xmlns:a16="http://schemas.microsoft.com/office/drawing/2014/main" id="{BD9B54EF-0013-46BA-9875-5BA0B9360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421" y="40578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7" name="path-1572">
            <a:extLst xmlns:a="http://schemas.openxmlformats.org/drawingml/2006/main">
              <a:ext uri="{FF2B5EF4-FFF2-40B4-BE49-F238E27FC236}">
                <a16:creationId xmlns:a16="http://schemas.microsoft.com/office/drawing/2014/main" id="{38143879-4B7F-4405-BE89-474DC0CEA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022" y="40705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8" name="path-1573">
            <a:extLst xmlns:a="http://schemas.openxmlformats.org/drawingml/2006/main">
              <a:ext uri="{FF2B5EF4-FFF2-40B4-BE49-F238E27FC236}">
                <a16:creationId xmlns:a16="http://schemas.microsoft.com/office/drawing/2014/main" id="{051704B6-A2F9-4784-A46F-E6F21F768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207" y="40110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9" name="path-1574">
            <a:extLst xmlns:a="http://schemas.openxmlformats.org/drawingml/2006/main">
              <a:ext uri="{FF2B5EF4-FFF2-40B4-BE49-F238E27FC236}">
                <a16:creationId xmlns:a16="http://schemas.microsoft.com/office/drawing/2014/main" id="{ADA9EA96-FAF0-4959-8042-5DC23A0FF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414" y="40434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0" name="path-1575">
            <a:extLst xmlns:a="http://schemas.openxmlformats.org/drawingml/2006/main">
              <a:ext uri="{FF2B5EF4-FFF2-40B4-BE49-F238E27FC236}">
                <a16:creationId xmlns:a16="http://schemas.microsoft.com/office/drawing/2014/main" id="{DA76C35D-BAC3-44CE-B760-74E8A75EF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950" y="40680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1" name="path-1576">
            <a:extLst xmlns:a="http://schemas.openxmlformats.org/drawingml/2006/main">
              <a:ext uri="{FF2B5EF4-FFF2-40B4-BE49-F238E27FC236}">
                <a16:creationId xmlns:a16="http://schemas.microsoft.com/office/drawing/2014/main" id="{1EB37F42-7DA3-4A44-BC49-6BBB10A18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697" y="4031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2" name="path-1577">
            <a:extLst xmlns:a="http://schemas.openxmlformats.org/drawingml/2006/main">
              <a:ext uri="{FF2B5EF4-FFF2-40B4-BE49-F238E27FC236}">
                <a16:creationId xmlns:a16="http://schemas.microsoft.com/office/drawing/2014/main" id="{17839F40-7B3A-42B6-8718-19BC77BF0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304" y="40421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3" name="path-1578">
            <a:extLst xmlns:a="http://schemas.openxmlformats.org/drawingml/2006/main">
              <a:ext uri="{FF2B5EF4-FFF2-40B4-BE49-F238E27FC236}">
                <a16:creationId xmlns:a16="http://schemas.microsoft.com/office/drawing/2014/main" id="{DF1A54D9-8964-457F-8A82-D2AC05D86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602" y="40600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4" name="path-1579">
            <a:extLst xmlns:a="http://schemas.openxmlformats.org/drawingml/2006/main">
              <a:ext uri="{FF2B5EF4-FFF2-40B4-BE49-F238E27FC236}">
                <a16:creationId xmlns:a16="http://schemas.microsoft.com/office/drawing/2014/main" id="{A9BF4136-0D51-4462-BD62-69AE6D0C2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26" y="39962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5" name="path-1580">
            <a:extLst xmlns:a="http://schemas.openxmlformats.org/drawingml/2006/main">
              <a:ext uri="{FF2B5EF4-FFF2-40B4-BE49-F238E27FC236}">
                <a16:creationId xmlns:a16="http://schemas.microsoft.com/office/drawing/2014/main" id="{349EF699-E30B-4EED-A815-23CD5B0F9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547" y="40645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6" name="path-1581">
            <a:extLst xmlns:a="http://schemas.openxmlformats.org/drawingml/2006/main">
              <a:ext uri="{FF2B5EF4-FFF2-40B4-BE49-F238E27FC236}">
                <a16:creationId xmlns:a16="http://schemas.microsoft.com/office/drawing/2014/main" id="{7EE7EEE5-3664-466F-9DBD-C6A6D1A690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245" y="4041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7" name="path-1582">
            <a:extLst xmlns:a="http://schemas.openxmlformats.org/drawingml/2006/main">
              <a:ext uri="{FF2B5EF4-FFF2-40B4-BE49-F238E27FC236}">
                <a16:creationId xmlns:a16="http://schemas.microsoft.com/office/drawing/2014/main" id="{97D1DB19-0D1D-497F-826E-DBD527313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5642" y="40215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8" name="path-1583">
            <a:extLst xmlns:a="http://schemas.openxmlformats.org/drawingml/2006/main">
              <a:ext uri="{FF2B5EF4-FFF2-40B4-BE49-F238E27FC236}">
                <a16:creationId xmlns:a16="http://schemas.microsoft.com/office/drawing/2014/main" id="{EEE02F71-F5BB-4F81-9B2E-BEE390D14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783" y="40631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9" name="path-1584">
            <a:extLst xmlns:a="http://schemas.openxmlformats.org/drawingml/2006/main">
              <a:ext uri="{FF2B5EF4-FFF2-40B4-BE49-F238E27FC236}">
                <a16:creationId xmlns:a16="http://schemas.microsoft.com/office/drawing/2014/main" id="{C48D3D20-9345-4EA4-AF02-145202F42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970" y="40711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0" name="path-1585">
            <a:extLst xmlns:a="http://schemas.openxmlformats.org/drawingml/2006/main">
              <a:ext uri="{FF2B5EF4-FFF2-40B4-BE49-F238E27FC236}">
                <a16:creationId xmlns:a16="http://schemas.microsoft.com/office/drawing/2014/main" id="{ED502FB7-24B1-45BC-846B-FB06AE053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628" y="40533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1" name="path-1586">
            <a:extLst xmlns:a="http://schemas.openxmlformats.org/drawingml/2006/main">
              <a:ext uri="{FF2B5EF4-FFF2-40B4-BE49-F238E27FC236}">
                <a16:creationId xmlns:a16="http://schemas.microsoft.com/office/drawing/2014/main" id="{66D234DF-7180-44DD-83DB-C84FC7288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46675" y="40444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2" name="path-1587">
            <a:extLst xmlns:a="http://schemas.openxmlformats.org/drawingml/2006/main">
              <a:ext uri="{FF2B5EF4-FFF2-40B4-BE49-F238E27FC236}">
                <a16:creationId xmlns:a16="http://schemas.microsoft.com/office/drawing/2014/main" id="{D90A6884-F953-42EB-A8F2-FD4349F0B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298" y="4017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3" name="path-1588">
            <a:extLst xmlns:a="http://schemas.openxmlformats.org/drawingml/2006/main">
              <a:ext uri="{FF2B5EF4-FFF2-40B4-BE49-F238E27FC236}">
                <a16:creationId xmlns:a16="http://schemas.microsoft.com/office/drawing/2014/main" id="{2D1D1423-5534-44D7-B04D-49723EF4A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112" y="4061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4" name="path-1589">
            <a:extLst xmlns:a="http://schemas.openxmlformats.org/drawingml/2006/main">
              <a:ext uri="{FF2B5EF4-FFF2-40B4-BE49-F238E27FC236}">
                <a16:creationId xmlns:a16="http://schemas.microsoft.com/office/drawing/2014/main" id="{8633D287-65F1-4145-A9D4-E3F263AFD9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938" y="40477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5" name="path-1590">
            <a:extLst xmlns:a="http://schemas.openxmlformats.org/drawingml/2006/main">
              <a:ext uri="{FF2B5EF4-FFF2-40B4-BE49-F238E27FC236}">
                <a16:creationId xmlns:a16="http://schemas.microsoft.com/office/drawing/2014/main" id="{659F7811-C951-46AC-AAE1-6A079365D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2629" y="4020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6" name="path-1591">
            <a:extLst xmlns:a="http://schemas.openxmlformats.org/drawingml/2006/main">
              <a:ext uri="{FF2B5EF4-FFF2-40B4-BE49-F238E27FC236}">
                <a16:creationId xmlns:a16="http://schemas.microsoft.com/office/drawing/2014/main" id="{08D7A54E-BD44-46A0-8979-1C955D278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123" y="40284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7" name="path-1592">
            <a:extLst xmlns:a="http://schemas.openxmlformats.org/drawingml/2006/main">
              <a:ext uri="{FF2B5EF4-FFF2-40B4-BE49-F238E27FC236}">
                <a16:creationId xmlns:a16="http://schemas.microsoft.com/office/drawing/2014/main" id="{1C6D3B22-64F0-4C24-8C46-8F3803E60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207" y="40196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8" name="path-1593">
            <a:extLst xmlns:a="http://schemas.openxmlformats.org/drawingml/2006/main">
              <a:ext uri="{FF2B5EF4-FFF2-40B4-BE49-F238E27FC236}">
                <a16:creationId xmlns:a16="http://schemas.microsoft.com/office/drawing/2014/main" id="{4F4ADCDC-035F-430D-9FF3-D506E75B6F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425" y="40255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89" name="path-1594">
            <a:extLst xmlns:a="http://schemas.openxmlformats.org/drawingml/2006/main">
              <a:ext uri="{FF2B5EF4-FFF2-40B4-BE49-F238E27FC236}">
                <a16:creationId xmlns:a16="http://schemas.microsoft.com/office/drawing/2014/main" id="{7644ACB9-053C-4207-83D4-6C77F936E9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044" y="4013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0" name="path-1595">
            <a:extLst xmlns:a="http://schemas.openxmlformats.org/drawingml/2006/main">
              <a:ext uri="{FF2B5EF4-FFF2-40B4-BE49-F238E27FC236}">
                <a16:creationId xmlns:a16="http://schemas.microsoft.com/office/drawing/2014/main" id="{254684A4-C3D7-41B2-AA4E-FF8B576FC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88" y="40812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1" name="path-1596">
            <a:extLst xmlns:a="http://schemas.openxmlformats.org/drawingml/2006/main">
              <a:ext uri="{FF2B5EF4-FFF2-40B4-BE49-F238E27FC236}">
                <a16:creationId xmlns:a16="http://schemas.microsoft.com/office/drawing/2014/main" id="{737B6B87-395D-4264-AD9E-540B178A6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390" y="4042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2" name="path-1597">
            <a:extLst xmlns:a="http://schemas.openxmlformats.org/drawingml/2006/main">
              <a:ext uri="{FF2B5EF4-FFF2-40B4-BE49-F238E27FC236}">
                <a16:creationId xmlns:a16="http://schemas.microsoft.com/office/drawing/2014/main" id="{FF4D85A5-0142-48D0-939E-606C34FC8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910" y="40696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3" name="path-1598">
            <a:extLst xmlns:a="http://schemas.openxmlformats.org/drawingml/2006/main">
              <a:ext uri="{FF2B5EF4-FFF2-40B4-BE49-F238E27FC236}">
                <a16:creationId xmlns:a16="http://schemas.microsoft.com/office/drawing/2014/main" id="{C468544A-2DC1-4292-85B9-7116E2738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800" y="40519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4" name="path-1599">
            <a:extLst xmlns:a="http://schemas.openxmlformats.org/drawingml/2006/main">
              <a:ext uri="{FF2B5EF4-FFF2-40B4-BE49-F238E27FC236}">
                <a16:creationId xmlns:a16="http://schemas.microsoft.com/office/drawing/2014/main" id="{E53CC207-87E7-472A-84EC-8641DDD3C4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458" y="40606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5" name="path-1600">
            <a:extLst xmlns:a="http://schemas.openxmlformats.org/drawingml/2006/main">
              <a:ext uri="{FF2B5EF4-FFF2-40B4-BE49-F238E27FC236}">
                <a16:creationId xmlns:a16="http://schemas.microsoft.com/office/drawing/2014/main" id="{906CBE6B-C60B-4AC2-B084-4FEE0ACAA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2262" y="4064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6" name="path-1601">
            <a:extLst xmlns:a="http://schemas.openxmlformats.org/drawingml/2006/main">
              <a:ext uri="{FF2B5EF4-FFF2-40B4-BE49-F238E27FC236}">
                <a16:creationId xmlns:a16="http://schemas.microsoft.com/office/drawing/2014/main" id="{BE73F5F0-CE23-4BE0-BF45-6BE5F1259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1" y="40482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7" name="path-1602">
            <a:extLst xmlns:a="http://schemas.openxmlformats.org/drawingml/2006/main">
              <a:ext uri="{FF2B5EF4-FFF2-40B4-BE49-F238E27FC236}">
                <a16:creationId xmlns:a16="http://schemas.microsoft.com/office/drawing/2014/main" id="{00C568DE-E708-4D7A-BAC1-30613B9FB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444" y="40624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8" name="path-1603">
            <a:extLst xmlns:a="http://schemas.openxmlformats.org/drawingml/2006/main">
              <a:ext uri="{FF2B5EF4-FFF2-40B4-BE49-F238E27FC236}">
                <a16:creationId xmlns:a16="http://schemas.microsoft.com/office/drawing/2014/main" id="{B1FA6C19-826E-4FDD-9706-53DA21FAE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1" y="40387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9" name="path-1604">
            <a:extLst xmlns:a="http://schemas.openxmlformats.org/drawingml/2006/main">
              <a:ext uri="{FF2B5EF4-FFF2-40B4-BE49-F238E27FC236}">
                <a16:creationId xmlns:a16="http://schemas.microsoft.com/office/drawing/2014/main" id="{0AEFABD4-D69E-4E32-9F13-D0EC2051A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314" y="40526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0" name="path-1605">
            <a:extLst xmlns:a="http://schemas.openxmlformats.org/drawingml/2006/main">
              <a:ext uri="{FF2B5EF4-FFF2-40B4-BE49-F238E27FC236}">
                <a16:creationId xmlns:a16="http://schemas.microsoft.com/office/drawing/2014/main" id="{73969E6B-9B26-4281-BCB5-5E1C1D67F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252" y="40548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1" name="path-1606">
            <a:extLst xmlns:a="http://schemas.openxmlformats.org/drawingml/2006/main">
              <a:ext uri="{FF2B5EF4-FFF2-40B4-BE49-F238E27FC236}">
                <a16:creationId xmlns:a16="http://schemas.microsoft.com/office/drawing/2014/main" id="{D43FBD09-B7FA-4D56-8F5B-679042170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87" y="40298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2" name="path-1607">
            <a:extLst xmlns:a="http://schemas.openxmlformats.org/drawingml/2006/main">
              <a:ext uri="{FF2B5EF4-FFF2-40B4-BE49-F238E27FC236}">
                <a16:creationId xmlns:a16="http://schemas.microsoft.com/office/drawing/2014/main" id="{57AC4E89-E231-411F-A78B-79B624A0E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2370" y="40061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3" name="path-1608">
            <a:extLst xmlns:a="http://schemas.openxmlformats.org/drawingml/2006/main">
              <a:ext uri="{FF2B5EF4-FFF2-40B4-BE49-F238E27FC236}">
                <a16:creationId xmlns:a16="http://schemas.microsoft.com/office/drawing/2014/main" id="{730C1625-29D3-4AC8-AD94-0B6DDB8DA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397" y="40542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4" name="path-1609">
            <a:extLst xmlns:a="http://schemas.openxmlformats.org/drawingml/2006/main">
              <a:ext uri="{FF2B5EF4-FFF2-40B4-BE49-F238E27FC236}">
                <a16:creationId xmlns:a16="http://schemas.microsoft.com/office/drawing/2014/main" id="{0C4EA5A1-2460-492C-AB4C-7F602B581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920" y="40324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5" name="path-1610">
            <a:extLst xmlns:a="http://schemas.openxmlformats.org/drawingml/2006/main">
              <a:ext uri="{FF2B5EF4-FFF2-40B4-BE49-F238E27FC236}">
                <a16:creationId xmlns:a16="http://schemas.microsoft.com/office/drawing/2014/main" id="{0D1583B1-5F86-4BC1-9446-678437110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403" y="4028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6" name="path-1611">
            <a:extLst xmlns:a="http://schemas.openxmlformats.org/drawingml/2006/main">
              <a:ext uri="{FF2B5EF4-FFF2-40B4-BE49-F238E27FC236}">
                <a16:creationId xmlns:a16="http://schemas.microsoft.com/office/drawing/2014/main" id="{20E6530E-64BB-403E-947D-C1B6CF74E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59" y="40233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7" name="path-1612">
            <a:extLst xmlns:a="http://schemas.openxmlformats.org/drawingml/2006/main">
              <a:ext uri="{FF2B5EF4-FFF2-40B4-BE49-F238E27FC236}">
                <a16:creationId xmlns:a16="http://schemas.microsoft.com/office/drawing/2014/main" id="{C6FBB7ED-C8C3-4FE4-BEBD-6EE27BC67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369" y="40303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8" name="path-1613">
            <a:extLst xmlns:a="http://schemas.openxmlformats.org/drawingml/2006/main">
              <a:ext uri="{FF2B5EF4-FFF2-40B4-BE49-F238E27FC236}">
                <a16:creationId xmlns:a16="http://schemas.microsoft.com/office/drawing/2014/main" id="{28F4C3B7-A627-41EB-9940-B03A8B60E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681" y="40531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9" name="path-1614">
            <a:extLst xmlns:a="http://schemas.openxmlformats.org/drawingml/2006/main">
              <a:ext uri="{FF2B5EF4-FFF2-40B4-BE49-F238E27FC236}">
                <a16:creationId xmlns:a16="http://schemas.microsoft.com/office/drawing/2014/main" id="{C2CEAF23-AFE0-411F-A6C4-0608F22570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7287" y="4073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0" name="path-1615">
            <a:extLst xmlns:a="http://schemas.openxmlformats.org/drawingml/2006/main">
              <a:ext uri="{FF2B5EF4-FFF2-40B4-BE49-F238E27FC236}">
                <a16:creationId xmlns:a16="http://schemas.microsoft.com/office/drawing/2014/main" id="{D175C55E-4591-4C1F-A8A0-5D0FBFAFD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369" y="40297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1" name="path-1616">
            <a:extLst xmlns:a="http://schemas.openxmlformats.org/drawingml/2006/main">
              <a:ext uri="{FF2B5EF4-FFF2-40B4-BE49-F238E27FC236}">
                <a16:creationId xmlns:a16="http://schemas.microsoft.com/office/drawing/2014/main" id="{A06BB6CD-10DF-4E27-9D8F-E6B3C33CF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747" y="40488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2" name="path-1617">
            <a:extLst xmlns:a="http://schemas.openxmlformats.org/drawingml/2006/main">
              <a:ext uri="{FF2B5EF4-FFF2-40B4-BE49-F238E27FC236}">
                <a16:creationId xmlns:a16="http://schemas.microsoft.com/office/drawing/2014/main" id="{3B739F29-76C8-4CD3-8ADB-F05A7CAA3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78" y="40491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3" name="path-1618">
            <a:extLst xmlns:a="http://schemas.openxmlformats.org/drawingml/2006/main">
              <a:ext uri="{FF2B5EF4-FFF2-40B4-BE49-F238E27FC236}">
                <a16:creationId xmlns:a16="http://schemas.microsoft.com/office/drawing/2014/main" id="{CF60C4E9-48CA-455C-8110-AF34C8C92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1343" y="40482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4" name="path-1619">
            <a:extLst xmlns:a="http://schemas.openxmlformats.org/drawingml/2006/main">
              <a:ext uri="{FF2B5EF4-FFF2-40B4-BE49-F238E27FC236}">
                <a16:creationId xmlns:a16="http://schemas.microsoft.com/office/drawing/2014/main" id="{A3DAF0F0-1C97-41A6-9033-7F6F8D4D7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562" y="40374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5" name="path-1620">
            <a:extLst xmlns:a="http://schemas.openxmlformats.org/drawingml/2006/main">
              <a:ext uri="{FF2B5EF4-FFF2-40B4-BE49-F238E27FC236}">
                <a16:creationId xmlns:a16="http://schemas.microsoft.com/office/drawing/2014/main" id="{268AAD18-A443-4E5D-AFAE-80360094A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609" y="40609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6" name="path-1621">
            <a:extLst xmlns:a="http://schemas.openxmlformats.org/drawingml/2006/main">
              <a:ext uri="{FF2B5EF4-FFF2-40B4-BE49-F238E27FC236}">
                <a16:creationId xmlns:a16="http://schemas.microsoft.com/office/drawing/2014/main" id="{942F7F9F-7F86-4D62-BCA1-BDD6BCD870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3892" y="4078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7" name="path-1622">
            <a:extLst xmlns:a="http://schemas.openxmlformats.org/drawingml/2006/main">
              <a:ext uri="{FF2B5EF4-FFF2-40B4-BE49-F238E27FC236}">
                <a16:creationId xmlns:a16="http://schemas.microsoft.com/office/drawing/2014/main" id="{FA789D6C-4BD1-4517-9553-CEC4DF437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4008" y="4037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8" name="path-1623">
            <a:extLst xmlns:a="http://schemas.openxmlformats.org/drawingml/2006/main">
              <a:ext uri="{FF2B5EF4-FFF2-40B4-BE49-F238E27FC236}">
                <a16:creationId xmlns:a16="http://schemas.microsoft.com/office/drawing/2014/main" id="{97242A1A-F3D2-4EE3-B51C-36D37456A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538" y="40763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19" name="path-1624">
            <a:extLst xmlns:a="http://schemas.openxmlformats.org/drawingml/2006/main">
              <a:ext uri="{FF2B5EF4-FFF2-40B4-BE49-F238E27FC236}">
                <a16:creationId xmlns:a16="http://schemas.microsoft.com/office/drawing/2014/main" id="{8B3FFCDF-6D74-4C07-8AF4-21C9F94ED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5217" y="4052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0" name="path-1625">
            <a:extLst xmlns:a="http://schemas.openxmlformats.org/drawingml/2006/main">
              <a:ext uri="{FF2B5EF4-FFF2-40B4-BE49-F238E27FC236}">
                <a16:creationId xmlns:a16="http://schemas.microsoft.com/office/drawing/2014/main" id="{6C31C87A-0668-45B6-A476-70747E903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590" y="40654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1" name="path-1626">
            <a:extLst xmlns:a="http://schemas.openxmlformats.org/drawingml/2006/main">
              <a:ext uri="{FF2B5EF4-FFF2-40B4-BE49-F238E27FC236}">
                <a16:creationId xmlns:a16="http://schemas.microsoft.com/office/drawing/2014/main" id="{A16D4213-BF9B-410A-8752-FC88EBBDD7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769" y="4035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2" name="path-1627">
            <a:extLst xmlns:a="http://schemas.openxmlformats.org/drawingml/2006/main">
              <a:ext uri="{FF2B5EF4-FFF2-40B4-BE49-F238E27FC236}">
                <a16:creationId xmlns:a16="http://schemas.microsoft.com/office/drawing/2014/main" id="{BA6A99F0-F12B-4C3D-B63F-70AA7BC46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190" y="40532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3" name="path-1628">
            <a:extLst xmlns:a="http://schemas.openxmlformats.org/drawingml/2006/main">
              <a:ext uri="{FF2B5EF4-FFF2-40B4-BE49-F238E27FC236}">
                <a16:creationId xmlns:a16="http://schemas.microsoft.com/office/drawing/2014/main" id="{C1E8DED8-DD71-4F81-B69F-C9187B4AD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2140" y="4075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4" name="path-1629">
            <a:extLst xmlns:a="http://schemas.openxmlformats.org/drawingml/2006/main">
              <a:ext uri="{FF2B5EF4-FFF2-40B4-BE49-F238E27FC236}">
                <a16:creationId xmlns:a16="http://schemas.microsoft.com/office/drawing/2014/main" id="{AD7931E1-A8AB-4E40-9F98-3A1D77B2A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014" y="40573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5" name="path-1630">
            <a:extLst xmlns:a="http://schemas.openxmlformats.org/drawingml/2006/main">
              <a:ext uri="{FF2B5EF4-FFF2-40B4-BE49-F238E27FC236}">
                <a16:creationId xmlns:a16="http://schemas.microsoft.com/office/drawing/2014/main" id="{3018B35D-223E-479C-8FE3-61373A965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8491" y="40433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6" name="path-1631">
            <a:extLst xmlns:a="http://schemas.openxmlformats.org/drawingml/2006/main">
              <a:ext uri="{FF2B5EF4-FFF2-40B4-BE49-F238E27FC236}">
                <a16:creationId xmlns:a16="http://schemas.microsoft.com/office/drawing/2014/main" id="{E3E6EB23-7599-4F2E-BBF4-2E9339951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542" y="40652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7" name="path-1632">
            <a:extLst xmlns:a="http://schemas.openxmlformats.org/drawingml/2006/main">
              <a:ext uri="{FF2B5EF4-FFF2-40B4-BE49-F238E27FC236}">
                <a16:creationId xmlns:a16="http://schemas.microsoft.com/office/drawing/2014/main" id="{FA9C5A1F-BD0C-4FB5-8258-DB867301E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841" y="4062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8" name="path-1633">
            <a:extLst xmlns:a="http://schemas.openxmlformats.org/drawingml/2006/main">
              <a:ext uri="{FF2B5EF4-FFF2-40B4-BE49-F238E27FC236}">
                <a16:creationId xmlns:a16="http://schemas.microsoft.com/office/drawing/2014/main" id="{290EFE69-29BE-4D6B-B311-A036E9A2F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942" y="40221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9" name="path-1634">
            <a:extLst xmlns:a="http://schemas.openxmlformats.org/drawingml/2006/main">
              <a:ext uri="{FF2B5EF4-FFF2-40B4-BE49-F238E27FC236}">
                <a16:creationId xmlns:a16="http://schemas.microsoft.com/office/drawing/2014/main" id="{3FB8282D-8978-43AE-A8A6-68B600BA3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178" y="4027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0" name="path-1635">
            <a:extLst xmlns:a="http://schemas.openxmlformats.org/drawingml/2006/main">
              <a:ext uri="{FF2B5EF4-FFF2-40B4-BE49-F238E27FC236}">
                <a16:creationId xmlns:a16="http://schemas.microsoft.com/office/drawing/2014/main" id="{08DF6764-F9E1-452F-A434-1CA8D7007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3118" y="4051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1" name="path-1636">
            <a:extLst xmlns:a="http://schemas.openxmlformats.org/drawingml/2006/main">
              <a:ext uri="{FF2B5EF4-FFF2-40B4-BE49-F238E27FC236}">
                <a16:creationId xmlns:a16="http://schemas.microsoft.com/office/drawing/2014/main" id="{8A364F89-1B84-4D23-A331-C7ACB22842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46" y="40846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2" name="path-1637">
            <a:extLst xmlns:a="http://schemas.openxmlformats.org/drawingml/2006/main">
              <a:ext uri="{FF2B5EF4-FFF2-40B4-BE49-F238E27FC236}">
                <a16:creationId xmlns:a16="http://schemas.microsoft.com/office/drawing/2014/main" id="{F7B4A2C4-56BD-4191-AABD-367A31863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810" y="40446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3" name="path-1638">
            <a:extLst xmlns:a="http://schemas.openxmlformats.org/drawingml/2006/main">
              <a:ext uri="{FF2B5EF4-FFF2-40B4-BE49-F238E27FC236}">
                <a16:creationId xmlns:a16="http://schemas.microsoft.com/office/drawing/2014/main" id="{18DD82B6-F4F2-4A64-8094-8BB652EB3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9064" y="40338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4" name="path-1639">
            <a:extLst xmlns:a="http://schemas.openxmlformats.org/drawingml/2006/main">
              <a:ext uri="{FF2B5EF4-FFF2-40B4-BE49-F238E27FC236}">
                <a16:creationId xmlns:a16="http://schemas.microsoft.com/office/drawing/2014/main" id="{856D43F8-7F57-4A60-8DCE-43567C2A3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105" y="40531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5" name="path-1640">
            <a:extLst xmlns:a="http://schemas.openxmlformats.org/drawingml/2006/main">
              <a:ext uri="{FF2B5EF4-FFF2-40B4-BE49-F238E27FC236}">
                <a16:creationId xmlns:a16="http://schemas.microsoft.com/office/drawing/2014/main" id="{D2D9E5E2-7DAB-4E43-AA2B-7141FD99D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140" y="40118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6" name="path-1641">
            <a:extLst xmlns:a="http://schemas.openxmlformats.org/drawingml/2006/main">
              <a:ext uri="{FF2B5EF4-FFF2-40B4-BE49-F238E27FC236}">
                <a16:creationId xmlns:a16="http://schemas.microsoft.com/office/drawing/2014/main" id="{5D15B63E-398E-4D4B-B729-E60E84BB1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272" y="40480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7" name="path-1642">
            <a:extLst xmlns:a="http://schemas.openxmlformats.org/drawingml/2006/main">
              <a:ext uri="{FF2B5EF4-FFF2-40B4-BE49-F238E27FC236}">
                <a16:creationId xmlns:a16="http://schemas.microsoft.com/office/drawing/2014/main" id="{6523F21B-32FE-443B-B8C0-E850FB4D7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417" y="40503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8" name="path-1643">
            <a:extLst xmlns:a="http://schemas.openxmlformats.org/drawingml/2006/main">
              <a:ext uri="{FF2B5EF4-FFF2-40B4-BE49-F238E27FC236}">
                <a16:creationId xmlns:a16="http://schemas.microsoft.com/office/drawing/2014/main" id="{C2D8FD21-DC72-41E4-9795-DE5FFB849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5480" y="40810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9" name="path-1644">
            <a:extLst xmlns:a="http://schemas.openxmlformats.org/drawingml/2006/main">
              <a:ext uri="{FF2B5EF4-FFF2-40B4-BE49-F238E27FC236}">
                <a16:creationId xmlns:a16="http://schemas.microsoft.com/office/drawing/2014/main" id="{C438FB25-F481-41CB-9F4D-185227605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457" y="4045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0" name="path-1645">
            <a:extLst xmlns:a="http://schemas.openxmlformats.org/drawingml/2006/main">
              <a:ext uri="{FF2B5EF4-FFF2-40B4-BE49-F238E27FC236}">
                <a16:creationId xmlns:a16="http://schemas.microsoft.com/office/drawing/2014/main" id="{7FA9E287-F3BB-4F2E-B777-5F1A219E5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818" y="40438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1" name="path-1646">
            <a:extLst xmlns:a="http://schemas.openxmlformats.org/drawingml/2006/main">
              <a:ext uri="{FF2B5EF4-FFF2-40B4-BE49-F238E27FC236}">
                <a16:creationId xmlns:a16="http://schemas.microsoft.com/office/drawing/2014/main" id="{7B2C4745-55D4-4CA1-B017-B3E484B13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1089" y="40549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2" name="path-1647">
            <a:extLst xmlns:a="http://schemas.openxmlformats.org/drawingml/2006/main">
              <a:ext uri="{FF2B5EF4-FFF2-40B4-BE49-F238E27FC236}">
                <a16:creationId xmlns:a16="http://schemas.microsoft.com/office/drawing/2014/main" id="{C271D003-112D-481B-91A5-B80CD54FE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48" y="40245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3" name="path-1648">
            <a:extLst xmlns:a="http://schemas.openxmlformats.org/drawingml/2006/main">
              <a:ext uri="{FF2B5EF4-FFF2-40B4-BE49-F238E27FC236}">
                <a16:creationId xmlns:a16="http://schemas.microsoft.com/office/drawing/2014/main" id="{BD2D94DF-D62D-438B-BBD1-3D2BBA5B8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674" y="40456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4" name="path-1649">
            <a:extLst xmlns:a="http://schemas.openxmlformats.org/drawingml/2006/main">
              <a:ext uri="{FF2B5EF4-FFF2-40B4-BE49-F238E27FC236}">
                <a16:creationId xmlns:a16="http://schemas.microsoft.com/office/drawing/2014/main" id="{5DFB5E1D-E816-4118-B269-700547C03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8884" y="40486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5" name="path-1650">
            <a:extLst xmlns:a="http://schemas.openxmlformats.org/drawingml/2006/main">
              <a:ext uri="{FF2B5EF4-FFF2-40B4-BE49-F238E27FC236}">
                <a16:creationId xmlns:a16="http://schemas.microsoft.com/office/drawing/2014/main" id="{255D4AAB-A6AD-475F-B45C-6F31DA19A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7" y="40183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6" name="path-1651">
            <a:extLst xmlns:a="http://schemas.openxmlformats.org/drawingml/2006/main">
              <a:ext uri="{FF2B5EF4-FFF2-40B4-BE49-F238E27FC236}">
                <a16:creationId xmlns:a16="http://schemas.microsoft.com/office/drawing/2014/main" id="{4CEDBE9C-E018-4665-A8D0-6E72A659A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861" y="40174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7" name="path-1652">
            <a:extLst xmlns:a="http://schemas.openxmlformats.org/drawingml/2006/main">
              <a:ext uri="{FF2B5EF4-FFF2-40B4-BE49-F238E27FC236}">
                <a16:creationId xmlns:a16="http://schemas.microsoft.com/office/drawing/2014/main" id="{615D2DC0-3BFD-4964-8746-DE48CD09E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115" y="40359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8" name="path-1653">
            <a:extLst xmlns:a="http://schemas.openxmlformats.org/drawingml/2006/main">
              <a:ext uri="{FF2B5EF4-FFF2-40B4-BE49-F238E27FC236}">
                <a16:creationId xmlns:a16="http://schemas.microsoft.com/office/drawing/2014/main" id="{E3A3D77D-4DF4-41CF-AEE1-7A7B0BA41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501" y="40588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9" name="path-1654">
            <a:extLst xmlns:a="http://schemas.openxmlformats.org/drawingml/2006/main">
              <a:ext uri="{FF2B5EF4-FFF2-40B4-BE49-F238E27FC236}">
                <a16:creationId xmlns:a16="http://schemas.microsoft.com/office/drawing/2014/main" id="{1DE22A5D-97DC-4CF3-8C8C-AEEDCF3D9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8888" y="40334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0" name="path-1655">
            <a:extLst xmlns:a="http://schemas.openxmlformats.org/drawingml/2006/main">
              <a:ext uri="{FF2B5EF4-FFF2-40B4-BE49-F238E27FC236}">
                <a16:creationId xmlns:a16="http://schemas.microsoft.com/office/drawing/2014/main" id="{53D76E13-5033-437E-BB22-9DD114A6C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101" y="40599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1" name="path-1656">
            <a:extLst xmlns:a="http://schemas.openxmlformats.org/drawingml/2006/main">
              <a:ext uri="{FF2B5EF4-FFF2-40B4-BE49-F238E27FC236}">
                <a16:creationId xmlns:a16="http://schemas.microsoft.com/office/drawing/2014/main" id="{D7A4D7A3-A86A-4DC9-9C3B-733E73AD0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5" y="40240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2" name="path-1657">
            <a:extLst xmlns:a="http://schemas.openxmlformats.org/drawingml/2006/main">
              <a:ext uri="{FF2B5EF4-FFF2-40B4-BE49-F238E27FC236}">
                <a16:creationId xmlns:a16="http://schemas.microsoft.com/office/drawing/2014/main" id="{90FCFFC3-60A2-41A9-B004-C5EBE3B91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820" y="4051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3" name="path-1658">
            <a:extLst xmlns:a="http://schemas.openxmlformats.org/drawingml/2006/main">
              <a:ext uri="{FF2B5EF4-FFF2-40B4-BE49-F238E27FC236}">
                <a16:creationId xmlns:a16="http://schemas.microsoft.com/office/drawing/2014/main" id="{F589F3B9-756C-4E1E-8FDB-FF71CF947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949" y="4030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4" name="path-1659">
            <a:extLst xmlns:a="http://schemas.openxmlformats.org/drawingml/2006/main">
              <a:ext uri="{FF2B5EF4-FFF2-40B4-BE49-F238E27FC236}">
                <a16:creationId xmlns:a16="http://schemas.microsoft.com/office/drawing/2014/main" id="{969748DA-D2DA-41F9-9275-8CA5B0573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515" y="4059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5" name="path-1660">
            <a:extLst xmlns:a="http://schemas.openxmlformats.org/drawingml/2006/main">
              <a:ext uri="{FF2B5EF4-FFF2-40B4-BE49-F238E27FC236}">
                <a16:creationId xmlns:a16="http://schemas.microsoft.com/office/drawing/2014/main" id="{61EBAF4C-C177-4926-96CF-C8E29BC8B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050" y="40406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6" name="path-1661">
            <a:extLst xmlns:a="http://schemas.openxmlformats.org/drawingml/2006/main">
              <a:ext uri="{FF2B5EF4-FFF2-40B4-BE49-F238E27FC236}">
                <a16:creationId xmlns:a16="http://schemas.microsoft.com/office/drawing/2014/main" id="{AB2ED3D5-63D8-4C59-B31F-E33C8922E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63" y="4044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7" name="path-1662">
            <a:extLst xmlns:a="http://schemas.openxmlformats.org/drawingml/2006/main">
              <a:ext uri="{FF2B5EF4-FFF2-40B4-BE49-F238E27FC236}">
                <a16:creationId xmlns:a16="http://schemas.microsoft.com/office/drawing/2014/main" id="{E88A0C85-014A-4097-87CF-2F4F9ABC3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890" y="40388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8" name="path-1663">
            <a:extLst xmlns:a="http://schemas.openxmlformats.org/drawingml/2006/main">
              <a:ext uri="{FF2B5EF4-FFF2-40B4-BE49-F238E27FC236}">
                <a16:creationId xmlns:a16="http://schemas.microsoft.com/office/drawing/2014/main" id="{FE449ACE-5D95-4B08-A81E-E7E6801215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693" y="40385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9" name="path-1664">
            <a:extLst xmlns:a="http://schemas.openxmlformats.org/drawingml/2006/main">
              <a:ext uri="{FF2B5EF4-FFF2-40B4-BE49-F238E27FC236}">
                <a16:creationId xmlns:a16="http://schemas.microsoft.com/office/drawing/2014/main" id="{829F28AE-9A85-4409-A479-BDCFAB0F7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415" y="40302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0" name="path-1665">
            <a:extLst xmlns:a="http://schemas.openxmlformats.org/drawingml/2006/main">
              <a:ext uri="{FF2B5EF4-FFF2-40B4-BE49-F238E27FC236}">
                <a16:creationId xmlns:a16="http://schemas.microsoft.com/office/drawing/2014/main" id="{CCBFEEAF-D9F4-4F51-A47D-7767E5A5A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124" y="40631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1" name="path-1666">
            <a:extLst xmlns:a="http://schemas.openxmlformats.org/drawingml/2006/main">
              <a:ext uri="{FF2B5EF4-FFF2-40B4-BE49-F238E27FC236}">
                <a16:creationId xmlns:a16="http://schemas.microsoft.com/office/drawing/2014/main" id="{47CA057E-A7EE-40AB-8E6B-563A62877E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65" y="40682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2" name="path-1667">
            <a:extLst xmlns:a="http://schemas.openxmlformats.org/drawingml/2006/main">
              <a:ext uri="{FF2B5EF4-FFF2-40B4-BE49-F238E27FC236}">
                <a16:creationId xmlns:a16="http://schemas.microsoft.com/office/drawing/2014/main" id="{DEC3E115-1217-42EB-9E87-D20A1FEAB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684" y="40264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3" name="path-1668">
            <a:extLst xmlns:a="http://schemas.openxmlformats.org/drawingml/2006/main">
              <a:ext uri="{FF2B5EF4-FFF2-40B4-BE49-F238E27FC236}">
                <a16:creationId xmlns:a16="http://schemas.microsoft.com/office/drawing/2014/main" id="{BEDCA198-527C-4307-87D5-27ECE6A0BB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616" y="40459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4" name="path-1669">
            <a:extLst xmlns:a="http://schemas.openxmlformats.org/drawingml/2006/main">
              <a:ext uri="{FF2B5EF4-FFF2-40B4-BE49-F238E27FC236}">
                <a16:creationId xmlns:a16="http://schemas.microsoft.com/office/drawing/2014/main" id="{F7BB4655-6662-4915-8086-07CE92AA7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306" y="40578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5" name="path-1670">
            <a:extLst xmlns:a="http://schemas.openxmlformats.org/drawingml/2006/main">
              <a:ext uri="{FF2B5EF4-FFF2-40B4-BE49-F238E27FC236}">
                <a16:creationId xmlns:a16="http://schemas.microsoft.com/office/drawing/2014/main" id="{E6E7F3D8-AA11-4056-B6A2-D62F1B17A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030" y="40359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6" name="path-1671">
            <a:extLst xmlns:a="http://schemas.openxmlformats.org/drawingml/2006/main">
              <a:ext uri="{FF2B5EF4-FFF2-40B4-BE49-F238E27FC236}">
                <a16:creationId xmlns:a16="http://schemas.microsoft.com/office/drawing/2014/main" id="{EF74494B-27B7-414E-B8A0-BBC551DCF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451" y="4025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7" name="path-1672">
            <a:extLst xmlns:a="http://schemas.openxmlformats.org/drawingml/2006/main">
              <a:ext uri="{FF2B5EF4-FFF2-40B4-BE49-F238E27FC236}">
                <a16:creationId xmlns:a16="http://schemas.microsoft.com/office/drawing/2014/main" id="{0D0E8139-0B6B-42A2-A594-7AE8FF7F1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466" y="39993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8" name="path-1673">
            <a:extLst xmlns:a="http://schemas.openxmlformats.org/drawingml/2006/main">
              <a:ext uri="{FF2B5EF4-FFF2-40B4-BE49-F238E27FC236}">
                <a16:creationId xmlns:a16="http://schemas.microsoft.com/office/drawing/2014/main" id="{005D8ED0-6F01-49E9-A147-1D61FBD3C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368" y="4036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69" name="path-1674">
            <a:extLst xmlns:a="http://schemas.openxmlformats.org/drawingml/2006/main">
              <a:ext uri="{FF2B5EF4-FFF2-40B4-BE49-F238E27FC236}">
                <a16:creationId xmlns:a16="http://schemas.microsoft.com/office/drawing/2014/main" id="{592E975E-868A-4F76-A563-9EF132853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858" y="40253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0" name="path-1675">
            <a:extLst xmlns:a="http://schemas.openxmlformats.org/drawingml/2006/main">
              <a:ext uri="{FF2B5EF4-FFF2-40B4-BE49-F238E27FC236}">
                <a16:creationId xmlns:a16="http://schemas.microsoft.com/office/drawing/2014/main" id="{D33A9B4E-B329-4C1D-A182-EB7582B81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681" y="40327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1" name="path-1676">
            <a:extLst xmlns:a="http://schemas.openxmlformats.org/drawingml/2006/main">
              <a:ext uri="{FF2B5EF4-FFF2-40B4-BE49-F238E27FC236}">
                <a16:creationId xmlns:a16="http://schemas.microsoft.com/office/drawing/2014/main" id="{6220B434-80DB-4B1D-8EF6-FCD2DD3F4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521" y="4033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2" name="path-1677">
            <a:extLst xmlns:a="http://schemas.openxmlformats.org/drawingml/2006/main">
              <a:ext uri="{FF2B5EF4-FFF2-40B4-BE49-F238E27FC236}">
                <a16:creationId xmlns:a16="http://schemas.microsoft.com/office/drawing/2014/main" id="{7E043801-D005-4F9E-AC05-B52B649AF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792" y="40338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3" name="path-1678">
            <a:extLst xmlns:a="http://schemas.openxmlformats.org/drawingml/2006/main">
              <a:ext uri="{FF2B5EF4-FFF2-40B4-BE49-F238E27FC236}">
                <a16:creationId xmlns:a16="http://schemas.microsoft.com/office/drawing/2014/main" id="{85B28530-92F5-43F8-A6A4-1B7E8B145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214" y="40705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4" name="path-1679">
            <a:extLst xmlns:a="http://schemas.openxmlformats.org/drawingml/2006/main">
              <a:ext uri="{FF2B5EF4-FFF2-40B4-BE49-F238E27FC236}">
                <a16:creationId xmlns:a16="http://schemas.microsoft.com/office/drawing/2014/main" id="{6D362531-0117-4630-9B6D-CBF107DCB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7990" y="40441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5" name="path-1680">
            <a:extLst xmlns:a="http://schemas.openxmlformats.org/drawingml/2006/main">
              <a:ext uri="{FF2B5EF4-FFF2-40B4-BE49-F238E27FC236}">
                <a16:creationId xmlns:a16="http://schemas.microsoft.com/office/drawing/2014/main" id="{BE17EF07-2ED6-4245-9C4D-F5E439099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9808" y="40584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6" name="path-1681">
            <a:extLst xmlns:a="http://schemas.openxmlformats.org/drawingml/2006/main">
              <a:ext uri="{FF2B5EF4-FFF2-40B4-BE49-F238E27FC236}">
                <a16:creationId xmlns:a16="http://schemas.microsoft.com/office/drawing/2014/main" id="{F6E475F1-1D5C-47C7-B2DD-B63FB1D41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032" y="40346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7" name="path-1682">
            <a:extLst xmlns:a="http://schemas.openxmlformats.org/drawingml/2006/main">
              <a:ext uri="{FF2B5EF4-FFF2-40B4-BE49-F238E27FC236}">
                <a16:creationId xmlns:a16="http://schemas.microsoft.com/office/drawing/2014/main" id="{21E8EC6E-BA62-44EA-813D-E1CF7575B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072" y="40715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8" name="path-1683">
            <a:extLst xmlns:a="http://schemas.openxmlformats.org/drawingml/2006/main">
              <a:ext uri="{FF2B5EF4-FFF2-40B4-BE49-F238E27FC236}">
                <a16:creationId xmlns:a16="http://schemas.microsoft.com/office/drawing/2014/main" id="{7FF71ECB-AC1A-4076-97FA-DE1373575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692" y="40402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9" name="path-1684">
            <a:extLst xmlns:a="http://schemas.openxmlformats.org/drawingml/2006/main">
              <a:ext uri="{FF2B5EF4-FFF2-40B4-BE49-F238E27FC236}">
                <a16:creationId xmlns:a16="http://schemas.microsoft.com/office/drawing/2014/main" id="{43910F23-C7B6-4A84-8F12-BF6BCEAC7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933" y="40333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0" name="path-1685">
            <a:extLst xmlns:a="http://schemas.openxmlformats.org/drawingml/2006/main">
              <a:ext uri="{FF2B5EF4-FFF2-40B4-BE49-F238E27FC236}">
                <a16:creationId xmlns:a16="http://schemas.microsoft.com/office/drawing/2014/main" id="{C94561B4-2ED9-449A-BB43-BBBABDD508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651" y="40348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1" name="path-1686">
            <a:extLst xmlns:a="http://schemas.openxmlformats.org/drawingml/2006/main">
              <a:ext uri="{FF2B5EF4-FFF2-40B4-BE49-F238E27FC236}">
                <a16:creationId xmlns:a16="http://schemas.microsoft.com/office/drawing/2014/main" id="{9712D1DE-5654-4C05-B6E2-925FAE869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22" y="4026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2" name="path-1687">
            <a:extLst xmlns:a="http://schemas.openxmlformats.org/drawingml/2006/main">
              <a:ext uri="{FF2B5EF4-FFF2-40B4-BE49-F238E27FC236}">
                <a16:creationId xmlns:a16="http://schemas.microsoft.com/office/drawing/2014/main" id="{430B0DAF-7250-4890-A91B-2F484D35F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860" y="4049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3" name="path-1688">
            <a:extLst xmlns:a="http://schemas.openxmlformats.org/drawingml/2006/main">
              <a:ext uri="{FF2B5EF4-FFF2-40B4-BE49-F238E27FC236}">
                <a16:creationId xmlns:a16="http://schemas.microsoft.com/office/drawing/2014/main" id="{C5F747DC-4F24-437D-A964-02856E45C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431" y="40296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4" name="path-1689">
            <a:extLst xmlns:a="http://schemas.openxmlformats.org/drawingml/2006/main">
              <a:ext uri="{FF2B5EF4-FFF2-40B4-BE49-F238E27FC236}">
                <a16:creationId xmlns:a16="http://schemas.microsoft.com/office/drawing/2014/main" id="{ADAF2DA5-EACB-4971-8CD5-30B130C97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407" y="40806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5" name="path-1690">
            <a:extLst xmlns:a="http://schemas.openxmlformats.org/drawingml/2006/main">
              <a:ext uri="{FF2B5EF4-FFF2-40B4-BE49-F238E27FC236}">
                <a16:creationId xmlns:a16="http://schemas.microsoft.com/office/drawing/2014/main" id="{A0E976C0-DB63-4B9A-BC95-81AB3D264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9272" y="40403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6" name="path-1691">
            <a:extLst xmlns:a="http://schemas.openxmlformats.org/drawingml/2006/main">
              <a:ext uri="{FF2B5EF4-FFF2-40B4-BE49-F238E27FC236}">
                <a16:creationId xmlns:a16="http://schemas.microsoft.com/office/drawing/2014/main" id="{01511B05-9857-489A-86C1-240EA9511B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8" y="40320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7" name="path-1692">
            <a:extLst xmlns:a="http://schemas.openxmlformats.org/drawingml/2006/main">
              <a:ext uri="{FF2B5EF4-FFF2-40B4-BE49-F238E27FC236}">
                <a16:creationId xmlns:a16="http://schemas.microsoft.com/office/drawing/2014/main" id="{0F9FE623-51D0-46C2-96C9-1C18C00BB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511" y="4037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8" name="path-1693">
            <a:extLst xmlns:a="http://schemas.openxmlformats.org/drawingml/2006/main">
              <a:ext uri="{FF2B5EF4-FFF2-40B4-BE49-F238E27FC236}">
                <a16:creationId xmlns:a16="http://schemas.microsoft.com/office/drawing/2014/main" id="{9ED63701-9B88-4AF4-88D3-DEAC17021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294" y="40676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9" name="path-1694">
            <a:extLst xmlns:a="http://schemas.openxmlformats.org/drawingml/2006/main">
              <a:ext uri="{FF2B5EF4-FFF2-40B4-BE49-F238E27FC236}">
                <a16:creationId xmlns:a16="http://schemas.microsoft.com/office/drawing/2014/main" id="{D7B87F33-1CD6-4070-9A8C-1C62D637F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13" y="4039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0" name="path-1695">
            <a:extLst xmlns:a="http://schemas.openxmlformats.org/drawingml/2006/main">
              <a:ext uri="{FF2B5EF4-FFF2-40B4-BE49-F238E27FC236}">
                <a16:creationId xmlns:a16="http://schemas.microsoft.com/office/drawing/2014/main" id="{E6B93CF1-37D2-4965-A6A8-361CDA8BF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7093" y="4059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1" name="path-1696">
            <a:extLst xmlns:a="http://schemas.openxmlformats.org/drawingml/2006/main">
              <a:ext uri="{FF2B5EF4-FFF2-40B4-BE49-F238E27FC236}">
                <a16:creationId xmlns:a16="http://schemas.microsoft.com/office/drawing/2014/main" id="{0B56DE79-0787-4957-BE31-5C128A7D2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022" y="40245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2" name="path-1697">
            <a:extLst xmlns:a="http://schemas.openxmlformats.org/drawingml/2006/main">
              <a:ext uri="{FF2B5EF4-FFF2-40B4-BE49-F238E27FC236}">
                <a16:creationId xmlns:a16="http://schemas.microsoft.com/office/drawing/2014/main" id="{59C02C8F-2422-488B-85E5-B1788A392B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400" y="40198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3" name="path-1698">
            <a:extLst xmlns:a="http://schemas.openxmlformats.org/drawingml/2006/main">
              <a:ext uri="{FF2B5EF4-FFF2-40B4-BE49-F238E27FC236}">
                <a16:creationId xmlns:a16="http://schemas.microsoft.com/office/drawing/2014/main" id="{B7CBBE8F-E3C5-40B6-8760-EF6B85E569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53" y="40525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4" name="path-1699">
            <a:extLst xmlns:a="http://schemas.openxmlformats.org/drawingml/2006/main">
              <a:ext uri="{FF2B5EF4-FFF2-40B4-BE49-F238E27FC236}">
                <a16:creationId xmlns:a16="http://schemas.microsoft.com/office/drawing/2014/main" id="{13609023-AA03-4773-B9AB-C77C35B0B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2747" y="40434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5" name="path-1700">
            <a:extLst xmlns:a="http://schemas.openxmlformats.org/drawingml/2006/main">
              <a:ext uri="{FF2B5EF4-FFF2-40B4-BE49-F238E27FC236}">
                <a16:creationId xmlns:a16="http://schemas.microsoft.com/office/drawing/2014/main" id="{FEFE4B15-EC23-4027-AE6D-93D2295C9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146" y="4057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6" name="path-1701">
            <a:extLst xmlns:a="http://schemas.openxmlformats.org/drawingml/2006/main">
              <a:ext uri="{FF2B5EF4-FFF2-40B4-BE49-F238E27FC236}">
                <a16:creationId xmlns:a16="http://schemas.microsoft.com/office/drawing/2014/main" id="{D7F6F8FA-15BF-4544-8447-D0B7ECDBC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218" y="40600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7" name="path-1702">
            <a:extLst xmlns:a="http://schemas.openxmlformats.org/drawingml/2006/main">
              <a:ext uri="{FF2B5EF4-FFF2-40B4-BE49-F238E27FC236}">
                <a16:creationId xmlns:a16="http://schemas.microsoft.com/office/drawing/2014/main" id="{324F3BB5-AE9E-4D6E-B6D8-F573CE64F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065" y="40442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8" name="path-1703">
            <a:extLst xmlns:a="http://schemas.openxmlformats.org/drawingml/2006/main">
              <a:ext uri="{FF2B5EF4-FFF2-40B4-BE49-F238E27FC236}">
                <a16:creationId xmlns:a16="http://schemas.microsoft.com/office/drawing/2014/main" id="{644C2522-4D5D-4E58-8571-6035EFF12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903" y="40499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9" name="path-1704">
            <a:extLst xmlns:a="http://schemas.openxmlformats.org/drawingml/2006/main">
              <a:ext uri="{FF2B5EF4-FFF2-40B4-BE49-F238E27FC236}">
                <a16:creationId xmlns:a16="http://schemas.microsoft.com/office/drawing/2014/main" id="{46F4015F-88D2-460A-B894-38BAD30F3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855" y="40390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0" name="path-1705">
            <a:extLst xmlns:a="http://schemas.openxmlformats.org/drawingml/2006/main">
              <a:ext uri="{FF2B5EF4-FFF2-40B4-BE49-F238E27FC236}">
                <a16:creationId xmlns:a16="http://schemas.microsoft.com/office/drawing/2014/main" id="{C2792E3A-E440-481E-8C32-376C33060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19" y="40284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1" name="path-1706">
            <a:extLst xmlns:a="http://schemas.openxmlformats.org/drawingml/2006/main">
              <a:ext uri="{FF2B5EF4-FFF2-40B4-BE49-F238E27FC236}">
                <a16:creationId xmlns:a16="http://schemas.microsoft.com/office/drawing/2014/main" id="{B7FB5A1F-2CBD-4CE6-8A56-885A6F063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848" y="3999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2" name="path-1707">
            <a:extLst xmlns:a="http://schemas.openxmlformats.org/drawingml/2006/main">
              <a:ext uri="{FF2B5EF4-FFF2-40B4-BE49-F238E27FC236}">
                <a16:creationId xmlns:a16="http://schemas.microsoft.com/office/drawing/2014/main" id="{48811993-8935-4A82-B13B-29D77691E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4699" y="40566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3" name="path-1708">
            <a:extLst xmlns:a="http://schemas.openxmlformats.org/drawingml/2006/main">
              <a:ext uri="{FF2B5EF4-FFF2-40B4-BE49-F238E27FC236}">
                <a16:creationId xmlns:a16="http://schemas.microsoft.com/office/drawing/2014/main" id="{18C819A6-198B-470B-9819-82A63B1E8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67708" y="40824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4" name="path-1709">
            <a:extLst xmlns:a="http://schemas.openxmlformats.org/drawingml/2006/main">
              <a:ext uri="{FF2B5EF4-FFF2-40B4-BE49-F238E27FC236}">
                <a16:creationId xmlns:a16="http://schemas.microsoft.com/office/drawing/2014/main" id="{8EB212C6-D2DD-4EA7-B5BE-CCAAEEDF5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058" y="40433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5" name="path-1710">
            <a:extLst xmlns:a="http://schemas.openxmlformats.org/drawingml/2006/main">
              <a:ext uri="{FF2B5EF4-FFF2-40B4-BE49-F238E27FC236}">
                <a16:creationId xmlns:a16="http://schemas.microsoft.com/office/drawing/2014/main" id="{D75A4379-0874-40B9-AAF0-9B2A59669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367" y="40482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6" name="path-1711">
            <a:extLst xmlns:a="http://schemas.openxmlformats.org/drawingml/2006/main">
              <a:ext uri="{FF2B5EF4-FFF2-40B4-BE49-F238E27FC236}">
                <a16:creationId xmlns:a16="http://schemas.microsoft.com/office/drawing/2014/main" id="{E2F97AB5-DE0E-40F5-A8B6-F67C8B018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705" y="40527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7" name="path-1712">
            <a:extLst xmlns:a="http://schemas.openxmlformats.org/drawingml/2006/main">
              <a:ext uri="{FF2B5EF4-FFF2-40B4-BE49-F238E27FC236}">
                <a16:creationId xmlns:a16="http://schemas.microsoft.com/office/drawing/2014/main" id="{F8137C46-63BB-4712-84C9-BB8E39C96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722" y="4046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8" name="path-1713">
            <a:extLst xmlns:a="http://schemas.openxmlformats.org/drawingml/2006/main">
              <a:ext uri="{FF2B5EF4-FFF2-40B4-BE49-F238E27FC236}">
                <a16:creationId xmlns:a16="http://schemas.microsoft.com/office/drawing/2014/main" id="{69F186B7-1722-47E8-BF0E-495A13C783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996" y="40418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9" name="path-1714">
            <a:extLst xmlns:a="http://schemas.openxmlformats.org/drawingml/2006/main">
              <a:ext uri="{FF2B5EF4-FFF2-40B4-BE49-F238E27FC236}">
                <a16:creationId xmlns:a16="http://schemas.microsoft.com/office/drawing/2014/main" id="{CFA91118-9925-47D7-8AC2-9DAEA528D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0659" y="40273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0" name="path-1715">
            <a:extLst xmlns:a="http://schemas.openxmlformats.org/drawingml/2006/main">
              <a:ext uri="{FF2B5EF4-FFF2-40B4-BE49-F238E27FC236}">
                <a16:creationId xmlns:a16="http://schemas.microsoft.com/office/drawing/2014/main" id="{D81A6076-FB78-4794-934D-41482828C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123" y="40396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1" name="path-1716">
            <a:extLst xmlns:a="http://schemas.openxmlformats.org/drawingml/2006/main">
              <a:ext uri="{FF2B5EF4-FFF2-40B4-BE49-F238E27FC236}">
                <a16:creationId xmlns:a16="http://schemas.microsoft.com/office/drawing/2014/main" id="{84CB9BC8-D695-4DC5-96F7-BBEFF8E99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137" y="40515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2" name="path-1717">
            <a:extLst xmlns:a="http://schemas.openxmlformats.org/drawingml/2006/main">
              <a:ext uri="{FF2B5EF4-FFF2-40B4-BE49-F238E27FC236}">
                <a16:creationId xmlns:a16="http://schemas.microsoft.com/office/drawing/2014/main" id="{16818568-A297-46EC-8E21-767FB7D126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313" y="4032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3" name="path-1718">
            <a:extLst xmlns:a="http://schemas.openxmlformats.org/drawingml/2006/main">
              <a:ext uri="{FF2B5EF4-FFF2-40B4-BE49-F238E27FC236}">
                <a16:creationId xmlns:a16="http://schemas.microsoft.com/office/drawing/2014/main" id="{923DC15E-4E5C-4CA2-B74D-98DD04063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14" y="40541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4" name="path-1719">
            <a:extLst xmlns:a="http://schemas.openxmlformats.org/drawingml/2006/main">
              <a:ext uri="{FF2B5EF4-FFF2-40B4-BE49-F238E27FC236}">
                <a16:creationId xmlns:a16="http://schemas.microsoft.com/office/drawing/2014/main" id="{6B9453B1-E66A-45F6-843F-31CF523A6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669" y="40263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5" name="path-1720">
            <a:extLst xmlns:a="http://schemas.openxmlformats.org/drawingml/2006/main">
              <a:ext uri="{FF2B5EF4-FFF2-40B4-BE49-F238E27FC236}">
                <a16:creationId xmlns:a16="http://schemas.microsoft.com/office/drawing/2014/main" id="{28685E74-210B-47C9-82BA-3EA98F0F3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206" y="40370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6" name="path-1721">
            <a:extLst xmlns:a="http://schemas.openxmlformats.org/drawingml/2006/main">
              <a:ext uri="{FF2B5EF4-FFF2-40B4-BE49-F238E27FC236}">
                <a16:creationId xmlns:a16="http://schemas.microsoft.com/office/drawing/2014/main" id="{A6A377A7-F72A-4EC7-B47C-BB4B0A848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901" y="40413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7" name="path-1722">
            <a:extLst xmlns:a="http://schemas.openxmlformats.org/drawingml/2006/main">
              <a:ext uri="{FF2B5EF4-FFF2-40B4-BE49-F238E27FC236}">
                <a16:creationId xmlns:a16="http://schemas.microsoft.com/office/drawing/2014/main" id="{99A0300C-D284-4FA4-B0FE-00A480D55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271" y="40448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8" name="path-1723">
            <a:extLst xmlns:a="http://schemas.openxmlformats.org/drawingml/2006/main">
              <a:ext uri="{FF2B5EF4-FFF2-40B4-BE49-F238E27FC236}">
                <a16:creationId xmlns:a16="http://schemas.microsoft.com/office/drawing/2014/main" id="{3ADC6A5E-46A2-4138-8CF1-6D3C6FECC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136" y="40376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9" name="path-1724">
            <a:extLst xmlns:a="http://schemas.openxmlformats.org/drawingml/2006/main">
              <a:ext uri="{FF2B5EF4-FFF2-40B4-BE49-F238E27FC236}">
                <a16:creationId xmlns:a16="http://schemas.microsoft.com/office/drawing/2014/main" id="{476BA774-2D80-4888-8E3D-A8E070D4B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3343" y="40549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0" name="path-1725">
            <a:extLst xmlns:a="http://schemas.openxmlformats.org/drawingml/2006/main">
              <a:ext uri="{FF2B5EF4-FFF2-40B4-BE49-F238E27FC236}">
                <a16:creationId xmlns:a16="http://schemas.microsoft.com/office/drawing/2014/main" id="{402301E6-7BD0-4769-B9CF-6011E476B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4731" y="40748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1" name="path-1726">
            <a:extLst xmlns:a="http://schemas.openxmlformats.org/drawingml/2006/main">
              <a:ext uri="{FF2B5EF4-FFF2-40B4-BE49-F238E27FC236}">
                <a16:creationId xmlns:a16="http://schemas.microsoft.com/office/drawing/2014/main" id="{2DF64FEF-BE6A-4653-81A8-83F3C5452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4046" y="4054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2" name="path-1727">
            <a:extLst xmlns:a="http://schemas.openxmlformats.org/drawingml/2006/main">
              <a:ext uri="{FF2B5EF4-FFF2-40B4-BE49-F238E27FC236}">
                <a16:creationId xmlns:a16="http://schemas.microsoft.com/office/drawing/2014/main" id="{3288FD8E-26A6-4616-BBE7-1057868A4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07" y="40574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3" name="path-1728">
            <a:extLst xmlns:a="http://schemas.openxmlformats.org/drawingml/2006/main">
              <a:ext uri="{FF2B5EF4-FFF2-40B4-BE49-F238E27FC236}">
                <a16:creationId xmlns:a16="http://schemas.microsoft.com/office/drawing/2014/main" id="{79E24E1E-75E2-44E6-A49C-C82885B91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674" y="40269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4" name="path-1729">
            <a:extLst xmlns:a="http://schemas.openxmlformats.org/drawingml/2006/main">
              <a:ext uri="{FF2B5EF4-FFF2-40B4-BE49-F238E27FC236}">
                <a16:creationId xmlns:a16="http://schemas.microsoft.com/office/drawing/2014/main" id="{1D8F0FA8-E6E6-4554-9386-283297884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137" y="40391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5" name="path-1730">
            <a:extLst xmlns:a="http://schemas.openxmlformats.org/drawingml/2006/main">
              <a:ext uri="{FF2B5EF4-FFF2-40B4-BE49-F238E27FC236}">
                <a16:creationId xmlns:a16="http://schemas.microsoft.com/office/drawing/2014/main" id="{F3DD411C-AFD7-490E-8044-FFF9806A2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944" y="40194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6" name="path-1731">
            <a:extLst xmlns:a="http://schemas.openxmlformats.org/drawingml/2006/main">
              <a:ext uri="{FF2B5EF4-FFF2-40B4-BE49-F238E27FC236}">
                <a16:creationId xmlns:a16="http://schemas.microsoft.com/office/drawing/2014/main" id="{426160A9-C020-46B0-B750-6DCB91E59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679" y="4035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7" name="path-1732">
            <a:extLst xmlns:a="http://schemas.openxmlformats.org/drawingml/2006/main">
              <a:ext uri="{FF2B5EF4-FFF2-40B4-BE49-F238E27FC236}">
                <a16:creationId xmlns:a16="http://schemas.microsoft.com/office/drawing/2014/main" id="{BEF0B34D-35AD-4132-BAC9-A6528886B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74" y="40228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8" name="path-1733">
            <a:extLst xmlns:a="http://schemas.openxmlformats.org/drawingml/2006/main">
              <a:ext uri="{FF2B5EF4-FFF2-40B4-BE49-F238E27FC236}">
                <a16:creationId xmlns:a16="http://schemas.microsoft.com/office/drawing/2014/main" id="{BBBEEA52-04E1-4343-A99C-16D2C2612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540" y="40487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29" name="path-1734">
            <a:extLst xmlns:a="http://schemas.openxmlformats.org/drawingml/2006/main">
              <a:ext uri="{FF2B5EF4-FFF2-40B4-BE49-F238E27FC236}">
                <a16:creationId xmlns:a16="http://schemas.microsoft.com/office/drawing/2014/main" id="{C3FD0976-EA7A-4E03-AC39-AF4CF7F76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139" y="40476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0" name="path-1735">
            <a:extLst xmlns:a="http://schemas.openxmlformats.org/drawingml/2006/main">
              <a:ext uri="{FF2B5EF4-FFF2-40B4-BE49-F238E27FC236}">
                <a16:creationId xmlns:a16="http://schemas.microsoft.com/office/drawing/2014/main" id="{58EA4954-7E01-4AA1-9B13-D83617319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2989" y="4034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1" name="path-1736">
            <a:extLst xmlns:a="http://schemas.openxmlformats.org/drawingml/2006/main">
              <a:ext uri="{FF2B5EF4-FFF2-40B4-BE49-F238E27FC236}">
                <a16:creationId xmlns:a16="http://schemas.microsoft.com/office/drawing/2014/main" id="{3F549968-071B-4932-B573-F15307A163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17" y="39883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2" name="path-1737">
            <a:extLst xmlns:a="http://schemas.openxmlformats.org/drawingml/2006/main">
              <a:ext uri="{FF2B5EF4-FFF2-40B4-BE49-F238E27FC236}">
                <a16:creationId xmlns:a16="http://schemas.microsoft.com/office/drawing/2014/main" id="{0C01E9E0-C1DD-4261-B602-22BCD6E5A5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827" y="40654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3" name="path-1738">
            <a:extLst xmlns:a="http://schemas.openxmlformats.org/drawingml/2006/main">
              <a:ext uri="{FF2B5EF4-FFF2-40B4-BE49-F238E27FC236}">
                <a16:creationId xmlns:a16="http://schemas.microsoft.com/office/drawing/2014/main" id="{91D19B58-C8A8-4C4A-BA7E-FE38BD999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400" y="4053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4" name="path-1739">
            <a:extLst xmlns:a="http://schemas.openxmlformats.org/drawingml/2006/main">
              <a:ext uri="{FF2B5EF4-FFF2-40B4-BE49-F238E27FC236}">
                <a16:creationId xmlns:a16="http://schemas.microsoft.com/office/drawing/2014/main" id="{081AFD93-E98A-4963-9FDD-7CAC470B3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030" y="40316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5" name="path-1740">
            <a:extLst xmlns:a="http://schemas.openxmlformats.org/drawingml/2006/main">
              <a:ext uri="{FF2B5EF4-FFF2-40B4-BE49-F238E27FC236}">
                <a16:creationId xmlns:a16="http://schemas.microsoft.com/office/drawing/2014/main" id="{88BE0E99-54CB-457D-B600-E8502A301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527" y="40608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6" name="path-1741">
            <a:extLst xmlns:a="http://schemas.openxmlformats.org/drawingml/2006/main">
              <a:ext uri="{FF2B5EF4-FFF2-40B4-BE49-F238E27FC236}">
                <a16:creationId xmlns:a16="http://schemas.microsoft.com/office/drawing/2014/main" id="{69ED60B9-16CE-422A-8CBD-72A0DA80C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653" y="4033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7" name="path-1742">
            <a:extLst xmlns:a="http://schemas.openxmlformats.org/drawingml/2006/main">
              <a:ext uri="{FF2B5EF4-FFF2-40B4-BE49-F238E27FC236}">
                <a16:creationId xmlns:a16="http://schemas.microsoft.com/office/drawing/2014/main" id="{62F10EB4-35B6-4620-B1C9-79151F752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567" y="40545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8" name="path-1743">
            <a:extLst xmlns:a="http://schemas.openxmlformats.org/drawingml/2006/main">
              <a:ext uri="{FF2B5EF4-FFF2-40B4-BE49-F238E27FC236}">
                <a16:creationId xmlns:a16="http://schemas.microsoft.com/office/drawing/2014/main" id="{E372FEBB-D0A8-4454-BD6D-56A6E3A57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211" y="40645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9" name="path-1744">
            <a:extLst xmlns:a="http://schemas.openxmlformats.org/drawingml/2006/main">
              <a:ext uri="{FF2B5EF4-FFF2-40B4-BE49-F238E27FC236}">
                <a16:creationId xmlns:a16="http://schemas.microsoft.com/office/drawing/2014/main" id="{2D1EBE55-302D-4551-A190-0F68DB750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382" y="4054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0" name="path-1745">
            <a:extLst xmlns:a="http://schemas.openxmlformats.org/drawingml/2006/main">
              <a:ext uri="{FF2B5EF4-FFF2-40B4-BE49-F238E27FC236}">
                <a16:creationId xmlns:a16="http://schemas.microsoft.com/office/drawing/2014/main" id="{B73E247D-0EB0-43AF-8212-63C1AE16B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3628" y="4036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1" name="path-1746">
            <a:extLst xmlns:a="http://schemas.openxmlformats.org/drawingml/2006/main">
              <a:ext uri="{FF2B5EF4-FFF2-40B4-BE49-F238E27FC236}">
                <a16:creationId xmlns:a16="http://schemas.microsoft.com/office/drawing/2014/main" id="{50AFC453-1AA2-4A55-BC6C-B17CB2A92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56" y="40754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2" name="path-1747">
            <a:extLst xmlns:a="http://schemas.openxmlformats.org/drawingml/2006/main">
              <a:ext uri="{FF2B5EF4-FFF2-40B4-BE49-F238E27FC236}">
                <a16:creationId xmlns:a16="http://schemas.microsoft.com/office/drawing/2014/main" id="{A37CB567-A946-40A9-A8F0-4FDBAC8F2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750" y="40433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3" name="path-1748">
            <a:extLst xmlns:a="http://schemas.openxmlformats.org/drawingml/2006/main">
              <a:ext uri="{FF2B5EF4-FFF2-40B4-BE49-F238E27FC236}">
                <a16:creationId xmlns:a16="http://schemas.microsoft.com/office/drawing/2014/main" id="{200A4796-5839-4006-9912-8F690A6AA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3586" y="40419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4" name="path-1749">
            <a:extLst xmlns:a="http://schemas.openxmlformats.org/drawingml/2006/main">
              <a:ext uri="{FF2B5EF4-FFF2-40B4-BE49-F238E27FC236}">
                <a16:creationId xmlns:a16="http://schemas.microsoft.com/office/drawing/2014/main" id="{BD7510BF-A6B5-4EE6-88B4-3D443D095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194" y="40365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5" name="path-1750">
            <a:extLst xmlns:a="http://schemas.openxmlformats.org/drawingml/2006/main">
              <a:ext uri="{FF2B5EF4-FFF2-40B4-BE49-F238E27FC236}">
                <a16:creationId xmlns:a16="http://schemas.microsoft.com/office/drawing/2014/main" id="{A944425B-95FC-4976-8EAD-024C71F4F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467" y="4041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6" name="path-1751">
            <a:extLst xmlns:a="http://schemas.openxmlformats.org/drawingml/2006/main">
              <a:ext uri="{FF2B5EF4-FFF2-40B4-BE49-F238E27FC236}">
                <a16:creationId xmlns:a16="http://schemas.microsoft.com/office/drawing/2014/main" id="{B32C78AD-5197-41D4-9B7C-12D6AF63C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6462" y="40299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7" name="path-1752">
            <a:extLst xmlns:a="http://schemas.openxmlformats.org/drawingml/2006/main">
              <a:ext uri="{FF2B5EF4-FFF2-40B4-BE49-F238E27FC236}">
                <a16:creationId xmlns:a16="http://schemas.microsoft.com/office/drawing/2014/main" id="{84A180CD-B8C7-4A77-A80C-B304C8B4A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8" y="40384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8" name="path-1753">
            <a:extLst xmlns:a="http://schemas.openxmlformats.org/drawingml/2006/main">
              <a:ext uri="{FF2B5EF4-FFF2-40B4-BE49-F238E27FC236}">
                <a16:creationId xmlns:a16="http://schemas.microsoft.com/office/drawing/2014/main" id="{95B5321C-9F95-482A-ADF1-D63DAEDC9F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151" y="40304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9" name="path-1754">
            <a:extLst xmlns:a="http://schemas.openxmlformats.org/drawingml/2006/main">
              <a:ext uri="{FF2B5EF4-FFF2-40B4-BE49-F238E27FC236}">
                <a16:creationId xmlns:a16="http://schemas.microsoft.com/office/drawing/2014/main" id="{8FB3CD4D-C445-4571-8C83-A0254D078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256" y="40545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0" name="path-1755">
            <a:extLst xmlns:a="http://schemas.openxmlformats.org/drawingml/2006/main">
              <a:ext uri="{FF2B5EF4-FFF2-40B4-BE49-F238E27FC236}">
                <a16:creationId xmlns:a16="http://schemas.microsoft.com/office/drawing/2014/main" id="{404B7467-640B-4D9D-BC52-E401811BE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040" y="4028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1" name="path-1756">
            <a:extLst xmlns:a="http://schemas.openxmlformats.org/drawingml/2006/main">
              <a:ext uri="{FF2B5EF4-FFF2-40B4-BE49-F238E27FC236}">
                <a16:creationId xmlns:a16="http://schemas.microsoft.com/office/drawing/2014/main" id="{73181017-7103-49A1-BCC3-1980CC6926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9052" y="40444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2" name="path-1757">
            <a:extLst xmlns:a="http://schemas.openxmlformats.org/drawingml/2006/main">
              <a:ext uri="{FF2B5EF4-FFF2-40B4-BE49-F238E27FC236}">
                <a16:creationId xmlns:a16="http://schemas.microsoft.com/office/drawing/2014/main" id="{A3420399-0F59-4679-9E17-E88121AD7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391" y="40601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3" name="path-1758">
            <a:extLst xmlns:a="http://schemas.openxmlformats.org/drawingml/2006/main">
              <a:ext uri="{FF2B5EF4-FFF2-40B4-BE49-F238E27FC236}">
                <a16:creationId xmlns:a16="http://schemas.microsoft.com/office/drawing/2014/main" id="{EB3B6C21-84CB-43A1-80D4-2BCBC49D3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769" y="40437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4" name="path-1759">
            <a:extLst xmlns:a="http://schemas.openxmlformats.org/drawingml/2006/main">
              <a:ext uri="{FF2B5EF4-FFF2-40B4-BE49-F238E27FC236}">
                <a16:creationId xmlns:a16="http://schemas.microsoft.com/office/drawing/2014/main" id="{6ED8F051-EC51-4966-BBC1-DF184E928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9158" y="4056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5" name="path-1760">
            <a:extLst xmlns:a="http://schemas.openxmlformats.org/drawingml/2006/main">
              <a:ext uri="{FF2B5EF4-FFF2-40B4-BE49-F238E27FC236}">
                <a16:creationId xmlns:a16="http://schemas.microsoft.com/office/drawing/2014/main" id="{15DAE59B-73F3-4E46-9A5C-51EB7165F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258" y="40675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6" name="path-1761">
            <a:extLst xmlns:a="http://schemas.openxmlformats.org/drawingml/2006/main">
              <a:ext uri="{FF2B5EF4-FFF2-40B4-BE49-F238E27FC236}">
                <a16:creationId xmlns:a16="http://schemas.microsoft.com/office/drawing/2014/main" id="{17E11031-6F84-4B59-9B8A-42578085B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72" y="4030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7" name="path-1762">
            <a:extLst xmlns:a="http://schemas.openxmlformats.org/drawingml/2006/main">
              <a:ext uri="{FF2B5EF4-FFF2-40B4-BE49-F238E27FC236}">
                <a16:creationId xmlns:a16="http://schemas.microsoft.com/office/drawing/2014/main" id="{33D484DC-8ADB-48AB-9B17-970E6DA93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164" y="40253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8" name="path-1763">
            <a:extLst xmlns:a="http://schemas.openxmlformats.org/drawingml/2006/main">
              <a:ext uri="{FF2B5EF4-FFF2-40B4-BE49-F238E27FC236}">
                <a16:creationId xmlns:a16="http://schemas.microsoft.com/office/drawing/2014/main" id="{C93A70C7-0AFF-4886-B250-69D19D4DB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442" y="4033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9" name="path-1764">
            <a:extLst xmlns:a="http://schemas.openxmlformats.org/drawingml/2006/main">
              <a:ext uri="{FF2B5EF4-FFF2-40B4-BE49-F238E27FC236}">
                <a16:creationId xmlns:a16="http://schemas.microsoft.com/office/drawing/2014/main" id="{404440E1-0BAE-42B1-B4F8-C5BBB2351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158" y="40654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0" name="path-1765">
            <a:extLst xmlns:a="http://schemas.openxmlformats.org/drawingml/2006/main">
              <a:ext uri="{FF2B5EF4-FFF2-40B4-BE49-F238E27FC236}">
                <a16:creationId xmlns:a16="http://schemas.microsoft.com/office/drawing/2014/main" id="{C46B15C5-7FD3-4DDD-91E0-01387D0CE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419" y="4062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1" name="path-1766">
            <a:extLst xmlns:a="http://schemas.openxmlformats.org/drawingml/2006/main">
              <a:ext uri="{FF2B5EF4-FFF2-40B4-BE49-F238E27FC236}">
                <a16:creationId xmlns:a16="http://schemas.microsoft.com/office/drawing/2014/main" id="{83216860-56F1-4510-9809-7F7870CF7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65" y="40649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2" name="path-1767">
            <a:extLst xmlns:a="http://schemas.openxmlformats.org/drawingml/2006/main">
              <a:ext uri="{FF2B5EF4-FFF2-40B4-BE49-F238E27FC236}">
                <a16:creationId xmlns:a16="http://schemas.microsoft.com/office/drawing/2014/main" id="{61CF50CB-CB07-4EC9-8508-79BCA2BFD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787" y="40248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3" name="path-1768">
            <a:extLst xmlns:a="http://schemas.openxmlformats.org/drawingml/2006/main">
              <a:ext uri="{FF2B5EF4-FFF2-40B4-BE49-F238E27FC236}">
                <a16:creationId xmlns:a16="http://schemas.microsoft.com/office/drawing/2014/main" id="{00A35DE9-C669-41B7-AC50-4F66B7A81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969" y="4025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4" name="path-1769">
            <a:extLst xmlns:a="http://schemas.openxmlformats.org/drawingml/2006/main">
              <a:ext uri="{FF2B5EF4-FFF2-40B4-BE49-F238E27FC236}">
                <a16:creationId xmlns:a16="http://schemas.microsoft.com/office/drawing/2014/main" id="{07438413-06F2-4B39-A780-6762D7E24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811" y="4064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5" name="path-1770">
            <a:extLst xmlns:a="http://schemas.openxmlformats.org/drawingml/2006/main">
              <a:ext uri="{FF2B5EF4-FFF2-40B4-BE49-F238E27FC236}">
                <a16:creationId xmlns:a16="http://schemas.microsoft.com/office/drawing/2014/main" id="{786B0C46-9B49-46F0-9443-CE7696599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341" y="40678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6" name="path-1771">
            <a:extLst xmlns:a="http://schemas.openxmlformats.org/drawingml/2006/main">
              <a:ext uri="{FF2B5EF4-FFF2-40B4-BE49-F238E27FC236}">
                <a16:creationId xmlns:a16="http://schemas.microsoft.com/office/drawing/2014/main" id="{C9870AA8-19FF-454C-B3AF-AE066F269D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457" y="40342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7" name="path-1772">
            <a:extLst xmlns:a="http://schemas.openxmlformats.org/drawingml/2006/main">
              <a:ext uri="{FF2B5EF4-FFF2-40B4-BE49-F238E27FC236}">
                <a16:creationId xmlns:a16="http://schemas.microsoft.com/office/drawing/2014/main" id="{3C8A06CF-AF90-4F65-967D-50FF7BE0C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9265" y="4036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8" name="path-1773">
            <a:extLst xmlns:a="http://schemas.openxmlformats.org/drawingml/2006/main">
              <a:ext uri="{FF2B5EF4-FFF2-40B4-BE49-F238E27FC236}">
                <a16:creationId xmlns:a16="http://schemas.microsoft.com/office/drawing/2014/main" id="{8EED09E3-9460-4F2F-A63C-E4C5F72F3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84" y="40582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9" name="path-1774">
            <a:extLst xmlns:a="http://schemas.openxmlformats.org/drawingml/2006/main">
              <a:ext uri="{FF2B5EF4-FFF2-40B4-BE49-F238E27FC236}">
                <a16:creationId xmlns:a16="http://schemas.microsoft.com/office/drawing/2014/main" id="{7B913372-6A88-45D7-851F-4AEE0776C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6108" y="40372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0" name="path-1775">
            <a:extLst xmlns:a="http://schemas.openxmlformats.org/drawingml/2006/main">
              <a:ext uri="{FF2B5EF4-FFF2-40B4-BE49-F238E27FC236}">
                <a16:creationId xmlns:a16="http://schemas.microsoft.com/office/drawing/2014/main" id="{D2DDB4C4-D11D-4FAA-8ABA-95CB95E6F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984" y="40343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1" name="path-1776">
            <a:extLst xmlns:a="http://schemas.openxmlformats.org/drawingml/2006/main">
              <a:ext uri="{FF2B5EF4-FFF2-40B4-BE49-F238E27FC236}">
                <a16:creationId xmlns:a16="http://schemas.microsoft.com/office/drawing/2014/main" id="{6EB91152-05C8-4345-805D-CD7CD9B7D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5258" y="40541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2" name="path-1777">
            <a:extLst xmlns:a="http://schemas.openxmlformats.org/drawingml/2006/main">
              <a:ext uri="{FF2B5EF4-FFF2-40B4-BE49-F238E27FC236}">
                <a16:creationId xmlns:a16="http://schemas.microsoft.com/office/drawing/2014/main" id="{6F117C4B-8509-4204-8B92-04A9F8764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469" y="4054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3" name="path-1778">
            <a:extLst xmlns:a="http://schemas.openxmlformats.org/drawingml/2006/main">
              <a:ext uri="{FF2B5EF4-FFF2-40B4-BE49-F238E27FC236}">
                <a16:creationId xmlns:a16="http://schemas.microsoft.com/office/drawing/2014/main" id="{337B8E89-7589-41B5-A577-0F257BFCC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3770" y="40380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4" name="path-1779">
            <a:extLst xmlns:a="http://schemas.openxmlformats.org/drawingml/2006/main">
              <a:ext uri="{FF2B5EF4-FFF2-40B4-BE49-F238E27FC236}">
                <a16:creationId xmlns:a16="http://schemas.microsoft.com/office/drawing/2014/main" id="{72F72355-35E0-47F4-B2F8-10942737A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034" y="40725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5" name="path-1780">
            <a:extLst xmlns:a="http://schemas.openxmlformats.org/drawingml/2006/main">
              <a:ext uri="{FF2B5EF4-FFF2-40B4-BE49-F238E27FC236}">
                <a16:creationId xmlns:a16="http://schemas.microsoft.com/office/drawing/2014/main" id="{263F59CF-C5F0-4915-9182-00B9B98D4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38" y="40314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6" name="path-1781">
            <a:extLst xmlns:a="http://schemas.openxmlformats.org/drawingml/2006/main">
              <a:ext uri="{FF2B5EF4-FFF2-40B4-BE49-F238E27FC236}">
                <a16:creationId xmlns:a16="http://schemas.microsoft.com/office/drawing/2014/main" id="{6008DEDC-CDBF-4653-9CA8-8255D0CC7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555" y="40704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7" name="path-1782">
            <a:extLst xmlns:a="http://schemas.openxmlformats.org/drawingml/2006/main">
              <a:ext uri="{FF2B5EF4-FFF2-40B4-BE49-F238E27FC236}">
                <a16:creationId xmlns:a16="http://schemas.microsoft.com/office/drawing/2014/main" id="{45886832-AEE9-4FA1-9521-F56B07FDF5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98172" y="40288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8" name="path-1783">
            <a:extLst xmlns:a="http://schemas.openxmlformats.org/drawingml/2006/main">
              <a:ext uri="{FF2B5EF4-FFF2-40B4-BE49-F238E27FC236}">
                <a16:creationId xmlns:a16="http://schemas.microsoft.com/office/drawing/2014/main" id="{4BF13B7D-0548-4353-B6C3-8DBF1EF7F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587" y="40522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9" name="path-1784">
            <a:extLst xmlns:a="http://schemas.openxmlformats.org/drawingml/2006/main">
              <a:ext uri="{FF2B5EF4-FFF2-40B4-BE49-F238E27FC236}">
                <a16:creationId xmlns:a16="http://schemas.microsoft.com/office/drawing/2014/main" id="{40213A62-3DEE-4B7D-9EDA-CB6992B6DB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795" y="40492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0" name="path-1785">
            <a:extLst xmlns:a="http://schemas.openxmlformats.org/drawingml/2006/main">
              <a:ext uri="{FF2B5EF4-FFF2-40B4-BE49-F238E27FC236}">
                <a16:creationId xmlns:a16="http://schemas.microsoft.com/office/drawing/2014/main" id="{EC15FD5A-2AD5-4568-AD84-3D688B2F7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621" y="40617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1" name="path-1786">
            <a:extLst xmlns:a="http://schemas.openxmlformats.org/drawingml/2006/main">
              <a:ext uri="{FF2B5EF4-FFF2-40B4-BE49-F238E27FC236}">
                <a16:creationId xmlns:a16="http://schemas.microsoft.com/office/drawing/2014/main" id="{221692C9-F875-4FAF-B160-8D27522FE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9741" y="40277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2" name="path-1787">
            <a:extLst xmlns:a="http://schemas.openxmlformats.org/drawingml/2006/main">
              <a:ext uri="{FF2B5EF4-FFF2-40B4-BE49-F238E27FC236}">
                <a16:creationId xmlns:a16="http://schemas.microsoft.com/office/drawing/2014/main" id="{5B259699-A575-4A48-950A-A138D98D6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1846" y="40386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3" name="path-1788">
            <a:extLst xmlns:a="http://schemas.openxmlformats.org/drawingml/2006/main">
              <a:ext uri="{FF2B5EF4-FFF2-40B4-BE49-F238E27FC236}">
                <a16:creationId xmlns:a16="http://schemas.microsoft.com/office/drawing/2014/main" id="{98E3DA55-E91C-4572-8F56-8B231A55F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910" y="40590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4" name="path-1789">
            <a:extLst xmlns:a="http://schemas.openxmlformats.org/drawingml/2006/main">
              <a:ext uri="{FF2B5EF4-FFF2-40B4-BE49-F238E27FC236}">
                <a16:creationId xmlns:a16="http://schemas.microsoft.com/office/drawing/2014/main" id="{112F2E68-3800-4DB7-AB45-12A2B2AA2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010" y="40879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5" name="path-1790">
            <a:extLst xmlns:a="http://schemas.openxmlformats.org/drawingml/2006/main">
              <a:ext uri="{FF2B5EF4-FFF2-40B4-BE49-F238E27FC236}">
                <a16:creationId xmlns:a16="http://schemas.microsoft.com/office/drawing/2014/main" id="{5136193E-9AB1-4267-AF23-23E5FFF77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255" y="40538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6" name="path-1791">
            <a:extLst xmlns:a="http://schemas.openxmlformats.org/drawingml/2006/main">
              <a:ext uri="{FF2B5EF4-FFF2-40B4-BE49-F238E27FC236}">
                <a16:creationId xmlns:a16="http://schemas.microsoft.com/office/drawing/2014/main" id="{1E32671F-036D-47CF-9662-AADA81E85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6595" y="4044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7" name="path-1792">
            <a:extLst xmlns:a="http://schemas.openxmlformats.org/drawingml/2006/main">
              <a:ext uri="{FF2B5EF4-FFF2-40B4-BE49-F238E27FC236}">
                <a16:creationId xmlns:a16="http://schemas.microsoft.com/office/drawing/2014/main" id="{BA73E777-E53C-4080-B904-AA7E0428B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315" y="40332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8" name="path-1793">
            <a:extLst xmlns:a="http://schemas.openxmlformats.org/drawingml/2006/main">
              <a:ext uri="{FF2B5EF4-FFF2-40B4-BE49-F238E27FC236}">
                <a16:creationId xmlns:a16="http://schemas.microsoft.com/office/drawing/2014/main" id="{1E712A82-900A-4DD5-A196-69B0F1F2D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957" y="40349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9" name="path-1794">
            <a:extLst xmlns:a="http://schemas.openxmlformats.org/drawingml/2006/main">
              <a:ext uri="{FF2B5EF4-FFF2-40B4-BE49-F238E27FC236}">
                <a16:creationId xmlns:a16="http://schemas.microsoft.com/office/drawing/2014/main" id="{B2EB2870-6381-48A0-A015-27461AAF7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5553" y="40459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0" name="path-1795">
            <a:extLst xmlns:a="http://schemas.openxmlformats.org/drawingml/2006/main">
              <a:ext uri="{FF2B5EF4-FFF2-40B4-BE49-F238E27FC236}">
                <a16:creationId xmlns:a16="http://schemas.microsoft.com/office/drawing/2014/main" id="{3E6E8B77-4313-4567-8819-8FC49C58D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786" y="40468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1" name="path-1796">
            <a:extLst xmlns:a="http://schemas.openxmlformats.org/drawingml/2006/main">
              <a:ext uri="{FF2B5EF4-FFF2-40B4-BE49-F238E27FC236}">
                <a16:creationId xmlns:a16="http://schemas.microsoft.com/office/drawing/2014/main" id="{2F2581DE-649A-4593-A409-10FA9FF36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1448" y="40445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2" name="path-1797">
            <a:extLst xmlns:a="http://schemas.openxmlformats.org/drawingml/2006/main">
              <a:ext uri="{FF2B5EF4-FFF2-40B4-BE49-F238E27FC236}">
                <a16:creationId xmlns:a16="http://schemas.microsoft.com/office/drawing/2014/main" id="{C63C63EA-724F-4AC0-AA81-80798F062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6" y="40394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3" name="path-1798">
            <a:extLst xmlns:a="http://schemas.openxmlformats.org/drawingml/2006/main">
              <a:ext uri="{FF2B5EF4-FFF2-40B4-BE49-F238E27FC236}">
                <a16:creationId xmlns:a16="http://schemas.microsoft.com/office/drawing/2014/main" id="{609D4E28-755F-4084-B7C6-475FF7A41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743" y="4044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4" name="path-1799">
            <a:extLst xmlns:a="http://schemas.openxmlformats.org/drawingml/2006/main">
              <a:ext uri="{FF2B5EF4-FFF2-40B4-BE49-F238E27FC236}">
                <a16:creationId xmlns:a16="http://schemas.microsoft.com/office/drawing/2014/main" id="{81899123-0B60-49D2-AA48-385C2EF8F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926" y="4042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5" name="path-1800">
            <a:extLst xmlns:a="http://schemas.openxmlformats.org/drawingml/2006/main">
              <a:ext uri="{FF2B5EF4-FFF2-40B4-BE49-F238E27FC236}">
                <a16:creationId xmlns:a16="http://schemas.microsoft.com/office/drawing/2014/main" id="{6CB1C178-D48D-4E10-9BB7-49CC51F32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293" y="40716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6" name="path-1801">
            <a:extLst xmlns:a="http://schemas.openxmlformats.org/drawingml/2006/main">
              <a:ext uri="{FF2B5EF4-FFF2-40B4-BE49-F238E27FC236}">
                <a16:creationId xmlns:a16="http://schemas.microsoft.com/office/drawing/2014/main" id="{66AF2F40-9ECF-4091-AAD6-E4D816301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237" y="40709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7" name="path-1802">
            <a:extLst xmlns:a="http://schemas.openxmlformats.org/drawingml/2006/main">
              <a:ext uri="{FF2B5EF4-FFF2-40B4-BE49-F238E27FC236}">
                <a16:creationId xmlns:a16="http://schemas.microsoft.com/office/drawing/2014/main" id="{508927F3-C152-4131-B57F-AC9FFD6ADD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3813" y="40574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8" name="path-1803">
            <a:extLst xmlns:a="http://schemas.openxmlformats.org/drawingml/2006/main">
              <a:ext uri="{FF2B5EF4-FFF2-40B4-BE49-F238E27FC236}">
                <a16:creationId xmlns:a16="http://schemas.microsoft.com/office/drawing/2014/main" id="{3BC6B6C6-A19B-43C0-A445-4FD298425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0318" y="40477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9" name="path-1804">
            <a:extLst xmlns:a="http://schemas.openxmlformats.org/drawingml/2006/main">
              <a:ext uri="{FF2B5EF4-FFF2-40B4-BE49-F238E27FC236}">
                <a16:creationId xmlns:a16="http://schemas.microsoft.com/office/drawing/2014/main" id="{E5D08088-B3EE-46CC-8CB5-AEA3774A24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557" y="40505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0" name="path-1805">
            <a:extLst xmlns:a="http://schemas.openxmlformats.org/drawingml/2006/main">
              <a:ext uri="{FF2B5EF4-FFF2-40B4-BE49-F238E27FC236}">
                <a16:creationId xmlns:a16="http://schemas.microsoft.com/office/drawing/2014/main" id="{EA80C625-BCB8-4C8D-913D-A1A046692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1433" y="40262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1" name="path-1806">
            <a:extLst xmlns:a="http://schemas.openxmlformats.org/drawingml/2006/main">
              <a:ext uri="{FF2B5EF4-FFF2-40B4-BE49-F238E27FC236}">
                <a16:creationId xmlns:a16="http://schemas.microsoft.com/office/drawing/2014/main" id="{AAE968D4-EAEF-4B6C-AABE-15607AF77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9313" y="40504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2" name="path-1807">
            <a:extLst xmlns:a="http://schemas.openxmlformats.org/drawingml/2006/main">
              <a:ext uri="{FF2B5EF4-FFF2-40B4-BE49-F238E27FC236}">
                <a16:creationId xmlns:a16="http://schemas.microsoft.com/office/drawing/2014/main" id="{C1ABDF3C-7967-408F-9E83-20DDBA33F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278" y="40719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3" name="path-1808">
            <a:extLst xmlns:a="http://schemas.openxmlformats.org/drawingml/2006/main">
              <a:ext uri="{FF2B5EF4-FFF2-40B4-BE49-F238E27FC236}">
                <a16:creationId xmlns:a16="http://schemas.microsoft.com/office/drawing/2014/main" id="{92DB9F24-9AD0-47BB-B590-AB06AECA3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355" y="4047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4" name="path-1809">
            <a:extLst xmlns:a="http://schemas.openxmlformats.org/drawingml/2006/main">
              <a:ext uri="{FF2B5EF4-FFF2-40B4-BE49-F238E27FC236}">
                <a16:creationId xmlns:a16="http://schemas.microsoft.com/office/drawing/2014/main" id="{4B5488EE-21C9-4307-8230-E87222EFE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3347" y="40482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5" name="path-1810">
            <a:extLst xmlns:a="http://schemas.openxmlformats.org/drawingml/2006/main">
              <a:ext uri="{FF2B5EF4-FFF2-40B4-BE49-F238E27FC236}">
                <a16:creationId xmlns:a16="http://schemas.microsoft.com/office/drawing/2014/main" id="{B8F7BE84-5BE5-4223-9CA2-2676F7068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30" y="40235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6" name="path-1811">
            <a:extLst xmlns:a="http://schemas.openxmlformats.org/drawingml/2006/main">
              <a:ext uri="{FF2B5EF4-FFF2-40B4-BE49-F238E27FC236}">
                <a16:creationId xmlns:a16="http://schemas.microsoft.com/office/drawing/2014/main" id="{CD53980D-DE9D-4C1A-887F-FFDF1998F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365" y="40322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7" name="path-1812">
            <a:extLst xmlns:a="http://schemas.openxmlformats.org/drawingml/2006/main">
              <a:ext uri="{FF2B5EF4-FFF2-40B4-BE49-F238E27FC236}">
                <a16:creationId xmlns:a16="http://schemas.microsoft.com/office/drawing/2014/main" id="{84ED631C-CA67-48DC-B431-F77D856E9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866" y="40617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8" name="path-1813">
            <a:extLst xmlns:a="http://schemas.openxmlformats.org/drawingml/2006/main">
              <a:ext uri="{FF2B5EF4-FFF2-40B4-BE49-F238E27FC236}">
                <a16:creationId xmlns:a16="http://schemas.microsoft.com/office/drawing/2014/main" id="{4C2B3F6C-118D-48EC-A4D1-86A2BAEFD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1732" y="40194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9" name="path-1814">
            <a:extLst xmlns:a="http://schemas.openxmlformats.org/drawingml/2006/main">
              <a:ext uri="{FF2B5EF4-FFF2-40B4-BE49-F238E27FC236}">
                <a16:creationId xmlns:a16="http://schemas.microsoft.com/office/drawing/2014/main" id="{74CF7B63-4DEC-478A-9009-3FF3B6DA3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279" y="40508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0" name="path-1815">
            <a:extLst xmlns:a="http://schemas.openxmlformats.org/drawingml/2006/main">
              <a:ext uri="{FF2B5EF4-FFF2-40B4-BE49-F238E27FC236}">
                <a16:creationId xmlns:a16="http://schemas.microsoft.com/office/drawing/2014/main" id="{5A71531E-C5D2-45DF-B234-CEBDFFE00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288" y="40646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1" name="path-1816">
            <a:extLst xmlns:a="http://schemas.openxmlformats.org/drawingml/2006/main">
              <a:ext uri="{FF2B5EF4-FFF2-40B4-BE49-F238E27FC236}">
                <a16:creationId xmlns:a16="http://schemas.microsoft.com/office/drawing/2014/main" id="{98790657-2CAF-4920-AB45-184134FA9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25" y="4041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2" name="path-1817">
            <a:extLst xmlns:a="http://schemas.openxmlformats.org/drawingml/2006/main">
              <a:ext uri="{FF2B5EF4-FFF2-40B4-BE49-F238E27FC236}">
                <a16:creationId xmlns:a16="http://schemas.microsoft.com/office/drawing/2014/main" id="{DBA7B83C-D612-4401-A341-64B58197E5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6433" y="40449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3" name="path-1818">
            <a:extLst xmlns:a="http://schemas.openxmlformats.org/drawingml/2006/main">
              <a:ext uri="{FF2B5EF4-FFF2-40B4-BE49-F238E27FC236}">
                <a16:creationId xmlns:a16="http://schemas.microsoft.com/office/drawing/2014/main" id="{D63D2353-5502-4252-97A9-5D30E231C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820" y="40620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4" name="path-1819">
            <a:extLst xmlns:a="http://schemas.openxmlformats.org/drawingml/2006/main">
              <a:ext uri="{FF2B5EF4-FFF2-40B4-BE49-F238E27FC236}">
                <a16:creationId xmlns:a16="http://schemas.microsoft.com/office/drawing/2014/main" id="{239BD321-30FF-4399-860E-EEC7C8C67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774" y="40843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5" name="path-1820">
            <a:extLst xmlns:a="http://schemas.openxmlformats.org/drawingml/2006/main">
              <a:ext uri="{FF2B5EF4-FFF2-40B4-BE49-F238E27FC236}">
                <a16:creationId xmlns:a16="http://schemas.microsoft.com/office/drawing/2014/main" id="{15E4C65F-7422-4D1F-9603-77102E0DB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565" y="4042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6" name="path-1821">
            <a:extLst xmlns:a="http://schemas.openxmlformats.org/drawingml/2006/main">
              <a:ext uri="{FF2B5EF4-FFF2-40B4-BE49-F238E27FC236}">
                <a16:creationId xmlns:a16="http://schemas.microsoft.com/office/drawing/2014/main" id="{59912013-632B-4AA2-BCE9-7D307CF8F0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928" y="40343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7" name="path-1822">
            <a:extLst xmlns:a="http://schemas.openxmlformats.org/drawingml/2006/main">
              <a:ext uri="{FF2B5EF4-FFF2-40B4-BE49-F238E27FC236}">
                <a16:creationId xmlns:a16="http://schemas.microsoft.com/office/drawing/2014/main" id="{42F42643-A5BE-4AA0-ABBB-25F92363C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889" y="40574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8" name="path-1823">
            <a:extLst xmlns:a="http://schemas.openxmlformats.org/drawingml/2006/main">
              <a:ext uri="{FF2B5EF4-FFF2-40B4-BE49-F238E27FC236}">
                <a16:creationId xmlns:a16="http://schemas.microsoft.com/office/drawing/2014/main" id="{F37A66D1-51C1-4732-8428-DFC6C8B2B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178" y="4048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9" name="path-1824">
            <a:extLst xmlns:a="http://schemas.openxmlformats.org/drawingml/2006/main">
              <a:ext uri="{FF2B5EF4-FFF2-40B4-BE49-F238E27FC236}">
                <a16:creationId xmlns:a16="http://schemas.microsoft.com/office/drawing/2014/main" id="{8027522B-D028-42D4-9F80-B543AEC8E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518" y="40445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0" name="path-1825">
            <a:extLst xmlns:a="http://schemas.openxmlformats.org/drawingml/2006/main">
              <a:ext uri="{FF2B5EF4-FFF2-40B4-BE49-F238E27FC236}">
                <a16:creationId xmlns:a16="http://schemas.microsoft.com/office/drawing/2014/main" id="{659AF079-858A-4AEA-AC11-8B2BC7BCB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797" y="40340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1" name="path-1826">
            <a:extLst xmlns:a="http://schemas.openxmlformats.org/drawingml/2006/main">
              <a:ext uri="{FF2B5EF4-FFF2-40B4-BE49-F238E27FC236}">
                <a16:creationId xmlns:a16="http://schemas.microsoft.com/office/drawing/2014/main" id="{538838CB-EEB1-47CA-892D-56909A2C7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2849" y="40425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2" name="path-1827">
            <a:extLst xmlns:a="http://schemas.openxmlformats.org/drawingml/2006/main">
              <a:ext uri="{FF2B5EF4-FFF2-40B4-BE49-F238E27FC236}">
                <a16:creationId xmlns:a16="http://schemas.microsoft.com/office/drawing/2014/main" id="{7174E342-92DA-4B96-B293-14B4F9598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9383" y="40538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3" name="path-1828">
            <a:extLst xmlns:a="http://schemas.openxmlformats.org/drawingml/2006/main">
              <a:ext uri="{FF2B5EF4-FFF2-40B4-BE49-F238E27FC236}">
                <a16:creationId xmlns:a16="http://schemas.microsoft.com/office/drawing/2014/main" id="{915BE8E4-0BEB-401E-8395-25DA69853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2078" y="40250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4" name="path-1829">
            <a:extLst xmlns:a="http://schemas.openxmlformats.org/drawingml/2006/main">
              <a:ext uri="{FF2B5EF4-FFF2-40B4-BE49-F238E27FC236}">
                <a16:creationId xmlns:a16="http://schemas.microsoft.com/office/drawing/2014/main" id="{CCB0FB7D-737A-4E90-8760-FB681D62E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439" y="40329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5" name="path-1830">
            <a:extLst xmlns:a="http://schemas.openxmlformats.org/drawingml/2006/main">
              <a:ext uri="{FF2B5EF4-FFF2-40B4-BE49-F238E27FC236}">
                <a16:creationId xmlns:a16="http://schemas.microsoft.com/office/drawing/2014/main" id="{FF542A8A-8B8B-4F70-BC5B-0C05F6927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90" y="4065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6" name="path-1831">
            <a:extLst xmlns:a="http://schemas.openxmlformats.org/drawingml/2006/main">
              <a:ext uri="{FF2B5EF4-FFF2-40B4-BE49-F238E27FC236}">
                <a16:creationId xmlns:a16="http://schemas.microsoft.com/office/drawing/2014/main" id="{2720FDBC-E710-4121-BE2A-EAB3E8B60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568" y="40453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7" name="path-1832">
            <a:extLst xmlns:a="http://schemas.openxmlformats.org/drawingml/2006/main">
              <a:ext uri="{FF2B5EF4-FFF2-40B4-BE49-F238E27FC236}">
                <a16:creationId xmlns:a16="http://schemas.microsoft.com/office/drawing/2014/main" id="{D6526F43-E001-4668-BC0E-D22C29807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506" y="40714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8" name="path-1833">
            <a:extLst xmlns:a="http://schemas.openxmlformats.org/drawingml/2006/main">
              <a:ext uri="{FF2B5EF4-FFF2-40B4-BE49-F238E27FC236}">
                <a16:creationId xmlns:a16="http://schemas.microsoft.com/office/drawing/2014/main" id="{F165CE45-F047-4B47-83DD-FB4D88921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518" y="40813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9" name="path-1834">
            <a:extLst xmlns:a="http://schemas.openxmlformats.org/drawingml/2006/main">
              <a:ext uri="{FF2B5EF4-FFF2-40B4-BE49-F238E27FC236}">
                <a16:creationId xmlns:a16="http://schemas.microsoft.com/office/drawing/2014/main" id="{038EA672-6B0F-44B0-8A44-63129BBE2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9522" y="4058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0" name="path-1835">
            <a:extLst xmlns:a="http://schemas.openxmlformats.org/drawingml/2006/main">
              <a:ext uri="{FF2B5EF4-FFF2-40B4-BE49-F238E27FC236}">
                <a16:creationId xmlns:a16="http://schemas.microsoft.com/office/drawing/2014/main" id="{4C45081C-64C7-41A8-B00A-39204F66B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536" y="40406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1" name="path-1836">
            <a:extLst xmlns:a="http://schemas.openxmlformats.org/drawingml/2006/main">
              <a:ext uri="{FF2B5EF4-FFF2-40B4-BE49-F238E27FC236}">
                <a16:creationId xmlns:a16="http://schemas.microsoft.com/office/drawing/2014/main" id="{9BE87E54-C45A-42D9-8D3B-DE154E6FF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3155" y="40356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2" name="path-1837">
            <a:extLst xmlns:a="http://schemas.openxmlformats.org/drawingml/2006/main">
              <a:ext uri="{FF2B5EF4-FFF2-40B4-BE49-F238E27FC236}">
                <a16:creationId xmlns:a16="http://schemas.microsoft.com/office/drawing/2014/main" id="{7D7FBC4F-4CFC-4855-A814-076AEA9CD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6488" y="40612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3" name="path-1838">
            <a:extLst xmlns:a="http://schemas.openxmlformats.org/drawingml/2006/main">
              <a:ext uri="{FF2B5EF4-FFF2-40B4-BE49-F238E27FC236}">
                <a16:creationId xmlns:a16="http://schemas.microsoft.com/office/drawing/2014/main" id="{0047657C-DD1E-4A6E-AF61-3E78D70D2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2933" y="40208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4" name="path-1839">
            <a:extLst xmlns:a="http://schemas.openxmlformats.org/drawingml/2006/main">
              <a:ext uri="{FF2B5EF4-FFF2-40B4-BE49-F238E27FC236}">
                <a16:creationId xmlns:a16="http://schemas.microsoft.com/office/drawing/2014/main" id="{80D9BDEC-BF2A-4AF6-885C-E837B6E5C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0" y="40345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5" name="path-1840">
            <a:extLst xmlns:a="http://schemas.openxmlformats.org/drawingml/2006/main">
              <a:ext uri="{FF2B5EF4-FFF2-40B4-BE49-F238E27FC236}">
                <a16:creationId xmlns:a16="http://schemas.microsoft.com/office/drawing/2014/main" id="{5BB152DE-AD2B-4553-A2E1-E9480A1D5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503" y="40586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6" name="path-1841">
            <a:extLst xmlns:a="http://schemas.openxmlformats.org/drawingml/2006/main">
              <a:ext uri="{FF2B5EF4-FFF2-40B4-BE49-F238E27FC236}">
                <a16:creationId xmlns:a16="http://schemas.microsoft.com/office/drawing/2014/main" id="{100CE347-9619-4D2C-9767-5CFAC8491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607" y="4068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7" name="path-1842">
            <a:extLst xmlns:a="http://schemas.openxmlformats.org/drawingml/2006/main">
              <a:ext uri="{FF2B5EF4-FFF2-40B4-BE49-F238E27FC236}">
                <a16:creationId xmlns:a16="http://schemas.microsoft.com/office/drawing/2014/main" id="{12BE7F1E-E229-4E8A-8BD1-D1AB2471A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229" y="40457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8" name="path-1843">
            <a:extLst xmlns:a="http://schemas.openxmlformats.org/drawingml/2006/main">
              <a:ext uri="{FF2B5EF4-FFF2-40B4-BE49-F238E27FC236}">
                <a16:creationId xmlns:a16="http://schemas.microsoft.com/office/drawing/2014/main" id="{8CFCF2C2-8C97-48CD-BCB0-98F2DDEF1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8546" y="40759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9" name="path-1844">
            <a:extLst xmlns:a="http://schemas.openxmlformats.org/drawingml/2006/main">
              <a:ext uri="{FF2B5EF4-FFF2-40B4-BE49-F238E27FC236}">
                <a16:creationId xmlns:a16="http://schemas.microsoft.com/office/drawing/2014/main" id="{309C151B-7BCA-4D5E-9F08-10A0B3BEB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186" y="40490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0" name="path-1845">
            <a:extLst xmlns:a="http://schemas.openxmlformats.org/drawingml/2006/main">
              <a:ext uri="{FF2B5EF4-FFF2-40B4-BE49-F238E27FC236}">
                <a16:creationId xmlns:a16="http://schemas.microsoft.com/office/drawing/2014/main" id="{367A35D1-A31B-4760-B559-F8B6FB132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96" y="40292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1" name="path-1846">
            <a:extLst xmlns:a="http://schemas.openxmlformats.org/drawingml/2006/main">
              <a:ext uri="{FF2B5EF4-FFF2-40B4-BE49-F238E27FC236}">
                <a16:creationId xmlns:a16="http://schemas.microsoft.com/office/drawing/2014/main" id="{B12C761B-2886-4491-8412-9E64E07C1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89" y="40395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2" name="path-1847">
            <a:extLst xmlns:a="http://schemas.openxmlformats.org/drawingml/2006/main">
              <a:ext uri="{FF2B5EF4-FFF2-40B4-BE49-F238E27FC236}">
                <a16:creationId xmlns:a16="http://schemas.microsoft.com/office/drawing/2014/main" id="{80AEC116-5237-4389-A32A-6EBC69550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5612" y="40552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3" name="path-1848">
            <a:extLst xmlns:a="http://schemas.openxmlformats.org/drawingml/2006/main">
              <a:ext uri="{FF2B5EF4-FFF2-40B4-BE49-F238E27FC236}">
                <a16:creationId xmlns:a16="http://schemas.microsoft.com/office/drawing/2014/main" id="{D2AB92D5-8B60-4D2B-972C-512281CA1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72" y="40407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4" name="path-1849">
            <a:extLst xmlns:a="http://schemas.openxmlformats.org/drawingml/2006/main">
              <a:ext uri="{FF2B5EF4-FFF2-40B4-BE49-F238E27FC236}">
                <a16:creationId xmlns:a16="http://schemas.microsoft.com/office/drawing/2014/main" id="{CD5DA047-5296-4084-B527-B19A45DB4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7637" y="40523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5" name="path-1850">
            <a:extLst xmlns:a="http://schemas.openxmlformats.org/drawingml/2006/main">
              <a:ext uri="{FF2B5EF4-FFF2-40B4-BE49-F238E27FC236}">
                <a16:creationId xmlns:a16="http://schemas.microsoft.com/office/drawing/2014/main" id="{039D8A13-8C3D-407B-8753-B98D4F92D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426" y="40602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6" name="path-1851">
            <a:extLst xmlns:a="http://schemas.openxmlformats.org/drawingml/2006/main">
              <a:ext uri="{FF2B5EF4-FFF2-40B4-BE49-F238E27FC236}">
                <a16:creationId xmlns:a16="http://schemas.microsoft.com/office/drawing/2014/main" id="{3E52567A-C53F-4932-B4A1-6CB3778650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895" y="40526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7" name="path-1852">
            <a:extLst xmlns:a="http://schemas.openxmlformats.org/drawingml/2006/main">
              <a:ext uri="{FF2B5EF4-FFF2-40B4-BE49-F238E27FC236}">
                <a16:creationId xmlns:a16="http://schemas.microsoft.com/office/drawing/2014/main" id="{4636D0D0-82FC-46E2-814B-EDE159381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113" y="4059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8" name="path-1853">
            <a:extLst xmlns:a="http://schemas.openxmlformats.org/drawingml/2006/main">
              <a:ext uri="{FF2B5EF4-FFF2-40B4-BE49-F238E27FC236}">
                <a16:creationId xmlns:a16="http://schemas.microsoft.com/office/drawing/2014/main" id="{09185581-2C2A-4AEA-A9ED-9C8E9E330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225" y="40627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9" name="path-1854">
            <a:extLst xmlns:a="http://schemas.openxmlformats.org/drawingml/2006/main">
              <a:ext uri="{FF2B5EF4-FFF2-40B4-BE49-F238E27FC236}">
                <a16:creationId xmlns:a16="http://schemas.microsoft.com/office/drawing/2014/main" id="{1C0DBED2-7234-4097-AB98-9FDF83FDA7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985" y="40592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0" name="path-1855">
            <a:extLst xmlns:a="http://schemas.openxmlformats.org/drawingml/2006/main">
              <a:ext uri="{FF2B5EF4-FFF2-40B4-BE49-F238E27FC236}">
                <a16:creationId xmlns:a16="http://schemas.microsoft.com/office/drawing/2014/main" id="{8D7AFC85-50C3-4269-BC6B-C00A66988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7362" y="40362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1" name="path-1856">
            <a:extLst xmlns:a="http://schemas.openxmlformats.org/drawingml/2006/main">
              <a:ext uri="{FF2B5EF4-FFF2-40B4-BE49-F238E27FC236}">
                <a16:creationId xmlns:a16="http://schemas.microsoft.com/office/drawing/2014/main" id="{66B8FF49-9170-4C8B-8BDF-45E704C42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500" y="40523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2" name="path-1857">
            <a:extLst xmlns:a="http://schemas.openxmlformats.org/drawingml/2006/main">
              <a:ext uri="{FF2B5EF4-FFF2-40B4-BE49-F238E27FC236}">
                <a16:creationId xmlns:a16="http://schemas.microsoft.com/office/drawing/2014/main" id="{78C0C5D5-705C-48FF-A9EE-F4C024F4D7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7962" y="40737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3" name="path-1858">
            <a:extLst xmlns:a="http://schemas.openxmlformats.org/drawingml/2006/main">
              <a:ext uri="{FF2B5EF4-FFF2-40B4-BE49-F238E27FC236}">
                <a16:creationId xmlns:a16="http://schemas.microsoft.com/office/drawing/2014/main" id="{22A34B35-4BF5-4A81-AC77-3FF6074D91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3463" y="4052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4" name="path-1859">
            <a:extLst xmlns:a="http://schemas.openxmlformats.org/drawingml/2006/main">
              <a:ext uri="{FF2B5EF4-FFF2-40B4-BE49-F238E27FC236}">
                <a16:creationId xmlns:a16="http://schemas.microsoft.com/office/drawing/2014/main" id="{46CFDA0B-6B0A-41AF-9BEF-E2B3BF116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839" y="40495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5" name="path-1860">
            <a:extLst xmlns:a="http://schemas.openxmlformats.org/drawingml/2006/main">
              <a:ext uri="{FF2B5EF4-FFF2-40B4-BE49-F238E27FC236}">
                <a16:creationId xmlns:a16="http://schemas.microsoft.com/office/drawing/2014/main" id="{B6C75C36-44FC-4725-A02C-326404C2C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391" y="4084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6" name="path-1861">
            <a:extLst xmlns:a="http://schemas.openxmlformats.org/drawingml/2006/main">
              <a:ext uri="{FF2B5EF4-FFF2-40B4-BE49-F238E27FC236}">
                <a16:creationId xmlns:a16="http://schemas.microsoft.com/office/drawing/2014/main" id="{20EABCEC-9A36-40F1-92BF-C2DF01AA0F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387" y="40046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7" name="path-1862">
            <a:extLst xmlns:a="http://schemas.openxmlformats.org/drawingml/2006/main">
              <a:ext uri="{FF2B5EF4-FFF2-40B4-BE49-F238E27FC236}">
                <a16:creationId xmlns:a16="http://schemas.microsoft.com/office/drawing/2014/main" id="{47185956-E186-4C4A-9803-CF5827614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335" y="40531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8" name="path-1863">
            <a:extLst xmlns:a="http://schemas.openxmlformats.org/drawingml/2006/main">
              <a:ext uri="{FF2B5EF4-FFF2-40B4-BE49-F238E27FC236}">
                <a16:creationId xmlns:a16="http://schemas.microsoft.com/office/drawing/2014/main" id="{2F9308A5-5BA3-49E7-8D0C-34180721C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7583" y="4028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9" name="path-1864">
            <a:extLst xmlns:a="http://schemas.openxmlformats.org/drawingml/2006/main">
              <a:ext uri="{FF2B5EF4-FFF2-40B4-BE49-F238E27FC236}">
                <a16:creationId xmlns:a16="http://schemas.microsoft.com/office/drawing/2014/main" id="{8B104CCA-BA79-4087-91F1-D88B89768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804" y="40378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0" name="path-1865">
            <a:extLst xmlns:a="http://schemas.openxmlformats.org/drawingml/2006/main">
              <a:ext uri="{FF2B5EF4-FFF2-40B4-BE49-F238E27FC236}">
                <a16:creationId xmlns:a16="http://schemas.microsoft.com/office/drawing/2014/main" id="{69B13084-21BB-4539-B69C-B26F3D98BA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36" y="40865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1" name="path-1866">
            <a:extLst xmlns:a="http://schemas.openxmlformats.org/drawingml/2006/main">
              <a:ext uri="{FF2B5EF4-FFF2-40B4-BE49-F238E27FC236}">
                <a16:creationId xmlns:a16="http://schemas.microsoft.com/office/drawing/2014/main" id="{9F459232-FB97-46FF-9222-146E09BF0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622" y="40260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2" name="path-1867">
            <a:extLst xmlns:a="http://schemas.openxmlformats.org/drawingml/2006/main">
              <a:ext uri="{FF2B5EF4-FFF2-40B4-BE49-F238E27FC236}">
                <a16:creationId xmlns:a16="http://schemas.microsoft.com/office/drawing/2014/main" id="{55197840-FD16-4FD1-95A2-55DB5F1755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4514" y="40624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3" name="path-1868">
            <a:extLst xmlns:a="http://schemas.openxmlformats.org/drawingml/2006/main">
              <a:ext uri="{FF2B5EF4-FFF2-40B4-BE49-F238E27FC236}">
                <a16:creationId xmlns:a16="http://schemas.microsoft.com/office/drawing/2014/main" id="{2E5DF382-FF63-45C5-80EF-06F531105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881" y="40375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4" name="path-1869">
            <a:extLst xmlns:a="http://schemas.openxmlformats.org/drawingml/2006/main">
              <a:ext uri="{FF2B5EF4-FFF2-40B4-BE49-F238E27FC236}">
                <a16:creationId xmlns:a16="http://schemas.microsoft.com/office/drawing/2014/main" id="{BECA5AC6-B8B0-4A2C-B794-82799F52B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685" y="40396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5" name="path-1870">
            <a:extLst xmlns:a="http://schemas.openxmlformats.org/drawingml/2006/main">
              <a:ext uri="{FF2B5EF4-FFF2-40B4-BE49-F238E27FC236}">
                <a16:creationId xmlns:a16="http://schemas.microsoft.com/office/drawing/2014/main" id="{ABBD5B37-9A1E-403A-8556-5D82A9807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87045" y="40157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6" name="path-1871">
            <a:extLst xmlns:a="http://schemas.openxmlformats.org/drawingml/2006/main">
              <a:ext uri="{FF2B5EF4-FFF2-40B4-BE49-F238E27FC236}">
                <a16:creationId xmlns:a16="http://schemas.microsoft.com/office/drawing/2014/main" id="{1AE478E4-E3A2-40E1-BD83-07A53060B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216" y="4051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7" name="path-1872">
            <a:extLst xmlns:a="http://schemas.openxmlformats.org/drawingml/2006/main">
              <a:ext uri="{FF2B5EF4-FFF2-40B4-BE49-F238E27FC236}">
                <a16:creationId xmlns:a16="http://schemas.microsoft.com/office/drawing/2014/main" id="{80DD4000-8C8F-4E5A-91B9-DEDFC30E7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928" y="4028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8" name="path-1873">
            <a:extLst xmlns:a="http://schemas.openxmlformats.org/drawingml/2006/main">
              <a:ext uri="{FF2B5EF4-FFF2-40B4-BE49-F238E27FC236}">
                <a16:creationId xmlns:a16="http://schemas.microsoft.com/office/drawing/2014/main" id="{66EA09F8-CB58-4D88-988C-DC09880F2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6455" y="40157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9" name="path-1874">
            <a:extLst xmlns:a="http://schemas.openxmlformats.org/drawingml/2006/main">
              <a:ext uri="{FF2B5EF4-FFF2-40B4-BE49-F238E27FC236}">
                <a16:creationId xmlns:a16="http://schemas.microsoft.com/office/drawing/2014/main" id="{BDF1BE59-BEEA-42BE-95F4-C101570A0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915" y="40471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0" name="path-1875">
            <a:extLst xmlns:a="http://schemas.openxmlformats.org/drawingml/2006/main">
              <a:ext uri="{FF2B5EF4-FFF2-40B4-BE49-F238E27FC236}">
                <a16:creationId xmlns:a16="http://schemas.microsoft.com/office/drawing/2014/main" id="{F1334362-4995-4041-91A5-DF40AB69F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346" y="40369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1" name="path-1876">
            <a:extLst xmlns:a="http://schemas.openxmlformats.org/drawingml/2006/main">
              <a:ext uri="{FF2B5EF4-FFF2-40B4-BE49-F238E27FC236}">
                <a16:creationId xmlns:a16="http://schemas.microsoft.com/office/drawing/2014/main" id="{06ECB5D4-C6FE-4CF2-A5F5-7CBB107F4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85" y="40477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2" name="path-1877">
            <a:extLst xmlns:a="http://schemas.openxmlformats.org/drawingml/2006/main">
              <a:ext uri="{FF2B5EF4-FFF2-40B4-BE49-F238E27FC236}">
                <a16:creationId xmlns:a16="http://schemas.microsoft.com/office/drawing/2014/main" id="{2E48DB6D-52FD-4489-B5C1-BAD0B31548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9171" y="4057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3" name="path-1878">
            <a:extLst xmlns:a="http://schemas.openxmlformats.org/drawingml/2006/main">
              <a:ext uri="{FF2B5EF4-FFF2-40B4-BE49-F238E27FC236}">
                <a16:creationId xmlns:a16="http://schemas.microsoft.com/office/drawing/2014/main" id="{D5BB3582-8C70-45F8-93F8-87E4AE377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620" y="4066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4" name="path-1879">
            <a:extLst xmlns:a="http://schemas.openxmlformats.org/drawingml/2006/main">
              <a:ext uri="{FF2B5EF4-FFF2-40B4-BE49-F238E27FC236}">
                <a16:creationId xmlns:a16="http://schemas.microsoft.com/office/drawing/2014/main" id="{67598136-8AA0-49F8-BC89-96B30C061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96" y="40817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5" name="path-1880">
            <a:extLst xmlns:a="http://schemas.openxmlformats.org/drawingml/2006/main">
              <a:ext uri="{FF2B5EF4-FFF2-40B4-BE49-F238E27FC236}">
                <a16:creationId xmlns:a16="http://schemas.microsoft.com/office/drawing/2014/main" id="{538A1E89-337F-440E-8AD9-157BE7F2A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65" y="40029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6" name="path-1881">
            <a:extLst xmlns:a="http://schemas.openxmlformats.org/drawingml/2006/main">
              <a:ext uri="{FF2B5EF4-FFF2-40B4-BE49-F238E27FC236}">
                <a16:creationId xmlns:a16="http://schemas.microsoft.com/office/drawing/2014/main" id="{D8C0B912-712E-469F-A2D3-DF4FA38E0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3386" y="40348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7" name="path-1882">
            <a:extLst xmlns:a="http://schemas.openxmlformats.org/drawingml/2006/main">
              <a:ext uri="{FF2B5EF4-FFF2-40B4-BE49-F238E27FC236}">
                <a16:creationId xmlns:a16="http://schemas.microsoft.com/office/drawing/2014/main" id="{4E810A1F-6DB3-43DF-9601-3F6B6F6949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343" y="40161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8" name="path-1883">
            <a:extLst xmlns:a="http://schemas.openxmlformats.org/drawingml/2006/main">
              <a:ext uri="{FF2B5EF4-FFF2-40B4-BE49-F238E27FC236}">
                <a16:creationId xmlns:a16="http://schemas.microsoft.com/office/drawing/2014/main" id="{B43BB13F-FA77-463E-93E8-BB363E908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167" y="40295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79" name="path-1884">
            <a:extLst xmlns:a="http://schemas.openxmlformats.org/drawingml/2006/main">
              <a:ext uri="{FF2B5EF4-FFF2-40B4-BE49-F238E27FC236}">
                <a16:creationId xmlns:a16="http://schemas.microsoft.com/office/drawing/2014/main" id="{A7BA9D81-A978-4569-8A53-A3DC1053F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450" y="40145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0" name="path-1885">
            <a:extLst xmlns:a="http://schemas.openxmlformats.org/drawingml/2006/main">
              <a:ext uri="{FF2B5EF4-FFF2-40B4-BE49-F238E27FC236}">
                <a16:creationId xmlns:a16="http://schemas.microsoft.com/office/drawing/2014/main" id="{9F2A032C-566F-472E-9018-FF8FCFDF2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40" y="4042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1" name="path-1886">
            <a:extLst xmlns:a="http://schemas.openxmlformats.org/drawingml/2006/main">
              <a:ext uri="{FF2B5EF4-FFF2-40B4-BE49-F238E27FC236}">
                <a16:creationId xmlns:a16="http://schemas.microsoft.com/office/drawing/2014/main" id="{75455C0A-6200-4719-8D6A-65EDB16BB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04" y="4070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2" name="path-1887">
            <a:extLst xmlns:a="http://schemas.openxmlformats.org/drawingml/2006/main">
              <a:ext uri="{FF2B5EF4-FFF2-40B4-BE49-F238E27FC236}">
                <a16:creationId xmlns:a16="http://schemas.microsoft.com/office/drawing/2014/main" id="{12E0AA3C-CB0A-4034-9A76-94D37FD08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006" y="40601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3" name="path-1888">
            <a:extLst xmlns:a="http://schemas.openxmlformats.org/drawingml/2006/main">
              <a:ext uri="{FF2B5EF4-FFF2-40B4-BE49-F238E27FC236}">
                <a16:creationId xmlns:a16="http://schemas.microsoft.com/office/drawing/2014/main" id="{BCBBF9D2-1B94-4261-937A-08F6BC050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894" y="40423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4" name="path-1889">
            <a:extLst xmlns:a="http://schemas.openxmlformats.org/drawingml/2006/main">
              <a:ext uri="{FF2B5EF4-FFF2-40B4-BE49-F238E27FC236}">
                <a16:creationId xmlns:a16="http://schemas.microsoft.com/office/drawing/2014/main" id="{9A5B39B6-C3A6-4F58-8E77-1F88E585B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9100" y="40215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5" name="path-1890">
            <a:extLst xmlns:a="http://schemas.openxmlformats.org/drawingml/2006/main">
              <a:ext uri="{FF2B5EF4-FFF2-40B4-BE49-F238E27FC236}">
                <a16:creationId xmlns:a16="http://schemas.microsoft.com/office/drawing/2014/main" id="{3CD80068-215C-4A57-9CB9-F6A04C19F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392" y="4058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6" name="path-1891">
            <a:extLst xmlns:a="http://schemas.openxmlformats.org/drawingml/2006/main">
              <a:ext uri="{FF2B5EF4-FFF2-40B4-BE49-F238E27FC236}">
                <a16:creationId xmlns:a16="http://schemas.microsoft.com/office/drawing/2014/main" id="{785968A0-6857-4096-9642-735E619F6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434" y="40569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7" name="path-1892">
            <a:extLst xmlns:a="http://schemas.openxmlformats.org/drawingml/2006/main">
              <a:ext uri="{FF2B5EF4-FFF2-40B4-BE49-F238E27FC236}">
                <a16:creationId xmlns:a16="http://schemas.microsoft.com/office/drawing/2014/main" id="{B552BFD2-6E40-42EE-A6D8-6133D1931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296" y="40447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8" name="path-1893">
            <a:extLst xmlns:a="http://schemas.openxmlformats.org/drawingml/2006/main">
              <a:ext uri="{FF2B5EF4-FFF2-40B4-BE49-F238E27FC236}">
                <a16:creationId xmlns:a16="http://schemas.microsoft.com/office/drawing/2014/main" id="{E31E56CD-1E58-4E8A-AFAC-B1EDE1AFA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033" y="40525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9" name="path-1894">
            <a:extLst xmlns:a="http://schemas.openxmlformats.org/drawingml/2006/main">
              <a:ext uri="{FF2B5EF4-FFF2-40B4-BE49-F238E27FC236}">
                <a16:creationId xmlns:a16="http://schemas.microsoft.com/office/drawing/2014/main" id="{2B06B64B-EED4-486D-BC92-ED37C9F90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599" y="40422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0" name="path-1895">
            <a:extLst xmlns:a="http://schemas.openxmlformats.org/drawingml/2006/main">
              <a:ext uri="{FF2B5EF4-FFF2-40B4-BE49-F238E27FC236}">
                <a16:creationId xmlns:a16="http://schemas.microsoft.com/office/drawing/2014/main" id="{0AF73DA5-C850-4D48-A927-8F9D1E47B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5" y="40347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1" name="path-1896">
            <a:extLst xmlns:a="http://schemas.openxmlformats.org/drawingml/2006/main">
              <a:ext uri="{FF2B5EF4-FFF2-40B4-BE49-F238E27FC236}">
                <a16:creationId xmlns:a16="http://schemas.microsoft.com/office/drawing/2014/main" id="{B009034C-B226-45B0-BA6B-157BA2098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466" y="40268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2" name="path-1897">
            <a:extLst xmlns:a="http://schemas.openxmlformats.org/drawingml/2006/main">
              <a:ext uri="{FF2B5EF4-FFF2-40B4-BE49-F238E27FC236}">
                <a16:creationId xmlns:a16="http://schemas.microsoft.com/office/drawing/2014/main" id="{A5BC090E-C9F6-4352-9530-491DB9AE5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565" y="4041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3" name="path-1898">
            <a:extLst xmlns:a="http://schemas.openxmlformats.org/drawingml/2006/main">
              <a:ext uri="{FF2B5EF4-FFF2-40B4-BE49-F238E27FC236}">
                <a16:creationId xmlns:a16="http://schemas.microsoft.com/office/drawing/2014/main" id="{9D25FDBA-EC29-43AF-9BF8-647C7A0B71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972" y="40368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4" name="path-1899">
            <a:extLst xmlns:a="http://schemas.openxmlformats.org/drawingml/2006/main">
              <a:ext uri="{FF2B5EF4-FFF2-40B4-BE49-F238E27FC236}">
                <a16:creationId xmlns:a16="http://schemas.microsoft.com/office/drawing/2014/main" id="{713A5F77-9E62-44CF-9363-1F3B4AF05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4350" y="40599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5" name="path-1900">
            <a:extLst xmlns:a="http://schemas.openxmlformats.org/drawingml/2006/main">
              <a:ext uri="{FF2B5EF4-FFF2-40B4-BE49-F238E27FC236}">
                <a16:creationId xmlns:a16="http://schemas.microsoft.com/office/drawing/2014/main" id="{4776BBA0-4994-4165-AA26-BB793992F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104" y="40399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6" name="path-1901">
            <a:extLst xmlns:a="http://schemas.openxmlformats.org/drawingml/2006/main">
              <a:ext uri="{FF2B5EF4-FFF2-40B4-BE49-F238E27FC236}">
                <a16:creationId xmlns:a16="http://schemas.microsoft.com/office/drawing/2014/main" id="{D40EDED9-F6CA-46E7-B071-EDFB8CD93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897" y="40497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7" name="path-1902">
            <a:extLst xmlns:a="http://schemas.openxmlformats.org/drawingml/2006/main">
              <a:ext uri="{FF2B5EF4-FFF2-40B4-BE49-F238E27FC236}">
                <a16:creationId xmlns:a16="http://schemas.microsoft.com/office/drawing/2014/main" id="{1B8CBF36-FFDF-4549-9ACC-2CCB31E07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828" y="40520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8" name="path-1903">
            <a:extLst xmlns:a="http://schemas.openxmlformats.org/drawingml/2006/main">
              <a:ext uri="{FF2B5EF4-FFF2-40B4-BE49-F238E27FC236}">
                <a16:creationId xmlns:a16="http://schemas.microsoft.com/office/drawing/2014/main" id="{E4525463-09BF-4AED-8C53-C4ED7ABD3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1" y="4053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9" name="path-1904">
            <a:extLst xmlns:a="http://schemas.openxmlformats.org/drawingml/2006/main">
              <a:ext uri="{FF2B5EF4-FFF2-40B4-BE49-F238E27FC236}">
                <a16:creationId xmlns:a16="http://schemas.microsoft.com/office/drawing/2014/main" id="{007D8D0E-3045-4E75-9C22-1A4189131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7942" y="40412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0" name="path-1905">
            <a:extLst xmlns:a="http://schemas.openxmlformats.org/drawingml/2006/main">
              <a:ext uri="{FF2B5EF4-FFF2-40B4-BE49-F238E27FC236}">
                <a16:creationId xmlns:a16="http://schemas.microsoft.com/office/drawing/2014/main" id="{732D4364-AC17-4434-888B-B70BB6154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165" y="40251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1" name="path-1906">
            <a:extLst xmlns:a="http://schemas.openxmlformats.org/drawingml/2006/main">
              <a:ext uri="{FF2B5EF4-FFF2-40B4-BE49-F238E27FC236}">
                <a16:creationId xmlns:a16="http://schemas.microsoft.com/office/drawing/2014/main" id="{124BE549-D77E-4600-992B-E15A14694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60" y="40386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2" name="path-1907">
            <a:extLst xmlns:a="http://schemas.openxmlformats.org/drawingml/2006/main">
              <a:ext uri="{FF2B5EF4-FFF2-40B4-BE49-F238E27FC236}">
                <a16:creationId xmlns:a16="http://schemas.microsoft.com/office/drawing/2014/main" id="{4D1AB05B-800E-41D2-8DE7-4F06F86DA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742" y="40674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3" name="path-1908">
            <a:extLst xmlns:a="http://schemas.openxmlformats.org/drawingml/2006/main">
              <a:ext uri="{FF2B5EF4-FFF2-40B4-BE49-F238E27FC236}">
                <a16:creationId xmlns:a16="http://schemas.microsoft.com/office/drawing/2014/main" id="{CE672CB7-5B98-4C9D-A68F-72FBE99FD5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985" y="40380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4" name="path-1909">
            <a:extLst xmlns:a="http://schemas.openxmlformats.org/drawingml/2006/main">
              <a:ext uri="{FF2B5EF4-FFF2-40B4-BE49-F238E27FC236}">
                <a16:creationId xmlns:a16="http://schemas.microsoft.com/office/drawing/2014/main" id="{5D3185D8-C09F-4B27-A2D9-212D4F863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11" y="4024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5" name="path-1910">
            <a:extLst xmlns:a="http://schemas.openxmlformats.org/drawingml/2006/main">
              <a:ext uri="{FF2B5EF4-FFF2-40B4-BE49-F238E27FC236}">
                <a16:creationId xmlns:a16="http://schemas.microsoft.com/office/drawing/2014/main" id="{04C1CF98-1AEB-4755-9525-4977C437C5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759" y="40506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6" name="path-1911">
            <a:extLst xmlns:a="http://schemas.openxmlformats.org/drawingml/2006/main">
              <a:ext uri="{FF2B5EF4-FFF2-40B4-BE49-F238E27FC236}">
                <a16:creationId xmlns:a16="http://schemas.microsoft.com/office/drawing/2014/main" id="{E7F664AE-E543-48A1-9BAE-F4F765CF3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030" y="4040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7" name="path-1912">
            <a:extLst xmlns:a="http://schemas.openxmlformats.org/drawingml/2006/main">
              <a:ext uri="{FF2B5EF4-FFF2-40B4-BE49-F238E27FC236}">
                <a16:creationId xmlns:a16="http://schemas.microsoft.com/office/drawing/2014/main" id="{750EF48B-3CD7-44F8-ABB0-9A5FDB18B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8433" y="40326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8" name="path-1913">
            <a:extLst xmlns:a="http://schemas.openxmlformats.org/drawingml/2006/main">
              <a:ext uri="{FF2B5EF4-FFF2-40B4-BE49-F238E27FC236}">
                <a16:creationId xmlns:a16="http://schemas.microsoft.com/office/drawing/2014/main" id="{26EC8E0B-5DD8-4958-A0ED-F9E236529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6527" y="40463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9" name="path-1914">
            <a:extLst xmlns:a="http://schemas.openxmlformats.org/drawingml/2006/main">
              <a:ext uri="{FF2B5EF4-FFF2-40B4-BE49-F238E27FC236}">
                <a16:creationId xmlns:a16="http://schemas.microsoft.com/office/drawing/2014/main" id="{25CEC07A-6738-4298-99F7-706F9370F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1620" y="4103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0" name="path-1915">
            <a:extLst xmlns:a="http://schemas.openxmlformats.org/drawingml/2006/main">
              <a:ext uri="{FF2B5EF4-FFF2-40B4-BE49-F238E27FC236}">
                <a16:creationId xmlns:a16="http://schemas.microsoft.com/office/drawing/2014/main" id="{267E5FF0-5FA0-4B1F-8676-EFB05F137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480" y="40194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1" name="path-1916">
            <a:extLst xmlns:a="http://schemas.openxmlformats.org/drawingml/2006/main">
              <a:ext uri="{FF2B5EF4-FFF2-40B4-BE49-F238E27FC236}">
                <a16:creationId xmlns:a16="http://schemas.microsoft.com/office/drawing/2014/main" id="{FB822FB2-9000-40E1-B9E4-229E392909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16" y="4060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2" name="path-1917">
            <a:extLst xmlns:a="http://schemas.openxmlformats.org/drawingml/2006/main">
              <a:ext uri="{FF2B5EF4-FFF2-40B4-BE49-F238E27FC236}">
                <a16:creationId xmlns:a16="http://schemas.microsoft.com/office/drawing/2014/main" id="{E0D1261E-6332-476E-A55F-C89BE0963D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981" y="40672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3" name="path-1918">
            <a:extLst xmlns:a="http://schemas.openxmlformats.org/drawingml/2006/main">
              <a:ext uri="{FF2B5EF4-FFF2-40B4-BE49-F238E27FC236}">
                <a16:creationId xmlns:a16="http://schemas.microsoft.com/office/drawing/2014/main" id="{CC55EA53-C0BD-4B65-AAFA-A19516236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1" y="40392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4" name="path-1919">
            <a:extLst xmlns:a="http://schemas.openxmlformats.org/drawingml/2006/main">
              <a:ext uri="{FF2B5EF4-FFF2-40B4-BE49-F238E27FC236}">
                <a16:creationId xmlns:a16="http://schemas.microsoft.com/office/drawing/2014/main" id="{64BB3153-D884-4317-8716-F614DF0EA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5985" y="40403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5" name="path-1920">
            <a:extLst xmlns:a="http://schemas.openxmlformats.org/drawingml/2006/main">
              <a:ext uri="{FF2B5EF4-FFF2-40B4-BE49-F238E27FC236}">
                <a16:creationId xmlns:a16="http://schemas.microsoft.com/office/drawing/2014/main" id="{6DA5B6DF-CF80-4124-AAE7-7D1765CE5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65" y="4034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6" name="path-1921">
            <a:extLst xmlns:a="http://schemas.openxmlformats.org/drawingml/2006/main">
              <a:ext uri="{FF2B5EF4-FFF2-40B4-BE49-F238E27FC236}">
                <a16:creationId xmlns:a16="http://schemas.microsoft.com/office/drawing/2014/main" id="{35720E1E-2A2A-40F0-8074-B2A687CD5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61" y="40506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7" name="path-1922">
            <a:extLst xmlns:a="http://schemas.openxmlformats.org/drawingml/2006/main">
              <a:ext uri="{FF2B5EF4-FFF2-40B4-BE49-F238E27FC236}">
                <a16:creationId xmlns:a16="http://schemas.microsoft.com/office/drawing/2014/main" id="{E38E0E4D-F900-4984-8344-62EF8FD857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464" y="40608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8" name="path-1923">
            <a:extLst xmlns:a="http://schemas.openxmlformats.org/drawingml/2006/main">
              <a:ext uri="{FF2B5EF4-FFF2-40B4-BE49-F238E27FC236}">
                <a16:creationId xmlns:a16="http://schemas.microsoft.com/office/drawing/2014/main" id="{CF196736-CE4E-4A35-9543-3EDF64F3A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6133" y="40569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19" name="path-1924">
            <a:extLst xmlns:a="http://schemas.openxmlformats.org/drawingml/2006/main">
              <a:ext uri="{FF2B5EF4-FFF2-40B4-BE49-F238E27FC236}">
                <a16:creationId xmlns:a16="http://schemas.microsoft.com/office/drawing/2014/main" id="{AD3CF5C0-087E-4CEE-A3FB-21328437E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157" y="40350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0" name="path-1925">
            <a:extLst xmlns:a="http://schemas.openxmlformats.org/drawingml/2006/main">
              <a:ext uri="{FF2B5EF4-FFF2-40B4-BE49-F238E27FC236}">
                <a16:creationId xmlns:a16="http://schemas.microsoft.com/office/drawing/2014/main" id="{2D18AEA0-EAC7-4347-AFF4-9AB62834C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27" y="40420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1" name="path-1926">
            <a:extLst xmlns:a="http://schemas.openxmlformats.org/drawingml/2006/main">
              <a:ext uri="{FF2B5EF4-FFF2-40B4-BE49-F238E27FC236}">
                <a16:creationId xmlns:a16="http://schemas.microsoft.com/office/drawing/2014/main" id="{C24EBE42-8D6E-4DF4-94CF-73917F4602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716" y="40576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2" name="path-1927">
            <a:extLst xmlns:a="http://schemas.openxmlformats.org/drawingml/2006/main">
              <a:ext uri="{FF2B5EF4-FFF2-40B4-BE49-F238E27FC236}">
                <a16:creationId xmlns:a16="http://schemas.microsoft.com/office/drawing/2014/main" id="{5B07694B-9300-4FFA-9BC3-991B5BE15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36" y="40493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3" name="path-1928">
            <a:extLst xmlns:a="http://schemas.openxmlformats.org/drawingml/2006/main">
              <a:ext uri="{FF2B5EF4-FFF2-40B4-BE49-F238E27FC236}">
                <a16:creationId xmlns:a16="http://schemas.microsoft.com/office/drawing/2014/main" id="{969F09CB-754F-4F24-A60B-157D56E8D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917" y="40405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4" name="path-1929">
            <a:extLst xmlns:a="http://schemas.openxmlformats.org/drawingml/2006/main">
              <a:ext uri="{FF2B5EF4-FFF2-40B4-BE49-F238E27FC236}">
                <a16:creationId xmlns:a16="http://schemas.microsoft.com/office/drawing/2014/main" id="{7E9C7412-5E7E-48DE-B188-E133904DC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2678" y="40602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5" name="path-1930">
            <a:extLst xmlns:a="http://schemas.openxmlformats.org/drawingml/2006/main">
              <a:ext uri="{FF2B5EF4-FFF2-40B4-BE49-F238E27FC236}">
                <a16:creationId xmlns:a16="http://schemas.microsoft.com/office/drawing/2014/main" id="{1A514040-D526-43FA-8724-B6AF4116FF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8703" y="40664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6" name="path-1931">
            <a:extLst xmlns:a="http://schemas.openxmlformats.org/drawingml/2006/main">
              <a:ext uri="{FF2B5EF4-FFF2-40B4-BE49-F238E27FC236}">
                <a16:creationId xmlns:a16="http://schemas.microsoft.com/office/drawing/2014/main" id="{16B99E04-A738-4DE6-9F9C-33D25DE37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27" y="40424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7" name="path-1932">
            <a:extLst xmlns:a="http://schemas.openxmlformats.org/drawingml/2006/main">
              <a:ext uri="{FF2B5EF4-FFF2-40B4-BE49-F238E27FC236}">
                <a16:creationId xmlns:a16="http://schemas.microsoft.com/office/drawing/2014/main" id="{33AD33AA-017C-4168-8704-2894EF658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575" y="40584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8" name="path-1933">
            <a:extLst xmlns:a="http://schemas.openxmlformats.org/drawingml/2006/main">
              <a:ext uri="{FF2B5EF4-FFF2-40B4-BE49-F238E27FC236}">
                <a16:creationId xmlns:a16="http://schemas.microsoft.com/office/drawing/2014/main" id="{9140277E-2328-4AB9-9D34-F0B51AEA9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065" y="40387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9" name="path-1934">
            <a:extLst xmlns:a="http://schemas.openxmlformats.org/drawingml/2006/main">
              <a:ext uri="{FF2B5EF4-FFF2-40B4-BE49-F238E27FC236}">
                <a16:creationId xmlns:a16="http://schemas.microsoft.com/office/drawing/2014/main" id="{0F4FCCA4-0CA8-49E3-AD7B-84D740CAD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975" y="4042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0" name="path-1935">
            <a:extLst xmlns:a="http://schemas.openxmlformats.org/drawingml/2006/main">
              <a:ext uri="{FF2B5EF4-FFF2-40B4-BE49-F238E27FC236}">
                <a16:creationId xmlns:a16="http://schemas.microsoft.com/office/drawing/2014/main" id="{06B8C15D-E28D-48AE-97AE-A1DE22B7D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3267" y="4050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1" name="path-1936">
            <a:extLst xmlns:a="http://schemas.openxmlformats.org/drawingml/2006/main">
              <a:ext uri="{FF2B5EF4-FFF2-40B4-BE49-F238E27FC236}">
                <a16:creationId xmlns:a16="http://schemas.microsoft.com/office/drawing/2014/main" id="{CDBFB61B-6587-4A5E-BD05-DBCEAF83C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061" y="4067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2" name="path-1937">
            <a:extLst xmlns:a="http://schemas.openxmlformats.org/drawingml/2006/main">
              <a:ext uri="{FF2B5EF4-FFF2-40B4-BE49-F238E27FC236}">
                <a16:creationId xmlns:a16="http://schemas.microsoft.com/office/drawing/2014/main" id="{50C4B539-0B2A-46CA-B9CD-1FAB51833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088" y="40232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3" name="path-1938">
            <a:extLst xmlns:a="http://schemas.openxmlformats.org/drawingml/2006/main">
              <a:ext uri="{FF2B5EF4-FFF2-40B4-BE49-F238E27FC236}">
                <a16:creationId xmlns:a16="http://schemas.microsoft.com/office/drawing/2014/main" id="{95264B60-A3A3-4605-B650-8DB234F34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691" y="40542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4" name="path-1939">
            <a:extLst xmlns:a="http://schemas.openxmlformats.org/drawingml/2006/main">
              <a:ext uri="{FF2B5EF4-FFF2-40B4-BE49-F238E27FC236}">
                <a16:creationId xmlns:a16="http://schemas.microsoft.com/office/drawing/2014/main" id="{19A916B2-CF82-4D73-92CA-B5F9D3BBD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374" y="40431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5" name="path-1940">
            <a:extLst xmlns:a="http://schemas.openxmlformats.org/drawingml/2006/main">
              <a:ext uri="{FF2B5EF4-FFF2-40B4-BE49-F238E27FC236}">
                <a16:creationId xmlns:a16="http://schemas.microsoft.com/office/drawing/2014/main" id="{521D73C0-6958-44C8-A4B3-8330529BC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775" y="40662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6" name="path-1941">
            <a:extLst xmlns:a="http://schemas.openxmlformats.org/drawingml/2006/main">
              <a:ext uri="{FF2B5EF4-FFF2-40B4-BE49-F238E27FC236}">
                <a16:creationId xmlns:a16="http://schemas.microsoft.com/office/drawing/2014/main" id="{5B39B092-CDFF-4667-890A-127362C7B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8007" y="40798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7" name="path-1942">
            <a:extLst xmlns:a="http://schemas.openxmlformats.org/drawingml/2006/main">
              <a:ext uri="{FF2B5EF4-FFF2-40B4-BE49-F238E27FC236}">
                <a16:creationId xmlns:a16="http://schemas.microsoft.com/office/drawing/2014/main" id="{2C1CFAE7-6E96-4A20-94FD-6698A21A1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89" y="4064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8" name="path-1943">
            <a:extLst xmlns:a="http://schemas.openxmlformats.org/drawingml/2006/main">
              <a:ext uri="{FF2B5EF4-FFF2-40B4-BE49-F238E27FC236}">
                <a16:creationId xmlns:a16="http://schemas.microsoft.com/office/drawing/2014/main" id="{5F0FFE74-1B31-48E7-97A5-7CC1D1AFF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83" y="4035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9" name="path-1944">
            <a:extLst xmlns:a="http://schemas.openxmlformats.org/drawingml/2006/main">
              <a:ext uri="{FF2B5EF4-FFF2-40B4-BE49-F238E27FC236}">
                <a16:creationId xmlns:a16="http://schemas.microsoft.com/office/drawing/2014/main" id="{301D0659-30EF-4ABC-A771-79A0F8123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978" y="40417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0" name="path-1945">
            <a:extLst xmlns:a="http://schemas.openxmlformats.org/drawingml/2006/main">
              <a:ext uri="{FF2B5EF4-FFF2-40B4-BE49-F238E27FC236}">
                <a16:creationId xmlns:a16="http://schemas.microsoft.com/office/drawing/2014/main" id="{25FC270A-A175-4EA0-AFCE-FBD577CEF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867" y="40657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1" name="path-1946">
            <a:extLst xmlns:a="http://schemas.openxmlformats.org/drawingml/2006/main">
              <a:ext uri="{FF2B5EF4-FFF2-40B4-BE49-F238E27FC236}">
                <a16:creationId xmlns:a16="http://schemas.microsoft.com/office/drawing/2014/main" id="{E2E0A1CA-EA26-4141-A4C0-7D15EC1CF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8113" y="40302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2" name="path-1947">
            <a:extLst xmlns:a="http://schemas.openxmlformats.org/drawingml/2006/main">
              <a:ext uri="{FF2B5EF4-FFF2-40B4-BE49-F238E27FC236}">
                <a16:creationId xmlns:a16="http://schemas.microsoft.com/office/drawing/2014/main" id="{1DE7132B-AE16-46C9-87B6-040D85A45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11" y="4042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3" name="path-1948">
            <a:extLst xmlns:a="http://schemas.openxmlformats.org/drawingml/2006/main">
              <a:ext uri="{FF2B5EF4-FFF2-40B4-BE49-F238E27FC236}">
                <a16:creationId xmlns:a16="http://schemas.microsoft.com/office/drawing/2014/main" id="{C00D14BD-F6D5-4F98-B27D-7C3D8C1D5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1361" y="4076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4" name="path-1949">
            <a:extLst xmlns:a="http://schemas.openxmlformats.org/drawingml/2006/main">
              <a:ext uri="{FF2B5EF4-FFF2-40B4-BE49-F238E27FC236}">
                <a16:creationId xmlns:a16="http://schemas.microsoft.com/office/drawing/2014/main" id="{79BAC93C-32C6-4000-955E-CDDA09093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5731" y="40311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5" name="path-1950">
            <a:extLst xmlns:a="http://schemas.openxmlformats.org/drawingml/2006/main">
              <a:ext uri="{FF2B5EF4-FFF2-40B4-BE49-F238E27FC236}">
                <a16:creationId xmlns:a16="http://schemas.microsoft.com/office/drawing/2014/main" id="{E4EB5AC3-9D5E-4D17-AD49-387DBA66D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611" y="40246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6" name="path-1951">
            <a:extLst xmlns:a="http://schemas.openxmlformats.org/drawingml/2006/main">
              <a:ext uri="{FF2B5EF4-FFF2-40B4-BE49-F238E27FC236}">
                <a16:creationId xmlns:a16="http://schemas.microsoft.com/office/drawing/2014/main" id="{7CDEE2AC-DAAD-4D72-BDF8-373025A59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043" y="40091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7" name="path-1952">
            <a:extLst xmlns:a="http://schemas.openxmlformats.org/drawingml/2006/main">
              <a:ext uri="{FF2B5EF4-FFF2-40B4-BE49-F238E27FC236}">
                <a16:creationId xmlns:a16="http://schemas.microsoft.com/office/drawing/2014/main" id="{52CB55D3-7300-4716-BA68-DADD6F714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866" y="40573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8" name="path-1953">
            <a:extLst xmlns:a="http://schemas.openxmlformats.org/drawingml/2006/main">
              <a:ext uri="{FF2B5EF4-FFF2-40B4-BE49-F238E27FC236}">
                <a16:creationId xmlns:a16="http://schemas.microsoft.com/office/drawing/2014/main" id="{F70959E6-F7A7-434F-BD9C-1D01AF053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037" y="40230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9" name="path-1954">
            <a:extLst xmlns:a="http://schemas.openxmlformats.org/drawingml/2006/main">
              <a:ext uri="{FF2B5EF4-FFF2-40B4-BE49-F238E27FC236}">
                <a16:creationId xmlns:a16="http://schemas.microsoft.com/office/drawing/2014/main" id="{C322292A-D316-4A07-8CB7-8249F4E46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303" y="40571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0" name="path-1955">
            <a:extLst xmlns:a="http://schemas.openxmlformats.org/drawingml/2006/main">
              <a:ext uri="{FF2B5EF4-FFF2-40B4-BE49-F238E27FC236}">
                <a16:creationId xmlns:a16="http://schemas.microsoft.com/office/drawing/2014/main" id="{EC083ADF-5156-4AB5-9465-55C0EDF7B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815" y="4050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1" name="path-1956">
            <a:extLst xmlns:a="http://schemas.openxmlformats.org/drawingml/2006/main">
              <a:ext uri="{FF2B5EF4-FFF2-40B4-BE49-F238E27FC236}">
                <a16:creationId xmlns:a16="http://schemas.microsoft.com/office/drawing/2014/main" id="{2ECE085B-97D0-4E7A-9DD1-92F26F6FE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288" y="4002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2" name="path-1957">
            <a:extLst xmlns:a="http://schemas.openxmlformats.org/drawingml/2006/main">
              <a:ext uri="{FF2B5EF4-FFF2-40B4-BE49-F238E27FC236}">
                <a16:creationId xmlns:a16="http://schemas.microsoft.com/office/drawing/2014/main" id="{E04D419C-9BFD-40CC-ABB5-BC09D62B9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6592" y="40362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3" name="path-1958">
            <a:extLst xmlns:a="http://schemas.openxmlformats.org/drawingml/2006/main">
              <a:ext uri="{FF2B5EF4-FFF2-40B4-BE49-F238E27FC236}">
                <a16:creationId xmlns:a16="http://schemas.microsoft.com/office/drawing/2014/main" id="{6832510A-3722-482F-9E6C-667B811132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486" y="4041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4" name="path-1959">
            <a:extLst xmlns:a="http://schemas.openxmlformats.org/drawingml/2006/main">
              <a:ext uri="{FF2B5EF4-FFF2-40B4-BE49-F238E27FC236}">
                <a16:creationId xmlns:a16="http://schemas.microsoft.com/office/drawing/2014/main" id="{E5639672-C67C-41AF-8BFB-6228F4E82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109" y="40419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5" name="path-1960">
            <a:extLst xmlns:a="http://schemas.openxmlformats.org/drawingml/2006/main">
              <a:ext uri="{FF2B5EF4-FFF2-40B4-BE49-F238E27FC236}">
                <a16:creationId xmlns:a16="http://schemas.microsoft.com/office/drawing/2014/main" id="{F3FEAFBA-E837-4BCD-9745-D174485E2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624" y="4058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6" name="path-1961">
            <a:extLst xmlns:a="http://schemas.openxmlformats.org/drawingml/2006/main">
              <a:ext uri="{FF2B5EF4-FFF2-40B4-BE49-F238E27FC236}">
                <a16:creationId xmlns:a16="http://schemas.microsoft.com/office/drawing/2014/main" id="{08900718-8A5D-4BB2-8594-3920607FED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547" y="40487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7" name="path-1962">
            <a:extLst xmlns:a="http://schemas.openxmlformats.org/drawingml/2006/main">
              <a:ext uri="{FF2B5EF4-FFF2-40B4-BE49-F238E27FC236}">
                <a16:creationId xmlns:a16="http://schemas.microsoft.com/office/drawing/2014/main" id="{8A815816-AEFB-430A-ADF3-09516B7F1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612" y="40784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8" name="path-1963">
            <a:extLst xmlns:a="http://schemas.openxmlformats.org/drawingml/2006/main">
              <a:ext uri="{FF2B5EF4-FFF2-40B4-BE49-F238E27FC236}">
                <a16:creationId xmlns:a16="http://schemas.microsoft.com/office/drawing/2014/main" id="{869A4354-9796-4D81-A409-69E93AB34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09" y="40506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9" name="path-1964">
            <a:extLst xmlns:a="http://schemas.openxmlformats.org/drawingml/2006/main">
              <a:ext uri="{FF2B5EF4-FFF2-40B4-BE49-F238E27FC236}">
                <a16:creationId xmlns:a16="http://schemas.microsoft.com/office/drawing/2014/main" id="{F21851DA-D458-4C6C-A039-2ADB0D8A7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2962" y="40445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0" name="path-1965">
            <a:extLst xmlns:a="http://schemas.openxmlformats.org/drawingml/2006/main">
              <a:ext uri="{FF2B5EF4-FFF2-40B4-BE49-F238E27FC236}">
                <a16:creationId xmlns:a16="http://schemas.microsoft.com/office/drawing/2014/main" id="{A0FF66F1-1763-414A-9404-2519B0AC0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981" y="4050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1" name="path-1966">
            <a:extLst xmlns:a="http://schemas.openxmlformats.org/drawingml/2006/main">
              <a:ext uri="{FF2B5EF4-FFF2-40B4-BE49-F238E27FC236}">
                <a16:creationId xmlns:a16="http://schemas.microsoft.com/office/drawing/2014/main" id="{781A9190-8BA0-4F63-B3E6-104CB584D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136" y="40465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2" name="path-1967">
            <a:extLst xmlns:a="http://schemas.openxmlformats.org/drawingml/2006/main">
              <a:ext uri="{FF2B5EF4-FFF2-40B4-BE49-F238E27FC236}">
                <a16:creationId xmlns:a16="http://schemas.microsoft.com/office/drawing/2014/main" id="{CA8933E7-65ED-477F-9065-6A06F9742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9698" y="40534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3" name="path-1968">
            <a:extLst xmlns:a="http://schemas.openxmlformats.org/drawingml/2006/main">
              <a:ext uri="{FF2B5EF4-FFF2-40B4-BE49-F238E27FC236}">
                <a16:creationId xmlns:a16="http://schemas.microsoft.com/office/drawing/2014/main" id="{283A3303-EDB6-46E1-B475-F3BA859F0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405" y="40659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4" name="path-1969">
            <a:extLst xmlns:a="http://schemas.openxmlformats.org/drawingml/2006/main">
              <a:ext uri="{FF2B5EF4-FFF2-40B4-BE49-F238E27FC236}">
                <a16:creationId xmlns:a16="http://schemas.microsoft.com/office/drawing/2014/main" id="{3EFB3B34-70F5-44B2-9DC4-AB530878B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869" y="4056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5" name="path-1970">
            <a:extLst xmlns:a="http://schemas.openxmlformats.org/drawingml/2006/main">
              <a:ext uri="{FF2B5EF4-FFF2-40B4-BE49-F238E27FC236}">
                <a16:creationId xmlns:a16="http://schemas.microsoft.com/office/drawing/2014/main" id="{8C817C7E-BD12-4F03-868B-4593C1054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699" y="40486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6" name="path-1971">
            <a:extLst xmlns:a="http://schemas.openxmlformats.org/drawingml/2006/main">
              <a:ext uri="{FF2B5EF4-FFF2-40B4-BE49-F238E27FC236}">
                <a16:creationId xmlns:a16="http://schemas.microsoft.com/office/drawing/2014/main" id="{92E17AF8-88B2-4D46-B290-E33BA0453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8285" y="40099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7" name="path-1972">
            <a:extLst xmlns:a="http://schemas.openxmlformats.org/drawingml/2006/main">
              <a:ext uri="{FF2B5EF4-FFF2-40B4-BE49-F238E27FC236}">
                <a16:creationId xmlns:a16="http://schemas.microsoft.com/office/drawing/2014/main" id="{5530BE70-3825-4D2E-BDD3-113A1A8B1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869" y="40288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8" name="path-1973">
            <a:extLst xmlns:a="http://schemas.openxmlformats.org/drawingml/2006/main">
              <a:ext uri="{FF2B5EF4-FFF2-40B4-BE49-F238E27FC236}">
                <a16:creationId xmlns:a16="http://schemas.microsoft.com/office/drawing/2014/main" id="{9C87B41C-0CBD-4FE8-9A93-36E24986F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07" y="40450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9" name="path-1974">
            <a:extLst xmlns:a="http://schemas.openxmlformats.org/drawingml/2006/main">
              <a:ext uri="{FF2B5EF4-FFF2-40B4-BE49-F238E27FC236}">
                <a16:creationId xmlns:a16="http://schemas.microsoft.com/office/drawing/2014/main" id="{D31CB59B-601D-4923-83D5-A28AA735E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481" y="40616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0" name="path-1975">
            <a:extLst xmlns:a="http://schemas.openxmlformats.org/drawingml/2006/main">
              <a:ext uri="{FF2B5EF4-FFF2-40B4-BE49-F238E27FC236}">
                <a16:creationId xmlns:a16="http://schemas.microsoft.com/office/drawing/2014/main" id="{2364BA9A-E8C6-46E5-B406-D857D71A0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9647" y="4040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1" name="path-1976">
            <a:extLst xmlns:a="http://schemas.openxmlformats.org/drawingml/2006/main">
              <a:ext uri="{FF2B5EF4-FFF2-40B4-BE49-F238E27FC236}">
                <a16:creationId xmlns:a16="http://schemas.microsoft.com/office/drawing/2014/main" id="{6E53022B-3264-442E-B529-7D0AF827E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645" y="4014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2" name="path-1977">
            <a:extLst xmlns:a="http://schemas.openxmlformats.org/drawingml/2006/main">
              <a:ext uri="{FF2B5EF4-FFF2-40B4-BE49-F238E27FC236}">
                <a16:creationId xmlns:a16="http://schemas.microsoft.com/office/drawing/2014/main" id="{400CBE76-A017-42B8-9861-93C0487EC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063" y="4055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3" name="path-1978">
            <a:extLst xmlns:a="http://schemas.openxmlformats.org/drawingml/2006/main">
              <a:ext uri="{FF2B5EF4-FFF2-40B4-BE49-F238E27FC236}">
                <a16:creationId xmlns:a16="http://schemas.microsoft.com/office/drawing/2014/main" id="{A9D49124-25B7-4347-8D83-03DEDAC27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627" y="40101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4" name="path-1979">
            <a:extLst xmlns:a="http://schemas.openxmlformats.org/drawingml/2006/main">
              <a:ext uri="{FF2B5EF4-FFF2-40B4-BE49-F238E27FC236}">
                <a16:creationId xmlns:a16="http://schemas.microsoft.com/office/drawing/2014/main" id="{7351BE8A-5B3C-42D7-8F29-7CA313768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52" y="4042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5" name="path-1980">
            <a:extLst xmlns:a="http://schemas.openxmlformats.org/drawingml/2006/main">
              <a:ext uri="{FF2B5EF4-FFF2-40B4-BE49-F238E27FC236}">
                <a16:creationId xmlns:a16="http://schemas.microsoft.com/office/drawing/2014/main" id="{551792C2-30CA-40EF-AF22-278B791B5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5167" y="40184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6" name="path-1981">
            <a:extLst xmlns:a="http://schemas.openxmlformats.org/drawingml/2006/main">
              <a:ext uri="{FF2B5EF4-FFF2-40B4-BE49-F238E27FC236}">
                <a16:creationId xmlns:a16="http://schemas.microsoft.com/office/drawing/2014/main" id="{2C948CD8-63F8-4D75-8EBB-0B222FD2DD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956" y="40234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7" name="path-1982">
            <a:extLst xmlns:a="http://schemas.openxmlformats.org/drawingml/2006/main">
              <a:ext uri="{FF2B5EF4-FFF2-40B4-BE49-F238E27FC236}">
                <a16:creationId xmlns:a16="http://schemas.microsoft.com/office/drawing/2014/main" id="{3360FD73-8991-48DC-BC70-6928D6F95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513" y="40658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8" name="path-1983">
            <a:extLst xmlns:a="http://schemas.openxmlformats.org/drawingml/2006/main">
              <a:ext uri="{FF2B5EF4-FFF2-40B4-BE49-F238E27FC236}">
                <a16:creationId xmlns:a16="http://schemas.microsoft.com/office/drawing/2014/main" id="{993A149C-869D-45C7-BD31-17F74F5B2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232" y="40257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79" name="path-1984">
            <a:extLst xmlns:a="http://schemas.openxmlformats.org/drawingml/2006/main">
              <a:ext uri="{FF2B5EF4-FFF2-40B4-BE49-F238E27FC236}">
                <a16:creationId xmlns:a16="http://schemas.microsoft.com/office/drawing/2014/main" id="{ADD9E1FC-7C80-47A8-BCAD-8CCA3C4CC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260" y="4068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0" name="path-1985">
            <a:extLst xmlns:a="http://schemas.openxmlformats.org/drawingml/2006/main">
              <a:ext uri="{FF2B5EF4-FFF2-40B4-BE49-F238E27FC236}">
                <a16:creationId xmlns:a16="http://schemas.microsoft.com/office/drawing/2014/main" id="{FC16C1A1-A202-4DD7-BA71-27E12B31B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607" y="40208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1" name="path-1986">
            <a:extLst xmlns:a="http://schemas.openxmlformats.org/drawingml/2006/main">
              <a:ext uri="{FF2B5EF4-FFF2-40B4-BE49-F238E27FC236}">
                <a16:creationId xmlns:a16="http://schemas.microsoft.com/office/drawing/2014/main" id="{B3233CE5-A6DE-4E3D-9A64-531C38A7D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703" y="40290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2" name="path-1987">
            <a:extLst xmlns:a="http://schemas.openxmlformats.org/drawingml/2006/main">
              <a:ext uri="{FF2B5EF4-FFF2-40B4-BE49-F238E27FC236}">
                <a16:creationId xmlns:a16="http://schemas.microsoft.com/office/drawing/2014/main" id="{DBACC6EB-953F-4D40-BA91-68440E199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95" y="40447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3" name="path-1988">
            <a:extLst xmlns:a="http://schemas.openxmlformats.org/drawingml/2006/main">
              <a:ext uri="{FF2B5EF4-FFF2-40B4-BE49-F238E27FC236}">
                <a16:creationId xmlns:a16="http://schemas.microsoft.com/office/drawing/2014/main" id="{33759B73-F885-4A8E-903E-F75F00C41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026" y="40275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4" name="path-1989">
            <a:extLst xmlns:a="http://schemas.openxmlformats.org/drawingml/2006/main">
              <a:ext uri="{FF2B5EF4-FFF2-40B4-BE49-F238E27FC236}">
                <a16:creationId xmlns:a16="http://schemas.microsoft.com/office/drawing/2014/main" id="{77A7F8F6-314F-4002-97F9-280CA8FCF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754" y="4079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5" name="path-1990">
            <a:extLst xmlns:a="http://schemas.openxmlformats.org/drawingml/2006/main">
              <a:ext uri="{FF2B5EF4-FFF2-40B4-BE49-F238E27FC236}">
                <a16:creationId xmlns:a16="http://schemas.microsoft.com/office/drawing/2014/main" id="{F5FD679C-513C-4243-B39A-92AAD45A7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249" y="40490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6" name="path-1991">
            <a:extLst xmlns:a="http://schemas.openxmlformats.org/drawingml/2006/main">
              <a:ext uri="{FF2B5EF4-FFF2-40B4-BE49-F238E27FC236}">
                <a16:creationId xmlns:a16="http://schemas.microsoft.com/office/drawing/2014/main" id="{181695F4-3BCF-41DC-8028-E71557F1F5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256" y="40534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7" name="path-1992">
            <a:extLst xmlns:a="http://schemas.openxmlformats.org/drawingml/2006/main">
              <a:ext uri="{FF2B5EF4-FFF2-40B4-BE49-F238E27FC236}">
                <a16:creationId xmlns:a16="http://schemas.microsoft.com/office/drawing/2014/main" id="{56D63256-F420-4DF8-953C-D44426BADA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07" y="40367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8" name="path-1993">
            <a:extLst xmlns:a="http://schemas.openxmlformats.org/drawingml/2006/main">
              <a:ext uri="{FF2B5EF4-FFF2-40B4-BE49-F238E27FC236}">
                <a16:creationId xmlns:a16="http://schemas.microsoft.com/office/drawing/2014/main" id="{7501B6D4-17F4-40E8-BDC3-87CB8A2AE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97" y="40552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9" name="path-1994">
            <a:extLst xmlns:a="http://schemas.openxmlformats.org/drawingml/2006/main">
              <a:ext uri="{FF2B5EF4-FFF2-40B4-BE49-F238E27FC236}">
                <a16:creationId xmlns:a16="http://schemas.microsoft.com/office/drawing/2014/main" id="{D0804644-067F-44A1-9393-FC06F7A5C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4226" y="40675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0" name="path-1995">
            <a:extLst xmlns:a="http://schemas.openxmlformats.org/drawingml/2006/main">
              <a:ext uri="{FF2B5EF4-FFF2-40B4-BE49-F238E27FC236}">
                <a16:creationId xmlns:a16="http://schemas.microsoft.com/office/drawing/2014/main" id="{937299C2-2B0B-41C7-87E0-0838D6C20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39" y="40726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1" name="path-1996">
            <a:extLst xmlns:a="http://schemas.openxmlformats.org/drawingml/2006/main">
              <a:ext uri="{FF2B5EF4-FFF2-40B4-BE49-F238E27FC236}">
                <a16:creationId xmlns:a16="http://schemas.microsoft.com/office/drawing/2014/main" id="{BB37D084-EC5F-4AEF-B81E-3648C4BDF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9453" y="40228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2" name="path-1997">
            <a:extLst xmlns:a="http://schemas.openxmlformats.org/drawingml/2006/main">
              <a:ext uri="{FF2B5EF4-FFF2-40B4-BE49-F238E27FC236}">
                <a16:creationId xmlns:a16="http://schemas.microsoft.com/office/drawing/2014/main" id="{2B212E95-185A-409B-B468-F27379ABD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472" y="40385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3" name="path-1998">
            <a:extLst xmlns:a="http://schemas.openxmlformats.org/drawingml/2006/main">
              <a:ext uri="{FF2B5EF4-FFF2-40B4-BE49-F238E27FC236}">
                <a16:creationId xmlns:a16="http://schemas.microsoft.com/office/drawing/2014/main" id="{5220062D-53C3-4478-A0A2-12244672F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317" y="40247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4" name="path-1999">
            <a:extLst xmlns:a="http://schemas.openxmlformats.org/drawingml/2006/main">
              <a:ext uri="{FF2B5EF4-FFF2-40B4-BE49-F238E27FC236}">
                <a16:creationId xmlns:a16="http://schemas.microsoft.com/office/drawing/2014/main" id="{A621B253-8F11-4BF7-ADC0-24E7190DD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468" y="40684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5" name="path-2000">
            <a:extLst xmlns:a="http://schemas.openxmlformats.org/drawingml/2006/main">
              <a:ext uri="{FF2B5EF4-FFF2-40B4-BE49-F238E27FC236}">
                <a16:creationId xmlns:a16="http://schemas.microsoft.com/office/drawing/2014/main" id="{14FEE7E1-A266-4103-8A95-CA4C3B1F8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953" y="40689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6" name="path-2001">
            <a:extLst xmlns:a="http://schemas.openxmlformats.org/drawingml/2006/main">
              <a:ext uri="{FF2B5EF4-FFF2-40B4-BE49-F238E27FC236}">
                <a16:creationId xmlns:a16="http://schemas.microsoft.com/office/drawing/2014/main" id="{90BE98C3-BF6E-471A-96AE-A0686CCC38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1889" y="40239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7" name="path-2002">
            <a:extLst xmlns:a="http://schemas.openxmlformats.org/drawingml/2006/main">
              <a:ext uri="{FF2B5EF4-FFF2-40B4-BE49-F238E27FC236}">
                <a16:creationId xmlns:a16="http://schemas.microsoft.com/office/drawing/2014/main" id="{AA1C957C-9561-4CE4-8478-3950A9008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551" y="4052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8" name="path-2003">
            <a:extLst xmlns:a="http://schemas.openxmlformats.org/drawingml/2006/main">
              <a:ext uri="{FF2B5EF4-FFF2-40B4-BE49-F238E27FC236}">
                <a16:creationId xmlns:a16="http://schemas.microsoft.com/office/drawing/2014/main" id="{09892852-0F76-4D04-9968-DBA5D23AC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654" y="40503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9" name="path-2004">
            <a:extLst xmlns:a="http://schemas.openxmlformats.org/drawingml/2006/main">
              <a:ext uri="{FF2B5EF4-FFF2-40B4-BE49-F238E27FC236}">
                <a16:creationId xmlns:a16="http://schemas.microsoft.com/office/drawing/2014/main" id="{8DEF805B-1426-45AB-9098-FE5D46FCD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14" y="40585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0" name="path-2005">
            <a:extLst xmlns:a="http://schemas.openxmlformats.org/drawingml/2006/main">
              <a:ext uri="{FF2B5EF4-FFF2-40B4-BE49-F238E27FC236}">
                <a16:creationId xmlns:a16="http://schemas.microsoft.com/office/drawing/2014/main" id="{41EC6894-104F-480B-93DC-414F4134B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5" y="40373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1" name="path-2006">
            <a:extLst xmlns:a="http://schemas.openxmlformats.org/drawingml/2006/main">
              <a:ext uri="{FF2B5EF4-FFF2-40B4-BE49-F238E27FC236}">
                <a16:creationId xmlns:a16="http://schemas.microsoft.com/office/drawing/2014/main" id="{7F471455-FB43-483E-8FD7-52DA3F11E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908" y="40356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2" name="path-2007">
            <a:extLst xmlns:a="http://schemas.openxmlformats.org/drawingml/2006/main">
              <a:ext uri="{FF2B5EF4-FFF2-40B4-BE49-F238E27FC236}">
                <a16:creationId xmlns:a16="http://schemas.microsoft.com/office/drawing/2014/main" id="{418F9780-D7F7-49DD-A116-ECCC1B015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6446" y="40179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3" name="path-2008">
            <a:extLst xmlns:a="http://schemas.openxmlformats.org/drawingml/2006/main">
              <a:ext uri="{FF2B5EF4-FFF2-40B4-BE49-F238E27FC236}">
                <a16:creationId xmlns:a16="http://schemas.microsoft.com/office/drawing/2014/main" id="{F7902A14-9F2F-4D30-8E1E-FB2CEADAA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960" y="40486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4" name="path-2009">
            <a:extLst xmlns:a="http://schemas.openxmlformats.org/drawingml/2006/main">
              <a:ext uri="{FF2B5EF4-FFF2-40B4-BE49-F238E27FC236}">
                <a16:creationId xmlns:a16="http://schemas.microsoft.com/office/drawing/2014/main" id="{39C3C4EA-8AF9-41AE-8722-942690E19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876" y="40646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5" name="path-2010">
            <a:extLst xmlns:a="http://schemas.openxmlformats.org/drawingml/2006/main">
              <a:ext uri="{FF2B5EF4-FFF2-40B4-BE49-F238E27FC236}">
                <a16:creationId xmlns:a16="http://schemas.microsoft.com/office/drawing/2014/main" id="{9155B103-0BD2-4F87-9ED1-572454B2F0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984" y="40422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6" name="path-2011">
            <a:extLst xmlns:a="http://schemas.openxmlformats.org/drawingml/2006/main">
              <a:ext uri="{FF2B5EF4-FFF2-40B4-BE49-F238E27FC236}">
                <a16:creationId xmlns:a16="http://schemas.microsoft.com/office/drawing/2014/main" id="{676EC9A0-E7D8-4DFD-83E0-6D2445C6B6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895" y="4061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7" name="path-2012">
            <a:extLst xmlns:a="http://schemas.openxmlformats.org/drawingml/2006/main">
              <a:ext uri="{FF2B5EF4-FFF2-40B4-BE49-F238E27FC236}">
                <a16:creationId xmlns:a16="http://schemas.microsoft.com/office/drawing/2014/main" id="{C2CFD6FE-8A12-420D-8FE9-980C1922F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1400" y="40487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8" name="path-2013">
            <a:extLst xmlns:a="http://schemas.openxmlformats.org/drawingml/2006/main">
              <a:ext uri="{FF2B5EF4-FFF2-40B4-BE49-F238E27FC236}">
                <a16:creationId xmlns:a16="http://schemas.microsoft.com/office/drawing/2014/main" id="{EA10FEE6-038E-471B-806C-F5B808B75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803" y="40328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9" name="path-2014">
            <a:extLst xmlns:a="http://schemas.openxmlformats.org/drawingml/2006/main">
              <a:ext uri="{FF2B5EF4-FFF2-40B4-BE49-F238E27FC236}">
                <a16:creationId xmlns:a16="http://schemas.microsoft.com/office/drawing/2014/main" id="{8D7A4C07-4DC5-4A12-81D6-44F2401B9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52" y="40456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0" name="path-2015">
            <a:extLst xmlns:a="http://schemas.openxmlformats.org/drawingml/2006/main">
              <a:ext uri="{FF2B5EF4-FFF2-40B4-BE49-F238E27FC236}">
                <a16:creationId xmlns:a16="http://schemas.microsoft.com/office/drawing/2014/main" id="{D0F4A391-954E-4CF2-B929-3868819A2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353" y="40353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1" name="path-2016">
            <a:extLst xmlns:a="http://schemas.openxmlformats.org/drawingml/2006/main">
              <a:ext uri="{FF2B5EF4-FFF2-40B4-BE49-F238E27FC236}">
                <a16:creationId xmlns:a16="http://schemas.microsoft.com/office/drawing/2014/main" id="{7AF242E6-28D3-4699-9AE7-CDD019127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139" y="4047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2" name="path-2017">
            <a:extLst xmlns:a="http://schemas.openxmlformats.org/drawingml/2006/main">
              <a:ext uri="{FF2B5EF4-FFF2-40B4-BE49-F238E27FC236}">
                <a16:creationId xmlns:a16="http://schemas.microsoft.com/office/drawing/2014/main" id="{A7386F1A-4BA0-4EE8-BC4F-98649EA5A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195" y="4026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3" name="path-2018">
            <a:extLst xmlns:a="http://schemas.openxmlformats.org/drawingml/2006/main">
              <a:ext uri="{FF2B5EF4-FFF2-40B4-BE49-F238E27FC236}">
                <a16:creationId xmlns:a16="http://schemas.microsoft.com/office/drawing/2014/main" id="{66FFAE79-987C-4EA2-B42E-7865091BB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69" y="40627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4" name="path-2019">
            <a:extLst xmlns:a="http://schemas.openxmlformats.org/drawingml/2006/main">
              <a:ext uri="{FF2B5EF4-FFF2-40B4-BE49-F238E27FC236}">
                <a16:creationId xmlns:a16="http://schemas.microsoft.com/office/drawing/2014/main" id="{6B1961C1-9E5F-4809-9B7D-E73660741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5420" y="40281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5" name="path-2020">
            <a:extLst xmlns:a="http://schemas.openxmlformats.org/drawingml/2006/main">
              <a:ext uri="{FF2B5EF4-FFF2-40B4-BE49-F238E27FC236}">
                <a16:creationId xmlns:a16="http://schemas.microsoft.com/office/drawing/2014/main" id="{7F189876-C9EE-4FFF-BF7C-F402731DB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059" y="40394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6" name="path-2021">
            <a:extLst xmlns:a="http://schemas.openxmlformats.org/drawingml/2006/main">
              <a:ext uri="{FF2B5EF4-FFF2-40B4-BE49-F238E27FC236}">
                <a16:creationId xmlns:a16="http://schemas.microsoft.com/office/drawing/2014/main" id="{CAFCE3AD-53B4-4E90-AEA3-9C280B825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235" y="40605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7" name="path-2022">
            <a:extLst xmlns:a="http://schemas.openxmlformats.org/drawingml/2006/main">
              <a:ext uri="{FF2B5EF4-FFF2-40B4-BE49-F238E27FC236}">
                <a16:creationId xmlns:a16="http://schemas.microsoft.com/office/drawing/2014/main" id="{A0060C0B-6D46-406E-9EAA-54551EBF3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246" y="40731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8" name="path-2023">
            <a:extLst xmlns:a="http://schemas.openxmlformats.org/drawingml/2006/main">
              <a:ext uri="{FF2B5EF4-FFF2-40B4-BE49-F238E27FC236}">
                <a16:creationId xmlns:a16="http://schemas.microsoft.com/office/drawing/2014/main" id="{03D24ABF-0444-41FA-A5DC-40E402649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84" y="40198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9" name="path-2024">
            <a:extLst xmlns:a="http://schemas.openxmlformats.org/drawingml/2006/main">
              <a:ext uri="{FF2B5EF4-FFF2-40B4-BE49-F238E27FC236}">
                <a16:creationId xmlns:a16="http://schemas.microsoft.com/office/drawing/2014/main" id="{B4388283-149F-4534-A0F2-8B11497DA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044" y="40587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0" name="path-2025">
            <a:extLst xmlns:a="http://schemas.openxmlformats.org/drawingml/2006/main">
              <a:ext uri="{FF2B5EF4-FFF2-40B4-BE49-F238E27FC236}">
                <a16:creationId xmlns:a16="http://schemas.microsoft.com/office/drawing/2014/main" id="{289BB292-CF5A-418E-9B09-47F4B3B6D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318" y="4050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1" name="path-2026">
            <a:extLst xmlns:a="http://schemas.openxmlformats.org/drawingml/2006/main">
              <a:ext uri="{FF2B5EF4-FFF2-40B4-BE49-F238E27FC236}">
                <a16:creationId xmlns:a16="http://schemas.microsoft.com/office/drawing/2014/main" id="{D353D7C7-7C7F-4FBF-9837-6C6B3183C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0" y="4045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2" name="path-2027">
            <a:extLst xmlns:a="http://schemas.openxmlformats.org/drawingml/2006/main">
              <a:ext uri="{FF2B5EF4-FFF2-40B4-BE49-F238E27FC236}">
                <a16:creationId xmlns:a16="http://schemas.microsoft.com/office/drawing/2014/main" id="{130A213F-B880-4D02-B9AB-666F335E2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129" y="40583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3" name="path-2028">
            <a:extLst xmlns:a="http://schemas.openxmlformats.org/drawingml/2006/main">
              <a:ext uri="{FF2B5EF4-FFF2-40B4-BE49-F238E27FC236}">
                <a16:creationId xmlns:a16="http://schemas.microsoft.com/office/drawing/2014/main" id="{DB1D874E-AFC5-456F-A857-612CE7DFC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06" y="4053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4" name="path-2029">
            <a:extLst xmlns:a="http://schemas.openxmlformats.org/drawingml/2006/main">
              <a:ext uri="{FF2B5EF4-FFF2-40B4-BE49-F238E27FC236}">
                <a16:creationId xmlns:a16="http://schemas.microsoft.com/office/drawing/2014/main" id="{353E5F61-7953-4A2D-BCD4-9B47BCDBF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1382" y="40256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5" name="path-2030">
            <a:extLst xmlns:a="http://schemas.openxmlformats.org/drawingml/2006/main">
              <a:ext uri="{FF2B5EF4-FFF2-40B4-BE49-F238E27FC236}">
                <a16:creationId xmlns:a16="http://schemas.microsoft.com/office/drawing/2014/main" id="{157A8553-FB39-4462-80BA-F731D6F742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308" y="40541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6" name="path-2031">
            <a:extLst xmlns:a="http://schemas.openxmlformats.org/drawingml/2006/main">
              <a:ext uri="{FF2B5EF4-FFF2-40B4-BE49-F238E27FC236}">
                <a16:creationId xmlns:a16="http://schemas.microsoft.com/office/drawing/2014/main" id="{25236760-08C6-471F-85C8-D09983376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703" y="40253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7" name="path-2032">
            <a:extLst xmlns:a="http://schemas.openxmlformats.org/drawingml/2006/main">
              <a:ext uri="{FF2B5EF4-FFF2-40B4-BE49-F238E27FC236}">
                <a16:creationId xmlns:a16="http://schemas.microsoft.com/office/drawing/2014/main" id="{B2178A9C-61AC-4EEA-9791-34D389AEA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5212" y="40792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8" name="path-2033">
            <a:extLst xmlns:a="http://schemas.openxmlformats.org/drawingml/2006/main">
              <a:ext uri="{FF2B5EF4-FFF2-40B4-BE49-F238E27FC236}">
                <a16:creationId xmlns:a16="http://schemas.microsoft.com/office/drawing/2014/main" id="{C05E6BC8-FBA4-4498-B6BF-12C210B2B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3392" y="4057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9" name="path-2034">
            <a:extLst xmlns:a="http://schemas.openxmlformats.org/drawingml/2006/main">
              <a:ext uri="{FF2B5EF4-FFF2-40B4-BE49-F238E27FC236}">
                <a16:creationId xmlns:a16="http://schemas.microsoft.com/office/drawing/2014/main" id="{4086FBC5-3F53-4A06-9875-20CCF988C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288" y="40752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0" name="path-2035">
            <a:extLst xmlns:a="http://schemas.openxmlformats.org/drawingml/2006/main">
              <a:ext uri="{FF2B5EF4-FFF2-40B4-BE49-F238E27FC236}">
                <a16:creationId xmlns:a16="http://schemas.microsoft.com/office/drawing/2014/main" id="{D49B69A7-2DC0-4F77-BC58-6C2D0AF41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079" y="40350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1" name="path-2036">
            <a:extLst xmlns:a="http://schemas.openxmlformats.org/drawingml/2006/main">
              <a:ext uri="{FF2B5EF4-FFF2-40B4-BE49-F238E27FC236}">
                <a16:creationId xmlns:a16="http://schemas.microsoft.com/office/drawing/2014/main" id="{48D34506-077B-4C2A-BD82-76185348F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629" y="40313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2" name="path-2037">
            <a:extLst xmlns:a="http://schemas.openxmlformats.org/drawingml/2006/main">
              <a:ext uri="{FF2B5EF4-FFF2-40B4-BE49-F238E27FC236}">
                <a16:creationId xmlns:a16="http://schemas.microsoft.com/office/drawing/2014/main" id="{DCB1792F-7D68-46AC-A165-71941A1DA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136" y="40564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3" name="path-2038">
            <a:extLst xmlns:a="http://schemas.openxmlformats.org/drawingml/2006/main">
              <a:ext uri="{FF2B5EF4-FFF2-40B4-BE49-F238E27FC236}">
                <a16:creationId xmlns:a16="http://schemas.microsoft.com/office/drawing/2014/main" id="{5921C020-DFEE-41A1-B412-AA7AF7C73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58" y="4033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4" name="path-2039">
            <a:extLst xmlns:a="http://schemas.openxmlformats.org/drawingml/2006/main">
              <a:ext uri="{FF2B5EF4-FFF2-40B4-BE49-F238E27FC236}">
                <a16:creationId xmlns:a16="http://schemas.microsoft.com/office/drawing/2014/main" id="{B223D4B3-BCDA-43FE-8671-5A6E6008CB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347" y="40717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5" name="path-2040">
            <a:extLst xmlns:a="http://schemas.openxmlformats.org/drawingml/2006/main">
              <a:ext uri="{FF2B5EF4-FFF2-40B4-BE49-F238E27FC236}">
                <a16:creationId xmlns:a16="http://schemas.microsoft.com/office/drawing/2014/main" id="{7D2A0472-2A4B-451F-B692-8120E5631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82" y="40478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6" name="path-2041">
            <a:extLst xmlns:a="http://schemas.openxmlformats.org/drawingml/2006/main">
              <a:ext uri="{FF2B5EF4-FFF2-40B4-BE49-F238E27FC236}">
                <a16:creationId xmlns:a16="http://schemas.microsoft.com/office/drawing/2014/main" id="{282633D6-5357-4133-B639-5F37995EF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922" y="40640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7" name="path-2042">
            <a:extLst xmlns:a="http://schemas.openxmlformats.org/drawingml/2006/main">
              <a:ext uri="{FF2B5EF4-FFF2-40B4-BE49-F238E27FC236}">
                <a16:creationId xmlns:a16="http://schemas.microsoft.com/office/drawing/2014/main" id="{C2B66C5E-D910-4F6B-8F94-4FC1BEE324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473" y="40640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8" name="path-2043">
            <a:extLst xmlns:a="http://schemas.openxmlformats.org/drawingml/2006/main">
              <a:ext uri="{FF2B5EF4-FFF2-40B4-BE49-F238E27FC236}">
                <a16:creationId xmlns:a16="http://schemas.microsoft.com/office/drawing/2014/main" id="{AFC2B1FE-E7C6-46A8-ADAD-EAF566EBE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548" y="40411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39" name="path-2044">
            <a:extLst xmlns:a="http://schemas.openxmlformats.org/drawingml/2006/main">
              <a:ext uri="{FF2B5EF4-FFF2-40B4-BE49-F238E27FC236}">
                <a16:creationId xmlns:a16="http://schemas.microsoft.com/office/drawing/2014/main" id="{2EB3C9E3-8CA4-4AFA-BCD7-F7685FE70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217" y="4042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0" name="path-2045">
            <a:extLst xmlns:a="http://schemas.openxmlformats.org/drawingml/2006/main">
              <a:ext uri="{FF2B5EF4-FFF2-40B4-BE49-F238E27FC236}">
                <a16:creationId xmlns:a16="http://schemas.microsoft.com/office/drawing/2014/main" id="{46B48B43-4E92-4875-A4F4-C93300E5B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693" y="4047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1" name="path-2046">
            <a:extLst xmlns:a="http://schemas.openxmlformats.org/drawingml/2006/main">
              <a:ext uri="{FF2B5EF4-FFF2-40B4-BE49-F238E27FC236}">
                <a16:creationId xmlns:a16="http://schemas.microsoft.com/office/drawing/2014/main" id="{DF00CD9D-603E-40C9-B296-3BE7E8B257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443" y="40608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2" name="path-2047">
            <a:extLst xmlns:a="http://schemas.openxmlformats.org/drawingml/2006/main">
              <a:ext uri="{FF2B5EF4-FFF2-40B4-BE49-F238E27FC236}">
                <a16:creationId xmlns:a16="http://schemas.microsoft.com/office/drawing/2014/main" id="{FA43634A-68A3-4105-9E45-509FD0B65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863" y="4037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3" name="path-2048">
            <a:extLst xmlns:a="http://schemas.openxmlformats.org/drawingml/2006/main">
              <a:ext uri="{FF2B5EF4-FFF2-40B4-BE49-F238E27FC236}">
                <a16:creationId xmlns:a16="http://schemas.microsoft.com/office/drawing/2014/main" id="{082218A4-048A-40EE-8BC6-F284CF800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63" y="40349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4" name="path-2049">
            <a:extLst xmlns:a="http://schemas.openxmlformats.org/drawingml/2006/main">
              <a:ext uri="{FF2B5EF4-FFF2-40B4-BE49-F238E27FC236}">
                <a16:creationId xmlns:a16="http://schemas.microsoft.com/office/drawing/2014/main" id="{FF2427E5-A412-404B-9B47-ABB84202AC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92" y="40317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5" name="path-2050">
            <a:extLst xmlns:a="http://schemas.openxmlformats.org/drawingml/2006/main">
              <a:ext uri="{FF2B5EF4-FFF2-40B4-BE49-F238E27FC236}">
                <a16:creationId xmlns:a16="http://schemas.microsoft.com/office/drawing/2014/main" id="{A763460F-27E2-4317-B2F6-6ADDF656B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589" y="40464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6" name="path-2051">
            <a:extLst xmlns:a="http://schemas.openxmlformats.org/drawingml/2006/main">
              <a:ext uri="{FF2B5EF4-FFF2-40B4-BE49-F238E27FC236}">
                <a16:creationId xmlns:a16="http://schemas.microsoft.com/office/drawing/2014/main" id="{29609981-C0E4-41EE-BF82-7A86AA170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3145" y="40443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7" name="path-2052">
            <a:extLst xmlns:a="http://schemas.openxmlformats.org/drawingml/2006/main">
              <a:ext uri="{FF2B5EF4-FFF2-40B4-BE49-F238E27FC236}">
                <a16:creationId xmlns:a16="http://schemas.microsoft.com/office/drawing/2014/main" id="{F7D55ACF-5FA5-488F-88C1-B86E9E064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35" y="40440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8" name="path-2053">
            <a:extLst xmlns:a="http://schemas.openxmlformats.org/drawingml/2006/main">
              <a:ext uri="{FF2B5EF4-FFF2-40B4-BE49-F238E27FC236}">
                <a16:creationId xmlns:a16="http://schemas.microsoft.com/office/drawing/2014/main" id="{12EE2813-8611-43DD-9EC5-6DEB78053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529" y="40541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9" name="path-2054">
            <a:extLst xmlns:a="http://schemas.openxmlformats.org/drawingml/2006/main">
              <a:ext uri="{FF2B5EF4-FFF2-40B4-BE49-F238E27FC236}">
                <a16:creationId xmlns:a16="http://schemas.microsoft.com/office/drawing/2014/main" id="{FB0EC446-6858-444A-AB1E-5577EDBBE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640" y="40695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0" name="path-2055">
            <a:extLst xmlns:a="http://schemas.openxmlformats.org/drawingml/2006/main">
              <a:ext uri="{FF2B5EF4-FFF2-40B4-BE49-F238E27FC236}">
                <a16:creationId xmlns:a16="http://schemas.microsoft.com/office/drawing/2014/main" id="{D4303FAE-6D0A-4CF3-A4C1-F0CFF649C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714" y="4023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1" name="path-2056">
            <a:extLst xmlns:a="http://schemas.openxmlformats.org/drawingml/2006/main">
              <a:ext uri="{FF2B5EF4-FFF2-40B4-BE49-F238E27FC236}">
                <a16:creationId xmlns:a16="http://schemas.microsoft.com/office/drawing/2014/main" id="{35764A6A-4738-414E-B4FB-E140B5788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40" y="40416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2" name="path-2057">
            <a:extLst xmlns:a="http://schemas.openxmlformats.org/drawingml/2006/main">
              <a:ext uri="{FF2B5EF4-FFF2-40B4-BE49-F238E27FC236}">
                <a16:creationId xmlns:a16="http://schemas.microsoft.com/office/drawing/2014/main" id="{D5429729-8FCE-4FCB-8625-91682572A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542" y="4068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3" name="path-2058">
            <a:extLst xmlns:a="http://schemas.openxmlformats.org/drawingml/2006/main">
              <a:ext uri="{FF2B5EF4-FFF2-40B4-BE49-F238E27FC236}">
                <a16:creationId xmlns:a16="http://schemas.microsoft.com/office/drawing/2014/main" id="{F7DB2EDD-62FF-439B-B5CE-F47F3FF9E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618" y="4023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4" name="path-2059">
            <a:extLst xmlns:a="http://schemas.openxmlformats.org/drawingml/2006/main">
              <a:ext uri="{FF2B5EF4-FFF2-40B4-BE49-F238E27FC236}">
                <a16:creationId xmlns:a16="http://schemas.microsoft.com/office/drawing/2014/main" id="{743307B3-662B-49E7-A217-40D90EE1D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1871" y="4050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5" name="path-2060">
            <a:extLst xmlns:a="http://schemas.openxmlformats.org/drawingml/2006/main">
              <a:ext uri="{FF2B5EF4-FFF2-40B4-BE49-F238E27FC236}">
                <a16:creationId xmlns:a16="http://schemas.microsoft.com/office/drawing/2014/main" id="{8766ED53-9154-4D9A-8F08-05EEC35F6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093" y="40536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6" name="path-2061">
            <a:extLst xmlns:a="http://schemas.openxmlformats.org/drawingml/2006/main">
              <a:ext uri="{FF2B5EF4-FFF2-40B4-BE49-F238E27FC236}">
                <a16:creationId xmlns:a16="http://schemas.microsoft.com/office/drawing/2014/main" id="{7B21B9A8-E477-4FA8-A108-45D66B94E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901" y="4041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7" name="path-2062">
            <a:extLst xmlns:a="http://schemas.openxmlformats.org/drawingml/2006/main">
              <a:ext uri="{FF2B5EF4-FFF2-40B4-BE49-F238E27FC236}">
                <a16:creationId xmlns:a16="http://schemas.microsoft.com/office/drawing/2014/main" id="{92DE1666-8963-4DF0-9FC6-6BBC7600E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5" y="40410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8" name="path-2063">
            <a:extLst xmlns:a="http://schemas.openxmlformats.org/drawingml/2006/main">
              <a:ext uri="{FF2B5EF4-FFF2-40B4-BE49-F238E27FC236}">
                <a16:creationId xmlns:a16="http://schemas.microsoft.com/office/drawing/2014/main" id="{4C3BDE30-F863-4461-A784-99AF8339E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936" y="40221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59" name="path-2064">
            <a:extLst xmlns:a="http://schemas.openxmlformats.org/drawingml/2006/main">
              <a:ext uri="{FF2B5EF4-FFF2-40B4-BE49-F238E27FC236}">
                <a16:creationId xmlns:a16="http://schemas.microsoft.com/office/drawing/2014/main" id="{1C0929E7-C232-42F5-8706-F7C5F53D1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041" y="40319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0" name="path-2065">
            <a:extLst xmlns:a="http://schemas.openxmlformats.org/drawingml/2006/main">
              <a:ext uri="{FF2B5EF4-FFF2-40B4-BE49-F238E27FC236}">
                <a16:creationId xmlns:a16="http://schemas.microsoft.com/office/drawing/2014/main" id="{DF0E276B-677D-4F62-BACA-6F940ACF0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033" y="40525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1" name="path-2066">
            <a:extLst xmlns:a="http://schemas.openxmlformats.org/drawingml/2006/main">
              <a:ext uri="{FF2B5EF4-FFF2-40B4-BE49-F238E27FC236}">
                <a16:creationId xmlns:a16="http://schemas.microsoft.com/office/drawing/2014/main" id="{B50A10BA-E6A7-418A-8DD4-7365BDC06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926" y="4042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2" name="path-2067">
            <a:extLst xmlns:a="http://schemas.openxmlformats.org/drawingml/2006/main">
              <a:ext uri="{FF2B5EF4-FFF2-40B4-BE49-F238E27FC236}">
                <a16:creationId xmlns:a16="http://schemas.microsoft.com/office/drawing/2014/main" id="{6FD6B92F-64E3-46B8-A0D1-70C5E812D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382" y="40444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3" name="path-2068">
            <a:extLst xmlns:a="http://schemas.openxmlformats.org/drawingml/2006/main">
              <a:ext uri="{FF2B5EF4-FFF2-40B4-BE49-F238E27FC236}">
                <a16:creationId xmlns:a16="http://schemas.microsoft.com/office/drawing/2014/main" id="{00F69F9B-240B-4C91-B276-54D5E1102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098" y="40557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4" name="path-2069">
            <a:extLst xmlns:a="http://schemas.openxmlformats.org/drawingml/2006/main">
              <a:ext uri="{FF2B5EF4-FFF2-40B4-BE49-F238E27FC236}">
                <a16:creationId xmlns:a16="http://schemas.microsoft.com/office/drawing/2014/main" id="{36846015-7B4D-4E65-9373-2D3EBA8DF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723" y="4030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5" name="path-2070">
            <a:extLst xmlns:a="http://schemas.openxmlformats.org/drawingml/2006/main">
              <a:ext uri="{FF2B5EF4-FFF2-40B4-BE49-F238E27FC236}">
                <a16:creationId xmlns:a16="http://schemas.microsoft.com/office/drawing/2014/main" id="{2FB0BDF1-D808-421B-AE49-952167172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01" y="40297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6" name="path-2071">
            <a:extLst xmlns:a="http://schemas.openxmlformats.org/drawingml/2006/main">
              <a:ext uri="{FF2B5EF4-FFF2-40B4-BE49-F238E27FC236}">
                <a16:creationId xmlns:a16="http://schemas.microsoft.com/office/drawing/2014/main" id="{A7BF0BD2-21AE-4BAE-A446-2B75C566B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079" y="4067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7" name="path-2072">
            <a:extLst xmlns:a="http://schemas.openxmlformats.org/drawingml/2006/main">
              <a:ext uri="{FF2B5EF4-FFF2-40B4-BE49-F238E27FC236}">
                <a16:creationId xmlns:a16="http://schemas.microsoft.com/office/drawing/2014/main" id="{78FA236D-0A2E-4AE6-823B-3A3E20C39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0419" y="40735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8" name="path-2073">
            <a:extLst xmlns:a="http://schemas.openxmlformats.org/drawingml/2006/main">
              <a:ext uri="{FF2B5EF4-FFF2-40B4-BE49-F238E27FC236}">
                <a16:creationId xmlns:a16="http://schemas.microsoft.com/office/drawing/2014/main" id="{BF7DDC8C-29AD-484F-A5CE-BA7758DC18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3" y="40426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9" name="path-2074">
            <a:extLst xmlns:a="http://schemas.openxmlformats.org/drawingml/2006/main">
              <a:ext uri="{FF2B5EF4-FFF2-40B4-BE49-F238E27FC236}">
                <a16:creationId xmlns:a16="http://schemas.microsoft.com/office/drawing/2014/main" id="{68BFF546-35F1-4417-8DAC-3742615225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559" y="4045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0" name="path-2075">
            <a:extLst xmlns:a="http://schemas.openxmlformats.org/drawingml/2006/main">
              <a:ext uri="{FF2B5EF4-FFF2-40B4-BE49-F238E27FC236}">
                <a16:creationId xmlns:a16="http://schemas.microsoft.com/office/drawing/2014/main" id="{36D09552-2F3C-4B38-8A3E-10F88D9BB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998" y="40244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1" name="path-2076">
            <a:extLst xmlns:a="http://schemas.openxmlformats.org/drawingml/2006/main">
              <a:ext uri="{FF2B5EF4-FFF2-40B4-BE49-F238E27FC236}">
                <a16:creationId xmlns:a16="http://schemas.microsoft.com/office/drawing/2014/main" id="{40615478-5597-4D17-A0EB-6C9745F4E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747" y="4041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2" name="path-2077">
            <a:extLst xmlns:a="http://schemas.openxmlformats.org/drawingml/2006/main">
              <a:ext uri="{FF2B5EF4-FFF2-40B4-BE49-F238E27FC236}">
                <a16:creationId xmlns:a16="http://schemas.microsoft.com/office/drawing/2014/main" id="{E23FBC8A-48F0-4B69-A432-5CAA48ED4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303" y="40347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3" name="path-2078">
            <a:extLst xmlns:a="http://schemas.openxmlformats.org/drawingml/2006/main">
              <a:ext uri="{FF2B5EF4-FFF2-40B4-BE49-F238E27FC236}">
                <a16:creationId xmlns:a16="http://schemas.microsoft.com/office/drawing/2014/main" id="{43542FB2-5038-40B9-B4B8-BA1E6D0161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453" y="40546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4" name="path-2079">
            <a:extLst xmlns:a="http://schemas.openxmlformats.org/drawingml/2006/main">
              <a:ext uri="{FF2B5EF4-FFF2-40B4-BE49-F238E27FC236}">
                <a16:creationId xmlns:a16="http://schemas.microsoft.com/office/drawing/2014/main" id="{2F5ADC12-8CA4-4A0C-95EA-284A61BAD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418" y="40200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5" name="path-2080">
            <a:extLst xmlns:a="http://schemas.openxmlformats.org/drawingml/2006/main">
              <a:ext uri="{FF2B5EF4-FFF2-40B4-BE49-F238E27FC236}">
                <a16:creationId xmlns:a16="http://schemas.microsoft.com/office/drawing/2014/main" id="{07C44F21-3027-4368-8CD0-D8EA8847B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776" y="40307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6" name="path-2081">
            <a:extLst xmlns:a="http://schemas.openxmlformats.org/drawingml/2006/main">
              <a:ext uri="{FF2B5EF4-FFF2-40B4-BE49-F238E27FC236}">
                <a16:creationId xmlns:a16="http://schemas.microsoft.com/office/drawing/2014/main" id="{B2AF2921-0631-4473-9837-26FAECF68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23" y="4059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7" name="path-2082">
            <a:extLst xmlns:a="http://schemas.openxmlformats.org/drawingml/2006/main">
              <a:ext uri="{FF2B5EF4-FFF2-40B4-BE49-F238E27FC236}">
                <a16:creationId xmlns:a16="http://schemas.microsoft.com/office/drawing/2014/main" id="{AAB639BB-9F80-4752-AD6D-B133B02C0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772" y="40246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8" name="path-2083">
            <a:extLst xmlns:a="http://schemas.openxmlformats.org/drawingml/2006/main">
              <a:ext uri="{FF2B5EF4-FFF2-40B4-BE49-F238E27FC236}">
                <a16:creationId xmlns:a16="http://schemas.microsoft.com/office/drawing/2014/main" id="{842C89DD-6684-4554-987C-C98ED8368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285" y="40401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9" name="path-2084">
            <a:extLst xmlns:a="http://schemas.openxmlformats.org/drawingml/2006/main">
              <a:ext uri="{FF2B5EF4-FFF2-40B4-BE49-F238E27FC236}">
                <a16:creationId xmlns:a16="http://schemas.microsoft.com/office/drawing/2014/main" id="{F7C47E80-44E5-4591-9C0C-8A3F2558A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640" y="4038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0" name="path-2085">
            <a:extLst xmlns:a="http://schemas.openxmlformats.org/drawingml/2006/main">
              <a:ext uri="{FF2B5EF4-FFF2-40B4-BE49-F238E27FC236}">
                <a16:creationId xmlns:a16="http://schemas.microsoft.com/office/drawing/2014/main" id="{FBE4FA62-20C7-4553-9DE2-47CE4139F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8493" y="4052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1" name="path-2086">
            <a:extLst xmlns:a="http://schemas.openxmlformats.org/drawingml/2006/main">
              <a:ext uri="{FF2B5EF4-FFF2-40B4-BE49-F238E27FC236}">
                <a16:creationId xmlns:a16="http://schemas.microsoft.com/office/drawing/2014/main" id="{6EB7E1A6-838E-460B-9723-D31A19B2B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912" y="40592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2" name="path-2087">
            <a:extLst xmlns:a="http://schemas.openxmlformats.org/drawingml/2006/main">
              <a:ext uri="{FF2B5EF4-FFF2-40B4-BE49-F238E27FC236}">
                <a16:creationId xmlns:a16="http://schemas.microsoft.com/office/drawing/2014/main" id="{077F5B31-FD0E-41D4-9745-682CB3217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26" y="40648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3" name="path-2088">
            <a:extLst xmlns:a="http://schemas.openxmlformats.org/drawingml/2006/main">
              <a:ext uri="{FF2B5EF4-FFF2-40B4-BE49-F238E27FC236}">
                <a16:creationId xmlns:a16="http://schemas.microsoft.com/office/drawing/2014/main" id="{020D396F-2A4B-417A-9095-BA768857F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452" y="4066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4" name="path-2089">
            <a:extLst xmlns:a="http://schemas.openxmlformats.org/drawingml/2006/main">
              <a:ext uri="{FF2B5EF4-FFF2-40B4-BE49-F238E27FC236}">
                <a16:creationId xmlns:a16="http://schemas.microsoft.com/office/drawing/2014/main" id="{B6514CC2-D350-4CFF-A75C-039DB12B0A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197" y="40502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5" name="path-2090">
            <a:extLst xmlns:a="http://schemas.openxmlformats.org/drawingml/2006/main">
              <a:ext uri="{FF2B5EF4-FFF2-40B4-BE49-F238E27FC236}">
                <a16:creationId xmlns:a16="http://schemas.microsoft.com/office/drawing/2014/main" id="{B9221D9B-FEDD-46C1-B078-36A654E0C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069" y="4068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6" name="path-2091">
            <a:extLst xmlns:a="http://schemas.openxmlformats.org/drawingml/2006/main">
              <a:ext uri="{FF2B5EF4-FFF2-40B4-BE49-F238E27FC236}">
                <a16:creationId xmlns:a16="http://schemas.microsoft.com/office/drawing/2014/main" id="{1C62B67B-73CF-445D-B964-90EE27CB1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080" y="40613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7" name="path-2092">
            <a:extLst xmlns:a="http://schemas.openxmlformats.org/drawingml/2006/main">
              <a:ext uri="{FF2B5EF4-FFF2-40B4-BE49-F238E27FC236}">
                <a16:creationId xmlns:a16="http://schemas.microsoft.com/office/drawing/2014/main" id="{EA69D1AC-EAB4-42F0-8112-628BD8B11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98" y="40599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8" name="path-2093">
            <a:extLst xmlns:a="http://schemas.openxmlformats.org/drawingml/2006/main">
              <a:ext uri="{FF2B5EF4-FFF2-40B4-BE49-F238E27FC236}">
                <a16:creationId xmlns:a16="http://schemas.microsoft.com/office/drawing/2014/main" id="{33208A5E-DA29-4136-9CF5-D39F18577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104" y="40632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9" name="path-2094">
            <a:extLst xmlns:a="http://schemas.openxmlformats.org/drawingml/2006/main">
              <a:ext uri="{FF2B5EF4-FFF2-40B4-BE49-F238E27FC236}">
                <a16:creationId xmlns:a16="http://schemas.microsoft.com/office/drawing/2014/main" id="{3BA1BA46-FF74-4714-ADC7-6A70CC232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7431" y="4059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0" name="path-2095">
            <a:extLst xmlns:a="http://schemas.openxmlformats.org/drawingml/2006/main">
              <a:ext uri="{FF2B5EF4-FFF2-40B4-BE49-F238E27FC236}">
                <a16:creationId xmlns:a16="http://schemas.microsoft.com/office/drawing/2014/main" id="{4DD81DAE-3522-41D9-AD85-47AB04965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788" y="40244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1" name="path-2096">
            <a:extLst xmlns:a="http://schemas.openxmlformats.org/drawingml/2006/main">
              <a:ext uri="{FF2B5EF4-FFF2-40B4-BE49-F238E27FC236}">
                <a16:creationId xmlns:a16="http://schemas.microsoft.com/office/drawing/2014/main" id="{C6C5F263-AAFE-4138-A026-41ECA45C1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2107" y="40294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2" name="path-2097">
            <a:extLst xmlns:a="http://schemas.openxmlformats.org/drawingml/2006/main">
              <a:ext uri="{FF2B5EF4-FFF2-40B4-BE49-F238E27FC236}">
                <a16:creationId xmlns:a16="http://schemas.microsoft.com/office/drawing/2014/main" id="{DFB55298-97FC-46C8-9FF9-9CDA8030EC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475" y="40310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3" name="path-2098">
            <a:extLst xmlns:a="http://schemas.openxmlformats.org/drawingml/2006/main">
              <a:ext uri="{FF2B5EF4-FFF2-40B4-BE49-F238E27FC236}">
                <a16:creationId xmlns:a16="http://schemas.microsoft.com/office/drawing/2014/main" id="{B9DB8552-E0B5-4919-9AD1-712DF63A32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236" y="40474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4" name="path-2099">
            <a:extLst xmlns:a="http://schemas.openxmlformats.org/drawingml/2006/main">
              <a:ext uri="{FF2B5EF4-FFF2-40B4-BE49-F238E27FC236}">
                <a16:creationId xmlns:a16="http://schemas.microsoft.com/office/drawing/2014/main" id="{68D44B95-C47A-4E5C-BF4A-A598E60E1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232" y="40246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5" name="path-2100">
            <a:extLst xmlns:a="http://schemas.openxmlformats.org/drawingml/2006/main">
              <a:ext uri="{FF2B5EF4-FFF2-40B4-BE49-F238E27FC236}">
                <a16:creationId xmlns:a16="http://schemas.microsoft.com/office/drawing/2014/main" id="{71960611-4964-451B-9AF7-C619D7802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441" y="4026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6" name="path-2101">
            <a:extLst xmlns:a="http://schemas.openxmlformats.org/drawingml/2006/main">
              <a:ext uri="{FF2B5EF4-FFF2-40B4-BE49-F238E27FC236}">
                <a16:creationId xmlns:a16="http://schemas.microsoft.com/office/drawing/2014/main" id="{04DDCBB4-7E57-433A-8FA4-BCC76179A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065" y="40307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7" name="path-2102">
            <a:extLst xmlns:a="http://schemas.openxmlformats.org/drawingml/2006/main">
              <a:ext uri="{FF2B5EF4-FFF2-40B4-BE49-F238E27FC236}">
                <a16:creationId xmlns:a16="http://schemas.microsoft.com/office/drawing/2014/main" id="{02A59741-123E-42C6-B819-63020509F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724" y="40356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8" name="path-2103">
            <a:extLst xmlns:a="http://schemas.openxmlformats.org/drawingml/2006/main">
              <a:ext uri="{FF2B5EF4-FFF2-40B4-BE49-F238E27FC236}">
                <a16:creationId xmlns:a16="http://schemas.microsoft.com/office/drawing/2014/main" id="{EF968CF6-2D1A-4A9D-BA1D-926607748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736" y="40388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9" name="path-2104">
            <a:extLst xmlns:a="http://schemas.openxmlformats.org/drawingml/2006/main">
              <a:ext uri="{FF2B5EF4-FFF2-40B4-BE49-F238E27FC236}">
                <a16:creationId xmlns:a16="http://schemas.microsoft.com/office/drawing/2014/main" id="{46FEA9D8-A472-4F1F-BEFD-C302CE0A4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04" y="40495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0" name="path-2105">
            <a:extLst xmlns:a="http://schemas.openxmlformats.org/drawingml/2006/main">
              <a:ext uri="{FF2B5EF4-FFF2-40B4-BE49-F238E27FC236}">
                <a16:creationId xmlns:a16="http://schemas.microsoft.com/office/drawing/2014/main" id="{48D85058-CD1B-476D-989C-D6E72E624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383" y="40478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1" name="path-2106">
            <a:extLst xmlns:a="http://schemas.openxmlformats.org/drawingml/2006/main">
              <a:ext uri="{FF2B5EF4-FFF2-40B4-BE49-F238E27FC236}">
                <a16:creationId xmlns:a16="http://schemas.microsoft.com/office/drawing/2014/main" id="{3F3C8B54-B308-4E6A-9CA7-BF1EEE7BD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113" y="40435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2" name="path-2107">
            <a:extLst xmlns:a="http://schemas.openxmlformats.org/drawingml/2006/main">
              <a:ext uri="{FF2B5EF4-FFF2-40B4-BE49-F238E27FC236}">
                <a16:creationId xmlns:a16="http://schemas.microsoft.com/office/drawing/2014/main" id="{23E76085-6744-49ED-9CBA-CC436DFD9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970" y="4034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3" name="path-2108">
            <a:extLst xmlns:a="http://schemas.openxmlformats.org/drawingml/2006/main">
              <a:ext uri="{FF2B5EF4-FFF2-40B4-BE49-F238E27FC236}">
                <a16:creationId xmlns:a16="http://schemas.microsoft.com/office/drawing/2014/main" id="{4BA2D01C-1BF9-4961-9471-BED5DAC8E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9223" y="40613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4" name="path-2109">
            <a:extLst xmlns:a="http://schemas.openxmlformats.org/drawingml/2006/main">
              <a:ext uri="{FF2B5EF4-FFF2-40B4-BE49-F238E27FC236}">
                <a16:creationId xmlns:a16="http://schemas.microsoft.com/office/drawing/2014/main" id="{26F860CA-FE0B-4607-A59D-867FA0C42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649" y="40305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5" name="path-2110">
            <a:extLst xmlns:a="http://schemas.openxmlformats.org/drawingml/2006/main">
              <a:ext uri="{FF2B5EF4-FFF2-40B4-BE49-F238E27FC236}">
                <a16:creationId xmlns:a16="http://schemas.microsoft.com/office/drawing/2014/main" id="{7F6516D8-6223-4210-B14E-4D4CC1F2A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892" y="4025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6" name="path-2111">
            <a:extLst xmlns:a="http://schemas.openxmlformats.org/drawingml/2006/main">
              <a:ext uri="{FF2B5EF4-FFF2-40B4-BE49-F238E27FC236}">
                <a16:creationId xmlns:a16="http://schemas.microsoft.com/office/drawing/2014/main" id="{597639D6-4F71-4AE6-B8B7-5499FDC80C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795" y="40407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7" name="path-2112">
            <a:extLst xmlns:a="http://schemas.openxmlformats.org/drawingml/2006/main">
              <a:ext uri="{FF2B5EF4-FFF2-40B4-BE49-F238E27FC236}">
                <a16:creationId xmlns:a16="http://schemas.microsoft.com/office/drawing/2014/main" id="{20B407DE-1C65-4CCF-8FF9-02C64A741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0444" y="40283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8" name="path-2113">
            <a:extLst xmlns:a="http://schemas.openxmlformats.org/drawingml/2006/main">
              <a:ext uri="{FF2B5EF4-FFF2-40B4-BE49-F238E27FC236}">
                <a16:creationId xmlns:a16="http://schemas.microsoft.com/office/drawing/2014/main" id="{3E7FA66F-AA3D-41B5-9E67-79676AA8D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181" y="4048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9" name="path-2114">
            <a:extLst xmlns:a="http://schemas.openxmlformats.org/drawingml/2006/main">
              <a:ext uri="{FF2B5EF4-FFF2-40B4-BE49-F238E27FC236}">
                <a16:creationId xmlns:a16="http://schemas.microsoft.com/office/drawing/2014/main" id="{F96ED27C-F7AA-4DA7-9D85-CB6968FBE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630" y="40248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0" name="path-2115">
            <a:extLst xmlns:a="http://schemas.openxmlformats.org/drawingml/2006/main">
              <a:ext uri="{FF2B5EF4-FFF2-40B4-BE49-F238E27FC236}">
                <a16:creationId xmlns:a16="http://schemas.microsoft.com/office/drawing/2014/main" id="{C1E64CFD-B9A7-43AE-8D29-84193EA042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0333" y="40434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1" name="path-2116">
            <a:extLst xmlns:a="http://schemas.openxmlformats.org/drawingml/2006/main">
              <a:ext uri="{FF2B5EF4-FFF2-40B4-BE49-F238E27FC236}">
                <a16:creationId xmlns:a16="http://schemas.microsoft.com/office/drawing/2014/main" id="{7E2DE982-4E48-4F7F-B8AC-DB01E17D84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433" y="40333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2" name="path-2117">
            <a:extLst xmlns:a="http://schemas.openxmlformats.org/drawingml/2006/main">
              <a:ext uri="{FF2B5EF4-FFF2-40B4-BE49-F238E27FC236}">
                <a16:creationId xmlns:a16="http://schemas.microsoft.com/office/drawing/2014/main" id="{6C564B42-3303-4C8D-B8F1-1A496F492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1361" y="4020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3" name="path-2118">
            <a:extLst xmlns:a="http://schemas.openxmlformats.org/drawingml/2006/main">
              <a:ext uri="{FF2B5EF4-FFF2-40B4-BE49-F238E27FC236}">
                <a16:creationId xmlns:a16="http://schemas.microsoft.com/office/drawing/2014/main" id="{A60EAE03-82F3-48B9-A998-E924F8B5B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382" y="4047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4" name="path-2119">
            <a:extLst xmlns:a="http://schemas.openxmlformats.org/drawingml/2006/main">
              <a:ext uri="{FF2B5EF4-FFF2-40B4-BE49-F238E27FC236}">
                <a16:creationId xmlns:a16="http://schemas.microsoft.com/office/drawing/2014/main" id="{C4763A6C-8A8A-4AA0-88FD-ED98BE945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8147" y="40160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5" name="path-2120">
            <a:extLst xmlns:a="http://schemas.openxmlformats.org/drawingml/2006/main">
              <a:ext uri="{FF2B5EF4-FFF2-40B4-BE49-F238E27FC236}">
                <a16:creationId xmlns:a16="http://schemas.microsoft.com/office/drawing/2014/main" id="{3177F06E-48A6-4450-A63A-C0B2D50BC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6751" y="40547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6" name="path-2121">
            <a:extLst xmlns:a="http://schemas.openxmlformats.org/drawingml/2006/main">
              <a:ext uri="{FF2B5EF4-FFF2-40B4-BE49-F238E27FC236}">
                <a16:creationId xmlns:a16="http://schemas.microsoft.com/office/drawing/2014/main" id="{CB11FDEA-1249-4EAE-BA28-FC368921DE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0665" y="40265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7" name="path-2122">
            <a:extLst xmlns:a="http://schemas.openxmlformats.org/drawingml/2006/main">
              <a:ext uri="{FF2B5EF4-FFF2-40B4-BE49-F238E27FC236}">
                <a16:creationId xmlns:a16="http://schemas.microsoft.com/office/drawing/2014/main" id="{1EF52E49-E853-4BB4-9869-24A1386FA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342" y="40665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8" name="path-2123">
            <a:extLst xmlns:a="http://schemas.openxmlformats.org/drawingml/2006/main">
              <a:ext uri="{FF2B5EF4-FFF2-40B4-BE49-F238E27FC236}">
                <a16:creationId xmlns:a16="http://schemas.microsoft.com/office/drawing/2014/main" id="{E6626617-A1AC-46F0-8424-21CE1BE51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0776" y="40502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9" name="path-2124">
            <a:extLst xmlns:a="http://schemas.openxmlformats.org/drawingml/2006/main">
              <a:ext uri="{FF2B5EF4-FFF2-40B4-BE49-F238E27FC236}">
                <a16:creationId xmlns:a16="http://schemas.microsoft.com/office/drawing/2014/main" id="{79A74295-63B5-489A-A3AA-CA3DD263F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305" y="40610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0" name="path-2125">
            <a:extLst xmlns:a="http://schemas.openxmlformats.org/drawingml/2006/main">
              <a:ext uri="{FF2B5EF4-FFF2-40B4-BE49-F238E27FC236}">
                <a16:creationId xmlns:a16="http://schemas.microsoft.com/office/drawing/2014/main" id="{9C393A87-63CE-42CA-BBCE-40DB74309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0676" y="4038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1" name="path-2126">
            <a:extLst xmlns:a="http://schemas.openxmlformats.org/drawingml/2006/main">
              <a:ext uri="{FF2B5EF4-FFF2-40B4-BE49-F238E27FC236}">
                <a16:creationId xmlns:a16="http://schemas.microsoft.com/office/drawing/2014/main" id="{5E6204C2-6439-49CA-A320-975A016FB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644" y="40476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2" name="path-2127">
            <a:extLst xmlns:a="http://schemas.openxmlformats.org/drawingml/2006/main">
              <a:ext uri="{FF2B5EF4-FFF2-40B4-BE49-F238E27FC236}">
                <a16:creationId xmlns:a16="http://schemas.microsoft.com/office/drawing/2014/main" id="{F334BA9B-EEA6-4A42-B0A1-C01C9CF38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264" y="40351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3" name="path-2128">
            <a:extLst xmlns:a="http://schemas.openxmlformats.org/drawingml/2006/main">
              <a:ext uri="{FF2B5EF4-FFF2-40B4-BE49-F238E27FC236}">
                <a16:creationId xmlns:a16="http://schemas.microsoft.com/office/drawing/2014/main" id="{D9755E85-D5DC-4EB8-A970-B6BD6B8D2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8811" y="4037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4" name="path-2129">
            <a:extLst xmlns:a="http://schemas.openxmlformats.org/drawingml/2006/main">
              <a:ext uri="{FF2B5EF4-FFF2-40B4-BE49-F238E27FC236}">
                <a16:creationId xmlns:a16="http://schemas.microsoft.com/office/drawing/2014/main" id="{BFBB16EF-B963-4847-B48A-9CED54A8C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554" y="4054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5" name="path-2130">
            <a:extLst xmlns:a="http://schemas.openxmlformats.org/drawingml/2006/main">
              <a:ext uri="{FF2B5EF4-FFF2-40B4-BE49-F238E27FC236}">
                <a16:creationId xmlns:a16="http://schemas.microsoft.com/office/drawing/2014/main" id="{36658F74-D2A9-4272-8066-37BC26A7E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537" y="40380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6" name="path-2131">
            <a:extLst xmlns:a="http://schemas.openxmlformats.org/drawingml/2006/main">
              <a:ext uri="{FF2B5EF4-FFF2-40B4-BE49-F238E27FC236}">
                <a16:creationId xmlns:a16="http://schemas.microsoft.com/office/drawing/2014/main" id="{414E8BFA-D5DA-4D78-8632-59C4450D7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405" y="40236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7" name="path-2132">
            <a:extLst xmlns:a="http://schemas.openxmlformats.org/drawingml/2006/main">
              <a:ext uri="{FF2B5EF4-FFF2-40B4-BE49-F238E27FC236}">
                <a16:creationId xmlns:a16="http://schemas.microsoft.com/office/drawing/2014/main" id="{271F52A3-773F-4504-909D-1FDC9C4FD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890" y="40630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8" name="path-2133">
            <a:extLst xmlns:a="http://schemas.openxmlformats.org/drawingml/2006/main">
              <a:ext uri="{FF2B5EF4-FFF2-40B4-BE49-F238E27FC236}">
                <a16:creationId xmlns:a16="http://schemas.microsoft.com/office/drawing/2014/main" id="{A194FF27-5D37-4877-AD0B-67B9C1609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3192" y="4028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9" name="path-2134">
            <a:extLst xmlns:a="http://schemas.openxmlformats.org/drawingml/2006/main">
              <a:ext uri="{FF2B5EF4-FFF2-40B4-BE49-F238E27FC236}">
                <a16:creationId xmlns:a16="http://schemas.microsoft.com/office/drawing/2014/main" id="{C8D7EDA3-AE0F-445F-9F3D-282CF6D03D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4652" y="40440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0" name="path-2135">
            <a:extLst xmlns:a="http://schemas.openxmlformats.org/drawingml/2006/main">
              <a:ext uri="{FF2B5EF4-FFF2-40B4-BE49-F238E27FC236}">
                <a16:creationId xmlns:a16="http://schemas.microsoft.com/office/drawing/2014/main" id="{04FADFAB-4EE6-4F20-BF4E-F616F0C20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286" y="40703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1" name="path-2136">
            <a:extLst xmlns:a="http://schemas.openxmlformats.org/drawingml/2006/main">
              <a:ext uri="{FF2B5EF4-FFF2-40B4-BE49-F238E27FC236}">
                <a16:creationId xmlns:a16="http://schemas.microsoft.com/office/drawing/2014/main" id="{A80D4A4D-2B91-4661-B162-92098952B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319" y="40497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2" name="path-2137">
            <a:extLst xmlns:a="http://schemas.openxmlformats.org/drawingml/2006/main">
              <a:ext uri="{FF2B5EF4-FFF2-40B4-BE49-F238E27FC236}">
                <a16:creationId xmlns:a16="http://schemas.microsoft.com/office/drawing/2014/main" id="{0A8E1496-D586-4F49-81C5-81C83406D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57" y="40373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3" name="path-2138">
            <a:extLst xmlns:a="http://schemas.openxmlformats.org/drawingml/2006/main">
              <a:ext uri="{FF2B5EF4-FFF2-40B4-BE49-F238E27FC236}">
                <a16:creationId xmlns:a16="http://schemas.microsoft.com/office/drawing/2014/main" id="{655B9BE3-348F-4391-8F2C-B00012AE4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504" y="40288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4" name="path-2139">
            <a:extLst xmlns:a="http://schemas.openxmlformats.org/drawingml/2006/main">
              <a:ext uri="{FF2B5EF4-FFF2-40B4-BE49-F238E27FC236}">
                <a16:creationId xmlns:a16="http://schemas.microsoft.com/office/drawing/2014/main" id="{1FC6DF74-788C-493B-9227-4033623CC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919" y="40169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5" name="path-2140">
            <a:extLst xmlns:a="http://schemas.openxmlformats.org/drawingml/2006/main">
              <a:ext uri="{FF2B5EF4-FFF2-40B4-BE49-F238E27FC236}">
                <a16:creationId xmlns:a16="http://schemas.microsoft.com/office/drawing/2014/main" id="{A6F9F96D-96F2-4632-9886-3FC033101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982" y="4033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6" name="path-2141">
            <a:extLst xmlns:a="http://schemas.openxmlformats.org/drawingml/2006/main">
              <a:ext uri="{FF2B5EF4-FFF2-40B4-BE49-F238E27FC236}">
                <a16:creationId xmlns:a16="http://schemas.microsoft.com/office/drawing/2014/main" id="{2520BBF6-1A0A-46F0-B893-E57078E76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1186" y="4034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7" name="path-2142">
            <a:extLst xmlns:a="http://schemas.openxmlformats.org/drawingml/2006/main">
              <a:ext uri="{FF2B5EF4-FFF2-40B4-BE49-F238E27FC236}">
                <a16:creationId xmlns:a16="http://schemas.microsoft.com/office/drawing/2014/main" id="{73257C36-8F60-4560-9AF6-25679497A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6230" y="4019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8" name="path-2143">
            <a:extLst xmlns:a="http://schemas.openxmlformats.org/drawingml/2006/main">
              <a:ext uri="{FF2B5EF4-FFF2-40B4-BE49-F238E27FC236}">
                <a16:creationId xmlns:a16="http://schemas.microsoft.com/office/drawing/2014/main" id="{8E317AD7-88A9-46D8-9B07-0C0B9F71E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9314" y="40273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39" name="path-2144">
            <a:extLst xmlns:a="http://schemas.openxmlformats.org/drawingml/2006/main">
              <a:ext uri="{FF2B5EF4-FFF2-40B4-BE49-F238E27FC236}">
                <a16:creationId xmlns:a16="http://schemas.microsoft.com/office/drawing/2014/main" id="{60BBC308-2276-40E9-9B04-B38657F83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965" y="40629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0" name="path-2145">
            <a:extLst xmlns:a="http://schemas.openxmlformats.org/drawingml/2006/main">
              <a:ext uri="{FF2B5EF4-FFF2-40B4-BE49-F238E27FC236}">
                <a16:creationId xmlns:a16="http://schemas.microsoft.com/office/drawing/2014/main" id="{EC84F8FE-4CC4-4454-AC2D-26906AE46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61" y="4069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1" name="path-2146">
            <a:extLst xmlns:a="http://schemas.openxmlformats.org/drawingml/2006/main">
              <a:ext uri="{FF2B5EF4-FFF2-40B4-BE49-F238E27FC236}">
                <a16:creationId xmlns:a16="http://schemas.microsoft.com/office/drawing/2014/main" id="{40D4E610-0C19-4A0B-9394-1D4088921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17" y="4050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2" name="path-2147">
            <a:extLst xmlns:a="http://schemas.openxmlformats.org/drawingml/2006/main">
              <a:ext uri="{FF2B5EF4-FFF2-40B4-BE49-F238E27FC236}">
                <a16:creationId xmlns:a16="http://schemas.microsoft.com/office/drawing/2014/main" id="{CD681DFB-91A9-4546-97DF-87E7E01A2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979" y="40382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3" name="path-2148">
            <a:extLst xmlns:a="http://schemas.openxmlformats.org/drawingml/2006/main">
              <a:ext uri="{FF2B5EF4-FFF2-40B4-BE49-F238E27FC236}">
                <a16:creationId xmlns:a16="http://schemas.microsoft.com/office/drawing/2014/main" id="{049B58A4-7EE7-462C-9C47-AC842737B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8553" y="40019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4" name="path-2149">
            <a:extLst xmlns:a="http://schemas.openxmlformats.org/drawingml/2006/main">
              <a:ext uri="{FF2B5EF4-FFF2-40B4-BE49-F238E27FC236}">
                <a16:creationId xmlns:a16="http://schemas.microsoft.com/office/drawing/2014/main" id="{4C066922-AF9B-4EB9-9653-AA8D4EC76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171" y="40736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5" name="path-2150">
            <a:extLst xmlns:a="http://schemas.openxmlformats.org/drawingml/2006/main">
              <a:ext uri="{FF2B5EF4-FFF2-40B4-BE49-F238E27FC236}">
                <a16:creationId xmlns:a16="http://schemas.microsoft.com/office/drawing/2014/main" id="{C6A12FA1-03C2-4A43-8EE0-19818349DD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2" y="4042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6" name="path-2151">
            <a:extLst xmlns:a="http://schemas.openxmlformats.org/drawingml/2006/main">
              <a:ext uri="{FF2B5EF4-FFF2-40B4-BE49-F238E27FC236}">
                <a16:creationId xmlns:a16="http://schemas.microsoft.com/office/drawing/2014/main" id="{9481EF75-1A5F-4960-9EBD-BE1DF7D7C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477" y="4070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7" name="path-2152">
            <a:extLst xmlns:a="http://schemas.openxmlformats.org/drawingml/2006/main">
              <a:ext uri="{FF2B5EF4-FFF2-40B4-BE49-F238E27FC236}">
                <a16:creationId xmlns:a16="http://schemas.microsoft.com/office/drawing/2014/main" id="{21C95B78-8ACD-4A42-AE69-9C835BEB4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444" y="4065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8" name="path-2153">
            <a:extLst xmlns:a="http://schemas.openxmlformats.org/drawingml/2006/main">
              <a:ext uri="{FF2B5EF4-FFF2-40B4-BE49-F238E27FC236}">
                <a16:creationId xmlns:a16="http://schemas.microsoft.com/office/drawing/2014/main" id="{2A9C4ED3-6DD7-40B5-8348-244C11BB5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80970" y="4058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9" name="path-2154">
            <a:extLst xmlns:a="http://schemas.openxmlformats.org/drawingml/2006/main">
              <a:ext uri="{FF2B5EF4-FFF2-40B4-BE49-F238E27FC236}">
                <a16:creationId xmlns:a16="http://schemas.microsoft.com/office/drawing/2014/main" id="{FA10808C-E92D-4DED-94BC-A0003610A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204" y="40483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0" name="path-2155">
            <a:extLst xmlns:a="http://schemas.openxmlformats.org/drawingml/2006/main">
              <a:ext uri="{FF2B5EF4-FFF2-40B4-BE49-F238E27FC236}">
                <a16:creationId xmlns:a16="http://schemas.microsoft.com/office/drawing/2014/main" id="{F4A990B3-7E0B-41E0-AA71-D6D3D7DC0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1134" y="4040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1" name="path-2156">
            <a:extLst xmlns:a="http://schemas.openxmlformats.org/drawingml/2006/main">
              <a:ext uri="{FF2B5EF4-FFF2-40B4-BE49-F238E27FC236}">
                <a16:creationId xmlns:a16="http://schemas.microsoft.com/office/drawing/2014/main" id="{D1A30ECA-09D5-4CBC-9F0E-EBE4940DA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374" y="40183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2" name="path-2157">
            <a:extLst xmlns:a="http://schemas.openxmlformats.org/drawingml/2006/main">
              <a:ext uri="{FF2B5EF4-FFF2-40B4-BE49-F238E27FC236}">
                <a16:creationId xmlns:a16="http://schemas.microsoft.com/office/drawing/2014/main" id="{C545A0D0-C66B-45F0-AB9B-29A0A8E98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682" y="4047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3" name="path-2158">
            <a:extLst xmlns:a="http://schemas.openxmlformats.org/drawingml/2006/main">
              <a:ext uri="{FF2B5EF4-FFF2-40B4-BE49-F238E27FC236}">
                <a16:creationId xmlns:a16="http://schemas.microsoft.com/office/drawing/2014/main" id="{2FC59E6B-3E95-445B-A60A-1B65DC3FE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148" y="40450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4" name="path-2159">
            <a:extLst xmlns:a="http://schemas.openxmlformats.org/drawingml/2006/main">
              <a:ext uri="{FF2B5EF4-FFF2-40B4-BE49-F238E27FC236}">
                <a16:creationId xmlns:a16="http://schemas.microsoft.com/office/drawing/2014/main" id="{8016EFA4-A5FE-4C0E-99C6-DB903A163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93" y="40221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5" name="path-2160">
            <a:extLst xmlns:a="http://schemas.openxmlformats.org/drawingml/2006/main">
              <a:ext uri="{FF2B5EF4-FFF2-40B4-BE49-F238E27FC236}">
                <a16:creationId xmlns:a16="http://schemas.microsoft.com/office/drawing/2014/main" id="{1814D337-4BF1-4DD8-83FE-9EFD34802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47" y="40507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6" name="path-2161">
            <a:extLst xmlns:a="http://schemas.openxmlformats.org/drawingml/2006/main">
              <a:ext uri="{FF2B5EF4-FFF2-40B4-BE49-F238E27FC236}">
                <a16:creationId xmlns:a16="http://schemas.microsoft.com/office/drawing/2014/main" id="{5A394C63-C53A-46AC-A2AA-EEE29DB7D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898" y="39989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7" name="path-2162">
            <a:extLst xmlns:a="http://schemas.openxmlformats.org/drawingml/2006/main">
              <a:ext uri="{FF2B5EF4-FFF2-40B4-BE49-F238E27FC236}">
                <a16:creationId xmlns:a16="http://schemas.microsoft.com/office/drawing/2014/main" id="{3C7DF7E5-F89E-4226-93F7-6B62E214D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892" y="40590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8" name="path-2163">
            <a:extLst xmlns:a="http://schemas.openxmlformats.org/drawingml/2006/main">
              <a:ext uri="{FF2B5EF4-FFF2-40B4-BE49-F238E27FC236}">
                <a16:creationId xmlns:a16="http://schemas.microsoft.com/office/drawing/2014/main" id="{76220176-704F-4539-9816-845B0BE6F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478" y="40448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9" name="path-2164">
            <a:extLst xmlns:a="http://schemas.openxmlformats.org/drawingml/2006/main">
              <a:ext uri="{FF2B5EF4-FFF2-40B4-BE49-F238E27FC236}">
                <a16:creationId xmlns:a16="http://schemas.microsoft.com/office/drawing/2014/main" id="{3D1AE185-726B-4687-8C96-FDA4D5F60E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63" y="40731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0" name="path-2165">
            <a:extLst xmlns:a="http://schemas.openxmlformats.org/drawingml/2006/main">
              <a:ext uri="{FF2B5EF4-FFF2-40B4-BE49-F238E27FC236}">
                <a16:creationId xmlns:a16="http://schemas.microsoft.com/office/drawing/2014/main" id="{99096BB3-905D-46D9-BB0E-4425320FD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266" y="40446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1" name="path-2166">
            <a:extLst xmlns:a="http://schemas.openxmlformats.org/drawingml/2006/main">
              <a:ext uri="{FF2B5EF4-FFF2-40B4-BE49-F238E27FC236}">
                <a16:creationId xmlns:a16="http://schemas.microsoft.com/office/drawing/2014/main" id="{6604BB6A-F971-45FC-AB4E-5D81E4835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869" y="40688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2" name="path-2167">
            <a:extLst xmlns:a="http://schemas.openxmlformats.org/drawingml/2006/main">
              <a:ext uri="{FF2B5EF4-FFF2-40B4-BE49-F238E27FC236}">
                <a16:creationId xmlns:a16="http://schemas.microsoft.com/office/drawing/2014/main" id="{62FD8D75-EB3F-4044-B865-175386DFE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593" y="4046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3" name="path-2168">
            <a:extLst xmlns:a="http://schemas.openxmlformats.org/drawingml/2006/main">
              <a:ext uri="{FF2B5EF4-FFF2-40B4-BE49-F238E27FC236}">
                <a16:creationId xmlns:a16="http://schemas.microsoft.com/office/drawing/2014/main" id="{16382EBB-EF0D-49CF-ABA2-2814F5CD2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91199" y="40394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4" name="path-2169">
            <a:extLst xmlns:a="http://schemas.openxmlformats.org/drawingml/2006/main">
              <a:ext uri="{FF2B5EF4-FFF2-40B4-BE49-F238E27FC236}">
                <a16:creationId xmlns:a16="http://schemas.microsoft.com/office/drawing/2014/main" id="{FA748A50-8D54-47F4-BA9C-6784FB31D9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999" y="40402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5" name="path-2170">
            <a:extLst xmlns:a="http://schemas.openxmlformats.org/drawingml/2006/main">
              <a:ext uri="{FF2B5EF4-FFF2-40B4-BE49-F238E27FC236}">
                <a16:creationId xmlns:a16="http://schemas.microsoft.com/office/drawing/2014/main" id="{E216F4D3-F10E-4840-AA00-A4801D8B9C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928" y="4032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6" name="path-2171">
            <a:extLst xmlns:a="http://schemas.openxmlformats.org/drawingml/2006/main">
              <a:ext uri="{FF2B5EF4-FFF2-40B4-BE49-F238E27FC236}">
                <a16:creationId xmlns:a16="http://schemas.microsoft.com/office/drawing/2014/main" id="{B583F5C0-00F0-4B9C-9E53-65258DAAA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386" y="40636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7" name="path-2172">
            <a:extLst xmlns:a="http://schemas.openxmlformats.org/drawingml/2006/main">
              <a:ext uri="{FF2B5EF4-FFF2-40B4-BE49-F238E27FC236}">
                <a16:creationId xmlns:a16="http://schemas.microsoft.com/office/drawing/2014/main" id="{55AC33E9-6999-4DFB-8B3E-6EEB8CD6F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053" y="40490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8" name="path-2173">
            <a:extLst xmlns:a="http://schemas.openxmlformats.org/drawingml/2006/main">
              <a:ext uri="{FF2B5EF4-FFF2-40B4-BE49-F238E27FC236}">
                <a16:creationId xmlns:a16="http://schemas.microsoft.com/office/drawing/2014/main" id="{BF8D5438-4091-4487-A69C-CB2A27E6A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5063" y="40384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69" name="path-2174">
            <a:extLst xmlns:a="http://schemas.openxmlformats.org/drawingml/2006/main">
              <a:ext uri="{FF2B5EF4-FFF2-40B4-BE49-F238E27FC236}">
                <a16:creationId xmlns:a16="http://schemas.microsoft.com/office/drawing/2014/main" id="{903627BE-2921-4DCA-A6BC-3EC31E4197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162" y="4066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0" name="path-2175">
            <a:extLst xmlns:a="http://schemas.openxmlformats.org/drawingml/2006/main">
              <a:ext uri="{FF2B5EF4-FFF2-40B4-BE49-F238E27FC236}">
                <a16:creationId xmlns:a16="http://schemas.microsoft.com/office/drawing/2014/main" id="{2C8CF2EA-1186-416A-B9E9-FD58AA17E6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738" y="40434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1" name="path-2176">
            <a:extLst xmlns:a="http://schemas.openxmlformats.org/drawingml/2006/main">
              <a:ext uri="{FF2B5EF4-FFF2-40B4-BE49-F238E27FC236}">
                <a16:creationId xmlns:a16="http://schemas.microsoft.com/office/drawing/2014/main" id="{247254CA-F47E-47EB-B653-1E266A09F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832" y="40327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2" name="path-2177">
            <a:extLst xmlns:a="http://schemas.openxmlformats.org/drawingml/2006/main">
              <a:ext uri="{FF2B5EF4-FFF2-40B4-BE49-F238E27FC236}">
                <a16:creationId xmlns:a16="http://schemas.microsoft.com/office/drawing/2014/main" id="{6EB0D761-3151-484F-A455-C5AF75893F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023" y="40431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3" name="path-2178">
            <a:extLst xmlns:a="http://schemas.openxmlformats.org/drawingml/2006/main">
              <a:ext uri="{FF2B5EF4-FFF2-40B4-BE49-F238E27FC236}">
                <a16:creationId xmlns:a16="http://schemas.microsoft.com/office/drawing/2014/main" id="{5B716939-6058-47D4-AC5A-7C7226954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286" y="4024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4" name="path-2179">
            <a:extLst xmlns:a="http://schemas.openxmlformats.org/drawingml/2006/main">
              <a:ext uri="{FF2B5EF4-FFF2-40B4-BE49-F238E27FC236}">
                <a16:creationId xmlns:a16="http://schemas.microsoft.com/office/drawing/2014/main" id="{CFEB16AF-F5F6-4D69-8579-33733FEF1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01" y="4084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5" name="path-2180">
            <a:extLst xmlns:a="http://schemas.openxmlformats.org/drawingml/2006/main">
              <a:ext uri="{FF2B5EF4-FFF2-40B4-BE49-F238E27FC236}">
                <a16:creationId xmlns:a16="http://schemas.microsoft.com/office/drawing/2014/main" id="{38166E0A-47EA-4B08-B2B5-B40CEA15D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0827" y="4018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6" name="path-2181">
            <a:extLst xmlns:a="http://schemas.openxmlformats.org/drawingml/2006/main">
              <a:ext uri="{FF2B5EF4-FFF2-40B4-BE49-F238E27FC236}">
                <a16:creationId xmlns:a16="http://schemas.microsoft.com/office/drawing/2014/main" id="{B95EE5D3-A0B2-4255-92AD-766C677D4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295" y="40297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7" name="path-2182">
            <a:extLst xmlns:a="http://schemas.openxmlformats.org/drawingml/2006/main">
              <a:ext uri="{FF2B5EF4-FFF2-40B4-BE49-F238E27FC236}">
                <a16:creationId xmlns:a16="http://schemas.microsoft.com/office/drawing/2014/main" id="{81EE1C39-B1DD-4600-8AD0-A3BEE1A9C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768" y="40234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8" name="path-2183">
            <a:extLst xmlns:a="http://schemas.openxmlformats.org/drawingml/2006/main">
              <a:ext uri="{FF2B5EF4-FFF2-40B4-BE49-F238E27FC236}">
                <a16:creationId xmlns:a16="http://schemas.microsoft.com/office/drawing/2014/main" id="{429D7EBC-8510-43A2-B290-26EFF37E9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117" y="4033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79" name="path-2184">
            <a:extLst xmlns:a="http://schemas.openxmlformats.org/drawingml/2006/main">
              <a:ext uri="{FF2B5EF4-FFF2-40B4-BE49-F238E27FC236}">
                <a16:creationId xmlns:a16="http://schemas.microsoft.com/office/drawing/2014/main" id="{D25AAA8D-73AC-412B-9987-4595AD6054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92" y="40032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0" name="path-2185">
            <a:extLst xmlns:a="http://schemas.openxmlformats.org/drawingml/2006/main">
              <a:ext uri="{FF2B5EF4-FFF2-40B4-BE49-F238E27FC236}">
                <a16:creationId xmlns:a16="http://schemas.microsoft.com/office/drawing/2014/main" id="{FBC64AA6-73BD-44FD-8180-C5D2F0EEB6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7655" y="4025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1" name="path-2186">
            <a:extLst xmlns:a="http://schemas.openxmlformats.org/drawingml/2006/main">
              <a:ext uri="{FF2B5EF4-FFF2-40B4-BE49-F238E27FC236}">
                <a16:creationId xmlns:a16="http://schemas.microsoft.com/office/drawing/2014/main" id="{3658DF51-908E-44AA-97DF-7C7FCE6E5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863" y="40602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2" name="path-2187">
            <a:extLst xmlns:a="http://schemas.openxmlformats.org/drawingml/2006/main">
              <a:ext uri="{FF2B5EF4-FFF2-40B4-BE49-F238E27FC236}">
                <a16:creationId xmlns:a16="http://schemas.microsoft.com/office/drawing/2014/main" id="{9CEF42D0-3393-4D18-A949-48A4E1E51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447" y="40512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3" name="path-2188">
            <a:extLst xmlns:a="http://schemas.openxmlformats.org/drawingml/2006/main">
              <a:ext uri="{FF2B5EF4-FFF2-40B4-BE49-F238E27FC236}">
                <a16:creationId xmlns:a16="http://schemas.microsoft.com/office/drawing/2014/main" id="{2B1B7052-2B5E-44B2-A9A0-38B2631E4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695" y="40216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4" name="path-2189">
            <a:extLst xmlns:a="http://schemas.openxmlformats.org/drawingml/2006/main">
              <a:ext uri="{FF2B5EF4-FFF2-40B4-BE49-F238E27FC236}">
                <a16:creationId xmlns:a16="http://schemas.microsoft.com/office/drawing/2014/main" id="{3FF8718D-A7B5-4E37-9191-628D973A5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844" y="40547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5" name="path-2190">
            <a:extLst xmlns:a="http://schemas.openxmlformats.org/drawingml/2006/main">
              <a:ext uri="{FF2B5EF4-FFF2-40B4-BE49-F238E27FC236}">
                <a16:creationId xmlns:a16="http://schemas.microsoft.com/office/drawing/2014/main" id="{AE0FAC82-3830-4366-9633-746D985A9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4" y="39938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6" name="path-2191">
            <a:extLst xmlns:a="http://schemas.openxmlformats.org/drawingml/2006/main">
              <a:ext uri="{FF2B5EF4-FFF2-40B4-BE49-F238E27FC236}">
                <a16:creationId xmlns:a16="http://schemas.microsoft.com/office/drawing/2014/main" id="{D95C7260-D2D0-4087-8A71-573BF1E9AE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756" y="40434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7" name="path-2192">
            <a:extLst xmlns:a="http://schemas.openxmlformats.org/drawingml/2006/main">
              <a:ext uri="{FF2B5EF4-FFF2-40B4-BE49-F238E27FC236}">
                <a16:creationId xmlns:a16="http://schemas.microsoft.com/office/drawing/2014/main" id="{D6A90B26-9FDA-4250-BBA3-B922BE71F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982" y="39957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8" name="path-2193">
            <a:extLst xmlns:a="http://schemas.openxmlformats.org/drawingml/2006/main">
              <a:ext uri="{FF2B5EF4-FFF2-40B4-BE49-F238E27FC236}">
                <a16:creationId xmlns:a16="http://schemas.microsoft.com/office/drawing/2014/main" id="{9C1E6EC9-5D9C-4655-8F11-B75486106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471" y="40188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9" name="path-2194">
            <a:extLst xmlns:a="http://schemas.openxmlformats.org/drawingml/2006/main">
              <a:ext uri="{FF2B5EF4-FFF2-40B4-BE49-F238E27FC236}">
                <a16:creationId xmlns:a16="http://schemas.microsoft.com/office/drawing/2014/main" id="{6BD7DF24-69AF-459C-AD52-0AF302AE3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8971" y="40292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0" name="path-2195">
            <a:extLst xmlns:a="http://schemas.openxmlformats.org/drawingml/2006/main">
              <a:ext uri="{FF2B5EF4-FFF2-40B4-BE49-F238E27FC236}">
                <a16:creationId xmlns:a16="http://schemas.microsoft.com/office/drawing/2014/main" id="{47B34A4E-AE0B-4D40-9F57-318B45BBE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130" y="40142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1" name="path-2196">
            <a:extLst xmlns:a="http://schemas.openxmlformats.org/drawingml/2006/main">
              <a:ext uri="{FF2B5EF4-FFF2-40B4-BE49-F238E27FC236}">
                <a16:creationId xmlns:a16="http://schemas.microsoft.com/office/drawing/2014/main" id="{BB0E5766-E237-47F7-A090-887AC728B0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379" y="40347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2" name="path-2197">
            <a:extLst xmlns:a="http://schemas.openxmlformats.org/drawingml/2006/main">
              <a:ext uri="{FF2B5EF4-FFF2-40B4-BE49-F238E27FC236}">
                <a16:creationId xmlns:a16="http://schemas.microsoft.com/office/drawing/2014/main" id="{85E84E61-A7A0-498E-AD78-C9D5072F6E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76" y="40645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3" name="path-2198">
            <a:extLst xmlns:a="http://schemas.openxmlformats.org/drawingml/2006/main">
              <a:ext uri="{FF2B5EF4-FFF2-40B4-BE49-F238E27FC236}">
                <a16:creationId xmlns:a16="http://schemas.microsoft.com/office/drawing/2014/main" id="{C864FB66-8951-4FAA-AA21-9F297B3C1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186" y="40394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4" name="path-2199">
            <a:extLst xmlns:a="http://schemas.openxmlformats.org/drawingml/2006/main">
              <a:ext uri="{FF2B5EF4-FFF2-40B4-BE49-F238E27FC236}">
                <a16:creationId xmlns:a16="http://schemas.microsoft.com/office/drawing/2014/main" id="{EFDAB1FF-5DC6-4A16-A6B1-6342EE9AB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69" y="40549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5" name="path-2200">
            <a:extLst xmlns:a="http://schemas.openxmlformats.org/drawingml/2006/main">
              <a:ext uri="{FF2B5EF4-FFF2-40B4-BE49-F238E27FC236}">
                <a16:creationId xmlns:a16="http://schemas.microsoft.com/office/drawing/2014/main" id="{13A35242-F032-4247-B245-1FC4C9AF4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96" y="40426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6" name="path-2201">
            <a:extLst xmlns:a="http://schemas.openxmlformats.org/drawingml/2006/main">
              <a:ext uri="{FF2B5EF4-FFF2-40B4-BE49-F238E27FC236}">
                <a16:creationId xmlns:a16="http://schemas.microsoft.com/office/drawing/2014/main" id="{A60B573C-628F-48F9-8D4B-AA4F9CE60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726" y="4025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7" name="path-2202">
            <a:extLst xmlns:a="http://schemas.openxmlformats.org/drawingml/2006/main">
              <a:ext uri="{FF2B5EF4-FFF2-40B4-BE49-F238E27FC236}">
                <a16:creationId xmlns:a16="http://schemas.microsoft.com/office/drawing/2014/main" id="{8AC64323-EA40-4087-8D1A-7C13F2441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652" y="40337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8" name="path-2203">
            <a:extLst xmlns:a="http://schemas.openxmlformats.org/drawingml/2006/main">
              <a:ext uri="{FF2B5EF4-FFF2-40B4-BE49-F238E27FC236}">
                <a16:creationId xmlns:a16="http://schemas.microsoft.com/office/drawing/2014/main" id="{CE82A2CC-4EC5-45E7-9581-C19C0C7ADD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336" y="4068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9" name="path-2204">
            <a:extLst xmlns:a="http://schemas.openxmlformats.org/drawingml/2006/main">
              <a:ext uri="{FF2B5EF4-FFF2-40B4-BE49-F238E27FC236}">
                <a16:creationId xmlns:a16="http://schemas.microsoft.com/office/drawing/2014/main" id="{345EAD15-202D-4EAF-9588-0AD3294FB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840" y="40756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0" name="path-2205">
            <a:extLst xmlns:a="http://schemas.openxmlformats.org/drawingml/2006/main">
              <a:ext uri="{FF2B5EF4-FFF2-40B4-BE49-F238E27FC236}">
                <a16:creationId xmlns:a16="http://schemas.microsoft.com/office/drawing/2014/main" id="{3CA34D0A-122D-41A9-825E-FC02E789C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281" y="40527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1" name="path-2206">
            <a:extLst xmlns:a="http://schemas.openxmlformats.org/drawingml/2006/main">
              <a:ext uri="{FF2B5EF4-FFF2-40B4-BE49-F238E27FC236}">
                <a16:creationId xmlns:a16="http://schemas.microsoft.com/office/drawing/2014/main" id="{731DF917-7757-4AC3-B03E-7A59D94B6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9079" y="4026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2" name="path-2207">
            <a:extLst xmlns:a="http://schemas.openxmlformats.org/drawingml/2006/main">
              <a:ext uri="{FF2B5EF4-FFF2-40B4-BE49-F238E27FC236}">
                <a16:creationId xmlns:a16="http://schemas.microsoft.com/office/drawing/2014/main" id="{7C70797A-2DA5-43EA-B79C-153A6F0E7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137" y="40276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3" name="path-2208">
            <a:extLst xmlns:a="http://schemas.openxmlformats.org/drawingml/2006/main">
              <a:ext uri="{FF2B5EF4-FFF2-40B4-BE49-F238E27FC236}">
                <a16:creationId xmlns:a16="http://schemas.microsoft.com/office/drawing/2014/main" id="{10997657-1555-4FC9-AACF-8FBBCA19F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522" y="40380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4" name="path-2209">
            <a:extLst xmlns:a="http://schemas.openxmlformats.org/drawingml/2006/main">
              <a:ext uri="{FF2B5EF4-FFF2-40B4-BE49-F238E27FC236}">
                <a16:creationId xmlns:a16="http://schemas.microsoft.com/office/drawing/2014/main" id="{C9EA6228-EF49-47D1-A1BB-8884C6E26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6969" y="40386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5" name="path-2210">
            <a:extLst xmlns:a="http://schemas.openxmlformats.org/drawingml/2006/main">
              <a:ext uri="{FF2B5EF4-FFF2-40B4-BE49-F238E27FC236}">
                <a16:creationId xmlns:a16="http://schemas.microsoft.com/office/drawing/2014/main" id="{4F60E3AD-E032-435D-AAF8-68A7EEA5E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0639" y="40647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6" name="path-2211">
            <a:extLst xmlns:a="http://schemas.openxmlformats.org/drawingml/2006/main">
              <a:ext uri="{FF2B5EF4-FFF2-40B4-BE49-F238E27FC236}">
                <a16:creationId xmlns:a16="http://schemas.microsoft.com/office/drawing/2014/main" id="{3BB60A2B-0003-439B-BF22-C957228E3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9152" y="40604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7" name="path-2212">
            <a:extLst xmlns:a="http://schemas.openxmlformats.org/drawingml/2006/main">
              <a:ext uri="{FF2B5EF4-FFF2-40B4-BE49-F238E27FC236}">
                <a16:creationId xmlns:a16="http://schemas.microsoft.com/office/drawing/2014/main" id="{20A80EA0-AD2F-4785-9777-7A2EB993E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490" y="40668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8" name="path-2213">
            <a:extLst xmlns:a="http://schemas.openxmlformats.org/drawingml/2006/main">
              <a:ext uri="{FF2B5EF4-FFF2-40B4-BE49-F238E27FC236}">
                <a16:creationId xmlns:a16="http://schemas.microsoft.com/office/drawing/2014/main" id="{ADE5B27C-6937-4C74-9941-1E50409B1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0523" y="3980749"/>
            <a:ext cx="217870" cy="217870"/>
          </a:xfrm>
          <a:custGeom xmlns:a="http://schemas.openxmlformats.org/drawingml/2006/main">
            <a:pathLst>
              <a:path w="186211" h="186211">
                <a:moveTo>
                  <a:pt x="0" y="186211"/>
                </a:moveTo>
                <a:lnTo>
                  <a:pt x="186211" y="186211"/>
                </a:lnTo>
                <a:lnTo>
                  <a:pt x="186211" y="0"/>
                </a:lnTo>
                <a:lnTo>
                  <a:pt x="0" y="0"/>
                </a:lnTo>
                <a:lnTo>
                  <a:pt x="0" y="186211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09" name="path-2214">
            <a:extLst xmlns:a="http://schemas.openxmlformats.org/drawingml/2006/main">
              <a:ext uri="{FF2B5EF4-FFF2-40B4-BE49-F238E27FC236}">
                <a16:creationId xmlns:a16="http://schemas.microsoft.com/office/drawing/2014/main" id="{A3A51C66-AECF-4A2B-8466-A72521F80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6157" y="3966383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0" name="path-2215">
            <a:extLst xmlns:a="http://schemas.openxmlformats.org/drawingml/2006/main">
              <a:ext uri="{FF2B5EF4-FFF2-40B4-BE49-F238E27FC236}">
                <a16:creationId xmlns:a16="http://schemas.microsoft.com/office/drawing/2014/main" id="{E205D339-A18B-4674-A195-B88234B8D4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89654" y="3980749"/>
            <a:ext cx="217870" cy="217870"/>
          </a:xfrm>
          <a:custGeom xmlns:a="http://schemas.openxmlformats.org/drawingml/2006/main">
            <a:pathLst>
              <a:path w="186211" h="186211">
                <a:moveTo>
                  <a:pt x="0" y="186211"/>
                </a:moveTo>
                <a:lnTo>
                  <a:pt x="186211" y="186211"/>
                </a:lnTo>
                <a:lnTo>
                  <a:pt x="186211" y="0"/>
                </a:lnTo>
                <a:lnTo>
                  <a:pt x="0" y="0"/>
                </a:lnTo>
                <a:lnTo>
                  <a:pt x="0" y="186211"/>
                </a:lnTo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1" name="path-2216">
            <a:extLst xmlns:a="http://schemas.openxmlformats.org/drawingml/2006/main">
              <a:ext uri="{FF2B5EF4-FFF2-40B4-BE49-F238E27FC236}">
                <a16:creationId xmlns:a16="http://schemas.microsoft.com/office/drawing/2014/main" id="{A96879F4-4B05-42E3-AB37-11F7D9B832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5288" y="3966383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2" name="path-2217">
            <a:extLst xmlns:a="http://schemas.openxmlformats.org/drawingml/2006/main">
              <a:ext uri="{FF2B5EF4-FFF2-40B4-BE49-F238E27FC236}">
                <a16:creationId xmlns:a16="http://schemas.microsoft.com/office/drawing/2014/main" id="{9E19F39E-E028-49DD-83D0-2BF0B9E65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0956" y="3980749"/>
            <a:ext cx="217870" cy="217870"/>
          </a:xfrm>
          <a:custGeom xmlns:a="http://schemas.openxmlformats.org/drawingml/2006/main">
            <a:pathLst>
              <a:path w="186211" h="186211">
                <a:moveTo>
                  <a:pt x="93105" y="0"/>
                </a:moveTo>
                <a:lnTo>
                  <a:pt x="0" y="186211"/>
                </a:lnTo>
                <a:lnTo>
                  <a:pt x="186211" y="186211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3" name="path-2218">
            <a:extLst xmlns:a="http://schemas.openxmlformats.org/drawingml/2006/main">
              <a:ext uri="{FF2B5EF4-FFF2-40B4-BE49-F238E27FC236}">
                <a16:creationId xmlns:a16="http://schemas.microsoft.com/office/drawing/2014/main" id="{CF602E27-91B1-40EE-AC07-2A1B886C8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711" y="3948626"/>
            <a:ext cx="264360" cy="264360"/>
          </a:xfrm>
          <a:custGeom xmlns:a="http://schemas.openxmlformats.org/drawingml/2006/main">
            <a:pathLst>
              <a:path w="225946" h="225945">
                <a:moveTo>
                  <a:pt x="112973" y="27455"/>
                </a:moveTo>
                <a:lnTo>
                  <a:pt x="123955" y="21964"/>
                </a:lnTo>
                <a:lnTo>
                  <a:pt x="112973" y="0"/>
                </a:lnTo>
                <a:lnTo>
                  <a:pt x="101991" y="21964"/>
                </a:lnTo>
                <a:lnTo>
                  <a:pt x="112973" y="27455"/>
                </a:lnTo>
                <a:moveTo>
                  <a:pt x="19867" y="213666"/>
                </a:moveTo>
                <a:lnTo>
                  <a:pt x="8885" y="208175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6"/>
                </a:lnTo>
                <a:moveTo>
                  <a:pt x="206078" y="213666"/>
                </a:moveTo>
                <a:lnTo>
                  <a:pt x="206078" y="225945"/>
                </a:lnTo>
                <a:lnTo>
                  <a:pt x="225946" y="225945"/>
                </a:lnTo>
                <a:lnTo>
                  <a:pt x="217060" y="208175"/>
                </a:lnTo>
                <a:lnTo>
                  <a:pt x="206078" y="213666"/>
                </a:lnTo>
                <a:moveTo>
                  <a:pt x="112973" y="27455"/>
                </a:moveTo>
                <a:lnTo>
                  <a:pt x="101991" y="21964"/>
                </a:lnTo>
                <a:lnTo>
                  <a:pt x="8885" y="208175"/>
                </a:lnTo>
                <a:lnTo>
                  <a:pt x="19867" y="213666"/>
                </a:lnTo>
                <a:lnTo>
                  <a:pt x="30849" y="219158"/>
                </a:lnTo>
                <a:lnTo>
                  <a:pt x="123955" y="32947"/>
                </a:lnTo>
                <a:lnTo>
                  <a:pt x="112973" y="27455"/>
                </a:lnTo>
                <a:moveTo>
                  <a:pt x="19867" y="213666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6"/>
                </a:lnTo>
                <a:lnTo>
                  <a:pt x="206078" y="201388"/>
                </a:lnTo>
                <a:lnTo>
                  <a:pt x="19867" y="201388"/>
                </a:lnTo>
                <a:lnTo>
                  <a:pt x="19867" y="213666"/>
                </a:lnTo>
                <a:moveTo>
                  <a:pt x="206078" y="213666"/>
                </a:moveTo>
                <a:lnTo>
                  <a:pt x="217060" y="208175"/>
                </a:lnTo>
                <a:lnTo>
                  <a:pt x="123955" y="21964"/>
                </a:lnTo>
                <a:lnTo>
                  <a:pt x="112973" y="27455"/>
                </a:lnTo>
                <a:lnTo>
                  <a:pt x="101991" y="32947"/>
                </a:lnTo>
                <a:lnTo>
                  <a:pt x="195096" y="219158"/>
                </a:lnTo>
                <a:lnTo>
                  <a:pt x="206078" y="21366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4" name="path-2219">
            <a:extLst xmlns:a="http://schemas.openxmlformats.org/drawingml/2006/main">
              <a:ext uri="{FF2B5EF4-FFF2-40B4-BE49-F238E27FC236}">
                <a16:creationId xmlns:a16="http://schemas.microsoft.com/office/drawing/2014/main" id="{73E4FE1F-A37E-4A5B-AB05-76C12BD92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1825" y="3980749"/>
            <a:ext cx="217870" cy="217870"/>
          </a:xfrm>
          <a:custGeom xmlns:a="http://schemas.openxmlformats.org/drawingml/2006/main">
            <a:pathLst>
              <a:path w="186211" h="186211">
                <a:moveTo>
                  <a:pt x="93105" y="0"/>
                </a:moveTo>
                <a:lnTo>
                  <a:pt x="0" y="186211"/>
                </a:lnTo>
                <a:lnTo>
                  <a:pt x="186211" y="186211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5" name="path-2220">
            <a:extLst xmlns:a="http://schemas.openxmlformats.org/drawingml/2006/main">
              <a:ext uri="{FF2B5EF4-FFF2-40B4-BE49-F238E27FC236}">
                <a16:creationId xmlns:a16="http://schemas.microsoft.com/office/drawing/2014/main" id="{05886393-0291-41B2-AF55-F43BAF65E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8580" y="3948626"/>
            <a:ext cx="264360" cy="264360"/>
          </a:xfrm>
          <a:custGeom xmlns:a="http://schemas.openxmlformats.org/drawingml/2006/main">
            <a:pathLst>
              <a:path w="225946" h="225945">
                <a:moveTo>
                  <a:pt x="112973" y="27455"/>
                </a:moveTo>
                <a:lnTo>
                  <a:pt x="123955" y="21964"/>
                </a:lnTo>
                <a:lnTo>
                  <a:pt x="112973" y="0"/>
                </a:lnTo>
                <a:lnTo>
                  <a:pt x="101991" y="21964"/>
                </a:lnTo>
                <a:lnTo>
                  <a:pt x="112973" y="27455"/>
                </a:lnTo>
                <a:moveTo>
                  <a:pt x="19867" y="213666"/>
                </a:moveTo>
                <a:lnTo>
                  <a:pt x="8885" y="208175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6"/>
                </a:lnTo>
                <a:moveTo>
                  <a:pt x="206078" y="213666"/>
                </a:moveTo>
                <a:lnTo>
                  <a:pt x="206078" y="225945"/>
                </a:lnTo>
                <a:lnTo>
                  <a:pt x="225946" y="225945"/>
                </a:lnTo>
                <a:lnTo>
                  <a:pt x="217060" y="208175"/>
                </a:lnTo>
                <a:lnTo>
                  <a:pt x="206078" y="213666"/>
                </a:lnTo>
                <a:moveTo>
                  <a:pt x="112973" y="27455"/>
                </a:moveTo>
                <a:lnTo>
                  <a:pt x="101991" y="21964"/>
                </a:lnTo>
                <a:lnTo>
                  <a:pt x="8885" y="208175"/>
                </a:lnTo>
                <a:lnTo>
                  <a:pt x="19867" y="213666"/>
                </a:lnTo>
                <a:lnTo>
                  <a:pt x="30849" y="219158"/>
                </a:lnTo>
                <a:lnTo>
                  <a:pt x="123955" y="32947"/>
                </a:lnTo>
                <a:lnTo>
                  <a:pt x="112973" y="27455"/>
                </a:lnTo>
                <a:moveTo>
                  <a:pt x="19867" y="213666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6"/>
                </a:lnTo>
                <a:lnTo>
                  <a:pt x="206078" y="201388"/>
                </a:lnTo>
                <a:lnTo>
                  <a:pt x="19867" y="201388"/>
                </a:lnTo>
                <a:lnTo>
                  <a:pt x="19867" y="213666"/>
                </a:lnTo>
                <a:moveTo>
                  <a:pt x="206078" y="213666"/>
                </a:moveTo>
                <a:lnTo>
                  <a:pt x="217060" y="208175"/>
                </a:lnTo>
                <a:lnTo>
                  <a:pt x="123955" y="21964"/>
                </a:lnTo>
                <a:lnTo>
                  <a:pt x="112973" y="27455"/>
                </a:lnTo>
                <a:lnTo>
                  <a:pt x="101991" y="32947"/>
                </a:lnTo>
                <a:lnTo>
                  <a:pt x="195096" y="219158"/>
                </a:lnTo>
                <a:lnTo>
                  <a:pt x="206078" y="21366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6" name="path-2221">
            <a:extLst xmlns:a="http://schemas.openxmlformats.org/drawingml/2006/main">
              <a:ext uri="{FF2B5EF4-FFF2-40B4-BE49-F238E27FC236}">
                <a16:creationId xmlns:a16="http://schemas.microsoft.com/office/drawing/2014/main" id="{896BB6D5-7A6D-4B16-9CF5-5E66AA511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4315947"/>
            <a:ext cx="106398" cy="118519"/>
          </a:xfrm>
          <a:custGeom xmlns:a="http://schemas.openxmlformats.org/drawingml/2006/main">
            <a:pathLst>
              <a:path w="90937" h="101297">
                <a:moveTo>
                  <a:pt x="90937" y="92088"/>
                </a:moveTo>
                <a:lnTo>
                  <a:pt x="90937" y="82879"/>
                </a:lnTo>
                <a:lnTo>
                  <a:pt x="36836" y="82879"/>
                </a:lnTo>
                <a:lnTo>
                  <a:pt x="27540" y="80365"/>
                </a:lnTo>
                <a:lnTo>
                  <a:pt x="20932" y="73757"/>
                </a:lnTo>
                <a:lnTo>
                  <a:pt x="18417" y="64462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64462"/>
                </a:lnTo>
                <a:lnTo>
                  <a:pt x="2895" y="78800"/>
                </a:lnTo>
                <a:lnTo>
                  <a:pt x="10789" y="90508"/>
                </a:lnTo>
                <a:lnTo>
                  <a:pt x="22497" y="98402"/>
                </a:lnTo>
                <a:lnTo>
                  <a:pt x="36836" y="101297"/>
                </a:lnTo>
                <a:lnTo>
                  <a:pt x="90937" y="101297"/>
                </a:lnTo>
                <a:lnTo>
                  <a:pt x="90937" y="9208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7" name="path-2222">
            <a:extLst xmlns:a="http://schemas.openxmlformats.org/drawingml/2006/main">
              <a:ext uri="{FF2B5EF4-FFF2-40B4-BE49-F238E27FC236}">
                <a16:creationId xmlns:a16="http://schemas.microsoft.com/office/drawing/2014/main" id="{072CC64F-4F52-4ECD-B715-5DC656175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4014261"/>
            <a:ext cx="21548" cy="150843"/>
          </a:xfrm>
          <a:custGeom xmlns:a="http://schemas.openxmlformats.org/drawingml/2006/main">
            <a:pathLst>
              <a:path w="18417" h="128923">
                <a:moveTo>
                  <a:pt x="9209" y="128923"/>
                </a:moveTo>
                <a:lnTo>
                  <a:pt x="18417" y="128923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8" name="path-2223">
            <a:extLst xmlns:a="http://schemas.openxmlformats.org/drawingml/2006/main">
              <a:ext uri="{FF2B5EF4-FFF2-40B4-BE49-F238E27FC236}">
                <a16:creationId xmlns:a16="http://schemas.microsoft.com/office/drawing/2014/main" id="{403C8F93-E369-4000-A518-BE5FD597C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3744900"/>
            <a:ext cx="106398" cy="118519"/>
          </a:xfrm>
          <a:custGeom xmlns:a="http://schemas.openxmlformats.org/drawingml/2006/main">
            <a:pathLst>
              <a:path w="90937" h="101297">
                <a:moveTo>
                  <a:pt x="9209" y="101297"/>
                </a:moveTo>
                <a:lnTo>
                  <a:pt x="18417" y="101297"/>
                </a:lnTo>
                <a:lnTo>
                  <a:pt x="18417" y="36836"/>
                </a:lnTo>
                <a:lnTo>
                  <a:pt x="20932" y="27540"/>
                </a:lnTo>
                <a:lnTo>
                  <a:pt x="27540" y="20932"/>
                </a:lnTo>
                <a:lnTo>
                  <a:pt x="36836" y="18418"/>
                </a:lnTo>
                <a:lnTo>
                  <a:pt x="90937" y="18418"/>
                </a:lnTo>
                <a:lnTo>
                  <a:pt x="90937" y="9209"/>
                </a:lnTo>
                <a:lnTo>
                  <a:pt x="90937" y="0"/>
                </a:lnTo>
                <a:lnTo>
                  <a:pt x="36836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8"/>
                </a:lnTo>
                <a:lnTo>
                  <a:pt x="0" y="36836"/>
                </a:lnTo>
                <a:lnTo>
                  <a:pt x="0" y="101297"/>
                </a:lnTo>
                <a:lnTo>
                  <a:pt x="9209" y="101297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9" name="path-2224">
            <a:extLst xmlns:a="http://schemas.openxmlformats.org/drawingml/2006/main">
              <a:ext uri="{FF2B5EF4-FFF2-40B4-BE49-F238E27FC236}">
                <a16:creationId xmlns:a16="http://schemas.microsoft.com/office/drawing/2014/main" id="{4E2C4952-CF2F-4254-9965-BB501ACCF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8974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0" name="path-2225">
            <a:extLst xmlns:a="http://schemas.openxmlformats.org/drawingml/2006/main">
              <a:ext uri="{FF2B5EF4-FFF2-40B4-BE49-F238E27FC236}">
                <a16:creationId xmlns:a16="http://schemas.microsoft.com/office/drawing/2014/main" id="{85A67E4F-ADD3-40A5-9DFD-1298537EE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2175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1" name="path-2226">
            <a:extLst xmlns:a="http://schemas.openxmlformats.org/drawingml/2006/main">
              <a:ext uri="{FF2B5EF4-FFF2-40B4-BE49-F238E27FC236}">
                <a16:creationId xmlns:a16="http://schemas.microsoft.com/office/drawing/2014/main" id="{A268C344-FA64-4097-80AB-D46B3AF293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375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2" name="path-2227">
            <a:extLst xmlns:a="http://schemas.openxmlformats.org/drawingml/2006/main">
              <a:ext uri="{FF2B5EF4-FFF2-40B4-BE49-F238E27FC236}">
                <a16:creationId xmlns:a16="http://schemas.microsoft.com/office/drawing/2014/main" id="{B39BFE00-ACDB-4A16-AB30-C40230339E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5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3" name="path-2228">
            <a:extLst xmlns:a="http://schemas.openxmlformats.org/drawingml/2006/main">
              <a:ext uri="{FF2B5EF4-FFF2-40B4-BE49-F238E27FC236}">
                <a16:creationId xmlns:a16="http://schemas.microsoft.com/office/drawing/2014/main" id="{B851BE1A-093A-4E3A-9486-922408B91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1775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4" name="path-2229">
            <a:extLst xmlns:a="http://schemas.openxmlformats.org/drawingml/2006/main">
              <a:ext uri="{FF2B5EF4-FFF2-40B4-BE49-F238E27FC236}">
                <a16:creationId xmlns:a16="http://schemas.microsoft.com/office/drawing/2014/main" id="{CABDEF15-108B-4075-9C93-65910D7E8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974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5" name="path-2230">
            <a:extLst xmlns:a="http://schemas.openxmlformats.org/drawingml/2006/main">
              <a:ext uri="{FF2B5EF4-FFF2-40B4-BE49-F238E27FC236}">
                <a16:creationId xmlns:a16="http://schemas.microsoft.com/office/drawing/2014/main" id="{BFF08E65-C831-46A2-A648-C5D7CEC59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175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18418"/>
                </a:move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6" name="path-2231">
            <a:extLst xmlns:a="http://schemas.openxmlformats.org/drawingml/2006/main">
              <a:ext uri="{FF2B5EF4-FFF2-40B4-BE49-F238E27FC236}">
                <a16:creationId xmlns:a16="http://schemas.microsoft.com/office/drawing/2014/main" id="{31EAAA67-0D67-4E67-8853-1ABEB2315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374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7" name="path-2232">
            <a:extLst xmlns:a="http://schemas.openxmlformats.org/drawingml/2006/main">
              <a:ext uri="{FF2B5EF4-FFF2-40B4-BE49-F238E27FC236}">
                <a16:creationId xmlns:a16="http://schemas.microsoft.com/office/drawing/2014/main" id="{2221A4C8-3E1F-49F0-BEF2-02272C3F9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4574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8" name="path-2233">
            <a:extLst xmlns:a="http://schemas.openxmlformats.org/drawingml/2006/main">
              <a:ext uri="{FF2B5EF4-FFF2-40B4-BE49-F238E27FC236}">
                <a16:creationId xmlns:a16="http://schemas.microsoft.com/office/drawing/2014/main" id="{2F5A9F72-5941-4BD0-9892-C14A299DC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7775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29" name="path-2234">
            <a:extLst xmlns:a="http://schemas.openxmlformats.org/drawingml/2006/main">
              <a:ext uri="{FF2B5EF4-FFF2-40B4-BE49-F238E27FC236}">
                <a16:creationId xmlns:a16="http://schemas.microsoft.com/office/drawing/2014/main" id="{2A36A93B-C9CA-4516-B367-1EDE3E68A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74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18418"/>
                </a:move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0" name="path-2235">
            <a:extLst xmlns:a="http://schemas.openxmlformats.org/drawingml/2006/main">
              <a:ext uri="{FF2B5EF4-FFF2-40B4-BE49-F238E27FC236}">
                <a16:creationId xmlns:a16="http://schemas.microsoft.com/office/drawing/2014/main" id="{3960092B-79E2-4908-8F55-BC45ADADC6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4175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18418"/>
                </a:move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1" name="path-2236">
            <a:extLst xmlns:a="http://schemas.openxmlformats.org/drawingml/2006/main">
              <a:ext uri="{FF2B5EF4-FFF2-40B4-BE49-F238E27FC236}">
                <a16:creationId xmlns:a16="http://schemas.microsoft.com/office/drawing/2014/main" id="{A815578D-9069-4A7A-90A3-60E8DEE84C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7374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2" name="path-2237">
            <a:extLst xmlns:a="http://schemas.openxmlformats.org/drawingml/2006/main">
              <a:ext uri="{FF2B5EF4-FFF2-40B4-BE49-F238E27FC236}">
                <a16:creationId xmlns:a16="http://schemas.microsoft.com/office/drawing/2014/main" id="{EBDE5B85-7776-454F-B83A-A579873DA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0575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3" name="path-2238">
            <a:extLst xmlns:a="http://schemas.openxmlformats.org/drawingml/2006/main">
              <a:ext uri="{FF2B5EF4-FFF2-40B4-BE49-F238E27FC236}">
                <a16:creationId xmlns:a16="http://schemas.microsoft.com/office/drawing/2014/main" id="{F9D289C0-E3AF-4A43-B859-8E5A66B86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3775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4" name="path-2239">
            <a:extLst xmlns:a="http://schemas.openxmlformats.org/drawingml/2006/main">
              <a:ext uri="{FF2B5EF4-FFF2-40B4-BE49-F238E27FC236}">
                <a16:creationId xmlns:a16="http://schemas.microsoft.com/office/drawing/2014/main" id="{6BE97DE9-E065-40CB-88E5-8009DC909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6974" y="3744900"/>
            <a:ext cx="106398" cy="118519"/>
          </a:xfrm>
          <a:custGeom xmlns:a="http://schemas.openxmlformats.org/drawingml/2006/main">
            <a:pathLst>
              <a:path w="90937" h="101297">
                <a:moveTo>
                  <a:pt x="0" y="9209"/>
                </a:moveTo>
                <a:lnTo>
                  <a:pt x="0" y="18418"/>
                </a:lnTo>
                <a:lnTo>
                  <a:pt x="54102" y="18418"/>
                </a:lnTo>
                <a:lnTo>
                  <a:pt x="63398" y="20932"/>
                </a:lnTo>
                <a:lnTo>
                  <a:pt x="70005" y="27540"/>
                </a:lnTo>
                <a:lnTo>
                  <a:pt x="72519" y="36836"/>
                </a:lnTo>
                <a:lnTo>
                  <a:pt x="72519" y="101297"/>
                </a:lnTo>
                <a:lnTo>
                  <a:pt x="81728" y="101297"/>
                </a:lnTo>
                <a:lnTo>
                  <a:pt x="90937" y="101297"/>
                </a:lnTo>
                <a:lnTo>
                  <a:pt x="90937" y="36836"/>
                </a:lnTo>
                <a:lnTo>
                  <a:pt x="88043" y="22498"/>
                </a:lnTo>
                <a:lnTo>
                  <a:pt x="80149" y="10789"/>
                </a:lnTo>
                <a:lnTo>
                  <a:pt x="68440" y="2895"/>
                </a:lnTo>
                <a:lnTo>
                  <a:pt x="54102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5" name="path-2240">
            <a:extLst xmlns:a="http://schemas.openxmlformats.org/drawingml/2006/main">
              <a:ext uri="{FF2B5EF4-FFF2-40B4-BE49-F238E27FC236}">
                <a16:creationId xmlns:a16="http://schemas.microsoft.com/office/drawing/2014/main" id="{240337FB-A221-466F-AA14-ACC530DBD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21823" y="4014261"/>
            <a:ext cx="21550" cy="150843"/>
          </a:xfrm>
          <a:custGeom xmlns:a="http://schemas.openxmlformats.org/drawingml/2006/main">
            <a:pathLst>
              <a:path w="18418" h="128923">
                <a:moveTo>
                  <a:pt x="18418" y="128923"/>
                </a:move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lnTo>
                  <a:pt x="18418" y="128923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6" name="path-2241">
            <a:extLst xmlns:a="http://schemas.openxmlformats.org/drawingml/2006/main">
              <a:ext uri="{FF2B5EF4-FFF2-40B4-BE49-F238E27FC236}">
                <a16:creationId xmlns:a16="http://schemas.microsoft.com/office/drawing/2014/main" id="{BE132A29-5536-42E7-AB3D-CB985C263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6974" y="4315947"/>
            <a:ext cx="106398" cy="118519"/>
          </a:xfrm>
          <a:custGeom xmlns:a="http://schemas.openxmlformats.org/drawingml/2006/main">
            <a:pathLst>
              <a:path w="90937" h="101297">
                <a:moveTo>
                  <a:pt x="81728" y="0"/>
                </a:moveTo>
                <a:lnTo>
                  <a:pt x="72519" y="0"/>
                </a:lnTo>
                <a:lnTo>
                  <a:pt x="72519" y="64462"/>
                </a:lnTo>
                <a:lnTo>
                  <a:pt x="70005" y="73757"/>
                </a:lnTo>
                <a:lnTo>
                  <a:pt x="63398" y="80365"/>
                </a:lnTo>
                <a:lnTo>
                  <a:pt x="54102" y="82879"/>
                </a:lnTo>
                <a:lnTo>
                  <a:pt x="0" y="82879"/>
                </a:lnTo>
                <a:lnTo>
                  <a:pt x="0" y="92088"/>
                </a:lnTo>
                <a:lnTo>
                  <a:pt x="0" y="101297"/>
                </a:lnTo>
                <a:lnTo>
                  <a:pt x="54102" y="101297"/>
                </a:lnTo>
                <a:lnTo>
                  <a:pt x="68440" y="98402"/>
                </a:lnTo>
                <a:lnTo>
                  <a:pt x="80149" y="90508"/>
                </a:lnTo>
                <a:lnTo>
                  <a:pt x="88043" y="78800"/>
                </a:lnTo>
                <a:lnTo>
                  <a:pt x="90937" y="64462"/>
                </a:lnTo>
                <a:lnTo>
                  <a:pt x="90937" y="0"/>
                </a:lnTo>
                <a:lnTo>
                  <a:pt x="81728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7" name="path-2242">
            <a:extLst xmlns:a="http://schemas.openxmlformats.org/drawingml/2006/main">
              <a:ext uri="{FF2B5EF4-FFF2-40B4-BE49-F238E27FC236}">
                <a16:creationId xmlns:a16="http://schemas.microsoft.com/office/drawing/2014/main" id="{710B7CCA-372E-4017-AD64-CA70078DB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3775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8" name="path-2243">
            <a:extLst xmlns:a="http://schemas.openxmlformats.org/drawingml/2006/main">
              <a:ext uri="{FF2B5EF4-FFF2-40B4-BE49-F238E27FC236}">
                <a16:creationId xmlns:a16="http://schemas.microsoft.com/office/drawing/2014/main" id="{3A9F678A-2D68-40BF-BAF9-692C167EE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0575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39" name="path-2244">
            <a:extLst xmlns:a="http://schemas.openxmlformats.org/drawingml/2006/main">
              <a:ext uri="{FF2B5EF4-FFF2-40B4-BE49-F238E27FC236}">
                <a16:creationId xmlns:a16="http://schemas.microsoft.com/office/drawing/2014/main" id="{61ED78CA-7A31-4B96-8516-4803DB98A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7374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0" name="path-2245">
            <a:extLst xmlns:a="http://schemas.openxmlformats.org/drawingml/2006/main">
              <a:ext uri="{FF2B5EF4-FFF2-40B4-BE49-F238E27FC236}">
                <a16:creationId xmlns:a16="http://schemas.microsoft.com/office/drawing/2014/main" id="{0743A45A-4C72-43D6-9153-B31FD385A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4175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1" name="path-2246">
            <a:extLst xmlns:a="http://schemas.openxmlformats.org/drawingml/2006/main">
              <a:ext uri="{FF2B5EF4-FFF2-40B4-BE49-F238E27FC236}">
                <a16:creationId xmlns:a16="http://schemas.microsoft.com/office/drawing/2014/main" id="{1A7A17DA-8A57-4352-85A4-289A8CD71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74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2" name="path-2247">
            <a:extLst xmlns:a="http://schemas.openxmlformats.org/drawingml/2006/main">
              <a:ext uri="{FF2B5EF4-FFF2-40B4-BE49-F238E27FC236}">
                <a16:creationId xmlns:a16="http://schemas.microsoft.com/office/drawing/2014/main" id="{31A61BD1-732E-41C7-A10E-86E896535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7775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3" name="path-2248">
            <a:extLst xmlns:a="http://schemas.openxmlformats.org/drawingml/2006/main">
              <a:ext uri="{FF2B5EF4-FFF2-40B4-BE49-F238E27FC236}">
                <a16:creationId xmlns:a16="http://schemas.microsoft.com/office/drawing/2014/main" id="{542635A3-5460-47E6-A5D2-0AECEBEF5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4574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18418"/>
                </a:move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4" name="path-2249">
            <a:extLst xmlns:a="http://schemas.openxmlformats.org/drawingml/2006/main">
              <a:ext uri="{FF2B5EF4-FFF2-40B4-BE49-F238E27FC236}">
                <a16:creationId xmlns:a16="http://schemas.microsoft.com/office/drawing/2014/main" id="{3191DCF5-AE6F-45C2-9B4D-E064427413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374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5" name="path-2250">
            <a:extLst xmlns:a="http://schemas.openxmlformats.org/drawingml/2006/main">
              <a:ext uri="{FF2B5EF4-FFF2-40B4-BE49-F238E27FC236}">
                <a16:creationId xmlns:a16="http://schemas.microsoft.com/office/drawing/2014/main" id="{61A3EB20-31BB-4464-92C1-4B5344270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175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0"/>
                </a:move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6" name="path-2251">
            <a:extLst xmlns:a="http://schemas.openxmlformats.org/drawingml/2006/main">
              <a:ext uri="{FF2B5EF4-FFF2-40B4-BE49-F238E27FC236}">
                <a16:creationId xmlns:a16="http://schemas.microsoft.com/office/drawing/2014/main" id="{1E804163-51D4-4DD0-AD85-FBD6E8DB6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974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7" name="path-2252">
            <a:extLst xmlns:a="http://schemas.openxmlformats.org/drawingml/2006/main">
              <a:ext uri="{FF2B5EF4-FFF2-40B4-BE49-F238E27FC236}">
                <a16:creationId xmlns:a16="http://schemas.microsoft.com/office/drawing/2014/main" id="{3B13783C-6808-40A6-AF8C-3C2C61B6D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1775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8" name="path-2253">
            <a:extLst xmlns:a="http://schemas.openxmlformats.org/drawingml/2006/main">
              <a:ext uri="{FF2B5EF4-FFF2-40B4-BE49-F238E27FC236}">
                <a16:creationId xmlns:a16="http://schemas.microsoft.com/office/drawing/2014/main" id="{F2CAC787-FD7C-4BE6-9E03-CC08AC02E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5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9" name="path-2254">
            <a:extLst xmlns:a="http://schemas.openxmlformats.org/drawingml/2006/main">
              <a:ext uri="{FF2B5EF4-FFF2-40B4-BE49-F238E27FC236}">
                <a16:creationId xmlns:a16="http://schemas.microsoft.com/office/drawing/2014/main" id="{1A22907B-7B86-4356-A33A-D51397064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375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0" name="path-2255">
            <a:extLst xmlns:a="http://schemas.openxmlformats.org/drawingml/2006/main">
              <a:ext uri="{FF2B5EF4-FFF2-40B4-BE49-F238E27FC236}">
                <a16:creationId xmlns:a16="http://schemas.microsoft.com/office/drawing/2014/main" id="{FC59450D-C97C-418C-8FD5-FE76981C85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2175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1" name="path-2256">
            <a:extLst xmlns:a="http://schemas.openxmlformats.org/drawingml/2006/main">
              <a:ext uri="{FF2B5EF4-FFF2-40B4-BE49-F238E27FC236}">
                <a16:creationId xmlns:a16="http://schemas.microsoft.com/office/drawing/2014/main" id="{8F234613-AAB7-453C-AE08-1B5C96411D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8974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2" name="path-2257">
            <a:extLst xmlns:a="http://schemas.openxmlformats.org/drawingml/2006/main">
              <a:ext uri="{FF2B5EF4-FFF2-40B4-BE49-F238E27FC236}">
                <a16:creationId xmlns:a16="http://schemas.microsoft.com/office/drawing/2014/main" id="{9EE9399C-77C7-4997-A39C-B5B9C9CAEC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9658" y="1301947"/>
            <a:ext cx="3755038" cy="364848"/>
          </a:xfrm>
          <a:custGeom xmlns:a="http://schemas.openxmlformats.org/drawingml/2006/main">
            <a:pathLst>
              <a:path w="3209384" h="311831">
                <a:moveTo>
                  <a:pt x="136010" y="5297"/>
                </a:moveTo>
                <a:lnTo>
                  <a:pt x="208457" y="159760"/>
                </a:lnTo>
                <a:lnTo>
                  <a:pt x="241092" y="47672"/>
                </a:lnTo>
                <a:cubicBezTo>
                  <a:pt x="242801" y="41521"/>
                  <a:pt x="243655" y="36053"/>
                  <a:pt x="243655" y="31269"/>
                </a:cubicBezTo>
                <a:cubicBezTo>
                  <a:pt x="243655" y="25573"/>
                  <a:pt x="241833" y="21017"/>
                  <a:pt x="238187" y="17599"/>
                </a:cubicBezTo>
                <a:cubicBezTo>
                  <a:pt x="234657" y="14182"/>
                  <a:pt x="228505" y="12189"/>
                  <a:pt x="219735" y="11619"/>
                </a:cubicBezTo>
                <a:lnTo>
                  <a:pt x="221614" y="5297"/>
                </a:lnTo>
                <a:lnTo>
                  <a:pt x="295087" y="5297"/>
                </a:lnTo>
                <a:lnTo>
                  <a:pt x="293377" y="11619"/>
                </a:lnTo>
                <a:cubicBezTo>
                  <a:pt x="284037" y="12189"/>
                  <a:pt x="276291" y="14809"/>
                  <a:pt x="270140" y="19479"/>
                </a:cubicBezTo>
                <a:cubicBezTo>
                  <a:pt x="264102" y="24149"/>
                  <a:pt x="258977" y="33547"/>
                  <a:pt x="254762" y="47672"/>
                </a:cubicBezTo>
                <a:lnTo>
                  <a:pt x="198206" y="239555"/>
                </a:lnTo>
                <a:lnTo>
                  <a:pt x="191712" y="239555"/>
                </a:lnTo>
                <a:lnTo>
                  <a:pt x="98760" y="42033"/>
                </a:lnTo>
                <a:lnTo>
                  <a:pt x="53823" y="195984"/>
                </a:lnTo>
                <a:cubicBezTo>
                  <a:pt x="52342" y="201338"/>
                  <a:pt x="51601" y="206122"/>
                  <a:pt x="51601" y="210337"/>
                </a:cubicBezTo>
                <a:cubicBezTo>
                  <a:pt x="51601" y="216488"/>
                  <a:pt x="53596" y="221443"/>
                  <a:pt x="57582" y="225202"/>
                </a:cubicBezTo>
                <a:cubicBezTo>
                  <a:pt x="61682" y="228847"/>
                  <a:pt x="68176" y="230670"/>
                  <a:pt x="77061" y="230670"/>
                </a:cubicBezTo>
                <a:lnTo>
                  <a:pt x="75523" y="236992"/>
                </a:lnTo>
                <a:lnTo>
                  <a:pt x="0" y="236992"/>
                </a:lnTo>
                <a:lnTo>
                  <a:pt x="1538" y="230670"/>
                </a:lnTo>
                <a:cubicBezTo>
                  <a:pt x="8031" y="230670"/>
                  <a:pt x="12644" y="230100"/>
                  <a:pt x="15379" y="228961"/>
                </a:cubicBezTo>
                <a:cubicBezTo>
                  <a:pt x="20162" y="227139"/>
                  <a:pt x="24833" y="223664"/>
                  <a:pt x="29389" y="218538"/>
                </a:cubicBezTo>
                <a:cubicBezTo>
                  <a:pt x="33946" y="213298"/>
                  <a:pt x="37648" y="205780"/>
                  <a:pt x="40495" y="195984"/>
                </a:cubicBezTo>
                <a:lnTo>
                  <a:pt x="89535" y="27680"/>
                </a:lnTo>
                <a:cubicBezTo>
                  <a:pt x="83497" y="20960"/>
                  <a:pt x="78428" y="16631"/>
                  <a:pt x="74328" y="14695"/>
                </a:cubicBezTo>
                <a:cubicBezTo>
                  <a:pt x="70226" y="12758"/>
                  <a:pt x="64075" y="11733"/>
                  <a:pt x="55874" y="11619"/>
                </a:cubicBezTo>
                <a:lnTo>
                  <a:pt x="57753" y="5297"/>
                </a:lnTo>
                <a:lnTo>
                  <a:pt x="136010" y="5297"/>
                </a:lnTo>
                <a:moveTo>
                  <a:pt x="379153" y="78599"/>
                </a:moveTo>
                <a:cubicBezTo>
                  <a:pt x="388152" y="78599"/>
                  <a:pt x="396582" y="80706"/>
                  <a:pt x="404441" y="84921"/>
                </a:cubicBezTo>
                <a:cubicBezTo>
                  <a:pt x="412414" y="89022"/>
                  <a:pt x="418395" y="94774"/>
                  <a:pt x="422382" y="102178"/>
                </a:cubicBezTo>
                <a:cubicBezTo>
                  <a:pt x="426482" y="109583"/>
                  <a:pt x="428533" y="117784"/>
                  <a:pt x="428533" y="126783"/>
                </a:cubicBezTo>
                <a:cubicBezTo>
                  <a:pt x="428533" y="145237"/>
                  <a:pt x="423350" y="163690"/>
                  <a:pt x="412985" y="182144"/>
                </a:cubicBezTo>
                <a:cubicBezTo>
                  <a:pt x="402732" y="200597"/>
                  <a:pt x="389177" y="215178"/>
                  <a:pt x="372318" y="225886"/>
                </a:cubicBezTo>
                <a:cubicBezTo>
                  <a:pt x="355460" y="236479"/>
                  <a:pt x="338487" y="241776"/>
                  <a:pt x="321400" y="241776"/>
                </a:cubicBezTo>
                <a:cubicBezTo>
                  <a:pt x="305908" y="241776"/>
                  <a:pt x="293891" y="237163"/>
                  <a:pt x="285348" y="227936"/>
                </a:cubicBezTo>
                <a:cubicBezTo>
                  <a:pt x="276918" y="218709"/>
                  <a:pt x="272702" y="207432"/>
                  <a:pt x="272702" y="194104"/>
                </a:cubicBezTo>
                <a:cubicBezTo>
                  <a:pt x="272702" y="178271"/>
                  <a:pt x="275836" y="163462"/>
                  <a:pt x="282101" y="149679"/>
                </a:cubicBezTo>
                <a:cubicBezTo>
                  <a:pt x="288480" y="135782"/>
                  <a:pt x="296511" y="123707"/>
                  <a:pt x="306193" y="113455"/>
                </a:cubicBezTo>
                <a:cubicBezTo>
                  <a:pt x="315989" y="103089"/>
                  <a:pt x="327210" y="94717"/>
                  <a:pt x="339854" y="88338"/>
                </a:cubicBezTo>
                <a:cubicBezTo>
                  <a:pt x="352498" y="81845"/>
                  <a:pt x="365597" y="78599"/>
                  <a:pt x="379153" y="78599"/>
                </a:cubicBezTo>
                <a:moveTo>
                  <a:pt x="372148" y="87655"/>
                </a:moveTo>
                <a:cubicBezTo>
                  <a:pt x="366109" y="87655"/>
                  <a:pt x="361098" y="89420"/>
                  <a:pt x="357111" y="92951"/>
                </a:cubicBezTo>
                <a:cubicBezTo>
                  <a:pt x="349138" y="100128"/>
                  <a:pt x="340138" y="116930"/>
                  <a:pt x="330114" y="143357"/>
                </a:cubicBezTo>
                <a:cubicBezTo>
                  <a:pt x="320090" y="169671"/>
                  <a:pt x="315078" y="193421"/>
                  <a:pt x="315078" y="214608"/>
                </a:cubicBezTo>
                <a:cubicBezTo>
                  <a:pt x="315078" y="219848"/>
                  <a:pt x="316672" y="224177"/>
                  <a:pt x="319862" y="227594"/>
                </a:cubicBezTo>
                <a:cubicBezTo>
                  <a:pt x="323051" y="231011"/>
                  <a:pt x="326810" y="232720"/>
                  <a:pt x="331139" y="232720"/>
                </a:cubicBezTo>
                <a:cubicBezTo>
                  <a:pt x="335582" y="232720"/>
                  <a:pt x="339512" y="231353"/>
                  <a:pt x="342929" y="228620"/>
                </a:cubicBezTo>
                <a:cubicBezTo>
                  <a:pt x="347941" y="224519"/>
                  <a:pt x="354092" y="215349"/>
                  <a:pt x="361383" y="201110"/>
                </a:cubicBezTo>
                <a:cubicBezTo>
                  <a:pt x="368673" y="186757"/>
                  <a:pt x="374653" y="170981"/>
                  <a:pt x="379324" y="153780"/>
                </a:cubicBezTo>
                <a:cubicBezTo>
                  <a:pt x="383994" y="136465"/>
                  <a:pt x="386329" y="120632"/>
                  <a:pt x="386329" y="106279"/>
                </a:cubicBezTo>
                <a:cubicBezTo>
                  <a:pt x="386329" y="100356"/>
                  <a:pt x="384905" y="95799"/>
                  <a:pt x="382057" y="92610"/>
                </a:cubicBezTo>
                <a:cubicBezTo>
                  <a:pt x="379210" y="89306"/>
                  <a:pt x="375906" y="87655"/>
                  <a:pt x="372148" y="87655"/>
                </a:cubicBezTo>
                <a:moveTo>
                  <a:pt x="532590" y="78599"/>
                </a:moveTo>
                <a:lnTo>
                  <a:pt x="511403" y="151900"/>
                </a:lnTo>
                <a:cubicBezTo>
                  <a:pt x="525643" y="130485"/>
                  <a:pt x="536292" y="115848"/>
                  <a:pt x="543355" y="107988"/>
                </a:cubicBezTo>
                <a:cubicBezTo>
                  <a:pt x="553721" y="96596"/>
                  <a:pt x="562663" y="88851"/>
                  <a:pt x="570182" y="84750"/>
                </a:cubicBezTo>
                <a:cubicBezTo>
                  <a:pt x="577700" y="80649"/>
                  <a:pt x="584762" y="78599"/>
                  <a:pt x="591369" y="78599"/>
                </a:cubicBezTo>
                <a:cubicBezTo>
                  <a:pt x="597292" y="78599"/>
                  <a:pt x="602362" y="80820"/>
                  <a:pt x="606576" y="85262"/>
                </a:cubicBezTo>
                <a:cubicBezTo>
                  <a:pt x="610790" y="89591"/>
                  <a:pt x="612898" y="95287"/>
                  <a:pt x="612898" y="102349"/>
                </a:cubicBezTo>
                <a:cubicBezTo>
                  <a:pt x="612898" y="108728"/>
                  <a:pt x="611531" y="116474"/>
                  <a:pt x="608797" y="125587"/>
                </a:cubicBezTo>
                <a:lnTo>
                  <a:pt x="586926" y="198547"/>
                </a:lnTo>
                <a:cubicBezTo>
                  <a:pt x="585104" y="204926"/>
                  <a:pt x="584193" y="209084"/>
                  <a:pt x="584193" y="211020"/>
                </a:cubicBezTo>
                <a:cubicBezTo>
                  <a:pt x="584193" y="212159"/>
                  <a:pt x="584592" y="213184"/>
                  <a:pt x="585389" y="214096"/>
                </a:cubicBezTo>
                <a:cubicBezTo>
                  <a:pt x="586300" y="215007"/>
                  <a:pt x="587212" y="215463"/>
                  <a:pt x="588122" y="215463"/>
                </a:cubicBezTo>
                <a:cubicBezTo>
                  <a:pt x="589261" y="215463"/>
                  <a:pt x="590457" y="215007"/>
                  <a:pt x="591711" y="214096"/>
                </a:cubicBezTo>
                <a:cubicBezTo>
                  <a:pt x="595698" y="210792"/>
                  <a:pt x="599741" y="206122"/>
                  <a:pt x="603843" y="200085"/>
                </a:cubicBezTo>
                <a:cubicBezTo>
                  <a:pt x="604867" y="198490"/>
                  <a:pt x="606519" y="196098"/>
                  <a:pt x="608797" y="192908"/>
                </a:cubicBezTo>
                <a:lnTo>
                  <a:pt x="615290" y="196838"/>
                </a:lnTo>
                <a:cubicBezTo>
                  <a:pt x="598545" y="224974"/>
                  <a:pt x="580946" y="239042"/>
                  <a:pt x="562492" y="239042"/>
                </a:cubicBezTo>
                <a:cubicBezTo>
                  <a:pt x="555430" y="239042"/>
                  <a:pt x="549905" y="237220"/>
                  <a:pt x="545918" y="233575"/>
                </a:cubicBezTo>
                <a:cubicBezTo>
                  <a:pt x="541932" y="229929"/>
                  <a:pt x="539938" y="225373"/>
                  <a:pt x="539938" y="219905"/>
                </a:cubicBezTo>
                <a:cubicBezTo>
                  <a:pt x="539938" y="215121"/>
                  <a:pt x="541305" y="208001"/>
                  <a:pt x="544039" y="198547"/>
                </a:cubicBezTo>
                <a:lnTo>
                  <a:pt x="565397" y="125587"/>
                </a:lnTo>
                <a:cubicBezTo>
                  <a:pt x="566878" y="120803"/>
                  <a:pt x="567619" y="117271"/>
                  <a:pt x="567619" y="114993"/>
                </a:cubicBezTo>
                <a:cubicBezTo>
                  <a:pt x="567619" y="113740"/>
                  <a:pt x="567105" y="112658"/>
                  <a:pt x="566081" y="111747"/>
                </a:cubicBezTo>
                <a:cubicBezTo>
                  <a:pt x="565056" y="110722"/>
                  <a:pt x="563860" y="110209"/>
                  <a:pt x="562492" y="110209"/>
                </a:cubicBezTo>
                <a:cubicBezTo>
                  <a:pt x="558163" y="110209"/>
                  <a:pt x="552924" y="113171"/>
                  <a:pt x="546773" y="119094"/>
                </a:cubicBezTo>
                <a:cubicBezTo>
                  <a:pt x="531053" y="134130"/>
                  <a:pt x="515846" y="156514"/>
                  <a:pt x="501152" y="186244"/>
                </a:cubicBezTo>
                <a:lnTo>
                  <a:pt x="487141" y="236992"/>
                </a:lnTo>
                <a:lnTo>
                  <a:pt x="443569" y="236992"/>
                </a:lnTo>
                <a:lnTo>
                  <a:pt x="475521" y="127296"/>
                </a:lnTo>
                <a:cubicBezTo>
                  <a:pt x="478597" y="116474"/>
                  <a:pt x="480135" y="108785"/>
                  <a:pt x="480135" y="104229"/>
                </a:cubicBezTo>
                <a:cubicBezTo>
                  <a:pt x="480135" y="102292"/>
                  <a:pt x="479680" y="100698"/>
                  <a:pt x="478768" y="99444"/>
                </a:cubicBezTo>
                <a:cubicBezTo>
                  <a:pt x="477857" y="98077"/>
                  <a:pt x="476376" y="97052"/>
                  <a:pt x="474325" y="96369"/>
                </a:cubicBezTo>
                <a:cubicBezTo>
                  <a:pt x="472275" y="95571"/>
                  <a:pt x="468402" y="95173"/>
                  <a:pt x="462707" y="95173"/>
                </a:cubicBezTo>
                <a:lnTo>
                  <a:pt x="464586" y="88680"/>
                </a:lnTo>
                <a:lnTo>
                  <a:pt x="522168" y="78599"/>
                </a:lnTo>
                <a:lnTo>
                  <a:pt x="532590" y="78599"/>
                </a:lnTo>
                <a:moveTo>
                  <a:pt x="647243" y="142503"/>
                </a:moveTo>
                <a:lnTo>
                  <a:pt x="746687" y="142503"/>
                </a:lnTo>
                <a:lnTo>
                  <a:pt x="736093" y="178043"/>
                </a:lnTo>
                <a:lnTo>
                  <a:pt x="636136" y="178043"/>
                </a:lnTo>
                <a:lnTo>
                  <a:pt x="647243" y="142503"/>
                </a:lnTo>
                <a:moveTo>
                  <a:pt x="771633" y="88167"/>
                </a:moveTo>
                <a:lnTo>
                  <a:pt x="828190" y="78599"/>
                </a:lnTo>
                <a:lnTo>
                  <a:pt x="838442" y="78599"/>
                </a:lnTo>
                <a:lnTo>
                  <a:pt x="830752" y="106450"/>
                </a:lnTo>
                <a:cubicBezTo>
                  <a:pt x="842714" y="95515"/>
                  <a:pt x="852510" y="88167"/>
                  <a:pt x="860142" y="84408"/>
                </a:cubicBezTo>
                <a:cubicBezTo>
                  <a:pt x="867773" y="80535"/>
                  <a:pt x="875349" y="78599"/>
                  <a:pt x="882867" y="78599"/>
                </a:cubicBezTo>
                <a:cubicBezTo>
                  <a:pt x="893575" y="78599"/>
                  <a:pt x="901833" y="82756"/>
                  <a:pt x="907643" y="91072"/>
                </a:cubicBezTo>
                <a:cubicBezTo>
                  <a:pt x="913452" y="99273"/>
                  <a:pt x="916356" y="109355"/>
                  <a:pt x="916356" y="121315"/>
                </a:cubicBezTo>
                <a:cubicBezTo>
                  <a:pt x="916356" y="154008"/>
                  <a:pt x="905023" y="182998"/>
                  <a:pt x="882355" y="208286"/>
                </a:cubicBezTo>
                <a:cubicBezTo>
                  <a:pt x="862307" y="230613"/>
                  <a:pt x="840436" y="241776"/>
                  <a:pt x="816742" y="241776"/>
                </a:cubicBezTo>
                <a:cubicBezTo>
                  <a:pt x="812527" y="241776"/>
                  <a:pt x="808939" y="241377"/>
                  <a:pt x="805978" y="240580"/>
                </a:cubicBezTo>
                <a:cubicBezTo>
                  <a:pt x="803016" y="239783"/>
                  <a:pt x="798858" y="238017"/>
                  <a:pt x="793504" y="235283"/>
                </a:cubicBezTo>
                <a:lnTo>
                  <a:pt x="784619" y="266039"/>
                </a:lnTo>
                <a:cubicBezTo>
                  <a:pt x="781429" y="277203"/>
                  <a:pt x="779834" y="285689"/>
                  <a:pt x="779834" y="291498"/>
                </a:cubicBezTo>
                <a:cubicBezTo>
                  <a:pt x="779834" y="295143"/>
                  <a:pt x="781088" y="297991"/>
                  <a:pt x="783593" y="300042"/>
                </a:cubicBezTo>
                <a:cubicBezTo>
                  <a:pt x="786100" y="302206"/>
                  <a:pt x="791966" y="304028"/>
                  <a:pt x="801193" y="305509"/>
                </a:cubicBezTo>
                <a:lnTo>
                  <a:pt x="799656" y="311831"/>
                </a:lnTo>
                <a:lnTo>
                  <a:pt x="707729" y="311831"/>
                </a:lnTo>
                <a:lnTo>
                  <a:pt x="709437" y="305509"/>
                </a:lnTo>
                <a:cubicBezTo>
                  <a:pt x="716728" y="305282"/>
                  <a:pt x="722822" y="302946"/>
                  <a:pt x="727721" y="298504"/>
                </a:cubicBezTo>
                <a:cubicBezTo>
                  <a:pt x="732504" y="294061"/>
                  <a:pt x="737004" y="284493"/>
                  <a:pt x="741219" y="269798"/>
                </a:cubicBezTo>
                <a:lnTo>
                  <a:pt x="782910" y="126100"/>
                </a:lnTo>
                <a:cubicBezTo>
                  <a:pt x="785986" y="115392"/>
                  <a:pt x="787524" y="107817"/>
                  <a:pt x="787524" y="103374"/>
                </a:cubicBezTo>
                <a:cubicBezTo>
                  <a:pt x="787524" y="101438"/>
                  <a:pt x="787068" y="99843"/>
                  <a:pt x="786156" y="98590"/>
                </a:cubicBezTo>
                <a:cubicBezTo>
                  <a:pt x="785246" y="97223"/>
                  <a:pt x="783878" y="96255"/>
                  <a:pt x="782056" y="95685"/>
                </a:cubicBezTo>
                <a:cubicBezTo>
                  <a:pt x="780233" y="95116"/>
                  <a:pt x="776132" y="94831"/>
                  <a:pt x="769753" y="94831"/>
                </a:cubicBezTo>
                <a:lnTo>
                  <a:pt x="771633" y="88167"/>
                </a:lnTo>
                <a:moveTo>
                  <a:pt x="798288" y="219393"/>
                </a:moveTo>
                <a:cubicBezTo>
                  <a:pt x="801705" y="224974"/>
                  <a:pt x="804781" y="228733"/>
                  <a:pt x="807515" y="230670"/>
                </a:cubicBezTo>
                <a:cubicBezTo>
                  <a:pt x="810249" y="232492"/>
                  <a:pt x="813439" y="233404"/>
                  <a:pt x="817084" y="233404"/>
                </a:cubicBezTo>
                <a:cubicBezTo>
                  <a:pt x="820728" y="233404"/>
                  <a:pt x="824260" y="232436"/>
                  <a:pt x="827677" y="230499"/>
                </a:cubicBezTo>
                <a:cubicBezTo>
                  <a:pt x="831209" y="228449"/>
                  <a:pt x="835537" y="224405"/>
                  <a:pt x="840663" y="218367"/>
                </a:cubicBezTo>
                <a:cubicBezTo>
                  <a:pt x="845789" y="212330"/>
                  <a:pt x="850687" y="204584"/>
                  <a:pt x="855358" y="195130"/>
                </a:cubicBezTo>
                <a:cubicBezTo>
                  <a:pt x="860142" y="185675"/>
                  <a:pt x="863958" y="174967"/>
                  <a:pt x="866806" y="163007"/>
                </a:cubicBezTo>
                <a:cubicBezTo>
                  <a:pt x="869653" y="150932"/>
                  <a:pt x="871077" y="139427"/>
                  <a:pt x="871077" y="128492"/>
                </a:cubicBezTo>
                <a:cubicBezTo>
                  <a:pt x="871077" y="119721"/>
                  <a:pt x="869483" y="113342"/>
                  <a:pt x="866293" y="109355"/>
                </a:cubicBezTo>
                <a:cubicBezTo>
                  <a:pt x="863217" y="105368"/>
                  <a:pt x="859458" y="103374"/>
                  <a:pt x="855016" y="103374"/>
                </a:cubicBezTo>
                <a:cubicBezTo>
                  <a:pt x="851029" y="103374"/>
                  <a:pt x="847270" y="104400"/>
                  <a:pt x="843738" y="106450"/>
                </a:cubicBezTo>
                <a:cubicBezTo>
                  <a:pt x="838613" y="109412"/>
                  <a:pt x="832575" y="114936"/>
                  <a:pt x="825627" y="123024"/>
                </a:cubicBezTo>
                <a:lnTo>
                  <a:pt x="798288" y="219393"/>
                </a:lnTo>
                <a:moveTo>
                  <a:pt x="980090" y="172917"/>
                </a:moveTo>
                <a:cubicBezTo>
                  <a:pt x="979064" y="180321"/>
                  <a:pt x="978552" y="186415"/>
                  <a:pt x="978552" y="191200"/>
                </a:cubicBezTo>
                <a:cubicBezTo>
                  <a:pt x="978552" y="199743"/>
                  <a:pt x="981002" y="206578"/>
                  <a:pt x="985900" y="211704"/>
                </a:cubicBezTo>
                <a:cubicBezTo>
                  <a:pt x="990911" y="216830"/>
                  <a:pt x="997575" y="219393"/>
                  <a:pt x="1005891" y="219393"/>
                </a:cubicBezTo>
                <a:cubicBezTo>
                  <a:pt x="1013864" y="219393"/>
                  <a:pt x="1021839" y="217456"/>
                  <a:pt x="1029812" y="213583"/>
                </a:cubicBezTo>
                <a:cubicBezTo>
                  <a:pt x="1037900" y="209710"/>
                  <a:pt x="1047240" y="202932"/>
                  <a:pt x="1057834" y="193250"/>
                </a:cubicBezTo>
                <a:lnTo>
                  <a:pt x="1062961" y="197864"/>
                </a:lnTo>
                <a:cubicBezTo>
                  <a:pt x="1049860" y="213697"/>
                  <a:pt x="1037103" y="224974"/>
                  <a:pt x="1024686" y="231695"/>
                </a:cubicBezTo>
                <a:cubicBezTo>
                  <a:pt x="1012270" y="238416"/>
                  <a:pt x="998544" y="241776"/>
                  <a:pt x="983507" y="241776"/>
                </a:cubicBezTo>
                <a:cubicBezTo>
                  <a:pt x="964484" y="241776"/>
                  <a:pt x="951328" y="237220"/>
                  <a:pt x="944037" y="228107"/>
                </a:cubicBezTo>
                <a:cubicBezTo>
                  <a:pt x="936747" y="218994"/>
                  <a:pt x="933102" y="208457"/>
                  <a:pt x="933102" y="196497"/>
                </a:cubicBezTo>
                <a:cubicBezTo>
                  <a:pt x="933102" y="177815"/>
                  <a:pt x="938512" y="159134"/>
                  <a:pt x="949334" y="140452"/>
                </a:cubicBezTo>
                <a:cubicBezTo>
                  <a:pt x="960270" y="121771"/>
                  <a:pt x="975078" y="106792"/>
                  <a:pt x="993759" y="95515"/>
                </a:cubicBezTo>
                <a:cubicBezTo>
                  <a:pt x="1012555" y="84237"/>
                  <a:pt x="1031407" y="78599"/>
                  <a:pt x="1050317" y="78599"/>
                </a:cubicBezTo>
                <a:cubicBezTo>
                  <a:pt x="1059884" y="78599"/>
                  <a:pt x="1067118" y="80877"/>
                  <a:pt x="1072016" y="85433"/>
                </a:cubicBezTo>
                <a:cubicBezTo>
                  <a:pt x="1076914" y="89990"/>
                  <a:pt x="1079364" y="95742"/>
                  <a:pt x="1079364" y="102691"/>
                </a:cubicBezTo>
                <a:cubicBezTo>
                  <a:pt x="1079364" y="111006"/>
                  <a:pt x="1076972" y="119094"/>
                  <a:pt x="1072188" y="126954"/>
                </a:cubicBezTo>
                <a:cubicBezTo>
                  <a:pt x="1065581" y="137661"/>
                  <a:pt x="1057264" y="146319"/>
                  <a:pt x="1047240" y="152926"/>
                </a:cubicBezTo>
                <a:cubicBezTo>
                  <a:pt x="1037216" y="159418"/>
                  <a:pt x="1025996" y="164374"/>
                  <a:pt x="1013579" y="167791"/>
                </a:cubicBezTo>
                <a:cubicBezTo>
                  <a:pt x="1005264" y="170069"/>
                  <a:pt x="994101" y="171778"/>
                  <a:pt x="980090" y="172917"/>
                </a:cubicBezTo>
                <a:moveTo>
                  <a:pt x="981627" y="164032"/>
                </a:moveTo>
                <a:cubicBezTo>
                  <a:pt x="991652" y="162551"/>
                  <a:pt x="999398" y="160558"/>
                  <a:pt x="1004866" y="158051"/>
                </a:cubicBezTo>
                <a:cubicBezTo>
                  <a:pt x="1010447" y="155432"/>
                  <a:pt x="1015858" y="151331"/>
                  <a:pt x="1021098" y="145749"/>
                </a:cubicBezTo>
                <a:cubicBezTo>
                  <a:pt x="1026452" y="140054"/>
                  <a:pt x="1031066" y="132934"/>
                  <a:pt x="1034938" y="124391"/>
                </a:cubicBezTo>
                <a:cubicBezTo>
                  <a:pt x="1038812" y="115734"/>
                  <a:pt x="1040748" y="107646"/>
                  <a:pt x="1040748" y="100128"/>
                </a:cubicBezTo>
                <a:cubicBezTo>
                  <a:pt x="1040748" y="96938"/>
                  <a:pt x="1039836" y="94432"/>
                  <a:pt x="1038013" y="92610"/>
                </a:cubicBezTo>
                <a:cubicBezTo>
                  <a:pt x="1036305" y="90787"/>
                  <a:pt x="1034084" y="89876"/>
                  <a:pt x="1031349" y="89876"/>
                </a:cubicBezTo>
                <a:cubicBezTo>
                  <a:pt x="1025883" y="89876"/>
                  <a:pt x="1019731" y="93692"/>
                  <a:pt x="1012897" y="101324"/>
                </a:cubicBezTo>
                <a:cubicBezTo>
                  <a:pt x="1000366" y="115221"/>
                  <a:pt x="989944" y="136124"/>
                  <a:pt x="981627" y="164032"/>
                </a:cubicBezTo>
                <a:moveTo>
                  <a:pt x="1163772" y="78599"/>
                </a:moveTo>
                <a:lnTo>
                  <a:pt x="1137971" y="174626"/>
                </a:lnTo>
                <a:cubicBezTo>
                  <a:pt x="1159158" y="127808"/>
                  <a:pt x="1175105" y="98989"/>
                  <a:pt x="1185813" y="88167"/>
                </a:cubicBezTo>
                <a:cubicBezTo>
                  <a:pt x="1192078" y="81788"/>
                  <a:pt x="1198686" y="78599"/>
                  <a:pt x="1205633" y="78599"/>
                </a:cubicBezTo>
                <a:cubicBezTo>
                  <a:pt x="1210418" y="78599"/>
                  <a:pt x="1214291" y="80364"/>
                  <a:pt x="1217253" y="83895"/>
                </a:cubicBezTo>
                <a:cubicBezTo>
                  <a:pt x="1220215" y="87313"/>
                  <a:pt x="1221695" y="92211"/>
                  <a:pt x="1221695" y="98590"/>
                </a:cubicBezTo>
                <a:cubicBezTo>
                  <a:pt x="1221695" y="109639"/>
                  <a:pt x="1219018" y="118923"/>
                  <a:pt x="1213664" y="126441"/>
                </a:cubicBezTo>
                <a:cubicBezTo>
                  <a:pt x="1210247" y="131226"/>
                  <a:pt x="1206432" y="133618"/>
                  <a:pt x="1202216" y="133618"/>
                </a:cubicBezTo>
                <a:cubicBezTo>
                  <a:pt x="1197660" y="133618"/>
                  <a:pt x="1194243" y="131510"/>
                  <a:pt x="1191965" y="127296"/>
                </a:cubicBezTo>
                <a:cubicBezTo>
                  <a:pt x="1189687" y="123081"/>
                  <a:pt x="1188091" y="120632"/>
                  <a:pt x="1187181" y="119948"/>
                </a:cubicBezTo>
                <a:cubicBezTo>
                  <a:pt x="1186269" y="119151"/>
                  <a:pt x="1185301" y="118752"/>
                  <a:pt x="1184276" y="118752"/>
                </a:cubicBezTo>
                <a:cubicBezTo>
                  <a:pt x="1183137" y="118752"/>
                  <a:pt x="1181940" y="119094"/>
                  <a:pt x="1180687" y="119777"/>
                </a:cubicBezTo>
                <a:cubicBezTo>
                  <a:pt x="1178181" y="121144"/>
                  <a:pt x="1174878" y="124505"/>
                  <a:pt x="1170776" y="129859"/>
                </a:cubicBezTo>
                <a:cubicBezTo>
                  <a:pt x="1166790" y="135099"/>
                  <a:pt x="1161835" y="143927"/>
                  <a:pt x="1155911" y="156343"/>
                </a:cubicBezTo>
                <a:cubicBezTo>
                  <a:pt x="1149988" y="168759"/>
                  <a:pt x="1145375" y="179296"/>
                  <a:pt x="1142071" y="187953"/>
                </a:cubicBezTo>
                <a:cubicBezTo>
                  <a:pt x="1138768" y="196497"/>
                  <a:pt x="1134155" y="212843"/>
                  <a:pt x="1128232" y="236992"/>
                </a:cubicBezTo>
                <a:lnTo>
                  <a:pt x="1086881" y="236992"/>
                </a:lnTo>
                <a:lnTo>
                  <a:pt x="1115074" y="123707"/>
                </a:lnTo>
                <a:cubicBezTo>
                  <a:pt x="1117125" y="115278"/>
                  <a:pt x="1118150" y="109696"/>
                  <a:pt x="1118150" y="106962"/>
                </a:cubicBezTo>
                <a:cubicBezTo>
                  <a:pt x="1118150" y="103887"/>
                  <a:pt x="1117581" y="101495"/>
                  <a:pt x="1116442" y="99786"/>
                </a:cubicBezTo>
                <a:cubicBezTo>
                  <a:pt x="1115416" y="98077"/>
                  <a:pt x="1113935" y="96824"/>
                  <a:pt x="1111999" y="96027"/>
                </a:cubicBezTo>
                <a:cubicBezTo>
                  <a:pt x="1110176" y="95230"/>
                  <a:pt x="1106304" y="94831"/>
                  <a:pt x="1100380" y="94831"/>
                </a:cubicBezTo>
                <a:lnTo>
                  <a:pt x="1101918" y="89876"/>
                </a:lnTo>
                <a:lnTo>
                  <a:pt x="1153520" y="78599"/>
                </a:lnTo>
                <a:lnTo>
                  <a:pt x="1163772" y="78599"/>
                </a:lnTo>
                <a:moveTo>
                  <a:pt x="1348649" y="195813"/>
                </a:moveTo>
                <a:lnTo>
                  <a:pt x="1353775" y="200426"/>
                </a:lnTo>
                <a:cubicBezTo>
                  <a:pt x="1342725" y="213640"/>
                  <a:pt x="1331847" y="223322"/>
                  <a:pt x="1321140" y="229474"/>
                </a:cubicBezTo>
                <a:cubicBezTo>
                  <a:pt x="1306901" y="237675"/>
                  <a:pt x="1292149" y="241776"/>
                  <a:pt x="1276886" y="241776"/>
                </a:cubicBezTo>
                <a:cubicBezTo>
                  <a:pt x="1266633" y="241776"/>
                  <a:pt x="1257520" y="239612"/>
                  <a:pt x="1249547" y="235283"/>
                </a:cubicBezTo>
                <a:cubicBezTo>
                  <a:pt x="1241687" y="230841"/>
                  <a:pt x="1235877" y="224689"/>
                  <a:pt x="1232118" y="216830"/>
                </a:cubicBezTo>
                <a:cubicBezTo>
                  <a:pt x="1228359" y="208856"/>
                  <a:pt x="1226480" y="200711"/>
                  <a:pt x="1226480" y="192396"/>
                </a:cubicBezTo>
                <a:cubicBezTo>
                  <a:pt x="1226480" y="173714"/>
                  <a:pt x="1231548" y="155375"/>
                  <a:pt x="1241687" y="137377"/>
                </a:cubicBezTo>
                <a:cubicBezTo>
                  <a:pt x="1251825" y="119265"/>
                  <a:pt x="1265209" y="104969"/>
                  <a:pt x="1281840" y="94489"/>
                </a:cubicBezTo>
                <a:cubicBezTo>
                  <a:pt x="1298471" y="83895"/>
                  <a:pt x="1314818" y="78599"/>
                  <a:pt x="1330879" y="78599"/>
                </a:cubicBezTo>
                <a:cubicBezTo>
                  <a:pt x="1343751" y="78599"/>
                  <a:pt x="1353433" y="81446"/>
                  <a:pt x="1359927" y="87142"/>
                </a:cubicBezTo>
                <a:cubicBezTo>
                  <a:pt x="1366419" y="92838"/>
                  <a:pt x="1369666" y="99900"/>
                  <a:pt x="1369666" y="108329"/>
                </a:cubicBezTo>
                <a:cubicBezTo>
                  <a:pt x="1369666" y="115961"/>
                  <a:pt x="1367216" y="122454"/>
                  <a:pt x="1362318" y="127808"/>
                </a:cubicBezTo>
                <a:cubicBezTo>
                  <a:pt x="1357420" y="133162"/>
                  <a:pt x="1351952" y="135839"/>
                  <a:pt x="1345915" y="135839"/>
                </a:cubicBezTo>
                <a:cubicBezTo>
                  <a:pt x="1340676" y="135839"/>
                  <a:pt x="1336290" y="134130"/>
                  <a:pt x="1332758" y="130713"/>
                </a:cubicBezTo>
                <a:cubicBezTo>
                  <a:pt x="1329341" y="127296"/>
                  <a:pt x="1327633" y="123252"/>
                  <a:pt x="1327633" y="118582"/>
                </a:cubicBezTo>
                <a:cubicBezTo>
                  <a:pt x="1327633" y="112430"/>
                  <a:pt x="1330708" y="107076"/>
                  <a:pt x="1336859" y="102520"/>
                </a:cubicBezTo>
                <a:cubicBezTo>
                  <a:pt x="1341074" y="99331"/>
                  <a:pt x="1343181" y="96540"/>
                  <a:pt x="1343181" y="94148"/>
                </a:cubicBezTo>
                <a:cubicBezTo>
                  <a:pt x="1343181" y="92097"/>
                  <a:pt x="1342327" y="90445"/>
                  <a:pt x="1340618" y="89193"/>
                </a:cubicBezTo>
                <a:cubicBezTo>
                  <a:pt x="1338340" y="87370"/>
                  <a:pt x="1335378" y="86459"/>
                  <a:pt x="1331733" y="86459"/>
                </a:cubicBezTo>
                <a:cubicBezTo>
                  <a:pt x="1322165" y="86459"/>
                  <a:pt x="1313165" y="90332"/>
                  <a:pt x="1304737" y="98077"/>
                </a:cubicBezTo>
                <a:cubicBezTo>
                  <a:pt x="1293573" y="108329"/>
                  <a:pt x="1285030" y="121315"/>
                  <a:pt x="1279107" y="137035"/>
                </a:cubicBezTo>
                <a:cubicBezTo>
                  <a:pt x="1273183" y="152755"/>
                  <a:pt x="1270222" y="167677"/>
                  <a:pt x="1270222" y="181802"/>
                </a:cubicBezTo>
                <a:cubicBezTo>
                  <a:pt x="1270222" y="192965"/>
                  <a:pt x="1273240" y="201907"/>
                  <a:pt x="1279277" y="208628"/>
                </a:cubicBezTo>
                <a:cubicBezTo>
                  <a:pt x="1285314" y="215235"/>
                  <a:pt x="1292491" y="218538"/>
                  <a:pt x="1300806" y="218538"/>
                </a:cubicBezTo>
                <a:cubicBezTo>
                  <a:pt x="1308097" y="218538"/>
                  <a:pt x="1315957" y="216659"/>
                  <a:pt x="1324386" y="212900"/>
                </a:cubicBezTo>
                <a:cubicBezTo>
                  <a:pt x="1332930" y="209141"/>
                  <a:pt x="1341017" y="203445"/>
                  <a:pt x="1348649" y="195813"/>
                </a:cubicBezTo>
                <a:moveTo>
                  <a:pt x="1427419" y="172917"/>
                </a:moveTo>
                <a:cubicBezTo>
                  <a:pt x="1426393" y="180321"/>
                  <a:pt x="1425880" y="186415"/>
                  <a:pt x="1425880" y="191200"/>
                </a:cubicBezTo>
                <a:cubicBezTo>
                  <a:pt x="1425880" y="199743"/>
                  <a:pt x="1428330" y="206578"/>
                  <a:pt x="1433228" y="211704"/>
                </a:cubicBezTo>
                <a:cubicBezTo>
                  <a:pt x="1438240" y="216830"/>
                  <a:pt x="1444904" y="219393"/>
                  <a:pt x="1453219" y="219393"/>
                </a:cubicBezTo>
                <a:cubicBezTo>
                  <a:pt x="1461193" y="219393"/>
                  <a:pt x="1469167" y="217456"/>
                  <a:pt x="1477141" y="213583"/>
                </a:cubicBezTo>
                <a:cubicBezTo>
                  <a:pt x="1485228" y="209710"/>
                  <a:pt x="1494569" y="202932"/>
                  <a:pt x="1505162" y="193250"/>
                </a:cubicBezTo>
                <a:lnTo>
                  <a:pt x="1510289" y="197864"/>
                </a:lnTo>
                <a:cubicBezTo>
                  <a:pt x="1497189" y="213697"/>
                  <a:pt x="1484430" y="224974"/>
                  <a:pt x="1472015" y="231695"/>
                </a:cubicBezTo>
                <a:cubicBezTo>
                  <a:pt x="1459598" y="238416"/>
                  <a:pt x="1445872" y="241776"/>
                  <a:pt x="1430836" y="241776"/>
                </a:cubicBezTo>
                <a:cubicBezTo>
                  <a:pt x="1411812" y="241776"/>
                  <a:pt x="1398656" y="237220"/>
                  <a:pt x="1391365" y="228107"/>
                </a:cubicBezTo>
                <a:cubicBezTo>
                  <a:pt x="1384076" y="218994"/>
                  <a:pt x="1380430" y="208457"/>
                  <a:pt x="1380430" y="196497"/>
                </a:cubicBezTo>
                <a:cubicBezTo>
                  <a:pt x="1380430" y="177815"/>
                  <a:pt x="1385840" y="159134"/>
                  <a:pt x="1396663" y="140452"/>
                </a:cubicBezTo>
                <a:cubicBezTo>
                  <a:pt x="1407598" y="121771"/>
                  <a:pt x="1422406" y="106792"/>
                  <a:pt x="1441088" y="95515"/>
                </a:cubicBezTo>
                <a:cubicBezTo>
                  <a:pt x="1459883" y="84237"/>
                  <a:pt x="1478735" y="78599"/>
                  <a:pt x="1497645" y="78599"/>
                </a:cubicBezTo>
                <a:cubicBezTo>
                  <a:pt x="1507213" y="78599"/>
                  <a:pt x="1514446" y="80877"/>
                  <a:pt x="1519344" y="85433"/>
                </a:cubicBezTo>
                <a:cubicBezTo>
                  <a:pt x="1524243" y="89990"/>
                  <a:pt x="1526691" y="95742"/>
                  <a:pt x="1526691" y="102691"/>
                </a:cubicBezTo>
                <a:cubicBezTo>
                  <a:pt x="1526691" y="111006"/>
                  <a:pt x="1524300" y="119094"/>
                  <a:pt x="1519516" y="126954"/>
                </a:cubicBezTo>
                <a:cubicBezTo>
                  <a:pt x="1512908" y="137661"/>
                  <a:pt x="1504593" y="146319"/>
                  <a:pt x="1494569" y="152926"/>
                </a:cubicBezTo>
                <a:cubicBezTo>
                  <a:pt x="1484545" y="159418"/>
                  <a:pt x="1473324" y="164374"/>
                  <a:pt x="1460908" y="167791"/>
                </a:cubicBezTo>
                <a:cubicBezTo>
                  <a:pt x="1452592" y="170069"/>
                  <a:pt x="1441429" y="171778"/>
                  <a:pt x="1427419" y="172917"/>
                </a:cubicBezTo>
                <a:moveTo>
                  <a:pt x="1428957" y="164032"/>
                </a:moveTo>
                <a:cubicBezTo>
                  <a:pt x="1438981" y="162551"/>
                  <a:pt x="1446727" y="160558"/>
                  <a:pt x="1452194" y="158051"/>
                </a:cubicBezTo>
                <a:cubicBezTo>
                  <a:pt x="1457775" y="155432"/>
                  <a:pt x="1463186" y="151331"/>
                  <a:pt x="1468426" y="145749"/>
                </a:cubicBezTo>
                <a:cubicBezTo>
                  <a:pt x="1473781" y="140054"/>
                  <a:pt x="1478394" y="132934"/>
                  <a:pt x="1482266" y="124391"/>
                </a:cubicBezTo>
                <a:cubicBezTo>
                  <a:pt x="1486140" y="115734"/>
                  <a:pt x="1488076" y="107646"/>
                  <a:pt x="1488076" y="100128"/>
                </a:cubicBezTo>
                <a:cubicBezTo>
                  <a:pt x="1488076" y="96938"/>
                  <a:pt x="1487165" y="94432"/>
                  <a:pt x="1485342" y="92610"/>
                </a:cubicBezTo>
                <a:cubicBezTo>
                  <a:pt x="1483633" y="90787"/>
                  <a:pt x="1481412" y="89876"/>
                  <a:pt x="1478679" y="89876"/>
                </a:cubicBezTo>
                <a:cubicBezTo>
                  <a:pt x="1473211" y="89876"/>
                  <a:pt x="1467060" y="93692"/>
                  <a:pt x="1460225" y="101324"/>
                </a:cubicBezTo>
                <a:cubicBezTo>
                  <a:pt x="1447694" y="115221"/>
                  <a:pt x="1437272" y="136124"/>
                  <a:pt x="1428957" y="164032"/>
                </a:cubicBezTo>
                <a:moveTo>
                  <a:pt x="1549418" y="88167"/>
                </a:moveTo>
                <a:lnTo>
                  <a:pt x="1605974" y="78599"/>
                </a:lnTo>
                <a:lnTo>
                  <a:pt x="1616226" y="78599"/>
                </a:lnTo>
                <a:lnTo>
                  <a:pt x="1608537" y="106450"/>
                </a:lnTo>
                <a:cubicBezTo>
                  <a:pt x="1620497" y="95515"/>
                  <a:pt x="1630294" y="88167"/>
                  <a:pt x="1637926" y="84408"/>
                </a:cubicBezTo>
                <a:cubicBezTo>
                  <a:pt x="1645558" y="80535"/>
                  <a:pt x="1653133" y="78599"/>
                  <a:pt x="1660652" y="78599"/>
                </a:cubicBezTo>
                <a:cubicBezTo>
                  <a:pt x="1671358" y="78599"/>
                  <a:pt x="1679618" y="82756"/>
                  <a:pt x="1685426" y="91072"/>
                </a:cubicBezTo>
                <a:cubicBezTo>
                  <a:pt x="1691236" y="99273"/>
                  <a:pt x="1694141" y="109355"/>
                  <a:pt x="1694141" y="121315"/>
                </a:cubicBezTo>
                <a:cubicBezTo>
                  <a:pt x="1694141" y="154008"/>
                  <a:pt x="1682806" y="182998"/>
                  <a:pt x="1660138" y="208286"/>
                </a:cubicBezTo>
                <a:cubicBezTo>
                  <a:pt x="1640090" y="230613"/>
                  <a:pt x="1618219" y="241776"/>
                  <a:pt x="1594526" y="241776"/>
                </a:cubicBezTo>
                <a:cubicBezTo>
                  <a:pt x="1590311" y="241776"/>
                  <a:pt x="1586723" y="241377"/>
                  <a:pt x="1583761" y="240580"/>
                </a:cubicBezTo>
                <a:cubicBezTo>
                  <a:pt x="1580799" y="239783"/>
                  <a:pt x="1576642" y="238017"/>
                  <a:pt x="1571288" y="235283"/>
                </a:cubicBezTo>
                <a:lnTo>
                  <a:pt x="1562403" y="266039"/>
                </a:lnTo>
                <a:cubicBezTo>
                  <a:pt x="1559213" y="277203"/>
                  <a:pt x="1557619" y="285689"/>
                  <a:pt x="1557619" y="291498"/>
                </a:cubicBezTo>
                <a:cubicBezTo>
                  <a:pt x="1557619" y="295143"/>
                  <a:pt x="1558872" y="297991"/>
                  <a:pt x="1561378" y="300042"/>
                </a:cubicBezTo>
                <a:cubicBezTo>
                  <a:pt x="1563884" y="302206"/>
                  <a:pt x="1569750" y="304028"/>
                  <a:pt x="1578977" y="305509"/>
                </a:cubicBezTo>
                <a:lnTo>
                  <a:pt x="1577439" y="311831"/>
                </a:lnTo>
                <a:lnTo>
                  <a:pt x="1485513" y="311831"/>
                </a:lnTo>
                <a:lnTo>
                  <a:pt x="1487222" y="305509"/>
                </a:lnTo>
                <a:cubicBezTo>
                  <a:pt x="1494513" y="305282"/>
                  <a:pt x="1500606" y="302946"/>
                  <a:pt x="1505504" y="298504"/>
                </a:cubicBezTo>
                <a:cubicBezTo>
                  <a:pt x="1510289" y="294061"/>
                  <a:pt x="1514788" y="284493"/>
                  <a:pt x="1519003" y="269798"/>
                </a:cubicBezTo>
                <a:lnTo>
                  <a:pt x="1560694" y="126100"/>
                </a:lnTo>
                <a:cubicBezTo>
                  <a:pt x="1563770" y="115392"/>
                  <a:pt x="1565307" y="107817"/>
                  <a:pt x="1565307" y="103374"/>
                </a:cubicBezTo>
                <a:cubicBezTo>
                  <a:pt x="1565307" y="101438"/>
                  <a:pt x="1564852" y="99843"/>
                  <a:pt x="1563941" y="98590"/>
                </a:cubicBezTo>
                <a:cubicBezTo>
                  <a:pt x="1563029" y="97223"/>
                  <a:pt x="1561663" y="96255"/>
                  <a:pt x="1559840" y="95685"/>
                </a:cubicBezTo>
                <a:cubicBezTo>
                  <a:pt x="1558018" y="95116"/>
                  <a:pt x="1553917" y="94831"/>
                  <a:pt x="1547537" y="94831"/>
                </a:cubicBezTo>
                <a:lnTo>
                  <a:pt x="1549418" y="88167"/>
                </a:lnTo>
                <a:moveTo>
                  <a:pt x="1576073" y="219393"/>
                </a:moveTo>
                <a:cubicBezTo>
                  <a:pt x="1579490" y="224974"/>
                  <a:pt x="1582565" y="228733"/>
                  <a:pt x="1585299" y="230670"/>
                </a:cubicBezTo>
                <a:cubicBezTo>
                  <a:pt x="1588033" y="232492"/>
                  <a:pt x="1591222" y="233404"/>
                  <a:pt x="1594867" y="233404"/>
                </a:cubicBezTo>
                <a:cubicBezTo>
                  <a:pt x="1598513" y="233404"/>
                  <a:pt x="1602045" y="232436"/>
                  <a:pt x="1605462" y="230499"/>
                </a:cubicBezTo>
                <a:cubicBezTo>
                  <a:pt x="1608992" y="228449"/>
                  <a:pt x="1613321" y="224405"/>
                  <a:pt x="1618447" y="218367"/>
                </a:cubicBezTo>
                <a:cubicBezTo>
                  <a:pt x="1623574" y="212330"/>
                  <a:pt x="1628472" y="204584"/>
                  <a:pt x="1633141" y="195130"/>
                </a:cubicBezTo>
                <a:cubicBezTo>
                  <a:pt x="1637926" y="185675"/>
                  <a:pt x="1641741" y="174967"/>
                  <a:pt x="1644589" y="163007"/>
                </a:cubicBezTo>
                <a:cubicBezTo>
                  <a:pt x="1647438" y="150932"/>
                  <a:pt x="1648862" y="139427"/>
                  <a:pt x="1648862" y="128492"/>
                </a:cubicBezTo>
                <a:cubicBezTo>
                  <a:pt x="1648862" y="119721"/>
                  <a:pt x="1647267" y="113342"/>
                  <a:pt x="1644077" y="109355"/>
                </a:cubicBezTo>
                <a:cubicBezTo>
                  <a:pt x="1641002" y="105368"/>
                  <a:pt x="1637242" y="103374"/>
                  <a:pt x="1632799" y="103374"/>
                </a:cubicBezTo>
                <a:cubicBezTo>
                  <a:pt x="1628813" y="103374"/>
                  <a:pt x="1625054" y="104400"/>
                  <a:pt x="1621523" y="106450"/>
                </a:cubicBezTo>
                <a:cubicBezTo>
                  <a:pt x="1616396" y="109412"/>
                  <a:pt x="1610360" y="114936"/>
                  <a:pt x="1603411" y="123024"/>
                </a:cubicBezTo>
                <a:lnTo>
                  <a:pt x="1576073" y="219393"/>
                </a:lnTo>
                <a:moveTo>
                  <a:pt x="1803496" y="36907"/>
                </a:moveTo>
                <a:lnTo>
                  <a:pt x="1789826" y="83383"/>
                </a:lnTo>
                <a:lnTo>
                  <a:pt x="1812209" y="83383"/>
                </a:lnTo>
                <a:lnTo>
                  <a:pt x="1806229" y="103033"/>
                </a:lnTo>
                <a:lnTo>
                  <a:pt x="1784188" y="103033"/>
                </a:lnTo>
                <a:lnTo>
                  <a:pt x="1755653" y="202135"/>
                </a:lnTo>
                <a:cubicBezTo>
                  <a:pt x="1753830" y="208286"/>
                  <a:pt x="1752919" y="212957"/>
                  <a:pt x="1752919" y="216146"/>
                </a:cubicBezTo>
                <a:cubicBezTo>
                  <a:pt x="1752919" y="217627"/>
                  <a:pt x="1753432" y="218937"/>
                  <a:pt x="1754456" y="220076"/>
                </a:cubicBezTo>
                <a:cubicBezTo>
                  <a:pt x="1755482" y="221101"/>
                  <a:pt x="1756621" y="221614"/>
                  <a:pt x="1757874" y="221614"/>
                </a:cubicBezTo>
                <a:cubicBezTo>
                  <a:pt x="1759811" y="221614"/>
                  <a:pt x="1761804" y="220816"/>
                  <a:pt x="1763855" y="219222"/>
                </a:cubicBezTo>
                <a:cubicBezTo>
                  <a:pt x="1769094" y="215235"/>
                  <a:pt x="1775188" y="208286"/>
                  <a:pt x="1782137" y="198376"/>
                </a:cubicBezTo>
                <a:lnTo>
                  <a:pt x="1788117" y="202135"/>
                </a:lnTo>
                <a:cubicBezTo>
                  <a:pt x="1780258" y="215804"/>
                  <a:pt x="1771601" y="225829"/>
                  <a:pt x="1762145" y="232208"/>
                </a:cubicBezTo>
                <a:cubicBezTo>
                  <a:pt x="1752691" y="238587"/>
                  <a:pt x="1743408" y="241776"/>
                  <a:pt x="1734294" y="241776"/>
                </a:cubicBezTo>
                <a:cubicBezTo>
                  <a:pt x="1726548" y="241776"/>
                  <a:pt x="1720511" y="239840"/>
                  <a:pt x="1716182" y="235967"/>
                </a:cubicBezTo>
                <a:cubicBezTo>
                  <a:pt x="1711968" y="231980"/>
                  <a:pt x="1709860" y="226968"/>
                  <a:pt x="1709860" y="220931"/>
                </a:cubicBezTo>
                <a:cubicBezTo>
                  <a:pt x="1709860" y="214323"/>
                  <a:pt x="1711341" y="205837"/>
                  <a:pt x="1714303" y="195471"/>
                </a:cubicBezTo>
                <a:lnTo>
                  <a:pt x="1741300" y="103033"/>
                </a:lnTo>
                <a:lnTo>
                  <a:pt x="1718062" y="103033"/>
                </a:lnTo>
                <a:lnTo>
                  <a:pt x="1721480" y="90388"/>
                </a:lnTo>
                <a:cubicBezTo>
                  <a:pt x="1736060" y="85035"/>
                  <a:pt x="1748362" y="78770"/>
                  <a:pt x="1758387" y="71593"/>
                </a:cubicBezTo>
                <a:cubicBezTo>
                  <a:pt x="1768411" y="64417"/>
                  <a:pt x="1780486" y="52855"/>
                  <a:pt x="1794611" y="36907"/>
                </a:cubicBezTo>
                <a:lnTo>
                  <a:pt x="1803496" y="36907"/>
                </a:lnTo>
                <a:moveTo>
                  <a:pt x="1893543" y="78599"/>
                </a:moveTo>
                <a:lnTo>
                  <a:pt x="1860394" y="194788"/>
                </a:lnTo>
                <a:cubicBezTo>
                  <a:pt x="1858799" y="200142"/>
                  <a:pt x="1858002" y="203844"/>
                  <a:pt x="1858002" y="205894"/>
                </a:cubicBezTo>
                <a:cubicBezTo>
                  <a:pt x="1858002" y="206919"/>
                  <a:pt x="1858401" y="207717"/>
                  <a:pt x="1859198" y="208286"/>
                </a:cubicBezTo>
                <a:cubicBezTo>
                  <a:pt x="1860109" y="209198"/>
                  <a:pt x="1861191" y="209653"/>
                  <a:pt x="1862445" y="209653"/>
                </a:cubicBezTo>
                <a:cubicBezTo>
                  <a:pt x="1867684" y="209653"/>
                  <a:pt x="1874690" y="204983"/>
                  <a:pt x="1883460" y="195642"/>
                </a:cubicBezTo>
                <a:cubicBezTo>
                  <a:pt x="1895991" y="182087"/>
                  <a:pt x="1909148" y="162608"/>
                  <a:pt x="1922931" y="137206"/>
                </a:cubicBezTo>
                <a:lnTo>
                  <a:pt x="1938480" y="84921"/>
                </a:lnTo>
                <a:lnTo>
                  <a:pt x="1981709" y="83383"/>
                </a:lnTo>
                <a:lnTo>
                  <a:pt x="1948903" y="196155"/>
                </a:lnTo>
                <a:cubicBezTo>
                  <a:pt x="1946169" y="205723"/>
                  <a:pt x="1944802" y="211191"/>
                  <a:pt x="1944802" y="212558"/>
                </a:cubicBezTo>
                <a:cubicBezTo>
                  <a:pt x="1944802" y="213469"/>
                  <a:pt x="1945201" y="214438"/>
                  <a:pt x="1945998" y="215463"/>
                </a:cubicBezTo>
                <a:cubicBezTo>
                  <a:pt x="1946910" y="216374"/>
                  <a:pt x="1947821" y="216830"/>
                  <a:pt x="1948731" y="216830"/>
                </a:cubicBezTo>
                <a:cubicBezTo>
                  <a:pt x="1950327" y="216830"/>
                  <a:pt x="1951865" y="216146"/>
                  <a:pt x="1953345" y="214779"/>
                </a:cubicBezTo>
                <a:cubicBezTo>
                  <a:pt x="1957446" y="211476"/>
                  <a:pt x="1962857" y="204812"/>
                  <a:pt x="1969578" y="194788"/>
                </a:cubicBezTo>
                <a:lnTo>
                  <a:pt x="1975387" y="198889"/>
                </a:lnTo>
                <a:cubicBezTo>
                  <a:pt x="1959554" y="227480"/>
                  <a:pt x="1942126" y="241776"/>
                  <a:pt x="1923102" y="241776"/>
                </a:cubicBezTo>
                <a:cubicBezTo>
                  <a:pt x="1916039" y="241776"/>
                  <a:pt x="1910458" y="240011"/>
                  <a:pt x="1906357" y="236479"/>
                </a:cubicBezTo>
                <a:cubicBezTo>
                  <a:pt x="1902371" y="232834"/>
                  <a:pt x="1900377" y="228107"/>
                  <a:pt x="1900377" y="222297"/>
                </a:cubicBezTo>
                <a:cubicBezTo>
                  <a:pt x="1900377" y="216146"/>
                  <a:pt x="1901801" y="208343"/>
                  <a:pt x="1904649" y="198889"/>
                </a:cubicBezTo>
                <a:lnTo>
                  <a:pt x="1913021" y="170012"/>
                </a:lnTo>
                <a:cubicBezTo>
                  <a:pt x="1898212" y="191542"/>
                  <a:pt x="1887448" y="206065"/>
                  <a:pt x="1880727" y="213583"/>
                </a:cubicBezTo>
                <a:cubicBezTo>
                  <a:pt x="1870475" y="224860"/>
                  <a:pt x="1861818" y="232378"/>
                  <a:pt x="1854755" y="236138"/>
                </a:cubicBezTo>
                <a:cubicBezTo>
                  <a:pt x="1847807" y="239897"/>
                  <a:pt x="1841143" y="241776"/>
                  <a:pt x="1834764" y="241776"/>
                </a:cubicBezTo>
                <a:cubicBezTo>
                  <a:pt x="1828727" y="241776"/>
                  <a:pt x="1823487" y="239555"/>
                  <a:pt x="1819045" y="235112"/>
                </a:cubicBezTo>
                <a:cubicBezTo>
                  <a:pt x="1814716" y="230670"/>
                  <a:pt x="1812551" y="225031"/>
                  <a:pt x="1812551" y="218197"/>
                </a:cubicBezTo>
                <a:cubicBezTo>
                  <a:pt x="1812551" y="212387"/>
                  <a:pt x="1813975" y="204584"/>
                  <a:pt x="1816823" y="194788"/>
                </a:cubicBezTo>
                <a:lnTo>
                  <a:pt x="1836131" y="126441"/>
                </a:lnTo>
                <a:cubicBezTo>
                  <a:pt x="1839321" y="115278"/>
                  <a:pt x="1840916" y="107760"/>
                  <a:pt x="1840916" y="103887"/>
                </a:cubicBezTo>
                <a:cubicBezTo>
                  <a:pt x="1840916" y="102178"/>
                  <a:pt x="1840459" y="100698"/>
                  <a:pt x="1839548" y="99444"/>
                </a:cubicBezTo>
                <a:cubicBezTo>
                  <a:pt x="1838638" y="98077"/>
                  <a:pt x="1837100" y="97052"/>
                  <a:pt x="1834935" y="96369"/>
                </a:cubicBezTo>
                <a:cubicBezTo>
                  <a:pt x="1832884" y="95571"/>
                  <a:pt x="1829012" y="95173"/>
                  <a:pt x="1823316" y="95173"/>
                </a:cubicBezTo>
                <a:lnTo>
                  <a:pt x="1825025" y="88680"/>
                </a:lnTo>
                <a:lnTo>
                  <a:pt x="1883290" y="78599"/>
                </a:lnTo>
                <a:lnTo>
                  <a:pt x="1893543" y="78599"/>
                </a:lnTo>
                <a:moveTo>
                  <a:pt x="2162998" y="80991"/>
                </a:moveTo>
                <a:lnTo>
                  <a:pt x="2129851" y="194617"/>
                </a:lnTo>
                <a:lnTo>
                  <a:pt x="2126433" y="208457"/>
                </a:lnTo>
                <a:cubicBezTo>
                  <a:pt x="2126092" y="210166"/>
                  <a:pt x="2125920" y="211419"/>
                  <a:pt x="2125920" y="212216"/>
                </a:cubicBezTo>
                <a:cubicBezTo>
                  <a:pt x="2125920" y="213583"/>
                  <a:pt x="2126377" y="214779"/>
                  <a:pt x="2127287" y="215804"/>
                </a:cubicBezTo>
                <a:cubicBezTo>
                  <a:pt x="2128313" y="216830"/>
                  <a:pt x="2129338" y="217342"/>
                  <a:pt x="2130363" y="217342"/>
                </a:cubicBezTo>
                <a:cubicBezTo>
                  <a:pt x="2132755" y="217342"/>
                  <a:pt x="2136059" y="215520"/>
                  <a:pt x="2140273" y="211875"/>
                </a:cubicBezTo>
                <a:cubicBezTo>
                  <a:pt x="2141982" y="210394"/>
                  <a:pt x="2146083" y="205154"/>
                  <a:pt x="2152575" y="196155"/>
                </a:cubicBezTo>
                <a:lnTo>
                  <a:pt x="2158556" y="199231"/>
                </a:lnTo>
                <a:cubicBezTo>
                  <a:pt x="2150469" y="214039"/>
                  <a:pt x="2141811" y="224860"/>
                  <a:pt x="2132584" y="231695"/>
                </a:cubicBezTo>
                <a:cubicBezTo>
                  <a:pt x="2123472" y="238416"/>
                  <a:pt x="2113618" y="241776"/>
                  <a:pt x="2103025" y="241776"/>
                </a:cubicBezTo>
                <a:cubicBezTo>
                  <a:pt x="2096531" y="241776"/>
                  <a:pt x="2091577" y="240125"/>
                  <a:pt x="2088158" y="236821"/>
                </a:cubicBezTo>
                <a:cubicBezTo>
                  <a:pt x="2084741" y="233404"/>
                  <a:pt x="2083033" y="229132"/>
                  <a:pt x="2083033" y="224006"/>
                </a:cubicBezTo>
                <a:cubicBezTo>
                  <a:pt x="2083033" y="219564"/>
                  <a:pt x="2084856" y="211305"/>
                  <a:pt x="2088500" y="199231"/>
                </a:cubicBezTo>
                <a:lnTo>
                  <a:pt x="2092601" y="185390"/>
                </a:lnTo>
                <a:cubicBezTo>
                  <a:pt x="2079388" y="208059"/>
                  <a:pt x="2066686" y="224120"/>
                  <a:pt x="2054499" y="233575"/>
                </a:cubicBezTo>
                <a:cubicBezTo>
                  <a:pt x="2047436" y="239042"/>
                  <a:pt x="2039917" y="241776"/>
                  <a:pt x="2031944" y="241776"/>
                </a:cubicBezTo>
                <a:cubicBezTo>
                  <a:pt x="2021465" y="241776"/>
                  <a:pt x="2013889" y="237504"/>
                  <a:pt x="2009219" y="228961"/>
                </a:cubicBezTo>
                <a:cubicBezTo>
                  <a:pt x="2004548" y="220304"/>
                  <a:pt x="2002214" y="210565"/>
                  <a:pt x="2002214" y="199743"/>
                </a:cubicBezTo>
                <a:cubicBezTo>
                  <a:pt x="2002214" y="183682"/>
                  <a:pt x="2007111" y="165285"/>
                  <a:pt x="2016907" y="144553"/>
                </a:cubicBezTo>
                <a:cubicBezTo>
                  <a:pt x="2026704" y="123707"/>
                  <a:pt x="2039577" y="106962"/>
                  <a:pt x="2055523" y="94318"/>
                </a:cubicBezTo>
                <a:cubicBezTo>
                  <a:pt x="2068624" y="83839"/>
                  <a:pt x="2080926" y="78599"/>
                  <a:pt x="2092431" y="78599"/>
                </a:cubicBezTo>
                <a:cubicBezTo>
                  <a:pt x="2098809" y="78599"/>
                  <a:pt x="2103936" y="80478"/>
                  <a:pt x="2107809" y="84237"/>
                </a:cubicBezTo>
                <a:cubicBezTo>
                  <a:pt x="2111682" y="87882"/>
                  <a:pt x="2114530" y="94603"/>
                  <a:pt x="2116351" y="104400"/>
                </a:cubicBezTo>
                <a:lnTo>
                  <a:pt x="2122503" y="83383"/>
                </a:lnTo>
                <a:lnTo>
                  <a:pt x="2162998" y="80991"/>
                </a:lnTo>
                <a:moveTo>
                  <a:pt x="2108321" y="113455"/>
                </a:moveTo>
                <a:cubicBezTo>
                  <a:pt x="2108321" y="104229"/>
                  <a:pt x="2106897" y="97565"/>
                  <a:pt x="2104049" y="93464"/>
                </a:cubicBezTo>
                <a:cubicBezTo>
                  <a:pt x="2101999" y="90616"/>
                  <a:pt x="2099208" y="89193"/>
                  <a:pt x="2095677" y="89193"/>
                </a:cubicBezTo>
                <a:cubicBezTo>
                  <a:pt x="2092146" y="89193"/>
                  <a:pt x="2088500" y="90901"/>
                  <a:pt x="2084741" y="94318"/>
                </a:cubicBezTo>
                <a:cubicBezTo>
                  <a:pt x="2077110" y="101381"/>
                  <a:pt x="2068851" y="115734"/>
                  <a:pt x="2059965" y="137377"/>
                </a:cubicBezTo>
                <a:cubicBezTo>
                  <a:pt x="2051195" y="158906"/>
                  <a:pt x="2046809" y="177530"/>
                  <a:pt x="2046809" y="193250"/>
                </a:cubicBezTo>
                <a:cubicBezTo>
                  <a:pt x="2046809" y="199287"/>
                  <a:pt x="2047778" y="203673"/>
                  <a:pt x="2049714" y="206407"/>
                </a:cubicBezTo>
                <a:cubicBezTo>
                  <a:pt x="2051764" y="209027"/>
                  <a:pt x="2053985" y="210337"/>
                  <a:pt x="2056378" y="210337"/>
                </a:cubicBezTo>
                <a:cubicBezTo>
                  <a:pt x="2061504" y="210337"/>
                  <a:pt x="2066686" y="207375"/>
                  <a:pt x="2071927" y="201452"/>
                </a:cubicBezTo>
                <a:cubicBezTo>
                  <a:pt x="2079445" y="193022"/>
                  <a:pt x="2086222" y="182713"/>
                  <a:pt x="2092260" y="170525"/>
                </a:cubicBezTo>
                <a:cubicBezTo>
                  <a:pt x="2102967" y="149110"/>
                  <a:pt x="2108321" y="130087"/>
                  <a:pt x="2108321" y="113455"/>
                </a:cubicBezTo>
                <a:moveTo>
                  <a:pt x="2281068" y="0"/>
                </a:moveTo>
                <a:lnTo>
                  <a:pt x="2224510" y="192396"/>
                </a:lnTo>
                <a:cubicBezTo>
                  <a:pt x="2221207" y="203787"/>
                  <a:pt x="2219555" y="210906"/>
                  <a:pt x="2219555" y="213754"/>
                </a:cubicBezTo>
                <a:cubicBezTo>
                  <a:pt x="2219555" y="215235"/>
                  <a:pt x="2220011" y="216488"/>
                  <a:pt x="2220922" y="217513"/>
                </a:cubicBezTo>
                <a:cubicBezTo>
                  <a:pt x="2221947" y="218538"/>
                  <a:pt x="2223029" y="219051"/>
                  <a:pt x="2224168" y="219051"/>
                </a:cubicBezTo>
                <a:cubicBezTo>
                  <a:pt x="2226219" y="219051"/>
                  <a:pt x="2228156" y="218254"/>
                  <a:pt x="2229978" y="216659"/>
                </a:cubicBezTo>
                <a:cubicBezTo>
                  <a:pt x="2235446" y="212216"/>
                  <a:pt x="2241540" y="204698"/>
                  <a:pt x="2248261" y="194104"/>
                </a:cubicBezTo>
                <a:lnTo>
                  <a:pt x="2254924" y="197180"/>
                </a:lnTo>
                <a:cubicBezTo>
                  <a:pt x="2244103" y="214494"/>
                  <a:pt x="2233452" y="226854"/>
                  <a:pt x="2222973" y="234258"/>
                </a:cubicBezTo>
                <a:cubicBezTo>
                  <a:pt x="2215797" y="239270"/>
                  <a:pt x="2208164" y="241776"/>
                  <a:pt x="2200076" y="241776"/>
                </a:cubicBezTo>
                <a:cubicBezTo>
                  <a:pt x="2192558" y="241776"/>
                  <a:pt x="2186578" y="239783"/>
                  <a:pt x="2182136" y="235796"/>
                </a:cubicBezTo>
                <a:cubicBezTo>
                  <a:pt x="2177693" y="231695"/>
                  <a:pt x="2175472" y="226797"/>
                  <a:pt x="2175472" y="221101"/>
                </a:cubicBezTo>
                <a:cubicBezTo>
                  <a:pt x="2175472" y="216887"/>
                  <a:pt x="2176839" y="210109"/>
                  <a:pt x="2179573" y="200768"/>
                </a:cubicBezTo>
                <a:lnTo>
                  <a:pt x="2225706" y="43229"/>
                </a:lnTo>
                <a:cubicBezTo>
                  <a:pt x="2228212" y="34572"/>
                  <a:pt x="2229466" y="28820"/>
                  <a:pt x="2229466" y="25972"/>
                </a:cubicBezTo>
                <a:cubicBezTo>
                  <a:pt x="2229466" y="23238"/>
                  <a:pt x="2228269" y="21074"/>
                  <a:pt x="2225877" y="19479"/>
                </a:cubicBezTo>
                <a:cubicBezTo>
                  <a:pt x="2222688" y="17201"/>
                  <a:pt x="2217846" y="16233"/>
                  <a:pt x="2211354" y="16574"/>
                </a:cubicBezTo>
                <a:lnTo>
                  <a:pt x="2213233" y="10081"/>
                </a:lnTo>
                <a:lnTo>
                  <a:pt x="2270815" y="0"/>
                </a:lnTo>
                <a:lnTo>
                  <a:pt x="2281068" y="0"/>
                </a:lnTo>
                <a:moveTo>
                  <a:pt x="2559408" y="0"/>
                </a:moveTo>
                <a:lnTo>
                  <a:pt x="2540100" y="78599"/>
                </a:lnTo>
                <a:lnTo>
                  <a:pt x="2534462" y="78599"/>
                </a:lnTo>
                <a:cubicBezTo>
                  <a:pt x="2533209" y="66296"/>
                  <a:pt x="2530988" y="56443"/>
                  <a:pt x="2527798" y="49039"/>
                </a:cubicBezTo>
                <a:cubicBezTo>
                  <a:pt x="2523014" y="38331"/>
                  <a:pt x="2516635" y="30073"/>
                  <a:pt x="2508661" y="24263"/>
                </a:cubicBezTo>
                <a:cubicBezTo>
                  <a:pt x="2500801" y="18454"/>
                  <a:pt x="2492258" y="15549"/>
                  <a:pt x="2483032" y="15549"/>
                </a:cubicBezTo>
                <a:cubicBezTo>
                  <a:pt x="2474147" y="15549"/>
                  <a:pt x="2466343" y="18966"/>
                  <a:pt x="2459622" y="25801"/>
                </a:cubicBezTo>
                <a:cubicBezTo>
                  <a:pt x="2453015" y="32522"/>
                  <a:pt x="2449713" y="40154"/>
                  <a:pt x="2449713" y="48697"/>
                </a:cubicBezTo>
                <a:cubicBezTo>
                  <a:pt x="2449713" y="57127"/>
                  <a:pt x="2451991" y="65442"/>
                  <a:pt x="2456547" y="73644"/>
                </a:cubicBezTo>
                <a:cubicBezTo>
                  <a:pt x="2461218" y="81731"/>
                  <a:pt x="2472153" y="93977"/>
                  <a:pt x="2489353" y="110380"/>
                </a:cubicBezTo>
                <a:cubicBezTo>
                  <a:pt x="2503137" y="123479"/>
                  <a:pt x="2512363" y="134757"/>
                  <a:pt x="2517034" y="144211"/>
                </a:cubicBezTo>
                <a:cubicBezTo>
                  <a:pt x="2521818" y="153666"/>
                  <a:pt x="2524210" y="163918"/>
                  <a:pt x="2524210" y="174967"/>
                </a:cubicBezTo>
                <a:cubicBezTo>
                  <a:pt x="2524210" y="187384"/>
                  <a:pt x="2520907" y="198832"/>
                  <a:pt x="2514300" y="209311"/>
                </a:cubicBezTo>
                <a:cubicBezTo>
                  <a:pt x="2507693" y="219791"/>
                  <a:pt x="2498068" y="227936"/>
                  <a:pt x="2485424" y="233745"/>
                </a:cubicBezTo>
                <a:cubicBezTo>
                  <a:pt x="2472893" y="239441"/>
                  <a:pt x="2458655" y="242289"/>
                  <a:pt x="2442707" y="242289"/>
                </a:cubicBezTo>
                <a:cubicBezTo>
                  <a:pt x="2432910" y="242289"/>
                  <a:pt x="2420551" y="240808"/>
                  <a:pt x="2405629" y="237846"/>
                </a:cubicBezTo>
                <a:cubicBezTo>
                  <a:pt x="2390821" y="234998"/>
                  <a:pt x="2380967" y="233575"/>
                  <a:pt x="2376069" y="233575"/>
                </a:cubicBezTo>
                <a:cubicBezTo>
                  <a:pt x="2372195" y="233575"/>
                  <a:pt x="2368722" y="234201"/>
                  <a:pt x="2365646" y="235454"/>
                </a:cubicBezTo>
                <a:cubicBezTo>
                  <a:pt x="2362570" y="236593"/>
                  <a:pt x="2358754" y="238871"/>
                  <a:pt x="2354198" y="242289"/>
                </a:cubicBezTo>
                <a:lnTo>
                  <a:pt x="2347534" y="242289"/>
                </a:lnTo>
                <a:lnTo>
                  <a:pt x="2368209" y="153951"/>
                </a:lnTo>
                <a:lnTo>
                  <a:pt x="2374702" y="153951"/>
                </a:lnTo>
                <a:cubicBezTo>
                  <a:pt x="2376183" y="169443"/>
                  <a:pt x="2379316" y="182656"/>
                  <a:pt x="2384099" y="193592"/>
                </a:cubicBezTo>
                <a:cubicBezTo>
                  <a:pt x="2388885" y="204414"/>
                  <a:pt x="2395719" y="212900"/>
                  <a:pt x="2404604" y="219051"/>
                </a:cubicBezTo>
                <a:cubicBezTo>
                  <a:pt x="2413489" y="225088"/>
                  <a:pt x="2423627" y="228107"/>
                  <a:pt x="2435018" y="228107"/>
                </a:cubicBezTo>
                <a:cubicBezTo>
                  <a:pt x="2446295" y="228107"/>
                  <a:pt x="2455693" y="224405"/>
                  <a:pt x="2463211" y="217000"/>
                </a:cubicBezTo>
                <a:cubicBezTo>
                  <a:pt x="2470842" y="209482"/>
                  <a:pt x="2474659" y="200711"/>
                  <a:pt x="2474659" y="190687"/>
                </a:cubicBezTo>
                <a:cubicBezTo>
                  <a:pt x="2474659" y="182144"/>
                  <a:pt x="2472495" y="173942"/>
                  <a:pt x="2468166" y="166082"/>
                </a:cubicBezTo>
                <a:cubicBezTo>
                  <a:pt x="2463951" y="158222"/>
                  <a:pt x="2454212" y="146774"/>
                  <a:pt x="2438947" y="131738"/>
                </a:cubicBezTo>
                <a:cubicBezTo>
                  <a:pt x="2423798" y="116702"/>
                  <a:pt x="2413319" y="103260"/>
                  <a:pt x="2407509" y="91414"/>
                </a:cubicBezTo>
                <a:cubicBezTo>
                  <a:pt x="2403293" y="82643"/>
                  <a:pt x="2401187" y="73302"/>
                  <a:pt x="2401187" y="63392"/>
                </a:cubicBezTo>
                <a:cubicBezTo>
                  <a:pt x="2401187" y="46191"/>
                  <a:pt x="2407964" y="31326"/>
                  <a:pt x="2421520" y="18795"/>
                </a:cubicBezTo>
                <a:cubicBezTo>
                  <a:pt x="2435075" y="6265"/>
                  <a:pt x="2452788" y="0"/>
                  <a:pt x="2474659" y="0"/>
                </a:cubicBezTo>
                <a:cubicBezTo>
                  <a:pt x="2484570" y="0"/>
                  <a:pt x="2497612" y="2221"/>
                  <a:pt x="2513787" y="6664"/>
                </a:cubicBezTo>
                <a:cubicBezTo>
                  <a:pt x="2523242" y="9284"/>
                  <a:pt x="2529906" y="10594"/>
                  <a:pt x="2533778" y="10594"/>
                </a:cubicBezTo>
                <a:cubicBezTo>
                  <a:pt x="2537082" y="10594"/>
                  <a:pt x="2540044" y="9910"/>
                  <a:pt x="2542664" y="8544"/>
                </a:cubicBezTo>
                <a:cubicBezTo>
                  <a:pt x="2545283" y="7063"/>
                  <a:pt x="2548360" y="4215"/>
                  <a:pt x="2551890" y="0"/>
                </a:cubicBezTo>
                <a:lnTo>
                  <a:pt x="2559408" y="0"/>
                </a:lnTo>
                <a:moveTo>
                  <a:pt x="2571198" y="88167"/>
                </a:moveTo>
                <a:lnTo>
                  <a:pt x="2627756" y="78599"/>
                </a:lnTo>
                <a:lnTo>
                  <a:pt x="2638007" y="78599"/>
                </a:lnTo>
                <a:lnTo>
                  <a:pt x="2630318" y="106450"/>
                </a:lnTo>
                <a:cubicBezTo>
                  <a:pt x="2642279" y="95515"/>
                  <a:pt x="2652075" y="88167"/>
                  <a:pt x="2659707" y="84408"/>
                </a:cubicBezTo>
                <a:cubicBezTo>
                  <a:pt x="2667339" y="80535"/>
                  <a:pt x="2674915" y="78599"/>
                  <a:pt x="2682432" y="78599"/>
                </a:cubicBezTo>
                <a:cubicBezTo>
                  <a:pt x="2693140" y="78599"/>
                  <a:pt x="2701398" y="82756"/>
                  <a:pt x="2707208" y="91072"/>
                </a:cubicBezTo>
                <a:cubicBezTo>
                  <a:pt x="2713018" y="99273"/>
                  <a:pt x="2715923" y="109355"/>
                  <a:pt x="2715923" y="121315"/>
                </a:cubicBezTo>
                <a:cubicBezTo>
                  <a:pt x="2715923" y="154008"/>
                  <a:pt x="2704588" y="182998"/>
                  <a:pt x="2681920" y="208286"/>
                </a:cubicBezTo>
                <a:cubicBezTo>
                  <a:pt x="2661872" y="230613"/>
                  <a:pt x="2640001" y="241776"/>
                  <a:pt x="2616307" y="241776"/>
                </a:cubicBezTo>
                <a:cubicBezTo>
                  <a:pt x="2612093" y="241776"/>
                  <a:pt x="2608505" y="241377"/>
                  <a:pt x="2605543" y="240580"/>
                </a:cubicBezTo>
                <a:cubicBezTo>
                  <a:pt x="2602581" y="239783"/>
                  <a:pt x="2598424" y="238017"/>
                  <a:pt x="2593069" y="235283"/>
                </a:cubicBezTo>
                <a:lnTo>
                  <a:pt x="2584184" y="266039"/>
                </a:lnTo>
                <a:cubicBezTo>
                  <a:pt x="2580995" y="277203"/>
                  <a:pt x="2579400" y="285689"/>
                  <a:pt x="2579400" y="291498"/>
                </a:cubicBezTo>
                <a:cubicBezTo>
                  <a:pt x="2579400" y="295143"/>
                  <a:pt x="2580653" y="297991"/>
                  <a:pt x="2583160" y="300042"/>
                </a:cubicBezTo>
                <a:cubicBezTo>
                  <a:pt x="2585665" y="302206"/>
                  <a:pt x="2591532" y="304028"/>
                  <a:pt x="2600758" y="305509"/>
                </a:cubicBezTo>
                <a:lnTo>
                  <a:pt x="2599221" y="311831"/>
                </a:lnTo>
                <a:lnTo>
                  <a:pt x="2507295" y="311831"/>
                </a:lnTo>
                <a:lnTo>
                  <a:pt x="2509004" y="305509"/>
                </a:lnTo>
                <a:cubicBezTo>
                  <a:pt x="2516293" y="305282"/>
                  <a:pt x="2522388" y="302946"/>
                  <a:pt x="2527286" y="298504"/>
                </a:cubicBezTo>
                <a:cubicBezTo>
                  <a:pt x="2532070" y="294061"/>
                  <a:pt x="2536570" y="284493"/>
                  <a:pt x="2540784" y="269798"/>
                </a:cubicBezTo>
                <a:lnTo>
                  <a:pt x="2582476" y="126100"/>
                </a:lnTo>
                <a:cubicBezTo>
                  <a:pt x="2585551" y="115392"/>
                  <a:pt x="2587089" y="107817"/>
                  <a:pt x="2587089" y="103374"/>
                </a:cubicBezTo>
                <a:cubicBezTo>
                  <a:pt x="2587089" y="101438"/>
                  <a:pt x="2586634" y="99843"/>
                  <a:pt x="2585722" y="98590"/>
                </a:cubicBezTo>
                <a:cubicBezTo>
                  <a:pt x="2584811" y="97223"/>
                  <a:pt x="2583444" y="96255"/>
                  <a:pt x="2581621" y="95685"/>
                </a:cubicBezTo>
                <a:cubicBezTo>
                  <a:pt x="2579798" y="95116"/>
                  <a:pt x="2575699" y="94831"/>
                  <a:pt x="2569319" y="94831"/>
                </a:cubicBezTo>
                <a:lnTo>
                  <a:pt x="2571198" y="88167"/>
                </a:lnTo>
                <a:moveTo>
                  <a:pt x="2597854" y="219393"/>
                </a:moveTo>
                <a:cubicBezTo>
                  <a:pt x="2601271" y="224974"/>
                  <a:pt x="2604346" y="228733"/>
                  <a:pt x="2607080" y="230670"/>
                </a:cubicBezTo>
                <a:cubicBezTo>
                  <a:pt x="2609814" y="232492"/>
                  <a:pt x="2613004" y="233404"/>
                  <a:pt x="2616649" y="233404"/>
                </a:cubicBezTo>
                <a:cubicBezTo>
                  <a:pt x="2620295" y="233404"/>
                  <a:pt x="2623825" y="232436"/>
                  <a:pt x="2627242" y="230499"/>
                </a:cubicBezTo>
                <a:cubicBezTo>
                  <a:pt x="2630774" y="228449"/>
                  <a:pt x="2635103" y="224405"/>
                  <a:pt x="2640228" y="218367"/>
                </a:cubicBezTo>
                <a:cubicBezTo>
                  <a:pt x="2645354" y="212330"/>
                  <a:pt x="2650252" y="204584"/>
                  <a:pt x="2654923" y="195130"/>
                </a:cubicBezTo>
                <a:cubicBezTo>
                  <a:pt x="2659707" y="185675"/>
                  <a:pt x="2663523" y="174967"/>
                  <a:pt x="2666371" y="163007"/>
                </a:cubicBezTo>
                <a:cubicBezTo>
                  <a:pt x="2669219" y="150932"/>
                  <a:pt x="2670642" y="139427"/>
                  <a:pt x="2670642" y="128492"/>
                </a:cubicBezTo>
                <a:cubicBezTo>
                  <a:pt x="2670642" y="119721"/>
                  <a:pt x="2669048" y="113342"/>
                  <a:pt x="2665858" y="109355"/>
                </a:cubicBezTo>
                <a:cubicBezTo>
                  <a:pt x="2662783" y="105368"/>
                  <a:pt x="2659024" y="103374"/>
                  <a:pt x="2654581" y="103374"/>
                </a:cubicBezTo>
                <a:cubicBezTo>
                  <a:pt x="2650594" y="103374"/>
                  <a:pt x="2646835" y="104400"/>
                  <a:pt x="2643305" y="106450"/>
                </a:cubicBezTo>
                <a:cubicBezTo>
                  <a:pt x="2638178" y="109412"/>
                  <a:pt x="2632141" y="114936"/>
                  <a:pt x="2625193" y="123024"/>
                </a:cubicBezTo>
                <a:lnTo>
                  <a:pt x="2597854" y="219393"/>
                </a:lnTo>
                <a:moveTo>
                  <a:pt x="2892598" y="80991"/>
                </a:moveTo>
                <a:lnTo>
                  <a:pt x="2859450" y="194617"/>
                </a:lnTo>
                <a:lnTo>
                  <a:pt x="2856032" y="208457"/>
                </a:lnTo>
                <a:cubicBezTo>
                  <a:pt x="2855691" y="210166"/>
                  <a:pt x="2855520" y="211419"/>
                  <a:pt x="2855520" y="212216"/>
                </a:cubicBezTo>
                <a:cubicBezTo>
                  <a:pt x="2855520" y="213583"/>
                  <a:pt x="2855976" y="214779"/>
                  <a:pt x="2856888" y="215804"/>
                </a:cubicBezTo>
                <a:cubicBezTo>
                  <a:pt x="2857912" y="216830"/>
                  <a:pt x="2858937" y="217342"/>
                  <a:pt x="2859963" y="217342"/>
                </a:cubicBezTo>
                <a:cubicBezTo>
                  <a:pt x="2862354" y="217342"/>
                  <a:pt x="2865658" y="215520"/>
                  <a:pt x="2869873" y="211875"/>
                </a:cubicBezTo>
                <a:cubicBezTo>
                  <a:pt x="2871581" y="210394"/>
                  <a:pt x="2875682" y="205154"/>
                  <a:pt x="2882176" y="196155"/>
                </a:cubicBezTo>
                <a:lnTo>
                  <a:pt x="2888156" y="199231"/>
                </a:lnTo>
                <a:cubicBezTo>
                  <a:pt x="2880068" y="214039"/>
                  <a:pt x="2871411" y="224860"/>
                  <a:pt x="2862184" y="231695"/>
                </a:cubicBezTo>
                <a:cubicBezTo>
                  <a:pt x="2853071" y="238416"/>
                  <a:pt x="2843218" y="241776"/>
                  <a:pt x="2832624" y="241776"/>
                </a:cubicBezTo>
                <a:cubicBezTo>
                  <a:pt x="2826132" y="241776"/>
                  <a:pt x="2821176" y="240125"/>
                  <a:pt x="2817759" y="236821"/>
                </a:cubicBezTo>
                <a:cubicBezTo>
                  <a:pt x="2814342" y="233404"/>
                  <a:pt x="2812632" y="229132"/>
                  <a:pt x="2812632" y="224006"/>
                </a:cubicBezTo>
                <a:cubicBezTo>
                  <a:pt x="2812632" y="219564"/>
                  <a:pt x="2814455" y="211305"/>
                  <a:pt x="2818100" y="199231"/>
                </a:cubicBezTo>
                <a:lnTo>
                  <a:pt x="2822201" y="185390"/>
                </a:lnTo>
                <a:cubicBezTo>
                  <a:pt x="2808987" y="208059"/>
                  <a:pt x="2796286" y="224120"/>
                  <a:pt x="2784098" y="233575"/>
                </a:cubicBezTo>
                <a:cubicBezTo>
                  <a:pt x="2777035" y="239042"/>
                  <a:pt x="2769517" y="241776"/>
                  <a:pt x="2761543" y="241776"/>
                </a:cubicBezTo>
                <a:cubicBezTo>
                  <a:pt x="2751064" y="241776"/>
                  <a:pt x="2743489" y="237504"/>
                  <a:pt x="2738818" y="228961"/>
                </a:cubicBezTo>
                <a:cubicBezTo>
                  <a:pt x="2734147" y="220304"/>
                  <a:pt x="2731813" y="210565"/>
                  <a:pt x="2731813" y="199743"/>
                </a:cubicBezTo>
                <a:cubicBezTo>
                  <a:pt x="2731813" y="183682"/>
                  <a:pt x="2736712" y="165285"/>
                  <a:pt x="2746508" y="144553"/>
                </a:cubicBezTo>
                <a:cubicBezTo>
                  <a:pt x="2756303" y="123707"/>
                  <a:pt x="2769176" y="106962"/>
                  <a:pt x="2785123" y="94318"/>
                </a:cubicBezTo>
                <a:cubicBezTo>
                  <a:pt x="2798223" y="83839"/>
                  <a:pt x="2810525" y="78599"/>
                  <a:pt x="2822031" y="78599"/>
                </a:cubicBezTo>
                <a:cubicBezTo>
                  <a:pt x="2828410" y="78599"/>
                  <a:pt x="2833536" y="80478"/>
                  <a:pt x="2837408" y="84237"/>
                </a:cubicBezTo>
                <a:cubicBezTo>
                  <a:pt x="2841282" y="87882"/>
                  <a:pt x="2844129" y="94603"/>
                  <a:pt x="2845952" y="104400"/>
                </a:cubicBezTo>
                <a:lnTo>
                  <a:pt x="2852103" y="83383"/>
                </a:lnTo>
                <a:lnTo>
                  <a:pt x="2892598" y="80991"/>
                </a:lnTo>
                <a:moveTo>
                  <a:pt x="2837920" y="113455"/>
                </a:moveTo>
                <a:cubicBezTo>
                  <a:pt x="2837920" y="104229"/>
                  <a:pt x="2836496" y="97565"/>
                  <a:pt x="2833649" y="93464"/>
                </a:cubicBezTo>
                <a:cubicBezTo>
                  <a:pt x="2831600" y="90616"/>
                  <a:pt x="2828808" y="89193"/>
                  <a:pt x="2825276" y="89193"/>
                </a:cubicBezTo>
                <a:cubicBezTo>
                  <a:pt x="2821746" y="89193"/>
                  <a:pt x="2818100" y="90901"/>
                  <a:pt x="2814342" y="94318"/>
                </a:cubicBezTo>
                <a:cubicBezTo>
                  <a:pt x="2806709" y="101381"/>
                  <a:pt x="2798451" y="115734"/>
                  <a:pt x="2789566" y="137377"/>
                </a:cubicBezTo>
                <a:cubicBezTo>
                  <a:pt x="2780794" y="158906"/>
                  <a:pt x="2776408" y="177530"/>
                  <a:pt x="2776408" y="193250"/>
                </a:cubicBezTo>
                <a:cubicBezTo>
                  <a:pt x="2776408" y="199287"/>
                  <a:pt x="2777377" y="203673"/>
                  <a:pt x="2779313" y="206407"/>
                </a:cubicBezTo>
                <a:cubicBezTo>
                  <a:pt x="2781364" y="209027"/>
                  <a:pt x="2783586" y="210337"/>
                  <a:pt x="2785977" y="210337"/>
                </a:cubicBezTo>
                <a:cubicBezTo>
                  <a:pt x="2791103" y="210337"/>
                  <a:pt x="2796286" y="207375"/>
                  <a:pt x="2801526" y="201452"/>
                </a:cubicBezTo>
                <a:cubicBezTo>
                  <a:pt x="2809044" y="193022"/>
                  <a:pt x="2815822" y="182713"/>
                  <a:pt x="2821859" y="170525"/>
                </a:cubicBezTo>
                <a:cubicBezTo>
                  <a:pt x="2832567" y="149110"/>
                  <a:pt x="2837920" y="130087"/>
                  <a:pt x="2837920" y="113455"/>
                </a:cubicBezTo>
                <a:moveTo>
                  <a:pt x="3031342" y="195813"/>
                </a:moveTo>
                <a:lnTo>
                  <a:pt x="3036468" y="200426"/>
                </a:lnTo>
                <a:cubicBezTo>
                  <a:pt x="3025418" y="213640"/>
                  <a:pt x="3014540" y="223322"/>
                  <a:pt x="3003832" y="229474"/>
                </a:cubicBezTo>
                <a:cubicBezTo>
                  <a:pt x="2989594" y="237675"/>
                  <a:pt x="2974842" y="241776"/>
                  <a:pt x="2959577" y="241776"/>
                </a:cubicBezTo>
                <a:cubicBezTo>
                  <a:pt x="2949326" y="241776"/>
                  <a:pt x="2940213" y="239612"/>
                  <a:pt x="2932239" y="235283"/>
                </a:cubicBezTo>
                <a:cubicBezTo>
                  <a:pt x="2924380" y="230841"/>
                  <a:pt x="2918570" y="224689"/>
                  <a:pt x="2914811" y="216830"/>
                </a:cubicBezTo>
                <a:cubicBezTo>
                  <a:pt x="2911052" y="208856"/>
                  <a:pt x="2909173" y="200711"/>
                  <a:pt x="2909173" y="192396"/>
                </a:cubicBezTo>
                <a:cubicBezTo>
                  <a:pt x="2909173" y="173714"/>
                  <a:pt x="2914241" y="155375"/>
                  <a:pt x="2924380" y="137377"/>
                </a:cubicBezTo>
                <a:cubicBezTo>
                  <a:pt x="2934518" y="119265"/>
                  <a:pt x="2947902" y="104969"/>
                  <a:pt x="2964533" y="94489"/>
                </a:cubicBezTo>
                <a:cubicBezTo>
                  <a:pt x="2981164" y="83895"/>
                  <a:pt x="2997510" y="78599"/>
                  <a:pt x="3013572" y="78599"/>
                </a:cubicBezTo>
                <a:cubicBezTo>
                  <a:pt x="3026444" y="78599"/>
                  <a:pt x="3036126" y="81446"/>
                  <a:pt x="3042618" y="87142"/>
                </a:cubicBezTo>
                <a:cubicBezTo>
                  <a:pt x="3049112" y="92838"/>
                  <a:pt x="3052359" y="99900"/>
                  <a:pt x="3052359" y="108329"/>
                </a:cubicBezTo>
                <a:cubicBezTo>
                  <a:pt x="3052359" y="115961"/>
                  <a:pt x="3049909" y="122454"/>
                  <a:pt x="3045011" y="127808"/>
                </a:cubicBezTo>
                <a:cubicBezTo>
                  <a:pt x="3040113" y="133162"/>
                  <a:pt x="3034645" y="135839"/>
                  <a:pt x="3028608" y="135839"/>
                </a:cubicBezTo>
                <a:cubicBezTo>
                  <a:pt x="3023369" y="135839"/>
                  <a:pt x="3018983" y="134130"/>
                  <a:pt x="3015451" y="130713"/>
                </a:cubicBezTo>
                <a:cubicBezTo>
                  <a:pt x="3012034" y="127296"/>
                  <a:pt x="3010326" y="123252"/>
                  <a:pt x="3010326" y="118582"/>
                </a:cubicBezTo>
                <a:cubicBezTo>
                  <a:pt x="3010326" y="112430"/>
                  <a:pt x="3013401" y="107076"/>
                  <a:pt x="3019552" y="102520"/>
                </a:cubicBezTo>
                <a:cubicBezTo>
                  <a:pt x="3023767" y="99331"/>
                  <a:pt x="3025874" y="96540"/>
                  <a:pt x="3025874" y="94148"/>
                </a:cubicBezTo>
                <a:cubicBezTo>
                  <a:pt x="3025874" y="92097"/>
                  <a:pt x="3025020" y="90445"/>
                  <a:pt x="3023311" y="89193"/>
                </a:cubicBezTo>
                <a:cubicBezTo>
                  <a:pt x="3021033" y="87370"/>
                  <a:pt x="3018071" y="86459"/>
                  <a:pt x="3014425" y="86459"/>
                </a:cubicBezTo>
                <a:cubicBezTo>
                  <a:pt x="3004858" y="86459"/>
                  <a:pt x="2995858" y="90332"/>
                  <a:pt x="2987430" y="98077"/>
                </a:cubicBezTo>
                <a:cubicBezTo>
                  <a:pt x="2976266" y="108329"/>
                  <a:pt x="2967722" y="121315"/>
                  <a:pt x="2961799" y="137035"/>
                </a:cubicBezTo>
                <a:cubicBezTo>
                  <a:pt x="2955876" y="152755"/>
                  <a:pt x="2952913" y="167677"/>
                  <a:pt x="2952913" y="181802"/>
                </a:cubicBezTo>
                <a:cubicBezTo>
                  <a:pt x="2952913" y="192965"/>
                  <a:pt x="2955933" y="201907"/>
                  <a:pt x="2961970" y="208628"/>
                </a:cubicBezTo>
                <a:cubicBezTo>
                  <a:pt x="2968008" y="215235"/>
                  <a:pt x="2975184" y="218538"/>
                  <a:pt x="2983499" y="218538"/>
                </a:cubicBezTo>
                <a:cubicBezTo>
                  <a:pt x="2990790" y="218538"/>
                  <a:pt x="2998649" y="216659"/>
                  <a:pt x="3007079" y="212900"/>
                </a:cubicBezTo>
                <a:cubicBezTo>
                  <a:pt x="3015622" y="209141"/>
                  <a:pt x="3023710" y="203445"/>
                  <a:pt x="3031342" y="195813"/>
                </a:cubicBezTo>
                <a:moveTo>
                  <a:pt x="3110111" y="172917"/>
                </a:moveTo>
                <a:cubicBezTo>
                  <a:pt x="3109086" y="180321"/>
                  <a:pt x="3108573" y="186415"/>
                  <a:pt x="3108573" y="191200"/>
                </a:cubicBezTo>
                <a:cubicBezTo>
                  <a:pt x="3108573" y="199743"/>
                  <a:pt x="3111023" y="206578"/>
                  <a:pt x="3115920" y="211704"/>
                </a:cubicBezTo>
                <a:cubicBezTo>
                  <a:pt x="3120933" y="216830"/>
                  <a:pt x="3127597" y="219393"/>
                  <a:pt x="3135912" y="219393"/>
                </a:cubicBezTo>
                <a:cubicBezTo>
                  <a:pt x="3143886" y="219393"/>
                  <a:pt x="3151859" y="217456"/>
                  <a:pt x="3159833" y="213583"/>
                </a:cubicBezTo>
                <a:cubicBezTo>
                  <a:pt x="3167921" y="209710"/>
                  <a:pt x="3177262" y="202932"/>
                  <a:pt x="3187855" y="193250"/>
                </a:cubicBezTo>
                <a:lnTo>
                  <a:pt x="3192981" y="197864"/>
                </a:lnTo>
                <a:cubicBezTo>
                  <a:pt x="3179882" y="213697"/>
                  <a:pt x="3167123" y="224974"/>
                  <a:pt x="3154708" y="231695"/>
                </a:cubicBezTo>
                <a:cubicBezTo>
                  <a:pt x="3142292" y="238416"/>
                  <a:pt x="3128564" y="241776"/>
                  <a:pt x="3113529" y="241776"/>
                </a:cubicBezTo>
                <a:cubicBezTo>
                  <a:pt x="3094505" y="241776"/>
                  <a:pt x="3081349" y="237220"/>
                  <a:pt x="3074058" y="228107"/>
                </a:cubicBezTo>
                <a:cubicBezTo>
                  <a:pt x="3066769" y="218994"/>
                  <a:pt x="3063123" y="208457"/>
                  <a:pt x="3063123" y="196497"/>
                </a:cubicBezTo>
                <a:cubicBezTo>
                  <a:pt x="3063123" y="177815"/>
                  <a:pt x="3068533" y="159134"/>
                  <a:pt x="3079356" y="140452"/>
                </a:cubicBezTo>
                <a:cubicBezTo>
                  <a:pt x="3090291" y="121771"/>
                  <a:pt x="3105099" y="106792"/>
                  <a:pt x="3123781" y="95515"/>
                </a:cubicBezTo>
                <a:cubicBezTo>
                  <a:pt x="3142576" y="84237"/>
                  <a:pt x="3161428" y="78599"/>
                  <a:pt x="3180337" y="78599"/>
                </a:cubicBezTo>
                <a:cubicBezTo>
                  <a:pt x="3189906" y="78599"/>
                  <a:pt x="3197139" y="80877"/>
                  <a:pt x="3202037" y="85433"/>
                </a:cubicBezTo>
                <a:cubicBezTo>
                  <a:pt x="3206936" y="89990"/>
                  <a:pt x="3209384" y="95742"/>
                  <a:pt x="3209384" y="102691"/>
                </a:cubicBezTo>
                <a:cubicBezTo>
                  <a:pt x="3209384" y="111006"/>
                  <a:pt x="3206993" y="119094"/>
                  <a:pt x="3202208" y="126954"/>
                </a:cubicBezTo>
                <a:cubicBezTo>
                  <a:pt x="3195601" y="137661"/>
                  <a:pt x="3187285" y="146319"/>
                  <a:pt x="3177262" y="152926"/>
                </a:cubicBezTo>
                <a:cubicBezTo>
                  <a:pt x="3167238" y="159418"/>
                  <a:pt x="3156017" y="164374"/>
                  <a:pt x="3143601" y="167791"/>
                </a:cubicBezTo>
                <a:cubicBezTo>
                  <a:pt x="3135285" y="170069"/>
                  <a:pt x="3124122" y="171778"/>
                  <a:pt x="3110111" y="172917"/>
                </a:cubicBezTo>
                <a:moveTo>
                  <a:pt x="3111649" y="164032"/>
                </a:moveTo>
                <a:cubicBezTo>
                  <a:pt x="3121674" y="162551"/>
                  <a:pt x="3129418" y="160558"/>
                  <a:pt x="3134886" y="158051"/>
                </a:cubicBezTo>
                <a:cubicBezTo>
                  <a:pt x="3140468" y="155432"/>
                  <a:pt x="3145879" y="151331"/>
                  <a:pt x="3151119" y="145749"/>
                </a:cubicBezTo>
                <a:cubicBezTo>
                  <a:pt x="3156474" y="140054"/>
                  <a:pt x="3161086" y="132934"/>
                  <a:pt x="3164959" y="124391"/>
                </a:cubicBezTo>
                <a:cubicBezTo>
                  <a:pt x="3168832" y="115734"/>
                  <a:pt x="3170769" y="107646"/>
                  <a:pt x="3170769" y="100128"/>
                </a:cubicBezTo>
                <a:cubicBezTo>
                  <a:pt x="3170769" y="96938"/>
                  <a:pt x="3169858" y="94432"/>
                  <a:pt x="3168035" y="92610"/>
                </a:cubicBezTo>
                <a:cubicBezTo>
                  <a:pt x="3166326" y="90787"/>
                  <a:pt x="3164105" y="89876"/>
                  <a:pt x="3161371" y="89876"/>
                </a:cubicBezTo>
                <a:cubicBezTo>
                  <a:pt x="3155903" y="89876"/>
                  <a:pt x="3149753" y="93692"/>
                  <a:pt x="3142918" y="101324"/>
                </a:cubicBezTo>
                <a:cubicBezTo>
                  <a:pt x="3130387" y="115221"/>
                  <a:pt x="3119964" y="136124"/>
                  <a:pt x="3111649" y="164032"/>
                </a:cubicBez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3" name="path-2259">
            <a:extLst xmlns:a="http://schemas.openxmlformats.org/drawingml/2006/main">
              <a:ext uri="{FF2B5EF4-FFF2-40B4-BE49-F238E27FC236}">
                <a16:creationId xmlns:a16="http://schemas.microsoft.com/office/drawing/2014/main" id="{F2ABCE7C-DFAD-4C39-AA24-19E86DDAB8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1967113"/>
            <a:ext cx="4137396" cy="689566"/>
          </a:xfrm>
          <a:custGeom xmlns:a="http://schemas.openxmlformats.org/drawingml/2006/main">
            <a:pathLst>
              <a:path w="3536180" h="589363">
                <a:moveTo>
                  <a:pt x="0" y="36835"/>
                </a:moveTo>
                <a:cubicBezTo>
                  <a:pt x="0" y="16492"/>
                  <a:pt x="16492" y="0"/>
                  <a:pt x="36836" y="0"/>
                </a:cubicBezTo>
                <a:lnTo>
                  <a:pt x="3499345" y="0"/>
                </a:lnTo>
                <a:cubicBezTo>
                  <a:pt x="3519689" y="0"/>
                  <a:pt x="3536180" y="16492"/>
                  <a:pt x="3536180" y="36835"/>
                </a:cubicBezTo>
                <a:lnTo>
                  <a:pt x="3536180" y="552528"/>
                </a:lnTo>
                <a:cubicBezTo>
                  <a:pt x="3536180" y="572872"/>
                  <a:pt x="3519689" y="589363"/>
                  <a:pt x="3499345" y="589363"/>
                </a:cubicBezTo>
                <a:lnTo>
                  <a:pt x="36836" y="589363"/>
                </a:lnTo>
                <a:cubicBezTo>
                  <a:pt x="16492" y="589363"/>
                  <a:pt x="0" y="572872"/>
                  <a:pt x="0" y="552528"/>
                </a:cubicBezTo>
                <a:lnTo>
                  <a:pt x="0" y="36835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4" name="path-2260">
            <a:extLst xmlns:a="http://schemas.openxmlformats.org/drawingml/2006/main">
              <a:ext uri="{FF2B5EF4-FFF2-40B4-BE49-F238E27FC236}">
                <a16:creationId xmlns:a16="http://schemas.microsoft.com/office/drawing/2014/main" id="{09C75307-9E9C-4575-A4CD-332C4542A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1967113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2895" y="566866"/>
                </a:moveTo>
                <a:lnTo>
                  <a:pt x="10789" y="578575"/>
                </a:lnTo>
                <a:lnTo>
                  <a:pt x="22497" y="586469"/>
                </a:lnTo>
                <a:lnTo>
                  <a:pt x="36836" y="589364"/>
                </a:lnTo>
                <a:lnTo>
                  <a:pt x="3499345" y="589364"/>
                </a:lnTo>
                <a:lnTo>
                  <a:pt x="3513683" y="586469"/>
                </a:lnTo>
                <a:lnTo>
                  <a:pt x="3525392" y="578575"/>
                </a:lnTo>
                <a:lnTo>
                  <a:pt x="3533286" y="566866"/>
                </a:lnTo>
                <a:lnTo>
                  <a:pt x="3536180" y="552528"/>
                </a:lnTo>
                <a:lnTo>
                  <a:pt x="3536180" y="36835"/>
                </a:lnTo>
                <a:lnTo>
                  <a:pt x="3533286" y="22497"/>
                </a:lnTo>
                <a:lnTo>
                  <a:pt x="3525392" y="10789"/>
                </a:lnTo>
                <a:lnTo>
                  <a:pt x="3513683" y="2895"/>
                </a:lnTo>
                <a:lnTo>
                  <a:pt x="3499345" y="0"/>
                </a:lnTo>
                <a:lnTo>
                  <a:pt x="36836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7"/>
                </a:lnTo>
                <a:lnTo>
                  <a:pt x="0" y="36835"/>
                </a:lnTo>
                <a:lnTo>
                  <a:pt x="0" y="552528"/>
                </a:lnTo>
                <a:lnTo>
                  <a:pt x="2895" y="566866"/>
                </a:lnTo>
                <a:close/>
                <a:moveTo>
                  <a:pt x="3508640" y="20932"/>
                </a:moveTo>
                <a:lnTo>
                  <a:pt x="3515248" y="27540"/>
                </a:lnTo>
                <a:lnTo>
                  <a:pt x="3517762" y="36836"/>
                </a:lnTo>
                <a:lnTo>
                  <a:pt x="3517762" y="552528"/>
                </a:lnTo>
                <a:lnTo>
                  <a:pt x="3515248" y="561824"/>
                </a:lnTo>
                <a:lnTo>
                  <a:pt x="3508640" y="568431"/>
                </a:lnTo>
                <a:lnTo>
                  <a:pt x="3499345" y="570946"/>
                </a:lnTo>
                <a:lnTo>
                  <a:pt x="36836" y="570946"/>
                </a:lnTo>
                <a:lnTo>
                  <a:pt x="27540" y="568431"/>
                </a:lnTo>
                <a:lnTo>
                  <a:pt x="20932" y="561824"/>
                </a:lnTo>
                <a:lnTo>
                  <a:pt x="18417" y="552528"/>
                </a:lnTo>
                <a:lnTo>
                  <a:pt x="18417" y="36836"/>
                </a:lnTo>
                <a:lnTo>
                  <a:pt x="20932" y="27540"/>
                </a:lnTo>
                <a:lnTo>
                  <a:pt x="27540" y="20932"/>
                </a:lnTo>
                <a:lnTo>
                  <a:pt x="36836" y="18418"/>
                </a:lnTo>
                <a:lnTo>
                  <a:pt x="3499345" y="18418"/>
                </a:lnTo>
                <a:lnTo>
                  <a:pt x="3508640" y="2093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5" name="path-2261">
            <a:extLst xmlns:a="http://schemas.openxmlformats.org/drawingml/2006/main">
              <a:ext uri="{FF2B5EF4-FFF2-40B4-BE49-F238E27FC236}">
                <a16:creationId xmlns:a16="http://schemas.microsoft.com/office/drawing/2014/main" id="{D316BF0D-A923-4CF1-9E6F-4846BA59B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4683" y="2187990"/>
            <a:ext cx="247813" cy="247813"/>
          </a:xfrm>
          <a:custGeom xmlns:a="http://schemas.openxmlformats.org/drawingml/2006/main">
            <a:pathLst>
              <a:path w="211803" h="211802">
                <a:moveTo>
                  <a:pt x="0" y="0"/>
                </a:moveTo>
                <a:lnTo>
                  <a:pt x="211803" y="0"/>
                </a:lnTo>
                <a:lnTo>
                  <a:pt x="211803" y="211802"/>
                </a:lnTo>
                <a:lnTo>
                  <a:pt x="0" y="211802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6" name="path-2262">
            <a:extLst xmlns:a="http://schemas.openxmlformats.org/drawingml/2006/main">
              <a:ext uri="{FF2B5EF4-FFF2-40B4-BE49-F238E27FC236}">
                <a16:creationId xmlns:a16="http://schemas.microsoft.com/office/drawing/2014/main" id="{0200B8FB-F900-46BD-9D2D-7B0C2B6AB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4683" y="2187990"/>
            <a:ext cx="247813" cy="247813"/>
          </a:xfrm>
          <a:custGeom xmlns:a="http://schemas.openxmlformats.org/drawingml/2006/main">
            <a:pathLst>
              <a:path w="211803" h="211802">
                <a:moveTo>
                  <a:pt x="211803" y="211802"/>
                </a:moveTo>
                <a:lnTo>
                  <a:pt x="211803" y="0"/>
                </a:lnTo>
                <a:lnTo>
                  <a:pt x="0" y="0"/>
                </a:lnTo>
                <a:lnTo>
                  <a:pt x="0" y="211802"/>
                </a:lnTo>
                <a:lnTo>
                  <a:pt x="211803" y="211802"/>
                </a:lnTo>
                <a:close/>
                <a:moveTo>
                  <a:pt x="188780" y="188780"/>
                </a:moveTo>
                <a:lnTo>
                  <a:pt x="23022" y="188780"/>
                </a:lnTo>
                <a:lnTo>
                  <a:pt x="23022" y="23022"/>
                </a:lnTo>
                <a:lnTo>
                  <a:pt x="188780" y="23022"/>
                </a:lnTo>
                <a:lnTo>
                  <a:pt x="188780" y="18878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7" name="path-2263">
            <a:extLst xmlns:a="http://schemas.openxmlformats.org/drawingml/2006/main">
              <a:ext uri="{FF2B5EF4-FFF2-40B4-BE49-F238E27FC236}">
                <a16:creationId xmlns:a16="http://schemas.microsoft.com/office/drawing/2014/main" id="{D7305B2E-8F21-43E3-9920-F70A4C0A7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598" y="2171828"/>
            <a:ext cx="269362" cy="263974"/>
          </a:xfrm>
          <a:custGeom xmlns:a="http://schemas.openxmlformats.org/drawingml/2006/main">
            <a:pathLst>
              <a:path w="230220" h="225616">
                <a:moveTo>
                  <a:pt x="115110" y="0"/>
                </a:moveTo>
                <a:lnTo>
                  <a:pt x="230220" y="225616"/>
                </a:lnTo>
                <a:lnTo>
                  <a:pt x="0" y="225616"/>
                </a:lnTo>
                <a:lnTo>
                  <a:pt x="115110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8" name="path-2264">
            <a:extLst xmlns:a="http://schemas.openxmlformats.org/drawingml/2006/main">
              <a:ext uri="{FF2B5EF4-FFF2-40B4-BE49-F238E27FC236}">
                <a16:creationId xmlns:a16="http://schemas.microsoft.com/office/drawing/2014/main" id="{2CB5B96F-996B-43A1-8276-99A76AED5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598" y="2171828"/>
            <a:ext cx="269362" cy="263974"/>
          </a:xfrm>
          <a:custGeom xmlns:a="http://schemas.openxmlformats.org/drawingml/2006/main">
            <a:pathLst>
              <a:path w="230220" h="225616">
                <a:moveTo>
                  <a:pt x="230220" y="225616"/>
                </a:moveTo>
                <a:lnTo>
                  <a:pt x="115110" y="0"/>
                </a:lnTo>
                <a:lnTo>
                  <a:pt x="0" y="225616"/>
                </a:lnTo>
                <a:lnTo>
                  <a:pt x="230220" y="225616"/>
                </a:lnTo>
                <a:close/>
                <a:moveTo>
                  <a:pt x="37591" y="202593"/>
                </a:moveTo>
                <a:lnTo>
                  <a:pt x="115110" y="50657"/>
                </a:lnTo>
                <a:lnTo>
                  <a:pt x="192629" y="202593"/>
                </a:lnTo>
                <a:lnTo>
                  <a:pt x="37591" y="20259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59" name="path-2265">
            <a:extLst xmlns:a="http://schemas.openxmlformats.org/drawingml/2006/main">
              <a:ext uri="{FF2B5EF4-FFF2-40B4-BE49-F238E27FC236}">
                <a16:creationId xmlns:a16="http://schemas.microsoft.com/office/drawing/2014/main" id="{FE704AB0-C24D-4ACC-975F-508E1D943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6079" y="2171828"/>
            <a:ext cx="269362" cy="263974"/>
          </a:xfrm>
          <a:custGeom xmlns:a="http://schemas.openxmlformats.org/drawingml/2006/main">
            <a:pathLst>
              <a:path w="230220" h="225616">
                <a:moveTo>
                  <a:pt x="115110" y="0"/>
                </a:moveTo>
                <a:lnTo>
                  <a:pt x="230220" y="225616"/>
                </a:lnTo>
                <a:lnTo>
                  <a:pt x="0" y="225616"/>
                </a:lnTo>
                <a:lnTo>
                  <a:pt x="115110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0" name="path-2266">
            <a:extLst xmlns:a="http://schemas.openxmlformats.org/drawingml/2006/main">
              <a:ext uri="{FF2B5EF4-FFF2-40B4-BE49-F238E27FC236}">
                <a16:creationId xmlns:a16="http://schemas.microsoft.com/office/drawing/2014/main" id="{143202E4-CFD0-437F-B17D-57EBE7E519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6079" y="2171828"/>
            <a:ext cx="269362" cy="263974"/>
          </a:xfrm>
          <a:custGeom xmlns:a="http://schemas.openxmlformats.org/drawingml/2006/main">
            <a:pathLst>
              <a:path w="230220" h="225616">
                <a:moveTo>
                  <a:pt x="230220" y="225616"/>
                </a:moveTo>
                <a:lnTo>
                  <a:pt x="115110" y="0"/>
                </a:lnTo>
                <a:lnTo>
                  <a:pt x="0" y="225616"/>
                </a:lnTo>
                <a:lnTo>
                  <a:pt x="230220" y="225616"/>
                </a:lnTo>
                <a:close/>
                <a:moveTo>
                  <a:pt x="37591" y="202593"/>
                </a:moveTo>
                <a:lnTo>
                  <a:pt x="115110" y="50657"/>
                </a:lnTo>
                <a:lnTo>
                  <a:pt x="192629" y="202593"/>
                </a:lnTo>
                <a:lnTo>
                  <a:pt x="37591" y="20259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1" name="path-2267">
            <a:extLst xmlns:a="http://schemas.openxmlformats.org/drawingml/2006/main">
              <a:ext uri="{FF2B5EF4-FFF2-40B4-BE49-F238E27FC236}">
                <a16:creationId xmlns:a16="http://schemas.microsoft.com/office/drawing/2014/main" id="{D8C91706-053A-437C-9A35-29A5A362F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5551" y="2187990"/>
            <a:ext cx="247813" cy="247813"/>
          </a:xfrm>
          <a:custGeom xmlns:a="http://schemas.openxmlformats.org/drawingml/2006/main">
            <a:pathLst>
              <a:path w="211803" h="211802">
                <a:moveTo>
                  <a:pt x="0" y="0"/>
                </a:moveTo>
                <a:lnTo>
                  <a:pt x="211803" y="0"/>
                </a:lnTo>
                <a:lnTo>
                  <a:pt x="211803" y="211802"/>
                </a:lnTo>
                <a:lnTo>
                  <a:pt x="0" y="211802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2" name="path-2268">
            <a:extLst xmlns:a="http://schemas.openxmlformats.org/drawingml/2006/main">
              <a:ext uri="{FF2B5EF4-FFF2-40B4-BE49-F238E27FC236}">
                <a16:creationId xmlns:a16="http://schemas.microsoft.com/office/drawing/2014/main" id="{4D1DF316-6DA6-4060-B206-37E9196A57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5551" y="2187990"/>
            <a:ext cx="247813" cy="247813"/>
          </a:xfrm>
          <a:custGeom xmlns:a="http://schemas.openxmlformats.org/drawingml/2006/main">
            <a:pathLst>
              <a:path w="211803" h="211802">
                <a:moveTo>
                  <a:pt x="211803" y="211802"/>
                </a:moveTo>
                <a:lnTo>
                  <a:pt x="211803" y="0"/>
                </a:lnTo>
                <a:lnTo>
                  <a:pt x="0" y="0"/>
                </a:lnTo>
                <a:lnTo>
                  <a:pt x="0" y="211802"/>
                </a:lnTo>
                <a:lnTo>
                  <a:pt x="211803" y="211802"/>
                </a:lnTo>
                <a:close/>
                <a:moveTo>
                  <a:pt x="188780" y="188780"/>
                </a:moveTo>
                <a:lnTo>
                  <a:pt x="23022" y="188780"/>
                </a:lnTo>
                <a:lnTo>
                  <a:pt x="23022" y="23022"/>
                </a:lnTo>
                <a:lnTo>
                  <a:pt x="188780" y="23022"/>
                </a:lnTo>
                <a:lnTo>
                  <a:pt x="188780" y="18878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3" name="path-2269">
            <a:extLst xmlns:a="http://schemas.openxmlformats.org/drawingml/2006/main">
              <a:ext uri="{FF2B5EF4-FFF2-40B4-BE49-F238E27FC236}">
                <a16:creationId xmlns:a16="http://schemas.microsoft.com/office/drawing/2014/main" id="{15C3F9EF-8C38-4DA2-9D3E-06C6EF5EB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861" y="2301121"/>
            <a:ext cx="452527" cy="21549"/>
          </a:xfrm>
          <a:custGeom xmlns:a="http://schemas.openxmlformats.org/drawingml/2006/main">
            <a:pathLst>
              <a:path w="386769" h="18417">
                <a:moveTo>
                  <a:pt x="0" y="9209"/>
                </a:moveTo>
                <a:lnTo>
                  <a:pt x="0" y="18417"/>
                </a:lnTo>
                <a:lnTo>
                  <a:pt x="32231" y="18417"/>
                </a:lnTo>
                <a:lnTo>
                  <a:pt x="32231" y="9209"/>
                </a:lnTo>
                <a:lnTo>
                  <a:pt x="32231" y="0"/>
                </a:lnTo>
                <a:lnTo>
                  <a:pt x="0" y="0"/>
                </a:lnTo>
                <a:lnTo>
                  <a:pt x="0" y="9209"/>
                </a:lnTo>
                <a:moveTo>
                  <a:pt x="96693" y="9209"/>
                </a:moveTo>
                <a:lnTo>
                  <a:pt x="96693" y="18417"/>
                </a:lnTo>
                <a:lnTo>
                  <a:pt x="161154" y="18417"/>
                </a:lnTo>
                <a:lnTo>
                  <a:pt x="161154" y="9209"/>
                </a:lnTo>
                <a:lnTo>
                  <a:pt x="161154" y="0"/>
                </a:lnTo>
                <a:lnTo>
                  <a:pt x="96693" y="0"/>
                </a:lnTo>
                <a:lnTo>
                  <a:pt x="96693" y="9209"/>
                </a:lnTo>
                <a:moveTo>
                  <a:pt x="225616" y="9209"/>
                </a:moveTo>
                <a:lnTo>
                  <a:pt x="225616" y="18417"/>
                </a:lnTo>
                <a:lnTo>
                  <a:pt x="290077" y="18417"/>
                </a:lnTo>
                <a:lnTo>
                  <a:pt x="290077" y="9209"/>
                </a:lnTo>
                <a:lnTo>
                  <a:pt x="290077" y="0"/>
                </a:lnTo>
                <a:lnTo>
                  <a:pt x="225616" y="0"/>
                </a:lnTo>
                <a:lnTo>
                  <a:pt x="225616" y="9209"/>
                </a:lnTo>
                <a:moveTo>
                  <a:pt x="354539" y="9209"/>
                </a:moveTo>
                <a:lnTo>
                  <a:pt x="354539" y="18417"/>
                </a:lnTo>
                <a:lnTo>
                  <a:pt x="386769" y="18417"/>
                </a:lnTo>
                <a:lnTo>
                  <a:pt x="386769" y="9209"/>
                </a:lnTo>
                <a:lnTo>
                  <a:pt x="386769" y="0"/>
                </a:lnTo>
                <a:lnTo>
                  <a:pt x="354539" y="0"/>
                </a:lnTo>
                <a:lnTo>
                  <a:pt x="354539" y="9209"/>
                </a:lnTo>
                <a:moveTo>
                  <a:pt x="0" y="9209"/>
                </a:moveTo>
                <a:lnTo>
                  <a:pt x="0" y="18417"/>
                </a:lnTo>
                <a:lnTo>
                  <a:pt x="32231" y="18417"/>
                </a:lnTo>
                <a:lnTo>
                  <a:pt x="32231" y="9209"/>
                </a:lnTo>
                <a:lnTo>
                  <a:pt x="32231" y="0"/>
                </a:lnTo>
                <a:lnTo>
                  <a:pt x="0" y="0"/>
                </a:lnTo>
                <a:lnTo>
                  <a:pt x="0" y="9209"/>
                </a:lnTo>
                <a:moveTo>
                  <a:pt x="96693" y="9209"/>
                </a:moveTo>
                <a:lnTo>
                  <a:pt x="96693" y="18417"/>
                </a:lnTo>
                <a:lnTo>
                  <a:pt x="161154" y="18417"/>
                </a:lnTo>
                <a:lnTo>
                  <a:pt x="161154" y="9209"/>
                </a:lnTo>
                <a:lnTo>
                  <a:pt x="161154" y="0"/>
                </a:lnTo>
                <a:lnTo>
                  <a:pt x="96693" y="0"/>
                </a:lnTo>
                <a:lnTo>
                  <a:pt x="96693" y="9209"/>
                </a:lnTo>
                <a:moveTo>
                  <a:pt x="225616" y="9209"/>
                </a:moveTo>
                <a:lnTo>
                  <a:pt x="225616" y="18417"/>
                </a:lnTo>
                <a:lnTo>
                  <a:pt x="290077" y="18417"/>
                </a:lnTo>
                <a:lnTo>
                  <a:pt x="290077" y="9209"/>
                </a:lnTo>
                <a:lnTo>
                  <a:pt x="290077" y="0"/>
                </a:lnTo>
                <a:lnTo>
                  <a:pt x="225616" y="0"/>
                </a:lnTo>
                <a:lnTo>
                  <a:pt x="225616" y="9209"/>
                </a:lnTo>
                <a:moveTo>
                  <a:pt x="354539" y="9209"/>
                </a:moveTo>
                <a:lnTo>
                  <a:pt x="354539" y="18417"/>
                </a:lnTo>
                <a:lnTo>
                  <a:pt x="386769" y="18417"/>
                </a:lnTo>
                <a:lnTo>
                  <a:pt x="386769" y="9209"/>
                </a:lnTo>
                <a:lnTo>
                  <a:pt x="386769" y="0"/>
                </a:lnTo>
                <a:lnTo>
                  <a:pt x="354539" y="0"/>
                </a:lnTo>
                <a:lnTo>
                  <a:pt x="354539" y="920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4" name="path-2270">
            <a:extLst xmlns:a="http://schemas.openxmlformats.org/drawingml/2006/main">
              <a:ext uri="{FF2B5EF4-FFF2-40B4-BE49-F238E27FC236}">
                <a16:creationId xmlns:a16="http://schemas.microsoft.com/office/drawing/2014/main" id="{DD92C043-BD0A-407F-A3AF-BAB7C909D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171" y="2304009"/>
            <a:ext cx="64230" cy="533142"/>
          </a:xfrm>
          <a:custGeom xmlns:a="http://schemas.openxmlformats.org/drawingml/2006/main">
            <a:pathLst>
              <a:path w="54897" h="455670">
                <a:moveTo>
                  <a:pt x="52951" y="448763"/>
                </a:moveTo>
                <a:cubicBezTo>
                  <a:pt x="52951" y="441857"/>
                  <a:pt x="52966" y="441857"/>
                  <a:pt x="52982" y="441857"/>
                </a:cubicBezTo>
                <a:cubicBezTo>
                  <a:pt x="52988" y="441857"/>
                  <a:pt x="53003" y="441857"/>
                  <a:pt x="53013" y="441857"/>
                </a:cubicBezTo>
                <a:cubicBezTo>
                  <a:pt x="53033" y="441857"/>
                  <a:pt x="53052" y="441857"/>
                  <a:pt x="53071" y="441858"/>
                </a:cubicBezTo>
                <a:cubicBezTo>
                  <a:pt x="53107" y="441858"/>
                  <a:pt x="53143" y="441859"/>
                  <a:pt x="53175" y="441860"/>
                </a:cubicBezTo>
                <a:cubicBezTo>
                  <a:pt x="53240" y="441863"/>
                  <a:pt x="53294" y="441866"/>
                  <a:pt x="53340" y="441870"/>
                </a:cubicBezTo>
                <a:cubicBezTo>
                  <a:pt x="53431" y="441877"/>
                  <a:pt x="53484" y="441884"/>
                  <a:pt x="53501" y="441887"/>
                </a:cubicBezTo>
                <a:cubicBezTo>
                  <a:pt x="53535" y="441892"/>
                  <a:pt x="53418" y="441877"/>
                  <a:pt x="53166" y="441792"/>
                </a:cubicBezTo>
                <a:cubicBezTo>
                  <a:pt x="52674" y="441628"/>
                  <a:pt x="51568" y="441166"/>
                  <a:pt x="50009" y="439948"/>
                </a:cubicBezTo>
                <a:cubicBezTo>
                  <a:pt x="46872" y="437496"/>
                  <a:pt x="41729" y="431837"/>
                  <a:pt x="36282" y="419069"/>
                </a:cubicBezTo>
                <a:cubicBezTo>
                  <a:pt x="25326" y="393386"/>
                  <a:pt x="13814" y="340547"/>
                  <a:pt x="13814" y="232893"/>
                </a:cubicBezTo>
                <a:lnTo>
                  <a:pt x="6907" y="232893"/>
                </a:lnTo>
                <a:lnTo>
                  <a:pt x="0" y="232893"/>
                </a:lnTo>
                <a:cubicBezTo>
                  <a:pt x="0" y="341108"/>
                  <a:pt x="11511" y="396204"/>
                  <a:pt x="23577" y="424489"/>
                </a:cubicBezTo>
                <a:cubicBezTo>
                  <a:pt x="29641" y="438705"/>
                  <a:pt x="36009" y="446538"/>
                  <a:pt x="41504" y="450832"/>
                </a:cubicBezTo>
                <a:cubicBezTo>
                  <a:pt x="44261" y="452987"/>
                  <a:pt x="46752" y="454212"/>
                  <a:pt x="48779" y="454891"/>
                </a:cubicBezTo>
                <a:cubicBezTo>
                  <a:pt x="49786" y="455228"/>
                  <a:pt x="50659" y="455424"/>
                  <a:pt x="51367" y="455534"/>
                </a:cubicBezTo>
                <a:cubicBezTo>
                  <a:pt x="51721" y="455590"/>
                  <a:pt x="52033" y="455623"/>
                  <a:pt x="52298" y="455644"/>
                </a:cubicBezTo>
                <a:cubicBezTo>
                  <a:pt x="52431" y="455654"/>
                  <a:pt x="52551" y="455660"/>
                  <a:pt x="52661" y="455664"/>
                </a:cubicBezTo>
                <a:cubicBezTo>
                  <a:pt x="52716" y="455666"/>
                  <a:pt x="52767" y="455668"/>
                  <a:pt x="52815" y="455669"/>
                </a:cubicBezTo>
                <a:cubicBezTo>
                  <a:pt x="52839" y="455669"/>
                  <a:pt x="52862" y="455669"/>
                  <a:pt x="52885" y="455670"/>
                </a:cubicBezTo>
                <a:cubicBezTo>
                  <a:pt x="52897" y="455670"/>
                  <a:pt x="52913" y="455670"/>
                  <a:pt x="52919" y="455670"/>
                </a:cubicBezTo>
                <a:cubicBezTo>
                  <a:pt x="52934" y="455670"/>
                  <a:pt x="52951" y="455670"/>
                  <a:pt x="52951" y="448763"/>
                </a:cubicBezTo>
                <a:moveTo>
                  <a:pt x="6907" y="232893"/>
                </a:moveTo>
                <a:lnTo>
                  <a:pt x="13814" y="232893"/>
                </a:lnTo>
                <a:cubicBezTo>
                  <a:pt x="13814" y="125300"/>
                  <a:pt x="25309" y="69758"/>
                  <a:pt x="36365" y="41372"/>
                </a:cubicBezTo>
                <a:cubicBezTo>
                  <a:pt x="41873" y="27230"/>
                  <a:pt x="47173" y="20088"/>
                  <a:pt x="50652" y="16592"/>
                </a:cubicBezTo>
                <a:cubicBezTo>
                  <a:pt x="52384" y="14852"/>
                  <a:pt x="53674" y="14006"/>
                  <a:pt x="54338" y="13635"/>
                </a:cubicBezTo>
                <a:cubicBezTo>
                  <a:pt x="54674" y="13448"/>
                  <a:pt x="54862" y="13374"/>
                  <a:pt x="54885" y="13366"/>
                </a:cubicBezTo>
                <a:cubicBezTo>
                  <a:pt x="54897" y="13361"/>
                  <a:pt x="54868" y="13373"/>
                  <a:pt x="54797" y="13394"/>
                </a:cubicBezTo>
                <a:cubicBezTo>
                  <a:pt x="54762" y="13405"/>
                  <a:pt x="54716" y="13418"/>
                  <a:pt x="54659" y="13432"/>
                </a:cubicBezTo>
                <a:cubicBezTo>
                  <a:pt x="54631" y="13440"/>
                  <a:pt x="54600" y="13448"/>
                  <a:pt x="54566" y="13456"/>
                </a:cubicBezTo>
                <a:cubicBezTo>
                  <a:pt x="54549" y="13460"/>
                  <a:pt x="54531" y="13464"/>
                  <a:pt x="54514" y="13468"/>
                </a:cubicBezTo>
                <a:cubicBezTo>
                  <a:pt x="54504" y="13470"/>
                  <a:pt x="54490" y="13474"/>
                  <a:pt x="54485" y="13475"/>
                </a:cubicBezTo>
                <a:cubicBezTo>
                  <a:pt x="54471" y="13478"/>
                  <a:pt x="54457" y="13481"/>
                  <a:pt x="52951" y="6741"/>
                </a:cubicBezTo>
                <a:cubicBezTo>
                  <a:pt x="51445" y="0"/>
                  <a:pt x="51431" y="4"/>
                  <a:pt x="51416" y="7"/>
                </a:cubicBezTo>
                <a:cubicBezTo>
                  <a:pt x="51411" y="8"/>
                  <a:pt x="51396" y="12"/>
                  <a:pt x="51385" y="14"/>
                </a:cubicBezTo>
                <a:cubicBezTo>
                  <a:pt x="51364" y="19"/>
                  <a:pt x="51342" y="24"/>
                  <a:pt x="51320" y="30"/>
                </a:cubicBezTo>
                <a:cubicBezTo>
                  <a:pt x="51275" y="40"/>
                  <a:pt x="51227" y="52"/>
                  <a:pt x="51177" y="65"/>
                </a:cubicBezTo>
                <a:cubicBezTo>
                  <a:pt x="51075" y="92"/>
                  <a:pt x="50964" y="123"/>
                  <a:pt x="50841" y="160"/>
                </a:cubicBezTo>
                <a:cubicBezTo>
                  <a:pt x="50595" y="233"/>
                  <a:pt x="50309" y="328"/>
                  <a:pt x="49982" y="452"/>
                </a:cubicBezTo>
                <a:cubicBezTo>
                  <a:pt x="49331" y="699"/>
                  <a:pt x="48530" y="1058"/>
                  <a:pt x="47606" y="1573"/>
                </a:cubicBezTo>
                <a:cubicBezTo>
                  <a:pt x="45753" y="2608"/>
                  <a:pt x="43445" y="4252"/>
                  <a:pt x="40862" y="6848"/>
                </a:cubicBezTo>
                <a:cubicBezTo>
                  <a:pt x="35707" y="12027"/>
                  <a:pt x="29496" y="20947"/>
                  <a:pt x="23494" y="36359"/>
                </a:cubicBezTo>
                <a:cubicBezTo>
                  <a:pt x="11527" y="67083"/>
                  <a:pt x="0" y="124616"/>
                  <a:pt x="0" y="232893"/>
                </a:cubicBezTo>
                <a:lnTo>
                  <a:pt x="6907" y="23289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5" name="path-2271">
            <a:extLst xmlns:a="http://schemas.openxmlformats.org/drawingml/2006/main">
              <a:ext uri="{FF2B5EF4-FFF2-40B4-BE49-F238E27FC236}">
                <a16:creationId xmlns:a16="http://schemas.microsoft.com/office/drawing/2014/main" id="{317C26F1-96E1-4F66-A1E0-D4276CD07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2549" y="2889571"/>
            <a:ext cx="3304025" cy="372645"/>
          </a:xfrm>
          <a:custGeom xmlns:a="http://schemas.openxmlformats.org/drawingml/2006/main">
            <a:pathLst>
              <a:path w="2823909" h="318495">
                <a:moveTo>
                  <a:pt x="116018" y="88338"/>
                </a:moveTo>
                <a:lnTo>
                  <a:pt x="104228" y="127637"/>
                </a:lnTo>
                <a:cubicBezTo>
                  <a:pt x="116644" y="113057"/>
                  <a:pt x="127694" y="102862"/>
                  <a:pt x="137376" y="97052"/>
                </a:cubicBezTo>
                <a:cubicBezTo>
                  <a:pt x="147173" y="91243"/>
                  <a:pt x="157140" y="88338"/>
                  <a:pt x="167278" y="88338"/>
                </a:cubicBezTo>
                <a:cubicBezTo>
                  <a:pt x="177416" y="88338"/>
                  <a:pt x="186074" y="92382"/>
                  <a:pt x="193250" y="100470"/>
                </a:cubicBezTo>
                <a:cubicBezTo>
                  <a:pt x="200426" y="108443"/>
                  <a:pt x="204014" y="118866"/>
                  <a:pt x="204014" y="131738"/>
                </a:cubicBezTo>
                <a:cubicBezTo>
                  <a:pt x="204014" y="156798"/>
                  <a:pt x="193820" y="182315"/>
                  <a:pt x="173430" y="208286"/>
                </a:cubicBezTo>
                <a:cubicBezTo>
                  <a:pt x="153040" y="234144"/>
                  <a:pt x="129289" y="247073"/>
                  <a:pt x="102177" y="247073"/>
                </a:cubicBezTo>
                <a:cubicBezTo>
                  <a:pt x="96482" y="247073"/>
                  <a:pt x="91413" y="246446"/>
                  <a:pt x="86970" y="245193"/>
                </a:cubicBezTo>
                <a:cubicBezTo>
                  <a:pt x="82643" y="243940"/>
                  <a:pt x="77745" y="241719"/>
                  <a:pt x="72277" y="238530"/>
                </a:cubicBezTo>
                <a:lnTo>
                  <a:pt x="59803" y="282613"/>
                </a:lnTo>
                <a:cubicBezTo>
                  <a:pt x="57297" y="291270"/>
                  <a:pt x="56044" y="296909"/>
                  <a:pt x="56044" y="299529"/>
                </a:cubicBezTo>
                <a:cubicBezTo>
                  <a:pt x="56044" y="302035"/>
                  <a:pt x="56671" y="304142"/>
                  <a:pt x="57923" y="305851"/>
                </a:cubicBezTo>
                <a:cubicBezTo>
                  <a:pt x="59291" y="307674"/>
                  <a:pt x="61455" y="309041"/>
                  <a:pt x="64417" y="309952"/>
                </a:cubicBezTo>
                <a:cubicBezTo>
                  <a:pt x="67379" y="310977"/>
                  <a:pt x="73244" y="311490"/>
                  <a:pt x="82016" y="311490"/>
                </a:cubicBezTo>
                <a:lnTo>
                  <a:pt x="80478" y="317812"/>
                </a:lnTo>
                <a:lnTo>
                  <a:pt x="0" y="317812"/>
                </a:lnTo>
                <a:lnTo>
                  <a:pt x="1708" y="311490"/>
                </a:lnTo>
                <a:cubicBezTo>
                  <a:pt x="12302" y="311034"/>
                  <a:pt x="19478" y="309211"/>
                  <a:pt x="23238" y="306022"/>
                </a:cubicBezTo>
                <a:cubicBezTo>
                  <a:pt x="26882" y="302832"/>
                  <a:pt x="30756" y="294004"/>
                  <a:pt x="34857" y="279537"/>
                </a:cubicBezTo>
                <a:lnTo>
                  <a:pt x="78085" y="129859"/>
                </a:lnTo>
                <a:cubicBezTo>
                  <a:pt x="80706" y="120404"/>
                  <a:pt x="82016" y="114538"/>
                  <a:pt x="82016" y="112259"/>
                </a:cubicBezTo>
                <a:cubicBezTo>
                  <a:pt x="82016" y="109184"/>
                  <a:pt x="81105" y="106792"/>
                  <a:pt x="79282" y="105083"/>
                </a:cubicBezTo>
                <a:cubicBezTo>
                  <a:pt x="77573" y="103374"/>
                  <a:pt x="74896" y="102520"/>
                  <a:pt x="71251" y="102520"/>
                </a:cubicBezTo>
                <a:cubicBezTo>
                  <a:pt x="67948" y="102520"/>
                  <a:pt x="63335" y="102918"/>
                  <a:pt x="57411" y="103716"/>
                </a:cubicBezTo>
                <a:lnTo>
                  <a:pt x="57411" y="97052"/>
                </a:lnTo>
                <a:lnTo>
                  <a:pt x="116018" y="88338"/>
                </a:lnTo>
                <a:moveTo>
                  <a:pt x="76206" y="225031"/>
                </a:moveTo>
                <a:cubicBezTo>
                  <a:pt x="83268" y="233460"/>
                  <a:pt x="92780" y="237675"/>
                  <a:pt x="104741" y="237675"/>
                </a:cubicBezTo>
                <a:cubicBezTo>
                  <a:pt x="110664" y="237675"/>
                  <a:pt x="116702" y="236024"/>
                  <a:pt x="122853" y="232720"/>
                </a:cubicBezTo>
                <a:cubicBezTo>
                  <a:pt x="129004" y="229417"/>
                  <a:pt x="134984" y="224519"/>
                  <a:pt x="140794" y="218026"/>
                </a:cubicBezTo>
                <a:cubicBezTo>
                  <a:pt x="146718" y="211533"/>
                  <a:pt x="152014" y="204071"/>
                  <a:pt x="156684" y="195642"/>
                </a:cubicBezTo>
                <a:cubicBezTo>
                  <a:pt x="161355" y="187099"/>
                  <a:pt x="165512" y="177075"/>
                  <a:pt x="169158" y="165570"/>
                </a:cubicBezTo>
                <a:cubicBezTo>
                  <a:pt x="172916" y="154065"/>
                  <a:pt x="174796" y="142673"/>
                  <a:pt x="174796" y="131396"/>
                </a:cubicBezTo>
                <a:cubicBezTo>
                  <a:pt x="174796" y="122283"/>
                  <a:pt x="172689" y="115335"/>
                  <a:pt x="168474" y="110551"/>
                </a:cubicBezTo>
                <a:cubicBezTo>
                  <a:pt x="164373" y="105653"/>
                  <a:pt x="159532" y="103203"/>
                  <a:pt x="153950" y="103203"/>
                </a:cubicBezTo>
                <a:cubicBezTo>
                  <a:pt x="141648" y="103203"/>
                  <a:pt x="129460" y="110266"/>
                  <a:pt x="117385" y="124391"/>
                </a:cubicBezTo>
                <a:cubicBezTo>
                  <a:pt x="105424" y="138516"/>
                  <a:pt x="96654" y="155033"/>
                  <a:pt x="91071" y="173942"/>
                </a:cubicBezTo>
                <a:lnTo>
                  <a:pt x="76206" y="225031"/>
                </a:lnTo>
                <a:moveTo>
                  <a:pt x="255274" y="178555"/>
                </a:moveTo>
                <a:cubicBezTo>
                  <a:pt x="254477" y="184251"/>
                  <a:pt x="254078" y="188978"/>
                  <a:pt x="254078" y="192737"/>
                </a:cubicBezTo>
                <a:cubicBezTo>
                  <a:pt x="254078" y="202875"/>
                  <a:pt x="257667" y="211533"/>
                  <a:pt x="264843" y="218709"/>
                </a:cubicBezTo>
                <a:cubicBezTo>
                  <a:pt x="272019" y="225771"/>
                  <a:pt x="280733" y="229303"/>
                  <a:pt x="290986" y="229303"/>
                </a:cubicBezTo>
                <a:cubicBezTo>
                  <a:pt x="299187" y="229303"/>
                  <a:pt x="307047" y="227651"/>
                  <a:pt x="314565" y="224348"/>
                </a:cubicBezTo>
                <a:cubicBezTo>
                  <a:pt x="322197" y="220930"/>
                  <a:pt x="333474" y="213469"/>
                  <a:pt x="348396" y="201964"/>
                </a:cubicBezTo>
                <a:lnTo>
                  <a:pt x="351985" y="206919"/>
                </a:lnTo>
                <a:cubicBezTo>
                  <a:pt x="324987" y="233688"/>
                  <a:pt x="299244" y="247073"/>
                  <a:pt x="274753" y="247073"/>
                </a:cubicBezTo>
                <a:cubicBezTo>
                  <a:pt x="258122" y="247073"/>
                  <a:pt x="245592" y="241833"/>
                  <a:pt x="237162" y="231353"/>
                </a:cubicBezTo>
                <a:cubicBezTo>
                  <a:pt x="228733" y="220873"/>
                  <a:pt x="224518" y="209311"/>
                  <a:pt x="224518" y="196667"/>
                </a:cubicBezTo>
                <a:cubicBezTo>
                  <a:pt x="224518" y="179694"/>
                  <a:pt x="229758" y="162323"/>
                  <a:pt x="240238" y="144553"/>
                </a:cubicBezTo>
                <a:cubicBezTo>
                  <a:pt x="250718" y="126783"/>
                  <a:pt x="263874" y="113000"/>
                  <a:pt x="279708" y="103203"/>
                </a:cubicBezTo>
                <a:cubicBezTo>
                  <a:pt x="295542" y="93293"/>
                  <a:pt x="311831" y="88338"/>
                  <a:pt x="328576" y="88338"/>
                </a:cubicBezTo>
                <a:cubicBezTo>
                  <a:pt x="340651" y="88338"/>
                  <a:pt x="349593" y="90787"/>
                  <a:pt x="355402" y="95685"/>
                </a:cubicBezTo>
                <a:cubicBezTo>
                  <a:pt x="361212" y="100583"/>
                  <a:pt x="364116" y="106393"/>
                  <a:pt x="364116" y="113114"/>
                </a:cubicBezTo>
                <a:cubicBezTo>
                  <a:pt x="364116" y="122568"/>
                  <a:pt x="360358" y="131624"/>
                  <a:pt x="352839" y="140281"/>
                </a:cubicBezTo>
                <a:cubicBezTo>
                  <a:pt x="342929" y="151559"/>
                  <a:pt x="328348" y="160671"/>
                  <a:pt x="309097" y="167620"/>
                </a:cubicBezTo>
                <a:cubicBezTo>
                  <a:pt x="296339" y="172290"/>
                  <a:pt x="278399" y="175936"/>
                  <a:pt x="255274" y="178555"/>
                </a:cubicBezTo>
                <a:moveTo>
                  <a:pt x="256471" y="170183"/>
                </a:moveTo>
                <a:cubicBezTo>
                  <a:pt x="273329" y="168247"/>
                  <a:pt x="287055" y="164943"/>
                  <a:pt x="297650" y="160273"/>
                </a:cubicBezTo>
                <a:cubicBezTo>
                  <a:pt x="311660" y="154008"/>
                  <a:pt x="322141" y="146547"/>
                  <a:pt x="329088" y="137889"/>
                </a:cubicBezTo>
                <a:cubicBezTo>
                  <a:pt x="336151" y="129118"/>
                  <a:pt x="339682" y="120803"/>
                  <a:pt x="339682" y="112943"/>
                </a:cubicBezTo>
                <a:cubicBezTo>
                  <a:pt x="339682" y="108159"/>
                  <a:pt x="338145" y="104286"/>
                  <a:pt x="335068" y="101324"/>
                </a:cubicBezTo>
                <a:cubicBezTo>
                  <a:pt x="332107" y="98362"/>
                  <a:pt x="327836" y="96881"/>
                  <a:pt x="322254" y="96881"/>
                </a:cubicBezTo>
                <a:cubicBezTo>
                  <a:pt x="310636" y="96881"/>
                  <a:pt x="298275" y="103089"/>
                  <a:pt x="285176" y="115506"/>
                </a:cubicBezTo>
                <a:cubicBezTo>
                  <a:pt x="272190" y="127808"/>
                  <a:pt x="262621" y="146034"/>
                  <a:pt x="256471" y="170183"/>
                </a:cubicBezTo>
                <a:moveTo>
                  <a:pt x="387355" y="97906"/>
                </a:moveTo>
                <a:lnTo>
                  <a:pt x="446302" y="88338"/>
                </a:lnTo>
                <a:lnTo>
                  <a:pt x="421698" y="171379"/>
                </a:lnTo>
                <a:cubicBezTo>
                  <a:pt x="441633" y="137320"/>
                  <a:pt x="459745" y="113512"/>
                  <a:pt x="476034" y="99957"/>
                </a:cubicBezTo>
                <a:cubicBezTo>
                  <a:pt x="485261" y="92211"/>
                  <a:pt x="492779" y="88338"/>
                  <a:pt x="498588" y="88338"/>
                </a:cubicBezTo>
                <a:cubicBezTo>
                  <a:pt x="502348" y="88338"/>
                  <a:pt x="505309" y="89477"/>
                  <a:pt x="507473" y="91755"/>
                </a:cubicBezTo>
                <a:cubicBezTo>
                  <a:pt x="509637" y="93920"/>
                  <a:pt x="510719" y="97109"/>
                  <a:pt x="510719" y="101324"/>
                </a:cubicBezTo>
                <a:cubicBezTo>
                  <a:pt x="510719" y="108842"/>
                  <a:pt x="508783" y="116018"/>
                  <a:pt x="504911" y="122853"/>
                </a:cubicBezTo>
                <a:cubicBezTo>
                  <a:pt x="502176" y="127979"/>
                  <a:pt x="498247" y="130542"/>
                  <a:pt x="493121" y="130542"/>
                </a:cubicBezTo>
                <a:cubicBezTo>
                  <a:pt x="490501" y="130542"/>
                  <a:pt x="488223" y="129688"/>
                  <a:pt x="486285" y="127979"/>
                </a:cubicBezTo>
                <a:cubicBezTo>
                  <a:pt x="484463" y="126270"/>
                  <a:pt x="483324" y="123650"/>
                  <a:pt x="482868" y="120119"/>
                </a:cubicBezTo>
                <a:cubicBezTo>
                  <a:pt x="482640" y="117955"/>
                  <a:pt x="482128" y="116531"/>
                  <a:pt x="481331" y="115848"/>
                </a:cubicBezTo>
                <a:cubicBezTo>
                  <a:pt x="480419" y="114936"/>
                  <a:pt x="479338" y="114481"/>
                  <a:pt x="478084" y="114481"/>
                </a:cubicBezTo>
                <a:cubicBezTo>
                  <a:pt x="476148" y="114481"/>
                  <a:pt x="474325" y="114936"/>
                  <a:pt x="472616" y="115848"/>
                </a:cubicBezTo>
                <a:cubicBezTo>
                  <a:pt x="469654" y="117442"/>
                  <a:pt x="465155" y="121885"/>
                  <a:pt x="459118" y="129175"/>
                </a:cubicBezTo>
                <a:cubicBezTo>
                  <a:pt x="449664" y="140338"/>
                  <a:pt x="439412" y="154805"/>
                  <a:pt x="428362" y="172575"/>
                </a:cubicBezTo>
                <a:cubicBezTo>
                  <a:pt x="423578" y="180093"/>
                  <a:pt x="419477" y="188580"/>
                  <a:pt x="416060" y="198034"/>
                </a:cubicBezTo>
                <a:cubicBezTo>
                  <a:pt x="411275" y="211020"/>
                  <a:pt x="408542" y="218823"/>
                  <a:pt x="407858" y="221443"/>
                </a:cubicBezTo>
                <a:lnTo>
                  <a:pt x="402390" y="242972"/>
                </a:lnTo>
                <a:lnTo>
                  <a:pt x="376248" y="242972"/>
                </a:lnTo>
                <a:lnTo>
                  <a:pt x="407858" y="136864"/>
                </a:lnTo>
                <a:cubicBezTo>
                  <a:pt x="411504" y="124562"/>
                  <a:pt x="413326" y="115790"/>
                  <a:pt x="413326" y="110551"/>
                </a:cubicBezTo>
                <a:cubicBezTo>
                  <a:pt x="413326" y="108500"/>
                  <a:pt x="412471" y="106792"/>
                  <a:pt x="410763" y="105425"/>
                </a:cubicBezTo>
                <a:cubicBezTo>
                  <a:pt x="408484" y="103602"/>
                  <a:pt x="405466" y="102691"/>
                  <a:pt x="401707" y="102691"/>
                </a:cubicBezTo>
                <a:cubicBezTo>
                  <a:pt x="399315" y="102691"/>
                  <a:pt x="394929" y="103203"/>
                  <a:pt x="388550" y="104228"/>
                </a:cubicBezTo>
                <a:lnTo>
                  <a:pt x="387355" y="97906"/>
                </a:lnTo>
                <a:moveTo>
                  <a:pt x="627592" y="205723"/>
                </a:moveTo>
                <a:cubicBezTo>
                  <a:pt x="615745" y="219962"/>
                  <a:pt x="603785" y="230442"/>
                  <a:pt x="591711" y="237163"/>
                </a:cubicBezTo>
                <a:cubicBezTo>
                  <a:pt x="579636" y="243770"/>
                  <a:pt x="566878" y="247073"/>
                  <a:pt x="553436" y="247073"/>
                </a:cubicBezTo>
                <a:cubicBezTo>
                  <a:pt x="537261" y="247073"/>
                  <a:pt x="524617" y="242516"/>
                  <a:pt x="515504" y="233404"/>
                </a:cubicBezTo>
                <a:cubicBezTo>
                  <a:pt x="506505" y="224291"/>
                  <a:pt x="502006" y="212045"/>
                  <a:pt x="502006" y="196667"/>
                </a:cubicBezTo>
                <a:cubicBezTo>
                  <a:pt x="502006" y="179239"/>
                  <a:pt x="506847" y="162095"/>
                  <a:pt x="516529" y="145237"/>
                </a:cubicBezTo>
                <a:cubicBezTo>
                  <a:pt x="526325" y="128378"/>
                  <a:pt x="539426" y="114708"/>
                  <a:pt x="555829" y="104228"/>
                </a:cubicBezTo>
                <a:cubicBezTo>
                  <a:pt x="572345" y="93635"/>
                  <a:pt x="588521" y="88338"/>
                  <a:pt x="604355" y="88338"/>
                </a:cubicBezTo>
                <a:cubicBezTo>
                  <a:pt x="616771" y="88338"/>
                  <a:pt x="626054" y="90958"/>
                  <a:pt x="632206" y="96198"/>
                </a:cubicBezTo>
                <a:cubicBezTo>
                  <a:pt x="638356" y="101324"/>
                  <a:pt x="641433" y="107646"/>
                  <a:pt x="641433" y="115164"/>
                </a:cubicBezTo>
                <a:cubicBezTo>
                  <a:pt x="641433" y="122227"/>
                  <a:pt x="639268" y="128264"/>
                  <a:pt x="634939" y="133276"/>
                </a:cubicBezTo>
                <a:cubicBezTo>
                  <a:pt x="631751" y="137149"/>
                  <a:pt x="627820" y="139085"/>
                  <a:pt x="623149" y="139085"/>
                </a:cubicBezTo>
                <a:cubicBezTo>
                  <a:pt x="619619" y="139085"/>
                  <a:pt x="616657" y="137946"/>
                  <a:pt x="614264" y="135668"/>
                </a:cubicBezTo>
                <a:cubicBezTo>
                  <a:pt x="611986" y="133390"/>
                  <a:pt x="610847" y="130542"/>
                  <a:pt x="610847" y="127125"/>
                </a:cubicBezTo>
                <a:cubicBezTo>
                  <a:pt x="610847" y="124960"/>
                  <a:pt x="611246" y="122967"/>
                  <a:pt x="612043" y="121144"/>
                </a:cubicBezTo>
                <a:cubicBezTo>
                  <a:pt x="612955" y="119322"/>
                  <a:pt x="614721" y="117157"/>
                  <a:pt x="617341" y="114651"/>
                </a:cubicBezTo>
                <a:cubicBezTo>
                  <a:pt x="620074" y="112031"/>
                  <a:pt x="621726" y="110152"/>
                  <a:pt x="622295" y="109013"/>
                </a:cubicBezTo>
                <a:cubicBezTo>
                  <a:pt x="622865" y="107874"/>
                  <a:pt x="623149" y="106678"/>
                  <a:pt x="623149" y="105425"/>
                </a:cubicBezTo>
                <a:cubicBezTo>
                  <a:pt x="623149" y="103032"/>
                  <a:pt x="622067" y="101039"/>
                  <a:pt x="619904" y="99444"/>
                </a:cubicBezTo>
                <a:cubicBezTo>
                  <a:pt x="616600" y="97166"/>
                  <a:pt x="611929" y="96027"/>
                  <a:pt x="605892" y="96027"/>
                </a:cubicBezTo>
                <a:cubicBezTo>
                  <a:pt x="594729" y="96027"/>
                  <a:pt x="583680" y="99957"/>
                  <a:pt x="572744" y="107817"/>
                </a:cubicBezTo>
                <a:cubicBezTo>
                  <a:pt x="561809" y="115677"/>
                  <a:pt x="552468" y="126840"/>
                  <a:pt x="544722" y="141306"/>
                </a:cubicBezTo>
                <a:cubicBezTo>
                  <a:pt x="535382" y="158849"/>
                  <a:pt x="530711" y="176391"/>
                  <a:pt x="530711" y="193933"/>
                </a:cubicBezTo>
                <a:cubicBezTo>
                  <a:pt x="530711" y="205552"/>
                  <a:pt x="534014" y="214779"/>
                  <a:pt x="540621" y="221614"/>
                </a:cubicBezTo>
                <a:cubicBezTo>
                  <a:pt x="547229" y="228335"/>
                  <a:pt x="556227" y="231695"/>
                  <a:pt x="567619" y="231695"/>
                </a:cubicBezTo>
                <a:cubicBezTo>
                  <a:pt x="576389" y="231695"/>
                  <a:pt x="585047" y="229531"/>
                  <a:pt x="593590" y="225202"/>
                </a:cubicBezTo>
                <a:cubicBezTo>
                  <a:pt x="602247" y="220759"/>
                  <a:pt x="611929" y="212786"/>
                  <a:pt x="622637" y="201281"/>
                </a:cubicBezTo>
                <a:lnTo>
                  <a:pt x="627592" y="205723"/>
                </a:lnTo>
                <a:moveTo>
                  <a:pt x="689617" y="178555"/>
                </a:moveTo>
                <a:cubicBezTo>
                  <a:pt x="688819" y="184251"/>
                  <a:pt x="688420" y="188978"/>
                  <a:pt x="688420" y="192737"/>
                </a:cubicBezTo>
                <a:cubicBezTo>
                  <a:pt x="688420" y="202875"/>
                  <a:pt x="692009" y="211533"/>
                  <a:pt x="699185" y="218709"/>
                </a:cubicBezTo>
                <a:cubicBezTo>
                  <a:pt x="706362" y="225771"/>
                  <a:pt x="715076" y="229303"/>
                  <a:pt x="725328" y="229303"/>
                </a:cubicBezTo>
                <a:cubicBezTo>
                  <a:pt x="733529" y="229303"/>
                  <a:pt x="741389" y="227651"/>
                  <a:pt x="748908" y="224348"/>
                </a:cubicBezTo>
                <a:cubicBezTo>
                  <a:pt x="756539" y="220930"/>
                  <a:pt x="767817" y="213469"/>
                  <a:pt x="782739" y="201964"/>
                </a:cubicBezTo>
                <a:lnTo>
                  <a:pt x="786327" y="206919"/>
                </a:lnTo>
                <a:cubicBezTo>
                  <a:pt x="759331" y="233688"/>
                  <a:pt x="733586" y="247073"/>
                  <a:pt x="709095" y="247073"/>
                </a:cubicBezTo>
                <a:cubicBezTo>
                  <a:pt x="692464" y="247073"/>
                  <a:pt x="679935" y="241833"/>
                  <a:pt x="671505" y="231353"/>
                </a:cubicBezTo>
                <a:cubicBezTo>
                  <a:pt x="663076" y="220873"/>
                  <a:pt x="658861" y="209311"/>
                  <a:pt x="658861" y="196667"/>
                </a:cubicBezTo>
                <a:cubicBezTo>
                  <a:pt x="658861" y="179694"/>
                  <a:pt x="664101" y="162323"/>
                  <a:pt x="674580" y="144553"/>
                </a:cubicBezTo>
                <a:cubicBezTo>
                  <a:pt x="685060" y="126783"/>
                  <a:pt x="698217" y="113000"/>
                  <a:pt x="714051" y="103203"/>
                </a:cubicBezTo>
                <a:cubicBezTo>
                  <a:pt x="729884" y="93293"/>
                  <a:pt x="746173" y="88338"/>
                  <a:pt x="762918" y="88338"/>
                </a:cubicBezTo>
                <a:cubicBezTo>
                  <a:pt x="774993" y="88338"/>
                  <a:pt x="783935" y="90787"/>
                  <a:pt x="789745" y="95685"/>
                </a:cubicBezTo>
                <a:cubicBezTo>
                  <a:pt x="795554" y="100583"/>
                  <a:pt x="798459" y="106393"/>
                  <a:pt x="798459" y="113114"/>
                </a:cubicBezTo>
                <a:cubicBezTo>
                  <a:pt x="798459" y="122568"/>
                  <a:pt x="794700" y="131624"/>
                  <a:pt x="787182" y="140281"/>
                </a:cubicBezTo>
                <a:cubicBezTo>
                  <a:pt x="777271" y="151559"/>
                  <a:pt x="762691" y="160671"/>
                  <a:pt x="743440" y="167620"/>
                </a:cubicBezTo>
                <a:cubicBezTo>
                  <a:pt x="730681" y="172290"/>
                  <a:pt x="712741" y="175936"/>
                  <a:pt x="689617" y="178555"/>
                </a:cubicBezTo>
                <a:moveTo>
                  <a:pt x="690813" y="170183"/>
                </a:moveTo>
                <a:cubicBezTo>
                  <a:pt x="707671" y="168247"/>
                  <a:pt x="721398" y="164943"/>
                  <a:pt x="731992" y="160273"/>
                </a:cubicBezTo>
                <a:cubicBezTo>
                  <a:pt x="746003" y="154008"/>
                  <a:pt x="756483" y="146547"/>
                  <a:pt x="763431" y="137889"/>
                </a:cubicBezTo>
                <a:cubicBezTo>
                  <a:pt x="770494" y="129118"/>
                  <a:pt x="774025" y="120803"/>
                  <a:pt x="774025" y="112943"/>
                </a:cubicBezTo>
                <a:cubicBezTo>
                  <a:pt x="774025" y="108159"/>
                  <a:pt x="772487" y="104286"/>
                  <a:pt x="769412" y="101324"/>
                </a:cubicBezTo>
                <a:cubicBezTo>
                  <a:pt x="766450" y="98362"/>
                  <a:pt x="762178" y="96881"/>
                  <a:pt x="756596" y="96881"/>
                </a:cubicBezTo>
                <a:cubicBezTo>
                  <a:pt x="744978" y="96881"/>
                  <a:pt x="732619" y="103089"/>
                  <a:pt x="719518" y="115506"/>
                </a:cubicBezTo>
                <a:cubicBezTo>
                  <a:pt x="706532" y="127808"/>
                  <a:pt x="696964" y="146034"/>
                  <a:pt x="690813" y="170183"/>
                </a:cubicBezTo>
                <a:moveTo>
                  <a:pt x="880816" y="88338"/>
                </a:moveTo>
                <a:lnTo>
                  <a:pt x="869026" y="127637"/>
                </a:lnTo>
                <a:cubicBezTo>
                  <a:pt x="881443" y="113057"/>
                  <a:pt x="892493" y="102862"/>
                  <a:pt x="902175" y="97052"/>
                </a:cubicBezTo>
                <a:cubicBezTo>
                  <a:pt x="911971" y="91243"/>
                  <a:pt x="921938" y="88338"/>
                  <a:pt x="932076" y="88338"/>
                </a:cubicBezTo>
                <a:cubicBezTo>
                  <a:pt x="942215" y="88338"/>
                  <a:pt x="950871" y="92382"/>
                  <a:pt x="958049" y="100470"/>
                </a:cubicBezTo>
                <a:cubicBezTo>
                  <a:pt x="965225" y="108443"/>
                  <a:pt x="968813" y="118866"/>
                  <a:pt x="968813" y="131738"/>
                </a:cubicBezTo>
                <a:cubicBezTo>
                  <a:pt x="968813" y="156798"/>
                  <a:pt x="958617" y="182315"/>
                  <a:pt x="938227" y="208286"/>
                </a:cubicBezTo>
                <a:cubicBezTo>
                  <a:pt x="917837" y="234144"/>
                  <a:pt x="894087" y="247073"/>
                  <a:pt x="866976" y="247073"/>
                </a:cubicBezTo>
                <a:cubicBezTo>
                  <a:pt x="861281" y="247073"/>
                  <a:pt x="856212" y="246446"/>
                  <a:pt x="851769" y="245193"/>
                </a:cubicBezTo>
                <a:cubicBezTo>
                  <a:pt x="847440" y="243940"/>
                  <a:pt x="842542" y="241719"/>
                  <a:pt x="837074" y="238530"/>
                </a:cubicBezTo>
                <a:lnTo>
                  <a:pt x="824602" y="282613"/>
                </a:lnTo>
                <a:cubicBezTo>
                  <a:pt x="822095" y="291270"/>
                  <a:pt x="820843" y="296909"/>
                  <a:pt x="820843" y="299529"/>
                </a:cubicBezTo>
                <a:cubicBezTo>
                  <a:pt x="820843" y="302035"/>
                  <a:pt x="821469" y="304142"/>
                  <a:pt x="822722" y="305851"/>
                </a:cubicBezTo>
                <a:cubicBezTo>
                  <a:pt x="824088" y="307674"/>
                  <a:pt x="826253" y="309041"/>
                  <a:pt x="829215" y="309952"/>
                </a:cubicBezTo>
                <a:cubicBezTo>
                  <a:pt x="832176" y="310977"/>
                  <a:pt x="838043" y="311490"/>
                  <a:pt x="846814" y="311490"/>
                </a:cubicBezTo>
                <a:lnTo>
                  <a:pt x="845276" y="317812"/>
                </a:lnTo>
                <a:lnTo>
                  <a:pt x="764798" y="317812"/>
                </a:lnTo>
                <a:lnTo>
                  <a:pt x="766507" y="311490"/>
                </a:lnTo>
                <a:cubicBezTo>
                  <a:pt x="777101" y="311034"/>
                  <a:pt x="784277" y="309211"/>
                  <a:pt x="788036" y="306022"/>
                </a:cubicBezTo>
                <a:cubicBezTo>
                  <a:pt x="791681" y="302832"/>
                  <a:pt x="795554" y="294004"/>
                  <a:pt x="799654" y="279537"/>
                </a:cubicBezTo>
                <a:lnTo>
                  <a:pt x="842884" y="129859"/>
                </a:lnTo>
                <a:cubicBezTo>
                  <a:pt x="845504" y="120404"/>
                  <a:pt x="846814" y="114538"/>
                  <a:pt x="846814" y="112259"/>
                </a:cubicBezTo>
                <a:cubicBezTo>
                  <a:pt x="846814" y="109184"/>
                  <a:pt x="845903" y="106792"/>
                  <a:pt x="844080" y="105083"/>
                </a:cubicBezTo>
                <a:cubicBezTo>
                  <a:pt x="842372" y="103374"/>
                  <a:pt x="839694" y="102520"/>
                  <a:pt x="836050" y="102520"/>
                </a:cubicBezTo>
                <a:cubicBezTo>
                  <a:pt x="832746" y="102520"/>
                  <a:pt x="828132" y="102918"/>
                  <a:pt x="822209" y="103716"/>
                </a:cubicBezTo>
                <a:lnTo>
                  <a:pt x="822209" y="97052"/>
                </a:lnTo>
                <a:lnTo>
                  <a:pt x="880816" y="88338"/>
                </a:lnTo>
                <a:moveTo>
                  <a:pt x="841005" y="225031"/>
                </a:moveTo>
                <a:cubicBezTo>
                  <a:pt x="848067" y="233460"/>
                  <a:pt x="857579" y="237675"/>
                  <a:pt x="869539" y="237675"/>
                </a:cubicBezTo>
                <a:cubicBezTo>
                  <a:pt x="875463" y="237675"/>
                  <a:pt x="881500" y="236024"/>
                  <a:pt x="887651" y="232720"/>
                </a:cubicBezTo>
                <a:cubicBezTo>
                  <a:pt x="893802" y="229417"/>
                  <a:pt x="899782" y="224519"/>
                  <a:pt x="905592" y="218026"/>
                </a:cubicBezTo>
                <a:cubicBezTo>
                  <a:pt x="911515" y="211533"/>
                  <a:pt x="916812" y="204071"/>
                  <a:pt x="921483" y="195642"/>
                </a:cubicBezTo>
                <a:cubicBezTo>
                  <a:pt x="926154" y="187099"/>
                  <a:pt x="930311" y="177075"/>
                  <a:pt x="933956" y="165570"/>
                </a:cubicBezTo>
                <a:cubicBezTo>
                  <a:pt x="937715" y="154065"/>
                  <a:pt x="939595" y="142673"/>
                  <a:pt x="939595" y="131396"/>
                </a:cubicBezTo>
                <a:cubicBezTo>
                  <a:pt x="939595" y="122283"/>
                  <a:pt x="937487" y="115335"/>
                  <a:pt x="933273" y="110551"/>
                </a:cubicBezTo>
                <a:cubicBezTo>
                  <a:pt x="929172" y="105653"/>
                  <a:pt x="924331" y="103203"/>
                  <a:pt x="918749" y="103203"/>
                </a:cubicBezTo>
                <a:cubicBezTo>
                  <a:pt x="906446" y="103203"/>
                  <a:pt x="894257" y="110266"/>
                  <a:pt x="882183" y="124391"/>
                </a:cubicBezTo>
                <a:cubicBezTo>
                  <a:pt x="870223" y="138516"/>
                  <a:pt x="861451" y="155033"/>
                  <a:pt x="855870" y="173942"/>
                </a:cubicBezTo>
                <a:lnTo>
                  <a:pt x="841005" y="225031"/>
                </a:lnTo>
                <a:moveTo>
                  <a:pt x="1069283" y="45963"/>
                </a:moveTo>
                <a:lnTo>
                  <a:pt x="1055955" y="92439"/>
                </a:lnTo>
                <a:lnTo>
                  <a:pt x="1082781" y="92439"/>
                </a:lnTo>
                <a:lnTo>
                  <a:pt x="1079876" y="103203"/>
                </a:lnTo>
                <a:lnTo>
                  <a:pt x="1053220" y="103203"/>
                </a:lnTo>
                <a:lnTo>
                  <a:pt x="1023832" y="204015"/>
                </a:lnTo>
                <a:cubicBezTo>
                  <a:pt x="1020642" y="214836"/>
                  <a:pt x="1019047" y="221842"/>
                  <a:pt x="1019047" y="225031"/>
                </a:cubicBezTo>
                <a:cubicBezTo>
                  <a:pt x="1019047" y="226967"/>
                  <a:pt x="1019503" y="228448"/>
                  <a:pt x="1020415" y="229474"/>
                </a:cubicBezTo>
                <a:cubicBezTo>
                  <a:pt x="1021325" y="230499"/>
                  <a:pt x="1022408" y="231011"/>
                  <a:pt x="1023661" y="231011"/>
                </a:cubicBezTo>
                <a:cubicBezTo>
                  <a:pt x="1026508" y="231011"/>
                  <a:pt x="1030267" y="229018"/>
                  <a:pt x="1034938" y="225031"/>
                </a:cubicBezTo>
                <a:cubicBezTo>
                  <a:pt x="1037671" y="222753"/>
                  <a:pt x="1043766" y="215747"/>
                  <a:pt x="1053220" y="204015"/>
                </a:cubicBezTo>
                <a:lnTo>
                  <a:pt x="1058859" y="208286"/>
                </a:lnTo>
                <a:cubicBezTo>
                  <a:pt x="1048379" y="223550"/>
                  <a:pt x="1038469" y="234315"/>
                  <a:pt x="1029128" y="240580"/>
                </a:cubicBezTo>
                <a:cubicBezTo>
                  <a:pt x="1022749" y="244909"/>
                  <a:pt x="1016314" y="247073"/>
                  <a:pt x="1009820" y="247073"/>
                </a:cubicBezTo>
                <a:cubicBezTo>
                  <a:pt x="1004809" y="247073"/>
                  <a:pt x="1000708" y="245535"/>
                  <a:pt x="997518" y="242459"/>
                </a:cubicBezTo>
                <a:cubicBezTo>
                  <a:pt x="994328" y="239270"/>
                  <a:pt x="992734" y="235226"/>
                  <a:pt x="992734" y="230328"/>
                </a:cubicBezTo>
                <a:cubicBezTo>
                  <a:pt x="992734" y="224177"/>
                  <a:pt x="994556" y="214779"/>
                  <a:pt x="998202" y="202135"/>
                </a:cubicBezTo>
                <a:lnTo>
                  <a:pt x="1026737" y="103203"/>
                </a:lnTo>
                <a:lnTo>
                  <a:pt x="1000935" y="103203"/>
                </a:lnTo>
                <a:lnTo>
                  <a:pt x="1002644" y="96539"/>
                </a:lnTo>
                <a:cubicBezTo>
                  <a:pt x="1015175" y="93122"/>
                  <a:pt x="1025598" y="88053"/>
                  <a:pt x="1033913" y="81332"/>
                </a:cubicBezTo>
                <a:cubicBezTo>
                  <a:pt x="1042229" y="74498"/>
                  <a:pt x="1051512" y="62708"/>
                  <a:pt x="1061764" y="45963"/>
                </a:cubicBezTo>
                <a:lnTo>
                  <a:pt x="1069283" y="45963"/>
                </a:lnTo>
                <a:moveTo>
                  <a:pt x="1240490" y="92439"/>
                </a:moveTo>
                <a:lnTo>
                  <a:pt x="1210759" y="194275"/>
                </a:lnTo>
                <a:cubicBezTo>
                  <a:pt x="1206317" y="209425"/>
                  <a:pt x="1204096" y="218994"/>
                  <a:pt x="1204096" y="222981"/>
                </a:cubicBezTo>
                <a:cubicBezTo>
                  <a:pt x="1204096" y="225031"/>
                  <a:pt x="1204437" y="226569"/>
                  <a:pt x="1205121" y="227594"/>
                </a:cubicBezTo>
                <a:cubicBezTo>
                  <a:pt x="1205918" y="228505"/>
                  <a:pt x="1206944" y="228961"/>
                  <a:pt x="1208196" y="228961"/>
                </a:cubicBezTo>
                <a:cubicBezTo>
                  <a:pt x="1210133" y="228961"/>
                  <a:pt x="1212240" y="228107"/>
                  <a:pt x="1214518" y="226398"/>
                </a:cubicBezTo>
                <a:cubicBezTo>
                  <a:pt x="1216911" y="224576"/>
                  <a:pt x="1222835" y="217513"/>
                  <a:pt x="1232289" y="205211"/>
                </a:cubicBezTo>
                <a:lnTo>
                  <a:pt x="1237415" y="209141"/>
                </a:lnTo>
                <a:cubicBezTo>
                  <a:pt x="1228416" y="223380"/>
                  <a:pt x="1219189" y="233859"/>
                  <a:pt x="1209734" y="240580"/>
                </a:cubicBezTo>
                <a:cubicBezTo>
                  <a:pt x="1203469" y="244909"/>
                  <a:pt x="1197432" y="247073"/>
                  <a:pt x="1191622" y="247073"/>
                </a:cubicBezTo>
                <a:cubicBezTo>
                  <a:pt x="1187179" y="247073"/>
                  <a:pt x="1183706" y="245820"/>
                  <a:pt x="1181199" y="243314"/>
                </a:cubicBezTo>
                <a:cubicBezTo>
                  <a:pt x="1178694" y="240808"/>
                  <a:pt x="1177440" y="237561"/>
                  <a:pt x="1177440" y="233575"/>
                </a:cubicBezTo>
                <a:cubicBezTo>
                  <a:pt x="1177440" y="229702"/>
                  <a:pt x="1178181" y="224576"/>
                  <a:pt x="1179662" y="218197"/>
                </a:cubicBezTo>
                <a:cubicBezTo>
                  <a:pt x="1181484" y="209767"/>
                  <a:pt x="1186667" y="191427"/>
                  <a:pt x="1195210" y="163177"/>
                </a:cubicBezTo>
                <a:cubicBezTo>
                  <a:pt x="1175846" y="194959"/>
                  <a:pt x="1159613" y="216887"/>
                  <a:pt x="1146514" y="228961"/>
                </a:cubicBezTo>
                <a:cubicBezTo>
                  <a:pt x="1133528" y="241036"/>
                  <a:pt x="1121453" y="247073"/>
                  <a:pt x="1110290" y="247073"/>
                </a:cubicBezTo>
                <a:cubicBezTo>
                  <a:pt x="1105050" y="247073"/>
                  <a:pt x="1100608" y="245250"/>
                  <a:pt x="1096962" y="241605"/>
                </a:cubicBezTo>
                <a:cubicBezTo>
                  <a:pt x="1093317" y="237960"/>
                  <a:pt x="1091494" y="233347"/>
                  <a:pt x="1091494" y="227765"/>
                </a:cubicBezTo>
                <a:cubicBezTo>
                  <a:pt x="1091494" y="219222"/>
                  <a:pt x="1094001" y="206122"/>
                  <a:pt x="1099013" y="188466"/>
                </a:cubicBezTo>
                <a:lnTo>
                  <a:pt x="1113878" y="135668"/>
                </a:lnTo>
                <a:cubicBezTo>
                  <a:pt x="1117524" y="123024"/>
                  <a:pt x="1119346" y="115164"/>
                  <a:pt x="1119346" y="112088"/>
                </a:cubicBezTo>
                <a:cubicBezTo>
                  <a:pt x="1119346" y="110721"/>
                  <a:pt x="1118833" y="109582"/>
                  <a:pt x="1117808" y="108671"/>
                </a:cubicBezTo>
                <a:cubicBezTo>
                  <a:pt x="1116897" y="107646"/>
                  <a:pt x="1115871" y="107133"/>
                  <a:pt x="1114732" y="107133"/>
                </a:cubicBezTo>
                <a:cubicBezTo>
                  <a:pt x="1112341" y="107133"/>
                  <a:pt x="1109948" y="107988"/>
                  <a:pt x="1107556" y="109696"/>
                </a:cubicBezTo>
                <a:cubicBezTo>
                  <a:pt x="1105164" y="111405"/>
                  <a:pt x="1099754" y="117727"/>
                  <a:pt x="1091324" y="128662"/>
                </a:cubicBezTo>
                <a:lnTo>
                  <a:pt x="1086027" y="124903"/>
                </a:lnTo>
                <a:cubicBezTo>
                  <a:pt x="1094571" y="111690"/>
                  <a:pt x="1103626" y="101950"/>
                  <a:pt x="1113195" y="95685"/>
                </a:cubicBezTo>
                <a:cubicBezTo>
                  <a:pt x="1120486" y="90787"/>
                  <a:pt x="1127206" y="88338"/>
                  <a:pt x="1133357" y="88338"/>
                </a:cubicBezTo>
                <a:cubicBezTo>
                  <a:pt x="1137572" y="88338"/>
                  <a:pt x="1140989" y="89705"/>
                  <a:pt x="1143609" y="92439"/>
                </a:cubicBezTo>
                <a:cubicBezTo>
                  <a:pt x="1146342" y="95059"/>
                  <a:pt x="1147710" y="98476"/>
                  <a:pt x="1147710" y="102691"/>
                </a:cubicBezTo>
                <a:cubicBezTo>
                  <a:pt x="1147710" y="108842"/>
                  <a:pt x="1145432" y="119834"/>
                  <a:pt x="1140876" y="135668"/>
                </a:cubicBezTo>
                <a:lnTo>
                  <a:pt x="1124813" y="190858"/>
                </a:lnTo>
                <a:cubicBezTo>
                  <a:pt x="1120371" y="205894"/>
                  <a:pt x="1118150" y="215406"/>
                  <a:pt x="1118150" y="219393"/>
                </a:cubicBezTo>
                <a:cubicBezTo>
                  <a:pt x="1118150" y="221557"/>
                  <a:pt x="1118833" y="223322"/>
                  <a:pt x="1120200" y="224689"/>
                </a:cubicBezTo>
                <a:cubicBezTo>
                  <a:pt x="1121681" y="225942"/>
                  <a:pt x="1123618" y="226569"/>
                  <a:pt x="1126010" y="226569"/>
                </a:cubicBezTo>
                <a:cubicBezTo>
                  <a:pt x="1129769" y="226569"/>
                  <a:pt x="1134667" y="224689"/>
                  <a:pt x="1140704" y="220930"/>
                </a:cubicBezTo>
                <a:cubicBezTo>
                  <a:pt x="1146741" y="217171"/>
                  <a:pt x="1154772" y="208856"/>
                  <a:pt x="1164796" y="195984"/>
                </a:cubicBezTo>
                <a:cubicBezTo>
                  <a:pt x="1174935" y="182998"/>
                  <a:pt x="1183250" y="170866"/>
                  <a:pt x="1189742" y="159589"/>
                </a:cubicBezTo>
                <a:cubicBezTo>
                  <a:pt x="1196350" y="148198"/>
                  <a:pt x="1203355" y="130143"/>
                  <a:pt x="1210759" y="105425"/>
                </a:cubicBezTo>
                <a:lnTo>
                  <a:pt x="1214518" y="92439"/>
                </a:lnTo>
                <a:lnTo>
                  <a:pt x="1240490" y="92439"/>
                </a:lnTo>
                <a:moveTo>
                  <a:pt x="1414945" y="88338"/>
                </a:moveTo>
                <a:lnTo>
                  <a:pt x="1381626" y="204186"/>
                </a:lnTo>
                <a:lnTo>
                  <a:pt x="1377867" y="219734"/>
                </a:lnTo>
                <a:cubicBezTo>
                  <a:pt x="1377525" y="221215"/>
                  <a:pt x="1377354" y="222468"/>
                  <a:pt x="1377354" y="223493"/>
                </a:cubicBezTo>
                <a:cubicBezTo>
                  <a:pt x="1377354" y="225316"/>
                  <a:pt x="1377924" y="226911"/>
                  <a:pt x="1379063" y="228277"/>
                </a:cubicBezTo>
                <a:cubicBezTo>
                  <a:pt x="1379974" y="229303"/>
                  <a:pt x="1381114" y="229815"/>
                  <a:pt x="1382480" y="229815"/>
                </a:cubicBezTo>
                <a:cubicBezTo>
                  <a:pt x="1383961" y="229815"/>
                  <a:pt x="1385897" y="228904"/>
                  <a:pt x="1388290" y="227082"/>
                </a:cubicBezTo>
                <a:cubicBezTo>
                  <a:pt x="1392732" y="223778"/>
                  <a:pt x="1398656" y="216943"/>
                  <a:pt x="1406060" y="206577"/>
                </a:cubicBezTo>
                <a:lnTo>
                  <a:pt x="1411869" y="210678"/>
                </a:lnTo>
                <a:cubicBezTo>
                  <a:pt x="1404009" y="222525"/>
                  <a:pt x="1395922" y="231581"/>
                  <a:pt x="1387606" y="237846"/>
                </a:cubicBezTo>
                <a:cubicBezTo>
                  <a:pt x="1379290" y="243997"/>
                  <a:pt x="1371602" y="247073"/>
                  <a:pt x="1364540" y="247073"/>
                </a:cubicBezTo>
                <a:cubicBezTo>
                  <a:pt x="1359642" y="247073"/>
                  <a:pt x="1355940" y="245820"/>
                  <a:pt x="1353433" y="243314"/>
                </a:cubicBezTo>
                <a:cubicBezTo>
                  <a:pt x="1351040" y="240922"/>
                  <a:pt x="1349845" y="237391"/>
                  <a:pt x="1349845" y="232720"/>
                </a:cubicBezTo>
                <a:cubicBezTo>
                  <a:pt x="1349845" y="227138"/>
                  <a:pt x="1351097" y="219791"/>
                  <a:pt x="1353604" y="210678"/>
                </a:cubicBezTo>
                <a:lnTo>
                  <a:pt x="1357192" y="197863"/>
                </a:lnTo>
                <a:cubicBezTo>
                  <a:pt x="1342270" y="217342"/>
                  <a:pt x="1328544" y="230954"/>
                  <a:pt x="1316013" y="238700"/>
                </a:cubicBezTo>
                <a:cubicBezTo>
                  <a:pt x="1307015" y="244282"/>
                  <a:pt x="1298186" y="247073"/>
                  <a:pt x="1289528" y="247073"/>
                </a:cubicBezTo>
                <a:cubicBezTo>
                  <a:pt x="1281213" y="247073"/>
                  <a:pt x="1274037" y="243655"/>
                  <a:pt x="1267999" y="236821"/>
                </a:cubicBezTo>
                <a:cubicBezTo>
                  <a:pt x="1261962" y="229872"/>
                  <a:pt x="1258944" y="220361"/>
                  <a:pt x="1258944" y="208286"/>
                </a:cubicBezTo>
                <a:cubicBezTo>
                  <a:pt x="1258944" y="190174"/>
                  <a:pt x="1264355" y="171094"/>
                  <a:pt x="1275176" y="151046"/>
                </a:cubicBezTo>
                <a:cubicBezTo>
                  <a:pt x="1286111" y="130884"/>
                  <a:pt x="1299952" y="114765"/>
                  <a:pt x="1316697" y="102691"/>
                </a:cubicBezTo>
                <a:cubicBezTo>
                  <a:pt x="1329796" y="93122"/>
                  <a:pt x="1342155" y="88338"/>
                  <a:pt x="1353775" y="88338"/>
                </a:cubicBezTo>
                <a:cubicBezTo>
                  <a:pt x="1360723" y="88338"/>
                  <a:pt x="1366476" y="90161"/>
                  <a:pt x="1371032" y="93806"/>
                </a:cubicBezTo>
                <a:cubicBezTo>
                  <a:pt x="1375703" y="97451"/>
                  <a:pt x="1379233" y="103488"/>
                  <a:pt x="1381626" y="111917"/>
                </a:cubicBezTo>
                <a:lnTo>
                  <a:pt x="1387778" y="92439"/>
                </a:lnTo>
                <a:lnTo>
                  <a:pt x="1414945" y="88338"/>
                </a:lnTo>
                <a:moveTo>
                  <a:pt x="1354117" y="97223"/>
                </a:moveTo>
                <a:cubicBezTo>
                  <a:pt x="1346826" y="97223"/>
                  <a:pt x="1339080" y="100640"/>
                  <a:pt x="1330879" y="107475"/>
                </a:cubicBezTo>
                <a:cubicBezTo>
                  <a:pt x="1319260" y="117157"/>
                  <a:pt x="1308894" y="131510"/>
                  <a:pt x="1299781" y="150533"/>
                </a:cubicBezTo>
                <a:cubicBezTo>
                  <a:pt x="1290782" y="169556"/>
                  <a:pt x="1286283" y="186757"/>
                  <a:pt x="1286283" y="202135"/>
                </a:cubicBezTo>
                <a:cubicBezTo>
                  <a:pt x="1286283" y="209881"/>
                  <a:pt x="1288219" y="216032"/>
                  <a:pt x="1292091" y="220589"/>
                </a:cubicBezTo>
                <a:cubicBezTo>
                  <a:pt x="1295965" y="225031"/>
                  <a:pt x="1300408" y="227252"/>
                  <a:pt x="1305419" y="227252"/>
                </a:cubicBezTo>
                <a:cubicBezTo>
                  <a:pt x="1317836" y="227252"/>
                  <a:pt x="1331334" y="218082"/>
                  <a:pt x="1345915" y="199743"/>
                </a:cubicBezTo>
                <a:cubicBezTo>
                  <a:pt x="1365394" y="175366"/>
                  <a:pt x="1375133" y="150362"/>
                  <a:pt x="1375133" y="124733"/>
                </a:cubicBezTo>
                <a:cubicBezTo>
                  <a:pt x="1375133" y="115050"/>
                  <a:pt x="1373253" y="108045"/>
                  <a:pt x="1369494" y="103716"/>
                </a:cubicBezTo>
                <a:cubicBezTo>
                  <a:pt x="1365735" y="99387"/>
                  <a:pt x="1360609" y="97223"/>
                  <a:pt x="1354117" y="97223"/>
                </a:cubicBezTo>
                <a:moveTo>
                  <a:pt x="1529767" y="0"/>
                </a:moveTo>
                <a:lnTo>
                  <a:pt x="1471331" y="203331"/>
                </a:lnTo>
                <a:cubicBezTo>
                  <a:pt x="1468483" y="213469"/>
                  <a:pt x="1467059" y="219677"/>
                  <a:pt x="1467059" y="221955"/>
                </a:cubicBezTo>
                <a:cubicBezTo>
                  <a:pt x="1467059" y="223664"/>
                  <a:pt x="1467572" y="225088"/>
                  <a:pt x="1468596" y="226227"/>
                </a:cubicBezTo>
                <a:cubicBezTo>
                  <a:pt x="1469736" y="227366"/>
                  <a:pt x="1471103" y="227936"/>
                  <a:pt x="1472697" y="227936"/>
                </a:cubicBezTo>
                <a:cubicBezTo>
                  <a:pt x="1474862" y="227936"/>
                  <a:pt x="1477198" y="226967"/>
                  <a:pt x="1479703" y="225031"/>
                </a:cubicBezTo>
                <a:cubicBezTo>
                  <a:pt x="1485626" y="220361"/>
                  <a:pt x="1491835" y="213127"/>
                  <a:pt x="1498328" y="203331"/>
                </a:cubicBezTo>
                <a:lnTo>
                  <a:pt x="1503453" y="208628"/>
                </a:lnTo>
                <a:cubicBezTo>
                  <a:pt x="1492632" y="223892"/>
                  <a:pt x="1482665" y="234543"/>
                  <a:pt x="1473552" y="240580"/>
                </a:cubicBezTo>
                <a:cubicBezTo>
                  <a:pt x="1466832" y="244909"/>
                  <a:pt x="1460452" y="247073"/>
                  <a:pt x="1454415" y="247073"/>
                </a:cubicBezTo>
                <a:cubicBezTo>
                  <a:pt x="1450087" y="247073"/>
                  <a:pt x="1446442" y="245592"/>
                  <a:pt x="1443480" y="242630"/>
                </a:cubicBezTo>
                <a:cubicBezTo>
                  <a:pt x="1440632" y="239669"/>
                  <a:pt x="1439208" y="236251"/>
                  <a:pt x="1439208" y="232378"/>
                </a:cubicBezTo>
                <a:cubicBezTo>
                  <a:pt x="1439208" y="228277"/>
                  <a:pt x="1441030" y="219848"/>
                  <a:pt x="1444676" y="207090"/>
                </a:cubicBezTo>
                <a:lnTo>
                  <a:pt x="1490981" y="46817"/>
                </a:lnTo>
                <a:cubicBezTo>
                  <a:pt x="1494740" y="33718"/>
                  <a:pt x="1496619" y="26200"/>
                  <a:pt x="1496619" y="24263"/>
                </a:cubicBezTo>
                <a:cubicBezTo>
                  <a:pt x="1496619" y="21529"/>
                  <a:pt x="1495537" y="19308"/>
                  <a:pt x="1493372" y="17599"/>
                </a:cubicBezTo>
                <a:cubicBezTo>
                  <a:pt x="1491208" y="15777"/>
                  <a:pt x="1487848" y="14865"/>
                  <a:pt x="1483291" y="14865"/>
                </a:cubicBezTo>
                <a:cubicBezTo>
                  <a:pt x="1480672" y="14865"/>
                  <a:pt x="1476684" y="15264"/>
                  <a:pt x="1471331" y="16061"/>
                </a:cubicBezTo>
                <a:lnTo>
                  <a:pt x="1471331" y="9739"/>
                </a:lnTo>
                <a:lnTo>
                  <a:pt x="1529767" y="0"/>
                </a:lnTo>
                <a:moveTo>
                  <a:pt x="1627161" y="0"/>
                </a:moveTo>
                <a:lnTo>
                  <a:pt x="1568725" y="203331"/>
                </a:lnTo>
                <a:cubicBezTo>
                  <a:pt x="1565877" y="213469"/>
                  <a:pt x="1564453" y="219677"/>
                  <a:pt x="1564453" y="221955"/>
                </a:cubicBezTo>
                <a:cubicBezTo>
                  <a:pt x="1564453" y="223664"/>
                  <a:pt x="1564965" y="225088"/>
                  <a:pt x="1565991" y="226227"/>
                </a:cubicBezTo>
                <a:cubicBezTo>
                  <a:pt x="1567130" y="227366"/>
                  <a:pt x="1568497" y="227936"/>
                  <a:pt x="1570092" y="227936"/>
                </a:cubicBezTo>
                <a:cubicBezTo>
                  <a:pt x="1572256" y="227936"/>
                  <a:pt x="1574591" y="226967"/>
                  <a:pt x="1577097" y="225031"/>
                </a:cubicBezTo>
                <a:cubicBezTo>
                  <a:pt x="1583021" y="220361"/>
                  <a:pt x="1589229" y="213127"/>
                  <a:pt x="1595721" y="203331"/>
                </a:cubicBezTo>
                <a:lnTo>
                  <a:pt x="1600848" y="208628"/>
                </a:lnTo>
                <a:cubicBezTo>
                  <a:pt x="1590026" y="223892"/>
                  <a:pt x="1580059" y="234543"/>
                  <a:pt x="1570947" y="240580"/>
                </a:cubicBezTo>
                <a:cubicBezTo>
                  <a:pt x="1564225" y="244909"/>
                  <a:pt x="1557846" y="247073"/>
                  <a:pt x="1551809" y="247073"/>
                </a:cubicBezTo>
                <a:cubicBezTo>
                  <a:pt x="1547480" y="247073"/>
                  <a:pt x="1543835" y="245592"/>
                  <a:pt x="1540873" y="242630"/>
                </a:cubicBezTo>
                <a:cubicBezTo>
                  <a:pt x="1538026" y="239669"/>
                  <a:pt x="1536602" y="236251"/>
                  <a:pt x="1536602" y="232378"/>
                </a:cubicBezTo>
                <a:cubicBezTo>
                  <a:pt x="1536602" y="228277"/>
                  <a:pt x="1538425" y="219848"/>
                  <a:pt x="1542070" y="207090"/>
                </a:cubicBezTo>
                <a:lnTo>
                  <a:pt x="1588374" y="46817"/>
                </a:lnTo>
                <a:cubicBezTo>
                  <a:pt x="1592134" y="33718"/>
                  <a:pt x="1594013" y="26200"/>
                  <a:pt x="1594013" y="24263"/>
                </a:cubicBezTo>
                <a:cubicBezTo>
                  <a:pt x="1594013" y="21529"/>
                  <a:pt x="1592931" y="19308"/>
                  <a:pt x="1590767" y="17599"/>
                </a:cubicBezTo>
                <a:cubicBezTo>
                  <a:pt x="1588602" y="15777"/>
                  <a:pt x="1585242" y="14865"/>
                  <a:pt x="1580686" y="14865"/>
                </a:cubicBezTo>
                <a:cubicBezTo>
                  <a:pt x="1578066" y="14865"/>
                  <a:pt x="1574079" y="15264"/>
                  <a:pt x="1568725" y="16061"/>
                </a:cubicBezTo>
                <a:lnTo>
                  <a:pt x="1568725" y="9739"/>
                </a:lnTo>
                <a:lnTo>
                  <a:pt x="1627161" y="0"/>
                </a:lnTo>
                <a:moveTo>
                  <a:pt x="1676371" y="88338"/>
                </a:moveTo>
                <a:cubicBezTo>
                  <a:pt x="1680243" y="94945"/>
                  <a:pt x="1682920" y="101153"/>
                  <a:pt x="1684401" y="106962"/>
                </a:cubicBezTo>
                <a:cubicBezTo>
                  <a:pt x="1685883" y="112658"/>
                  <a:pt x="1687363" y="123935"/>
                  <a:pt x="1688843" y="140794"/>
                </a:cubicBezTo>
                <a:lnTo>
                  <a:pt x="1696362" y="224860"/>
                </a:lnTo>
                <a:cubicBezTo>
                  <a:pt x="1703197" y="216659"/>
                  <a:pt x="1713107" y="203673"/>
                  <a:pt x="1726093" y="185903"/>
                </a:cubicBezTo>
                <a:cubicBezTo>
                  <a:pt x="1732358" y="177245"/>
                  <a:pt x="1740104" y="165456"/>
                  <a:pt x="1749330" y="150533"/>
                </a:cubicBezTo>
                <a:cubicBezTo>
                  <a:pt x="1754913" y="141421"/>
                  <a:pt x="1758330" y="135042"/>
                  <a:pt x="1759582" y="131396"/>
                </a:cubicBezTo>
                <a:cubicBezTo>
                  <a:pt x="1760266" y="129574"/>
                  <a:pt x="1760608" y="127694"/>
                  <a:pt x="1760608" y="125758"/>
                </a:cubicBezTo>
                <a:cubicBezTo>
                  <a:pt x="1760608" y="124505"/>
                  <a:pt x="1760209" y="123479"/>
                  <a:pt x="1759412" y="122682"/>
                </a:cubicBezTo>
                <a:cubicBezTo>
                  <a:pt x="1758615" y="121885"/>
                  <a:pt x="1756507" y="120973"/>
                  <a:pt x="1753090" y="119948"/>
                </a:cubicBezTo>
                <a:cubicBezTo>
                  <a:pt x="1749787" y="118809"/>
                  <a:pt x="1746995" y="116816"/>
                  <a:pt x="1744717" y="113968"/>
                </a:cubicBezTo>
                <a:cubicBezTo>
                  <a:pt x="1742553" y="111006"/>
                  <a:pt x="1741470" y="107646"/>
                  <a:pt x="1741470" y="103887"/>
                </a:cubicBezTo>
                <a:cubicBezTo>
                  <a:pt x="1741470" y="99216"/>
                  <a:pt x="1742838" y="95457"/>
                  <a:pt x="1745571" y="92610"/>
                </a:cubicBezTo>
                <a:cubicBezTo>
                  <a:pt x="1748306" y="89762"/>
                  <a:pt x="1751723" y="88338"/>
                  <a:pt x="1755823" y="88338"/>
                </a:cubicBezTo>
                <a:cubicBezTo>
                  <a:pt x="1760836" y="88338"/>
                  <a:pt x="1765107" y="90445"/>
                  <a:pt x="1768639" y="94660"/>
                </a:cubicBezTo>
                <a:cubicBezTo>
                  <a:pt x="1772170" y="98761"/>
                  <a:pt x="1773936" y="104456"/>
                  <a:pt x="1773936" y="111747"/>
                </a:cubicBezTo>
                <a:cubicBezTo>
                  <a:pt x="1773936" y="120745"/>
                  <a:pt x="1770860" y="131055"/>
                  <a:pt x="1764709" y="142673"/>
                </a:cubicBezTo>
                <a:cubicBezTo>
                  <a:pt x="1758557" y="154178"/>
                  <a:pt x="1746711" y="171892"/>
                  <a:pt x="1729168" y="195813"/>
                </a:cubicBezTo>
                <a:cubicBezTo>
                  <a:pt x="1711626" y="219734"/>
                  <a:pt x="1690382" y="245820"/>
                  <a:pt x="1665435" y="274070"/>
                </a:cubicBezTo>
                <a:cubicBezTo>
                  <a:pt x="1648235" y="293549"/>
                  <a:pt x="1635477" y="305794"/>
                  <a:pt x="1627161" y="310806"/>
                </a:cubicBezTo>
                <a:cubicBezTo>
                  <a:pt x="1618846" y="315932"/>
                  <a:pt x="1611727" y="318495"/>
                  <a:pt x="1605803" y="318495"/>
                </a:cubicBezTo>
                <a:cubicBezTo>
                  <a:pt x="1602272" y="318495"/>
                  <a:pt x="1599196" y="317128"/>
                  <a:pt x="1596576" y="314394"/>
                </a:cubicBezTo>
                <a:cubicBezTo>
                  <a:pt x="1593842" y="311774"/>
                  <a:pt x="1592476" y="308699"/>
                  <a:pt x="1592476" y="305168"/>
                </a:cubicBezTo>
                <a:cubicBezTo>
                  <a:pt x="1592476" y="300725"/>
                  <a:pt x="1594355" y="296681"/>
                  <a:pt x="1598114" y="293036"/>
                </a:cubicBezTo>
                <a:cubicBezTo>
                  <a:pt x="1601758" y="289391"/>
                  <a:pt x="1605745" y="287568"/>
                  <a:pt x="1610074" y="287568"/>
                </a:cubicBezTo>
                <a:cubicBezTo>
                  <a:pt x="1612353" y="287568"/>
                  <a:pt x="1614232" y="288081"/>
                  <a:pt x="1615713" y="289106"/>
                </a:cubicBezTo>
                <a:cubicBezTo>
                  <a:pt x="1616625" y="289676"/>
                  <a:pt x="1617649" y="291270"/>
                  <a:pt x="1618788" y="293890"/>
                </a:cubicBezTo>
                <a:cubicBezTo>
                  <a:pt x="1619814" y="296624"/>
                  <a:pt x="1620782" y="298447"/>
                  <a:pt x="1621693" y="299358"/>
                </a:cubicBezTo>
                <a:cubicBezTo>
                  <a:pt x="1622263" y="299927"/>
                  <a:pt x="1622947" y="300212"/>
                  <a:pt x="1623744" y="300212"/>
                </a:cubicBezTo>
                <a:cubicBezTo>
                  <a:pt x="1624428" y="300212"/>
                  <a:pt x="1625623" y="299643"/>
                  <a:pt x="1627333" y="298504"/>
                </a:cubicBezTo>
                <a:cubicBezTo>
                  <a:pt x="1633597" y="294631"/>
                  <a:pt x="1640887" y="288480"/>
                  <a:pt x="1649202" y="280050"/>
                </a:cubicBezTo>
                <a:cubicBezTo>
                  <a:pt x="1660138" y="268887"/>
                  <a:pt x="1668226" y="259774"/>
                  <a:pt x="1673466" y="252711"/>
                </a:cubicBezTo>
                <a:lnTo>
                  <a:pt x="1663897" y="144382"/>
                </a:lnTo>
                <a:cubicBezTo>
                  <a:pt x="1662303" y="126498"/>
                  <a:pt x="1659910" y="115620"/>
                  <a:pt x="1656721" y="111747"/>
                </a:cubicBezTo>
                <a:cubicBezTo>
                  <a:pt x="1653531" y="107874"/>
                  <a:pt x="1648178" y="105937"/>
                  <a:pt x="1640660" y="105937"/>
                </a:cubicBezTo>
                <a:cubicBezTo>
                  <a:pt x="1638267" y="105937"/>
                  <a:pt x="1633996" y="106279"/>
                  <a:pt x="1627845" y="106962"/>
                </a:cubicBezTo>
                <a:lnTo>
                  <a:pt x="1626307" y="100640"/>
                </a:lnTo>
                <a:lnTo>
                  <a:pt x="1676371" y="88338"/>
                </a:lnTo>
                <a:moveTo>
                  <a:pt x="2052790" y="0"/>
                </a:moveTo>
                <a:lnTo>
                  <a:pt x="1994011" y="201622"/>
                </a:lnTo>
                <a:cubicBezTo>
                  <a:pt x="1990822" y="212558"/>
                  <a:pt x="1989228" y="219734"/>
                  <a:pt x="1989228" y="223152"/>
                </a:cubicBezTo>
                <a:cubicBezTo>
                  <a:pt x="1989228" y="224291"/>
                  <a:pt x="1989683" y="225373"/>
                  <a:pt x="1990594" y="226398"/>
                </a:cubicBezTo>
                <a:cubicBezTo>
                  <a:pt x="1991619" y="227423"/>
                  <a:pt x="1992645" y="227936"/>
                  <a:pt x="1993670" y="227936"/>
                </a:cubicBezTo>
                <a:cubicBezTo>
                  <a:pt x="1995151" y="227936"/>
                  <a:pt x="1996916" y="227195"/>
                  <a:pt x="1998967" y="225715"/>
                </a:cubicBezTo>
                <a:cubicBezTo>
                  <a:pt x="2002839" y="222981"/>
                  <a:pt x="2009333" y="216146"/>
                  <a:pt x="2018445" y="205211"/>
                </a:cubicBezTo>
                <a:lnTo>
                  <a:pt x="2024255" y="208799"/>
                </a:lnTo>
                <a:cubicBezTo>
                  <a:pt x="2016053" y="220190"/>
                  <a:pt x="2007737" y="229417"/>
                  <a:pt x="1999309" y="236479"/>
                </a:cubicBezTo>
                <a:cubicBezTo>
                  <a:pt x="1990992" y="243542"/>
                  <a:pt x="1983190" y="247073"/>
                  <a:pt x="1975900" y="247073"/>
                </a:cubicBezTo>
                <a:cubicBezTo>
                  <a:pt x="1972026" y="247073"/>
                  <a:pt x="1968836" y="245706"/>
                  <a:pt x="1966331" y="242972"/>
                </a:cubicBezTo>
                <a:cubicBezTo>
                  <a:pt x="1963825" y="240238"/>
                  <a:pt x="1962572" y="236365"/>
                  <a:pt x="1962572" y="231353"/>
                </a:cubicBezTo>
                <a:cubicBezTo>
                  <a:pt x="1962572" y="224860"/>
                  <a:pt x="1964280" y="216146"/>
                  <a:pt x="1967697" y="205211"/>
                </a:cubicBezTo>
                <a:lnTo>
                  <a:pt x="1974361" y="184023"/>
                </a:lnTo>
                <a:cubicBezTo>
                  <a:pt x="1957845" y="209539"/>
                  <a:pt x="1942808" y="227195"/>
                  <a:pt x="1929253" y="236992"/>
                </a:cubicBezTo>
                <a:cubicBezTo>
                  <a:pt x="1919912" y="243713"/>
                  <a:pt x="1910970" y="247073"/>
                  <a:pt x="1902426" y="247073"/>
                </a:cubicBezTo>
                <a:cubicBezTo>
                  <a:pt x="1893770" y="247073"/>
                  <a:pt x="1886195" y="243257"/>
                  <a:pt x="1879702" y="235625"/>
                </a:cubicBezTo>
                <a:cubicBezTo>
                  <a:pt x="1873323" y="227879"/>
                  <a:pt x="1870133" y="217399"/>
                  <a:pt x="1870133" y="204186"/>
                </a:cubicBezTo>
                <a:cubicBezTo>
                  <a:pt x="1870133" y="187213"/>
                  <a:pt x="1875544" y="169101"/>
                  <a:pt x="1886365" y="149850"/>
                </a:cubicBezTo>
                <a:cubicBezTo>
                  <a:pt x="1897187" y="130599"/>
                  <a:pt x="1911483" y="114936"/>
                  <a:pt x="1929253" y="102862"/>
                </a:cubicBezTo>
                <a:cubicBezTo>
                  <a:pt x="1943265" y="93179"/>
                  <a:pt x="1956136" y="88338"/>
                  <a:pt x="1967869" y="88338"/>
                </a:cubicBezTo>
                <a:cubicBezTo>
                  <a:pt x="1974019" y="88338"/>
                  <a:pt x="1979317" y="89591"/>
                  <a:pt x="1983760" y="92097"/>
                </a:cubicBezTo>
                <a:cubicBezTo>
                  <a:pt x="1988202" y="94603"/>
                  <a:pt x="1992588" y="98761"/>
                  <a:pt x="1996916" y="104570"/>
                </a:cubicBezTo>
                <a:lnTo>
                  <a:pt x="2013661" y="45109"/>
                </a:lnTo>
                <a:cubicBezTo>
                  <a:pt x="2014914" y="40894"/>
                  <a:pt x="2015940" y="37534"/>
                  <a:pt x="2016737" y="35028"/>
                </a:cubicBezTo>
                <a:cubicBezTo>
                  <a:pt x="2018103" y="30471"/>
                  <a:pt x="2018787" y="26712"/>
                  <a:pt x="2018787" y="23750"/>
                </a:cubicBezTo>
                <a:cubicBezTo>
                  <a:pt x="2018787" y="21358"/>
                  <a:pt x="2017933" y="19365"/>
                  <a:pt x="2016224" y="17770"/>
                </a:cubicBezTo>
                <a:cubicBezTo>
                  <a:pt x="2013832" y="15834"/>
                  <a:pt x="2010757" y="14865"/>
                  <a:pt x="2006997" y="14865"/>
                </a:cubicBezTo>
                <a:cubicBezTo>
                  <a:pt x="2004377" y="14865"/>
                  <a:pt x="2000049" y="15264"/>
                  <a:pt x="1994011" y="16061"/>
                </a:cubicBezTo>
                <a:lnTo>
                  <a:pt x="1994011" y="9739"/>
                </a:lnTo>
                <a:lnTo>
                  <a:pt x="2052790" y="0"/>
                </a:lnTo>
                <a:moveTo>
                  <a:pt x="1989398" y="121315"/>
                </a:moveTo>
                <a:cubicBezTo>
                  <a:pt x="1989398" y="114025"/>
                  <a:pt x="1987290" y="108159"/>
                  <a:pt x="1983076" y="103716"/>
                </a:cubicBezTo>
                <a:cubicBezTo>
                  <a:pt x="1978862" y="99273"/>
                  <a:pt x="1973507" y="97052"/>
                  <a:pt x="1967015" y="97052"/>
                </a:cubicBezTo>
                <a:cubicBezTo>
                  <a:pt x="1952662" y="97052"/>
                  <a:pt x="1937682" y="108899"/>
                  <a:pt x="1922076" y="132592"/>
                </a:cubicBezTo>
                <a:cubicBezTo>
                  <a:pt x="1906585" y="156286"/>
                  <a:pt x="1898839" y="178954"/>
                  <a:pt x="1898839" y="200597"/>
                </a:cubicBezTo>
                <a:cubicBezTo>
                  <a:pt x="1898839" y="209141"/>
                  <a:pt x="1900719" y="215691"/>
                  <a:pt x="1904477" y="220247"/>
                </a:cubicBezTo>
                <a:cubicBezTo>
                  <a:pt x="1908236" y="224689"/>
                  <a:pt x="1912736" y="226911"/>
                  <a:pt x="1917975" y="226911"/>
                </a:cubicBezTo>
                <a:cubicBezTo>
                  <a:pt x="1929822" y="226911"/>
                  <a:pt x="1944687" y="214096"/>
                  <a:pt x="1962572" y="188466"/>
                </a:cubicBezTo>
                <a:cubicBezTo>
                  <a:pt x="1980456" y="162836"/>
                  <a:pt x="1989398" y="140452"/>
                  <a:pt x="1989398" y="121315"/>
                </a:cubicBezTo>
                <a:moveTo>
                  <a:pt x="2116693" y="20504"/>
                </a:moveTo>
                <a:cubicBezTo>
                  <a:pt x="2121478" y="20504"/>
                  <a:pt x="2125522" y="22156"/>
                  <a:pt x="2128825" y="25459"/>
                </a:cubicBezTo>
                <a:cubicBezTo>
                  <a:pt x="2132129" y="28762"/>
                  <a:pt x="2133780" y="32806"/>
                  <a:pt x="2133780" y="37591"/>
                </a:cubicBezTo>
                <a:cubicBezTo>
                  <a:pt x="2133780" y="42261"/>
                  <a:pt x="2132072" y="46305"/>
                  <a:pt x="2128655" y="49722"/>
                </a:cubicBezTo>
                <a:cubicBezTo>
                  <a:pt x="2125351" y="53026"/>
                  <a:pt x="2121364" y="54677"/>
                  <a:pt x="2116693" y="54677"/>
                </a:cubicBezTo>
                <a:cubicBezTo>
                  <a:pt x="2112024" y="54677"/>
                  <a:pt x="2107980" y="53026"/>
                  <a:pt x="2104561" y="49722"/>
                </a:cubicBezTo>
                <a:cubicBezTo>
                  <a:pt x="2101259" y="46305"/>
                  <a:pt x="2099607" y="42261"/>
                  <a:pt x="2099607" y="37591"/>
                </a:cubicBezTo>
                <a:cubicBezTo>
                  <a:pt x="2099607" y="32806"/>
                  <a:pt x="2101259" y="28762"/>
                  <a:pt x="2104561" y="25459"/>
                </a:cubicBezTo>
                <a:cubicBezTo>
                  <a:pt x="2107865" y="22156"/>
                  <a:pt x="2111909" y="20504"/>
                  <a:pt x="2116693" y="20504"/>
                </a:cubicBezTo>
                <a:moveTo>
                  <a:pt x="2118914" y="88338"/>
                </a:moveTo>
                <a:lnTo>
                  <a:pt x="2085083" y="208115"/>
                </a:lnTo>
                <a:cubicBezTo>
                  <a:pt x="2082805" y="216203"/>
                  <a:pt x="2081666" y="221044"/>
                  <a:pt x="2081666" y="222639"/>
                </a:cubicBezTo>
                <a:cubicBezTo>
                  <a:pt x="2081666" y="224461"/>
                  <a:pt x="2082178" y="225942"/>
                  <a:pt x="2083204" y="227082"/>
                </a:cubicBezTo>
                <a:cubicBezTo>
                  <a:pt x="2084343" y="228221"/>
                  <a:pt x="2085653" y="228790"/>
                  <a:pt x="2087134" y="228790"/>
                </a:cubicBezTo>
                <a:cubicBezTo>
                  <a:pt x="2088842" y="228790"/>
                  <a:pt x="2090893" y="227879"/>
                  <a:pt x="2093285" y="226056"/>
                </a:cubicBezTo>
                <a:cubicBezTo>
                  <a:pt x="2099778" y="220930"/>
                  <a:pt x="2106327" y="213640"/>
                  <a:pt x="2112934" y="204186"/>
                </a:cubicBezTo>
                <a:lnTo>
                  <a:pt x="2118914" y="208115"/>
                </a:lnTo>
                <a:cubicBezTo>
                  <a:pt x="2111168" y="219962"/>
                  <a:pt x="2102056" y="229929"/>
                  <a:pt x="2091577" y="238017"/>
                </a:cubicBezTo>
                <a:cubicBezTo>
                  <a:pt x="2083831" y="244054"/>
                  <a:pt x="2076426" y="247073"/>
                  <a:pt x="2069364" y="247073"/>
                </a:cubicBezTo>
                <a:cubicBezTo>
                  <a:pt x="2064693" y="247073"/>
                  <a:pt x="2060877" y="245706"/>
                  <a:pt x="2057916" y="242972"/>
                </a:cubicBezTo>
                <a:cubicBezTo>
                  <a:pt x="2054954" y="240124"/>
                  <a:pt x="2053473" y="236593"/>
                  <a:pt x="2053473" y="232378"/>
                </a:cubicBezTo>
                <a:cubicBezTo>
                  <a:pt x="2053473" y="228164"/>
                  <a:pt x="2054896" y="221158"/>
                  <a:pt x="2057744" y="211362"/>
                </a:cubicBezTo>
                <a:lnTo>
                  <a:pt x="2079957" y="134814"/>
                </a:lnTo>
                <a:cubicBezTo>
                  <a:pt x="2083602" y="122283"/>
                  <a:pt x="2085425" y="114423"/>
                  <a:pt x="2085425" y="111234"/>
                </a:cubicBezTo>
                <a:cubicBezTo>
                  <a:pt x="2085425" y="108728"/>
                  <a:pt x="2084513" y="106678"/>
                  <a:pt x="2082692" y="105083"/>
                </a:cubicBezTo>
                <a:cubicBezTo>
                  <a:pt x="2080982" y="103488"/>
                  <a:pt x="2078590" y="102691"/>
                  <a:pt x="2075514" y="102691"/>
                </a:cubicBezTo>
                <a:cubicBezTo>
                  <a:pt x="2073008" y="102691"/>
                  <a:pt x="2067826" y="103317"/>
                  <a:pt x="2059965" y="104570"/>
                </a:cubicBezTo>
                <a:lnTo>
                  <a:pt x="2059965" y="97906"/>
                </a:lnTo>
                <a:lnTo>
                  <a:pt x="2118914" y="88338"/>
                </a:lnTo>
                <a:moveTo>
                  <a:pt x="2262784" y="88338"/>
                </a:moveTo>
                <a:lnTo>
                  <a:pt x="2252361" y="140794"/>
                </a:lnTo>
                <a:lnTo>
                  <a:pt x="2246039" y="140794"/>
                </a:lnTo>
                <a:cubicBezTo>
                  <a:pt x="2245470" y="125530"/>
                  <a:pt x="2242224" y="114423"/>
                  <a:pt x="2236300" y="107475"/>
                </a:cubicBezTo>
                <a:cubicBezTo>
                  <a:pt x="2230377" y="100526"/>
                  <a:pt x="2223029" y="97052"/>
                  <a:pt x="2214258" y="97052"/>
                </a:cubicBezTo>
                <a:cubicBezTo>
                  <a:pt x="2207195" y="97052"/>
                  <a:pt x="2201557" y="98989"/>
                  <a:pt x="2197343" y="102862"/>
                </a:cubicBezTo>
                <a:cubicBezTo>
                  <a:pt x="2193242" y="106734"/>
                  <a:pt x="2191191" y="111405"/>
                  <a:pt x="2191191" y="116873"/>
                </a:cubicBezTo>
                <a:cubicBezTo>
                  <a:pt x="2191191" y="120632"/>
                  <a:pt x="2191988" y="124220"/>
                  <a:pt x="2193584" y="127637"/>
                </a:cubicBezTo>
                <a:cubicBezTo>
                  <a:pt x="2195292" y="131055"/>
                  <a:pt x="2198937" y="135839"/>
                  <a:pt x="2204519" y="141990"/>
                </a:cubicBezTo>
                <a:cubicBezTo>
                  <a:pt x="2219327" y="158165"/>
                  <a:pt x="2228896" y="170354"/>
                  <a:pt x="2233225" y="178555"/>
                </a:cubicBezTo>
                <a:cubicBezTo>
                  <a:pt x="2237553" y="186757"/>
                  <a:pt x="2239717" y="194503"/>
                  <a:pt x="2239717" y="201793"/>
                </a:cubicBezTo>
                <a:cubicBezTo>
                  <a:pt x="2239717" y="213640"/>
                  <a:pt x="2234763" y="224177"/>
                  <a:pt x="2224852" y="233404"/>
                </a:cubicBezTo>
                <a:cubicBezTo>
                  <a:pt x="2215055" y="242516"/>
                  <a:pt x="2202639" y="247073"/>
                  <a:pt x="2187602" y="247073"/>
                </a:cubicBezTo>
                <a:cubicBezTo>
                  <a:pt x="2179401" y="247073"/>
                  <a:pt x="2169947" y="245136"/>
                  <a:pt x="2159239" y="241264"/>
                </a:cubicBezTo>
                <a:cubicBezTo>
                  <a:pt x="2155480" y="239897"/>
                  <a:pt x="2152575" y="239213"/>
                  <a:pt x="2150524" y="239213"/>
                </a:cubicBezTo>
                <a:cubicBezTo>
                  <a:pt x="2145399" y="239213"/>
                  <a:pt x="2141526" y="241833"/>
                  <a:pt x="2138906" y="247073"/>
                </a:cubicBezTo>
                <a:lnTo>
                  <a:pt x="2132584" y="247073"/>
                </a:lnTo>
                <a:lnTo>
                  <a:pt x="2143007" y="191712"/>
                </a:lnTo>
                <a:lnTo>
                  <a:pt x="2149329" y="191712"/>
                </a:lnTo>
                <a:cubicBezTo>
                  <a:pt x="2150012" y="209027"/>
                  <a:pt x="2153601" y="221272"/>
                  <a:pt x="2160093" y="228448"/>
                </a:cubicBezTo>
                <a:cubicBezTo>
                  <a:pt x="2166587" y="235625"/>
                  <a:pt x="2175472" y="239213"/>
                  <a:pt x="2186749" y="239213"/>
                </a:cubicBezTo>
                <a:cubicBezTo>
                  <a:pt x="2195407" y="239213"/>
                  <a:pt x="2202241" y="236821"/>
                  <a:pt x="2207253" y="232037"/>
                </a:cubicBezTo>
                <a:cubicBezTo>
                  <a:pt x="2212378" y="227138"/>
                  <a:pt x="2214941" y="221158"/>
                  <a:pt x="2214941" y="214096"/>
                </a:cubicBezTo>
                <a:cubicBezTo>
                  <a:pt x="2214941" y="209539"/>
                  <a:pt x="2214031" y="205325"/>
                  <a:pt x="2212208" y="201452"/>
                </a:cubicBezTo>
                <a:cubicBezTo>
                  <a:pt x="2209018" y="194617"/>
                  <a:pt x="2202297" y="185162"/>
                  <a:pt x="2192045" y="173088"/>
                </a:cubicBezTo>
                <a:cubicBezTo>
                  <a:pt x="2181907" y="161013"/>
                  <a:pt x="2175357" y="151957"/>
                  <a:pt x="2172397" y="145920"/>
                </a:cubicBezTo>
                <a:cubicBezTo>
                  <a:pt x="2169548" y="139883"/>
                  <a:pt x="2168124" y="133845"/>
                  <a:pt x="2168124" y="127808"/>
                </a:cubicBezTo>
                <a:cubicBezTo>
                  <a:pt x="2168124" y="116759"/>
                  <a:pt x="2172112" y="107418"/>
                  <a:pt x="2180085" y="99786"/>
                </a:cubicBezTo>
                <a:cubicBezTo>
                  <a:pt x="2188173" y="92154"/>
                  <a:pt x="2198539" y="88338"/>
                  <a:pt x="2211183" y="88338"/>
                </a:cubicBezTo>
                <a:cubicBezTo>
                  <a:pt x="2214828" y="88338"/>
                  <a:pt x="2218131" y="88623"/>
                  <a:pt x="2221093" y="89192"/>
                </a:cubicBezTo>
                <a:cubicBezTo>
                  <a:pt x="2222688" y="89534"/>
                  <a:pt x="2226390" y="90844"/>
                  <a:pt x="2232199" y="93122"/>
                </a:cubicBezTo>
                <a:cubicBezTo>
                  <a:pt x="2238123" y="95287"/>
                  <a:pt x="2242052" y="96369"/>
                  <a:pt x="2243988" y="96369"/>
                </a:cubicBezTo>
                <a:cubicBezTo>
                  <a:pt x="2248887" y="96369"/>
                  <a:pt x="2252988" y="93692"/>
                  <a:pt x="2256292" y="88338"/>
                </a:cubicBezTo>
                <a:lnTo>
                  <a:pt x="2262784" y="88338"/>
                </a:lnTo>
                <a:moveTo>
                  <a:pt x="2363083" y="45963"/>
                </a:moveTo>
                <a:lnTo>
                  <a:pt x="2349756" y="92439"/>
                </a:lnTo>
                <a:lnTo>
                  <a:pt x="2376581" y="92439"/>
                </a:lnTo>
                <a:lnTo>
                  <a:pt x="2373676" y="103203"/>
                </a:lnTo>
                <a:lnTo>
                  <a:pt x="2347021" y="103203"/>
                </a:lnTo>
                <a:lnTo>
                  <a:pt x="2317632" y="204015"/>
                </a:lnTo>
                <a:cubicBezTo>
                  <a:pt x="2314442" y="214836"/>
                  <a:pt x="2312848" y="221842"/>
                  <a:pt x="2312848" y="225031"/>
                </a:cubicBezTo>
                <a:cubicBezTo>
                  <a:pt x="2312848" y="226967"/>
                  <a:pt x="2313304" y="228448"/>
                  <a:pt x="2314215" y="229474"/>
                </a:cubicBezTo>
                <a:cubicBezTo>
                  <a:pt x="2315126" y="230499"/>
                  <a:pt x="2316208" y="231011"/>
                  <a:pt x="2317462" y="231011"/>
                </a:cubicBezTo>
                <a:cubicBezTo>
                  <a:pt x="2320309" y="231011"/>
                  <a:pt x="2324068" y="229018"/>
                  <a:pt x="2328739" y="225031"/>
                </a:cubicBezTo>
                <a:cubicBezTo>
                  <a:pt x="2331472" y="222753"/>
                  <a:pt x="2337567" y="215747"/>
                  <a:pt x="2347021" y="204015"/>
                </a:cubicBezTo>
                <a:lnTo>
                  <a:pt x="2352661" y="208286"/>
                </a:lnTo>
                <a:cubicBezTo>
                  <a:pt x="2342180" y="223550"/>
                  <a:pt x="2332270" y="234315"/>
                  <a:pt x="2322929" y="240580"/>
                </a:cubicBezTo>
                <a:cubicBezTo>
                  <a:pt x="2316550" y="244909"/>
                  <a:pt x="2310114" y="247073"/>
                  <a:pt x="2303621" y="247073"/>
                </a:cubicBezTo>
                <a:cubicBezTo>
                  <a:pt x="2298609" y="247073"/>
                  <a:pt x="2294509" y="245535"/>
                  <a:pt x="2291319" y="242459"/>
                </a:cubicBezTo>
                <a:cubicBezTo>
                  <a:pt x="2288130" y="239270"/>
                  <a:pt x="2286534" y="235226"/>
                  <a:pt x="2286534" y="230328"/>
                </a:cubicBezTo>
                <a:cubicBezTo>
                  <a:pt x="2286534" y="224177"/>
                  <a:pt x="2288357" y="214779"/>
                  <a:pt x="2292002" y="202135"/>
                </a:cubicBezTo>
                <a:lnTo>
                  <a:pt x="2320537" y="103203"/>
                </a:lnTo>
                <a:lnTo>
                  <a:pt x="2294736" y="103203"/>
                </a:lnTo>
                <a:lnTo>
                  <a:pt x="2296445" y="96539"/>
                </a:lnTo>
                <a:cubicBezTo>
                  <a:pt x="2308975" y="93122"/>
                  <a:pt x="2319398" y="88053"/>
                  <a:pt x="2327713" y="81332"/>
                </a:cubicBezTo>
                <a:cubicBezTo>
                  <a:pt x="2336029" y="74498"/>
                  <a:pt x="2345313" y="62708"/>
                  <a:pt x="2355564" y="45963"/>
                </a:cubicBezTo>
                <a:lnTo>
                  <a:pt x="2363083" y="45963"/>
                </a:lnTo>
                <a:moveTo>
                  <a:pt x="2533778" y="88338"/>
                </a:moveTo>
                <a:lnTo>
                  <a:pt x="2500459" y="204186"/>
                </a:lnTo>
                <a:lnTo>
                  <a:pt x="2496700" y="219734"/>
                </a:lnTo>
                <a:cubicBezTo>
                  <a:pt x="2496359" y="221215"/>
                  <a:pt x="2496188" y="222468"/>
                  <a:pt x="2496188" y="223493"/>
                </a:cubicBezTo>
                <a:cubicBezTo>
                  <a:pt x="2496188" y="225316"/>
                  <a:pt x="2496757" y="226911"/>
                  <a:pt x="2497896" y="228277"/>
                </a:cubicBezTo>
                <a:cubicBezTo>
                  <a:pt x="2498808" y="229303"/>
                  <a:pt x="2499947" y="229815"/>
                  <a:pt x="2501313" y="229815"/>
                </a:cubicBezTo>
                <a:cubicBezTo>
                  <a:pt x="2502794" y="229815"/>
                  <a:pt x="2504732" y="228904"/>
                  <a:pt x="2507123" y="227082"/>
                </a:cubicBezTo>
                <a:cubicBezTo>
                  <a:pt x="2511566" y="223778"/>
                  <a:pt x="2517489" y="216943"/>
                  <a:pt x="2524893" y="206577"/>
                </a:cubicBezTo>
                <a:lnTo>
                  <a:pt x="2530703" y="210678"/>
                </a:lnTo>
                <a:cubicBezTo>
                  <a:pt x="2522842" y="222525"/>
                  <a:pt x="2514756" y="231581"/>
                  <a:pt x="2506439" y="237846"/>
                </a:cubicBezTo>
                <a:cubicBezTo>
                  <a:pt x="2498124" y="243997"/>
                  <a:pt x="2490435" y="247073"/>
                  <a:pt x="2483373" y="247073"/>
                </a:cubicBezTo>
                <a:cubicBezTo>
                  <a:pt x="2478475" y="247073"/>
                  <a:pt x="2474773" y="245820"/>
                  <a:pt x="2472266" y="243314"/>
                </a:cubicBezTo>
                <a:cubicBezTo>
                  <a:pt x="2469875" y="240922"/>
                  <a:pt x="2468678" y="237391"/>
                  <a:pt x="2468678" y="232720"/>
                </a:cubicBezTo>
                <a:cubicBezTo>
                  <a:pt x="2468678" y="227138"/>
                  <a:pt x="2469932" y="219791"/>
                  <a:pt x="2472438" y="210678"/>
                </a:cubicBezTo>
                <a:lnTo>
                  <a:pt x="2476025" y="197863"/>
                </a:lnTo>
                <a:cubicBezTo>
                  <a:pt x="2461103" y="217342"/>
                  <a:pt x="2447377" y="230954"/>
                  <a:pt x="2434847" y="238700"/>
                </a:cubicBezTo>
                <a:cubicBezTo>
                  <a:pt x="2425848" y="244282"/>
                  <a:pt x="2417020" y="247073"/>
                  <a:pt x="2408363" y="247073"/>
                </a:cubicBezTo>
                <a:cubicBezTo>
                  <a:pt x="2400048" y="247073"/>
                  <a:pt x="2392871" y="243655"/>
                  <a:pt x="2386834" y="236821"/>
                </a:cubicBezTo>
                <a:cubicBezTo>
                  <a:pt x="2380797" y="229872"/>
                  <a:pt x="2377777" y="220361"/>
                  <a:pt x="2377777" y="208286"/>
                </a:cubicBezTo>
                <a:cubicBezTo>
                  <a:pt x="2377777" y="190174"/>
                  <a:pt x="2383188" y="171094"/>
                  <a:pt x="2394010" y="151046"/>
                </a:cubicBezTo>
                <a:cubicBezTo>
                  <a:pt x="2404946" y="130884"/>
                  <a:pt x="2418785" y="114765"/>
                  <a:pt x="2435530" y="102691"/>
                </a:cubicBezTo>
                <a:cubicBezTo>
                  <a:pt x="2448630" y="93122"/>
                  <a:pt x="2460990" y="88338"/>
                  <a:pt x="2472608" y="88338"/>
                </a:cubicBezTo>
                <a:cubicBezTo>
                  <a:pt x="2479557" y="88338"/>
                  <a:pt x="2485309" y="90161"/>
                  <a:pt x="2489866" y="93806"/>
                </a:cubicBezTo>
                <a:cubicBezTo>
                  <a:pt x="2494536" y="97451"/>
                  <a:pt x="2498068" y="103488"/>
                  <a:pt x="2500459" y="111917"/>
                </a:cubicBezTo>
                <a:lnTo>
                  <a:pt x="2506611" y="92439"/>
                </a:lnTo>
                <a:lnTo>
                  <a:pt x="2533778" y="88338"/>
                </a:lnTo>
                <a:moveTo>
                  <a:pt x="2472950" y="97223"/>
                </a:moveTo>
                <a:cubicBezTo>
                  <a:pt x="2465659" y="97223"/>
                  <a:pt x="2457914" y="100640"/>
                  <a:pt x="2449712" y="107475"/>
                </a:cubicBezTo>
                <a:cubicBezTo>
                  <a:pt x="2438093" y="117157"/>
                  <a:pt x="2427727" y="131510"/>
                  <a:pt x="2418615" y="150533"/>
                </a:cubicBezTo>
                <a:cubicBezTo>
                  <a:pt x="2409615" y="169556"/>
                  <a:pt x="2405116" y="186757"/>
                  <a:pt x="2405116" y="202135"/>
                </a:cubicBezTo>
                <a:cubicBezTo>
                  <a:pt x="2405116" y="209881"/>
                  <a:pt x="2407052" y="216032"/>
                  <a:pt x="2410926" y="220589"/>
                </a:cubicBezTo>
                <a:cubicBezTo>
                  <a:pt x="2414798" y="225031"/>
                  <a:pt x="2419241" y="227252"/>
                  <a:pt x="2424253" y="227252"/>
                </a:cubicBezTo>
                <a:cubicBezTo>
                  <a:pt x="2436669" y="227252"/>
                  <a:pt x="2450167" y="218082"/>
                  <a:pt x="2464749" y="199743"/>
                </a:cubicBezTo>
                <a:cubicBezTo>
                  <a:pt x="2484227" y="175366"/>
                  <a:pt x="2493967" y="150362"/>
                  <a:pt x="2493967" y="124733"/>
                </a:cubicBezTo>
                <a:cubicBezTo>
                  <a:pt x="2493967" y="115050"/>
                  <a:pt x="2492088" y="108045"/>
                  <a:pt x="2488329" y="103716"/>
                </a:cubicBezTo>
                <a:cubicBezTo>
                  <a:pt x="2484569" y="99387"/>
                  <a:pt x="2479444" y="97223"/>
                  <a:pt x="2472950" y="97223"/>
                </a:cubicBezTo>
                <a:moveTo>
                  <a:pt x="2621774" y="88338"/>
                </a:moveTo>
                <a:lnTo>
                  <a:pt x="2599049" y="166082"/>
                </a:lnTo>
                <a:cubicBezTo>
                  <a:pt x="2620351" y="134301"/>
                  <a:pt x="2636641" y="113398"/>
                  <a:pt x="2647917" y="103374"/>
                </a:cubicBezTo>
                <a:cubicBezTo>
                  <a:pt x="2659308" y="93350"/>
                  <a:pt x="2670244" y="88338"/>
                  <a:pt x="2680723" y="88338"/>
                </a:cubicBezTo>
                <a:cubicBezTo>
                  <a:pt x="2686420" y="88338"/>
                  <a:pt x="2691089" y="90217"/>
                  <a:pt x="2694735" y="93977"/>
                </a:cubicBezTo>
                <a:cubicBezTo>
                  <a:pt x="2698493" y="97736"/>
                  <a:pt x="2700373" y="102634"/>
                  <a:pt x="2700373" y="108671"/>
                </a:cubicBezTo>
                <a:cubicBezTo>
                  <a:pt x="2700373" y="115506"/>
                  <a:pt x="2698722" y="124619"/>
                  <a:pt x="2695418" y="136010"/>
                </a:cubicBezTo>
                <a:lnTo>
                  <a:pt x="2674573" y="207944"/>
                </a:lnTo>
                <a:cubicBezTo>
                  <a:pt x="2672180" y="216260"/>
                  <a:pt x="2670984" y="221329"/>
                  <a:pt x="2670984" y="223152"/>
                </a:cubicBezTo>
                <a:cubicBezTo>
                  <a:pt x="2670984" y="224746"/>
                  <a:pt x="2671440" y="226113"/>
                  <a:pt x="2672351" y="227252"/>
                </a:cubicBezTo>
                <a:cubicBezTo>
                  <a:pt x="2673262" y="228277"/>
                  <a:pt x="2674231" y="228790"/>
                  <a:pt x="2675256" y="228790"/>
                </a:cubicBezTo>
                <a:cubicBezTo>
                  <a:pt x="2676622" y="228790"/>
                  <a:pt x="2678275" y="228050"/>
                  <a:pt x="2680211" y="226569"/>
                </a:cubicBezTo>
                <a:cubicBezTo>
                  <a:pt x="2686248" y="221785"/>
                  <a:pt x="2692855" y="214494"/>
                  <a:pt x="2700031" y="204698"/>
                </a:cubicBezTo>
                <a:lnTo>
                  <a:pt x="2705329" y="207944"/>
                </a:lnTo>
                <a:cubicBezTo>
                  <a:pt x="2694735" y="223095"/>
                  <a:pt x="2684710" y="233916"/>
                  <a:pt x="2675256" y="240409"/>
                </a:cubicBezTo>
                <a:cubicBezTo>
                  <a:pt x="2668649" y="244852"/>
                  <a:pt x="2662726" y="247073"/>
                  <a:pt x="2657486" y="247073"/>
                </a:cubicBezTo>
                <a:cubicBezTo>
                  <a:pt x="2653271" y="247073"/>
                  <a:pt x="2649910" y="245763"/>
                  <a:pt x="2647404" y="243143"/>
                </a:cubicBezTo>
                <a:cubicBezTo>
                  <a:pt x="2644899" y="240637"/>
                  <a:pt x="2643645" y="237220"/>
                  <a:pt x="2643645" y="232891"/>
                </a:cubicBezTo>
                <a:cubicBezTo>
                  <a:pt x="2643645" y="227423"/>
                  <a:pt x="2645583" y="218026"/>
                  <a:pt x="2649455" y="204698"/>
                </a:cubicBezTo>
                <a:lnTo>
                  <a:pt x="2669276" y="136010"/>
                </a:lnTo>
                <a:cubicBezTo>
                  <a:pt x="2671781" y="127466"/>
                  <a:pt x="2673035" y="120803"/>
                  <a:pt x="2673035" y="116018"/>
                </a:cubicBezTo>
                <a:cubicBezTo>
                  <a:pt x="2673035" y="113740"/>
                  <a:pt x="2672295" y="111917"/>
                  <a:pt x="2670814" y="110551"/>
                </a:cubicBezTo>
                <a:cubicBezTo>
                  <a:pt x="2669333" y="109070"/>
                  <a:pt x="2667509" y="108329"/>
                  <a:pt x="2665346" y="108329"/>
                </a:cubicBezTo>
                <a:cubicBezTo>
                  <a:pt x="2662156" y="108329"/>
                  <a:pt x="2658340" y="109696"/>
                  <a:pt x="2653898" y="112430"/>
                </a:cubicBezTo>
                <a:cubicBezTo>
                  <a:pt x="2645468" y="117556"/>
                  <a:pt x="2636698" y="126043"/>
                  <a:pt x="2627584" y="137889"/>
                </a:cubicBezTo>
                <a:cubicBezTo>
                  <a:pt x="2618471" y="149622"/>
                  <a:pt x="2608845" y="164658"/>
                  <a:pt x="2598708" y="182998"/>
                </a:cubicBezTo>
                <a:cubicBezTo>
                  <a:pt x="2593354" y="192680"/>
                  <a:pt x="2588912" y="203274"/>
                  <a:pt x="2585380" y="214779"/>
                </a:cubicBezTo>
                <a:lnTo>
                  <a:pt x="2576837" y="242972"/>
                </a:lnTo>
                <a:lnTo>
                  <a:pt x="2551207" y="242972"/>
                </a:lnTo>
                <a:lnTo>
                  <a:pt x="2582305" y="136010"/>
                </a:lnTo>
                <a:cubicBezTo>
                  <a:pt x="2585950" y="123138"/>
                  <a:pt x="2587773" y="115392"/>
                  <a:pt x="2587773" y="112772"/>
                </a:cubicBezTo>
                <a:cubicBezTo>
                  <a:pt x="2587773" y="110266"/>
                  <a:pt x="2586747" y="108101"/>
                  <a:pt x="2584696" y="106279"/>
                </a:cubicBezTo>
                <a:cubicBezTo>
                  <a:pt x="2582760" y="104343"/>
                  <a:pt x="2580312" y="103374"/>
                  <a:pt x="2577350" y="103374"/>
                </a:cubicBezTo>
                <a:cubicBezTo>
                  <a:pt x="2575983" y="103374"/>
                  <a:pt x="2573591" y="103602"/>
                  <a:pt x="2570173" y="104058"/>
                </a:cubicBezTo>
                <a:lnTo>
                  <a:pt x="2563680" y="105083"/>
                </a:lnTo>
                <a:lnTo>
                  <a:pt x="2562655" y="98932"/>
                </a:lnTo>
                <a:lnTo>
                  <a:pt x="2621774" y="88338"/>
                </a:lnTo>
                <a:moveTo>
                  <a:pt x="2810411" y="45963"/>
                </a:moveTo>
                <a:lnTo>
                  <a:pt x="2797084" y="92439"/>
                </a:lnTo>
                <a:lnTo>
                  <a:pt x="2823909" y="92439"/>
                </a:lnTo>
                <a:lnTo>
                  <a:pt x="2821005" y="103203"/>
                </a:lnTo>
                <a:lnTo>
                  <a:pt x="2794350" y="103203"/>
                </a:lnTo>
                <a:lnTo>
                  <a:pt x="2764961" y="204015"/>
                </a:lnTo>
                <a:cubicBezTo>
                  <a:pt x="2761771" y="214836"/>
                  <a:pt x="2760176" y="221842"/>
                  <a:pt x="2760176" y="225031"/>
                </a:cubicBezTo>
                <a:cubicBezTo>
                  <a:pt x="2760176" y="226967"/>
                  <a:pt x="2760632" y="228448"/>
                  <a:pt x="2761543" y="229474"/>
                </a:cubicBezTo>
                <a:cubicBezTo>
                  <a:pt x="2762455" y="230499"/>
                  <a:pt x="2763537" y="231011"/>
                  <a:pt x="2764790" y="231011"/>
                </a:cubicBezTo>
                <a:cubicBezTo>
                  <a:pt x="2767638" y="231011"/>
                  <a:pt x="2771397" y="229018"/>
                  <a:pt x="2776068" y="225031"/>
                </a:cubicBezTo>
                <a:cubicBezTo>
                  <a:pt x="2778801" y="222753"/>
                  <a:pt x="2784895" y="215747"/>
                  <a:pt x="2794350" y="204015"/>
                </a:cubicBezTo>
                <a:lnTo>
                  <a:pt x="2799988" y="208286"/>
                </a:lnTo>
                <a:cubicBezTo>
                  <a:pt x="2789509" y="223550"/>
                  <a:pt x="2779598" y="234315"/>
                  <a:pt x="2770258" y="240580"/>
                </a:cubicBezTo>
                <a:cubicBezTo>
                  <a:pt x="2763878" y="244909"/>
                  <a:pt x="2757442" y="247073"/>
                  <a:pt x="2750950" y="247073"/>
                </a:cubicBezTo>
                <a:cubicBezTo>
                  <a:pt x="2745937" y="247073"/>
                  <a:pt x="2741837" y="245535"/>
                  <a:pt x="2738647" y="242459"/>
                </a:cubicBezTo>
                <a:cubicBezTo>
                  <a:pt x="2735458" y="239270"/>
                  <a:pt x="2733864" y="235226"/>
                  <a:pt x="2733864" y="230328"/>
                </a:cubicBezTo>
                <a:cubicBezTo>
                  <a:pt x="2733864" y="224177"/>
                  <a:pt x="2735685" y="214779"/>
                  <a:pt x="2739330" y="202135"/>
                </a:cubicBezTo>
                <a:lnTo>
                  <a:pt x="2767865" y="103203"/>
                </a:lnTo>
                <a:lnTo>
                  <a:pt x="2742065" y="103203"/>
                </a:lnTo>
                <a:lnTo>
                  <a:pt x="2743773" y="96539"/>
                </a:lnTo>
                <a:cubicBezTo>
                  <a:pt x="2756303" y="93122"/>
                  <a:pt x="2766726" y="88053"/>
                  <a:pt x="2775042" y="81332"/>
                </a:cubicBezTo>
                <a:cubicBezTo>
                  <a:pt x="2783357" y="74498"/>
                  <a:pt x="2792641" y="62708"/>
                  <a:pt x="2802893" y="45963"/>
                </a:cubicBezTo>
                <a:lnTo>
                  <a:pt x="2810411" y="4596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6" name="path-2273">
            <a:extLst xmlns:a="http://schemas.openxmlformats.org/drawingml/2006/main">
              <a:ext uri="{FF2B5EF4-FFF2-40B4-BE49-F238E27FC236}">
                <a16:creationId xmlns:a16="http://schemas.microsoft.com/office/drawing/2014/main" id="{B454284F-C516-40D1-A44D-5C1002701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1202126"/>
            <a:ext cx="4137396" cy="3232340"/>
          </a:xfrm>
          <a:custGeom xmlns:a="http://schemas.openxmlformats.org/drawingml/2006/main">
            <a:pathLst>
              <a:path w="3536180" h="2762641">
                <a:moveTo>
                  <a:pt x="0" y="0"/>
                </a:moveTo>
                <a:lnTo>
                  <a:pt x="3536180" y="0"/>
                </a:lnTo>
                <a:lnTo>
                  <a:pt x="3536180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7" name="path-2274">
            <a:extLst xmlns:a="http://schemas.openxmlformats.org/drawingml/2006/main">
              <a:ext uri="{FF2B5EF4-FFF2-40B4-BE49-F238E27FC236}">
                <a16:creationId xmlns:a16="http://schemas.microsoft.com/office/drawing/2014/main" id="{1DB24697-DDB4-4B60-ABEB-FABEBC8036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3744900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8" name="path-2275">
            <a:extLst xmlns:a="http://schemas.openxmlformats.org/drawingml/2006/main">
              <a:ext uri="{FF2B5EF4-FFF2-40B4-BE49-F238E27FC236}">
                <a16:creationId xmlns:a16="http://schemas.microsoft.com/office/drawing/2014/main" id="{180522A5-9E27-45FD-A188-F42436920F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3744900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69" name="path-2276">
            <a:extLst xmlns:a="http://schemas.openxmlformats.org/drawingml/2006/main">
              <a:ext uri="{FF2B5EF4-FFF2-40B4-BE49-F238E27FC236}">
                <a16:creationId xmlns:a16="http://schemas.microsoft.com/office/drawing/2014/main" id="{794B6881-74CE-458F-8A05-F1CE740CB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694" y="40450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0" name="path-2277">
            <a:extLst xmlns:a="http://schemas.openxmlformats.org/drawingml/2006/main">
              <a:ext uri="{FF2B5EF4-FFF2-40B4-BE49-F238E27FC236}">
                <a16:creationId xmlns:a16="http://schemas.microsoft.com/office/drawing/2014/main" id="{D0FFF2A0-77C1-456F-97BC-89830B9DF9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8178" y="4032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1" name="path-2278">
            <a:extLst xmlns:a="http://schemas.openxmlformats.org/drawingml/2006/main">
              <a:ext uri="{FF2B5EF4-FFF2-40B4-BE49-F238E27FC236}">
                <a16:creationId xmlns:a16="http://schemas.microsoft.com/office/drawing/2014/main" id="{56E96AAA-3EBE-4018-9317-83254851D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165" y="4035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2" name="path-2279">
            <a:extLst xmlns:a="http://schemas.openxmlformats.org/drawingml/2006/main">
              <a:ext uri="{FF2B5EF4-FFF2-40B4-BE49-F238E27FC236}">
                <a16:creationId xmlns:a16="http://schemas.microsoft.com/office/drawing/2014/main" id="{0F6CC12A-605D-4441-81FD-492E52AE9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895" y="40461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3" name="path-2280">
            <a:extLst xmlns:a="http://schemas.openxmlformats.org/drawingml/2006/main">
              <a:ext uri="{FF2B5EF4-FFF2-40B4-BE49-F238E27FC236}">
                <a16:creationId xmlns:a16="http://schemas.microsoft.com/office/drawing/2014/main" id="{8CCACBF1-3926-486F-B550-A5656EEC8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1500" y="40277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4" name="path-2281">
            <a:extLst xmlns:a="http://schemas.openxmlformats.org/drawingml/2006/main">
              <a:ext uri="{FF2B5EF4-FFF2-40B4-BE49-F238E27FC236}">
                <a16:creationId xmlns:a16="http://schemas.microsoft.com/office/drawing/2014/main" id="{40D0E302-4801-405E-85B1-6C3CB4225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0292" y="4029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5" name="path-2282">
            <a:extLst xmlns:a="http://schemas.openxmlformats.org/drawingml/2006/main">
              <a:ext uri="{FF2B5EF4-FFF2-40B4-BE49-F238E27FC236}">
                <a16:creationId xmlns:a16="http://schemas.microsoft.com/office/drawing/2014/main" id="{E8920CA7-A199-4084-A966-C52A9DABB1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069" y="4044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6" name="path-2283">
            <a:extLst xmlns:a="http://schemas.openxmlformats.org/drawingml/2006/main">
              <a:ext uri="{FF2B5EF4-FFF2-40B4-BE49-F238E27FC236}">
                <a16:creationId xmlns:a16="http://schemas.microsoft.com/office/drawing/2014/main" id="{8A1E488A-67EA-4BD2-BC92-5030B310A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621" y="40444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7" name="path-2284">
            <a:extLst xmlns:a="http://schemas.openxmlformats.org/drawingml/2006/main">
              <a:ext uri="{FF2B5EF4-FFF2-40B4-BE49-F238E27FC236}">
                <a16:creationId xmlns:a16="http://schemas.microsoft.com/office/drawing/2014/main" id="{345C82D6-4BB0-42DE-87DE-DB943419F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689" y="40418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8" name="path-2285">
            <a:extLst xmlns:a="http://schemas.openxmlformats.org/drawingml/2006/main">
              <a:ext uri="{FF2B5EF4-FFF2-40B4-BE49-F238E27FC236}">
                <a16:creationId xmlns:a16="http://schemas.microsoft.com/office/drawing/2014/main" id="{E5D3BA83-0A7C-4C16-A39A-D744A13D0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89245" y="40305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79" name="path-2286">
            <a:extLst xmlns:a="http://schemas.openxmlformats.org/drawingml/2006/main">
              <a:ext uri="{FF2B5EF4-FFF2-40B4-BE49-F238E27FC236}">
                <a16:creationId xmlns:a16="http://schemas.microsoft.com/office/drawing/2014/main" id="{0013D9E4-BCB3-4EB1-800E-5692BC903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500" y="4043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0" name="path-2287">
            <a:extLst xmlns:a="http://schemas.openxmlformats.org/drawingml/2006/main">
              <a:ext uri="{FF2B5EF4-FFF2-40B4-BE49-F238E27FC236}">
                <a16:creationId xmlns:a16="http://schemas.microsoft.com/office/drawing/2014/main" id="{6F15A629-E10C-48AE-8511-6710D5F0B2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687" y="40453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1" name="path-2288">
            <a:extLst xmlns:a="http://schemas.openxmlformats.org/drawingml/2006/main">
              <a:ext uri="{FF2B5EF4-FFF2-40B4-BE49-F238E27FC236}">
                <a16:creationId xmlns:a16="http://schemas.microsoft.com/office/drawing/2014/main" id="{57F52487-16F6-4D7C-B894-C7198AF6D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34883" y="40406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2" name="path-2289">
            <a:extLst xmlns:a="http://schemas.openxmlformats.org/drawingml/2006/main">
              <a:ext uri="{FF2B5EF4-FFF2-40B4-BE49-F238E27FC236}">
                <a16:creationId xmlns:a16="http://schemas.microsoft.com/office/drawing/2014/main" id="{6486A9E2-9922-4B43-AC8F-1FE133201A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1736" y="40491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3" name="path-2290">
            <a:extLst xmlns:a="http://schemas.openxmlformats.org/drawingml/2006/main">
              <a:ext uri="{FF2B5EF4-FFF2-40B4-BE49-F238E27FC236}">
                <a16:creationId xmlns:a16="http://schemas.microsoft.com/office/drawing/2014/main" id="{AA024EDE-66C9-4012-AA2C-58FE48913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814" y="40415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4" name="path-2291">
            <a:extLst xmlns:a="http://schemas.openxmlformats.org/drawingml/2006/main">
              <a:ext uri="{FF2B5EF4-FFF2-40B4-BE49-F238E27FC236}">
                <a16:creationId xmlns:a16="http://schemas.microsoft.com/office/drawing/2014/main" id="{B592BA35-FDE5-4975-876E-FA4B1B7289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245" y="40453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5" name="path-2292">
            <a:extLst xmlns:a="http://schemas.openxmlformats.org/drawingml/2006/main">
              <a:ext uri="{FF2B5EF4-FFF2-40B4-BE49-F238E27FC236}">
                <a16:creationId xmlns:a16="http://schemas.microsoft.com/office/drawing/2014/main" id="{EC0E5A59-8014-406D-97FA-8DACE22A6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997" y="40426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6" name="path-2293">
            <a:extLst xmlns:a="http://schemas.openxmlformats.org/drawingml/2006/main">
              <a:ext uri="{FF2B5EF4-FFF2-40B4-BE49-F238E27FC236}">
                <a16:creationId xmlns:a16="http://schemas.microsoft.com/office/drawing/2014/main" id="{50CB09F1-3D73-4FC7-AB80-9DEC24AB8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4991" y="40496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7" name="path-2294">
            <a:extLst xmlns:a="http://schemas.openxmlformats.org/drawingml/2006/main">
              <a:ext uri="{FF2B5EF4-FFF2-40B4-BE49-F238E27FC236}">
                <a16:creationId xmlns:a16="http://schemas.microsoft.com/office/drawing/2014/main" id="{F2A861CF-E153-48D5-95CD-92C72D63B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976" y="40409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8" name="path-2295">
            <a:extLst xmlns:a="http://schemas.openxmlformats.org/drawingml/2006/main">
              <a:ext uri="{FF2B5EF4-FFF2-40B4-BE49-F238E27FC236}">
                <a16:creationId xmlns:a16="http://schemas.microsoft.com/office/drawing/2014/main" id="{FB6F54F0-B309-4F85-98AA-88EA56249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1902" y="40441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9" name="path-2296">
            <a:extLst xmlns:a="http://schemas.openxmlformats.org/drawingml/2006/main">
              <a:ext uri="{FF2B5EF4-FFF2-40B4-BE49-F238E27FC236}">
                <a16:creationId xmlns:a16="http://schemas.microsoft.com/office/drawing/2014/main" id="{79985BDA-E855-4B7B-A41A-5583B5652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602" y="40366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0" name="path-2297">
            <a:extLst xmlns:a="http://schemas.openxmlformats.org/drawingml/2006/main">
              <a:ext uri="{FF2B5EF4-FFF2-40B4-BE49-F238E27FC236}">
                <a16:creationId xmlns:a16="http://schemas.microsoft.com/office/drawing/2014/main" id="{F0C9AF5C-8AA5-47AE-8B62-E5DDFCF1C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59346" y="40456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1" name="path-2298">
            <a:extLst xmlns:a="http://schemas.openxmlformats.org/drawingml/2006/main">
              <a:ext uri="{FF2B5EF4-FFF2-40B4-BE49-F238E27FC236}">
                <a16:creationId xmlns:a16="http://schemas.microsoft.com/office/drawing/2014/main" id="{C1041F09-1E29-4648-B290-7B410D2D0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4739" y="40364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2" name="path-2299">
            <a:extLst xmlns:a="http://schemas.openxmlformats.org/drawingml/2006/main">
              <a:ext uri="{FF2B5EF4-FFF2-40B4-BE49-F238E27FC236}">
                <a16:creationId xmlns:a16="http://schemas.microsoft.com/office/drawing/2014/main" id="{6D370B88-4BA2-4305-94E3-10D0683DC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4473" y="40440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3" name="path-2300">
            <a:extLst xmlns:a="http://schemas.openxmlformats.org/drawingml/2006/main">
              <a:ext uri="{FF2B5EF4-FFF2-40B4-BE49-F238E27FC236}">
                <a16:creationId xmlns:a16="http://schemas.microsoft.com/office/drawing/2014/main" id="{E52981C9-5C1A-4E12-80EE-BE2151DEF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824" y="40433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4" name="path-2301">
            <a:extLst xmlns:a="http://schemas.openxmlformats.org/drawingml/2006/main">
              <a:ext uri="{FF2B5EF4-FFF2-40B4-BE49-F238E27FC236}">
                <a16:creationId xmlns:a16="http://schemas.microsoft.com/office/drawing/2014/main" id="{7565D0B9-BABC-4353-BEB8-D5721B8DC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551" y="40438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5" name="path-2302">
            <a:extLst xmlns:a="http://schemas.openxmlformats.org/drawingml/2006/main">
              <a:ext uri="{FF2B5EF4-FFF2-40B4-BE49-F238E27FC236}">
                <a16:creationId xmlns:a16="http://schemas.microsoft.com/office/drawing/2014/main" id="{C5A6E553-E0E3-46AB-9F8F-F86280E3B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9623" y="4048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6" name="path-2303">
            <a:extLst xmlns:a="http://schemas.openxmlformats.org/drawingml/2006/main">
              <a:ext uri="{FF2B5EF4-FFF2-40B4-BE49-F238E27FC236}">
                <a16:creationId xmlns:a16="http://schemas.microsoft.com/office/drawing/2014/main" id="{05C6DDF0-263C-43E6-99FE-FE36F1832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767" y="40477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7" name="path-2304">
            <a:extLst xmlns:a="http://schemas.openxmlformats.org/drawingml/2006/main">
              <a:ext uri="{FF2B5EF4-FFF2-40B4-BE49-F238E27FC236}">
                <a16:creationId xmlns:a16="http://schemas.microsoft.com/office/drawing/2014/main" id="{2473C86D-6645-4842-B224-EBE38FEE6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834" y="40457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8" name="path-2305">
            <a:extLst xmlns:a="http://schemas.openxmlformats.org/drawingml/2006/main">
              <a:ext uri="{FF2B5EF4-FFF2-40B4-BE49-F238E27FC236}">
                <a16:creationId xmlns:a16="http://schemas.microsoft.com/office/drawing/2014/main" id="{DB43EC2C-E613-4AC2-BC49-C9A86EF2E6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004" y="4044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99" name="path-2306">
            <a:extLst xmlns:a="http://schemas.openxmlformats.org/drawingml/2006/main">
              <a:ext uri="{FF2B5EF4-FFF2-40B4-BE49-F238E27FC236}">
                <a16:creationId xmlns:a16="http://schemas.microsoft.com/office/drawing/2014/main" id="{E583E7DF-2337-463A-8CA6-A543E24B9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518" y="4045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0" name="path-2307">
            <a:extLst xmlns:a="http://schemas.openxmlformats.org/drawingml/2006/main">
              <a:ext uri="{FF2B5EF4-FFF2-40B4-BE49-F238E27FC236}">
                <a16:creationId xmlns:a16="http://schemas.microsoft.com/office/drawing/2014/main" id="{80AAC182-7E74-4D8A-A3B9-308DCF89F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6909" y="40497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1" name="path-2308">
            <a:extLst xmlns:a="http://schemas.openxmlformats.org/drawingml/2006/main">
              <a:ext uri="{FF2B5EF4-FFF2-40B4-BE49-F238E27FC236}">
                <a16:creationId xmlns:a16="http://schemas.microsoft.com/office/drawing/2014/main" id="{0A62129F-C968-48B5-AE06-9E3921159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975" y="40454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2" name="path-2309">
            <a:extLst xmlns:a="http://schemas.openxmlformats.org/drawingml/2006/main">
              <a:ext uri="{FF2B5EF4-FFF2-40B4-BE49-F238E27FC236}">
                <a16:creationId xmlns:a16="http://schemas.microsoft.com/office/drawing/2014/main" id="{079166EC-6228-4CEE-AF9D-F05E2EFFE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4178" y="40477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3" name="path-2310">
            <a:extLst xmlns:a="http://schemas.openxmlformats.org/drawingml/2006/main">
              <a:ext uri="{FF2B5EF4-FFF2-40B4-BE49-F238E27FC236}">
                <a16:creationId xmlns:a16="http://schemas.microsoft.com/office/drawing/2014/main" id="{E52EB8E7-E33F-450E-A120-63381754E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4070" y="4048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4" name="path-2311">
            <a:extLst xmlns:a="http://schemas.openxmlformats.org/drawingml/2006/main">
              <a:ext uri="{FF2B5EF4-FFF2-40B4-BE49-F238E27FC236}">
                <a16:creationId xmlns:a16="http://schemas.microsoft.com/office/drawing/2014/main" id="{E3152C14-21D6-4522-8F0D-7EB9E964B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391" y="40463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5" name="path-2312">
            <a:extLst xmlns:a="http://schemas.openxmlformats.org/drawingml/2006/main">
              <a:ext uri="{FF2B5EF4-FFF2-40B4-BE49-F238E27FC236}">
                <a16:creationId xmlns:a16="http://schemas.microsoft.com/office/drawing/2014/main" id="{E1ABA369-B060-4541-9525-ED450B66C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1902" y="40403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6" name="path-2313">
            <a:extLst xmlns:a="http://schemas.openxmlformats.org/drawingml/2006/main">
              <a:ext uri="{FF2B5EF4-FFF2-40B4-BE49-F238E27FC236}">
                <a16:creationId xmlns:a16="http://schemas.microsoft.com/office/drawing/2014/main" id="{98F14FD7-5DD7-45C8-8722-8078F69B5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555" y="40428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7" name="path-2314">
            <a:extLst xmlns:a="http://schemas.openxmlformats.org/drawingml/2006/main">
              <a:ext uri="{FF2B5EF4-FFF2-40B4-BE49-F238E27FC236}">
                <a16:creationId xmlns:a16="http://schemas.microsoft.com/office/drawing/2014/main" id="{15E88ED8-7AF2-4127-8AE7-D1BA03270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902" y="4047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8" name="path-2315">
            <a:extLst xmlns:a="http://schemas.openxmlformats.org/drawingml/2006/main">
              <a:ext uri="{FF2B5EF4-FFF2-40B4-BE49-F238E27FC236}">
                <a16:creationId xmlns:a16="http://schemas.microsoft.com/office/drawing/2014/main" id="{63193274-67D7-467D-937D-0A70A57598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4499" y="4041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9" name="path-2316">
            <a:extLst xmlns:a="http://schemas.openxmlformats.org/drawingml/2006/main">
              <a:ext uri="{FF2B5EF4-FFF2-40B4-BE49-F238E27FC236}">
                <a16:creationId xmlns:a16="http://schemas.microsoft.com/office/drawing/2014/main" id="{FA7956D8-90BA-409E-A000-9D2FD5BA4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329" y="40467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0" name="path-2317">
            <a:extLst xmlns:a="http://schemas.openxmlformats.org/drawingml/2006/main">
              <a:ext uri="{FF2B5EF4-FFF2-40B4-BE49-F238E27FC236}">
                <a16:creationId xmlns:a16="http://schemas.microsoft.com/office/drawing/2014/main" id="{9F6699D1-19E2-4FC6-A7B2-D54D4BFEE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6133" y="40444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1" name="path-2318">
            <a:extLst xmlns:a="http://schemas.openxmlformats.org/drawingml/2006/main">
              <a:ext uri="{FF2B5EF4-FFF2-40B4-BE49-F238E27FC236}">
                <a16:creationId xmlns:a16="http://schemas.microsoft.com/office/drawing/2014/main" id="{6625BBA9-1DC5-485A-8BE9-EA483F87D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7428" y="40510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2" name="path-2319">
            <a:extLst xmlns:a="http://schemas.openxmlformats.org/drawingml/2006/main">
              <a:ext uri="{FF2B5EF4-FFF2-40B4-BE49-F238E27FC236}">
                <a16:creationId xmlns:a16="http://schemas.microsoft.com/office/drawing/2014/main" id="{256ED4A6-B812-4123-AE90-F1A087F76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236" y="4045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3" name="path-2320">
            <a:extLst xmlns:a="http://schemas.openxmlformats.org/drawingml/2006/main">
              <a:ext uri="{FF2B5EF4-FFF2-40B4-BE49-F238E27FC236}">
                <a16:creationId xmlns:a16="http://schemas.microsoft.com/office/drawing/2014/main" id="{82745E2F-863B-4B65-B932-1F82D3463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1856" y="40569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4" name="path-2321">
            <a:extLst xmlns:a="http://schemas.openxmlformats.org/drawingml/2006/main">
              <a:ext uri="{FF2B5EF4-FFF2-40B4-BE49-F238E27FC236}">
                <a16:creationId xmlns:a16="http://schemas.microsoft.com/office/drawing/2014/main" id="{29336475-744C-4450-82C7-9FFD3B9E4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539" y="4041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5" name="path-2322">
            <a:extLst xmlns:a="http://schemas.openxmlformats.org/drawingml/2006/main">
              <a:ext uri="{FF2B5EF4-FFF2-40B4-BE49-F238E27FC236}">
                <a16:creationId xmlns:a16="http://schemas.microsoft.com/office/drawing/2014/main" id="{CCB62823-C912-426B-AF31-4169849DF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900" y="40036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6" name="path-2323">
            <a:extLst xmlns:a="http://schemas.openxmlformats.org/drawingml/2006/main">
              <a:ext uri="{FF2B5EF4-FFF2-40B4-BE49-F238E27FC236}">
                <a16:creationId xmlns:a16="http://schemas.microsoft.com/office/drawing/2014/main" id="{B2B749A9-EFB1-4685-BFC0-6348E4CF4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6771" y="40628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7" name="path-2324">
            <a:extLst xmlns:a="http://schemas.openxmlformats.org/drawingml/2006/main">
              <a:ext uri="{FF2B5EF4-FFF2-40B4-BE49-F238E27FC236}">
                <a16:creationId xmlns:a16="http://schemas.microsoft.com/office/drawing/2014/main" id="{566024A9-4320-4F1A-B97C-1514F78D3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1036" y="40868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8" name="path-2325">
            <a:extLst xmlns:a="http://schemas.openxmlformats.org/drawingml/2006/main">
              <a:ext uri="{FF2B5EF4-FFF2-40B4-BE49-F238E27FC236}">
                <a16:creationId xmlns:a16="http://schemas.microsoft.com/office/drawing/2014/main" id="{DC57ADF3-B76F-4AC9-A697-694FB0F552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2864" y="40552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9" name="path-2326">
            <a:extLst xmlns:a="http://schemas.openxmlformats.org/drawingml/2006/main">
              <a:ext uri="{FF2B5EF4-FFF2-40B4-BE49-F238E27FC236}">
                <a16:creationId xmlns:a16="http://schemas.microsoft.com/office/drawing/2014/main" id="{850A916E-D65C-4F6A-B392-D23342B5D4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482" y="40455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0" name="path-2327">
            <a:extLst xmlns:a="http://schemas.openxmlformats.org/drawingml/2006/main">
              <a:ext uri="{FF2B5EF4-FFF2-40B4-BE49-F238E27FC236}">
                <a16:creationId xmlns:a16="http://schemas.microsoft.com/office/drawing/2014/main" id="{22353B40-E2B9-476A-A9FF-3CF748EB2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267" y="4046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1" name="path-2328">
            <a:extLst xmlns:a="http://schemas.openxmlformats.org/drawingml/2006/main">
              <a:ext uri="{FF2B5EF4-FFF2-40B4-BE49-F238E27FC236}">
                <a16:creationId xmlns:a16="http://schemas.microsoft.com/office/drawing/2014/main" id="{59A6ABAC-7EDE-4F9A-A74E-1BE981F4B6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723" y="40415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2" name="path-2329">
            <a:extLst xmlns:a="http://schemas.openxmlformats.org/drawingml/2006/main">
              <a:ext uri="{FF2B5EF4-FFF2-40B4-BE49-F238E27FC236}">
                <a16:creationId xmlns:a16="http://schemas.microsoft.com/office/drawing/2014/main" id="{9EBDD97F-C3D3-442E-A315-2468F443F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9620" y="40430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3" name="path-2330">
            <a:extLst xmlns:a="http://schemas.openxmlformats.org/drawingml/2006/main">
              <a:ext uri="{FF2B5EF4-FFF2-40B4-BE49-F238E27FC236}">
                <a16:creationId xmlns:a16="http://schemas.microsoft.com/office/drawing/2014/main" id="{AE30172C-D176-4C83-8159-06E84AC3E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336" y="40218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4" name="path-2331">
            <a:extLst xmlns:a="http://schemas.openxmlformats.org/drawingml/2006/main">
              <a:ext uri="{FF2B5EF4-FFF2-40B4-BE49-F238E27FC236}">
                <a16:creationId xmlns:a16="http://schemas.microsoft.com/office/drawing/2014/main" id="{0FF65BEC-C0F9-44C3-858E-0AA258256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2966" y="40658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5" name="path-2332">
            <a:extLst xmlns:a="http://schemas.openxmlformats.org/drawingml/2006/main">
              <a:ext uri="{FF2B5EF4-FFF2-40B4-BE49-F238E27FC236}">
                <a16:creationId xmlns:a16="http://schemas.microsoft.com/office/drawing/2014/main" id="{286CE6F4-DBF4-4EBB-B269-C89FEE40E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4203" y="40347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6" name="path-2333">
            <a:extLst xmlns:a="http://schemas.openxmlformats.org/drawingml/2006/main">
              <a:ext uri="{FF2B5EF4-FFF2-40B4-BE49-F238E27FC236}">
                <a16:creationId xmlns:a16="http://schemas.microsoft.com/office/drawing/2014/main" id="{BA896AD0-F2F5-47F0-9D1D-8435E655B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539" y="40463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7" name="path-2334">
            <a:extLst xmlns:a="http://schemas.openxmlformats.org/drawingml/2006/main">
              <a:ext uri="{FF2B5EF4-FFF2-40B4-BE49-F238E27FC236}">
                <a16:creationId xmlns:a16="http://schemas.microsoft.com/office/drawing/2014/main" id="{6B8436DA-72F1-4118-9113-6537437BC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274" y="40452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8" name="path-2335">
            <a:extLst xmlns:a="http://schemas.openxmlformats.org/drawingml/2006/main">
              <a:ext uri="{FF2B5EF4-FFF2-40B4-BE49-F238E27FC236}">
                <a16:creationId xmlns:a16="http://schemas.microsoft.com/office/drawing/2014/main" id="{A996B4AE-B364-423D-A065-D88A73AFA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2997" y="4039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9" name="path-2336">
            <a:extLst xmlns:a="http://schemas.openxmlformats.org/drawingml/2006/main">
              <a:ext uri="{FF2B5EF4-FFF2-40B4-BE49-F238E27FC236}">
                <a16:creationId xmlns:a16="http://schemas.microsoft.com/office/drawing/2014/main" id="{4ECD23E3-2267-4C02-A369-CAF8B461F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796" y="40430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0" name="path-2337">
            <a:extLst xmlns:a="http://schemas.openxmlformats.org/drawingml/2006/main">
              <a:ext uri="{FF2B5EF4-FFF2-40B4-BE49-F238E27FC236}">
                <a16:creationId xmlns:a16="http://schemas.microsoft.com/office/drawing/2014/main" id="{8D9CF87D-CE1E-4A49-BBBA-4886241454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979" y="4040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1" name="path-2338">
            <a:extLst xmlns:a="http://schemas.openxmlformats.org/drawingml/2006/main">
              <a:ext uri="{FF2B5EF4-FFF2-40B4-BE49-F238E27FC236}">
                <a16:creationId xmlns:a16="http://schemas.microsoft.com/office/drawing/2014/main" id="{D4D3E78C-651E-4D40-8845-0E14BB633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0700" y="40337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2" name="path-2339">
            <a:extLst xmlns:a="http://schemas.openxmlformats.org/drawingml/2006/main">
              <a:ext uri="{FF2B5EF4-FFF2-40B4-BE49-F238E27FC236}">
                <a16:creationId xmlns:a16="http://schemas.microsoft.com/office/drawing/2014/main" id="{508A6D18-AD05-4365-9419-2438C9BFB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894" y="4048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3" name="path-2340">
            <a:extLst xmlns:a="http://schemas.openxmlformats.org/drawingml/2006/main">
              <a:ext uri="{FF2B5EF4-FFF2-40B4-BE49-F238E27FC236}">
                <a16:creationId xmlns:a16="http://schemas.microsoft.com/office/drawing/2014/main" id="{523BBC4A-3C36-4A4B-A918-4838A02B2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879" y="4042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4" name="path-2341">
            <a:extLst xmlns:a="http://schemas.openxmlformats.org/drawingml/2006/main">
              <a:ext uri="{FF2B5EF4-FFF2-40B4-BE49-F238E27FC236}">
                <a16:creationId xmlns:a16="http://schemas.microsoft.com/office/drawing/2014/main" id="{89D49A4A-6D19-4F93-95AB-7FBE1D7BC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733" y="40505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5" name="path-2342">
            <a:extLst xmlns:a="http://schemas.openxmlformats.org/drawingml/2006/main">
              <a:ext uri="{FF2B5EF4-FFF2-40B4-BE49-F238E27FC236}">
                <a16:creationId xmlns:a16="http://schemas.microsoft.com/office/drawing/2014/main" id="{83DFF5AB-D19B-4454-815A-224BA3631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583" y="40184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6" name="path-2343">
            <a:extLst xmlns:a="http://schemas.openxmlformats.org/drawingml/2006/main">
              <a:ext uri="{FF2B5EF4-FFF2-40B4-BE49-F238E27FC236}">
                <a16:creationId xmlns:a16="http://schemas.microsoft.com/office/drawing/2014/main" id="{256CDEAE-1344-436F-A3CD-BD40120DA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219" y="4057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7" name="path-2344">
            <a:extLst xmlns:a="http://schemas.openxmlformats.org/drawingml/2006/main">
              <a:ext uri="{FF2B5EF4-FFF2-40B4-BE49-F238E27FC236}">
                <a16:creationId xmlns:a16="http://schemas.microsoft.com/office/drawing/2014/main" id="{AE115832-6F78-4460-9E39-3A2C6F617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55536" y="40433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8" name="path-2345">
            <a:extLst xmlns:a="http://schemas.openxmlformats.org/drawingml/2006/main">
              <a:ext uri="{FF2B5EF4-FFF2-40B4-BE49-F238E27FC236}">
                <a16:creationId xmlns:a16="http://schemas.microsoft.com/office/drawing/2014/main" id="{C55E1F41-467B-4F9D-9029-36172F5B1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201" y="40432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9" name="path-2346">
            <a:extLst xmlns:a="http://schemas.openxmlformats.org/drawingml/2006/main">
              <a:ext uri="{FF2B5EF4-FFF2-40B4-BE49-F238E27FC236}">
                <a16:creationId xmlns:a16="http://schemas.microsoft.com/office/drawing/2014/main" id="{040B7E4C-5C79-4B5B-9736-A7A10C128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99861" y="40654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0" name="path-2347">
            <a:extLst xmlns:a="http://schemas.openxmlformats.org/drawingml/2006/main">
              <a:ext uri="{FF2B5EF4-FFF2-40B4-BE49-F238E27FC236}">
                <a16:creationId xmlns:a16="http://schemas.microsoft.com/office/drawing/2014/main" id="{13E244DC-5AE6-49FA-80F0-B1C3846763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45405" y="40578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1" name="path-2348">
            <a:extLst xmlns:a="http://schemas.openxmlformats.org/drawingml/2006/main">
              <a:ext uri="{FF2B5EF4-FFF2-40B4-BE49-F238E27FC236}">
                <a16:creationId xmlns:a16="http://schemas.microsoft.com/office/drawing/2014/main" id="{CA0D7431-E974-4B84-9197-98ED0D45C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0461" y="40456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2" name="path-2349">
            <a:extLst xmlns:a="http://schemas.openxmlformats.org/drawingml/2006/main">
              <a:ext uri="{FF2B5EF4-FFF2-40B4-BE49-F238E27FC236}">
                <a16:creationId xmlns:a16="http://schemas.microsoft.com/office/drawing/2014/main" id="{B76EE9A6-AABD-4EF6-83B6-FD10C41F0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25278" y="4042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3" name="path-2350">
            <a:extLst xmlns:a="http://schemas.openxmlformats.org/drawingml/2006/main">
              <a:ext uri="{FF2B5EF4-FFF2-40B4-BE49-F238E27FC236}">
                <a16:creationId xmlns:a16="http://schemas.microsoft.com/office/drawing/2014/main" id="{37BA4CB2-8E1E-4189-AC10-4C256C906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9769" y="40148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4" name="path-2351">
            <a:extLst xmlns:a="http://schemas.openxmlformats.org/drawingml/2006/main">
              <a:ext uri="{FF2B5EF4-FFF2-40B4-BE49-F238E27FC236}">
                <a16:creationId xmlns:a16="http://schemas.microsoft.com/office/drawing/2014/main" id="{2D14B3B5-F4CC-4A4B-9EEC-C5614898C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99823" y="4045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5" name="path-2352">
            <a:extLst xmlns:a="http://schemas.openxmlformats.org/drawingml/2006/main">
              <a:ext uri="{FF2B5EF4-FFF2-40B4-BE49-F238E27FC236}">
                <a16:creationId xmlns:a16="http://schemas.microsoft.com/office/drawing/2014/main" id="{DFF3334E-02FA-4C78-BE0D-DDF9FFBAD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415" y="40420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6" name="path-2353">
            <a:extLst xmlns:a="http://schemas.openxmlformats.org/drawingml/2006/main">
              <a:ext uri="{FF2B5EF4-FFF2-40B4-BE49-F238E27FC236}">
                <a16:creationId xmlns:a16="http://schemas.microsoft.com/office/drawing/2014/main" id="{81980DAA-4541-4151-ADAC-1B1C716C0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4239" y="40435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7" name="path-2354">
            <a:extLst xmlns:a="http://schemas.openxmlformats.org/drawingml/2006/main">
              <a:ext uri="{FF2B5EF4-FFF2-40B4-BE49-F238E27FC236}">
                <a16:creationId xmlns:a16="http://schemas.microsoft.com/office/drawing/2014/main" id="{8913E45F-7650-42FD-9F77-1C501A94F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523" y="40429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8" name="path-2355">
            <a:extLst xmlns:a="http://schemas.openxmlformats.org/drawingml/2006/main">
              <a:ext uri="{FF2B5EF4-FFF2-40B4-BE49-F238E27FC236}">
                <a16:creationId xmlns:a16="http://schemas.microsoft.com/office/drawing/2014/main" id="{E644CF2A-9EAC-4960-9BF3-975360C63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7353" y="40309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9" name="path-2356">
            <a:extLst xmlns:a="http://schemas.openxmlformats.org/drawingml/2006/main">
              <a:ext uri="{FF2B5EF4-FFF2-40B4-BE49-F238E27FC236}">
                <a16:creationId xmlns:a16="http://schemas.microsoft.com/office/drawing/2014/main" id="{3421434C-E940-4421-96BB-8E77F1A55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630" y="40498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0" name="path-2357">
            <a:extLst xmlns:a="http://schemas.openxmlformats.org/drawingml/2006/main">
              <a:ext uri="{FF2B5EF4-FFF2-40B4-BE49-F238E27FC236}">
                <a16:creationId xmlns:a16="http://schemas.microsoft.com/office/drawing/2014/main" id="{9E8AA49A-53AB-4998-950F-5659DC7A9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780" y="40420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1" name="path-2358">
            <a:extLst xmlns:a="http://schemas.openxmlformats.org/drawingml/2006/main">
              <a:ext uri="{FF2B5EF4-FFF2-40B4-BE49-F238E27FC236}">
                <a16:creationId xmlns:a16="http://schemas.microsoft.com/office/drawing/2014/main" id="{C5236097-BD74-4AE0-818C-224EFAD83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1243" y="40756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2" name="path-2359">
            <a:extLst xmlns:a="http://schemas.openxmlformats.org/drawingml/2006/main">
              <a:ext uri="{FF2B5EF4-FFF2-40B4-BE49-F238E27FC236}">
                <a16:creationId xmlns:a16="http://schemas.microsoft.com/office/drawing/2014/main" id="{487DD60A-8F03-4E6C-8816-8F89879A0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2842" y="40698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3" name="path-2360">
            <a:extLst xmlns:a="http://schemas.openxmlformats.org/drawingml/2006/main">
              <a:ext uri="{FF2B5EF4-FFF2-40B4-BE49-F238E27FC236}">
                <a16:creationId xmlns:a16="http://schemas.microsoft.com/office/drawing/2014/main" id="{FF5CA76F-687A-4A3E-BFD1-741931DA0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6726" y="40410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4" name="path-2361">
            <a:extLst xmlns:a="http://schemas.openxmlformats.org/drawingml/2006/main">
              <a:ext uri="{FF2B5EF4-FFF2-40B4-BE49-F238E27FC236}">
                <a16:creationId xmlns:a16="http://schemas.microsoft.com/office/drawing/2014/main" id="{019782FE-31B0-432E-93BA-43B446B25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799" y="40485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5" name="path-2362">
            <a:extLst xmlns:a="http://schemas.openxmlformats.org/drawingml/2006/main">
              <a:ext uri="{FF2B5EF4-FFF2-40B4-BE49-F238E27FC236}">
                <a16:creationId xmlns:a16="http://schemas.microsoft.com/office/drawing/2014/main" id="{F0B0F339-8090-4580-A951-2BE0C44B3E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0314" y="40281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6" name="path-2363">
            <a:extLst xmlns:a="http://schemas.openxmlformats.org/drawingml/2006/main">
              <a:ext uri="{FF2B5EF4-FFF2-40B4-BE49-F238E27FC236}">
                <a16:creationId xmlns:a16="http://schemas.microsoft.com/office/drawing/2014/main" id="{313185BE-8720-43C3-A781-E17EC6A8B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7476" y="40255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7" name="path-2364">
            <a:extLst xmlns:a="http://schemas.openxmlformats.org/drawingml/2006/main">
              <a:ext uri="{FF2B5EF4-FFF2-40B4-BE49-F238E27FC236}">
                <a16:creationId xmlns:a16="http://schemas.microsoft.com/office/drawing/2014/main" id="{9C79652E-CE85-467A-AF83-7D78FADBAA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623" y="40422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8" name="path-2365">
            <a:extLst xmlns:a="http://schemas.openxmlformats.org/drawingml/2006/main">
              <a:ext uri="{FF2B5EF4-FFF2-40B4-BE49-F238E27FC236}">
                <a16:creationId xmlns:a16="http://schemas.microsoft.com/office/drawing/2014/main" id="{BE50984B-8461-4BDB-AF58-FB2BF87F0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6467" y="40438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9" name="path-2366">
            <a:extLst xmlns:a="http://schemas.openxmlformats.org/drawingml/2006/main">
              <a:ext uri="{FF2B5EF4-FFF2-40B4-BE49-F238E27FC236}">
                <a16:creationId xmlns:a16="http://schemas.microsoft.com/office/drawing/2014/main" id="{3786468F-869A-425A-8B81-D3C8321B9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2407" y="40359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0" name="path-2367">
            <a:extLst xmlns:a="http://schemas.openxmlformats.org/drawingml/2006/main">
              <a:ext uri="{FF2B5EF4-FFF2-40B4-BE49-F238E27FC236}">
                <a16:creationId xmlns:a16="http://schemas.microsoft.com/office/drawing/2014/main" id="{34313AF6-BF82-436C-862D-4257A0CF68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644" y="40436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1" name="path-2368">
            <a:extLst xmlns:a="http://schemas.openxmlformats.org/drawingml/2006/main">
              <a:ext uri="{FF2B5EF4-FFF2-40B4-BE49-F238E27FC236}">
                <a16:creationId xmlns:a16="http://schemas.microsoft.com/office/drawing/2014/main" id="{C4056455-A772-4400-965D-C94CAD0B7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089" y="40448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2" name="path-2369">
            <a:extLst xmlns:a="http://schemas.openxmlformats.org/drawingml/2006/main">
              <a:ext uri="{FF2B5EF4-FFF2-40B4-BE49-F238E27FC236}">
                <a16:creationId xmlns:a16="http://schemas.microsoft.com/office/drawing/2014/main" id="{6B3F4535-7D5C-4AF3-B5EA-CB8AF771E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4494" y="40507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3" name="path-2370">
            <a:extLst xmlns:a="http://schemas.openxmlformats.org/drawingml/2006/main">
              <a:ext uri="{FF2B5EF4-FFF2-40B4-BE49-F238E27FC236}">
                <a16:creationId xmlns:a16="http://schemas.microsoft.com/office/drawing/2014/main" id="{8C492360-6A86-4E21-A19E-ACFCEAF52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0001" y="4062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4" name="path-2371">
            <a:extLst xmlns:a="http://schemas.openxmlformats.org/drawingml/2006/main">
              <a:ext uri="{FF2B5EF4-FFF2-40B4-BE49-F238E27FC236}">
                <a16:creationId xmlns:a16="http://schemas.microsoft.com/office/drawing/2014/main" id="{74FB7059-3EAC-4F5B-8793-A9FAB0F27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8911" y="40500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5" name="path-2372">
            <a:extLst xmlns:a="http://schemas.openxmlformats.org/drawingml/2006/main">
              <a:ext uri="{FF2B5EF4-FFF2-40B4-BE49-F238E27FC236}">
                <a16:creationId xmlns:a16="http://schemas.microsoft.com/office/drawing/2014/main" id="{BFF158F7-BA00-4928-AF79-3B99CE0C80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828" y="40465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6" name="path-2373">
            <a:extLst xmlns:a="http://schemas.openxmlformats.org/drawingml/2006/main">
              <a:ext uri="{FF2B5EF4-FFF2-40B4-BE49-F238E27FC236}">
                <a16:creationId xmlns:a16="http://schemas.microsoft.com/office/drawing/2014/main" id="{54622D32-A07D-4D61-83AF-ABA3DB223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384" y="4062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7" name="path-2374">
            <a:extLst xmlns:a="http://schemas.openxmlformats.org/drawingml/2006/main">
              <a:ext uri="{FF2B5EF4-FFF2-40B4-BE49-F238E27FC236}">
                <a16:creationId xmlns:a16="http://schemas.microsoft.com/office/drawing/2014/main" id="{BF749AE3-E8A7-4A0B-93F7-298322E36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4685" y="40454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8" name="path-2375">
            <a:extLst xmlns:a="http://schemas.openxmlformats.org/drawingml/2006/main">
              <a:ext uri="{FF2B5EF4-FFF2-40B4-BE49-F238E27FC236}">
                <a16:creationId xmlns:a16="http://schemas.microsoft.com/office/drawing/2014/main" id="{F1321C7B-6567-46C8-B662-63B8DEEE66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8553" y="40536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69" name="path-2376">
            <a:extLst xmlns:a="http://schemas.openxmlformats.org/drawingml/2006/main">
              <a:ext uri="{FF2B5EF4-FFF2-40B4-BE49-F238E27FC236}">
                <a16:creationId xmlns:a16="http://schemas.microsoft.com/office/drawing/2014/main" id="{D00FEB7B-2F8C-484C-B23A-816133EE8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385" y="40566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0" name="path-2377">
            <a:extLst xmlns:a="http://schemas.openxmlformats.org/drawingml/2006/main">
              <a:ext uri="{FF2B5EF4-FFF2-40B4-BE49-F238E27FC236}">
                <a16:creationId xmlns:a16="http://schemas.microsoft.com/office/drawing/2014/main" id="{DC2DB128-1EC9-45B2-915C-72488D9DFC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316" y="40482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1" name="path-2378">
            <a:extLst xmlns:a="http://schemas.openxmlformats.org/drawingml/2006/main">
              <a:ext uri="{FF2B5EF4-FFF2-40B4-BE49-F238E27FC236}">
                <a16:creationId xmlns:a16="http://schemas.microsoft.com/office/drawing/2014/main" id="{A6003BD8-BA5F-46C8-81C0-5E8A45FB2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538" y="4046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2" name="path-2379">
            <a:extLst xmlns:a="http://schemas.openxmlformats.org/drawingml/2006/main">
              <a:ext uri="{FF2B5EF4-FFF2-40B4-BE49-F238E27FC236}">
                <a16:creationId xmlns:a16="http://schemas.microsoft.com/office/drawing/2014/main" id="{FE9ADC9A-656C-4E29-937E-76B5A31BA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852" y="4057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3" name="path-2380">
            <a:extLst xmlns:a="http://schemas.openxmlformats.org/drawingml/2006/main">
              <a:ext uri="{FF2B5EF4-FFF2-40B4-BE49-F238E27FC236}">
                <a16:creationId xmlns:a16="http://schemas.microsoft.com/office/drawing/2014/main" id="{EB8482B5-0E25-43AC-9933-A2F01623D5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3818" y="40338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4" name="path-2381">
            <a:extLst xmlns:a="http://schemas.openxmlformats.org/drawingml/2006/main">
              <a:ext uri="{FF2B5EF4-FFF2-40B4-BE49-F238E27FC236}">
                <a16:creationId xmlns:a16="http://schemas.microsoft.com/office/drawing/2014/main" id="{F5CFF772-9330-40DC-B080-444E9539D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41909" y="40542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5" name="path-2382">
            <a:extLst xmlns:a="http://schemas.openxmlformats.org/drawingml/2006/main">
              <a:ext uri="{FF2B5EF4-FFF2-40B4-BE49-F238E27FC236}">
                <a16:creationId xmlns:a16="http://schemas.microsoft.com/office/drawing/2014/main" id="{67C2ABD4-632F-436D-A420-4B92D68A1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9834" y="40146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6" name="path-2383">
            <a:extLst xmlns:a="http://schemas.openxmlformats.org/drawingml/2006/main">
              <a:ext uri="{FF2B5EF4-FFF2-40B4-BE49-F238E27FC236}">
                <a16:creationId xmlns:a16="http://schemas.microsoft.com/office/drawing/2014/main" id="{ED458CEE-FBCC-4D75-A8FE-AAEB7B2CE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627" y="40406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7" name="path-2384">
            <a:extLst xmlns:a="http://schemas.openxmlformats.org/drawingml/2006/main">
              <a:ext uri="{FF2B5EF4-FFF2-40B4-BE49-F238E27FC236}">
                <a16:creationId xmlns:a16="http://schemas.microsoft.com/office/drawing/2014/main" id="{91754CAC-58A5-4B9F-BEDD-6BF32F5CE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47464" y="40200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8" name="path-2385">
            <a:extLst xmlns:a="http://schemas.openxmlformats.org/drawingml/2006/main">
              <a:ext uri="{FF2B5EF4-FFF2-40B4-BE49-F238E27FC236}">
                <a16:creationId xmlns:a16="http://schemas.microsoft.com/office/drawing/2014/main" id="{23E39366-092A-442F-99BB-126901976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677" y="40447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9" name="path-2386">
            <a:extLst xmlns:a="http://schemas.openxmlformats.org/drawingml/2006/main">
              <a:ext uri="{FF2B5EF4-FFF2-40B4-BE49-F238E27FC236}">
                <a16:creationId xmlns:a16="http://schemas.microsoft.com/office/drawing/2014/main" id="{2AF53078-A50B-40AC-96BD-15AAEDA61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643" y="40628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0" name="path-2387">
            <a:extLst xmlns:a="http://schemas.openxmlformats.org/drawingml/2006/main">
              <a:ext uri="{FF2B5EF4-FFF2-40B4-BE49-F238E27FC236}">
                <a16:creationId xmlns:a16="http://schemas.microsoft.com/office/drawing/2014/main" id="{41468A61-8AA2-4AEC-9D9B-22EAFF857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5601" y="40253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1" name="path-2388">
            <a:extLst xmlns:a="http://schemas.openxmlformats.org/drawingml/2006/main">
              <a:ext uri="{FF2B5EF4-FFF2-40B4-BE49-F238E27FC236}">
                <a16:creationId xmlns:a16="http://schemas.microsoft.com/office/drawing/2014/main" id="{6F84D424-2079-46EA-902C-3DE357721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8569" y="40541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2" name="path-2389">
            <a:extLst xmlns:a="http://schemas.openxmlformats.org/drawingml/2006/main">
              <a:ext uri="{FF2B5EF4-FFF2-40B4-BE49-F238E27FC236}">
                <a16:creationId xmlns:a16="http://schemas.microsoft.com/office/drawing/2014/main" id="{BC236B96-D277-4FA7-9CEB-FE8C19908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422" y="4041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3" name="path-2390">
            <a:extLst xmlns:a="http://schemas.openxmlformats.org/drawingml/2006/main">
              <a:ext uri="{FF2B5EF4-FFF2-40B4-BE49-F238E27FC236}">
                <a16:creationId xmlns:a16="http://schemas.microsoft.com/office/drawing/2014/main" id="{915348A0-1C64-40EA-AAA9-E69C7280F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7829" y="40462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4" name="path-2391">
            <a:extLst xmlns:a="http://schemas.openxmlformats.org/drawingml/2006/main">
              <a:ext uri="{FF2B5EF4-FFF2-40B4-BE49-F238E27FC236}">
                <a16:creationId xmlns:a16="http://schemas.microsoft.com/office/drawing/2014/main" id="{7D2C1CAD-05D1-42C5-B575-2B59453A3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554" y="40423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5" name="path-2392">
            <a:extLst xmlns:a="http://schemas.openxmlformats.org/drawingml/2006/main">
              <a:ext uri="{FF2B5EF4-FFF2-40B4-BE49-F238E27FC236}">
                <a16:creationId xmlns:a16="http://schemas.microsoft.com/office/drawing/2014/main" id="{58D19236-B411-4E71-B7E6-C34894032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056" y="40411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6" name="path-2393">
            <a:extLst xmlns:a="http://schemas.openxmlformats.org/drawingml/2006/main">
              <a:ext uri="{FF2B5EF4-FFF2-40B4-BE49-F238E27FC236}">
                <a16:creationId xmlns:a16="http://schemas.microsoft.com/office/drawing/2014/main" id="{C40D10C6-6D68-4199-B384-87B5AF8D1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453" y="40514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7" name="path-2394">
            <a:extLst xmlns:a="http://schemas.openxmlformats.org/drawingml/2006/main">
              <a:ext uri="{FF2B5EF4-FFF2-40B4-BE49-F238E27FC236}">
                <a16:creationId xmlns:a16="http://schemas.microsoft.com/office/drawing/2014/main" id="{692CD4D5-024E-4C4E-826F-EADBF8F5D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699" y="4067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8" name="path-2395">
            <a:extLst xmlns:a="http://schemas.openxmlformats.org/drawingml/2006/main">
              <a:ext uri="{FF2B5EF4-FFF2-40B4-BE49-F238E27FC236}">
                <a16:creationId xmlns:a16="http://schemas.microsoft.com/office/drawing/2014/main" id="{757E8FF8-4A2D-4CA5-BDB0-7FC6524C8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830" y="40404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9" name="path-2396">
            <a:extLst xmlns:a="http://schemas.openxmlformats.org/drawingml/2006/main">
              <a:ext uri="{FF2B5EF4-FFF2-40B4-BE49-F238E27FC236}">
                <a16:creationId xmlns:a16="http://schemas.microsoft.com/office/drawing/2014/main" id="{45C970DE-75A7-4381-BA36-CEB9484C6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94511" y="40495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0" name="path-2397">
            <a:extLst xmlns:a="http://schemas.openxmlformats.org/drawingml/2006/main">
              <a:ext uri="{FF2B5EF4-FFF2-40B4-BE49-F238E27FC236}">
                <a16:creationId xmlns:a16="http://schemas.microsoft.com/office/drawing/2014/main" id="{C81A2909-3CEF-4EDE-970C-FAB34EC6DD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202" y="40386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1" name="path-2398">
            <a:extLst xmlns:a="http://schemas.openxmlformats.org/drawingml/2006/main">
              <a:ext uri="{FF2B5EF4-FFF2-40B4-BE49-F238E27FC236}">
                <a16:creationId xmlns:a16="http://schemas.microsoft.com/office/drawing/2014/main" id="{A9B2BED5-A80F-43F5-B30D-251DBFC35C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586" y="40444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2" name="path-2399">
            <a:extLst xmlns:a="http://schemas.openxmlformats.org/drawingml/2006/main">
              <a:ext uri="{FF2B5EF4-FFF2-40B4-BE49-F238E27FC236}">
                <a16:creationId xmlns:a16="http://schemas.microsoft.com/office/drawing/2014/main" id="{416D4CD1-2A9C-43E6-8FCD-87A4C5FE0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758" y="40378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3" name="path-2400">
            <a:extLst xmlns:a="http://schemas.openxmlformats.org/drawingml/2006/main">
              <a:ext uri="{FF2B5EF4-FFF2-40B4-BE49-F238E27FC236}">
                <a16:creationId xmlns:a16="http://schemas.microsoft.com/office/drawing/2014/main" id="{B0ECE7AB-A59D-4F95-902C-0904A1473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4538" y="40405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4" name="path-2401">
            <a:extLst xmlns:a="http://schemas.openxmlformats.org/drawingml/2006/main">
              <a:ext uri="{FF2B5EF4-FFF2-40B4-BE49-F238E27FC236}">
                <a16:creationId xmlns:a16="http://schemas.microsoft.com/office/drawing/2014/main" id="{4827F774-FACB-42CB-8ED0-1EDA011F2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9375" y="40297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5" name="path-2402">
            <a:extLst xmlns:a="http://schemas.openxmlformats.org/drawingml/2006/main">
              <a:ext uri="{FF2B5EF4-FFF2-40B4-BE49-F238E27FC236}">
                <a16:creationId xmlns:a16="http://schemas.microsoft.com/office/drawing/2014/main" id="{2F155A4C-B697-4267-96FB-3B25AF2A8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5596" y="40407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6" name="path-2403">
            <a:extLst xmlns:a="http://schemas.openxmlformats.org/drawingml/2006/main">
              <a:ext uri="{FF2B5EF4-FFF2-40B4-BE49-F238E27FC236}">
                <a16:creationId xmlns:a16="http://schemas.microsoft.com/office/drawing/2014/main" id="{D6BFE35A-7BFF-4110-9325-EC65B8A96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7687" y="40274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7" name="path-2404">
            <a:extLst xmlns:a="http://schemas.openxmlformats.org/drawingml/2006/main">
              <a:ext uri="{FF2B5EF4-FFF2-40B4-BE49-F238E27FC236}">
                <a16:creationId xmlns:a16="http://schemas.microsoft.com/office/drawing/2014/main" id="{99691394-3619-4D31-B1E2-BE0D8292E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8275" y="4058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8" name="path-2405">
            <a:extLst xmlns:a="http://schemas.openxmlformats.org/drawingml/2006/main">
              <a:ext uri="{FF2B5EF4-FFF2-40B4-BE49-F238E27FC236}">
                <a16:creationId xmlns:a16="http://schemas.microsoft.com/office/drawing/2014/main" id="{1689A625-A678-4B69-9622-8E90C67F9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455" y="40405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9" name="path-2406">
            <a:extLst xmlns:a="http://schemas.openxmlformats.org/drawingml/2006/main">
              <a:ext uri="{FF2B5EF4-FFF2-40B4-BE49-F238E27FC236}">
                <a16:creationId xmlns:a16="http://schemas.microsoft.com/office/drawing/2014/main" id="{78DBDFAB-2E03-4F9A-BB0C-785125F66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163" y="40380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0" name="path-2407">
            <a:extLst xmlns:a="http://schemas.openxmlformats.org/drawingml/2006/main">
              <a:ext uri="{FF2B5EF4-FFF2-40B4-BE49-F238E27FC236}">
                <a16:creationId xmlns:a16="http://schemas.microsoft.com/office/drawing/2014/main" id="{CA4BC7EF-E8DA-41AA-BD41-17DC84734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2111" y="4056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1" name="path-2408">
            <a:extLst xmlns:a="http://schemas.openxmlformats.org/drawingml/2006/main">
              <a:ext uri="{FF2B5EF4-FFF2-40B4-BE49-F238E27FC236}">
                <a16:creationId xmlns:a16="http://schemas.microsoft.com/office/drawing/2014/main" id="{C0B53463-2466-4065-95C8-005A4AE74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98921" y="40359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2" name="path-2409">
            <a:extLst xmlns:a="http://schemas.openxmlformats.org/drawingml/2006/main">
              <a:ext uri="{FF2B5EF4-FFF2-40B4-BE49-F238E27FC236}">
                <a16:creationId xmlns:a16="http://schemas.microsoft.com/office/drawing/2014/main" id="{F3408116-2A6F-4A59-9549-FCB16DC4B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07614" y="40448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3" name="path-2410">
            <a:extLst xmlns:a="http://schemas.openxmlformats.org/drawingml/2006/main">
              <a:ext uri="{FF2B5EF4-FFF2-40B4-BE49-F238E27FC236}">
                <a16:creationId xmlns:a16="http://schemas.microsoft.com/office/drawing/2014/main" id="{F4CA0D89-A50F-455F-B386-BDF4F69A5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5398" y="40277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4" name="path-2411">
            <a:extLst xmlns:a="http://schemas.openxmlformats.org/drawingml/2006/main">
              <a:ext uri="{FF2B5EF4-FFF2-40B4-BE49-F238E27FC236}">
                <a16:creationId xmlns:a16="http://schemas.microsoft.com/office/drawing/2014/main" id="{F8D049D3-EE7D-44B8-BCAC-6F3A7C519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186" y="4031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5" name="path-2412">
            <a:extLst xmlns:a="http://schemas.openxmlformats.org/drawingml/2006/main">
              <a:ext uri="{FF2B5EF4-FFF2-40B4-BE49-F238E27FC236}">
                <a16:creationId xmlns:a16="http://schemas.microsoft.com/office/drawing/2014/main" id="{24116513-0B30-491B-BB85-7C0C35FF0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318" y="4042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6" name="path-2413">
            <a:extLst xmlns:a="http://schemas.openxmlformats.org/drawingml/2006/main">
              <a:ext uri="{FF2B5EF4-FFF2-40B4-BE49-F238E27FC236}">
                <a16:creationId xmlns:a16="http://schemas.microsoft.com/office/drawing/2014/main" id="{B2DE8982-FEB9-44F4-9B18-022EFDAE4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167" y="40488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7" name="path-2414">
            <a:extLst xmlns:a="http://schemas.openxmlformats.org/drawingml/2006/main">
              <a:ext uri="{FF2B5EF4-FFF2-40B4-BE49-F238E27FC236}">
                <a16:creationId xmlns:a16="http://schemas.microsoft.com/office/drawing/2014/main" id="{5E6B3E49-89F5-4A06-9625-415999869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631" y="40405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8" name="path-2415">
            <a:extLst xmlns:a="http://schemas.openxmlformats.org/drawingml/2006/main">
              <a:ext uri="{FF2B5EF4-FFF2-40B4-BE49-F238E27FC236}">
                <a16:creationId xmlns:a16="http://schemas.microsoft.com/office/drawing/2014/main" id="{EEF4028B-F6F4-4A8B-87EE-5C50A8D873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2742" y="40603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9" name="path-2416">
            <a:extLst xmlns:a="http://schemas.openxmlformats.org/drawingml/2006/main">
              <a:ext uri="{FF2B5EF4-FFF2-40B4-BE49-F238E27FC236}">
                <a16:creationId xmlns:a16="http://schemas.microsoft.com/office/drawing/2014/main" id="{825482D7-D9A2-424C-AC19-9D0D80E59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740" y="40596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0" name="path-2417">
            <a:extLst xmlns:a="http://schemas.openxmlformats.org/drawingml/2006/main">
              <a:ext uri="{FF2B5EF4-FFF2-40B4-BE49-F238E27FC236}">
                <a16:creationId xmlns:a16="http://schemas.microsoft.com/office/drawing/2014/main" id="{40E45992-698B-4E50-8E58-2CD2CCA2D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458" y="40437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1" name="path-2418">
            <a:extLst xmlns:a="http://schemas.openxmlformats.org/drawingml/2006/main">
              <a:ext uri="{FF2B5EF4-FFF2-40B4-BE49-F238E27FC236}">
                <a16:creationId xmlns:a16="http://schemas.microsoft.com/office/drawing/2014/main" id="{33C42FFE-A838-406F-9621-42973F8F3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992" y="40665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2" name="path-2419">
            <a:extLst xmlns:a="http://schemas.openxmlformats.org/drawingml/2006/main">
              <a:ext uri="{FF2B5EF4-FFF2-40B4-BE49-F238E27FC236}">
                <a16:creationId xmlns:a16="http://schemas.microsoft.com/office/drawing/2014/main" id="{C66E7A73-21ED-4B5D-ACE3-AFFC24FD3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8613" y="40514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3" name="path-2420">
            <a:extLst xmlns:a="http://schemas.openxmlformats.org/drawingml/2006/main">
              <a:ext uri="{FF2B5EF4-FFF2-40B4-BE49-F238E27FC236}">
                <a16:creationId xmlns:a16="http://schemas.microsoft.com/office/drawing/2014/main" id="{E0315E2C-44B7-45C6-A1B4-37EDFB70E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23764" y="40415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4" name="path-2421">
            <a:extLst xmlns:a="http://schemas.openxmlformats.org/drawingml/2006/main">
              <a:ext uri="{FF2B5EF4-FFF2-40B4-BE49-F238E27FC236}">
                <a16:creationId xmlns:a16="http://schemas.microsoft.com/office/drawing/2014/main" id="{81ED021B-7A10-446C-A295-49C9FE0819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4587" y="39939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5" name="path-2422">
            <a:extLst xmlns:a="http://schemas.openxmlformats.org/drawingml/2006/main">
              <a:ext uri="{FF2B5EF4-FFF2-40B4-BE49-F238E27FC236}">
                <a16:creationId xmlns:a16="http://schemas.microsoft.com/office/drawing/2014/main" id="{A6BDBC61-7362-42BC-AE96-7E4B83C61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2196" y="40383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6" name="path-2423">
            <a:extLst xmlns:a="http://schemas.openxmlformats.org/drawingml/2006/main">
              <a:ext uri="{FF2B5EF4-FFF2-40B4-BE49-F238E27FC236}">
                <a16:creationId xmlns:a16="http://schemas.microsoft.com/office/drawing/2014/main" id="{E1F3F220-0710-465F-9403-A1389CF0D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4261" y="4051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7" name="path-2424">
            <a:extLst xmlns:a="http://schemas.openxmlformats.org/drawingml/2006/main">
              <a:ext uri="{FF2B5EF4-FFF2-40B4-BE49-F238E27FC236}">
                <a16:creationId xmlns:a16="http://schemas.microsoft.com/office/drawing/2014/main" id="{7C2AB29A-4134-4D0B-B66B-42343576F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52169" y="40329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8" name="path-2425">
            <a:extLst xmlns:a="http://schemas.openxmlformats.org/drawingml/2006/main">
              <a:ext uri="{FF2B5EF4-FFF2-40B4-BE49-F238E27FC236}">
                <a16:creationId xmlns:a16="http://schemas.microsoft.com/office/drawing/2014/main" id="{5AFD0284-DEC9-4D45-BCCA-46619F7C7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277" y="40425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9" name="path-2426">
            <a:extLst xmlns:a="http://schemas.openxmlformats.org/drawingml/2006/main">
              <a:ext uri="{FF2B5EF4-FFF2-40B4-BE49-F238E27FC236}">
                <a16:creationId xmlns:a16="http://schemas.microsoft.com/office/drawing/2014/main" id="{2FC015D1-AD89-4480-9A7A-3FC20EF8A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903" y="40419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0" name="path-2427">
            <a:extLst xmlns:a="http://schemas.openxmlformats.org/drawingml/2006/main">
              <a:ext uri="{FF2B5EF4-FFF2-40B4-BE49-F238E27FC236}">
                <a16:creationId xmlns:a16="http://schemas.microsoft.com/office/drawing/2014/main" id="{2CD9B9CF-22AB-4728-8FB3-C17AFD940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4779" y="40381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1" name="path-2428">
            <a:extLst xmlns:a="http://schemas.openxmlformats.org/drawingml/2006/main">
              <a:ext uri="{FF2B5EF4-FFF2-40B4-BE49-F238E27FC236}">
                <a16:creationId xmlns:a16="http://schemas.microsoft.com/office/drawing/2014/main" id="{CB204F1C-7E6F-48A3-BE43-2CDEB03EC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9698" y="40427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2" name="path-2429">
            <a:extLst xmlns:a="http://schemas.openxmlformats.org/drawingml/2006/main">
              <a:ext uri="{FF2B5EF4-FFF2-40B4-BE49-F238E27FC236}">
                <a16:creationId xmlns:a16="http://schemas.microsoft.com/office/drawing/2014/main" id="{F48E8620-FABD-45DD-A593-B61E7374B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3891" y="40166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3" name="path-2430">
            <a:extLst xmlns:a="http://schemas.openxmlformats.org/drawingml/2006/main">
              <a:ext uri="{FF2B5EF4-FFF2-40B4-BE49-F238E27FC236}">
                <a16:creationId xmlns:a16="http://schemas.microsoft.com/office/drawing/2014/main" id="{7C01221A-D07A-4743-8DB1-D39372C059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5313" y="40729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4" name="path-2431">
            <a:extLst xmlns:a="http://schemas.openxmlformats.org/drawingml/2006/main">
              <a:ext uri="{FF2B5EF4-FFF2-40B4-BE49-F238E27FC236}">
                <a16:creationId xmlns:a16="http://schemas.microsoft.com/office/drawing/2014/main" id="{56961390-5244-49BE-9148-23FD38CE3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25764" y="4052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5" name="path-2432">
            <a:extLst xmlns:a="http://schemas.openxmlformats.org/drawingml/2006/main">
              <a:ext uri="{FF2B5EF4-FFF2-40B4-BE49-F238E27FC236}">
                <a16:creationId xmlns:a16="http://schemas.microsoft.com/office/drawing/2014/main" id="{B37BF418-87D2-4579-B8B2-CF1AF2DC8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7505" y="40387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6" name="path-2433">
            <a:extLst xmlns:a="http://schemas.openxmlformats.org/drawingml/2006/main">
              <a:ext uri="{FF2B5EF4-FFF2-40B4-BE49-F238E27FC236}">
                <a16:creationId xmlns:a16="http://schemas.microsoft.com/office/drawing/2014/main" id="{2E277CA9-2C7D-42A2-981C-B650812F6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0110" y="40462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7" name="path-2434">
            <a:extLst xmlns:a="http://schemas.openxmlformats.org/drawingml/2006/main">
              <a:ext uri="{FF2B5EF4-FFF2-40B4-BE49-F238E27FC236}">
                <a16:creationId xmlns:a16="http://schemas.microsoft.com/office/drawing/2014/main" id="{71C1BF4D-8E8C-4B18-AF9B-BA7BD84D6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002" y="40451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8" name="path-2435">
            <a:extLst xmlns:a="http://schemas.openxmlformats.org/drawingml/2006/main">
              <a:ext uri="{FF2B5EF4-FFF2-40B4-BE49-F238E27FC236}">
                <a16:creationId xmlns:a16="http://schemas.microsoft.com/office/drawing/2014/main" id="{DFA7FCBA-E082-48AE-A400-364F60FD4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8713" y="40327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9" name="path-2436">
            <a:extLst xmlns:a="http://schemas.openxmlformats.org/drawingml/2006/main">
              <a:ext uri="{FF2B5EF4-FFF2-40B4-BE49-F238E27FC236}">
                <a16:creationId xmlns:a16="http://schemas.microsoft.com/office/drawing/2014/main" id="{3ABADD1E-321E-463E-BA12-B32C8DF09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898" y="40419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0" name="path-2437">
            <a:extLst xmlns:a="http://schemas.openxmlformats.org/drawingml/2006/main">
              <a:ext uri="{FF2B5EF4-FFF2-40B4-BE49-F238E27FC236}">
                <a16:creationId xmlns:a16="http://schemas.microsoft.com/office/drawing/2014/main" id="{72904E77-E934-428B-AC6A-2DB8AE7DA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4220" y="40553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1" name="path-2438">
            <a:extLst xmlns:a="http://schemas.openxmlformats.org/drawingml/2006/main">
              <a:ext uri="{FF2B5EF4-FFF2-40B4-BE49-F238E27FC236}">
                <a16:creationId xmlns:a16="http://schemas.microsoft.com/office/drawing/2014/main" id="{E0F482BA-D02D-4616-8A22-20DEBDF02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5171" y="40466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2" name="path-2439">
            <a:extLst xmlns:a="http://schemas.openxmlformats.org/drawingml/2006/main">
              <a:ext uri="{FF2B5EF4-FFF2-40B4-BE49-F238E27FC236}">
                <a16:creationId xmlns:a16="http://schemas.microsoft.com/office/drawing/2014/main" id="{60EFF2D9-9920-4875-BFD0-ED0B27B46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683" y="40433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3" name="path-2440">
            <a:extLst xmlns:a="http://schemas.openxmlformats.org/drawingml/2006/main">
              <a:ext uri="{FF2B5EF4-FFF2-40B4-BE49-F238E27FC236}">
                <a16:creationId xmlns:a16="http://schemas.microsoft.com/office/drawing/2014/main" id="{417B4361-B8F2-4DBE-AD05-D113E834A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54338" y="40367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4" name="path-2441">
            <a:extLst xmlns:a="http://schemas.openxmlformats.org/drawingml/2006/main">
              <a:ext uri="{FF2B5EF4-FFF2-40B4-BE49-F238E27FC236}">
                <a16:creationId xmlns:a16="http://schemas.microsoft.com/office/drawing/2014/main" id="{BF9F4849-B89B-4008-B00B-97375861A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494" y="40453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5" name="path-2442">
            <a:extLst xmlns:a="http://schemas.openxmlformats.org/drawingml/2006/main">
              <a:ext uri="{FF2B5EF4-FFF2-40B4-BE49-F238E27FC236}">
                <a16:creationId xmlns:a16="http://schemas.microsoft.com/office/drawing/2014/main" id="{D3900DFD-1D78-40AA-BF88-B6A27CE15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6010" y="40481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6" name="path-2443">
            <a:extLst xmlns:a="http://schemas.openxmlformats.org/drawingml/2006/main">
              <a:ext uri="{FF2B5EF4-FFF2-40B4-BE49-F238E27FC236}">
                <a16:creationId xmlns:a16="http://schemas.microsoft.com/office/drawing/2014/main" id="{FB45E992-9102-4DFB-B895-B4181207D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680" y="40484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7" name="path-2444">
            <a:extLst xmlns:a="http://schemas.openxmlformats.org/drawingml/2006/main">
              <a:ext uri="{FF2B5EF4-FFF2-40B4-BE49-F238E27FC236}">
                <a16:creationId xmlns:a16="http://schemas.microsoft.com/office/drawing/2014/main" id="{BBBD67D7-E480-49F2-9F43-E1634AB84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8728" y="40604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8" name="path-2445">
            <a:extLst xmlns:a="http://schemas.openxmlformats.org/drawingml/2006/main">
              <a:ext uri="{FF2B5EF4-FFF2-40B4-BE49-F238E27FC236}">
                <a16:creationId xmlns:a16="http://schemas.microsoft.com/office/drawing/2014/main" id="{53A04ACE-CAFD-4ACA-8E68-2538FE2C0B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019" y="40424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39" name="path-2446">
            <a:extLst xmlns:a="http://schemas.openxmlformats.org/drawingml/2006/main">
              <a:ext uri="{FF2B5EF4-FFF2-40B4-BE49-F238E27FC236}">
                <a16:creationId xmlns:a16="http://schemas.microsoft.com/office/drawing/2014/main" id="{0E786E19-435D-4509-B23C-0EA76C745C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1815" y="40426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0" name="path-2447">
            <a:extLst xmlns:a="http://schemas.openxmlformats.org/drawingml/2006/main">
              <a:ext uri="{FF2B5EF4-FFF2-40B4-BE49-F238E27FC236}">
                <a16:creationId xmlns:a16="http://schemas.microsoft.com/office/drawing/2014/main" id="{10A4AB4D-523F-4ECB-91DC-E39AE64B0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8107" y="4041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1" name="path-2448">
            <a:extLst xmlns:a="http://schemas.openxmlformats.org/drawingml/2006/main">
              <a:ext uri="{FF2B5EF4-FFF2-40B4-BE49-F238E27FC236}">
                <a16:creationId xmlns:a16="http://schemas.microsoft.com/office/drawing/2014/main" id="{EE81AB68-223F-465C-86BD-A5B042FB4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603" y="40467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2" name="path-2449">
            <a:extLst xmlns:a="http://schemas.openxmlformats.org/drawingml/2006/main">
              <a:ext uri="{FF2B5EF4-FFF2-40B4-BE49-F238E27FC236}">
                <a16:creationId xmlns:a16="http://schemas.microsoft.com/office/drawing/2014/main" id="{3395CA6C-E02E-4987-ADBD-259C1C51F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807" y="40400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3" name="path-2450">
            <a:extLst xmlns:a="http://schemas.openxmlformats.org/drawingml/2006/main">
              <a:ext uri="{FF2B5EF4-FFF2-40B4-BE49-F238E27FC236}">
                <a16:creationId xmlns:a16="http://schemas.microsoft.com/office/drawing/2014/main" id="{AD84892D-90B7-4C34-9971-B1EA9E0AB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651" y="40421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4" name="path-2451">
            <a:extLst xmlns:a="http://schemas.openxmlformats.org/drawingml/2006/main">
              <a:ext uri="{FF2B5EF4-FFF2-40B4-BE49-F238E27FC236}">
                <a16:creationId xmlns:a16="http://schemas.microsoft.com/office/drawing/2014/main" id="{2952A1E2-F911-4D1A-BC9F-02E7EEAFD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3429" y="40327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5" name="path-2452">
            <a:extLst xmlns:a="http://schemas.openxmlformats.org/drawingml/2006/main">
              <a:ext uri="{FF2B5EF4-FFF2-40B4-BE49-F238E27FC236}">
                <a16:creationId xmlns:a16="http://schemas.microsoft.com/office/drawing/2014/main" id="{EA4A6F5C-677D-48DA-BD52-F0839DC3C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489" y="4037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6" name="path-2453">
            <a:extLst xmlns:a="http://schemas.openxmlformats.org/drawingml/2006/main">
              <a:ext uri="{FF2B5EF4-FFF2-40B4-BE49-F238E27FC236}">
                <a16:creationId xmlns:a16="http://schemas.microsoft.com/office/drawing/2014/main" id="{E10ED1F9-A15E-4441-8807-1401FE28F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9322" y="40584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7" name="path-2454">
            <a:extLst xmlns:a="http://schemas.openxmlformats.org/drawingml/2006/main">
              <a:ext uri="{FF2B5EF4-FFF2-40B4-BE49-F238E27FC236}">
                <a16:creationId xmlns:a16="http://schemas.microsoft.com/office/drawing/2014/main" id="{14983C14-94F2-43A9-8D30-89CBA6F31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1969" y="40249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8" name="path-2455">
            <a:extLst xmlns:a="http://schemas.openxmlformats.org/drawingml/2006/main">
              <a:ext uri="{FF2B5EF4-FFF2-40B4-BE49-F238E27FC236}">
                <a16:creationId xmlns:a16="http://schemas.microsoft.com/office/drawing/2014/main" id="{F65D8765-FF4C-4ED4-86CF-C3E1E6487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328" y="40412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49" name="path-2456">
            <a:extLst xmlns:a="http://schemas.openxmlformats.org/drawingml/2006/main">
              <a:ext uri="{FF2B5EF4-FFF2-40B4-BE49-F238E27FC236}">
                <a16:creationId xmlns:a16="http://schemas.microsoft.com/office/drawing/2014/main" id="{D025C473-C7F1-45A6-AA06-C7FDDFC36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561" y="40436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0" name="path-2457">
            <a:extLst xmlns:a="http://schemas.openxmlformats.org/drawingml/2006/main">
              <a:ext uri="{FF2B5EF4-FFF2-40B4-BE49-F238E27FC236}">
                <a16:creationId xmlns:a16="http://schemas.microsoft.com/office/drawing/2014/main" id="{5FC91D68-F7D2-4644-B320-29C2BD799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454" y="40637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1" name="path-2458">
            <a:extLst xmlns:a="http://schemas.openxmlformats.org/drawingml/2006/main">
              <a:ext uri="{FF2B5EF4-FFF2-40B4-BE49-F238E27FC236}">
                <a16:creationId xmlns:a16="http://schemas.microsoft.com/office/drawing/2014/main" id="{99621326-C67C-48A1-B5EB-C181A3677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701" y="4053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2" name="path-2459">
            <a:extLst xmlns:a="http://schemas.openxmlformats.org/drawingml/2006/main">
              <a:ext uri="{FF2B5EF4-FFF2-40B4-BE49-F238E27FC236}">
                <a16:creationId xmlns:a16="http://schemas.microsoft.com/office/drawing/2014/main" id="{D23CEE52-9716-4F05-839E-F903CF768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306" y="40463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3" name="path-2460">
            <a:extLst xmlns:a="http://schemas.openxmlformats.org/drawingml/2006/main">
              <a:ext uri="{FF2B5EF4-FFF2-40B4-BE49-F238E27FC236}">
                <a16:creationId xmlns:a16="http://schemas.microsoft.com/office/drawing/2014/main" id="{70E6F4FF-1CF1-4F8D-89F0-A214BA467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464" y="40462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4" name="path-2461">
            <a:extLst xmlns:a="http://schemas.openxmlformats.org/drawingml/2006/main">
              <a:ext uri="{FF2B5EF4-FFF2-40B4-BE49-F238E27FC236}">
                <a16:creationId xmlns:a16="http://schemas.microsoft.com/office/drawing/2014/main" id="{916AE968-40E4-41F2-BFCE-97308BD4A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970" y="40364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5" name="path-2462">
            <a:extLst xmlns:a="http://schemas.openxmlformats.org/drawingml/2006/main">
              <a:ext uri="{FF2B5EF4-FFF2-40B4-BE49-F238E27FC236}">
                <a16:creationId xmlns:a16="http://schemas.microsoft.com/office/drawing/2014/main" id="{A9EC9DCD-785A-48BB-B56C-412209866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926" y="40147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6" name="path-2463">
            <a:extLst xmlns:a="http://schemas.openxmlformats.org/drawingml/2006/main">
              <a:ext uri="{FF2B5EF4-FFF2-40B4-BE49-F238E27FC236}">
                <a16:creationId xmlns:a16="http://schemas.microsoft.com/office/drawing/2014/main" id="{BB4E23E6-96A4-4C17-8C76-294CC3EAB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1375" y="40407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7" name="path-2464">
            <a:extLst xmlns:a="http://schemas.openxmlformats.org/drawingml/2006/main">
              <a:ext uri="{FF2B5EF4-FFF2-40B4-BE49-F238E27FC236}">
                <a16:creationId xmlns:a16="http://schemas.microsoft.com/office/drawing/2014/main" id="{3A6A67AB-D056-4E3C-81AC-37A616E6B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8222" y="40481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8" name="path-2465">
            <a:extLst xmlns:a="http://schemas.openxmlformats.org/drawingml/2006/main">
              <a:ext uri="{FF2B5EF4-FFF2-40B4-BE49-F238E27FC236}">
                <a16:creationId xmlns:a16="http://schemas.microsoft.com/office/drawing/2014/main" id="{32749CA2-7825-4446-9044-282181CEB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0375" y="40545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59" name="path-2466">
            <a:extLst xmlns:a="http://schemas.openxmlformats.org/drawingml/2006/main">
              <a:ext uri="{FF2B5EF4-FFF2-40B4-BE49-F238E27FC236}">
                <a16:creationId xmlns:a16="http://schemas.microsoft.com/office/drawing/2014/main" id="{3953A3C0-F9A2-4DFD-9103-E3DA7BE8D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2978" y="4029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0" name="path-2467">
            <a:extLst xmlns:a="http://schemas.openxmlformats.org/drawingml/2006/main">
              <a:ext uri="{FF2B5EF4-FFF2-40B4-BE49-F238E27FC236}">
                <a16:creationId xmlns:a16="http://schemas.microsoft.com/office/drawing/2014/main" id="{CE7BC3A2-F7C3-4033-8418-30DFFEDCF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028" y="40184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1" name="path-2468">
            <a:extLst xmlns:a="http://schemas.openxmlformats.org/drawingml/2006/main">
              <a:ext uri="{FF2B5EF4-FFF2-40B4-BE49-F238E27FC236}">
                <a16:creationId xmlns:a16="http://schemas.microsoft.com/office/drawing/2014/main" id="{0E51374B-A474-4B51-A0C9-35043547D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08836" y="40373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2" name="path-2469">
            <a:extLst xmlns:a="http://schemas.openxmlformats.org/drawingml/2006/main">
              <a:ext uri="{FF2B5EF4-FFF2-40B4-BE49-F238E27FC236}">
                <a16:creationId xmlns:a16="http://schemas.microsoft.com/office/drawing/2014/main" id="{1F8037DD-9B9A-4245-BB14-C52F41122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7740" y="40437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3" name="path-2470">
            <a:extLst xmlns:a="http://schemas.openxmlformats.org/drawingml/2006/main">
              <a:ext uri="{FF2B5EF4-FFF2-40B4-BE49-F238E27FC236}">
                <a16:creationId xmlns:a16="http://schemas.microsoft.com/office/drawing/2014/main" id="{482F4F8A-4528-4357-A5EC-A9BF34B2C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894" y="40236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4" name="path-2471">
            <a:extLst xmlns:a="http://schemas.openxmlformats.org/drawingml/2006/main">
              <a:ext uri="{FF2B5EF4-FFF2-40B4-BE49-F238E27FC236}">
                <a16:creationId xmlns:a16="http://schemas.microsoft.com/office/drawing/2014/main" id="{2E81F036-0BAF-47CB-B3E9-DAD82E6E3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311" y="40478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5" name="path-2472">
            <a:extLst xmlns:a="http://schemas.openxmlformats.org/drawingml/2006/main">
              <a:ext uri="{FF2B5EF4-FFF2-40B4-BE49-F238E27FC236}">
                <a16:creationId xmlns:a16="http://schemas.microsoft.com/office/drawing/2014/main" id="{F261EA85-DD6E-407A-9E43-7A161C79B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9119" y="40504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6" name="path-2473">
            <a:extLst xmlns:a="http://schemas.openxmlformats.org/drawingml/2006/main">
              <a:ext uri="{FF2B5EF4-FFF2-40B4-BE49-F238E27FC236}">
                <a16:creationId xmlns:a16="http://schemas.microsoft.com/office/drawing/2014/main" id="{6DA1A46C-584D-45E9-926C-E2140FC6A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3875" y="4066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7" name="path-2474">
            <a:extLst xmlns:a="http://schemas.openxmlformats.org/drawingml/2006/main">
              <a:ext uri="{FF2B5EF4-FFF2-40B4-BE49-F238E27FC236}">
                <a16:creationId xmlns:a16="http://schemas.microsoft.com/office/drawing/2014/main" id="{A458B7B8-73B3-4920-A273-0158ADB79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159" y="40408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8" name="path-2475">
            <a:extLst xmlns:a="http://schemas.openxmlformats.org/drawingml/2006/main">
              <a:ext uri="{FF2B5EF4-FFF2-40B4-BE49-F238E27FC236}">
                <a16:creationId xmlns:a16="http://schemas.microsoft.com/office/drawing/2014/main" id="{028E9BD8-6868-4C60-A08B-7C55EAC21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9427" y="40479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9" name="path-2476">
            <a:extLst xmlns:a="http://schemas.openxmlformats.org/drawingml/2006/main">
              <a:ext uri="{FF2B5EF4-FFF2-40B4-BE49-F238E27FC236}">
                <a16:creationId xmlns:a16="http://schemas.microsoft.com/office/drawing/2014/main" id="{B679E1DE-4B01-4872-A025-D0305F9EB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578" y="4044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0" name="path-2477">
            <a:extLst xmlns:a="http://schemas.openxmlformats.org/drawingml/2006/main">
              <a:ext uri="{FF2B5EF4-FFF2-40B4-BE49-F238E27FC236}">
                <a16:creationId xmlns:a16="http://schemas.microsoft.com/office/drawing/2014/main" id="{682D6F9B-9A47-49A3-AA3C-E832DAB15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470" y="40476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1" name="path-2478">
            <a:extLst xmlns:a="http://schemas.openxmlformats.org/drawingml/2006/main">
              <a:ext uri="{FF2B5EF4-FFF2-40B4-BE49-F238E27FC236}">
                <a16:creationId xmlns:a16="http://schemas.microsoft.com/office/drawing/2014/main" id="{97A2B4EE-45C0-41F0-B3CF-4DCFF5DFC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405" y="40459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2" name="path-2479">
            <a:extLst xmlns:a="http://schemas.openxmlformats.org/drawingml/2006/main">
              <a:ext uri="{FF2B5EF4-FFF2-40B4-BE49-F238E27FC236}">
                <a16:creationId xmlns:a16="http://schemas.microsoft.com/office/drawing/2014/main" id="{D16636DA-D22F-4F02-894F-8B3873FF9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819" y="40418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3" name="path-2480">
            <a:extLst xmlns:a="http://schemas.openxmlformats.org/drawingml/2006/main">
              <a:ext uri="{FF2B5EF4-FFF2-40B4-BE49-F238E27FC236}">
                <a16:creationId xmlns:a16="http://schemas.microsoft.com/office/drawing/2014/main" id="{6C6BD456-0B45-47D4-A0DD-BA06AEC89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11943" y="40394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4" name="path-2481">
            <a:extLst xmlns:a="http://schemas.openxmlformats.org/drawingml/2006/main">
              <a:ext uri="{FF2B5EF4-FFF2-40B4-BE49-F238E27FC236}">
                <a16:creationId xmlns:a16="http://schemas.microsoft.com/office/drawing/2014/main" id="{9682B0F8-D99E-4778-ACE1-417135D4A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827" y="40435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5" name="path-2482">
            <a:extLst xmlns:a="http://schemas.openxmlformats.org/drawingml/2006/main">
              <a:ext uri="{FF2B5EF4-FFF2-40B4-BE49-F238E27FC236}">
                <a16:creationId xmlns:a16="http://schemas.microsoft.com/office/drawing/2014/main" id="{B21D1C3F-FB1D-4555-9F02-A4DF242AE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92932" y="40435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6" name="path-2483">
            <a:extLst xmlns:a="http://schemas.openxmlformats.org/drawingml/2006/main">
              <a:ext uri="{FF2B5EF4-FFF2-40B4-BE49-F238E27FC236}">
                <a16:creationId xmlns:a16="http://schemas.microsoft.com/office/drawing/2014/main" id="{E5E2C3E4-A020-436D-B8F4-3ABE0204E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049" y="40419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7" name="path-2484">
            <a:extLst xmlns:a="http://schemas.openxmlformats.org/drawingml/2006/main">
              <a:ext uri="{FF2B5EF4-FFF2-40B4-BE49-F238E27FC236}">
                <a16:creationId xmlns:a16="http://schemas.microsoft.com/office/drawing/2014/main" id="{18D8FDC3-6C16-4B7F-B6EE-C72464173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0465" y="40607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8" name="path-2485">
            <a:extLst xmlns:a="http://schemas.openxmlformats.org/drawingml/2006/main">
              <a:ext uri="{FF2B5EF4-FFF2-40B4-BE49-F238E27FC236}">
                <a16:creationId xmlns:a16="http://schemas.microsoft.com/office/drawing/2014/main" id="{454CA92A-DB4F-4F97-8BC9-16181CF08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962" y="40451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9" name="path-2486">
            <a:extLst xmlns:a="http://schemas.openxmlformats.org/drawingml/2006/main">
              <a:ext uri="{FF2B5EF4-FFF2-40B4-BE49-F238E27FC236}">
                <a16:creationId xmlns:a16="http://schemas.microsoft.com/office/drawing/2014/main" id="{7F1856DC-9932-4E43-8B2D-D4E1D3937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077" y="40451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0" name="path-2487">
            <a:extLst xmlns:a="http://schemas.openxmlformats.org/drawingml/2006/main">
              <a:ext uri="{FF2B5EF4-FFF2-40B4-BE49-F238E27FC236}">
                <a16:creationId xmlns:a16="http://schemas.microsoft.com/office/drawing/2014/main" id="{54A3239C-D4A2-44AE-B7AA-A2A66B390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527" y="4042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1" name="path-2488">
            <a:extLst xmlns:a="http://schemas.openxmlformats.org/drawingml/2006/main">
              <a:ext uri="{FF2B5EF4-FFF2-40B4-BE49-F238E27FC236}">
                <a16:creationId xmlns:a16="http://schemas.microsoft.com/office/drawing/2014/main" id="{681FD051-CACF-4DD7-9DBE-4D993E115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3305" y="4061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2" name="path-2489">
            <a:extLst xmlns:a="http://schemas.openxmlformats.org/drawingml/2006/main">
              <a:ext uri="{FF2B5EF4-FFF2-40B4-BE49-F238E27FC236}">
                <a16:creationId xmlns:a16="http://schemas.microsoft.com/office/drawing/2014/main" id="{0B91CA13-8060-4643-8ED0-913746E3F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014" y="40464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3" name="path-2490">
            <a:extLst xmlns:a="http://schemas.openxmlformats.org/drawingml/2006/main">
              <a:ext uri="{FF2B5EF4-FFF2-40B4-BE49-F238E27FC236}">
                <a16:creationId xmlns:a16="http://schemas.microsoft.com/office/drawing/2014/main" id="{1DE81B70-E2A5-40DC-A2DB-776A36F34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240" y="40768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4" name="path-2491">
            <a:extLst xmlns:a="http://schemas.openxmlformats.org/drawingml/2006/main">
              <a:ext uri="{FF2B5EF4-FFF2-40B4-BE49-F238E27FC236}">
                <a16:creationId xmlns:a16="http://schemas.microsoft.com/office/drawing/2014/main" id="{5873D89E-6816-448A-BEA2-9D315F113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758" y="40446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5" name="path-2492">
            <a:extLst xmlns:a="http://schemas.openxmlformats.org/drawingml/2006/main">
              <a:ext uri="{FF2B5EF4-FFF2-40B4-BE49-F238E27FC236}">
                <a16:creationId xmlns:a16="http://schemas.microsoft.com/office/drawing/2014/main" id="{C065533D-5746-453E-9B02-F00F082FA2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6216" y="40571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6" name="path-2493">
            <a:extLst xmlns:a="http://schemas.openxmlformats.org/drawingml/2006/main">
              <a:ext uri="{FF2B5EF4-FFF2-40B4-BE49-F238E27FC236}">
                <a16:creationId xmlns:a16="http://schemas.microsoft.com/office/drawing/2014/main" id="{89FF7C4B-751C-4416-B881-959B04EDD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142" y="40428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7" name="path-2494">
            <a:extLst xmlns:a="http://schemas.openxmlformats.org/drawingml/2006/main">
              <a:ext uri="{FF2B5EF4-FFF2-40B4-BE49-F238E27FC236}">
                <a16:creationId xmlns:a16="http://schemas.microsoft.com/office/drawing/2014/main" id="{F7CC5959-09F8-451C-87CF-6ACDDEEAA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235" y="4047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8" name="path-2495">
            <a:extLst xmlns:a="http://schemas.openxmlformats.org/drawingml/2006/main">
              <a:ext uri="{FF2B5EF4-FFF2-40B4-BE49-F238E27FC236}">
                <a16:creationId xmlns:a16="http://schemas.microsoft.com/office/drawing/2014/main" id="{7B2B4317-D335-40FA-964D-276678F89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1499" y="4053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9" name="path-2496">
            <a:extLst xmlns:a="http://schemas.openxmlformats.org/drawingml/2006/main">
              <a:ext uri="{FF2B5EF4-FFF2-40B4-BE49-F238E27FC236}">
                <a16:creationId xmlns:a16="http://schemas.microsoft.com/office/drawing/2014/main" id="{11060A0D-85FC-40FC-852E-4B2DC3C47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3194" y="40724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0" name="path-2497">
            <a:extLst xmlns:a="http://schemas.openxmlformats.org/drawingml/2006/main">
              <a:ext uri="{FF2B5EF4-FFF2-40B4-BE49-F238E27FC236}">
                <a16:creationId xmlns:a16="http://schemas.microsoft.com/office/drawing/2014/main" id="{B8B7332A-6F77-4CB3-9F82-44744A98A5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5184" y="40648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1" name="path-2498">
            <a:extLst xmlns:a="http://schemas.openxmlformats.org/drawingml/2006/main">
              <a:ext uri="{FF2B5EF4-FFF2-40B4-BE49-F238E27FC236}">
                <a16:creationId xmlns:a16="http://schemas.microsoft.com/office/drawing/2014/main" id="{C9E49611-DC33-431B-85D3-8429FCEE3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70928" y="40348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2" name="path-2499">
            <a:extLst xmlns:a="http://schemas.openxmlformats.org/drawingml/2006/main">
              <a:ext uri="{FF2B5EF4-FFF2-40B4-BE49-F238E27FC236}">
                <a16:creationId xmlns:a16="http://schemas.microsoft.com/office/drawing/2014/main" id="{BAFE81F5-8544-45C1-A732-A99D0C22B8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902" y="40432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3" name="path-2500">
            <a:extLst xmlns:a="http://schemas.openxmlformats.org/drawingml/2006/main">
              <a:ext uri="{FF2B5EF4-FFF2-40B4-BE49-F238E27FC236}">
                <a16:creationId xmlns:a16="http://schemas.microsoft.com/office/drawing/2014/main" id="{B586D431-B6E4-49ED-A919-965E63477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67808" y="40669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4" name="path-2501">
            <a:extLst xmlns:a="http://schemas.openxmlformats.org/drawingml/2006/main">
              <a:ext uri="{FF2B5EF4-FFF2-40B4-BE49-F238E27FC236}">
                <a16:creationId xmlns:a16="http://schemas.microsoft.com/office/drawing/2014/main" id="{A1023903-6E7E-4810-AA8A-241409FAE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83793" y="4041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5" name="path-2502">
            <a:extLst xmlns:a="http://schemas.openxmlformats.org/drawingml/2006/main">
              <a:ext uri="{FF2B5EF4-FFF2-40B4-BE49-F238E27FC236}">
                <a16:creationId xmlns:a16="http://schemas.microsoft.com/office/drawing/2014/main" id="{B7F8027C-FA03-4085-B75D-2BD81CA37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2239" y="40400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6" name="path-2503">
            <a:extLst xmlns:a="http://schemas.openxmlformats.org/drawingml/2006/main">
              <a:ext uri="{FF2B5EF4-FFF2-40B4-BE49-F238E27FC236}">
                <a16:creationId xmlns:a16="http://schemas.microsoft.com/office/drawing/2014/main" id="{F921721D-F3EF-4AC7-AD46-18A07E00E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023" y="40350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7" name="path-2504">
            <a:extLst xmlns:a="http://schemas.openxmlformats.org/drawingml/2006/main">
              <a:ext uri="{FF2B5EF4-FFF2-40B4-BE49-F238E27FC236}">
                <a16:creationId xmlns:a16="http://schemas.microsoft.com/office/drawing/2014/main" id="{DA5BA978-1B59-4412-88A2-B411E742E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644" y="4043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8" name="path-2505">
            <a:extLst xmlns:a="http://schemas.openxmlformats.org/drawingml/2006/main">
              <a:ext uri="{FF2B5EF4-FFF2-40B4-BE49-F238E27FC236}">
                <a16:creationId xmlns:a16="http://schemas.microsoft.com/office/drawing/2014/main" id="{4D264B87-18FD-466E-BED0-A36B098A2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2942" y="40347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9" name="path-2506">
            <a:extLst xmlns:a="http://schemas.openxmlformats.org/drawingml/2006/main">
              <a:ext uri="{FF2B5EF4-FFF2-40B4-BE49-F238E27FC236}">
                <a16:creationId xmlns:a16="http://schemas.microsoft.com/office/drawing/2014/main" id="{B67ED8DE-E58B-48B4-96BF-29E57FB5FB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7526" y="40290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0" name="path-2507">
            <a:extLst xmlns:a="http://schemas.openxmlformats.org/drawingml/2006/main">
              <a:ext uri="{FF2B5EF4-FFF2-40B4-BE49-F238E27FC236}">
                <a16:creationId xmlns:a16="http://schemas.microsoft.com/office/drawing/2014/main" id="{D2E9698A-F4BF-4C2A-A3B5-FDE7BFE76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983" y="40346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1" name="path-2508">
            <a:extLst xmlns:a="http://schemas.openxmlformats.org/drawingml/2006/main">
              <a:ext uri="{FF2B5EF4-FFF2-40B4-BE49-F238E27FC236}">
                <a16:creationId xmlns:a16="http://schemas.microsoft.com/office/drawing/2014/main" id="{A8200254-6B0A-44A0-9CFF-96BC877072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2580" y="40527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2" name="path-2509">
            <a:extLst xmlns:a="http://schemas.openxmlformats.org/drawingml/2006/main">
              <a:ext uri="{FF2B5EF4-FFF2-40B4-BE49-F238E27FC236}">
                <a16:creationId xmlns:a16="http://schemas.microsoft.com/office/drawing/2014/main" id="{37CE7156-8607-4B19-9678-5C5FC5181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9567" y="4047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3" name="path-2510">
            <a:extLst xmlns:a="http://schemas.openxmlformats.org/drawingml/2006/main">
              <a:ext uri="{FF2B5EF4-FFF2-40B4-BE49-F238E27FC236}">
                <a16:creationId xmlns:a16="http://schemas.microsoft.com/office/drawing/2014/main" id="{39968C04-B6F3-47D0-A429-11777FF3A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882" y="40452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4" name="path-2511">
            <a:extLst xmlns:a="http://schemas.openxmlformats.org/drawingml/2006/main">
              <a:ext uri="{FF2B5EF4-FFF2-40B4-BE49-F238E27FC236}">
                <a16:creationId xmlns:a16="http://schemas.microsoft.com/office/drawing/2014/main" id="{9E28C865-15E2-4F1F-8EA8-8A38B900E9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9053" y="40667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5" name="path-2512">
            <a:extLst xmlns:a="http://schemas.openxmlformats.org/drawingml/2006/main">
              <a:ext uri="{FF2B5EF4-FFF2-40B4-BE49-F238E27FC236}">
                <a16:creationId xmlns:a16="http://schemas.microsoft.com/office/drawing/2014/main" id="{D4EFEEB4-1041-4BD6-B72C-76BD7F035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7702" y="4071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6" name="path-2513">
            <a:extLst xmlns:a="http://schemas.openxmlformats.org/drawingml/2006/main">
              <a:ext uri="{FF2B5EF4-FFF2-40B4-BE49-F238E27FC236}">
                <a16:creationId xmlns:a16="http://schemas.microsoft.com/office/drawing/2014/main" id="{C084E93B-7DD0-40C1-9411-BC1864A87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924" y="40499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7" name="path-2514">
            <a:extLst xmlns:a="http://schemas.openxmlformats.org/drawingml/2006/main">
              <a:ext uri="{FF2B5EF4-FFF2-40B4-BE49-F238E27FC236}">
                <a16:creationId xmlns:a16="http://schemas.microsoft.com/office/drawing/2014/main" id="{B6F6BCF3-0A76-471B-A25F-C6AA4ABAB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6350" y="40316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8" name="path-2515">
            <a:extLst xmlns:a="http://schemas.openxmlformats.org/drawingml/2006/main">
              <a:ext uri="{FF2B5EF4-FFF2-40B4-BE49-F238E27FC236}">
                <a16:creationId xmlns:a16="http://schemas.microsoft.com/office/drawing/2014/main" id="{36D5DA62-115F-45F9-BE87-D0AB70AB7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5812" y="40300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9" name="path-2516">
            <a:extLst xmlns:a="http://schemas.openxmlformats.org/drawingml/2006/main">
              <a:ext uri="{FF2B5EF4-FFF2-40B4-BE49-F238E27FC236}">
                <a16:creationId xmlns:a16="http://schemas.microsoft.com/office/drawing/2014/main" id="{12CA05AE-4394-442E-82D0-962F93FFD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826" y="40439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0" name="path-2517">
            <a:extLst xmlns:a="http://schemas.openxmlformats.org/drawingml/2006/main">
              <a:ext uri="{FF2B5EF4-FFF2-40B4-BE49-F238E27FC236}">
                <a16:creationId xmlns:a16="http://schemas.microsoft.com/office/drawing/2014/main" id="{83810FC3-99F1-4DEE-B880-925A48EE2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844" y="40441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1" name="path-2518">
            <a:extLst xmlns:a="http://schemas.openxmlformats.org/drawingml/2006/main">
              <a:ext uri="{FF2B5EF4-FFF2-40B4-BE49-F238E27FC236}">
                <a16:creationId xmlns:a16="http://schemas.microsoft.com/office/drawing/2014/main" id="{180C741B-6613-4703-BFD0-348400523D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107" y="40451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2" name="path-2519">
            <a:extLst xmlns:a="http://schemas.openxmlformats.org/drawingml/2006/main">
              <a:ext uri="{FF2B5EF4-FFF2-40B4-BE49-F238E27FC236}">
                <a16:creationId xmlns:a16="http://schemas.microsoft.com/office/drawing/2014/main" id="{626A1CA4-72A2-40F7-939F-F5DEFA90C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0245" y="4042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3" name="path-2520">
            <a:extLst xmlns:a="http://schemas.openxmlformats.org/drawingml/2006/main">
              <a:ext uri="{FF2B5EF4-FFF2-40B4-BE49-F238E27FC236}">
                <a16:creationId xmlns:a16="http://schemas.microsoft.com/office/drawing/2014/main" id="{F68C40E5-487A-4C3C-812C-E27BFD6AD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198" y="40482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4" name="path-2521">
            <a:extLst xmlns:a="http://schemas.openxmlformats.org/drawingml/2006/main">
              <a:ext uri="{FF2B5EF4-FFF2-40B4-BE49-F238E27FC236}">
                <a16:creationId xmlns:a16="http://schemas.microsoft.com/office/drawing/2014/main" id="{090CA185-931A-46AA-8D9D-173CF8A52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8782" y="4058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5" name="path-2522">
            <a:extLst xmlns:a="http://schemas.openxmlformats.org/drawingml/2006/main">
              <a:ext uri="{FF2B5EF4-FFF2-40B4-BE49-F238E27FC236}">
                <a16:creationId xmlns:a16="http://schemas.microsoft.com/office/drawing/2014/main" id="{B2B9E5D8-4974-403A-8860-E94763213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053" y="40549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6" name="path-2523">
            <a:extLst xmlns:a="http://schemas.openxmlformats.org/drawingml/2006/main">
              <a:ext uri="{FF2B5EF4-FFF2-40B4-BE49-F238E27FC236}">
                <a16:creationId xmlns:a16="http://schemas.microsoft.com/office/drawing/2014/main" id="{57F9557B-48D9-4E63-A908-BD9BB9EAC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262" y="4039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7" name="path-2524">
            <a:extLst xmlns:a="http://schemas.openxmlformats.org/drawingml/2006/main">
              <a:ext uri="{FF2B5EF4-FFF2-40B4-BE49-F238E27FC236}">
                <a16:creationId xmlns:a16="http://schemas.microsoft.com/office/drawing/2014/main" id="{FF43B86B-9FDD-48FA-88B2-6B2C6468E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589" y="40487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8" name="path-2525">
            <a:extLst xmlns:a="http://schemas.openxmlformats.org/drawingml/2006/main">
              <a:ext uri="{FF2B5EF4-FFF2-40B4-BE49-F238E27FC236}">
                <a16:creationId xmlns:a16="http://schemas.microsoft.com/office/drawing/2014/main" id="{05D79E1B-F354-4B73-BFD2-73E184A85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551" y="40506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9" name="path-2526">
            <a:extLst xmlns:a="http://schemas.openxmlformats.org/drawingml/2006/main">
              <a:ext uri="{FF2B5EF4-FFF2-40B4-BE49-F238E27FC236}">
                <a16:creationId xmlns:a16="http://schemas.microsoft.com/office/drawing/2014/main" id="{CA441F20-8CFC-4020-92C1-19AC3FFEC4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378" y="40459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0" name="path-2527">
            <a:extLst xmlns:a="http://schemas.openxmlformats.org/drawingml/2006/main">
              <a:ext uri="{FF2B5EF4-FFF2-40B4-BE49-F238E27FC236}">
                <a16:creationId xmlns:a16="http://schemas.microsoft.com/office/drawing/2014/main" id="{CA3B1341-379C-44B3-8A65-396AECB5D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31195" y="40399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1" name="path-2528">
            <a:extLst xmlns:a="http://schemas.openxmlformats.org/drawingml/2006/main">
              <a:ext uri="{FF2B5EF4-FFF2-40B4-BE49-F238E27FC236}">
                <a16:creationId xmlns:a16="http://schemas.microsoft.com/office/drawing/2014/main" id="{F28115C3-08B6-4B2C-9587-60BDB3CD5B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8082" y="4023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2" name="path-2529">
            <a:extLst xmlns:a="http://schemas.openxmlformats.org/drawingml/2006/main">
              <a:ext uri="{FF2B5EF4-FFF2-40B4-BE49-F238E27FC236}">
                <a16:creationId xmlns:a16="http://schemas.microsoft.com/office/drawing/2014/main" id="{AB0DE10A-82F7-4E7C-8051-37468CBAB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055" y="40431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3" name="path-2530">
            <a:extLst xmlns:a="http://schemas.openxmlformats.org/drawingml/2006/main">
              <a:ext uri="{FF2B5EF4-FFF2-40B4-BE49-F238E27FC236}">
                <a16:creationId xmlns:a16="http://schemas.microsoft.com/office/drawing/2014/main" id="{3B045FE7-0547-4C82-B6D6-2B66974A1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491" y="40514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4" name="path-2531">
            <a:extLst xmlns:a="http://schemas.openxmlformats.org/drawingml/2006/main">
              <a:ext uri="{FF2B5EF4-FFF2-40B4-BE49-F238E27FC236}">
                <a16:creationId xmlns:a16="http://schemas.microsoft.com/office/drawing/2014/main" id="{EF02857A-1799-4686-9717-78B0F47B57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115" y="40453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5" name="path-2532">
            <a:extLst xmlns:a="http://schemas.openxmlformats.org/drawingml/2006/main">
              <a:ext uri="{FF2B5EF4-FFF2-40B4-BE49-F238E27FC236}">
                <a16:creationId xmlns:a16="http://schemas.microsoft.com/office/drawing/2014/main" id="{2F4A7C33-F719-4C99-94A8-BE91819F8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3312" y="40484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6" name="path-2533">
            <a:extLst xmlns:a="http://schemas.openxmlformats.org/drawingml/2006/main">
              <a:ext uri="{FF2B5EF4-FFF2-40B4-BE49-F238E27FC236}">
                <a16:creationId xmlns:a16="http://schemas.microsoft.com/office/drawing/2014/main" id="{6523E3E0-C9EC-4428-8454-4BE789338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6617" y="4062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7" name="path-2534">
            <a:extLst xmlns:a="http://schemas.openxmlformats.org/drawingml/2006/main">
              <a:ext uri="{FF2B5EF4-FFF2-40B4-BE49-F238E27FC236}">
                <a16:creationId xmlns:a16="http://schemas.microsoft.com/office/drawing/2014/main" id="{D2EC82EB-1B5B-4DFC-AF60-AD540E795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711" y="40476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8" name="path-2535">
            <a:extLst xmlns:a="http://schemas.openxmlformats.org/drawingml/2006/main">
              <a:ext uri="{FF2B5EF4-FFF2-40B4-BE49-F238E27FC236}">
                <a16:creationId xmlns:a16="http://schemas.microsoft.com/office/drawing/2014/main" id="{C1CEFA94-F313-4B1D-A652-5D8C20D0E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703" y="4043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29" name="path-2536">
            <a:extLst xmlns:a="http://schemas.openxmlformats.org/drawingml/2006/main">
              <a:ext uri="{FF2B5EF4-FFF2-40B4-BE49-F238E27FC236}">
                <a16:creationId xmlns:a16="http://schemas.microsoft.com/office/drawing/2014/main" id="{6525E432-17F9-4791-8907-215CB9FD0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172" y="4049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0" name="path-2537">
            <a:extLst xmlns:a="http://schemas.openxmlformats.org/drawingml/2006/main">
              <a:ext uri="{FF2B5EF4-FFF2-40B4-BE49-F238E27FC236}">
                <a16:creationId xmlns:a16="http://schemas.microsoft.com/office/drawing/2014/main" id="{516A7845-8A3B-4CED-9C80-22C56EEE7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923" y="40517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1" name="path-2538">
            <a:extLst xmlns:a="http://schemas.openxmlformats.org/drawingml/2006/main">
              <a:ext uri="{FF2B5EF4-FFF2-40B4-BE49-F238E27FC236}">
                <a16:creationId xmlns:a16="http://schemas.microsoft.com/office/drawing/2014/main" id="{0908A620-3EF1-4D49-AE5E-167D236FC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7774" y="40529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2" name="path-2539">
            <a:extLst xmlns:a="http://schemas.openxmlformats.org/drawingml/2006/main">
              <a:ext uri="{FF2B5EF4-FFF2-40B4-BE49-F238E27FC236}">
                <a16:creationId xmlns:a16="http://schemas.microsoft.com/office/drawing/2014/main" id="{40DAE1ED-6315-4D61-A0AE-7F98D4656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5211" y="40367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3" name="path-2540">
            <a:extLst xmlns:a="http://schemas.openxmlformats.org/drawingml/2006/main">
              <a:ext uri="{FF2B5EF4-FFF2-40B4-BE49-F238E27FC236}">
                <a16:creationId xmlns:a16="http://schemas.microsoft.com/office/drawing/2014/main" id="{03D10C80-3A0D-4042-B808-67BC9CC21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990" y="4039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4" name="path-2541">
            <a:extLst xmlns:a="http://schemas.openxmlformats.org/drawingml/2006/main">
              <a:ext uri="{FF2B5EF4-FFF2-40B4-BE49-F238E27FC236}">
                <a16:creationId xmlns:a16="http://schemas.microsoft.com/office/drawing/2014/main" id="{7C0CAB3C-82FC-4E93-8654-863645605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5654" y="40223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5" name="path-2542">
            <a:extLst xmlns:a="http://schemas.openxmlformats.org/drawingml/2006/main">
              <a:ext uri="{FF2B5EF4-FFF2-40B4-BE49-F238E27FC236}">
                <a16:creationId xmlns:a16="http://schemas.microsoft.com/office/drawing/2014/main" id="{BF32FB83-25E7-4A1A-A492-3139C2AD2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1072" y="40487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6" name="path-2543">
            <a:extLst xmlns:a="http://schemas.openxmlformats.org/drawingml/2006/main">
              <a:ext uri="{FF2B5EF4-FFF2-40B4-BE49-F238E27FC236}">
                <a16:creationId xmlns:a16="http://schemas.microsoft.com/office/drawing/2014/main" id="{9D6713B5-D32D-48C1-AE43-14276E2D7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7973" y="40238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7" name="path-2544">
            <a:extLst xmlns:a="http://schemas.openxmlformats.org/drawingml/2006/main">
              <a:ext uri="{FF2B5EF4-FFF2-40B4-BE49-F238E27FC236}">
                <a16:creationId xmlns:a16="http://schemas.microsoft.com/office/drawing/2014/main" id="{BDADA795-6E04-4E85-BCF8-AD0CB48E9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8693" y="40512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8" name="path-2545">
            <a:extLst xmlns:a="http://schemas.openxmlformats.org/drawingml/2006/main">
              <a:ext uri="{FF2B5EF4-FFF2-40B4-BE49-F238E27FC236}">
                <a16:creationId xmlns:a16="http://schemas.microsoft.com/office/drawing/2014/main" id="{7F19B0F8-594F-4960-A48F-E259DCA4FF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2617" y="40420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9" name="path-2546">
            <a:extLst xmlns:a="http://schemas.openxmlformats.org/drawingml/2006/main">
              <a:ext uri="{FF2B5EF4-FFF2-40B4-BE49-F238E27FC236}">
                <a16:creationId xmlns:a16="http://schemas.microsoft.com/office/drawing/2014/main" id="{A9678216-7A59-423B-92BD-551E2D008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4626" y="40419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0" name="path-2547">
            <a:extLst xmlns:a="http://schemas.openxmlformats.org/drawingml/2006/main">
              <a:ext uri="{FF2B5EF4-FFF2-40B4-BE49-F238E27FC236}">
                <a16:creationId xmlns:a16="http://schemas.microsoft.com/office/drawing/2014/main" id="{5C9EB2A3-EF48-444C-A14D-D8DC10473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297" y="40433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1" name="path-2548">
            <a:extLst xmlns:a="http://schemas.openxmlformats.org/drawingml/2006/main">
              <a:ext uri="{FF2B5EF4-FFF2-40B4-BE49-F238E27FC236}">
                <a16:creationId xmlns:a16="http://schemas.microsoft.com/office/drawing/2014/main" id="{05C0A9BC-9E28-4C35-A480-6C7D90B80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28321" y="40455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2" name="path-2549">
            <a:extLst xmlns:a="http://schemas.openxmlformats.org/drawingml/2006/main">
              <a:ext uri="{FF2B5EF4-FFF2-40B4-BE49-F238E27FC236}">
                <a16:creationId xmlns:a16="http://schemas.microsoft.com/office/drawing/2014/main" id="{6734E1EE-7E10-4A21-9289-BA3136B51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809" y="40403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3" name="path-2550">
            <a:extLst xmlns:a="http://schemas.openxmlformats.org/drawingml/2006/main">
              <a:ext uri="{FF2B5EF4-FFF2-40B4-BE49-F238E27FC236}">
                <a16:creationId xmlns:a16="http://schemas.microsoft.com/office/drawing/2014/main" id="{8C69D401-A3EA-41C8-988C-04BE65BE5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989" y="4046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4" name="path-2551">
            <a:extLst xmlns:a="http://schemas.openxmlformats.org/drawingml/2006/main">
              <a:ext uri="{FF2B5EF4-FFF2-40B4-BE49-F238E27FC236}">
                <a16:creationId xmlns:a16="http://schemas.microsoft.com/office/drawing/2014/main" id="{E8809E6A-B2B2-4CE4-A748-DAFD669D0B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815" y="4064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5" name="path-2552">
            <a:extLst xmlns:a="http://schemas.openxmlformats.org/drawingml/2006/main">
              <a:ext uri="{FF2B5EF4-FFF2-40B4-BE49-F238E27FC236}">
                <a16:creationId xmlns:a16="http://schemas.microsoft.com/office/drawing/2014/main" id="{C690151D-7679-462A-AE34-75216E031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8348" y="40478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6" name="path-2553">
            <a:extLst xmlns:a="http://schemas.openxmlformats.org/drawingml/2006/main">
              <a:ext uri="{FF2B5EF4-FFF2-40B4-BE49-F238E27FC236}">
                <a16:creationId xmlns:a16="http://schemas.microsoft.com/office/drawing/2014/main" id="{E35762B7-1C0D-4B45-B3C9-B467CC3A9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541" y="40405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7" name="path-2554">
            <a:extLst xmlns:a="http://schemas.openxmlformats.org/drawingml/2006/main">
              <a:ext uri="{FF2B5EF4-FFF2-40B4-BE49-F238E27FC236}">
                <a16:creationId xmlns:a16="http://schemas.microsoft.com/office/drawing/2014/main" id="{C9B1CCF2-6996-4433-9F62-F8E8B38F3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255" y="40299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8" name="path-2555">
            <a:extLst xmlns:a="http://schemas.openxmlformats.org/drawingml/2006/main">
              <a:ext uri="{FF2B5EF4-FFF2-40B4-BE49-F238E27FC236}">
                <a16:creationId xmlns:a16="http://schemas.microsoft.com/office/drawing/2014/main" id="{01753359-26C2-4E00-BF98-1BA33A15A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708" y="4045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9" name="path-2556">
            <a:extLst xmlns:a="http://schemas.openxmlformats.org/drawingml/2006/main">
              <a:ext uri="{FF2B5EF4-FFF2-40B4-BE49-F238E27FC236}">
                <a16:creationId xmlns:a16="http://schemas.microsoft.com/office/drawing/2014/main" id="{296C7407-12EE-4926-AF5D-A53B8486D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3252" y="40405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0" name="path-2557">
            <a:extLst xmlns:a="http://schemas.openxmlformats.org/drawingml/2006/main">
              <a:ext uri="{FF2B5EF4-FFF2-40B4-BE49-F238E27FC236}">
                <a16:creationId xmlns:a16="http://schemas.microsoft.com/office/drawing/2014/main" id="{7DA133AD-2AC2-4CED-93D4-0E8820352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348" y="40454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1" name="path-2558">
            <a:extLst xmlns:a="http://schemas.openxmlformats.org/drawingml/2006/main">
              <a:ext uri="{FF2B5EF4-FFF2-40B4-BE49-F238E27FC236}">
                <a16:creationId xmlns:a16="http://schemas.microsoft.com/office/drawing/2014/main" id="{FBA20710-D296-45FE-95A8-FE52F6047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7314" y="4038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2" name="path-2559">
            <a:extLst xmlns:a="http://schemas.openxmlformats.org/drawingml/2006/main">
              <a:ext uri="{FF2B5EF4-FFF2-40B4-BE49-F238E27FC236}">
                <a16:creationId xmlns:a16="http://schemas.microsoft.com/office/drawing/2014/main" id="{E1AF0F70-AB9F-4AF4-AAEF-602F8F5C0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4633" y="40668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3" name="path-2560">
            <a:extLst xmlns:a="http://schemas.openxmlformats.org/drawingml/2006/main">
              <a:ext uri="{FF2B5EF4-FFF2-40B4-BE49-F238E27FC236}">
                <a16:creationId xmlns:a16="http://schemas.microsoft.com/office/drawing/2014/main" id="{E93CE493-2C27-4CDF-9D2A-50666F0AB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161" y="40438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4" name="path-2561">
            <a:extLst xmlns:a="http://schemas.openxmlformats.org/drawingml/2006/main">
              <a:ext uri="{FF2B5EF4-FFF2-40B4-BE49-F238E27FC236}">
                <a16:creationId xmlns:a16="http://schemas.microsoft.com/office/drawing/2014/main" id="{284B6359-115A-40B1-A7E9-E7368348D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928" y="4039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5" name="path-2562">
            <a:extLst xmlns:a="http://schemas.openxmlformats.org/drawingml/2006/main">
              <a:ext uri="{FF2B5EF4-FFF2-40B4-BE49-F238E27FC236}">
                <a16:creationId xmlns:a16="http://schemas.microsoft.com/office/drawing/2014/main" id="{3DE35B16-80B5-4ED8-BF31-FA9C2E8C9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091" y="40168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6" name="path-2563">
            <a:extLst xmlns:a="http://schemas.openxmlformats.org/drawingml/2006/main">
              <a:ext uri="{FF2B5EF4-FFF2-40B4-BE49-F238E27FC236}">
                <a16:creationId xmlns:a16="http://schemas.microsoft.com/office/drawing/2014/main" id="{F2CFC171-E813-4B5E-9064-4CBD42484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1963" y="40560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7" name="path-2564">
            <a:extLst xmlns:a="http://schemas.openxmlformats.org/drawingml/2006/main">
              <a:ext uri="{FF2B5EF4-FFF2-40B4-BE49-F238E27FC236}">
                <a16:creationId xmlns:a16="http://schemas.microsoft.com/office/drawing/2014/main" id="{1F5FCBE1-B374-4DB2-A1B9-1F7C07A6B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3577" y="4050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8" name="path-2565">
            <a:extLst xmlns:a="http://schemas.openxmlformats.org/drawingml/2006/main">
              <a:ext uri="{FF2B5EF4-FFF2-40B4-BE49-F238E27FC236}">
                <a16:creationId xmlns:a16="http://schemas.microsoft.com/office/drawing/2014/main" id="{F2BDA5F0-68A9-425D-9CB5-D503035E6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333" y="40484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59" name="path-2566">
            <a:extLst xmlns:a="http://schemas.openxmlformats.org/drawingml/2006/main">
              <a:ext uri="{FF2B5EF4-FFF2-40B4-BE49-F238E27FC236}">
                <a16:creationId xmlns:a16="http://schemas.microsoft.com/office/drawing/2014/main" id="{F05BDA57-385A-42E4-B935-ED071AE93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098" y="40398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0" name="path-2567">
            <a:extLst xmlns:a="http://schemas.openxmlformats.org/drawingml/2006/main">
              <a:ext uri="{FF2B5EF4-FFF2-40B4-BE49-F238E27FC236}">
                <a16:creationId xmlns:a16="http://schemas.microsoft.com/office/drawing/2014/main" id="{8E06235D-DE5C-44C5-8615-7A714A844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848" y="4040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1" name="path-2568">
            <a:extLst xmlns:a="http://schemas.openxmlformats.org/drawingml/2006/main">
              <a:ext uri="{FF2B5EF4-FFF2-40B4-BE49-F238E27FC236}">
                <a16:creationId xmlns:a16="http://schemas.microsoft.com/office/drawing/2014/main" id="{450AF1AD-EF23-4600-9238-3FE5FED77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255" y="40336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2" name="path-2569">
            <a:extLst xmlns:a="http://schemas.openxmlformats.org/drawingml/2006/main">
              <a:ext uri="{FF2B5EF4-FFF2-40B4-BE49-F238E27FC236}">
                <a16:creationId xmlns:a16="http://schemas.microsoft.com/office/drawing/2014/main" id="{6982A9E0-7A54-4623-8F03-CD70669D2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2643" y="40528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3" name="path-2570">
            <a:extLst xmlns:a="http://schemas.openxmlformats.org/drawingml/2006/main">
              <a:ext uri="{FF2B5EF4-FFF2-40B4-BE49-F238E27FC236}">
                <a16:creationId xmlns:a16="http://schemas.microsoft.com/office/drawing/2014/main" id="{11F3046B-C90B-4D1C-955C-953E3AE0D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920" y="4000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4" name="path-2571">
            <a:extLst xmlns:a="http://schemas.openxmlformats.org/drawingml/2006/main">
              <a:ext uri="{FF2B5EF4-FFF2-40B4-BE49-F238E27FC236}">
                <a16:creationId xmlns:a16="http://schemas.microsoft.com/office/drawing/2014/main" id="{D26616E1-6D79-498F-9882-F06588AC6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377" y="40476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5" name="path-2572">
            <a:extLst xmlns:a="http://schemas.openxmlformats.org/drawingml/2006/main">
              <a:ext uri="{FF2B5EF4-FFF2-40B4-BE49-F238E27FC236}">
                <a16:creationId xmlns:a16="http://schemas.microsoft.com/office/drawing/2014/main" id="{7C997965-D0D5-4A27-9EE8-ABD09AAA8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52226" y="40533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6" name="path-2573">
            <a:extLst xmlns:a="http://schemas.openxmlformats.org/drawingml/2006/main">
              <a:ext uri="{FF2B5EF4-FFF2-40B4-BE49-F238E27FC236}">
                <a16:creationId xmlns:a16="http://schemas.microsoft.com/office/drawing/2014/main" id="{004E47DF-ABFD-43D0-8648-4091B1E06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341" y="40691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7" name="path-2574">
            <a:extLst xmlns:a="http://schemas.openxmlformats.org/drawingml/2006/main">
              <a:ext uri="{FF2B5EF4-FFF2-40B4-BE49-F238E27FC236}">
                <a16:creationId xmlns:a16="http://schemas.microsoft.com/office/drawing/2014/main" id="{F837B8EC-84B9-4802-9D74-28499B7B8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81060" y="40517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8" name="path-2575">
            <a:extLst xmlns:a="http://schemas.openxmlformats.org/drawingml/2006/main">
              <a:ext uri="{FF2B5EF4-FFF2-40B4-BE49-F238E27FC236}">
                <a16:creationId xmlns:a16="http://schemas.microsoft.com/office/drawing/2014/main" id="{0548115B-204B-4177-B007-CF366E6C8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365" y="40439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69" name="path-2576">
            <a:extLst xmlns:a="http://schemas.openxmlformats.org/drawingml/2006/main">
              <a:ext uri="{FF2B5EF4-FFF2-40B4-BE49-F238E27FC236}">
                <a16:creationId xmlns:a16="http://schemas.microsoft.com/office/drawing/2014/main" id="{AA434DCC-7D06-448F-BB4F-6199A918B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812" y="40448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0" name="path-2577">
            <a:extLst xmlns:a="http://schemas.openxmlformats.org/drawingml/2006/main">
              <a:ext uri="{FF2B5EF4-FFF2-40B4-BE49-F238E27FC236}">
                <a16:creationId xmlns:a16="http://schemas.microsoft.com/office/drawing/2014/main" id="{B01AE4C1-8B95-4E6D-89FC-64A642E1E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034" y="40442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1" name="path-2578">
            <a:extLst xmlns:a="http://schemas.openxmlformats.org/drawingml/2006/main">
              <a:ext uri="{FF2B5EF4-FFF2-40B4-BE49-F238E27FC236}">
                <a16:creationId xmlns:a16="http://schemas.microsoft.com/office/drawing/2014/main" id="{22D6D77E-765A-4742-9BD9-4531B7910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75272" y="40428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2" name="path-2579">
            <a:extLst xmlns:a="http://schemas.openxmlformats.org/drawingml/2006/main">
              <a:ext uri="{FF2B5EF4-FFF2-40B4-BE49-F238E27FC236}">
                <a16:creationId xmlns:a16="http://schemas.microsoft.com/office/drawing/2014/main" id="{EE46531F-C06D-4852-AFBB-0405CD423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0025" y="40316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3" name="path-2580">
            <a:extLst xmlns:a="http://schemas.openxmlformats.org/drawingml/2006/main">
              <a:ext uri="{FF2B5EF4-FFF2-40B4-BE49-F238E27FC236}">
                <a16:creationId xmlns:a16="http://schemas.microsoft.com/office/drawing/2014/main" id="{3CE566A4-7095-4DE6-B6FB-D90FDD610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574" y="40431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4" name="path-2581">
            <a:extLst xmlns:a="http://schemas.openxmlformats.org/drawingml/2006/main">
              <a:ext uri="{FF2B5EF4-FFF2-40B4-BE49-F238E27FC236}">
                <a16:creationId xmlns:a16="http://schemas.microsoft.com/office/drawing/2014/main" id="{9ABC9269-14DA-4AF7-9ED5-7456B4DAF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601" y="4045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5" name="path-2582">
            <a:extLst xmlns:a="http://schemas.openxmlformats.org/drawingml/2006/main">
              <a:ext uri="{FF2B5EF4-FFF2-40B4-BE49-F238E27FC236}">
                <a16:creationId xmlns:a16="http://schemas.microsoft.com/office/drawing/2014/main" id="{72D47C57-DD7A-455F-9906-582DF80D0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8016" y="40455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6" name="path-2583">
            <a:extLst xmlns:a="http://schemas.openxmlformats.org/drawingml/2006/main">
              <a:ext uri="{FF2B5EF4-FFF2-40B4-BE49-F238E27FC236}">
                <a16:creationId xmlns:a16="http://schemas.microsoft.com/office/drawing/2014/main" id="{433AFA82-3409-4584-A2A9-12EE38A6C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380" y="40477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7" name="path-2584">
            <a:extLst xmlns:a="http://schemas.openxmlformats.org/drawingml/2006/main">
              <a:ext uri="{FF2B5EF4-FFF2-40B4-BE49-F238E27FC236}">
                <a16:creationId xmlns:a16="http://schemas.microsoft.com/office/drawing/2014/main" id="{BE54FE61-6481-4D0D-9E2A-2D16F5802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4138" y="40296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8" name="path-2585">
            <a:extLst xmlns:a="http://schemas.openxmlformats.org/drawingml/2006/main">
              <a:ext uri="{FF2B5EF4-FFF2-40B4-BE49-F238E27FC236}">
                <a16:creationId xmlns:a16="http://schemas.microsoft.com/office/drawing/2014/main" id="{DE3A5CD5-C369-4206-B8B5-A59680397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741" y="40422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9" name="path-2586">
            <a:extLst xmlns:a="http://schemas.openxmlformats.org/drawingml/2006/main">
              <a:ext uri="{FF2B5EF4-FFF2-40B4-BE49-F238E27FC236}">
                <a16:creationId xmlns:a16="http://schemas.microsoft.com/office/drawing/2014/main" id="{F923422D-F914-45ED-BC79-5CE7D31E4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210" y="4038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0" name="path-2587">
            <a:extLst xmlns:a="http://schemas.openxmlformats.org/drawingml/2006/main">
              <a:ext uri="{FF2B5EF4-FFF2-40B4-BE49-F238E27FC236}">
                <a16:creationId xmlns:a16="http://schemas.microsoft.com/office/drawing/2014/main" id="{04515E5E-FB6A-472F-ADED-E46DB0E1B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4409" y="4042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1" name="path-2588">
            <a:extLst xmlns:a="http://schemas.openxmlformats.org/drawingml/2006/main">
              <a:ext uri="{FF2B5EF4-FFF2-40B4-BE49-F238E27FC236}">
                <a16:creationId xmlns:a16="http://schemas.microsoft.com/office/drawing/2014/main" id="{9BFBB6F5-53A8-440F-9B34-5DF77B9E5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2199" y="40504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2" name="path-2589">
            <a:extLst xmlns:a="http://schemas.openxmlformats.org/drawingml/2006/main">
              <a:ext uri="{FF2B5EF4-FFF2-40B4-BE49-F238E27FC236}">
                <a16:creationId xmlns:a16="http://schemas.microsoft.com/office/drawing/2014/main" id="{1F25F461-0F24-42F7-A507-B4C69807E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830" y="4041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3" name="path-2590">
            <a:extLst xmlns:a="http://schemas.openxmlformats.org/drawingml/2006/main">
              <a:ext uri="{FF2B5EF4-FFF2-40B4-BE49-F238E27FC236}">
                <a16:creationId xmlns:a16="http://schemas.microsoft.com/office/drawing/2014/main" id="{BA89C56E-0062-4D0D-B7EE-2594E4235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6293" y="40172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4" name="path-2591">
            <a:extLst xmlns:a="http://schemas.openxmlformats.org/drawingml/2006/main">
              <a:ext uri="{FF2B5EF4-FFF2-40B4-BE49-F238E27FC236}">
                <a16:creationId xmlns:a16="http://schemas.microsoft.com/office/drawing/2014/main" id="{30BEFF23-8DCA-47D7-A1B8-0F4A0C948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9825" y="40305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5" name="path-2592">
            <a:extLst xmlns:a="http://schemas.openxmlformats.org/drawingml/2006/main">
              <a:ext uri="{FF2B5EF4-FFF2-40B4-BE49-F238E27FC236}">
                <a16:creationId xmlns:a16="http://schemas.microsoft.com/office/drawing/2014/main" id="{33E88275-9C15-4FF9-8830-DF5BAB86A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338" y="40428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6" name="path-2593">
            <a:extLst xmlns:a="http://schemas.openxmlformats.org/drawingml/2006/main">
              <a:ext uri="{FF2B5EF4-FFF2-40B4-BE49-F238E27FC236}">
                <a16:creationId xmlns:a16="http://schemas.microsoft.com/office/drawing/2014/main" id="{AC67FA50-A610-409D-A2EF-F56C9CEE5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548" y="40477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7" name="path-2594">
            <a:extLst xmlns:a="http://schemas.openxmlformats.org/drawingml/2006/main">
              <a:ext uri="{FF2B5EF4-FFF2-40B4-BE49-F238E27FC236}">
                <a16:creationId xmlns:a16="http://schemas.microsoft.com/office/drawing/2014/main" id="{79A182D1-C47C-487D-B816-731E9C48B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235" y="40455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8" name="path-2595">
            <a:extLst xmlns:a="http://schemas.openxmlformats.org/drawingml/2006/main">
              <a:ext uri="{FF2B5EF4-FFF2-40B4-BE49-F238E27FC236}">
                <a16:creationId xmlns:a16="http://schemas.microsoft.com/office/drawing/2014/main" id="{33A5AF50-AE93-4026-B87E-22FA9C792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7996" y="40726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9" name="path-2596">
            <a:extLst xmlns:a="http://schemas.openxmlformats.org/drawingml/2006/main">
              <a:ext uri="{FF2B5EF4-FFF2-40B4-BE49-F238E27FC236}">
                <a16:creationId xmlns:a16="http://schemas.microsoft.com/office/drawing/2014/main" id="{0EC42BAF-A79A-459D-85B1-932966489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4124" y="40346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0" name="path-2597">
            <a:extLst xmlns:a="http://schemas.openxmlformats.org/drawingml/2006/main">
              <a:ext uri="{FF2B5EF4-FFF2-40B4-BE49-F238E27FC236}">
                <a16:creationId xmlns:a16="http://schemas.microsoft.com/office/drawing/2014/main" id="{14B340DF-7D26-4F61-B969-2A2664B0E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4378" y="40702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1" name="path-2598">
            <a:extLst xmlns:a="http://schemas.openxmlformats.org/drawingml/2006/main">
              <a:ext uri="{FF2B5EF4-FFF2-40B4-BE49-F238E27FC236}">
                <a16:creationId xmlns:a16="http://schemas.microsoft.com/office/drawing/2014/main" id="{D1FC64CD-F215-4574-82CD-AB6EC8D2C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77412" y="40482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2" name="path-2599">
            <a:extLst xmlns:a="http://schemas.openxmlformats.org/drawingml/2006/main">
              <a:ext uri="{FF2B5EF4-FFF2-40B4-BE49-F238E27FC236}">
                <a16:creationId xmlns:a16="http://schemas.microsoft.com/office/drawing/2014/main" id="{BE56C610-C827-4CA7-9C20-561CBFAE1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2963" y="4042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3" name="path-2600">
            <a:extLst xmlns:a="http://schemas.openxmlformats.org/drawingml/2006/main">
              <a:ext uri="{FF2B5EF4-FFF2-40B4-BE49-F238E27FC236}">
                <a16:creationId xmlns:a16="http://schemas.microsoft.com/office/drawing/2014/main" id="{24FBBF98-5B28-4765-82EF-0CA1D628A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500" y="4053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4" name="path-2601">
            <a:extLst xmlns:a="http://schemas.openxmlformats.org/drawingml/2006/main">
              <a:ext uri="{FF2B5EF4-FFF2-40B4-BE49-F238E27FC236}">
                <a16:creationId xmlns:a16="http://schemas.microsoft.com/office/drawing/2014/main" id="{EAE407C7-EA8D-450E-A5B5-7000042BB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774" y="40445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5" name="path-2602">
            <a:extLst xmlns:a="http://schemas.openxmlformats.org/drawingml/2006/main">
              <a:ext uri="{FF2B5EF4-FFF2-40B4-BE49-F238E27FC236}">
                <a16:creationId xmlns:a16="http://schemas.microsoft.com/office/drawing/2014/main" id="{4017554D-4958-4CA2-BFD3-F8AACB680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599" y="4047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6" name="path-2603">
            <a:extLst xmlns:a="http://schemas.openxmlformats.org/drawingml/2006/main">
              <a:ext uri="{FF2B5EF4-FFF2-40B4-BE49-F238E27FC236}">
                <a16:creationId xmlns:a16="http://schemas.microsoft.com/office/drawing/2014/main" id="{46062B15-66C1-4EC3-A76E-B1DD9AB53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1995" y="40292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7" name="path-2604">
            <a:extLst xmlns:a="http://schemas.openxmlformats.org/drawingml/2006/main">
              <a:ext uri="{FF2B5EF4-FFF2-40B4-BE49-F238E27FC236}">
                <a16:creationId xmlns:a16="http://schemas.microsoft.com/office/drawing/2014/main" id="{B3129B62-0385-4AFE-9B0B-EC95334AF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8300" y="40530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8" name="path-2605">
            <a:extLst xmlns:a="http://schemas.openxmlformats.org/drawingml/2006/main">
              <a:ext uri="{FF2B5EF4-FFF2-40B4-BE49-F238E27FC236}">
                <a16:creationId xmlns:a16="http://schemas.microsoft.com/office/drawing/2014/main" id="{9A9BF992-8493-4FB4-AFD3-4FDD8667C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879" y="40516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99" name="path-2606">
            <a:extLst xmlns:a="http://schemas.openxmlformats.org/drawingml/2006/main">
              <a:ext uri="{FF2B5EF4-FFF2-40B4-BE49-F238E27FC236}">
                <a16:creationId xmlns:a16="http://schemas.microsoft.com/office/drawing/2014/main" id="{4FB0FCBB-8459-4381-BD78-55AE34FAB5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03688" y="40545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0" name="path-2607">
            <a:extLst xmlns:a="http://schemas.openxmlformats.org/drawingml/2006/main">
              <a:ext uri="{FF2B5EF4-FFF2-40B4-BE49-F238E27FC236}">
                <a16:creationId xmlns:a16="http://schemas.microsoft.com/office/drawing/2014/main" id="{99A00CAD-1E69-4212-BB6B-9399BFFD7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3882" y="40355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1" name="path-2608">
            <a:extLst xmlns:a="http://schemas.openxmlformats.org/drawingml/2006/main">
              <a:ext uri="{FF2B5EF4-FFF2-40B4-BE49-F238E27FC236}">
                <a16:creationId xmlns:a16="http://schemas.microsoft.com/office/drawing/2014/main" id="{7034DFBA-3F74-4769-9AC8-AF4973431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1602" y="40477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2" name="path-2609">
            <a:extLst xmlns:a="http://schemas.openxmlformats.org/drawingml/2006/main">
              <a:ext uri="{FF2B5EF4-FFF2-40B4-BE49-F238E27FC236}">
                <a16:creationId xmlns:a16="http://schemas.microsoft.com/office/drawing/2014/main" id="{3A77E4A6-0F8E-4D4A-8033-15E676E7B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6435" y="40249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3" name="path-2610">
            <a:extLst xmlns:a="http://schemas.openxmlformats.org/drawingml/2006/main">
              <a:ext uri="{FF2B5EF4-FFF2-40B4-BE49-F238E27FC236}">
                <a16:creationId xmlns:a16="http://schemas.microsoft.com/office/drawing/2014/main" id="{81D45F5E-9E2E-4166-97FA-7A6485FB4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889" y="40449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4" name="path-2611">
            <a:extLst xmlns:a="http://schemas.openxmlformats.org/drawingml/2006/main">
              <a:ext uri="{FF2B5EF4-FFF2-40B4-BE49-F238E27FC236}">
                <a16:creationId xmlns:a16="http://schemas.microsoft.com/office/drawing/2014/main" id="{FD25E7F2-CDE9-472F-9D3E-B56790ADC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833" y="4050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5" name="path-2612">
            <a:extLst xmlns:a="http://schemas.openxmlformats.org/drawingml/2006/main">
              <a:ext uri="{FF2B5EF4-FFF2-40B4-BE49-F238E27FC236}">
                <a16:creationId xmlns:a16="http://schemas.microsoft.com/office/drawing/2014/main" id="{8F98947D-8325-414F-BA44-36A17F4E3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8074" y="40517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6" name="path-2613">
            <a:extLst xmlns:a="http://schemas.openxmlformats.org/drawingml/2006/main">
              <a:ext uri="{FF2B5EF4-FFF2-40B4-BE49-F238E27FC236}">
                <a16:creationId xmlns:a16="http://schemas.microsoft.com/office/drawing/2014/main" id="{2D303B51-9F37-47A5-B7D5-ACB6D758F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905" y="40415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7" name="path-2614">
            <a:extLst xmlns:a="http://schemas.openxmlformats.org/drawingml/2006/main">
              <a:ext uri="{FF2B5EF4-FFF2-40B4-BE49-F238E27FC236}">
                <a16:creationId xmlns:a16="http://schemas.microsoft.com/office/drawing/2014/main" id="{50570FFC-DC92-4A39-BDA5-471DBF91E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436" y="4058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8" name="path-2615">
            <a:extLst xmlns:a="http://schemas.openxmlformats.org/drawingml/2006/main">
              <a:ext uri="{FF2B5EF4-FFF2-40B4-BE49-F238E27FC236}">
                <a16:creationId xmlns:a16="http://schemas.microsoft.com/office/drawing/2014/main" id="{C616185D-214D-46C0-B628-4BD5D9AD3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658" y="40592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9" name="path-2616">
            <a:extLst xmlns:a="http://schemas.openxmlformats.org/drawingml/2006/main">
              <a:ext uri="{FF2B5EF4-FFF2-40B4-BE49-F238E27FC236}">
                <a16:creationId xmlns:a16="http://schemas.microsoft.com/office/drawing/2014/main" id="{C5FC1292-DF58-4EA9-8057-FBE12CDB4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898" y="40429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0" name="path-2617">
            <a:extLst xmlns:a="http://schemas.openxmlformats.org/drawingml/2006/main">
              <a:ext uri="{FF2B5EF4-FFF2-40B4-BE49-F238E27FC236}">
                <a16:creationId xmlns:a16="http://schemas.microsoft.com/office/drawing/2014/main" id="{64423D1B-A596-45DA-81FD-B0917E17B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6782" y="40258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1" name="path-2618">
            <a:extLst xmlns:a="http://schemas.openxmlformats.org/drawingml/2006/main">
              <a:ext uri="{FF2B5EF4-FFF2-40B4-BE49-F238E27FC236}">
                <a16:creationId xmlns:a16="http://schemas.microsoft.com/office/drawing/2014/main" id="{356EC5D9-517C-456A-A614-B3BBE81D5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6912" y="40412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2" name="path-2619">
            <a:extLst xmlns:a="http://schemas.openxmlformats.org/drawingml/2006/main">
              <a:ext uri="{FF2B5EF4-FFF2-40B4-BE49-F238E27FC236}">
                <a16:creationId xmlns:a16="http://schemas.microsoft.com/office/drawing/2014/main" id="{9A27B662-D8C5-4DB0-B903-8794B731C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139" y="4067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3" name="path-2620">
            <a:extLst xmlns:a="http://schemas.openxmlformats.org/drawingml/2006/main">
              <a:ext uri="{FF2B5EF4-FFF2-40B4-BE49-F238E27FC236}">
                <a16:creationId xmlns:a16="http://schemas.microsoft.com/office/drawing/2014/main" id="{AEFF30C2-B118-463B-B1F0-CAE6259E2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3333" y="40328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4" name="path-2621">
            <a:extLst xmlns:a="http://schemas.openxmlformats.org/drawingml/2006/main">
              <a:ext uri="{FF2B5EF4-FFF2-40B4-BE49-F238E27FC236}">
                <a16:creationId xmlns:a16="http://schemas.microsoft.com/office/drawing/2014/main" id="{71E902F2-0D50-4238-B2BB-441242949C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0673" y="4046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5" name="path-2622">
            <a:extLst xmlns:a="http://schemas.openxmlformats.org/drawingml/2006/main">
              <a:ext uri="{FF2B5EF4-FFF2-40B4-BE49-F238E27FC236}">
                <a16:creationId xmlns:a16="http://schemas.microsoft.com/office/drawing/2014/main" id="{611A2530-C09E-4CD9-A3BE-1ADCE54F8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741" y="40567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6" name="path-2623">
            <a:extLst xmlns:a="http://schemas.openxmlformats.org/drawingml/2006/main">
              <a:ext uri="{FF2B5EF4-FFF2-40B4-BE49-F238E27FC236}">
                <a16:creationId xmlns:a16="http://schemas.microsoft.com/office/drawing/2014/main" id="{3EB73ED7-4357-48C1-8FCB-BEF8ED445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379" y="4041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7" name="path-2624">
            <a:extLst xmlns:a="http://schemas.openxmlformats.org/drawingml/2006/main">
              <a:ext uri="{FF2B5EF4-FFF2-40B4-BE49-F238E27FC236}">
                <a16:creationId xmlns:a16="http://schemas.microsoft.com/office/drawing/2014/main" id="{F244B81B-AF8B-41B4-8C70-E5EAB2FADE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888" y="40478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8" name="path-2625">
            <a:extLst xmlns:a="http://schemas.openxmlformats.org/drawingml/2006/main">
              <a:ext uri="{FF2B5EF4-FFF2-40B4-BE49-F238E27FC236}">
                <a16:creationId xmlns:a16="http://schemas.microsoft.com/office/drawing/2014/main" id="{B6FBCF52-3DE9-46D2-8105-7CEC934B3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2630" y="40380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9" name="path-2626">
            <a:extLst xmlns:a="http://schemas.openxmlformats.org/drawingml/2006/main">
              <a:ext uri="{FF2B5EF4-FFF2-40B4-BE49-F238E27FC236}">
                <a16:creationId xmlns:a16="http://schemas.microsoft.com/office/drawing/2014/main" id="{A81F3530-CEF3-460A-B1E5-D7E9670E5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506" y="40471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0" name="path-2627">
            <a:extLst xmlns:a="http://schemas.openxmlformats.org/drawingml/2006/main">
              <a:ext uri="{FF2B5EF4-FFF2-40B4-BE49-F238E27FC236}">
                <a16:creationId xmlns:a16="http://schemas.microsoft.com/office/drawing/2014/main" id="{44CF0E4A-62D2-495C-955B-1E92D34CF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0458" y="4049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1" name="path-2628">
            <a:extLst xmlns:a="http://schemas.openxmlformats.org/drawingml/2006/main">
              <a:ext uri="{FF2B5EF4-FFF2-40B4-BE49-F238E27FC236}">
                <a16:creationId xmlns:a16="http://schemas.microsoft.com/office/drawing/2014/main" id="{9728798A-B694-43B4-92C2-9E1294014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148" y="40458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2" name="path-2629">
            <a:extLst xmlns:a="http://schemas.openxmlformats.org/drawingml/2006/main">
              <a:ext uri="{FF2B5EF4-FFF2-40B4-BE49-F238E27FC236}">
                <a16:creationId xmlns:a16="http://schemas.microsoft.com/office/drawing/2014/main" id="{2C607179-D3BF-4089-BA78-A09CCB2804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3402" y="40489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3" name="path-2630">
            <a:extLst xmlns:a="http://schemas.openxmlformats.org/drawingml/2006/main">
              <a:ext uri="{FF2B5EF4-FFF2-40B4-BE49-F238E27FC236}">
                <a16:creationId xmlns:a16="http://schemas.microsoft.com/office/drawing/2014/main" id="{14EB8A91-DF76-40DC-B8DB-7D99E99B9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815" y="40480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4" name="path-2631">
            <a:extLst xmlns:a="http://schemas.openxmlformats.org/drawingml/2006/main">
              <a:ext uri="{FF2B5EF4-FFF2-40B4-BE49-F238E27FC236}">
                <a16:creationId xmlns:a16="http://schemas.microsoft.com/office/drawing/2014/main" id="{5C1D099C-9471-4694-BF5A-3FC327BDF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228" y="40361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5" name="path-2632">
            <a:extLst xmlns:a="http://schemas.openxmlformats.org/drawingml/2006/main">
              <a:ext uri="{FF2B5EF4-FFF2-40B4-BE49-F238E27FC236}">
                <a16:creationId xmlns:a16="http://schemas.microsoft.com/office/drawing/2014/main" id="{13EAA56D-6FAA-4CD8-A336-286C6D812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7205" y="40579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6" name="path-2633">
            <a:extLst xmlns:a="http://schemas.openxmlformats.org/drawingml/2006/main">
              <a:ext uri="{FF2B5EF4-FFF2-40B4-BE49-F238E27FC236}">
                <a16:creationId xmlns:a16="http://schemas.microsoft.com/office/drawing/2014/main" id="{D3F707A3-23AB-4C24-9E97-CE0A3C313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186" y="40272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7" name="path-2634">
            <a:extLst xmlns:a="http://schemas.openxmlformats.org/drawingml/2006/main">
              <a:ext uri="{FF2B5EF4-FFF2-40B4-BE49-F238E27FC236}">
                <a16:creationId xmlns:a16="http://schemas.microsoft.com/office/drawing/2014/main" id="{5405EA9C-C320-4F30-9A59-3A0FAFF02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509" y="40595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8" name="path-2635">
            <a:extLst xmlns:a="http://schemas.openxmlformats.org/drawingml/2006/main">
              <a:ext uri="{FF2B5EF4-FFF2-40B4-BE49-F238E27FC236}">
                <a16:creationId xmlns:a16="http://schemas.microsoft.com/office/drawing/2014/main" id="{AF177797-1C59-4654-BF35-3E8DE7F80A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626" y="40435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9" name="path-2636">
            <a:extLst xmlns:a="http://schemas.openxmlformats.org/drawingml/2006/main">
              <a:ext uri="{FF2B5EF4-FFF2-40B4-BE49-F238E27FC236}">
                <a16:creationId xmlns:a16="http://schemas.microsoft.com/office/drawing/2014/main" id="{78F05514-C2D5-44C9-BAF3-7533DC690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6260" y="40426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0" name="path-2637">
            <a:extLst xmlns:a="http://schemas.openxmlformats.org/drawingml/2006/main">
              <a:ext uri="{FF2B5EF4-FFF2-40B4-BE49-F238E27FC236}">
                <a16:creationId xmlns:a16="http://schemas.microsoft.com/office/drawing/2014/main" id="{6FEC91E1-60D7-4240-BD2A-3015F8EAC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4796" y="40436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1" name="path-2638">
            <a:extLst xmlns:a="http://schemas.openxmlformats.org/drawingml/2006/main">
              <a:ext uri="{FF2B5EF4-FFF2-40B4-BE49-F238E27FC236}">
                <a16:creationId xmlns:a16="http://schemas.microsoft.com/office/drawing/2014/main" id="{66B16B51-2A11-4869-BD83-8D715C14F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3559" y="40485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2" name="path-2639">
            <a:extLst xmlns:a="http://schemas.openxmlformats.org/drawingml/2006/main">
              <a:ext uri="{FF2B5EF4-FFF2-40B4-BE49-F238E27FC236}">
                <a16:creationId xmlns:a16="http://schemas.microsoft.com/office/drawing/2014/main" id="{11052627-C5E9-457B-911C-6EB70CC61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6794" y="40529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3" name="path-2640">
            <a:extLst xmlns:a="http://schemas.openxmlformats.org/drawingml/2006/main">
              <a:ext uri="{FF2B5EF4-FFF2-40B4-BE49-F238E27FC236}">
                <a16:creationId xmlns:a16="http://schemas.microsoft.com/office/drawing/2014/main" id="{37254ECB-97B9-49A4-942E-A246678C7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947" y="40478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4" name="path-2641">
            <a:extLst xmlns:a="http://schemas.openxmlformats.org/drawingml/2006/main">
              <a:ext uri="{FF2B5EF4-FFF2-40B4-BE49-F238E27FC236}">
                <a16:creationId xmlns:a16="http://schemas.microsoft.com/office/drawing/2014/main" id="{99112BF6-5EDF-44FA-A4D8-889F3E31A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0780" y="40405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5" name="path-2642">
            <a:extLst xmlns:a="http://schemas.openxmlformats.org/drawingml/2006/main">
              <a:ext uri="{FF2B5EF4-FFF2-40B4-BE49-F238E27FC236}">
                <a16:creationId xmlns:a16="http://schemas.microsoft.com/office/drawing/2014/main" id="{C635D305-29BC-46FA-A00C-52C6D915E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861" y="4045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6" name="path-2643">
            <a:extLst xmlns:a="http://schemas.openxmlformats.org/drawingml/2006/main">
              <a:ext uri="{FF2B5EF4-FFF2-40B4-BE49-F238E27FC236}">
                <a16:creationId xmlns:a16="http://schemas.microsoft.com/office/drawing/2014/main" id="{B3EF6CD2-4B08-419F-9662-C9F2BF300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0286" y="40395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7" name="path-2644">
            <a:extLst xmlns:a="http://schemas.openxmlformats.org/drawingml/2006/main">
              <a:ext uri="{FF2B5EF4-FFF2-40B4-BE49-F238E27FC236}">
                <a16:creationId xmlns:a16="http://schemas.microsoft.com/office/drawing/2014/main" id="{7FF64D2D-D824-4B7A-971E-FDA981DEB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020" y="4044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8" name="path-2645">
            <a:extLst xmlns:a="http://schemas.openxmlformats.org/drawingml/2006/main">
              <a:ext uri="{FF2B5EF4-FFF2-40B4-BE49-F238E27FC236}">
                <a16:creationId xmlns:a16="http://schemas.microsoft.com/office/drawing/2014/main" id="{77621E4F-BE0F-483D-A936-CE4B69461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289" y="40442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9" name="path-2646">
            <a:extLst xmlns:a="http://schemas.openxmlformats.org/drawingml/2006/main">
              <a:ext uri="{FF2B5EF4-FFF2-40B4-BE49-F238E27FC236}">
                <a16:creationId xmlns:a16="http://schemas.microsoft.com/office/drawing/2014/main" id="{E843F015-D900-4D45-B1D1-F0F5046F1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765" y="40422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0" name="path-2647">
            <a:extLst xmlns:a="http://schemas.openxmlformats.org/drawingml/2006/main">
              <a:ext uri="{FF2B5EF4-FFF2-40B4-BE49-F238E27FC236}">
                <a16:creationId xmlns:a16="http://schemas.microsoft.com/office/drawing/2014/main" id="{439C5649-B9E2-4CE1-B7E8-C6D3028714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979" y="40503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1" name="path-2648">
            <a:extLst xmlns:a="http://schemas.openxmlformats.org/drawingml/2006/main">
              <a:ext uri="{FF2B5EF4-FFF2-40B4-BE49-F238E27FC236}">
                <a16:creationId xmlns:a16="http://schemas.microsoft.com/office/drawing/2014/main" id="{463C89AA-4766-451D-8C21-E8212CBBB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08470" y="4039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2" name="path-2649">
            <a:extLst xmlns:a="http://schemas.openxmlformats.org/drawingml/2006/main">
              <a:ext uri="{FF2B5EF4-FFF2-40B4-BE49-F238E27FC236}">
                <a16:creationId xmlns:a16="http://schemas.microsoft.com/office/drawing/2014/main" id="{E1E7A52E-66DD-4CB1-940D-1D17A70A5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9889" y="40437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3" name="path-2650">
            <a:extLst xmlns:a="http://schemas.openxmlformats.org/drawingml/2006/main">
              <a:ext uri="{FF2B5EF4-FFF2-40B4-BE49-F238E27FC236}">
                <a16:creationId xmlns:a16="http://schemas.microsoft.com/office/drawing/2014/main" id="{E8AA5A99-FC76-4D4E-8D23-B830D160C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242" y="40489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4" name="path-2651">
            <a:extLst xmlns:a="http://schemas.openxmlformats.org/drawingml/2006/main">
              <a:ext uri="{FF2B5EF4-FFF2-40B4-BE49-F238E27FC236}">
                <a16:creationId xmlns:a16="http://schemas.microsoft.com/office/drawing/2014/main" id="{A2686B97-B0D0-47A4-A305-229CE37C93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936" y="40399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5" name="path-2652">
            <a:extLst xmlns:a="http://schemas.openxmlformats.org/drawingml/2006/main">
              <a:ext uri="{FF2B5EF4-FFF2-40B4-BE49-F238E27FC236}">
                <a16:creationId xmlns:a16="http://schemas.microsoft.com/office/drawing/2014/main" id="{2CB4AEF1-A8DE-4C93-B32B-450C86522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6255" y="40387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6" name="path-2653">
            <a:extLst xmlns:a="http://schemas.openxmlformats.org/drawingml/2006/main">
              <a:ext uri="{FF2B5EF4-FFF2-40B4-BE49-F238E27FC236}">
                <a16:creationId xmlns:a16="http://schemas.microsoft.com/office/drawing/2014/main" id="{002844A3-549D-4644-ADEB-FF799D3FC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4480" y="4037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7" name="path-2654">
            <a:extLst xmlns:a="http://schemas.openxmlformats.org/drawingml/2006/main">
              <a:ext uri="{FF2B5EF4-FFF2-40B4-BE49-F238E27FC236}">
                <a16:creationId xmlns:a16="http://schemas.microsoft.com/office/drawing/2014/main" id="{12CBB29F-FDA6-4B8D-829A-F8F895DA3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3996" y="40513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8" name="path-2655">
            <a:extLst xmlns:a="http://schemas.openxmlformats.org/drawingml/2006/main">
              <a:ext uri="{FF2B5EF4-FFF2-40B4-BE49-F238E27FC236}">
                <a16:creationId xmlns:a16="http://schemas.microsoft.com/office/drawing/2014/main" id="{139205E5-40CF-4906-9505-0E0C715B0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928" y="40576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49" name="path-2656">
            <a:extLst xmlns:a="http://schemas.openxmlformats.org/drawingml/2006/main">
              <a:ext uri="{FF2B5EF4-FFF2-40B4-BE49-F238E27FC236}">
                <a16:creationId xmlns:a16="http://schemas.microsoft.com/office/drawing/2014/main" id="{579C5872-1D9B-411E-9A2E-689F1A8754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543" y="40742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0" name="path-2657">
            <a:extLst xmlns:a="http://schemas.openxmlformats.org/drawingml/2006/main">
              <a:ext uri="{FF2B5EF4-FFF2-40B4-BE49-F238E27FC236}">
                <a16:creationId xmlns:a16="http://schemas.microsoft.com/office/drawing/2014/main" id="{1574EB33-A588-44CE-BB39-D793405E3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6564" y="4015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1" name="path-2658">
            <a:extLst xmlns:a="http://schemas.openxmlformats.org/drawingml/2006/main">
              <a:ext uri="{FF2B5EF4-FFF2-40B4-BE49-F238E27FC236}">
                <a16:creationId xmlns:a16="http://schemas.microsoft.com/office/drawing/2014/main" id="{F5ACF04D-80D8-4994-A7BA-FCFD3A451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2247" y="40320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2" name="path-2659">
            <a:extLst xmlns:a="http://schemas.openxmlformats.org/drawingml/2006/main">
              <a:ext uri="{FF2B5EF4-FFF2-40B4-BE49-F238E27FC236}">
                <a16:creationId xmlns:a16="http://schemas.microsoft.com/office/drawing/2014/main" id="{8BEE1377-92C9-404B-AA3C-EDFC6D256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4917" y="40672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3" name="path-2660">
            <a:extLst xmlns:a="http://schemas.openxmlformats.org/drawingml/2006/main">
              <a:ext uri="{FF2B5EF4-FFF2-40B4-BE49-F238E27FC236}">
                <a16:creationId xmlns:a16="http://schemas.microsoft.com/office/drawing/2014/main" id="{7982C9FE-B785-4C18-9CBA-9E601560F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644" y="4053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4" name="path-2661">
            <a:extLst xmlns:a="http://schemas.openxmlformats.org/drawingml/2006/main">
              <a:ext uri="{FF2B5EF4-FFF2-40B4-BE49-F238E27FC236}">
                <a16:creationId xmlns:a16="http://schemas.microsoft.com/office/drawing/2014/main" id="{DFE00E9A-F439-49B3-A1BB-5DA44A474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2319" y="4047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5" name="path-2662">
            <a:extLst xmlns:a="http://schemas.openxmlformats.org/drawingml/2006/main">
              <a:ext uri="{FF2B5EF4-FFF2-40B4-BE49-F238E27FC236}">
                <a16:creationId xmlns:a16="http://schemas.microsoft.com/office/drawing/2014/main" id="{443135EB-5737-418D-9A47-7510656B2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7032" y="40423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6" name="path-2663">
            <a:extLst xmlns:a="http://schemas.openxmlformats.org/drawingml/2006/main">
              <a:ext uri="{FF2B5EF4-FFF2-40B4-BE49-F238E27FC236}">
                <a16:creationId xmlns:a16="http://schemas.microsoft.com/office/drawing/2014/main" id="{374A3C0D-3919-413B-ADE5-D9C6C4650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179" y="40287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7" name="path-2664">
            <a:extLst xmlns:a="http://schemas.openxmlformats.org/drawingml/2006/main">
              <a:ext uri="{FF2B5EF4-FFF2-40B4-BE49-F238E27FC236}">
                <a16:creationId xmlns:a16="http://schemas.microsoft.com/office/drawing/2014/main" id="{5B151B71-13B2-4064-9252-82D51DAEE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0178" y="40784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8" name="path-2665">
            <a:extLst xmlns:a="http://schemas.openxmlformats.org/drawingml/2006/main">
              <a:ext uri="{FF2B5EF4-FFF2-40B4-BE49-F238E27FC236}">
                <a16:creationId xmlns:a16="http://schemas.microsoft.com/office/drawing/2014/main" id="{371C8EAF-A07E-480C-9718-0E39E266B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896" y="40383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59" name="path-2666">
            <a:extLst xmlns:a="http://schemas.openxmlformats.org/drawingml/2006/main">
              <a:ext uri="{FF2B5EF4-FFF2-40B4-BE49-F238E27FC236}">
                <a16:creationId xmlns:a16="http://schemas.microsoft.com/office/drawing/2014/main" id="{A408DF80-3837-45E9-A3B2-AACBC7BA0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657" y="40470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0" name="path-2667">
            <a:extLst xmlns:a="http://schemas.openxmlformats.org/drawingml/2006/main">
              <a:ext uri="{FF2B5EF4-FFF2-40B4-BE49-F238E27FC236}">
                <a16:creationId xmlns:a16="http://schemas.microsoft.com/office/drawing/2014/main" id="{D4293A5C-AF17-4272-8FE7-13453E01C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145" y="40525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1" name="path-2668">
            <a:extLst xmlns:a="http://schemas.openxmlformats.org/drawingml/2006/main">
              <a:ext uri="{FF2B5EF4-FFF2-40B4-BE49-F238E27FC236}">
                <a16:creationId xmlns:a16="http://schemas.microsoft.com/office/drawing/2014/main" id="{6F22B92B-3D84-476A-88A1-46DD31CD7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8490" y="4050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2" name="path-2669">
            <a:extLst xmlns:a="http://schemas.openxmlformats.org/drawingml/2006/main">
              <a:ext uri="{FF2B5EF4-FFF2-40B4-BE49-F238E27FC236}">
                <a16:creationId xmlns:a16="http://schemas.microsoft.com/office/drawing/2014/main" id="{E5D54622-CA13-448E-90AB-D81B7BBFA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261" y="40592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3" name="path-2670">
            <a:extLst xmlns:a="http://schemas.openxmlformats.org/drawingml/2006/main">
              <a:ext uri="{FF2B5EF4-FFF2-40B4-BE49-F238E27FC236}">
                <a16:creationId xmlns:a16="http://schemas.microsoft.com/office/drawing/2014/main" id="{D67FD121-DAAF-42CC-99F3-3CE64BF81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469" y="40439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4" name="path-2671">
            <a:extLst xmlns:a="http://schemas.openxmlformats.org/drawingml/2006/main">
              <a:ext uri="{FF2B5EF4-FFF2-40B4-BE49-F238E27FC236}">
                <a16:creationId xmlns:a16="http://schemas.microsoft.com/office/drawing/2014/main" id="{1D45DB20-EBB1-4D70-B39C-047D03F39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335" y="40147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5" name="path-2672">
            <a:extLst xmlns:a="http://schemas.openxmlformats.org/drawingml/2006/main">
              <a:ext uri="{FF2B5EF4-FFF2-40B4-BE49-F238E27FC236}">
                <a16:creationId xmlns:a16="http://schemas.microsoft.com/office/drawing/2014/main" id="{9BE6B016-C752-4ED3-9B96-36FD78FC7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029" y="40432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6" name="path-2673">
            <a:extLst xmlns:a="http://schemas.openxmlformats.org/drawingml/2006/main">
              <a:ext uri="{FF2B5EF4-FFF2-40B4-BE49-F238E27FC236}">
                <a16:creationId xmlns:a16="http://schemas.microsoft.com/office/drawing/2014/main" id="{09CED475-6166-4A0B-AF8A-2B5E3C84E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248" y="4048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7" name="path-2674">
            <a:extLst xmlns:a="http://schemas.openxmlformats.org/drawingml/2006/main">
              <a:ext uri="{FF2B5EF4-FFF2-40B4-BE49-F238E27FC236}">
                <a16:creationId xmlns:a16="http://schemas.microsoft.com/office/drawing/2014/main" id="{C465DDAA-CC65-4DA0-A4F7-624F00467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000" y="40404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8" name="path-2675">
            <a:extLst xmlns:a="http://schemas.openxmlformats.org/drawingml/2006/main">
              <a:ext uri="{FF2B5EF4-FFF2-40B4-BE49-F238E27FC236}">
                <a16:creationId xmlns:a16="http://schemas.microsoft.com/office/drawing/2014/main" id="{143BAFB2-9105-4866-86AE-1C197369F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9213" y="40632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69" name="path-2676">
            <a:extLst xmlns:a="http://schemas.openxmlformats.org/drawingml/2006/main">
              <a:ext uri="{FF2B5EF4-FFF2-40B4-BE49-F238E27FC236}">
                <a16:creationId xmlns:a16="http://schemas.microsoft.com/office/drawing/2014/main" id="{12DF5397-E147-414A-B18D-225B46D58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4708" y="4040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0" name="path-2677">
            <a:extLst xmlns:a="http://schemas.openxmlformats.org/drawingml/2006/main">
              <a:ext uri="{FF2B5EF4-FFF2-40B4-BE49-F238E27FC236}">
                <a16:creationId xmlns:a16="http://schemas.microsoft.com/office/drawing/2014/main" id="{36E33B35-7EF8-4286-BF03-61C3009D8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1609" y="4021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1" name="path-2678">
            <a:extLst xmlns:a="http://schemas.openxmlformats.org/drawingml/2006/main">
              <a:ext uri="{FF2B5EF4-FFF2-40B4-BE49-F238E27FC236}">
                <a16:creationId xmlns:a16="http://schemas.microsoft.com/office/drawing/2014/main" id="{3C814E17-5C0B-4500-B063-A529D95ED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4691" y="40338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2" name="path-2679">
            <a:extLst xmlns:a="http://schemas.openxmlformats.org/drawingml/2006/main">
              <a:ext uri="{FF2B5EF4-FFF2-40B4-BE49-F238E27FC236}">
                <a16:creationId xmlns:a16="http://schemas.microsoft.com/office/drawing/2014/main" id="{2B09A693-EB4A-42FE-AF42-F238BBE6F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0046" y="40251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3" name="path-2680">
            <a:extLst xmlns:a="http://schemas.openxmlformats.org/drawingml/2006/main">
              <a:ext uri="{FF2B5EF4-FFF2-40B4-BE49-F238E27FC236}">
                <a16:creationId xmlns:a16="http://schemas.microsoft.com/office/drawing/2014/main" id="{E9F28666-1E11-4D25-B8B8-DAC751BB6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6975" y="4036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4" name="path-2681">
            <a:extLst xmlns:a="http://schemas.openxmlformats.org/drawingml/2006/main">
              <a:ext uri="{FF2B5EF4-FFF2-40B4-BE49-F238E27FC236}">
                <a16:creationId xmlns:a16="http://schemas.microsoft.com/office/drawing/2014/main" id="{079BA838-1455-4964-B6A3-218220675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3377" y="40457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5" name="path-2682">
            <a:extLst xmlns:a="http://schemas.openxmlformats.org/drawingml/2006/main">
              <a:ext uri="{FF2B5EF4-FFF2-40B4-BE49-F238E27FC236}">
                <a16:creationId xmlns:a16="http://schemas.microsoft.com/office/drawing/2014/main" id="{281F01CE-385B-4162-8D74-639B0B5F81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58145" y="4044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6" name="path-2683">
            <a:extLst xmlns:a="http://schemas.openxmlformats.org/drawingml/2006/main">
              <a:ext uri="{FF2B5EF4-FFF2-40B4-BE49-F238E27FC236}">
                <a16:creationId xmlns:a16="http://schemas.microsoft.com/office/drawing/2014/main" id="{A0F04ED1-A80A-41A4-B85A-D7A784038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1303" y="40277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7" name="path-2684">
            <a:extLst xmlns:a="http://schemas.openxmlformats.org/drawingml/2006/main">
              <a:ext uri="{FF2B5EF4-FFF2-40B4-BE49-F238E27FC236}">
                <a16:creationId xmlns:a16="http://schemas.microsoft.com/office/drawing/2014/main" id="{37D7FEBD-7E65-437F-AD92-24F1191A9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1757" y="40364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8" name="path-2685">
            <a:extLst xmlns:a="http://schemas.openxmlformats.org/drawingml/2006/main">
              <a:ext uri="{FF2B5EF4-FFF2-40B4-BE49-F238E27FC236}">
                <a16:creationId xmlns:a16="http://schemas.microsoft.com/office/drawing/2014/main" id="{B070A68E-B293-4646-8A89-C61A15D1D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448" y="4043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79" name="path-2686">
            <a:extLst xmlns:a="http://schemas.openxmlformats.org/drawingml/2006/main">
              <a:ext uri="{FF2B5EF4-FFF2-40B4-BE49-F238E27FC236}">
                <a16:creationId xmlns:a16="http://schemas.microsoft.com/office/drawing/2014/main" id="{91E72DC1-55A4-4E56-B454-112CF3EB4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254" y="4030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0" name="path-2687">
            <a:extLst xmlns:a="http://schemas.openxmlformats.org/drawingml/2006/main">
              <a:ext uri="{FF2B5EF4-FFF2-40B4-BE49-F238E27FC236}">
                <a16:creationId xmlns:a16="http://schemas.microsoft.com/office/drawing/2014/main" id="{1A000CC5-2C59-43DC-A03C-4337AE038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0193" y="4043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1" name="path-2688">
            <a:extLst xmlns:a="http://schemas.openxmlformats.org/drawingml/2006/main">
              <a:ext uri="{FF2B5EF4-FFF2-40B4-BE49-F238E27FC236}">
                <a16:creationId xmlns:a16="http://schemas.microsoft.com/office/drawing/2014/main" id="{53E5F3FD-222C-477E-97BA-23D403F20F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752" y="40460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2" name="path-2689">
            <a:extLst xmlns:a="http://schemas.openxmlformats.org/drawingml/2006/main">
              <a:ext uri="{FF2B5EF4-FFF2-40B4-BE49-F238E27FC236}">
                <a16:creationId xmlns:a16="http://schemas.microsoft.com/office/drawing/2014/main" id="{395914C5-0590-4D75-A579-03804F944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257" y="40423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3" name="path-2690">
            <a:extLst xmlns:a="http://schemas.openxmlformats.org/drawingml/2006/main">
              <a:ext uri="{FF2B5EF4-FFF2-40B4-BE49-F238E27FC236}">
                <a16:creationId xmlns:a16="http://schemas.microsoft.com/office/drawing/2014/main" id="{14AE1429-7806-4635-9A38-748954389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854" y="40643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4" name="path-2691">
            <a:extLst xmlns:a="http://schemas.openxmlformats.org/drawingml/2006/main">
              <a:ext uri="{FF2B5EF4-FFF2-40B4-BE49-F238E27FC236}">
                <a16:creationId xmlns:a16="http://schemas.microsoft.com/office/drawing/2014/main" id="{C1C42722-765B-4D86-BA61-CDBB0175D0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174" y="40478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5" name="path-2692">
            <a:extLst xmlns:a="http://schemas.openxmlformats.org/drawingml/2006/main">
              <a:ext uri="{FF2B5EF4-FFF2-40B4-BE49-F238E27FC236}">
                <a16:creationId xmlns:a16="http://schemas.microsoft.com/office/drawing/2014/main" id="{80B70354-7203-4299-8D6B-4FCA15ABB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652" y="4044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6" name="path-2693">
            <a:extLst xmlns:a="http://schemas.openxmlformats.org/drawingml/2006/main">
              <a:ext uri="{FF2B5EF4-FFF2-40B4-BE49-F238E27FC236}">
                <a16:creationId xmlns:a16="http://schemas.microsoft.com/office/drawing/2014/main" id="{331867B6-EC87-4730-A79C-31813118D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7116" y="40436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7" name="path-2694">
            <a:extLst xmlns:a="http://schemas.openxmlformats.org/drawingml/2006/main">
              <a:ext uri="{FF2B5EF4-FFF2-40B4-BE49-F238E27FC236}">
                <a16:creationId xmlns:a16="http://schemas.microsoft.com/office/drawing/2014/main" id="{BD0EA4F1-3373-4BEA-B21A-447148702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2881" y="40356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8" name="path-2695">
            <a:extLst xmlns:a="http://schemas.openxmlformats.org/drawingml/2006/main">
              <a:ext uri="{FF2B5EF4-FFF2-40B4-BE49-F238E27FC236}">
                <a16:creationId xmlns:a16="http://schemas.microsoft.com/office/drawing/2014/main" id="{A6914876-72EF-4226-A123-E51C30E9C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9712" y="40305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89" name="path-2696">
            <a:extLst xmlns:a="http://schemas.openxmlformats.org/drawingml/2006/main">
              <a:ext uri="{FF2B5EF4-FFF2-40B4-BE49-F238E27FC236}">
                <a16:creationId xmlns:a16="http://schemas.microsoft.com/office/drawing/2014/main" id="{3D82776C-B0E8-499C-84BF-180E69B3C1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437" y="40385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0" name="path-2697">
            <a:extLst xmlns:a="http://schemas.openxmlformats.org/drawingml/2006/main">
              <a:ext uri="{FF2B5EF4-FFF2-40B4-BE49-F238E27FC236}">
                <a16:creationId xmlns:a16="http://schemas.microsoft.com/office/drawing/2014/main" id="{2617DDD1-3010-46FE-83BC-09E0EAC6E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069" y="4037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1" name="path-2698">
            <a:extLst xmlns:a="http://schemas.openxmlformats.org/drawingml/2006/main">
              <a:ext uri="{FF2B5EF4-FFF2-40B4-BE49-F238E27FC236}">
                <a16:creationId xmlns:a16="http://schemas.microsoft.com/office/drawing/2014/main" id="{9345897C-C01E-4339-83D2-E62EC3736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478" y="40313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2" name="path-2699">
            <a:extLst xmlns:a="http://schemas.openxmlformats.org/drawingml/2006/main">
              <a:ext uri="{FF2B5EF4-FFF2-40B4-BE49-F238E27FC236}">
                <a16:creationId xmlns:a16="http://schemas.microsoft.com/office/drawing/2014/main" id="{7F0014F1-71F9-4979-8D8E-F843D3AC8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558" y="40446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3" name="path-2700">
            <a:extLst xmlns:a="http://schemas.openxmlformats.org/drawingml/2006/main">
              <a:ext uri="{FF2B5EF4-FFF2-40B4-BE49-F238E27FC236}">
                <a16:creationId xmlns:a16="http://schemas.microsoft.com/office/drawing/2014/main" id="{FC92A3CD-D884-49D6-80C2-6A51E8BC6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815" y="40439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4" name="path-2701">
            <a:extLst xmlns:a="http://schemas.openxmlformats.org/drawingml/2006/main">
              <a:ext uri="{FF2B5EF4-FFF2-40B4-BE49-F238E27FC236}">
                <a16:creationId xmlns:a16="http://schemas.microsoft.com/office/drawing/2014/main" id="{D1186D09-DBE6-42F6-BEC4-8E9904DEA9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478" y="40424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5" name="path-2702">
            <a:extLst xmlns:a="http://schemas.openxmlformats.org/drawingml/2006/main">
              <a:ext uri="{FF2B5EF4-FFF2-40B4-BE49-F238E27FC236}">
                <a16:creationId xmlns:a16="http://schemas.microsoft.com/office/drawing/2014/main" id="{0F5F087F-5472-4184-84B3-E424B6EFE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5141" y="4041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6" name="path-2703">
            <a:extLst xmlns:a="http://schemas.openxmlformats.org/drawingml/2006/main">
              <a:ext uri="{FF2B5EF4-FFF2-40B4-BE49-F238E27FC236}">
                <a16:creationId xmlns:a16="http://schemas.microsoft.com/office/drawing/2014/main" id="{6CE820A2-A868-4800-8BCF-C3EC93AC5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4397" y="40393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7" name="path-2704">
            <a:extLst xmlns:a="http://schemas.openxmlformats.org/drawingml/2006/main">
              <a:ext uri="{FF2B5EF4-FFF2-40B4-BE49-F238E27FC236}">
                <a16:creationId xmlns:a16="http://schemas.microsoft.com/office/drawing/2014/main" id="{7EF59023-EB00-42BB-9A4C-BBCC80516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62207" y="40613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8" name="path-2705">
            <a:extLst xmlns:a="http://schemas.openxmlformats.org/drawingml/2006/main">
              <a:ext uri="{FF2B5EF4-FFF2-40B4-BE49-F238E27FC236}">
                <a16:creationId xmlns:a16="http://schemas.microsoft.com/office/drawing/2014/main" id="{1A5071A3-0C9D-45C0-822E-B69413D23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709" y="40464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99" name="path-2706">
            <a:extLst xmlns:a="http://schemas.openxmlformats.org/drawingml/2006/main">
              <a:ext uri="{FF2B5EF4-FFF2-40B4-BE49-F238E27FC236}">
                <a16:creationId xmlns:a16="http://schemas.microsoft.com/office/drawing/2014/main" id="{02A69D82-6442-4D32-ABA5-3F6563F0F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7994" y="40424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0" name="path-2707">
            <a:extLst xmlns:a="http://schemas.openxmlformats.org/drawingml/2006/main">
              <a:ext uri="{FF2B5EF4-FFF2-40B4-BE49-F238E27FC236}">
                <a16:creationId xmlns:a16="http://schemas.microsoft.com/office/drawing/2014/main" id="{0DD0CD36-F1A5-438E-979E-0CCDCA911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0473" y="40547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1" name="path-2708">
            <a:extLst xmlns:a="http://schemas.openxmlformats.org/drawingml/2006/main">
              <a:ext uri="{FF2B5EF4-FFF2-40B4-BE49-F238E27FC236}">
                <a16:creationId xmlns:a16="http://schemas.microsoft.com/office/drawing/2014/main" id="{E4EA349E-76E1-4C39-9A18-8B5095FBE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5145" y="4039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2" name="path-2709">
            <a:extLst xmlns:a="http://schemas.openxmlformats.org/drawingml/2006/main">
              <a:ext uri="{FF2B5EF4-FFF2-40B4-BE49-F238E27FC236}">
                <a16:creationId xmlns:a16="http://schemas.microsoft.com/office/drawing/2014/main" id="{E4C82CE8-D1D6-4B13-B4E8-3852DD3FC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573" y="4042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3" name="path-2710">
            <a:extLst xmlns:a="http://schemas.openxmlformats.org/drawingml/2006/main">
              <a:ext uri="{FF2B5EF4-FFF2-40B4-BE49-F238E27FC236}">
                <a16:creationId xmlns:a16="http://schemas.microsoft.com/office/drawing/2014/main" id="{18F1D08E-4B8D-4FA0-91F3-34876A2C3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0683" y="40234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4" name="path-2711">
            <a:extLst xmlns:a="http://schemas.openxmlformats.org/drawingml/2006/main">
              <a:ext uri="{FF2B5EF4-FFF2-40B4-BE49-F238E27FC236}">
                <a16:creationId xmlns:a16="http://schemas.microsoft.com/office/drawing/2014/main" id="{ADEFCAE1-1110-45E5-AC93-7E50618DF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915" y="4042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5" name="path-2712">
            <a:extLst xmlns:a="http://schemas.openxmlformats.org/drawingml/2006/main">
              <a:ext uri="{FF2B5EF4-FFF2-40B4-BE49-F238E27FC236}">
                <a16:creationId xmlns:a16="http://schemas.microsoft.com/office/drawing/2014/main" id="{3155B245-279B-4E27-9B38-D6D1CB41E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256" y="40444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6" name="path-2713">
            <a:extLst xmlns:a="http://schemas.openxmlformats.org/drawingml/2006/main">
              <a:ext uri="{FF2B5EF4-FFF2-40B4-BE49-F238E27FC236}">
                <a16:creationId xmlns:a16="http://schemas.microsoft.com/office/drawing/2014/main" id="{D819187A-6AB1-455B-9C71-312BAAE95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0789" y="4064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7" name="path-2714">
            <a:extLst xmlns:a="http://schemas.openxmlformats.org/drawingml/2006/main">
              <a:ext uri="{FF2B5EF4-FFF2-40B4-BE49-F238E27FC236}">
                <a16:creationId xmlns:a16="http://schemas.microsoft.com/office/drawing/2014/main" id="{FFC0A044-8F78-4FD4-A460-39F848BAA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5873" y="4032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8" name="path-2715">
            <a:extLst xmlns:a="http://schemas.openxmlformats.org/drawingml/2006/main">
              <a:ext uri="{FF2B5EF4-FFF2-40B4-BE49-F238E27FC236}">
                <a16:creationId xmlns:a16="http://schemas.microsoft.com/office/drawing/2014/main" id="{9B4FCAC1-8A92-4180-857A-6A0C263404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5909" y="40450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09" name="path-2716">
            <a:extLst xmlns:a="http://schemas.openxmlformats.org/drawingml/2006/main">
              <a:ext uri="{FF2B5EF4-FFF2-40B4-BE49-F238E27FC236}">
                <a16:creationId xmlns:a16="http://schemas.microsoft.com/office/drawing/2014/main" id="{72FD2DAD-A635-4235-A326-AC6060291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858" y="4043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0" name="path-2717">
            <a:extLst xmlns:a="http://schemas.openxmlformats.org/drawingml/2006/main">
              <a:ext uri="{FF2B5EF4-FFF2-40B4-BE49-F238E27FC236}">
                <a16:creationId xmlns:a16="http://schemas.microsoft.com/office/drawing/2014/main" id="{4CB163A1-C07E-4742-948B-1953C920C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0816" y="40238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1" name="path-2718">
            <a:extLst xmlns:a="http://schemas.openxmlformats.org/drawingml/2006/main">
              <a:ext uri="{FF2B5EF4-FFF2-40B4-BE49-F238E27FC236}">
                <a16:creationId xmlns:a16="http://schemas.microsoft.com/office/drawing/2014/main" id="{F899483D-7380-46F7-B23B-F812EA6C5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565" y="40410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2" name="path-2719">
            <a:extLst xmlns:a="http://schemas.openxmlformats.org/drawingml/2006/main">
              <a:ext uri="{FF2B5EF4-FFF2-40B4-BE49-F238E27FC236}">
                <a16:creationId xmlns:a16="http://schemas.microsoft.com/office/drawing/2014/main" id="{0AA65202-D82C-48F5-BA91-D6F3ABBF6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884" y="40443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3" name="path-2720">
            <a:extLst xmlns:a="http://schemas.openxmlformats.org/drawingml/2006/main">
              <a:ext uri="{FF2B5EF4-FFF2-40B4-BE49-F238E27FC236}">
                <a16:creationId xmlns:a16="http://schemas.microsoft.com/office/drawing/2014/main" id="{5140B62E-A063-422B-9021-6F58838FA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049" y="40458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4" name="path-2721">
            <a:extLst xmlns:a="http://schemas.openxmlformats.org/drawingml/2006/main">
              <a:ext uri="{FF2B5EF4-FFF2-40B4-BE49-F238E27FC236}">
                <a16:creationId xmlns:a16="http://schemas.microsoft.com/office/drawing/2014/main" id="{509993D6-85E5-4008-A9AD-398C61D90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528" y="40443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5" name="path-2722">
            <a:extLst xmlns:a="http://schemas.openxmlformats.org/drawingml/2006/main">
              <a:ext uri="{FF2B5EF4-FFF2-40B4-BE49-F238E27FC236}">
                <a16:creationId xmlns:a16="http://schemas.microsoft.com/office/drawing/2014/main" id="{F61499A3-C9AB-41B0-AA5F-32DEB6D40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100" y="40511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6" name="path-2723">
            <a:extLst xmlns:a="http://schemas.openxmlformats.org/drawingml/2006/main">
              <a:ext uri="{FF2B5EF4-FFF2-40B4-BE49-F238E27FC236}">
                <a16:creationId xmlns:a16="http://schemas.microsoft.com/office/drawing/2014/main" id="{9BF7B6CF-C90A-4452-AACC-771C962A8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7403" y="39954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7" name="path-2724">
            <a:extLst xmlns:a="http://schemas.openxmlformats.org/drawingml/2006/main">
              <a:ext uri="{FF2B5EF4-FFF2-40B4-BE49-F238E27FC236}">
                <a16:creationId xmlns:a16="http://schemas.microsoft.com/office/drawing/2014/main" id="{962323BA-5A39-4227-8898-20DCE6624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1774" y="4043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8" name="path-2725">
            <a:extLst xmlns:a="http://schemas.openxmlformats.org/drawingml/2006/main">
              <a:ext uri="{FF2B5EF4-FFF2-40B4-BE49-F238E27FC236}">
                <a16:creationId xmlns:a16="http://schemas.microsoft.com/office/drawing/2014/main" id="{3D6E7396-B98F-4425-A3BB-9AAF6996E3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5629" y="4041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9" name="path-2726">
            <a:extLst xmlns:a="http://schemas.openxmlformats.org/drawingml/2006/main">
              <a:ext uri="{FF2B5EF4-FFF2-40B4-BE49-F238E27FC236}">
                <a16:creationId xmlns:a16="http://schemas.microsoft.com/office/drawing/2014/main" id="{93C1CD20-981D-4E02-97D3-DBA3126E4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0755" y="40464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0" name="path-2727">
            <a:extLst xmlns:a="http://schemas.openxmlformats.org/drawingml/2006/main">
              <a:ext uri="{FF2B5EF4-FFF2-40B4-BE49-F238E27FC236}">
                <a16:creationId xmlns:a16="http://schemas.microsoft.com/office/drawing/2014/main" id="{0FF3EDDA-CF25-43F1-99B9-E042F5575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686" y="40476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1" name="path-2728">
            <a:extLst xmlns:a="http://schemas.openxmlformats.org/drawingml/2006/main">
              <a:ext uri="{FF2B5EF4-FFF2-40B4-BE49-F238E27FC236}">
                <a16:creationId xmlns:a16="http://schemas.microsoft.com/office/drawing/2014/main" id="{1523303B-2083-4462-AF3D-86A3E6AF5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3775" y="40498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2" name="path-2729">
            <a:extLst xmlns:a="http://schemas.openxmlformats.org/drawingml/2006/main">
              <a:ext uri="{FF2B5EF4-FFF2-40B4-BE49-F238E27FC236}">
                <a16:creationId xmlns:a16="http://schemas.microsoft.com/office/drawing/2014/main" id="{236888C0-53D0-4043-BD03-492B72C2A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370" y="40742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3" name="path-2730">
            <a:extLst xmlns:a="http://schemas.openxmlformats.org/drawingml/2006/main">
              <a:ext uri="{FF2B5EF4-FFF2-40B4-BE49-F238E27FC236}">
                <a16:creationId xmlns:a16="http://schemas.microsoft.com/office/drawing/2014/main" id="{2EF4A6DD-0979-4BFC-833D-186FEA8DC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21360" y="40428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4" name="path-2731">
            <a:extLst xmlns:a="http://schemas.openxmlformats.org/drawingml/2006/main">
              <a:ext uri="{FF2B5EF4-FFF2-40B4-BE49-F238E27FC236}">
                <a16:creationId xmlns:a16="http://schemas.microsoft.com/office/drawing/2014/main" id="{E9C065B7-DDBA-4AEB-BE9B-BFD6A1576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76371" y="40437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5" name="path-2732">
            <a:extLst xmlns:a="http://schemas.openxmlformats.org/drawingml/2006/main">
              <a:ext uri="{FF2B5EF4-FFF2-40B4-BE49-F238E27FC236}">
                <a16:creationId xmlns:a16="http://schemas.microsoft.com/office/drawing/2014/main" id="{D5582A57-83B3-4722-BB25-5B1E19636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1677" y="40534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6" name="path-2733">
            <a:extLst xmlns:a="http://schemas.openxmlformats.org/drawingml/2006/main">
              <a:ext uri="{FF2B5EF4-FFF2-40B4-BE49-F238E27FC236}">
                <a16:creationId xmlns:a16="http://schemas.microsoft.com/office/drawing/2014/main" id="{F4782222-AAA4-48EB-A7BD-FA634051C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306" y="40387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7" name="path-2734">
            <a:extLst xmlns:a="http://schemas.openxmlformats.org/drawingml/2006/main">
              <a:ext uri="{FF2B5EF4-FFF2-40B4-BE49-F238E27FC236}">
                <a16:creationId xmlns:a16="http://schemas.microsoft.com/office/drawing/2014/main" id="{6D713563-0E92-4165-86BB-8A3C0516AF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1548" y="40235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8" name="path-2735">
            <a:extLst xmlns:a="http://schemas.openxmlformats.org/drawingml/2006/main">
              <a:ext uri="{FF2B5EF4-FFF2-40B4-BE49-F238E27FC236}">
                <a16:creationId xmlns:a16="http://schemas.microsoft.com/office/drawing/2014/main" id="{D7B96376-121C-4711-B4A2-A4B90211C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0181" y="40452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9" name="path-2736">
            <a:extLst xmlns:a="http://schemas.openxmlformats.org/drawingml/2006/main">
              <a:ext uri="{FF2B5EF4-FFF2-40B4-BE49-F238E27FC236}">
                <a16:creationId xmlns:a16="http://schemas.microsoft.com/office/drawing/2014/main" id="{B9EFA40A-F23F-4F31-B6AC-A0691D8DF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599" y="4043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0" name="path-2737">
            <a:extLst xmlns:a="http://schemas.openxmlformats.org/drawingml/2006/main">
              <a:ext uri="{FF2B5EF4-FFF2-40B4-BE49-F238E27FC236}">
                <a16:creationId xmlns:a16="http://schemas.microsoft.com/office/drawing/2014/main" id="{6D2D9B52-0F95-4C88-B61E-B1BD34FF9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021" y="40472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1" name="path-2738">
            <a:extLst xmlns:a="http://schemas.openxmlformats.org/drawingml/2006/main">
              <a:ext uri="{FF2B5EF4-FFF2-40B4-BE49-F238E27FC236}">
                <a16:creationId xmlns:a16="http://schemas.microsoft.com/office/drawing/2014/main" id="{F49E31F3-B5A4-466B-B433-7A565A79E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0764" y="40119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2" name="path-2739">
            <a:extLst xmlns:a="http://schemas.openxmlformats.org/drawingml/2006/main">
              <a:ext uri="{FF2B5EF4-FFF2-40B4-BE49-F238E27FC236}">
                <a16:creationId xmlns:a16="http://schemas.microsoft.com/office/drawing/2014/main" id="{73632DA6-EB4C-4F21-B143-B515B4E2C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4008" y="40311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3" name="path-2740">
            <a:extLst xmlns:a="http://schemas.openxmlformats.org/drawingml/2006/main">
              <a:ext uri="{FF2B5EF4-FFF2-40B4-BE49-F238E27FC236}">
                <a16:creationId xmlns:a16="http://schemas.microsoft.com/office/drawing/2014/main" id="{B47D4A07-FDE0-4807-BA71-64C672073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9177" y="40474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4" name="path-2741">
            <a:extLst xmlns:a="http://schemas.openxmlformats.org/drawingml/2006/main">
              <a:ext uri="{FF2B5EF4-FFF2-40B4-BE49-F238E27FC236}">
                <a16:creationId xmlns:a16="http://schemas.microsoft.com/office/drawing/2014/main" id="{B80BA45F-410D-48DF-9726-126FDD21D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5186" y="40637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5" name="path-2742">
            <a:extLst xmlns:a="http://schemas.openxmlformats.org/drawingml/2006/main">
              <a:ext uri="{FF2B5EF4-FFF2-40B4-BE49-F238E27FC236}">
                <a16:creationId xmlns:a16="http://schemas.microsoft.com/office/drawing/2014/main" id="{D25D50E7-9205-4543-BA95-F5AC85773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6503" y="40453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6" name="path-2743">
            <a:extLst xmlns:a="http://schemas.openxmlformats.org/drawingml/2006/main">
              <a:ext uri="{FF2B5EF4-FFF2-40B4-BE49-F238E27FC236}">
                <a16:creationId xmlns:a16="http://schemas.microsoft.com/office/drawing/2014/main" id="{05B80308-6823-4C52-8C2E-098207032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6532" y="40389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7" name="path-2744">
            <a:extLst xmlns:a="http://schemas.openxmlformats.org/drawingml/2006/main">
              <a:ext uri="{FF2B5EF4-FFF2-40B4-BE49-F238E27FC236}">
                <a16:creationId xmlns:a16="http://schemas.microsoft.com/office/drawing/2014/main" id="{DC85E968-907E-4AF7-B4ED-EA042D35A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499" y="40424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8" name="path-2745">
            <a:extLst xmlns:a="http://schemas.openxmlformats.org/drawingml/2006/main">
              <a:ext uri="{FF2B5EF4-FFF2-40B4-BE49-F238E27FC236}">
                <a16:creationId xmlns:a16="http://schemas.microsoft.com/office/drawing/2014/main" id="{EBE1DBCF-13AD-4851-BFEE-4E4FB437C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253" y="40452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9" name="path-2746">
            <a:extLst xmlns:a="http://schemas.openxmlformats.org/drawingml/2006/main">
              <a:ext uri="{FF2B5EF4-FFF2-40B4-BE49-F238E27FC236}">
                <a16:creationId xmlns:a16="http://schemas.microsoft.com/office/drawing/2014/main" id="{18829FCA-15A6-400E-A0E2-5C58B6B94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258" y="40468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0" name="path-2747">
            <a:extLst xmlns:a="http://schemas.openxmlformats.org/drawingml/2006/main">
              <a:ext uri="{FF2B5EF4-FFF2-40B4-BE49-F238E27FC236}">
                <a16:creationId xmlns:a16="http://schemas.microsoft.com/office/drawing/2014/main" id="{DEBDA9D6-3EC2-48A5-987E-CDE04245D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205" y="40463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1" name="path-2748">
            <a:extLst xmlns:a="http://schemas.openxmlformats.org/drawingml/2006/main">
              <a:ext uri="{FF2B5EF4-FFF2-40B4-BE49-F238E27FC236}">
                <a16:creationId xmlns:a16="http://schemas.microsoft.com/office/drawing/2014/main" id="{2DEDEF12-CB35-41B8-8EB3-283955D3A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755" y="40431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2" name="path-2749">
            <a:extLst xmlns:a="http://schemas.openxmlformats.org/drawingml/2006/main">
              <a:ext uri="{FF2B5EF4-FFF2-40B4-BE49-F238E27FC236}">
                <a16:creationId xmlns:a16="http://schemas.microsoft.com/office/drawing/2014/main" id="{058DBD11-D100-4069-AC5E-C374DFBBC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046" y="4068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3" name="path-2750">
            <a:extLst xmlns:a="http://schemas.openxmlformats.org/drawingml/2006/main">
              <a:ext uri="{FF2B5EF4-FFF2-40B4-BE49-F238E27FC236}">
                <a16:creationId xmlns:a16="http://schemas.microsoft.com/office/drawing/2014/main" id="{4A493211-1012-40B9-B117-1985F82DE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08947" y="40388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4" name="path-2751">
            <a:extLst xmlns:a="http://schemas.openxmlformats.org/drawingml/2006/main">
              <a:ext uri="{FF2B5EF4-FFF2-40B4-BE49-F238E27FC236}">
                <a16:creationId xmlns:a16="http://schemas.microsoft.com/office/drawing/2014/main" id="{8ECB8E66-51F4-4978-B115-C45233375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1967" y="40417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5" name="path-2752">
            <a:extLst xmlns:a="http://schemas.openxmlformats.org/drawingml/2006/main">
              <a:ext uri="{FF2B5EF4-FFF2-40B4-BE49-F238E27FC236}">
                <a16:creationId xmlns:a16="http://schemas.microsoft.com/office/drawing/2014/main" id="{78909602-8EB9-46BE-87F0-B3E51B484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169" y="4046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6" name="path-2753">
            <a:extLst xmlns:a="http://schemas.openxmlformats.org/drawingml/2006/main">
              <a:ext uri="{FF2B5EF4-FFF2-40B4-BE49-F238E27FC236}">
                <a16:creationId xmlns:a16="http://schemas.microsoft.com/office/drawing/2014/main" id="{59F901F1-BF1B-4AA8-A5E4-1A31DCBD3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63104" y="40486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7" name="path-2754">
            <a:extLst xmlns:a="http://schemas.openxmlformats.org/drawingml/2006/main">
              <a:ext uri="{FF2B5EF4-FFF2-40B4-BE49-F238E27FC236}">
                <a16:creationId xmlns:a16="http://schemas.microsoft.com/office/drawing/2014/main" id="{DB42685C-B94C-4BE4-A3FA-ECFD7CBD3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609" y="4037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8" name="path-2755">
            <a:extLst xmlns:a="http://schemas.openxmlformats.org/drawingml/2006/main">
              <a:ext uri="{FF2B5EF4-FFF2-40B4-BE49-F238E27FC236}">
                <a16:creationId xmlns:a16="http://schemas.microsoft.com/office/drawing/2014/main" id="{FF648DDD-87E9-42CF-B143-3DDF70E76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7999" y="4017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9" name="path-2756">
            <a:extLst xmlns:a="http://schemas.openxmlformats.org/drawingml/2006/main">
              <a:ext uri="{FF2B5EF4-FFF2-40B4-BE49-F238E27FC236}">
                <a16:creationId xmlns:a16="http://schemas.microsoft.com/office/drawing/2014/main" id="{31D5D56C-1D39-43FA-BA8E-D3B948CE6E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158" y="40379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0" name="path-2757">
            <a:extLst xmlns:a="http://schemas.openxmlformats.org/drawingml/2006/main">
              <a:ext uri="{FF2B5EF4-FFF2-40B4-BE49-F238E27FC236}">
                <a16:creationId xmlns:a16="http://schemas.microsoft.com/office/drawing/2014/main" id="{EEAA22AC-69B0-47ED-A125-E864669CA3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509" y="4045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1" name="path-2758">
            <a:extLst xmlns:a="http://schemas.openxmlformats.org/drawingml/2006/main">
              <a:ext uri="{FF2B5EF4-FFF2-40B4-BE49-F238E27FC236}">
                <a16:creationId xmlns:a16="http://schemas.microsoft.com/office/drawing/2014/main" id="{1FAAFCCC-751D-4AA3-8FEF-4D05D4018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040" y="40473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2" name="path-2759">
            <a:extLst xmlns:a="http://schemas.openxmlformats.org/drawingml/2006/main">
              <a:ext uri="{FF2B5EF4-FFF2-40B4-BE49-F238E27FC236}">
                <a16:creationId xmlns:a16="http://schemas.microsoft.com/office/drawing/2014/main" id="{94FEE4AC-F9C0-461E-BF3A-87C210974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679" y="40424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3" name="path-2760">
            <a:extLst xmlns:a="http://schemas.openxmlformats.org/drawingml/2006/main">
              <a:ext uri="{FF2B5EF4-FFF2-40B4-BE49-F238E27FC236}">
                <a16:creationId xmlns:a16="http://schemas.microsoft.com/office/drawing/2014/main" id="{EC0423F2-5A4C-49C5-8FAB-9343191C17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1992" y="40598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4" name="path-2761">
            <a:extLst xmlns:a="http://schemas.openxmlformats.org/drawingml/2006/main">
              <a:ext uri="{FF2B5EF4-FFF2-40B4-BE49-F238E27FC236}">
                <a16:creationId xmlns:a16="http://schemas.microsoft.com/office/drawing/2014/main" id="{B78F474E-023C-4F63-9703-95DA8261E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440" y="40490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5" name="path-2762">
            <a:extLst xmlns:a="http://schemas.openxmlformats.org/drawingml/2006/main">
              <a:ext uri="{FF2B5EF4-FFF2-40B4-BE49-F238E27FC236}">
                <a16:creationId xmlns:a16="http://schemas.microsoft.com/office/drawing/2014/main" id="{8FB0B59D-08A6-421C-8A37-5178672A2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5043" y="4022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6" name="path-2763">
            <a:extLst xmlns:a="http://schemas.openxmlformats.org/drawingml/2006/main">
              <a:ext uri="{FF2B5EF4-FFF2-40B4-BE49-F238E27FC236}">
                <a16:creationId xmlns:a16="http://schemas.microsoft.com/office/drawing/2014/main" id="{19DD226A-C5C1-4BBF-97DE-26F0727F9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051" y="4002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7" name="path-2764">
            <a:extLst xmlns:a="http://schemas.openxmlformats.org/drawingml/2006/main">
              <a:ext uri="{FF2B5EF4-FFF2-40B4-BE49-F238E27FC236}">
                <a16:creationId xmlns:a16="http://schemas.microsoft.com/office/drawing/2014/main" id="{F73AA726-0A8B-4FA3-A39A-39B779AA3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0578" y="40277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8" name="path-2765">
            <a:extLst xmlns:a="http://schemas.openxmlformats.org/drawingml/2006/main">
              <a:ext uri="{FF2B5EF4-FFF2-40B4-BE49-F238E27FC236}">
                <a16:creationId xmlns:a16="http://schemas.microsoft.com/office/drawing/2014/main" id="{C6639A30-0201-449B-9E83-72163FA80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4887" y="40453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9" name="path-2766">
            <a:extLst xmlns:a="http://schemas.openxmlformats.org/drawingml/2006/main">
              <a:ext uri="{FF2B5EF4-FFF2-40B4-BE49-F238E27FC236}">
                <a16:creationId xmlns:a16="http://schemas.microsoft.com/office/drawing/2014/main" id="{2A5B9952-3ED8-4B6E-8647-2D3B588DE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3964" y="40411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0" name="path-2767">
            <a:extLst xmlns:a="http://schemas.openxmlformats.org/drawingml/2006/main">
              <a:ext uri="{FF2B5EF4-FFF2-40B4-BE49-F238E27FC236}">
                <a16:creationId xmlns:a16="http://schemas.microsoft.com/office/drawing/2014/main" id="{8E358B96-6127-400E-AAF9-E126B3DAF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156" y="4043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1" name="path-2768">
            <a:extLst xmlns:a="http://schemas.openxmlformats.org/drawingml/2006/main">
              <a:ext uri="{FF2B5EF4-FFF2-40B4-BE49-F238E27FC236}">
                <a16:creationId xmlns:a16="http://schemas.microsoft.com/office/drawing/2014/main" id="{2112A9EF-C063-47EC-9B2F-2B7EC7466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543" y="40449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2" name="path-2769">
            <a:extLst xmlns:a="http://schemas.openxmlformats.org/drawingml/2006/main">
              <a:ext uri="{FF2B5EF4-FFF2-40B4-BE49-F238E27FC236}">
                <a16:creationId xmlns:a16="http://schemas.microsoft.com/office/drawing/2014/main" id="{C19EEDD4-364C-4FAE-83F1-540809E90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648" y="40370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3" name="path-2770">
            <a:extLst xmlns:a="http://schemas.openxmlformats.org/drawingml/2006/main">
              <a:ext uri="{FF2B5EF4-FFF2-40B4-BE49-F238E27FC236}">
                <a16:creationId xmlns:a16="http://schemas.microsoft.com/office/drawing/2014/main" id="{3136B368-8B00-4B7F-A713-338D8A627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0465" y="40514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4" name="path-2771">
            <a:extLst xmlns:a="http://schemas.openxmlformats.org/drawingml/2006/main">
              <a:ext uri="{FF2B5EF4-FFF2-40B4-BE49-F238E27FC236}">
                <a16:creationId xmlns:a16="http://schemas.microsoft.com/office/drawing/2014/main" id="{47F65458-B987-4759-A1C2-CC1001096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1729" y="40720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5" name="path-2772">
            <a:extLst xmlns:a="http://schemas.openxmlformats.org/drawingml/2006/main">
              <a:ext uri="{FF2B5EF4-FFF2-40B4-BE49-F238E27FC236}">
                <a16:creationId xmlns:a16="http://schemas.microsoft.com/office/drawing/2014/main" id="{13CDE8CE-A9CC-4D40-953A-59A5C9D0D1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2423" y="40172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6" name="path-2773">
            <a:extLst xmlns:a="http://schemas.openxmlformats.org/drawingml/2006/main">
              <a:ext uri="{FF2B5EF4-FFF2-40B4-BE49-F238E27FC236}">
                <a16:creationId xmlns:a16="http://schemas.microsoft.com/office/drawing/2014/main" id="{063FF5F1-0E43-4423-9E72-B60A4D3C3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22136" y="40415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7" name="path-2774">
            <a:extLst xmlns:a="http://schemas.openxmlformats.org/drawingml/2006/main">
              <a:ext uri="{FF2B5EF4-FFF2-40B4-BE49-F238E27FC236}">
                <a16:creationId xmlns:a16="http://schemas.microsoft.com/office/drawing/2014/main" id="{7902483F-6CC6-4799-9855-9168CFB39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739" y="40479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8" name="path-2775">
            <a:extLst xmlns:a="http://schemas.openxmlformats.org/drawingml/2006/main">
              <a:ext uri="{FF2B5EF4-FFF2-40B4-BE49-F238E27FC236}">
                <a16:creationId xmlns:a16="http://schemas.microsoft.com/office/drawing/2014/main" id="{D6BCA925-8C73-430A-8CAB-50D897FA88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8538" y="4068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9" name="path-2776">
            <a:extLst xmlns:a="http://schemas.openxmlformats.org/drawingml/2006/main">
              <a:ext uri="{FF2B5EF4-FFF2-40B4-BE49-F238E27FC236}">
                <a16:creationId xmlns:a16="http://schemas.microsoft.com/office/drawing/2014/main" id="{BAD089A0-EFDB-4010-93A7-4687A5DBD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916" y="4041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0" name="path-2777">
            <a:extLst xmlns:a="http://schemas.openxmlformats.org/drawingml/2006/main">
              <a:ext uri="{FF2B5EF4-FFF2-40B4-BE49-F238E27FC236}">
                <a16:creationId xmlns:a16="http://schemas.microsoft.com/office/drawing/2014/main" id="{3F40F61B-187A-43AA-AF7A-9F59B4FB8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85415" y="40319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1" name="path-2778">
            <a:extLst xmlns:a="http://schemas.openxmlformats.org/drawingml/2006/main">
              <a:ext uri="{FF2B5EF4-FFF2-40B4-BE49-F238E27FC236}">
                <a16:creationId xmlns:a16="http://schemas.microsoft.com/office/drawing/2014/main" id="{847C0864-31A8-4223-B07B-077D7CDCB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0155" y="40701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2" name="path-2779">
            <a:extLst xmlns:a="http://schemas.openxmlformats.org/drawingml/2006/main">
              <a:ext uri="{FF2B5EF4-FFF2-40B4-BE49-F238E27FC236}">
                <a16:creationId xmlns:a16="http://schemas.microsoft.com/office/drawing/2014/main" id="{8B0E2801-F678-490A-8582-3FE2A0631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091" y="40446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3" name="path-2780">
            <a:extLst xmlns:a="http://schemas.openxmlformats.org/drawingml/2006/main">
              <a:ext uri="{FF2B5EF4-FFF2-40B4-BE49-F238E27FC236}">
                <a16:creationId xmlns:a16="http://schemas.microsoft.com/office/drawing/2014/main" id="{E80CC03B-EFD7-4FF1-9CDD-B20B0BC40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072" y="40464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4" name="path-2781">
            <a:extLst xmlns:a="http://schemas.openxmlformats.org/drawingml/2006/main">
              <a:ext uri="{FF2B5EF4-FFF2-40B4-BE49-F238E27FC236}">
                <a16:creationId xmlns:a16="http://schemas.microsoft.com/office/drawing/2014/main" id="{D8DDC7B5-86F4-4D89-AA24-E6291D2AE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7306" y="4048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5" name="path-2782">
            <a:extLst xmlns:a="http://schemas.openxmlformats.org/drawingml/2006/main">
              <a:ext uri="{FF2B5EF4-FFF2-40B4-BE49-F238E27FC236}">
                <a16:creationId xmlns:a16="http://schemas.microsoft.com/office/drawing/2014/main" id="{3E5AC732-9817-4865-93EF-214D148DF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310" y="40420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6" name="path-2783">
            <a:extLst xmlns:a="http://schemas.openxmlformats.org/drawingml/2006/main">
              <a:ext uri="{FF2B5EF4-FFF2-40B4-BE49-F238E27FC236}">
                <a16:creationId xmlns:a16="http://schemas.microsoft.com/office/drawing/2014/main" id="{7E7C9DBF-C362-45E8-AC55-B9120C0706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6773" y="40296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7" name="path-2784">
            <a:extLst xmlns:a="http://schemas.openxmlformats.org/drawingml/2006/main">
              <a:ext uri="{FF2B5EF4-FFF2-40B4-BE49-F238E27FC236}">
                <a16:creationId xmlns:a16="http://schemas.microsoft.com/office/drawing/2014/main" id="{FFCB7463-A831-4301-8912-2E6EE6A29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012" y="40386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8" name="path-2785">
            <a:extLst xmlns:a="http://schemas.openxmlformats.org/drawingml/2006/main">
              <a:ext uri="{FF2B5EF4-FFF2-40B4-BE49-F238E27FC236}">
                <a16:creationId xmlns:a16="http://schemas.microsoft.com/office/drawing/2014/main" id="{1DEB175A-4EDE-4DE7-A452-15E49B7DA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953" y="40458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9" name="path-2786">
            <a:extLst xmlns:a="http://schemas.openxmlformats.org/drawingml/2006/main">
              <a:ext uri="{FF2B5EF4-FFF2-40B4-BE49-F238E27FC236}">
                <a16:creationId xmlns:a16="http://schemas.microsoft.com/office/drawing/2014/main" id="{7E6D8A5C-509C-4031-B24E-ABA4B5D9E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0739" y="40453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0" name="path-2787">
            <a:extLst xmlns:a="http://schemas.openxmlformats.org/drawingml/2006/main">
              <a:ext uri="{FF2B5EF4-FFF2-40B4-BE49-F238E27FC236}">
                <a16:creationId xmlns:a16="http://schemas.microsoft.com/office/drawing/2014/main" id="{FD46D018-5CE7-42A7-89C3-842B77FE9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2842" y="40555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1" name="path-2788">
            <a:extLst xmlns:a="http://schemas.openxmlformats.org/drawingml/2006/main">
              <a:ext uri="{FF2B5EF4-FFF2-40B4-BE49-F238E27FC236}">
                <a16:creationId xmlns:a16="http://schemas.microsoft.com/office/drawing/2014/main" id="{E987077B-BFFE-4425-A734-2211F2CC7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37565" y="40510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2" name="path-2789">
            <a:extLst xmlns:a="http://schemas.openxmlformats.org/drawingml/2006/main">
              <a:ext uri="{FF2B5EF4-FFF2-40B4-BE49-F238E27FC236}">
                <a16:creationId xmlns:a16="http://schemas.microsoft.com/office/drawing/2014/main" id="{C4B64FE3-D996-4C02-8DBE-F6A8AAA5B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167" y="4045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3" name="path-2790">
            <a:extLst xmlns:a="http://schemas.openxmlformats.org/drawingml/2006/main">
              <a:ext uri="{FF2B5EF4-FFF2-40B4-BE49-F238E27FC236}">
                <a16:creationId xmlns:a16="http://schemas.microsoft.com/office/drawing/2014/main" id="{7033E861-DCF4-47F8-BC6C-3485E2BEB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60029" y="4063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4" name="path-2791">
            <a:extLst xmlns:a="http://schemas.openxmlformats.org/drawingml/2006/main">
              <a:ext uri="{FF2B5EF4-FFF2-40B4-BE49-F238E27FC236}">
                <a16:creationId xmlns:a16="http://schemas.microsoft.com/office/drawing/2014/main" id="{84AC6671-2A9A-4CB4-8C85-1ED1CB7CE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411" y="4056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5" name="path-2792">
            <a:extLst xmlns:a="http://schemas.openxmlformats.org/drawingml/2006/main">
              <a:ext uri="{FF2B5EF4-FFF2-40B4-BE49-F238E27FC236}">
                <a16:creationId xmlns:a16="http://schemas.microsoft.com/office/drawing/2014/main" id="{799A4B04-04B9-463F-92C7-BB3A38917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3796" y="39927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6" name="path-2793">
            <a:extLst xmlns:a="http://schemas.openxmlformats.org/drawingml/2006/main">
              <a:ext uri="{FF2B5EF4-FFF2-40B4-BE49-F238E27FC236}">
                <a16:creationId xmlns:a16="http://schemas.microsoft.com/office/drawing/2014/main" id="{7334A221-F3F6-4855-BF48-6D2E36285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1420" y="40411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7" name="path-2794">
            <a:extLst xmlns:a="http://schemas.openxmlformats.org/drawingml/2006/main">
              <a:ext uri="{FF2B5EF4-FFF2-40B4-BE49-F238E27FC236}">
                <a16:creationId xmlns:a16="http://schemas.microsoft.com/office/drawing/2014/main" id="{EF1EFBEE-5B51-49A4-BB94-53790250E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921" y="40479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8" name="path-2795">
            <a:extLst xmlns:a="http://schemas.openxmlformats.org/drawingml/2006/main">
              <a:ext uri="{FF2B5EF4-FFF2-40B4-BE49-F238E27FC236}">
                <a16:creationId xmlns:a16="http://schemas.microsoft.com/office/drawing/2014/main" id="{E72D184D-369F-41C6-B203-CEA5D407D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027" y="40452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9" name="path-2796">
            <a:extLst xmlns:a="http://schemas.openxmlformats.org/drawingml/2006/main">
              <a:ext uri="{FF2B5EF4-FFF2-40B4-BE49-F238E27FC236}">
                <a16:creationId xmlns:a16="http://schemas.microsoft.com/office/drawing/2014/main" id="{4E80370B-411C-472C-A48E-5E1EBC9A6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198" y="40412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0" name="path-2797">
            <a:extLst xmlns:a="http://schemas.openxmlformats.org/drawingml/2006/main">
              <a:ext uri="{FF2B5EF4-FFF2-40B4-BE49-F238E27FC236}">
                <a16:creationId xmlns:a16="http://schemas.microsoft.com/office/drawing/2014/main" id="{3EB3001D-7DC8-44A9-B2C5-314839838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014" y="40366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1" name="path-2798">
            <a:extLst xmlns:a="http://schemas.openxmlformats.org/drawingml/2006/main">
              <a:ext uri="{FF2B5EF4-FFF2-40B4-BE49-F238E27FC236}">
                <a16:creationId xmlns:a16="http://schemas.microsoft.com/office/drawing/2014/main" id="{A416F32D-BB77-4F6D-82B7-6C4372492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699" y="4048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2" name="path-2799">
            <a:extLst xmlns:a="http://schemas.openxmlformats.org/drawingml/2006/main">
              <a:ext uri="{FF2B5EF4-FFF2-40B4-BE49-F238E27FC236}">
                <a16:creationId xmlns:a16="http://schemas.microsoft.com/office/drawing/2014/main" id="{80C76E20-2A49-4127-8141-177791DF3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314" y="40470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3" name="path-2800">
            <a:extLst xmlns:a="http://schemas.openxmlformats.org/drawingml/2006/main">
              <a:ext uri="{FF2B5EF4-FFF2-40B4-BE49-F238E27FC236}">
                <a16:creationId xmlns:a16="http://schemas.microsoft.com/office/drawing/2014/main" id="{67B564F9-0AB9-4B3D-BEF8-905EF2DB96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165" y="40459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4" name="path-2801">
            <a:extLst xmlns:a="http://schemas.openxmlformats.org/drawingml/2006/main">
              <a:ext uri="{FF2B5EF4-FFF2-40B4-BE49-F238E27FC236}">
                <a16:creationId xmlns:a16="http://schemas.microsoft.com/office/drawing/2014/main" id="{F4164010-22C9-4C0F-A34D-07A3094C91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8782" y="40317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5" name="path-2802">
            <a:extLst xmlns:a="http://schemas.openxmlformats.org/drawingml/2006/main">
              <a:ext uri="{FF2B5EF4-FFF2-40B4-BE49-F238E27FC236}">
                <a16:creationId xmlns:a16="http://schemas.microsoft.com/office/drawing/2014/main" id="{F10FE0F3-ED90-437D-8689-2946C7D51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886" y="40406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6" name="path-2803">
            <a:extLst xmlns:a="http://schemas.openxmlformats.org/drawingml/2006/main">
              <a:ext uri="{FF2B5EF4-FFF2-40B4-BE49-F238E27FC236}">
                <a16:creationId xmlns:a16="http://schemas.microsoft.com/office/drawing/2014/main" id="{85728466-8FAC-4285-8100-0027351F0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400" y="40425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7" name="path-2804">
            <a:extLst xmlns:a="http://schemas.openxmlformats.org/drawingml/2006/main">
              <a:ext uri="{FF2B5EF4-FFF2-40B4-BE49-F238E27FC236}">
                <a16:creationId xmlns:a16="http://schemas.microsoft.com/office/drawing/2014/main" id="{A021AE4A-E116-415C-8386-B97CFF5B9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2415" y="40460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8" name="path-2805">
            <a:extLst xmlns:a="http://schemas.openxmlformats.org/drawingml/2006/main">
              <a:ext uri="{FF2B5EF4-FFF2-40B4-BE49-F238E27FC236}">
                <a16:creationId xmlns:a16="http://schemas.microsoft.com/office/drawing/2014/main" id="{EA872CD9-B7BF-44CD-A28D-6BAAB10DB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011" y="4045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9" name="path-2806">
            <a:extLst xmlns:a="http://schemas.openxmlformats.org/drawingml/2006/main">
              <a:ext uri="{FF2B5EF4-FFF2-40B4-BE49-F238E27FC236}">
                <a16:creationId xmlns:a16="http://schemas.microsoft.com/office/drawing/2014/main" id="{1D563E0A-A8B8-4A16-981E-379A72674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8734" y="40684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0" name="path-2807">
            <a:extLst xmlns:a="http://schemas.openxmlformats.org/drawingml/2006/main">
              <a:ext uri="{FF2B5EF4-FFF2-40B4-BE49-F238E27FC236}">
                <a16:creationId xmlns:a16="http://schemas.microsoft.com/office/drawing/2014/main" id="{308F6DB1-70A5-4703-9F4E-A641A3145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103" y="4050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1" name="path-2808">
            <a:extLst xmlns:a="http://schemas.openxmlformats.org/drawingml/2006/main">
              <a:ext uri="{FF2B5EF4-FFF2-40B4-BE49-F238E27FC236}">
                <a16:creationId xmlns:a16="http://schemas.microsoft.com/office/drawing/2014/main" id="{577A3485-127E-4568-B5F2-794D05D61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992" y="40187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2" name="path-2809">
            <a:extLst xmlns:a="http://schemas.openxmlformats.org/drawingml/2006/main">
              <a:ext uri="{FF2B5EF4-FFF2-40B4-BE49-F238E27FC236}">
                <a16:creationId xmlns:a16="http://schemas.microsoft.com/office/drawing/2014/main" id="{76F86D93-8579-42F7-8492-121E97A26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4912" y="40405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3" name="path-2810">
            <a:extLst xmlns:a="http://schemas.openxmlformats.org/drawingml/2006/main">
              <a:ext uri="{FF2B5EF4-FFF2-40B4-BE49-F238E27FC236}">
                <a16:creationId xmlns:a16="http://schemas.microsoft.com/office/drawing/2014/main" id="{EA38311A-2671-4CEA-9EC2-E7716E8AF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036" y="4038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4" name="path-2811">
            <a:extLst xmlns:a="http://schemas.openxmlformats.org/drawingml/2006/main">
              <a:ext uri="{FF2B5EF4-FFF2-40B4-BE49-F238E27FC236}">
                <a16:creationId xmlns:a16="http://schemas.microsoft.com/office/drawing/2014/main" id="{4D34CEA0-F4BC-4CEE-817C-BD0DFC529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6751" y="40329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5" name="path-2812">
            <a:extLst xmlns:a="http://schemas.openxmlformats.org/drawingml/2006/main">
              <a:ext uri="{FF2B5EF4-FFF2-40B4-BE49-F238E27FC236}">
                <a16:creationId xmlns:a16="http://schemas.microsoft.com/office/drawing/2014/main" id="{B377B638-C204-4446-BE24-99B9389725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69312" y="40472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6" name="path-2813">
            <a:extLst xmlns:a="http://schemas.openxmlformats.org/drawingml/2006/main">
              <a:ext uri="{FF2B5EF4-FFF2-40B4-BE49-F238E27FC236}">
                <a16:creationId xmlns:a16="http://schemas.microsoft.com/office/drawing/2014/main" id="{E2CC01D9-911E-4A3E-B534-0B8A61A4F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475" y="4045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7" name="path-2814">
            <a:extLst xmlns:a="http://schemas.openxmlformats.org/drawingml/2006/main">
              <a:ext uri="{FF2B5EF4-FFF2-40B4-BE49-F238E27FC236}">
                <a16:creationId xmlns:a16="http://schemas.microsoft.com/office/drawing/2014/main" id="{A79F5E1A-E1FD-4FFA-9577-7C277D34C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29297" y="40420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8" name="path-2815">
            <a:extLst xmlns:a="http://schemas.openxmlformats.org/drawingml/2006/main">
              <a:ext uri="{FF2B5EF4-FFF2-40B4-BE49-F238E27FC236}">
                <a16:creationId xmlns:a16="http://schemas.microsoft.com/office/drawing/2014/main" id="{4B73E302-C2A2-4747-843A-E8780D868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2105" y="40829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09" name="path-2816">
            <a:extLst xmlns:a="http://schemas.openxmlformats.org/drawingml/2006/main">
              <a:ext uri="{FF2B5EF4-FFF2-40B4-BE49-F238E27FC236}">
                <a16:creationId xmlns:a16="http://schemas.microsoft.com/office/drawing/2014/main" id="{61BC31FA-56E7-4875-A543-D2B04AC54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6880" y="4046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0" name="path-2817">
            <a:extLst xmlns:a="http://schemas.openxmlformats.org/drawingml/2006/main">
              <a:ext uri="{FF2B5EF4-FFF2-40B4-BE49-F238E27FC236}">
                <a16:creationId xmlns:a16="http://schemas.microsoft.com/office/drawing/2014/main" id="{57805FE8-9CCB-45EB-8211-48348303F9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7022" y="40517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1" name="path-2818">
            <a:extLst xmlns:a="http://schemas.openxmlformats.org/drawingml/2006/main">
              <a:ext uri="{FF2B5EF4-FFF2-40B4-BE49-F238E27FC236}">
                <a16:creationId xmlns:a16="http://schemas.microsoft.com/office/drawing/2014/main" id="{40E75622-CD3E-46FF-8EC1-7CCF04B33C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588" y="40072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2" name="path-2819">
            <a:extLst xmlns:a="http://schemas.openxmlformats.org/drawingml/2006/main">
              <a:ext uri="{FF2B5EF4-FFF2-40B4-BE49-F238E27FC236}">
                <a16:creationId xmlns:a16="http://schemas.microsoft.com/office/drawing/2014/main" id="{F215140E-1FB1-4AE6-908C-824D723A6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7388" y="40582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3" name="path-2820">
            <a:extLst xmlns:a="http://schemas.openxmlformats.org/drawingml/2006/main">
              <a:ext uri="{FF2B5EF4-FFF2-40B4-BE49-F238E27FC236}">
                <a16:creationId xmlns:a16="http://schemas.microsoft.com/office/drawing/2014/main" id="{FF89E3B2-84DF-41A3-B5D5-8AD839BD2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5607" y="4045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4" name="path-2821">
            <a:extLst xmlns:a="http://schemas.openxmlformats.org/drawingml/2006/main">
              <a:ext uri="{FF2B5EF4-FFF2-40B4-BE49-F238E27FC236}">
                <a16:creationId xmlns:a16="http://schemas.microsoft.com/office/drawing/2014/main" id="{04AF963A-9B37-4169-BEEF-648DCE43A3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605" y="40313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5" name="path-2822">
            <a:extLst xmlns:a="http://schemas.openxmlformats.org/drawingml/2006/main">
              <a:ext uri="{FF2B5EF4-FFF2-40B4-BE49-F238E27FC236}">
                <a16:creationId xmlns:a16="http://schemas.microsoft.com/office/drawing/2014/main" id="{8AB151AA-072E-4EF4-B470-44F0BFF0D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81696" y="4044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6" name="path-2823">
            <a:extLst xmlns:a="http://schemas.openxmlformats.org/drawingml/2006/main">
              <a:ext uri="{FF2B5EF4-FFF2-40B4-BE49-F238E27FC236}">
                <a16:creationId xmlns:a16="http://schemas.microsoft.com/office/drawing/2014/main" id="{790C5F0F-AB47-4029-A8A5-12C2FE64D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309" y="40428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7" name="path-2824">
            <a:extLst xmlns:a="http://schemas.openxmlformats.org/drawingml/2006/main">
              <a:ext uri="{FF2B5EF4-FFF2-40B4-BE49-F238E27FC236}">
                <a16:creationId xmlns:a16="http://schemas.microsoft.com/office/drawing/2014/main" id="{304DA17E-D59A-404E-950F-AAC8DD097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998" y="40398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8" name="path-2825">
            <a:extLst xmlns:a="http://schemas.openxmlformats.org/drawingml/2006/main">
              <a:ext uri="{FF2B5EF4-FFF2-40B4-BE49-F238E27FC236}">
                <a16:creationId xmlns:a16="http://schemas.microsoft.com/office/drawing/2014/main" id="{2D568760-902A-410E-AB5C-1B0C4AB26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6894" y="40739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9" name="path-2826">
            <a:extLst xmlns:a="http://schemas.openxmlformats.org/drawingml/2006/main">
              <a:ext uri="{FF2B5EF4-FFF2-40B4-BE49-F238E27FC236}">
                <a16:creationId xmlns:a16="http://schemas.microsoft.com/office/drawing/2014/main" id="{DEDA7135-D302-4541-80C6-2DB26E699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442" y="40434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0" name="path-2827">
            <a:extLst xmlns:a="http://schemas.openxmlformats.org/drawingml/2006/main">
              <a:ext uri="{FF2B5EF4-FFF2-40B4-BE49-F238E27FC236}">
                <a16:creationId xmlns:a16="http://schemas.microsoft.com/office/drawing/2014/main" id="{36F11EA5-0205-4976-81F6-47F6ED48F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4545" y="40349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1" name="path-2828">
            <a:extLst xmlns:a="http://schemas.openxmlformats.org/drawingml/2006/main">
              <a:ext uri="{FF2B5EF4-FFF2-40B4-BE49-F238E27FC236}">
                <a16:creationId xmlns:a16="http://schemas.microsoft.com/office/drawing/2014/main" id="{B3962EF4-24EA-4C03-8F2B-7811CEECE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619" y="40416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2" name="path-2829">
            <a:extLst xmlns:a="http://schemas.openxmlformats.org/drawingml/2006/main">
              <a:ext uri="{FF2B5EF4-FFF2-40B4-BE49-F238E27FC236}">
                <a16:creationId xmlns:a16="http://schemas.microsoft.com/office/drawing/2014/main" id="{75A7D10B-C786-449A-AE8A-02AD07AEC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011" y="40144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3" name="path-2830">
            <a:extLst xmlns:a="http://schemas.openxmlformats.org/drawingml/2006/main">
              <a:ext uri="{FF2B5EF4-FFF2-40B4-BE49-F238E27FC236}">
                <a16:creationId xmlns:a16="http://schemas.microsoft.com/office/drawing/2014/main" id="{A2ED3057-DEB9-403F-B697-36BD59920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9424" y="40454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4" name="path-2831">
            <a:extLst xmlns:a="http://schemas.openxmlformats.org/drawingml/2006/main">
              <a:ext uri="{FF2B5EF4-FFF2-40B4-BE49-F238E27FC236}">
                <a16:creationId xmlns:a16="http://schemas.microsoft.com/office/drawing/2014/main" id="{2856806D-7DC5-4A2B-AB4B-D75D3F9EE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788" y="40447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5" name="path-2832">
            <a:extLst xmlns:a="http://schemas.openxmlformats.org/drawingml/2006/main">
              <a:ext uri="{FF2B5EF4-FFF2-40B4-BE49-F238E27FC236}">
                <a16:creationId xmlns:a16="http://schemas.microsoft.com/office/drawing/2014/main" id="{4729E4CA-E714-4972-BCC8-08538E234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9090" y="4052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6" name="path-2833">
            <a:extLst xmlns:a="http://schemas.openxmlformats.org/drawingml/2006/main">
              <a:ext uri="{FF2B5EF4-FFF2-40B4-BE49-F238E27FC236}">
                <a16:creationId xmlns:a16="http://schemas.microsoft.com/office/drawing/2014/main" id="{C96BC001-FD68-46A3-9FBD-73A3B0CCE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538" y="40452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7" name="path-2834">
            <a:extLst xmlns:a="http://schemas.openxmlformats.org/drawingml/2006/main">
              <a:ext uri="{FF2B5EF4-FFF2-40B4-BE49-F238E27FC236}">
                <a16:creationId xmlns:a16="http://schemas.microsoft.com/office/drawing/2014/main" id="{E69F6FA6-F086-426D-A59D-DAAA5ECE1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0930" y="4081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8" name="path-2835">
            <a:extLst xmlns:a="http://schemas.openxmlformats.org/drawingml/2006/main">
              <a:ext uri="{FF2B5EF4-FFF2-40B4-BE49-F238E27FC236}">
                <a16:creationId xmlns:a16="http://schemas.microsoft.com/office/drawing/2014/main" id="{24F2D072-F09D-4CA5-AE3E-8EEC5C78F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291" y="4051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29" name="path-2836">
            <a:extLst xmlns:a="http://schemas.openxmlformats.org/drawingml/2006/main">
              <a:ext uri="{FF2B5EF4-FFF2-40B4-BE49-F238E27FC236}">
                <a16:creationId xmlns:a16="http://schemas.microsoft.com/office/drawing/2014/main" id="{15431FDB-8891-48F8-8DD0-A5B467268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308" y="40438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0" name="path-2837">
            <a:extLst xmlns:a="http://schemas.openxmlformats.org/drawingml/2006/main">
              <a:ext uri="{FF2B5EF4-FFF2-40B4-BE49-F238E27FC236}">
                <a16:creationId xmlns:a16="http://schemas.microsoft.com/office/drawing/2014/main" id="{8A8A37C7-B6D8-4BA4-9767-2031231A7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686" y="40065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1" name="path-2838">
            <a:extLst xmlns:a="http://schemas.openxmlformats.org/drawingml/2006/main">
              <a:ext uri="{FF2B5EF4-FFF2-40B4-BE49-F238E27FC236}">
                <a16:creationId xmlns:a16="http://schemas.microsoft.com/office/drawing/2014/main" id="{5BA48C8A-ACB8-45E7-B80A-B6355D82E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74954" y="40510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2" name="path-2839">
            <a:extLst xmlns:a="http://schemas.openxmlformats.org/drawingml/2006/main">
              <a:ext uri="{FF2B5EF4-FFF2-40B4-BE49-F238E27FC236}">
                <a16:creationId xmlns:a16="http://schemas.microsoft.com/office/drawing/2014/main" id="{CFAFFD80-131A-48F7-83C5-DFE30AE32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706" y="4040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3" name="path-2840">
            <a:extLst xmlns:a="http://schemas.openxmlformats.org/drawingml/2006/main">
              <a:ext uri="{FF2B5EF4-FFF2-40B4-BE49-F238E27FC236}">
                <a16:creationId xmlns:a16="http://schemas.microsoft.com/office/drawing/2014/main" id="{29B35B3B-74D2-47A3-A425-B471C84EF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2250" y="40408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4" name="path-2841">
            <a:extLst xmlns:a="http://schemas.openxmlformats.org/drawingml/2006/main">
              <a:ext uri="{FF2B5EF4-FFF2-40B4-BE49-F238E27FC236}">
                <a16:creationId xmlns:a16="http://schemas.microsoft.com/office/drawing/2014/main" id="{24316582-52F6-45F2-9FF8-4E17733C3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925" y="40464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5" name="path-2842">
            <a:extLst xmlns:a="http://schemas.openxmlformats.org/drawingml/2006/main">
              <a:ext uri="{FF2B5EF4-FFF2-40B4-BE49-F238E27FC236}">
                <a16:creationId xmlns:a16="http://schemas.microsoft.com/office/drawing/2014/main" id="{1AC734FE-227F-4A43-8F5B-7D8A1DABAF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8690" y="4002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6" name="path-2843">
            <a:extLst xmlns:a="http://schemas.openxmlformats.org/drawingml/2006/main">
              <a:ext uri="{FF2B5EF4-FFF2-40B4-BE49-F238E27FC236}">
                <a16:creationId xmlns:a16="http://schemas.microsoft.com/office/drawing/2014/main" id="{78E9D25D-B414-440E-8A52-1F3B0E0F7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5174" y="40417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7" name="path-2844">
            <a:extLst xmlns:a="http://schemas.openxmlformats.org/drawingml/2006/main">
              <a:ext uri="{FF2B5EF4-FFF2-40B4-BE49-F238E27FC236}">
                <a16:creationId xmlns:a16="http://schemas.microsoft.com/office/drawing/2014/main" id="{C9495CC2-D66A-4E92-B661-BF42450078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87633" y="40428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8" name="path-2845">
            <a:extLst xmlns:a="http://schemas.openxmlformats.org/drawingml/2006/main">
              <a:ext uri="{FF2B5EF4-FFF2-40B4-BE49-F238E27FC236}">
                <a16:creationId xmlns:a16="http://schemas.microsoft.com/office/drawing/2014/main" id="{D4578236-FE8D-4C14-A28F-9EDBAFF65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484" y="40460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39" name="path-2846">
            <a:extLst xmlns:a="http://schemas.openxmlformats.org/drawingml/2006/main">
              <a:ext uri="{FF2B5EF4-FFF2-40B4-BE49-F238E27FC236}">
                <a16:creationId xmlns:a16="http://schemas.microsoft.com/office/drawing/2014/main" id="{13BB7C81-31DE-446B-AC54-34C289BBF0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354" y="40484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0" name="path-2847">
            <a:extLst xmlns:a="http://schemas.openxmlformats.org/drawingml/2006/main">
              <a:ext uri="{FF2B5EF4-FFF2-40B4-BE49-F238E27FC236}">
                <a16:creationId xmlns:a16="http://schemas.microsoft.com/office/drawing/2014/main" id="{B636C9A5-2E75-40B3-AA74-826BA5B9A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801" y="4045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1" name="path-2848">
            <a:extLst xmlns:a="http://schemas.openxmlformats.org/drawingml/2006/main">
              <a:ext uri="{FF2B5EF4-FFF2-40B4-BE49-F238E27FC236}">
                <a16:creationId xmlns:a16="http://schemas.microsoft.com/office/drawing/2014/main" id="{8CE7A628-5898-402B-B189-B8B6B66D0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044" y="4047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2" name="path-2849">
            <a:extLst xmlns:a="http://schemas.openxmlformats.org/drawingml/2006/main">
              <a:ext uri="{FF2B5EF4-FFF2-40B4-BE49-F238E27FC236}">
                <a16:creationId xmlns:a16="http://schemas.microsoft.com/office/drawing/2014/main" id="{C23C5ECF-9A56-42B8-B69C-7AA0B474D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215" y="4041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3" name="path-2850">
            <a:extLst xmlns:a="http://schemas.openxmlformats.org/drawingml/2006/main">
              <a:ext uri="{FF2B5EF4-FFF2-40B4-BE49-F238E27FC236}">
                <a16:creationId xmlns:a16="http://schemas.microsoft.com/office/drawing/2014/main" id="{D70AD004-8A53-4F3E-A0E1-550566B90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834" y="40710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4" name="path-2851">
            <a:extLst xmlns:a="http://schemas.openxmlformats.org/drawingml/2006/main">
              <a:ext uri="{FF2B5EF4-FFF2-40B4-BE49-F238E27FC236}">
                <a16:creationId xmlns:a16="http://schemas.microsoft.com/office/drawing/2014/main" id="{36F9E014-E54E-4B54-9C33-5D9F4E40B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395" y="4014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5" name="path-2852">
            <a:extLst xmlns:a="http://schemas.openxmlformats.org/drawingml/2006/main">
              <a:ext uri="{FF2B5EF4-FFF2-40B4-BE49-F238E27FC236}">
                <a16:creationId xmlns:a16="http://schemas.microsoft.com/office/drawing/2014/main" id="{E7ADB52B-7E72-4AAC-B169-59F3F823C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570" y="40409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6" name="path-2853">
            <a:extLst xmlns:a="http://schemas.openxmlformats.org/drawingml/2006/main">
              <a:ext uri="{FF2B5EF4-FFF2-40B4-BE49-F238E27FC236}">
                <a16:creationId xmlns:a16="http://schemas.microsoft.com/office/drawing/2014/main" id="{7A884DD3-AB5F-4170-A466-D4ABBAC9A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6593" y="40443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7" name="path-2854">
            <a:extLst xmlns:a="http://schemas.openxmlformats.org/drawingml/2006/main">
              <a:ext uri="{FF2B5EF4-FFF2-40B4-BE49-F238E27FC236}">
                <a16:creationId xmlns:a16="http://schemas.microsoft.com/office/drawing/2014/main" id="{177E9D46-D491-40F4-BF7A-11AE3DEE7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835" y="4042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8" name="path-2855">
            <a:extLst xmlns:a="http://schemas.openxmlformats.org/drawingml/2006/main">
              <a:ext uri="{FF2B5EF4-FFF2-40B4-BE49-F238E27FC236}">
                <a16:creationId xmlns:a16="http://schemas.microsoft.com/office/drawing/2014/main" id="{66A84851-D1E7-4BB6-8437-B32A33872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9348" y="40431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49" name="path-2856">
            <a:extLst xmlns:a="http://schemas.openxmlformats.org/drawingml/2006/main">
              <a:ext uri="{FF2B5EF4-FFF2-40B4-BE49-F238E27FC236}">
                <a16:creationId xmlns:a16="http://schemas.microsoft.com/office/drawing/2014/main" id="{D815FE56-4260-408D-B812-1CCD135A8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686" y="40421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0" name="path-2857">
            <a:extLst xmlns:a="http://schemas.openxmlformats.org/drawingml/2006/main">
              <a:ext uri="{FF2B5EF4-FFF2-40B4-BE49-F238E27FC236}">
                <a16:creationId xmlns:a16="http://schemas.microsoft.com/office/drawing/2014/main" id="{9B931CB8-3BEF-4C0F-B551-DDEFB346B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22763" y="40451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1" name="path-2858">
            <a:extLst xmlns:a="http://schemas.openxmlformats.org/drawingml/2006/main">
              <a:ext uri="{FF2B5EF4-FFF2-40B4-BE49-F238E27FC236}">
                <a16:creationId xmlns:a16="http://schemas.microsoft.com/office/drawing/2014/main" id="{2BD5A019-BC49-41E8-B585-552B845FD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800" y="40407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2" name="path-2859">
            <a:extLst xmlns:a="http://schemas.openxmlformats.org/drawingml/2006/main">
              <a:ext uri="{FF2B5EF4-FFF2-40B4-BE49-F238E27FC236}">
                <a16:creationId xmlns:a16="http://schemas.microsoft.com/office/drawing/2014/main" id="{AF34DB81-B082-4501-A0F5-3D8539CAF7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0818" y="4046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3" name="path-2860">
            <a:extLst xmlns:a="http://schemas.openxmlformats.org/drawingml/2006/main">
              <a:ext uri="{FF2B5EF4-FFF2-40B4-BE49-F238E27FC236}">
                <a16:creationId xmlns:a16="http://schemas.microsoft.com/office/drawing/2014/main" id="{CD1BB7C2-C96D-4AA7-B899-792812042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661" y="40442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4" name="path-2861">
            <a:extLst xmlns:a="http://schemas.openxmlformats.org/drawingml/2006/main">
              <a:ext uri="{FF2B5EF4-FFF2-40B4-BE49-F238E27FC236}">
                <a16:creationId xmlns:a16="http://schemas.microsoft.com/office/drawing/2014/main" id="{F002B103-0097-40CE-94D8-3C8A8F9C8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290" y="4069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5" name="path-2862">
            <a:extLst xmlns:a="http://schemas.openxmlformats.org/drawingml/2006/main">
              <a:ext uri="{FF2B5EF4-FFF2-40B4-BE49-F238E27FC236}">
                <a16:creationId xmlns:a16="http://schemas.microsoft.com/office/drawing/2014/main" id="{409AB3FC-5E07-4EE1-9C79-3FFE78E2D1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9136" y="4045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6" name="path-2863">
            <a:extLst xmlns:a="http://schemas.openxmlformats.org/drawingml/2006/main">
              <a:ext uri="{FF2B5EF4-FFF2-40B4-BE49-F238E27FC236}">
                <a16:creationId xmlns:a16="http://schemas.microsoft.com/office/drawing/2014/main" id="{933F1739-3939-49B7-A629-4CB40B492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619" y="40426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7" name="path-2864">
            <a:extLst xmlns:a="http://schemas.openxmlformats.org/drawingml/2006/main">
              <a:ext uri="{FF2B5EF4-FFF2-40B4-BE49-F238E27FC236}">
                <a16:creationId xmlns:a16="http://schemas.microsoft.com/office/drawing/2014/main" id="{B819C054-5AD0-41B3-8605-47A19C0C8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4250" y="40376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8" name="path-2865">
            <a:extLst xmlns:a="http://schemas.openxmlformats.org/drawingml/2006/main">
              <a:ext uri="{FF2B5EF4-FFF2-40B4-BE49-F238E27FC236}">
                <a16:creationId xmlns:a16="http://schemas.microsoft.com/office/drawing/2014/main" id="{22E4AD6C-87D8-4D66-9BA0-8AC610F95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580" y="40466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9" name="path-2866">
            <a:extLst xmlns:a="http://schemas.openxmlformats.org/drawingml/2006/main">
              <a:ext uri="{FF2B5EF4-FFF2-40B4-BE49-F238E27FC236}">
                <a16:creationId xmlns:a16="http://schemas.microsoft.com/office/drawing/2014/main" id="{4AC6F2C3-8610-4598-A27D-864B5EE42C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04061" y="40371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0" name="path-2867">
            <a:extLst xmlns:a="http://schemas.openxmlformats.org/drawingml/2006/main">
              <a:ext uri="{FF2B5EF4-FFF2-40B4-BE49-F238E27FC236}">
                <a16:creationId xmlns:a16="http://schemas.microsoft.com/office/drawing/2014/main" id="{90515BA5-5D6C-441A-B964-7130C82C3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5048" y="40459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1" name="path-2868">
            <a:extLst xmlns:a="http://schemas.openxmlformats.org/drawingml/2006/main">
              <a:ext uri="{FF2B5EF4-FFF2-40B4-BE49-F238E27FC236}">
                <a16:creationId xmlns:a16="http://schemas.microsoft.com/office/drawing/2014/main" id="{DDBC6D66-47E5-4024-ACA7-74C316BD4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1914" y="40421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2" name="path-2869">
            <a:extLst xmlns:a="http://schemas.openxmlformats.org/drawingml/2006/main">
              <a:ext uri="{FF2B5EF4-FFF2-40B4-BE49-F238E27FC236}">
                <a16:creationId xmlns:a16="http://schemas.microsoft.com/office/drawing/2014/main" id="{811BF3A1-D87B-46A7-ABC8-A99B5B33D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411" y="40461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3" name="path-2870">
            <a:extLst xmlns:a="http://schemas.openxmlformats.org/drawingml/2006/main">
              <a:ext uri="{FF2B5EF4-FFF2-40B4-BE49-F238E27FC236}">
                <a16:creationId xmlns:a16="http://schemas.microsoft.com/office/drawing/2014/main" id="{AD41E9A0-B850-4271-BC19-17D5F2C4B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314" y="40407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4" name="path-2871">
            <a:extLst xmlns:a="http://schemas.openxmlformats.org/drawingml/2006/main">
              <a:ext uri="{FF2B5EF4-FFF2-40B4-BE49-F238E27FC236}">
                <a16:creationId xmlns:a16="http://schemas.microsoft.com/office/drawing/2014/main" id="{A7622FD6-32F3-4E1A-AF37-46B580B2C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0027" y="40395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5" name="path-2872">
            <a:extLst xmlns:a="http://schemas.openxmlformats.org/drawingml/2006/main">
              <a:ext uri="{FF2B5EF4-FFF2-40B4-BE49-F238E27FC236}">
                <a16:creationId xmlns:a16="http://schemas.microsoft.com/office/drawing/2014/main" id="{34A3F397-F7E4-4223-B03E-5029A3955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7315" y="4042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6" name="path-2873">
            <a:extLst xmlns:a="http://schemas.openxmlformats.org/drawingml/2006/main">
              <a:ext uri="{FF2B5EF4-FFF2-40B4-BE49-F238E27FC236}">
                <a16:creationId xmlns:a16="http://schemas.microsoft.com/office/drawing/2014/main" id="{F880E185-9C9A-4384-B713-04CBCDDB0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5017" y="40362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7" name="path-2874">
            <a:extLst xmlns:a="http://schemas.openxmlformats.org/drawingml/2006/main">
              <a:ext uri="{FF2B5EF4-FFF2-40B4-BE49-F238E27FC236}">
                <a16:creationId xmlns:a16="http://schemas.microsoft.com/office/drawing/2014/main" id="{E40AEBEB-CA98-4844-8C1B-93DE23D23C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606" y="40382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8" name="path-2875">
            <a:extLst xmlns:a="http://schemas.openxmlformats.org/drawingml/2006/main">
              <a:ext uri="{FF2B5EF4-FFF2-40B4-BE49-F238E27FC236}">
                <a16:creationId xmlns:a16="http://schemas.microsoft.com/office/drawing/2014/main" id="{FAFB2529-739C-4579-B86A-EA25693C9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638" y="40434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69" name="path-2876">
            <a:extLst xmlns:a="http://schemas.openxmlformats.org/drawingml/2006/main">
              <a:ext uri="{FF2B5EF4-FFF2-40B4-BE49-F238E27FC236}">
                <a16:creationId xmlns:a16="http://schemas.microsoft.com/office/drawing/2014/main" id="{92097D64-8C29-4D30-8D10-DBE17AC9B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640" y="40487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0" name="path-2877">
            <a:extLst xmlns:a="http://schemas.openxmlformats.org/drawingml/2006/main">
              <a:ext uri="{FF2B5EF4-FFF2-40B4-BE49-F238E27FC236}">
                <a16:creationId xmlns:a16="http://schemas.microsoft.com/office/drawing/2014/main" id="{90B67406-EE55-4A89-A7A8-F236ECE5C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990" y="40414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1" name="path-2878">
            <a:extLst xmlns:a="http://schemas.openxmlformats.org/drawingml/2006/main">
              <a:ext uri="{FF2B5EF4-FFF2-40B4-BE49-F238E27FC236}">
                <a16:creationId xmlns:a16="http://schemas.microsoft.com/office/drawing/2014/main" id="{3D0BCA84-DC15-4D61-81DA-EDDAD93930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8372" y="40480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2" name="path-2879">
            <a:extLst xmlns:a="http://schemas.openxmlformats.org/drawingml/2006/main">
              <a:ext uri="{FF2B5EF4-FFF2-40B4-BE49-F238E27FC236}">
                <a16:creationId xmlns:a16="http://schemas.microsoft.com/office/drawing/2014/main" id="{C5326456-8283-4E8F-81BB-67504C96A5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76159" y="40177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3" name="path-2880">
            <a:extLst xmlns:a="http://schemas.openxmlformats.org/drawingml/2006/main">
              <a:ext uri="{FF2B5EF4-FFF2-40B4-BE49-F238E27FC236}">
                <a16:creationId xmlns:a16="http://schemas.microsoft.com/office/drawing/2014/main" id="{EDAF27B5-8059-42D5-8443-8ED35040B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0614" y="40238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4" name="path-2881">
            <a:extLst xmlns:a="http://schemas.openxmlformats.org/drawingml/2006/main">
              <a:ext uri="{FF2B5EF4-FFF2-40B4-BE49-F238E27FC236}">
                <a16:creationId xmlns:a16="http://schemas.microsoft.com/office/drawing/2014/main" id="{AEDFCA4E-7951-409F-8422-1258E775A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4123" y="4054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5" name="path-2882">
            <a:extLst xmlns:a="http://schemas.openxmlformats.org/drawingml/2006/main">
              <a:ext uri="{FF2B5EF4-FFF2-40B4-BE49-F238E27FC236}">
                <a16:creationId xmlns:a16="http://schemas.microsoft.com/office/drawing/2014/main" id="{27EBEEA0-4AC9-4E08-87D3-4E34CB5F0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5214" y="40360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6" name="path-2883">
            <a:extLst xmlns:a="http://schemas.openxmlformats.org/drawingml/2006/main">
              <a:ext uri="{FF2B5EF4-FFF2-40B4-BE49-F238E27FC236}">
                <a16:creationId xmlns:a16="http://schemas.microsoft.com/office/drawing/2014/main" id="{EEC7486E-0A27-4B23-AC5F-4F91726A9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493" y="40450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7" name="path-2884">
            <a:extLst xmlns:a="http://schemas.openxmlformats.org/drawingml/2006/main">
              <a:ext uri="{FF2B5EF4-FFF2-40B4-BE49-F238E27FC236}">
                <a16:creationId xmlns:a16="http://schemas.microsoft.com/office/drawing/2014/main" id="{BD74B398-323F-4BFD-9CD6-2B20FF295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7415" y="40193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8" name="path-2885">
            <a:extLst xmlns:a="http://schemas.openxmlformats.org/drawingml/2006/main">
              <a:ext uri="{FF2B5EF4-FFF2-40B4-BE49-F238E27FC236}">
                <a16:creationId xmlns:a16="http://schemas.microsoft.com/office/drawing/2014/main" id="{D2DA00C8-7843-42BB-AC29-391B3D52C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552" y="40441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79" name="path-2886">
            <a:extLst xmlns:a="http://schemas.openxmlformats.org/drawingml/2006/main">
              <a:ext uri="{FF2B5EF4-FFF2-40B4-BE49-F238E27FC236}">
                <a16:creationId xmlns:a16="http://schemas.microsoft.com/office/drawing/2014/main" id="{FF0B3A7A-21FE-4E1C-8ADE-C0D7E753FC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415" y="40391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0" name="path-2887">
            <a:extLst xmlns:a="http://schemas.openxmlformats.org/drawingml/2006/main">
              <a:ext uri="{FF2B5EF4-FFF2-40B4-BE49-F238E27FC236}">
                <a16:creationId xmlns:a16="http://schemas.microsoft.com/office/drawing/2014/main" id="{4B108661-BBFD-4635-9960-334D0E215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039" y="40444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1" name="path-2888">
            <a:extLst xmlns:a="http://schemas.openxmlformats.org/drawingml/2006/main">
              <a:ext uri="{FF2B5EF4-FFF2-40B4-BE49-F238E27FC236}">
                <a16:creationId xmlns:a16="http://schemas.microsoft.com/office/drawing/2014/main" id="{A1FAE7A5-B754-4762-935B-651E8F124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64848" y="40372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2" name="path-2889">
            <a:extLst xmlns:a="http://schemas.openxmlformats.org/drawingml/2006/main">
              <a:ext uri="{FF2B5EF4-FFF2-40B4-BE49-F238E27FC236}">
                <a16:creationId xmlns:a16="http://schemas.microsoft.com/office/drawing/2014/main" id="{CB6F8D29-AA48-4E53-8D36-ADA91A001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6176" y="40554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3" name="path-2890">
            <a:extLst xmlns:a="http://schemas.openxmlformats.org/drawingml/2006/main">
              <a:ext uri="{FF2B5EF4-FFF2-40B4-BE49-F238E27FC236}">
                <a16:creationId xmlns:a16="http://schemas.microsoft.com/office/drawing/2014/main" id="{69E993A5-4F8F-4D03-9D30-77BC6E8E6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530" y="40401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4" name="path-2891">
            <a:extLst xmlns:a="http://schemas.openxmlformats.org/drawingml/2006/main">
              <a:ext uri="{FF2B5EF4-FFF2-40B4-BE49-F238E27FC236}">
                <a16:creationId xmlns:a16="http://schemas.microsoft.com/office/drawing/2014/main" id="{67264A03-7E4F-4A5A-97F7-FB132430F3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526" y="40429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5" name="path-2892">
            <a:extLst xmlns:a="http://schemas.openxmlformats.org/drawingml/2006/main">
              <a:ext uri="{FF2B5EF4-FFF2-40B4-BE49-F238E27FC236}">
                <a16:creationId xmlns:a16="http://schemas.microsoft.com/office/drawing/2014/main" id="{D54E8E32-52E8-4BA7-B112-882791116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052" y="40461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6" name="path-2893">
            <a:extLst xmlns:a="http://schemas.openxmlformats.org/drawingml/2006/main">
              <a:ext uri="{FF2B5EF4-FFF2-40B4-BE49-F238E27FC236}">
                <a16:creationId xmlns:a16="http://schemas.microsoft.com/office/drawing/2014/main" id="{74917A84-888F-4F93-A817-47000D719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190" y="4037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7" name="path-2894">
            <a:extLst xmlns:a="http://schemas.openxmlformats.org/drawingml/2006/main">
              <a:ext uri="{FF2B5EF4-FFF2-40B4-BE49-F238E27FC236}">
                <a16:creationId xmlns:a16="http://schemas.microsoft.com/office/drawing/2014/main" id="{B80B9D1C-137E-4A05-AAC7-8FFC95189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620" y="40503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8" name="path-2895">
            <a:extLst xmlns:a="http://schemas.openxmlformats.org/drawingml/2006/main">
              <a:ext uri="{FF2B5EF4-FFF2-40B4-BE49-F238E27FC236}">
                <a16:creationId xmlns:a16="http://schemas.microsoft.com/office/drawing/2014/main" id="{6647EF92-0C86-4853-85DD-742310F08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912" y="40343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9" name="path-2896">
            <a:extLst xmlns:a="http://schemas.openxmlformats.org/drawingml/2006/main">
              <a:ext uri="{FF2B5EF4-FFF2-40B4-BE49-F238E27FC236}">
                <a16:creationId xmlns:a16="http://schemas.microsoft.com/office/drawing/2014/main" id="{17C80273-7D5E-4758-94DC-9E88FD579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4600" y="40483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0" name="path-2897">
            <a:extLst xmlns:a="http://schemas.openxmlformats.org/drawingml/2006/main">
              <a:ext uri="{FF2B5EF4-FFF2-40B4-BE49-F238E27FC236}">
                <a16:creationId xmlns:a16="http://schemas.microsoft.com/office/drawing/2014/main" id="{EA72D503-865D-4195-89F2-E69C75B71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528" y="40412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1" name="path-2898">
            <a:extLst xmlns:a="http://schemas.openxmlformats.org/drawingml/2006/main">
              <a:ext uri="{FF2B5EF4-FFF2-40B4-BE49-F238E27FC236}">
                <a16:creationId xmlns:a16="http://schemas.microsoft.com/office/drawing/2014/main" id="{9B2685FB-81DC-448F-9F88-B6709A176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3425" y="40424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2" name="path-2899">
            <a:extLst xmlns:a="http://schemas.openxmlformats.org/drawingml/2006/main">
              <a:ext uri="{FF2B5EF4-FFF2-40B4-BE49-F238E27FC236}">
                <a16:creationId xmlns:a16="http://schemas.microsoft.com/office/drawing/2014/main" id="{D7175B6E-8FA2-45C1-8A34-FC3B82EBA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411" y="40531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3" name="path-2900">
            <a:extLst xmlns:a="http://schemas.openxmlformats.org/drawingml/2006/main">
              <a:ext uri="{FF2B5EF4-FFF2-40B4-BE49-F238E27FC236}">
                <a16:creationId xmlns:a16="http://schemas.microsoft.com/office/drawing/2014/main" id="{ACE81515-8A74-41B7-B4AD-5E70FD396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529" y="40471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4" name="path-2901">
            <a:extLst xmlns:a="http://schemas.openxmlformats.org/drawingml/2006/main">
              <a:ext uri="{FF2B5EF4-FFF2-40B4-BE49-F238E27FC236}">
                <a16:creationId xmlns:a16="http://schemas.microsoft.com/office/drawing/2014/main" id="{7C452FD4-125A-4EE4-ADE8-BCCAAE046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5545" y="40119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5" name="path-2902">
            <a:extLst xmlns:a="http://schemas.openxmlformats.org/drawingml/2006/main">
              <a:ext uri="{FF2B5EF4-FFF2-40B4-BE49-F238E27FC236}">
                <a16:creationId xmlns:a16="http://schemas.microsoft.com/office/drawing/2014/main" id="{82763121-5FC2-4BB5-98DD-41B3E80D4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6108" y="40701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6" name="path-2903">
            <a:extLst xmlns:a="http://schemas.openxmlformats.org/drawingml/2006/main">
              <a:ext uri="{FF2B5EF4-FFF2-40B4-BE49-F238E27FC236}">
                <a16:creationId xmlns:a16="http://schemas.microsoft.com/office/drawing/2014/main" id="{458E0E66-3F50-4DA4-9330-73DA52CB5A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05002" y="40444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7" name="path-2904">
            <a:extLst xmlns:a="http://schemas.openxmlformats.org/drawingml/2006/main">
              <a:ext uri="{FF2B5EF4-FFF2-40B4-BE49-F238E27FC236}">
                <a16:creationId xmlns:a16="http://schemas.microsoft.com/office/drawing/2014/main" id="{50325284-A29E-4953-8E55-8D3C915887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056" y="4081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8" name="path-2905">
            <a:extLst xmlns:a="http://schemas.openxmlformats.org/drawingml/2006/main">
              <a:ext uri="{FF2B5EF4-FFF2-40B4-BE49-F238E27FC236}">
                <a16:creationId xmlns:a16="http://schemas.microsoft.com/office/drawing/2014/main" id="{0FBD7C8F-5448-4A50-AAF6-343334C46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0829" y="4041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9" name="path-2906">
            <a:extLst xmlns:a="http://schemas.openxmlformats.org/drawingml/2006/main">
              <a:ext uri="{FF2B5EF4-FFF2-40B4-BE49-F238E27FC236}">
                <a16:creationId xmlns:a16="http://schemas.microsoft.com/office/drawing/2014/main" id="{5C7A920B-2EDC-42B4-B369-041CAA49FB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72331" y="4046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0" name="path-2907">
            <a:extLst xmlns:a="http://schemas.openxmlformats.org/drawingml/2006/main">
              <a:ext uri="{FF2B5EF4-FFF2-40B4-BE49-F238E27FC236}">
                <a16:creationId xmlns:a16="http://schemas.microsoft.com/office/drawing/2014/main" id="{888C8CC9-97D7-472F-9666-B7D9B069D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612" y="40444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1" name="path-2908">
            <a:extLst xmlns:a="http://schemas.openxmlformats.org/drawingml/2006/main">
              <a:ext uri="{FF2B5EF4-FFF2-40B4-BE49-F238E27FC236}">
                <a16:creationId xmlns:a16="http://schemas.microsoft.com/office/drawing/2014/main" id="{FDBEE87D-8683-41D1-9E93-67950459A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612" y="40277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2" name="path-2909">
            <a:extLst xmlns:a="http://schemas.openxmlformats.org/drawingml/2006/main">
              <a:ext uri="{FF2B5EF4-FFF2-40B4-BE49-F238E27FC236}">
                <a16:creationId xmlns:a16="http://schemas.microsoft.com/office/drawing/2014/main" id="{9133D63D-9C89-42DA-819F-5AB4E0CE8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607" y="40430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3" name="path-2910">
            <a:extLst xmlns:a="http://schemas.openxmlformats.org/drawingml/2006/main">
              <a:ext uri="{FF2B5EF4-FFF2-40B4-BE49-F238E27FC236}">
                <a16:creationId xmlns:a16="http://schemas.microsoft.com/office/drawing/2014/main" id="{13EB93CF-2A17-451D-A3A3-D3A0D4253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604" y="4042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4" name="path-2911">
            <a:extLst xmlns:a="http://schemas.openxmlformats.org/drawingml/2006/main">
              <a:ext uri="{FF2B5EF4-FFF2-40B4-BE49-F238E27FC236}">
                <a16:creationId xmlns:a16="http://schemas.microsoft.com/office/drawing/2014/main" id="{AA311612-97DD-4D8E-9370-C47EA3E82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29636" y="40548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5" name="path-2912">
            <a:extLst xmlns:a="http://schemas.openxmlformats.org/drawingml/2006/main">
              <a:ext uri="{FF2B5EF4-FFF2-40B4-BE49-F238E27FC236}">
                <a16:creationId xmlns:a16="http://schemas.microsoft.com/office/drawing/2014/main" id="{B06EB655-B66B-486F-A7D4-19AAD5B0D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539" y="4041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6" name="path-2913">
            <a:extLst xmlns:a="http://schemas.openxmlformats.org/drawingml/2006/main">
              <a:ext uri="{FF2B5EF4-FFF2-40B4-BE49-F238E27FC236}">
                <a16:creationId xmlns:a16="http://schemas.microsoft.com/office/drawing/2014/main" id="{C3C3067C-2FCF-4D36-848F-9892290FD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199" y="40454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7" name="path-2914">
            <a:extLst xmlns:a="http://schemas.openxmlformats.org/drawingml/2006/main">
              <a:ext uri="{FF2B5EF4-FFF2-40B4-BE49-F238E27FC236}">
                <a16:creationId xmlns:a16="http://schemas.microsoft.com/office/drawing/2014/main" id="{CBC5EBC1-0E8F-42B0-B8F4-2F040A074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449" y="40473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8" name="path-2915">
            <a:extLst xmlns:a="http://schemas.openxmlformats.org/drawingml/2006/main">
              <a:ext uri="{FF2B5EF4-FFF2-40B4-BE49-F238E27FC236}">
                <a16:creationId xmlns:a16="http://schemas.microsoft.com/office/drawing/2014/main" id="{55745F70-9714-4667-80AB-37CC802AE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9039" y="40458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9" name="path-2916">
            <a:extLst xmlns:a="http://schemas.openxmlformats.org/drawingml/2006/main">
              <a:ext uri="{FF2B5EF4-FFF2-40B4-BE49-F238E27FC236}">
                <a16:creationId xmlns:a16="http://schemas.microsoft.com/office/drawing/2014/main" id="{2ABD5F1E-E8CC-49FD-AC27-909B2757A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0089" y="40711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0" name="path-2917">
            <a:extLst xmlns:a="http://schemas.openxmlformats.org/drawingml/2006/main">
              <a:ext uri="{FF2B5EF4-FFF2-40B4-BE49-F238E27FC236}">
                <a16:creationId xmlns:a16="http://schemas.microsoft.com/office/drawing/2014/main" id="{F251C7B6-EA08-4059-BF58-354551AF1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0130" y="40562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1" name="path-2918">
            <a:extLst xmlns:a="http://schemas.openxmlformats.org/drawingml/2006/main">
              <a:ext uri="{FF2B5EF4-FFF2-40B4-BE49-F238E27FC236}">
                <a16:creationId xmlns:a16="http://schemas.microsoft.com/office/drawing/2014/main" id="{4F8CAB07-143E-4389-9D0B-570DE7AD5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4396" y="40399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2" name="path-2919">
            <a:extLst xmlns:a="http://schemas.openxmlformats.org/drawingml/2006/main">
              <a:ext uri="{FF2B5EF4-FFF2-40B4-BE49-F238E27FC236}">
                <a16:creationId xmlns:a16="http://schemas.microsoft.com/office/drawing/2014/main" id="{A7C01825-9CAF-43FB-946B-F94011638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4719" y="40418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3" name="path-2920">
            <a:extLst xmlns:a="http://schemas.openxmlformats.org/drawingml/2006/main">
              <a:ext uri="{FF2B5EF4-FFF2-40B4-BE49-F238E27FC236}">
                <a16:creationId xmlns:a16="http://schemas.microsoft.com/office/drawing/2014/main" id="{668BBBA5-189C-4985-8ACC-440BE5B08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3327" y="40211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4" name="path-2921">
            <a:extLst xmlns:a="http://schemas.openxmlformats.org/drawingml/2006/main">
              <a:ext uri="{FF2B5EF4-FFF2-40B4-BE49-F238E27FC236}">
                <a16:creationId xmlns:a16="http://schemas.microsoft.com/office/drawing/2014/main" id="{E5D1799C-8F48-4B5F-AB67-D8D03911A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908" y="40523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5" name="path-2922">
            <a:extLst xmlns:a="http://schemas.openxmlformats.org/drawingml/2006/main">
              <a:ext uri="{FF2B5EF4-FFF2-40B4-BE49-F238E27FC236}">
                <a16:creationId xmlns:a16="http://schemas.microsoft.com/office/drawing/2014/main" id="{2C7FD66C-1554-4CFF-8734-A411AAD23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1325" y="40193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6" name="path-2923">
            <a:extLst xmlns:a="http://schemas.openxmlformats.org/drawingml/2006/main">
              <a:ext uri="{FF2B5EF4-FFF2-40B4-BE49-F238E27FC236}">
                <a16:creationId xmlns:a16="http://schemas.microsoft.com/office/drawing/2014/main" id="{7E8A0562-852E-4F78-A59F-C98FDD6F1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82887" y="40367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7" name="path-2924">
            <a:extLst xmlns:a="http://schemas.openxmlformats.org/drawingml/2006/main">
              <a:ext uri="{FF2B5EF4-FFF2-40B4-BE49-F238E27FC236}">
                <a16:creationId xmlns:a16="http://schemas.microsoft.com/office/drawing/2014/main" id="{2AB9C147-3B1F-4BC6-B3A0-0D40050CA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039" y="40502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8" name="path-2925">
            <a:extLst xmlns:a="http://schemas.openxmlformats.org/drawingml/2006/main">
              <a:ext uri="{FF2B5EF4-FFF2-40B4-BE49-F238E27FC236}">
                <a16:creationId xmlns:a16="http://schemas.microsoft.com/office/drawing/2014/main" id="{DCAA5FF2-35FD-4F02-8E92-13D01DC609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205" y="40651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9" name="path-2926">
            <a:extLst xmlns:a="http://schemas.openxmlformats.org/drawingml/2006/main">
              <a:ext uri="{FF2B5EF4-FFF2-40B4-BE49-F238E27FC236}">
                <a16:creationId xmlns:a16="http://schemas.microsoft.com/office/drawing/2014/main" id="{667A568B-0DF2-4C35-B5B6-E3FF3F729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8272" y="40608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0" name="path-2927">
            <a:extLst xmlns:a="http://schemas.openxmlformats.org/drawingml/2006/main">
              <a:ext uri="{FF2B5EF4-FFF2-40B4-BE49-F238E27FC236}">
                <a16:creationId xmlns:a16="http://schemas.microsoft.com/office/drawing/2014/main" id="{40F17483-5F09-478A-86F4-FD0780A5F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212" y="4046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1" name="path-2928">
            <a:extLst xmlns:a="http://schemas.openxmlformats.org/drawingml/2006/main">
              <a:ext uri="{FF2B5EF4-FFF2-40B4-BE49-F238E27FC236}">
                <a16:creationId xmlns:a16="http://schemas.microsoft.com/office/drawing/2014/main" id="{07DA7774-ECF8-4245-8D26-9D96045F6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728" y="4039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2" name="path-2929">
            <a:extLst xmlns:a="http://schemas.openxmlformats.org/drawingml/2006/main">
              <a:ext uri="{FF2B5EF4-FFF2-40B4-BE49-F238E27FC236}">
                <a16:creationId xmlns:a16="http://schemas.microsoft.com/office/drawing/2014/main" id="{B37F804E-099E-4F2C-A2B1-B31997633C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5035" y="40636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3" name="path-2930">
            <a:extLst xmlns:a="http://schemas.openxmlformats.org/drawingml/2006/main">
              <a:ext uri="{FF2B5EF4-FFF2-40B4-BE49-F238E27FC236}">
                <a16:creationId xmlns:a16="http://schemas.microsoft.com/office/drawing/2014/main" id="{7747F283-CF2B-4190-9F81-93A4E04EE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958" y="40388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4" name="path-2931">
            <a:extLst xmlns:a="http://schemas.openxmlformats.org/drawingml/2006/main">
              <a:ext uri="{FF2B5EF4-FFF2-40B4-BE49-F238E27FC236}">
                <a16:creationId xmlns:a16="http://schemas.microsoft.com/office/drawing/2014/main" id="{ECB288B0-945D-4F30-B27D-BD1DE2027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067" y="40445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5" name="path-2932">
            <a:extLst xmlns:a="http://schemas.openxmlformats.org/drawingml/2006/main">
              <a:ext uri="{FF2B5EF4-FFF2-40B4-BE49-F238E27FC236}">
                <a16:creationId xmlns:a16="http://schemas.microsoft.com/office/drawing/2014/main" id="{5EC62402-5FB2-4923-9341-A2C208ED1A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450" y="4044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6" name="path-2933">
            <a:extLst xmlns:a="http://schemas.openxmlformats.org/drawingml/2006/main">
              <a:ext uri="{FF2B5EF4-FFF2-40B4-BE49-F238E27FC236}">
                <a16:creationId xmlns:a16="http://schemas.microsoft.com/office/drawing/2014/main" id="{4BB9B031-0ACF-4C24-A076-5547D4BC6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8427" y="40435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7" name="path-2934">
            <a:extLst xmlns:a="http://schemas.openxmlformats.org/drawingml/2006/main">
              <a:ext uri="{FF2B5EF4-FFF2-40B4-BE49-F238E27FC236}">
                <a16:creationId xmlns:a16="http://schemas.microsoft.com/office/drawing/2014/main" id="{9BF6C960-20C8-403F-9815-16CBF3AEE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3905" y="40613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8" name="path-2935">
            <a:extLst xmlns:a="http://schemas.openxmlformats.org/drawingml/2006/main">
              <a:ext uri="{FF2B5EF4-FFF2-40B4-BE49-F238E27FC236}">
                <a16:creationId xmlns:a16="http://schemas.microsoft.com/office/drawing/2014/main" id="{DFF168A4-2DFA-491E-B2D2-CA1619EEA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893" y="4044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9" name="path-2936">
            <a:extLst xmlns:a="http://schemas.openxmlformats.org/drawingml/2006/main">
              <a:ext uri="{FF2B5EF4-FFF2-40B4-BE49-F238E27FC236}">
                <a16:creationId xmlns:a16="http://schemas.microsoft.com/office/drawing/2014/main" id="{48341456-7CB7-4ED3-9793-7A4CF3D94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6283" y="40486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0" name="path-2937">
            <a:extLst xmlns:a="http://schemas.openxmlformats.org/drawingml/2006/main">
              <a:ext uri="{FF2B5EF4-FFF2-40B4-BE49-F238E27FC236}">
                <a16:creationId xmlns:a16="http://schemas.microsoft.com/office/drawing/2014/main" id="{39682A02-6180-45D0-861F-E8470EA02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80829" y="40386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1" name="path-2938">
            <a:extLst xmlns:a="http://schemas.openxmlformats.org/drawingml/2006/main">
              <a:ext uri="{FF2B5EF4-FFF2-40B4-BE49-F238E27FC236}">
                <a16:creationId xmlns:a16="http://schemas.microsoft.com/office/drawing/2014/main" id="{78AE3251-E912-4735-9C70-B2CE941699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6579" y="40524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2" name="path-2939">
            <a:extLst xmlns:a="http://schemas.openxmlformats.org/drawingml/2006/main">
              <a:ext uri="{FF2B5EF4-FFF2-40B4-BE49-F238E27FC236}">
                <a16:creationId xmlns:a16="http://schemas.microsoft.com/office/drawing/2014/main" id="{C1128BCC-B65A-4E74-B3F9-11079CEAC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479" y="40468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3" name="path-2940">
            <a:extLst xmlns:a="http://schemas.openxmlformats.org/drawingml/2006/main">
              <a:ext uri="{FF2B5EF4-FFF2-40B4-BE49-F238E27FC236}">
                <a16:creationId xmlns:a16="http://schemas.microsoft.com/office/drawing/2014/main" id="{0FD1CF92-BFF5-4434-8987-17A9EBBCD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466" y="40662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4" name="path-2941">
            <a:extLst xmlns:a="http://schemas.openxmlformats.org/drawingml/2006/main">
              <a:ext uri="{FF2B5EF4-FFF2-40B4-BE49-F238E27FC236}">
                <a16:creationId xmlns:a16="http://schemas.microsoft.com/office/drawing/2014/main" id="{2E89990B-BC21-4DAB-84AE-F096EC17C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499" y="40428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5" name="path-2942">
            <a:extLst xmlns:a="http://schemas.openxmlformats.org/drawingml/2006/main">
              <a:ext uri="{FF2B5EF4-FFF2-40B4-BE49-F238E27FC236}">
                <a16:creationId xmlns:a16="http://schemas.microsoft.com/office/drawing/2014/main" id="{5A6C595F-A9ED-4E81-9802-23DC6FE0E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616" y="40443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6" name="path-2943">
            <a:extLst xmlns:a="http://schemas.openxmlformats.org/drawingml/2006/main">
              <a:ext uri="{FF2B5EF4-FFF2-40B4-BE49-F238E27FC236}">
                <a16:creationId xmlns:a16="http://schemas.microsoft.com/office/drawing/2014/main" id="{D09E210D-54B2-4A20-B342-77B4A2A18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260" y="40493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7" name="path-2944">
            <a:extLst xmlns:a="http://schemas.openxmlformats.org/drawingml/2006/main">
              <a:ext uri="{FF2B5EF4-FFF2-40B4-BE49-F238E27FC236}">
                <a16:creationId xmlns:a16="http://schemas.microsoft.com/office/drawing/2014/main" id="{579CC24B-6410-4130-8B69-C895BE688C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2228" y="40468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8" name="path-2945">
            <a:extLst xmlns:a="http://schemas.openxmlformats.org/drawingml/2006/main">
              <a:ext uri="{FF2B5EF4-FFF2-40B4-BE49-F238E27FC236}">
                <a16:creationId xmlns:a16="http://schemas.microsoft.com/office/drawing/2014/main" id="{46E8723C-461D-4003-8CE4-85CF1C923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3775" y="40626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9" name="path-2946">
            <a:extLst xmlns:a="http://schemas.openxmlformats.org/drawingml/2006/main">
              <a:ext uri="{FF2B5EF4-FFF2-40B4-BE49-F238E27FC236}">
                <a16:creationId xmlns:a16="http://schemas.microsoft.com/office/drawing/2014/main" id="{09F7CD81-484E-4067-B407-527C42659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872" y="3999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0" name="path-2947">
            <a:extLst xmlns:a="http://schemas.openxmlformats.org/drawingml/2006/main">
              <a:ext uri="{FF2B5EF4-FFF2-40B4-BE49-F238E27FC236}">
                <a16:creationId xmlns:a16="http://schemas.microsoft.com/office/drawing/2014/main" id="{6CA60BDF-1008-4D89-B73E-6036BA540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945" y="40459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1" name="path-2948">
            <a:extLst xmlns:a="http://schemas.openxmlformats.org/drawingml/2006/main">
              <a:ext uri="{FF2B5EF4-FFF2-40B4-BE49-F238E27FC236}">
                <a16:creationId xmlns:a16="http://schemas.microsoft.com/office/drawing/2014/main" id="{D0A98DE3-6405-440B-8A85-6C0E1C0DE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268" y="40477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2" name="path-2949">
            <a:extLst xmlns:a="http://schemas.openxmlformats.org/drawingml/2006/main">
              <a:ext uri="{FF2B5EF4-FFF2-40B4-BE49-F238E27FC236}">
                <a16:creationId xmlns:a16="http://schemas.microsoft.com/office/drawing/2014/main" id="{4EAE35FE-733C-4ECD-969F-2972F8937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439" y="40449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3" name="path-2950">
            <a:extLst xmlns:a="http://schemas.openxmlformats.org/drawingml/2006/main">
              <a:ext uri="{FF2B5EF4-FFF2-40B4-BE49-F238E27FC236}">
                <a16:creationId xmlns:a16="http://schemas.microsoft.com/office/drawing/2014/main" id="{AD9A49E6-2C39-42B5-9C06-CFCE7E5A8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4363" y="40466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4" name="path-2951">
            <a:extLst xmlns:a="http://schemas.openxmlformats.org/drawingml/2006/main">
              <a:ext uri="{FF2B5EF4-FFF2-40B4-BE49-F238E27FC236}">
                <a16:creationId xmlns:a16="http://schemas.microsoft.com/office/drawing/2014/main" id="{9203452D-D099-4157-B721-B4E71B987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58194" y="40712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5" name="path-2952">
            <a:extLst xmlns:a="http://schemas.openxmlformats.org/drawingml/2006/main">
              <a:ext uri="{FF2B5EF4-FFF2-40B4-BE49-F238E27FC236}">
                <a16:creationId xmlns:a16="http://schemas.microsoft.com/office/drawing/2014/main" id="{E6304BC5-031D-403A-B097-C2BF1B0B9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7123" y="40668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6" name="path-2953">
            <a:extLst xmlns:a="http://schemas.openxmlformats.org/drawingml/2006/main">
              <a:ext uri="{FF2B5EF4-FFF2-40B4-BE49-F238E27FC236}">
                <a16:creationId xmlns:a16="http://schemas.microsoft.com/office/drawing/2014/main" id="{726FA923-4C4A-4251-B730-1BCAB1285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9559" y="40388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7" name="path-2954">
            <a:extLst xmlns:a="http://schemas.openxmlformats.org/drawingml/2006/main">
              <a:ext uri="{FF2B5EF4-FFF2-40B4-BE49-F238E27FC236}">
                <a16:creationId xmlns:a16="http://schemas.microsoft.com/office/drawing/2014/main" id="{8211FC35-5238-40EA-BB81-E36D17816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04281" y="40107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8" name="path-2955">
            <a:extLst xmlns:a="http://schemas.openxmlformats.org/drawingml/2006/main">
              <a:ext uri="{FF2B5EF4-FFF2-40B4-BE49-F238E27FC236}">
                <a16:creationId xmlns:a16="http://schemas.microsoft.com/office/drawing/2014/main" id="{AF7C6BC8-6398-45EF-B70A-0FDDEE457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79869" y="40394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49" name="path-2956">
            <a:extLst xmlns:a="http://schemas.openxmlformats.org/drawingml/2006/main">
              <a:ext uri="{FF2B5EF4-FFF2-40B4-BE49-F238E27FC236}">
                <a16:creationId xmlns:a16="http://schemas.microsoft.com/office/drawing/2014/main" id="{9BAA63B4-A1F1-440F-8204-C7707865C0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836" y="40484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0" name="path-2957">
            <a:extLst xmlns:a="http://schemas.openxmlformats.org/drawingml/2006/main">
              <a:ext uri="{FF2B5EF4-FFF2-40B4-BE49-F238E27FC236}">
                <a16:creationId xmlns:a16="http://schemas.microsoft.com/office/drawing/2014/main" id="{A7039883-7A1F-4747-967E-A10068D27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4362" y="40336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1" name="path-2958">
            <a:extLst xmlns:a="http://schemas.openxmlformats.org/drawingml/2006/main">
              <a:ext uri="{FF2B5EF4-FFF2-40B4-BE49-F238E27FC236}">
                <a16:creationId xmlns:a16="http://schemas.microsoft.com/office/drawing/2014/main" id="{AA0A40B1-F446-4BA7-956D-E00041652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0353" y="4038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2" name="path-2959">
            <a:extLst xmlns:a="http://schemas.openxmlformats.org/drawingml/2006/main">
              <a:ext uri="{FF2B5EF4-FFF2-40B4-BE49-F238E27FC236}">
                <a16:creationId xmlns:a16="http://schemas.microsoft.com/office/drawing/2014/main" id="{72B4F7C3-6275-4F52-9A6F-61904C12C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266" y="40424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3" name="path-2960">
            <a:extLst xmlns:a="http://schemas.openxmlformats.org/drawingml/2006/main">
              <a:ext uri="{FF2B5EF4-FFF2-40B4-BE49-F238E27FC236}">
                <a16:creationId xmlns:a16="http://schemas.microsoft.com/office/drawing/2014/main" id="{708C7724-3B10-472F-A04D-BB9246E59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878" y="40449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4" name="path-2961">
            <a:extLst xmlns:a="http://schemas.openxmlformats.org/drawingml/2006/main">
              <a:ext uri="{FF2B5EF4-FFF2-40B4-BE49-F238E27FC236}">
                <a16:creationId xmlns:a16="http://schemas.microsoft.com/office/drawing/2014/main" id="{A42E962A-AC36-4676-BE0B-2BA62E482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019" y="40439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5" name="path-2962">
            <a:extLst xmlns:a="http://schemas.openxmlformats.org/drawingml/2006/main">
              <a:ext uri="{FF2B5EF4-FFF2-40B4-BE49-F238E27FC236}">
                <a16:creationId xmlns:a16="http://schemas.microsoft.com/office/drawing/2014/main" id="{C35EAE13-80EB-40CB-A9A2-14DC73D13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9953" y="4054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6" name="path-2963">
            <a:extLst xmlns:a="http://schemas.openxmlformats.org/drawingml/2006/main">
              <a:ext uri="{FF2B5EF4-FFF2-40B4-BE49-F238E27FC236}">
                <a16:creationId xmlns:a16="http://schemas.microsoft.com/office/drawing/2014/main" id="{0153C63F-0165-4A14-A871-6A405F525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2919" y="40379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7" name="path-2964">
            <a:extLst xmlns:a="http://schemas.openxmlformats.org/drawingml/2006/main">
              <a:ext uri="{FF2B5EF4-FFF2-40B4-BE49-F238E27FC236}">
                <a16:creationId xmlns:a16="http://schemas.microsoft.com/office/drawing/2014/main" id="{5E6103C3-EE70-4C9E-9FDE-D5C281647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177" y="4041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8" name="path-2965">
            <a:extLst xmlns:a="http://schemas.openxmlformats.org/drawingml/2006/main">
              <a:ext uri="{FF2B5EF4-FFF2-40B4-BE49-F238E27FC236}">
                <a16:creationId xmlns:a16="http://schemas.microsoft.com/office/drawing/2014/main" id="{05D64EED-6037-46B4-B33F-93A5DBFB2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371" y="40429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9" name="path-2966">
            <a:extLst xmlns:a="http://schemas.openxmlformats.org/drawingml/2006/main">
              <a:ext uri="{FF2B5EF4-FFF2-40B4-BE49-F238E27FC236}">
                <a16:creationId xmlns:a16="http://schemas.microsoft.com/office/drawing/2014/main" id="{07E4377E-2B11-4602-9338-AD25483E0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207" y="40431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0" name="path-2967">
            <a:extLst xmlns:a="http://schemas.openxmlformats.org/drawingml/2006/main">
              <a:ext uri="{FF2B5EF4-FFF2-40B4-BE49-F238E27FC236}">
                <a16:creationId xmlns:a16="http://schemas.microsoft.com/office/drawing/2014/main" id="{4C4D9353-00A9-492D-AA20-C104931E2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9834" y="40382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1" name="path-2968">
            <a:extLst xmlns:a="http://schemas.openxmlformats.org/drawingml/2006/main">
              <a:ext uri="{FF2B5EF4-FFF2-40B4-BE49-F238E27FC236}">
                <a16:creationId xmlns:a16="http://schemas.microsoft.com/office/drawing/2014/main" id="{4FDE80A6-F0A6-4419-AB69-4A31A38DA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909" y="40431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2" name="path-2969">
            <a:extLst xmlns:a="http://schemas.openxmlformats.org/drawingml/2006/main">
              <a:ext uri="{FF2B5EF4-FFF2-40B4-BE49-F238E27FC236}">
                <a16:creationId xmlns:a16="http://schemas.microsoft.com/office/drawing/2014/main" id="{0D49B121-C151-4FA3-9755-11E748C99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75008" y="40323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3" name="path-2970">
            <a:extLst xmlns:a="http://schemas.openxmlformats.org/drawingml/2006/main">
              <a:ext uri="{FF2B5EF4-FFF2-40B4-BE49-F238E27FC236}">
                <a16:creationId xmlns:a16="http://schemas.microsoft.com/office/drawing/2014/main" id="{4F9BD870-9046-4E59-8E4C-B23A018EE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28680" y="40463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4" name="path-2971">
            <a:extLst xmlns:a="http://schemas.openxmlformats.org/drawingml/2006/main">
              <a:ext uri="{FF2B5EF4-FFF2-40B4-BE49-F238E27FC236}">
                <a16:creationId xmlns:a16="http://schemas.microsoft.com/office/drawing/2014/main" id="{B1925D8D-AA94-4A5A-AD14-4AC7B0C1A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431" y="40521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5" name="path-2972">
            <a:extLst xmlns:a="http://schemas.openxmlformats.org/drawingml/2006/main">
              <a:ext uri="{FF2B5EF4-FFF2-40B4-BE49-F238E27FC236}">
                <a16:creationId xmlns:a16="http://schemas.microsoft.com/office/drawing/2014/main" id="{5C2597B5-4162-4395-BAC3-057D7639C4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9274" y="40580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6" name="path-2973">
            <a:extLst xmlns:a="http://schemas.openxmlformats.org/drawingml/2006/main">
              <a:ext uri="{FF2B5EF4-FFF2-40B4-BE49-F238E27FC236}">
                <a16:creationId xmlns:a16="http://schemas.microsoft.com/office/drawing/2014/main" id="{327C4C86-948E-4898-9D5A-C076C8331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1985" y="40282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7" name="path-2974">
            <a:extLst xmlns:a="http://schemas.openxmlformats.org/drawingml/2006/main">
              <a:ext uri="{FF2B5EF4-FFF2-40B4-BE49-F238E27FC236}">
                <a16:creationId xmlns:a16="http://schemas.microsoft.com/office/drawing/2014/main" id="{C209F920-9BAF-4B9E-9491-9B8284E38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809" y="4042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8" name="path-2975">
            <a:extLst xmlns:a="http://schemas.openxmlformats.org/drawingml/2006/main">
              <a:ext uri="{FF2B5EF4-FFF2-40B4-BE49-F238E27FC236}">
                <a16:creationId xmlns:a16="http://schemas.microsoft.com/office/drawing/2014/main" id="{53EB8FEA-5A28-4ABF-B773-C283BAF43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15235" y="4001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69" name="path-2976">
            <a:extLst xmlns:a="http://schemas.openxmlformats.org/drawingml/2006/main">
              <a:ext uri="{FF2B5EF4-FFF2-40B4-BE49-F238E27FC236}">
                <a16:creationId xmlns:a16="http://schemas.microsoft.com/office/drawing/2014/main" id="{BB512CF7-6FCC-4071-A3EF-A2BD4A0AE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4702" y="40568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0" name="path-2977">
            <a:extLst xmlns:a="http://schemas.openxmlformats.org/drawingml/2006/main">
              <a:ext uri="{FF2B5EF4-FFF2-40B4-BE49-F238E27FC236}">
                <a16:creationId xmlns:a16="http://schemas.microsoft.com/office/drawing/2014/main" id="{A95D6797-5DF0-4B28-B3CE-4A39D65BC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2512" y="40455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1" name="path-2978">
            <a:extLst xmlns:a="http://schemas.openxmlformats.org/drawingml/2006/main">
              <a:ext uri="{FF2B5EF4-FFF2-40B4-BE49-F238E27FC236}">
                <a16:creationId xmlns:a16="http://schemas.microsoft.com/office/drawing/2014/main" id="{834F5BF5-968E-4658-9E14-18D5BF35E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1486" y="40147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2" name="path-2979">
            <a:extLst xmlns:a="http://schemas.openxmlformats.org/drawingml/2006/main">
              <a:ext uri="{FF2B5EF4-FFF2-40B4-BE49-F238E27FC236}">
                <a16:creationId xmlns:a16="http://schemas.microsoft.com/office/drawing/2014/main" id="{2B92A12A-B663-4DD7-8FB5-C9C5899A7A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008" y="4045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3" name="path-2980">
            <a:extLst xmlns:a="http://schemas.openxmlformats.org/drawingml/2006/main">
              <a:ext uri="{FF2B5EF4-FFF2-40B4-BE49-F238E27FC236}">
                <a16:creationId xmlns:a16="http://schemas.microsoft.com/office/drawing/2014/main" id="{BB8FC677-A198-4BEF-A0C2-57E5AF273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974" y="40437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4" name="path-2981">
            <a:extLst xmlns:a="http://schemas.openxmlformats.org/drawingml/2006/main">
              <a:ext uri="{FF2B5EF4-FFF2-40B4-BE49-F238E27FC236}">
                <a16:creationId xmlns:a16="http://schemas.microsoft.com/office/drawing/2014/main" id="{6EE4D39D-15DF-4398-A1D4-04B67C284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058" y="40566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5" name="path-2982">
            <a:extLst xmlns:a="http://schemas.openxmlformats.org/drawingml/2006/main">
              <a:ext uri="{FF2B5EF4-FFF2-40B4-BE49-F238E27FC236}">
                <a16:creationId xmlns:a16="http://schemas.microsoft.com/office/drawing/2014/main" id="{969A980A-5E2E-440E-AC0E-E78BC8A0E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633" y="4043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6" name="path-2983">
            <a:extLst xmlns:a="http://schemas.openxmlformats.org/drawingml/2006/main">
              <a:ext uri="{FF2B5EF4-FFF2-40B4-BE49-F238E27FC236}">
                <a16:creationId xmlns:a16="http://schemas.microsoft.com/office/drawing/2014/main" id="{E66F1E1E-E124-4555-80C3-E619D7592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335" y="40553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7" name="path-2984">
            <a:extLst xmlns:a="http://schemas.openxmlformats.org/drawingml/2006/main">
              <a:ext uri="{FF2B5EF4-FFF2-40B4-BE49-F238E27FC236}">
                <a16:creationId xmlns:a16="http://schemas.microsoft.com/office/drawing/2014/main" id="{DF74A8E9-02BB-40DA-BC3A-4813580DB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770" y="4069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8" name="path-2985">
            <a:extLst xmlns:a="http://schemas.openxmlformats.org/drawingml/2006/main">
              <a:ext uri="{FF2B5EF4-FFF2-40B4-BE49-F238E27FC236}">
                <a16:creationId xmlns:a16="http://schemas.microsoft.com/office/drawing/2014/main" id="{11B0A468-0452-43A3-9129-4E1F56479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7262" y="40339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9" name="path-2986">
            <a:extLst xmlns:a="http://schemas.openxmlformats.org/drawingml/2006/main">
              <a:ext uri="{FF2B5EF4-FFF2-40B4-BE49-F238E27FC236}">
                <a16:creationId xmlns:a16="http://schemas.microsoft.com/office/drawing/2014/main" id="{04ABE3C1-0C9D-4ED7-A302-42D48BBBE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726" y="40531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0" name="path-2987">
            <a:extLst xmlns:a="http://schemas.openxmlformats.org/drawingml/2006/main">
              <a:ext uri="{FF2B5EF4-FFF2-40B4-BE49-F238E27FC236}">
                <a16:creationId xmlns:a16="http://schemas.microsoft.com/office/drawing/2014/main" id="{8D9D6F49-66AA-4F99-A7E0-7350B2009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057" y="40242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1" name="path-2988">
            <a:extLst xmlns:a="http://schemas.openxmlformats.org/drawingml/2006/main">
              <a:ext uri="{FF2B5EF4-FFF2-40B4-BE49-F238E27FC236}">
                <a16:creationId xmlns:a16="http://schemas.microsoft.com/office/drawing/2014/main" id="{EC106448-3653-46AE-99D8-721EEF8B2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218" y="40406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2" name="path-2989">
            <a:extLst xmlns:a="http://schemas.openxmlformats.org/drawingml/2006/main">
              <a:ext uri="{FF2B5EF4-FFF2-40B4-BE49-F238E27FC236}">
                <a16:creationId xmlns:a16="http://schemas.microsoft.com/office/drawing/2014/main" id="{17741222-AD94-4E2E-8570-55BEE35F0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453" y="40658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3" name="path-2990">
            <a:extLst xmlns:a="http://schemas.openxmlformats.org/drawingml/2006/main">
              <a:ext uri="{FF2B5EF4-FFF2-40B4-BE49-F238E27FC236}">
                <a16:creationId xmlns:a16="http://schemas.microsoft.com/office/drawing/2014/main" id="{39195772-D33B-4418-BD11-C7634E0E1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2192" y="40591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4" name="path-2991">
            <a:extLst xmlns:a="http://schemas.openxmlformats.org/drawingml/2006/main">
              <a:ext uri="{FF2B5EF4-FFF2-40B4-BE49-F238E27FC236}">
                <a16:creationId xmlns:a16="http://schemas.microsoft.com/office/drawing/2014/main" id="{762613D0-F310-4523-B76A-6BACB43A5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710" y="40218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5" name="path-2992">
            <a:extLst xmlns:a="http://schemas.openxmlformats.org/drawingml/2006/main">
              <a:ext uri="{FF2B5EF4-FFF2-40B4-BE49-F238E27FC236}">
                <a16:creationId xmlns:a16="http://schemas.microsoft.com/office/drawing/2014/main" id="{EB7A0885-ACCD-452E-AAD2-BB5FEFB90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200" y="4040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6" name="path-2993">
            <a:extLst xmlns:a="http://schemas.openxmlformats.org/drawingml/2006/main">
              <a:ext uri="{FF2B5EF4-FFF2-40B4-BE49-F238E27FC236}">
                <a16:creationId xmlns:a16="http://schemas.microsoft.com/office/drawing/2014/main" id="{A0CD8C96-C3F9-4155-A7D3-177D192FA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7641" y="40414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7" name="path-2994">
            <a:extLst xmlns:a="http://schemas.openxmlformats.org/drawingml/2006/main">
              <a:ext uri="{FF2B5EF4-FFF2-40B4-BE49-F238E27FC236}">
                <a16:creationId xmlns:a16="http://schemas.microsoft.com/office/drawing/2014/main" id="{96D68ABB-F867-4331-8EB6-1C24D3EE0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797" y="4047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8" name="path-2995">
            <a:extLst xmlns:a="http://schemas.openxmlformats.org/drawingml/2006/main">
              <a:ext uri="{FF2B5EF4-FFF2-40B4-BE49-F238E27FC236}">
                <a16:creationId xmlns:a16="http://schemas.microsoft.com/office/drawing/2014/main" id="{2F5B1D38-2BF4-4E04-9332-B1DEDCBA5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808" y="40135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89" name="path-2996">
            <a:extLst xmlns:a="http://schemas.openxmlformats.org/drawingml/2006/main">
              <a:ext uri="{FF2B5EF4-FFF2-40B4-BE49-F238E27FC236}">
                <a16:creationId xmlns:a16="http://schemas.microsoft.com/office/drawing/2014/main" id="{739658B9-0F75-47D8-957F-542BCC8D0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986" y="40453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0" name="path-2997">
            <a:extLst xmlns:a="http://schemas.openxmlformats.org/drawingml/2006/main">
              <a:ext uri="{FF2B5EF4-FFF2-40B4-BE49-F238E27FC236}">
                <a16:creationId xmlns:a16="http://schemas.microsoft.com/office/drawing/2014/main" id="{977E4F49-1EB5-43A8-96E1-FE6E638F4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9980" y="40559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1" name="path-2998">
            <a:extLst xmlns:a="http://schemas.openxmlformats.org/drawingml/2006/main">
              <a:ext uri="{FF2B5EF4-FFF2-40B4-BE49-F238E27FC236}">
                <a16:creationId xmlns:a16="http://schemas.microsoft.com/office/drawing/2014/main" id="{CB2B4AE5-BCFF-49EB-8D46-7A9D5B23C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941" y="4041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2" name="path-2999">
            <a:extLst xmlns:a="http://schemas.openxmlformats.org/drawingml/2006/main">
              <a:ext uri="{FF2B5EF4-FFF2-40B4-BE49-F238E27FC236}">
                <a16:creationId xmlns:a16="http://schemas.microsoft.com/office/drawing/2014/main" id="{E69D81C1-0249-4553-85FD-ADDBBF66E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1120" y="40428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3" name="path-3000">
            <a:extLst xmlns:a="http://schemas.openxmlformats.org/drawingml/2006/main">
              <a:ext uri="{FF2B5EF4-FFF2-40B4-BE49-F238E27FC236}">
                <a16:creationId xmlns:a16="http://schemas.microsoft.com/office/drawing/2014/main" id="{4E3F35F4-D71B-4E3C-82B7-3187D737E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566" y="40389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4" name="path-3001">
            <a:extLst xmlns:a="http://schemas.openxmlformats.org/drawingml/2006/main">
              <a:ext uri="{FF2B5EF4-FFF2-40B4-BE49-F238E27FC236}">
                <a16:creationId xmlns:a16="http://schemas.microsoft.com/office/drawing/2014/main" id="{CEC9BD12-CEF8-4DAE-972B-AEEF1F43A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985" y="4046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5" name="path-3002">
            <a:extLst xmlns:a="http://schemas.openxmlformats.org/drawingml/2006/main">
              <a:ext uri="{FF2B5EF4-FFF2-40B4-BE49-F238E27FC236}">
                <a16:creationId xmlns:a16="http://schemas.microsoft.com/office/drawing/2014/main" id="{033F89AF-CAEF-4C73-B550-4EC478061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3617" y="40354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6" name="path-3003">
            <a:extLst xmlns:a="http://schemas.openxmlformats.org/drawingml/2006/main">
              <a:ext uri="{FF2B5EF4-FFF2-40B4-BE49-F238E27FC236}">
                <a16:creationId xmlns:a16="http://schemas.microsoft.com/office/drawing/2014/main" id="{148CF178-3763-453F-B0D0-02FD3585A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2487" y="40463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7" name="path-3004">
            <a:extLst xmlns:a="http://schemas.openxmlformats.org/drawingml/2006/main">
              <a:ext uri="{FF2B5EF4-FFF2-40B4-BE49-F238E27FC236}">
                <a16:creationId xmlns:a16="http://schemas.microsoft.com/office/drawing/2014/main" id="{ACDF595B-CCD4-475E-8E54-0E334D2BD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0883" y="40604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8" name="path-3005">
            <a:extLst xmlns:a="http://schemas.openxmlformats.org/drawingml/2006/main">
              <a:ext uri="{FF2B5EF4-FFF2-40B4-BE49-F238E27FC236}">
                <a16:creationId xmlns:a16="http://schemas.microsoft.com/office/drawing/2014/main" id="{7A1D44F3-5732-4E23-9E5D-F85A3482A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583" y="4043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99" name="path-3006">
            <a:extLst xmlns:a="http://schemas.openxmlformats.org/drawingml/2006/main">
              <a:ext uri="{FF2B5EF4-FFF2-40B4-BE49-F238E27FC236}">
                <a16:creationId xmlns:a16="http://schemas.microsoft.com/office/drawing/2014/main" id="{55C4E47A-141B-4527-9B42-1DC45649C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116" y="40397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0" name="path-3007">
            <a:extLst xmlns:a="http://schemas.openxmlformats.org/drawingml/2006/main">
              <a:ext uri="{FF2B5EF4-FFF2-40B4-BE49-F238E27FC236}">
                <a16:creationId xmlns:a16="http://schemas.microsoft.com/office/drawing/2014/main" id="{1D9153C4-BF63-4D3F-9D42-9C4AD5231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583" y="40369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1" name="path-3008">
            <a:extLst xmlns:a="http://schemas.openxmlformats.org/drawingml/2006/main">
              <a:ext uri="{FF2B5EF4-FFF2-40B4-BE49-F238E27FC236}">
                <a16:creationId xmlns:a16="http://schemas.microsoft.com/office/drawing/2014/main" id="{0480741E-4139-4B45-B1B9-F27FAE2DF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402" y="40178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2" name="path-3009">
            <a:extLst xmlns:a="http://schemas.openxmlformats.org/drawingml/2006/main">
              <a:ext uri="{FF2B5EF4-FFF2-40B4-BE49-F238E27FC236}">
                <a16:creationId xmlns:a16="http://schemas.microsoft.com/office/drawing/2014/main" id="{6F1034D7-9A8F-4F11-9066-4F2E6F07E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47215" y="40403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3" name="path-3010">
            <a:extLst xmlns:a="http://schemas.openxmlformats.org/drawingml/2006/main">
              <a:ext uri="{FF2B5EF4-FFF2-40B4-BE49-F238E27FC236}">
                <a16:creationId xmlns:a16="http://schemas.microsoft.com/office/drawing/2014/main" id="{2BEC7585-2614-4C8C-A6D5-38A63BA8B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867" y="40455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4" name="path-3011">
            <a:extLst xmlns:a="http://schemas.openxmlformats.org/drawingml/2006/main">
              <a:ext uri="{FF2B5EF4-FFF2-40B4-BE49-F238E27FC236}">
                <a16:creationId xmlns:a16="http://schemas.microsoft.com/office/drawing/2014/main" id="{C8811861-2CAD-4ED9-A4FF-68CB5D51A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3465" y="4020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5" name="path-3012">
            <a:extLst xmlns:a="http://schemas.openxmlformats.org/drawingml/2006/main">
              <a:ext uri="{FF2B5EF4-FFF2-40B4-BE49-F238E27FC236}">
                <a16:creationId xmlns:a16="http://schemas.microsoft.com/office/drawing/2014/main" id="{E489E4F0-A822-4F1A-ABAB-3C94C216F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223" y="40603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6" name="path-3013">
            <a:extLst xmlns:a="http://schemas.openxmlformats.org/drawingml/2006/main">
              <a:ext uri="{FF2B5EF4-FFF2-40B4-BE49-F238E27FC236}">
                <a16:creationId xmlns:a16="http://schemas.microsoft.com/office/drawing/2014/main" id="{3F7129A6-2359-451C-90B7-59CA56B64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3580" y="40343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7" name="path-3014">
            <a:extLst xmlns:a="http://schemas.openxmlformats.org/drawingml/2006/main">
              <a:ext uri="{FF2B5EF4-FFF2-40B4-BE49-F238E27FC236}">
                <a16:creationId xmlns:a16="http://schemas.microsoft.com/office/drawing/2014/main" id="{A7BA7D81-D4B7-4111-B3EC-2E267552E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6201" y="40285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8" name="path-3015">
            <a:extLst xmlns:a="http://schemas.openxmlformats.org/drawingml/2006/main">
              <a:ext uri="{FF2B5EF4-FFF2-40B4-BE49-F238E27FC236}">
                <a16:creationId xmlns:a16="http://schemas.microsoft.com/office/drawing/2014/main" id="{1E2245F6-5EBB-4B0B-B0A7-D4DB82F27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3531" y="40701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09" name="path-3016">
            <a:extLst xmlns:a="http://schemas.openxmlformats.org/drawingml/2006/main">
              <a:ext uri="{FF2B5EF4-FFF2-40B4-BE49-F238E27FC236}">
                <a16:creationId xmlns:a16="http://schemas.microsoft.com/office/drawing/2014/main" id="{01176A6F-207F-454A-A9ED-8AD705E42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8840" y="40553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0" name="path-3017">
            <a:extLst xmlns:a="http://schemas.openxmlformats.org/drawingml/2006/main">
              <a:ext uri="{FF2B5EF4-FFF2-40B4-BE49-F238E27FC236}">
                <a16:creationId xmlns:a16="http://schemas.microsoft.com/office/drawing/2014/main" id="{EE6EC179-598D-4DB9-9FF0-7856EB7E8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00940" y="40396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1" name="path-3018">
            <a:extLst xmlns:a="http://schemas.openxmlformats.org/drawingml/2006/main">
              <a:ext uri="{FF2B5EF4-FFF2-40B4-BE49-F238E27FC236}">
                <a16:creationId xmlns:a16="http://schemas.microsoft.com/office/drawing/2014/main" id="{1AEFF038-37A2-478D-B7FA-3C2C6AAD0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7490" y="40313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2" name="path-3019">
            <a:extLst xmlns:a="http://schemas.openxmlformats.org/drawingml/2006/main">
              <a:ext uri="{FF2B5EF4-FFF2-40B4-BE49-F238E27FC236}">
                <a16:creationId xmlns:a16="http://schemas.microsoft.com/office/drawing/2014/main" id="{8A6135D2-B1E8-4E6F-9824-11FAF80C8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882" y="4042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3" name="path-3020">
            <a:extLst xmlns:a="http://schemas.openxmlformats.org/drawingml/2006/main">
              <a:ext uri="{FF2B5EF4-FFF2-40B4-BE49-F238E27FC236}">
                <a16:creationId xmlns:a16="http://schemas.microsoft.com/office/drawing/2014/main" id="{E544B08D-EFE0-44BF-A977-8772F34A49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265" y="4048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4" name="path-3021">
            <a:extLst xmlns:a="http://schemas.openxmlformats.org/drawingml/2006/main">
              <a:ext uri="{FF2B5EF4-FFF2-40B4-BE49-F238E27FC236}">
                <a16:creationId xmlns:a16="http://schemas.microsoft.com/office/drawing/2014/main" id="{3A5225DE-9548-441B-85C0-0807D7C0E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458" y="40476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5" name="path-3022">
            <a:extLst xmlns:a="http://schemas.openxmlformats.org/drawingml/2006/main">
              <a:ext uri="{FF2B5EF4-FFF2-40B4-BE49-F238E27FC236}">
                <a16:creationId xmlns:a16="http://schemas.microsoft.com/office/drawing/2014/main" id="{8CE2516F-004F-408E-BF4D-F9776B9FF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6412" y="40424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6" name="path-3023">
            <a:extLst xmlns:a="http://schemas.openxmlformats.org/drawingml/2006/main">
              <a:ext uri="{FF2B5EF4-FFF2-40B4-BE49-F238E27FC236}">
                <a16:creationId xmlns:a16="http://schemas.microsoft.com/office/drawing/2014/main" id="{5969EB54-2214-4E10-8064-6216157634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859" y="40434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7" name="path-3024">
            <a:extLst xmlns:a="http://schemas.openxmlformats.org/drawingml/2006/main">
              <a:ext uri="{FF2B5EF4-FFF2-40B4-BE49-F238E27FC236}">
                <a16:creationId xmlns:a16="http://schemas.microsoft.com/office/drawing/2014/main" id="{8DBE14FE-070C-4C21-A4E8-F448DA4CC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7634" y="40719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8" name="path-3025">
            <a:extLst xmlns:a="http://schemas.openxmlformats.org/drawingml/2006/main">
              <a:ext uri="{FF2B5EF4-FFF2-40B4-BE49-F238E27FC236}">
                <a16:creationId xmlns:a16="http://schemas.microsoft.com/office/drawing/2014/main" id="{66EB1C76-681C-4544-AAF2-D5E9B8DC3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8352" y="4044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19" name="path-3026">
            <a:extLst xmlns:a="http://schemas.openxmlformats.org/drawingml/2006/main">
              <a:ext uri="{FF2B5EF4-FFF2-40B4-BE49-F238E27FC236}">
                <a16:creationId xmlns:a16="http://schemas.microsoft.com/office/drawing/2014/main" id="{A4957E3E-6917-4219-941E-C19815CAE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348" y="40452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0" name="path-3027">
            <a:extLst xmlns:a="http://schemas.openxmlformats.org/drawingml/2006/main">
              <a:ext uri="{FF2B5EF4-FFF2-40B4-BE49-F238E27FC236}">
                <a16:creationId xmlns:a16="http://schemas.microsoft.com/office/drawing/2014/main" id="{0B4AE8E4-697C-4BF9-B477-4F85D6B7C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854" y="40440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1" name="path-3028">
            <a:extLst xmlns:a="http://schemas.openxmlformats.org/drawingml/2006/main">
              <a:ext uri="{FF2B5EF4-FFF2-40B4-BE49-F238E27FC236}">
                <a16:creationId xmlns:a16="http://schemas.microsoft.com/office/drawing/2014/main" id="{1979B2FC-C23A-4D0D-A9AF-C48543DCB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863" y="40406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2" name="path-3029">
            <a:extLst xmlns:a="http://schemas.openxmlformats.org/drawingml/2006/main">
              <a:ext uri="{FF2B5EF4-FFF2-40B4-BE49-F238E27FC236}">
                <a16:creationId xmlns:a16="http://schemas.microsoft.com/office/drawing/2014/main" id="{3B134A0E-94E0-4530-A16C-1040C2DA4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8125" y="4032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3" name="path-3030">
            <a:extLst xmlns:a="http://schemas.openxmlformats.org/drawingml/2006/main">
              <a:ext uri="{FF2B5EF4-FFF2-40B4-BE49-F238E27FC236}">
                <a16:creationId xmlns:a16="http://schemas.microsoft.com/office/drawing/2014/main" id="{6FEB0CA7-E25C-4FF5-BFC6-AF8799E0D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631" y="40389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4" name="path-3031">
            <a:extLst xmlns:a="http://schemas.openxmlformats.org/drawingml/2006/main">
              <a:ext uri="{FF2B5EF4-FFF2-40B4-BE49-F238E27FC236}">
                <a16:creationId xmlns:a16="http://schemas.microsoft.com/office/drawing/2014/main" id="{2314F3CE-5EFE-414E-A924-CE4FE7A6D6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46169" y="40370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5" name="path-3032">
            <a:extLst xmlns:a="http://schemas.openxmlformats.org/drawingml/2006/main">
              <a:ext uri="{FF2B5EF4-FFF2-40B4-BE49-F238E27FC236}">
                <a16:creationId xmlns:a16="http://schemas.microsoft.com/office/drawing/2014/main" id="{E50FB705-AE50-4C0A-BC3A-E146E8EFE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760" y="40498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6" name="path-3033">
            <a:extLst xmlns:a="http://schemas.openxmlformats.org/drawingml/2006/main">
              <a:ext uri="{FF2B5EF4-FFF2-40B4-BE49-F238E27FC236}">
                <a16:creationId xmlns:a16="http://schemas.microsoft.com/office/drawing/2014/main" id="{E629E0B1-15C9-481C-A371-0552B99E0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119" y="40428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7" name="path-3034">
            <a:extLst xmlns:a="http://schemas.openxmlformats.org/drawingml/2006/main">
              <a:ext uri="{FF2B5EF4-FFF2-40B4-BE49-F238E27FC236}">
                <a16:creationId xmlns:a16="http://schemas.microsoft.com/office/drawing/2014/main" id="{E0236679-B01A-49F0-AF8B-2323F1C94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615" y="40547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8" name="path-3035">
            <a:extLst xmlns:a="http://schemas.openxmlformats.org/drawingml/2006/main">
              <a:ext uri="{FF2B5EF4-FFF2-40B4-BE49-F238E27FC236}">
                <a16:creationId xmlns:a16="http://schemas.microsoft.com/office/drawing/2014/main" id="{E3D39673-8F2F-43F2-A2AA-BF481ABDD5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916" y="40446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9" name="path-3036">
            <a:extLst xmlns:a="http://schemas.openxmlformats.org/drawingml/2006/main">
              <a:ext uri="{FF2B5EF4-FFF2-40B4-BE49-F238E27FC236}">
                <a16:creationId xmlns:a16="http://schemas.microsoft.com/office/drawing/2014/main" id="{AFBA1F96-4F0C-4221-80B0-34AF15677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7450" y="40231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0" name="path-3037">
            <a:extLst xmlns:a="http://schemas.openxmlformats.org/drawingml/2006/main">
              <a:ext uri="{FF2B5EF4-FFF2-40B4-BE49-F238E27FC236}">
                <a16:creationId xmlns:a16="http://schemas.microsoft.com/office/drawing/2014/main" id="{01C8867D-6196-4A38-91BA-4D23670E2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5529" y="39928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1" name="path-3038">
            <a:extLst xmlns:a="http://schemas.openxmlformats.org/drawingml/2006/main">
              <a:ext uri="{FF2B5EF4-FFF2-40B4-BE49-F238E27FC236}">
                <a16:creationId xmlns:a16="http://schemas.microsoft.com/office/drawing/2014/main" id="{F8D299FE-5372-499E-AA54-FE34C146CB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365" y="40374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2" name="path-3039">
            <a:extLst xmlns:a="http://schemas.openxmlformats.org/drawingml/2006/main">
              <a:ext uri="{FF2B5EF4-FFF2-40B4-BE49-F238E27FC236}">
                <a16:creationId xmlns:a16="http://schemas.microsoft.com/office/drawing/2014/main" id="{CE09D31A-8EC2-4E68-8A65-B02079446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8481" y="4035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3" name="path-3040">
            <a:extLst xmlns:a="http://schemas.openxmlformats.org/drawingml/2006/main">
              <a:ext uri="{FF2B5EF4-FFF2-40B4-BE49-F238E27FC236}">
                <a16:creationId xmlns:a16="http://schemas.microsoft.com/office/drawing/2014/main" id="{C202B20C-1CEC-4B87-94A3-5F69EF2B8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258" y="40448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4" name="path-3041">
            <a:extLst xmlns:a="http://schemas.openxmlformats.org/drawingml/2006/main">
              <a:ext uri="{FF2B5EF4-FFF2-40B4-BE49-F238E27FC236}">
                <a16:creationId xmlns:a16="http://schemas.microsoft.com/office/drawing/2014/main" id="{68E765E0-B2B3-4391-BC0A-F468B83390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45" y="40344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5" name="path-3042">
            <a:extLst xmlns:a="http://schemas.openxmlformats.org/drawingml/2006/main">
              <a:ext uri="{FF2B5EF4-FFF2-40B4-BE49-F238E27FC236}">
                <a16:creationId xmlns:a16="http://schemas.microsoft.com/office/drawing/2014/main" id="{E7C323FC-4F50-4ED7-A90F-BA6FBDE7A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803" y="40669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6" name="path-3043">
            <a:extLst xmlns:a="http://schemas.openxmlformats.org/drawingml/2006/main">
              <a:ext uri="{FF2B5EF4-FFF2-40B4-BE49-F238E27FC236}">
                <a16:creationId xmlns:a16="http://schemas.microsoft.com/office/drawing/2014/main" id="{C9B12B9F-9474-4CA8-8AD5-ADBACC15B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8046" y="40072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7" name="path-3044">
            <a:extLst xmlns:a="http://schemas.openxmlformats.org/drawingml/2006/main">
              <a:ext uri="{FF2B5EF4-FFF2-40B4-BE49-F238E27FC236}">
                <a16:creationId xmlns:a16="http://schemas.microsoft.com/office/drawing/2014/main" id="{165CB06E-152A-4D6C-94C1-9E01A48D37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2106" y="40618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8" name="path-3045">
            <a:extLst xmlns:a="http://schemas.openxmlformats.org/drawingml/2006/main">
              <a:ext uri="{FF2B5EF4-FFF2-40B4-BE49-F238E27FC236}">
                <a16:creationId xmlns:a16="http://schemas.microsoft.com/office/drawing/2014/main" id="{A358616C-4508-481C-97E9-FD8FEC7E5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373" y="40407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39" name="path-3046">
            <a:extLst xmlns:a="http://schemas.openxmlformats.org/drawingml/2006/main">
              <a:ext uri="{FF2B5EF4-FFF2-40B4-BE49-F238E27FC236}">
                <a16:creationId xmlns:a16="http://schemas.microsoft.com/office/drawing/2014/main" id="{3DEE777A-A44F-46F0-8424-3A1F7A824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2327" y="40408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0" name="path-3047">
            <a:extLst xmlns:a="http://schemas.openxmlformats.org/drawingml/2006/main">
              <a:ext uri="{FF2B5EF4-FFF2-40B4-BE49-F238E27FC236}">
                <a16:creationId xmlns:a16="http://schemas.microsoft.com/office/drawing/2014/main" id="{236C3BA5-A951-48A7-9427-7388883A0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031" y="40419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1" name="path-3048">
            <a:extLst xmlns:a="http://schemas.openxmlformats.org/drawingml/2006/main">
              <a:ext uri="{FF2B5EF4-FFF2-40B4-BE49-F238E27FC236}">
                <a16:creationId xmlns:a16="http://schemas.microsoft.com/office/drawing/2014/main" id="{7ED4341C-F282-4AF9-8882-A5D214358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9039" y="40634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2" name="path-3049">
            <a:extLst xmlns:a="http://schemas.openxmlformats.org/drawingml/2006/main">
              <a:ext uri="{FF2B5EF4-FFF2-40B4-BE49-F238E27FC236}">
                <a16:creationId xmlns:a16="http://schemas.microsoft.com/office/drawing/2014/main" id="{002E0769-6546-4663-BE87-8CD3A179B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9119" y="4040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3" name="path-3050">
            <a:extLst xmlns:a="http://schemas.openxmlformats.org/drawingml/2006/main">
              <a:ext uri="{FF2B5EF4-FFF2-40B4-BE49-F238E27FC236}">
                <a16:creationId xmlns:a16="http://schemas.microsoft.com/office/drawing/2014/main" id="{973633F0-BF11-41E8-86C7-7B001D16B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343" y="4031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4" name="path-3051">
            <a:extLst xmlns:a="http://schemas.openxmlformats.org/drawingml/2006/main">
              <a:ext uri="{FF2B5EF4-FFF2-40B4-BE49-F238E27FC236}">
                <a16:creationId xmlns:a16="http://schemas.microsoft.com/office/drawing/2014/main" id="{CA70F3B4-FF12-429B-AE35-4E6058E05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139" y="4042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5" name="path-3052">
            <a:extLst xmlns:a="http://schemas.openxmlformats.org/drawingml/2006/main">
              <a:ext uri="{FF2B5EF4-FFF2-40B4-BE49-F238E27FC236}">
                <a16:creationId xmlns:a16="http://schemas.microsoft.com/office/drawing/2014/main" id="{32D3D548-7CED-4FFF-8058-04A25428FA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46844" y="40541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6" name="path-3053">
            <a:extLst xmlns:a="http://schemas.openxmlformats.org/drawingml/2006/main">
              <a:ext uri="{FF2B5EF4-FFF2-40B4-BE49-F238E27FC236}">
                <a16:creationId xmlns:a16="http://schemas.microsoft.com/office/drawing/2014/main" id="{EB028C69-BD33-4D27-8193-6BA5E0617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1748" y="40630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7" name="path-3054">
            <a:extLst xmlns:a="http://schemas.openxmlformats.org/drawingml/2006/main">
              <a:ext uri="{FF2B5EF4-FFF2-40B4-BE49-F238E27FC236}">
                <a16:creationId xmlns:a16="http://schemas.microsoft.com/office/drawing/2014/main" id="{2258A17F-D7BF-4D28-9690-969915CA25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908" y="40452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8" name="path-3055">
            <a:extLst xmlns:a="http://schemas.openxmlformats.org/drawingml/2006/main">
              <a:ext uri="{FF2B5EF4-FFF2-40B4-BE49-F238E27FC236}">
                <a16:creationId xmlns:a16="http://schemas.microsoft.com/office/drawing/2014/main" id="{A34BCB0D-991D-4A03-809A-4B21B6B6C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570" y="40502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49" name="path-3056">
            <a:extLst xmlns:a="http://schemas.openxmlformats.org/drawingml/2006/main">
              <a:ext uri="{FF2B5EF4-FFF2-40B4-BE49-F238E27FC236}">
                <a16:creationId xmlns:a16="http://schemas.microsoft.com/office/drawing/2014/main" id="{63AF4F34-D60B-4978-9315-F66F06232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064" y="40409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0" name="path-3057">
            <a:extLst xmlns:a="http://schemas.openxmlformats.org/drawingml/2006/main">
              <a:ext uri="{FF2B5EF4-FFF2-40B4-BE49-F238E27FC236}">
                <a16:creationId xmlns:a16="http://schemas.microsoft.com/office/drawing/2014/main" id="{5E810B55-69E1-4FBD-A12C-FA2E6E261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201" y="40337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1" name="path-3058">
            <a:extLst xmlns:a="http://schemas.openxmlformats.org/drawingml/2006/main">
              <a:ext uri="{FF2B5EF4-FFF2-40B4-BE49-F238E27FC236}">
                <a16:creationId xmlns:a16="http://schemas.microsoft.com/office/drawing/2014/main" id="{7EBB38EE-20E0-44A2-858B-F3B54FEA1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11078" y="4046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2" name="path-3059">
            <a:extLst xmlns:a="http://schemas.openxmlformats.org/drawingml/2006/main">
              <a:ext uri="{FF2B5EF4-FFF2-40B4-BE49-F238E27FC236}">
                <a16:creationId xmlns:a16="http://schemas.microsoft.com/office/drawing/2014/main" id="{6E5CBE82-FF7F-4A54-9E64-6BD8D719A3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7899" y="40409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3" name="path-3060">
            <a:extLst xmlns:a="http://schemas.openxmlformats.org/drawingml/2006/main">
              <a:ext uri="{FF2B5EF4-FFF2-40B4-BE49-F238E27FC236}">
                <a16:creationId xmlns:a16="http://schemas.microsoft.com/office/drawing/2014/main" id="{98BBB923-97FD-4C35-BD54-18A39D292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784" y="4045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4" name="path-3061">
            <a:extLst xmlns:a="http://schemas.openxmlformats.org/drawingml/2006/main">
              <a:ext uri="{FF2B5EF4-FFF2-40B4-BE49-F238E27FC236}">
                <a16:creationId xmlns:a16="http://schemas.microsoft.com/office/drawing/2014/main" id="{51285FE4-50A2-478D-93E6-2329762B2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4064" y="40487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5" name="path-3062">
            <a:extLst xmlns:a="http://schemas.openxmlformats.org/drawingml/2006/main">
              <a:ext uri="{FF2B5EF4-FFF2-40B4-BE49-F238E27FC236}">
                <a16:creationId xmlns:a16="http://schemas.microsoft.com/office/drawing/2014/main" id="{03CC4B9C-4054-4D9B-A899-EE58DC3F0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263" y="40100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6" name="path-3063">
            <a:extLst xmlns:a="http://schemas.openxmlformats.org/drawingml/2006/main">
              <a:ext uri="{FF2B5EF4-FFF2-40B4-BE49-F238E27FC236}">
                <a16:creationId xmlns:a16="http://schemas.microsoft.com/office/drawing/2014/main" id="{8F888FC8-EBBD-4F33-9939-DAD42F5D1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7943" y="40144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7" name="path-3064">
            <a:extLst xmlns:a="http://schemas.openxmlformats.org/drawingml/2006/main">
              <a:ext uri="{FF2B5EF4-FFF2-40B4-BE49-F238E27FC236}">
                <a16:creationId xmlns:a16="http://schemas.microsoft.com/office/drawing/2014/main" id="{0E543B5B-02A4-4D61-96AE-0FBEDCBFE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290" y="40460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8" name="path-3065">
            <a:extLst xmlns:a="http://schemas.openxmlformats.org/drawingml/2006/main">
              <a:ext uri="{FF2B5EF4-FFF2-40B4-BE49-F238E27FC236}">
                <a16:creationId xmlns:a16="http://schemas.microsoft.com/office/drawing/2014/main" id="{732E4590-52F5-411E-B108-989F609B7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657" y="40438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9" name="path-3066">
            <a:extLst xmlns:a="http://schemas.openxmlformats.org/drawingml/2006/main">
              <a:ext uri="{FF2B5EF4-FFF2-40B4-BE49-F238E27FC236}">
                <a16:creationId xmlns:a16="http://schemas.microsoft.com/office/drawing/2014/main" id="{48697784-106D-48EC-B909-3FD6D0EA9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4427" y="40492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0" name="path-3067">
            <a:extLst xmlns:a="http://schemas.openxmlformats.org/drawingml/2006/main">
              <a:ext uri="{FF2B5EF4-FFF2-40B4-BE49-F238E27FC236}">
                <a16:creationId xmlns:a16="http://schemas.microsoft.com/office/drawing/2014/main" id="{E92960F3-9238-4FAA-9F5A-1E7BEF1E8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0045" y="40301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1" name="path-3068">
            <a:extLst xmlns:a="http://schemas.openxmlformats.org/drawingml/2006/main">
              <a:ext uri="{FF2B5EF4-FFF2-40B4-BE49-F238E27FC236}">
                <a16:creationId xmlns:a16="http://schemas.microsoft.com/office/drawing/2014/main" id="{E4F758F1-138D-47D1-95C2-6E576C4C2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17287" y="40468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2" name="path-3069">
            <a:extLst xmlns:a="http://schemas.openxmlformats.org/drawingml/2006/main">
              <a:ext uri="{FF2B5EF4-FFF2-40B4-BE49-F238E27FC236}">
                <a16:creationId xmlns:a16="http://schemas.microsoft.com/office/drawing/2014/main" id="{611418B3-AB09-4865-8F80-D7315CCCF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130" y="40468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3" name="path-3070">
            <a:extLst xmlns:a="http://schemas.openxmlformats.org/drawingml/2006/main">
              <a:ext uri="{FF2B5EF4-FFF2-40B4-BE49-F238E27FC236}">
                <a16:creationId xmlns:a16="http://schemas.microsoft.com/office/drawing/2014/main" id="{5759CFE9-E1E8-4B10-939E-CAC6E3715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398" y="40431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4" name="path-3071">
            <a:extLst xmlns:a="http://schemas.openxmlformats.org/drawingml/2006/main">
              <a:ext uri="{FF2B5EF4-FFF2-40B4-BE49-F238E27FC236}">
                <a16:creationId xmlns:a16="http://schemas.microsoft.com/office/drawing/2014/main" id="{8937CB8D-05E3-4B4A-A0C0-0DD01BD43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2373" y="40247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5" name="path-3072">
            <a:extLst xmlns:a="http://schemas.openxmlformats.org/drawingml/2006/main">
              <a:ext uri="{FF2B5EF4-FFF2-40B4-BE49-F238E27FC236}">
                <a16:creationId xmlns:a16="http://schemas.microsoft.com/office/drawing/2014/main" id="{2E4DA476-D491-44C3-9868-455E632616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054" y="40511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6" name="path-3073">
            <a:extLst xmlns:a="http://schemas.openxmlformats.org/drawingml/2006/main">
              <a:ext uri="{FF2B5EF4-FFF2-40B4-BE49-F238E27FC236}">
                <a16:creationId xmlns:a16="http://schemas.microsoft.com/office/drawing/2014/main" id="{30236FB9-2E88-4FCA-88AF-8F2A09B12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182" y="40265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7" name="path-3074">
            <a:extLst xmlns:a="http://schemas.openxmlformats.org/drawingml/2006/main">
              <a:ext uri="{FF2B5EF4-FFF2-40B4-BE49-F238E27FC236}">
                <a16:creationId xmlns:a16="http://schemas.microsoft.com/office/drawing/2014/main" id="{F3C3F141-D43F-4F35-88BD-7EDAF0099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042" y="40458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8" name="path-3075">
            <a:extLst xmlns:a="http://schemas.openxmlformats.org/drawingml/2006/main">
              <a:ext uri="{FF2B5EF4-FFF2-40B4-BE49-F238E27FC236}">
                <a16:creationId xmlns:a16="http://schemas.microsoft.com/office/drawing/2014/main" id="{7C5D2D57-4D70-40B2-8B18-1EADF445CA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815" y="40395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69" name="path-3076">
            <a:extLst xmlns:a="http://schemas.openxmlformats.org/drawingml/2006/main">
              <a:ext uri="{FF2B5EF4-FFF2-40B4-BE49-F238E27FC236}">
                <a16:creationId xmlns:a16="http://schemas.microsoft.com/office/drawing/2014/main" id="{3BBB01C8-A87E-43B6-9A65-54F0530D9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0361" y="40454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0" name="path-3077">
            <a:extLst xmlns:a="http://schemas.openxmlformats.org/drawingml/2006/main">
              <a:ext uri="{FF2B5EF4-FFF2-40B4-BE49-F238E27FC236}">
                <a16:creationId xmlns:a16="http://schemas.microsoft.com/office/drawing/2014/main" id="{A550A94B-B27E-4209-BDF1-A21AAF68DB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7297" y="40225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1" name="path-3078">
            <a:extLst xmlns:a="http://schemas.openxmlformats.org/drawingml/2006/main">
              <a:ext uri="{FF2B5EF4-FFF2-40B4-BE49-F238E27FC236}">
                <a16:creationId xmlns:a16="http://schemas.microsoft.com/office/drawing/2014/main" id="{B0DE0FE1-1559-4E51-B505-FAD28EB6C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236" y="40427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2" name="path-3079">
            <a:extLst xmlns:a="http://schemas.openxmlformats.org/drawingml/2006/main">
              <a:ext uri="{FF2B5EF4-FFF2-40B4-BE49-F238E27FC236}">
                <a16:creationId xmlns:a16="http://schemas.microsoft.com/office/drawing/2014/main" id="{0648CA82-D15B-47F4-AE01-FB1D41DF7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084" y="4038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3" name="path-3080">
            <a:extLst xmlns:a="http://schemas.openxmlformats.org/drawingml/2006/main">
              <a:ext uri="{FF2B5EF4-FFF2-40B4-BE49-F238E27FC236}">
                <a16:creationId xmlns:a16="http://schemas.microsoft.com/office/drawing/2014/main" id="{631B18DC-63C5-49D4-8F28-9DD96A3E3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561" y="4045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4" name="path-3081">
            <a:extLst xmlns:a="http://schemas.openxmlformats.org/drawingml/2006/main">
              <a:ext uri="{FF2B5EF4-FFF2-40B4-BE49-F238E27FC236}">
                <a16:creationId xmlns:a16="http://schemas.microsoft.com/office/drawing/2014/main" id="{7F924F93-7AEC-4D19-94BC-EE087AC44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42833" y="40401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5" name="path-3082">
            <a:extLst xmlns:a="http://schemas.openxmlformats.org/drawingml/2006/main">
              <a:ext uri="{FF2B5EF4-FFF2-40B4-BE49-F238E27FC236}">
                <a16:creationId xmlns:a16="http://schemas.microsoft.com/office/drawing/2014/main" id="{8B74F89D-7BD7-4A7B-9B93-E7BB4112A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3077" y="40438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6" name="path-3083">
            <a:extLst xmlns:a="http://schemas.openxmlformats.org/drawingml/2006/main">
              <a:ext uri="{FF2B5EF4-FFF2-40B4-BE49-F238E27FC236}">
                <a16:creationId xmlns:a16="http://schemas.microsoft.com/office/drawing/2014/main" id="{C87F1CA8-7F3E-4EAE-9D89-818C638E8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195" y="40504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7" name="path-3084">
            <a:extLst xmlns:a="http://schemas.openxmlformats.org/drawingml/2006/main">
              <a:ext uri="{FF2B5EF4-FFF2-40B4-BE49-F238E27FC236}">
                <a16:creationId xmlns:a16="http://schemas.microsoft.com/office/drawing/2014/main" id="{C8D2578D-B69D-4EE6-B5CE-A52D1EC05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6003" y="40608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8" name="path-3085">
            <a:extLst xmlns:a="http://schemas.openxmlformats.org/drawingml/2006/main">
              <a:ext uri="{FF2B5EF4-FFF2-40B4-BE49-F238E27FC236}">
                <a16:creationId xmlns:a16="http://schemas.microsoft.com/office/drawing/2014/main" id="{EF3293B8-AC94-4BBA-99AD-05D36B69F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2195" y="4054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79" name="path-3086">
            <a:extLst xmlns:a="http://schemas.openxmlformats.org/drawingml/2006/main">
              <a:ext uri="{FF2B5EF4-FFF2-40B4-BE49-F238E27FC236}">
                <a16:creationId xmlns:a16="http://schemas.microsoft.com/office/drawing/2014/main" id="{177A2C84-1097-4A8D-9D56-8AEE28AD5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068" y="40047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0" name="path-3087">
            <a:extLst xmlns:a="http://schemas.openxmlformats.org/drawingml/2006/main">
              <a:ext uri="{FF2B5EF4-FFF2-40B4-BE49-F238E27FC236}">
                <a16:creationId xmlns:a16="http://schemas.microsoft.com/office/drawing/2014/main" id="{ED25A9B6-BDB5-4B09-9875-2E819CE40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3871" y="40471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1" name="path-3088">
            <a:extLst xmlns:a="http://schemas.openxmlformats.org/drawingml/2006/main">
              <a:ext uri="{FF2B5EF4-FFF2-40B4-BE49-F238E27FC236}">
                <a16:creationId xmlns:a16="http://schemas.microsoft.com/office/drawing/2014/main" id="{9D36E35D-559C-4411-A15F-E1E1D3305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380" y="4046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2" name="path-3089">
            <a:extLst xmlns:a="http://schemas.openxmlformats.org/drawingml/2006/main">
              <a:ext uri="{FF2B5EF4-FFF2-40B4-BE49-F238E27FC236}">
                <a16:creationId xmlns:a16="http://schemas.microsoft.com/office/drawing/2014/main" id="{5A4C3980-450A-4083-9587-F30248B4A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0184" y="40454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3" name="path-3090">
            <a:extLst xmlns:a="http://schemas.openxmlformats.org/drawingml/2006/main">
              <a:ext uri="{FF2B5EF4-FFF2-40B4-BE49-F238E27FC236}">
                <a16:creationId xmlns:a16="http://schemas.microsoft.com/office/drawing/2014/main" id="{82C6D7B0-0186-4703-9194-F68671AB3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8100" y="40399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4" name="path-3091">
            <a:extLst xmlns:a="http://schemas.openxmlformats.org/drawingml/2006/main">
              <a:ext uri="{FF2B5EF4-FFF2-40B4-BE49-F238E27FC236}">
                <a16:creationId xmlns:a16="http://schemas.microsoft.com/office/drawing/2014/main" id="{FADB2AD2-B345-4A1D-9836-56ACD4C6E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826" y="40399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5" name="path-3092">
            <a:extLst xmlns:a="http://schemas.openxmlformats.org/drawingml/2006/main">
              <a:ext uri="{FF2B5EF4-FFF2-40B4-BE49-F238E27FC236}">
                <a16:creationId xmlns:a16="http://schemas.microsoft.com/office/drawing/2014/main" id="{AD044C55-480E-454A-844F-7AB4329D04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415" y="40421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6" name="path-3093">
            <a:extLst xmlns:a="http://schemas.openxmlformats.org/drawingml/2006/main">
              <a:ext uri="{FF2B5EF4-FFF2-40B4-BE49-F238E27FC236}">
                <a16:creationId xmlns:a16="http://schemas.microsoft.com/office/drawing/2014/main" id="{460B1BD5-D58F-484F-A327-4FDEA9BFF1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078" y="4047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7" name="path-3094">
            <a:extLst xmlns:a="http://schemas.openxmlformats.org/drawingml/2006/main">
              <a:ext uri="{FF2B5EF4-FFF2-40B4-BE49-F238E27FC236}">
                <a16:creationId xmlns:a16="http://schemas.microsoft.com/office/drawing/2014/main" id="{0233F67D-FB3F-43B0-BD0F-D155D5541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697" y="40438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8" name="path-3095">
            <a:extLst xmlns:a="http://schemas.openxmlformats.org/drawingml/2006/main">
              <a:ext uri="{FF2B5EF4-FFF2-40B4-BE49-F238E27FC236}">
                <a16:creationId xmlns:a16="http://schemas.microsoft.com/office/drawing/2014/main" id="{61C31E14-1895-46B0-A3A0-DDA1B64189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162" y="40658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89" name="path-3096">
            <a:extLst xmlns:a="http://schemas.openxmlformats.org/drawingml/2006/main">
              <a:ext uri="{FF2B5EF4-FFF2-40B4-BE49-F238E27FC236}">
                <a16:creationId xmlns:a16="http://schemas.microsoft.com/office/drawing/2014/main" id="{A0D072BB-E0A8-4236-B7BB-17609EA57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437" y="4045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0" name="path-3097">
            <a:extLst xmlns:a="http://schemas.openxmlformats.org/drawingml/2006/main">
              <a:ext uri="{FF2B5EF4-FFF2-40B4-BE49-F238E27FC236}">
                <a16:creationId xmlns:a16="http://schemas.microsoft.com/office/drawing/2014/main" id="{9B2CEC05-442E-454C-AB03-D9531E5D5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753" y="40441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1" name="path-3098">
            <a:extLst xmlns:a="http://schemas.openxmlformats.org/drawingml/2006/main">
              <a:ext uri="{FF2B5EF4-FFF2-40B4-BE49-F238E27FC236}">
                <a16:creationId xmlns:a16="http://schemas.microsoft.com/office/drawing/2014/main" id="{24232D11-82D2-429C-91A8-714E4CB1A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6956" y="40248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2" name="path-3099">
            <a:extLst xmlns:a="http://schemas.openxmlformats.org/drawingml/2006/main">
              <a:ext uri="{FF2B5EF4-FFF2-40B4-BE49-F238E27FC236}">
                <a16:creationId xmlns:a16="http://schemas.microsoft.com/office/drawing/2014/main" id="{34B8140B-0364-4339-8259-196822A24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756" y="4040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3" name="path-3100">
            <a:extLst xmlns:a="http://schemas.openxmlformats.org/drawingml/2006/main">
              <a:ext uri="{FF2B5EF4-FFF2-40B4-BE49-F238E27FC236}">
                <a16:creationId xmlns:a16="http://schemas.microsoft.com/office/drawing/2014/main" id="{D72ECE8D-AB23-4009-AB5F-4AD0AB120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1995" y="40515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4" name="path-3101">
            <a:extLst xmlns:a="http://schemas.openxmlformats.org/drawingml/2006/main">
              <a:ext uri="{FF2B5EF4-FFF2-40B4-BE49-F238E27FC236}">
                <a16:creationId xmlns:a16="http://schemas.microsoft.com/office/drawing/2014/main" id="{8679BA40-02AA-40A0-8D34-B90529967E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464" y="40450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5" name="path-3102">
            <a:extLst xmlns:a="http://schemas.openxmlformats.org/drawingml/2006/main">
              <a:ext uri="{FF2B5EF4-FFF2-40B4-BE49-F238E27FC236}">
                <a16:creationId xmlns:a16="http://schemas.microsoft.com/office/drawing/2014/main" id="{9909C9F4-B1AB-47DD-A42D-A377BE814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2980" y="4038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6" name="path-3103">
            <a:extLst xmlns:a="http://schemas.openxmlformats.org/drawingml/2006/main">
              <a:ext uri="{FF2B5EF4-FFF2-40B4-BE49-F238E27FC236}">
                <a16:creationId xmlns:a16="http://schemas.microsoft.com/office/drawing/2014/main" id="{A1B279FC-2E50-4433-BDB9-7B5C726E7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713" y="4028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7" name="path-3104">
            <a:extLst xmlns:a="http://schemas.openxmlformats.org/drawingml/2006/main">
              <a:ext uri="{FF2B5EF4-FFF2-40B4-BE49-F238E27FC236}">
                <a16:creationId xmlns:a16="http://schemas.microsoft.com/office/drawing/2014/main" id="{7C3C6F64-571F-48C7-85ED-44419ECF3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323" y="40437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8" name="path-3105">
            <a:extLst xmlns:a="http://schemas.openxmlformats.org/drawingml/2006/main">
              <a:ext uri="{FF2B5EF4-FFF2-40B4-BE49-F238E27FC236}">
                <a16:creationId xmlns:a16="http://schemas.microsoft.com/office/drawing/2014/main" id="{F9B927E5-CC40-4E55-A867-325092308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831" y="40459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99" name="path-3106">
            <a:extLst xmlns:a="http://schemas.openxmlformats.org/drawingml/2006/main">
              <a:ext uri="{FF2B5EF4-FFF2-40B4-BE49-F238E27FC236}">
                <a16:creationId xmlns:a16="http://schemas.microsoft.com/office/drawing/2014/main" id="{42CBC2FA-B456-4ECC-ABB9-121F00C01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4089" y="40366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0" name="path-3107">
            <a:extLst xmlns:a="http://schemas.openxmlformats.org/drawingml/2006/main">
              <a:ext uri="{FF2B5EF4-FFF2-40B4-BE49-F238E27FC236}">
                <a16:creationId xmlns:a16="http://schemas.microsoft.com/office/drawing/2014/main" id="{FAD932E5-437B-4340-A68A-7F6D2D7B2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084" y="40463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1" name="path-3108">
            <a:extLst xmlns:a="http://schemas.openxmlformats.org/drawingml/2006/main">
              <a:ext uri="{FF2B5EF4-FFF2-40B4-BE49-F238E27FC236}">
                <a16:creationId xmlns:a16="http://schemas.microsoft.com/office/drawing/2014/main" id="{54CBF6BD-4A25-463D-8430-C1D1F0694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398" y="40434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2" name="path-3109">
            <a:extLst xmlns:a="http://schemas.openxmlformats.org/drawingml/2006/main">
              <a:ext uri="{FF2B5EF4-FFF2-40B4-BE49-F238E27FC236}">
                <a16:creationId xmlns:a16="http://schemas.microsoft.com/office/drawing/2014/main" id="{ECE6995E-FA1D-4048-B023-FDDEA4BE8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042" y="40491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3" name="path-3110">
            <a:extLst xmlns:a="http://schemas.openxmlformats.org/drawingml/2006/main">
              <a:ext uri="{FF2B5EF4-FFF2-40B4-BE49-F238E27FC236}">
                <a16:creationId xmlns:a16="http://schemas.microsoft.com/office/drawing/2014/main" id="{81B1DD3A-2B59-43C2-A396-0F8AD3DE68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458" y="40722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4" name="path-3111">
            <a:extLst xmlns:a="http://schemas.openxmlformats.org/drawingml/2006/main">
              <a:ext uri="{FF2B5EF4-FFF2-40B4-BE49-F238E27FC236}">
                <a16:creationId xmlns:a16="http://schemas.microsoft.com/office/drawing/2014/main" id="{1AC8ED04-E19C-4CD5-A2B0-29094DC7E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454" y="4043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5" name="path-3112">
            <a:extLst xmlns:a="http://schemas.openxmlformats.org/drawingml/2006/main">
              <a:ext uri="{FF2B5EF4-FFF2-40B4-BE49-F238E27FC236}">
                <a16:creationId xmlns:a16="http://schemas.microsoft.com/office/drawing/2014/main" id="{C1E762E3-4985-4A5E-AC36-BCE442350C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103" y="40413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6" name="path-3113">
            <a:extLst xmlns:a="http://schemas.openxmlformats.org/drawingml/2006/main">
              <a:ext uri="{FF2B5EF4-FFF2-40B4-BE49-F238E27FC236}">
                <a16:creationId xmlns:a16="http://schemas.microsoft.com/office/drawing/2014/main" id="{212CAEA0-A964-4E50-82F6-2B489D001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502" y="40447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7" name="path-3114">
            <a:extLst xmlns:a="http://schemas.openxmlformats.org/drawingml/2006/main">
              <a:ext uri="{FF2B5EF4-FFF2-40B4-BE49-F238E27FC236}">
                <a16:creationId xmlns:a16="http://schemas.microsoft.com/office/drawing/2014/main" id="{0F72FA5A-D2EC-4408-B45B-92F07DA70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179" y="40410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8" name="path-3115">
            <a:extLst xmlns:a="http://schemas.openxmlformats.org/drawingml/2006/main">
              <a:ext uri="{FF2B5EF4-FFF2-40B4-BE49-F238E27FC236}">
                <a16:creationId xmlns:a16="http://schemas.microsoft.com/office/drawing/2014/main" id="{F925794B-E4F1-4728-A313-FA2C90792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3050" y="4036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09" name="path-3116">
            <a:extLst xmlns:a="http://schemas.openxmlformats.org/drawingml/2006/main">
              <a:ext uri="{FF2B5EF4-FFF2-40B4-BE49-F238E27FC236}">
                <a16:creationId xmlns:a16="http://schemas.microsoft.com/office/drawing/2014/main" id="{C0DF65D5-7EEE-4EDB-AEB9-A4284469A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186" y="40471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0" name="path-3117">
            <a:extLst xmlns:a="http://schemas.openxmlformats.org/drawingml/2006/main">
              <a:ext uri="{FF2B5EF4-FFF2-40B4-BE49-F238E27FC236}">
                <a16:creationId xmlns:a16="http://schemas.microsoft.com/office/drawing/2014/main" id="{D0875EA9-DAF5-4496-A073-49DAD0290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1486" y="40526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1" name="path-3118">
            <a:extLst xmlns:a="http://schemas.openxmlformats.org/drawingml/2006/main">
              <a:ext uri="{FF2B5EF4-FFF2-40B4-BE49-F238E27FC236}">
                <a16:creationId xmlns:a16="http://schemas.microsoft.com/office/drawing/2014/main" id="{2D131FBE-4BAD-485B-A847-701A3C877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968" y="40429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2" name="path-3119">
            <a:extLst xmlns:a="http://schemas.openxmlformats.org/drawingml/2006/main">
              <a:ext uri="{FF2B5EF4-FFF2-40B4-BE49-F238E27FC236}">
                <a16:creationId xmlns:a16="http://schemas.microsoft.com/office/drawing/2014/main" id="{C81A6E4E-36D9-46A4-92F5-D8D9C228D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2931" y="4051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3" name="path-3120">
            <a:extLst xmlns:a="http://schemas.openxmlformats.org/drawingml/2006/main">
              <a:ext uri="{FF2B5EF4-FFF2-40B4-BE49-F238E27FC236}">
                <a16:creationId xmlns:a16="http://schemas.microsoft.com/office/drawing/2014/main" id="{7A1C0335-8EF6-4215-9F90-CD7BCB8FB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81391" y="40488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4" name="path-3121">
            <a:extLst xmlns:a="http://schemas.openxmlformats.org/drawingml/2006/main">
              <a:ext uri="{FF2B5EF4-FFF2-40B4-BE49-F238E27FC236}">
                <a16:creationId xmlns:a16="http://schemas.microsoft.com/office/drawing/2014/main" id="{8A466385-37A3-4D4B-8C41-42C8C48DE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258" y="4045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5" name="path-3122">
            <a:extLst xmlns:a="http://schemas.openxmlformats.org/drawingml/2006/main">
              <a:ext uri="{FF2B5EF4-FFF2-40B4-BE49-F238E27FC236}">
                <a16:creationId xmlns:a16="http://schemas.microsoft.com/office/drawing/2014/main" id="{17502489-5A47-4650-87A5-3D2C6BB00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454" y="40431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6" name="path-3123">
            <a:extLst xmlns:a="http://schemas.openxmlformats.org/drawingml/2006/main">
              <a:ext uri="{FF2B5EF4-FFF2-40B4-BE49-F238E27FC236}">
                <a16:creationId xmlns:a16="http://schemas.microsoft.com/office/drawing/2014/main" id="{C69EB08F-4A3B-4D9A-9B27-9C1A7CB70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38906" y="40469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7" name="path-3124">
            <a:extLst xmlns:a="http://schemas.openxmlformats.org/drawingml/2006/main">
              <a:ext uri="{FF2B5EF4-FFF2-40B4-BE49-F238E27FC236}">
                <a16:creationId xmlns:a16="http://schemas.microsoft.com/office/drawing/2014/main" id="{71BCF4F6-8063-4305-A607-63D50FC88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936" y="40426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8" name="path-3125">
            <a:extLst xmlns:a="http://schemas.openxmlformats.org/drawingml/2006/main">
              <a:ext uri="{FF2B5EF4-FFF2-40B4-BE49-F238E27FC236}">
                <a16:creationId xmlns:a16="http://schemas.microsoft.com/office/drawing/2014/main" id="{33355375-D6A4-4F57-A0AB-F09F8D998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4020" y="4066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19" name="path-3126">
            <a:extLst xmlns:a="http://schemas.openxmlformats.org/drawingml/2006/main">
              <a:ext uri="{FF2B5EF4-FFF2-40B4-BE49-F238E27FC236}">
                <a16:creationId xmlns:a16="http://schemas.microsoft.com/office/drawing/2014/main" id="{0A410DB1-FE1C-4485-9E2E-4D9A75CDD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915" y="40389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0" name="path-3127">
            <a:extLst xmlns:a="http://schemas.openxmlformats.org/drawingml/2006/main">
              <a:ext uri="{FF2B5EF4-FFF2-40B4-BE49-F238E27FC236}">
                <a16:creationId xmlns:a16="http://schemas.microsoft.com/office/drawing/2014/main" id="{9FFAFAF8-EC9F-447A-B9F9-BF5F74447B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280" y="4048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1" name="path-3128">
            <a:extLst xmlns:a="http://schemas.openxmlformats.org/drawingml/2006/main">
              <a:ext uri="{FF2B5EF4-FFF2-40B4-BE49-F238E27FC236}">
                <a16:creationId xmlns:a16="http://schemas.microsoft.com/office/drawing/2014/main" id="{CAEA8A6A-E75D-4E21-B06A-3C50F9BCA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7533" y="40423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2" name="path-3129">
            <a:extLst xmlns:a="http://schemas.openxmlformats.org/drawingml/2006/main">
              <a:ext uri="{FF2B5EF4-FFF2-40B4-BE49-F238E27FC236}">
                <a16:creationId xmlns:a16="http://schemas.microsoft.com/office/drawing/2014/main" id="{791D8CE3-B178-4C5B-B381-4F03671AA8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229" y="4044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3" name="path-3130">
            <a:extLst xmlns:a="http://schemas.openxmlformats.org/drawingml/2006/main">
              <a:ext uri="{FF2B5EF4-FFF2-40B4-BE49-F238E27FC236}">
                <a16:creationId xmlns:a16="http://schemas.microsoft.com/office/drawing/2014/main" id="{6135EC4A-CADD-415F-BDBE-6488AF2EEE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4774" y="40420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4" name="path-3131">
            <a:extLst xmlns:a="http://schemas.openxmlformats.org/drawingml/2006/main">
              <a:ext uri="{FF2B5EF4-FFF2-40B4-BE49-F238E27FC236}">
                <a16:creationId xmlns:a16="http://schemas.microsoft.com/office/drawing/2014/main" id="{7FD842F7-E3FD-4E97-9905-BCA3B56A4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767" y="40522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5" name="path-3132">
            <a:extLst xmlns:a="http://schemas.openxmlformats.org/drawingml/2006/main">
              <a:ext uri="{FF2B5EF4-FFF2-40B4-BE49-F238E27FC236}">
                <a16:creationId xmlns:a16="http://schemas.microsoft.com/office/drawing/2014/main" id="{890BA54A-9FAD-4501-982C-234636CEC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1420" y="4046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6" name="path-3133">
            <a:extLst xmlns:a="http://schemas.openxmlformats.org/drawingml/2006/main">
              <a:ext uri="{FF2B5EF4-FFF2-40B4-BE49-F238E27FC236}">
                <a16:creationId xmlns:a16="http://schemas.microsoft.com/office/drawing/2014/main" id="{1FD90E20-A591-41F7-982A-FDE415F406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257" y="4043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7" name="path-3134">
            <a:extLst xmlns:a="http://schemas.openxmlformats.org/drawingml/2006/main">
              <a:ext uri="{FF2B5EF4-FFF2-40B4-BE49-F238E27FC236}">
                <a16:creationId xmlns:a16="http://schemas.microsoft.com/office/drawing/2014/main" id="{90D31C6B-4DBC-4F0E-8291-E29B6262C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875" y="40478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8" name="path-3135">
            <a:extLst xmlns:a="http://schemas.openxmlformats.org/drawingml/2006/main">
              <a:ext uri="{FF2B5EF4-FFF2-40B4-BE49-F238E27FC236}">
                <a16:creationId xmlns:a16="http://schemas.microsoft.com/office/drawing/2014/main" id="{F2EA9694-37C1-40C9-93F4-6DA532A57D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736" y="40425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29" name="path-3136">
            <a:extLst xmlns:a="http://schemas.openxmlformats.org/drawingml/2006/main">
              <a:ext uri="{FF2B5EF4-FFF2-40B4-BE49-F238E27FC236}">
                <a16:creationId xmlns:a16="http://schemas.microsoft.com/office/drawing/2014/main" id="{2F30A0A8-E352-4269-AC84-A56DC2F80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3136" y="4055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0" name="path-3137">
            <a:extLst xmlns:a="http://schemas.openxmlformats.org/drawingml/2006/main">
              <a:ext uri="{FF2B5EF4-FFF2-40B4-BE49-F238E27FC236}">
                <a16:creationId xmlns:a16="http://schemas.microsoft.com/office/drawing/2014/main" id="{D081200C-B773-4A2F-9FFF-CBE5932A8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39024" y="4033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1" name="path-3138">
            <a:extLst xmlns:a="http://schemas.openxmlformats.org/drawingml/2006/main">
              <a:ext uri="{FF2B5EF4-FFF2-40B4-BE49-F238E27FC236}">
                <a16:creationId xmlns:a16="http://schemas.microsoft.com/office/drawing/2014/main" id="{0A131636-6751-4963-97FD-87EE0F1E8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48705" y="40261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2" name="path-3139">
            <a:extLst xmlns:a="http://schemas.openxmlformats.org/drawingml/2006/main">
              <a:ext uri="{FF2B5EF4-FFF2-40B4-BE49-F238E27FC236}">
                <a16:creationId xmlns:a16="http://schemas.microsoft.com/office/drawing/2014/main" id="{2110D592-931F-4B03-B836-4544A74C53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7633" y="40539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3" name="path-3140">
            <a:extLst xmlns:a="http://schemas.openxmlformats.org/drawingml/2006/main">
              <a:ext uri="{FF2B5EF4-FFF2-40B4-BE49-F238E27FC236}">
                <a16:creationId xmlns:a16="http://schemas.microsoft.com/office/drawing/2014/main" id="{958EFE31-3D29-4B03-935C-6F3B5F48A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3251" y="40515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4" name="path-3141">
            <a:extLst xmlns:a="http://schemas.openxmlformats.org/drawingml/2006/main">
              <a:ext uri="{FF2B5EF4-FFF2-40B4-BE49-F238E27FC236}">
                <a16:creationId xmlns:a16="http://schemas.microsoft.com/office/drawing/2014/main" id="{589199EB-F84B-41DB-ACA0-AF7C561824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4714" y="40455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5" name="path-3142">
            <a:extLst xmlns:a="http://schemas.openxmlformats.org/drawingml/2006/main">
              <a:ext uri="{FF2B5EF4-FFF2-40B4-BE49-F238E27FC236}">
                <a16:creationId xmlns:a16="http://schemas.microsoft.com/office/drawing/2014/main" id="{44F24E68-3EBA-4AA5-9EFE-CDFBF2B55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2818" y="4033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6" name="path-3143">
            <a:extLst xmlns:a="http://schemas.openxmlformats.org/drawingml/2006/main">
              <a:ext uri="{FF2B5EF4-FFF2-40B4-BE49-F238E27FC236}">
                <a16:creationId xmlns:a16="http://schemas.microsoft.com/office/drawing/2014/main" id="{E5B1164E-DEFD-4CB9-8EED-99773CDEC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788" y="40841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7" name="path-3144">
            <a:extLst xmlns:a="http://schemas.openxmlformats.org/drawingml/2006/main">
              <a:ext uri="{FF2B5EF4-FFF2-40B4-BE49-F238E27FC236}">
                <a16:creationId xmlns:a16="http://schemas.microsoft.com/office/drawing/2014/main" id="{07F05C4E-FD9C-496C-8D21-69548AA6D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8898" y="40478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8" name="path-3145">
            <a:extLst xmlns:a="http://schemas.openxmlformats.org/drawingml/2006/main">
              <a:ext uri="{FF2B5EF4-FFF2-40B4-BE49-F238E27FC236}">
                <a16:creationId xmlns:a16="http://schemas.microsoft.com/office/drawing/2014/main" id="{50AAC7E2-EF64-44BA-9CAF-B5B94423A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41875" y="40360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9" name="path-3146">
            <a:extLst xmlns:a="http://schemas.openxmlformats.org/drawingml/2006/main">
              <a:ext uri="{FF2B5EF4-FFF2-40B4-BE49-F238E27FC236}">
                <a16:creationId xmlns:a16="http://schemas.microsoft.com/office/drawing/2014/main" id="{7C9B7F0B-51E3-4B13-A6AE-FC88D7333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615" y="40507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0" name="path-3147">
            <a:extLst xmlns:a="http://schemas.openxmlformats.org/drawingml/2006/main">
              <a:ext uri="{FF2B5EF4-FFF2-40B4-BE49-F238E27FC236}">
                <a16:creationId xmlns:a16="http://schemas.microsoft.com/office/drawing/2014/main" id="{18098461-D8A4-4B62-B94E-E4A0F80EA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0212" y="40361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1" name="path-3148">
            <a:extLst xmlns:a="http://schemas.openxmlformats.org/drawingml/2006/main">
              <a:ext uri="{FF2B5EF4-FFF2-40B4-BE49-F238E27FC236}">
                <a16:creationId xmlns:a16="http://schemas.microsoft.com/office/drawing/2014/main" id="{7FDE34F5-297D-403A-A93B-A0E6DD1EC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318" y="4043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2" name="path-3149">
            <a:extLst xmlns:a="http://schemas.openxmlformats.org/drawingml/2006/main">
              <a:ext uri="{FF2B5EF4-FFF2-40B4-BE49-F238E27FC236}">
                <a16:creationId xmlns:a16="http://schemas.microsoft.com/office/drawing/2014/main" id="{47B27140-B26D-4288-93BF-AF0FD7B15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059" y="4047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3" name="path-3150">
            <a:extLst xmlns:a="http://schemas.openxmlformats.org/drawingml/2006/main">
              <a:ext uri="{FF2B5EF4-FFF2-40B4-BE49-F238E27FC236}">
                <a16:creationId xmlns:a16="http://schemas.microsoft.com/office/drawing/2014/main" id="{8F9ECDBE-511D-4B3C-BDE4-F76C1466E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562" y="4041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4" name="path-3151">
            <a:extLst xmlns:a="http://schemas.openxmlformats.org/drawingml/2006/main">
              <a:ext uri="{FF2B5EF4-FFF2-40B4-BE49-F238E27FC236}">
                <a16:creationId xmlns:a16="http://schemas.microsoft.com/office/drawing/2014/main" id="{65802169-AAB5-4A8B-93FF-D6B4D7C64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0509" y="40227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5" name="path-3152">
            <a:extLst xmlns:a="http://schemas.openxmlformats.org/drawingml/2006/main">
              <a:ext uri="{FF2B5EF4-FFF2-40B4-BE49-F238E27FC236}">
                <a16:creationId xmlns:a16="http://schemas.microsoft.com/office/drawing/2014/main" id="{1102B52F-36B6-48B9-9BA3-621C47CDA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5806" y="40536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6" name="path-3153">
            <a:extLst xmlns:a="http://schemas.openxmlformats.org/drawingml/2006/main">
              <a:ext uri="{FF2B5EF4-FFF2-40B4-BE49-F238E27FC236}">
                <a16:creationId xmlns:a16="http://schemas.microsoft.com/office/drawing/2014/main" id="{2A159D35-690D-4A30-844E-7CB9155CC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296" y="40413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7" name="path-3154">
            <a:extLst xmlns:a="http://schemas.openxmlformats.org/drawingml/2006/main">
              <a:ext uri="{FF2B5EF4-FFF2-40B4-BE49-F238E27FC236}">
                <a16:creationId xmlns:a16="http://schemas.microsoft.com/office/drawing/2014/main" id="{DEBD4137-6B60-42D9-87BB-A911815917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3630" y="40367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8" name="path-3155">
            <a:extLst xmlns:a="http://schemas.openxmlformats.org/drawingml/2006/main">
              <a:ext uri="{FF2B5EF4-FFF2-40B4-BE49-F238E27FC236}">
                <a16:creationId xmlns:a16="http://schemas.microsoft.com/office/drawing/2014/main" id="{69243ACD-AAAE-40EF-9DD9-8F372DD39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578" y="40713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49" name="path-3156">
            <a:extLst xmlns:a="http://schemas.openxmlformats.org/drawingml/2006/main">
              <a:ext uri="{FF2B5EF4-FFF2-40B4-BE49-F238E27FC236}">
                <a16:creationId xmlns:a16="http://schemas.microsoft.com/office/drawing/2014/main" id="{5380F1F8-D0BD-4E88-93FF-C41F7B17A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0927" y="40277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0" name="path-3157">
            <a:extLst xmlns:a="http://schemas.openxmlformats.org/drawingml/2006/main">
              <a:ext uri="{FF2B5EF4-FFF2-40B4-BE49-F238E27FC236}">
                <a16:creationId xmlns:a16="http://schemas.microsoft.com/office/drawing/2014/main" id="{76172BB2-3E78-4F0B-B275-8C42DC936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561" y="40459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1" name="path-3158">
            <a:extLst xmlns:a="http://schemas.openxmlformats.org/drawingml/2006/main">
              <a:ext uri="{FF2B5EF4-FFF2-40B4-BE49-F238E27FC236}">
                <a16:creationId xmlns:a16="http://schemas.microsoft.com/office/drawing/2014/main" id="{96710BB2-87B8-4F4E-AE3A-B247B85249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99821" y="40528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2" name="path-3159">
            <a:extLst xmlns:a="http://schemas.openxmlformats.org/drawingml/2006/main">
              <a:ext uri="{FF2B5EF4-FFF2-40B4-BE49-F238E27FC236}">
                <a16:creationId xmlns:a16="http://schemas.microsoft.com/office/drawing/2014/main" id="{5FB5DFC6-FBAE-41A9-810A-C71756649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905" y="4037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3" name="path-3160">
            <a:extLst xmlns:a="http://schemas.openxmlformats.org/drawingml/2006/main">
              <a:ext uri="{FF2B5EF4-FFF2-40B4-BE49-F238E27FC236}">
                <a16:creationId xmlns:a16="http://schemas.microsoft.com/office/drawing/2014/main" id="{849A6A3B-EBD4-4AB7-82D2-62038ABF76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3330" y="40550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4" name="path-3161">
            <a:extLst xmlns:a="http://schemas.openxmlformats.org/drawingml/2006/main">
              <a:ext uri="{FF2B5EF4-FFF2-40B4-BE49-F238E27FC236}">
                <a16:creationId xmlns:a16="http://schemas.microsoft.com/office/drawing/2014/main" id="{3969D89C-A1EE-4E89-8A33-BB4DA486E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311" y="40376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5" name="path-3162">
            <a:extLst xmlns:a="http://schemas.openxmlformats.org/drawingml/2006/main">
              <a:ext uri="{FF2B5EF4-FFF2-40B4-BE49-F238E27FC236}">
                <a16:creationId xmlns:a16="http://schemas.microsoft.com/office/drawing/2014/main" id="{40170506-8CF5-4ECC-9D01-C09C1FA6C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6802" y="40599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6" name="path-3163">
            <a:extLst xmlns:a="http://schemas.openxmlformats.org/drawingml/2006/main">
              <a:ext uri="{FF2B5EF4-FFF2-40B4-BE49-F238E27FC236}">
                <a16:creationId xmlns:a16="http://schemas.microsoft.com/office/drawing/2014/main" id="{24AF7780-47DC-471E-AC77-1CCD4200E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3692" y="4036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7" name="path-3164">
            <a:extLst xmlns:a="http://schemas.openxmlformats.org/drawingml/2006/main">
              <a:ext uri="{FF2B5EF4-FFF2-40B4-BE49-F238E27FC236}">
                <a16:creationId xmlns:a16="http://schemas.microsoft.com/office/drawing/2014/main" id="{9455A552-5DFF-4447-9891-70217C158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5508" y="40525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8" name="path-3165">
            <a:extLst xmlns:a="http://schemas.openxmlformats.org/drawingml/2006/main">
              <a:ext uri="{FF2B5EF4-FFF2-40B4-BE49-F238E27FC236}">
                <a16:creationId xmlns:a16="http://schemas.microsoft.com/office/drawing/2014/main" id="{76E9D396-BF28-4CE3-9E35-4EA842A52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9388" y="40460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59" name="path-3166">
            <a:extLst xmlns:a="http://schemas.openxmlformats.org/drawingml/2006/main">
              <a:ext uri="{FF2B5EF4-FFF2-40B4-BE49-F238E27FC236}">
                <a16:creationId xmlns:a16="http://schemas.microsoft.com/office/drawing/2014/main" id="{02E274D1-5D4B-4A29-B956-7295275DB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4926" y="40475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0" name="path-3167">
            <a:extLst xmlns:a="http://schemas.openxmlformats.org/drawingml/2006/main">
              <a:ext uri="{FF2B5EF4-FFF2-40B4-BE49-F238E27FC236}">
                <a16:creationId xmlns:a16="http://schemas.microsoft.com/office/drawing/2014/main" id="{B3C52FA2-696B-4166-96EC-A1B9A948C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933" y="4038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1" name="path-3168">
            <a:extLst xmlns:a="http://schemas.openxmlformats.org/drawingml/2006/main">
              <a:ext uri="{FF2B5EF4-FFF2-40B4-BE49-F238E27FC236}">
                <a16:creationId xmlns:a16="http://schemas.microsoft.com/office/drawing/2014/main" id="{A03621F3-01B7-421D-82F8-FEE911688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1015" y="40753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2" name="path-3169">
            <a:extLst xmlns:a="http://schemas.openxmlformats.org/drawingml/2006/main">
              <a:ext uri="{FF2B5EF4-FFF2-40B4-BE49-F238E27FC236}">
                <a16:creationId xmlns:a16="http://schemas.microsoft.com/office/drawing/2014/main" id="{DF1C4C48-F41A-4926-81A2-197703924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2731" y="4031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3" name="path-3170">
            <a:extLst xmlns:a="http://schemas.openxmlformats.org/drawingml/2006/main">
              <a:ext uri="{FF2B5EF4-FFF2-40B4-BE49-F238E27FC236}">
                <a16:creationId xmlns:a16="http://schemas.microsoft.com/office/drawing/2014/main" id="{CC4C9180-B7AB-4A53-93BE-5B7911E61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902" y="40420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4" name="path-3171">
            <a:extLst xmlns:a="http://schemas.openxmlformats.org/drawingml/2006/main">
              <a:ext uri="{FF2B5EF4-FFF2-40B4-BE49-F238E27FC236}">
                <a16:creationId xmlns:a16="http://schemas.microsoft.com/office/drawing/2014/main" id="{2C4F6720-4775-458A-88B9-56E2347F1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519" y="4044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5" name="path-3172">
            <a:extLst xmlns:a="http://schemas.openxmlformats.org/drawingml/2006/main">
              <a:ext uri="{FF2B5EF4-FFF2-40B4-BE49-F238E27FC236}">
                <a16:creationId xmlns:a16="http://schemas.microsoft.com/office/drawing/2014/main" id="{467E7FF0-76D1-4665-A6B3-A473DE1CD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7218" y="40620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6" name="path-3173">
            <a:extLst xmlns:a="http://schemas.openxmlformats.org/drawingml/2006/main">
              <a:ext uri="{FF2B5EF4-FFF2-40B4-BE49-F238E27FC236}">
                <a16:creationId xmlns:a16="http://schemas.microsoft.com/office/drawing/2014/main" id="{D1D847F3-788A-4C82-B2F7-5EE8C8060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2089" y="40347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7" name="path-3174">
            <a:extLst xmlns:a="http://schemas.openxmlformats.org/drawingml/2006/main">
              <a:ext uri="{FF2B5EF4-FFF2-40B4-BE49-F238E27FC236}">
                <a16:creationId xmlns:a16="http://schemas.microsoft.com/office/drawing/2014/main" id="{44D87DC5-FA10-48DB-912C-46B6860D1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67" y="40426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8" name="path-3175">
            <a:extLst xmlns:a="http://schemas.openxmlformats.org/drawingml/2006/main">
              <a:ext uri="{FF2B5EF4-FFF2-40B4-BE49-F238E27FC236}">
                <a16:creationId xmlns:a16="http://schemas.microsoft.com/office/drawing/2014/main" id="{F60DF1AE-CB16-4D60-B410-ED38003DD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197" y="4044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9" name="path-3176">
            <a:extLst xmlns:a="http://schemas.openxmlformats.org/drawingml/2006/main">
              <a:ext uri="{FF2B5EF4-FFF2-40B4-BE49-F238E27FC236}">
                <a16:creationId xmlns:a16="http://schemas.microsoft.com/office/drawing/2014/main" id="{1AA7573D-A1D8-4F1B-B274-0FA0FDAF0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0862" y="4055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0" name="path-3177">
            <a:extLst xmlns:a="http://schemas.openxmlformats.org/drawingml/2006/main">
              <a:ext uri="{FF2B5EF4-FFF2-40B4-BE49-F238E27FC236}">
                <a16:creationId xmlns:a16="http://schemas.microsoft.com/office/drawing/2014/main" id="{4A705CBD-D26D-4B93-961F-25A870192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697" y="4059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1" name="path-3178">
            <a:extLst xmlns:a="http://schemas.openxmlformats.org/drawingml/2006/main">
              <a:ext uri="{FF2B5EF4-FFF2-40B4-BE49-F238E27FC236}">
                <a16:creationId xmlns:a16="http://schemas.microsoft.com/office/drawing/2014/main" id="{479C0E20-42E7-47B9-8F1D-AEADDA4DD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773" y="4044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2" name="path-3179">
            <a:extLst xmlns:a="http://schemas.openxmlformats.org/drawingml/2006/main">
              <a:ext uri="{FF2B5EF4-FFF2-40B4-BE49-F238E27FC236}">
                <a16:creationId xmlns:a16="http://schemas.microsoft.com/office/drawing/2014/main" id="{76AE10D8-D442-47B2-B0E6-78BF8E9E5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03375" y="40326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3" name="path-3180">
            <a:extLst xmlns:a="http://schemas.openxmlformats.org/drawingml/2006/main">
              <a:ext uri="{FF2B5EF4-FFF2-40B4-BE49-F238E27FC236}">
                <a16:creationId xmlns:a16="http://schemas.microsoft.com/office/drawing/2014/main" id="{401B8021-4BD8-4D48-BE54-130E2907E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701" y="4032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4" name="path-3181">
            <a:extLst xmlns:a="http://schemas.openxmlformats.org/drawingml/2006/main">
              <a:ext uri="{FF2B5EF4-FFF2-40B4-BE49-F238E27FC236}">
                <a16:creationId xmlns:a16="http://schemas.microsoft.com/office/drawing/2014/main" id="{721CC028-3C92-4917-966F-238EB7CB7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553" y="40470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5" name="path-3182">
            <a:extLst xmlns:a="http://schemas.openxmlformats.org/drawingml/2006/main">
              <a:ext uri="{FF2B5EF4-FFF2-40B4-BE49-F238E27FC236}">
                <a16:creationId xmlns:a16="http://schemas.microsoft.com/office/drawing/2014/main" id="{1045F520-7DB8-4432-AA45-2E33A096A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482" y="40513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6" name="path-3183">
            <a:extLst xmlns:a="http://schemas.openxmlformats.org/drawingml/2006/main">
              <a:ext uri="{FF2B5EF4-FFF2-40B4-BE49-F238E27FC236}">
                <a16:creationId xmlns:a16="http://schemas.microsoft.com/office/drawing/2014/main" id="{39F72D43-B9C7-4590-A707-24447EC5C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788" y="40454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7" name="path-3184">
            <a:extLst xmlns:a="http://schemas.openxmlformats.org/drawingml/2006/main">
              <a:ext uri="{FF2B5EF4-FFF2-40B4-BE49-F238E27FC236}">
                <a16:creationId xmlns:a16="http://schemas.microsoft.com/office/drawing/2014/main" id="{2C5D0A29-3B5B-4F95-8575-E972B4AC2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559" y="40517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8" name="path-3185">
            <a:extLst xmlns:a="http://schemas.openxmlformats.org/drawingml/2006/main">
              <a:ext uri="{FF2B5EF4-FFF2-40B4-BE49-F238E27FC236}">
                <a16:creationId xmlns:a16="http://schemas.microsoft.com/office/drawing/2014/main" id="{801EBD29-0539-4023-97AA-B61EAA7F3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352" y="40424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79" name="path-3186">
            <a:extLst xmlns:a="http://schemas.openxmlformats.org/drawingml/2006/main">
              <a:ext uri="{FF2B5EF4-FFF2-40B4-BE49-F238E27FC236}">
                <a16:creationId xmlns:a16="http://schemas.microsoft.com/office/drawing/2014/main" id="{A20DB9E1-56F0-471C-B27F-142287DD4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866" y="40476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0" name="path-3187">
            <a:extLst xmlns:a="http://schemas.openxmlformats.org/drawingml/2006/main">
              <a:ext uri="{FF2B5EF4-FFF2-40B4-BE49-F238E27FC236}">
                <a16:creationId xmlns:a16="http://schemas.microsoft.com/office/drawing/2014/main" id="{B97A5DAE-E728-4CE7-8627-2FBDC1FFD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418" y="4044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1" name="path-3188">
            <a:extLst xmlns:a="http://schemas.openxmlformats.org/drawingml/2006/main">
              <a:ext uri="{FF2B5EF4-FFF2-40B4-BE49-F238E27FC236}">
                <a16:creationId xmlns:a16="http://schemas.microsoft.com/office/drawing/2014/main" id="{86883422-9EE0-4C12-84CC-F2D7F9DC9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623" y="40435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2" name="path-3189">
            <a:extLst xmlns:a="http://schemas.openxmlformats.org/drawingml/2006/main">
              <a:ext uri="{FF2B5EF4-FFF2-40B4-BE49-F238E27FC236}">
                <a16:creationId xmlns:a16="http://schemas.microsoft.com/office/drawing/2014/main" id="{4A683A96-9BFF-4F76-9D30-8B09BE1E6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3496" y="40491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3" name="path-3190">
            <a:extLst xmlns:a="http://schemas.openxmlformats.org/drawingml/2006/main">
              <a:ext uri="{FF2B5EF4-FFF2-40B4-BE49-F238E27FC236}">
                <a16:creationId xmlns:a16="http://schemas.microsoft.com/office/drawing/2014/main" id="{D3677D7A-30B7-465E-8B7E-8A388B5C9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009" y="40419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4" name="path-3191">
            <a:extLst xmlns:a="http://schemas.openxmlformats.org/drawingml/2006/main">
              <a:ext uri="{FF2B5EF4-FFF2-40B4-BE49-F238E27FC236}">
                <a16:creationId xmlns:a16="http://schemas.microsoft.com/office/drawing/2014/main" id="{7779952F-DDE4-497F-9BF2-96C18A730A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118" y="4037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5" name="path-3192">
            <a:extLst xmlns:a="http://schemas.openxmlformats.org/drawingml/2006/main">
              <a:ext uri="{FF2B5EF4-FFF2-40B4-BE49-F238E27FC236}">
                <a16:creationId xmlns:a16="http://schemas.microsoft.com/office/drawing/2014/main" id="{51367030-76CE-4B32-99C1-D8D750DCB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1789" y="40499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6" name="path-3193">
            <a:extLst xmlns:a="http://schemas.openxmlformats.org/drawingml/2006/main">
              <a:ext uri="{FF2B5EF4-FFF2-40B4-BE49-F238E27FC236}">
                <a16:creationId xmlns:a16="http://schemas.microsoft.com/office/drawing/2014/main" id="{76A10E00-565F-48B0-8714-F0561562AF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4626" y="40429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7" name="path-3194">
            <a:extLst xmlns:a="http://schemas.openxmlformats.org/drawingml/2006/main">
              <a:ext uri="{FF2B5EF4-FFF2-40B4-BE49-F238E27FC236}">
                <a16:creationId xmlns:a16="http://schemas.microsoft.com/office/drawing/2014/main" id="{F36352A6-A703-4754-8971-CEA947795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562" y="40418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8" name="path-3195">
            <a:extLst xmlns:a="http://schemas.openxmlformats.org/drawingml/2006/main">
              <a:ext uri="{FF2B5EF4-FFF2-40B4-BE49-F238E27FC236}">
                <a16:creationId xmlns:a16="http://schemas.microsoft.com/office/drawing/2014/main" id="{A6EDDFFC-9FB0-41F0-8599-9E2C6AB2B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373" y="40416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89" name="path-3196">
            <a:extLst xmlns:a="http://schemas.openxmlformats.org/drawingml/2006/main">
              <a:ext uri="{FF2B5EF4-FFF2-40B4-BE49-F238E27FC236}">
                <a16:creationId xmlns:a16="http://schemas.microsoft.com/office/drawing/2014/main" id="{B653E954-7165-433E-9F69-81997DB03E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2774" y="40481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0" name="path-3197">
            <a:extLst xmlns:a="http://schemas.openxmlformats.org/drawingml/2006/main">
              <a:ext uri="{FF2B5EF4-FFF2-40B4-BE49-F238E27FC236}">
                <a16:creationId xmlns:a16="http://schemas.microsoft.com/office/drawing/2014/main" id="{6CC699BA-7BF0-4323-8852-0E27A2C3C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930" y="40447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1" name="path-3198">
            <a:extLst xmlns:a="http://schemas.openxmlformats.org/drawingml/2006/main">
              <a:ext uri="{FF2B5EF4-FFF2-40B4-BE49-F238E27FC236}">
                <a16:creationId xmlns:a16="http://schemas.microsoft.com/office/drawing/2014/main" id="{4949894E-0FD3-4D54-A2BC-0CE0609EB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4184" y="40489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2" name="path-3199">
            <a:extLst xmlns:a="http://schemas.openxmlformats.org/drawingml/2006/main">
              <a:ext uri="{FF2B5EF4-FFF2-40B4-BE49-F238E27FC236}">
                <a16:creationId xmlns:a16="http://schemas.microsoft.com/office/drawing/2014/main" id="{6F0B9539-307E-4440-9C27-3F8B2B99B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15773" y="40449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3" name="path-3200">
            <a:extLst xmlns:a="http://schemas.openxmlformats.org/drawingml/2006/main">
              <a:ext uri="{FF2B5EF4-FFF2-40B4-BE49-F238E27FC236}">
                <a16:creationId xmlns:a16="http://schemas.microsoft.com/office/drawing/2014/main" id="{9534A03E-C190-42C6-9FC7-BB009E498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8353" y="40273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4" name="path-3201">
            <a:extLst xmlns:a="http://schemas.openxmlformats.org/drawingml/2006/main">
              <a:ext uri="{FF2B5EF4-FFF2-40B4-BE49-F238E27FC236}">
                <a16:creationId xmlns:a16="http://schemas.microsoft.com/office/drawing/2014/main" id="{7B652256-79F7-400D-A3B3-1D6E53075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157" y="40500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5" name="path-3202">
            <a:extLst xmlns:a="http://schemas.openxmlformats.org/drawingml/2006/main">
              <a:ext uri="{FF2B5EF4-FFF2-40B4-BE49-F238E27FC236}">
                <a16:creationId xmlns:a16="http://schemas.microsoft.com/office/drawing/2014/main" id="{91ABE6C9-B2B4-445E-A2AD-494645024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850" y="40456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6" name="path-3203">
            <a:extLst xmlns:a="http://schemas.openxmlformats.org/drawingml/2006/main">
              <a:ext uri="{FF2B5EF4-FFF2-40B4-BE49-F238E27FC236}">
                <a16:creationId xmlns:a16="http://schemas.microsoft.com/office/drawing/2014/main" id="{BEBE1642-699C-4C11-BAD6-A2E199368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472" y="4040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7" name="path-3204">
            <a:extLst xmlns:a="http://schemas.openxmlformats.org/drawingml/2006/main">
              <a:ext uri="{FF2B5EF4-FFF2-40B4-BE49-F238E27FC236}">
                <a16:creationId xmlns:a16="http://schemas.microsoft.com/office/drawing/2014/main" id="{A197D412-576C-4E48-80C6-0072CB905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391" y="4044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8" name="path-3205">
            <a:extLst xmlns:a="http://schemas.openxmlformats.org/drawingml/2006/main">
              <a:ext uri="{FF2B5EF4-FFF2-40B4-BE49-F238E27FC236}">
                <a16:creationId xmlns:a16="http://schemas.microsoft.com/office/drawing/2014/main" id="{7381148D-1048-490B-9696-1467D0D3F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0888" y="40379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9" name="path-3206">
            <a:extLst xmlns:a="http://schemas.openxmlformats.org/drawingml/2006/main">
              <a:ext uri="{FF2B5EF4-FFF2-40B4-BE49-F238E27FC236}">
                <a16:creationId xmlns:a16="http://schemas.microsoft.com/office/drawing/2014/main" id="{6A139F18-B976-44FB-978C-977F2CBBD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89892" y="4036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0" name="path-3207">
            <a:extLst xmlns:a="http://schemas.openxmlformats.org/drawingml/2006/main">
              <a:ext uri="{FF2B5EF4-FFF2-40B4-BE49-F238E27FC236}">
                <a16:creationId xmlns:a16="http://schemas.microsoft.com/office/drawing/2014/main" id="{645F2658-3ACF-41A8-9374-E41FE2B10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6611" y="40299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1" name="path-3208">
            <a:extLst xmlns:a="http://schemas.openxmlformats.org/drawingml/2006/main">
              <a:ext uri="{FF2B5EF4-FFF2-40B4-BE49-F238E27FC236}">
                <a16:creationId xmlns:a16="http://schemas.microsoft.com/office/drawing/2014/main" id="{7415D567-35A3-498E-9335-36C815791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573" y="40282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2" name="path-3209">
            <a:extLst xmlns:a="http://schemas.openxmlformats.org/drawingml/2006/main">
              <a:ext uri="{FF2B5EF4-FFF2-40B4-BE49-F238E27FC236}">
                <a16:creationId xmlns:a16="http://schemas.microsoft.com/office/drawing/2014/main" id="{2707146B-B8EC-4CE3-940E-720EAD3E7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030" y="40453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3" name="path-3210">
            <a:extLst xmlns:a="http://schemas.openxmlformats.org/drawingml/2006/main">
              <a:ext uri="{FF2B5EF4-FFF2-40B4-BE49-F238E27FC236}">
                <a16:creationId xmlns:a16="http://schemas.microsoft.com/office/drawing/2014/main" id="{6EF09B50-7029-443A-82C8-A84DD390A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3644" y="4046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4" name="path-3211">
            <a:extLst xmlns:a="http://schemas.openxmlformats.org/drawingml/2006/main">
              <a:ext uri="{FF2B5EF4-FFF2-40B4-BE49-F238E27FC236}">
                <a16:creationId xmlns:a16="http://schemas.microsoft.com/office/drawing/2014/main" id="{CDCE8D3A-E920-4C08-BEB3-137467487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596" y="4045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5" name="path-3212">
            <a:extLst xmlns:a="http://schemas.openxmlformats.org/drawingml/2006/main">
              <a:ext uri="{FF2B5EF4-FFF2-40B4-BE49-F238E27FC236}">
                <a16:creationId xmlns:a16="http://schemas.microsoft.com/office/drawing/2014/main" id="{847C511F-1040-4407-910B-AB2C4EFE3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8800" y="40480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6" name="path-3213">
            <a:extLst xmlns:a="http://schemas.openxmlformats.org/drawingml/2006/main">
              <a:ext uri="{FF2B5EF4-FFF2-40B4-BE49-F238E27FC236}">
                <a16:creationId xmlns:a16="http://schemas.microsoft.com/office/drawing/2014/main" id="{16C0F049-A09C-40FB-8914-1FABDD2A4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4423" y="40279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7" name="path-3214">
            <a:extLst xmlns:a="http://schemas.openxmlformats.org/drawingml/2006/main">
              <a:ext uri="{FF2B5EF4-FFF2-40B4-BE49-F238E27FC236}">
                <a16:creationId xmlns:a16="http://schemas.microsoft.com/office/drawing/2014/main" id="{D2DEC767-62DE-4C18-9ADD-3148B7831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3096" y="40197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8" name="path-3215">
            <a:extLst xmlns:a="http://schemas.openxmlformats.org/drawingml/2006/main">
              <a:ext uri="{FF2B5EF4-FFF2-40B4-BE49-F238E27FC236}">
                <a16:creationId xmlns:a16="http://schemas.microsoft.com/office/drawing/2014/main" id="{65DD486C-1830-4130-B323-FF3B7C1F4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1676" y="40420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09" name="path-3216">
            <a:extLst xmlns:a="http://schemas.openxmlformats.org/drawingml/2006/main">
              <a:ext uri="{FF2B5EF4-FFF2-40B4-BE49-F238E27FC236}">
                <a16:creationId xmlns:a16="http://schemas.microsoft.com/office/drawing/2014/main" id="{75BA601A-FDCC-4EF6-9625-C0CD8797C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4244" y="40501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0" name="path-3217">
            <a:extLst xmlns:a="http://schemas.openxmlformats.org/drawingml/2006/main">
              <a:ext uri="{FF2B5EF4-FFF2-40B4-BE49-F238E27FC236}">
                <a16:creationId xmlns:a16="http://schemas.microsoft.com/office/drawing/2014/main" id="{A1A51FD0-281B-4916-B9B0-DB1F905CD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292" y="40477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1" name="path-3218">
            <a:extLst xmlns:a="http://schemas.openxmlformats.org/drawingml/2006/main">
              <a:ext uri="{FF2B5EF4-FFF2-40B4-BE49-F238E27FC236}">
                <a16:creationId xmlns:a16="http://schemas.microsoft.com/office/drawing/2014/main" id="{378DC2B8-26C1-428D-A8B3-551EBFDE3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9203" y="40688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2" name="path-3219">
            <a:extLst xmlns:a="http://schemas.openxmlformats.org/drawingml/2006/main">
              <a:ext uri="{FF2B5EF4-FFF2-40B4-BE49-F238E27FC236}">
                <a16:creationId xmlns:a16="http://schemas.microsoft.com/office/drawing/2014/main" id="{91B8DD88-ABBC-41AD-8768-7B93DBD8F8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42049" y="4046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3" name="path-3220">
            <a:extLst xmlns:a="http://schemas.openxmlformats.org/drawingml/2006/main">
              <a:ext uri="{FF2B5EF4-FFF2-40B4-BE49-F238E27FC236}">
                <a16:creationId xmlns:a16="http://schemas.microsoft.com/office/drawing/2014/main" id="{95157048-848F-46FA-A30A-021715A06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491" y="40488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4" name="path-3221">
            <a:extLst xmlns:a="http://schemas.openxmlformats.org/drawingml/2006/main">
              <a:ext uri="{FF2B5EF4-FFF2-40B4-BE49-F238E27FC236}">
                <a16:creationId xmlns:a16="http://schemas.microsoft.com/office/drawing/2014/main" id="{0BBEAE69-622F-4820-953B-539C49B2E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7296" y="40314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5" name="path-3222">
            <a:extLst xmlns:a="http://schemas.openxmlformats.org/drawingml/2006/main">
              <a:ext uri="{FF2B5EF4-FFF2-40B4-BE49-F238E27FC236}">
                <a16:creationId xmlns:a16="http://schemas.microsoft.com/office/drawing/2014/main" id="{00FEE054-71A4-4FE2-BB99-C95DC1CA97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6277" y="40382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6" name="path-3223">
            <a:extLst xmlns:a="http://schemas.openxmlformats.org/drawingml/2006/main">
              <a:ext uri="{FF2B5EF4-FFF2-40B4-BE49-F238E27FC236}">
                <a16:creationId xmlns:a16="http://schemas.microsoft.com/office/drawing/2014/main" id="{3677BDA9-FE15-4D57-A534-75CF3059D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7227" y="40723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7" name="path-3224">
            <a:extLst xmlns:a="http://schemas.openxmlformats.org/drawingml/2006/main">
              <a:ext uri="{FF2B5EF4-FFF2-40B4-BE49-F238E27FC236}">
                <a16:creationId xmlns:a16="http://schemas.microsoft.com/office/drawing/2014/main" id="{A0AE5032-FC66-4D93-81E6-A0FA648E7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8413" y="4039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8" name="path-3225">
            <a:extLst xmlns:a="http://schemas.openxmlformats.org/drawingml/2006/main">
              <a:ext uri="{FF2B5EF4-FFF2-40B4-BE49-F238E27FC236}">
                <a16:creationId xmlns:a16="http://schemas.microsoft.com/office/drawing/2014/main" id="{A15491F4-74DD-4B1C-BDBB-55CF1BCB0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6764" y="40384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9" name="path-3226">
            <a:extLst xmlns:a="http://schemas.openxmlformats.org/drawingml/2006/main">
              <a:ext uri="{FF2B5EF4-FFF2-40B4-BE49-F238E27FC236}">
                <a16:creationId xmlns:a16="http://schemas.microsoft.com/office/drawing/2014/main" id="{34F641AB-5512-4A4B-A597-AE19E7FA9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7066" y="4075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0" name="path-3227">
            <a:extLst xmlns:a="http://schemas.openxmlformats.org/drawingml/2006/main">
              <a:ext uri="{FF2B5EF4-FFF2-40B4-BE49-F238E27FC236}">
                <a16:creationId xmlns:a16="http://schemas.microsoft.com/office/drawing/2014/main" id="{E4EC4143-58DF-4F2F-BA2A-6DFC7C92F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0375" y="4043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1" name="path-3228">
            <a:extLst xmlns:a="http://schemas.openxmlformats.org/drawingml/2006/main">
              <a:ext uri="{FF2B5EF4-FFF2-40B4-BE49-F238E27FC236}">
                <a16:creationId xmlns:a16="http://schemas.microsoft.com/office/drawing/2014/main" id="{ADAB2800-7C68-466E-9714-E2E457CDA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822" y="40451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2" name="path-3229">
            <a:extLst xmlns:a="http://schemas.openxmlformats.org/drawingml/2006/main">
              <a:ext uri="{FF2B5EF4-FFF2-40B4-BE49-F238E27FC236}">
                <a16:creationId xmlns:a16="http://schemas.microsoft.com/office/drawing/2014/main" id="{223B93EC-A91D-4CF2-860A-A8EC460C8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601" y="40465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3" name="path-3230">
            <a:extLst xmlns:a="http://schemas.openxmlformats.org/drawingml/2006/main">
              <a:ext uri="{FF2B5EF4-FFF2-40B4-BE49-F238E27FC236}">
                <a16:creationId xmlns:a16="http://schemas.microsoft.com/office/drawing/2014/main" id="{004B06F1-0526-4901-85C1-7683C3044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3235" y="4042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4" name="path-3231">
            <a:extLst xmlns:a="http://schemas.openxmlformats.org/drawingml/2006/main">
              <a:ext uri="{FF2B5EF4-FFF2-40B4-BE49-F238E27FC236}">
                <a16:creationId xmlns:a16="http://schemas.microsoft.com/office/drawing/2014/main" id="{00BABED7-EC70-40DE-A377-BBCFF9820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9140" y="4034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5" name="path-3232">
            <a:extLst xmlns:a="http://schemas.openxmlformats.org/drawingml/2006/main">
              <a:ext uri="{FF2B5EF4-FFF2-40B4-BE49-F238E27FC236}">
                <a16:creationId xmlns:a16="http://schemas.microsoft.com/office/drawing/2014/main" id="{F072A461-2D56-4298-9D8B-EFBA250D6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88140" y="4043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6" name="path-3233">
            <a:extLst xmlns:a="http://schemas.openxmlformats.org/drawingml/2006/main">
              <a:ext uri="{FF2B5EF4-FFF2-40B4-BE49-F238E27FC236}">
                <a16:creationId xmlns:a16="http://schemas.microsoft.com/office/drawing/2014/main" id="{F0D2F202-E907-4AC3-87F9-F63DF0760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603" y="40471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7" name="path-3234">
            <a:extLst xmlns:a="http://schemas.openxmlformats.org/drawingml/2006/main">
              <a:ext uri="{FF2B5EF4-FFF2-40B4-BE49-F238E27FC236}">
                <a16:creationId xmlns:a16="http://schemas.microsoft.com/office/drawing/2014/main" id="{22D588A9-6995-4E91-96EE-830FE43E52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915" y="40456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8" name="path-3235">
            <a:extLst xmlns:a="http://schemas.openxmlformats.org/drawingml/2006/main">
              <a:ext uri="{FF2B5EF4-FFF2-40B4-BE49-F238E27FC236}">
                <a16:creationId xmlns:a16="http://schemas.microsoft.com/office/drawing/2014/main" id="{A15723A2-04D1-40A3-9E28-8953FDF14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5031" y="4027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9" name="path-3236">
            <a:extLst xmlns:a="http://schemas.openxmlformats.org/drawingml/2006/main">
              <a:ext uri="{FF2B5EF4-FFF2-40B4-BE49-F238E27FC236}">
                <a16:creationId xmlns:a16="http://schemas.microsoft.com/office/drawing/2014/main" id="{F89AAA98-9C82-48F8-A503-A2960FE56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569" y="4048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0" name="path-3237">
            <a:extLst xmlns:a="http://schemas.openxmlformats.org/drawingml/2006/main">
              <a:ext uri="{FF2B5EF4-FFF2-40B4-BE49-F238E27FC236}">
                <a16:creationId xmlns:a16="http://schemas.microsoft.com/office/drawing/2014/main" id="{95E24DE3-5269-4549-9B6C-787CFB105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43495" y="40489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1" name="path-3238">
            <a:extLst xmlns:a="http://schemas.openxmlformats.org/drawingml/2006/main">
              <a:ext uri="{FF2B5EF4-FFF2-40B4-BE49-F238E27FC236}">
                <a16:creationId xmlns:a16="http://schemas.microsoft.com/office/drawing/2014/main" id="{3617BBD3-15BA-4381-8A3B-05E620F0B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6340" y="4052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2" name="path-3239">
            <a:extLst xmlns:a="http://schemas.openxmlformats.org/drawingml/2006/main">
              <a:ext uri="{FF2B5EF4-FFF2-40B4-BE49-F238E27FC236}">
                <a16:creationId xmlns:a16="http://schemas.microsoft.com/office/drawing/2014/main" id="{343CAF7E-BD55-409A-86D4-831DD95102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205" y="4040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3" name="path-3240">
            <a:extLst xmlns:a="http://schemas.openxmlformats.org/drawingml/2006/main">
              <a:ext uri="{FF2B5EF4-FFF2-40B4-BE49-F238E27FC236}">
                <a16:creationId xmlns:a16="http://schemas.microsoft.com/office/drawing/2014/main" id="{186C0CE3-9E0A-4A97-B246-1B945C94F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2263" y="4042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4" name="path-3241">
            <a:extLst xmlns:a="http://schemas.openxmlformats.org/drawingml/2006/main">
              <a:ext uri="{FF2B5EF4-FFF2-40B4-BE49-F238E27FC236}">
                <a16:creationId xmlns:a16="http://schemas.microsoft.com/office/drawing/2014/main" id="{D726A046-B855-4AC5-8E92-B2ADFB029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3197" y="40466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5" name="path-3242">
            <a:extLst xmlns:a="http://schemas.openxmlformats.org/drawingml/2006/main">
              <a:ext uri="{FF2B5EF4-FFF2-40B4-BE49-F238E27FC236}">
                <a16:creationId xmlns:a16="http://schemas.microsoft.com/office/drawing/2014/main" id="{A9BAAEEB-ACE0-4B55-A2AF-8456986AF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263" y="40330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6" name="path-3243">
            <a:extLst xmlns:a="http://schemas.openxmlformats.org/drawingml/2006/main">
              <a:ext uri="{FF2B5EF4-FFF2-40B4-BE49-F238E27FC236}">
                <a16:creationId xmlns:a16="http://schemas.microsoft.com/office/drawing/2014/main" id="{D8FFCC50-E360-4CC2-BB14-4E42BA13D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2905" y="40297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7" name="path-3244">
            <a:extLst xmlns:a="http://schemas.openxmlformats.org/drawingml/2006/main">
              <a:ext uri="{FF2B5EF4-FFF2-40B4-BE49-F238E27FC236}">
                <a16:creationId xmlns:a16="http://schemas.microsoft.com/office/drawing/2014/main" id="{FD24D300-969B-43C2-BBE8-359B34EB2D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8411" y="4073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8" name="path-3245">
            <a:extLst xmlns:a="http://schemas.openxmlformats.org/drawingml/2006/main">
              <a:ext uri="{FF2B5EF4-FFF2-40B4-BE49-F238E27FC236}">
                <a16:creationId xmlns:a16="http://schemas.microsoft.com/office/drawing/2014/main" id="{59BFE2DE-5E06-4A06-B00A-F39CAB4ED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3986" y="40418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39" name="path-3246">
            <a:extLst xmlns:a="http://schemas.openxmlformats.org/drawingml/2006/main">
              <a:ext uri="{FF2B5EF4-FFF2-40B4-BE49-F238E27FC236}">
                <a16:creationId xmlns:a16="http://schemas.microsoft.com/office/drawing/2014/main" id="{AC26C2AF-F6C0-46ED-8CF5-D7A604E85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82332" y="40359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0" name="path-3247">
            <a:extLst xmlns:a="http://schemas.openxmlformats.org/drawingml/2006/main">
              <a:ext uri="{FF2B5EF4-FFF2-40B4-BE49-F238E27FC236}">
                <a16:creationId xmlns:a16="http://schemas.microsoft.com/office/drawing/2014/main" id="{137268CB-D200-4CAD-AD8F-41C0A4A28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9366" y="40505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1" name="path-3248">
            <a:extLst xmlns:a="http://schemas.openxmlformats.org/drawingml/2006/main">
              <a:ext uri="{FF2B5EF4-FFF2-40B4-BE49-F238E27FC236}">
                <a16:creationId xmlns:a16="http://schemas.microsoft.com/office/drawing/2014/main" id="{1710C243-41D6-4B8B-88FD-7639D1D8B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322" y="40437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2" name="path-3249">
            <a:extLst xmlns:a="http://schemas.openxmlformats.org/drawingml/2006/main">
              <a:ext uri="{FF2B5EF4-FFF2-40B4-BE49-F238E27FC236}">
                <a16:creationId xmlns:a16="http://schemas.microsoft.com/office/drawing/2014/main" id="{25BCACC3-2179-43DD-9E0A-B312F68DD6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7502" y="4030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3" name="path-3250">
            <a:extLst xmlns:a="http://schemas.openxmlformats.org/drawingml/2006/main">
              <a:ext uri="{FF2B5EF4-FFF2-40B4-BE49-F238E27FC236}">
                <a16:creationId xmlns:a16="http://schemas.microsoft.com/office/drawing/2014/main" id="{59A70F36-B2A1-4B77-9BD3-6563A24C9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613" y="40428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4" name="path-3251">
            <a:extLst xmlns:a="http://schemas.openxmlformats.org/drawingml/2006/main">
              <a:ext uri="{FF2B5EF4-FFF2-40B4-BE49-F238E27FC236}">
                <a16:creationId xmlns:a16="http://schemas.microsoft.com/office/drawing/2014/main" id="{F40989F9-1588-4209-9D14-13DF11AC3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746" y="4043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5" name="path-3252">
            <a:extLst xmlns:a="http://schemas.openxmlformats.org/drawingml/2006/main">
              <a:ext uri="{FF2B5EF4-FFF2-40B4-BE49-F238E27FC236}">
                <a16:creationId xmlns:a16="http://schemas.microsoft.com/office/drawing/2014/main" id="{9894DB98-FC18-4007-92AC-DE92CD1C5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863" y="40378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6" name="path-3253">
            <a:extLst xmlns:a="http://schemas.openxmlformats.org/drawingml/2006/main">
              <a:ext uri="{FF2B5EF4-FFF2-40B4-BE49-F238E27FC236}">
                <a16:creationId xmlns:a16="http://schemas.microsoft.com/office/drawing/2014/main" id="{22AB42CE-7532-48F1-AF8A-1D5D575F6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1726" y="40403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7" name="path-3254">
            <a:extLst xmlns:a="http://schemas.openxmlformats.org/drawingml/2006/main">
              <a:ext uri="{FF2B5EF4-FFF2-40B4-BE49-F238E27FC236}">
                <a16:creationId xmlns:a16="http://schemas.microsoft.com/office/drawing/2014/main" id="{8A6C65B1-7996-46E2-B8CA-E43FDF61D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482" y="4045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8" name="path-3255">
            <a:extLst xmlns:a="http://schemas.openxmlformats.org/drawingml/2006/main">
              <a:ext uri="{FF2B5EF4-FFF2-40B4-BE49-F238E27FC236}">
                <a16:creationId xmlns:a16="http://schemas.microsoft.com/office/drawing/2014/main" id="{B678CC8A-CD33-4F51-84B3-9498A80BE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9935" y="40441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9" name="path-3256">
            <a:extLst xmlns:a="http://schemas.openxmlformats.org/drawingml/2006/main">
              <a:ext uri="{FF2B5EF4-FFF2-40B4-BE49-F238E27FC236}">
                <a16:creationId xmlns:a16="http://schemas.microsoft.com/office/drawing/2014/main" id="{692D1A8E-0CA3-4D63-86A6-606CA28AC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9305" y="40446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0" name="path-3257">
            <a:extLst xmlns:a="http://schemas.openxmlformats.org/drawingml/2006/main">
              <a:ext uri="{FF2B5EF4-FFF2-40B4-BE49-F238E27FC236}">
                <a16:creationId xmlns:a16="http://schemas.microsoft.com/office/drawing/2014/main" id="{12442FEE-143A-4572-ADE3-E34C2E949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541" y="40494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1" name="path-3258">
            <a:extLst xmlns:a="http://schemas.openxmlformats.org/drawingml/2006/main">
              <a:ext uri="{FF2B5EF4-FFF2-40B4-BE49-F238E27FC236}">
                <a16:creationId xmlns:a16="http://schemas.microsoft.com/office/drawing/2014/main" id="{4245C638-98F4-4098-AA19-FDE26D08E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588" y="40429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2" name="path-3259">
            <a:extLst xmlns:a="http://schemas.openxmlformats.org/drawingml/2006/main">
              <a:ext uri="{FF2B5EF4-FFF2-40B4-BE49-F238E27FC236}">
                <a16:creationId xmlns:a16="http://schemas.microsoft.com/office/drawing/2014/main" id="{B8D526B6-540D-4BF9-B249-E86B964FC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742" y="40587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3" name="path-3260">
            <a:extLst xmlns:a="http://schemas.openxmlformats.org/drawingml/2006/main">
              <a:ext uri="{FF2B5EF4-FFF2-40B4-BE49-F238E27FC236}">
                <a16:creationId xmlns:a16="http://schemas.microsoft.com/office/drawing/2014/main" id="{D2165C4E-F1EE-4759-A7A2-782448467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711" y="40398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4" name="path-3261">
            <a:extLst xmlns:a="http://schemas.openxmlformats.org/drawingml/2006/main">
              <a:ext uri="{FF2B5EF4-FFF2-40B4-BE49-F238E27FC236}">
                <a16:creationId xmlns:a16="http://schemas.microsoft.com/office/drawing/2014/main" id="{7F325BB2-8400-4696-94FA-1EBC7DF53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992" y="40446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5" name="path-3262">
            <a:extLst xmlns:a="http://schemas.openxmlformats.org/drawingml/2006/main">
              <a:ext uri="{FF2B5EF4-FFF2-40B4-BE49-F238E27FC236}">
                <a16:creationId xmlns:a16="http://schemas.microsoft.com/office/drawing/2014/main" id="{B2893E71-06F8-4A5C-8FE4-848C3BF76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3150" y="40527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6" name="path-3263">
            <a:extLst xmlns:a="http://schemas.openxmlformats.org/drawingml/2006/main">
              <a:ext uri="{FF2B5EF4-FFF2-40B4-BE49-F238E27FC236}">
                <a16:creationId xmlns:a16="http://schemas.microsoft.com/office/drawing/2014/main" id="{6FF850C8-92C9-4B54-B310-2FEB692137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8508" y="40614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7" name="path-3264">
            <a:extLst xmlns:a="http://schemas.openxmlformats.org/drawingml/2006/main">
              <a:ext uri="{FF2B5EF4-FFF2-40B4-BE49-F238E27FC236}">
                <a16:creationId xmlns:a16="http://schemas.microsoft.com/office/drawing/2014/main" id="{E11ABB2F-296E-4580-9425-786D2A7689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500" y="40478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8" name="path-3265">
            <a:extLst xmlns:a="http://schemas.openxmlformats.org/drawingml/2006/main">
              <a:ext uri="{FF2B5EF4-FFF2-40B4-BE49-F238E27FC236}">
                <a16:creationId xmlns:a16="http://schemas.microsoft.com/office/drawing/2014/main" id="{C1A8FE8F-598A-410B-ABE1-B0873092F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09" y="4040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9" name="path-3266">
            <a:extLst xmlns:a="http://schemas.openxmlformats.org/drawingml/2006/main">
              <a:ext uri="{FF2B5EF4-FFF2-40B4-BE49-F238E27FC236}">
                <a16:creationId xmlns:a16="http://schemas.microsoft.com/office/drawing/2014/main" id="{045EA039-676E-4E27-8D58-A9250FA02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653" y="40474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0" name="path-3267">
            <a:extLst xmlns:a="http://schemas.openxmlformats.org/drawingml/2006/main">
              <a:ext uri="{FF2B5EF4-FFF2-40B4-BE49-F238E27FC236}">
                <a16:creationId xmlns:a16="http://schemas.microsoft.com/office/drawing/2014/main" id="{A8A0E44D-0DE5-4915-A71A-675DEA723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2962" y="4032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1" name="path-3268">
            <a:extLst xmlns:a="http://schemas.openxmlformats.org/drawingml/2006/main">
              <a:ext uri="{FF2B5EF4-FFF2-40B4-BE49-F238E27FC236}">
                <a16:creationId xmlns:a16="http://schemas.microsoft.com/office/drawing/2014/main" id="{60216C68-6CD1-4DD7-B301-DDB305ACC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638" y="40483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2" name="path-3269">
            <a:extLst xmlns:a="http://schemas.openxmlformats.org/drawingml/2006/main">
              <a:ext uri="{FF2B5EF4-FFF2-40B4-BE49-F238E27FC236}">
                <a16:creationId xmlns:a16="http://schemas.microsoft.com/office/drawing/2014/main" id="{217F0EE1-BC2D-4063-B4D9-580E198A6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4924" y="40217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3" name="path-3270">
            <a:extLst xmlns:a="http://schemas.openxmlformats.org/drawingml/2006/main">
              <a:ext uri="{FF2B5EF4-FFF2-40B4-BE49-F238E27FC236}">
                <a16:creationId xmlns:a16="http://schemas.microsoft.com/office/drawing/2014/main" id="{F70D54F7-4728-4861-A519-AC716E552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052" y="40433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4" name="path-3271">
            <a:extLst xmlns:a="http://schemas.openxmlformats.org/drawingml/2006/main">
              <a:ext uri="{FF2B5EF4-FFF2-40B4-BE49-F238E27FC236}">
                <a16:creationId xmlns:a16="http://schemas.microsoft.com/office/drawing/2014/main" id="{80E47AD7-AED7-4266-ACB3-E4F6B9DEA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927" y="40401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5" name="path-3272">
            <a:extLst xmlns:a="http://schemas.openxmlformats.org/drawingml/2006/main">
              <a:ext uri="{FF2B5EF4-FFF2-40B4-BE49-F238E27FC236}">
                <a16:creationId xmlns:a16="http://schemas.microsoft.com/office/drawing/2014/main" id="{812EB07C-5E10-47DF-B623-54FB27322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2912" y="40609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6" name="path-3273">
            <a:extLst xmlns:a="http://schemas.openxmlformats.org/drawingml/2006/main">
              <a:ext uri="{FF2B5EF4-FFF2-40B4-BE49-F238E27FC236}">
                <a16:creationId xmlns:a16="http://schemas.microsoft.com/office/drawing/2014/main" id="{6420EF65-2080-4D4B-B531-6CE74769D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0867" y="40472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7" name="path-3274">
            <a:extLst xmlns:a="http://schemas.openxmlformats.org/drawingml/2006/main">
              <a:ext uri="{FF2B5EF4-FFF2-40B4-BE49-F238E27FC236}">
                <a16:creationId xmlns:a16="http://schemas.microsoft.com/office/drawing/2014/main" id="{17629206-CBC4-492B-BD6D-52AEBDD3E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935" y="40437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8" name="path-3275">
            <a:extLst xmlns:a="http://schemas.openxmlformats.org/drawingml/2006/main">
              <a:ext uri="{FF2B5EF4-FFF2-40B4-BE49-F238E27FC236}">
                <a16:creationId xmlns:a16="http://schemas.microsoft.com/office/drawing/2014/main" id="{18C47BC4-BEF5-4CB3-A213-93ECED9B4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489" y="40465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9" name="path-3276">
            <a:extLst xmlns:a="http://schemas.openxmlformats.org/drawingml/2006/main">
              <a:ext uri="{FF2B5EF4-FFF2-40B4-BE49-F238E27FC236}">
                <a16:creationId xmlns:a16="http://schemas.microsoft.com/office/drawing/2014/main" id="{878D79C4-255A-4B5C-8116-B52B5EFCF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1816" y="40477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0" name="path-3277">
            <a:extLst xmlns:a="http://schemas.openxmlformats.org/drawingml/2006/main">
              <a:ext uri="{FF2B5EF4-FFF2-40B4-BE49-F238E27FC236}">
                <a16:creationId xmlns:a16="http://schemas.microsoft.com/office/drawing/2014/main" id="{D713B834-758C-4961-A8AE-BFF222F77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385" y="40458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1" name="path-3278">
            <a:extLst xmlns:a="http://schemas.openxmlformats.org/drawingml/2006/main">
              <a:ext uri="{FF2B5EF4-FFF2-40B4-BE49-F238E27FC236}">
                <a16:creationId xmlns:a16="http://schemas.microsoft.com/office/drawing/2014/main" id="{D03AAE96-2C94-4297-8706-9EFEFE6B3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115" y="40457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2" name="path-3279">
            <a:extLst xmlns:a="http://schemas.openxmlformats.org/drawingml/2006/main">
              <a:ext uri="{FF2B5EF4-FFF2-40B4-BE49-F238E27FC236}">
                <a16:creationId xmlns:a16="http://schemas.microsoft.com/office/drawing/2014/main" id="{ED563EDD-7F23-441C-AC35-D0D00C5D7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9257" y="40391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3" name="path-3280">
            <a:extLst xmlns:a="http://schemas.openxmlformats.org/drawingml/2006/main">
              <a:ext uri="{FF2B5EF4-FFF2-40B4-BE49-F238E27FC236}">
                <a16:creationId xmlns:a16="http://schemas.microsoft.com/office/drawing/2014/main" id="{F3C10A29-F762-40A2-81DF-5A6042F835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335" y="40478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4" name="path-3281">
            <a:extLst xmlns:a="http://schemas.openxmlformats.org/drawingml/2006/main">
              <a:ext uri="{FF2B5EF4-FFF2-40B4-BE49-F238E27FC236}">
                <a16:creationId xmlns:a16="http://schemas.microsoft.com/office/drawing/2014/main" id="{A7FC3AED-1FF7-487A-A94D-410E35416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832" y="4041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5" name="path-3282">
            <a:extLst xmlns:a="http://schemas.openxmlformats.org/drawingml/2006/main">
              <a:ext uri="{FF2B5EF4-FFF2-40B4-BE49-F238E27FC236}">
                <a16:creationId xmlns:a16="http://schemas.microsoft.com/office/drawing/2014/main" id="{DC2A185B-0969-4B45-8365-1CE49112A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35331" y="40648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6" name="path-3283">
            <a:extLst xmlns:a="http://schemas.openxmlformats.org/drawingml/2006/main">
              <a:ext uri="{FF2B5EF4-FFF2-40B4-BE49-F238E27FC236}">
                <a16:creationId xmlns:a16="http://schemas.microsoft.com/office/drawing/2014/main" id="{4828678D-6673-48FD-812E-38755E35F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010" y="40464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7" name="path-3284">
            <a:extLst xmlns:a="http://schemas.openxmlformats.org/drawingml/2006/main">
              <a:ext uri="{FF2B5EF4-FFF2-40B4-BE49-F238E27FC236}">
                <a16:creationId xmlns:a16="http://schemas.microsoft.com/office/drawing/2014/main" id="{CCBE28F5-C57E-42D1-B578-651655356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0179" y="40659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8" name="path-3285">
            <a:extLst xmlns:a="http://schemas.openxmlformats.org/drawingml/2006/main">
              <a:ext uri="{FF2B5EF4-FFF2-40B4-BE49-F238E27FC236}">
                <a16:creationId xmlns:a16="http://schemas.microsoft.com/office/drawing/2014/main" id="{48819BD3-D953-4103-87C5-FAF7242C63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0192" y="40521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79" name="path-3286">
            <a:extLst xmlns:a="http://schemas.openxmlformats.org/drawingml/2006/main">
              <a:ext uri="{FF2B5EF4-FFF2-40B4-BE49-F238E27FC236}">
                <a16:creationId xmlns:a16="http://schemas.microsoft.com/office/drawing/2014/main" id="{3C6FF910-69B6-4B91-A8C0-A6374C610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727" y="40459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0" name="path-3287">
            <a:extLst xmlns:a="http://schemas.openxmlformats.org/drawingml/2006/main">
              <a:ext uri="{FF2B5EF4-FFF2-40B4-BE49-F238E27FC236}">
                <a16:creationId xmlns:a16="http://schemas.microsoft.com/office/drawing/2014/main" id="{8D9F86FE-9C1A-43B5-8D95-5EBFC62B1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479" y="40442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1" name="path-3288">
            <a:extLst xmlns:a="http://schemas.openxmlformats.org/drawingml/2006/main">
              <a:ext uri="{FF2B5EF4-FFF2-40B4-BE49-F238E27FC236}">
                <a16:creationId xmlns:a16="http://schemas.microsoft.com/office/drawing/2014/main" id="{0119EFAC-16E0-452A-8FE1-68278F7225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0026" y="40600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2" name="path-3289">
            <a:extLst xmlns:a="http://schemas.openxmlformats.org/drawingml/2006/main">
              <a:ext uri="{FF2B5EF4-FFF2-40B4-BE49-F238E27FC236}">
                <a16:creationId xmlns:a16="http://schemas.microsoft.com/office/drawing/2014/main" id="{61DD6A15-6DB2-44F4-821B-D37B5F4C7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437" y="40449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3" name="path-3290">
            <a:extLst xmlns:a="http://schemas.openxmlformats.org/drawingml/2006/main">
              <a:ext uri="{FF2B5EF4-FFF2-40B4-BE49-F238E27FC236}">
                <a16:creationId xmlns:a16="http://schemas.microsoft.com/office/drawing/2014/main" id="{B29C6DFB-08ED-4771-A771-6C6116D6D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143" y="40386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4" name="path-3291">
            <a:extLst xmlns:a="http://schemas.openxmlformats.org/drawingml/2006/main">
              <a:ext uri="{FF2B5EF4-FFF2-40B4-BE49-F238E27FC236}">
                <a16:creationId xmlns:a16="http://schemas.microsoft.com/office/drawing/2014/main" id="{A356FDEC-D5E3-4CD3-B259-DF29B92C4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982" y="4044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5" name="path-3292">
            <a:extLst xmlns:a="http://schemas.openxmlformats.org/drawingml/2006/main">
              <a:ext uri="{FF2B5EF4-FFF2-40B4-BE49-F238E27FC236}">
                <a16:creationId xmlns:a16="http://schemas.microsoft.com/office/drawing/2014/main" id="{3CD8258F-916A-4868-A127-7FB9CBDB8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872" y="4045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6" name="path-3293">
            <a:extLst xmlns:a="http://schemas.openxmlformats.org/drawingml/2006/main">
              <a:ext uri="{FF2B5EF4-FFF2-40B4-BE49-F238E27FC236}">
                <a16:creationId xmlns:a16="http://schemas.microsoft.com/office/drawing/2014/main" id="{0339C289-A583-40E7-B143-38EE12858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832" y="40307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7" name="path-3294">
            <a:extLst xmlns:a="http://schemas.openxmlformats.org/drawingml/2006/main">
              <a:ext uri="{FF2B5EF4-FFF2-40B4-BE49-F238E27FC236}">
                <a16:creationId xmlns:a16="http://schemas.microsoft.com/office/drawing/2014/main" id="{984F7B6F-7D3B-4776-B631-58FD7CC73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723" y="40451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8" name="path-3295">
            <a:extLst xmlns:a="http://schemas.openxmlformats.org/drawingml/2006/main">
              <a:ext uri="{FF2B5EF4-FFF2-40B4-BE49-F238E27FC236}">
                <a16:creationId xmlns:a16="http://schemas.microsoft.com/office/drawing/2014/main" id="{664D0DF5-D0BE-4201-B0FB-724D09C1E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4899" y="3988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9" name="path-3296">
            <a:extLst xmlns:a="http://schemas.openxmlformats.org/drawingml/2006/main">
              <a:ext uri="{FF2B5EF4-FFF2-40B4-BE49-F238E27FC236}">
                <a16:creationId xmlns:a16="http://schemas.microsoft.com/office/drawing/2014/main" id="{0255DA5A-9071-46A6-BA7A-38B292C62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47501" y="40301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0" name="path-3297">
            <a:extLst xmlns:a="http://schemas.openxmlformats.org/drawingml/2006/main">
              <a:ext uri="{FF2B5EF4-FFF2-40B4-BE49-F238E27FC236}">
                <a16:creationId xmlns:a16="http://schemas.microsoft.com/office/drawing/2014/main" id="{0CBCDF72-A4E2-4106-8CF5-F9E73796B0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2387" y="40300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1" name="path-3298">
            <a:extLst xmlns:a="http://schemas.openxmlformats.org/drawingml/2006/main">
              <a:ext uri="{FF2B5EF4-FFF2-40B4-BE49-F238E27FC236}">
                <a16:creationId xmlns:a16="http://schemas.microsoft.com/office/drawing/2014/main" id="{27253715-B5A4-4C41-A2E3-459675496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943" y="40485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2" name="path-3299">
            <a:extLst xmlns:a="http://schemas.openxmlformats.org/drawingml/2006/main">
              <a:ext uri="{FF2B5EF4-FFF2-40B4-BE49-F238E27FC236}">
                <a16:creationId xmlns:a16="http://schemas.microsoft.com/office/drawing/2014/main" id="{F9E096BD-2AA2-41C1-94D2-4837AA72A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6249" y="40540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3" name="path-3300">
            <a:extLst xmlns:a="http://schemas.openxmlformats.org/drawingml/2006/main">
              <a:ext uri="{FF2B5EF4-FFF2-40B4-BE49-F238E27FC236}">
                <a16:creationId xmlns:a16="http://schemas.microsoft.com/office/drawing/2014/main" id="{685C1031-0F95-4AB8-A5AF-CD559CDB4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118" y="40219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4" name="path-3301">
            <a:extLst xmlns:a="http://schemas.openxmlformats.org/drawingml/2006/main">
              <a:ext uri="{FF2B5EF4-FFF2-40B4-BE49-F238E27FC236}">
                <a16:creationId xmlns:a16="http://schemas.microsoft.com/office/drawing/2014/main" id="{98F22B61-93BC-4366-A99F-DB379AD1C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967" y="40446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5" name="path-3302">
            <a:extLst xmlns:a="http://schemas.openxmlformats.org/drawingml/2006/main">
              <a:ext uri="{FF2B5EF4-FFF2-40B4-BE49-F238E27FC236}">
                <a16:creationId xmlns:a16="http://schemas.microsoft.com/office/drawing/2014/main" id="{6D4A5EFD-1DE4-41B6-A3E3-CA59E5DB3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136" y="40488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6" name="path-3303">
            <a:extLst xmlns:a="http://schemas.openxmlformats.org/drawingml/2006/main">
              <a:ext uri="{FF2B5EF4-FFF2-40B4-BE49-F238E27FC236}">
                <a16:creationId xmlns:a16="http://schemas.microsoft.com/office/drawing/2014/main" id="{676A5601-43BF-4382-8AF5-EB1FD3C72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791" y="40424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7" name="path-3304">
            <a:extLst xmlns:a="http://schemas.openxmlformats.org/drawingml/2006/main">
              <a:ext uri="{FF2B5EF4-FFF2-40B4-BE49-F238E27FC236}">
                <a16:creationId xmlns:a16="http://schemas.microsoft.com/office/drawing/2014/main" id="{6BC51C00-B583-4E81-866E-34FBBE658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9208" y="40120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8" name="path-3305">
            <a:extLst xmlns:a="http://schemas.openxmlformats.org/drawingml/2006/main">
              <a:ext uri="{FF2B5EF4-FFF2-40B4-BE49-F238E27FC236}">
                <a16:creationId xmlns:a16="http://schemas.microsoft.com/office/drawing/2014/main" id="{5808D031-A7A6-498D-AFBB-B5D3ED2D2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8175" y="40530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9" name="path-3306">
            <a:extLst xmlns:a="http://schemas.openxmlformats.org/drawingml/2006/main">
              <a:ext uri="{FF2B5EF4-FFF2-40B4-BE49-F238E27FC236}">
                <a16:creationId xmlns:a16="http://schemas.microsoft.com/office/drawing/2014/main" id="{0F8668EF-0108-422E-B304-E02E2782E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598" y="40435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0" name="path-3307">
            <a:extLst xmlns:a="http://schemas.openxmlformats.org/drawingml/2006/main">
              <a:ext uri="{FF2B5EF4-FFF2-40B4-BE49-F238E27FC236}">
                <a16:creationId xmlns:a16="http://schemas.microsoft.com/office/drawing/2014/main" id="{7E159B66-8BF7-4BAB-8932-9445EA0E6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706" y="4046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1" name="path-3308">
            <a:extLst xmlns:a="http://schemas.openxmlformats.org/drawingml/2006/main">
              <a:ext uri="{FF2B5EF4-FFF2-40B4-BE49-F238E27FC236}">
                <a16:creationId xmlns:a16="http://schemas.microsoft.com/office/drawing/2014/main" id="{B6DC282E-F733-4D97-B04E-31B9A3E64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2191" y="40773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2" name="path-3309">
            <a:extLst xmlns:a="http://schemas.openxmlformats.org/drawingml/2006/main">
              <a:ext uri="{FF2B5EF4-FFF2-40B4-BE49-F238E27FC236}">
                <a16:creationId xmlns:a16="http://schemas.microsoft.com/office/drawing/2014/main" id="{CD90C497-3D18-4F8B-9216-45824EAA6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7245" y="4062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3" name="path-3310">
            <a:extLst xmlns:a="http://schemas.openxmlformats.org/drawingml/2006/main">
              <a:ext uri="{FF2B5EF4-FFF2-40B4-BE49-F238E27FC236}">
                <a16:creationId xmlns:a16="http://schemas.microsoft.com/office/drawing/2014/main" id="{ACEE4D56-F373-4105-A37C-090D19205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4440" y="40491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4" name="path-3311">
            <a:extLst xmlns:a="http://schemas.openxmlformats.org/drawingml/2006/main">
              <a:ext uri="{FF2B5EF4-FFF2-40B4-BE49-F238E27FC236}">
                <a16:creationId xmlns:a16="http://schemas.microsoft.com/office/drawing/2014/main" id="{345BD2F5-00E1-4D32-91D2-0EA1B38551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0381" y="4041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5" name="path-3312">
            <a:extLst xmlns:a="http://schemas.openxmlformats.org/drawingml/2006/main">
              <a:ext uri="{FF2B5EF4-FFF2-40B4-BE49-F238E27FC236}">
                <a16:creationId xmlns:a16="http://schemas.microsoft.com/office/drawing/2014/main" id="{0593E4E8-7A42-4A5E-AAED-54FFDC28A4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630" y="40585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6" name="path-3313">
            <a:extLst xmlns:a="http://schemas.openxmlformats.org/drawingml/2006/main">
              <a:ext uri="{FF2B5EF4-FFF2-40B4-BE49-F238E27FC236}">
                <a16:creationId xmlns:a16="http://schemas.microsoft.com/office/drawing/2014/main" id="{3ABFBDE2-4E1C-4634-BED6-44B33AB41F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968" y="40417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7" name="path-3314">
            <a:extLst xmlns:a="http://schemas.openxmlformats.org/drawingml/2006/main">
              <a:ext uri="{FF2B5EF4-FFF2-40B4-BE49-F238E27FC236}">
                <a16:creationId xmlns:a16="http://schemas.microsoft.com/office/drawing/2014/main" id="{A57FD504-2944-4DBF-83D0-E6688D4F6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9827" y="4034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8" name="path-3315">
            <a:extLst xmlns:a="http://schemas.openxmlformats.org/drawingml/2006/main">
              <a:ext uri="{FF2B5EF4-FFF2-40B4-BE49-F238E27FC236}">
                <a16:creationId xmlns:a16="http://schemas.microsoft.com/office/drawing/2014/main" id="{C2A153D1-D8EC-41C3-99D6-744B5CF73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084" y="4042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9" name="path-3316">
            <a:extLst xmlns:a="http://schemas.openxmlformats.org/drawingml/2006/main">
              <a:ext uri="{FF2B5EF4-FFF2-40B4-BE49-F238E27FC236}">
                <a16:creationId xmlns:a16="http://schemas.microsoft.com/office/drawing/2014/main" id="{6CE285BA-A27C-44F2-9317-BF9513208C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8862" y="40148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0" name="path-3317">
            <a:extLst xmlns:a="http://schemas.openxmlformats.org/drawingml/2006/main">
              <a:ext uri="{FF2B5EF4-FFF2-40B4-BE49-F238E27FC236}">
                <a16:creationId xmlns:a16="http://schemas.microsoft.com/office/drawing/2014/main" id="{52FB904D-1E53-499C-A7B5-17F7C347F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544" y="40386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1" name="path-3318">
            <a:extLst xmlns:a="http://schemas.openxmlformats.org/drawingml/2006/main">
              <a:ext uri="{FF2B5EF4-FFF2-40B4-BE49-F238E27FC236}">
                <a16:creationId xmlns:a16="http://schemas.microsoft.com/office/drawing/2014/main" id="{67F7CB68-3209-4976-8E38-822FD88C8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1997" y="40839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2" name="path-3319">
            <a:extLst xmlns:a="http://schemas.openxmlformats.org/drawingml/2006/main">
              <a:ext uri="{FF2B5EF4-FFF2-40B4-BE49-F238E27FC236}">
                <a16:creationId xmlns:a16="http://schemas.microsoft.com/office/drawing/2014/main" id="{94C125D4-D8D0-4EE9-87AF-9E720D28D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721" y="4045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3" name="path-3320">
            <a:extLst xmlns:a="http://schemas.openxmlformats.org/drawingml/2006/main">
              <a:ext uri="{FF2B5EF4-FFF2-40B4-BE49-F238E27FC236}">
                <a16:creationId xmlns:a16="http://schemas.microsoft.com/office/drawing/2014/main" id="{6F1B24E6-72F0-49A2-B33F-04FCB117A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8678" y="40246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4" name="path-3321">
            <a:extLst xmlns:a="http://schemas.openxmlformats.org/drawingml/2006/main">
              <a:ext uri="{FF2B5EF4-FFF2-40B4-BE49-F238E27FC236}">
                <a16:creationId xmlns:a16="http://schemas.microsoft.com/office/drawing/2014/main" id="{FA515DB2-CC07-42DD-A94B-A783F3680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3791" y="40340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5" name="path-3322">
            <a:extLst xmlns:a="http://schemas.openxmlformats.org/drawingml/2006/main">
              <a:ext uri="{FF2B5EF4-FFF2-40B4-BE49-F238E27FC236}">
                <a16:creationId xmlns:a16="http://schemas.microsoft.com/office/drawing/2014/main" id="{BF745B5E-848A-4CFF-8920-BEE781AAA6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601" y="40396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6" name="path-3323">
            <a:extLst xmlns:a="http://schemas.openxmlformats.org/drawingml/2006/main">
              <a:ext uri="{FF2B5EF4-FFF2-40B4-BE49-F238E27FC236}">
                <a16:creationId xmlns:a16="http://schemas.microsoft.com/office/drawing/2014/main" id="{D6F910D9-C8BE-474F-91F7-49E4DAF72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9084" y="40559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7" name="path-3324">
            <a:extLst xmlns:a="http://schemas.openxmlformats.org/drawingml/2006/main">
              <a:ext uri="{FF2B5EF4-FFF2-40B4-BE49-F238E27FC236}">
                <a16:creationId xmlns:a16="http://schemas.microsoft.com/office/drawing/2014/main" id="{1F78230F-4216-4400-BE87-B260E0FB5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809" y="4050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8" name="path-3325">
            <a:extLst xmlns:a="http://schemas.openxmlformats.org/drawingml/2006/main">
              <a:ext uri="{FF2B5EF4-FFF2-40B4-BE49-F238E27FC236}">
                <a16:creationId xmlns:a16="http://schemas.microsoft.com/office/drawing/2014/main" id="{5CBB6971-6CEE-483B-9721-4A5555E42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122" y="40433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19" name="path-3326">
            <a:extLst xmlns:a="http://schemas.openxmlformats.org/drawingml/2006/main">
              <a:ext uri="{FF2B5EF4-FFF2-40B4-BE49-F238E27FC236}">
                <a16:creationId xmlns:a16="http://schemas.microsoft.com/office/drawing/2014/main" id="{E39DAC87-1F76-4EC4-AAD4-D9C166CA48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6875" y="40615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0" name="path-3327">
            <a:extLst xmlns:a="http://schemas.openxmlformats.org/drawingml/2006/main">
              <a:ext uri="{FF2B5EF4-FFF2-40B4-BE49-F238E27FC236}">
                <a16:creationId xmlns:a16="http://schemas.microsoft.com/office/drawing/2014/main" id="{08F87B2C-98DA-4808-B889-287AE38795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0432" y="4026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1" name="path-3328">
            <a:extLst xmlns:a="http://schemas.openxmlformats.org/drawingml/2006/main">
              <a:ext uri="{FF2B5EF4-FFF2-40B4-BE49-F238E27FC236}">
                <a16:creationId xmlns:a16="http://schemas.microsoft.com/office/drawing/2014/main" id="{2802C9CF-5D88-49DE-B9F6-A22C2315D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9410" y="4019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2" name="path-3329">
            <a:extLst xmlns:a="http://schemas.openxmlformats.org/drawingml/2006/main">
              <a:ext uri="{FF2B5EF4-FFF2-40B4-BE49-F238E27FC236}">
                <a16:creationId xmlns:a16="http://schemas.microsoft.com/office/drawing/2014/main" id="{FE227F51-9E7B-426A-BD59-0E6A5B08A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2444" y="40434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3" name="path-3330">
            <a:extLst xmlns:a="http://schemas.openxmlformats.org/drawingml/2006/main">
              <a:ext uri="{FF2B5EF4-FFF2-40B4-BE49-F238E27FC236}">
                <a16:creationId xmlns:a16="http://schemas.microsoft.com/office/drawing/2014/main" id="{0D54FB4D-A313-4D69-B17C-C7592DC574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08861" y="40424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4" name="path-3331">
            <a:extLst xmlns:a="http://schemas.openxmlformats.org/drawingml/2006/main">
              <a:ext uri="{FF2B5EF4-FFF2-40B4-BE49-F238E27FC236}">
                <a16:creationId xmlns:a16="http://schemas.microsoft.com/office/drawing/2014/main" id="{9D2E0D03-4E59-4151-A872-78FDFC594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295" y="4044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5" name="path-3332">
            <a:extLst xmlns:a="http://schemas.openxmlformats.org/drawingml/2006/main">
              <a:ext uri="{FF2B5EF4-FFF2-40B4-BE49-F238E27FC236}">
                <a16:creationId xmlns:a16="http://schemas.microsoft.com/office/drawing/2014/main" id="{96CBFF36-4B4D-4F8F-9C13-61F9BF7B2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3713" y="40377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6" name="path-3333">
            <a:extLst xmlns:a="http://schemas.openxmlformats.org/drawingml/2006/main">
              <a:ext uri="{FF2B5EF4-FFF2-40B4-BE49-F238E27FC236}">
                <a16:creationId xmlns:a16="http://schemas.microsoft.com/office/drawing/2014/main" id="{AB13F384-5EC3-448D-8181-175B0669A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451" y="40479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7" name="path-3334">
            <a:extLst xmlns:a="http://schemas.openxmlformats.org/drawingml/2006/main">
              <a:ext uri="{FF2B5EF4-FFF2-40B4-BE49-F238E27FC236}">
                <a16:creationId xmlns:a16="http://schemas.microsoft.com/office/drawing/2014/main" id="{2D82CB5A-36D3-4C56-BF15-B174D16A1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038" y="40464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8" name="path-3335">
            <a:extLst xmlns:a="http://schemas.openxmlformats.org/drawingml/2006/main">
              <a:ext uri="{FF2B5EF4-FFF2-40B4-BE49-F238E27FC236}">
                <a16:creationId xmlns:a16="http://schemas.microsoft.com/office/drawing/2014/main" id="{B465A3F3-710F-40AD-A5E8-894DEB64B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861" y="40524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9" name="path-3336">
            <a:extLst xmlns:a="http://schemas.openxmlformats.org/drawingml/2006/main">
              <a:ext uri="{FF2B5EF4-FFF2-40B4-BE49-F238E27FC236}">
                <a16:creationId xmlns:a16="http://schemas.microsoft.com/office/drawing/2014/main" id="{48936A96-D43F-4B31-888F-481994C54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457" y="40461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0" name="path-3337">
            <a:extLst xmlns:a="http://schemas.openxmlformats.org/drawingml/2006/main">
              <a:ext uri="{FF2B5EF4-FFF2-40B4-BE49-F238E27FC236}">
                <a16:creationId xmlns:a16="http://schemas.microsoft.com/office/drawing/2014/main" id="{EDBFA1FA-36F9-467A-874C-74EC6A01D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556" y="40390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1" name="path-3338">
            <a:extLst xmlns:a="http://schemas.openxmlformats.org/drawingml/2006/main">
              <a:ext uri="{FF2B5EF4-FFF2-40B4-BE49-F238E27FC236}">
                <a16:creationId xmlns:a16="http://schemas.microsoft.com/office/drawing/2014/main" id="{A3E68214-890C-4522-90D4-7D29E6BF8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698" y="40430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2" name="path-3339">
            <a:extLst xmlns:a="http://schemas.openxmlformats.org/drawingml/2006/main">
              <a:ext uri="{FF2B5EF4-FFF2-40B4-BE49-F238E27FC236}">
                <a16:creationId xmlns:a16="http://schemas.microsoft.com/office/drawing/2014/main" id="{D581235E-542D-4FE0-AB89-D184B7739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1256" y="40317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3" name="path-3340">
            <a:extLst xmlns:a="http://schemas.openxmlformats.org/drawingml/2006/main">
              <a:ext uri="{FF2B5EF4-FFF2-40B4-BE49-F238E27FC236}">
                <a16:creationId xmlns:a16="http://schemas.microsoft.com/office/drawing/2014/main" id="{34DE6178-1F4A-4AC0-8833-F16723759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964" y="40468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4" name="path-3341">
            <a:extLst xmlns:a="http://schemas.openxmlformats.org/drawingml/2006/main">
              <a:ext uri="{FF2B5EF4-FFF2-40B4-BE49-F238E27FC236}">
                <a16:creationId xmlns:a16="http://schemas.microsoft.com/office/drawing/2014/main" id="{9C1BEC53-5E81-48B8-9619-F7B1C47D5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798" y="40503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5" name="path-3342">
            <a:extLst xmlns:a="http://schemas.openxmlformats.org/drawingml/2006/main">
              <a:ext uri="{FF2B5EF4-FFF2-40B4-BE49-F238E27FC236}">
                <a16:creationId xmlns:a16="http://schemas.microsoft.com/office/drawing/2014/main" id="{40A49268-6A00-4D57-8A2D-AB0C84671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5226" y="40276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6" name="path-3343">
            <a:extLst xmlns:a="http://schemas.openxmlformats.org/drawingml/2006/main">
              <a:ext uri="{FF2B5EF4-FFF2-40B4-BE49-F238E27FC236}">
                <a16:creationId xmlns:a16="http://schemas.microsoft.com/office/drawing/2014/main" id="{80111C2F-5BF8-4AF5-A5A3-725A8A800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192" y="40427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7" name="path-3344">
            <a:extLst xmlns:a="http://schemas.openxmlformats.org/drawingml/2006/main">
              <a:ext uri="{FF2B5EF4-FFF2-40B4-BE49-F238E27FC236}">
                <a16:creationId xmlns:a16="http://schemas.microsoft.com/office/drawing/2014/main" id="{F2A4F20A-B48B-4928-BF31-4CEF3BDE2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9464" y="40178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8" name="path-3345">
            <a:extLst xmlns:a="http://schemas.openxmlformats.org/drawingml/2006/main">
              <a:ext uri="{FF2B5EF4-FFF2-40B4-BE49-F238E27FC236}">
                <a16:creationId xmlns:a16="http://schemas.microsoft.com/office/drawing/2014/main" id="{8445C486-68B9-4908-9416-9CEAE8934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3235" y="4053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39" name="path-3346">
            <a:extLst xmlns:a="http://schemas.openxmlformats.org/drawingml/2006/main">
              <a:ext uri="{FF2B5EF4-FFF2-40B4-BE49-F238E27FC236}">
                <a16:creationId xmlns:a16="http://schemas.microsoft.com/office/drawing/2014/main" id="{095A11C5-1C41-494B-AB90-D8988B486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3254" y="40423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0" name="path-3347">
            <a:extLst xmlns:a="http://schemas.openxmlformats.org/drawingml/2006/main">
              <a:ext uri="{FF2B5EF4-FFF2-40B4-BE49-F238E27FC236}">
                <a16:creationId xmlns:a16="http://schemas.microsoft.com/office/drawing/2014/main" id="{8D96D7AF-13AB-4FA9-A1E7-F365A0C27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11000" y="40413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1" name="path-3348">
            <a:extLst xmlns:a="http://schemas.openxmlformats.org/drawingml/2006/main">
              <a:ext uri="{FF2B5EF4-FFF2-40B4-BE49-F238E27FC236}">
                <a16:creationId xmlns:a16="http://schemas.microsoft.com/office/drawing/2014/main" id="{33F858D3-DEE9-431D-94BD-4B835112D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137" y="40437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2" name="path-3349">
            <a:extLst xmlns:a="http://schemas.openxmlformats.org/drawingml/2006/main">
              <a:ext uri="{FF2B5EF4-FFF2-40B4-BE49-F238E27FC236}">
                <a16:creationId xmlns:a16="http://schemas.microsoft.com/office/drawing/2014/main" id="{CA632AED-082A-4C45-BAF5-D30DC69A08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104" y="40420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3" name="path-3350">
            <a:extLst xmlns:a="http://schemas.openxmlformats.org/drawingml/2006/main">
              <a:ext uri="{FF2B5EF4-FFF2-40B4-BE49-F238E27FC236}">
                <a16:creationId xmlns:a16="http://schemas.microsoft.com/office/drawing/2014/main" id="{A69B451D-71DB-4F06-8BD2-38F05CC02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7202" y="40255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4" name="path-3351">
            <a:extLst xmlns:a="http://schemas.openxmlformats.org/drawingml/2006/main">
              <a:ext uri="{FF2B5EF4-FFF2-40B4-BE49-F238E27FC236}">
                <a16:creationId xmlns:a16="http://schemas.microsoft.com/office/drawing/2014/main" id="{8F8BCD7A-972F-4F81-A098-F945463DB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738" y="40396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5" name="path-3352">
            <a:extLst xmlns:a="http://schemas.openxmlformats.org/drawingml/2006/main">
              <a:ext uri="{FF2B5EF4-FFF2-40B4-BE49-F238E27FC236}">
                <a16:creationId xmlns:a16="http://schemas.microsoft.com/office/drawing/2014/main" id="{BBE1F17B-7FFD-499C-AA7F-63ADEDC81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065" y="40416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6" name="path-3353">
            <a:extLst xmlns:a="http://schemas.openxmlformats.org/drawingml/2006/main">
              <a:ext uri="{FF2B5EF4-FFF2-40B4-BE49-F238E27FC236}">
                <a16:creationId xmlns:a16="http://schemas.microsoft.com/office/drawing/2014/main" id="{CB2D25A5-6745-427C-9D9A-26AE2BD46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589" y="40468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7" name="path-3354">
            <a:extLst xmlns:a="http://schemas.openxmlformats.org/drawingml/2006/main">
              <a:ext uri="{FF2B5EF4-FFF2-40B4-BE49-F238E27FC236}">
                <a16:creationId xmlns:a16="http://schemas.microsoft.com/office/drawing/2014/main" id="{465D7B1A-F12E-4922-8A27-26873C9D6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250" y="4042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8" name="path-3355">
            <a:extLst xmlns:a="http://schemas.openxmlformats.org/drawingml/2006/main">
              <a:ext uri="{FF2B5EF4-FFF2-40B4-BE49-F238E27FC236}">
                <a16:creationId xmlns:a16="http://schemas.microsoft.com/office/drawing/2014/main" id="{7B7B8C6F-35B1-4298-A780-7D0F9AE02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4437" y="40500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49" name="path-3356">
            <a:extLst xmlns:a="http://schemas.openxmlformats.org/drawingml/2006/main">
              <a:ext uri="{FF2B5EF4-FFF2-40B4-BE49-F238E27FC236}">
                <a16:creationId xmlns:a16="http://schemas.microsoft.com/office/drawing/2014/main" id="{4696F912-9E7F-46D6-B3D3-6A8A582AC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479" y="40459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0" name="path-3357">
            <a:extLst xmlns:a="http://schemas.openxmlformats.org/drawingml/2006/main">
              <a:ext uri="{FF2B5EF4-FFF2-40B4-BE49-F238E27FC236}">
                <a16:creationId xmlns:a16="http://schemas.microsoft.com/office/drawing/2014/main" id="{4303171F-3DC6-4BC4-8A2D-2A2E2A43F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884" y="4070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1" name="path-3358">
            <a:extLst xmlns:a="http://schemas.openxmlformats.org/drawingml/2006/main">
              <a:ext uri="{FF2B5EF4-FFF2-40B4-BE49-F238E27FC236}">
                <a16:creationId xmlns:a16="http://schemas.microsoft.com/office/drawing/2014/main" id="{B625C9A7-E353-4D8C-9835-0621BE594B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330" y="4029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2" name="path-3359">
            <a:extLst xmlns:a="http://schemas.openxmlformats.org/drawingml/2006/main">
              <a:ext uri="{FF2B5EF4-FFF2-40B4-BE49-F238E27FC236}">
                <a16:creationId xmlns:a16="http://schemas.microsoft.com/office/drawing/2014/main" id="{3D488575-6B3A-4A35-A091-44064E233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7980" y="40318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3" name="path-3360">
            <a:extLst xmlns:a="http://schemas.openxmlformats.org/drawingml/2006/main">
              <a:ext uri="{FF2B5EF4-FFF2-40B4-BE49-F238E27FC236}">
                <a16:creationId xmlns:a16="http://schemas.microsoft.com/office/drawing/2014/main" id="{0401034D-7DAA-43B8-A88C-63C443061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079" y="4066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4" name="path-3361">
            <a:extLst xmlns:a="http://schemas.openxmlformats.org/drawingml/2006/main">
              <a:ext uri="{FF2B5EF4-FFF2-40B4-BE49-F238E27FC236}">
                <a16:creationId xmlns:a16="http://schemas.microsoft.com/office/drawing/2014/main" id="{DED7A79B-7034-48DB-AD5A-F8394A8C3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836" y="40414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5" name="path-3362">
            <a:extLst xmlns:a="http://schemas.openxmlformats.org/drawingml/2006/main">
              <a:ext uri="{FF2B5EF4-FFF2-40B4-BE49-F238E27FC236}">
                <a16:creationId xmlns:a16="http://schemas.microsoft.com/office/drawing/2014/main" id="{3B3E2539-8AC3-4EF0-A9D9-683E58AEE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12203" y="40392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6" name="path-3363">
            <a:extLst xmlns:a="http://schemas.openxmlformats.org/drawingml/2006/main">
              <a:ext uri="{FF2B5EF4-FFF2-40B4-BE49-F238E27FC236}">
                <a16:creationId xmlns:a16="http://schemas.microsoft.com/office/drawing/2014/main" id="{9FF2E44B-F60D-4EF4-A52E-2D637EACC3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19551" y="40502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7" name="path-3364">
            <a:extLst xmlns:a="http://schemas.openxmlformats.org/drawingml/2006/main">
              <a:ext uri="{FF2B5EF4-FFF2-40B4-BE49-F238E27FC236}">
                <a16:creationId xmlns:a16="http://schemas.microsoft.com/office/drawing/2014/main" id="{43A3D105-EA39-4B10-B9D1-CB0DA8E0B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519" y="40400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8" name="path-3365">
            <a:extLst xmlns:a="http://schemas.openxmlformats.org/drawingml/2006/main">
              <a:ext uri="{FF2B5EF4-FFF2-40B4-BE49-F238E27FC236}">
                <a16:creationId xmlns:a16="http://schemas.microsoft.com/office/drawing/2014/main" id="{08D9F2BC-8994-4494-84A4-C29E8C786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280" y="40457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9" name="path-3366">
            <a:extLst xmlns:a="http://schemas.openxmlformats.org/drawingml/2006/main">
              <a:ext uri="{FF2B5EF4-FFF2-40B4-BE49-F238E27FC236}">
                <a16:creationId xmlns:a16="http://schemas.microsoft.com/office/drawing/2014/main" id="{C5B2F6E3-C99A-44FB-9DF7-6B7A59E9A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713" y="40458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0" name="path-3367">
            <a:extLst xmlns:a="http://schemas.openxmlformats.org/drawingml/2006/main">
              <a:ext uri="{FF2B5EF4-FFF2-40B4-BE49-F238E27FC236}">
                <a16:creationId xmlns:a16="http://schemas.microsoft.com/office/drawing/2014/main" id="{21AD9A48-D737-4BA9-A7C3-201421304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26518" y="4042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1" name="path-3368">
            <a:extLst xmlns:a="http://schemas.openxmlformats.org/drawingml/2006/main">
              <a:ext uri="{FF2B5EF4-FFF2-40B4-BE49-F238E27FC236}">
                <a16:creationId xmlns:a16="http://schemas.microsoft.com/office/drawing/2014/main" id="{BEA5EA4B-9739-4694-BC80-5A9B01803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191" y="40452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2" name="path-3369">
            <a:extLst xmlns:a="http://schemas.openxmlformats.org/drawingml/2006/main">
              <a:ext uri="{FF2B5EF4-FFF2-40B4-BE49-F238E27FC236}">
                <a16:creationId xmlns:a16="http://schemas.microsoft.com/office/drawing/2014/main" id="{5F40CC3F-6963-4357-AA6B-D8F3B10472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771" y="40428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3" name="path-3370">
            <a:extLst xmlns:a="http://schemas.openxmlformats.org/drawingml/2006/main">
              <a:ext uri="{FF2B5EF4-FFF2-40B4-BE49-F238E27FC236}">
                <a16:creationId xmlns:a16="http://schemas.microsoft.com/office/drawing/2014/main" id="{F6402E35-F2F0-49AB-9E8B-80FB56368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641" y="40442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4" name="path-3371">
            <a:extLst xmlns:a="http://schemas.openxmlformats.org/drawingml/2006/main">
              <a:ext uri="{FF2B5EF4-FFF2-40B4-BE49-F238E27FC236}">
                <a16:creationId xmlns:a16="http://schemas.microsoft.com/office/drawing/2014/main" id="{329956D6-636A-4BCC-8FFE-3C729D3679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851" y="40298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5" name="path-3372">
            <a:extLst xmlns:a="http://schemas.openxmlformats.org/drawingml/2006/main">
              <a:ext uri="{FF2B5EF4-FFF2-40B4-BE49-F238E27FC236}">
                <a16:creationId xmlns:a16="http://schemas.microsoft.com/office/drawing/2014/main" id="{9579FC2F-5CAA-4CB6-AE84-1D76457BB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723" y="40163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6" name="path-3373">
            <a:extLst xmlns:a="http://schemas.openxmlformats.org/drawingml/2006/main">
              <a:ext uri="{FF2B5EF4-FFF2-40B4-BE49-F238E27FC236}">
                <a16:creationId xmlns:a16="http://schemas.microsoft.com/office/drawing/2014/main" id="{99FD6D10-9481-4467-AB45-8AE2D3955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646" y="4044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7" name="path-3374">
            <a:extLst xmlns:a="http://schemas.openxmlformats.org/drawingml/2006/main">
              <a:ext uri="{FF2B5EF4-FFF2-40B4-BE49-F238E27FC236}">
                <a16:creationId xmlns:a16="http://schemas.microsoft.com/office/drawing/2014/main" id="{A4B8B4F7-54F3-421D-A09B-51A87EFBE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529" y="40469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8" name="path-3375">
            <a:extLst xmlns:a="http://schemas.openxmlformats.org/drawingml/2006/main">
              <a:ext uri="{FF2B5EF4-FFF2-40B4-BE49-F238E27FC236}">
                <a16:creationId xmlns:a16="http://schemas.microsoft.com/office/drawing/2014/main" id="{3EF346F6-218C-41AC-B4AD-BAB858F3B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022" y="40488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69" name="path-3376">
            <a:extLst xmlns:a="http://schemas.openxmlformats.org/drawingml/2006/main">
              <a:ext uri="{FF2B5EF4-FFF2-40B4-BE49-F238E27FC236}">
                <a16:creationId xmlns:a16="http://schemas.microsoft.com/office/drawing/2014/main" id="{DAE10D12-66C7-4B83-91D1-454A51D19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46993" y="4044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0" name="path-3377">
            <a:extLst xmlns:a="http://schemas.openxmlformats.org/drawingml/2006/main">
              <a:ext uri="{FF2B5EF4-FFF2-40B4-BE49-F238E27FC236}">
                <a16:creationId xmlns:a16="http://schemas.microsoft.com/office/drawing/2014/main" id="{C3E01313-24CB-4221-8F3B-DABADC7C5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923" y="40446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1" name="path-3378">
            <a:extLst xmlns:a="http://schemas.openxmlformats.org/drawingml/2006/main">
              <a:ext uri="{FF2B5EF4-FFF2-40B4-BE49-F238E27FC236}">
                <a16:creationId xmlns:a16="http://schemas.microsoft.com/office/drawing/2014/main" id="{566974F7-E344-4E38-820C-51FF0E8E0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548" y="4047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2" name="path-3379">
            <a:extLst xmlns:a="http://schemas.openxmlformats.org/drawingml/2006/main">
              <a:ext uri="{FF2B5EF4-FFF2-40B4-BE49-F238E27FC236}">
                <a16:creationId xmlns:a16="http://schemas.microsoft.com/office/drawing/2014/main" id="{35167B15-CCC8-4577-8DDF-473C86B92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9722" y="40448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3" name="path-3380">
            <a:extLst xmlns:a="http://schemas.openxmlformats.org/drawingml/2006/main">
              <a:ext uri="{FF2B5EF4-FFF2-40B4-BE49-F238E27FC236}">
                <a16:creationId xmlns:a16="http://schemas.microsoft.com/office/drawing/2014/main" id="{59683FBC-0573-4C41-936D-60FE4808E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160" y="40366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4" name="path-3381">
            <a:extLst xmlns:a="http://schemas.openxmlformats.org/drawingml/2006/main">
              <a:ext uri="{FF2B5EF4-FFF2-40B4-BE49-F238E27FC236}">
                <a16:creationId xmlns:a16="http://schemas.microsoft.com/office/drawing/2014/main" id="{31C065A6-A925-4E4C-B9B0-5A582EA35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488" y="4047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5" name="path-3382">
            <a:extLst xmlns:a="http://schemas.openxmlformats.org/drawingml/2006/main">
              <a:ext uri="{FF2B5EF4-FFF2-40B4-BE49-F238E27FC236}">
                <a16:creationId xmlns:a16="http://schemas.microsoft.com/office/drawing/2014/main" id="{F3ADC79F-1DF9-496D-BA6F-3A457B9961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33572" y="4041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6" name="path-3383">
            <a:extLst xmlns:a="http://schemas.openxmlformats.org/drawingml/2006/main">
              <a:ext uri="{FF2B5EF4-FFF2-40B4-BE49-F238E27FC236}">
                <a16:creationId xmlns:a16="http://schemas.microsoft.com/office/drawing/2014/main" id="{45D8F7D6-BAB1-4DCD-BFA0-E8071B4C3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4282" y="40340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7" name="path-3384">
            <a:extLst xmlns:a="http://schemas.openxmlformats.org/drawingml/2006/main">
              <a:ext uri="{FF2B5EF4-FFF2-40B4-BE49-F238E27FC236}">
                <a16:creationId xmlns:a16="http://schemas.microsoft.com/office/drawing/2014/main" id="{ABFB912B-6843-499D-8297-CE1F03E2F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24246" y="40372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8" name="path-3385">
            <a:extLst xmlns:a="http://schemas.openxmlformats.org/drawingml/2006/main">
              <a:ext uri="{FF2B5EF4-FFF2-40B4-BE49-F238E27FC236}">
                <a16:creationId xmlns:a16="http://schemas.microsoft.com/office/drawing/2014/main" id="{09240C4C-A505-47D2-AF9A-751C5A5ED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1297" y="40746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79" name="path-3386">
            <a:extLst xmlns:a="http://schemas.openxmlformats.org/drawingml/2006/main">
              <a:ext uri="{FF2B5EF4-FFF2-40B4-BE49-F238E27FC236}">
                <a16:creationId xmlns:a16="http://schemas.microsoft.com/office/drawing/2014/main" id="{F34ED43B-E6D5-42BB-9950-663571C29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578" y="40487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0" name="path-3387">
            <a:extLst xmlns:a="http://schemas.openxmlformats.org/drawingml/2006/main">
              <a:ext uri="{FF2B5EF4-FFF2-40B4-BE49-F238E27FC236}">
                <a16:creationId xmlns:a16="http://schemas.microsoft.com/office/drawing/2014/main" id="{3F7A3367-908B-40BF-87FF-C2815155B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532" y="40419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1" name="path-3388">
            <a:extLst xmlns:a="http://schemas.openxmlformats.org/drawingml/2006/main">
              <a:ext uri="{FF2B5EF4-FFF2-40B4-BE49-F238E27FC236}">
                <a16:creationId xmlns:a16="http://schemas.microsoft.com/office/drawing/2014/main" id="{91536003-1545-42E5-AFA5-D82244DE7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464" y="4047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2" name="path-3389">
            <a:extLst xmlns:a="http://schemas.openxmlformats.org/drawingml/2006/main">
              <a:ext uri="{FF2B5EF4-FFF2-40B4-BE49-F238E27FC236}">
                <a16:creationId xmlns:a16="http://schemas.microsoft.com/office/drawing/2014/main" id="{6BD7A95F-0446-4911-B973-5DE8D1C3E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861" y="40397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3" name="path-3390">
            <a:extLst xmlns:a="http://schemas.openxmlformats.org/drawingml/2006/main">
              <a:ext uri="{FF2B5EF4-FFF2-40B4-BE49-F238E27FC236}">
                <a16:creationId xmlns:a16="http://schemas.microsoft.com/office/drawing/2014/main" id="{80B80149-2EC9-4D74-9A2A-4AAE67921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7798" y="40627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4" name="path-3391">
            <a:extLst xmlns:a="http://schemas.openxmlformats.org/drawingml/2006/main">
              <a:ext uri="{FF2B5EF4-FFF2-40B4-BE49-F238E27FC236}">
                <a16:creationId xmlns:a16="http://schemas.microsoft.com/office/drawing/2014/main" id="{41FC5AA2-6A82-4F05-81DA-F05A3476B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8319" y="40448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5" name="path-3392">
            <a:extLst xmlns:a="http://schemas.openxmlformats.org/drawingml/2006/main">
              <a:ext uri="{FF2B5EF4-FFF2-40B4-BE49-F238E27FC236}">
                <a16:creationId xmlns:a16="http://schemas.microsoft.com/office/drawing/2014/main" id="{4051A88A-7B23-451D-A064-85893956B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475" y="4044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6" name="path-3393">
            <a:extLst xmlns:a="http://schemas.openxmlformats.org/drawingml/2006/main">
              <a:ext uri="{FF2B5EF4-FFF2-40B4-BE49-F238E27FC236}">
                <a16:creationId xmlns:a16="http://schemas.microsoft.com/office/drawing/2014/main" id="{2AD7C473-AEFD-4DBF-A71B-88FBF778B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4083" y="4030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7" name="path-3394">
            <a:extLst xmlns:a="http://schemas.openxmlformats.org/drawingml/2006/main">
              <a:ext uri="{FF2B5EF4-FFF2-40B4-BE49-F238E27FC236}">
                <a16:creationId xmlns:a16="http://schemas.microsoft.com/office/drawing/2014/main" id="{AFC5EB5E-8CF2-43BC-9597-B9045F2FD0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7626" y="40521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8" name="path-3395">
            <a:extLst xmlns:a="http://schemas.openxmlformats.org/drawingml/2006/main">
              <a:ext uri="{FF2B5EF4-FFF2-40B4-BE49-F238E27FC236}">
                <a16:creationId xmlns:a16="http://schemas.microsoft.com/office/drawing/2014/main" id="{6C46FBEC-A04E-47AF-8D21-37C7DEEDD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2910" y="4027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89" name="path-3396">
            <a:extLst xmlns:a="http://schemas.openxmlformats.org/drawingml/2006/main">
              <a:ext uri="{FF2B5EF4-FFF2-40B4-BE49-F238E27FC236}">
                <a16:creationId xmlns:a16="http://schemas.microsoft.com/office/drawing/2014/main" id="{D81496C0-1E6F-4E39-A12E-AEB1A6500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9401" y="4032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0" name="path-3397">
            <a:extLst xmlns:a="http://schemas.openxmlformats.org/drawingml/2006/main">
              <a:ext uri="{FF2B5EF4-FFF2-40B4-BE49-F238E27FC236}">
                <a16:creationId xmlns:a16="http://schemas.microsoft.com/office/drawing/2014/main" id="{8ED552A9-ECCF-4625-AC39-DE18B5FBD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0005" y="40483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1" name="path-3398">
            <a:extLst xmlns:a="http://schemas.openxmlformats.org/drawingml/2006/main">
              <a:ext uri="{FF2B5EF4-FFF2-40B4-BE49-F238E27FC236}">
                <a16:creationId xmlns:a16="http://schemas.microsoft.com/office/drawing/2014/main" id="{D4111516-EF27-4565-8A41-046B6C585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54812" y="40031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2" name="path-3399">
            <a:extLst xmlns:a="http://schemas.openxmlformats.org/drawingml/2006/main">
              <a:ext uri="{FF2B5EF4-FFF2-40B4-BE49-F238E27FC236}">
                <a16:creationId xmlns:a16="http://schemas.microsoft.com/office/drawing/2014/main" id="{0AB1D45C-3C54-4E23-940B-2F5702CA0B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909" y="4038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3" name="path-3400">
            <a:extLst xmlns:a="http://schemas.openxmlformats.org/drawingml/2006/main">
              <a:ext uri="{FF2B5EF4-FFF2-40B4-BE49-F238E27FC236}">
                <a16:creationId xmlns:a16="http://schemas.microsoft.com/office/drawing/2014/main" id="{87B9EDDA-01C2-408F-981D-FA44787CA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359" y="40443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4" name="path-3401">
            <a:extLst xmlns:a="http://schemas.openxmlformats.org/drawingml/2006/main">
              <a:ext uri="{FF2B5EF4-FFF2-40B4-BE49-F238E27FC236}">
                <a16:creationId xmlns:a16="http://schemas.microsoft.com/office/drawing/2014/main" id="{806A3BE0-2C6D-4C71-A20E-BDEF1395C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323" y="4044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5" name="path-3402">
            <a:extLst xmlns:a="http://schemas.openxmlformats.org/drawingml/2006/main">
              <a:ext uri="{FF2B5EF4-FFF2-40B4-BE49-F238E27FC236}">
                <a16:creationId xmlns:a16="http://schemas.microsoft.com/office/drawing/2014/main" id="{84DDCBED-8A7A-4026-BE8B-C4C0FAC8B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987" y="40358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6" name="path-3403">
            <a:extLst xmlns:a="http://schemas.openxmlformats.org/drawingml/2006/main">
              <a:ext uri="{FF2B5EF4-FFF2-40B4-BE49-F238E27FC236}">
                <a16:creationId xmlns:a16="http://schemas.microsoft.com/office/drawing/2014/main" id="{ECAAC67A-3512-4315-BCA0-0587EA72D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910" y="4003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7" name="path-3404">
            <a:extLst xmlns:a="http://schemas.openxmlformats.org/drawingml/2006/main">
              <a:ext uri="{FF2B5EF4-FFF2-40B4-BE49-F238E27FC236}">
                <a16:creationId xmlns:a16="http://schemas.microsoft.com/office/drawing/2014/main" id="{7A32AC4C-56B4-42E5-80B7-E201EB23B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5712" y="4044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8" name="path-3405">
            <a:extLst xmlns:a="http://schemas.openxmlformats.org/drawingml/2006/main">
              <a:ext uri="{FF2B5EF4-FFF2-40B4-BE49-F238E27FC236}">
                <a16:creationId xmlns:a16="http://schemas.microsoft.com/office/drawing/2014/main" id="{4EB8383D-ED72-4DB6-85AC-A9F5F4A22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470" y="40473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99" name="path-3406">
            <a:extLst xmlns:a="http://schemas.openxmlformats.org/drawingml/2006/main">
              <a:ext uri="{FF2B5EF4-FFF2-40B4-BE49-F238E27FC236}">
                <a16:creationId xmlns:a16="http://schemas.microsoft.com/office/drawing/2014/main" id="{402FEEF3-79C0-434F-A835-AF0F541A1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7646" y="40381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0" name="path-3407">
            <a:extLst xmlns:a="http://schemas.openxmlformats.org/drawingml/2006/main">
              <a:ext uri="{FF2B5EF4-FFF2-40B4-BE49-F238E27FC236}">
                <a16:creationId xmlns:a16="http://schemas.microsoft.com/office/drawing/2014/main" id="{DA01EB2C-E666-42E9-972D-2DB7EE90B6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5042" y="40511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1" name="path-3408">
            <a:extLst xmlns:a="http://schemas.openxmlformats.org/drawingml/2006/main">
              <a:ext uri="{FF2B5EF4-FFF2-40B4-BE49-F238E27FC236}">
                <a16:creationId xmlns:a16="http://schemas.microsoft.com/office/drawing/2014/main" id="{3358E725-236B-4EFC-8F01-AE38D7E62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5320" y="40350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2" name="path-3409">
            <a:extLst xmlns:a="http://schemas.openxmlformats.org/drawingml/2006/main">
              <a:ext uri="{FF2B5EF4-FFF2-40B4-BE49-F238E27FC236}">
                <a16:creationId xmlns:a16="http://schemas.microsoft.com/office/drawing/2014/main" id="{0872933E-39C7-4AB0-BC22-2195F6ECE8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794" y="4043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3" name="path-3410">
            <a:extLst xmlns:a="http://schemas.openxmlformats.org/drawingml/2006/main">
              <a:ext uri="{FF2B5EF4-FFF2-40B4-BE49-F238E27FC236}">
                <a16:creationId xmlns:a16="http://schemas.microsoft.com/office/drawing/2014/main" id="{A80841B0-BE49-407C-87F0-49B35A005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1546" y="4047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4" name="path-3411">
            <a:extLst xmlns:a="http://schemas.openxmlformats.org/drawingml/2006/main">
              <a:ext uri="{FF2B5EF4-FFF2-40B4-BE49-F238E27FC236}">
                <a16:creationId xmlns:a16="http://schemas.microsoft.com/office/drawing/2014/main" id="{D184DA64-7BBC-4F7B-BA64-C4D6034D5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8846" y="40242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5" name="path-3412">
            <a:extLst xmlns:a="http://schemas.openxmlformats.org/drawingml/2006/main">
              <a:ext uri="{FF2B5EF4-FFF2-40B4-BE49-F238E27FC236}">
                <a16:creationId xmlns:a16="http://schemas.microsoft.com/office/drawing/2014/main" id="{1024873F-3252-41F0-A809-219D0B304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8942" y="40247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6" name="path-3413">
            <a:extLst xmlns:a="http://schemas.openxmlformats.org/drawingml/2006/main">
              <a:ext uri="{FF2B5EF4-FFF2-40B4-BE49-F238E27FC236}">
                <a16:creationId xmlns:a16="http://schemas.microsoft.com/office/drawing/2014/main" id="{EF502520-34EA-4837-8F30-8293C62C7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383" y="40382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7" name="path-3414">
            <a:extLst xmlns:a="http://schemas.openxmlformats.org/drawingml/2006/main">
              <a:ext uri="{FF2B5EF4-FFF2-40B4-BE49-F238E27FC236}">
                <a16:creationId xmlns:a16="http://schemas.microsoft.com/office/drawing/2014/main" id="{AA71D602-FC51-4867-BAD0-A85C3D0C8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028" y="40439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8" name="path-3415">
            <a:extLst xmlns:a="http://schemas.openxmlformats.org/drawingml/2006/main">
              <a:ext uri="{FF2B5EF4-FFF2-40B4-BE49-F238E27FC236}">
                <a16:creationId xmlns:a16="http://schemas.microsoft.com/office/drawing/2014/main" id="{1EF5DCB1-7765-4C7A-8273-6629503CA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588" y="40408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09" name="path-3416">
            <a:extLst xmlns:a="http://schemas.openxmlformats.org/drawingml/2006/main">
              <a:ext uri="{FF2B5EF4-FFF2-40B4-BE49-F238E27FC236}">
                <a16:creationId xmlns:a16="http://schemas.microsoft.com/office/drawing/2014/main" id="{E9E95479-FA9F-49F5-9E75-0AD953AF6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5459" y="40540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0" name="path-3417">
            <a:extLst xmlns:a="http://schemas.openxmlformats.org/drawingml/2006/main">
              <a:ext uri="{FF2B5EF4-FFF2-40B4-BE49-F238E27FC236}">
                <a16:creationId xmlns:a16="http://schemas.microsoft.com/office/drawing/2014/main" id="{92648F23-EF8D-41E7-9D1B-2DBDB159B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683" y="40400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1" name="path-3418">
            <a:extLst xmlns:a="http://schemas.openxmlformats.org/drawingml/2006/main">
              <a:ext uri="{FF2B5EF4-FFF2-40B4-BE49-F238E27FC236}">
                <a16:creationId xmlns:a16="http://schemas.microsoft.com/office/drawing/2014/main" id="{35FEC047-CBE4-4469-913A-86BE818A9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681" y="4046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2" name="path-3419">
            <a:extLst xmlns:a="http://schemas.openxmlformats.org/drawingml/2006/main">
              <a:ext uri="{FF2B5EF4-FFF2-40B4-BE49-F238E27FC236}">
                <a16:creationId xmlns:a16="http://schemas.microsoft.com/office/drawing/2014/main" id="{AC0CE7D2-AAAF-4A5D-9581-95F89B6BD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401" y="40478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3" name="path-3420">
            <a:extLst xmlns:a="http://schemas.openxmlformats.org/drawingml/2006/main">
              <a:ext uri="{FF2B5EF4-FFF2-40B4-BE49-F238E27FC236}">
                <a16:creationId xmlns:a16="http://schemas.microsoft.com/office/drawing/2014/main" id="{CE3C68CE-3371-47B9-960B-3C82849C6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375" y="40475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4" name="path-3421">
            <a:extLst xmlns:a="http://schemas.openxmlformats.org/drawingml/2006/main">
              <a:ext uri="{FF2B5EF4-FFF2-40B4-BE49-F238E27FC236}">
                <a16:creationId xmlns:a16="http://schemas.microsoft.com/office/drawing/2014/main" id="{BCAB7EAB-B4BB-4214-B4F8-273955B3A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42967" y="4054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5" name="path-3422">
            <a:extLst xmlns:a="http://schemas.openxmlformats.org/drawingml/2006/main">
              <a:ext uri="{FF2B5EF4-FFF2-40B4-BE49-F238E27FC236}">
                <a16:creationId xmlns:a16="http://schemas.microsoft.com/office/drawing/2014/main" id="{80425032-2A53-42FB-BE5C-21834547A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0397" y="40430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6" name="path-3423">
            <a:extLst xmlns:a="http://schemas.openxmlformats.org/drawingml/2006/main">
              <a:ext uri="{FF2B5EF4-FFF2-40B4-BE49-F238E27FC236}">
                <a16:creationId xmlns:a16="http://schemas.microsoft.com/office/drawing/2014/main" id="{CB800700-6795-4E68-AFF2-DD6765C949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4708" y="4045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7" name="path-3424">
            <a:extLst xmlns:a="http://schemas.openxmlformats.org/drawingml/2006/main">
              <a:ext uri="{FF2B5EF4-FFF2-40B4-BE49-F238E27FC236}">
                <a16:creationId xmlns:a16="http://schemas.microsoft.com/office/drawing/2014/main" id="{C32EB515-56EB-4A4F-A548-4A54BEC76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008" y="40546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8" name="path-3425">
            <a:extLst xmlns:a="http://schemas.openxmlformats.org/drawingml/2006/main">
              <a:ext uri="{FF2B5EF4-FFF2-40B4-BE49-F238E27FC236}">
                <a16:creationId xmlns:a16="http://schemas.microsoft.com/office/drawing/2014/main" id="{5CF297E8-7224-4C72-B96B-7B276CD2B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484" y="4044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19" name="path-3426">
            <a:extLst xmlns:a="http://schemas.openxmlformats.org/drawingml/2006/main">
              <a:ext uri="{FF2B5EF4-FFF2-40B4-BE49-F238E27FC236}">
                <a16:creationId xmlns:a16="http://schemas.microsoft.com/office/drawing/2014/main" id="{19A27D23-643D-4421-A09A-68CE3BC09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619" y="40398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0" name="path-3427">
            <a:extLst xmlns:a="http://schemas.openxmlformats.org/drawingml/2006/main">
              <a:ext uri="{FF2B5EF4-FFF2-40B4-BE49-F238E27FC236}">
                <a16:creationId xmlns:a16="http://schemas.microsoft.com/office/drawing/2014/main" id="{39D164A7-55D6-462D-AE9D-09C4593BA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5902" y="40356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1" name="path-3428">
            <a:extLst xmlns:a="http://schemas.openxmlformats.org/drawingml/2006/main">
              <a:ext uri="{FF2B5EF4-FFF2-40B4-BE49-F238E27FC236}">
                <a16:creationId xmlns:a16="http://schemas.microsoft.com/office/drawing/2014/main" id="{323331E8-9E06-436F-A81F-23EAFCEF1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990" y="40653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2" name="path-3429">
            <a:extLst xmlns:a="http://schemas.openxmlformats.org/drawingml/2006/main">
              <a:ext uri="{FF2B5EF4-FFF2-40B4-BE49-F238E27FC236}">
                <a16:creationId xmlns:a16="http://schemas.microsoft.com/office/drawing/2014/main" id="{28C2BCE3-D597-4271-AC3B-6A8BD7ADD9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004" y="40393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3" name="path-3430">
            <a:extLst xmlns:a="http://schemas.openxmlformats.org/drawingml/2006/main">
              <a:ext uri="{FF2B5EF4-FFF2-40B4-BE49-F238E27FC236}">
                <a16:creationId xmlns:a16="http://schemas.microsoft.com/office/drawing/2014/main" id="{CE01C05F-C77D-48F5-A57C-EB5CEC610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585" y="4048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4" name="path-3431">
            <a:extLst xmlns:a="http://schemas.openxmlformats.org/drawingml/2006/main">
              <a:ext uri="{FF2B5EF4-FFF2-40B4-BE49-F238E27FC236}">
                <a16:creationId xmlns:a16="http://schemas.microsoft.com/office/drawing/2014/main" id="{1C1E9BD4-31A3-405D-AEB5-B673237A88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436" y="4047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5" name="path-3432">
            <a:extLst xmlns:a="http://schemas.openxmlformats.org/drawingml/2006/main">
              <a:ext uri="{FF2B5EF4-FFF2-40B4-BE49-F238E27FC236}">
                <a16:creationId xmlns:a16="http://schemas.microsoft.com/office/drawing/2014/main" id="{19D332CC-3595-48BD-8A3D-88DC5EA1C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3035" y="40211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6" name="path-3433">
            <a:extLst xmlns:a="http://schemas.openxmlformats.org/drawingml/2006/main">
              <a:ext uri="{FF2B5EF4-FFF2-40B4-BE49-F238E27FC236}">
                <a16:creationId xmlns:a16="http://schemas.microsoft.com/office/drawing/2014/main" id="{406C7255-BF72-4441-891D-013262E16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067" y="40347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7" name="path-3434">
            <a:extLst xmlns:a="http://schemas.openxmlformats.org/drawingml/2006/main">
              <a:ext uri="{FF2B5EF4-FFF2-40B4-BE49-F238E27FC236}">
                <a16:creationId xmlns:a16="http://schemas.microsoft.com/office/drawing/2014/main" id="{2702EF11-9BA6-4793-950B-E475AC44D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378" y="40450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8" name="path-3435">
            <a:extLst xmlns:a="http://schemas.openxmlformats.org/drawingml/2006/main">
              <a:ext uri="{FF2B5EF4-FFF2-40B4-BE49-F238E27FC236}">
                <a16:creationId xmlns:a16="http://schemas.microsoft.com/office/drawing/2014/main" id="{ADBA1F2B-F327-469E-B6D9-20B0BD87B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057" y="40234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29" name="path-3436">
            <a:extLst xmlns:a="http://schemas.openxmlformats.org/drawingml/2006/main">
              <a:ext uri="{FF2B5EF4-FFF2-40B4-BE49-F238E27FC236}">
                <a16:creationId xmlns:a16="http://schemas.microsoft.com/office/drawing/2014/main" id="{4EEB9A20-845E-40A7-BDA6-4E8EEB67F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869" y="40537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0" name="path-3437">
            <a:extLst xmlns:a="http://schemas.openxmlformats.org/drawingml/2006/main">
              <a:ext uri="{FF2B5EF4-FFF2-40B4-BE49-F238E27FC236}">
                <a16:creationId xmlns:a16="http://schemas.microsoft.com/office/drawing/2014/main" id="{131818FC-F639-405F-A4EB-B340BCC29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86077" y="40456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1" name="path-3438">
            <a:extLst xmlns:a="http://schemas.openxmlformats.org/drawingml/2006/main">
              <a:ext uri="{FF2B5EF4-FFF2-40B4-BE49-F238E27FC236}">
                <a16:creationId xmlns:a16="http://schemas.microsoft.com/office/drawing/2014/main" id="{9D27327A-F70D-4CBB-B833-B7A4238D0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3287" y="4062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2" name="path-3439">
            <a:extLst xmlns:a="http://schemas.openxmlformats.org/drawingml/2006/main">
              <a:ext uri="{FF2B5EF4-FFF2-40B4-BE49-F238E27FC236}">
                <a16:creationId xmlns:a16="http://schemas.microsoft.com/office/drawing/2014/main" id="{1EA37C37-E3A9-4B84-9B1C-986BEBAC8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318" y="40450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3" name="path-3440">
            <a:extLst xmlns:a="http://schemas.openxmlformats.org/drawingml/2006/main">
              <a:ext uri="{FF2B5EF4-FFF2-40B4-BE49-F238E27FC236}">
                <a16:creationId xmlns:a16="http://schemas.microsoft.com/office/drawing/2014/main" id="{A16D413C-D8E3-4394-9217-5E329FE96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263" y="40517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4" name="path-3441">
            <a:extLst xmlns:a="http://schemas.openxmlformats.org/drawingml/2006/main">
              <a:ext uri="{FF2B5EF4-FFF2-40B4-BE49-F238E27FC236}">
                <a16:creationId xmlns:a16="http://schemas.microsoft.com/office/drawing/2014/main" id="{2295F4D4-EC4D-4E32-8EC5-FF4AFC48AF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6212" y="40351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5" name="path-3442">
            <a:extLst xmlns:a="http://schemas.openxmlformats.org/drawingml/2006/main">
              <a:ext uri="{FF2B5EF4-FFF2-40B4-BE49-F238E27FC236}">
                <a16:creationId xmlns:a16="http://schemas.microsoft.com/office/drawing/2014/main" id="{57607652-7CA3-4AEC-ADE9-8959E5135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255" y="4059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6" name="path-3443">
            <a:extLst xmlns:a="http://schemas.openxmlformats.org/drawingml/2006/main">
              <a:ext uri="{FF2B5EF4-FFF2-40B4-BE49-F238E27FC236}">
                <a16:creationId xmlns:a16="http://schemas.microsoft.com/office/drawing/2014/main" id="{B5EBF6C6-A8FD-488A-8177-8065753DE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6644" y="40449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7" name="path-3444">
            <a:extLst xmlns:a="http://schemas.openxmlformats.org/drawingml/2006/main">
              <a:ext uri="{FF2B5EF4-FFF2-40B4-BE49-F238E27FC236}">
                <a16:creationId xmlns:a16="http://schemas.microsoft.com/office/drawing/2014/main" id="{17110293-7D71-4FD5-A0A6-07779376C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944" y="40451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8" name="path-3445">
            <a:extLst xmlns:a="http://schemas.openxmlformats.org/drawingml/2006/main">
              <a:ext uri="{FF2B5EF4-FFF2-40B4-BE49-F238E27FC236}">
                <a16:creationId xmlns:a16="http://schemas.microsoft.com/office/drawing/2014/main" id="{13DE1FEA-A0C7-4881-9B81-10B55322E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3798" y="40535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39" name="path-3446">
            <a:extLst xmlns:a="http://schemas.openxmlformats.org/drawingml/2006/main">
              <a:ext uri="{FF2B5EF4-FFF2-40B4-BE49-F238E27FC236}">
                <a16:creationId xmlns:a16="http://schemas.microsoft.com/office/drawing/2014/main" id="{7CB4EACC-DDFB-4609-AD90-5191E86C8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1268" y="4046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0" name="path-3447">
            <a:extLst xmlns:a="http://schemas.openxmlformats.org/drawingml/2006/main">
              <a:ext uri="{FF2B5EF4-FFF2-40B4-BE49-F238E27FC236}">
                <a16:creationId xmlns:a16="http://schemas.microsoft.com/office/drawing/2014/main" id="{349AD5C1-B732-4892-9B18-0E3371BEC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807" y="40643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1" name="path-3448">
            <a:extLst xmlns:a="http://schemas.openxmlformats.org/drawingml/2006/main">
              <a:ext uri="{FF2B5EF4-FFF2-40B4-BE49-F238E27FC236}">
                <a16:creationId xmlns:a16="http://schemas.microsoft.com/office/drawing/2014/main" id="{EBEC8A01-A347-435F-9262-5EAC7E885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260" y="4048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2" name="path-3449">
            <a:extLst xmlns:a="http://schemas.openxmlformats.org/drawingml/2006/main">
              <a:ext uri="{FF2B5EF4-FFF2-40B4-BE49-F238E27FC236}">
                <a16:creationId xmlns:a16="http://schemas.microsoft.com/office/drawing/2014/main" id="{BD7BFF64-6DE4-468C-87F5-3B77102A3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924" y="40489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3" name="path-3450">
            <a:extLst xmlns:a="http://schemas.openxmlformats.org/drawingml/2006/main">
              <a:ext uri="{FF2B5EF4-FFF2-40B4-BE49-F238E27FC236}">
                <a16:creationId xmlns:a16="http://schemas.microsoft.com/office/drawing/2014/main" id="{9EE0A5FE-83FA-4B9E-891D-6EC1BE221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0357" y="40387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4" name="path-3451">
            <a:extLst xmlns:a="http://schemas.openxmlformats.org/drawingml/2006/main">
              <a:ext uri="{FF2B5EF4-FFF2-40B4-BE49-F238E27FC236}">
                <a16:creationId xmlns:a16="http://schemas.microsoft.com/office/drawing/2014/main" id="{2A1A8FE7-AA29-4A7D-8DDE-E63C7BF88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224" y="4047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5" name="path-3452">
            <a:extLst xmlns:a="http://schemas.openxmlformats.org/drawingml/2006/main">
              <a:ext uri="{FF2B5EF4-FFF2-40B4-BE49-F238E27FC236}">
                <a16:creationId xmlns:a16="http://schemas.microsoft.com/office/drawing/2014/main" id="{1FC91AC2-9161-4FA8-8E57-BB07BE58F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4722" y="40216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6" name="path-3453">
            <a:extLst xmlns:a="http://schemas.openxmlformats.org/drawingml/2006/main">
              <a:ext uri="{FF2B5EF4-FFF2-40B4-BE49-F238E27FC236}">
                <a16:creationId xmlns:a16="http://schemas.microsoft.com/office/drawing/2014/main" id="{8F3FFCC5-B941-4170-A798-7FEF4BF9E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6711" y="4042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7" name="path-3454">
            <a:extLst xmlns:a="http://schemas.openxmlformats.org/drawingml/2006/main">
              <a:ext uri="{FF2B5EF4-FFF2-40B4-BE49-F238E27FC236}">
                <a16:creationId xmlns:a16="http://schemas.microsoft.com/office/drawing/2014/main" id="{768ECA50-E8C4-4850-84C1-FE3E2A749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06286" y="40455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8" name="path-3455">
            <a:extLst xmlns:a="http://schemas.openxmlformats.org/drawingml/2006/main">
              <a:ext uri="{FF2B5EF4-FFF2-40B4-BE49-F238E27FC236}">
                <a16:creationId xmlns:a16="http://schemas.microsoft.com/office/drawing/2014/main" id="{3C7A2C63-105E-4D47-B825-EC565514A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1625" y="4048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49" name="path-3456">
            <a:extLst xmlns:a="http://schemas.openxmlformats.org/drawingml/2006/main">
              <a:ext uri="{FF2B5EF4-FFF2-40B4-BE49-F238E27FC236}">
                <a16:creationId xmlns:a16="http://schemas.microsoft.com/office/drawing/2014/main" id="{C88ECB01-1A19-4628-8EC8-33B3A24B4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258" y="40416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0" name="path-3457">
            <a:extLst xmlns:a="http://schemas.openxmlformats.org/drawingml/2006/main">
              <a:ext uri="{FF2B5EF4-FFF2-40B4-BE49-F238E27FC236}">
                <a16:creationId xmlns:a16="http://schemas.microsoft.com/office/drawing/2014/main" id="{CB69FB85-D70C-4E3A-8366-E6325AF52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56835" y="4009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1" name="path-3458">
            <a:extLst xmlns:a="http://schemas.openxmlformats.org/drawingml/2006/main">
              <a:ext uri="{FF2B5EF4-FFF2-40B4-BE49-F238E27FC236}">
                <a16:creationId xmlns:a16="http://schemas.microsoft.com/office/drawing/2014/main" id="{4B566898-5956-4094-83C5-F0AF9A491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3008" y="40418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2" name="path-3459">
            <a:extLst xmlns:a="http://schemas.openxmlformats.org/drawingml/2006/main">
              <a:ext uri="{FF2B5EF4-FFF2-40B4-BE49-F238E27FC236}">
                <a16:creationId xmlns:a16="http://schemas.microsoft.com/office/drawing/2014/main" id="{6D931CC2-085A-4C66-99E5-914754265C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1582" y="4012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3" name="path-3460">
            <a:extLst xmlns:a="http://schemas.openxmlformats.org/drawingml/2006/main">
              <a:ext uri="{FF2B5EF4-FFF2-40B4-BE49-F238E27FC236}">
                <a16:creationId xmlns:a16="http://schemas.microsoft.com/office/drawing/2014/main" id="{10D6D7BE-BDDB-4997-8153-20D7350AE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5088" y="40540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4" name="path-3461">
            <a:extLst xmlns:a="http://schemas.openxmlformats.org/drawingml/2006/main">
              <a:ext uri="{FF2B5EF4-FFF2-40B4-BE49-F238E27FC236}">
                <a16:creationId xmlns:a16="http://schemas.microsoft.com/office/drawing/2014/main" id="{26BB2115-2B06-4B0F-ABFD-4ACB9C234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9424" y="40796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5" name="path-3462">
            <a:extLst xmlns:a="http://schemas.openxmlformats.org/drawingml/2006/main">
              <a:ext uri="{FF2B5EF4-FFF2-40B4-BE49-F238E27FC236}">
                <a16:creationId xmlns:a16="http://schemas.microsoft.com/office/drawing/2014/main" id="{5494C8C1-8355-4CC7-9FC0-49DA2A6B7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0368" y="40473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6" name="path-3463">
            <a:extLst xmlns:a="http://schemas.openxmlformats.org/drawingml/2006/main">
              <a:ext uri="{FF2B5EF4-FFF2-40B4-BE49-F238E27FC236}">
                <a16:creationId xmlns:a16="http://schemas.microsoft.com/office/drawing/2014/main" id="{3C85FE94-DA1D-48C1-A6C5-8A93FAA4F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8397" y="40474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7" name="path-3464">
            <a:extLst xmlns:a="http://schemas.openxmlformats.org/drawingml/2006/main">
              <a:ext uri="{FF2B5EF4-FFF2-40B4-BE49-F238E27FC236}">
                <a16:creationId xmlns:a16="http://schemas.microsoft.com/office/drawing/2014/main" id="{E65020DB-43FE-4560-85A7-8F5EF2927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085" y="4042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8" name="path-3465">
            <a:extLst xmlns:a="http://schemas.openxmlformats.org/drawingml/2006/main">
              <a:ext uri="{FF2B5EF4-FFF2-40B4-BE49-F238E27FC236}">
                <a16:creationId xmlns:a16="http://schemas.microsoft.com/office/drawing/2014/main" id="{6B49B036-B091-48CA-8444-E547B66F5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3539" y="40155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59" name="path-3466">
            <a:extLst xmlns:a="http://schemas.openxmlformats.org/drawingml/2006/main">
              <a:ext uri="{FF2B5EF4-FFF2-40B4-BE49-F238E27FC236}">
                <a16:creationId xmlns:a16="http://schemas.microsoft.com/office/drawing/2014/main" id="{7A00F7C3-5AC0-4638-944E-7E18CAEBE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281" y="4043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0" name="path-3467">
            <a:extLst xmlns:a="http://schemas.openxmlformats.org/drawingml/2006/main">
              <a:ext uri="{FF2B5EF4-FFF2-40B4-BE49-F238E27FC236}">
                <a16:creationId xmlns:a16="http://schemas.microsoft.com/office/drawing/2014/main" id="{DF259040-8AD5-4A5B-80C0-371E5350D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9789" y="40383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1" name="path-3468">
            <a:extLst xmlns:a="http://schemas.openxmlformats.org/drawingml/2006/main">
              <a:ext uri="{FF2B5EF4-FFF2-40B4-BE49-F238E27FC236}">
                <a16:creationId xmlns:a16="http://schemas.microsoft.com/office/drawing/2014/main" id="{80026C44-7EC5-4E2F-B156-B8972911A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430" y="40455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2" name="path-3469">
            <a:extLst xmlns:a="http://schemas.openxmlformats.org/drawingml/2006/main">
              <a:ext uri="{FF2B5EF4-FFF2-40B4-BE49-F238E27FC236}">
                <a16:creationId xmlns:a16="http://schemas.microsoft.com/office/drawing/2014/main" id="{EB0AB0FD-BF25-4EEB-AF90-E3D0D2AA5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6256" y="4047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3" name="path-3470">
            <a:extLst xmlns:a="http://schemas.openxmlformats.org/drawingml/2006/main">
              <a:ext uri="{FF2B5EF4-FFF2-40B4-BE49-F238E27FC236}">
                <a16:creationId xmlns:a16="http://schemas.microsoft.com/office/drawing/2014/main" id="{044ED5CC-4312-440A-BECF-FF55E5B20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829" y="40441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4" name="path-3471">
            <a:extLst xmlns:a="http://schemas.openxmlformats.org/drawingml/2006/main">
              <a:ext uri="{FF2B5EF4-FFF2-40B4-BE49-F238E27FC236}">
                <a16:creationId xmlns:a16="http://schemas.microsoft.com/office/drawing/2014/main" id="{FC61336D-83FA-4DD0-925B-91BA9F189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099" y="4043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5" name="path-3472">
            <a:extLst xmlns:a="http://schemas.openxmlformats.org/drawingml/2006/main">
              <a:ext uri="{FF2B5EF4-FFF2-40B4-BE49-F238E27FC236}">
                <a16:creationId xmlns:a16="http://schemas.microsoft.com/office/drawing/2014/main" id="{92ED8B80-C55B-4180-94FD-CBB6D4BC3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69584" y="40387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6" name="path-3473">
            <a:extLst xmlns:a="http://schemas.openxmlformats.org/drawingml/2006/main">
              <a:ext uri="{FF2B5EF4-FFF2-40B4-BE49-F238E27FC236}">
                <a16:creationId xmlns:a16="http://schemas.microsoft.com/office/drawing/2014/main" id="{B081E93A-4CD1-43D2-A098-63161FFB2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2790" y="40356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7" name="path-3474">
            <a:extLst xmlns:a="http://schemas.openxmlformats.org/drawingml/2006/main">
              <a:ext uri="{FF2B5EF4-FFF2-40B4-BE49-F238E27FC236}">
                <a16:creationId xmlns:a16="http://schemas.microsoft.com/office/drawing/2014/main" id="{13E86EAA-F4D0-405A-83CB-C8437A02A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162" y="40423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8" name="path-3475">
            <a:extLst xmlns:a="http://schemas.openxmlformats.org/drawingml/2006/main">
              <a:ext uri="{FF2B5EF4-FFF2-40B4-BE49-F238E27FC236}">
                <a16:creationId xmlns:a16="http://schemas.microsoft.com/office/drawing/2014/main" id="{89F15363-05EF-478B-A949-A3CD9F14C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70" y="40423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69" name="path-3476">
            <a:extLst xmlns:a="http://schemas.openxmlformats.org/drawingml/2006/main">
              <a:ext uri="{FF2B5EF4-FFF2-40B4-BE49-F238E27FC236}">
                <a16:creationId xmlns:a16="http://schemas.microsoft.com/office/drawing/2014/main" id="{A9B84717-5D3F-49CB-B27F-78606BB09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387" y="40447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0" name="path-3477">
            <a:extLst xmlns:a="http://schemas.openxmlformats.org/drawingml/2006/main">
              <a:ext uri="{FF2B5EF4-FFF2-40B4-BE49-F238E27FC236}">
                <a16:creationId xmlns:a16="http://schemas.microsoft.com/office/drawing/2014/main" id="{B2FA7E6F-6D3C-46A6-8646-A4DD66ED5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8873" y="4049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1" name="path-3478">
            <a:extLst xmlns:a="http://schemas.openxmlformats.org/drawingml/2006/main">
              <a:ext uri="{FF2B5EF4-FFF2-40B4-BE49-F238E27FC236}">
                <a16:creationId xmlns:a16="http://schemas.microsoft.com/office/drawing/2014/main" id="{3036CD49-1D09-497B-8EB0-E8E6F2AC3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4610" y="4047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2" name="path-3479">
            <a:extLst xmlns:a="http://schemas.openxmlformats.org/drawingml/2006/main">
              <a:ext uri="{FF2B5EF4-FFF2-40B4-BE49-F238E27FC236}">
                <a16:creationId xmlns:a16="http://schemas.microsoft.com/office/drawing/2014/main" id="{FB287AF9-282A-4912-A940-F096BDC33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237" y="40561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3" name="path-3480">
            <a:extLst xmlns:a="http://schemas.openxmlformats.org/drawingml/2006/main">
              <a:ext uri="{FF2B5EF4-FFF2-40B4-BE49-F238E27FC236}">
                <a16:creationId xmlns:a16="http://schemas.microsoft.com/office/drawing/2014/main" id="{BC983999-4DD9-4F59-9859-709AA28DC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48928" y="40587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4" name="path-3481">
            <a:extLst xmlns:a="http://schemas.openxmlformats.org/drawingml/2006/main">
              <a:ext uri="{FF2B5EF4-FFF2-40B4-BE49-F238E27FC236}">
                <a16:creationId xmlns:a16="http://schemas.microsoft.com/office/drawing/2014/main" id="{CCDCBAED-5A0D-4E39-B22B-A1FEED478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581" y="40438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5" name="path-3482">
            <a:extLst xmlns:a="http://schemas.openxmlformats.org/drawingml/2006/main">
              <a:ext uri="{FF2B5EF4-FFF2-40B4-BE49-F238E27FC236}">
                <a16:creationId xmlns:a16="http://schemas.microsoft.com/office/drawing/2014/main" id="{8B72A2F4-7C30-4413-A94E-592E18FDF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311" y="4046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6" name="path-3483">
            <a:extLst xmlns:a="http://schemas.openxmlformats.org/drawingml/2006/main">
              <a:ext uri="{FF2B5EF4-FFF2-40B4-BE49-F238E27FC236}">
                <a16:creationId xmlns:a16="http://schemas.microsoft.com/office/drawing/2014/main" id="{370EB111-4D38-4211-B26D-96E8E359D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208" y="40455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7" name="path-3484">
            <a:extLst xmlns:a="http://schemas.openxmlformats.org/drawingml/2006/main">
              <a:ext uri="{FF2B5EF4-FFF2-40B4-BE49-F238E27FC236}">
                <a16:creationId xmlns:a16="http://schemas.microsoft.com/office/drawing/2014/main" id="{716D12F2-BB4E-4EA2-A1B2-82050B6CE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439" y="40802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8" name="path-3485">
            <a:extLst xmlns:a="http://schemas.openxmlformats.org/drawingml/2006/main">
              <a:ext uri="{FF2B5EF4-FFF2-40B4-BE49-F238E27FC236}">
                <a16:creationId xmlns:a16="http://schemas.microsoft.com/office/drawing/2014/main" id="{448DD32B-C433-4E1B-8073-87A3432C6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9831" y="40529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79" name="path-3486">
            <a:extLst xmlns:a="http://schemas.openxmlformats.org/drawingml/2006/main">
              <a:ext uri="{FF2B5EF4-FFF2-40B4-BE49-F238E27FC236}">
                <a16:creationId xmlns:a16="http://schemas.microsoft.com/office/drawing/2014/main" id="{37AAA5F0-84C2-4884-BD9E-9A4A18A2C1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2730" y="40262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0" name="path-3487">
            <a:extLst xmlns:a="http://schemas.openxmlformats.org/drawingml/2006/main">
              <a:ext uri="{FF2B5EF4-FFF2-40B4-BE49-F238E27FC236}">
                <a16:creationId xmlns:a16="http://schemas.microsoft.com/office/drawing/2014/main" id="{8C21F05F-397F-40E5-A968-D68678BB6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93639" y="40453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1" name="path-3488">
            <a:extLst xmlns:a="http://schemas.openxmlformats.org/drawingml/2006/main">
              <a:ext uri="{FF2B5EF4-FFF2-40B4-BE49-F238E27FC236}">
                <a16:creationId xmlns:a16="http://schemas.microsoft.com/office/drawing/2014/main" id="{9A097EB3-7FBE-4469-9A5E-B963032D63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7151" y="40601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2" name="path-3489">
            <a:extLst xmlns:a="http://schemas.openxmlformats.org/drawingml/2006/main">
              <a:ext uri="{FF2B5EF4-FFF2-40B4-BE49-F238E27FC236}">
                <a16:creationId xmlns:a16="http://schemas.microsoft.com/office/drawing/2014/main" id="{8FF5E701-4924-4960-8F5B-CC17E4473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528" y="40377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3" name="path-3490">
            <a:extLst xmlns:a="http://schemas.openxmlformats.org/drawingml/2006/main">
              <a:ext uri="{FF2B5EF4-FFF2-40B4-BE49-F238E27FC236}">
                <a16:creationId xmlns:a16="http://schemas.microsoft.com/office/drawing/2014/main" id="{9FED76FF-DD70-4C34-9BB1-A6155298B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494" y="4042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4" name="path-3491">
            <a:extLst xmlns:a="http://schemas.openxmlformats.org/drawingml/2006/main">
              <a:ext uri="{FF2B5EF4-FFF2-40B4-BE49-F238E27FC236}">
                <a16:creationId xmlns:a16="http://schemas.microsoft.com/office/drawing/2014/main" id="{472688CC-DF5D-4183-BE1A-AEDF25908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842" y="40410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5" name="path-3492">
            <a:extLst xmlns:a="http://schemas.openxmlformats.org/drawingml/2006/main">
              <a:ext uri="{FF2B5EF4-FFF2-40B4-BE49-F238E27FC236}">
                <a16:creationId xmlns:a16="http://schemas.microsoft.com/office/drawing/2014/main" id="{569BDCF8-037B-463E-B95D-622F1C91C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87887" y="40498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6" name="path-3493">
            <a:extLst xmlns:a="http://schemas.openxmlformats.org/drawingml/2006/main">
              <a:ext uri="{FF2B5EF4-FFF2-40B4-BE49-F238E27FC236}">
                <a16:creationId xmlns:a16="http://schemas.microsoft.com/office/drawing/2014/main" id="{B5764FFE-2D00-45BC-9F50-CAA304F0E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8268" y="40397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7" name="path-3494">
            <a:extLst xmlns:a="http://schemas.openxmlformats.org/drawingml/2006/main">
              <a:ext uri="{FF2B5EF4-FFF2-40B4-BE49-F238E27FC236}">
                <a16:creationId xmlns:a16="http://schemas.microsoft.com/office/drawing/2014/main" id="{CA6D83F3-20C1-447A-A6B0-3A9EE856C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838" y="4046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8" name="path-3495">
            <a:extLst xmlns:a="http://schemas.openxmlformats.org/drawingml/2006/main">
              <a:ext uri="{FF2B5EF4-FFF2-40B4-BE49-F238E27FC236}">
                <a16:creationId xmlns:a16="http://schemas.microsoft.com/office/drawing/2014/main" id="{E5D975DA-314D-4CFA-8573-12E93EF18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667" y="40397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89" name="path-3496">
            <a:extLst xmlns:a="http://schemas.openxmlformats.org/drawingml/2006/main">
              <a:ext uri="{FF2B5EF4-FFF2-40B4-BE49-F238E27FC236}">
                <a16:creationId xmlns:a16="http://schemas.microsoft.com/office/drawing/2014/main" id="{005BDD66-75C0-4068-9F4E-D56931D40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452" y="40484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0" name="path-3497">
            <a:extLst xmlns:a="http://schemas.openxmlformats.org/drawingml/2006/main">
              <a:ext uri="{FF2B5EF4-FFF2-40B4-BE49-F238E27FC236}">
                <a16:creationId xmlns:a16="http://schemas.microsoft.com/office/drawing/2014/main" id="{47BFB452-9C8A-4011-881E-3D9EED60F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5666" y="40538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1" name="path-3498">
            <a:extLst xmlns:a="http://schemas.openxmlformats.org/drawingml/2006/main">
              <a:ext uri="{FF2B5EF4-FFF2-40B4-BE49-F238E27FC236}">
                <a16:creationId xmlns:a16="http://schemas.microsoft.com/office/drawing/2014/main" id="{956BA387-E6B0-4335-833C-784CF43A24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0088" y="40531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2" name="path-3499">
            <a:extLst xmlns:a="http://schemas.openxmlformats.org/drawingml/2006/main">
              <a:ext uri="{FF2B5EF4-FFF2-40B4-BE49-F238E27FC236}">
                <a16:creationId xmlns:a16="http://schemas.microsoft.com/office/drawing/2014/main" id="{1ABC1FED-49ED-4013-B16E-C2DBB2C8E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4965" y="40653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3" name="path-3500">
            <a:extLst xmlns:a="http://schemas.openxmlformats.org/drawingml/2006/main">
              <a:ext uri="{FF2B5EF4-FFF2-40B4-BE49-F238E27FC236}">
                <a16:creationId xmlns:a16="http://schemas.microsoft.com/office/drawing/2014/main" id="{07DF95C5-AE92-48A8-8DB6-64BA55FEA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305" y="40463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4" name="path-3501">
            <a:extLst xmlns:a="http://schemas.openxmlformats.org/drawingml/2006/main">
              <a:ext uri="{FF2B5EF4-FFF2-40B4-BE49-F238E27FC236}">
                <a16:creationId xmlns:a16="http://schemas.microsoft.com/office/drawing/2014/main" id="{130C9CB7-C0AB-4BB6-8624-EBB482832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753" y="40457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5" name="path-3502">
            <a:extLst xmlns:a="http://schemas.openxmlformats.org/drawingml/2006/main">
              <a:ext uri="{FF2B5EF4-FFF2-40B4-BE49-F238E27FC236}">
                <a16:creationId xmlns:a16="http://schemas.microsoft.com/office/drawing/2014/main" id="{C4DC4DEB-5C23-4329-9BD0-F353D955B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000" y="40390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6" name="path-3503">
            <a:extLst xmlns:a="http://schemas.openxmlformats.org/drawingml/2006/main">
              <a:ext uri="{FF2B5EF4-FFF2-40B4-BE49-F238E27FC236}">
                <a16:creationId xmlns:a16="http://schemas.microsoft.com/office/drawing/2014/main" id="{AC614B89-2A27-4DE2-8D55-D9C5BA0E8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167" y="40398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7" name="path-3504">
            <a:extLst xmlns:a="http://schemas.openxmlformats.org/drawingml/2006/main">
              <a:ext uri="{FF2B5EF4-FFF2-40B4-BE49-F238E27FC236}">
                <a16:creationId xmlns:a16="http://schemas.microsoft.com/office/drawing/2014/main" id="{737470B2-5C83-43BF-82E0-60AD6EC5F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9961" y="40304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8" name="path-3505">
            <a:extLst xmlns:a="http://schemas.openxmlformats.org/drawingml/2006/main">
              <a:ext uri="{FF2B5EF4-FFF2-40B4-BE49-F238E27FC236}">
                <a16:creationId xmlns:a16="http://schemas.microsoft.com/office/drawing/2014/main" id="{910B85B9-37FC-45E8-9231-8787C3AEA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541" y="40530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99" name="path-3506">
            <a:extLst xmlns:a="http://schemas.openxmlformats.org/drawingml/2006/main">
              <a:ext uri="{FF2B5EF4-FFF2-40B4-BE49-F238E27FC236}">
                <a16:creationId xmlns:a16="http://schemas.microsoft.com/office/drawing/2014/main" id="{2FD42CD9-3064-4B70-B0E4-D875F12D6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112" y="40692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0" name="path-3507">
            <a:extLst xmlns:a="http://schemas.openxmlformats.org/drawingml/2006/main">
              <a:ext uri="{FF2B5EF4-FFF2-40B4-BE49-F238E27FC236}">
                <a16:creationId xmlns:a16="http://schemas.microsoft.com/office/drawing/2014/main" id="{1C3359D6-BC0A-43B5-8082-C992F59F0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6089" y="40456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1" name="path-3508">
            <a:extLst xmlns:a="http://schemas.openxmlformats.org/drawingml/2006/main">
              <a:ext uri="{FF2B5EF4-FFF2-40B4-BE49-F238E27FC236}">
                <a16:creationId xmlns:a16="http://schemas.microsoft.com/office/drawing/2014/main" id="{5A24C8CB-D0AB-4307-AD6B-AE5D56A81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163" y="4081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2" name="path-3509">
            <a:extLst xmlns:a="http://schemas.openxmlformats.org/drawingml/2006/main">
              <a:ext uri="{FF2B5EF4-FFF2-40B4-BE49-F238E27FC236}">
                <a16:creationId xmlns:a16="http://schemas.microsoft.com/office/drawing/2014/main" id="{AED054F3-36F0-48F5-A8C4-A09B19531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355" y="40455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3" name="path-3510">
            <a:extLst xmlns:a="http://schemas.openxmlformats.org/drawingml/2006/main">
              <a:ext uri="{FF2B5EF4-FFF2-40B4-BE49-F238E27FC236}">
                <a16:creationId xmlns:a16="http://schemas.microsoft.com/office/drawing/2014/main" id="{1A50E59B-F925-45BA-B57A-76321B8B0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743" y="40455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4" name="path-3511">
            <a:extLst xmlns:a="http://schemas.openxmlformats.org/drawingml/2006/main">
              <a:ext uri="{FF2B5EF4-FFF2-40B4-BE49-F238E27FC236}">
                <a16:creationId xmlns:a16="http://schemas.microsoft.com/office/drawing/2014/main" id="{9208871F-FC7F-494F-A931-1067FC9DC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779" y="40441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5" name="path-3512">
            <a:extLst xmlns:a="http://schemas.openxmlformats.org/drawingml/2006/main">
              <a:ext uri="{FF2B5EF4-FFF2-40B4-BE49-F238E27FC236}">
                <a16:creationId xmlns:a16="http://schemas.microsoft.com/office/drawing/2014/main" id="{218F10B4-B144-4612-9609-F07283D9F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869" y="40458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6" name="path-3513">
            <a:extLst xmlns:a="http://schemas.openxmlformats.org/drawingml/2006/main">
              <a:ext uri="{FF2B5EF4-FFF2-40B4-BE49-F238E27FC236}">
                <a16:creationId xmlns:a16="http://schemas.microsoft.com/office/drawing/2014/main" id="{D48EDCCB-5B5C-4AEF-B6AB-982F12016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4672" y="4053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7" name="path-3514">
            <a:extLst xmlns:a="http://schemas.openxmlformats.org/drawingml/2006/main">
              <a:ext uri="{FF2B5EF4-FFF2-40B4-BE49-F238E27FC236}">
                <a16:creationId xmlns:a16="http://schemas.microsoft.com/office/drawing/2014/main" id="{21199D4D-1836-4B4F-8BC6-A72B6E33C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3634" y="40602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8" name="path-3515">
            <a:extLst xmlns:a="http://schemas.openxmlformats.org/drawingml/2006/main">
              <a:ext uri="{FF2B5EF4-FFF2-40B4-BE49-F238E27FC236}">
                <a16:creationId xmlns:a16="http://schemas.microsoft.com/office/drawing/2014/main" id="{92F2D75F-AD90-431A-BE75-E132E3DA5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8087" y="4060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09" name="path-3516">
            <a:extLst xmlns:a="http://schemas.openxmlformats.org/drawingml/2006/main">
              <a:ext uri="{FF2B5EF4-FFF2-40B4-BE49-F238E27FC236}">
                <a16:creationId xmlns:a16="http://schemas.microsoft.com/office/drawing/2014/main" id="{F97554D6-CF34-45FD-8F38-549A4E1E3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178" y="40454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0" name="path-3517">
            <a:extLst xmlns:a="http://schemas.openxmlformats.org/drawingml/2006/main">
              <a:ext uri="{FF2B5EF4-FFF2-40B4-BE49-F238E27FC236}">
                <a16:creationId xmlns:a16="http://schemas.microsoft.com/office/drawing/2014/main" id="{41081438-AC14-46FA-A9A3-C0FADCB1C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081" y="40475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1" name="path-3518">
            <a:extLst xmlns:a="http://schemas.openxmlformats.org/drawingml/2006/main">
              <a:ext uri="{FF2B5EF4-FFF2-40B4-BE49-F238E27FC236}">
                <a16:creationId xmlns:a16="http://schemas.microsoft.com/office/drawing/2014/main" id="{32043C7E-090A-4FB7-A7C9-BD5CD546E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826" y="40296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2" name="path-3519">
            <a:extLst xmlns:a="http://schemas.openxmlformats.org/drawingml/2006/main">
              <a:ext uri="{FF2B5EF4-FFF2-40B4-BE49-F238E27FC236}">
                <a16:creationId xmlns:a16="http://schemas.microsoft.com/office/drawing/2014/main" id="{15136AA1-38EE-4CE2-847D-42F428A20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9120" y="40440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3" name="path-3520">
            <a:extLst xmlns:a="http://schemas.openxmlformats.org/drawingml/2006/main">
              <a:ext uri="{FF2B5EF4-FFF2-40B4-BE49-F238E27FC236}">
                <a16:creationId xmlns:a16="http://schemas.microsoft.com/office/drawing/2014/main" id="{638EBDC3-86E7-45C5-8E20-B20EA6284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361" y="40419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4" name="path-3521">
            <a:extLst xmlns:a="http://schemas.openxmlformats.org/drawingml/2006/main">
              <a:ext uri="{FF2B5EF4-FFF2-40B4-BE49-F238E27FC236}">
                <a16:creationId xmlns:a16="http://schemas.microsoft.com/office/drawing/2014/main" id="{5DC5B76E-DA4F-4A9D-B5D2-81ACD5D0B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944" y="40459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5" name="path-3522">
            <a:extLst xmlns:a="http://schemas.openxmlformats.org/drawingml/2006/main">
              <a:ext uri="{FF2B5EF4-FFF2-40B4-BE49-F238E27FC236}">
                <a16:creationId xmlns:a16="http://schemas.microsoft.com/office/drawing/2014/main" id="{A8E3DD28-CF0E-449A-A428-ABB27633C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06294" y="40445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6" name="path-3523">
            <a:extLst xmlns:a="http://schemas.openxmlformats.org/drawingml/2006/main">
              <a:ext uri="{FF2B5EF4-FFF2-40B4-BE49-F238E27FC236}">
                <a16:creationId xmlns:a16="http://schemas.microsoft.com/office/drawing/2014/main" id="{493CCA91-C680-4312-B9C8-8C2FBD992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657" y="40382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7" name="path-3524">
            <a:extLst xmlns:a="http://schemas.openxmlformats.org/drawingml/2006/main">
              <a:ext uri="{FF2B5EF4-FFF2-40B4-BE49-F238E27FC236}">
                <a16:creationId xmlns:a16="http://schemas.microsoft.com/office/drawing/2014/main" id="{8428A49B-E1B0-4041-A73F-2A6E34A9A9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529" y="40350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8" name="path-3525">
            <a:extLst xmlns:a="http://schemas.openxmlformats.org/drawingml/2006/main">
              <a:ext uri="{FF2B5EF4-FFF2-40B4-BE49-F238E27FC236}">
                <a16:creationId xmlns:a16="http://schemas.microsoft.com/office/drawing/2014/main" id="{E9AA9EC0-B33D-4562-959C-0CFE2C687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4448" y="4062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19" name="path-3526">
            <a:extLst xmlns:a="http://schemas.openxmlformats.org/drawingml/2006/main">
              <a:ext uri="{FF2B5EF4-FFF2-40B4-BE49-F238E27FC236}">
                <a16:creationId xmlns:a16="http://schemas.microsoft.com/office/drawing/2014/main" id="{6E0918ED-2451-47BA-8350-43D6C8364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78887" y="4037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0" name="path-3527">
            <a:extLst xmlns:a="http://schemas.openxmlformats.org/drawingml/2006/main">
              <a:ext uri="{FF2B5EF4-FFF2-40B4-BE49-F238E27FC236}">
                <a16:creationId xmlns:a16="http://schemas.microsoft.com/office/drawing/2014/main" id="{E4014518-E7C4-46AB-AF4D-A41E04F296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34966" y="40482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1" name="path-3528">
            <a:extLst xmlns:a="http://schemas.openxmlformats.org/drawingml/2006/main">
              <a:ext uri="{FF2B5EF4-FFF2-40B4-BE49-F238E27FC236}">
                <a16:creationId xmlns:a16="http://schemas.microsoft.com/office/drawing/2014/main" id="{BCA9047A-7771-4E21-B3CB-B88959AC5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3806" y="40717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2" name="path-3529">
            <a:extLst xmlns:a="http://schemas.openxmlformats.org/drawingml/2006/main">
              <a:ext uri="{FF2B5EF4-FFF2-40B4-BE49-F238E27FC236}">
                <a16:creationId xmlns:a16="http://schemas.microsoft.com/office/drawing/2014/main" id="{D19E5D7A-71CC-4034-95E2-15AF211E1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6188" y="40501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3" name="path-3530">
            <a:extLst xmlns:a="http://schemas.openxmlformats.org/drawingml/2006/main">
              <a:ext uri="{FF2B5EF4-FFF2-40B4-BE49-F238E27FC236}">
                <a16:creationId xmlns:a16="http://schemas.microsoft.com/office/drawing/2014/main" id="{6FE33F37-5439-483E-B45B-7F27CE11EB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49667" y="40377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4" name="path-3531">
            <a:extLst xmlns:a="http://schemas.openxmlformats.org/drawingml/2006/main">
              <a:ext uri="{FF2B5EF4-FFF2-40B4-BE49-F238E27FC236}">
                <a16:creationId xmlns:a16="http://schemas.microsoft.com/office/drawing/2014/main" id="{A20D1A26-0C67-43FA-8392-45E9900F3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3345" y="4046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5" name="path-3532">
            <a:extLst xmlns:a="http://schemas.openxmlformats.org/drawingml/2006/main">
              <a:ext uri="{FF2B5EF4-FFF2-40B4-BE49-F238E27FC236}">
                <a16:creationId xmlns:a16="http://schemas.microsoft.com/office/drawing/2014/main" id="{AA4003B2-4740-44F7-9F70-0E37E1661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705" y="40382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6" name="path-3533">
            <a:extLst xmlns:a="http://schemas.openxmlformats.org/drawingml/2006/main">
              <a:ext uri="{FF2B5EF4-FFF2-40B4-BE49-F238E27FC236}">
                <a16:creationId xmlns:a16="http://schemas.microsoft.com/office/drawing/2014/main" id="{69867D76-F40A-473D-A161-7C8B79DD0C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798" y="40410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7" name="path-3534">
            <a:extLst xmlns:a="http://schemas.openxmlformats.org/drawingml/2006/main">
              <a:ext uri="{FF2B5EF4-FFF2-40B4-BE49-F238E27FC236}">
                <a16:creationId xmlns:a16="http://schemas.microsoft.com/office/drawing/2014/main" id="{001CE613-D4DA-4E74-9C3F-CC5C934896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573" y="40444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8" name="path-3535">
            <a:extLst xmlns:a="http://schemas.openxmlformats.org/drawingml/2006/main">
              <a:ext uri="{FF2B5EF4-FFF2-40B4-BE49-F238E27FC236}">
                <a16:creationId xmlns:a16="http://schemas.microsoft.com/office/drawing/2014/main" id="{B560D280-887A-4548-A3B6-84D6D26933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078" y="40620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29" name="path-3536">
            <a:extLst xmlns:a="http://schemas.openxmlformats.org/drawingml/2006/main">
              <a:ext uri="{FF2B5EF4-FFF2-40B4-BE49-F238E27FC236}">
                <a16:creationId xmlns:a16="http://schemas.microsoft.com/office/drawing/2014/main" id="{C1DFAE1A-797A-48E0-A568-EF205DD97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1209" y="4036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0" name="path-3537">
            <a:extLst xmlns:a="http://schemas.openxmlformats.org/drawingml/2006/main">
              <a:ext uri="{FF2B5EF4-FFF2-40B4-BE49-F238E27FC236}">
                <a16:creationId xmlns:a16="http://schemas.microsoft.com/office/drawing/2014/main" id="{5EB1061F-255C-4E87-9E1E-F9D7314BF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152" y="40469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1" name="path-3538">
            <a:extLst xmlns:a="http://schemas.openxmlformats.org/drawingml/2006/main">
              <a:ext uri="{FF2B5EF4-FFF2-40B4-BE49-F238E27FC236}">
                <a16:creationId xmlns:a16="http://schemas.microsoft.com/office/drawing/2014/main" id="{953B178C-CCC3-402E-A05A-567798907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9706" y="40500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2" name="path-3539">
            <a:extLst xmlns:a="http://schemas.openxmlformats.org/drawingml/2006/main">
              <a:ext uri="{FF2B5EF4-FFF2-40B4-BE49-F238E27FC236}">
                <a16:creationId xmlns:a16="http://schemas.microsoft.com/office/drawing/2014/main" id="{5C7E4D2F-8621-447E-9915-4698E3C55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124" y="4045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3" name="path-3540">
            <a:extLst xmlns:a="http://schemas.openxmlformats.org/drawingml/2006/main">
              <a:ext uri="{FF2B5EF4-FFF2-40B4-BE49-F238E27FC236}">
                <a16:creationId xmlns:a16="http://schemas.microsoft.com/office/drawing/2014/main" id="{39018F49-234A-4D4E-8EF4-71C8F7722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629" y="40478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4" name="path-3541">
            <a:extLst xmlns:a="http://schemas.openxmlformats.org/drawingml/2006/main">
              <a:ext uri="{FF2B5EF4-FFF2-40B4-BE49-F238E27FC236}">
                <a16:creationId xmlns:a16="http://schemas.microsoft.com/office/drawing/2014/main" id="{C98FF8BA-FC63-4F6D-99DC-4A404D01B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483" y="40200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5" name="path-3542">
            <a:extLst xmlns:a="http://schemas.openxmlformats.org/drawingml/2006/main">
              <a:ext uri="{FF2B5EF4-FFF2-40B4-BE49-F238E27FC236}">
                <a16:creationId xmlns:a16="http://schemas.microsoft.com/office/drawing/2014/main" id="{C7E4EB8C-374D-4D2A-BFC9-7ED5785BF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886" y="4044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6" name="path-3543">
            <a:extLst xmlns:a="http://schemas.openxmlformats.org/drawingml/2006/main">
              <a:ext uri="{FF2B5EF4-FFF2-40B4-BE49-F238E27FC236}">
                <a16:creationId xmlns:a16="http://schemas.microsoft.com/office/drawing/2014/main" id="{7E4F50FF-7797-4B62-8540-41E98DC77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212" y="40408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7" name="path-3544">
            <a:extLst xmlns:a="http://schemas.openxmlformats.org/drawingml/2006/main">
              <a:ext uri="{FF2B5EF4-FFF2-40B4-BE49-F238E27FC236}">
                <a16:creationId xmlns:a16="http://schemas.microsoft.com/office/drawing/2014/main" id="{AB51256A-E16D-4B16-B887-2177E1172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514" y="40421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8" name="path-3545">
            <a:extLst xmlns:a="http://schemas.openxmlformats.org/drawingml/2006/main">
              <a:ext uri="{FF2B5EF4-FFF2-40B4-BE49-F238E27FC236}">
                <a16:creationId xmlns:a16="http://schemas.microsoft.com/office/drawing/2014/main" id="{FFEC3CA3-5EDA-4FB8-B373-96EB6F0EF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785" y="40461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39" name="path-3546">
            <a:extLst xmlns:a="http://schemas.openxmlformats.org/drawingml/2006/main">
              <a:ext uri="{FF2B5EF4-FFF2-40B4-BE49-F238E27FC236}">
                <a16:creationId xmlns:a16="http://schemas.microsoft.com/office/drawing/2014/main" id="{E9FECA7A-3E81-40A1-BA73-1910F8C4B1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120" y="40486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0" name="path-3547">
            <a:extLst xmlns:a="http://schemas.openxmlformats.org/drawingml/2006/main">
              <a:ext uri="{FF2B5EF4-FFF2-40B4-BE49-F238E27FC236}">
                <a16:creationId xmlns:a16="http://schemas.microsoft.com/office/drawing/2014/main" id="{C6C19F7D-C052-446E-831D-12CDA57E6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7960" y="40527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1" name="path-3548">
            <a:extLst xmlns:a="http://schemas.openxmlformats.org/drawingml/2006/main">
              <a:ext uri="{FF2B5EF4-FFF2-40B4-BE49-F238E27FC236}">
                <a16:creationId xmlns:a16="http://schemas.microsoft.com/office/drawing/2014/main" id="{FB5CEA32-BCCD-4C1C-A7AC-D8B210BB0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396" y="40511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2" name="path-3549">
            <a:extLst xmlns:a="http://schemas.openxmlformats.org/drawingml/2006/main">
              <a:ext uri="{FF2B5EF4-FFF2-40B4-BE49-F238E27FC236}">
                <a16:creationId xmlns:a16="http://schemas.microsoft.com/office/drawing/2014/main" id="{0EA755F8-702C-47F8-BAEF-B5C06EA56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353" y="40430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3" name="path-3550">
            <a:extLst xmlns:a="http://schemas.openxmlformats.org/drawingml/2006/main">
              <a:ext uri="{FF2B5EF4-FFF2-40B4-BE49-F238E27FC236}">
                <a16:creationId xmlns:a16="http://schemas.microsoft.com/office/drawing/2014/main" id="{80CC96E1-D467-49BA-AA90-74A18F56C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91874" y="40344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4" name="path-3551">
            <a:extLst xmlns:a="http://schemas.openxmlformats.org/drawingml/2006/main">
              <a:ext uri="{FF2B5EF4-FFF2-40B4-BE49-F238E27FC236}">
                <a16:creationId xmlns:a16="http://schemas.microsoft.com/office/drawing/2014/main" id="{D1143382-BD8E-414B-A86E-F92433A4E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3425" y="40398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5" name="path-3552">
            <a:extLst xmlns:a="http://schemas.openxmlformats.org/drawingml/2006/main">
              <a:ext uri="{FF2B5EF4-FFF2-40B4-BE49-F238E27FC236}">
                <a16:creationId xmlns:a16="http://schemas.microsoft.com/office/drawing/2014/main" id="{33D20089-53AB-4287-885C-9E862A35B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400" y="40447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6" name="path-3553">
            <a:extLst xmlns:a="http://schemas.openxmlformats.org/drawingml/2006/main">
              <a:ext uri="{FF2B5EF4-FFF2-40B4-BE49-F238E27FC236}">
                <a16:creationId xmlns:a16="http://schemas.microsoft.com/office/drawing/2014/main" id="{AC6E916E-4A10-48F6-A96E-0F4F78CED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345" y="4048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7" name="path-3554">
            <a:extLst xmlns:a="http://schemas.openxmlformats.org/drawingml/2006/main">
              <a:ext uri="{FF2B5EF4-FFF2-40B4-BE49-F238E27FC236}">
                <a16:creationId xmlns:a16="http://schemas.microsoft.com/office/drawing/2014/main" id="{17068F1E-1358-47F1-8531-FAC6C6652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931" y="40508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8" name="path-3555">
            <a:extLst xmlns:a="http://schemas.openxmlformats.org/drawingml/2006/main">
              <a:ext uri="{FF2B5EF4-FFF2-40B4-BE49-F238E27FC236}">
                <a16:creationId xmlns:a16="http://schemas.microsoft.com/office/drawing/2014/main" id="{9D611333-EFA5-4154-BB9A-5865ADA98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1583" y="40215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9" name="path-3556">
            <a:extLst xmlns:a="http://schemas.openxmlformats.org/drawingml/2006/main">
              <a:ext uri="{FF2B5EF4-FFF2-40B4-BE49-F238E27FC236}">
                <a16:creationId xmlns:a16="http://schemas.microsoft.com/office/drawing/2014/main" id="{F120EBF4-E819-4A43-84A3-511E1669F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4967" y="4013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0" name="path-3557">
            <a:extLst xmlns:a="http://schemas.openxmlformats.org/drawingml/2006/main">
              <a:ext uri="{FF2B5EF4-FFF2-40B4-BE49-F238E27FC236}">
                <a16:creationId xmlns:a16="http://schemas.microsoft.com/office/drawing/2014/main" id="{B45DB834-2CCE-4011-99F5-4D52CAC15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857" y="40468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1" name="path-3558">
            <a:extLst xmlns:a="http://schemas.openxmlformats.org/drawingml/2006/main">
              <a:ext uri="{FF2B5EF4-FFF2-40B4-BE49-F238E27FC236}">
                <a16:creationId xmlns:a16="http://schemas.microsoft.com/office/drawing/2014/main" id="{5CE71AC5-C09D-4AEC-98E1-687B1EB68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3829" y="40655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2" name="path-3559">
            <a:extLst xmlns:a="http://schemas.openxmlformats.org/drawingml/2006/main">
              <a:ext uri="{FF2B5EF4-FFF2-40B4-BE49-F238E27FC236}">
                <a16:creationId xmlns:a16="http://schemas.microsoft.com/office/drawing/2014/main" id="{177EE7BA-11C7-4FAC-9C59-F74A6B986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706" y="40412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3" name="path-3560">
            <a:extLst xmlns:a="http://schemas.openxmlformats.org/drawingml/2006/main">
              <a:ext uri="{FF2B5EF4-FFF2-40B4-BE49-F238E27FC236}">
                <a16:creationId xmlns:a16="http://schemas.microsoft.com/office/drawing/2014/main" id="{C806C663-83CF-406A-ADE4-958EAA4D5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2289" y="40472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4" name="path-3561">
            <a:extLst xmlns:a="http://schemas.openxmlformats.org/drawingml/2006/main">
              <a:ext uri="{FF2B5EF4-FFF2-40B4-BE49-F238E27FC236}">
                <a16:creationId xmlns:a16="http://schemas.microsoft.com/office/drawing/2014/main" id="{5EB50B7C-90B5-4092-9B7D-9306F55EA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79446" y="40521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5" name="path-3562">
            <a:extLst xmlns:a="http://schemas.openxmlformats.org/drawingml/2006/main">
              <a:ext uri="{FF2B5EF4-FFF2-40B4-BE49-F238E27FC236}">
                <a16:creationId xmlns:a16="http://schemas.microsoft.com/office/drawing/2014/main" id="{97F520A8-0CE4-4F8C-8275-C293A0B80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93425" y="4012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6" name="path-3563">
            <a:extLst xmlns:a="http://schemas.openxmlformats.org/drawingml/2006/main">
              <a:ext uri="{FF2B5EF4-FFF2-40B4-BE49-F238E27FC236}">
                <a16:creationId xmlns:a16="http://schemas.microsoft.com/office/drawing/2014/main" id="{960034B0-F398-400D-84FD-A6DC8E009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313" y="40458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7" name="path-3564">
            <a:extLst xmlns:a="http://schemas.openxmlformats.org/drawingml/2006/main">
              <a:ext uri="{FF2B5EF4-FFF2-40B4-BE49-F238E27FC236}">
                <a16:creationId xmlns:a16="http://schemas.microsoft.com/office/drawing/2014/main" id="{C1D4CC63-EA72-4C47-8B3E-B0E836B617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9664" y="40302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8" name="path-3565">
            <a:extLst xmlns:a="http://schemas.openxmlformats.org/drawingml/2006/main">
              <a:ext uri="{FF2B5EF4-FFF2-40B4-BE49-F238E27FC236}">
                <a16:creationId xmlns:a16="http://schemas.microsoft.com/office/drawing/2014/main" id="{A7BF3CC3-6F1D-4F8B-8EEA-D0A705E90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062" y="40470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59" name="path-3566">
            <a:extLst xmlns:a="http://schemas.openxmlformats.org/drawingml/2006/main">
              <a:ext uri="{FF2B5EF4-FFF2-40B4-BE49-F238E27FC236}">
                <a16:creationId xmlns:a16="http://schemas.microsoft.com/office/drawing/2014/main" id="{79A7C40B-728A-4CF4-A692-40FEBE221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436" y="40397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0" name="path-3567">
            <a:extLst xmlns:a="http://schemas.openxmlformats.org/drawingml/2006/main">
              <a:ext uri="{FF2B5EF4-FFF2-40B4-BE49-F238E27FC236}">
                <a16:creationId xmlns:a16="http://schemas.microsoft.com/office/drawing/2014/main" id="{C492525C-2F8D-4526-9508-5EF5381C9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234" y="40468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1" name="path-3568">
            <a:extLst xmlns:a="http://schemas.openxmlformats.org/drawingml/2006/main">
              <a:ext uri="{FF2B5EF4-FFF2-40B4-BE49-F238E27FC236}">
                <a16:creationId xmlns:a16="http://schemas.microsoft.com/office/drawing/2014/main" id="{87F1FD45-8D6F-4605-A51D-B9CA9EEC2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897" y="40509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2" name="path-3569">
            <a:extLst xmlns:a="http://schemas.openxmlformats.org/drawingml/2006/main">
              <a:ext uri="{FF2B5EF4-FFF2-40B4-BE49-F238E27FC236}">
                <a16:creationId xmlns:a16="http://schemas.microsoft.com/office/drawing/2014/main" id="{7584C7A0-582D-44B8-8113-6A6D3C76A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061" y="40523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3" name="path-3570">
            <a:extLst xmlns:a="http://schemas.openxmlformats.org/drawingml/2006/main">
              <a:ext uri="{FF2B5EF4-FFF2-40B4-BE49-F238E27FC236}">
                <a16:creationId xmlns:a16="http://schemas.microsoft.com/office/drawing/2014/main" id="{68F15545-422F-4598-B999-E1B071DAB3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396" y="40446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4" name="path-3571">
            <a:extLst xmlns:a="http://schemas.openxmlformats.org/drawingml/2006/main">
              <a:ext uri="{FF2B5EF4-FFF2-40B4-BE49-F238E27FC236}">
                <a16:creationId xmlns:a16="http://schemas.microsoft.com/office/drawing/2014/main" id="{1FF091BD-0900-44D8-A867-F2DA03843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474" y="40487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5" name="path-3572">
            <a:extLst xmlns:a="http://schemas.openxmlformats.org/drawingml/2006/main">
              <a:ext uri="{FF2B5EF4-FFF2-40B4-BE49-F238E27FC236}">
                <a16:creationId xmlns:a16="http://schemas.microsoft.com/office/drawing/2014/main" id="{92D09702-D2C1-4B23-9029-1BA8AF8CA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483" y="40470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6" name="path-3573">
            <a:extLst xmlns:a="http://schemas.openxmlformats.org/drawingml/2006/main">
              <a:ext uri="{FF2B5EF4-FFF2-40B4-BE49-F238E27FC236}">
                <a16:creationId xmlns:a16="http://schemas.microsoft.com/office/drawing/2014/main" id="{6D558718-60CB-45B1-9F44-636B689CA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3052" y="4050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7" name="path-3574">
            <a:extLst xmlns:a="http://schemas.openxmlformats.org/drawingml/2006/main">
              <a:ext uri="{FF2B5EF4-FFF2-40B4-BE49-F238E27FC236}">
                <a16:creationId xmlns:a16="http://schemas.microsoft.com/office/drawing/2014/main" id="{EB4A678E-FAE7-4F63-9846-ECD999445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9327" y="40448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8" name="path-3575">
            <a:extLst xmlns:a="http://schemas.openxmlformats.org/drawingml/2006/main">
              <a:ext uri="{FF2B5EF4-FFF2-40B4-BE49-F238E27FC236}">
                <a16:creationId xmlns:a16="http://schemas.microsoft.com/office/drawing/2014/main" id="{3FEECBED-82E9-4D66-8893-5CE3B0720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0897" y="40473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69" name="path-3576">
            <a:extLst xmlns:a="http://schemas.openxmlformats.org/drawingml/2006/main">
              <a:ext uri="{FF2B5EF4-FFF2-40B4-BE49-F238E27FC236}">
                <a16:creationId xmlns:a16="http://schemas.microsoft.com/office/drawing/2014/main" id="{A31D1B41-1C0F-4961-AA69-82034D9C0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726" y="40455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0" name="path-3577">
            <a:extLst xmlns:a="http://schemas.openxmlformats.org/drawingml/2006/main">
              <a:ext uri="{FF2B5EF4-FFF2-40B4-BE49-F238E27FC236}">
                <a16:creationId xmlns:a16="http://schemas.microsoft.com/office/drawing/2014/main" id="{9F3FEAB7-04B6-4677-B79C-81A98A60D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882" y="40151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1" name="path-3578">
            <a:extLst xmlns:a="http://schemas.openxmlformats.org/drawingml/2006/main">
              <a:ext uri="{FF2B5EF4-FFF2-40B4-BE49-F238E27FC236}">
                <a16:creationId xmlns:a16="http://schemas.microsoft.com/office/drawing/2014/main" id="{79807643-5156-4EB2-9D7B-853670334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877" y="4025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2" name="path-3579">
            <a:extLst xmlns:a="http://schemas.openxmlformats.org/drawingml/2006/main">
              <a:ext uri="{FF2B5EF4-FFF2-40B4-BE49-F238E27FC236}">
                <a16:creationId xmlns:a16="http://schemas.microsoft.com/office/drawing/2014/main" id="{70A30B6D-D6D6-4FC1-A1D0-A2A0B16B4F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6714" y="40672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3" name="path-3580">
            <a:extLst xmlns:a="http://schemas.openxmlformats.org/drawingml/2006/main">
              <a:ext uri="{FF2B5EF4-FFF2-40B4-BE49-F238E27FC236}">
                <a16:creationId xmlns:a16="http://schemas.microsoft.com/office/drawing/2014/main" id="{E15C09C5-A972-4BE9-ABF0-3888BD1D9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526" y="40436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4" name="path-3581">
            <a:extLst xmlns:a="http://schemas.openxmlformats.org/drawingml/2006/main">
              <a:ext uri="{FF2B5EF4-FFF2-40B4-BE49-F238E27FC236}">
                <a16:creationId xmlns:a16="http://schemas.microsoft.com/office/drawing/2014/main" id="{DCD8568B-C8AB-4522-92C5-05FF8B1C0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6930" y="40544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5" name="path-3582">
            <a:extLst xmlns:a="http://schemas.openxmlformats.org/drawingml/2006/main">
              <a:ext uri="{FF2B5EF4-FFF2-40B4-BE49-F238E27FC236}">
                <a16:creationId xmlns:a16="http://schemas.microsoft.com/office/drawing/2014/main" id="{C54BCCD9-AFE5-4FE5-B3D7-E1FEE4616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886" y="4065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6" name="path-3583">
            <a:extLst xmlns:a="http://schemas.openxmlformats.org/drawingml/2006/main">
              <a:ext uri="{FF2B5EF4-FFF2-40B4-BE49-F238E27FC236}">
                <a16:creationId xmlns:a16="http://schemas.microsoft.com/office/drawing/2014/main" id="{E9239596-FD0F-41B8-A957-C277AF5C6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581" y="40311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7" name="path-3584">
            <a:extLst xmlns:a="http://schemas.openxmlformats.org/drawingml/2006/main">
              <a:ext uri="{FF2B5EF4-FFF2-40B4-BE49-F238E27FC236}">
                <a16:creationId xmlns:a16="http://schemas.microsoft.com/office/drawing/2014/main" id="{3E1C1024-C139-4070-B822-3A42112ED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860" y="40462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8" name="path-3585">
            <a:extLst xmlns:a="http://schemas.openxmlformats.org/drawingml/2006/main">
              <a:ext uri="{FF2B5EF4-FFF2-40B4-BE49-F238E27FC236}">
                <a16:creationId xmlns:a16="http://schemas.microsoft.com/office/drawing/2014/main" id="{104606C7-0CDE-45DC-BFE3-E32E93C16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100" y="40436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9" name="path-3586">
            <a:extLst xmlns:a="http://schemas.openxmlformats.org/drawingml/2006/main">
              <a:ext uri="{FF2B5EF4-FFF2-40B4-BE49-F238E27FC236}">
                <a16:creationId xmlns:a16="http://schemas.microsoft.com/office/drawing/2014/main" id="{DFB5B3C5-7493-4797-B17B-F0525D89E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01144" y="4064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0" name="path-3587">
            <a:extLst xmlns:a="http://schemas.openxmlformats.org/drawingml/2006/main">
              <a:ext uri="{FF2B5EF4-FFF2-40B4-BE49-F238E27FC236}">
                <a16:creationId xmlns:a16="http://schemas.microsoft.com/office/drawing/2014/main" id="{B04BF6FC-648E-40DE-B114-F6B22ACE5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6615" y="40142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1" name="path-3588">
            <a:extLst xmlns:a="http://schemas.openxmlformats.org/drawingml/2006/main">
              <a:ext uri="{FF2B5EF4-FFF2-40B4-BE49-F238E27FC236}">
                <a16:creationId xmlns:a16="http://schemas.microsoft.com/office/drawing/2014/main" id="{6241EF8D-7D6D-4C08-8173-0075B332F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3931" y="4045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2" name="path-3589">
            <a:extLst xmlns:a="http://schemas.openxmlformats.org/drawingml/2006/main">
              <a:ext uri="{FF2B5EF4-FFF2-40B4-BE49-F238E27FC236}">
                <a16:creationId xmlns:a16="http://schemas.microsoft.com/office/drawing/2014/main" id="{5BC47BE6-5E3E-48E1-9D86-666106FBB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097" y="40449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3" name="path-3590">
            <a:extLst xmlns:a="http://schemas.openxmlformats.org/drawingml/2006/main">
              <a:ext uri="{FF2B5EF4-FFF2-40B4-BE49-F238E27FC236}">
                <a16:creationId xmlns:a16="http://schemas.microsoft.com/office/drawing/2014/main" id="{E3433D1B-486A-4733-9561-B5BBDBBE8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445" y="40470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4" name="path-3591">
            <a:extLst xmlns:a="http://schemas.openxmlformats.org/drawingml/2006/main">
              <a:ext uri="{FF2B5EF4-FFF2-40B4-BE49-F238E27FC236}">
                <a16:creationId xmlns:a16="http://schemas.microsoft.com/office/drawing/2014/main" id="{B72311E1-0F0E-4F62-9646-AA1D60D2F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903" y="40457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5" name="path-3592">
            <a:extLst xmlns:a="http://schemas.openxmlformats.org/drawingml/2006/main">
              <a:ext uri="{FF2B5EF4-FFF2-40B4-BE49-F238E27FC236}">
                <a16:creationId xmlns:a16="http://schemas.microsoft.com/office/drawing/2014/main" id="{C8F6147D-C248-4135-BF0E-C3C33611E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953" y="40395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6" name="path-3593">
            <a:extLst xmlns:a="http://schemas.openxmlformats.org/drawingml/2006/main">
              <a:ext uri="{FF2B5EF4-FFF2-40B4-BE49-F238E27FC236}">
                <a16:creationId xmlns:a16="http://schemas.microsoft.com/office/drawing/2014/main" id="{0B088047-C2EC-4BC2-B2E8-FA74C7FCF3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0054" y="40574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7" name="path-3594">
            <a:extLst xmlns:a="http://schemas.openxmlformats.org/drawingml/2006/main">
              <a:ext uri="{FF2B5EF4-FFF2-40B4-BE49-F238E27FC236}">
                <a16:creationId xmlns:a16="http://schemas.microsoft.com/office/drawing/2014/main" id="{3A7F7C7B-DE2D-48D0-BBB5-12688FE1D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16910" y="40475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8" name="path-3595">
            <a:extLst xmlns:a="http://schemas.openxmlformats.org/drawingml/2006/main">
              <a:ext uri="{FF2B5EF4-FFF2-40B4-BE49-F238E27FC236}">
                <a16:creationId xmlns:a16="http://schemas.microsoft.com/office/drawing/2014/main" id="{E681705A-AFCA-40EA-AC7F-FFDE64F89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3741" y="40409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89" name="path-3596">
            <a:extLst xmlns:a="http://schemas.openxmlformats.org/drawingml/2006/main">
              <a:ext uri="{FF2B5EF4-FFF2-40B4-BE49-F238E27FC236}">
                <a16:creationId xmlns:a16="http://schemas.microsoft.com/office/drawing/2014/main" id="{2A710DCB-758F-4783-86D2-D20B5B3A1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23875" y="40474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0" name="path-3597">
            <a:extLst xmlns:a="http://schemas.openxmlformats.org/drawingml/2006/main">
              <a:ext uri="{FF2B5EF4-FFF2-40B4-BE49-F238E27FC236}">
                <a16:creationId xmlns:a16="http://schemas.microsoft.com/office/drawing/2014/main" id="{AE1756F1-1B30-48AF-ADEC-AC2ABF6EB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857" y="40513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1" name="path-3598">
            <a:extLst xmlns:a="http://schemas.openxmlformats.org/drawingml/2006/main">
              <a:ext uri="{FF2B5EF4-FFF2-40B4-BE49-F238E27FC236}">
                <a16:creationId xmlns:a16="http://schemas.microsoft.com/office/drawing/2014/main" id="{9B1FC58A-1726-44FA-A112-94BBF0DB4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8805" y="40496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2" name="path-3599">
            <a:extLst xmlns:a="http://schemas.openxmlformats.org/drawingml/2006/main">
              <a:ext uri="{FF2B5EF4-FFF2-40B4-BE49-F238E27FC236}">
                <a16:creationId xmlns:a16="http://schemas.microsoft.com/office/drawing/2014/main" id="{297BED76-C01D-4928-B158-AEDA18B9C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140" y="40401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3" name="path-3600">
            <a:extLst xmlns:a="http://schemas.openxmlformats.org/drawingml/2006/main">
              <a:ext uri="{FF2B5EF4-FFF2-40B4-BE49-F238E27FC236}">
                <a16:creationId xmlns:a16="http://schemas.microsoft.com/office/drawing/2014/main" id="{0CFF58BC-2E5E-498B-AAEC-6E3382D91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4802" y="40331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4" name="path-3601">
            <a:extLst xmlns:a="http://schemas.openxmlformats.org/drawingml/2006/main">
              <a:ext uri="{FF2B5EF4-FFF2-40B4-BE49-F238E27FC236}">
                <a16:creationId xmlns:a16="http://schemas.microsoft.com/office/drawing/2014/main" id="{F21DD6F6-DC3D-4ABA-A39E-4D489A5569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3715" y="40865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5" name="path-3602">
            <a:extLst xmlns:a="http://schemas.openxmlformats.org/drawingml/2006/main">
              <a:ext uri="{FF2B5EF4-FFF2-40B4-BE49-F238E27FC236}">
                <a16:creationId xmlns:a16="http://schemas.microsoft.com/office/drawing/2014/main" id="{D8AB904C-C7D9-4650-B3A2-6B5FA1DD0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277" y="40422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6" name="path-3603">
            <a:extLst xmlns:a="http://schemas.openxmlformats.org/drawingml/2006/main">
              <a:ext uri="{FF2B5EF4-FFF2-40B4-BE49-F238E27FC236}">
                <a16:creationId xmlns:a16="http://schemas.microsoft.com/office/drawing/2014/main" id="{CEA8DD80-BFB0-46E3-8A77-EB355DBD8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7666" y="4045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7" name="path-3604">
            <a:extLst xmlns:a="http://schemas.openxmlformats.org/drawingml/2006/main">
              <a:ext uri="{FF2B5EF4-FFF2-40B4-BE49-F238E27FC236}">
                <a16:creationId xmlns:a16="http://schemas.microsoft.com/office/drawing/2014/main" id="{E53F7171-9642-40B7-8FBE-85DE65AC7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863" y="40463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8" name="path-3605">
            <a:extLst xmlns:a="http://schemas.openxmlformats.org/drawingml/2006/main">
              <a:ext uri="{FF2B5EF4-FFF2-40B4-BE49-F238E27FC236}">
                <a16:creationId xmlns:a16="http://schemas.microsoft.com/office/drawing/2014/main" id="{B4CCFA02-A40E-4705-88B0-82128D8EB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562" y="40491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99" name="path-3606">
            <a:extLst xmlns:a="http://schemas.openxmlformats.org/drawingml/2006/main">
              <a:ext uri="{FF2B5EF4-FFF2-40B4-BE49-F238E27FC236}">
                <a16:creationId xmlns:a16="http://schemas.microsoft.com/office/drawing/2014/main" id="{F05E3119-430D-4585-B54B-6BBCB9D4C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96908" y="40419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0" name="path-3607">
            <a:extLst xmlns:a="http://schemas.openxmlformats.org/drawingml/2006/main">
              <a:ext uri="{FF2B5EF4-FFF2-40B4-BE49-F238E27FC236}">
                <a16:creationId xmlns:a16="http://schemas.microsoft.com/office/drawing/2014/main" id="{C18032A2-4230-4729-B8BC-BC7E9884E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4556" y="4076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1" name="path-3608">
            <a:extLst xmlns:a="http://schemas.openxmlformats.org/drawingml/2006/main">
              <a:ext uri="{FF2B5EF4-FFF2-40B4-BE49-F238E27FC236}">
                <a16:creationId xmlns:a16="http://schemas.microsoft.com/office/drawing/2014/main" id="{36225E83-3630-4AEB-AD46-781742325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7558" y="4049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2" name="path-3609">
            <a:extLst xmlns:a="http://schemas.openxmlformats.org/drawingml/2006/main">
              <a:ext uri="{FF2B5EF4-FFF2-40B4-BE49-F238E27FC236}">
                <a16:creationId xmlns:a16="http://schemas.microsoft.com/office/drawing/2014/main" id="{8A6F1B1E-CC17-4560-BA09-799833E8C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7483" y="4019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3" name="path-3610">
            <a:extLst xmlns:a="http://schemas.openxmlformats.org/drawingml/2006/main">
              <a:ext uri="{FF2B5EF4-FFF2-40B4-BE49-F238E27FC236}">
                <a16:creationId xmlns:a16="http://schemas.microsoft.com/office/drawing/2014/main" id="{623C4389-587A-4BF9-A0B0-81B2E036A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822" y="4046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4" name="path-3611">
            <a:extLst xmlns:a="http://schemas.openxmlformats.org/drawingml/2006/main">
              <a:ext uri="{FF2B5EF4-FFF2-40B4-BE49-F238E27FC236}">
                <a16:creationId xmlns:a16="http://schemas.microsoft.com/office/drawing/2014/main" id="{F9BE9BF7-D9F2-48C1-85F5-27DBFF0DE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380" y="40428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5" name="path-3612">
            <a:extLst xmlns:a="http://schemas.openxmlformats.org/drawingml/2006/main">
              <a:ext uri="{FF2B5EF4-FFF2-40B4-BE49-F238E27FC236}">
                <a16:creationId xmlns:a16="http://schemas.microsoft.com/office/drawing/2014/main" id="{8F062784-309A-4FAF-866C-52B4FBA33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6517" y="40848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6" name="path-3613">
            <a:extLst xmlns:a="http://schemas.openxmlformats.org/drawingml/2006/main">
              <a:ext uri="{FF2B5EF4-FFF2-40B4-BE49-F238E27FC236}">
                <a16:creationId xmlns:a16="http://schemas.microsoft.com/office/drawing/2014/main" id="{68375B99-B2BD-4197-B242-3AB225D7E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254" y="4044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7" name="path-3614">
            <a:extLst xmlns:a="http://schemas.openxmlformats.org/drawingml/2006/main">
              <a:ext uri="{FF2B5EF4-FFF2-40B4-BE49-F238E27FC236}">
                <a16:creationId xmlns:a16="http://schemas.microsoft.com/office/drawing/2014/main" id="{316554D2-AA3A-4081-A493-034FE9D96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5175" y="40709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8" name="path-3615">
            <a:extLst xmlns:a="http://schemas.openxmlformats.org/drawingml/2006/main">
              <a:ext uri="{FF2B5EF4-FFF2-40B4-BE49-F238E27FC236}">
                <a16:creationId xmlns:a16="http://schemas.microsoft.com/office/drawing/2014/main" id="{DD9A5CF9-6667-48FF-B677-407276F87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3407" y="40448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09" name="path-3616">
            <a:extLst xmlns:a="http://schemas.openxmlformats.org/drawingml/2006/main">
              <a:ext uri="{FF2B5EF4-FFF2-40B4-BE49-F238E27FC236}">
                <a16:creationId xmlns:a16="http://schemas.microsoft.com/office/drawing/2014/main" id="{9F5ED1D7-5BFA-4A8C-A7D0-7797673E55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5722" y="40246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0" name="path-3617">
            <a:extLst xmlns:a="http://schemas.openxmlformats.org/drawingml/2006/main">
              <a:ext uri="{FF2B5EF4-FFF2-40B4-BE49-F238E27FC236}">
                <a16:creationId xmlns:a16="http://schemas.microsoft.com/office/drawing/2014/main" id="{A4302D5C-FB42-4AF2-9332-1CD3DE2DE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091" y="4042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1" name="path-3618">
            <a:extLst xmlns:a="http://schemas.openxmlformats.org/drawingml/2006/main">
              <a:ext uri="{FF2B5EF4-FFF2-40B4-BE49-F238E27FC236}">
                <a16:creationId xmlns:a16="http://schemas.microsoft.com/office/drawing/2014/main" id="{D0599FEA-80B5-4A90-BD44-9756939DB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2250" y="40298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2" name="path-3619">
            <a:extLst xmlns:a="http://schemas.openxmlformats.org/drawingml/2006/main">
              <a:ext uri="{FF2B5EF4-FFF2-40B4-BE49-F238E27FC236}">
                <a16:creationId xmlns:a16="http://schemas.microsoft.com/office/drawing/2014/main" id="{0D043585-29D2-42A7-ADD1-C17AF613D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434" y="4041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3" name="path-3620">
            <a:extLst xmlns:a="http://schemas.openxmlformats.org/drawingml/2006/main">
              <a:ext uri="{FF2B5EF4-FFF2-40B4-BE49-F238E27FC236}">
                <a16:creationId xmlns:a16="http://schemas.microsoft.com/office/drawing/2014/main" id="{AD910264-FF37-4A74-B3DF-3F84DAE56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4607" y="40704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4" name="path-3621">
            <a:extLst xmlns:a="http://schemas.openxmlformats.org/drawingml/2006/main">
              <a:ext uri="{FF2B5EF4-FFF2-40B4-BE49-F238E27FC236}">
                <a16:creationId xmlns:a16="http://schemas.microsoft.com/office/drawing/2014/main" id="{4D08CA3B-9A49-4193-8065-20AC2885E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0851" y="4044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5" name="path-3622">
            <a:extLst xmlns:a="http://schemas.openxmlformats.org/drawingml/2006/main">
              <a:ext uri="{FF2B5EF4-FFF2-40B4-BE49-F238E27FC236}">
                <a16:creationId xmlns:a16="http://schemas.microsoft.com/office/drawing/2014/main" id="{5A8BBCF7-598C-4263-8735-5AABF9F39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087" y="4049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6" name="path-3623">
            <a:extLst xmlns:a="http://schemas.openxmlformats.org/drawingml/2006/main">
              <a:ext uri="{FF2B5EF4-FFF2-40B4-BE49-F238E27FC236}">
                <a16:creationId xmlns:a16="http://schemas.microsoft.com/office/drawing/2014/main" id="{B647CA41-DF05-4840-8B92-4C9140DC9C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816" y="40390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7" name="path-3624">
            <a:extLst xmlns:a="http://schemas.openxmlformats.org/drawingml/2006/main">
              <a:ext uri="{FF2B5EF4-FFF2-40B4-BE49-F238E27FC236}">
                <a16:creationId xmlns:a16="http://schemas.microsoft.com/office/drawing/2014/main" id="{40332F1D-C3EA-49EA-B927-D1D8D5E04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6137" y="40567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8" name="path-3625">
            <a:extLst xmlns:a="http://schemas.openxmlformats.org/drawingml/2006/main">
              <a:ext uri="{FF2B5EF4-FFF2-40B4-BE49-F238E27FC236}">
                <a16:creationId xmlns:a16="http://schemas.microsoft.com/office/drawing/2014/main" id="{3B27CA9F-2410-4570-92E2-064D1B191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942" y="4073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19" name="path-3626">
            <a:extLst xmlns:a="http://schemas.openxmlformats.org/drawingml/2006/main">
              <a:ext uri="{FF2B5EF4-FFF2-40B4-BE49-F238E27FC236}">
                <a16:creationId xmlns:a16="http://schemas.microsoft.com/office/drawing/2014/main" id="{34F0A95F-11B2-4D4D-A6B7-AD072806C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227" y="4041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0" name="path-3627">
            <a:extLst xmlns:a="http://schemas.openxmlformats.org/drawingml/2006/main">
              <a:ext uri="{FF2B5EF4-FFF2-40B4-BE49-F238E27FC236}">
                <a16:creationId xmlns:a16="http://schemas.microsoft.com/office/drawing/2014/main" id="{6EBC88C1-75FB-4125-A61F-D3CB771451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027" y="40468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1" name="path-3628">
            <a:extLst xmlns:a="http://schemas.openxmlformats.org/drawingml/2006/main">
              <a:ext uri="{FF2B5EF4-FFF2-40B4-BE49-F238E27FC236}">
                <a16:creationId xmlns:a16="http://schemas.microsoft.com/office/drawing/2014/main" id="{CD3871CA-0EA9-4E2B-8088-5FAF5BA506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9188" y="4056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2" name="path-3629">
            <a:extLst xmlns:a="http://schemas.openxmlformats.org/drawingml/2006/main">
              <a:ext uri="{FF2B5EF4-FFF2-40B4-BE49-F238E27FC236}">
                <a16:creationId xmlns:a16="http://schemas.microsoft.com/office/drawing/2014/main" id="{C0E6CFFD-4ED9-4262-831A-B512AAADA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485" y="40435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3" name="path-3630">
            <a:extLst xmlns:a="http://schemas.openxmlformats.org/drawingml/2006/main">
              <a:ext uri="{FF2B5EF4-FFF2-40B4-BE49-F238E27FC236}">
                <a16:creationId xmlns:a16="http://schemas.microsoft.com/office/drawing/2014/main" id="{2BC0C5E2-C76F-4190-A03C-859E79CC9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9561" y="40356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4" name="path-3631">
            <a:extLst xmlns:a="http://schemas.openxmlformats.org/drawingml/2006/main">
              <a:ext uri="{FF2B5EF4-FFF2-40B4-BE49-F238E27FC236}">
                <a16:creationId xmlns:a16="http://schemas.microsoft.com/office/drawing/2014/main" id="{174F3DB9-E534-4F53-B40B-639283B6D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2492" y="40913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5" name="path-3632">
            <a:extLst xmlns:a="http://schemas.openxmlformats.org/drawingml/2006/main">
              <a:ext uri="{FF2B5EF4-FFF2-40B4-BE49-F238E27FC236}">
                <a16:creationId xmlns:a16="http://schemas.microsoft.com/office/drawing/2014/main" id="{B6C5E061-A547-490B-918A-4169C539A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2245" y="4057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6" name="path-3633">
            <a:extLst xmlns:a="http://schemas.openxmlformats.org/drawingml/2006/main">
              <a:ext uri="{FF2B5EF4-FFF2-40B4-BE49-F238E27FC236}">
                <a16:creationId xmlns:a16="http://schemas.microsoft.com/office/drawing/2014/main" id="{760304BF-3C14-4EB0-8945-C8B41D82D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897" y="40332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7" name="path-3634">
            <a:extLst xmlns:a="http://schemas.openxmlformats.org/drawingml/2006/main">
              <a:ext uri="{FF2B5EF4-FFF2-40B4-BE49-F238E27FC236}">
                <a16:creationId xmlns:a16="http://schemas.microsoft.com/office/drawing/2014/main" id="{80DD5375-CC19-4A98-83E6-CC0DC87B8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423" y="40458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8" name="path-3635">
            <a:extLst xmlns:a="http://schemas.openxmlformats.org/drawingml/2006/main">
              <a:ext uri="{FF2B5EF4-FFF2-40B4-BE49-F238E27FC236}">
                <a16:creationId xmlns:a16="http://schemas.microsoft.com/office/drawing/2014/main" id="{0BCC2D6F-1906-46B3-B618-70D7A526D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468" y="40477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29" name="path-3636">
            <a:extLst xmlns:a="http://schemas.openxmlformats.org/drawingml/2006/main">
              <a:ext uri="{FF2B5EF4-FFF2-40B4-BE49-F238E27FC236}">
                <a16:creationId xmlns:a16="http://schemas.microsoft.com/office/drawing/2014/main" id="{A0BC4BC3-4301-44FF-B673-01375F04A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7273" y="40448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0" name="path-3637">
            <a:extLst xmlns:a="http://schemas.openxmlformats.org/drawingml/2006/main">
              <a:ext uri="{FF2B5EF4-FFF2-40B4-BE49-F238E27FC236}">
                <a16:creationId xmlns:a16="http://schemas.microsoft.com/office/drawing/2014/main" id="{0C4D81C9-42C2-4942-B120-5FF297009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879" y="40449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1" name="path-3638">
            <a:extLst xmlns:a="http://schemas.openxmlformats.org/drawingml/2006/main">
              <a:ext uri="{FF2B5EF4-FFF2-40B4-BE49-F238E27FC236}">
                <a16:creationId xmlns:a16="http://schemas.microsoft.com/office/drawing/2014/main" id="{C614F480-A9E0-4254-855D-AC0FA3DAE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671" y="40296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2" name="path-3639">
            <a:extLst xmlns:a="http://schemas.openxmlformats.org/drawingml/2006/main">
              <a:ext uri="{FF2B5EF4-FFF2-40B4-BE49-F238E27FC236}">
                <a16:creationId xmlns:a16="http://schemas.microsoft.com/office/drawing/2014/main" id="{65AB3634-791F-4011-8D75-E4212A513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638" y="40799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3" name="path-3640">
            <a:extLst xmlns:a="http://schemas.openxmlformats.org/drawingml/2006/main">
              <a:ext uri="{FF2B5EF4-FFF2-40B4-BE49-F238E27FC236}">
                <a16:creationId xmlns:a16="http://schemas.microsoft.com/office/drawing/2014/main" id="{7B44A1CC-BBA1-4C3F-B92E-B4C9D20AE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354" y="40410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4" name="path-3641">
            <a:extLst xmlns:a="http://schemas.openxmlformats.org/drawingml/2006/main">
              <a:ext uri="{FF2B5EF4-FFF2-40B4-BE49-F238E27FC236}">
                <a16:creationId xmlns:a16="http://schemas.microsoft.com/office/drawing/2014/main" id="{AEB105A6-3881-4C91-8FE8-376B7A404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5120" y="40356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5" name="path-3642">
            <a:extLst xmlns:a="http://schemas.openxmlformats.org/drawingml/2006/main">
              <a:ext uri="{FF2B5EF4-FFF2-40B4-BE49-F238E27FC236}">
                <a16:creationId xmlns:a16="http://schemas.microsoft.com/office/drawing/2014/main" id="{D6DF3BE6-DAF8-43BA-9E3E-D70418EE6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4356" y="40414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6" name="path-3643">
            <a:extLst xmlns:a="http://schemas.openxmlformats.org/drawingml/2006/main">
              <a:ext uri="{FF2B5EF4-FFF2-40B4-BE49-F238E27FC236}">
                <a16:creationId xmlns:a16="http://schemas.microsoft.com/office/drawing/2014/main" id="{18CB1B43-7C8E-43AF-A8DF-88C7D5C4D8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60972" y="40490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7" name="path-3644">
            <a:extLst xmlns:a="http://schemas.openxmlformats.org/drawingml/2006/main">
              <a:ext uri="{FF2B5EF4-FFF2-40B4-BE49-F238E27FC236}">
                <a16:creationId xmlns:a16="http://schemas.microsoft.com/office/drawing/2014/main" id="{F46083DE-92CD-4D6B-BF0D-117A08E98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8889" y="40563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8" name="path-3645">
            <a:extLst xmlns:a="http://schemas.openxmlformats.org/drawingml/2006/main">
              <a:ext uri="{FF2B5EF4-FFF2-40B4-BE49-F238E27FC236}">
                <a16:creationId xmlns:a16="http://schemas.microsoft.com/office/drawing/2014/main" id="{646FFAD6-63C8-4A38-A5F0-7FF0FB1F1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3461" y="40438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9" name="path-3646">
            <a:extLst xmlns:a="http://schemas.openxmlformats.org/drawingml/2006/main">
              <a:ext uri="{FF2B5EF4-FFF2-40B4-BE49-F238E27FC236}">
                <a16:creationId xmlns:a16="http://schemas.microsoft.com/office/drawing/2014/main" id="{392342B7-41B3-4BC3-9292-3EF07BE03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322" y="4008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0" name="path-3647">
            <a:extLst xmlns:a="http://schemas.openxmlformats.org/drawingml/2006/main">
              <a:ext uri="{FF2B5EF4-FFF2-40B4-BE49-F238E27FC236}">
                <a16:creationId xmlns:a16="http://schemas.microsoft.com/office/drawing/2014/main" id="{B8F2FCD3-B123-4347-A1BE-0FA031B38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9881" y="40369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1" name="path-3648">
            <a:extLst xmlns:a="http://schemas.openxmlformats.org/drawingml/2006/main">
              <a:ext uri="{FF2B5EF4-FFF2-40B4-BE49-F238E27FC236}">
                <a16:creationId xmlns:a16="http://schemas.microsoft.com/office/drawing/2014/main" id="{C4A66F45-FBCF-4C4E-9BE2-FE7E46B03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246" y="40520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2" name="path-3649">
            <a:extLst xmlns:a="http://schemas.openxmlformats.org/drawingml/2006/main">
              <a:ext uri="{FF2B5EF4-FFF2-40B4-BE49-F238E27FC236}">
                <a16:creationId xmlns:a16="http://schemas.microsoft.com/office/drawing/2014/main" id="{C9DEE2BE-0DEC-48C3-B009-9DFB27110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40498" y="4063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3" name="path-3650">
            <a:extLst xmlns:a="http://schemas.openxmlformats.org/drawingml/2006/main">
              <a:ext uri="{FF2B5EF4-FFF2-40B4-BE49-F238E27FC236}">
                <a16:creationId xmlns:a16="http://schemas.microsoft.com/office/drawing/2014/main" id="{F5931BF2-B6B5-4F97-BCD9-28365F790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906" y="4043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4" name="path-3651">
            <a:extLst xmlns:a="http://schemas.openxmlformats.org/drawingml/2006/main">
              <a:ext uri="{FF2B5EF4-FFF2-40B4-BE49-F238E27FC236}">
                <a16:creationId xmlns:a16="http://schemas.microsoft.com/office/drawing/2014/main" id="{3E74FA4E-2F6A-4DE7-9CE4-63CDE62E7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6674" y="40376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5" name="path-3652">
            <a:extLst xmlns:a="http://schemas.openxmlformats.org/drawingml/2006/main">
              <a:ext uri="{FF2B5EF4-FFF2-40B4-BE49-F238E27FC236}">
                <a16:creationId xmlns:a16="http://schemas.microsoft.com/office/drawing/2014/main" id="{41868D4A-A53A-4641-A44B-D3E7D2ED42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2415" y="40619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6" name="path-3653">
            <a:extLst xmlns:a="http://schemas.openxmlformats.org/drawingml/2006/main">
              <a:ext uri="{FF2B5EF4-FFF2-40B4-BE49-F238E27FC236}">
                <a16:creationId xmlns:a16="http://schemas.microsoft.com/office/drawing/2014/main" id="{FD823494-12B2-4C7D-8162-56E02EF382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222" y="40435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7" name="path-3654">
            <a:extLst xmlns:a="http://schemas.openxmlformats.org/drawingml/2006/main">
              <a:ext uri="{FF2B5EF4-FFF2-40B4-BE49-F238E27FC236}">
                <a16:creationId xmlns:a16="http://schemas.microsoft.com/office/drawing/2014/main" id="{EBF39EC0-80A2-423C-AF88-7D70B3ABC5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689" y="40424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8" name="path-3655">
            <a:extLst xmlns:a="http://schemas.openxmlformats.org/drawingml/2006/main">
              <a:ext uri="{FF2B5EF4-FFF2-40B4-BE49-F238E27FC236}">
                <a16:creationId xmlns:a16="http://schemas.microsoft.com/office/drawing/2014/main" id="{6F725247-8D7E-4FA9-90D0-D19BEF3EB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7346" y="40293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9" name="path-3656">
            <a:extLst xmlns:a="http://schemas.openxmlformats.org/drawingml/2006/main">
              <a:ext uri="{FF2B5EF4-FFF2-40B4-BE49-F238E27FC236}">
                <a16:creationId xmlns:a16="http://schemas.microsoft.com/office/drawing/2014/main" id="{02A727F2-61B6-4B99-AA66-24C6838C3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3277" y="40447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0" name="path-3657">
            <a:extLst xmlns:a="http://schemas.openxmlformats.org/drawingml/2006/main">
              <a:ext uri="{FF2B5EF4-FFF2-40B4-BE49-F238E27FC236}">
                <a16:creationId xmlns:a16="http://schemas.microsoft.com/office/drawing/2014/main" id="{CA6B36FF-11E3-4D99-9E9A-E2AF0D11B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389" y="40384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1" name="path-3658">
            <a:extLst xmlns:a="http://schemas.openxmlformats.org/drawingml/2006/main">
              <a:ext uri="{FF2B5EF4-FFF2-40B4-BE49-F238E27FC236}">
                <a16:creationId xmlns:a16="http://schemas.microsoft.com/office/drawing/2014/main" id="{882EB04F-B4A4-4157-B733-52F3A139F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691" y="40294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2" name="path-3659">
            <a:extLst xmlns:a="http://schemas.openxmlformats.org/drawingml/2006/main">
              <a:ext uri="{FF2B5EF4-FFF2-40B4-BE49-F238E27FC236}">
                <a16:creationId xmlns:a16="http://schemas.microsoft.com/office/drawing/2014/main" id="{3B156CE4-799A-4C22-A4ED-CDD0AD74B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25682" y="4025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3" name="path-3660">
            <a:extLst xmlns:a="http://schemas.openxmlformats.org/drawingml/2006/main">
              <a:ext uri="{FF2B5EF4-FFF2-40B4-BE49-F238E27FC236}">
                <a16:creationId xmlns:a16="http://schemas.microsoft.com/office/drawing/2014/main" id="{E8A85AC0-905A-4906-AF91-78F81087D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511" y="4042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4" name="path-3661">
            <a:extLst xmlns:a="http://schemas.openxmlformats.org/drawingml/2006/main">
              <a:ext uri="{FF2B5EF4-FFF2-40B4-BE49-F238E27FC236}">
                <a16:creationId xmlns:a16="http://schemas.microsoft.com/office/drawing/2014/main" id="{991EF7D9-8982-4248-8387-9377B58C3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0445" y="4071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5" name="path-3662">
            <a:extLst xmlns:a="http://schemas.openxmlformats.org/drawingml/2006/main">
              <a:ext uri="{FF2B5EF4-FFF2-40B4-BE49-F238E27FC236}">
                <a16:creationId xmlns:a16="http://schemas.microsoft.com/office/drawing/2014/main" id="{F454DB7D-A2C9-42BB-9D0E-9DBE9AE49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782" y="40326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6" name="path-3663">
            <a:extLst xmlns:a="http://schemas.openxmlformats.org/drawingml/2006/main">
              <a:ext uri="{FF2B5EF4-FFF2-40B4-BE49-F238E27FC236}">
                <a16:creationId xmlns:a16="http://schemas.microsoft.com/office/drawing/2014/main" id="{6A4CCDED-D655-4713-852B-638354801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446" y="40417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7" name="path-3664">
            <a:extLst xmlns:a="http://schemas.openxmlformats.org/drawingml/2006/main">
              <a:ext uri="{FF2B5EF4-FFF2-40B4-BE49-F238E27FC236}">
                <a16:creationId xmlns:a16="http://schemas.microsoft.com/office/drawing/2014/main" id="{426E9229-7AB2-4D55-AB1D-83AD342F7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488" y="40358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8" name="path-3665">
            <a:extLst xmlns:a="http://schemas.openxmlformats.org/drawingml/2006/main">
              <a:ext uri="{FF2B5EF4-FFF2-40B4-BE49-F238E27FC236}">
                <a16:creationId xmlns:a16="http://schemas.microsoft.com/office/drawing/2014/main" id="{9F438573-1190-419F-AB94-904378EBB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7182" y="40619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9" name="path-3666">
            <a:extLst xmlns:a="http://schemas.openxmlformats.org/drawingml/2006/main">
              <a:ext uri="{FF2B5EF4-FFF2-40B4-BE49-F238E27FC236}">
                <a16:creationId xmlns:a16="http://schemas.microsoft.com/office/drawing/2014/main" id="{6F312A03-277A-43C2-B106-0B9FAC3D3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8748" y="4045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0" name="path-3667">
            <a:extLst xmlns:a="http://schemas.openxmlformats.org/drawingml/2006/main">
              <a:ext uri="{FF2B5EF4-FFF2-40B4-BE49-F238E27FC236}">
                <a16:creationId xmlns:a16="http://schemas.microsoft.com/office/drawing/2014/main" id="{F6B8D215-E0D1-4E7E-B156-8A34C9862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423" y="40494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1" name="path-3668">
            <a:extLst xmlns:a="http://schemas.openxmlformats.org/drawingml/2006/main">
              <a:ext uri="{FF2B5EF4-FFF2-40B4-BE49-F238E27FC236}">
                <a16:creationId xmlns:a16="http://schemas.microsoft.com/office/drawing/2014/main" id="{351F012C-4F49-47DD-9B24-CDB936091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834" y="40550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2" name="path-3669">
            <a:extLst xmlns:a="http://schemas.openxmlformats.org/drawingml/2006/main">
              <a:ext uri="{FF2B5EF4-FFF2-40B4-BE49-F238E27FC236}">
                <a16:creationId xmlns:a16="http://schemas.microsoft.com/office/drawing/2014/main" id="{3C33C142-36E7-46D5-92D1-A1220D55E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8868" y="4054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3" name="path-3670">
            <a:extLst xmlns:a="http://schemas.openxmlformats.org/drawingml/2006/main">
              <a:ext uri="{FF2B5EF4-FFF2-40B4-BE49-F238E27FC236}">
                <a16:creationId xmlns:a16="http://schemas.microsoft.com/office/drawing/2014/main" id="{7D02CC28-3EB3-4309-94AC-758031859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140" y="40488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4" name="path-3671">
            <a:extLst xmlns:a="http://schemas.openxmlformats.org/drawingml/2006/main">
              <a:ext uri="{FF2B5EF4-FFF2-40B4-BE49-F238E27FC236}">
                <a16:creationId xmlns:a16="http://schemas.microsoft.com/office/drawing/2014/main" id="{9D764F97-7293-40AF-8F45-53B59FC6E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593" y="4028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5" name="path-3672">
            <a:extLst xmlns:a="http://schemas.openxmlformats.org/drawingml/2006/main">
              <a:ext uri="{FF2B5EF4-FFF2-40B4-BE49-F238E27FC236}">
                <a16:creationId xmlns:a16="http://schemas.microsoft.com/office/drawing/2014/main" id="{303E4943-B590-4639-BC19-0047AA531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5717" y="4033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6" name="path-3673">
            <a:extLst xmlns:a="http://schemas.openxmlformats.org/drawingml/2006/main">
              <a:ext uri="{FF2B5EF4-FFF2-40B4-BE49-F238E27FC236}">
                <a16:creationId xmlns:a16="http://schemas.microsoft.com/office/drawing/2014/main" id="{B5371E0A-8F1F-4AEA-B7A2-92369F962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7511" y="4045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7" name="path-3674">
            <a:extLst xmlns:a="http://schemas.openxmlformats.org/drawingml/2006/main">
              <a:ext uri="{FF2B5EF4-FFF2-40B4-BE49-F238E27FC236}">
                <a16:creationId xmlns:a16="http://schemas.microsoft.com/office/drawing/2014/main" id="{B53173C6-1CF4-4881-B155-69F03E7B2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620" y="40448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8" name="path-3675">
            <a:extLst xmlns:a="http://schemas.openxmlformats.org/drawingml/2006/main">
              <a:ext uri="{FF2B5EF4-FFF2-40B4-BE49-F238E27FC236}">
                <a16:creationId xmlns:a16="http://schemas.microsoft.com/office/drawing/2014/main" id="{E02B0BCD-20D0-4A9C-9E09-729265700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4462" y="40392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9" name="path-3676">
            <a:extLst xmlns:a="http://schemas.openxmlformats.org/drawingml/2006/main">
              <a:ext uri="{FF2B5EF4-FFF2-40B4-BE49-F238E27FC236}">
                <a16:creationId xmlns:a16="http://schemas.microsoft.com/office/drawing/2014/main" id="{2959269F-B728-4C9E-9815-ECCD5160D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861" y="40418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0" name="path-3677">
            <a:extLst xmlns:a="http://schemas.openxmlformats.org/drawingml/2006/main">
              <a:ext uri="{FF2B5EF4-FFF2-40B4-BE49-F238E27FC236}">
                <a16:creationId xmlns:a16="http://schemas.microsoft.com/office/drawing/2014/main" id="{0FAC3607-724C-415A-8FC1-4103C30289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4135" y="4061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1" name="path-3678">
            <a:extLst xmlns:a="http://schemas.openxmlformats.org/drawingml/2006/main">
              <a:ext uri="{FF2B5EF4-FFF2-40B4-BE49-F238E27FC236}">
                <a16:creationId xmlns:a16="http://schemas.microsoft.com/office/drawing/2014/main" id="{C82666F3-5927-4A31-9A67-0631312A6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875" y="40402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2" name="path-3679">
            <a:extLst xmlns:a="http://schemas.openxmlformats.org/drawingml/2006/main">
              <a:ext uri="{FF2B5EF4-FFF2-40B4-BE49-F238E27FC236}">
                <a16:creationId xmlns:a16="http://schemas.microsoft.com/office/drawing/2014/main" id="{8FDEA9E4-45DF-498F-A78C-D1A729A85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3759" y="40158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3" name="path-3680">
            <a:extLst xmlns:a="http://schemas.openxmlformats.org/drawingml/2006/main">
              <a:ext uri="{FF2B5EF4-FFF2-40B4-BE49-F238E27FC236}">
                <a16:creationId xmlns:a16="http://schemas.microsoft.com/office/drawing/2014/main" id="{02F5EA19-A25B-473A-BF4C-808B92624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359" y="40286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4" name="path-3681">
            <a:extLst xmlns:a="http://schemas.openxmlformats.org/drawingml/2006/main">
              <a:ext uri="{FF2B5EF4-FFF2-40B4-BE49-F238E27FC236}">
                <a16:creationId xmlns:a16="http://schemas.microsoft.com/office/drawing/2014/main" id="{5095B9CE-0EF6-40A7-8C4C-936B5D687F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0208" y="40244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5" name="path-3682">
            <a:extLst xmlns:a="http://schemas.openxmlformats.org/drawingml/2006/main">
              <a:ext uri="{FF2B5EF4-FFF2-40B4-BE49-F238E27FC236}">
                <a16:creationId xmlns:a16="http://schemas.microsoft.com/office/drawing/2014/main" id="{FA834F8E-19D7-41C9-809A-73482F4E8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766" y="4040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6" name="path-3683">
            <a:extLst xmlns:a="http://schemas.openxmlformats.org/drawingml/2006/main">
              <a:ext uri="{FF2B5EF4-FFF2-40B4-BE49-F238E27FC236}">
                <a16:creationId xmlns:a16="http://schemas.microsoft.com/office/drawing/2014/main" id="{33EA1A8E-1C6C-45BA-A062-2921769FC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7335" y="4054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7" name="path-3684">
            <a:extLst xmlns:a="http://schemas.openxmlformats.org/drawingml/2006/main">
              <a:ext uri="{FF2B5EF4-FFF2-40B4-BE49-F238E27FC236}">
                <a16:creationId xmlns:a16="http://schemas.microsoft.com/office/drawing/2014/main" id="{0A4046DB-55CB-42A3-8AB8-98FDFB976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771" y="40416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8" name="path-3685">
            <a:extLst xmlns:a="http://schemas.openxmlformats.org/drawingml/2006/main">
              <a:ext uri="{FF2B5EF4-FFF2-40B4-BE49-F238E27FC236}">
                <a16:creationId xmlns:a16="http://schemas.microsoft.com/office/drawing/2014/main" id="{1947AC7C-7E7C-4182-914B-0DBFAA29C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2426" y="40383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9" name="path-3686">
            <a:extLst xmlns:a="http://schemas.openxmlformats.org/drawingml/2006/main">
              <a:ext uri="{FF2B5EF4-FFF2-40B4-BE49-F238E27FC236}">
                <a16:creationId xmlns:a16="http://schemas.microsoft.com/office/drawing/2014/main" id="{38B410C9-CC55-414F-9ADA-821F092C5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89929" y="40346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0" name="path-3687">
            <a:extLst xmlns:a="http://schemas.openxmlformats.org/drawingml/2006/main">
              <a:ext uri="{FF2B5EF4-FFF2-40B4-BE49-F238E27FC236}">
                <a16:creationId xmlns:a16="http://schemas.microsoft.com/office/drawing/2014/main" id="{3F07AA72-ACFD-48CF-9349-C35FBB2BA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5701" y="4065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1" name="path-3688">
            <a:extLst xmlns:a="http://schemas.openxmlformats.org/drawingml/2006/main">
              <a:ext uri="{FF2B5EF4-FFF2-40B4-BE49-F238E27FC236}">
                <a16:creationId xmlns:a16="http://schemas.microsoft.com/office/drawing/2014/main" id="{1CA4ED53-53BA-4E40-A2FA-EDFBC8C10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73729" y="4048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2" name="path-3689">
            <a:extLst xmlns:a="http://schemas.openxmlformats.org/drawingml/2006/main">
              <a:ext uri="{FF2B5EF4-FFF2-40B4-BE49-F238E27FC236}">
                <a16:creationId xmlns:a16="http://schemas.microsoft.com/office/drawing/2014/main" id="{6203518F-2FF1-46F1-A9EE-9991237AB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857" y="40651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3" name="path-3690">
            <a:extLst xmlns:a="http://schemas.openxmlformats.org/drawingml/2006/main">
              <a:ext uri="{FF2B5EF4-FFF2-40B4-BE49-F238E27FC236}">
                <a16:creationId xmlns:a16="http://schemas.microsoft.com/office/drawing/2014/main" id="{8859284E-772D-4807-BA2E-4B4455B6B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258" y="4052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4" name="path-3691">
            <a:extLst xmlns:a="http://schemas.openxmlformats.org/drawingml/2006/main">
              <a:ext uri="{FF2B5EF4-FFF2-40B4-BE49-F238E27FC236}">
                <a16:creationId xmlns:a16="http://schemas.microsoft.com/office/drawing/2014/main" id="{4B0D6F55-FA6E-4146-B3CA-15E0CD773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01742" y="40170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5" name="path-3692">
            <a:extLst xmlns:a="http://schemas.openxmlformats.org/drawingml/2006/main">
              <a:ext uri="{FF2B5EF4-FFF2-40B4-BE49-F238E27FC236}">
                <a16:creationId xmlns:a16="http://schemas.microsoft.com/office/drawing/2014/main" id="{AB4C9AE4-6779-4233-89E3-625172AB4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629" y="40474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6" name="path-3693">
            <a:extLst xmlns:a="http://schemas.openxmlformats.org/drawingml/2006/main">
              <a:ext uri="{FF2B5EF4-FFF2-40B4-BE49-F238E27FC236}">
                <a16:creationId xmlns:a16="http://schemas.microsoft.com/office/drawing/2014/main" id="{F12245B0-2298-4D7A-BBF5-AACFA892C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161" y="4046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7" name="path-3694">
            <a:extLst xmlns:a="http://schemas.openxmlformats.org/drawingml/2006/main">
              <a:ext uri="{FF2B5EF4-FFF2-40B4-BE49-F238E27FC236}">
                <a16:creationId xmlns:a16="http://schemas.microsoft.com/office/drawing/2014/main" id="{3150A9A6-E5D7-4B8F-8055-C30675AEB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548" y="40469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8" name="path-3695">
            <a:extLst xmlns:a="http://schemas.openxmlformats.org/drawingml/2006/main">
              <a:ext uri="{FF2B5EF4-FFF2-40B4-BE49-F238E27FC236}">
                <a16:creationId xmlns:a16="http://schemas.microsoft.com/office/drawing/2014/main" id="{E09A15FC-AB43-47F8-AA04-6472E7453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9532" y="40140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9" name="path-3696">
            <a:extLst xmlns:a="http://schemas.openxmlformats.org/drawingml/2006/main">
              <a:ext uri="{FF2B5EF4-FFF2-40B4-BE49-F238E27FC236}">
                <a16:creationId xmlns:a16="http://schemas.microsoft.com/office/drawing/2014/main" id="{1F0FE9E8-02D6-4CE7-9B1A-2D3EED469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422" y="40482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0" name="path-3697">
            <a:extLst xmlns:a="http://schemas.openxmlformats.org/drawingml/2006/main">
              <a:ext uri="{FF2B5EF4-FFF2-40B4-BE49-F238E27FC236}">
                <a16:creationId xmlns:a16="http://schemas.microsoft.com/office/drawing/2014/main" id="{15E13A90-0033-4946-984F-3B9AF0725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301" y="40231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1" name="path-3698">
            <a:extLst xmlns:a="http://schemas.openxmlformats.org/drawingml/2006/main">
              <a:ext uri="{FF2B5EF4-FFF2-40B4-BE49-F238E27FC236}">
                <a16:creationId xmlns:a16="http://schemas.microsoft.com/office/drawing/2014/main" id="{86F26F12-1CF3-4B69-91CB-AD7F78CE3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571" y="40487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2" name="path-3699">
            <a:extLst xmlns:a="http://schemas.openxmlformats.org/drawingml/2006/main">
              <a:ext uri="{FF2B5EF4-FFF2-40B4-BE49-F238E27FC236}">
                <a16:creationId xmlns:a16="http://schemas.microsoft.com/office/drawing/2014/main" id="{14574E0B-5ED0-412B-B799-624D3BFDF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449" y="40425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3" name="path-3700">
            <a:extLst xmlns:a="http://schemas.openxmlformats.org/drawingml/2006/main">
              <a:ext uri="{FF2B5EF4-FFF2-40B4-BE49-F238E27FC236}">
                <a16:creationId xmlns:a16="http://schemas.microsoft.com/office/drawing/2014/main" id="{91DF224D-A40F-40CA-8470-6E1077F9F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756" y="40188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4" name="path-3701">
            <a:extLst xmlns:a="http://schemas.openxmlformats.org/drawingml/2006/main">
              <a:ext uri="{FF2B5EF4-FFF2-40B4-BE49-F238E27FC236}">
                <a16:creationId xmlns:a16="http://schemas.microsoft.com/office/drawing/2014/main" id="{8695C645-5A76-4E86-AEA4-E95C5C156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256" y="40444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5" name="path-3702">
            <a:extLst xmlns:a="http://schemas.openxmlformats.org/drawingml/2006/main">
              <a:ext uri="{FF2B5EF4-FFF2-40B4-BE49-F238E27FC236}">
                <a16:creationId xmlns:a16="http://schemas.microsoft.com/office/drawing/2014/main" id="{0F8B671C-DDAE-431A-B225-E891BB2A3C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585" y="40652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6" name="path-3703">
            <a:extLst xmlns:a="http://schemas.openxmlformats.org/drawingml/2006/main">
              <a:ext uri="{FF2B5EF4-FFF2-40B4-BE49-F238E27FC236}">
                <a16:creationId xmlns:a16="http://schemas.microsoft.com/office/drawing/2014/main" id="{E89A0595-9616-4F70-AD09-455CCEA48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406" y="40437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7" name="path-3704">
            <a:extLst xmlns:a="http://schemas.openxmlformats.org/drawingml/2006/main">
              <a:ext uri="{FF2B5EF4-FFF2-40B4-BE49-F238E27FC236}">
                <a16:creationId xmlns:a16="http://schemas.microsoft.com/office/drawing/2014/main" id="{A4A0018B-AEBB-4DD8-ADD6-6BA224124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1989" y="40509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8" name="path-3705">
            <a:extLst xmlns:a="http://schemas.openxmlformats.org/drawingml/2006/main">
              <a:ext uri="{FF2B5EF4-FFF2-40B4-BE49-F238E27FC236}">
                <a16:creationId xmlns:a16="http://schemas.microsoft.com/office/drawing/2014/main" id="{4F047A45-4515-487E-A085-C05F54B7A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9626" y="40490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9" name="path-3706">
            <a:extLst xmlns:a="http://schemas.openxmlformats.org/drawingml/2006/main">
              <a:ext uri="{FF2B5EF4-FFF2-40B4-BE49-F238E27FC236}">
                <a16:creationId xmlns:a16="http://schemas.microsoft.com/office/drawing/2014/main" id="{9516807D-3A51-4442-BC61-9A4857D2F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28865" y="40473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0" name="path-3707">
            <a:extLst xmlns:a="http://schemas.openxmlformats.org/drawingml/2006/main">
              <a:ext uri="{FF2B5EF4-FFF2-40B4-BE49-F238E27FC236}">
                <a16:creationId xmlns:a16="http://schemas.microsoft.com/office/drawing/2014/main" id="{72B123B1-6A3A-4171-9A03-31662C7F4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867" y="40437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1" name="path-3708">
            <a:extLst xmlns:a="http://schemas.openxmlformats.org/drawingml/2006/main">
              <a:ext uri="{FF2B5EF4-FFF2-40B4-BE49-F238E27FC236}">
                <a16:creationId xmlns:a16="http://schemas.microsoft.com/office/drawing/2014/main" id="{86E5E5DD-8838-427A-975D-26C8753E7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490" y="40536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2" name="path-3709">
            <a:extLst xmlns:a="http://schemas.openxmlformats.org/drawingml/2006/main">
              <a:ext uri="{FF2B5EF4-FFF2-40B4-BE49-F238E27FC236}">
                <a16:creationId xmlns:a16="http://schemas.microsoft.com/office/drawing/2014/main" id="{22015709-B61F-4DDA-846B-7FB3687545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05519" y="40442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3" name="path-3710">
            <a:extLst xmlns:a="http://schemas.openxmlformats.org/drawingml/2006/main">
              <a:ext uri="{FF2B5EF4-FFF2-40B4-BE49-F238E27FC236}">
                <a16:creationId xmlns:a16="http://schemas.microsoft.com/office/drawing/2014/main" id="{7AE36EEF-2C64-4B42-8642-26833E822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210" y="40342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4" name="path-3711">
            <a:extLst xmlns:a="http://schemas.openxmlformats.org/drawingml/2006/main">
              <a:ext uri="{FF2B5EF4-FFF2-40B4-BE49-F238E27FC236}">
                <a16:creationId xmlns:a16="http://schemas.microsoft.com/office/drawing/2014/main" id="{03A6A5E6-F28A-4DFD-9839-1AB7C1B22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8375" y="4050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5" name="path-3712">
            <a:extLst xmlns:a="http://schemas.openxmlformats.org/drawingml/2006/main">
              <a:ext uri="{FF2B5EF4-FFF2-40B4-BE49-F238E27FC236}">
                <a16:creationId xmlns:a16="http://schemas.microsoft.com/office/drawing/2014/main" id="{7444B284-57C0-403C-B347-F701B32105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209" y="4055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6" name="path-3713">
            <a:extLst xmlns:a="http://schemas.openxmlformats.org/drawingml/2006/main">
              <a:ext uri="{FF2B5EF4-FFF2-40B4-BE49-F238E27FC236}">
                <a16:creationId xmlns:a16="http://schemas.microsoft.com/office/drawing/2014/main" id="{7D4E5DEB-A035-4A58-AC7F-4FD1071E8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444" y="40612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7" name="path-3714">
            <a:extLst xmlns:a="http://schemas.openxmlformats.org/drawingml/2006/main">
              <a:ext uri="{FF2B5EF4-FFF2-40B4-BE49-F238E27FC236}">
                <a16:creationId xmlns:a16="http://schemas.microsoft.com/office/drawing/2014/main" id="{4A5A3705-77D6-4568-8E14-B59C9DA39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8110" y="4017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8" name="path-3715">
            <a:extLst xmlns:a="http://schemas.openxmlformats.org/drawingml/2006/main">
              <a:ext uri="{FF2B5EF4-FFF2-40B4-BE49-F238E27FC236}">
                <a16:creationId xmlns:a16="http://schemas.microsoft.com/office/drawing/2014/main" id="{7872BCA7-AEC5-4B5B-8280-7FEFD02BE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4261" y="40502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9" name="path-3716">
            <a:extLst xmlns:a="http://schemas.openxmlformats.org/drawingml/2006/main">
              <a:ext uri="{FF2B5EF4-FFF2-40B4-BE49-F238E27FC236}">
                <a16:creationId xmlns:a16="http://schemas.microsoft.com/office/drawing/2014/main" id="{4F18E4C5-3339-4850-85A7-553978A41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3802" y="40444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0" name="path-3717">
            <a:extLst xmlns:a="http://schemas.openxmlformats.org/drawingml/2006/main">
              <a:ext uri="{FF2B5EF4-FFF2-40B4-BE49-F238E27FC236}">
                <a16:creationId xmlns:a16="http://schemas.microsoft.com/office/drawing/2014/main" id="{73A718D4-67BB-4295-B7F4-288F0F9A5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5391" y="40504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1" name="path-3718">
            <a:extLst xmlns:a="http://schemas.openxmlformats.org/drawingml/2006/main">
              <a:ext uri="{FF2B5EF4-FFF2-40B4-BE49-F238E27FC236}">
                <a16:creationId xmlns:a16="http://schemas.microsoft.com/office/drawing/2014/main" id="{775F052F-E8A5-4767-9A5A-9EEDF6087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902" y="40442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2" name="path-3719">
            <a:extLst xmlns:a="http://schemas.openxmlformats.org/drawingml/2006/main">
              <a:ext uri="{FF2B5EF4-FFF2-40B4-BE49-F238E27FC236}">
                <a16:creationId xmlns:a16="http://schemas.microsoft.com/office/drawing/2014/main" id="{4DA9A9EF-0FE1-4093-A93D-04C900FED8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3778" y="40411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3" name="path-3720">
            <a:extLst xmlns:a="http://schemas.openxmlformats.org/drawingml/2006/main">
              <a:ext uri="{FF2B5EF4-FFF2-40B4-BE49-F238E27FC236}">
                <a16:creationId xmlns:a16="http://schemas.microsoft.com/office/drawing/2014/main" id="{B7DD9A02-8A97-4554-A548-777F85DA9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705" y="40409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4" name="path-3721">
            <a:extLst xmlns:a="http://schemas.openxmlformats.org/drawingml/2006/main">
              <a:ext uri="{FF2B5EF4-FFF2-40B4-BE49-F238E27FC236}">
                <a16:creationId xmlns:a16="http://schemas.microsoft.com/office/drawing/2014/main" id="{2FE6DB9E-0C29-4989-88D8-2302BF238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939" y="4042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5" name="path-3722">
            <a:extLst xmlns:a="http://schemas.openxmlformats.org/drawingml/2006/main">
              <a:ext uri="{FF2B5EF4-FFF2-40B4-BE49-F238E27FC236}">
                <a16:creationId xmlns:a16="http://schemas.microsoft.com/office/drawing/2014/main" id="{E1555F6A-8537-4C1D-8D4C-DFB90044E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4405" y="40440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6" name="path-3723">
            <a:extLst xmlns:a="http://schemas.openxmlformats.org/drawingml/2006/main">
              <a:ext uri="{FF2B5EF4-FFF2-40B4-BE49-F238E27FC236}">
                <a16:creationId xmlns:a16="http://schemas.microsoft.com/office/drawing/2014/main" id="{CFC2A5FB-6AA5-4ED5-BB84-D23FCCA99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474" y="40431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7" name="path-3724">
            <a:extLst xmlns:a="http://schemas.openxmlformats.org/drawingml/2006/main">
              <a:ext uri="{FF2B5EF4-FFF2-40B4-BE49-F238E27FC236}">
                <a16:creationId xmlns:a16="http://schemas.microsoft.com/office/drawing/2014/main" id="{FE4968DF-A62F-4553-B6E5-32F4F3F7A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56449" y="4041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8" name="path-3725">
            <a:extLst xmlns:a="http://schemas.openxmlformats.org/drawingml/2006/main">
              <a:ext uri="{FF2B5EF4-FFF2-40B4-BE49-F238E27FC236}">
                <a16:creationId xmlns:a16="http://schemas.microsoft.com/office/drawing/2014/main" id="{04B6F365-2233-4DC3-96C7-A07355E92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8861" y="4023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9" name="path-3726">
            <a:extLst xmlns:a="http://schemas.openxmlformats.org/drawingml/2006/main">
              <a:ext uri="{FF2B5EF4-FFF2-40B4-BE49-F238E27FC236}">
                <a16:creationId xmlns:a16="http://schemas.microsoft.com/office/drawing/2014/main" id="{58E07DCA-8201-4F37-8068-9861686EE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925" y="40433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0" name="path-3727">
            <a:extLst xmlns:a="http://schemas.openxmlformats.org/drawingml/2006/main">
              <a:ext uri="{FF2B5EF4-FFF2-40B4-BE49-F238E27FC236}">
                <a16:creationId xmlns:a16="http://schemas.microsoft.com/office/drawing/2014/main" id="{389F5C3D-8AB6-4A00-B67F-A77C6A7AB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473" y="40599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1" name="path-3728">
            <a:extLst xmlns:a="http://schemas.openxmlformats.org/drawingml/2006/main">
              <a:ext uri="{FF2B5EF4-FFF2-40B4-BE49-F238E27FC236}">
                <a16:creationId xmlns:a16="http://schemas.microsoft.com/office/drawing/2014/main" id="{3D6D1E96-85D0-479E-9359-CC9EDC7DD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224" y="4049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2" name="path-3729">
            <a:extLst xmlns:a="http://schemas.openxmlformats.org/drawingml/2006/main">
              <a:ext uri="{FF2B5EF4-FFF2-40B4-BE49-F238E27FC236}">
                <a16:creationId xmlns:a16="http://schemas.microsoft.com/office/drawing/2014/main" id="{E0899772-FC35-4FC7-BCCC-5874E4892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937" y="40734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3" name="path-3730">
            <a:extLst xmlns:a="http://schemas.openxmlformats.org/drawingml/2006/main">
              <a:ext uri="{FF2B5EF4-FFF2-40B4-BE49-F238E27FC236}">
                <a16:creationId xmlns:a16="http://schemas.microsoft.com/office/drawing/2014/main" id="{844604BE-E081-4A73-81CA-842FA9B6BF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981" y="40417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4" name="path-3731">
            <a:extLst xmlns:a="http://schemas.openxmlformats.org/drawingml/2006/main">
              <a:ext uri="{FF2B5EF4-FFF2-40B4-BE49-F238E27FC236}">
                <a16:creationId xmlns:a16="http://schemas.microsoft.com/office/drawing/2014/main" id="{BDEC8923-469A-43FC-98C5-5BA905CD5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062" y="40445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5" name="path-3732">
            <a:extLst xmlns:a="http://schemas.openxmlformats.org/drawingml/2006/main">
              <a:ext uri="{FF2B5EF4-FFF2-40B4-BE49-F238E27FC236}">
                <a16:creationId xmlns:a16="http://schemas.microsoft.com/office/drawing/2014/main" id="{D01430E9-018E-405B-A354-AAB122040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880" y="40383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6" name="path-3733">
            <a:extLst xmlns:a="http://schemas.openxmlformats.org/drawingml/2006/main">
              <a:ext uri="{FF2B5EF4-FFF2-40B4-BE49-F238E27FC236}">
                <a16:creationId xmlns:a16="http://schemas.microsoft.com/office/drawing/2014/main" id="{1BEF0B46-198B-4279-B9AA-5F825209F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1976" y="40345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7" name="path-3734">
            <a:extLst xmlns:a="http://schemas.openxmlformats.org/drawingml/2006/main">
              <a:ext uri="{FF2B5EF4-FFF2-40B4-BE49-F238E27FC236}">
                <a16:creationId xmlns:a16="http://schemas.microsoft.com/office/drawing/2014/main" id="{19B90D2A-1950-4ADE-B8D1-3C33A8379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5280" y="4041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8" name="path-3735">
            <a:extLst xmlns:a="http://schemas.openxmlformats.org/drawingml/2006/main">
              <a:ext uri="{FF2B5EF4-FFF2-40B4-BE49-F238E27FC236}">
                <a16:creationId xmlns:a16="http://schemas.microsoft.com/office/drawing/2014/main" id="{39589811-3233-4E63-AC09-7E8B18E5A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1756" y="4045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9" name="path-3736">
            <a:extLst xmlns:a="http://schemas.openxmlformats.org/drawingml/2006/main">
              <a:ext uri="{FF2B5EF4-FFF2-40B4-BE49-F238E27FC236}">
                <a16:creationId xmlns:a16="http://schemas.microsoft.com/office/drawing/2014/main" id="{879D89D5-1BE4-4032-8780-36449BAC8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332" y="40469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0" name="path-3737">
            <a:extLst xmlns:a="http://schemas.openxmlformats.org/drawingml/2006/main">
              <a:ext uri="{FF2B5EF4-FFF2-40B4-BE49-F238E27FC236}">
                <a16:creationId xmlns:a16="http://schemas.microsoft.com/office/drawing/2014/main" id="{417E4525-8523-4F9A-9C05-89F298BCE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287" y="4043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1" name="path-3738">
            <a:extLst xmlns:a="http://schemas.openxmlformats.org/drawingml/2006/main">
              <a:ext uri="{FF2B5EF4-FFF2-40B4-BE49-F238E27FC236}">
                <a16:creationId xmlns:a16="http://schemas.microsoft.com/office/drawing/2014/main" id="{5ADEEF2F-CD19-40A2-9B24-88A412694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015" y="40473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2" name="path-3739">
            <a:extLst xmlns:a="http://schemas.openxmlformats.org/drawingml/2006/main">
              <a:ext uri="{FF2B5EF4-FFF2-40B4-BE49-F238E27FC236}">
                <a16:creationId xmlns:a16="http://schemas.microsoft.com/office/drawing/2014/main" id="{C7E399E2-2764-4093-AF8D-F5B938AFC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7097" y="40404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3" name="path-3740">
            <a:extLst xmlns:a="http://schemas.openxmlformats.org/drawingml/2006/main">
              <a:ext uri="{FF2B5EF4-FFF2-40B4-BE49-F238E27FC236}">
                <a16:creationId xmlns:a16="http://schemas.microsoft.com/office/drawing/2014/main" id="{63CCE0F0-19A7-458A-8FA6-E16D8E235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140" y="40469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4" name="path-3741">
            <a:extLst xmlns:a="http://schemas.openxmlformats.org/drawingml/2006/main">
              <a:ext uri="{FF2B5EF4-FFF2-40B4-BE49-F238E27FC236}">
                <a16:creationId xmlns:a16="http://schemas.microsoft.com/office/drawing/2014/main" id="{E0E42EFB-C04D-480F-B231-5DDA99C3D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06703" y="40292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5" name="path-3742">
            <a:extLst xmlns:a="http://schemas.openxmlformats.org/drawingml/2006/main">
              <a:ext uri="{FF2B5EF4-FFF2-40B4-BE49-F238E27FC236}">
                <a16:creationId xmlns:a16="http://schemas.microsoft.com/office/drawing/2014/main" id="{28837377-6277-4ECC-B1D2-7E637B917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7652" y="40434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6" name="path-3743">
            <a:extLst xmlns:a="http://schemas.openxmlformats.org/drawingml/2006/main">
              <a:ext uri="{FF2B5EF4-FFF2-40B4-BE49-F238E27FC236}">
                <a16:creationId xmlns:a16="http://schemas.microsoft.com/office/drawing/2014/main" id="{211C92D8-FE4A-4615-A6A6-F839B312D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7847" y="4062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7" name="path-3744">
            <a:extLst xmlns:a="http://schemas.openxmlformats.org/drawingml/2006/main">
              <a:ext uri="{FF2B5EF4-FFF2-40B4-BE49-F238E27FC236}">
                <a16:creationId xmlns:a16="http://schemas.microsoft.com/office/drawing/2014/main" id="{1C6DFE56-BEC5-40EC-9085-6F03C853B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9000" y="4048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8" name="path-3745">
            <a:extLst xmlns:a="http://schemas.openxmlformats.org/drawingml/2006/main">
              <a:ext uri="{FF2B5EF4-FFF2-40B4-BE49-F238E27FC236}">
                <a16:creationId xmlns:a16="http://schemas.microsoft.com/office/drawing/2014/main" id="{897FA41D-E922-4CE4-9606-9BB5C8AD0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85703" y="40513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9" name="path-3746">
            <a:extLst xmlns:a="http://schemas.openxmlformats.org/drawingml/2006/main">
              <a:ext uri="{FF2B5EF4-FFF2-40B4-BE49-F238E27FC236}">
                <a16:creationId xmlns:a16="http://schemas.microsoft.com/office/drawing/2014/main" id="{42AE667F-DBD5-4344-B6C7-9C391246A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7752" y="40155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0" name="path-3747">
            <a:extLst xmlns:a="http://schemas.openxmlformats.org/drawingml/2006/main">
              <a:ext uri="{FF2B5EF4-FFF2-40B4-BE49-F238E27FC236}">
                <a16:creationId xmlns:a16="http://schemas.microsoft.com/office/drawing/2014/main" id="{42DE44A2-77CC-4489-806D-8BF593F42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483" y="40228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1" name="path-3748">
            <a:extLst xmlns:a="http://schemas.openxmlformats.org/drawingml/2006/main">
              <a:ext uri="{FF2B5EF4-FFF2-40B4-BE49-F238E27FC236}">
                <a16:creationId xmlns:a16="http://schemas.microsoft.com/office/drawing/2014/main" id="{108874D2-27C5-4A80-835C-63F4811A4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98682" y="40522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2" name="path-3749">
            <a:extLst xmlns:a="http://schemas.openxmlformats.org/drawingml/2006/main">
              <a:ext uri="{FF2B5EF4-FFF2-40B4-BE49-F238E27FC236}">
                <a16:creationId xmlns:a16="http://schemas.microsoft.com/office/drawing/2014/main" id="{CAD307EF-BF2F-4E85-B209-01E3CCC69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59984" y="4040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3" name="path-3750">
            <a:extLst xmlns:a="http://schemas.openxmlformats.org/drawingml/2006/main">
              <a:ext uri="{FF2B5EF4-FFF2-40B4-BE49-F238E27FC236}">
                <a16:creationId xmlns:a16="http://schemas.microsoft.com/office/drawing/2014/main" id="{B066E3AD-52C4-435E-BD14-57E79CAAE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2993" y="4016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4" name="path-3751">
            <a:extLst xmlns:a="http://schemas.openxmlformats.org/drawingml/2006/main">
              <a:ext uri="{FF2B5EF4-FFF2-40B4-BE49-F238E27FC236}">
                <a16:creationId xmlns:a16="http://schemas.microsoft.com/office/drawing/2014/main" id="{1A035C49-3BBA-4D39-AD40-B740083434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347" y="40434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5" name="path-3752">
            <a:extLst xmlns:a="http://schemas.openxmlformats.org/drawingml/2006/main">
              <a:ext uri="{FF2B5EF4-FFF2-40B4-BE49-F238E27FC236}">
                <a16:creationId xmlns:a16="http://schemas.microsoft.com/office/drawing/2014/main" id="{63E0875D-F801-4DB2-B9DB-A2F4934DF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673" y="40436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6" name="path-3753">
            <a:extLst xmlns:a="http://schemas.openxmlformats.org/drawingml/2006/main">
              <a:ext uri="{FF2B5EF4-FFF2-40B4-BE49-F238E27FC236}">
                <a16:creationId xmlns:a16="http://schemas.microsoft.com/office/drawing/2014/main" id="{BF4BA107-6D05-4471-8D26-DE9C18050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255" y="40464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7" name="path-3754">
            <a:extLst xmlns:a="http://schemas.openxmlformats.org/drawingml/2006/main">
              <a:ext uri="{FF2B5EF4-FFF2-40B4-BE49-F238E27FC236}">
                <a16:creationId xmlns:a16="http://schemas.microsoft.com/office/drawing/2014/main" id="{8BD04439-E90B-440C-A181-19A3C7365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6720" y="40252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8" name="path-3755">
            <a:extLst xmlns:a="http://schemas.openxmlformats.org/drawingml/2006/main">
              <a:ext uri="{FF2B5EF4-FFF2-40B4-BE49-F238E27FC236}">
                <a16:creationId xmlns:a16="http://schemas.microsoft.com/office/drawing/2014/main" id="{92243BE0-B0EC-484C-BF44-A26BD107B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708" y="40424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9" name="path-3756">
            <a:extLst xmlns:a="http://schemas.openxmlformats.org/drawingml/2006/main">
              <a:ext uri="{FF2B5EF4-FFF2-40B4-BE49-F238E27FC236}">
                <a16:creationId xmlns:a16="http://schemas.microsoft.com/office/drawing/2014/main" id="{E1D41A69-8569-463F-B41E-3B2F965CA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5153" y="40583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0" name="path-3757">
            <a:extLst xmlns:a="http://schemas.openxmlformats.org/drawingml/2006/main">
              <a:ext uri="{FF2B5EF4-FFF2-40B4-BE49-F238E27FC236}">
                <a16:creationId xmlns:a16="http://schemas.microsoft.com/office/drawing/2014/main" id="{CAF2F820-0E9D-4DB2-943D-C254FB35D4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979" y="40478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1" name="path-3758">
            <a:extLst xmlns:a="http://schemas.openxmlformats.org/drawingml/2006/main">
              <a:ext uri="{FF2B5EF4-FFF2-40B4-BE49-F238E27FC236}">
                <a16:creationId xmlns:a16="http://schemas.microsoft.com/office/drawing/2014/main" id="{6BD248BD-92B9-4C70-AF3A-BD9385655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8554" y="4041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2" name="path-3759">
            <a:extLst xmlns:a="http://schemas.openxmlformats.org/drawingml/2006/main">
              <a:ext uri="{FF2B5EF4-FFF2-40B4-BE49-F238E27FC236}">
                <a16:creationId xmlns:a16="http://schemas.microsoft.com/office/drawing/2014/main" id="{3C40230B-3A5A-4B92-9B94-7FAF0D546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787" y="40434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3" name="path-3760">
            <a:extLst xmlns:a="http://schemas.openxmlformats.org/drawingml/2006/main">
              <a:ext uri="{FF2B5EF4-FFF2-40B4-BE49-F238E27FC236}">
                <a16:creationId xmlns:a16="http://schemas.microsoft.com/office/drawing/2014/main" id="{F8CB66C2-3160-412F-8268-1B34114AA1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134" y="40395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4" name="path-3761">
            <a:extLst xmlns:a="http://schemas.openxmlformats.org/drawingml/2006/main">
              <a:ext uri="{FF2B5EF4-FFF2-40B4-BE49-F238E27FC236}">
                <a16:creationId xmlns:a16="http://schemas.microsoft.com/office/drawing/2014/main" id="{32A22737-8975-4351-93CC-E7D6A7B0E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077" y="4044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5" name="path-3762">
            <a:extLst xmlns:a="http://schemas.openxmlformats.org/drawingml/2006/main">
              <a:ext uri="{FF2B5EF4-FFF2-40B4-BE49-F238E27FC236}">
                <a16:creationId xmlns:a16="http://schemas.microsoft.com/office/drawing/2014/main" id="{AEBB180C-63CA-4F87-9F4A-70444EC0B0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4467" y="40404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6" name="path-3763">
            <a:extLst xmlns:a="http://schemas.openxmlformats.org/drawingml/2006/main">
              <a:ext uri="{FF2B5EF4-FFF2-40B4-BE49-F238E27FC236}">
                <a16:creationId xmlns:a16="http://schemas.microsoft.com/office/drawing/2014/main" id="{7595FB7D-0089-47A2-A88A-EA3193B80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260" y="4039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7" name="path-3764">
            <a:extLst xmlns:a="http://schemas.openxmlformats.org/drawingml/2006/main">
              <a:ext uri="{FF2B5EF4-FFF2-40B4-BE49-F238E27FC236}">
                <a16:creationId xmlns:a16="http://schemas.microsoft.com/office/drawing/2014/main" id="{F07F27A8-A811-4452-8014-B77B4F0C8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9257" y="40446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8" name="path-3765">
            <a:extLst xmlns:a="http://schemas.openxmlformats.org/drawingml/2006/main">
              <a:ext uri="{FF2B5EF4-FFF2-40B4-BE49-F238E27FC236}">
                <a16:creationId xmlns:a16="http://schemas.microsoft.com/office/drawing/2014/main" id="{1870D8B8-3F1F-47FB-AB45-C80B1AF2F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63242" y="4049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9" name="path-3766">
            <a:extLst xmlns:a="http://schemas.openxmlformats.org/drawingml/2006/main">
              <a:ext uri="{FF2B5EF4-FFF2-40B4-BE49-F238E27FC236}">
                <a16:creationId xmlns:a16="http://schemas.microsoft.com/office/drawing/2014/main" id="{49C68C2F-F052-4203-A929-53C2DD40F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3979" y="40363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0" name="path-3767">
            <a:extLst xmlns:a="http://schemas.openxmlformats.org/drawingml/2006/main">
              <a:ext uri="{FF2B5EF4-FFF2-40B4-BE49-F238E27FC236}">
                <a16:creationId xmlns:a16="http://schemas.microsoft.com/office/drawing/2014/main" id="{1575F987-9713-4FCC-8A50-E80BD2697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5650" y="40510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1" name="path-3768">
            <a:extLst xmlns:a="http://schemas.openxmlformats.org/drawingml/2006/main">
              <a:ext uri="{FF2B5EF4-FFF2-40B4-BE49-F238E27FC236}">
                <a16:creationId xmlns:a16="http://schemas.microsoft.com/office/drawing/2014/main" id="{E3141FC2-AA22-412C-957A-E1BBF5E14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962" y="40469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2" name="path-3769">
            <a:extLst xmlns:a="http://schemas.openxmlformats.org/drawingml/2006/main">
              <a:ext uri="{FF2B5EF4-FFF2-40B4-BE49-F238E27FC236}">
                <a16:creationId xmlns:a16="http://schemas.microsoft.com/office/drawing/2014/main" id="{96C59C32-F13E-4426-9B62-2ECCCD653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3035" y="4020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3" name="path-3770">
            <a:extLst xmlns:a="http://schemas.openxmlformats.org/drawingml/2006/main">
              <a:ext uri="{FF2B5EF4-FFF2-40B4-BE49-F238E27FC236}">
                <a16:creationId xmlns:a16="http://schemas.microsoft.com/office/drawing/2014/main" id="{3E63E845-87AA-4FE3-9F31-3FA94CCC6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0531" y="4038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4" name="path-3771">
            <a:extLst xmlns:a="http://schemas.openxmlformats.org/drawingml/2006/main">
              <a:ext uri="{FF2B5EF4-FFF2-40B4-BE49-F238E27FC236}">
                <a16:creationId xmlns:a16="http://schemas.microsoft.com/office/drawing/2014/main" id="{5C97057E-C3E5-49C4-814A-D69129F31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6714" y="40323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5" name="path-3772">
            <a:extLst xmlns:a="http://schemas.openxmlformats.org/drawingml/2006/main">
              <a:ext uri="{FF2B5EF4-FFF2-40B4-BE49-F238E27FC236}">
                <a16:creationId xmlns:a16="http://schemas.microsoft.com/office/drawing/2014/main" id="{360DA430-F959-41D7-96D3-C368B5D5AE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458" y="40460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6" name="path-3773">
            <a:extLst xmlns:a="http://schemas.openxmlformats.org/drawingml/2006/main">
              <a:ext uri="{FF2B5EF4-FFF2-40B4-BE49-F238E27FC236}">
                <a16:creationId xmlns:a16="http://schemas.microsoft.com/office/drawing/2014/main" id="{1DABBF18-1C3E-46F8-A706-4E3CA89BD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896" y="4047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7" name="path-3774">
            <a:extLst xmlns:a="http://schemas.openxmlformats.org/drawingml/2006/main">
              <a:ext uri="{FF2B5EF4-FFF2-40B4-BE49-F238E27FC236}">
                <a16:creationId xmlns:a16="http://schemas.microsoft.com/office/drawing/2014/main" id="{E9AAA7BB-635B-4495-82DC-BEFEC6B8C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310" y="40510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8" name="path-3775">
            <a:extLst xmlns:a="http://schemas.openxmlformats.org/drawingml/2006/main">
              <a:ext uri="{FF2B5EF4-FFF2-40B4-BE49-F238E27FC236}">
                <a16:creationId xmlns:a16="http://schemas.microsoft.com/office/drawing/2014/main" id="{900C47DA-7BBB-496D-907F-DBA495102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106" y="4047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9" name="path-3776">
            <a:extLst xmlns:a="http://schemas.openxmlformats.org/drawingml/2006/main">
              <a:ext uri="{FF2B5EF4-FFF2-40B4-BE49-F238E27FC236}">
                <a16:creationId xmlns:a16="http://schemas.microsoft.com/office/drawing/2014/main" id="{B37CD389-BDCC-48CA-A4FB-3255AB7A4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7828" y="40651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0" name="path-3777">
            <a:extLst xmlns:a="http://schemas.openxmlformats.org/drawingml/2006/main">
              <a:ext uri="{FF2B5EF4-FFF2-40B4-BE49-F238E27FC236}">
                <a16:creationId xmlns:a16="http://schemas.microsoft.com/office/drawing/2014/main" id="{8EF100FD-0E12-4C3C-85E2-AA1F2DF87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000" y="4047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1" name="path-3778">
            <a:extLst xmlns:a="http://schemas.openxmlformats.org/drawingml/2006/main">
              <a:ext uri="{FF2B5EF4-FFF2-40B4-BE49-F238E27FC236}">
                <a16:creationId xmlns:a16="http://schemas.microsoft.com/office/drawing/2014/main" id="{55B60424-196B-4009-9BEB-D1E032F74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7491" y="40497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2" name="path-3779">
            <a:extLst xmlns:a="http://schemas.openxmlformats.org/drawingml/2006/main">
              <a:ext uri="{FF2B5EF4-FFF2-40B4-BE49-F238E27FC236}">
                <a16:creationId xmlns:a16="http://schemas.microsoft.com/office/drawing/2014/main" id="{C01AE360-C6AA-43D3-933F-BF0FC1187D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019" y="40422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3" name="path-3780">
            <a:extLst xmlns:a="http://schemas.openxmlformats.org/drawingml/2006/main">
              <a:ext uri="{FF2B5EF4-FFF2-40B4-BE49-F238E27FC236}">
                <a16:creationId xmlns:a16="http://schemas.microsoft.com/office/drawing/2014/main" id="{D3C7C693-C316-4C51-A850-E2EE76E22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774" y="40522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4" name="path-3781">
            <a:extLst xmlns:a="http://schemas.openxmlformats.org/drawingml/2006/main">
              <a:ext uri="{FF2B5EF4-FFF2-40B4-BE49-F238E27FC236}">
                <a16:creationId xmlns:a16="http://schemas.microsoft.com/office/drawing/2014/main" id="{C541B816-EE38-4A54-B3BD-C051DE62D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0376" y="40365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5" name="path-3782">
            <a:extLst xmlns:a="http://schemas.openxmlformats.org/drawingml/2006/main">
              <a:ext uri="{FF2B5EF4-FFF2-40B4-BE49-F238E27FC236}">
                <a16:creationId xmlns:a16="http://schemas.microsoft.com/office/drawing/2014/main" id="{2ACFB28E-F72F-4ED4-974A-71EF11871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060" y="40458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6" name="path-3783">
            <a:extLst xmlns:a="http://schemas.openxmlformats.org/drawingml/2006/main">
              <a:ext uri="{FF2B5EF4-FFF2-40B4-BE49-F238E27FC236}">
                <a16:creationId xmlns:a16="http://schemas.microsoft.com/office/drawing/2014/main" id="{BD26F71C-3549-4907-9649-721EEDD3C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027" y="40432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7" name="path-3784">
            <a:extLst xmlns:a="http://schemas.openxmlformats.org/drawingml/2006/main">
              <a:ext uri="{FF2B5EF4-FFF2-40B4-BE49-F238E27FC236}">
                <a16:creationId xmlns:a16="http://schemas.microsoft.com/office/drawing/2014/main" id="{2ED38A22-6735-4161-8F3D-FD0866FD5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2062" y="40345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8" name="path-3785">
            <a:extLst xmlns:a="http://schemas.openxmlformats.org/drawingml/2006/main">
              <a:ext uri="{FF2B5EF4-FFF2-40B4-BE49-F238E27FC236}">
                <a16:creationId xmlns:a16="http://schemas.microsoft.com/office/drawing/2014/main" id="{1B9C99F1-9A05-43CE-9338-001B78AA6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024" y="4036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9" name="path-3786">
            <a:extLst xmlns:a="http://schemas.openxmlformats.org/drawingml/2006/main">
              <a:ext uri="{FF2B5EF4-FFF2-40B4-BE49-F238E27FC236}">
                <a16:creationId xmlns:a16="http://schemas.microsoft.com/office/drawing/2014/main" id="{0F737346-C2A0-480D-BB43-A3A3B030B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310" y="4045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0" name="path-3787">
            <a:extLst xmlns:a="http://schemas.openxmlformats.org/drawingml/2006/main">
              <a:ext uri="{FF2B5EF4-FFF2-40B4-BE49-F238E27FC236}">
                <a16:creationId xmlns:a16="http://schemas.microsoft.com/office/drawing/2014/main" id="{D149F9F5-BA53-43E9-8C7C-5D732AA1C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5107" y="40440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1" name="path-3788">
            <a:extLst xmlns:a="http://schemas.openxmlformats.org/drawingml/2006/main">
              <a:ext uri="{FF2B5EF4-FFF2-40B4-BE49-F238E27FC236}">
                <a16:creationId xmlns:a16="http://schemas.microsoft.com/office/drawing/2014/main" id="{CF3B353C-362E-4B1A-AA1C-43A1BF193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548" y="40448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2" name="path-3789">
            <a:extLst xmlns:a="http://schemas.openxmlformats.org/drawingml/2006/main">
              <a:ext uri="{FF2B5EF4-FFF2-40B4-BE49-F238E27FC236}">
                <a16:creationId xmlns:a16="http://schemas.microsoft.com/office/drawing/2014/main" id="{AF76FB2D-059E-4699-816A-904D10EA76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626" y="40622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3" name="path-3790">
            <a:extLst xmlns:a="http://schemas.openxmlformats.org/drawingml/2006/main">
              <a:ext uri="{FF2B5EF4-FFF2-40B4-BE49-F238E27FC236}">
                <a16:creationId xmlns:a16="http://schemas.microsoft.com/office/drawing/2014/main" id="{AC4E8A13-6625-45D0-A056-2B13D34B03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9138" y="40227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4" name="path-3791">
            <a:extLst xmlns:a="http://schemas.openxmlformats.org/drawingml/2006/main">
              <a:ext uri="{FF2B5EF4-FFF2-40B4-BE49-F238E27FC236}">
                <a16:creationId xmlns:a16="http://schemas.microsoft.com/office/drawing/2014/main" id="{24CF81E4-B6C5-47CC-A6A2-CBFCF775C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007" y="40438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5" name="path-3792">
            <a:extLst xmlns:a="http://schemas.openxmlformats.org/drawingml/2006/main">
              <a:ext uri="{FF2B5EF4-FFF2-40B4-BE49-F238E27FC236}">
                <a16:creationId xmlns:a16="http://schemas.microsoft.com/office/drawing/2014/main" id="{62100CE5-C222-41B5-8A78-1994F0143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935" y="40463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6" name="path-3793">
            <a:extLst xmlns:a="http://schemas.openxmlformats.org/drawingml/2006/main">
              <a:ext uri="{FF2B5EF4-FFF2-40B4-BE49-F238E27FC236}">
                <a16:creationId xmlns:a16="http://schemas.microsoft.com/office/drawing/2014/main" id="{A1EF19BC-F79F-4662-B0FA-BF7ACA4D8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6568" y="40474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7" name="path-3794">
            <a:extLst xmlns:a="http://schemas.openxmlformats.org/drawingml/2006/main">
              <a:ext uri="{FF2B5EF4-FFF2-40B4-BE49-F238E27FC236}">
                <a16:creationId xmlns:a16="http://schemas.microsoft.com/office/drawing/2014/main" id="{BBE94011-2F40-4DB9-ADE7-0783CE41E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1777" y="40076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8" name="path-3795">
            <a:extLst xmlns:a="http://schemas.openxmlformats.org/drawingml/2006/main">
              <a:ext uri="{FF2B5EF4-FFF2-40B4-BE49-F238E27FC236}">
                <a16:creationId xmlns:a16="http://schemas.microsoft.com/office/drawing/2014/main" id="{BA8EEE8C-1AD9-4E45-989F-1C6D7CBCE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849" y="4027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9" name="path-3796">
            <a:extLst xmlns:a="http://schemas.openxmlformats.org/drawingml/2006/main">
              <a:ext uri="{FF2B5EF4-FFF2-40B4-BE49-F238E27FC236}">
                <a16:creationId xmlns:a16="http://schemas.microsoft.com/office/drawing/2014/main" id="{67CE7536-3718-4B0E-B8C1-73C1ED8F4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4099" y="40402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0" name="path-3797">
            <a:extLst xmlns:a="http://schemas.openxmlformats.org/drawingml/2006/main">
              <a:ext uri="{FF2B5EF4-FFF2-40B4-BE49-F238E27FC236}">
                <a16:creationId xmlns:a16="http://schemas.microsoft.com/office/drawing/2014/main" id="{1A7276D4-FC00-4EF8-9135-104FECEF0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2540" y="4016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1" name="path-3798">
            <a:extLst xmlns:a="http://schemas.openxmlformats.org/drawingml/2006/main">
              <a:ext uri="{FF2B5EF4-FFF2-40B4-BE49-F238E27FC236}">
                <a16:creationId xmlns:a16="http://schemas.microsoft.com/office/drawing/2014/main" id="{8B39C1D7-83E7-477C-B8F4-CA8D50DCE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7167" y="40422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2" name="path-3799">
            <a:extLst xmlns:a="http://schemas.openxmlformats.org/drawingml/2006/main">
              <a:ext uri="{FF2B5EF4-FFF2-40B4-BE49-F238E27FC236}">
                <a16:creationId xmlns:a16="http://schemas.microsoft.com/office/drawing/2014/main" id="{8128B1ED-666F-475A-BC16-797B3F6D1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607" y="40627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3" name="path-3800">
            <a:extLst xmlns:a="http://schemas.openxmlformats.org/drawingml/2006/main">
              <a:ext uri="{FF2B5EF4-FFF2-40B4-BE49-F238E27FC236}">
                <a16:creationId xmlns:a16="http://schemas.microsoft.com/office/drawing/2014/main" id="{01B735B7-8486-472F-BB22-C899B1F21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712" y="4033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4" name="path-3801">
            <a:extLst xmlns:a="http://schemas.openxmlformats.org/drawingml/2006/main">
              <a:ext uri="{FF2B5EF4-FFF2-40B4-BE49-F238E27FC236}">
                <a16:creationId xmlns:a16="http://schemas.microsoft.com/office/drawing/2014/main" id="{4B8782AD-958A-40D0-9101-83AD17EE8B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113" y="40434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5" name="path-3802">
            <a:extLst xmlns:a="http://schemas.openxmlformats.org/drawingml/2006/main">
              <a:ext uri="{FF2B5EF4-FFF2-40B4-BE49-F238E27FC236}">
                <a16:creationId xmlns:a16="http://schemas.microsoft.com/office/drawing/2014/main" id="{1696B65F-6147-43FA-8D2A-31EE1C557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7190" y="40363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6" name="path-3803">
            <a:extLst xmlns:a="http://schemas.openxmlformats.org/drawingml/2006/main">
              <a:ext uri="{FF2B5EF4-FFF2-40B4-BE49-F238E27FC236}">
                <a16:creationId xmlns:a16="http://schemas.microsoft.com/office/drawing/2014/main" id="{A4D9662E-197E-49A6-9898-E00D0195F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921" y="40383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7" name="path-3804">
            <a:extLst xmlns:a="http://schemas.openxmlformats.org/drawingml/2006/main">
              <a:ext uri="{FF2B5EF4-FFF2-40B4-BE49-F238E27FC236}">
                <a16:creationId xmlns:a16="http://schemas.microsoft.com/office/drawing/2014/main" id="{B957775C-72E5-467D-828D-3D6B8E827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21765" y="40527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8" name="path-3805">
            <a:extLst xmlns:a="http://schemas.openxmlformats.org/drawingml/2006/main">
              <a:ext uri="{FF2B5EF4-FFF2-40B4-BE49-F238E27FC236}">
                <a16:creationId xmlns:a16="http://schemas.microsoft.com/office/drawing/2014/main" id="{CF7D7401-07C3-4C4B-920B-3BE778863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924" y="40428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9" name="path-3806">
            <a:extLst xmlns:a="http://schemas.openxmlformats.org/drawingml/2006/main">
              <a:ext uri="{FF2B5EF4-FFF2-40B4-BE49-F238E27FC236}">
                <a16:creationId xmlns:a16="http://schemas.microsoft.com/office/drawing/2014/main" id="{8DF9E1C4-6234-447A-A85B-9E955E7E26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122" y="40443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0" name="path-3807">
            <a:extLst xmlns:a="http://schemas.openxmlformats.org/drawingml/2006/main">
              <a:ext uri="{FF2B5EF4-FFF2-40B4-BE49-F238E27FC236}">
                <a16:creationId xmlns:a16="http://schemas.microsoft.com/office/drawing/2014/main" id="{1797FACB-A80B-4E7D-884B-7D1F68714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562" y="40415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1" name="path-3808">
            <a:extLst xmlns:a="http://schemas.openxmlformats.org/drawingml/2006/main">
              <a:ext uri="{FF2B5EF4-FFF2-40B4-BE49-F238E27FC236}">
                <a16:creationId xmlns:a16="http://schemas.microsoft.com/office/drawing/2014/main" id="{8E5E93B7-F5A5-413D-A442-93FA1F9DF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549" y="40438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2" name="path-3809">
            <a:extLst xmlns:a="http://schemas.openxmlformats.org/drawingml/2006/main">
              <a:ext uri="{FF2B5EF4-FFF2-40B4-BE49-F238E27FC236}">
                <a16:creationId xmlns:a16="http://schemas.microsoft.com/office/drawing/2014/main" id="{46160DF5-87D6-4DB1-9E46-65D0EC1FF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529" y="40470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3" name="path-3810">
            <a:extLst xmlns:a="http://schemas.openxmlformats.org/drawingml/2006/main">
              <a:ext uri="{FF2B5EF4-FFF2-40B4-BE49-F238E27FC236}">
                <a16:creationId xmlns:a16="http://schemas.microsoft.com/office/drawing/2014/main" id="{FFCADF75-2776-427B-934D-8E610C3AAA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637" y="40468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4" name="path-3811">
            <a:extLst xmlns:a="http://schemas.openxmlformats.org/drawingml/2006/main">
              <a:ext uri="{FF2B5EF4-FFF2-40B4-BE49-F238E27FC236}">
                <a16:creationId xmlns:a16="http://schemas.microsoft.com/office/drawing/2014/main" id="{06F3799E-5101-427A-8264-72DA8824A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343" y="40449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5" name="path-3812">
            <a:extLst xmlns:a="http://schemas.openxmlformats.org/drawingml/2006/main">
              <a:ext uri="{FF2B5EF4-FFF2-40B4-BE49-F238E27FC236}">
                <a16:creationId xmlns:a16="http://schemas.microsoft.com/office/drawing/2014/main" id="{BBB0ACD0-DB7B-40EA-83BA-4AC1F0861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6367" y="4072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6" name="path-3813">
            <a:extLst xmlns:a="http://schemas.openxmlformats.org/drawingml/2006/main">
              <a:ext uri="{FF2B5EF4-FFF2-40B4-BE49-F238E27FC236}">
                <a16:creationId xmlns:a16="http://schemas.microsoft.com/office/drawing/2014/main" id="{6C95A164-3C7B-440A-8318-353956891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215" y="4043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7" name="path-3814">
            <a:extLst xmlns:a="http://schemas.openxmlformats.org/drawingml/2006/main">
              <a:ext uri="{FF2B5EF4-FFF2-40B4-BE49-F238E27FC236}">
                <a16:creationId xmlns:a16="http://schemas.microsoft.com/office/drawing/2014/main" id="{926D75CE-63CA-4EB3-A803-50026C59C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538" y="4041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8" name="path-3815">
            <a:extLst xmlns:a="http://schemas.openxmlformats.org/drawingml/2006/main">
              <a:ext uri="{FF2B5EF4-FFF2-40B4-BE49-F238E27FC236}">
                <a16:creationId xmlns:a16="http://schemas.microsoft.com/office/drawing/2014/main" id="{385FDF66-E25C-4AC0-BD73-CFD561C92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060" y="4041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9" name="path-3816">
            <a:extLst xmlns:a="http://schemas.openxmlformats.org/drawingml/2006/main">
              <a:ext uri="{FF2B5EF4-FFF2-40B4-BE49-F238E27FC236}">
                <a16:creationId xmlns:a16="http://schemas.microsoft.com/office/drawing/2014/main" id="{994028AC-0492-4962-9DBE-44305E6DA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845" y="4042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0" name="path-3817">
            <a:extLst xmlns:a="http://schemas.openxmlformats.org/drawingml/2006/main">
              <a:ext uri="{FF2B5EF4-FFF2-40B4-BE49-F238E27FC236}">
                <a16:creationId xmlns:a16="http://schemas.microsoft.com/office/drawing/2014/main" id="{27329316-3004-467E-A4E7-BEFB3DA8D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760" y="40322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1" name="path-3818">
            <a:extLst xmlns:a="http://schemas.openxmlformats.org/drawingml/2006/main">
              <a:ext uri="{FF2B5EF4-FFF2-40B4-BE49-F238E27FC236}">
                <a16:creationId xmlns:a16="http://schemas.microsoft.com/office/drawing/2014/main" id="{99870CED-A426-4A38-A8F8-45F2DCCA7C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563" y="40265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2" name="path-3819">
            <a:extLst xmlns:a="http://schemas.openxmlformats.org/drawingml/2006/main">
              <a:ext uri="{FF2B5EF4-FFF2-40B4-BE49-F238E27FC236}">
                <a16:creationId xmlns:a16="http://schemas.microsoft.com/office/drawing/2014/main" id="{C4CE9C3E-CAD7-4D1F-B3B5-682893B19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4353" y="40221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3" name="path-3820">
            <a:extLst xmlns:a="http://schemas.openxmlformats.org/drawingml/2006/main">
              <a:ext uri="{FF2B5EF4-FFF2-40B4-BE49-F238E27FC236}">
                <a16:creationId xmlns:a16="http://schemas.microsoft.com/office/drawing/2014/main" id="{D9A14ACA-ACC8-48BD-910C-6EB3EE23E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327" y="40447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4" name="path-3821">
            <a:extLst xmlns:a="http://schemas.openxmlformats.org/drawingml/2006/main">
              <a:ext uri="{FF2B5EF4-FFF2-40B4-BE49-F238E27FC236}">
                <a16:creationId xmlns:a16="http://schemas.microsoft.com/office/drawing/2014/main" id="{89D15578-9228-428A-B191-96FEFC8A33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512" y="40462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5" name="path-3822">
            <a:extLst xmlns:a="http://schemas.openxmlformats.org/drawingml/2006/main">
              <a:ext uri="{FF2B5EF4-FFF2-40B4-BE49-F238E27FC236}">
                <a16:creationId xmlns:a16="http://schemas.microsoft.com/office/drawing/2014/main" id="{E8D99CF5-8CD8-4975-B58A-D828F8BBC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6470" y="40229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6" name="path-3823">
            <a:extLst xmlns:a="http://schemas.openxmlformats.org/drawingml/2006/main">
              <a:ext uri="{FF2B5EF4-FFF2-40B4-BE49-F238E27FC236}">
                <a16:creationId xmlns:a16="http://schemas.microsoft.com/office/drawing/2014/main" id="{7CFA03A7-5964-4079-8DBC-2E769B4A4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170" y="4046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7" name="path-3824">
            <a:extLst xmlns:a="http://schemas.openxmlformats.org/drawingml/2006/main">
              <a:ext uri="{FF2B5EF4-FFF2-40B4-BE49-F238E27FC236}">
                <a16:creationId xmlns:a16="http://schemas.microsoft.com/office/drawing/2014/main" id="{1DD950FB-1DA1-41F0-9711-091E3CD22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4528" y="4036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8" name="path-3825">
            <a:extLst xmlns:a="http://schemas.openxmlformats.org/drawingml/2006/main">
              <a:ext uri="{FF2B5EF4-FFF2-40B4-BE49-F238E27FC236}">
                <a16:creationId xmlns:a16="http://schemas.microsoft.com/office/drawing/2014/main" id="{69017166-CFF3-479E-B6D2-5EAF04B4F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042" y="40482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9" name="path-3826">
            <a:extLst xmlns:a="http://schemas.openxmlformats.org/drawingml/2006/main">
              <a:ext uri="{FF2B5EF4-FFF2-40B4-BE49-F238E27FC236}">
                <a16:creationId xmlns:a16="http://schemas.microsoft.com/office/drawing/2014/main" id="{49BE27B4-6EF6-4A02-8C85-C43E213B5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987" y="4043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0" name="path-3827">
            <a:extLst xmlns:a="http://schemas.openxmlformats.org/drawingml/2006/main">
              <a:ext uri="{FF2B5EF4-FFF2-40B4-BE49-F238E27FC236}">
                <a16:creationId xmlns:a16="http://schemas.microsoft.com/office/drawing/2014/main" id="{AAC45D4F-584F-4F90-9AC8-F81FBFD56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388" y="40408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1" name="path-3828">
            <a:extLst xmlns:a="http://schemas.openxmlformats.org/drawingml/2006/main">
              <a:ext uri="{FF2B5EF4-FFF2-40B4-BE49-F238E27FC236}">
                <a16:creationId xmlns:a16="http://schemas.microsoft.com/office/drawing/2014/main" id="{D015EA36-7DE2-4C99-977B-DDEE2E69F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806" y="40466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2" name="path-3829">
            <a:extLst xmlns:a="http://schemas.openxmlformats.org/drawingml/2006/main">
              <a:ext uri="{FF2B5EF4-FFF2-40B4-BE49-F238E27FC236}">
                <a16:creationId xmlns:a16="http://schemas.microsoft.com/office/drawing/2014/main" id="{8C3BCFC4-30C9-4C80-9E2A-D6F4AA4B1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157" y="4036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3" name="path-3830">
            <a:extLst xmlns:a="http://schemas.openxmlformats.org/drawingml/2006/main">
              <a:ext uri="{FF2B5EF4-FFF2-40B4-BE49-F238E27FC236}">
                <a16:creationId xmlns:a16="http://schemas.microsoft.com/office/drawing/2014/main" id="{E478E658-AE9F-42EA-82E5-EF0D38076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4674" y="40560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4" name="path-3831">
            <a:extLst xmlns:a="http://schemas.openxmlformats.org/drawingml/2006/main">
              <a:ext uri="{FF2B5EF4-FFF2-40B4-BE49-F238E27FC236}">
                <a16:creationId xmlns:a16="http://schemas.microsoft.com/office/drawing/2014/main" id="{D92066CD-7A88-416E-B6E5-1A892A337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2084" y="40358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5" name="path-3832">
            <a:extLst xmlns:a="http://schemas.openxmlformats.org/drawingml/2006/main">
              <a:ext uri="{FF2B5EF4-FFF2-40B4-BE49-F238E27FC236}">
                <a16:creationId xmlns:a16="http://schemas.microsoft.com/office/drawing/2014/main" id="{D6E39465-1021-4DBA-9BDB-DF210090C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500" y="40142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6" name="path-3833">
            <a:extLst xmlns:a="http://schemas.openxmlformats.org/drawingml/2006/main">
              <a:ext uri="{FF2B5EF4-FFF2-40B4-BE49-F238E27FC236}">
                <a16:creationId xmlns:a16="http://schemas.microsoft.com/office/drawing/2014/main" id="{05BC7881-5537-434B-8AC8-3A4863AEF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719" y="40385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7" name="path-3834">
            <a:extLst xmlns:a="http://schemas.openxmlformats.org/drawingml/2006/main">
              <a:ext uri="{FF2B5EF4-FFF2-40B4-BE49-F238E27FC236}">
                <a16:creationId xmlns:a16="http://schemas.microsoft.com/office/drawing/2014/main" id="{8F14C52D-C6BA-4DA5-8127-795A638A4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2949" y="4048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8" name="path-3835">
            <a:extLst xmlns:a="http://schemas.openxmlformats.org/drawingml/2006/main">
              <a:ext uri="{FF2B5EF4-FFF2-40B4-BE49-F238E27FC236}">
                <a16:creationId xmlns:a16="http://schemas.microsoft.com/office/drawing/2014/main" id="{DA112E6F-3181-404F-83B2-977D03E69D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682" y="4048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9" name="path-3836">
            <a:extLst xmlns:a="http://schemas.openxmlformats.org/drawingml/2006/main">
              <a:ext uri="{FF2B5EF4-FFF2-40B4-BE49-F238E27FC236}">
                <a16:creationId xmlns:a16="http://schemas.microsoft.com/office/drawing/2014/main" id="{915C953E-C9CC-4497-A9C3-2608BDCFC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6374" y="40421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0" name="path-3837">
            <a:extLst xmlns:a="http://schemas.openxmlformats.org/drawingml/2006/main">
              <a:ext uri="{FF2B5EF4-FFF2-40B4-BE49-F238E27FC236}">
                <a16:creationId xmlns:a16="http://schemas.microsoft.com/office/drawing/2014/main" id="{AA268F77-9616-409D-94B8-9DCC1DE2C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126" y="40444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1" name="path-3838">
            <a:extLst xmlns:a="http://schemas.openxmlformats.org/drawingml/2006/main">
              <a:ext uri="{FF2B5EF4-FFF2-40B4-BE49-F238E27FC236}">
                <a16:creationId xmlns:a16="http://schemas.microsoft.com/office/drawing/2014/main" id="{0DA75168-5950-4796-9254-BCB262518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631" y="40574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2" name="path-3839">
            <a:extLst xmlns:a="http://schemas.openxmlformats.org/drawingml/2006/main">
              <a:ext uri="{FF2B5EF4-FFF2-40B4-BE49-F238E27FC236}">
                <a16:creationId xmlns:a16="http://schemas.microsoft.com/office/drawing/2014/main" id="{9C7CB2E7-8D5E-420F-BB76-D783FD71B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994" y="40407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3" name="path-3840">
            <a:extLst xmlns:a="http://schemas.openxmlformats.org/drawingml/2006/main">
              <a:ext uri="{FF2B5EF4-FFF2-40B4-BE49-F238E27FC236}">
                <a16:creationId xmlns:a16="http://schemas.microsoft.com/office/drawing/2014/main" id="{35960972-A7D5-403D-8D6D-BAD4E8980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2310" y="40523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4" name="path-3841">
            <a:extLst xmlns:a="http://schemas.openxmlformats.org/drawingml/2006/main">
              <a:ext uri="{FF2B5EF4-FFF2-40B4-BE49-F238E27FC236}">
                <a16:creationId xmlns:a16="http://schemas.microsoft.com/office/drawing/2014/main" id="{F4778AF8-EE70-45C8-BB24-890B05A10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1732" y="40424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5" name="path-3842">
            <a:extLst xmlns:a="http://schemas.openxmlformats.org/drawingml/2006/main">
              <a:ext uri="{FF2B5EF4-FFF2-40B4-BE49-F238E27FC236}">
                <a16:creationId xmlns:a16="http://schemas.microsoft.com/office/drawing/2014/main" id="{B613DC9D-BB21-44D0-B59E-4E48F2E80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6120" y="40434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6" name="path-3843">
            <a:extLst xmlns:a="http://schemas.openxmlformats.org/drawingml/2006/main">
              <a:ext uri="{FF2B5EF4-FFF2-40B4-BE49-F238E27FC236}">
                <a16:creationId xmlns:a16="http://schemas.microsoft.com/office/drawing/2014/main" id="{28789C3A-3E95-4E7B-A5D6-9A91ECF9B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037" y="4072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7" name="path-3844">
            <a:extLst xmlns:a="http://schemas.openxmlformats.org/drawingml/2006/main">
              <a:ext uri="{FF2B5EF4-FFF2-40B4-BE49-F238E27FC236}">
                <a16:creationId xmlns:a16="http://schemas.microsoft.com/office/drawing/2014/main" id="{3DFF7DBA-72F0-40DF-8E48-E1475148B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162" y="40483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8" name="path-3845">
            <a:extLst xmlns:a="http://schemas.openxmlformats.org/drawingml/2006/main">
              <a:ext uri="{FF2B5EF4-FFF2-40B4-BE49-F238E27FC236}">
                <a16:creationId xmlns:a16="http://schemas.microsoft.com/office/drawing/2014/main" id="{0D11D104-16D3-4679-82EC-E5603F6F76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974" y="40385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9" name="path-3846">
            <a:extLst xmlns:a="http://schemas.openxmlformats.org/drawingml/2006/main">
              <a:ext uri="{FF2B5EF4-FFF2-40B4-BE49-F238E27FC236}">
                <a16:creationId xmlns:a16="http://schemas.microsoft.com/office/drawing/2014/main" id="{9D71A08A-3EC5-4466-8B56-673E96159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925" y="40406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0" name="path-3847">
            <a:extLst xmlns:a="http://schemas.openxmlformats.org/drawingml/2006/main">
              <a:ext uri="{FF2B5EF4-FFF2-40B4-BE49-F238E27FC236}">
                <a16:creationId xmlns:a16="http://schemas.microsoft.com/office/drawing/2014/main" id="{11E3BC7E-C514-4064-8F2C-FA988E37C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459" y="40434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1" name="path-3848">
            <a:extLst xmlns:a="http://schemas.openxmlformats.org/drawingml/2006/main">
              <a:ext uri="{FF2B5EF4-FFF2-40B4-BE49-F238E27FC236}">
                <a16:creationId xmlns:a16="http://schemas.microsoft.com/office/drawing/2014/main" id="{02DCF60E-3F72-43A6-98E6-2BC1FCB8C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4807" y="4079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2" name="path-3849">
            <a:extLst xmlns:a="http://schemas.openxmlformats.org/drawingml/2006/main">
              <a:ext uri="{FF2B5EF4-FFF2-40B4-BE49-F238E27FC236}">
                <a16:creationId xmlns:a16="http://schemas.microsoft.com/office/drawing/2014/main" id="{1A71FC40-E318-4F63-AC83-A733153C1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7599" y="4041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3" name="path-3850">
            <a:extLst xmlns:a="http://schemas.openxmlformats.org/drawingml/2006/main">
              <a:ext uri="{FF2B5EF4-FFF2-40B4-BE49-F238E27FC236}">
                <a16:creationId xmlns:a16="http://schemas.microsoft.com/office/drawing/2014/main" id="{FFBB7BA6-89A1-4CC3-81B2-0DB80B4A6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3391" y="4046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4" name="path-3851">
            <a:extLst xmlns:a="http://schemas.openxmlformats.org/drawingml/2006/main">
              <a:ext uri="{FF2B5EF4-FFF2-40B4-BE49-F238E27FC236}">
                <a16:creationId xmlns:a16="http://schemas.microsoft.com/office/drawing/2014/main" id="{82AA15E1-F79E-45DD-8FC6-065BDB67D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587" y="4036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5" name="path-3852">
            <a:extLst xmlns:a="http://schemas.openxmlformats.org/drawingml/2006/main">
              <a:ext uri="{FF2B5EF4-FFF2-40B4-BE49-F238E27FC236}">
                <a16:creationId xmlns:a16="http://schemas.microsoft.com/office/drawing/2014/main" id="{E737BE1C-F074-4B25-8679-EE23C730E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9384" y="40336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6" name="path-3853">
            <a:extLst xmlns:a="http://schemas.openxmlformats.org/drawingml/2006/main">
              <a:ext uri="{FF2B5EF4-FFF2-40B4-BE49-F238E27FC236}">
                <a16:creationId xmlns:a16="http://schemas.microsoft.com/office/drawing/2014/main" id="{835CFCD1-6806-4A63-A16F-104EA1CE4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81136" y="40529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7" name="path-3854">
            <a:extLst xmlns:a="http://schemas.openxmlformats.org/drawingml/2006/main">
              <a:ext uri="{FF2B5EF4-FFF2-40B4-BE49-F238E27FC236}">
                <a16:creationId xmlns:a16="http://schemas.microsoft.com/office/drawing/2014/main" id="{AEC4BC4C-EDCF-453D-98E1-746B56C16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6895" y="40617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8" name="path-3855">
            <a:extLst xmlns:a="http://schemas.openxmlformats.org/drawingml/2006/main">
              <a:ext uri="{FF2B5EF4-FFF2-40B4-BE49-F238E27FC236}">
                <a16:creationId xmlns:a16="http://schemas.microsoft.com/office/drawing/2014/main" id="{EB9A3A29-8F92-44B1-9567-9E840EBEE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6219" y="40455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9" name="path-3856">
            <a:extLst xmlns:a="http://schemas.openxmlformats.org/drawingml/2006/main">
              <a:ext uri="{FF2B5EF4-FFF2-40B4-BE49-F238E27FC236}">
                <a16:creationId xmlns:a16="http://schemas.microsoft.com/office/drawing/2014/main" id="{E3C9DBE1-927A-4710-922B-45053230D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958" y="40506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0" name="path-3857">
            <a:extLst xmlns:a="http://schemas.openxmlformats.org/drawingml/2006/main">
              <a:ext uri="{FF2B5EF4-FFF2-40B4-BE49-F238E27FC236}">
                <a16:creationId xmlns:a16="http://schemas.microsoft.com/office/drawing/2014/main" id="{74D8AE27-31A7-49C1-96A0-D37DDC2EA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639" y="4041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1" name="path-3858">
            <a:extLst xmlns:a="http://schemas.openxmlformats.org/drawingml/2006/main">
              <a:ext uri="{FF2B5EF4-FFF2-40B4-BE49-F238E27FC236}">
                <a16:creationId xmlns:a16="http://schemas.microsoft.com/office/drawing/2014/main" id="{1A335C98-9230-45DD-980F-40D727111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097" y="4041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2" name="path-3859">
            <a:extLst xmlns:a="http://schemas.openxmlformats.org/drawingml/2006/main">
              <a:ext uri="{FF2B5EF4-FFF2-40B4-BE49-F238E27FC236}">
                <a16:creationId xmlns:a16="http://schemas.microsoft.com/office/drawing/2014/main" id="{86D6B4CC-0BE3-4089-B089-4B1E93038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080" y="40893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3" name="path-3860">
            <a:extLst xmlns:a="http://schemas.openxmlformats.org/drawingml/2006/main">
              <a:ext uri="{FF2B5EF4-FFF2-40B4-BE49-F238E27FC236}">
                <a16:creationId xmlns:a16="http://schemas.microsoft.com/office/drawing/2014/main" id="{053F724A-A125-44FF-8A54-1289B8A1A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209" y="4046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4" name="path-3861">
            <a:extLst xmlns:a="http://schemas.openxmlformats.org/drawingml/2006/main">
              <a:ext uri="{FF2B5EF4-FFF2-40B4-BE49-F238E27FC236}">
                <a16:creationId xmlns:a16="http://schemas.microsoft.com/office/drawing/2014/main" id="{926E15D7-D6F8-4A2A-82D4-2CEB7C46A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868" y="40463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5" name="path-3862">
            <a:extLst xmlns:a="http://schemas.openxmlformats.org/drawingml/2006/main">
              <a:ext uri="{FF2B5EF4-FFF2-40B4-BE49-F238E27FC236}">
                <a16:creationId xmlns:a16="http://schemas.microsoft.com/office/drawing/2014/main" id="{E4D53021-C33F-4057-B5B0-B2FEBFC41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914" y="40452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6" name="path-3863">
            <a:extLst xmlns:a="http://schemas.openxmlformats.org/drawingml/2006/main">
              <a:ext uri="{FF2B5EF4-FFF2-40B4-BE49-F238E27FC236}">
                <a16:creationId xmlns:a16="http://schemas.microsoft.com/office/drawing/2014/main" id="{343EB2AB-D58E-49F6-85E0-4F2EDA864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355" y="4051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7" name="path-3864">
            <a:extLst xmlns:a="http://schemas.openxmlformats.org/drawingml/2006/main">
              <a:ext uri="{FF2B5EF4-FFF2-40B4-BE49-F238E27FC236}">
                <a16:creationId xmlns:a16="http://schemas.microsoft.com/office/drawing/2014/main" id="{65682F40-DFE4-46B8-8371-2C56CE8AB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706" y="4046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8" name="path-3865">
            <a:extLst xmlns:a="http://schemas.openxmlformats.org/drawingml/2006/main">
              <a:ext uri="{FF2B5EF4-FFF2-40B4-BE49-F238E27FC236}">
                <a16:creationId xmlns:a16="http://schemas.microsoft.com/office/drawing/2014/main" id="{49F46808-BB40-4F66-8F4F-1392BAA03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411" y="40447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9" name="path-3866">
            <a:extLst xmlns:a="http://schemas.openxmlformats.org/drawingml/2006/main">
              <a:ext uri="{FF2B5EF4-FFF2-40B4-BE49-F238E27FC236}">
                <a16:creationId xmlns:a16="http://schemas.microsoft.com/office/drawing/2014/main" id="{BE2AB395-3681-4B44-89D1-00D5693E7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3938" y="40705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0" name="path-3867">
            <a:extLst xmlns:a="http://schemas.openxmlformats.org/drawingml/2006/main">
              <a:ext uri="{FF2B5EF4-FFF2-40B4-BE49-F238E27FC236}">
                <a16:creationId xmlns:a16="http://schemas.microsoft.com/office/drawing/2014/main" id="{3A880DA8-9866-402A-8CE8-C12F09FD1B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466" y="40470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1" name="path-3868">
            <a:extLst xmlns:a="http://schemas.openxmlformats.org/drawingml/2006/main">
              <a:ext uri="{FF2B5EF4-FFF2-40B4-BE49-F238E27FC236}">
                <a16:creationId xmlns:a16="http://schemas.microsoft.com/office/drawing/2014/main" id="{E4F6F80B-BB44-46AB-8F53-64F04AC53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245" y="40429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2" name="path-3869">
            <a:extLst xmlns:a="http://schemas.openxmlformats.org/drawingml/2006/main">
              <a:ext uri="{FF2B5EF4-FFF2-40B4-BE49-F238E27FC236}">
                <a16:creationId xmlns:a16="http://schemas.microsoft.com/office/drawing/2014/main" id="{E1A5AAA3-A876-40A7-8E11-1F0CDEE9B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615" y="40436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3" name="path-3870">
            <a:extLst xmlns:a="http://schemas.openxmlformats.org/drawingml/2006/main">
              <a:ext uri="{FF2B5EF4-FFF2-40B4-BE49-F238E27FC236}">
                <a16:creationId xmlns:a16="http://schemas.microsoft.com/office/drawing/2014/main" id="{EFA2DD68-EA3F-4F42-A2BB-AF4BA53C9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034" y="40407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4" name="path-3871">
            <a:extLst xmlns:a="http://schemas.openxmlformats.org/drawingml/2006/main">
              <a:ext uri="{FF2B5EF4-FFF2-40B4-BE49-F238E27FC236}">
                <a16:creationId xmlns:a16="http://schemas.microsoft.com/office/drawing/2014/main" id="{44D27937-286B-4AE4-8C92-67A82EABB6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212" y="40665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5" name="path-3872">
            <a:extLst xmlns:a="http://schemas.openxmlformats.org/drawingml/2006/main">
              <a:ext uri="{FF2B5EF4-FFF2-40B4-BE49-F238E27FC236}">
                <a16:creationId xmlns:a16="http://schemas.microsoft.com/office/drawing/2014/main" id="{47BF396B-1123-4E82-A169-EC5A4E63D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8262" y="40395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6" name="path-3873">
            <a:extLst xmlns:a="http://schemas.openxmlformats.org/drawingml/2006/main">
              <a:ext uri="{FF2B5EF4-FFF2-40B4-BE49-F238E27FC236}">
                <a16:creationId xmlns:a16="http://schemas.microsoft.com/office/drawing/2014/main" id="{14DD3F73-486A-47DE-889B-F8CA7C67F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412" y="4015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7" name="path-3874">
            <a:extLst xmlns:a="http://schemas.openxmlformats.org/drawingml/2006/main">
              <a:ext uri="{FF2B5EF4-FFF2-40B4-BE49-F238E27FC236}">
                <a16:creationId xmlns:a16="http://schemas.microsoft.com/office/drawing/2014/main" id="{C8E865D4-C6F3-4525-B34A-F3D61B567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4462" y="40475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8" name="path-3875">
            <a:extLst xmlns:a="http://schemas.openxmlformats.org/drawingml/2006/main">
              <a:ext uri="{FF2B5EF4-FFF2-40B4-BE49-F238E27FC236}">
                <a16:creationId xmlns:a16="http://schemas.microsoft.com/office/drawing/2014/main" id="{F1A30C75-A95E-49FA-98CA-6AEDDE1C90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0152" y="40381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9" name="path-3876">
            <a:extLst xmlns:a="http://schemas.openxmlformats.org/drawingml/2006/main">
              <a:ext uri="{FF2B5EF4-FFF2-40B4-BE49-F238E27FC236}">
                <a16:creationId xmlns:a16="http://schemas.microsoft.com/office/drawing/2014/main" id="{F5D4CEEC-E23F-42ED-A552-3B897311DD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052" y="40434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0" name="path-3877">
            <a:extLst xmlns:a="http://schemas.openxmlformats.org/drawingml/2006/main">
              <a:ext uri="{FF2B5EF4-FFF2-40B4-BE49-F238E27FC236}">
                <a16:creationId xmlns:a16="http://schemas.microsoft.com/office/drawing/2014/main" id="{482FF393-7916-4BC9-81EF-DF6004194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0883" y="40443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1" name="path-3878">
            <a:extLst xmlns:a="http://schemas.openxmlformats.org/drawingml/2006/main">
              <a:ext uri="{FF2B5EF4-FFF2-40B4-BE49-F238E27FC236}">
                <a16:creationId xmlns:a16="http://schemas.microsoft.com/office/drawing/2014/main" id="{2C97675B-09ED-4B56-8471-E449D3B8D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886" y="40465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2" name="path-3879">
            <a:extLst xmlns:a="http://schemas.openxmlformats.org/drawingml/2006/main">
              <a:ext uri="{FF2B5EF4-FFF2-40B4-BE49-F238E27FC236}">
                <a16:creationId xmlns:a16="http://schemas.microsoft.com/office/drawing/2014/main" id="{CB07EEB9-E01E-4BC1-AA36-92268B1AD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766" y="40491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3" name="path-3880">
            <a:extLst xmlns:a="http://schemas.openxmlformats.org/drawingml/2006/main">
              <a:ext uri="{FF2B5EF4-FFF2-40B4-BE49-F238E27FC236}">
                <a16:creationId xmlns:a16="http://schemas.microsoft.com/office/drawing/2014/main" id="{03A66A3D-933A-4FDB-9DBE-06D77978D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091" y="40470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4" name="path-3881">
            <a:extLst xmlns:a="http://schemas.openxmlformats.org/drawingml/2006/main">
              <a:ext uri="{FF2B5EF4-FFF2-40B4-BE49-F238E27FC236}">
                <a16:creationId xmlns:a16="http://schemas.microsoft.com/office/drawing/2014/main" id="{906AE68C-1CC3-4401-98AD-4E347ED4E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932" y="4037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5" name="path-3882">
            <a:extLst xmlns:a="http://schemas.openxmlformats.org/drawingml/2006/main">
              <a:ext uri="{FF2B5EF4-FFF2-40B4-BE49-F238E27FC236}">
                <a16:creationId xmlns:a16="http://schemas.microsoft.com/office/drawing/2014/main" id="{261E5C6D-8BA2-4A57-9CAD-A3C9D8991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574" y="40475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6" name="path-3883">
            <a:extLst xmlns:a="http://schemas.openxmlformats.org/drawingml/2006/main">
              <a:ext uri="{FF2B5EF4-FFF2-40B4-BE49-F238E27FC236}">
                <a16:creationId xmlns:a16="http://schemas.microsoft.com/office/drawing/2014/main" id="{2F0A51DB-98AF-42D3-B492-B17B54D43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359" y="4045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7" name="path-3884">
            <a:extLst xmlns:a="http://schemas.openxmlformats.org/drawingml/2006/main">
              <a:ext uri="{FF2B5EF4-FFF2-40B4-BE49-F238E27FC236}">
                <a16:creationId xmlns:a16="http://schemas.microsoft.com/office/drawing/2014/main" id="{997935AE-ADBB-4DFC-B363-759429BDD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4555" y="40458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8" name="path-3885">
            <a:extLst xmlns:a="http://schemas.openxmlformats.org/drawingml/2006/main">
              <a:ext uri="{FF2B5EF4-FFF2-40B4-BE49-F238E27FC236}">
                <a16:creationId xmlns:a16="http://schemas.microsoft.com/office/drawing/2014/main" id="{1CE6179C-89D4-4AA2-85E1-026ABBE7B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8843" y="40521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9" name="path-3886">
            <a:extLst xmlns:a="http://schemas.openxmlformats.org/drawingml/2006/main">
              <a:ext uri="{FF2B5EF4-FFF2-40B4-BE49-F238E27FC236}">
                <a16:creationId xmlns:a16="http://schemas.microsoft.com/office/drawing/2014/main" id="{2CA2A53C-8F0D-44A4-A299-63F0D666B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751" y="4042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0" name="path-3887">
            <a:extLst xmlns:a="http://schemas.openxmlformats.org/drawingml/2006/main">
              <a:ext uri="{FF2B5EF4-FFF2-40B4-BE49-F238E27FC236}">
                <a16:creationId xmlns:a16="http://schemas.microsoft.com/office/drawing/2014/main" id="{6E6F5BD3-DC9C-4C88-A526-CEF540D5E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830" y="40431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1" name="path-3888">
            <a:extLst xmlns:a="http://schemas.openxmlformats.org/drawingml/2006/main">
              <a:ext uri="{FF2B5EF4-FFF2-40B4-BE49-F238E27FC236}">
                <a16:creationId xmlns:a16="http://schemas.microsoft.com/office/drawing/2014/main" id="{FC83161A-9F23-4D92-AD1B-5766E44D0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031" y="40359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2" name="path-3889">
            <a:extLst xmlns:a="http://schemas.openxmlformats.org/drawingml/2006/main">
              <a:ext uri="{FF2B5EF4-FFF2-40B4-BE49-F238E27FC236}">
                <a16:creationId xmlns:a16="http://schemas.microsoft.com/office/drawing/2014/main" id="{4B099A95-3BEE-42A7-B854-77C24D735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125" y="40502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3" name="path-3890">
            <a:extLst xmlns:a="http://schemas.openxmlformats.org/drawingml/2006/main">
              <a:ext uri="{FF2B5EF4-FFF2-40B4-BE49-F238E27FC236}">
                <a16:creationId xmlns:a16="http://schemas.microsoft.com/office/drawing/2014/main" id="{BCA4EDB0-4276-40F6-B059-E5D75D5C6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2499" y="40148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4" name="path-3891">
            <a:extLst xmlns:a="http://schemas.openxmlformats.org/drawingml/2006/main">
              <a:ext uri="{FF2B5EF4-FFF2-40B4-BE49-F238E27FC236}">
                <a16:creationId xmlns:a16="http://schemas.microsoft.com/office/drawing/2014/main" id="{AB75F3AD-8313-4612-8D24-0BD7F14F6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8508" y="40248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5" name="path-3892">
            <a:extLst xmlns:a="http://schemas.openxmlformats.org/drawingml/2006/main">
              <a:ext uri="{FF2B5EF4-FFF2-40B4-BE49-F238E27FC236}">
                <a16:creationId xmlns:a16="http://schemas.microsoft.com/office/drawing/2014/main" id="{42E26246-2A6F-4AA0-BC93-D73374EC1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216" y="40401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6" name="path-3893">
            <a:extLst xmlns:a="http://schemas.openxmlformats.org/drawingml/2006/main">
              <a:ext uri="{FF2B5EF4-FFF2-40B4-BE49-F238E27FC236}">
                <a16:creationId xmlns:a16="http://schemas.microsoft.com/office/drawing/2014/main" id="{FE218645-ADEE-4B14-BD8D-670C5B1E6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287" y="4042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7" name="path-3894">
            <a:extLst xmlns:a="http://schemas.openxmlformats.org/drawingml/2006/main">
              <a:ext uri="{FF2B5EF4-FFF2-40B4-BE49-F238E27FC236}">
                <a16:creationId xmlns:a16="http://schemas.microsoft.com/office/drawing/2014/main" id="{BCF03C9C-C319-4790-BA38-3F442D50FC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643" y="40493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8" name="path-3895">
            <a:extLst xmlns:a="http://schemas.openxmlformats.org/drawingml/2006/main">
              <a:ext uri="{FF2B5EF4-FFF2-40B4-BE49-F238E27FC236}">
                <a16:creationId xmlns:a16="http://schemas.microsoft.com/office/drawing/2014/main" id="{41865DF4-2B31-4272-B1DA-452495249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97962" y="40433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9" name="path-3896">
            <a:extLst xmlns:a="http://schemas.openxmlformats.org/drawingml/2006/main">
              <a:ext uri="{FF2B5EF4-FFF2-40B4-BE49-F238E27FC236}">
                <a16:creationId xmlns:a16="http://schemas.microsoft.com/office/drawing/2014/main" id="{9BE5CDBE-8399-4426-8548-7FB6BB175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057" y="40403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0" name="path-3897">
            <a:extLst xmlns:a="http://schemas.openxmlformats.org/drawingml/2006/main">
              <a:ext uri="{FF2B5EF4-FFF2-40B4-BE49-F238E27FC236}">
                <a16:creationId xmlns:a16="http://schemas.microsoft.com/office/drawing/2014/main" id="{E7AA588E-75EF-4EF7-8F2D-3BE957B45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8295" y="40495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1" name="path-3898">
            <a:extLst xmlns:a="http://schemas.openxmlformats.org/drawingml/2006/main">
              <a:ext uri="{FF2B5EF4-FFF2-40B4-BE49-F238E27FC236}">
                <a16:creationId xmlns:a16="http://schemas.microsoft.com/office/drawing/2014/main" id="{8C156164-5BFA-4237-B735-EA60C5E28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67284" y="4026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2" name="path-3899">
            <a:extLst xmlns:a="http://schemas.openxmlformats.org/drawingml/2006/main">
              <a:ext uri="{FF2B5EF4-FFF2-40B4-BE49-F238E27FC236}">
                <a16:creationId xmlns:a16="http://schemas.microsoft.com/office/drawing/2014/main" id="{7CE2E2A3-9119-4BB2-B1DD-66460DE2A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7008" y="40519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3" name="path-3900">
            <a:extLst xmlns:a="http://schemas.openxmlformats.org/drawingml/2006/main">
              <a:ext uri="{FF2B5EF4-FFF2-40B4-BE49-F238E27FC236}">
                <a16:creationId xmlns:a16="http://schemas.microsoft.com/office/drawing/2014/main" id="{07A3BE6B-831D-4F52-B202-02B7F259F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416" y="4048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4" name="path-3901">
            <a:extLst xmlns:a="http://schemas.openxmlformats.org/drawingml/2006/main">
              <a:ext uri="{FF2B5EF4-FFF2-40B4-BE49-F238E27FC236}">
                <a16:creationId xmlns:a16="http://schemas.microsoft.com/office/drawing/2014/main" id="{C1EE2061-D9D9-4128-9ACA-B0B8816C4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921" y="40420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5" name="path-3902">
            <a:extLst xmlns:a="http://schemas.openxmlformats.org/drawingml/2006/main">
              <a:ext uri="{FF2B5EF4-FFF2-40B4-BE49-F238E27FC236}">
                <a16:creationId xmlns:a16="http://schemas.microsoft.com/office/drawing/2014/main" id="{663ACD09-9341-45BC-98FE-02F9D552F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780" y="40509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6" name="path-3903">
            <a:extLst xmlns:a="http://schemas.openxmlformats.org/drawingml/2006/main">
              <a:ext uri="{FF2B5EF4-FFF2-40B4-BE49-F238E27FC236}">
                <a16:creationId xmlns:a16="http://schemas.microsoft.com/office/drawing/2014/main" id="{EE596DFA-6872-4F7F-AA32-D79A9E1FD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792" y="40435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7" name="path-3904">
            <a:extLst xmlns:a="http://schemas.openxmlformats.org/drawingml/2006/main">
              <a:ext uri="{FF2B5EF4-FFF2-40B4-BE49-F238E27FC236}">
                <a16:creationId xmlns:a16="http://schemas.microsoft.com/office/drawing/2014/main" id="{86E12FCA-B9DB-42F3-87FC-070E0B5026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6352" y="40440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8" name="path-3905">
            <a:extLst xmlns:a="http://schemas.openxmlformats.org/drawingml/2006/main">
              <a:ext uri="{FF2B5EF4-FFF2-40B4-BE49-F238E27FC236}">
                <a16:creationId xmlns:a16="http://schemas.microsoft.com/office/drawing/2014/main" id="{8D3CF297-1AC4-45F3-B361-D37D25F24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8995" y="40482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9" name="path-3906">
            <a:extLst xmlns:a="http://schemas.openxmlformats.org/drawingml/2006/main">
              <a:ext uri="{FF2B5EF4-FFF2-40B4-BE49-F238E27FC236}">
                <a16:creationId xmlns:a16="http://schemas.microsoft.com/office/drawing/2014/main" id="{425CE2E0-1AE6-466B-A60E-B23422412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720" y="4047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0" name="path-3907">
            <a:extLst xmlns:a="http://schemas.openxmlformats.org/drawingml/2006/main">
              <a:ext uri="{FF2B5EF4-FFF2-40B4-BE49-F238E27FC236}">
                <a16:creationId xmlns:a16="http://schemas.microsoft.com/office/drawing/2014/main" id="{9375BBFB-2813-4873-9FFD-328E1FF3D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73393" y="40506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1" name="path-3908">
            <a:extLst xmlns:a="http://schemas.openxmlformats.org/drawingml/2006/main">
              <a:ext uri="{FF2B5EF4-FFF2-40B4-BE49-F238E27FC236}">
                <a16:creationId xmlns:a16="http://schemas.microsoft.com/office/drawing/2014/main" id="{B8D07CC9-AA63-45B3-9D61-B6818366F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962" y="4047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2" name="path-3909">
            <a:extLst xmlns:a="http://schemas.openxmlformats.org/drawingml/2006/main">
              <a:ext uri="{FF2B5EF4-FFF2-40B4-BE49-F238E27FC236}">
                <a16:creationId xmlns:a16="http://schemas.microsoft.com/office/drawing/2014/main" id="{58F5D0B5-EC1E-4854-85FF-B1E354C00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421" y="40404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3" name="path-3910">
            <a:extLst xmlns:a="http://schemas.openxmlformats.org/drawingml/2006/main">
              <a:ext uri="{FF2B5EF4-FFF2-40B4-BE49-F238E27FC236}">
                <a16:creationId xmlns:a16="http://schemas.microsoft.com/office/drawing/2014/main" id="{B4DDE557-E1F3-404D-A4C1-BC04784CB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6631" y="40488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4" name="path-3911">
            <a:extLst xmlns:a="http://schemas.openxmlformats.org/drawingml/2006/main">
              <a:ext uri="{FF2B5EF4-FFF2-40B4-BE49-F238E27FC236}">
                <a16:creationId xmlns:a16="http://schemas.microsoft.com/office/drawing/2014/main" id="{D83B82A6-02BF-4D43-98B4-728E3D5D9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856" y="40852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5" name="path-3912">
            <a:extLst xmlns:a="http://schemas.openxmlformats.org/drawingml/2006/main">
              <a:ext uri="{FF2B5EF4-FFF2-40B4-BE49-F238E27FC236}">
                <a16:creationId xmlns:a16="http://schemas.microsoft.com/office/drawing/2014/main" id="{942BFA97-C9CD-482D-99D7-3C85E1E47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213" y="4044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6" name="path-3913">
            <a:extLst xmlns:a="http://schemas.openxmlformats.org/drawingml/2006/main">
              <a:ext uri="{FF2B5EF4-FFF2-40B4-BE49-F238E27FC236}">
                <a16:creationId xmlns:a16="http://schemas.microsoft.com/office/drawing/2014/main" id="{C1EB2D1E-99E1-4034-BB94-372D14F99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2412" y="40535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7" name="path-3914">
            <a:extLst xmlns:a="http://schemas.openxmlformats.org/drawingml/2006/main">
              <a:ext uri="{FF2B5EF4-FFF2-40B4-BE49-F238E27FC236}">
                <a16:creationId xmlns:a16="http://schemas.microsoft.com/office/drawing/2014/main" id="{9EB1CE8D-8C5B-4A43-A4FF-F56506F40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824" y="4042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8" name="path-3915">
            <a:extLst xmlns:a="http://schemas.openxmlformats.org/drawingml/2006/main">
              <a:ext uri="{FF2B5EF4-FFF2-40B4-BE49-F238E27FC236}">
                <a16:creationId xmlns:a16="http://schemas.microsoft.com/office/drawing/2014/main" id="{039E5AB7-F136-43D5-B9D5-D1451BCE9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033" y="40583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9" name="path-3916">
            <a:extLst xmlns:a="http://schemas.openxmlformats.org/drawingml/2006/main">
              <a:ext uri="{FF2B5EF4-FFF2-40B4-BE49-F238E27FC236}">
                <a16:creationId xmlns:a16="http://schemas.microsoft.com/office/drawing/2014/main" id="{F411A4F3-8F84-49D6-BE42-37D5F6FE91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41382" y="40513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0" name="path-3917">
            <a:extLst xmlns:a="http://schemas.openxmlformats.org/drawingml/2006/main">
              <a:ext uri="{FF2B5EF4-FFF2-40B4-BE49-F238E27FC236}">
                <a16:creationId xmlns:a16="http://schemas.microsoft.com/office/drawing/2014/main" id="{1F95BFA3-4A91-43D3-82E9-376B5D659F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2321" y="4037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1" name="path-3918">
            <a:extLst xmlns:a="http://schemas.openxmlformats.org/drawingml/2006/main">
              <a:ext uri="{FF2B5EF4-FFF2-40B4-BE49-F238E27FC236}">
                <a16:creationId xmlns:a16="http://schemas.microsoft.com/office/drawing/2014/main" id="{5DE7E693-5557-4B5B-91E0-05ACBA3981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98206" y="40338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2" name="path-3919">
            <a:extLst xmlns:a="http://schemas.openxmlformats.org/drawingml/2006/main">
              <a:ext uri="{FF2B5EF4-FFF2-40B4-BE49-F238E27FC236}">
                <a16:creationId xmlns:a16="http://schemas.microsoft.com/office/drawing/2014/main" id="{7E4A4980-4C02-4772-8012-A6F692921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0400" y="40404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3" name="path-3920">
            <a:extLst xmlns:a="http://schemas.openxmlformats.org/drawingml/2006/main">
              <a:ext uri="{FF2B5EF4-FFF2-40B4-BE49-F238E27FC236}">
                <a16:creationId xmlns:a16="http://schemas.microsoft.com/office/drawing/2014/main" id="{C73312BE-CB0B-4F47-87C3-05CB5BD3D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955" y="40459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4" name="path-3921">
            <a:extLst xmlns:a="http://schemas.openxmlformats.org/drawingml/2006/main">
              <a:ext uri="{FF2B5EF4-FFF2-40B4-BE49-F238E27FC236}">
                <a16:creationId xmlns:a16="http://schemas.microsoft.com/office/drawing/2014/main" id="{28F87567-F25F-45A9-BF6A-90F87E715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7882" y="4050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5" name="path-3922">
            <a:extLst xmlns:a="http://schemas.openxmlformats.org/drawingml/2006/main">
              <a:ext uri="{FF2B5EF4-FFF2-40B4-BE49-F238E27FC236}">
                <a16:creationId xmlns:a16="http://schemas.microsoft.com/office/drawing/2014/main" id="{1E3CB93A-DC96-40A0-9B27-D07C583DD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8676" y="4012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6" name="path-3923">
            <a:extLst xmlns:a="http://schemas.openxmlformats.org/drawingml/2006/main">
              <a:ext uri="{FF2B5EF4-FFF2-40B4-BE49-F238E27FC236}">
                <a16:creationId xmlns:a16="http://schemas.microsoft.com/office/drawing/2014/main" id="{0F807453-D393-4105-BB80-D0816F7F7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5598" y="40483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7" name="path-3924">
            <a:extLst xmlns:a="http://schemas.openxmlformats.org/drawingml/2006/main">
              <a:ext uri="{FF2B5EF4-FFF2-40B4-BE49-F238E27FC236}">
                <a16:creationId xmlns:a16="http://schemas.microsoft.com/office/drawing/2014/main" id="{04A767ED-EBC8-472F-ABE2-D1C390229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2213" y="40485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8" name="path-3925">
            <a:extLst xmlns:a="http://schemas.openxmlformats.org/drawingml/2006/main">
              <a:ext uri="{FF2B5EF4-FFF2-40B4-BE49-F238E27FC236}">
                <a16:creationId xmlns:a16="http://schemas.microsoft.com/office/drawing/2014/main" id="{F97AC559-30B0-4D3D-855F-BBB3CFF6F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420" y="40369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9" name="path-3926">
            <a:extLst xmlns:a="http://schemas.openxmlformats.org/drawingml/2006/main">
              <a:ext uri="{FF2B5EF4-FFF2-40B4-BE49-F238E27FC236}">
                <a16:creationId xmlns:a16="http://schemas.microsoft.com/office/drawing/2014/main" id="{ACEB0895-7CBA-4013-9302-92EE63B61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940" y="4042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0" name="path-3927">
            <a:extLst xmlns:a="http://schemas.openxmlformats.org/drawingml/2006/main">
              <a:ext uri="{FF2B5EF4-FFF2-40B4-BE49-F238E27FC236}">
                <a16:creationId xmlns:a16="http://schemas.microsoft.com/office/drawing/2014/main" id="{DA606CD2-3E46-4B2D-9172-E2CD8716A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479" y="40407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1" name="path-3928">
            <a:extLst xmlns:a="http://schemas.openxmlformats.org/drawingml/2006/main">
              <a:ext uri="{FF2B5EF4-FFF2-40B4-BE49-F238E27FC236}">
                <a16:creationId xmlns:a16="http://schemas.microsoft.com/office/drawing/2014/main" id="{BBEA6575-DD08-42EE-A963-3BAE025D9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339" y="4030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2" name="path-3929">
            <a:extLst xmlns:a="http://schemas.openxmlformats.org/drawingml/2006/main">
              <a:ext uri="{FF2B5EF4-FFF2-40B4-BE49-F238E27FC236}">
                <a16:creationId xmlns:a16="http://schemas.microsoft.com/office/drawing/2014/main" id="{05CF0F07-5D30-4200-9654-CD1683561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5755" y="40297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3" name="path-3930">
            <a:extLst xmlns:a="http://schemas.openxmlformats.org/drawingml/2006/main">
              <a:ext uri="{FF2B5EF4-FFF2-40B4-BE49-F238E27FC236}">
                <a16:creationId xmlns:a16="http://schemas.microsoft.com/office/drawing/2014/main" id="{6FDC1CB7-3EB6-4106-A843-B36A6F309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563" y="40469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4" name="path-3931">
            <a:extLst xmlns:a="http://schemas.openxmlformats.org/drawingml/2006/main">
              <a:ext uri="{FF2B5EF4-FFF2-40B4-BE49-F238E27FC236}">
                <a16:creationId xmlns:a16="http://schemas.microsoft.com/office/drawing/2014/main" id="{89F433EB-C731-4B2E-9627-56DE6A5D59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01712" y="40336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5" name="path-3932">
            <a:extLst xmlns:a="http://schemas.openxmlformats.org/drawingml/2006/main">
              <a:ext uri="{FF2B5EF4-FFF2-40B4-BE49-F238E27FC236}">
                <a16:creationId xmlns:a16="http://schemas.microsoft.com/office/drawing/2014/main" id="{AE6F9A53-7916-43F1-9F8F-744704238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3806" y="40373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6" name="path-3933">
            <a:extLst xmlns:a="http://schemas.openxmlformats.org/drawingml/2006/main">
              <a:ext uri="{FF2B5EF4-FFF2-40B4-BE49-F238E27FC236}">
                <a16:creationId xmlns:a16="http://schemas.microsoft.com/office/drawing/2014/main" id="{AD72C6E4-9F82-4640-BF3B-2F01A70DB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4459" y="40511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7" name="path-3934">
            <a:extLst xmlns:a="http://schemas.openxmlformats.org/drawingml/2006/main">
              <a:ext uri="{FF2B5EF4-FFF2-40B4-BE49-F238E27FC236}">
                <a16:creationId xmlns:a16="http://schemas.microsoft.com/office/drawing/2014/main" id="{25564D91-1D51-49E5-9C2D-40B48CA7DB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578" y="40487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8" name="path-3935">
            <a:extLst xmlns:a="http://schemas.openxmlformats.org/drawingml/2006/main">
              <a:ext uri="{FF2B5EF4-FFF2-40B4-BE49-F238E27FC236}">
                <a16:creationId xmlns:a16="http://schemas.microsoft.com/office/drawing/2014/main" id="{18EA4A24-ADEB-4C74-BB58-642A7150C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2551" y="40813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9" name="path-3936">
            <a:extLst xmlns:a="http://schemas.openxmlformats.org/drawingml/2006/main">
              <a:ext uri="{FF2B5EF4-FFF2-40B4-BE49-F238E27FC236}">
                <a16:creationId xmlns:a16="http://schemas.microsoft.com/office/drawing/2014/main" id="{6FAF41FA-0919-4FC5-8F05-B652AC971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8135" y="40432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0" name="path-3937">
            <a:extLst xmlns:a="http://schemas.openxmlformats.org/drawingml/2006/main">
              <a:ext uri="{FF2B5EF4-FFF2-40B4-BE49-F238E27FC236}">
                <a16:creationId xmlns:a16="http://schemas.microsoft.com/office/drawing/2014/main" id="{9616CF29-A926-4266-846E-92CD5C277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1244" y="40193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1" name="path-3938">
            <a:extLst xmlns:a="http://schemas.openxmlformats.org/drawingml/2006/main">
              <a:ext uri="{FF2B5EF4-FFF2-40B4-BE49-F238E27FC236}">
                <a16:creationId xmlns:a16="http://schemas.microsoft.com/office/drawing/2014/main" id="{97B992FE-FF71-4D8D-8D2C-3100EB80A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8750" y="4025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2" name="path-3939">
            <a:extLst xmlns:a="http://schemas.openxmlformats.org/drawingml/2006/main">
              <a:ext uri="{FF2B5EF4-FFF2-40B4-BE49-F238E27FC236}">
                <a16:creationId xmlns:a16="http://schemas.microsoft.com/office/drawing/2014/main" id="{7CCA69BF-95D3-4A2B-A678-BA797EEAF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133" y="40414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3" name="path-3940">
            <a:extLst xmlns:a="http://schemas.openxmlformats.org/drawingml/2006/main">
              <a:ext uri="{FF2B5EF4-FFF2-40B4-BE49-F238E27FC236}">
                <a16:creationId xmlns:a16="http://schemas.microsoft.com/office/drawing/2014/main" id="{E155478C-8145-419A-929B-4232AE3B4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4622" y="40346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4" name="path-3941">
            <a:extLst xmlns:a="http://schemas.openxmlformats.org/drawingml/2006/main">
              <a:ext uri="{FF2B5EF4-FFF2-40B4-BE49-F238E27FC236}">
                <a16:creationId xmlns:a16="http://schemas.microsoft.com/office/drawing/2014/main" id="{82592635-6C4D-4214-80B3-62FFB244C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6485" y="40525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5" name="path-3942">
            <a:extLst xmlns:a="http://schemas.openxmlformats.org/drawingml/2006/main">
              <a:ext uri="{FF2B5EF4-FFF2-40B4-BE49-F238E27FC236}">
                <a16:creationId xmlns:a16="http://schemas.microsoft.com/office/drawing/2014/main" id="{958FF60F-235B-4316-8106-86C1CC8AB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7716" y="40572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6" name="path-3943">
            <a:extLst xmlns:a="http://schemas.openxmlformats.org/drawingml/2006/main">
              <a:ext uri="{FF2B5EF4-FFF2-40B4-BE49-F238E27FC236}">
                <a16:creationId xmlns:a16="http://schemas.microsoft.com/office/drawing/2014/main" id="{51A52F6C-74DA-4CCB-869B-BB58E3CCE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89007" y="40467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7" name="path-3944">
            <a:extLst xmlns:a="http://schemas.openxmlformats.org/drawingml/2006/main">
              <a:ext uri="{FF2B5EF4-FFF2-40B4-BE49-F238E27FC236}">
                <a16:creationId xmlns:a16="http://schemas.microsoft.com/office/drawing/2014/main" id="{049ED89C-1807-4834-86C2-D5950EBFA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4469" y="40546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8" name="path-3945">
            <a:extLst xmlns:a="http://schemas.openxmlformats.org/drawingml/2006/main">
              <a:ext uri="{FF2B5EF4-FFF2-40B4-BE49-F238E27FC236}">
                <a16:creationId xmlns:a16="http://schemas.microsoft.com/office/drawing/2014/main" id="{364FCD08-2D6C-40F1-9E51-1DFFA428E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434" y="4043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9" name="path-3946">
            <a:extLst xmlns:a="http://schemas.openxmlformats.org/drawingml/2006/main">
              <a:ext uri="{FF2B5EF4-FFF2-40B4-BE49-F238E27FC236}">
                <a16:creationId xmlns:a16="http://schemas.microsoft.com/office/drawing/2014/main" id="{E3DAA9BC-A76A-4F80-AEBC-586CF464F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9354" y="40479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0" name="path-3947">
            <a:extLst xmlns:a="http://schemas.openxmlformats.org/drawingml/2006/main">
              <a:ext uri="{FF2B5EF4-FFF2-40B4-BE49-F238E27FC236}">
                <a16:creationId xmlns:a16="http://schemas.microsoft.com/office/drawing/2014/main" id="{91933BF7-EA80-4C4A-A553-8159DAF2D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0915" y="40647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1" name="path-3948">
            <a:extLst xmlns:a="http://schemas.openxmlformats.org/drawingml/2006/main">
              <a:ext uri="{FF2B5EF4-FFF2-40B4-BE49-F238E27FC236}">
                <a16:creationId xmlns:a16="http://schemas.microsoft.com/office/drawing/2014/main" id="{A7355752-2210-424D-B5A0-8DC6252A8C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572" y="40570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2" name="path-3949">
            <a:extLst xmlns:a="http://schemas.openxmlformats.org/drawingml/2006/main">
              <a:ext uri="{FF2B5EF4-FFF2-40B4-BE49-F238E27FC236}">
                <a16:creationId xmlns:a16="http://schemas.microsoft.com/office/drawing/2014/main" id="{991870DF-4B40-4A89-80AB-477D3C948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6739" y="40471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3" name="path-3950">
            <a:extLst xmlns:a="http://schemas.openxmlformats.org/drawingml/2006/main">
              <a:ext uri="{FF2B5EF4-FFF2-40B4-BE49-F238E27FC236}">
                <a16:creationId xmlns:a16="http://schemas.microsoft.com/office/drawing/2014/main" id="{DB0F6733-C5F2-463E-B6C2-DC7FEB8B4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409" y="40524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4" name="path-3951">
            <a:extLst xmlns:a="http://schemas.openxmlformats.org/drawingml/2006/main">
              <a:ext uri="{FF2B5EF4-FFF2-40B4-BE49-F238E27FC236}">
                <a16:creationId xmlns:a16="http://schemas.microsoft.com/office/drawing/2014/main" id="{240D5CC5-2AFF-4C54-9772-CD7A472BA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2978" y="40419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5" name="path-3952">
            <a:extLst xmlns:a="http://schemas.openxmlformats.org/drawingml/2006/main">
              <a:ext uri="{FF2B5EF4-FFF2-40B4-BE49-F238E27FC236}">
                <a16:creationId xmlns:a16="http://schemas.microsoft.com/office/drawing/2014/main" id="{C1225AD4-014B-4F1D-A7AB-55496DE73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543" y="40424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6" name="path-3953">
            <a:extLst xmlns:a="http://schemas.openxmlformats.org/drawingml/2006/main">
              <a:ext uri="{FF2B5EF4-FFF2-40B4-BE49-F238E27FC236}">
                <a16:creationId xmlns:a16="http://schemas.microsoft.com/office/drawing/2014/main" id="{9E7A842A-639B-498B-A891-589AF4E2F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58482" y="4036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7" name="path-3954">
            <a:extLst xmlns:a="http://schemas.openxmlformats.org/drawingml/2006/main">
              <a:ext uri="{FF2B5EF4-FFF2-40B4-BE49-F238E27FC236}">
                <a16:creationId xmlns:a16="http://schemas.microsoft.com/office/drawing/2014/main" id="{1E734FEE-796F-4DB9-BBB0-83C0C1EF0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2156" y="40359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8" name="path-3955">
            <a:extLst xmlns:a="http://schemas.openxmlformats.org/drawingml/2006/main">
              <a:ext uri="{FF2B5EF4-FFF2-40B4-BE49-F238E27FC236}">
                <a16:creationId xmlns:a16="http://schemas.microsoft.com/office/drawing/2014/main" id="{3BDCFB05-2DB6-49E6-A244-6E664F4F0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4879" y="40500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9" name="path-3956">
            <a:extLst xmlns:a="http://schemas.openxmlformats.org/drawingml/2006/main">
              <a:ext uri="{FF2B5EF4-FFF2-40B4-BE49-F238E27FC236}">
                <a16:creationId xmlns:a16="http://schemas.microsoft.com/office/drawing/2014/main" id="{18EE4890-8549-437E-9F63-A0D4432FC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3243" y="40564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0" name="path-3957">
            <a:extLst xmlns:a="http://schemas.openxmlformats.org/drawingml/2006/main">
              <a:ext uri="{FF2B5EF4-FFF2-40B4-BE49-F238E27FC236}">
                <a16:creationId xmlns:a16="http://schemas.microsoft.com/office/drawing/2014/main" id="{C71A72A8-CE3B-490F-B14A-0EBE9DEF6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528" y="40421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1" name="path-3958">
            <a:extLst xmlns:a="http://schemas.openxmlformats.org/drawingml/2006/main">
              <a:ext uri="{FF2B5EF4-FFF2-40B4-BE49-F238E27FC236}">
                <a16:creationId xmlns:a16="http://schemas.microsoft.com/office/drawing/2014/main" id="{EEE44CB8-C84F-4A68-860E-22198352F2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8599" y="40305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2" name="path-3959">
            <a:extLst xmlns:a="http://schemas.openxmlformats.org/drawingml/2006/main">
              <a:ext uri="{FF2B5EF4-FFF2-40B4-BE49-F238E27FC236}">
                <a16:creationId xmlns:a16="http://schemas.microsoft.com/office/drawing/2014/main" id="{76B7B5EF-DBA7-4227-AC15-C1C921D82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1760" y="40493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3" name="path-3960">
            <a:extLst xmlns:a="http://schemas.openxmlformats.org/drawingml/2006/main">
              <a:ext uri="{FF2B5EF4-FFF2-40B4-BE49-F238E27FC236}">
                <a16:creationId xmlns:a16="http://schemas.microsoft.com/office/drawing/2014/main" id="{E3A5DCCE-4658-4B4A-BC34-6B2775F93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380" y="4045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4" name="path-3961">
            <a:extLst xmlns:a="http://schemas.openxmlformats.org/drawingml/2006/main">
              <a:ext uri="{FF2B5EF4-FFF2-40B4-BE49-F238E27FC236}">
                <a16:creationId xmlns:a16="http://schemas.microsoft.com/office/drawing/2014/main" id="{507068AC-8908-43CA-B2FD-7E2BB3913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1726" y="40390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5" name="path-3962">
            <a:extLst xmlns:a="http://schemas.openxmlformats.org/drawingml/2006/main">
              <a:ext uri="{FF2B5EF4-FFF2-40B4-BE49-F238E27FC236}">
                <a16:creationId xmlns:a16="http://schemas.microsoft.com/office/drawing/2014/main" id="{09CFC7E3-0D11-4095-B472-3BCECAD0FD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2992" y="40287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6" name="path-3963">
            <a:extLst xmlns:a="http://schemas.openxmlformats.org/drawingml/2006/main">
              <a:ext uri="{FF2B5EF4-FFF2-40B4-BE49-F238E27FC236}">
                <a16:creationId xmlns:a16="http://schemas.microsoft.com/office/drawing/2014/main" id="{D58D21C4-E53B-4AF2-8362-860F91F63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687" y="40463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7" name="path-3964">
            <a:extLst xmlns:a="http://schemas.openxmlformats.org/drawingml/2006/main">
              <a:ext uri="{FF2B5EF4-FFF2-40B4-BE49-F238E27FC236}">
                <a16:creationId xmlns:a16="http://schemas.microsoft.com/office/drawing/2014/main" id="{80C20140-B020-4348-BEBE-BE65A1C2F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621" y="40424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8" name="path-3965">
            <a:extLst xmlns:a="http://schemas.openxmlformats.org/drawingml/2006/main">
              <a:ext uri="{FF2B5EF4-FFF2-40B4-BE49-F238E27FC236}">
                <a16:creationId xmlns:a16="http://schemas.microsoft.com/office/drawing/2014/main" id="{BD78E3AF-4145-44AC-88D3-BC06AB2DB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7314" y="40284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9" name="path-3966">
            <a:extLst xmlns:a="http://schemas.openxmlformats.org/drawingml/2006/main">
              <a:ext uri="{FF2B5EF4-FFF2-40B4-BE49-F238E27FC236}">
                <a16:creationId xmlns:a16="http://schemas.microsoft.com/office/drawing/2014/main" id="{0BA804EE-E1B5-41CE-B097-C8958E7F8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859" y="4042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0" name="path-3967">
            <a:extLst xmlns:a="http://schemas.openxmlformats.org/drawingml/2006/main">
              <a:ext uri="{FF2B5EF4-FFF2-40B4-BE49-F238E27FC236}">
                <a16:creationId xmlns:a16="http://schemas.microsoft.com/office/drawing/2014/main" id="{9EC3D02B-F1B3-4766-A939-2467596AE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704" y="40384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1" name="path-3968">
            <a:extLst xmlns:a="http://schemas.openxmlformats.org/drawingml/2006/main">
              <a:ext uri="{FF2B5EF4-FFF2-40B4-BE49-F238E27FC236}">
                <a16:creationId xmlns:a16="http://schemas.microsoft.com/office/drawing/2014/main" id="{37DD32B7-AD3D-4605-91BA-11FD78899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236" y="4039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2" name="path-3969">
            <a:extLst xmlns:a="http://schemas.openxmlformats.org/drawingml/2006/main">
              <a:ext uri="{FF2B5EF4-FFF2-40B4-BE49-F238E27FC236}">
                <a16:creationId xmlns:a16="http://schemas.microsoft.com/office/drawing/2014/main" id="{4F42EC2C-D020-423E-AD14-A4B23719E0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6516" y="40470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3" name="path-3970">
            <a:extLst xmlns:a="http://schemas.openxmlformats.org/drawingml/2006/main">
              <a:ext uri="{FF2B5EF4-FFF2-40B4-BE49-F238E27FC236}">
                <a16:creationId xmlns:a16="http://schemas.microsoft.com/office/drawing/2014/main" id="{5D09D2B8-5D01-4BF7-B02E-A9FABB3265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849" y="40448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4" name="path-3971">
            <a:extLst xmlns:a="http://schemas.openxmlformats.org/drawingml/2006/main">
              <a:ext uri="{FF2B5EF4-FFF2-40B4-BE49-F238E27FC236}">
                <a16:creationId xmlns:a16="http://schemas.microsoft.com/office/drawing/2014/main" id="{4134B69D-1030-4556-AD67-CF771BA0B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199" y="40445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5" name="path-3972">
            <a:extLst xmlns:a="http://schemas.openxmlformats.org/drawingml/2006/main">
              <a:ext uri="{FF2B5EF4-FFF2-40B4-BE49-F238E27FC236}">
                <a16:creationId xmlns:a16="http://schemas.microsoft.com/office/drawing/2014/main" id="{0E04B3C0-0B12-4ACD-A858-B5BEEBC42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312" y="40645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6" name="path-3973">
            <a:extLst xmlns:a="http://schemas.openxmlformats.org/drawingml/2006/main">
              <a:ext uri="{FF2B5EF4-FFF2-40B4-BE49-F238E27FC236}">
                <a16:creationId xmlns:a16="http://schemas.microsoft.com/office/drawing/2014/main" id="{BB5F95BB-30E0-4900-A249-1DC88F0A7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43888" y="40610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7" name="path-3974">
            <a:extLst xmlns:a="http://schemas.openxmlformats.org/drawingml/2006/main">
              <a:ext uri="{FF2B5EF4-FFF2-40B4-BE49-F238E27FC236}">
                <a16:creationId xmlns:a16="http://schemas.microsoft.com/office/drawing/2014/main" id="{AC2F676A-61F0-4D6B-85C1-D930F4E5DB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053" y="4044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8" name="path-3975">
            <a:extLst xmlns:a="http://schemas.openxmlformats.org/drawingml/2006/main">
              <a:ext uri="{FF2B5EF4-FFF2-40B4-BE49-F238E27FC236}">
                <a16:creationId xmlns:a16="http://schemas.microsoft.com/office/drawing/2014/main" id="{6B15C9E3-78CE-4610-BED3-8E2D2EDBD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4458" y="40325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9" name="path-3976">
            <a:extLst xmlns:a="http://schemas.openxmlformats.org/drawingml/2006/main">
              <a:ext uri="{FF2B5EF4-FFF2-40B4-BE49-F238E27FC236}">
                <a16:creationId xmlns:a16="http://schemas.microsoft.com/office/drawing/2014/main" id="{2F31CE36-9A9D-4A6D-A188-9EF1E238B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1408" y="40442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0" name="path-3977">
            <a:extLst xmlns:a="http://schemas.openxmlformats.org/drawingml/2006/main">
              <a:ext uri="{FF2B5EF4-FFF2-40B4-BE49-F238E27FC236}">
                <a16:creationId xmlns:a16="http://schemas.microsoft.com/office/drawing/2014/main" id="{650E5207-8394-46EF-8A09-859EF1CDE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816" y="40451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1" name="path-3978">
            <a:extLst xmlns:a="http://schemas.openxmlformats.org/drawingml/2006/main">
              <a:ext uri="{FF2B5EF4-FFF2-40B4-BE49-F238E27FC236}">
                <a16:creationId xmlns:a16="http://schemas.microsoft.com/office/drawing/2014/main" id="{E56BD88E-11CF-4EDE-A3AF-DE266439A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804" y="4047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2" name="path-3979">
            <a:extLst xmlns:a="http://schemas.openxmlformats.org/drawingml/2006/main">
              <a:ext uri="{FF2B5EF4-FFF2-40B4-BE49-F238E27FC236}">
                <a16:creationId xmlns:a16="http://schemas.microsoft.com/office/drawing/2014/main" id="{D049C47A-2E34-4014-AEBA-2F36B51C9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9205" y="4038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3" name="path-3980">
            <a:extLst xmlns:a="http://schemas.openxmlformats.org/drawingml/2006/main">
              <a:ext uri="{FF2B5EF4-FFF2-40B4-BE49-F238E27FC236}">
                <a16:creationId xmlns:a16="http://schemas.microsoft.com/office/drawing/2014/main" id="{9B29A396-DE85-4812-B541-FF1262CB5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610" y="4044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4" name="path-3981">
            <a:extLst xmlns:a="http://schemas.openxmlformats.org/drawingml/2006/main">
              <a:ext uri="{FF2B5EF4-FFF2-40B4-BE49-F238E27FC236}">
                <a16:creationId xmlns:a16="http://schemas.microsoft.com/office/drawing/2014/main" id="{819EEBD9-8488-4BA4-AD32-FEE844E9A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85687" y="4029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5" name="path-3982">
            <a:extLst xmlns:a="http://schemas.openxmlformats.org/drawingml/2006/main">
              <a:ext uri="{FF2B5EF4-FFF2-40B4-BE49-F238E27FC236}">
                <a16:creationId xmlns:a16="http://schemas.microsoft.com/office/drawing/2014/main" id="{5DE96966-B2F3-4260-A117-F90E9CC17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2164" y="40163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6" name="path-3983">
            <a:extLst xmlns:a="http://schemas.openxmlformats.org/drawingml/2006/main">
              <a:ext uri="{FF2B5EF4-FFF2-40B4-BE49-F238E27FC236}">
                <a16:creationId xmlns:a16="http://schemas.microsoft.com/office/drawing/2014/main" id="{CDF294F8-FA33-4385-9A0B-CCF62F14F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940" y="40510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7" name="path-3984">
            <a:extLst xmlns:a="http://schemas.openxmlformats.org/drawingml/2006/main">
              <a:ext uri="{FF2B5EF4-FFF2-40B4-BE49-F238E27FC236}">
                <a16:creationId xmlns:a16="http://schemas.microsoft.com/office/drawing/2014/main" id="{0BF7CDEA-7AF9-4EBF-BF84-95D553DB9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544" y="40203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8" name="path-3985">
            <a:extLst xmlns:a="http://schemas.openxmlformats.org/drawingml/2006/main">
              <a:ext uri="{FF2B5EF4-FFF2-40B4-BE49-F238E27FC236}">
                <a16:creationId xmlns:a16="http://schemas.microsoft.com/office/drawing/2014/main" id="{65302B9F-5EC7-4F34-8204-1E0BA2507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185" y="40527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79" name="path-3986">
            <a:extLst xmlns:a="http://schemas.openxmlformats.org/drawingml/2006/main">
              <a:ext uri="{FF2B5EF4-FFF2-40B4-BE49-F238E27FC236}">
                <a16:creationId xmlns:a16="http://schemas.microsoft.com/office/drawing/2014/main" id="{C096C501-62E6-43C1-BE4B-2B97FC978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824" y="40441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0" name="path-3987">
            <a:extLst xmlns:a="http://schemas.openxmlformats.org/drawingml/2006/main">
              <a:ext uri="{FF2B5EF4-FFF2-40B4-BE49-F238E27FC236}">
                <a16:creationId xmlns:a16="http://schemas.microsoft.com/office/drawing/2014/main" id="{B99BCA1C-6B64-45DF-8AAE-02D0AE191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625" y="40400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1" name="path-3988">
            <a:extLst xmlns:a="http://schemas.openxmlformats.org/drawingml/2006/main">
              <a:ext uri="{FF2B5EF4-FFF2-40B4-BE49-F238E27FC236}">
                <a16:creationId xmlns:a16="http://schemas.microsoft.com/office/drawing/2014/main" id="{0394D47C-F07D-4D5B-9063-4EA9F4C6C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18713" y="40273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2" name="path-3989">
            <a:extLst xmlns:a="http://schemas.openxmlformats.org/drawingml/2006/main">
              <a:ext uri="{FF2B5EF4-FFF2-40B4-BE49-F238E27FC236}">
                <a16:creationId xmlns:a16="http://schemas.microsoft.com/office/drawing/2014/main" id="{57758C84-63FE-4B27-B9E6-A7D1516F4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351" y="40488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3" name="path-3990">
            <a:extLst xmlns:a="http://schemas.openxmlformats.org/drawingml/2006/main">
              <a:ext uri="{FF2B5EF4-FFF2-40B4-BE49-F238E27FC236}">
                <a16:creationId xmlns:a16="http://schemas.microsoft.com/office/drawing/2014/main" id="{D2BB7100-31B1-4698-A80F-FECD37A0B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193" y="40758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4" name="path-3991">
            <a:extLst xmlns:a="http://schemas.openxmlformats.org/drawingml/2006/main">
              <a:ext uri="{FF2B5EF4-FFF2-40B4-BE49-F238E27FC236}">
                <a16:creationId xmlns:a16="http://schemas.microsoft.com/office/drawing/2014/main" id="{CE271264-914B-4BFE-AFA0-D0B445253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0021" y="40647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5" name="path-3992">
            <a:extLst xmlns:a="http://schemas.openxmlformats.org/drawingml/2006/main">
              <a:ext uri="{FF2B5EF4-FFF2-40B4-BE49-F238E27FC236}">
                <a16:creationId xmlns:a16="http://schemas.microsoft.com/office/drawing/2014/main" id="{F5F950EF-0586-4F28-8571-2A7338333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725" y="40426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6" name="path-3993">
            <a:extLst xmlns:a="http://schemas.openxmlformats.org/drawingml/2006/main">
              <a:ext uri="{FF2B5EF4-FFF2-40B4-BE49-F238E27FC236}">
                <a16:creationId xmlns:a16="http://schemas.microsoft.com/office/drawing/2014/main" id="{EF252761-2B24-4DA0-839A-FCFBBA050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3974" y="40343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7" name="path-3994">
            <a:extLst xmlns:a="http://schemas.openxmlformats.org/drawingml/2006/main">
              <a:ext uri="{FF2B5EF4-FFF2-40B4-BE49-F238E27FC236}">
                <a16:creationId xmlns:a16="http://schemas.microsoft.com/office/drawing/2014/main" id="{DA1B03D1-9BB2-4446-8FEE-6EEA10CED3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814" y="40478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8" name="path-3995">
            <a:extLst xmlns:a="http://schemas.openxmlformats.org/drawingml/2006/main">
              <a:ext uri="{FF2B5EF4-FFF2-40B4-BE49-F238E27FC236}">
                <a16:creationId xmlns:a16="http://schemas.microsoft.com/office/drawing/2014/main" id="{6A2474B1-7483-4B0C-AB0B-C932A9F96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083" y="4044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89" name="path-3996">
            <a:extLst xmlns:a="http://schemas.openxmlformats.org/drawingml/2006/main">
              <a:ext uri="{FF2B5EF4-FFF2-40B4-BE49-F238E27FC236}">
                <a16:creationId xmlns:a16="http://schemas.microsoft.com/office/drawing/2014/main" id="{ACEB3AC1-7A44-4BC1-BBBE-B3F21B384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53770" y="4033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0" name="path-3997">
            <a:extLst xmlns:a="http://schemas.openxmlformats.org/drawingml/2006/main">
              <a:ext uri="{FF2B5EF4-FFF2-40B4-BE49-F238E27FC236}">
                <a16:creationId xmlns:a16="http://schemas.microsoft.com/office/drawing/2014/main" id="{4B30C1A9-F181-4218-B89E-B6CE52AF9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848" y="40439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1" name="path-3998">
            <a:extLst xmlns:a="http://schemas.openxmlformats.org/drawingml/2006/main">
              <a:ext uri="{FF2B5EF4-FFF2-40B4-BE49-F238E27FC236}">
                <a16:creationId xmlns:a16="http://schemas.microsoft.com/office/drawing/2014/main" id="{0FE88FDD-BAEC-415C-9568-962F875071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0654" y="40329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2" name="path-3999">
            <a:extLst xmlns:a="http://schemas.openxmlformats.org/drawingml/2006/main">
              <a:ext uri="{FF2B5EF4-FFF2-40B4-BE49-F238E27FC236}">
                <a16:creationId xmlns:a16="http://schemas.microsoft.com/office/drawing/2014/main" id="{1F61646C-A01D-451A-A0B3-54A0325AF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4708" y="40431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3" name="path-4000">
            <a:extLst xmlns:a="http://schemas.openxmlformats.org/drawingml/2006/main">
              <a:ext uri="{FF2B5EF4-FFF2-40B4-BE49-F238E27FC236}">
                <a16:creationId xmlns:a16="http://schemas.microsoft.com/office/drawing/2014/main" id="{B761961E-4E45-4E29-9D3F-A5AB9CE83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2863" y="40409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4" name="path-4001">
            <a:extLst xmlns:a="http://schemas.openxmlformats.org/drawingml/2006/main">
              <a:ext uri="{FF2B5EF4-FFF2-40B4-BE49-F238E27FC236}">
                <a16:creationId xmlns:a16="http://schemas.microsoft.com/office/drawing/2014/main" id="{B6F56A5A-78FC-4421-9899-FED6F7A1A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829" y="40473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5" name="path-4002">
            <a:extLst xmlns:a="http://schemas.openxmlformats.org/drawingml/2006/main">
              <a:ext uri="{FF2B5EF4-FFF2-40B4-BE49-F238E27FC236}">
                <a16:creationId xmlns:a16="http://schemas.microsoft.com/office/drawing/2014/main" id="{C8EF879D-8AA8-438E-9764-5580FC411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984" y="4043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6" name="path-4003">
            <a:extLst xmlns:a="http://schemas.openxmlformats.org/drawingml/2006/main">
              <a:ext uri="{FF2B5EF4-FFF2-40B4-BE49-F238E27FC236}">
                <a16:creationId xmlns:a16="http://schemas.microsoft.com/office/drawing/2014/main" id="{1EA0E8C3-4950-4A9C-9F76-5CD377D30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33072" y="40597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7" name="path-4004">
            <a:extLst xmlns:a="http://schemas.openxmlformats.org/drawingml/2006/main">
              <a:ext uri="{FF2B5EF4-FFF2-40B4-BE49-F238E27FC236}">
                <a16:creationId xmlns:a16="http://schemas.microsoft.com/office/drawing/2014/main" id="{5C277B37-5DBF-4174-BB4D-6545A41C4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43482" y="40479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8" name="path-4005">
            <a:extLst xmlns:a="http://schemas.openxmlformats.org/drawingml/2006/main">
              <a:ext uri="{FF2B5EF4-FFF2-40B4-BE49-F238E27FC236}">
                <a16:creationId xmlns:a16="http://schemas.microsoft.com/office/drawing/2014/main" id="{24FAD575-278E-4947-A23F-B79BF6ABCD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6589" y="40664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99" name="path-4006">
            <a:extLst xmlns:a="http://schemas.openxmlformats.org/drawingml/2006/main">
              <a:ext uri="{FF2B5EF4-FFF2-40B4-BE49-F238E27FC236}">
                <a16:creationId xmlns:a16="http://schemas.microsoft.com/office/drawing/2014/main" id="{D08659BB-B69E-4DFC-8EFB-F8A01630F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386" y="40435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0" name="path-4007">
            <a:extLst xmlns:a="http://schemas.openxmlformats.org/drawingml/2006/main">
              <a:ext uri="{FF2B5EF4-FFF2-40B4-BE49-F238E27FC236}">
                <a16:creationId xmlns:a16="http://schemas.microsoft.com/office/drawing/2014/main" id="{7DF5A1A8-28E7-4E7B-ADB4-2C9672D7A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7708" y="40333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1" name="path-4008">
            <a:extLst xmlns:a="http://schemas.openxmlformats.org/drawingml/2006/main">
              <a:ext uri="{FF2B5EF4-FFF2-40B4-BE49-F238E27FC236}">
                <a16:creationId xmlns:a16="http://schemas.microsoft.com/office/drawing/2014/main" id="{B874548E-6735-46F1-B51C-140C09DDB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3124" y="40672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2" name="path-4009">
            <a:extLst xmlns:a="http://schemas.openxmlformats.org/drawingml/2006/main">
              <a:ext uri="{FF2B5EF4-FFF2-40B4-BE49-F238E27FC236}">
                <a16:creationId xmlns:a16="http://schemas.microsoft.com/office/drawing/2014/main" id="{535A50A5-F03D-4EC4-A6E5-913EA2F75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916" y="40397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3" name="path-4010">
            <a:extLst xmlns:a="http://schemas.openxmlformats.org/drawingml/2006/main">
              <a:ext uri="{FF2B5EF4-FFF2-40B4-BE49-F238E27FC236}">
                <a16:creationId xmlns:a16="http://schemas.microsoft.com/office/drawing/2014/main" id="{7A552A05-0BAD-4930-B2DA-C84087BBA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6301" y="40424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4" name="path-4011">
            <a:extLst xmlns:a="http://schemas.openxmlformats.org/drawingml/2006/main">
              <a:ext uri="{FF2B5EF4-FFF2-40B4-BE49-F238E27FC236}">
                <a16:creationId xmlns:a16="http://schemas.microsoft.com/office/drawing/2014/main" id="{09597B2E-59D0-4EED-AD55-B0343E8FF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5134" y="40483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5" name="path-4012">
            <a:extLst xmlns:a="http://schemas.openxmlformats.org/drawingml/2006/main">
              <a:ext uri="{FF2B5EF4-FFF2-40B4-BE49-F238E27FC236}">
                <a16:creationId xmlns:a16="http://schemas.microsoft.com/office/drawing/2014/main" id="{91B38AE4-41C2-442B-B84B-D53EA26FE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0082" y="40354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6" name="path-4013">
            <a:extLst xmlns:a="http://schemas.openxmlformats.org/drawingml/2006/main">
              <a:ext uri="{FF2B5EF4-FFF2-40B4-BE49-F238E27FC236}">
                <a16:creationId xmlns:a16="http://schemas.microsoft.com/office/drawing/2014/main" id="{96411BAF-7AFD-4432-BDA9-2F883D23D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337" y="40484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7" name="path-4014">
            <a:extLst xmlns:a="http://schemas.openxmlformats.org/drawingml/2006/main">
              <a:ext uri="{FF2B5EF4-FFF2-40B4-BE49-F238E27FC236}">
                <a16:creationId xmlns:a16="http://schemas.microsoft.com/office/drawing/2014/main" id="{996CBAB1-8F31-4161-8AC6-7AF04133F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1804" y="4024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8" name="path-4015">
            <a:extLst xmlns:a="http://schemas.openxmlformats.org/drawingml/2006/main">
              <a:ext uri="{FF2B5EF4-FFF2-40B4-BE49-F238E27FC236}">
                <a16:creationId xmlns:a16="http://schemas.microsoft.com/office/drawing/2014/main" id="{D1C7FF94-B262-4EA0-8F9D-9C99D4F2E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8478" y="40458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09" name="path-4016">
            <a:extLst xmlns:a="http://schemas.openxmlformats.org/drawingml/2006/main">
              <a:ext uri="{FF2B5EF4-FFF2-40B4-BE49-F238E27FC236}">
                <a16:creationId xmlns:a16="http://schemas.microsoft.com/office/drawing/2014/main" id="{0FCFFE92-7E0C-4F6B-85F7-3B4B43629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1815" y="40223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0" name="path-4017">
            <a:extLst xmlns:a="http://schemas.openxmlformats.org/drawingml/2006/main">
              <a:ext uri="{FF2B5EF4-FFF2-40B4-BE49-F238E27FC236}">
                <a16:creationId xmlns:a16="http://schemas.microsoft.com/office/drawing/2014/main" id="{4A73F14A-0693-457D-A4FA-D10734F0B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3293" y="40427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1" name="path-4018">
            <a:extLst xmlns:a="http://schemas.openxmlformats.org/drawingml/2006/main">
              <a:ext uri="{FF2B5EF4-FFF2-40B4-BE49-F238E27FC236}">
                <a16:creationId xmlns:a16="http://schemas.microsoft.com/office/drawing/2014/main" id="{A1C2F4DE-07E7-42A6-9C17-2439B15F5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564" y="40452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2" name="path-4019">
            <a:extLst xmlns:a="http://schemas.openxmlformats.org/drawingml/2006/main">
              <a:ext uri="{FF2B5EF4-FFF2-40B4-BE49-F238E27FC236}">
                <a16:creationId xmlns:a16="http://schemas.microsoft.com/office/drawing/2014/main" id="{FDA8DC89-3C7C-4EAD-BB0A-4D833B055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240" y="40440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3" name="path-4020">
            <a:extLst xmlns:a="http://schemas.openxmlformats.org/drawingml/2006/main">
              <a:ext uri="{FF2B5EF4-FFF2-40B4-BE49-F238E27FC236}">
                <a16:creationId xmlns:a16="http://schemas.microsoft.com/office/drawing/2014/main" id="{208E308C-5921-4336-9EC6-AD5DC5262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37162" y="40403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4" name="path-4021">
            <a:extLst xmlns:a="http://schemas.openxmlformats.org/drawingml/2006/main">
              <a:ext uri="{FF2B5EF4-FFF2-40B4-BE49-F238E27FC236}">
                <a16:creationId xmlns:a16="http://schemas.microsoft.com/office/drawing/2014/main" id="{CF654B5A-4D71-46FE-9E8B-535E8E9AC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368" y="40431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5" name="path-4022">
            <a:extLst xmlns:a="http://schemas.openxmlformats.org/drawingml/2006/main">
              <a:ext uri="{FF2B5EF4-FFF2-40B4-BE49-F238E27FC236}">
                <a16:creationId xmlns:a16="http://schemas.microsoft.com/office/drawing/2014/main" id="{0BAEC303-BD60-4C34-9646-F8B42AC2A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740" y="40471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6" name="path-4023">
            <a:extLst xmlns:a="http://schemas.openxmlformats.org/drawingml/2006/main">
              <a:ext uri="{FF2B5EF4-FFF2-40B4-BE49-F238E27FC236}">
                <a16:creationId xmlns:a16="http://schemas.microsoft.com/office/drawing/2014/main" id="{AC279DD5-2D00-4118-B9A9-A324D854B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573" y="4045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7" name="path-4024">
            <a:extLst xmlns:a="http://schemas.openxmlformats.org/drawingml/2006/main">
              <a:ext uri="{FF2B5EF4-FFF2-40B4-BE49-F238E27FC236}">
                <a16:creationId xmlns:a16="http://schemas.microsoft.com/office/drawing/2014/main" id="{0FBD7A72-FF35-4ECF-9FA4-831854728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346" y="40402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8" name="path-4025">
            <a:extLst xmlns:a="http://schemas.openxmlformats.org/drawingml/2006/main">
              <a:ext uri="{FF2B5EF4-FFF2-40B4-BE49-F238E27FC236}">
                <a16:creationId xmlns:a16="http://schemas.microsoft.com/office/drawing/2014/main" id="{98CE42FA-0479-46C6-87C1-253D7FAF6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759" y="40466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19" name="path-4026">
            <a:extLst xmlns:a="http://schemas.openxmlformats.org/drawingml/2006/main">
              <a:ext uri="{FF2B5EF4-FFF2-40B4-BE49-F238E27FC236}">
                <a16:creationId xmlns:a16="http://schemas.microsoft.com/office/drawing/2014/main" id="{A15BB101-F8E3-404F-9C46-B8656EE4D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954" y="40402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0" name="path-4027">
            <a:extLst xmlns:a="http://schemas.openxmlformats.org/drawingml/2006/main">
              <a:ext uri="{FF2B5EF4-FFF2-40B4-BE49-F238E27FC236}">
                <a16:creationId xmlns:a16="http://schemas.microsoft.com/office/drawing/2014/main" id="{B84C272F-81BA-41FF-B5A8-D548728AE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7961" y="40307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1" name="path-4028">
            <a:extLst xmlns:a="http://schemas.openxmlformats.org/drawingml/2006/main">
              <a:ext uri="{FF2B5EF4-FFF2-40B4-BE49-F238E27FC236}">
                <a16:creationId xmlns:a16="http://schemas.microsoft.com/office/drawing/2014/main" id="{1C7DCA44-9CBE-474B-9117-5E8C996A1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488" y="4040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2" name="path-4029">
            <a:extLst xmlns:a="http://schemas.openxmlformats.org/drawingml/2006/main">
              <a:ext uri="{FF2B5EF4-FFF2-40B4-BE49-F238E27FC236}">
                <a16:creationId xmlns:a16="http://schemas.microsoft.com/office/drawing/2014/main" id="{CEB47767-9950-419B-B92E-7BD36FFA3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0057" y="4035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3" name="path-4030">
            <a:extLst xmlns:a="http://schemas.openxmlformats.org/drawingml/2006/main">
              <a:ext uri="{FF2B5EF4-FFF2-40B4-BE49-F238E27FC236}">
                <a16:creationId xmlns:a16="http://schemas.microsoft.com/office/drawing/2014/main" id="{6018BB46-2FD1-4203-AD5B-8B54A9BA6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7263" y="4041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4" name="path-4031">
            <a:extLst xmlns:a="http://schemas.openxmlformats.org/drawingml/2006/main">
              <a:ext uri="{FF2B5EF4-FFF2-40B4-BE49-F238E27FC236}">
                <a16:creationId xmlns:a16="http://schemas.microsoft.com/office/drawing/2014/main" id="{49F76C59-69E2-4613-B697-F2C9CBA4A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8787" y="40451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5" name="path-4032">
            <a:extLst xmlns:a="http://schemas.openxmlformats.org/drawingml/2006/main">
              <a:ext uri="{FF2B5EF4-FFF2-40B4-BE49-F238E27FC236}">
                <a16:creationId xmlns:a16="http://schemas.microsoft.com/office/drawing/2014/main" id="{FD13C931-05FD-4908-9607-C1C53FEC6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458" y="40443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6" name="path-4033">
            <a:extLst xmlns:a="http://schemas.openxmlformats.org/drawingml/2006/main">
              <a:ext uri="{FF2B5EF4-FFF2-40B4-BE49-F238E27FC236}">
                <a16:creationId xmlns:a16="http://schemas.microsoft.com/office/drawing/2014/main" id="{3B12481F-3E58-4AFA-B0A3-06DCFE254E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787" y="40380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7" name="path-4034">
            <a:extLst xmlns:a="http://schemas.openxmlformats.org/drawingml/2006/main">
              <a:ext uri="{FF2B5EF4-FFF2-40B4-BE49-F238E27FC236}">
                <a16:creationId xmlns:a16="http://schemas.microsoft.com/office/drawing/2014/main" id="{0B83A0E0-8AA9-4D71-85E3-03B5ABFCA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9058" y="4044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8" name="path-4035">
            <a:extLst xmlns:a="http://schemas.openxmlformats.org/drawingml/2006/main">
              <a:ext uri="{FF2B5EF4-FFF2-40B4-BE49-F238E27FC236}">
                <a16:creationId xmlns:a16="http://schemas.microsoft.com/office/drawing/2014/main" id="{EF6FA8C5-1AAA-49BA-A715-120928D4B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05010" y="40665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29" name="path-4036">
            <a:extLst xmlns:a="http://schemas.openxmlformats.org/drawingml/2006/main">
              <a:ext uri="{FF2B5EF4-FFF2-40B4-BE49-F238E27FC236}">
                <a16:creationId xmlns:a16="http://schemas.microsoft.com/office/drawing/2014/main" id="{0B5E249A-E967-400F-B5BC-5251437A8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943" y="40521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0" name="path-4037">
            <a:extLst xmlns:a="http://schemas.openxmlformats.org/drawingml/2006/main">
              <a:ext uri="{FF2B5EF4-FFF2-40B4-BE49-F238E27FC236}">
                <a16:creationId xmlns:a16="http://schemas.microsoft.com/office/drawing/2014/main" id="{FDCF9735-2813-4BE1-8455-F61AA890C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593" y="4035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1" name="path-4038">
            <a:extLst xmlns:a="http://schemas.openxmlformats.org/drawingml/2006/main">
              <a:ext uri="{FF2B5EF4-FFF2-40B4-BE49-F238E27FC236}">
                <a16:creationId xmlns:a16="http://schemas.microsoft.com/office/drawing/2014/main" id="{A92E0A9F-F0F2-48D2-AFE7-234E4729E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704" y="40266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2" name="path-4039">
            <a:extLst xmlns:a="http://schemas.openxmlformats.org/drawingml/2006/main">
              <a:ext uri="{FF2B5EF4-FFF2-40B4-BE49-F238E27FC236}">
                <a16:creationId xmlns:a16="http://schemas.microsoft.com/office/drawing/2014/main" id="{8A8174BA-B6FE-416D-BDB7-E4B44E3AE1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1203" y="4045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3" name="path-4040">
            <a:extLst xmlns:a="http://schemas.openxmlformats.org/drawingml/2006/main">
              <a:ext uri="{FF2B5EF4-FFF2-40B4-BE49-F238E27FC236}">
                <a16:creationId xmlns:a16="http://schemas.microsoft.com/office/drawing/2014/main" id="{FA967DE6-6A00-4ADE-9ABB-562A96087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5529" y="40301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4" name="path-4041">
            <a:extLst xmlns:a="http://schemas.openxmlformats.org/drawingml/2006/main">
              <a:ext uri="{FF2B5EF4-FFF2-40B4-BE49-F238E27FC236}">
                <a16:creationId xmlns:a16="http://schemas.microsoft.com/office/drawing/2014/main" id="{F4E10975-DE48-4A8A-8622-9A8518B65C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6435" y="40589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5" name="path-4042">
            <a:extLst xmlns:a="http://schemas.openxmlformats.org/drawingml/2006/main">
              <a:ext uri="{FF2B5EF4-FFF2-40B4-BE49-F238E27FC236}">
                <a16:creationId xmlns:a16="http://schemas.microsoft.com/office/drawing/2014/main" id="{EC19FFCE-A3FD-4282-9F6A-18E9D6799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443" y="40441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6" name="path-4043">
            <a:extLst xmlns:a="http://schemas.openxmlformats.org/drawingml/2006/main">
              <a:ext uri="{FF2B5EF4-FFF2-40B4-BE49-F238E27FC236}">
                <a16:creationId xmlns:a16="http://schemas.microsoft.com/office/drawing/2014/main" id="{4461C8F6-2062-4500-BD40-2D178BEF6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100" y="40420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7" name="path-4044">
            <a:extLst xmlns:a="http://schemas.openxmlformats.org/drawingml/2006/main">
              <a:ext uri="{FF2B5EF4-FFF2-40B4-BE49-F238E27FC236}">
                <a16:creationId xmlns:a16="http://schemas.microsoft.com/office/drawing/2014/main" id="{B05463AB-9865-45B5-9D95-B5D21CB6D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227" y="40258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8" name="path-4045">
            <a:extLst xmlns:a="http://schemas.openxmlformats.org/drawingml/2006/main">
              <a:ext uri="{FF2B5EF4-FFF2-40B4-BE49-F238E27FC236}">
                <a16:creationId xmlns:a16="http://schemas.microsoft.com/office/drawing/2014/main" id="{54CF50F6-0310-4472-A72C-03B80697D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668" y="40412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39" name="path-4046">
            <a:extLst xmlns:a="http://schemas.openxmlformats.org/drawingml/2006/main">
              <a:ext uri="{FF2B5EF4-FFF2-40B4-BE49-F238E27FC236}">
                <a16:creationId xmlns:a16="http://schemas.microsoft.com/office/drawing/2014/main" id="{F5535DF1-28A9-422C-B0EC-025A16478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958" y="40452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0" name="path-4047">
            <a:extLst xmlns:a="http://schemas.openxmlformats.org/drawingml/2006/main">
              <a:ext uri="{FF2B5EF4-FFF2-40B4-BE49-F238E27FC236}">
                <a16:creationId xmlns:a16="http://schemas.microsoft.com/office/drawing/2014/main" id="{7D0E12E8-E9C7-4BB1-A893-543C13F52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0604" y="4039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1" name="path-4048">
            <a:extLst xmlns:a="http://schemas.openxmlformats.org/drawingml/2006/main">
              <a:ext uri="{FF2B5EF4-FFF2-40B4-BE49-F238E27FC236}">
                <a16:creationId xmlns:a16="http://schemas.microsoft.com/office/drawing/2014/main" id="{0684B548-44C0-45F5-88BC-BA34D59E7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505" y="40410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2" name="path-4049">
            <a:extLst xmlns:a="http://schemas.openxmlformats.org/drawingml/2006/main">
              <a:ext uri="{FF2B5EF4-FFF2-40B4-BE49-F238E27FC236}">
                <a16:creationId xmlns:a16="http://schemas.microsoft.com/office/drawing/2014/main" id="{2FBF0542-A73C-497E-AB40-5431BD392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5691" y="4046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3" name="path-4050">
            <a:extLst xmlns:a="http://schemas.openxmlformats.org/drawingml/2006/main">
              <a:ext uri="{FF2B5EF4-FFF2-40B4-BE49-F238E27FC236}">
                <a16:creationId xmlns:a16="http://schemas.microsoft.com/office/drawing/2014/main" id="{904BABBE-3B89-4F13-B363-B82F9F71F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0686" y="40489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4" name="path-4051">
            <a:extLst xmlns:a="http://schemas.openxmlformats.org/drawingml/2006/main">
              <a:ext uri="{FF2B5EF4-FFF2-40B4-BE49-F238E27FC236}">
                <a16:creationId xmlns:a16="http://schemas.microsoft.com/office/drawing/2014/main" id="{CBF5CD71-25FE-4BE0-9D0D-3CDA388FA0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2912" y="40427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5" name="path-4052">
            <a:extLst xmlns:a="http://schemas.openxmlformats.org/drawingml/2006/main">
              <a:ext uri="{FF2B5EF4-FFF2-40B4-BE49-F238E27FC236}">
                <a16:creationId xmlns:a16="http://schemas.microsoft.com/office/drawing/2014/main" id="{E081D42A-FACF-4883-AAA9-E8B58450F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508" y="40233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6" name="path-4053">
            <a:extLst xmlns:a="http://schemas.openxmlformats.org/drawingml/2006/main">
              <a:ext uri="{FF2B5EF4-FFF2-40B4-BE49-F238E27FC236}">
                <a16:creationId xmlns:a16="http://schemas.microsoft.com/office/drawing/2014/main" id="{DE8C600C-1C0E-4181-A4E7-A5BB25AED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4494" y="4045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7" name="path-4054">
            <a:extLst xmlns:a="http://schemas.openxmlformats.org/drawingml/2006/main">
              <a:ext uri="{FF2B5EF4-FFF2-40B4-BE49-F238E27FC236}">
                <a16:creationId xmlns:a16="http://schemas.microsoft.com/office/drawing/2014/main" id="{99060E96-D573-4273-B66E-269E79D07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894" y="40435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8" name="path-4055">
            <a:extLst xmlns:a="http://schemas.openxmlformats.org/drawingml/2006/main">
              <a:ext uri="{FF2B5EF4-FFF2-40B4-BE49-F238E27FC236}">
                <a16:creationId xmlns:a16="http://schemas.microsoft.com/office/drawing/2014/main" id="{11A92B2B-15D8-40D4-B554-FECBCCF60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598" y="40814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9" name="path-4056">
            <a:extLst xmlns:a="http://schemas.openxmlformats.org/drawingml/2006/main">
              <a:ext uri="{FF2B5EF4-FFF2-40B4-BE49-F238E27FC236}">
                <a16:creationId xmlns:a16="http://schemas.microsoft.com/office/drawing/2014/main" id="{FA244F60-5B93-4583-97DC-4D905CDC0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27039" y="4055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0" name="path-4057">
            <a:extLst xmlns:a="http://schemas.openxmlformats.org/drawingml/2006/main">
              <a:ext uri="{FF2B5EF4-FFF2-40B4-BE49-F238E27FC236}">
                <a16:creationId xmlns:a16="http://schemas.microsoft.com/office/drawing/2014/main" id="{7D7839F1-00AB-4855-931A-FC55ED4FE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416" y="40394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1" name="path-4058">
            <a:extLst xmlns:a="http://schemas.openxmlformats.org/drawingml/2006/main">
              <a:ext uri="{FF2B5EF4-FFF2-40B4-BE49-F238E27FC236}">
                <a16:creationId xmlns:a16="http://schemas.microsoft.com/office/drawing/2014/main" id="{CD1E36B5-6BE3-4E49-A4D0-45FDBE51A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29954" y="40573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2" name="path-4059">
            <a:extLst xmlns:a="http://schemas.openxmlformats.org/drawingml/2006/main">
              <a:ext uri="{FF2B5EF4-FFF2-40B4-BE49-F238E27FC236}">
                <a16:creationId xmlns:a16="http://schemas.microsoft.com/office/drawing/2014/main" id="{01715238-A989-4B9A-9120-54129406B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601" y="4048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3" name="path-4060">
            <a:extLst xmlns:a="http://schemas.openxmlformats.org/drawingml/2006/main">
              <a:ext uri="{FF2B5EF4-FFF2-40B4-BE49-F238E27FC236}">
                <a16:creationId xmlns:a16="http://schemas.microsoft.com/office/drawing/2014/main" id="{22689E66-C61D-459C-B664-A27DEEDE16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8681" y="4043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4" name="path-4061">
            <a:extLst xmlns:a="http://schemas.openxmlformats.org/drawingml/2006/main">
              <a:ext uri="{FF2B5EF4-FFF2-40B4-BE49-F238E27FC236}">
                <a16:creationId xmlns:a16="http://schemas.microsoft.com/office/drawing/2014/main" id="{52A7AA49-5D68-48A5-AD18-2B8FE193B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804" y="40444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5" name="path-4062">
            <a:extLst xmlns:a="http://schemas.openxmlformats.org/drawingml/2006/main">
              <a:ext uri="{FF2B5EF4-FFF2-40B4-BE49-F238E27FC236}">
                <a16:creationId xmlns:a16="http://schemas.microsoft.com/office/drawing/2014/main" id="{750CDDC3-0180-45DA-9D78-08265FBF5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9804" y="40408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6" name="path-4063">
            <a:extLst xmlns:a="http://schemas.openxmlformats.org/drawingml/2006/main">
              <a:ext uri="{FF2B5EF4-FFF2-40B4-BE49-F238E27FC236}">
                <a16:creationId xmlns:a16="http://schemas.microsoft.com/office/drawing/2014/main" id="{AB830DEB-7E26-45FB-A3E6-7DD926AB9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6526" y="40548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7" name="path-4064">
            <a:extLst xmlns:a="http://schemas.openxmlformats.org/drawingml/2006/main">
              <a:ext uri="{FF2B5EF4-FFF2-40B4-BE49-F238E27FC236}">
                <a16:creationId xmlns:a16="http://schemas.microsoft.com/office/drawing/2014/main" id="{B9BC8545-FBE0-4392-8A75-092372B058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8941" y="40397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8" name="path-4065">
            <a:extLst xmlns:a="http://schemas.openxmlformats.org/drawingml/2006/main">
              <a:ext uri="{FF2B5EF4-FFF2-40B4-BE49-F238E27FC236}">
                <a16:creationId xmlns:a16="http://schemas.microsoft.com/office/drawing/2014/main" id="{03B3EDF4-6F0B-471B-9926-B57516DE5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72917" y="4049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9" name="path-4066">
            <a:extLst xmlns:a="http://schemas.openxmlformats.org/drawingml/2006/main">
              <a:ext uri="{FF2B5EF4-FFF2-40B4-BE49-F238E27FC236}">
                <a16:creationId xmlns:a16="http://schemas.microsoft.com/office/drawing/2014/main" id="{711A2876-8325-4024-B90B-33AE3A21EE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5850" y="40666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0" name="path-4067">
            <a:extLst xmlns:a="http://schemas.openxmlformats.org/drawingml/2006/main">
              <a:ext uri="{FF2B5EF4-FFF2-40B4-BE49-F238E27FC236}">
                <a16:creationId xmlns:a16="http://schemas.microsoft.com/office/drawing/2014/main" id="{BF221C64-66EF-40B1-8F9D-AB975396D3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1720" y="40429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1" name="path-4068">
            <a:extLst xmlns:a="http://schemas.openxmlformats.org/drawingml/2006/main">
              <a:ext uri="{FF2B5EF4-FFF2-40B4-BE49-F238E27FC236}">
                <a16:creationId xmlns:a16="http://schemas.microsoft.com/office/drawing/2014/main" id="{8F13162C-A831-41FF-B777-7B5DABF7A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944" y="40247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2" name="path-4069">
            <a:extLst xmlns:a="http://schemas.openxmlformats.org/drawingml/2006/main">
              <a:ext uri="{FF2B5EF4-FFF2-40B4-BE49-F238E27FC236}">
                <a16:creationId xmlns:a16="http://schemas.microsoft.com/office/drawing/2014/main" id="{A1928137-BC1A-428B-821D-B68B9C79EB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245" y="4041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3" name="path-4070">
            <a:extLst xmlns:a="http://schemas.openxmlformats.org/drawingml/2006/main">
              <a:ext uri="{FF2B5EF4-FFF2-40B4-BE49-F238E27FC236}">
                <a16:creationId xmlns:a16="http://schemas.microsoft.com/office/drawing/2014/main" id="{069DF31D-9CDC-4E86-801E-462695BE0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9122" y="40614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4" name="path-4071">
            <a:extLst xmlns:a="http://schemas.openxmlformats.org/drawingml/2006/main">
              <a:ext uri="{FF2B5EF4-FFF2-40B4-BE49-F238E27FC236}">
                <a16:creationId xmlns:a16="http://schemas.microsoft.com/office/drawing/2014/main" id="{7144CDDA-B32D-4424-8813-3315A2B99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373" y="40424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5" name="path-4072">
            <a:extLst xmlns:a="http://schemas.openxmlformats.org/drawingml/2006/main">
              <a:ext uri="{FF2B5EF4-FFF2-40B4-BE49-F238E27FC236}">
                <a16:creationId xmlns:a16="http://schemas.microsoft.com/office/drawing/2014/main" id="{48F1A41F-C076-4288-A404-46DA3F628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2206" y="4061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6" name="path-4073">
            <a:extLst xmlns:a="http://schemas.openxmlformats.org/drawingml/2006/main">
              <a:ext uri="{FF2B5EF4-FFF2-40B4-BE49-F238E27FC236}">
                <a16:creationId xmlns:a16="http://schemas.microsoft.com/office/drawing/2014/main" id="{2FEAB14E-CF6C-41C0-A8A6-39DD3D0A27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56476" y="40479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7" name="path-4074">
            <a:extLst xmlns:a="http://schemas.openxmlformats.org/drawingml/2006/main">
              <a:ext uri="{FF2B5EF4-FFF2-40B4-BE49-F238E27FC236}">
                <a16:creationId xmlns:a16="http://schemas.microsoft.com/office/drawing/2014/main" id="{E0F7F7C6-E6ED-4F57-93D7-FCB37D3BB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288" y="40193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8" name="path-4075">
            <a:extLst xmlns:a="http://schemas.openxmlformats.org/drawingml/2006/main">
              <a:ext uri="{FF2B5EF4-FFF2-40B4-BE49-F238E27FC236}">
                <a16:creationId xmlns:a16="http://schemas.microsoft.com/office/drawing/2014/main" id="{296B6475-1B52-488B-8622-E4AA62E32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7297" y="4066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9" name="path-4076">
            <a:extLst xmlns:a="http://schemas.openxmlformats.org/drawingml/2006/main">
              <a:ext uri="{FF2B5EF4-FFF2-40B4-BE49-F238E27FC236}">
                <a16:creationId xmlns:a16="http://schemas.microsoft.com/office/drawing/2014/main" id="{E851CFCA-3F7B-4AFC-AA1E-A3758485C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245" y="40430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0" name="path-4077">
            <a:extLst xmlns:a="http://schemas.openxmlformats.org/drawingml/2006/main">
              <a:ext uri="{FF2B5EF4-FFF2-40B4-BE49-F238E27FC236}">
                <a16:creationId xmlns:a16="http://schemas.microsoft.com/office/drawing/2014/main" id="{B2FA6F5B-AECF-449E-878A-0DDB05F4A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2280" y="40111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1" name="path-4078">
            <a:extLst xmlns:a="http://schemas.openxmlformats.org/drawingml/2006/main">
              <a:ext uri="{FF2B5EF4-FFF2-40B4-BE49-F238E27FC236}">
                <a16:creationId xmlns:a16="http://schemas.microsoft.com/office/drawing/2014/main" id="{6A1C7A41-D9EB-469A-8778-A2A998B20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974" y="40486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2" name="path-4079">
            <a:extLst xmlns:a="http://schemas.openxmlformats.org/drawingml/2006/main">
              <a:ext uri="{FF2B5EF4-FFF2-40B4-BE49-F238E27FC236}">
                <a16:creationId xmlns:a16="http://schemas.microsoft.com/office/drawing/2014/main" id="{F110E6E9-7FDE-49D2-BC53-9F793A570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286" y="40518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3" name="path-4080">
            <a:extLst xmlns:a="http://schemas.openxmlformats.org/drawingml/2006/main">
              <a:ext uri="{FF2B5EF4-FFF2-40B4-BE49-F238E27FC236}">
                <a16:creationId xmlns:a16="http://schemas.microsoft.com/office/drawing/2014/main" id="{2AF243F3-7510-4DF8-A3FA-85E08946B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689" y="40468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4" name="path-4081">
            <a:extLst xmlns:a="http://schemas.openxmlformats.org/drawingml/2006/main">
              <a:ext uri="{FF2B5EF4-FFF2-40B4-BE49-F238E27FC236}">
                <a16:creationId xmlns:a16="http://schemas.microsoft.com/office/drawing/2014/main" id="{A9097467-A94A-4AFC-8FDC-61AC9496A3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863" y="40429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5" name="path-4082">
            <a:extLst xmlns:a="http://schemas.openxmlformats.org/drawingml/2006/main">
              <a:ext uri="{FF2B5EF4-FFF2-40B4-BE49-F238E27FC236}">
                <a16:creationId xmlns:a16="http://schemas.microsoft.com/office/drawing/2014/main" id="{44467232-926F-4950-9D2F-525A12DD9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037" y="40249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6" name="path-4083">
            <a:extLst xmlns:a="http://schemas.openxmlformats.org/drawingml/2006/main">
              <a:ext uri="{FF2B5EF4-FFF2-40B4-BE49-F238E27FC236}">
                <a16:creationId xmlns:a16="http://schemas.microsoft.com/office/drawing/2014/main" id="{95F585EB-6D84-4829-A9B4-92E49E0CC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7442" y="40136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7" name="path-4084">
            <a:extLst xmlns:a="http://schemas.openxmlformats.org/drawingml/2006/main">
              <a:ext uri="{FF2B5EF4-FFF2-40B4-BE49-F238E27FC236}">
                <a16:creationId xmlns:a16="http://schemas.microsoft.com/office/drawing/2014/main" id="{0AADE73E-D094-4934-9898-E948E9AECE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8797" y="40392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8" name="path-4085">
            <a:extLst xmlns:a="http://schemas.openxmlformats.org/drawingml/2006/main">
              <a:ext uri="{FF2B5EF4-FFF2-40B4-BE49-F238E27FC236}">
                <a16:creationId xmlns:a16="http://schemas.microsoft.com/office/drawing/2014/main" id="{E73D58E2-0A89-425D-8155-A8828A1BF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017" y="40483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9" name="path-4086">
            <a:extLst xmlns:a="http://schemas.openxmlformats.org/drawingml/2006/main">
              <a:ext uri="{FF2B5EF4-FFF2-40B4-BE49-F238E27FC236}">
                <a16:creationId xmlns:a16="http://schemas.microsoft.com/office/drawing/2014/main" id="{CE7F8270-97DE-482A-8959-CB5BBDA39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0824" y="40818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0" name="path-4087">
            <a:extLst xmlns:a="http://schemas.openxmlformats.org/drawingml/2006/main">
              <a:ext uri="{FF2B5EF4-FFF2-40B4-BE49-F238E27FC236}">
                <a16:creationId xmlns:a16="http://schemas.microsoft.com/office/drawing/2014/main" id="{01FC6CFB-E914-44F9-94B1-C9EDAAB1C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215" y="4045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1" name="path-4088">
            <a:extLst xmlns:a="http://schemas.openxmlformats.org/drawingml/2006/main">
              <a:ext uri="{FF2B5EF4-FFF2-40B4-BE49-F238E27FC236}">
                <a16:creationId xmlns:a16="http://schemas.microsoft.com/office/drawing/2014/main" id="{0EB0D210-656C-4379-9781-C88C59414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690" y="40455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2" name="path-4089">
            <a:extLst xmlns:a="http://schemas.openxmlformats.org/drawingml/2006/main">
              <a:ext uri="{FF2B5EF4-FFF2-40B4-BE49-F238E27FC236}">
                <a16:creationId xmlns:a16="http://schemas.microsoft.com/office/drawing/2014/main" id="{54266D2E-49F2-445B-8EB6-2560D60CA0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6676" y="4037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3" name="path-4090">
            <a:extLst xmlns:a="http://schemas.openxmlformats.org/drawingml/2006/main">
              <a:ext uri="{FF2B5EF4-FFF2-40B4-BE49-F238E27FC236}">
                <a16:creationId xmlns:a16="http://schemas.microsoft.com/office/drawing/2014/main" id="{7A4A741E-F17E-45C2-92E3-6DEE7203B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902" y="4027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4" name="path-4091">
            <a:extLst xmlns:a="http://schemas.openxmlformats.org/drawingml/2006/main">
              <a:ext uri="{FF2B5EF4-FFF2-40B4-BE49-F238E27FC236}">
                <a16:creationId xmlns:a16="http://schemas.microsoft.com/office/drawing/2014/main" id="{1ADE1F18-DC44-45AE-A73E-561536D5E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596" y="40498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5" name="path-4092">
            <a:extLst xmlns:a="http://schemas.openxmlformats.org/drawingml/2006/main">
              <a:ext uri="{FF2B5EF4-FFF2-40B4-BE49-F238E27FC236}">
                <a16:creationId xmlns:a16="http://schemas.microsoft.com/office/drawing/2014/main" id="{F1C45D6E-B593-4E43-9230-AB8AD94EB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653" y="40683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6" name="path-4093">
            <a:extLst xmlns:a="http://schemas.openxmlformats.org/drawingml/2006/main">
              <a:ext uri="{FF2B5EF4-FFF2-40B4-BE49-F238E27FC236}">
                <a16:creationId xmlns:a16="http://schemas.microsoft.com/office/drawing/2014/main" id="{29D00607-8D14-4156-A33A-FB93E4C05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385" y="4047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7" name="path-4094">
            <a:extLst xmlns:a="http://schemas.openxmlformats.org/drawingml/2006/main">
              <a:ext uri="{FF2B5EF4-FFF2-40B4-BE49-F238E27FC236}">
                <a16:creationId xmlns:a16="http://schemas.microsoft.com/office/drawing/2014/main" id="{E3CF75ED-1522-49CA-9999-271AE00C2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511" y="4047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8" name="path-4095">
            <a:extLst xmlns:a="http://schemas.openxmlformats.org/drawingml/2006/main">
              <a:ext uri="{FF2B5EF4-FFF2-40B4-BE49-F238E27FC236}">
                <a16:creationId xmlns:a16="http://schemas.microsoft.com/office/drawing/2014/main" id="{F00010D1-7497-418C-A111-3BC4A86D4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596" y="40418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9" name="path-4096">
            <a:extLst xmlns:a="http://schemas.openxmlformats.org/drawingml/2006/main">
              <a:ext uri="{FF2B5EF4-FFF2-40B4-BE49-F238E27FC236}">
                <a16:creationId xmlns:a16="http://schemas.microsoft.com/office/drawing/2014/main" id="{859ECE22-AB09-4378-A95A-F56451875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430" y="4024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0" name="path-4097">
            <a:extLst xmlns:a="http://schemas.openxmlformats.org/drawingml/2006/main">
              <a:ext uri="{FF2B5EF4-FFF2-40B4-BE49-F238E27FC236}">
                <a16:creationId xmlns:a16="http://schemas.microsoft.com/office/drawing/2014/main" id="{45B4F91B-851E-4E20-BB67-BE24099F1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0461" y="4042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1" name="path-4098">
            <a:extLst xmlns:a="http://schemas.openxmlformats.org/drawingml/2006/main">
              <a:ext uri="{FF2B5EF4-FFF2-40B4-BE49-F238E27FC236}">
                <a16:creationId xmlns:a16="http://schemas.microsoft.com/office/drawing/2014/main" id="{451F29C7-8E3F-487B-B28D-C0047C0C2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421" y="40350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2" name="path-4099">
            <a:extLst xmlns:a="http://schemas.openxmlformats.org/drawingml/2006/main">
              <a:ext uri="{FF2B5EF4-FFF2-40B4-BE49-F238E27FC236}">
                <a16:creationId xmlns:a16="http://schemas.microsoft.com/office/drawing/2014/main" id="{79E9C890-AE02-44B1-8B4E-DFCDEFAE8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9019" y="40333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3" name="path-4100">
            <a:extLst xmlns:a="http://schemas.openxmlformats.org/drawingml/2006/main">
              <a:ext uri="{FF2B5EF4-FFF2-40B4-BE49-F238E27FC236}">
                <a16:creationId xmlns:a16="http://schemas.microsoft.com/office/drawing/2014/main" id="{51C0621C-5F52-434F-A86A-84C3B549A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122" y="4046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4" name="path-4101">
            <a:extLst xmlns:a="http://schemas.openxmlformats.org/drawingml/2006/main">
              <a:ext uri="{FF2B5EF4-FFF2-40B4-BE49-F238E27FC236}">
                <a16:creationId xmlns:a16="http://schemas.microsoft.com/office/drawing/2014/main" id="{66509C5F-8D07-49CF-9112-1C2EBB479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198" y="40461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5" name="path-4102">
            <a:extLst xmlns:a="http://schemas.openxmlformats.org/drawingml/2006/main">
              <a:ext uri="{FF2B5EF4-FFF2-40B4-BE49-F238E27FC236}">
                <a16:creationId xmlns:a16="http://schemas.microsoft.com/office/drawing/2014/main" id="{2C0169BE-8B3E-488D-A4C4-E4033955F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7289" y="40676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6" name="path-4103">
            <a:extLst xmlns:a="http://schemas.openxmlformats.org/drawingml/2006/main">
              <a:ext uri="{FF2B5EF4-FFF2-40B4-BE49-F238E27FC236}">
                <a16:creationId xmlns:a16="http://schemas.microsoft.com/office/drawing/2014/main" id="{85BCA128-20C7-45BE-96EF-4DE4B8AB0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302" y="40418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7" name="path-4104">
            <a:extLst xmlns:a="http://schemas.openxmlformats.org/drawingml/2006/main">
              <a:ext uri="{FF2B5EF4-FFF2-40B4-BE49-F238E27FC236}">
                <a16:creationId xmlns:a16="http://schemas.microsoft.com/office/drawing/2014/main" id="{48B429F0-A62E-4465-AF85-D21A9874B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278" y="40633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8" name="path-4105">
            <a:extLst xmlns:a="http://schemas.openxmlformats.org/drawingml/2006/main">
              <a:ext uri="{FF2B5EF4-FFF2-40B4-BE49-F238E27FC236}">
                <a16:creationId xmlns:a16="http://schemas.microsoft.com/office/drawing/2014/main" id="{87FF9E29-EA6F-4AB5-8C8D-8B8B5EC2D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9464" y="40540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9" name="path-4106">
            <a:extLst xmlns:a="http://schemas.openxmlformats.org/drawingml/2006/main">
              <a:ext uri="{FF2B5EF4-FFF2-40B4-BE49-F238E27FC236}">
                <a16:creationId xmlns:a16="http://schemas.microsoft.com/office/drawing/2014/main" id="{A2FE31E2-BC42-4790-A288-71A724215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788" y="4046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0" name="path-4107">
            <a:extLst xmlns:a="http://schemas.openxmlformats.org/drawingml/2006/main">
              <a:ext uri="{FF2B5EF4-FFF2-40B4-BE49-F238E27FC236}">
                <a16:creationId xmlns:a16="http://schemas.microsoft.com/office/drawing/2014/main" id="{56A19E18-C560-4AE8-B762-F29FE5FEB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055" y="4045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1" name="path-4108">
            <a:extLst xmlns:a="http://schemas.openxmlformats.org/drawingml/2006/main">
              <a:ext uri="{FF2B5EF4-FFF2-40B4-BE49-F238E27FC236}">
                <a16:creationId xmlns:a16="http://schemas.microsoft.com/office/drawing/2014/main" id="{FC3E5EBD-84CC-468C-91CE-0F96FF23E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629" y="40447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2" name="path-4109">
            <a:extLst xmlns:a="http://schemas.openxmlformats.org/drawingml/2006/main">
              <a:ext uri="{FF2B5EF4-FFF2-40B4-BE49-F238E27FC236}">
                <a16:creationId xmlns:a16="http://schemas.microsoft.com/office/drawing/2014/main" id="{983286AF-D52B-4A8C-BCB8-0EDD8992D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1943" y="4054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3" name="path-4110">
            <a:extLst xmlns:a="http://schemas.openxmlformats.org/drawingml/2006/main">
              <a:ext uri="{FF2B5EF4-FFF2-40B4-BE49-F238E27FC236}">
                <a16:creationId xmlns:a16="http://schemas.microsoft.com/office/drawing/2014/main" id="{FB893CE8-F446-4A99-805F-D864148D2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0655" y="40202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4" name="path-4111">
            <a:extLst xmlns:a="http://schemas.openxmlformats.org/drawingml/2006/main">
              <a:ext uri="{FF2B5EF4-FFF2-40B4-BE49-F238E27FC236}">
                <a16:creationId xmlns:a16="http://schemas.microsoft.com/office/drawing/2014/main" id="{7408ADBF-C0B8-4F0F-BB1D-F223E481E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9468" y="40504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5" name="path-4112">
            <a:extLst xmlns:a="http://schemas.openxmlformats.org/drawingml/2006/main">
              <a:ext uri="{FF2B5EF4-FFF2-40B4-BE49-F238E27FC236}">
                <a16:creationId xmlns:a16="http://schemas.microsoft.com/office/drawing/2014/main" id="{9C3A2255-964F-4FB0-BC55-CAC0A8475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944" y="40500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6" name="path-4113">
            <a:extLst xmlns:a="http://schemas.openxmlformats.org/drawingml/2006/main">
              <a:ext uri="{FF2B5EF4-FFF2-40B4-BE49-F238E27FC236}">
                <a16:creationId xmlns:a16="http://schemas.microsoft.com/office/drawing/2014/main" id="{5DFD5AFE-ADF0-4D23-8ADE-EF7FAADC3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962" y="40489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7" name="path-4114">
            <a:extLst xmlns:a="http://schemas.openxmlformats.org/drawingml/2006/main">
              <a:ext uri="{FF2B5EF4-FFF2-40B4-BE49-F238E27FC236}">
                <a16:creationId xmlns:a16="http://schemas.microsoft.com/office/drawing/2014/main" id="{18E94E7A-9E13-4312-8DD0-2BFE959F5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298" y="4038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8" name="path-4115">
            <a:extLst xmlns:a="http://schemas.openxmlformats.org/drawingml/2006/main">
              <a:ext uri="{FF2B5EF4-FFF2-40B4-BE49-F238E27FC236}">
                <a16:creationId xmlns:a16="http://schemas.microsoft.com/office/drawing/2014/main" id="{B773AE62-43D8-4FC8-B8DB-E8D85089C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2371" y="40144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9" name="path-4116">
            <a:extLst xmlns:a="http://schemas.openxmlformats.org/drawingml/2006/main">
              <a:ext uri="{FF2B5EF4-FFF2-40B4-BE49-F238E27FC236}">
                <a16:creationId xmlns:a16="http://schemas.microsoft.com/office/drawing/2014/main" id="{2887C444-A3C5-4461-AF09-0164C21E68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314" y="40136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0" name="path-4117">
            <a:extLst xmlns:a="http://schemas.openxmlformats.org/drawingml/2006/main">
              <a:ext uri="{FF2B5EF4-FFF2-40B4-BE49-F238E27FC236}">
                <a16:creationId xmlns:a16="http://schemas.microsoft.com/office/drawing/2014/main" id="{02F6EBD4-3B60-416D-981A-5FF4FC510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4702" y="40321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1" name="path-4118">
            <a:extLst xmlns:a="http://schemas.openxmlformats.org/drawingml/2006/main">
              <a:ext uri="{FF2B5EF4-FFF2-40B4-BE49-F238E27FC236}">
                <a16:creationId xmlns:a16="http://schemas.microsoft.com/office/drawing/2014/main" id="{F32472CD-0277-44E0-95CD-F67AD257A8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240" y="40383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2" name="path-4119">
            <a:extLst xmlns:a="http://schemas.openxmlformats.org/drawingml/2006/main">
              <a:ext uri="{FF2B5EF4-FFF2-40B4-BE49-F238E27FC236}">
                <a16:creationId xmlns:a16="http://schemas.microsoft.com/office/drawing/2014/main" id="{89CA92E5-C5B9-44E6-B21B-7693EC9E8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213" y="40541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3" name="path-4120">
            <a:extLst xmlns:a="http://schemas.openxmlformats.org/drawingml/2006/main">
              <a:ext uri="{FF2B5EF4-FFF2-40B4-BE49-F238E27FC236}">
                <a16:creationId xmlns:a16="http://schemas.microsoft.com/office/drawing/2014/main" id="{83964DAB-DDEC-4A09-93A0-A351F1193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4210" y="40304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4" name="path-4121">
            <a:extLst xmlns:a="http://schemas.openxmlformats.org/drawingml/2006/main">
              <a:ext uri="{FF2B5EF4-FFF2-40B4-BE49-F238E27FC236}">
                <a16:creationId xmlns:a16="http://schemas.microsoft.com/office/drawing/2014/main" id="{34436FDB-1A9A-49D8-9548-FDBF82D9C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466" y="4045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5" name="path-4122">
            <a:extLst xmlns:a="http://schemas.openxmlformats.org/drawingml/2006/main">
              <a:ext uri="{FF2B5EF4-FFF2-40B4-BE49-F238E27FC236}">
                <a16:creationId xmlns:a16="http://schemas.microsoft.com/office/drawing/2014/main" id="{FDB86744-9160-4A9D-BF2E-1C14510BE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94719" y="4049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6" name="path-4123">
            <a:extLst xmlns:a="http://schemas.openxmlformats.org/drawingml/2006/main">
              <a:ext uri="{FF2B5EF4-FFF2-40B4-BE49-F238E27FC236}">
                <a16:creationId xmlns:a16="http://schemas.microsoft.com/office/drawing/2014/main" id="{4F346A81-DFE6-4C5B-9CF0-BDC2697694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4803" y="4048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7" name="path-4124">
            <a:extLst xmlns:a="http://schemas.openxmlformats.org/drawingml/2006/main">
              <a:ext uri="{FF2B5EF4-FFF2-40B4-BE49-F238E27FC236}">
                <a16:creationId xmlns:a16="http://schemas.microsoft.com/office/drawing/2014/main" id="{E95E6927-B32D-449F-8A46-0EC76BB88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5742" y="4046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8" name="path-4125">
            <a:extLst xmlns:a="http://schemas.openxmlformats.org/drawingml/2006/main">
              <a:ext uri="{FF2B5EF4-FFF2-40B4-BE49-F238E27FC236}">
                <a16:creationId xmlns:a16="http://schemas.microsoft.com/office/drawing/2014/main" id="{9899D150-53A7-49FD-8ACA-A08308FB3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9634" y="4022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9" name="path-4126">
            <a:extLst xmlns:a="http://schemas.openxmlformats.org/drawingml/2006/main">
              <a:ext uri="{FF2B5EF4-FFF2-40B4-BE49-F238E27FC236}">
                <a16:creationId xmlns:a16="http://schemas.microsoft.com/office/drawing/2014/main" id="{68510064-C09D-4F16-81E0-68B6E9AC1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1967" y="40754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0" name="path-4127">
            <a:extLst xmlns:a="http://schemas.openxmlformats.org/drawingml/2006/main">
              <a:ext uri="{FF2B5EF4-FFF2-40B4-BE49-F238E27FC236}">
                <a16:creationId xmlns:a16="http://schemas.microsoft.com/office/drawing/2014/main" id="{A2754324-6915-4D9B-8FCF-C4F5388EB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158" y="40399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1" name="path-4128">
            <a:extLst xmlns:a="http://schemas.openxmlformats.org/drawingml/2006/main">
              <a:ext uri="{FF2B5EF4-FFF2-40B4-BE49-F238E27FC236}">
                <a16:creationId xmlns:a16="http://schemas.microsoft.com/office/drawing/2014/main" id="{8FC30DD6-D415-43D0-B2DC-154B6A9BB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7824" y="4057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2" name="path-4129">
            <a:extLst xmlns:a="http://schemas.openxmlformats.org/drawingml/2006/main">
              <a:ext uri="{FF2B5EF4-FFF2-40B4-BE49-F238E27FC236}">
                <a16:creationId xmlns:a16="http://schemas.microsoft.com/office/drawing/2014/main" id="{B9BC4AA4-6BCF-4CDC-ABCE-E4592996E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2988" y="4045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3" name="path-4130">
            <a:extLst xmlns:a="http://schemas.openxmlformats.org/drawingml/2006/main">
              <a:ext uri="{FF2B5EF4-FFF2-40B4-BE49-F238E27FC236}">
                <a16:creationId xmlns:a16="http://schemas.microsoft.com/office/drawing/2014/main" id="{A074CD37-A909-4B08-8D0D-E9025E83E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716" y="4040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4" name="path-4131">
            <a:extLst xmlns:a="http://schemas.openxmlformats.org/drawingml/2006/main">
              <a:ext uri="{FF2B5EF4-FFF2-40B4-BE49-F238E27FC236}">
                <a16:creationId xmlns:a16="http://schemas.microsoft.com/office/drawing/2014/main" id="{C24C8023-C237-4B7F-B1A1-8CAFA5760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9487" y="40469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5" name="path-4132">
            <a:extLst xmlns:a="http://schemas.openxmlformats.org/drawingml/2006/main">
              <a:ext uri="{FF2B5EF4-FFF2-40B4-BE49-F238E27FC236}">
                <a16:creationId xmlns:a16="http://schemas.microsoft.com/office/drawing/2014/main" id="{1A0F3B62-2FFE-4BC0-B737-0CA12EEE1C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8089" y="40225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6" name="path-4133">
            <a:extLst xmlns:a="http://schemas.openxmlformats.org/drawingml/2006/main">
              <a:ext uri="{FF2B5EF4-FFF2-40B4-BE49-F238E27FC236}">
                <a16:creationId xmlns:a16="http://schemas.microsoft.com/office/drawing/2014/main" id="{6FAEA2BD-3FE3-453E-AB72-3C16DFB86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46530" y="40515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7" name="path-4134">
            <a:extLst xmlns:a="http://schemas.openxmlformats.org/drawingml/2006/main">
              <a:ext uri="{FF2B5EF4-FFF2-40B4-BE49-F238E27FC236}">
                <a16:creationId xmlns:a16="http://schemas.microsoft.com/office/drawing/2014/main" id="{12F052D6-FE73-45E6-A2B1-881073A0F8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4212" y="40274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8" name="path-4135">
            <a:extLst xmlns:a="http://schemas.openxmlformats.org/drawingml/2006/main">
              <a:ext uri="{FF2B5EF4-FFF2-40B4-BE49-F238E27FC236}">
                <a16:creationId xmlns:a16="http://schemas.microsoft.com/office/drawing/2014/main" id="{2139A92E-FB9A-40B0-8A18-B41DFCDF9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5748" y="40625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9" name="path-4136">
            <a:extLst xmlns:a="http://schemas.openxmlformats.org/drawingml/2006/main">
              <a:ext uri="{FF2B5EF4-FFF2-40B4-BE49-F238E27FC236}">
                <a16:creationId xmlns:a16="http://schemas.microsoft.com/office/drawing/2014/main" id="{E49CDAFC-21ED-41F6-95F9-455CA0C6F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713" y="40414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0" name="path-4137">
            <a:extLst xmlns:a="http://schemas.openxmlformats.org/drawingml/2006/main">
              <a:ext uri="{FF2B5EF4-FFF2-40B4-BE49-F238E27FC236}">
                <a16:creationId xmlns:a16="http://schemas.microsoft.com/office/drawing/2014/main" id="{B5982449-C966-42D9-B38E-AB271BB96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4223" y="40787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1" name="path-4138">
            <a:extLst xmlns:a="http://schemas.openxmlformats.org/drawingml/2006/main">
              <a:ext uri="{FF2B5EF4-FFF2-40B4-BE49-F238E27FC236}">
                <a16:creationId xmlns:a16="http://schemas.microsoft.com/office/drawing/2014/main" id="{459BE6F9-3501-49CA-AFB2-D205F1652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070" y="40439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2" name="path-4139">
            <a:extLst xmlns:a="http://schemas.openxmlformats.org/drawingml/2006/main">
              <a:ext uri="{FF2B5EF4-FFF2-40B4-BE49-F238E27FC236}">
                <a16:creationId xmlns:a16="http://schemas.microsoft.com/office/drawing/2014/main" id="{A86D84A0-2ADC-4A7F-B9CF-EC08EE912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2192" y="40824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3" name="path-4140">
            <a:extLst xmlns:a="http://schemas.openxmlformats.org/drawingml/2006/main">
              <a:ext uri="{FF2B5EF4-FFF2-40B4-BE49-F238E27FC236}">
                <a16:creationId xmlns:a16="http://schemas.microsoft.com/office/drawing/2014/main" id="{38FA3125-797D-4360-9356-CC42114F7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5732" y="40555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4" name="path-4141">
            <a:extLst xmlns:a="http://schemas.openxmlformats.org/drawingml/2006/main">
              <a:ext uri="{FF2B5EF4-FFF2-40B4-BE49-F238E27FC236}">
                <a16:creationId xmlns:a16="http://schemas.microsoft.com/office/drawing/2014/main" id="{700B6B24-4FC4-49D6-BBFC-D001BC2269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067" y="4059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5" name="path-4142">
            <a:extLst xmlns:a="http://schemas.openxmlformats.org/drawingml/2006/main">
              <a:ext uri="{FF2B5EF4-FFF2-40B4-BE49-F238E27FC236}">
                <a16:creationId xmlns:a16="http://schemas.microsoft.com/office/drawing/2014/main" id="{FADBF499-1835-4383-A055-5031AEDD2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0240" y="40443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6" name="path-4143">
            <a:extLst xmlns:a="http://schemas.openxmlformats.org/drawingml/2006/main">
              <a:ext uri="{FF2B5EF4-FFF2-40B4-BE49-F238E27FC236}">
                <a16:creationId xmlns:a16="http://schemas.microsoft.com/office/drawing/2014/main" id="{53B91957-D296-4E34-8E16-5F454B515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396" y="4047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7" name="path-4144">
            <a:extLst xmlns:a="http://schemas.openxmlformats.org/drawingml/2006/main">
              <a:ext uri="{FF2B5EF4-FFF2-40B4-BE49-F238E27FC236}">
                <a16:creationId xmlns:a16="http://schemas.microsoft.com/office/drawing/2014/main" id="{027AEF69-514A-490E-9A42-D8AD98312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716" y="40511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8" name="path-4145">
            <a:extLst xmlns:a="http://schemas.openxmlformats.org/drawingml/2006/main">
              <a:ext uri="{FF2B5EF4-FFF2-40B4-BE49-F238E27FC236}">
                <a16:creationId xmlns:a16="http://schemas.microsoft.com/office/drawing/2014/main" id="{5BBA84B6-FE18-4D98-9BFE-AF87024DC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1105" y="40547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9" name="path-4146">
            <a:extLst xmlns:a="http://schemas.openxmlformats.org/drawingml/2006/main">
              <a:ext uri="{FF2B5EF4-FFF2-40B4-BE49-F238E27FC236}">
                <a16:creationId xmlns:a16="http://schemas.microsoft.com/office/drawing/2014/main" id="{F8C1EF15-D48E-4BC4-8EA2-6798779B0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05113" y="40285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0" name="path-4147">
            <a:extLst xmlns:a="http://schemas.openxmlformats.org/drawingml/2006/main">
              <a:ext uri="{FF2B5EF4-FFF2-40B4-BE49-F238E27FC236}">
                <a16:creationId xmlns:a16="http://schemas.microsoft.com/office/drawing/2014/main" id="{8145E9E4-D550-4043-8F56-D3DB79C21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426" y="40428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1" name="path-4148">
            <a:extLst xmlns:a="http://schemas.openxmlformats.org/drawingml/2006/main">
              <a:ext uri="{FF2B5EF4-FFF2-40B4-BE49-F238E27FC236}">
                <a16:creationId xmlns:a16="http://schemas.microsoft.com/office/drawing/2014/main" id="{6717AB3C-A3FD-4E0C-BE94-61C28A8F2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6976" y="40247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2" name="path-4149">
            <a:extLst xmlns:a="http://schemas.openxmlformats.org/drawingml/2006/main">
              <a:ext uri="{FF2B5EF4-FFF2-40B4-BE49-F238E27FC236}">
                <a16:creationId xmlns:a16="http://schemas.microsoft.com/office/drawing/2014/main" id="{2BE01A09-909E-4E88-BB89-674ED2D0C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4596" y="4041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3" name="path-4150">
            <a:extLst xmlns:a="http://schemas.openxmlformats.org/drawingml/2006/main">
              <a:ext uri="{FF2B5EF4-FFF2-40B4-BE49-F238E27FC236}">
                <a16:creationId xmlns:a16="http://schemas.microsoft.com/office/drawing/2014/main" id="{232B360F-E99D-4F79-AAF9-3191A7D81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3107" y="40425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4" name="path-4151">
            <a:extLst xmlns:a="http://schemas.openxmlformats.org/drawingml/2006/main">
              <a:ext uri="{FF2B5EF4-FFF2-40B4-BE49-F238E27FC236}">
                <a16:creationId xmlns:a16="http://schemas.microsoft.com/office/drawing/2014/main" id="{19967D9A-F815-406E-92F2-EDFC87153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8864" y="40375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5" name="path-4152">
            <a:extLst xmlns:a="http://schemas.openxmlformats.org/drawingml/2006/main">
              <a:ext uri="{FF2B5EF4-FFF2-40B4-BE49-F238E27FC236}">
                <a16:creationId xmlns:a16="http://schemas.microsoft.com/office/drawing/2014/main" id="{63912DA9-CE80-4693-94F9-5D9A986E7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608" y="40426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6" name="path-4153">
            <a:extLst xmlns:a="http://schemas.openxmlformats.org/drawingml/2006/main">
              <a:ext uri="{FF2B5EF4-FFF2-40B4-BE49-F238E27FC236}">
                <a16:creationId xmlns:a16="http://schemas.microsoft.com/office/drawing/2014/main" id="{B99ED3FE-4517-4A1D-BF1E-672285D52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830" y="40443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7" name="path-4154">
            <a:extLst xmlns:a="http://schemas.openxmlformats.org/drawingml/2006/main">
              <a:ext uri="{FF2B5EF4-FFF2-40B4-BE49-F238E27FC236}">
                <a16:creationId xmlns:a16="http://schemas.microsoft.com/office/drawing/2014/main" id="{E9FD35AD-FAA1-4FE2-8F7A-1E678E38E3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8601" y="40373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8" name="path-4155">
            <a:extLst xmlns:a="http://schemas.openxmlformats.org/drawingml/2006/main">
              <a:ext uri="{FF2B5EF4-FFF2-40B4-BE49-F238E27FC236}">
                <a16:creationId xmlns:a16="http://schemas.microsoft.com/office/drawing/2014/main" id="{CC8F5181-CB93-4A9B-8C1E-3A399D00D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5306" y="4043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9" name="path-4156">
            <a:extLst xmlns:a="http://schemas.openxmlformats.org/drawingml/2006/main">
              <a:ext uri="{FF2B5EF4-FFF2-40B4-BE49-F238E27FC236}">
                <a16:creationId xmlns:a16="http://schemas.microsoft.com/office/drawing/2014/main" id="{D8337E00-B74D-4B6C-A350-80C1D2B2E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730" y="40404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0" name="path-4157">
            <a:extLst xmlns:a="http://schemas.openxmlformats.org/drawingml/2006/main">
              <a:ext uri="{FF2B5EF4-FFF2-40B4-BE49-F238E27FC236}">
                <a16:creationId xmlns:a16="http://schemas.microsoft.com/office/drawing/2014/main" id="{961E9234-00C5-4F3A-9A53-32E39618E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2834" y="4046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1" name="path-4158">
            <a:extLst xmlns:a="http://schemas.openxmlformats.org/drawingml/2006/main">
              <a:ext uri="{FF2B5EF4-FFF2-40B4-BE49-F238E27FC236}">
                <a16:creationId xmlns:a16="http://schemas.microsoft.com/office/drawing/2014/main" id="{FB75EE5B-685B-4F8C-B50D-602F293D5E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909" y="4049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2" name="path-4159">
            <a:extLst xmlns:a="http://schemas.openxmlformats.org/drawingml/2006/main">
              <a:ext uri="{FF2B5EF4-FFF2-40B4-BE49-F238E27FC236}">
                <a16:creationId xmlns:a16="http://schemas.microsoft.com/office/drawing/2014/main" id="{46FD2BAA-8922-4C19-B8E1-A621FFC39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4249" y="40478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3" name="path-4160">
            <a:extLst xmlns:a="http://schemas.openxmlformats.org/drawingml/2006/main">
              <a:ext uri="{FF2B5EF4-FFF2-40B4-BE49-F238E27FC236}">
                <a16:creationId xmlns:a16="http://schemas.microsoft.com/office/drawing/2014/main" id="{EC8D2DFD-8EB4-48BD-A23B-3EF10942A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8522" y="40476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4" name="path-4161">
            <a:extLst xmlns:a="http://schemas.openxmlformats.org/drawingml/2006/main">
              <a:ext uri="{FF2B5EF4-FFF2-40B4-BE49-F238E27FC236}">
                <a16:creationId xmlns:a16="http://schemas.microsoft.com/office/drawing/2014/main" id="{3537A611-77E7-4311-B91C-C1C4BB596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459" y="40431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5" name="path-4162">
            <a:extLst xmlns:a="http://schemas.openxmlformats.org/drawingml/2006/main">
              <a:ext uri="{FF2B5EF4-FFF2-40B4-BE49-F238E27FC236}">
                <a16:creationId xmlns:a16="http://schemas.microsoft.com/office/drawing/2014/main" id="{878B6E50-F290-416F-8305-8E6A2979A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419" y="4062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6" name="path-4163">
            <a:extLst xmlns:a="http://schemas.openxmlformats.org/drawingml/2006/main">
              <a:ext uri="{FF2B5EF4-FFF2-40B4-BE49-F238E27FC236}">
                <a16:creationId xmlns:a16="http://schemas.microsoft.com/office/drawing/2014/main" id="{DEDB864B-BE93-401B-A791-8308166B3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839" y="40428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7" name="path-4164">
            <a:extLst xmlns:a="http://schemas.openxmlformats.org/drawingml/2006/main">
              <a:ext uri="{FF2B5EF4-FFF2-40B4-BE49-F238E27FC236}">
                <a16:creationId xmlns:a16="http://schemas.microsoft.com/office/drawing/2014/main" id="{985AC8D3-536D-4E24-869D-A750A2E44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6464" y="40598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8" name="path-4165">
            <a:extLst xmlns:a="http://schemas.openxmlformats.org/drawingml/2006/main">
              <a:ext uri="{FF2B5EF4-FFF2-40B4-BE49-F238E27FC236}">
                <a16:creationId xmlns:a16="http://schemas.microsoft.com/office/drawing/2014/main" id="{C2E75755-B9BA-475E-ABDC-4B0F978BE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0252" y="4050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9" name="path-4166">
            <a:extLst xmlns:a="http://schemas.openxmlformats.org/drawingml/2006/main">
              <a:ext uri="{FF2B5EF4-FFF2-40B4-BE49-F238E27FC236}">
                <a16:creationId xmlns:a16="http://schemas.microsoft.com/office/drawing/2014/main" id="{CC7679EA-A059-46FA-90FB-B91CEE06C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892" y="40412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0" name="path-4167">
            <a:extLst xmlns:a="http://schemas.openxmlformats.org/drawingml/2006/main">
              <a:ext uri="{FF2B5EF4-FFF2-40B4-BE49-F238E27FC236}">
                <a16:creationId xmlns:a16="http://schemas.microsoft.com/office/drawing/2014/main" id="{C5E1A973-763E-472D-92EE-55BD5C25D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881" y="40509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1" name="path-4168">
            <a:extLst xmlns:a="http://schemas.openxmlformats.org/drawingml/2006/main">
              <a:ext uri="{FF2B5EF4-FFF2-40B4-BE49-F238E27FC236}">
                <a16:creationId xmlns:a16="http://schemas.microsoft.com/office/drawing/2014/main" id="{72C2234E-4360-4751-BAA9-B5E29283C5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4571" y="40701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2" name="path-4169">
            <a:extLst xmlns:a="http://schemas.openxmlformats.org/drawingml/2006/main">
              <a:ext uri="{FF2B5EF4-FFF2-40B4-BE49-F238E27FC236}">
                <a16:creationId xmlns:a16="http://schemas.microsoft.com/office/drawing/2014/main" id="{839C68AF-271B-440B-B0D1-A2F6BFBAA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178" y="40417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3" name="path-4170">
            <a:extLst xmlns:a="http://schemas.openxmlformats.org/drawingml/2006/main">
              <a:ext uri="{FF2B5EF4-FFF2-40B4-BE49-F238E27FC236}">
                <a16:creationId xmlns:a16="http://schemas.microsoft.com/office/drawing/2014/main" id="{568F62DB-B59D-4C1C-BF90-8F553495D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1406" y="4023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4" name="path-4171">
            <a:extLst xmlns:a="http://schemas.openxmlformats.org/drawingml/2006/main">
              <a:ext uri="{FF2B5EF4-FFF2-40B4-BE49-F238E27FC236}">
                <a16:creationId xmlns:a16="http://schemas.microsoft.com/office/drawing/2014/main" id="{4FAC7998-2CF9-4929-B4BA-C5929D0A4C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3272" y="40394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5" name="path-4172">
            <a:extLst xmlns:a="http://schemas.openxmlformats.org/drawingml/2006/main">
              <a:ext uri="{FF2B5EF4-FFF2-40B4-BE49-F238E27FC236}">
                <a16:creationId xmlns:a16="http://schemas.microsoft.com/office/drawing/2014/main" id="{2BB707E7-A46C-4E1A-A48F-6AE846D1A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8850" y="4103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6" name="path-4173">
            <a:extLst xmlns:a="http://schemas.openxmlformats.org/drawingml/2006/main">
              <a:ext uri="{FF2B5EF4-FFF2-40B4-BE49-F238E27FC236}">
                <a16:creationId xmlns:a16="http://schemas.microsoft.com/office/drawing/2014/main" id="{1871E971-18DE-485E-A8E2-7B9B053E7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2399" y="40435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7" name="path-4174">
            <a:extLst xmlns:a="http://schemas.openxmlformats.org/drawingml/2006/main">
              <a:ext uri="{FF2B5EF4-FFF2-40B4-BE49-F238E27FC236}">
                <a16:creationId xmlns:a16="http://schemas.microsoft.com/office/drawing/2014/main" id="{DE6D9C63-19FF-43C7-BD4B-7F9445180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784" y="40431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8" name="path-4175">
            <a:extLst xmlns:a="http://schemas.openxmlformats.org/drawingml/2006/main">
              <a:ext uri="{FF2B5EF4-FFF2-40B4-BE49-F238E27FC236}">
                <a16:creationId xmlns:a16="http://schemas.microsoft.com/office/drawing/2014/main" id="{089156E5-7AC6-40D4-9EB0-6B97F7059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145" y="40553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9" name="path-4176">
            <a:extLst xmlns:a="http://schemas.openxmlformats.org/drawingml/2006/main">
              <a:ext uri="{FF2B5EF4-FFF2-40B4-BE49-F238E27FC236}">
                <a16:creationId xmlns:a16="http://schemas.microsoft.com/office/drawing/2014/main" id="{7BEA5EC7-2F17-48E4-ADF6-E41B950F17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1301" y="40358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0" name="path-4177">
            <a:extLst xmlns:a="http://schemas.openxmlformats.org/drawingml/2006/main">
              <a:ext uri="{FF2B5EF4-FFF2-40B4-BE49-F238E27FC236}">
                <a16:creationId xmlns:a16="http://schemas.microsoft.com/office/drawing/2014/main" id="{9587C39B-B44A-44EB-9E23-A0094C739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966" y="40368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1" name="path-4178">
            <a:extLst xmlns:a="http://schemas.openxmlformats.org/drawingml/2006/main">
              <a:ext uri="{FF2B5EF4-FFF2-40B4-BE49-F238E27FC236}">
                <a16:creationId xmlns:a16="http://schemas.microsoft.com/office/drawing/2014/main" id="{093387E1-5B03-46A7-B105-15F6C8322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8319" y="40302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2" name="path-4179">
            <a:extLst xmlns:a="http://schemas.openxmlformats.org/drawingml/2006/main">
              <a:ext uri="{FF2B5EF4-FFF2-40B4-BE49-F238E27FC236}">
                <a16:creationId xmlns:a16="http://schemas.microsoft.com/office/drawing/2014/main" id="{BD192D2F-3A8C-48AA-9EA0-11C1E4DF5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4689" y="40373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3" name="path-4180">
            <a:extLst xmlns:a="http://schemas.openxmlformats.org/drawingml/2006/main">
              <a:ext uri="{FF2B5EF4-FFF2-40B4-BE49-F238E27FC236}">
                <a16:creationId xmlns:a16="http://schemas.microsoft.com/office/drawing/2014/main" id="{22271233-75EA-4427-ABFA-120604A316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1732" y="40259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4" name="path-4181">
            <a:extLst xmlns:a="http://schemas.openxmlformats.org/drawingml/2006/main">
              <a:ext uri="{FF2B5EF4-FFF2-40B4-BE49-F238E27FC236}">
                <a16:creationId xmlns:a16="http://schemas.microsoft.com/office/drawing/2014/main" id="{9B4BC5FF-4956-4E6B-B695-5A8F03244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0889" y="4047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5" name="path-4182">
            <a:extLst xmlns:a="http://schemas.openxmlformats.org/drawingml/2006/main">
              <a:ext uri="{FF2B5EF4-FFF2-40B4-BE49-F238E27FC236}">
                <a16:creationId xmlns:a16="http://schemas.microsoft.com/office/drawing/2014/main" id="{C442D60E-F421-49A2-8D76-54100A50F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9270" y="40455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6" name="path-4183">
            <a:extLst xmlns:a="http://schemas.openxmlformats.org/drawingml/2006/main">
              <a:ext uri="{FF2B5EF4-FFF2-40B4-BE49-F238E27FC236}">
                <a16:creationId xmlns:a16="http://schemas.microsoft.com/office/drawing/2014/main" id="{9D68203E-7944-4D77-8F39-221368AAF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1480" y="40545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7" name="path-4184">
            <a:extLst xmlns:a="http://schemas.openxmlformats.org/drawingml/2006/main">
              <a:ext uri="{FF2B5EF4-FFF2-40B4-BE49-F238E27FC236}">
                <a16:creationId xmlns:a16="http://schemas.microsoft.com/office/drawing/2014/main" id="{7EF5D7B9-C9C2-4739-842D-C9920F21A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701" y="40493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8" name="path-4185">
            <a:extLst xmlns:a="http://schemas.openxmlformats.org/drawingml/2006/main">
              <a:ext uri="{FF2B5EF4-FFF2-40B4-BE49-F238E27FC236}">
                <a16:creationId xmlns:a16="http://schemas.microsoft.com/office/drawing/2014/main" id="{68DAAA4B-CA18-4AB3-88E0-BE0FE58AF5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1197" y="40766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9" name="path-4186">
            <a:extLst xmlns:a="http://schemas.openxmlformats.org/drawingml/2006/main">
              <a:ext uri="{FF2B5EF4-FFF2-40B4-BE49-F238E27FC236}">
                <a16:creationId xmlns:a16="http://schemas.microsoft.com/office/drawing/2014/main" id="{0F014AF4-11DA-45CD-9C19-08ECC41E50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8821" y="40365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0" name="path-4187">
            <a:extLst xmlns:a="http://schemas.openxmlformats.org/drawingml/2006/main">
              <a:ext uri="{FF2B5EF4-FFF2-40B4-BE49-F238E27FC236}">
                <a16:creationId xmlns:a16="http://schemas.microsoft.com/office/drawing/2014/main" id="{CE25C89F-7589-4322-8C2C-54C56F68F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0274" y="40451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1" name="path-4188">
            <a:extLst xmlns:a="http://schemas.openxmlformats.org/drawingml/2006/main">
              <a:ext uri="{FF2B5EF4-FFF2-40B4-BE49-F238E27FC236}">
                <a16:creationId xmlns:a16="http://schemas.microsoft.com/office/drawing/2014/main" id="{A78AAAE6-8464-4ADF-B299-2DC4B1C3D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5712" y="40368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2" name="path-4189">
            <a:extLst xmlns:a="http://schemas.openxmlformats.org/drawingml/2006/main">
              <a:ext uri="{FF2B5EF4-FFF2-40B4-BE49-F238E27FC236}">
                <a16:creationId xmlns:a16="http://schemas.microsoft.com/office/drawing/2014/main" id="{8209E485-C6A9-4118-B984-CC7F4B7DF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00054" y="40449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3" name="path-4190">
            <a:extLst xmlns:a="http://schemas.openxmlformats.org/drawingml/2006/main">
              <a:ext uri="{FF2B5EF4-FFF2-40B4-BE49-F238E27FC236}">
                <a16:creationId xmlns:a16="http://schemas.microsoft.com/office/drawing/2014/main" id="{D4D40D29-6090-4C51-9613-D80665D646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370" y="40415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4" name="path-4191">
            <a:extLst xmlns:a="http://schemas.openxmlformats.org/drawingml/2006/main">
              <a:ext uri="{FF2B5EF4-FFF2-40B4-BE49-F238E27FC236}">
                <a16:creationId xmlns:a16="http://schemas.microsoft.com/office/drawing/2014/main" id="{3B3C6C54-A84D-4142-A7C7-75009A1BC3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8787" y="40466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5" name="path-4192">
            <a:extLst xmlns:a="http://schemas.openxmlformats.org/drawingml/2006/main">
              <a:ext uri="{FF2B5EF4-FFF2-40B4-BE49-F238E27FC236}">
                <a16:creationId xmlns:a16="http://schemas.microsoft.com/office/drawing/2014/main" id="{0AAD1AE4-71F1-4C29-880F-5F8909ABF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5310" y="40210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6" name="path-4193">
            <a:extLst xmlns:a="http://schemas.openxmlformats.org/drawingml/2006/main">
              <a:ext uri="{FF2B5EF4-FFF2-40B4-BE49-F238E27FC236}">
                <a16:creationId xmlns:a16="http://schemas.microsoft.com/office/drawing/2014/main" id="{CA1334E7-BE33-4D3F-BA05-B734483C3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527" y="40450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7" name="path-4194">
            <a:extLst xmlns:a="http://schemas.openxmlformats.org/drawingml/2006/main">
              <a:ext uri="{FF2B5EF4-FFF2-40B4-BE49-F238E27FC236}">
                <a16:creationId xmlns:a16="http://schemas.microsoft.com/office/drawing/2014/main" id="{A88DCB08-9A27-48FC-A164-562D63637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5925" y="40349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8" name="path-4195">
            <a:extLst xmlns:a="http://schemas.openxmlformats.org/drawingml/2006/main">
              <a:ext uri="{FF2B5EF4-FFF2-40B4-BE49-F238E27FC236}">
                <a16:creationId xmlns:a16="http://schemas.microsoft.com/office/drawing/2014/main" id="{C1C4351A-8DF0-441A-8421-0D4AD12F9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6482" y="40521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9" name="path-4196">
            <a:extLst xmlns:a="http://schemas.openxmlformats.org/drawingml/2006/main">
              <a:ext uri="{FF2B5EF4-FFF2-40B4-BE49-F238E27FC236}">
                <a16:creationId xmlns:a16="http://schemas.microsoft.com/office/drawing/2014/main" id="{65663ED0-9F05-4777-B460-20C8A8AE49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313" y="40492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0" name="path-4197">
            <a:extLst xmlns:a="http://schemas.openxmlformats.org/drawingml/2006/main">
              <a:ext uri="{FF2B5EF4-FFF2-40B4-BE49-F238E27FC236}">
                <a16:creationId xmlns:a16="http://schemas.microsoft.com/office/drawing/2014/main" id="{3625EF02-8BED-4207-A7F3-FFFCC6DBB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5204" y="4041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1" name="path-4198">
            <a:extLst xmlns:a="http://schemas.openxmlformats.org/drawingml/2006/main">
              <a:ext uri="{FF2B5EF4-FFF2-40B4-BE49-F238E27FC236}">
                <a16:creationId xmlns:a16="http://schemas.microsoft.com/office/drawing/2014/main" id="{24C5D9D5-54FB-47D9-8626-FAE784228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628" y="40456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2" name="path-4199">
            <a:extLst xmlns:a="http://schemas.openxmlformats.org/drawingml/2006/main">
              <a:ext uri="{FF2B5EF4-FFF2-40B4-BE49-F238E27FC236}">
                <a16:creationId xmlns:a16="http://schemas.microsoft.com/office/drawing/2014/main" id="{DDE6F05E-D316-4210-9769-3D42EE58F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7027" y="40760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3" name="path-4200">
            <a:extLst xmlns:a="http://schemas.openxmlformats.org/drawingml/2006/main">
              <a:ext uri="{FF2B5EF4-FFF2-40B4-BE49-F238E27FC236}">
                <a16:creationId xmlns:a16="http://schemas.microsoft.com/office/drawing/2014/main" id="{9026270C-D6F7-4CF3-A51A-8B4C90C625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9465" y="40421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4" name="path-4201">
            <a:extLst xmlns:a="http://schemas.openxmlformats.org/drawingml/2006/main">
              <a:ext uri="{FF2B5EF4-FFF2-40B4-BE49-F238E27FC236}">
                <a16:creationId xmlns:a16="http://schemas.microsoft.com/office/drawing/2014/main" id="{CB27A31F-434B-4751-936F-D9D462F77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5859" y="40438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5" name="path-4202">
            <a:extLst xmlns:a="http://schemas.openxmlformats.org/drawingml/2006/main">
              <a:ext uri="{FF2B5EF4-FFF2-40B4-BE49-F238E27FC236}">
                <a16:creationId xmlns:a16="http://schemas.microsoft.com/office/drawing/2014/main" id="{A8D210B7-F371-4CDB-A69C-1A2E0CD17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1685" y="40451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6" name="path-4203">
            <a:extLst xmlns:a="http://schemas.openxmlformats.org/drawingml/2006/main">
              <a:ext uri="{FF2B5EF4-FFF2-40B4-BE49-F238E27FC236}">
                <a16:creationId xmlns:a16="http://schemas.microsoft.com/office/drawing/2014/main" id="{904B1E81-9C80-4705-A9B1-52367226F5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129" y="40432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7" name="path-4204">
            <a:extLst xmlns:a="http://schemas.openxmlformats.org/drawingml/2006/main">
              <a:ext uri="{FF2B5EF4-FFF2-40B4-BE49-F238E27FC236}">
                <a16:creationId xmlns:a16="http://schemas.microsoft.com/office/drawing/2014/main" id="{C8C4D301-867F-4D7A-9C78-F3A995483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3049" y="4049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8" name="path-4205">
            <a:extLst xmlns:a="http://schemas.openxmlformats.org/drawingml/2006/main">
              <a:ext uri="{FF2B5EF4-FFF2-40B4-BE49-F238E27FC236}">
                <a16:creationId xmlns:a16="http://schemas.microsoft.com/office/drawing/2014/main" id="{F11DAF58-A7D7-47EB-AAF4-0542E4662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377" y="40383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9" name="path-4206">
            <a:extLst xmlns:a="http://schemas.openxmlformats.org/drawingml/2006/main">
              <a:ext uri="{FF2B5EF4-FFF2-40B4-BE49-F238E27FC236}">
                <a16:creationId xmlns:a16="http://schemas.microsoft.com/office/drawing/2014/main" id="{7BB226D7-D320-4529-A009-3DAE2D100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16187" y="40435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0" name="path-4207">
            <a:extLst xmlns:a="http://schemas.openxmlformats.org/drawingml/2006/main">
              <a:ext uri="{FF2B5EF4-FFF2-40B4-BE49-F238E27FC236}">
                <a16:creationId xmlns:a16="http://schemas.microsoft.com/office/drawing/2014/main" id="{4CEA941C-9EA6-4E7F-A0FF-CF955DC98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22076" y="40571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1" name="path-4208">
            <a:extLst xmlns:a="http://schemas.openxmlformats.org/drawingml/2006/main">
              <a:ext uri="{FF2B5EF4-FFF2-40B4-BE49-F238E27FC236}">
                <a16:creationId xmlns:a16="http://schemas.microsoft.com/office/drawing/2014/main" id="{96A8B14A-CCF1-40F1-9701-AE23C5670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109" y="4047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2" name="path-4209">
            <a:extLst xmlns:a="http://schemas.openxmlformats.org/drawingml/2006/main">
              <a:ext uri="{FF2B5EF4-FFF2-40B4-BE49-F238E27FC236}">
                <a16:creationId xmlns:a16="http://schemas.microsoft.com/office/drawing/2014/main" id="{AF670948-92AD-4B34-B83A-0A195A52E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617" y="40555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3" name="path-4210">
            <a:extLst xmlns:a="http://schemas.openxmlformats.org/drawingml/2006/main">
              <a:ext uri="{FF2B5EF4-FFF2-40B4-BE49-F238E27FC236}">
                <a16:creationId xmlns:a16="http://schemas.microsoft.com/office/drawing/2014/main" id="{68F938EA-71DF-45DC-B82B-833717775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44506" y="40557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4" name="path-4211">
            <a:extLst xmlns:a="http://schemas.openxmlformats.org/drawingml/2006/main">
              <a:ext uri="{FF2B5EF4-FFF2-40B4-BE49-F238E27FC236}">
                <a16:creationId xmlns:a16="http://schemas.microsoft.com/office/drawing/2014/main" id="{FBD155D2-9997-4F2F-96C0-88B82AE5C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219" y="40595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5" name="path-4212">
            <a:extLst xmlns:a="http://schemas.openxmlformats.org/drawingml/2006/main">
              <a:ext uri="{FF2B5EF4-FFF2-40B4-BE49-F238E27FC236}">
                <a16:creationId xmlns:a16="http://schemas.microsoft.com/office/drawing/2014/main" id="{F7634D5D-45DC-446D-A4C6-004C90EA1C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0486" y="40415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6" name="path-4213">
            <a:extLst xmlns:a="http://schemas.openxmlformats.org/drawingml/2006/main">
              <a:ext uri="{FF2B5EF4-FFF2-40B4-BE49-F238E27FC236}">
                <a16:creationId xmlns:a16="http://schemas.microsoft.com/office/drawing/2014/main" id="{B08658EE-7E42-419F-91F4-B1E84548C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7811" y="40390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7" name="path-4214">
            <a:extLst xmlns:a="http://schemas.openxmlformats.org/drawingml/2006/main">
              <a:ext uri="{FF2B5EF4-FFF2-40B4-BE49-F238E27FC236}">
                <a16:creationId xmlns:a16="http://schemas.microsoft.com/office/drawing/2014/main" id="{266FFF15-8520-4994-87A5-8D422DCA4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265" y="4049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8" name="path-4215">
            <a:extLst xmlns:a="http://schemas.openxmlformats.org/drawingml/2006/main">
              <a:ext uri="{FF2B5EF4-FFF2-40B4-BE49-F238E27FC236}">
                <a16:creationId xmlns:a16="http://schemas.microsoft.com/office/drawing/2014/main" id="{866177E5-D018-4E29-A8E6-E202959F4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134" y="40436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9" name="path-4216">
            <a:extLst xmlns:a="http://schemas.openxmlformats.org/drawingml/2006/main">
              <a:ext uri="{FF2B5EF4-FFF2-40B4-BE49-F238E27FC236}">
                <a16:creationId xmlns:a16="http://schemas.microsoft.com/office/drawing/2014/main" id="{2D9B17F0-A339-4DF3-9AD1-84D0B0952A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687" y="4041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0" name="path-4217">
            <a:extLst xmlns:a="http://schemas.openxmlformats.org/drawingml/2006/main">
              <a:ext uri="{FF2B5EF4-FFF2-40B4-BE49-F238E27FC236}">
                <a16:creationId xmlns:a16="http://schemas.microsoft.com/office/drawing/2014/main" id="{E726D229-E92B-4EED-9313-335D39EE2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9834" y="40477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1" name="path-4218">
            <a:extLst xmlns:a="http://schemas.openxmlformats.org/drawingml/2006/main">
              <a:ext uri="{FF2B5EF4-FFF2-40B4-BE49-F238E27FC236}">
                <a16:creationId xmlns:a16="http://schemas.microsoft.com/office/drawing/2014/main" id="{1FD1EF7D-1976-4459-9270-C6DDD09BB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23331" y="40585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2" name="path-4219">
            <a:extLst xmlns:a="http://schemas.openxmlformats.org/drawingml/2006/main">
              <a:ext uri="{FF2B5EF4-FFF2-40B4-BE49-F238E27FC236}">
                <a16:creationId xmlns:a16="http://schemas.microsoft.com/office/drawing/2014/main" id="{21E0EFEF-AE40-41BD-9A86-0F54ACDCC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1414" y="40634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3" name="path-4220">
            <a:extLst xmlns:a="http://schemas.openxmlformats.org/drawingml/2006/main">
              <a:ext uri="{FF2B5EF4-FFF2-40B4-BE49-F238E27FC236}">
                <a16:creationId xmlns:a16="http://schemas.microsoft.com/office/drawing/2014/main" id="{0608364B-148C-4EBC-8A1A-25855D1D5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346" y="40424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4" name="path-4221">
            <a:extLst xmlns:a="http://schemas.openxmlformats.org/drawingml/2006/main">
              <a:ext uri="{FF2B5EF4-FFF2-40B4-BE49-F238E27FC236}">
                <a16:creationId xmlns:a16="http://schemas.microsoft.com/office/drawing/2014/main" id="{97CA554F-F366-403C-A45D-32EECFC6E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960" y="40446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5" name="path-4222">
            <a:extLst xmlns:a="http://schemas.openxmlformats.org/drawingml/2006/main">
              <a:ext uri="{FF2B5EF4-FFF2-40B4-BE49-F238E27FC236}">
                <a16:creationId xmlns:a16="http://schemas.microsoft.com/office/drawing/2014/main" id="{A5668802-A71D-4882-B241-CE0FD23D4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009" y="4039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6" name="path-4223">
            <a:extLst xmlns:a="http://schemas.openxmlformats.org/drawingml/2006/main">
              <a:ext uri="{FF2B5EF4-FFF2-40B4-BE49-F238E27FC236}">
                <a16:creationId xmlns:a16="http://schemas.microsoft.com/office/drawing/2014/main" id="{1D5FEDDD-AAEF-4573-8C68-A00805E2F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822" y="40384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7" name="path-4224">
            <a:extLst xmlns:a="http://schemas.openxmlformats.org/drawingml/2006/main">
              <a:ext uri="{FF2B5EF4-FFF2-40B4-BE49-F238E27FC236}">
                <a16:creationId xmlns:a16="http://schemas.microsoft.com/office/drawing/2014/main" id="{4CD9202D-10B6-44D0-92D1-AC48E8A600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62772" y="40453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8" name="path-4225">
            <a:extLst xmlns:a="http://schemas.openxmlformats.org/drawingml/2006/main">
              <a:ext uri="{FF2B5EF4-FFF2-40B4-BE49-F238E27FC236}">
                <a16:creationId xmlns:a16="http://schemas.microsoft.com/office/drawing/2014/main" id="{81B710DF-69D8-4DB7-8C2E-248503F98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496" y="40440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9" name="path-4226">
            <a:extLst xmlns:a="http://schemas.openxmlformats.org/drawingml/2006/main">
              <a:ext uri="{FF2B5EF4-FFF2-40B4-BE49-F238E27FC236}">
                <a16:creationId xmlns:a16="http://schemas.microsoft.com/office/drawing/2014/main" id="{0E3AC25C-EE79-4E22-9FCE-572E731E6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744" y="40455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0" name="path-4227">
            <a:extLst xmlns:a="http://schemas.openxmlformats.org/drawingml/2006/main">
              <a:ext uri="{FF2B5EF4-FFF2-40B4-BE49-F238E27FC236}">
                <a16:creationId xmlns:a16="http://schemas.microsoft.com/office/drawing/2014/main" id="{1F645366-7FF4-4393-B8C3-72ABED032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730" y="4045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1" name="path-4228">
            <a:extLst xmlns:a="http://schemas.openxmlformats.org/drawingml/2006/main">
              <a:ext uri="{FF2B5EF4-FFF2-40B4-BE49-F238E27FC236}">
                <a16:creationId xmlns:a16="http://schemas.microsoft.com/office/drawing/2014/main" id="{955354AD-8B94-46CA-BF5D-45F08D048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5410" y="4032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2" name="path-4229">
            <a:extLst xmlns:a="http://schemas.openxmlformats.org/drawingml/2006/main">
              <a:ext uri="{FF2B5EF4-FFF2-40B4-BE49-F238E27FC236}">
                <a16:creationId xmlns:a16="http://schemas.microsoft.com/office/drawing/2014/main" id="{F3D66321-1A16-4C19-9658-15DA82EBD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5573" y="40586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3" name="path-4230">
            <a:extLst xmlns:a="http://schemas.openxmlformats.org/drawingml/2006/main">
              <a:ext uri="{FF2B5EF4-FFF2-40B4-BE49-F238E27FC236}">
                <a16:creationId xmlns:a16="http://schemas.microsoft.com/office/drawing/2014/main" id="{338CD459-BC5B-41BB-97A3-9C106FEB1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8644" y="40422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4" name="path-4231">
            <a:extLst xmlns:a="http://schemas.openxmlformats.org/drawingml/2006/main">
              <a:ext uri="{FF2B5EF4-FFF2-40B4-BE49-F238E27FC236}">
                <a16:creationId xmlns:a16="http://schemas.microsoft.com/office/drawing/2014/main" id="{B86644F4-9314-4975-8310-A5AFBF3C2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405" y="40438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5" name="path-4232">
            <a:extLst xmlns:a="http://schemas.openxmlformats.org/drawingml/2006/main">
              <a:ext uri="{FF2B5EF4-FFF2-40B4-BE49-F238E27FC236}">
                <a16:creationId xmlns:a16="http://schemas.microsoft.com/office/drawing/2014/main" id="{30358B32-3CD1-40B4-AE9E-921193508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5559" y="40233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6" name="path-4233">
            <a:extLst xmlns:a="http://schemas.openxmlformats.org/drawingml/2006/main">
              <a:ext uri="{FF2B5EF4-FFF2-40B4-BE49-F238E27FC236}">
                <a16:creationId xmlns:a16="http://schemas.microsoft.com/office/drawing/2014/main" id="{3EF9745B-86FE-40AF-B001-8D22D115F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7115" y="40443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7" name="path-4234">
            <a:extLst xmlns:a="http://schemas.openxmlformats.org/drawingml/2006/main">
              <a:ext uri="{FF2B5EF4-FFF2-40B4-BE49-F238E27FC236}">
                <a16:creationId xmlns:a16="http://schemas.microsoft.com/office/drawing/2014/main" id="{BF1DFAD1-8FA7-4EF2-A6EC-619CF7BB2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1156" y="4041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8" name="path-4235">
            <a:extLst xmlns:a="http://schemas.openxmlformats.org/drawingml/2006/main">
              <a:ext uri="{FF2B5EF4-FFF2-40B4-BE49-F238E27FC236}">
                <a16:creationId xmlns:a16="http://schemas.microsoft.com/office/drawing/2014/main" id="{1829A681-4899-4545-9C40-744BA8A4E5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982" y="40637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9" name="path-4236">
            <a:extLst xmlns:a="http://schemas.openxmlformats.org/drawingml/2006/main">
              <a:ext uri="{FF2B5EF4-FFF2-40B4-BE49-F238E27FC236}">
                <a16:creationId xmlns:a16="http://schemas.microsoft.com/office/drawing/2014/main" id="{6FCFD4A0-D5EB-4084-902C-8D8AF822B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2819" y="40447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0" name="path-4237">
            <a:extLst xmlns:a="http://schemas.openxmlformats.org/drawingml/2006/main">
              <a:ext uri="{FF2B5EF4-FFF2-40B4-BE49-F238E27FC236}">
                <a16:creationId xmlns:a16="http://schemas.microsoft.com/office/drawing/2014/main" id="{B5CC87F9-818E-49F8-9E5F-929EC245D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5943" y="40432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1" name="path-4238">
            <a:extLst xmlns:a="http://schemas.openxmlformats.org/drawingml/2006/main">
              <a:ext uri="{FF2B5EF4-FFF2-40B4-BE49-F238E27FC236}">
                <a16:creationId xmlns:a16="http://schemas.microsoft.com/office/drawing/2014/main" id="{D57A1602-B5F0-4B4B-BDFB-F9616B086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378" y="40456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2" name="path-4239">
            <a:extLst xmlns:a="http://schemas.openxmlformats.org/drawingml/2006/main">
              <a:ext uri="{FF2B5EF4-FFF2-40B4-BE49-F238E27FC236}">
                <a16:creationId xmlns:a16="http://schemas.microsoft.com/office/drawing/2014/main" id="{94D1B5FC-8B7B-486B-9308-81D754C45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6311" y="40453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3" name="path-4240">
            <a:extLst xmlns:a="http://schemas.openxmlformats.org/drawingml/2006/main">
              <a:ext uri="{FF2B5EF4-FFF2-40B4-BE49-F238E27FC236}">
                <a16:creationId xmlns:a16="http://schemas.microsoft.com/office/drawing/2014/main" id="{38BB5D98-5991-499F-A6C1-6F455344C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47085" y="40425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4" name="path-4241">
            <a:extLst xmlns:a="http://schemas.openxmlformats.org/drawingml/2006/main">
              <a:ext uri="{FF2B5EF4-FFF2-40B4-BE49-F238E27FC236}">
                <a16:creationId xmlns:a16="http://schemas.microsoft.com/office/drawing/2014/main" id="{4800395E-39A4-4C58-B7D4-B5B14D8FE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43907" y="4053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5" name="path-4242">
            <a:extLst xmlns:a="http://schemas.openxmlformats.org/drawingml/2006/main">
              <a:ext uri="{FF2B5EF4-FFF2-40B4-BE49-F238E27FC236}">
                <a16:creationId xmlns:a16="http://schemas.microsoft.com/office/drawing/2014/main" id="{FD27A3E6-BBEE-4DCD-B180-12ED8501F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754" y="40432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6" name="path-4243">
            <a:extLst xmlns:a="http://schemas.openxmlformats.org/drawingml/2006/main">
              <a:ext uri="{FF2B5EF4-FFF2-40B4-BE49-F238E27FC236}">
                <a16:creationId xmlns:a16="http://schemas.microsoft.com/office/drawing/2014/main" id="{7D0C28FF-061B-44C5-8D82-B63E57F6F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9324" y="40497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7" name="path-4244">
            <a:extLst xmlns:a="http://schemas.openxmlformats.org/drawingml/2006/main">
              <a:ext uri="{FF2B5EF4-FFF2-40B4-BE49-F238E27FC236}">
                <a16:creationId xmlns:a16="http://schemas.microsoft.com/office/drawing/2014/main" id="{B9EC32D6-F375-492A-AF42-B178C0BB7E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153" y="40590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8" name="path-4245">
            <a:extLst xmlns:a="http://schemas.openxmlformats.org/drawingml/2006/main">
              <a:ext uri="{FF2B5EF4-FFF2-40B4-BE49-F238E27FC236}">
                <a16:creationId xmlns:a16="http://schemas.microsoft.com/office/drawing/2014/main" id="{13156018-B253-4087-81EA-AFC8A6788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342" y="4042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9" name="path-4246">
            <a:extLst xmlns:a="http://schemas.openxmlformats.org/drawingml/2006/main">
              <a:ext uri="{FF2B5EF4-FFF2-40B4-BE49-F238E27FC236}">
                <a16:creationId xmlns:a16="http://schemas.microsoft.com/office/drawing/2014/main" id="{26D2B005-B943-4849-BA1F-54C648163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394" y="4052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0" name="path-4247">
            <a:extLst xmlns:a="http://schemas.openxmlformats.org/drawingml/2006/main">
              <a:ext uri="{FF2B5EF4-FFF2-40B4-BE49-F238E27FC236}">
                <a16:creationId xmlns:a16="http://schemas.microsoft.com/office/drawing/2014/main" id="{3176F539-A2A6-49E0-AE6E-FEF7E964D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8942" y="40391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1" name="path-4248">
            <a:extLst xmlns:a="http://schemas.openxmlformats.org/drawingml/2006/main">
              <a:ext uri="{FF2B5EF4-FFF2-40B4-BE49-F238E27FC236}">
                <a16:creationId xmlns:a16="http://schemas.microsoft.com/office/drawing/2014/main" id="{75A5044C-891A-4DC5-B985-C8BF1F7FA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9398" y="40547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2" name="path-4249">
            <a:extLst xmlns:a="http://schemas.openxmlformats.org/drawingml/2006/main">
              <a:ext uri="{FF2B5EF4-FFF2-40B4-BE49-F238E27FC236}">
                <a16:creationId xmlns:a16="http://schemas.microsoft.com/office/drawing/2014/main" id="{181C5E0F-EEA2-4A2D-9D1E-A19C21EFE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11447" y="40510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3" name="path-4250">
            <a:extLst xmlns:a="http://schemas.openxmlformats.org/drawingml/2006/main">
              <a:ext uri="{FF2B5EF4-FFF2-40B4-BE49-F238E27FC236}">
                <a16:creationId xmlns:a16="http://schemas.microsoft.com/office/drawing/2014/main" id="{B36EAFCD-2BC0-47CD-8197-A87B324ED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2853" y="40325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4" name="path-4251">
            <a:extLst xmlns:a="http://schemas.openxmlformats.org/drawingml/2006/main">
              <a:ext uri="{FF2B5EF4-FFF2-40B4-BE49-F238E27FC236}">
                <a16:creationId xmlns:a16="http://schemas.microsoft.com/office/drawing/2014/main" id="{45547AB0-0A2A-481C-8F22-4E3C7F07C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852" y="4042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5" name="path-4252">
            <a:extLst xmlns:a="http://schemas.openxmlformats.org/drawingml/2006/main">
              <a:ext uri="{FF2B5EF4-FFF2-40B4-BE49-F238E27FC236}">
                <a16:creationId xmlns:a16="http://schemas.microsoft.com/office/drawing/2014/main" id="{FAE86DD8-6F4B-413D-B5BD-55ADC69DE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508" y="40456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6" name="path-4253">
            <a:extLst xmlns:a="http://schemas.openxmlformats.org/drawingml/2006/main">
              <a:ext uri="{FF2B5EF4-FFF2-40B4-BE49-F238E27FC236}">
                <a16:creationId xmlns:a16="http://schemas.microsoft.com/office/drawing/2014/main" id="{67F3389D-D345-439B-8CEE-402B13864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94639" y="4058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7" name="path-4254">
            <a:extLst xmlns:a="http://schemas.openxmlformats.org/drawingml/2006/main">
              <a:ext uri="{FF2B5EF4-FFF2-40B4-BE49-F238E27FC236}">
                <a16:creationId xmlns:a16="http://schemas.microsoft.com/office/drawing/2014/main" id="{666DF879-9BA5-4551-931B-1579330C3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9123" y="40432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8" name="path-4255">
            <a:extLst xmlns:a="http://schemas.openxmlformats.org/drawingml/2006/main">
              <a:ext uri="{FF2B5EF4-FFF2-40B4-BE49-F238E27FC236}">
                <a16:creationId xmlns:a16="http://schemas.microsoft.com/office/drawing/2014/main" id="{1A919482-46C6-48FA-94F3-A84190DEC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8827" y="40369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9" name="path-4256">
            <a:extLst xmlns:a="http://schemas.openxmlformats.org/drawingml/2006/main">
              <a:ext uri="{FF2B5EF4-FFF2-40B4-BE49-F238E27FC236}">
                <a16:creationId xmlns:a16="http://schemas.microsoft.com/office/drawing/2014/main" id="{5A25BE80-E750-4514-A0ED-C9FD279029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7844" y="40450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0" name="path-4257">
            <a:extLst xmlns:a="http://schemas.openxmlformats.org/drawingml/2006/main">
              <a:ext uri="{FF2B5EF4-FFF2-40B4-BE49-F238E27FC236}">
                <a16:creationId xmlns:a16="http://schemas.microsoft.com/office/drawing/2014/main" id="{6D389E3E-6D94-4263-A61A-2CC3B802E1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4155" y="40772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1" name="path-4258">
            <a:extLst xmlns:a="http://schemas.openxmlformats.org/drawingml/2006/main">
              <a:ext uri="{FF2B5EF4-FFF2-40B4-BE49-F238E27FC236}">
                <a16:creationId xmlns:a16="http://schemas.microsoft.com/office/drawing/2014/main" id="{A7EA04D2-54CF-4E1E-860E-0FE5A43B0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82887" y="4037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2" name="path-4259">
            <a:extLst xmlns:a="http://schemas.openxmlformats.org/drawingml/2006/main">
              <a:ext uri="{FF2B5EF4-FFF2-40B4-BE49-F238E27FC236}">
                <a16:creationId xmlns:a16="http://schemas.microsoft.com/office/drawing/2014/main" id="{21E605A9-92B0-4AC3-954D-8B49550EC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064" y="4046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3" name="path-4260">
            <a:extLst xmlns:a="http://schemas.openxmlformats.org/drawingml/2006/main">
              <a:ext uri="{FF2B5EF4-FFF2-40B4-BE49-F238E27FC236}">
                <a16:creationId xmlns:a16="http://schemas.microsoft.com/office/drawing/2014/main" id="{AD3433A7-2161-42D2-88CC-E67F4B6228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7846" y="40503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4" name="path-4261">
            <a:extLst xmlns:a="http://schemas.openxmlformats.org/drawingml/2006/main">
              <a:ext uri="{FF2B5EF4-FFF2-40B4-BE49-F238E27FC236}">
                <a16:creationId xmlns:a16="http://schemas.microsoft.com/office/drawing/2014/main" id="{6BDD3691-318B-4A2B-B9BD-88A8703B2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876" y="4045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5" name="path-4262">
            <a:extLst xmlns:a="http://schemas.openxmlformats.org/drawingml/2006/main">
              <a:ext uri="{FF2B5EF4-FFF2-40B4-BE49-F238E27FC236}">
                <a16:creationId xmlns:a16="http://schemas.microsoft.com/office/drawing/2014/main" id="{17BC9547-312B-4B24-AEDF-FCDFC6B496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0478" y="40450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6" name="path-4263">
            <a:extLst xmlns:a="http://schemas.openxmlformats.org/drawingml/2006/main">
              <a:ext uri="{FF2B5EF4-FFF2-40B4-BE49-F238E27FC236}">
                <a16:creationId xmlns:a16="http://schemas.microsoft.com/office/drawing/2014/main" id="{A692D471-E384-48A6-81D8-4A5B30F08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5057" y="40582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7" name="path-4264">
            <a:extLst xmlns:a="http://schemas.openxmlformats.org/drawingml/2006/main">
              <a:ext uri="{FF2B5EF4-FFF2-40B4-BE49-F238E27FC236}">
                <a16:creationId xmlns:a16="http://schemas.microsoft.com/office/drawing/2014/main" id="{19F859F4-F9EF-495C-AFA5-9846977ED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4581" y="4023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8" name="path-4265">
            <a:extLst xmlns:a="http://schemas.openxmlformats.org/drawingml/2006/main">
              <a:ext uri="{FF2B5EF4-FFF2-40B4-BE49-F238E27FC236}">
                <a16:creationId xmlns:a16="http://schemas.microsoft.com/office/drawing/2014/main" id="{A954E9E6-F468-461D-8768-BEA366117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8706" y="4055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9" name="path-4266">
            <a:extLst xmlns:a="http://schemas.openxmlformats.org/drawingml/2006/main">
              <a:ext uri="{FF2B5EF4-FFF2-40B4-BE49-F238E27FC236}">
                <a16:creationId xmlns:a16="http://schemas.microsoft.com/office/drawing/2014/main" id="{828BEE31-7D2F-4EDE-929C-A1781C4A6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26421" y="40278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0" name="path-4267">
            <a:extLst xmlns:a="http://schemas.openxmlformats.org/drawingml/2006/main">
              <a:ext uri="{FF2B5EF4-FFF2-40B4-BE49-F238E27FC236}">
                <a16:creationId xmlns:a16="http://schemas.microsoft.com/office/drawing/2014/main" id="{8C8211B7-3FA3-429A-B394-A0FE8830F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554" y="40375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1" name="path-4268">
            <a:extLst xmlns:a="http://schemas.openxmlformats.org/drawingml/2006/main">
              <a:ext uri="{FF2B5EF4-FFF2-40B4-BE49-F238E27FC236}">
                <a16:creationId xmlns:a16="http://schemas.microsoft.com/office/drawing/2014/main" id="{ED77D14F-46FC-4CC3-B8A3-8EDD8B5EC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6409" y="4051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2" name="path-4269">
            <a:extLst xmlns:a="http://schemas.openxmlformats.org/drawingml/2006/main">
              <a:ext uri="{FF2B5EF4-FFF2-40B4-BE49-F238E27FC236}">
                <a16:creationId xmlns:a16="http://schemas.microsoft.com/office/drawing/2014/main" id="{16F01CE3-A7E2-4C23-833C-4579555D2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1528" y="40431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3" name="path-4270">
            <a:extLst xmlns:a="http://schemas.openxmlformats.org/drawingml/2006/main">
              <a:ext uri="{FF2B5EF4-FFF2-40B4-BE49-F238E27FC236}">
                <a16:creationId xmlns:a16="http://schemas.microsoft.com/office/drawing/2014/main" id="{71B26C83-FA32-4624-8049-705F9C85C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88718" y="40271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4" name="path-4271">
            <a:extLst xmlns:a="http://schemas.openxmlformats.org/drawingml/2006/main">
              <a:ext uri="{FF2B5EF4-FFF2-40B4-BE49-F238E27FC236}">
                <a16:creationId xmlns:a16="http://schemas.microsoft.com/office/drawing/2014/main" id="{54FEEBF2-511B-4631-9D60-2F199445E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669" y="40527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5" name="path-4272">
            <a:extLst xmlns:a="http://schemas.openxmlformats.org/drawingml/2006/main">
              <a:ext uri="{FF2B5EF4-FFF2-40B4-BE49-F238E27FC236}">
                <a16:creationId xmlns:a16="http://schemas.microsoft.com/office/drawing/2014/main" id="{2AF1F165-B5CB-4D82-B46E-CDB9CA077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05701" y="40611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6" name="path-4273">
            <a:extLst xmlns:a="http://schemas.openxmlformats.org/drawingml/2006/main">
              <a:ext uri="{FF2B5EF4-FFF2-40B4-BE49-F238E27FC236}">
                <a16:creationId xmlns:a16="http://schemas.microsoft.com/office/drawing/2014/main" id="{EE1F8A17-B7AD-4EC7-B2EF-BA5F5F2D0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7122" y="40455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7" name="path-4274">
            <a:extLst xmlns:a="http://schemas.openxmlformats.org/drawingml/2006/main">
              <a:ext uri="{FF2B5EF4-FFF2-40B4-BE49-F238E27FC236}">
                <a16:creationId xmlns:a16="http://schemas.microsoft.com/office/drawing/2014/main" id="{B5BF8FA0-31B4-497C-B1FC-6CA33E799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3009" y="40522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8" name="path-4275">
            <a:extLst xmlns:a="http://schemas.openxmlformats.org/drawingml/2006/main">
              <a:ext uri="{FF2B5EF4-FFF2-40B4-BE49-F238E27FC236}">
                <a16:creationId xmlns:a16="http://schemas.microsoft.com/office/drawing/2014/main" id="{4512D599-3659-40C5-8A87-A14720B38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144" y="40498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9" name="path-4276">
            <a:extLst xmlns:a="http://schemas.openxmlformats.org/drawingml/2006/main">
              <a:ext uri="{FF2B5EF4-FFF2-40B4-BE49-F238E27FC236}">
                <a16:creationId xmlns:a16="http://schemas.microsoft.com/office/drawing/2014/main" id="{1E554EC3-4F46-46CB-A1EF-661DEDE6D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2701" y="3980749"/>
            <a:ext cx="217870" cy="217870"/>
          </a:xfrm>
          <a:custGeom xmlns:a="http://schemas.openxmlformats.org/drawingml/2006/main">
            <a:pathLst>
              <a:path w="186211" h="186211">
                <a:moveTo>
                  <a:pt x="0" y="186211"/>
                </a:moveTo>
                <a:lnTo>
                  <a:pt x="186211" y="186211"/>
                </a:lnTo>
                <a:lnTo>
                  <a:pt x="186211" y="0"/>
                </a:lnTo>
                <a:lnTo>
                  <a:pt x="0" y="0"/>
                </a:lnTo>
                <a:lnTo>
                  <a:pt x="0" y="186211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0" name="path-4277">
            <a:extLst xmlns:a="http://schemas.openxmlformats.org/drawingml/2006/main">
              <a:ext uri="{FF2B5EF4-FFF2-40B4-BE49-F238E27FC236}">
                <a16:creationId xmlns:a16="http://schemas.microsoft.com/office/drawing/2014/main" id="{8AD7425F-4567-4AB8-95B7-FDDF3ECBBE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78334" y="3966383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1" name="path-4278">
            <a:extLst xmlns:a="http://schemas.openxmlformats.org/drawingml/2006/main">
              <a:ext uri="{FF2B5EF4-FFF2-40B4-BE49-F238E27FC236}">
                <a16:creationId xmlns:a16="http://schemas.microsoft.com/office/drawing/2014/main" id="{536410BC-F44B-4BD5-AAFC-0A31C7E14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833" y="3980749"/>
            <a:ext cx="217870" cy="217870"/>
          </a:xfrm>
          <a:custGeom xmlns:a="http://schemas.openxmlformats.org/drawingml/2006/main">
            <a:pathLst>
              <a:path w="186211" h="186211">
                <a:moveTo>
                  <a:pt x="0" y="186211"/>
                </a:moveTo>
                <a:lnTo>
                  <a:pt x="186211" y="186211"/>
                </a:lnTo>
                <a:lnTo>
                  <a:pt x="186211" y="0"/>
                </a:lnTo>
                <a:lnTo>
                  <a:pt x="0" y="0"/>
                </a:lnTo>
                <a:lnTo>
                  <a:pt x="0" y="186211"/>
                </a:lnTo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2" name="path-4279">
            <a:extLst xmlns:a="http://schemas.openxmlformats.org/drawingml/2006/main">
              <a:ext uri="{FF2B5EF4-FFF2-40B4-BE49-F238E27FC236}">
                <a16:creationId xmlns:a16="http://schemas.microsoft.com/office/drawing/2014/main" id="{52B80D0E-123A-4342-AD19-3E427E912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7467" y="3966383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3" name="path-4280">
            <a:extLst xmlns:a="http://schemas.openxmlformats.org/drawingml/2006/main">
              <a:ext uri="{FF2B5EF4-FFF2-40B4-BE49-F238E27FC236}">
                <a16:creationId xmlns:a16="http://schemas.microsoft.com/office/drawing/2014/main" id="{8D21C54C-E242-4A3F-97AD-39397D0F2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3135" y="3980749"/>
            <a:ext cx="217870" cy="217870"/>
          </a:xfrm>
          <a:custGeom xmlns:a="http://schemas.openxmlformats.org/drawingml/2006/main">
            <a:pathLst>
              <a:path w="186211" h="186211">
                <a:moveTo>
                  <a:pt x="93105" y="0"/>
                </a:moveTo>
                <a:lnTo>
                  <a:pt x="0" y="186211"/>
                </a:lnTo>
                <a:lnTo>
                  <a:pt x="186211" y="186211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4" name="path-4281">
            <a:extLst xmlns:a="http://schemas.openxmlformats.org/drawingml/2006/main">
              <a:ext uri="{FF2B5EF4-FFF2-40B4-BE49-F238E27FC236}">
                <a16:creationId xmlns:a16="http://schemas.microsoft.com/office/drawing/2014/main" id="{E21A794A-59D9-4426-A7A4-94F497308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79890" y="3948626"/>
            <a:ext cx="264360" cy="264360"/>
          </a:xfrm>
          <a:custGeom xmlns:a="http://schemas.openxmlformats.org/drawingml/2006/main">
            <a:pathLst>
              <a:path w="225946" h="225945">
                <a:moveTo>
                  <a:pt x="112973" y="27455"/>
                </a:moveTo>
                <a:lnTo>
                  <a:pt x="123955" y="21964"/>
                </a:lnTo>
                <a:lnTo>
                  <a:pt x="112973" y="0"/>
                </a:lnTo>
                <a:lnTo>
                  <a:pt x="101991" y="21964"/>
                </a:lnTo>
                <a:lnTo>
                  <a:pt x="112973" y="27455"/>
                </a:lnTo>
                <a:moveTo>
                  <a:pt x="19867" y="213666"/>
                </a:moveTo>
                <a:lnTo>
                  <a:pt x="8885" y="208175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6"/>
                </a:lnTo>
                <a:moveTo>
                  <a:pt x="206078" y="213666"/>
                </a:moveTo>
                <a:lnTo>
                  <a:pt x="206078" y="225945"/>
                </a:lnTo>
                <a:lnTo>
                  <a:pt x="225946" y="225945"/>
                </a:lnTo>
                <a:lnTo>
                  <a:pt x="217060" y="208175"/>
                </a:lnTo>
                <a:lnTo>
                  <a:pt x="206078" y="213666"/>
                </a:lnTo>
                <a:moveTo>
                  <a:pt x="112973" y="27455"/>
                </a:moveTo>
                <a:lnTo>
                  <a:pt x="101991" y="21964"/>
                </a:lnTo>
                <a:lnTo>
                  <a:pt x="8885" y="208175"/>
                </a:lnTo>
                <a:lnTo>
                  <a:pt x="19867" y="213666"/>
                </a:lnTo>
                <a:lnTo>
                  <a:pt x="30849" y="219158"/>
                </a:lnTo>
                <a:lnTo>
                  <a:pt x="123955" y="32947"/>
                </a:lnTo>
                <a:lnTo>
                  <a:pt x="112973" y="27455"/>
                </a:lnTo>
                <a:moveTo>
                  <a:pt x="19867" y="213666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6"/>
                </a:lnTo>
                <a:lnTo>
                  <a:pt x="206078" y="201388"/>
                </a:lnTo>
                <a:lnTo>
                  <a:pt x="19867" y="201388"/>
                </a:lnTo>
                <a:lnTo>
                  <a:pt x="19867" y="213666"/>
                </a:lnTo>
                <a:moveTo>
                  <a:pt x="206078" y="213666"/>
                </a:moveTo>
                <a:lnTo>
                  <a:pt x="217060" y="208175"/>
                </a:lnTo>
                <a:lnTo>
                  <a:pt x="123955" y="21964"/>
                </a:lnTo>
                <a:lnTo>
                  <a:pt x="112973" y="27455"/>
                </a:lnTo>
                <a:lnTo>
                  <a:pt x="101991" y="32947"/>
                </a:lnTo>
                <a:lnTo>
                  <a:pt x="195096" y="219158"/>
                </a:lnTo>
                <a:lnTo>
                  <a:pt x="206078" y="21366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5" name="path-4282">
            <a:extLst xmlns:a="http://schemas.openxmlformats.org/drawingml/2006/main">
              <a:ext uri="{FF2B5EF4-FFF2-40B4-BE49-F238E27FC236}">
                <a16:creationId xmlns:a16="http://schemas.microsoft.com/office/drawing/2014/main" id="{19B3A5C6-6B95-4EF8-87C2-FB9E19F0B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24003" y="3980749"/>
            <a:ext cx="217870" cy="217870"/>
          </a:xfrm>
          <a:custGeom xmlns:a="http://schemas.openxmlformats.org/drawingml/2006/main">
            <a:pathLst>
              <a:path w="186211" h="186211">
                <a:moveTo>
                  <a:pt x="93105" y="0"/>
                </a:moveTo>
                <a:lnTo>
                  <a:pt x="0" y="186211"/>
                </a:lnTo>
                <a:lnTo>
                  <a:pt x="186211" y="186211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6" name="path-4283">
            <a:extLst xmlns:a="http://schemas.openxmlformats.org/drawingml/2006/main">
              <a:ext uri="{FF2B5EF4-FFF2-40B4-BE49-F238E27FC236}">
                <a16:creationId xmlns:a16="http://schemas.microsoft.com/office/drawing/2014/main" id="{450784E0-5F05-4472-BB0B-F4FC5B1DD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0758" y="3948626"/>
            <a:ext cx="264360" cy="264360"/>
          </a:xfrm>
          <a:custGeom xmlns:a="http://schemas.openxmlformats.org/drawingml/2006/main">
            <a:pathLst>
              <a:path w="225946" h="225945">
                <a:moveTo>
                  <a:pt x="112973" y="27455"/>
                </a:moveTo>
                <a:lnTo>
                  <a:pt x="123955" y="21964"/>
                </a:lnTo>
                <a:lnTo>
                  <a:pt x="112973" y="0"/>
                </a:lnTo>
                <a:lnTo>
                  <a:pt x="101991" y="21964"/>
                </a:lnTo>
                <a:lnTo>
                  <a:pt x="112973" y="27455"/>
                </a:lnTo>
                <a:moveTo>
                  <a:pt x="19867" y="213666"/>
                </a:moveTo>
                <a:lnTo>
                  <a:pt x="8885" y="208175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6"/>
                </a:lnTo>
                <a:moveTo>
                  <a:pt x="206078" y="213666"/>
                </a:moveTo>
                <a:lnTo>
                  <a:pt x="206078" y="225945"/>
                </a:lnTo>
                <a:lnTo>
                  <a:pt x="225946" y="225945"/>
                </a:lnTo>
                <a:lnTo>
                  <a:pt x="217060" y="208175"/>
                </a:lnTo>
                <a:lnTo>
                  <a:pt x="206078" y="213666"/>
                </a:lnTo>
                <a:moveTo>
                  <a:pt x="112973" y="27455"/>
                </a:moveTo>
                <a:lnTo>
                  <a:pt x="101991" y="21964"/>
                </a:lnTo>
                <a:lnTo>
                  <a:pt x="8885" y="208175"/>
                </a:lnTo>
                <a:lnTo>
                  <a:pt x="19867" y="213666"/>
                </a:lnTo>
                <a:lnTo>
                  <a:pt x="30849" y="219158"/>
                </a:lnTo>
                <a:lnTo>
                  <a:pt x="123955" y="32947"/>
                </a:lnTo>
                <a:lnTo>
                  <a:pt x="112973" y="27455"/>
                </a:lnTo>
                <a:moveTo>
                  <a:pt x="19867" y="213666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6"/>
                </a:lnTo>
                <a:lnTo>
                  <a:pt x="206078" y="201388"/>
                </a:lnTo>
                <a:lnTo>
                  <a:pt x="19867" y="201388"/>
                </a:lnTo>
                <a:lnTo>
                  <a:pt x="19867" y="213666"/>
                </a:lnTo>
                <a:moveTo>
                  <a:pt x="206078" y="213666"/>
                </a:moveTo>
                <a:lnTo>
                  <a:pt x="217060" y="208175"/>
                </a:lnTo>
                <a:lnTo>
                  <a:pt x="123955" y="21964"/>
                </a:lnTo>
                <a:lnTo>
                  <a:pt x="112973" y="27455"/>
                </a:lnTo>
                <a:lnTo>
                  <a:pt x="101991" y="32947"/>
                </a:lnTo>
                <a:lnTo>
                  <a:pt x="195096" y="219158"/>
                </a:lnTo>
                <a:lnTo>
                  <a:pt x="206078" y="21366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7" name="path-4284">
            <a:extLst xmlns:a="http://schemas.openxmlformats.org/drawingml/2006/main">
              <a:ext uri="{FF2B5EF4-FFF2-40B4-BE49-F238E27FC236}">
                <a16:creationId xmlns:a16="http://schemas.microsoft.com/office/drawing/2014/main" id="{3986ED81-D47E-4E97-9C63-A4C233ADE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4315947"/>
            <a:ext cx="106398" cy="118519"/>
          </a:xfrm>
          <a:custGeom xmlns:a="http://schemas.openxmlformats.org/drawingml/2006/main">
            <a:pathLst>
              <a:path w="90937" h="101297">
                <a:moveTo>
                  <a:pt x="90937" y="92088"/>
                </a:moveTo>
                <a:lnTo>
                  <a:pt x="90937" y="82879"/>
                </a:lnTo>
                <a:lnTo>
                  <a:pt x="36836" y="82879"/>
                </a:lnTo>
                <a:lnTo>
                  <a:pt x="27540" y="80365"/>
                </a:lnTo>
                <a:lnTo>
                  <a:pt x="20932" y="73757"/>
                </a:lnTo>
                <a:lnTo>
                  <a:pt x="18417" y="64462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64462"/>
                </a:lnTo>
                <a:lnTo>
                  <a:pt x="2895" y="78800"/>
                </a:lnTo>
                <a:lnTo>
                  <a:pt x="10788" y="90508"/>
                </a:lnTo>
                <a:lnTo>
                  <a:pt x="22496" y="98402"/>
                </a:lnTo>
                <a:lnTo>
                  <a:pt x="36834" y="101297"/>
                </a:lnTo>
                <a:lnTo>
                  <a:pt x="90937" y="101297"/>
                </a:lnTo>
                <a:lnTo>
                  <a:pt x="90937" y="9208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8" name="path-4285">
            <a:extLst xmlns:a="http://schemas.openxmlformats.org/drawingml/2006/main">
              <a:ext uri="{FF2B5EF4-FFF2-40B4-BE49-F238E27FC236}">
                <a16:creationId xmlns:a16="http://schemas.microsoft.com/office/drawing/2014/main" id="{AF7F0B8D-2704-49D3-B865-08C8DC1EE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4014261"/>
            <a:ext cx="21548" cy="150843"/>
          </a:xfrm>
          <a:custGeom xmlns:a="http://schemas.openxmlformats.org/drawingml/2006/main">
            <a:pathLst>
              <a:path w="18417" h="128923">
                <a:moveTo>
                  <a:pt x="9209" y="128923"/>
                </a:moveTo>
                <a:lnTo>
                  <a:pt x="18417" y="128923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9" name="path-4286">
            <a:extLst xmlns:a="http://schemas.openxmlformats.org/drawingml/2006/main">
              <a:ext uri="{FF2B5EF4-FFF2-40B4-BE49-F238E27FC236}">
                <a16:creationId xmlns:a16="http://schemas.microsoft.com/office/drawing/2014/main" id="{9C440F5B-F4D4-4EB9-B0DF-24F5317CE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3744900"/>
            <a:ext cx="106398" cy="118519"/>
          </a:xfrm>
          <a:custGeom xmlns:a="http://schemas.openxmlformats.org/drawingml/2006/main">
            <a:pathLst>
              <a:path w="90937" h="101297">
                <a:moveTo>
                  <a:pt x="9209" y="101297"/>
                </a:moveTo>
                <a:lnTo>
                  <a:pt x="18417" y="101297"/>
                </a:lnTo>
                <a:lnTo>
                  <a:pt x="18417" y="36836"/>
                </a:lnTo>
                <a:lnTo>
                  <a:pt x="20932" y="27540"/>
                </a:lnTo>
                <a:lnTo>
                  <a:pt x="27540" y="20932"/>
                </a:lnTo>
                <a:lnTo>
                  <a:pt x="36836" y="18418"/>
                </a:lnTo>
                <a:lnTo>
                  <a:pt x="90937" y="18418"/>
                </a:lnTo>
                <a:lnTo>
                  <a:pt x="90937" y="9209"/>
                </a:lnTo>
                <a:lnTo>
                  <a:pt x="90937" y="0"/>
                </a:lnTo>
                <a:lnTo>
                  <a:pt x="36834" y="0"/>
                </a:lnTo>
                <a:lnTo>
                  <a:pt x="22496" y="2895"/>
                </a:lnTo>
                <a:lnTo>
                  <a:pt x="10788" y="10789"/>
                </a:lnTo>
                <a:lnTo>
                  <a:pt x="2895" y="22498"/>
                </a:lnTo>
                <a:lnTo>
                  <a:pt x="0" y="36836"/>
                </a:lnTo>
                <a:lnTo>
                  <a:pt x="0" y="101297"/>
                </a:lnTo>
                <a:lnTo>
                  <a:pt x="9209" y="101297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0" name="path-4287">
            <a:extLst xmlns:a="http://schemas.openxmlformats.org/drawingml/2006/main">
              <a:ext uri="{FF2B5EF4-FFF2-40B4-BE49-F238E27FC236}">
                <a16:creationId xmlns:a16="http://schemas.microsoft.com/office/drawing/2014/main" id="{7804CCB7-CC3C-4186-8C0C-2B9149517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21153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1" name="path-4288">
            <a:extLst xmlns:a="http://schemas.openxmlformats.org/drawingml/2006/main">
              <a:ext uri="{FF2B5EF4-FFF2-40B4-BE49-F238E27FC236}">
                <a16:creationId xmlns:a16="http://schemas.microsoft.com/office/drawing/2014/main" id="{BD003DE0-BF7D-4AB8-9D1B-4A4DDF676E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4354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2" name="path-4289">
            <a:extLst xmlns:a="http://schemas.openxmlformats.org/drawingml/2006/main">
              <a:ext uri="{FF2B5EF4-FFF2-40B4-BE49-F238E27FC236}">
                <a16:creationId xmlns:a16="http://schemas.microsoft.com/office/drawing/2014/main" id="{F237EA20-D6CF-4106-B359-26945A33C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7554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3" name="path-4290">
            <a:extLst xmlns:a="http://schemas.openxmlformats.org/drawingml/2006/main">
              <a:ext uri="{FF2B5EF4-FFF2-40B4-BE49-F238E27FC236}">
                <a16:creationId xmlns:a16="http://schemas.microsoft.com/office/drawing/2014/main" id="{2A935DD0-F866-449F-A7F0-B38643244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80754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4" name="path-4291">
            <a:extLst xmlns:a="http://schemas.openxmlformats.org/drawingml/2006/main">
              <a:ext uri="{FF2B5EF4-FFF2-40B4-BE49-F238E27FC236}">
                <a16:creationId xmlns:a16="http://schemas.microsoft.com/office/drawing/2014/main" id="{E9C58C08-1112-478B-B58B-E3CC1E7F8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33954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5" name="path-4292">
            <a:extLst xmlns:a="http://schemas.openxmlformats.org/drawingml/2006/main">
              <a:ext uri="{FF2B5EF4-FFF2-40B4-BE49-F238E27FC236}">
                <a16:creationId xmlns:a16="http://schemas.microsoft.com/office/drawing/2014/main" id="{E14D63BA-35E7-47CF-B58E-8F0B63232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7153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6" name="path-4293">
            <a:extLst xmlns:a="http://schemas.openxmlformats.org/drawingml/2006/main">
              <a:ext uri="{FF2B5EF4-FFF2-40B4-BE49-F238E27FC236}">
                <a16:creationId xmlns:a16="http://schemas.microsoft.com/office/drawing/2014/main" id="{4ECBBDB6-DB36-4038-8FAA-BDFF498B4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0354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18418"/>
                </a:move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7" name="path-4294">
            <a:extLst xmlns:a="http://schemas.openxmlformats.org/drawingml/2006/main">
              <a:ext uri="{FF2B5EF4-FFF2-40B4-BE49-F238E27FC236}">
                <a16:creationId xmlns:a16="http://schemas.microsoft.com/office/drawing/2014/main" id="{0BFBF394-F51E-4E97-A442-959813A47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93553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8" name="path-4295">
            <a:extLst xmlns:a="http://schemas.openxmlformats.org/drawingml/2006/main">
              <a:ext uri="{FF2B5EF4-FFF2-40B4-BE49-F238E27FC236}">
                <a16:creationId xmlns:a16="http://schemas.microsoft.com/office/drawing/2014/main" id="{03B28FAB-B2DC-42AE-9B55-B38F50428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46753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9" name="path-4296">
            <a:extLst xmlns:a="http://schemas.openxmlformats.org/drawingml/2006/main">
              <a:ext uri="{FF2B5EF4-FFF2-40B4-BE49-F238E27FC236}">
                <a16:creationId xmlns:a16="http://schemas.microsoft.com/office/drawing/2014/main" id="{B6AE54D7-4D53-43E2-862B-B2523AAAB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9954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0" name="path-4297">
            <a:extLst xmlns:a="http://schemas.openxmlformats.org/drawingml/2006/main">
              <a:ext uri="{FF2B5EF4-FFF2-40B4-BE49-F238E27FC236}">
                <a16:creationId xmlns:a16="http://schemas.microsoft.com/office/drawing/2014/main" id="{40616555-E21E-42AE-86B0-9A26347F8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53153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18418"/>
                </a:move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1" name="path-4298">
            <a:extLst xmlns:a="http://schemas.openxmlformats.org/drawingml/2006/main">
              <a:ext uri="{FF2B5EF4-FFF2-40B4-BE49-F238E27FC236}">
                <a16:creationId xmlns:a16="http://schemas.microsoft.com/office/drawing/2014/main" id="{9C22439C-0BB4-446E-989B-739309CA4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06354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18418"/>
                </a:move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2" name="path-4299">
            <a:extLst xmlns:a="http://schemas.openxmlformats.org/drawingml/2006/main">
              <a:ext uri="{FF2B5EF4-FFF2-40B4-BE49-F238E27FC236}">
                <a16:creationId xmlns:a16="http://schemas.microsoft.com/office/drawing/2014/main" id="{8A026F4E-F4CB-4E4C-B76E-368FA55F11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59553" y="3744900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3" name="path-4300">
            <a:extLst xmlns:a="http://schemas.openxmlformats.org/drawingml/2006/main">
              <a:ext uri="{FF2B5EF4-FFF2-40B4-BE49-F238E27FC236}">
                <a16:creationId xmlns:a16="http://schemas.microsoft.com/office/drawing/2014/main" id="{A6E3A99D-E560-496F-AAF1-F412489EA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2754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4" name="path-4301">
            <a:extLst xmlns:a="http://schemas.openxmlformats.org/drawingml/2006/main">
              <a:ext uri="{FF2B5EF4-FFF2-40B4-BE49-F238E27FC236}">
                <a16:creationId xmlns:a16="http://schemas.microsoft.com/office/drawing/2014/main" id="{97FF9618-F83D-4EA3-8D09-3A0ACD191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65954" y="3744900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5" name="path-4302">
            <a:extLst xmlns:a="http://schemas.openxmlformats.org/drawingml/2006/main">
              <a:ext uri="{FF2B5EF4-FFF2-40B4-BE49-F238E27FC236}">
                <a16:creationId xmlns:a16="http://schemas.microsoft.com/office/drawing/2014/main" id="{D5E6260D-3177-4654-B133-E7EFC7FFA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19153" y="3744900"/>
            <a:ext cx="106398" cy="118519"/>
          </a:xfrm>
          <a:custGeom xmlns:a="http://schemas.openxmlformats.org/drawingml/2006/main">
            <a:pathLst>
              <a:path w="90937" h="101297">
                <a:moveTo>
                  <a:pt x="0" y="9209"/>
                </a:moveTo>
                <a:lnTo>
                  <a:pt x="0" y="18418"/>
                </a:lnTo>
                <a:lnTo>
                  <a:pt x="54102" y="18418"/>
                </a:lnTo>
                <a:lnTo>
                  <a:pt x="63398" y="20932"/>
                </a:lnTo>
                <a:lnTo>
                  <a:pt x="70005" y="27540"/>
                </a:lnTo>
                <a:lnTo>
                  <a:pt x="72519" y="36836"/>
                </a:lnTo>
                <a:lnTo>
                  <a:pt x="72519" y="101297"/>
                </a:lnTo>
                <a:lnTo>
                  <a:pt x="81728" y="101297"/>
                </a:lnTo>
                <a:lnTo>
                  <a:pt x="90937" y="101297"/>
                </a:lnTo>
                <a:lnTo>
                  <a:pt x="90937" y="36836"/>
                </a:lnTo>
                <a:lnTo>
                  <a:pt x="88043" y="22498"/>
                </a:lnTo>
                <a:lnTo>
                  <a:pt x="80148" y="10789"/>
                </a:lnTo>
                <a:lnTo>
                  <a:pt x="68439" y="2895"/>
                </a:lnTo>
                <a:lnTo>
                  <a:pt x="54101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6" name="path-4303">
            <a:extLst xmlns:a="http://schemas.openxmlformats.org/drawingml/2006/main">
              <a:ext uri="{FF2B5EF4-FFF2-40B4-BE49-F238E27FC236}">
                <a16:creationId xmlns:a16="http://schemas.microsoft.com/office/drawing/2014/main" id="{A46FB929-0EFE-4DCB-8570-39084BAC9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04002" y="4014261"/>
            <a:ext cx="21550" cy="150843"/>
          </a:xfrm>
          <a:custGeom xmlns:a="http://schemas.openxmlformats.org/drawingml/2006/main">
            <a:pathLst>
              <a:path w="18418" h="128923">
                <a:moveTo>
                  <a:pt x="18418" y="128923"/>
                </a:move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lnTo>
                  <a:pt x="18418" y="128923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7" name="path-4304">
            <a:extLst xmlns:a="http://schemas.openxmlformats.org/drawingml/2006/main">
              <a:ext uri="{FF2B5EF4-FFF2-40B4-BE49-F238E27FC236}">
                <a16:creationId xmlns:a16="http://schemas.microsoft.com/office/drawing/2014/main" id="{66D412DD-3836-49D0-9807-0357804CE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19153" y="4315947"/>
            <a:ext cx="106398" cy="118519"/>
          </a:xfrm>
          <a:custGeom xmlns:a="http://schemas.openxmlformats.org/drawingml/2006/main">
            <a:pathLst>
              <a:path w="90937" h="101297">
                <a:moveTo>
                  <a:pt x="81728" y="0"/>
                </a:moveTo>
                <a:lnTo>
                  <a:pt x="72519" y="0"/>
                </a:lnTo>
                <a:lnTo>
                  <a:pt x="72519" y="64462"/>
                </a:lnTo>
                <a:lnTo>
                  <a:pt x="70005" y="73757"/>
                </a:lnTo>
                <a:lnTo>
                  <a:pt x="63398" y="80365"/>
                </a:lnTo>
                <a:lnTo>
                  <a:pt x="54102" y="82879"/>
                </a:lnTo>
                <a:lnTo>
                  <a:pt x="0" y="82879"/>
                </a:lnTo>
                <a:lnTo>
                  <a:pt x="0" y="92088"/>
                </a:lnTo>
                <a:lnTo>
                  <a:pt x="0" y="101297"/>
                </a:lnTo>
                <a:lnTo>
                  <a:pt x="54101" y="101297"/>
                </a:lnTo>
                <a:lnTo>
                  <a:pt x="68439" y="98402"/>
                </a:lnTo>
                <a:lnTo>
                  <a:pt x="80148" y="90508"/>
                </a:lnTo>
                <a:lnTo>
                  <a:pt x="88043" y="78800"/>
                </a:lnTo>
                <a:lnTo>
                  <a:pt x="90937" y="64462"/>
                </a:lnTo>
                <a:lnTo>
                  <a:pt x="90937" y="0"/>
                </a:lnTo>
                <a:lnTo>
                  <a:pt x="81728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8" name="path-4305">
            <a:extLst xmlns:a="http://schemas.openxmlformats.org/drawingml/2006/main">
              <a:ext uri="{FF2B5EF4-FFF2-40B4-BE49-F238E27FC236}">
                <a16:creationId xmlns:a16="http://schemas.microsoft.com/office/drawing/2014/main" id="{3D2351EC-CC0A-4D39-8B73-7DEBE1590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65954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9" name="path-4306">
            <a:extLst xmlns:a="http://schemas.openxmlformats.org/drawingml/2006/main">
              <a:ext uri="{FF2B5EF4-FFF2-40B4-BE49-F238E27FC236}">
                <a16:creationId xmlns:a16="http://schemas.microsoft.com/office/drawing/2014/main" id="{B1A36028-08D1-464A-9B7E-F147CCAD8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2754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0" name="path-4307">
            <a:extLst xmlns:a="http://schemas.openxmlformats.org/drawingml/2006/main">
              <a:ext uri="{FF2B5EF4-FFF2-40B4-BE49-F238E27FC236}">
                <a16:creationId xmlns:a16="http://schemas.microsoft.com/office/drawing/2014/main" id="{A3FB08F3-F86F-4B30-8878-87AE49D59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59553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1" name="path-4308">
            <a:extLst xmlns:a="http://schemas.openxmlformats.org/drawingml/2006/main">
              <a:ext uri="{FF2B5EF4-FFF2-40B4-BE49-F238E27FC236}">
                <a16:creationId xmlns:a16="http://schemas.microsoft.com/office/drawing/2014/main" id="{24C6392A-ED37-4C4D-8D55-0924DCD62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06354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2" name="path-4309">
            <a:extLst xmlns:a="http://schemas.openxmlformats.org/drawingml/2006/main">
              <a:ext uri="{FF2B5EF4-FFF2-40B4-BE49-F238E27FC236}">
                <a16:creationId xmlns:a16="http://schemas.microsoft.com/office/drawing/2014/main" id="{513C4D54-8AB5-4759-A7A9-8D1E9838B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53153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3" name="path-4310">
            <a:extLst xmlns:a="http://schemas.openxmlformats.org/drawingml/2006/main">
              <a:ext uri="{FF2B5EF4-FFF2-40B4-BE49-F238E27FC236}">
                <a16:creationId xmlns:a16="http://schemas.microsoft.com/office/drawing/2014/main" id="{5E6F7445-E88F-48B2-95E9-75A9EFA22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9954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4" name="path-4311">
            <a:extLst xmlns:a="http://schemas.openxmlformats.org/drawingml/2006/main">
              <a:ext uri="{FF2B5EF4-FFF2-40B4-BE49-F238E27FC236}">
                <a16:creationId xmlns:a16="http://schemas.microsoft.com/office/drawing/2014/main" id="{9D453035-DF4E-4EDC-8713-FA5FE78B7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46753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18418"/>
                </a:move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5" name="path-4312">
            <a:extLst xmlns:a="http://schemas.openxmlformats.org/drawingml/2006/main">
              <a:ext uri="{FF2B5EF4-FFF2-40B4-BE49-F238E27FC236}">
                <a16:creationId xmlns:a16="http://schemas.microsoft.com/office/drawing/2014/main" id="{076F79B2-ACF6-4FC1-A82E-C53BCB7113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93553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6" name="path-4313">
            <a:extLst xmlns:a="http://schemas.openxmlformats.org/drawingml/2006/main">
              <a:ext uri="{FF2B5EF4-FFF2-40B4-BE49-F238E27FC236}">
                <a16:creationId xmlns:a16="http://schemas.microsoft.com/office/drawing/2014/main" id="{8FBF8B28-B0B8-4108-9356-202B576BD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0354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0"/>
                </a:move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7" name="path-4314">
            <a:extLst xmlns:a="http://schemas.openxmlformats.org/drawingml/2006/main">
              <a:ext uri="{FF2B5EF4-FFF2-40B4-BE49-F238E27FC236}">
                <a16:creationId xmlns:a16="http://schemas.microsoft.com/office/drawing/2014/main" id="{1B2F1ABB-5CA7-4468-986B-BAEEAB4F4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7153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8" name="path-4315">
            <a:extLst xmlns:a="http://schemas.openxmlformats.org/drawingml/2006/main">
              <a:ext uri="{FF2B5EF4-FFF2-40B4-BE49-F238E27FC236}">
                <a16:creationId xmlns:a16="http://schemas.microsoft.com/office/drawing/2014/main" id="{D8DE6A41-A22F-4528-B44B-F0950CDC8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33954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9" name="path-4316">
            <a:extLst xmlns:a="http://schemas.openxmlformats.org/drawingml/2006/main">
              <a:ext uri="{FF2B5EF4-FFF2-40B4-BE49-F238E27FC236}">
                <a16:creationId xmlns:a16="http://schemas.microsoft.com/office/drawing/2014/main" id="{74895063-E5BF-4736-8032-0B970A98F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80754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0" name="path-4317">
            <a:extLst xmlns:a="http://schemas.openxmlformats.org/drawingml/2006/main">
              <a:ext uri="{FF2B5EF4-FFF2-40B4-BE49-F238E27FC236}">
                <a16:creationId xmlns:a16="http://schemas.microsoft.com/office/drawing/2014/main" id="{FEDC7A0D-B753-4E5E-9F3F-AAA19131D0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7554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1" name="path-4318">
            <a:extLst xmlns:a="http://schemas.openxmlformats.org/drawingml/2006/main">
              <a:ext uri="{FF2B5EF4-FFF2-40B4-BE49-F238E27FC236}">
                <a16:creationId xmlns:a16="http://schemas.microsoft.com/office/drawing/2014/main" id="{07CBB1EB-D975-4EEE-B645-BF166DDD3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4354" y="4412917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2" name="path-4319">
            <a:extLst xmlns:a="http://schemas.openxmlformats.org/drawingml/2006/main">
              <a:ext uri="{FF2B5EF4-FFF2-40B4-BE49-F238E27FC236}">
                <a16:creationId xmlns:a16="http://schemas.microsoft.com/office/drawing/2014/main" id="{AA850BAB-9D3C-4157-ACAE-D2A89D3CE1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21153" y="4412917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3" name="path-4320">
            <a:extLst xmlns:a="http://schemas.openxmlformats.org/drawingml/2006/main">
              <a:ext uri="{FF2B5EF4-FFF2-40B4-BE49-F238E27FC236}">
                <a16:creationId xmlns:a16="http://schemas.microsoft.com/office/drawing/2014/main" id="{BE13A9A0-5958-4DCC-974B-9CEF47358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2467" y="1301947"/>
            <a:ext cx="2934779" cy="364848"/>
          </a:xfrm>
          <a:custGeom xmlns:a="http://schemas.openxmlformats.org/drawingml/2006/main">
            <a:pathLst>
              <a:path w="2508319" h="311831">
                <a:moveTo>
                  <a:pt x="109695" y="130542"/>
                </a:moveTo>
                <a:lnTo>
                  <a:pt x="90901" y="195130"/>
                </a:lnTo>
                <a:cubicBezTo>
                  <a:pt x="88281" y="204243"/>
                  <a:pt x="86970" y="210678"/>
                  <a:pt x="86970" y="214438"/>
                </a:cubicBezTo>
                <a:cubicBezTo>
                  <a:pt x="86970" y="219677"/>
                  <a:pt x="88680" y="223664"/>
                  <a:pt x="92097" y="226398"/>
                </a:cubicBezTo>
                <a:cubicBezTo>
                  <a:pt x="95514" y="229018"/>
                  <a:pt x="103260" y="230442"/>
                  <a:pt x="115335" y="230670"/>
                </a:cubicBezTo>
                <a:lnTo>
                  <a:pt x="113114" y="236992"/>
                </a:lnTo>
                <a:lnTo>
                  <a:pt x="0" y="236992"/>
                </a:lnTo>
                <a:lnTo>
                  <a:pt x="1879" y="230670"/>
                </a:lnTo>
                <a:cubicBezTo>
                  <a:pt x="11447" y="230556"/>
                  <a:pt x="18226" y="229645"/>
                  <a:pt x="22212" y="227936"/>
                </a:cubicBezTo>
                <a:cubicBezTo>
                  <a:pt x="26199" y="226114"/>
                  <a:pt x="29502" y="223209"/>
                  <a:pt x="32122" y="219222"/>
                </a:cubicBezTo>
                <a:cubicBezTo>
                  <a:pt x="34058" y="216602"/>
                  <a:pt x="36963" y="208571"/>
                  <a:pt x="40837" y="195130"/>
                </a:cubicBezTo>
                <a:lnTo>
                  <a:pt x="83724" y="48013"/>
                </a:lnTo>
                <a:cubicBezTo>
                  <a:pt x="86685" y="38217"/>
                  <a:pt x="88166" y="31212"/>
                  <a:pt x="88166" y="26997"/>
                </a:cubicBezTo>
                <a:cubicBezTo>
                  <a:pt x="88166" y="22782"/>
                  <a:pt x="86287" y="19251"/>
                  <a:pt x="82528" y="16403"/>
                </a:cubicBezTo>
                <a:cubicBezTo>
                  <a:pt x="78769" y="13441"/>
                  <a:pt x="71935" y="11847"/>
                  <a:pt x="62024" y="11619"/>
                </a:cubicBezTo>
                <a:lnTo>
                  <a:pt x="63904" y="5297"/>
                </a:lnTo>
                <a:lnTo>
                  <a:pt x="155658" y="5297"/>
                </a:lnTo>
                <a:cubicBezTo>
                  <a:pt x="180833" y="5297"/>
                  <a:pt x="198945" y="8487"/>
                  <a:pt x="209994" y="14866"/>
                </a:cubicBezTo>
                <a:cubicBezTo>
                  <a:pt x="227081" y="24890"/>
                  <a:pt x="235624" y="39926"/>
                  <a:pt x="235624" y="59974"/>
                </a:cubicBezTo>
                <a:cubicBezTo>
                  <a:pt x="235624" y="79339"/>
                  <a:pt x="227081" y="96426"/>
                  <a:pt x="209994" y="111234"/>
                </a:cubicBezTo>
                <a:cubicBezTo>
                  <a:pt x="193021" y="125929"/>
                  <a:pt x="170125" y="133276"/>
                  <a:pt x="141306" y="133276"/>
                </a:cubicBezTo>
                <a:cubicBezTo>
                  <a:pt x="132648" y="133276"/>
                  <a:pt x="122112" y="132365"/>
                  <a:pt x="109695" y="130542"/>
                </a:cubicBezTo>
                <a:moveTo>
                  <a:pt x="113114" y="117385"/>
                </a:moveTo>
                <a:cubicBezTo>
                  <a:pt x="120518" y="118297"/>
                  <a:pt x="126668" y="118752"/>
                  <a:pt x="131566" y="118752"/>
                </a:cubicBezTo>
                <a:cubicBezTo>
                  <a:pt x="147287" y="118752"/>
                  <a:pt x="159646" y="111576"/>
                  <a:pt x="168644" y="97223"/>
                </a:cubicBezTo>
                <a:cubicBezTo>
                  <a:pt x="177644" y="82870"/>
                  <a:pt x="182143" y="67891"/>
                  <a:pt x="182143" y="52285"/>
                </a:cubicBezTo>
                <a:cubicBezTo>
                  <a:pt x="182143" y="41691"/>
                  <a:pt x="179238" y="33490"/>
                  <a:pt x="173429" y="27680"/>
                </a:cubicBezTo>
                <a:cubicBezTo>
                  <a:pt x="167620" y="21757"/>
                  <a:pt x="159589" y="18795"/>
                  <a:pt x="149336" y="18795"/>
                </a:cubicBezTo>
                <a:cubicBezTo>
                  <a:pt x="147172" y="18795"/>
                  <a:pt x="144495" y="18909"/>
                  <a:pt x="141306" y="19137"/>
                </a:cubicBezTo>
                <a:lnTo>
                  <a:pt x="113114" y="117385"/>
                </a:lnTo>
                <a:moveTo>
                  <a:pt x="279024" y="172917"/>
                </a:moveTo>
                <a:cubicBezTo>
                  <a:pt x="277999" y="180321"/>
                  <a:pt x="277487" y="186415"/>
                  <a:pt x="277487" y="191200"/>
                </a:cubicBezTo>
                <a:cubicBezTo>
                  <a:pt x="277487" y="199743"/>
                  <a:pt x="279935" y="206578"/>
                  <a:pt x="284834" y="211704"/>
                </a:cubicBezTo>
                <a:cubicBezTo>
                  <a:pt x="289846" y="216830"/>
                  <a:pt x="296509" y="219393"/>
                  <a:pt x="304826" y="219393"/>
                </a:cubicBezTo>
                <a:cubicBezTo>
                  <a:pt x="312799" y="219393"/>
                  <a:pt x="320773" y="217456"/>
                  <a:pt x="328746" y="213583"/>
                </a:cubicBezTo>
                <a:cubicBezTo>
                  <a:pt x="336834" y="209710"/>
                  <a:pt x="346175" y="202932"/>
                  <a:pt x="356769" y="193250"/>
                </a:cubicBezTo>
                <a:lnTo>
                  <a:pt x="361895" y="197864"/>
                </a:lnTo>
                <a:cubicBezTo>
                  <a:pt x="348795" y="213697"/>
                  <a:pt x="336037" y="224974"/>
                  <a:pt x="323620" y="231695"/>
                </a:cubicBezTo>
                <a:cubicBezTo>
                  <a:pt x="311204" y="238416"/>
                  <a:pt x="297478" y="241776"/>
                  <a:pt x="282441" y="241776"/>
                </a:cubicBezTo>
                <a:cubicBezTo>
                  <a:pt x="263419" y="241776"/>
                  <a:pt x="250261" y="237220"/>
                  <a:pt x="242972" y="228107"/>
                </a:cubicBezTo>
                <a:cubicBezTo>
                  <a:pt x="235681" y="218994"/>
                  <a:pt x="232036" y="208457"/>
                  <a:pt x="232036" y="196497"/>
                </a:cubicBezTo>
                <a:cubicBezTo>
                  <a:pt x="232036" y="177815"/>
                  <a:pt x="237447" y="159134"/>
                  <a:pt x="248268" y="140452"/>
                </a:cubicBezTo>
                <a:cubicBezTo>
                  <a:pt x="259204" y="121771"/>
                  <a:pt x="274012" y="106792"/>
                  <a:pt x="292694" y="95515"/>
                </a:cubicBezTo>
                <a:cubicBezTo>
                  <a:pt x="311490" y="84237"/>
                  <a:pt x="330341" y="78599"/>
                  <a:pt x="349250" y="78599"/>
                </a:cubicBezTo>
                <a:cubicBezTo>
                  <a:pt x="358819" y="78599"/>
                  <a:pt x="366053" y="80877"/>
                  <a:pt x="370951" y="85433"/>
                </a:cubicBezTo>
                <a:cubicBezTo>
                  <a:pt x="375849" y="89990"/>
                  <a:pt x="378298" y="95742"/>
                  <a:pt x="378298" y="102691"/>
                </a:cubicBezTo>
                <a:cubicBezTo>
                  <a:pt x="378298" y="111006"/>
                  <a:pt x="375905" y="119094"/>
                  <a:pt x="371121" y="126954"/>
                </a:cubicBezTo>
                <a:cubicBezTo>
                  <a:pt x="364515" y="137661"/>
                  <a:pt x="356199" y="146319"/>
                  <a:pt x="346175" y="152926"/>
                </a:cubicBezTo>
                <a:cubicBezTo>
                  <a:pt x="336151" y="159418"/>
                  <a:pt x="324931" y="164374"/>
                  <a:pt x="312514" y="167791"/>
                </a:cubicBezTo>
                <a:cubicBezTo>
                  <a:pt x="304199" y="170069"/>
                  <a:pt x="293036" y="171778"/>
                  <a:pt x="279024" y="172917"/>
                </a:cubicBezTo>
                <a:moveTo>
                  <a:pt x="280562" y="164032"/>
                </a:moveTo>
                <a:cubicBezTo>
                  <a:pt x="290586" y="162551"/>
                  <a:pt x="298332" y="160558"/>
                  <a:pt x="303800" y="158051"/>
                </a:cubicBezTo>
                <a:cubicBezTo>
                  <a:pt x="309382" y="155432"/>
                  <a:pt x="314792" y="151331"/>
                  <a:pt x="320033" y="145749"/>
                </a:cubicBezTo>
                <a:cubicBezTo>
                  <a:pt x="325386" y="140054"/>
                  <a:pt x="330000" y="132934"/>
                  <a:pt x="333873" y="124391"/>
                </a:cubicBezTo>
                <a:cubicBezTo>
                  <a:pt x="337745" y="115734"/>
                  <a:pt x="339682" y="107646"/>
                  <a:pt x="339682" y="100128"/>
                </a:cubicBezTo>
                <a:cubicBezTo>
                  <a:pt x="339682" y="96938"/>
                  <a:pt x="338770" y="94432"/>
                  <a:pt x="336948" y="92610"/>
                </a:cubicBezTo>
                <a:cubicBezTo>
                  <a:pt x="335240" y="90787"/>
                  <a:pt x="333019" y="89876"/>
                  <a:pt x="330284" y="89876"/>
                </a:cubicBezTo>
                <a:cubicBezTo>
                  <a:pt x="324817" y="89876"/>
                  <a:pt x="318665" y="93692"/>
                  <a:pt x="311830" y="101324"/>
                </a:cubicBezTo>
                <a:cubicBezTo>
                  <a:pt x="299301" y="115221"/>
                  <a:pt x="288878" y="136124"/>
                  <a:pt x="280562" y="164032"/>
                </a:cubicBezTo>
                <a:moveTo>
                  <a:pt x="462705" y="78599"/>
                </a:moveTo>
                <a:lnTo>
                  <a:pt x="436905" y="174626"/>
                </a:lnTo>
                <a:cubicBezTo>
                  <a:pt x="458092" y="127808"/>
                  <a:pt x="474040" y="98989"/>
                  <a:pt x="484748" y="88167"/>
                </a:cubicBezTo>
                <a:cubicBezTo>
                  <a:pt x="491013" y="81788"/>
                  <a:pt x="497620" y="78599"/>
                  <a:pt x="504568" y="78599"/>
                </a:cubicBezTo>
                <a:cubicBezTo>
                  <a:pt x="509352" y="78599"/>
                  <a:pt x="513226" y="80364"/>
                  <a:pt x="516187" y="83895"/>
                </a:cubicBezTo>
                <a:cubicBezTo>
                  <a:pt x="519149" y="87313"/>
                  <a:pt x="520630" y="92211"/>
                  <a:pt x="520630" y="98590"/>
                </a:cubicBezTo>
                <a:cubicBezTo>
                  <a:pt x="520630" y="109639"/>
                  <a:pt x="517952" y="118923"/>
                  <a:pt x="512599" y="126441"/>
                </a:cubicBezTo>
                <a:cubicBezTo>
                  <a:pt x="509182" y="131226"/>
                  <a:pt x="505365" y="133618"/>
                  <a:pt x="501151" y="133618"/>
                </a:cubicBezTo>
                <a:cubicBezTo>
                  <a:pt x="496595" y="133618"/>
                  <a:pt x="493178" y="131510"/>
                  <a:pt x="490898" y="127296"/>
                </a:cubicBezTo>
                <a:cubicBezTo>
                  <a:pt x="488620" y="123081"/>
                  <a:pt x="487026" y="120632"/>
                  <a:pt x="486114" y="119948"/>
                </a:cubicBezTo>
                <a:cubicBezTo>
                  <a:pt x="485203" y="119151"/>
                  <a:pt x="484234" y="118752"/>
                  <a:pt x="483210" y="118752"/>
                </a:cubicBezTo>
                <a:cubicBezTo>
                  <a:pt x="482071" y="118752"/>
                  <a:pt x="480874" y="119094"/>
                  <a:pt x="479622" y="119777"/>
                </a:cubicBezTo>
                <a:cubicBezTo>
                  <a:pt x="477115" y="121144"/>
                  <a:pt x="473812" y="124505"/>
                  <a:pt x="469711" y="129859"/>
                </a:cubicBezTo>
                <a:cubicBezTo>
                  <a:pt x="465725" y="135099"/>
                  <a:pt x="460769" y="143927"/>
                  <a:pt x="454846" y="156343"/>
                </a:cubicBezTo>
                <a:cubicBezTo>
                  <a:pt x="448922" y="168759"/>
                  <a:pt x="444309" y="179296"/>
                  <a:pt x="441006" y="187953"/>
                </a:cubicBezTo>
                <a:cubicBezTo>
                  <a:pt x="437702" y="196497"/>
                  <a:pt x="433090" y="212843"/>
                  <a:pt x="427166" y="236992"/>
                </a:cubicBezTo>
                <a:lnTo>
                  <a:pt x="385816" y="236992"/>
                </a:lnTo>
                <a:lnTo>
                  <a:pt x="414009" y="123707"/>
                </a:lnTo>
                <a:cubicBezTo>
                  <a:pt x="416060" y="115278"/>
                  <a:pt x="417084" y="109696"/>
                  <a:pt x="417084" y="106962"/>
                </a:cubicBezTo>
                <a:cubicBezTo>
                  <a:pt x="417084" y="103887"/>
                  <a:pt x="416515" y="101495"/>
                  <a:pt x="415376" y="99786"/>
                </a:cubicBezTo>
                <a:cubicBezTo>
                  <a:pt x="414351" y="98077"/>
                  <a:pt x="412870" y="96824"/>
                  <a:pt x="410934" y="96027"/>
                </a:cubicBezTo>
                <a:cubicBezTo>
                  <a:pt x="409111" y="95230"/>
                  <a:pt x="405237" y="94831"/>
                  <a:pt x="399314" y="94831"/>
                </a:cubicBezTo>
                <a:lnTo>
                  <a:pt x="400853" y="89876"/>
                </a:lnTo>
                <a:lnTo>
                  <a:pt x="452454" y="78599"/>
                </a:lnTo>
                <a:lnTo>
                  <a:pt x="462705" y="78599"/>
                </a:lnTo>
                <a:moveTo>
                  <a:pt x="647583" y="195813"/>
                </a:moveTo>
                <a:lnTo>
                  <a:pt x="652710" y="200426"/>
                </a:lnTo>
                <a:cubicBezTo>
                  <a:pt x="641660" y="213640"/>
                  <a:pt x="630782" y="223322"/>
                  <a:pt x="620074" y="229474"/>
                </a:cubicBezTo>
                <a:cubicBezTo>
                  <a:pt x="605834" y="237675"/>
                  <a:pt x="591084" y="241776"/>
                  <a:pt x="575819" y="241776"/>
                </a:cubicBezTo>
                <a:cubicBezTo>
                  <a:pt x="565568" y="241776"/>
                  <a:pt x="556454" y="239612"/>
                  <a:pt x="548481" y="235283"/>
                </a:cubicBezTo>
                <a:cubicBezTo>
                  <a:pt x="540621" y="230841"/>
                  <a:pt x="534812" y="224689"/>
                  <a:pt x="531053" y="216830"/>
                </a:cubicBezTo>
                <a:cubicBezTo>
                  <a:pt x="527294" y="208856"/>
                  <a:pt x="525413" y="200711"/>
                  <a:pt x="525413" y="192396"/>
                </a:cubicBezTo>
                <a:cubicBezTo>
                  <a:pt x="525413" y="173714"/>
                  <a:pt x="530483" y="155375"/>
                  <a:pt x="540621" y="137377"/>
                </a:cubicBezTo>
                <a:cubicBezTo>
                  <a:pt x="550759" y="119265"/>
                  <a:pt x="564144" y="104969"/>
                  <a:pt x="580775" y="94489"/>
                </a:cubicBezTo>
                <a:cubicBezTo>
                  <a:pt x="597406" y="83895"/>
                  <a:pt x="613752" y="78599"/>
                  <a:pt x="629813" y="78599"/>
                </a:cubicBezTo>
                <a:cubicBezTo>
                  <a:pt x="642685" y="78599"/>
                  <a:pt x="652368" y="81446"/>
                  <a:pt x="658860" y="87142"/>
                </a:cubicBezTo>
                <a:cubicBezTo>
                  <a:pt x="665354" y="92838"/>
                  <a:pt x="668600" y="99900"/>
                  <a:pt x="668600" y="108329"/>
                </a:cubicBezTo>
                <a:cubicBezTo>
                  <a:pt x="668600" y="115961"/>
                  <a:pt x="666151" y="122454"/>
                  <a:pt x="661253" y="127808"/>
                </a:cubicBezTo>
                <a:cubicBezTo>
                  <a:pt x="656355" y="133162"/>
                  <a:pt x="650887" y="135839"/>
                  <a:pt x="644850" y="135839"/>
                </a:cubicBezTo>
                <a:cubicBezTo>
                  <a:pt x="639609" y="135839"/>
                  <a:pt x="635224" y="134130"/>
                  <a:pt x="631693" y="130713"/>
                </a:cubicBezTo>
                <a:cubicBezTo>
                  <a:pt x="628276" y="127296"/>
                  <a:pt x="626566" y="123252"/>
                  <a:pt x="626566" y="118582"/>
                </a:cubicBezTo>
                <a:cubicBezTo>
                  <a:pt x="626566" y="112430"/>
                  <a:pt x="629643" y="107076"/>
                  <a:pt x="635793" y="102520"/>
                </a:cubicBezTo>
                <a:cubicBezTo>
                  <a:pt x="640009" y="99331"/>
                  <a:pt x="642115" y="96540"/>
                  <a:pt x="642115" y="94148"/>
                </a:cubicBezTo>
                <a:cubicBezTo>
                  <a:pt x="642115" y="92097"/>
                  <a:pt x="641261" y="90445"/>
                  <a:pt x="639552" y="89193"/>
                </a:cubicBezTo>
                <a:cubicBezTo>
                  <a:pt x="637274" y="87370"/>
                  <a:pt x="634312" y="86459"/>
                  <a:pt x="630667" y="86459"/>
                </a:cubicBezTo>
                <a:cubicBezTo>
                  <a:pt x="621100" y="86459"/>
                  <a:pt x="612100" y="90332"/>
                  <a:pt x="603671" y="98077"/>
                </a:cubicBezTo>
                <a:cubicBezTo>
                  <a:pt x="592507" y="108329"/>
                  <a:pt x="583964" y="121315"/>
                  <a:pt x="578040" y="137035"/>
                </a:cubicBezTo>
                <a:cubicBezTo>
                  <a:pt x="572117" y="152755"/>
                  <a:pt x="569155" y="167677"/>
                  <a:pt x="569155" y="181802"/>
                </a:cubicBezTo>
                <a:cubicBezTo>
                  <a:pt x="569155" y="192965"/>
                  <a:pt x="572175" y="201907"/>
                  <a:pt x="578212" y="208628"/>
                </a:cubicBezTo>
                <a:cubicBezTo>
                  <a:pt x="584249" y="215235"/>
                  <a:pt x="591426" y="218538"/>
                  <a:pt x="599741" y="218538"/>
                </a:cubicBezTo>
                <a:cubicBezTo>
                  <a:pt x="607031" y="218538"/>
                  <a:pt x="614891" y="216659"/>
                  <a:pt x="623321" y="212900"/>
                </a:cubicBezTo>
                <a:cubicBezTo>
                  <a:pt x="631864" y="209141"/>
                  <a:pt x="639951" y="203445"/>
                  <a:pt x="647583" y="195813"/>
                </a:cubicBezTo>
                <a:moveTo>
                  <a:pt x="726352" y="172917"/>
                </a:moveTo>
                <a:cubicBezTo>
                  <a:pt x="725328" y="180321"/>
                  <a:pt x="724815" y="186415"/>
                  <a:pt x="724815" y="191200"/>
                </a:cubicBezTo>
                <a:cubicBezTo>
                  <a:pt x="724815" y="199743"/>
                  <a:pt x="727264" y="206578"/>
                  <a:pt x="732162" y="211704"/>
                </a:cubicBezTo>
                <a:cubicBezTo>
                  <a:pt x="737175" y="216830"/>
                  <a:pt x="743839" y="219393"/>
                  <a:pt x="752154" y="219393"/>
                </a:cubicBezTo>
                <a:cubicBezTo>
                  <a:pt x="760128" y="219393"/>
                  <a:pt x="768101" y="217456"/>
                  <a:pt x="776074" y="213583"/>
                </a:cubicBezTo>
                <a:cubicBezTo>
                  <a:pt x="784162" y="209710"/>
                  <a:pt x="793504" y="202932"/>
                  <a:pt x="804097" y="193250"/>
                </a:cubicBezTo>
                <a:lnTo>
                  <a:pt x="809223" y="197864"/>
                </a:lnTo>
                <a:cubicBezTo>
                  <a:pt x="796123" y="213697"/>
                  <a:pt x="783365" y="224974"/>
                  <a:pt x="770949" y="231695"/>
                </a:cubicBezTo>
                <a:cubicBezTo>
                  <a:pt x="758532" y="238416"/>
                  <a:pt x="744806" y="241776"/>
                  <a:pt x="729771" y="241776"/>
                </a:cubicBezTo>
                <a:cubicBezTo>
                  <a:pt x="710747" y="241776"/>
                  <a:pt x="697590" y="237220"/>
                  <a:pt x="690300" y="228107"/>
                </a:cubicBezTo>
                <a:cubicBezTo>
                  <a:pt x="683010" y="218994"/>
                  <a:pt x="679365" y="208457"/>
                  <a:pt x="679365" y="196497"/>
                </a:cubicBezTo>
                <a:cubicBezTo>
                  <a:pt x="679365" y="177815"/>
                  <a:pt x="684775" y="159134"/>
                  <a:pt x="695596" y="140452"/>
                </a:cubicBezTo>
                <a:cubicBezTo>
                  <a:pt x="706532" y="121771"/>
                  <a:pt x="721341" y="106792"/>
                  <a:pt x="740022" y="95515"/>
                </a:cubicBezTo>
                <a:cubicBezTo>
                  <a:pt x="758817" y="84237"/>
                  <a:pt x="777670" y="78599"/>
                  <a:pt x="796579" y="78599"/>
                </a:cubicBezTo>
                <a:cubicBezTo>
                  <a:pt x="806148" y="78599"/>
                  <a:pt x="813381" y="80877"/>
                  <a:pt x="818279" y="85433"/>
                </a:cubicBezTo>
                <a:cubicBezTo>
                  <a:pt x="823178" y="89990"/>
                  <a:pt x="825626" y="95742"/>
                  <a:pt x="825626" y="102691"/>
                </a:cubicBezTo>
                <a:cubicBezTo>
                  <a:pt x="825626" y="111006"/>
                  <a:pt x="823234" y="119094"/>
                  <a:pt x="818450" y="126954"/>
                </a:cubicBezTo>
                <a:cubicBezTo>
                  <a:pt x="811843" y="137661"/>
                  <a:pt x="803528" y="146319"/>
                  <a:pt x="793504" y="152926"/>
                </a:cubicBezTo>
                <a:cubicBezTo>
                  <a:pt x="783479" y="159418"/>
                  <a:pt x="772259" y="164374"/>
                  <a:pt x="759843" y="167791"/>
                </a:cubicBezTo>
                <a:cubicBezTo>
                  <a:pt x="751527" y="170069"/>
                  <a:pt x="740364" y="171778"/>
                  <a:pt x="726352" y="172917"/>
                </a:cubicBezTo>
                <a:moveTo>
                  <a:pt x="727891" y="164032"/>
                </a:moveTo>
                <a:cubicBezTo>
                  <a:pt x="737915" y="162551"/>
                  <a:pt x="745660" y="160558"/>
                  <a:pt x="751128" y="158051"/>
                </a:cubicBezTo>
                <a:cubicBezTo>
                  <a:pt x="756710" y="155432"/>
                  <a:pt x="762121" y="151331"/>
                  <a:pt x="767361" y="145749"/>
                </a:cubicBezTo>
                <a:cubicBezTo>
                  <a:pt x="772714" y="140054"/>
                  <a:pt x="777328" y="132934"/>
                  <a:pt x="781201" y="124391"/>
                </a:cubicBezTo>
                <a:cubicBezTo>
                  <a:pt x="785074" y="115734"/>
                  <a:pt x="787010" y="107646"/>
                  <a:pt x="787010" y="100128"/>
                </a:cubicBezTo>
                <a:cubicBezTo>
                  <a:pt x="787010" y="96938"/>
                  <a:pt x="786100" y="94432"/>
                  <a:pt x="784277" y="92610"/>
                </a:cubicBezTo>
                <a:cubicBezTo>
                  <a:pt x="782568" y="90787"/>
                  <a:pt x="780347" y="89876"/>
                  <a:pt x="777613" y="89876"/>
                </a:cubicBezTo>
                <a:cubicBezTo>
                  <a:pt x="772145" y="89876"/>
                  <a:pt x="765993" y="93692"/>
                  <a:pt x="759159" y="101324"/>
                </a:cubicBezTo>
                <a:cubicBezTo>
                  <a:pt x="746629" y="115221"/>
                  <a:pt x="736206" y="136124"/>
                  <a:pt x="727891" y="164032"/>
                </a:cubicBezTo>
                <a:moveTo>
                  <a:pt x="848351" y="88167"/>
                </a:moveTo>
                <a:lnTo>
                  <a:pt x="904908" y="78599"/>
                </a:lnTo>
                <a:lnTo>
                  <a:pt x="915161" y="78599"/>
                </a:lnTo>
                <a:lnTo>
                  <a:pt x="907471" y="106450"/>
                </a:lnTo>
                <a:cubicBezTo>
                  <a:pt x="919432" y="95515"/>
                  <a:pt x="929229" y="88167"/>
                  <a:pt x="936860" y="84408"/>
                </a:cubicBezTo>
                <a:cubicBezTo>
                  <a:pt x="944493" y="80535"/>
                  <a:pt x="952067" y="78599"/>
                  <a:pt x="959585" y="78599"/>
                </a:cubicBezTo>
                <a:cubicBezTo>
                  <a:pt x="970293" y="78599"/>
                  <a:pt x="978551" y="82756"/>
                  <a:pt x="984361" y="91072"/>
                </a:cubicBezTo>
                <a:cubicBezTo>
                  <a:pt x="990171" y="99273"/>
                  <a:pt x="993076" y="109355"/>
                  <a:pt x="993076" y="121315"/>
                </a:cubicBezTo>
                <a:cubicBezTo>
                  <a:pt x="993076" y="154008"/>
                  <a:pt x="981741" y="182998"/>
                  <a:pt x="959073" y="208286"/>
                </a:cubicBezTo>
                <a:cubicBezTo>
                  <a:pt x="939025" y="230613"/>
                  <a:pt x="917154" y="241776"/>
                  <a:pt x="893460" y="241776"/>
                </a:cubicBezTo>
                <a:cubicBezTo>
                  <a:pt x="889246" y="241776"/>
                  <a:pt x="885657" y="241377"/>
                  <a:pt x="882696" y="240580"/>
                </a:cubicBezTo>
                <a:cubicBezTo>
                  <a:pt x="879734" y="239783"/>
                  <a:pt x="875576" y="238017"/>
                  <a:pt x="870222" y="235283"/>
                </a:cubicBezTo>
                <a:lnTo>
                  <a:pt x="861337" y="266039"/>
                </a:lnTo>
                <a:cubicBezTo>
                  <a:pt x="858148" y="277203"/>
                  <a:pt x="856554" y="285689"/>
                  <a:pt x="856554" y="291498"/>
                </a:cubicBezTo>
                <a:cubicBezTo>
                  <a:pt x="856554" y="295143"/>
                  <a:pt x="857806" y="297991"/>
                  <a:pt x="860312" y="300042"/>
                </a:cubicBezTo>
                <a:cubicBezTo>
                  <a:pt x="862818" y="302206"/>
                  <a:pt x="868684" y="304028"/>
                  <a:pt x="877911" y="305509"/>
                </a:cubicBezTo>
                <a:lnTo>
                  <a:pt x="876374" y="311831"/>
                </a:lnTo>
                <a:lnTo>
                  <a:pt x="784447" y="311831"/>
                </a:lnTo>
                <a:lnTo>
                  <a:pt x="786156" y="305509"/>
                </a:lnTo>
                <a:cubicBezTo>
                  <a:pt x="793446" y="305282"/>
                  <a:pt x="799541" y="302946"/>
                  <a:pt x="804439" y="298504"/>
                </a:cubicBezTo>
                <a:cubicBezTo>
                  <a:pt x="809223" y="294061"/>
                  <a:pt x="813722" y="284493"/>
                  <a:pt x="817937" y="269798"/>
                </a:cubicBezTo>
                <a:lnTo>
                  <a:pt x="859629" y="126100"/>
                </a:lnTo>
                <a:cubicBezTo>
                  <a:pt x="862704" y="115392"/>
                  <a:pt x="864242" y="107817"/>
                  <a:pt x="864242" y="103374"/>
                </a:cubicBezTo>
                <a:cubicBezTo>
                  <a:pt x="864242" y="101438"/>
                  <a:pt x="863786" y="99843"/>
                  <a:pt x="862876" y="98590"/>
                </a:cubicBezTo>
                <a:cubicBezTo>
                  <a:pt x="861964" y="97223"/>
                  <a:pt x="860596" y="96255"/>
                  <a:pt x="858775" y="95685"/>
                </a:cubicBezTo>
                <a:cubicBezTo>
                  <a:pt x="856952" y="95116"/>
                  <a:pt x="852851" y="94831"/>
                  <a:pt x="846471" y="94831"/>
                </a:cubicBezTo>
                <a:lnTo>
                  <a:pt x="848351" y="88167"/>
                </a:lnTo>
                <a:moveTo>
                  <a:pt x="875006" y="219393"/>
                </a:moveTo>
                <a:cubicBezTo>
                  <a:pt x="878423" y="224974"/>
                  <a:pt x="881500" y="228733"/>
                  <a:pt x="884233" y="230670"/>
                </a:cubicBezTo>
                <a:cubicBezTo>
                  <a:pt x="886968" y="232492"/>
                  <a:pt x="890157" y="233404"/>
                  <a:pt x="893802" y="233404"/>
                </a:cubicBezTo>
                <a:cubicBezTo>
                  <a:pt x="897447" y="233404"/>
                  <a:pt x="900978" y="232436"/>
                  <a:pt x="904395" y="230499"/>
                </a:cubicBezTo>
                <a:cubicBezTo>
                  <a:pt x="907927" y="228449"/>
                  <a:pt x="912256" y="224405"/>
                  <a:pt x="917382" y="218367"/>
                </a:cubicBezTo>
                <a:cubicBezTo>
                  <a:pt x="922507" y="212330"/>
                  <a:pt x="927406" y="204584"/>
                  <a:pt x="932076" y="195130"/>
                </a:cubicBezTo>
                <a:cubicBezTo>
                  <a:pt x="936860" y="185675"/>
                  <a:pt x="940676" y="174967"/>
                  <a:pt x="943524" y="163007"/>
                </a:cubicBezTo>
                <a:cubicBezTo>
                  <a:pt x="946372" y="150932"/>
                  <a:pt x="947796" y="139427"/>
                  <a:pt x="947796" y="128492"/>
                </a:cubicBezTo>
                <a:cubicBezTo>
                  <a:pt x="947796" y="119721"/>
                  <a:pt x="946201" y="113342"/>
                  <a:pt x="943012" y="109355"/>
                </a:cubicBezTo>
                <a:cubicBezTo>
                  <a:pt x="939935" y="105368"/>
                  <a:pt x="936176" y="103374"/>
                  <a:pt x="931734" y="103374"/>
                </a:cubicBezTo>
                <a:cubicBezTo>
                  <a:pt x="927748" y="103374"/>
                  <a:pt x="923988" y="104400"/>
                  <a:pt x="920457" y="106450"/>
                </a:cubicBezTo>
                <a:cubicBezTo>
                  <a:pt x="915331" y="109412"/>
                  <a:pt x="909294" y="114936"/>
                  <a:pt x="902345" y="123024"/>
                </a:cubicBezTo>
                <a:lnTo>
                  <a:pt x="875006" y="219393"/>
                </a:lnTo>
                <a:moveTo>
                  <a:pt x="1102430" y="36907"/>
                </a:moveTo>
                <a:lnTo>
                  <a:pt x="1088761" y="83383"/>
                </a:lnTo>
                <a:lnTo>
                  <a:pt x="1111144" y="83383"/>
                </a:lnTo>
                <a:lnTo>
                  <a:pt x="1105164" y="103033"/>
                </a:lnTo>
                <a:lnTo>
                  <a:pt x="1083121" y="103033"/>
                </a:lnTo>
                <a:lnTo>
                  <a:pt x="1054588" y="202135"/>
                </a:lnTo>
                <a:cubicBezTo>
                  <a:pt x="1052765" y="208286"/>
                  <a:pt x="1051853" y="212957"/>
                  <a:pt x="1051853" y="216146"/>
                </a:cubicBezTo>
                <a:cubicBezTo>
                  <a:pt x="1051853" y="217627"/>
                  <a:pt x="1052366" y="218937"/>
                  <a:pt x="1053391" y="220076"/>
                </a:cubicBezTo>
                <a:cubicBezTo>
                  <a:pt x="1054416" y="221101"/>
                  <a:pt x="1055555" y="221614"/>
                  <a:pt x="1056809" y="221614"/>
                </a:cubicBezTo>
                <a:cubicBezTo>
                  <a:pt x="1058745" y="221614"/>
                  <a:pt x="1060738" y="220816"/>
                  <a:pt x="1062789" y="219222"/>
                </a:cubicBezTo>
                <a:cubicBezTo>
                  <a:pt x="1068029" y="215235"/>
                  <a:pt x="1074123" y="208286"/>
                  <a:pt x="1081071" y="198376"/>
                </a:cubicBezTo>
                <a:lnTo>
                  <a:pt x="1087052" y="202135"/>
                </a:lnTo>
                <a:cubicBezTo>
                  <a:pt x="1079192" y="215804"/>
                  <a:pt x="1070535" y="225829"/>
                  <a:pt x="1061080" y="232208"/>
                </a:cubicBezTo>
                <a:cubicBezTo>
                  <a:pt x="1051626" y="238587"/>
                  <a:pt x="1042341" y="241776"/>
                  <a:pt x="1033229" y="241776"/>
                </a:cubicBezTo>
                <a:cubicBezTo>
                  <a:pt x="1025483" y="241776"/>
                  <a:pt x="1019446" y="239840"/>
                  <a:pt x="1015117" y="235967"/>
                </a:cubicBezTo>
                <a:cubicBezTo>
                  <a:pt x="1010903" y="231980"/>
                  <a:pt x="1008795" y="226968"/>
                  <a:pt x="1008795" y="220931"/>
                </a:cubicBezTo>
                <a:cubicBezTo>
                  <a:pt x="1008795" y="214323"/>
                  <a:pt x="1010276" y="205837"/>
                  <a:pt x="1013237" y="195471"/>
                </a:cubicBezTo>
                <a:lnTo>
                  <a:pt x="1040235" y="103033"/>
                </a:lnTo>
                <a:lnTo>
                  <a:pt x="1016996" y="103033"/>
                </a:lnTo>
                <a:lnTo>
                  <a:pt x="1020413" y="90388"/>
                </a:lnTo>
                <a:cubicBezTo>
                  <a:pt x="1034995" y="85035"/>
                  <a:pt x="1047297" y="78770"/>
                  <a:pt x="1057321" y="71593"/>
                </a:cubicBezTo>
                <a:cubicBezTo>
                  <a:pt x="1067345" y="64417"/>
                  <a:pt x="1079419" y="52855"/>
                  <a:pt x="1093545" y="36907"/>
                </a:cubicBezTo>
                <a:lnTo>
                  <a:pt x="1102430" y="36907"/>
                </a:lnTo>
                <a:moveTo>
                  <a:pt x="1192477" y="78599"/>
                </a:moveTo>
                <a:lnTo>
                  <a:pt x="1159328" y="194788"/>
                </a:lnTo>
                <a:cubicBezTo>
                  <a:pt x="1157734" y="200142"/>
                  <a:pt x="1156937" y="203844"/>
                  <a:pt x="1156937" y="205894"/>
                </a:cubicBezTo>
                <a:cubicBezTo>
                  <a:pt x="1156937" y="206919"/>
                  <a:pt x="1157335" y="207717"/>
                  <a:pt x="1158132" y="208286"/>
                </a:cubicBezTo>
                <a:cubicBezTo>
                  <a:pt x="1159043" y="209198"/>
                  <a:pt x="1160125" y="209653"/>
                  <a:pt x="1161379" y="209653"/>
                </a:cubicBezTo>
                <a:cubicBezTo>
                  <a:pt x="1166619" y="209653"/>
                  <a:pt x="1173625" y="204983"/>
                  <a:pt x="1182395" y="195642"/>
                </a:cubicBezTo>
                <a:cubicBezTo>
                  <a:pt x="1194925" y="182087"/>
                  <a:pt x="1208083" y="162608"/>
                  <a:pt x="1221866" y="137206"/>
                </a:cubicBezTo>
                <a:lnTo>
                  <a:pt x="1237415" y="84921"/>
                </a:lnTo>
                <a:lnTo>
                  <a:pt x="1280643" y="83383"/>
                </a:lnTo>
                <a:lnTo>
                  <a:pt x="1247837" y="196155"/>
                </a:lnTo>
                <a:cubicBezTo>
                  <a:pt x="1245103" y="205723"/>
                  <a:pt x="1243737" y="211191"/>
                  <a:pt x="1243737" y="212558"/>
                </a:cubicBezTo>
                <a:cubicBezTo>
                  <a:pt x="1243737" y="213469"/>
                  <a:pt x="1244135" y="214438"/>
                  <a:pt x="1244933" y="215463"/>
                </a:cubicBezTo>
                <a:cubicBezTo>
                  <a:pt x="1245843" y="216374"/>
                  <a:pt x="1246755" y="216830"/>
                  <a:pt x="1247666" y="216830"/>
                </a:cubicBezTo>
                <a:cubicBezTo>
                  <a:pt x="1249260" y="216830"/>
                  <a:pt x="1250799" y="216146"/>
                  <a:pt x="1252280" y="214779"/>
                </a:cubicBezTo>
                <a:cubicBezTo>
                  <a:pt x="1256381" y="211476"/>
                  <a:pt x="1261791" y="204812"/>
                  <a:pt x="1268511" y="194788"/>
                </a:cubicBezTo>
                <a:lnTo>
                  <a:pt x="1274321" y="198889"/>
                </a:lnTo>
                <a:cubicBezTo>
                  <a:pt x="1258488" y="227480"/>
                  <a:pt x="1241059" y="241776"/>
                  <a:pt x="1222036" y="241776"/>
                </a:cubicBezTo>
                <a:cubicBezTo>
                  <a:pt x="1214974" y="241776"/>
                  <a:pt x="1209392" y="240011"/>
                  <a:pt x="1205291" y="236479"/>
                </a:cubicBezTo>
                <a:cubicBezTo>
                  <a:pt x="1201304" y="232834"/>
                  <a:pt x="1199311" y="228107"/>
                  <a:pt x="1199311" y="222297"/>
                </a:cubicBezTo>
                <a:cubicBezTo>
                  <a:pt x="1199311" y="216146"/>
                  <a:pt x="1200735" y="208343"/>
                  <a:pt x="1203582" y="198889"/>
                </a:cubicBezTo>
                <a:lnTo>
                  <a:pt x="1211955" y="170012"/>
                </a:lnTo>
                <a:cubicBezTo>
                  <a:pt x="1197147" y="191542"/>
                  <a:pt x="1186382" y="206065"/>
                  <a:pt x="1179662" y="213583"/>
                </a:cubicBezTo>
                <a:cubicBezTo>
                  <a:pt x="1169409" y="224860"/>
                  <a:pt x="1160752" y="232378"/>
                  <a:pt x="1153690" y="236138"/>
                </a:cubicBezTo>
                <a:cubicBezTo>
                  <a:pt x="1146741" y="239897"/>
                  <a:pt x="1140077" y="241776"/>
                  <a:pt x="1133698" y="241776"/>
                </a:cubicBezTo>
                <a:cubicBezTo>
                  <a:pt x="1127661" y="241776"/>
                  <a:pt x="1122421" y="239555"/>
                  <a:pt x="1117978" y="235112"/>
                </a:cubicBezTo>
                <a:cubicBezTo>
                  <a:pt x="1113650" y="230670"/>
                  <a:pt x="1111486" y="225031"/>
                  <a:pt x="1111486" y="218197"/>
                </a:cubicBezTo>
                <a:cubicBezTo>
                  <a:pt x="1111486" y="212387"/>
                  <a:pt x="1112910" y="204584"/>
                  <a:pt x="1115757" y="194788"/>
                </a:cubicBezTo>
                <a:lnTo>
                  <a:pt x="1135066" y="126441"/>
                </a:lnTo>
                <a:cubicBezTo>
                  <a:pt x="1138255" y="115278"/>
                  <a:pt x="1139850" y="107760"/>
                  <a:pt x="1139850" y="103887"/>
                </a:cubicBezTo>
                <a:cubicBezTo>
                  <a:pt x="1139850" y="102178"/>
                  <a:pt x="1139394" y="100698"/>
                  <a:pt x="1138483" y="99444"/>
                </a:cubicBezTo>
                <a:cubicBezTo>
                  <a:pt x="1137571" y="98077"/>
                  <a:pt x="1136033" y="97052"/>
                  <a:pt x="1133869" y="96369"/>
                </a:cubicBezTo>
                <a:cubicBezTo>
                  <a:pt x="1131819" y="95571"/>
                  <a:pt x="1127945" y="95173"/>
                  <a:pt x="1122250" y="95173"/>
                </a:cubicBezTo>
                <a:lnTo>
                  <a:pt x="1123959" y="88680"/>
                </a:lnTo>
                <a:lnTo>
                  <a:pt x="1182225" y="78599"/>
                </a:lnTo>
                <a:lnTo>
                  <a:pt x="1192477" y="78599"/>
                </a:lnTo>
                <a:moveTo>
                  <a:pt x="1461933" y="80991"/>
                </a:moveTo>
                <a:lnTo>
                  <a:pt x="1428785" y="194617"/>
                </a:lnTo>
                <a:lnTo>
                  <a:pt x="1425368" y="208457"/>
                </a:lnTo>
                <a:cubicBezTo>
                  <a:pt x="1425026" y="210166"/>
                  <a:pt x="1424855" y="211419"/>
                  <a:pt x="1424855" y="212216"/>
                </a:cubicBezTo>
                <a:cubicBezTo>
                  <a:pt x="1424855" y="213583"/>
                  <a:pt x="1425310" y="214779"/>
                  <a:pt x="1426222" y="215804"/>
                </a:cubicBezTo>
                <a:cubicBezTo>
                  <a:pt x="1427247" y="216830"/>
                  <a:pt x="1428272" y="217342"/>
                  <a:pt x="1429297" y="217342"/>
                </a:cubicBezTo>
                <a:cubicBezTo>
                  <a:pt x="1431690" y="217342"/>
                  <a:pt x="1434993" y="215520"/>
                  <a:pt x="1439208" y="211875"/>
                </a:cubicBezTo>
                <a:cubicBezTo>
                  <a:pt x="1440917" y="210394"/>
                  <a:pt x="1445016" y="205154"/>
                  <a:pt x="1451510" y="196155"/>
                </a:cubicBezTo>
                <a:lnTo>
                  <a:pt x="1457490" y="199231"/>
                </a:lnTo>
                <a:cubicBezTo>
                  <a:pt x="1449402" y="214039"/>
                  <a:pt x="1440745" y="224860"/>
                  <a:pt x="1431518" y="231695"/>
                </a:cubicBezTo>
                <a:cubicBezTo>
                  <a:pt x="1422406" y="238416"/>
                  <a:pt x="1412552" y="241776"/>
                  <a:pt x="1401958" y="241776"/>
                </a:cubicBezTo>
                <a:cubicBezTo>
                  <a:pt x="1395466" y="241776"/>
                  <a:pt x="1390511" y="240125"/>
                  <a:pt x="1387093" y="236821"/>
                </a:cubicBezTo>
                <a:cubicBezTo>
                  <a:pt x="1383676" y="233404"/>
                  <a:pt x="1381967" y="229132"/>
                  <a:pt x="1381967" y="224006"/>
                </a:cubicBezTo>
                <a:cubicBezTo>
                  <a:pt x="1381967" y="219564"/>
                  <a:pt x="1383791" y="211305"/>
                  <a:pt x="1387435" y="199231"/>
                </a:cubicBezTo>
                <a:lnTo>
                  <a:pt x="1391536" y="185390"/>
                </a:lnTo>
                <a:cubicBezTo>
                  <a:pt x="1378323" y="208059"/>
                  <a:pt x="1365621" y="224120"/>
                  <a:pt x="1353433" y="233575"/>
                </a:cubicBezTo>
                <a:cubicBezTo>
                  <a:pt x="1346370" y="239042"/>
                  <a:pt x="1338852" y="241776"/>
                  <a:pt x="1330879" y="241776"/>
                </a:cubicBezTo>
                <a:cubicBezTo>
                  <a:pt x="1320398" y="241776"/>
                  <a:pt x="1312823" y="237504"/>
                  <a:pt x="1308153" y="228961"/>
                </a:cubicBezTo>
                <a:cubicBezTo>
                  <a:pt x="1303483" y="220304"/>
                  <a:pt x="1301147" y="210565"/>
                  <a:pt x="1301147" y="199743"/>
                </a:cubicBezTo>
                <a:cubicBezTo>
                  <a:pt x="1301147" y="183682"/>
                  <a:pt x="1306046" y="165285"/>
                  <a:pt x="1315842" y="144553"/>
                </a:cubicBezTo>
                <a:cubicBezTo>
                  <a:pt x="1325638" y="123707"/>
                  <a:pt x="1338510" y="106962"/>
                  <a:pt x="1354457" y="94318"/>
                </a:cubicBezTo>
                <a:cubicBezTo>
                  <a:pt x="1367558" y="83839"/>
                  <a:pt x="1379860" y="78599"/>
                  <a:pt x="1391365" y="78599"/>
                </a:cubicBezTo>
                <a:cubicBezTo>
                  <a:pt x="1397744" y="78599"/>
                  <a:pt x="1402870" y="80478"/>
                  <a:pt x="1406743" y="84237"/>
                </a:cubicBezTo>
                <a:cubicBezTo>
                  <a:pt x="1410616" y="87882"/>
                  <a:pt x="1413463" y="94603"/>
                  <a:pt x="1415286" y="104400"/>
                </a:cubicBezTo>
                <a:lnTo>
                  <a:pt x="1421438" y="83383"/>
                </a:lnTo>
                <a:lnTo>
                  <a:pt x="1461933" y="80991"/>
                </a:lnTo>
                <a:moveTo>
                  <a:pt x="1407256" y="113455"/>
                </a:moveTo>
                <a:cubicBezTo>
                  <a:pt x="1407256" y="104229"/>
                  <a:pt x="1405832" y="97565"/>
                  <a:pt x="1402984" y="93464"/>
                </a:cubicBezTo>
                <a:cubicBezTo>
                  <a:pt x="1400934" y="90616"/>
                  <a:pt x="1398143" y="89193"/>
                  <a:pt x="1394612" y="89193"/>
                </a:cubicBezTo>
                <a:cubicBezTo>
                  <a:pt x="1391080" y="89193"/>
                  <a:pt x="1387435" y="90901"/>
                  <a:pt x="1383676" y="94318"/>
                </a:cubicBezTo>
                <a:cubicBezTo>
                  <a:pt x="1376043" y="101381"/>
                  <a:pt x="1367785" y="115734"/>
                  <a:pt x="1358900" y="137377"/>
                </a:cubicBezTo>
                <a:cubicBezTo>
                  <a:pt x="1350130" y="158906"/>
                  <a:pt x="1345744" y="177530"/>
                  <a:pt x="1345744" y="193250"/>
                </a:cubicBezTo>
                <a:cubicBezTo>
                  <a:pt x="1345744" y="199287"/>
                  <a:pt x="1346713" y="203673"/>
                  <a:pt x="1348649" y="206407"/>
                </a:cubicBezTo>
                <a:cubicBezTo>
                  <a:pt x="1350699" y="209027"/>
                  <a:pt x="1352920" y="210337"/>
                  <a:pt x="1355313" y="210337"/>
                </a:cubicBezTo>
                <a:cubicBezTo>
                  <a:pt x="1360438" y="210337"/>
                  <a:pt x="1365621" y="207375"/>
                  <a:pt x="1370860" y="201452"/>
                </a:cubicBezTo>
                <a:cubicBezTo>
                  <a:pt x="1378379" y="193022"/>
                  <a:pt x="1385157" y="182713"/>
                  <a:pt x="1391194" y="170525"/>
                </a:cubicBezTo>
                <a:cubicBezTo>
                  <a:pt x="1401901" y="149110"/>
                  <a:pt x="1407256" y="130087"/>
                  <a:pt x="1407256" y="113455"/>
                </a:cubicBezTo>
                <a:moveTo>
                  <a:pt x="1580001" y="0"/>
                </a:moveTo>
                <a:lnTo>
                  <a:pt x="1523445" y="192396"/>
                </a:lnTo>
                <a:cubicBezTo>
                  <a:pt x="1520141" y="203787"/>
                  <a:pt x="1518490" y="210906"/>
                  <a:pt x="1518490" y="213754"/>
                </a:cubicBezTo>
                <a:cubicBezTo>
                  <a:pt x="1518490" y="215235"/>
                  <a:pt x="1518945" y="216488"/>
                  <a:pt x="1519856" y="217513"/>
                </a:cubicBezTo>
                <a:cubicBezTo>
                  <a:pt x="1520882" y="218538"/>
                  <a:pt x="1521964" y="219051"/>
                  <a:pt x="1523103" y="219051"/>
                </a:cubicBezTo>
                <a:cubicBezTo>
                  <a:pt x="1525154" y="219051"/>
                  <a:pt x="1527090" y="218254"/>
                  <a:pt x="1528913" y="216659"/>
                </a:cubicBezTo>
                <a:cubicBezTo>
                  <a:pt x="1534381" y="212216"/>
                  <a:pt x="1540475" y="204698"/>
                  <a:pt x="1547195" y="194104"/>
                </a:cubicBezTo>
                <a:lnTo>
                  <a:pt x="1553859" y="197180"/>
                </a:lnTo>
                <a:cubicBezTo>
                  <a:pt x="1543038" y="214494"/>
                  <a:pt x="1532387" y="226854"/>
                  <a:pt x="1521907" y="234258"/>
                </a:cubicBezTo>
                <a:cubicBezTo>
                  <a:pt x="1514730" y="239270"/>
                  <a:pt x="1507099" y="241776"/>
                  <a:pt x="1499011" y="241776"/>
                </a:cubicBezTo>
                <a:cubicBezTo>
                  <a:pt x="1491493" y="241776"/>
                  <a:pt x="1485513" y="239783"/>
                  <a:pt x="1481070" y="235796"/>
                </a:cubicBezTo>
                <a:cubicBezTo>
                  <a:pt x="1476628" y="231695"/>
                  <a:pt x="1474406" y="226797"/>
                  <a:pt x="1474406" y="221101"/>
                </a:cubicBezTo>
                <a:cubicBezTo>
                  <a:pt x="1474406" y="216887"/>
                  <a:pt x="1475774" y="210109"/>
                  <a:pt x="1478507" y="200768"/>
                </a:cubicBezTo>
                <a:lnTo>
                  <a:pt x="1524641" y="43229"/>
                </a:lnTo>
                <a:cubicBezTo>
                  <a:pt x="1527147" y="34572"/>
                  <a:pt x="1528399" y="28820"/>
                  <a:pt x="1528399" y="25972"/>
                </a:cubicBezTo>
                <a:cubicBezTo>
                  <a:pt x="1528399" y="23238"/>
                  <a:pt x="1527204" y="21074"/>
                  <a:pt x="1524812" y="19479"/>
                </a:cubicBezTo>
                <a:cubicBezTo>
                  <a:pt x="1521622" y="17201"/>
                  <a:pt x="1516781" y="16233"/>
                  <a:pt x="1510287" y="16574"/>
                </a:cubicBezTo>
                <a:lnTo>
                  <a:pt x="1512168" y="10081"/>
                </a:lnTo>
                <a:lnTo>
                  <a:pt x="1569750" y="0"/>
                </a:lnTo>
                <a:lnTo>
                  <a:pt x="1580001" y="0"/>
                </a:lnTo>
                <a:moveTo>
                  <a:pt x="1858343" y="0"/>
                </a:moveTo>
                <a:lnTo>
                  <a:pt x="1839035" y="78599"/>
                </a:lnTo>
                <a:lnTo>
                  <a:pt x="1833397" y="78599"/>
                </a:lnTo>
                <a:cubicBezTo>
                  <a:pt x="1832144" y="66296"/>
                  <a:pt x="1829923" y="56443"/>
                  <a:pt x="1826733" y="49039"/>
                </a:cubicBezTo>
                <a:cubicBezTo>
                  <a:pt x="1821948" y="38331"/>
                  <a:pt x="1815570" y="30073"/>
                  <a:pt x="1807595" y="24263"/>
                </a:cubicBezTo>
                <a:cubicBezTo>
                  <a:pt x="1799736" y="18454"/>
                  <a:pt x="1791192" y="15549"/>
                  <a:pt x="1781965" y="15549"/>
                </a:cubicBezTo>
                <a:cubicBezTo>
                  <a:pt x="1773080" y="15549"/>
                  <a:pt x="1765277" y="18966"/>
                  <a:pt x="1758557" y="25801"/>
                </a:cubicBezTo>
                <a:cubicBezTo>
                  <a:pt x="1751950" y="32522"/>
                  <a:pt x="1748646" y="40154"/>
                  <a:pt x="1748646" y="48697"/>
                </a:cubicBezTo>
                <a:cubicBezTo>
                  <a:pt x="1748646" y="57127"/>
                  <a:pt x="1750926" y="65442"/>
                  <a:pt x="1755482" y="73644"/>
                </a:cubicBezTo>
                <a:cubicBezTo>
                  <a:pt x="1760151" y="81731"/>
                  <a:pt x="1771087" y="93977"/>
                  <a:pt x="1788287" y="110380"/>
                </a:cubicBezTo>
                <a:cubicBezTo>
                  <a:pt x="1802072" y="123479"/>
                  <a:pt x="1811297" y="134757"/>
                  <a:pt x="1815968" y="144211"/>
                </a:cubicBezTo>
                <a:cubicBezTo>
                  <a:pt x="1820753" y="153666"/>
                  <a:pt x="1823144" y="163918"/>
                  <a:pt x="1823144" y="174967"/>
                </a:cubicBezTo>
                <a:cubicBezTo>
                  <a:pt x="1823144" y="187384"/>
                  <a:pt x="1819841" y="198832"/>
                  <a:pt x="1813235" y="209311"/>
                </a:cubicBezTo>
                <a:cubicBezTo>
                  <a:pt x="1806628" y="219791"/>
                  <a:pt x="1797002" y="227936"/>
                  <a:pt x="1784358" y="233745"/>
                </a:cubicBezTo>
                <a:cubicBezTo>
                  <a:pt x="1771828" y="239441"/>
                  <a:pt x="1757589" y="242289"/>
                  <a:pt x="1741641" y="242289"/>
                </a:cubicBezTo>
                <a:cubicBezTo>
                  <a:pt x="1731845" y="242289"/>
                  <a:pt x="1719486" y="240808"/>
                  <a:pt x="1704563" y="237846"/>
                </a:cubicBezTo>
                <a:cubicBezTo>
                  <a:pt x="1689754" y="234998"/>
                  <a:pt x="1679902" y="233575"/>
                  <a:pt x="1675004" y="233575"/>
                </a:cubicBezTo>
                <a:cubicBezTo>
                  <a:pt x="1671130" y="233575"/>
                  <a:pt x="1667656" y="234201"/>
                  <a:pt x="1664581" y="235454"/>
                </a:cubicBezTo>
                <a:cubicBezTo>
                  <a:pt x="1661504" y="236593"/>
                  <a:pt x="1657689" y="238871"/>
                  <a:pt x="1653133" y="242289"/>
                </a:cubicBezTo>
                <a:lnTo>
                  <a:pt x="1646469" y="242289"/>
                </a:lnTo>
                <a:lnTo>
                  <a:pt x="1667144" y="153951"/>
                </a:lnTo>
                <a:lnTo>
                  <a:pt x="1673636" y="153951"/>
                </a:lnTo>
                <a:cubicBezTo>
                  <a:pt x="1675117" y="169443"/>
                  <a:pt x="1678250" y="182656"/>
                  <a:pt x="1683034" y="193592"/>
                </a:cubicBezTo>
                <a:cubicBezTo>
                  <a:pt x="1687818" y="204414"/>
                  <a:pt x="1694653" y="212900"/>
                  <a:pt x="1703538" y="219051"/>
                </a:cubicBezTo>
                <a:cubicBezTo>
                  <a:pt x="1712423" y="225088"/>
                  <a:pt x="1722561" y="228107"/>
                  <a:pt x="1733953" y="228107"/>
                </a:cubicBezTo>
                <a:cubicBezTo>
                  <a:pt x="1745229" y="228107"/>
                  <a:pt x="1754628" y="224405"/>
                  <a:pt x="1762145" y="217000"/>
                </a:cubicBezTo>
                <a:cubicBezTo>
                  <a:pt x="1769777" y="209482"/>
                  <a:pt x="1773594" y="200711"/>
                  <a:pt x="1773594" y="190687"/>
                </a:cubicBezTo>
                <a:cubicBezTo>
                  <a:pt x="1773594" y="182144"/>
                  <a:pt x="1771429" y="173942"/>
                  <a:pt x="1767100" y="166082"/>
                </a:cubicBezTo>
                <a:cubicBezTo>
                  <a:pt x="1762886" y="158222"/>
                  <a:pt x="1753147" y="146774"/>
                  <a:pt x="1737882" y="131738"/>
                </a:cubicBezTo>
                <a:cubicBezTo>
                  <a:pt x="1722731" y="116702"/>
                  <a:pt x="1712252" y="103260"/>
                  <a:pt x="1706443" y="91414"/>
                </a:cubicBezTo>
                <a:cubicBezTo>
                  <a:pt x="1702228" y="82643"/>
                  <a:pt x="1700120" y="73302"/>
                  <a:pt x="1700120" y="63392"/>
                </a:cubicBezTo>
                <a:cubicBezTo>
                  <a:pt x="1700120" y="46191"/>
                  <a:pt x="1706899" y="31326"/>
                  <a:pt x="1720453" y="18795"/>
                </a:cubicBezTo>
                <a:cubicBezTo>
                  <a:pt x="1734009" y="6265"/>
                  <a:pt x="1751723" y="0"/>
                  <a:pt x="1773594" y="0"/>
                </a:cubicBezTo>
                <a:cubicBezTo>
                  <a:pt x="1783503" y="0"/>
                  <a:pt x="1796546" y="2221"/>
                  <a:pt x="1812721" y="6664"/>
                </a:cubicBezTo>
                <a:cubicBezTo>
                  <a:pt x="1822177" y="9284"/>
                  <a:pt x="1828841" y="10594"/>
                  <a:pt x="1832713" y="10594"/>
                </a:cubicBezTo>
                <a:cubicBezTo>
                  <a:pt x="1836016" y="10594"/>
                  <a:pt x="1838978" y="9910"/>
                  <a:pt x="1841598" y="8544"/>
                </a:cubicBezTo>
                <a:cubicBezTo>
                  <a:pt x="1844218" y="7063"/>
                  <a:pt x="1847293" y="4215"/>
                  <a:pt x="1850825" y="0"/>
                </a:cubicBezTo>
                <a:lnTo>
                  <a:pt x="1858343" y="0"/>
                </a:lnTo>
                <a:moveTo>
                  <a:pt x="1870133" y="88167"/>
                </a:moveTo>
                <a:lnTo>
                  <a:pt x="1926690" y="78599"/>
                </a:lnTo>
                <a:lnTo>
                  <a:pt x="1936941" y="78599"/>
                </a:lnTo>
                <a:lnTo>
                  <a:pt x="1929252" y="106450"/>
                </a:lnTo>
                <a:cubicBezTo>
                  <a:pt x="1941214" y="95515"/>
                  <a:pt x="1951009" y="88167"/>
                  <a:pt x="1958642" y="84408"/>
                </a:cubicBezTo>
                <a:cubicBezTo>
                  <a:pt x="1966273" y="80535"/>
                  <a:pt x="1973849" y="78599"/>
                  <a:pt x="1981367" y="78599"/>
                </a:cubicBezTo>
                <a:cubicBezTo>
                  <a:pt x="1992075" y="78599"/>
                  <a:pt x="2000333" y="82756"/>
                  <a:pt x="2006143" y="91072"/>
                </a:cubicBezTo>
                <a:cubicBezTo>
                  <a:pt x="2011953" y="99273"/>
                  <a:pt x="2014856" y="109355"/>
                  <a:pt x="2014856" y="121315"/>
                </a:cubicBezTo>
                <a:cubicBezTo>
                  <a:pt x="2014856" y="154008"/>
                  <a:pt x="2003523" y="182998"/>
                  <a:pt x="1980855" y="208286"/>
                </a:cubicBezTo>
                <a:cubicBezTo>
                  <a:pt x="1960806" y="230613"/>
                  <a:pt x="1938934" y="241776"/>
                  <a:pt x="1915242" y="241776"/>
                </a:cubicBezTo>
                <a:cubicBezTo>
                  <a:pt x="1911027" y="241776"/>
                  <a:pt x="1907439" y="241377"/>
                  <a:pt x="1904477" y="240580"/>
                </a:cubicBezTo>
                <a:cubicBezTo>
                  <a:pt x="1901516" y="239783"/>
                  <a:pt x="1897357" y="238017"/>
                  <a:pt x="1892004" y="235283"/>
                </a:cubicBezTo>
                <a:lnTo>
                  <a:pt x="1883119" y="266039"/>
                </a:lnTo>
                <a:cubicBezTo>
                  <a:pt x="1879930" y="277203"/>
                  <a:pt x="1878334" y="285689"/>
                  <a:pt x="1878334" y="291498"/>
                </a:cubicBezTo>
                <a:cubicBezTo>
                  <a:pt x="1878334" y="295143"/>
                  <a:pt x="1879588" y="297991"/>
                  <a:pt x="1882093" y="300042"/>
                </a:cubicBezTo>
                <a:cubicBezTo>
                  <a:pt x="1884599" y="302206"/>
                  <a:pt x="1890466" y="304028"/>
                  <a:pt x="1899693" y="305509"/>
                </a:cubicBezTo>
                <a:lnTo>
                  <a:pt x="1898154" y="311831"/>
                </a:lnTo>
                <a:lnTo>
                  <a:pt x="1806229" y="311831"/>
                </a:lnTo>
                <a:lnTo>
                  <a:pt x="1807937" y="305509"/>
                </a:lnTo>
                <a:cubicBezTo>
                  <a:pt x="1815228" y="305282"/>
                  <a:pt x="1821322" y="302946"/>
                  <a:pt x="1826221" y="298504"/>
                </a:cubicBezTo>
                <a:cubicBezTo>
                  <a:pt x="1831005" y="294061"/>
                  <a:pt x="1835504" y="284493"/>
                  <a:pt x="1839719" y="269798"/>
                </a:cubicBezTo>
                <a:lnTo>
                  <a:pt x="1881410" y="126100"/>
                </a:lnTo>
                <a:cubicBezTo>
                  <a:pt x="1884486" y="115392"/>
                  <a:pt x="1886024" y="107817"/>
                  <a:pt x="1886024" y="103374"/>
                </a:cubicBezTo>
                <a:cubicBezTo>
                  <a:pt x="1886024" y="101438"/>
                  <a:pt x="1885568" y="99843"/>
                  <a:pt x="1884656" y="98590"/>
                </a:cubicBezTo>
                <a:cubicBezTo>
                  <a:pt x="1883746" y="97223"/>
                  <a:pt x="1882378" y="96255"/>
                  <a:pt x="1880556" y="95685"/>
                </a:cubicBezTo>
                <a:cubicBezTo>
                  <a:pt x="1878733" y="95116"/>
                  <a:pt x="1874632" y="94831"/>
                  <a:pt x="1868253" y="94831"/>
                </a:cubicBezTo>
                <a:lnTo>
                  <a:pt x="1870133" y="88167"/>
                </a:lnTo>
                <a:moveTo>
                  <a:pt x="1896788" y="219393"/>
                </a:moveTo>
                <a:cubicBezTo>
                  <a:pt x="1900205" y="224974"/>
                  <a:pt x="1903280" y="228733"/>
                  <a:pt x="1906015" y="230670"/>
                </a:cubicBezTo>
                <a:cubicBezTo>
                  <a:pt x="1908748" y="232492"/>
                  <a:pt x="1911938" y="233404"/>
                  <a:pt x="1915584" y="233404"/>
                </a:cubicBezTo>
                <a:cubicBezTo>
                  <a:pt x="1919229" y="233404"/>
                  <a:pt x="1922760" y="232436"/>
                  <a:pt x="1926177" y="230499"/>
                </a:cubicBezTo>
                <a:cubicBezTo>
                  <a:pt x="1929709" y="228449"/>
                  <a:pt x="1934036" y="224405"/>
                  <a:pt x="1939163" y="218367"/>
                </a:cubicBezTo>
                <a:cubicBezTo>
                  <a:pt x="1944289" y="212330"/>
                  <a:pt x="1949187" y="204584"/>
                  <a:pt x="1953858" y="195130"/>
                </a:cubicBezTo>
                <a:cubicBezTo>
                  <a:pt x="1958642" y="185675"/>
                  <a:pt x="1962458" y="174967"/>
                  <a:pt x="1965306" y="163007"/>
                </a:cubicBezTo>
                <a:cubicBezTo>
                  <a:pt x="1968153" y="150932"/>
                  <a:pt x="1969577" y="139427"/>
                  <a:pt x="1969577" y="128492"/>
                </a:cubicBezTo>
                <a:cubicBezTo>
                  <a:pt x="1969577" y="119721"/>
                  <a:pt x="1967982" y="113342"/>
                  <a:pt x="1964792" y="109355"/>
                </a:cubicBezTo>
                <a:cubicBezTo>
                  <a:pt x="1961717" y="105368"/>
                  <a:pt x="1957958" y="103374"/>
                  <a:pt x="1953516" y="103374"/>
                </a:cubicBezTo>
                <a:cubicBezTo>
                  <a:pt x="1949529" y="103374"/>
                  <a:pt x="1945770" y="104400"/>
                  <a:pt x="1942239" y="106450"/>
                </a:cubicBezTo>
                <a:cubicBezTo>
                  <a:pt x="1937113" y="109412"/>
                  <a:pt x="1931075" y="114936"/>
                  <a:pt x="1924127" y="123024"/>
                </a:cubicBezTo>
                <a:lnTo>
                  <a:pt x="1896788" y="219393"/>
                </a:lnTo>
                <a:moveTo>
                  <a:pt x="2191533" y="80991"/>
                </a:moveTo>
                <a:lnTo>
                  <a:pt x="2158384" y="194617"/>
                </a:lnTo>
                <a:lnTo>
                  <a:pt x="2154967" y="208457"/>
                </a:lnTo>
                <a:cubicBezTo>
                  <a:pt x="2154625" y="210166"/>
                  <a:pt x="2154455" y="211419"/>
                  <a:pt x="2154455" y="212216"/>
                </a:cubicBezTo>
                <a:cubicBezTo>
                  <a:pt x="2154455" y="213583"/>
                  <a:pt x="2154910" y="214779"/>
                  <a:pt x="2155822" y="215804"/>
                </a:cubicBezTo>
                <a:cubicBezTo>
                  <a:pt x="2156846" y="216830"/>
                  <a:pt x="2157872" y="217342"/>
                  <a:pt x="2158897" y="217342"/>
                </a:cubicBezTo>
                <a:cubicBezTo>
                  <a:pt x="2161289" y="217342"/>
                  <a:pt x="2164593" y="215520"/>
                  <a:pt x="2168807" y="211875"/>
                </a:cubicBezTo>
                <a:cubicBezTo>
                  <a:pt x="2170516" y="210394"/>
                  <a:pt x="2174617" y="205154"/>
                  <a:pt x="2181110" y="196155"/>
                </a:cubicBezTo>
                <a:lnTo>
                  <a:pt x="2187090" y="199231"/>
                </a:lnTo>
                <a:cubicBezTo>
                  <a:pt x="2179002" y="214039"/>
                  <a:pt x="2170344" y="224860"/>
                  <a:pt x="2161119" y="231695"/>
                </a:cubicBezTo>
                <a:cubicBezTo>
                  <a:pt x="2152005" y="238416"/>
                  <a:pt x="2142151" y="241776"/>
                  <a:pt x="2131558" y="241776"/>
                </a:cubicBezTo>
                <a:cubicBezTo>
                  <a:pt x="2125065" y="241776"/>
                  <a:pt x="2120110" y="240125"/>
                  <a:pt x="2116693" y="236821"/>
                </a:cubicBezTo>
                <a:cubicBezTo>
                  <a:pt x="2113276" y="233404"/>
                  <a:pt x="2111567" y="229132"/>
                  <a:pt x="2111567" y="224006"/>
                </a:cubicBezTo>
                <a:cubicBezTo>
                  <a:pt x="2111567" y="219564"/>
                  <a:pt x="2113390" y="211305"/>
                  <a:pt x="2117035" y="199231"/>
                </a:cubicBezTo>
                <a:lnTo>
                  <a:pt x="2121136" y="185390"/>
                </a:lnTo>
                <a:cubicBezTo>
                  <a:pt x="2107922" y="208059"/>
                  <a:pt x="2095221" y="224120"/>
                  <a:pt x="2083032" y="233575"/>
                </a:cubicBezTo>
                <a:cubicBezTo>
                  <a:pt x="2075970" y="239042"/>
                  <a:pt x="2068452" y="241776"/>
                  <a:pt x="2060478" y="241776"/>
                </a:cubicBezTo>
                <a:cubicBezTo>
                  <a:pt x="2049998" y="241776"/>
                  <a:pt x="2042424" y="237504"/>
                  <a:pt x="2037753" y="228961"/>
                </a:cubicBezTo>
                <a:cubicBezTo>
                  <a:pt x="2033082" y="220304"/>
                  <a:pt x="2030747" y="210565"/>
                  <a:pt x="2030747" y="199743"/>
                </a:cubicBezTo>
                <a:cubicBezTo>
                  <a:pt x="2030747" y="183682"/>
                  <a:pt x="2035645" y="165285"/>
                  <a:pt x="2045442" y="144553"/>
                </a:cubicBezTo>
                <a:cubicBezTo>
                  <a:pt x="2055238" y="123707"/>
                  <a:pt x="2068110" y="106962"/>
                  <a:pt x="2084058" y="94318"/>
                </a:cubicBezTo>
                <a:cubicBezTo>
                  <a:pt x="2097157" y="83839"/>
                  <a:pt x="2109459" y="78599"/>
                  <a:pt x="2120965" y="78599"/>
                </a:cubicBezTo>
                <a:cubicBezTo>
                  <a:pt x="2127344" y="78599"/>
                  <a:pt x="2132469" y="80478"/>
                  <a:pt x="2136343" y="84237"/>
                </a:cubicBezTo>
                <a:cubicBezTo>
                  <a:pt x="2140215" y="87882"/>
                  <a:pt x="2143063" y="94603"/>
                  <a:pt x="2144886" y="104400"/>
                </a:cubicBezTo>
                <a:lnTo>
                  <a:pt x="2151037" y="83383"/>
                </a:lnTo>
                <a:lnTo>
                  <a:pt x="2191533" y="80991"/>
                </a:lnTo>
                <a:moveTo>
                  <a:pt x="2136855" y="113455"/>
                </a:moveTo>
                <a:cubicBezTo>
                  <a:pt x="2136855" y="104229"/>
                  <a:pt x="2135431" y="97565"/>
                  <a:pt x="2132584" y="93464"/>
                </a:cubicBezTo>
                <a:cubicBezTo>
                  <a:pt x="2130533" y="90616"/>
                  <a:pt x="2127743" y="89193"/>
                  <a:pt x="2124211" y="89193"/>
                </a:cubicBezTo>
                <a:cubicBezTo>
                  <a:pt x="2120680" y="89193"/>
                  <a:pt x="2117035" y="90901"/>
                  <a:pt x="2113276" y="94318"/>
                </a:cubicBezTo>
                <a:cubicBezTo>
                  <a:pt x="2105644" y="101381"/>
                  <a:pt x="2097385" y="115734"/>
                  <a:pt x="2088500" y="137377"/>
                </a:cubicBezTo>
                <a:cubicBezTo>
                  <a:pt x="2079729" y="158906"/>
                  <a:pt x="2075343" y="177530"/>
                  <a:pt x="2075343" y="193250"/>
                </a:cubicBezTo>
                <a:cubicBezTo>
                  <a:pt x="2075343" y="199287"/>
                  <a:pt x="2076312" y="203673"/>
                  <a:pt x="2078248" y="206407"/>
                </a:cubicBezTo>
                <a:cubicBezTo>
                  <a:pt x="2080299" y="209027"/>
                  <a:pt x="2082520" y="210337"/>
                  <a:pt x="2084912" y="210337"/>
                </a:cubicBezTo>
                <a:cubicBezTo>
                  <a:pt x="2090038" y="210337"/>
                  <a:pt x="2095221" y="207375"/>
                  <a:pt x="2100461" y="201452"/>
                </a:cubicBezTo>
                <a:cubicBezTo>
                  <a:pt x="2107978" y="193022"/>
                  <a:pt x="2114756" y="182713"/>
                  <a:pt x="2120794" y="170525"/>
                </a:cubicBezTo>
                <a:cubicBezTo>
                  <a:pt x="2131502" y="149110"/>
                  <a:pt x="2136855" y="130087"/>
                  <a:pt x="2136855" y="113455"/>
                </a:cubicBezTo>
                <a:moveTo>
                  <a:pt x="2330276" y="195813"/>
                </a:moveTo>
                <a:lnTo>
                  <a:pt x="2335402" y="200426"/>
                </a:lnTo>
                <a:cubicBezTo>
                  <a:pt x="2324353" y="213640"/>
                  <a:pt x="2313474" y="223322"/>
                  <a:pt x="2302767" y="229474"/>
                </a:cubicBezTo>
                <a:cubicBezTo>
                  <a:pt x="2288527" y="237675"/>
                  <a:pt x="2273777" y="241776"/>
                  <a:pt x="2258512" y="241776"/>
                </a:cubicBezTo>
                <a:cubicBezTo>
                  <a:pt x="2248261" y="241776"/>
                  <a:pt x="2239147" y="239612"/>
                  <a:pt x="2231174" y="235283"/>
                </a:cubicBezTo>
                <a:cubicBezTo>
                  <a:pt x="2223314" y="230841"/>
                  <a:pt x="2217505" y="224689"/>
                  <a:pt x="2213746" y="216830"/>
                </a:cubicBezTo>
                <a:cubicBezTo>
                  <a:pt x="2209987" y="208856"/>
                  <a:pt x="2208106" y="200711"/>
                  <a:pt x="2208106" y="192396"/>
                </a:cubicBezTo>
                <a:cubicBezTo>
                  <a:pt x="2208106" y="173714"/>
                  <a:pt x="2213176" y="155375"/>
                  <a:pt x="2223314" y="137377"/>
                </a:cubicBezTo>
                <a:cubicBezTo>
                  <a:pt x="2233452" y="119265"/>
                  <a:pt x="2246836" y="104969"/>
                  <a:pt x="2263468" y="94489"/>
                </a:cubicBezTo>
                <a:cubicBezTo>
                  <a:pt x="2280099" y="83895"/>
                  <a:pt x="2296445" y="78599"/>
                  <a:pt x="2312506" y="78599"/>
                </a:cubicBezTo>
                <a:cubicBezTo>
                  <a:pt x="2325378" y="78599"/>
                  <a:pt x="2335061" y="81446"/>
                  <a:pt x="2341553" y="87142"/>
                </a:cubicBezTo>
                <a:cubicBezTo>
                  <a:pt x="2348046" y="92838"/>
                  <a:pt x="2351292" y="99900"/>
                  <a:pt x="2351292" y="108329"/>
                </a:cubicBezTo>
                <a:cubicBezTo>
                  <a:pt x="2351292" y="115961"/>
                  <a:pt x="2348844" y="122454"/>
                  <a:pt x="2343946" y="127808"/>
                </a:cubicBezTo>
                <a:cubicBezTo>
                  <a:pt x="2339048" y="133162"/>
                  <a:pt x="2333580" y="135839"/>
                  <a:pt x="2327542" y="135839"/>
                </a:cubicBezTo>
                <a:cubicBezTo>
                  <a:pt x="2322302" y="135839"/>
                  <a:pt x="2317916" y="134130"/>
                  <a:pt x="2314385" y="130713"/>
                </a:cubicBezTo>
                <a:cubicBezTo>
                  <a:pt x="2310968" y="127296"/>
                  <a:pt x="2309259" y="123252"/>
                  <a:pt x="2309259" y="118582"/>
                </a:cubicBezTo>
                <a:cubicBezTo>
                  <a:pt x="2309259" y="112430"/>
                  <a:pt x="2312336" y="107076"/>
                  <a:pt x="2318486" y="102520"/>
                </a:cubicBezTo>
                <a:cubicBezTo>
                  <a:pt x="2322702" y="99331"/>
                  <a:pt x="2324808" y="96540"/>
                  <a:pt x="2324808" y="94148"/>
                </a:cubicBezTo>
                <a:cubicBezTo>
                  <a:pt x="2324808" y="92097"/>
                  <a:pt x="2323954" y="90445"/>
                  <a:pt x="2322245" y="89193"/>
                </a:cubicBezTo>
                <a:cubicBezTo>
                  <a:pt x="2319967" y="87370"/>
                  <a:pt x="2317005" y="86459"/>
                  <a:pt x="2313360" y="86459"/>
                </a:cubicBezTo>
                <a:cubicBezTo>
                  <a:pt x="2303791" y="86459"/>
                  <a:pt x="2294793" y="90332"/>
                  <a:pt x="2286364" y="98077"/>
                </a:cubicBezTo>
                <a:cubicBezTo>
                  <a:pt x="2275200" y="108329"/>
                  <a:pt x="2266656" y="121315"/>
                  <a:pt x="2260733" y="137035"/>
                </a:cubicBezTo>
                <a:cubicBezTo>
                  <a:pt x="2254810" y="152755"/>
                  <a:pt x="2251848" y="167677"/>
                  <a:pt x="2251848" y="181802"/>
                </a:cubicBezTo>
                <a:cubicBezTo>
                  <a:pt x="2251848" y="192965"/>
                  <a:pt x="2254866" y="201907"/>
                  <a:pt x="2260905" y="208628"/>
                </a:cubicBezTo>
                <a:cubicBezTo>
                  <a:pt x="2266942" y="215235"/>
                  <a:pt x="2274117" y="218538"/>
                  <a:pt x="2282434" y="218538"/>
                </a:cubicBezTo>
                <a:cubicBezTo>
                  <a:pt x="2289723" y="218538"/>
                  <a:pt x="2297584" y="216659"/>
                  <a:pt x="2306013" y="212900"/>
                </a:cubicBezTo>
                <a:cubicBezTo>
                  <a:pt x="2314557" y="209141"/>
                  <a:pt x="2322645" y="203445"/>
                  <a:pt x="2330276" y="195813"/>
                </a:cubicBezTo>
                <a:moveTo>
                  <a:pt x="2409045" y="172917"/>
                </a:moveTo>
                <a:cubicBezTo>
                  <a:pt x="2408021" y="180321"/>
                  <a:pt x="2407508" y="186415"/>
                  <a:pt x="2407508" y="191200"/>
                </a:cubicBezTo>
                <a:cubicBezTo>
                  <a:pt x="2407508" y="199743"/>
                  <a:pt x="2409957" y="206578"/>
                  <a:pt x="2414855" y="211704"/>
                </a:cubicBezTo>
                <a:cubicBezTo>
                  <a:pt x="2419868" y="216830"/>
                  <a:pt x="2426532" y="219393"/>
                  <a:pt x="2434847" y="219393"/>
                </a:cubicBezTo>
                <a:cubicBezTo>
                  <a:pt x="2442820" y="219393"/>
                  <a:pt x="2450794" y="217456"/>
                  <a:pt x="2458767" y="213583"/>
                </a:cubicBezTo>
                <a:cubicBezTo>
                  <a:pt x="2466855" y="209710"/>
                  <a:pt x="2476197" y="202932"/>
                  <a:pt x="2486790" y="193250"/>
                </a:cubicBezTo>
                <a:lnTo>
                  <a:pt x="2491916" y="197864"/>
                </a:lnTo>
                <a:cubicBezTo>
                  <a:pt x="2478815" y="213697"/>
                  <a:pt x="2466058" y="224974"/>
                  <a:pt x="2453641" y="231695"/>
                </a:cubicBezTo>
                <a:cubicBezTo>
                  <a:pt x="2441225" y="238416"/>
                  <a:pt x="2427499" y="241776"/>
                  <a:pt x="2412463" y="241776"/>
                </a:cubicBezTo>
                <a:cubicBezTo>
                  <a:pt x="2393439" y="241776"/>
                  <a:pt x="2380283" y="237220"/>
                  <a:pt x="2372993" y="228107"/>
                </a:cubicBezTo>
                <a:cubicBezTo>
                  <a:pt x="2365703" y="218994"/>
                  <a:pt x="2362058" y="208457"/>
                  <a:pt x="2362058" y="196497"/>
                </a:cubicBezTo>
                <a:cubicBezTo>
                  <a:pt x="2362058" y="177815"/>
                  <a:pt x="2367468" y="159134"/>
                  <a:pt x="2378290" y="140452"/>
                </a:cubicBezTo>
                <a:cubicBezTo>
                  <a:pt x="2389225" y="121771"/>
                  <a:pt x="2404034" y="106792"/>
                  <a:pt x="2422715" y="95515"/>
                </a:cubicBezTo>
                <a:cubicBezTo>
                  <a:pt x="2441510" y="84237"/>
                  <a:pt x="2460363" y="78599"/>
                  <a:pt x="2479272" y="78599"/>
                </a:cubicBezTo>
                <a:cubicBezTo>
                  <a:pt x="2488841" y="78599"/>
                  <a:pt x="2496074" y="80877"/>
                  <a:pt x="2500971" y="85433"/>
                </a:cubicBezTo>
                <a:cubicBezTo>
                  <a:pt x="2505871" y="89990"/>
                  <a:pt x="2508319" y="95742"/>
                  <a:pt x="2508319" y="102691"/>
                </a:cubicBezTo>
                <a:cubicBezTo>
                  <a:pt x="2508319" y="111006"/>
                  <a:pt x="2505927" y="119094"/>
                  <a:pt x="2501143" y="126954"/>
                </a:cubicBezTo>
                <a:cubicBezTo>
                  <a:pt x="2494536" y="137661"/>
                  <a:pt x="2486220" y="146319"/>
                  <a:pt x="2476197" y="152926"/>
                </a:cubicBezTo>
                <a:cubicBezTo>
                  <a:pt x="2466171" y="159418"/>
                  <a:pt x="2454952" y="164374"/>
                  <a:pt x="2442536" y="167791"/>
                </a:cubicBezTo>
                <a:cubicBezTo>
                  <a:pt x="2434220" y="170069"/>
                  <a:pt x="2423056" y="171778"/>
                  <a:pt x="2409045" y="172917"/>
                </a:cubicBezTo>
                <a:moveTo>
                  <a:pt x="2410583" y="164032"/>
                </a:moveTo>
                <a:cubicBezTo>
                  <a:pt x="2420608" y="162551"/>
                  <a:pt x="2428353" y="160558"/>
                  <a:pt x="2433821" y="158051"/>
                </a:cubicBezTo>
                <a:cubicBezTo>
                  <a:pt x="2439403" y="155432"/>
                  <a:pt x="2444814" y="151331"/>
                  <a:pt x="2450054" y="145749"/>
                </a:cubicBezTo>
                <a:cubicBezTo>
                  <a:pt x="2455408" y="140054"/>
                  <a:pt x="2460021" y="132934"/>
                  <a:pt x="2463893" y="124391"/>
                </a:cubicBezTo>
                <a:cubicBezTo>
                  <a:pt x="2467767" y="115734"/>
                  <a:pt x="2469703" y="107646"/>
                  <a:pt x="2469703" y="100128"/>
                </a:cubicBezTo>
                <a:cubicBezTo>
                  <a:pt x="2469703" y="96938"/>
                  <a:pt x="2468793" y="94432"/>
                  <a:pt x="2466969" y="92610"/>
                </a:cubicBezTo>
                <a:cubicBezTo>
                  <a:pt x="2465261" y="90787"/>
                  <a:pt x="2463039" y="89876"/>
                  <a:pt x="2460305" y="89876"/>
                </a:cubicBezTo>
                <a:cubicBezTo>
                  <a:pt x="2454838" y="89876"/>
                  <a:pt x="2448686" y="93692"/>
                  <a:pt x="2441852" y="101324"/>
                </a:cubicBezTo>
                <a:cubicBezTo>
                  <a:pt x="2429322" y="115221"/>
                  <a:pt x="2418899" y="136124"/>
                  <a:pt x="2410583" y="164032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4" name="path-4322">
            <a:extLst xmlns:a="http://schemas.openxmlformats.org/drawingml/2006/main">
              <a:ext uri="{FF2B5EF4-FFF2-40B4-BE49-F238E27FC236}">
                <a16:creationId xmlns:a16="http://schemas.microsoft.com/office/drawing/2014/main" id="{6D9CF726-0341-4747-84C8-A0E15AA6A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91293" y="1853090"/>
            <a:ext cx="4131121" cy="927494"/>
          </a:xfrm>
          <a:custGeom xmlns:a="http://schemas.openxmlformats.org/drawingml/2006/main">
            <a:pathLst>
              <a:path w="3530818" h="792718">
                <a:moveTo>
                  <a:pt x="96378" y="34233"/>
                </a:moveTo>
                <a:cubicBezTo>
                  <a:pt x="100102" y="13513"/>
                  <a:pt x="120183" y="0"/>
                  <a:pt x="140774" y="4382"/>
                </a:cubicBezTo>
                <a:cubicBezTo>
                  <a:pt x="306161" y="39581"/>
                  <a:pt x="995639" y="175728"/>
                  <a:pt x="1765409" y="175728"/>
                </a:cubicBezTo>
                <a:cubicBezTo>
                  <a:pt x="2535179" y="175728"/>
                  <a:pt x="3224657" y="39580"/>
                  <a:pt x="3390043" y="4382"/>
                </a:cubicBezTo>
                <a:cubicBezTo>
                  <a:pt x="3410635" y="0"/>
                  <a:pt x="3430716" y="13513"/>
                  <a:pt x="3434439" y="34233"/>
                </a:cubicBezTo>
                <a:lnTo>
                  <a:pt x="3527377" y="551449"/>
                </a:lnTo>
                <a:cubicBezTo>
                  <a:pt x="3530818" y="570598"/>
                  <a:pt x="3519199" y="588971"/>
                  <a:pt x="3500231" y="593300"/>
                </a:cubicBezTo>
                <a:cubicBezTo>
                  <a:pt x="3335112" y="630982"/>
                  <a:pt x="2579014" y="792718"/>
                  <a:pt x="1765409" y="792718"/>
                </a:cubicBezTo>
                <a:cubicBezTo>
                  <a:pt x="951803" y="792718"/>
                  <a:pt x="195704" y="630982"/>
                  <a:pt x="30587" y="593300"/>
                </a:cubicBezTo>
                <a:cubicBezTo>
                  <a:pt x="11617" y="588971"/>
                  <a:pt x="0" y="570598"/>
                  <a:pt x="3441" y="551448"/>
                </a:cubicBezTo>
                <a:lnTo>
                  <a:pt x="96378" y="34233"/>
                </a:lnTo>
              </a:path>
            </a:pathLst>
          </a:custGeom>
          <a:solidFill xmlns:a="http://schemas.openxmlformats.org/drawingml/2006/main">
            <a:srgbClr val="009F86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5" name="path-4323">
            <a:extLst xmlns:a="http://schemas.openxmlformats.org/drawingml/2006/main">
              <a:ext uri="{FF2B5EF4-FFF2-40B4-BE49-F238E27FC236}">
                <a16:creationId xmlns:a16="http://schemas.microsoft.com/office/drawing/2014/main" id="{B105C696-E88D-4A3D-A1EB-34B8079E38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95319" y="1858103"/>
            <a:ext cx="4123070" cy="922482"/>
          </a:xfrm>
          <a:custGeom xmlns:a="http://schemas.openxmlformats.org/drawingml/2006/main">
            <a:pathLst>
              <a:path w="3523936" h="788434">
                <a:moveTo>
                  <a:pt x="122" y="561174"/>
                </a:moveTo>
                <a:lnTo>
                  <a:pt x="5169" y="573648"/>
                </a:lnTo>
                <a:lnTo>
                  <a:pt x="14417" y="583344"/>
                </a:lnTo>
                <a:lnTo>
                  <a:pt x="27145" y="589016"/>
                </a:lnTo>
                <a:lnTo>
                  <a:pt x="32676" y="590274"/>
                </a:lnTo>
                <a:lnTo>
                  <a:pt x="38612" y="591616"/>
                </a:lnTo>
                <a:lnTo>
                  <a:pt x="44951" y="593040"/>
                </a:lnTo>
                <a:lnTo>
                  <a:pt x="51688" y="594544"/>
                </a:lnTo>
                <a:lnTo>
                  <a:pt x="58819" y="596125"/>
                </a:lnTo>
                <a:lnTo>
                  <a:pt x="66339" y="597782"/>
                </a:lnTo>
                <a:lnTo>
                  <a:pt x="74246" y="599511"/>
                </a:lnTo>
                <a:lnTo>
                  <a:pt x="82536" y="601312"/>
                </a:lnTo>
                <a:lnTo>
                  <a:pt x="91203" y="603182"/>
                </a:lnTo>
                <a:lnTo>
                  <a:pt x="100244" y="605119"/>
                </a:lnTo>
                <a:lnTo>
                  <a:pt x="109656" y="607121"/>
                </a:lnTo>
                <a:lnTo>
                  <a:pt x="119434" y="609185"/>
                </a:lnTo>
                <a:lnTo>
                  <a:pt x="129574" y="611310"/>
                </a:lnTo>
                <a:lnTo>
                  <a:pt x="140072" y="613493"/>
                </a:lnTo>
                <a:lnTo>
                  <a:pt x="150924" y="615732"/>
                </a:lnTo>
                <a:lnTo>
                  <a:pt x="162127" y="618025"/>
                </a:lnTo>
                <a:lnTo>
                  <a:pt x="173676" y="620370"/>
                </a:lnTo>
                <a:lnTo>
                  <a:pt x="185568" y="622765"/>
                </a:lnTo>
                <a:lnTo>
                  <a:pt x="197798" y="625208"/>
                </a:lnTo>
                <a:lnTo>
                  <a:pt x="210362" y="627696"/>
                </a:lnTo>
                <a:lnTo>
                  <a:pt x="223256" y="630228"/>
                </a:lnTo>
                <a:lnTo>
                  <a:pt x="236477" y="632801"/>
                </a:lnTo>
                <a:lnTo>
                  <a:pt x="250021" y="635413"/>
                </a:lnTo>
                <a:lnTo>
                  <a:pt x="263883" y="638063"/>
                </a:lnTo>
                <a:lnTo>
                  <a:pt x="278059" y="640747"/>
                </a:lnTo>
                <a:lnTo>
                  <a:pt x="292546" y="643463"/>
                </a:lnTo>
                <a:lnTo>
                  <a:pt x="307339" y="646211"/>
                </a:lnTo>
                <a:lnTo>
                  <a:pt x="322435" y="648987"/>
                </a:lnTo>
                <a:lnTo>
                  <a:pt x="337829" y="651789"/>
                </a:lnTo>
                <a:lnTo>
                  <a:pt x="353518" y="654616"/>
                </a:lnTo>
                <a:lnTo>
                  <a:pt x="369498" y="657465"/>
                </a:lnTo>
                <a:lnTo>
                  <a:pt x="385764" y="660333"/>
                </a:lnTo>
                <a:lnTo>
                  <a:pt x="402313" y="663220"/>
                </a:lnTo>
                <a:lnTo>
                  <a:pt x="419140" y="666122"/>
                </a:lnTo>
                <a:lnTo>
                  <a:pt x="436243" y="669038"/>
                </a:lnTo>
                <a:lnTo>
                  <a:pt x="453615" y="671965"/>
                </a:lnTo>
                <a:lnTo>
                  <a:pt x="471255" y="674902"/>
                </a:lnTo>
                <a:lnTo>
                  <a:pt x="489157" y="677845"/>
                </a:lnTo>
                <a:lnTo>
                  <a:pt x="507318" y="680794"/>
                </a:lnTo>
                <a:lnTo>
                  <a:pt x="525734" y="683746"/>
                </a:lnTo>
                <a:lnTo>
                  <a:pt x="544401" y="686698"/>
                </a:lnTo>
                <a:lnTo>
                  <a:pt x="563315" y="689649"/>
                </a:lnTo>
                <a:lnTo>
                  <a:pt x="582471" y="692597"/>
                </a:lnTo>
                <a:lnTo>
                  <a:pt x="601866" y="695539"/>
                </a:lnTo>
                <a:lnTo>
                  <a:pt x="621496" y="698474"/>
                </a:lnTo>
                <a:lnTo>
                  <a:pt x="641357" y="701398"/>
                </a:lnTo>
                <a:lnTo>
                  <a:pt x="661445" y="704310"/>
                </a:lnTo>
                <a:lnTo>
                  <a:pt x="681756" y="707209"/>
                </a:lnTo>
                <a:lnTo>
                  <a:pt x="702286" y="710091"/>
                </a:lnTo>
                <a:lnTo>
                  <a:pt x="723031" y="712954"/>
                </a:lnTo>
                <a:lnTo>
                  <a:pt x="743986" y="715798"/>
                </a:lnTo>
                <a:lnTo>
                  <a:pt x="765149" y="718618"/>
                </a:lnTo>
                <a:lnTo>
                  <a:pt x="786515" y="721414"/>
                </a:lnTo>
                <a:lnTo>
                  <a:pt x="808080" y="724182"/>
                </a:lnTo>
                <a:lnTo>
                  <a:pt x="829840" y="726922"/>
                </a:lnTo>
                <a:lnTo>
                  <a:pt x="851791" y="729630"/>
                </a:lnTo>
                <a:lnTo>
                  <a:pt x="873930" y="732306"/>
                </a:lnTo>
                <a:lnTo>
                  <a:pt x="896251" y="734945"/>
                </a:lnTo>
                <a:lnTo>
                  <a:pt x="918752" y="737547"/>
                </a:lnTo>
                <a:lnTo>
                  <a:pt x="941428" y="740110"/>
                </a:lnTo>
                <a:lnTo>
                  <a:pt x="964275" y="742630"/>
                </a:lnTo>
                <a:lnTo>
                  <a:pt x="987289" y="745107"/>
                </a:lnTo>
                <a:lnTo>
                  <a:pt x="1010466" y="747537"/>
                </a:lnTo>
                <a:lnTo>
                  <a:pt x="1033803" y="749920"/>
                </a:lnTo>
                <a:lnTo>
                  <a:pt x="1057295" y="752251"/>
                </a:lnTo>
                <a:lnTo>
                  <a:pt x="1080939" y="754531"/>
                </a:lnTo>
                <a:lnTo>
                  <a:pt x="1104730" y="756755"/>
                </a:lnTo>
                <a:lnTo>
                  <a:pt x="1128664" y="758923"/>
                </a:lnTo>
                <a:lnTo>
                  <a:pt x="1152737" y="761032"/>
                </a:lnTo>
                <a:lnTo>
                  <a:pt x="1176946" y="763080"/>
                </a:lnTo>
                <a:lnTo>
                  <a:pt x="1201286" y="765065"/>
                </a:lnTo>
                <a:lnTo>
                  <a:pt x="1225754" y="766984"/>
                </a:lnTo>
                <a:lnTo>
                  <a:pt x="1250345" y="768837"/>
                </a:lnTo>
                <a:lnTo>
                  <a:pt x="1275056" y="770619"/>
                </a:lnTo>
                <a:lnTo>
                  <a:pt x="1299882" y="772330"/>
                </a:lnTo>
                <a:lnTo>
                  <a:pt x="1324820" y="773967"/>
                </a:lnTo>
                <a:lnTo>
                  <a:pt x="1349865" y="775528"/>
                </a:lnTo>
                <a:lnTo>
                  <a:pt x="1375014" y="777011"/>
                </a:lnTo>
                <a:lnTo>
                  <a:pt x="1400262" y="778413"/>
                </a:lnTo>
                <a:lnTo>
                  <a:pt x="1425606" y="779734"/>
                </a:lnTo>
                <a:lnTo>
                  <a:pt x="1451042" y="780970"/>
                </a:lnTo>
                <a:lnTo>
                  <a:pt x="1476565" y="782119"/>
                </a:lnTo>
                <a:lnTo>
                  <a:pt x="1502172" y="783179"/>
                </a:lnTo>
                <a:lnTo>
                  <a:pt x="1527859" y="784149"/>
                </a:lnTo>
                <a:lnTo>
                  <a:pt x="1553621" y="785026"/>
                </a:lnTo>
                <a:lnTo>
                  <a:pt x="1579455" y="785807"/>
                </a:lnTo>
                <a:lnTo>
                  <a:pt x="1605357" y="786491"/>
                </a:lnTo>
                <a:lnTo>
                  <a:pt x="1631323" y="787076"/>
                </a:lnTo>
                <a:lnTo>
                  <a:pt x="1657348" y="787559"/>
                </a:lnTo>
                <a:lnTo>
                  <a:pt x="1683429" y="787939"/>
                </a:lnTo>
                <a:lnTo>
                  <a:pt x="1709562" y="788212"/>
                </a:lnTo>
                <a:lnTo>
                  <a:pt x="1735743" y="788378"/>
                </a:lnTo>
                <a:lnTo>
                  <a:pt x="1761968" y="788434"/>
                </a:lnTo>
                <a:lnTo>
                  <a:pt x="1788193" y="788378"/>
                </a:lnTo>
                <a:lnTo>
                  <a:pt x="1814374" y="788212"/>
                </a:lnTo>
                <a:lnTo>
                  <a:pt x="1840507" y="787939"/>
                </a:lnTo>
                <a:lnTo>
                  <a:pt x="1866588" y="787559"/>
                </a:lnTo>
                <a:lnTo>
                  <a:pt x="1892613" y="787076"/>
                </a:lnTo>
                <a:lnTo>
                  <a:pt x="1918579" y="786491"/>
                </a:lnTo>
                <a:lnTo>
                  <a:pt x="1944480" y="785807"/>
                </a:lnTo>
                <a:lnTo>
                  <a:pt x="1970314" y="785026"/>
                </a:lnTo>
                <a:lnTo>
                  <a:pt x="1996077" y="784149"/>
                </a:lnTo>
                <a:lnTo>
                  <a:pt x="2021763" y="783179"/>
                </a:lnTo>
                <a:lnTo>
                  <a:pt x="2047370" y="782119"/>
                </a:lnTo>
                <a:lnTo>
                  <a:pt x="2072893" y="780970"/>
                </a:lnTo>
                <a:lnTo>
                  <a:pt x="2098329" y="779734"/>
                </a:lnTo>
                <a:lnTo>
                  <a:pt x="2123673" y="778413"/>
                </a:lnTo>
                <a:lnTo>
                  <a:pt x="2148921" y="777011"/>
                </a:lnTo>
                <a:lnTo>
                  <a:pt x="2174070" y="775528"/>
                </a:lnTo>
                <a:lnTo>
                  <a:pt x="2199115" y="773967"/>
                </a:lnTo>
                <a:lnTo>
                  <a:pt x="2224053" y="772330"/>
                </a:lnTo>
                <a:lnTo>
                  <a:pt x="2248879" y="770619"/>
                </a:lnTo>
                <a:lnTo>
                  <a:pt x="2273590" y="768837"/>
                </a:lnTo>
                <a:lnTo>
                  <a:pt x="2298181" y="766984"/>
                </a:lnTo>
                <a:lnTo>
                  <a:pt x="2322649" y="765065"/>
                </a:lnTo>
                <a:lnTo>
                  <a:pt x="2346989" y="763080"/>
                </a:lnTo>
                <a:lnTo>
                  <a:pt x="2371198" y="761032"/>
                </a:lnTo>
                <a:lnTo>
                  <a:pt x="2395271" y="758923"/>
                </a:lnTo>
                <a:lnTo>
                  <a:pt x="2419205" y="756755"/>
                </a:lnTo>
                <a:lnTo>
                  <a:pt x="2442996" y="754531"/>
                </a:lnTo>
                <a:lnTo>
                  <a:pt x="2466639" y="752251"/>
                </a:lnTo>
                <a:lnTo>
                  <a:pt x="2490131" y="749920"/>
                </a:lnTo>
                <a:lnTo>
                  <a:pt x="2513468" y="747537"/>
                </a:lnTo>
                <a:lnTo>
                  <a:pt x="2536646" y="745107"/>
                </a:lnTo>
                <a:lnTo>
                  <a:pt x="2559660" y="742630"/>
                </a:lnTo>
                <a:lnTo>
                  <a:pt x="2582507" y="740110"/>
                </a:lnTo>
                <a:lnTo>
                  <a:pt x="2605183" y="737547"/>
                </a:lnTo>
                <a:lnTo>
                  <a:pt x="2627683" y="734945"/>
                </a:lnTo>
                <a:lnTo>
                  <a:pt x="2650005" y="732306"/>
                </a:lnTo>
                <a:lnTo>
                  <a:pt x="2672143" y="729630"/>
                </a:lnTo>
                <a:lnTo>
                  <a:pt x="2694094" y="726922"/>
                </a:lnTo>
                <a:lnTo>
                  <a:pt x="2715854" y="724182"/>
                </a:lnTo>
                <a:lnTo>
                  <a:pt x="2737419" y="721414"/>
                </a:lnTo>
                <a:lnTo>
                  <a:pt x="2758785" y="718618"/>
                </a:lnTo>
                <a:lnTo>
                  <a:pt x="2779948" y="715798"/>
                </a:lnTo>
                <a:lnTo>
                  <a:pt x="2800904" y="712954"/>
                </a:lnTo>
                <a:lnTo>
                  <a:pt x="2821648" y="710091"/>
                </a:lnTo>
                <a:lnTo>
                  <a:pt x="2842178" y="707209"/>
                </a:lnTo>
                <a:lnTo>
                  <a:pt x="2862489" y="704310"/>
                </a:lnTo>
                <a:lnTo>
                  <a:pt x="2882577" y="701398"/>
                </a:lnTo>
                <a:lnTo>
                  <a:pt x="2902438" y="698474"/>
                </a:lnTo>
                <a:lnTo>
                  <a:pt x="2922068" y="695539"/>
                </a:lnTo>
                <a:lnTo>
                  <a:pt x="2941463" y="692597"/>
                </a:lnTo>
                <a:lnTo>
                  <a:pt x="2960620" y="689650"/>
                </a:lnTo>
                <a:lnTo>
                  <a:pt x="2979533" y="686698"/>
                </a:lnTo>
                <a:lnTo>
                  <a:pt x="2998200" y="683746"/>
                </a:lnTo>
                <a:lnTo>
                  <a:pt x="3016616" y="680794"/>
                </a:lnTo>
                <a:lnTo>
                  <a:pt x="3034777" y="677845"/>
                </a:lnTo>
                <a:lnTo>
                  <a:pt x="3052679" y="674902"/>
                </a:lnTo>
                <a:lnTo>
                  <a:pt x="3070319" y="671965"/>
                </a:lnTo>
                <a:lnTo>
                  <a:pt x="3087692" y="669038"/>
                </a:lnTo>
                <a:lnTo>
                  <a:pt x="3104794" y="666122"/>
                </a:lnTo>
                <a:lnTo>
                  <a:pt x="3121621" y="663220"/>
                </a:lnTo>
                <a:lnTo>
                  <a:pt x="3138170" y="660333"/>
                </a:lnTo>
                <a:lnTo>
                  <a:pt x="3154436" y="657465"/>
                </a:lnTo>
                <a:lnTo>
                  <a:pt x="3170416" y="654616"/>
                </a:lnTo>
                <a:lnTo>
                  <a:pt x="3186105" y="651789"/>
                </a:lnTo>
                <a:lnTo>
                  <a:pt x="3201499" y="648987"/>
                </a:lnTo>
                <a:lnTo>
                  <a:pt x="3216595" y="646211"/>
                </a:lnTo>
                <a:lnTo>
                  <a:pt x="3231389" y="643464"/>
                </a:lnTo>
                <a:lnTo>
                  <a:pt x="3245875" y="640747"/>
                </a:lnTo>
                <a:lnTo>
                  <a:pt x="3260052" y="638063"/>
                </a:lnTo>
                <a:lnTo>
                  <a:pt x="3273914" y="635413"/>
                </a:lnTo>
                <a:lnTo>
                  <a:pt x="3287457" y="632801"/>
                </a:lnTo>
                <a:lnTo>
                  <a:pt x="3300678" y="630228"/>
                </a:lnTo>
                <a:lnTo>
                  <a:pt x="3313573" y="627697"/>
                </a:lnTo>
                <a:lnTo>
                  <a:pt x="3326137" y="625208"/>
                </a:lnTo>
                <a:lnTo>
                  <a:pt x="3338367" y="622766"/>
                </a:lnTo>
                <a:lnTo>
                  <a:pt x="3350258" y="620370"/>
                </a:lnTo>
                <a:lnTo>
                  <a:pt x="3361807" y="618025"/>
                </a:lnTo>
                <a:lnTo>
                  <a:pt x="3373010" y="615732"/>
                </a:lnTo>
                <a:lnTo>
                  <a:pt x="3383863" y="613493"/>
                </a:lnTo>
                <a:lnTo>
                  <a:pt x="3394361" y="611310"/>
                </a:lnTo>
                <a:lnTo>
                  <a:pt x="3404501" y="609185"/>
                </a:lnTo>
                <a:lnTo>
                  <a:pt x="3414279" y="607121"/>
                </a:lnTo>
                <a:lnTo>
                  <a:pt x="3423690" y="605119"/>
                </a:lnTo>
                <a:lnTo>
                  <a:pt x="3432732" y="603183"/>
                </a:lnTo>
                <a:lnTo>
                  <a:pt x="3441399" y="601313"/>
                </a:lnTo>
                <a:lnTo>
                  <a:pt x="3449688" y="599512"/>
                </a:lnTo>
                <a:lnTo>
                  <a:pt x="3457595" y="597782"/>
                </a:lnTo>
                <a:lnTo>
                  <a:pt x="3465116" y="596125"/>
                </a:lnTo>
                <a:lnTo>
                  <a:pt x="3472247" y="594544"/>
                </a:lnTo>
                <a:lnTo>
                  <a:pt x="3478984" y="593041"/>
                </a:lnTo>
                <a:lnTo>
                  <a:pt x="3485323" y="591617"/>
                </a:lnTo>
                <a:lnTo>
                  <a:pt x="3491259" y="590275"/>
                </a:lnTo>
                <a:lnTo>
                  <a:pt x="3496790" y="589016"/>
                </a:lnTo>
                <a:lnTo>
                  <a:pt x="3509518" y="583344"/>
                </a:lnTo>
                <a:lnTo>
                  <a:pt x="3518766" y="573648"/>
                </a:lnTo>
                <a:lnTo>
                  <a:pt x="3523813" y="561174"/>
                </a:lnTo>
                <a:lnTo>
                  <a:pt x="3523936" y="547165"/>
                </a:lnTo>
                <a:lnTo>
                  <a:pt x="3430997" y="29949"/>
                </a:lnTo>
                <a:lnTo>
                  <a:pt x="3425385" y="15927"/>
                </a:lnTo>
                <a:lnTo>
                  <a:pt x="3415125" y="5610"/>
                </a:lnTo>
                <a:lnTo>
                  <a:pt x="3401702" y="0"/>
                </a:lnTo>
                <a:lnTo>
                  <a:pt x="3386601" y="98"/>
                </a:lnTo>
                <a:lnTo>
                  <a:pt x="3380691" y="1352"/>
                </a:lnTo>
                <a:lnTo>
                  <a:pt x="3374370" y="2683"/>
                </a:lnTo>
                <a:lnTo>
                  <a:pt x="3367641" y="4090"/>
                </a:lnTo>
                <a:lnTo>
                  <a:pt x="3360509" y="5570"/>
                </a:lnTo>
                <a:lnTo>
                  <a:pt x="3352978" y="7122"/>
                </a:lnTo>
                <a:lnTo>
                  <a:pt x="3345051" y="8743"/>
                </a:lnTo>
                <a:lnTo>
                  <a:pt x="3336733" y="10432"/>
                </a:lnTo>
                <a:lnTo>
                  <a:pt x="3328028" y="12185"/>
                </a:lnTo>
                <a:lnTo>
                  <a:pt x="3318940" y="14000"/>
                </a:lnTo>
                <a:lnTo>
                  <a:pt x="3309473" y="15877"/>
                </a:lnTo>
                <a:lnTo>
                  <a:pt x="3299631" y="17812"/>
                </a:lnTo>
                <a:lnTo>
                  <a:pt x="3289418" y="19803"/>
                </a:lnTo>
                <a:lnTo>
                  <a:pt x="3278838" y="21848"/>
                </a:lnTo>
                <a:lnTo>
                  <a:pt x="3267895" y="23945"/>
                </a:lnTo>
                <a:lnTo>
                  <a:pt x="3256593" y="26092"/>
                </a:lnTo>
                <a:lnTo>
                  <a:pt x="3244937" y="28286"/>
                </a:lnTo>
                <a:lnTo>
                  <a:pt x="3232930" y="30526"/>
                </a:lnTo>
                <a:lnTo>
                  <a:pt x="3220576" y="32809"/>
                </a:lnTo>
                <a:lnTo>
                  <a:pt x="3207879" y="35134"/>
                </a:lnTo>
                <a:lnTo>
                  <a:pt x="3194844" y="37497"/>
                </a:lnTo>
                <a:lnTo>
                  <a:pt x="3181474" y="39897"/>
                </a:lnTo>
                <a:lnTo>
                  <a:pt x="3167773" y="42332"/>
                </a:lnTo>
                <a:lnTo>
                  <a:pt x="3153747" y="44799"/>
                </a:lnTo>
                <a:lnTo>
                  <a:pt x="3139397" y="47297"/>
                </a:lnTo>
                <a:lnTo>
                  <a:pt x="3124730" y="49823"/>
                </a:lnTo>
                <a:lnTo>
                  <a:pt x="3109747" y="52375"/>
                </a:lnTo>
                <a:lnTo>
                  <a:pt x="3094455" y="54951"/>
                </a:lnTo>
                <a:lnTo>
                  <a:pt x="3078856" y="57548"/>
                </a:lnTo>
                <a:lnTo>
                  <a:pt x="3062955" y="60165"/>
                </a:lnTo>
                <a:lnTo>
                  <a:pt x="3046756" y="62799"/>
                </a:lnTo>
                <a:lnTo>
                  <a:pt x="3030263" y="65449"/>
                </a:lnTo>
                <a:lnTo>
                  <a:pt x="3013480" y="68111"/>
                </a:lnTo>
                <a:lnTo>
                  <a:pt x="2996410" y="70785"/>
                </a:lnTo>
                <a:lnTo>
                  <a:pt x="2979059" y="73467"/>
                </a:lnTo>
                <a:lnTo>
                  <a:pt x="2961430" y="76156"/>
                </a:lnTo>
                <a:lnTo>
                  <a:pt x="2943526" y="78849"/>
                </a:lnTo>
                <a:lnTo>
                  <a:pt x="2925353" y="81545"/>
                </a:lnTo>
                <a:lnTo>
                  <a:pt x="2906914" y="84240"/>
                </a:lnTo>
                <a:lnTo>
                  <a:pt x="2888214" y="86934"/>
                </a:lnTo>
                <a:lnTo>
                  <a:pt x="2869255" y="89623"/>
                </a:lnTo>
                <a:lnTo>
                  <a:pt x="2850043" y="92306"/>
                </a:lnTo>
                <a:lnTo>
                  <a:pt x="2830581" y="94980"/>
                </a:lnTo>
                <a:lnTo>
                  <a:pt x="2810873" y="97644"/>
                </a:lnTo>
                <a:lnTo>
                  <a:pt x="2790924" y="100294"/>
                </a:lnTo>
                <a:lnTo>
                  <a:pt x="2770738" y="102930"/>
                </a:lnTo>
                <a:lnTo>
                  <a:pt x="2750318" y="105548"/>
                </a:lnTo>
                <a:lnTo>
                  <a:pt x="2729668" y="108148"/>
                </a:lnTo>
                <a:lnTo>
                  <a:pt x="2708793" y="110725"/>
                </a:lnTo>
                <a:lnTo>
                  <a:pt x="2687697" y="113279"/>
                </a:lnTo>
                <a:lnTo>
                  <a:pt x="2666383" y="115807"/>
                </a:lnTo>
                <a:lnTo>
                  <a:pt x="2644857" y="118307"/>
                </a:lnTo>
                <a:lnTo>
                  <a:pt x="2623121" y="120777"/>
                </a:lnTo>
                <a:lnTo>
                  <a:pt x="2601179" y="123215"/>
                </a:lnTo>
                <a:lnTo>
                  <a:pt x="2579037" y="125618"/>
                </a:lnTo>
                <a:lnTo>
                  <a:pt x="2556697" y="127985"/>
                </a:lnTo>
                <a:lnTo>
                  <a:pt x="2534165" y="130313"/>
                </a:lnTo>
                <a:lnTo>
                  <a:pt x="2511443" y="132599"/>
                </a:lnTo>
                <a:lnTo>
                  <a:pt x="2488537" y="134843"/>
                </a:lnTo>
                <a:lnTo>
                  <a:pt x="2465450" y="137042"/>
                </a:lnTo>
                <a:lnTo>
                  <a:pt x="2442185" y="139193"/>
                </a:lnTo>
                <a:lnTo>
                  <a:pt x="2418748" y="141294"/>
                </a:lnTo>
                <a:lnTo>
                  <a:pt x="2395142" y="143344"/>
                </a:lnTo>
                <a:lnTo>
                  <a:pt x="2371372" y="145339"/>
                </a:lnTo>
                <a:lnTo>
                  <a:pt x="2347440" y="147279"/>
                </a:lnTo>
                <a:lnTo>
                  <a:pt x="2323352" y="149160"/>
                </a:lnTo>
                <a:lnTo>
                  <a:pt x="2299112" y="150981"/>
                </a:lnTo>
                <a:lnTo>
                  <a:pt x="2274723" y="152740"/>
                </a:lnTo>
                <a:lnTo>
                  <a:pt x="2250189" y="154433"/>
                </a:lnTo>
                <a:lnTo>
                  <a:pt x="2225515" y="156060"/>
                </a:lnTo>
                <a:lnTo>
                  <a:pt x="2200704" y="157618"/>
                </a:lnTo>
                <a:lnTo>
                  <a:pt x="2175761" y="159105"/>
                </a:lnTo>
                <a:lnTo>
                  <a:pt x="2150690" y="160518"/>
                </a:lnTo>
                <a:lnTo>
                  <a:pt x="2125494" y="161856"/>
                </a:lnTo>
                <a:lnTo>
                  <a:pt x="2100178" y="163116"/>
                </a:lnTo>
                <a:lnTo>
                  <a:pt x="2074746" y="164296"/>
                </a:lnTo>
                <a:lnTo>
                  <a:pt x="2049202" y="165394"/>
                </a:lnTo>
                <a:lnTo>
                  <a:pt x="2023550" y="166408"/>
                </a:lnTo>
                <a:lnTo>
                  <a:pt x="1997793" y="167336"/>
                </a:lnTo>
                <a:lnTo>
                  <a:pt x="1971937" y="168175"/>
                </a:lnTo>
                <a:lnTo>
                  <a:pt x="1945984" y="168924"/>
                </a:lnTo>
                <a:lnTo>
                  <a:pt x="1919940" y="169579"/>
                </a:lnTo>
                <a:lnTo>
                  <a:pt x="1893807" y="170140"/>
                </a:lnTo>
                <a:lnTo>
                  <a:pt x="1867591" y="170604"/>
                </a:lnTo>
                <a:lnTo>
                  <a:pt x="1841295" y="170968"/>
                </a:lnTo>
                <a:lnTo>
                  <a:pt x="1814923" y="171231"/>
                </a:lnTo>
                <a:lnTo>
                  <a:pt x="1788479" y="171391"/>
                </a:lnTo>
                <a:lnTo>
                  <a:pt x="1761968" y="171444"/>
                </a:lnTo>
                <a:lnTo>
                  <a:pt x="1735457" y="171391"/>
                </a:lnTo>
                <a:lnTo>
                  <a:pt x="1709013" y="171231"/>
                </a:lnTo>
                <a:lnTo>
                  <a:pt x="1682641" y="170968"/>
                </a:lnTo>
                <a:lnTo>
                  <a:pt x="1656345" y="170604"/>
                </a:lnTo>
                <a:lnTo>
                  <a:pt x="1630129" y="170140"/>
                </a:lnTo>
                <a:lnTo>
                  <a:pt x="1603997" y="169579"/>
                </a:lnTo>
                <a:lnTo>
                  <a:pt x="1577952" y="168924"/>
                </a:lnTo>
                <a:lnTo>
                  <a:pt x="1552000" y="168175"/>
                </a:lnTo>
                <a:lnTo>
                  <a:pt x="1526143" y="167336"/>
                </a:lnTo>
                <a:lnTo>
                  <a:pt x="1500386" y="166408"/>
                </a:lnTo>
                <a:lnTo>
                  <a:pt x="1474734" y="165394"/>
                </a:lnTo>
                <a:lnTo>
                  <a:pt x="1449190" y="164296"/>
                </a:lnTo>
                <a:lnTo>
                  <a:pt x="1423758" y="163116"/>
                </a:lnTo>
                <a:lnTo>
                  <a:pt x="1398442" y="161856"/>
                </a:lnTo>
                <a:lnTo>
                  <a:pt x="1373246" y="160518"/>
                </a:lnTo>
                <a:lnTo>
                  <a:pt x="1348175" y="159105"/>
                </a:lnTo>
                <a:lnTo>
                  <a:pt x="1323232" y="157618"/>
                </a:lnTo>
                <a:lnTo>
                  <a:pt x="1298421" y="156060"/>
                </a:lnTo>
                <a:lnTo>
                  <a:pt x="1273747" y="154433"/>
                </a:lnTo>
                <a:lnTo>
                  <a:pt x="1249213" y="152740"/>
                </a:lnTo>
                <a:lnTo>
                  <a:pt x="1224824" y="150981"/>
                </a:lnTo>
                <a:lnTo>
                  <a:pt x="1200584" y="149160"/>
                </a:lnTo>
                <a:lnTo>
                  <a:pt x="1176496" y="147279"/>
                </a:lnTo>
                <a:lnTo>
                  <a:pt x="1152564" y="145339"/>
                </a:lnTo>
                <a:lnTo>
                  <a:pt x="1128794" y="143344"/>
                </a:lnTo>
                <a:lnTo>
                  <a:pt x="1105188" y="141294"/>
                </a:lnTo>
                <a:lnTo>
                  <a:pt x="1081751" y="139193"/>
                </a:lnTo>
                <a:lnTo>
                  <a:pt x="1058487" y="137042"/>
                </a:lnTo>
                <a:lnTo>
                  <a:pt x="1035399" y="134843"/>
                </a:lnTo>
                <a:lnTo>
                  <a:pt x="1012493" y="132599"/>
                </a:lnTo>
                <a:lnTo>
                  <a:pt x="989771" y="130313"/>
                </a:lnTo>
                <a:lnTo>
                  <a:pt x="967239" y="127985"/>
                </a:lnTo>
                <a:lnTo>
                  <a:pt x="944899" y="125618"/>
                </a:lnTo>
                <a:lnTo>
                  <a:pt x="922757" y="123215"/>
                </a:lnTo>
                <a:lnTo>
                  <a:pt x="900815" y="120777"/>
                </a:lnTo>
                <a:lnTo>
                  <a:pt x="879079" y="118308"/>
                </a:lnTo>
                <a:lnTo>
                  <a:pt x="857553" y="115807"/>
                </a:lnTo>
                <a:lnTo>
                  <a:pt x="836239" y="113279"/>
                </a:lnTo>
                <a:lnTo>
                  <a:pt x="815143" y="110725"/>
                </a:lnTo>
                <a:lnTo>
                  <a:pt x="794268" y="108148"/>
                </a:lnTo>
                <a:lnTo>
                  <a:pt x="773618" y="105549"/>
                </a:lnTo>
                <a:lnTo>
                  <a:pt x="753198" y="102930"/>
                </a:lnTo>
                <a:lnTo>
                  <a:pt x="733012" y="100294"/>
                </a:lnTo>
                <a:lnTo>
                  <a:pt x="713062" y="97644"/>
                </a:lnTo>
                <a:lnTo>
                  <a:pt x="693355" y="94980"/>
                </a:lnTo>
                <a:lnTo>
                  <a:pt x="673893" y="92306"/>
                </a:lnTo>
                <a:lnTo>
                  <a:pt x="654681" y="89623"/>
                </a:lnTo>
                <a:lnTo>
                  <a:pt x="635722" y="86934"/>
                </a:lnTo>
                <a:lnTo>
                  <a:pt x="617022" y="84240"/>
                </a:lnTo>
                <a:lnTo>
                  <a:pt x="598583" y="81545"/>
                </a:lnTo>
                <a:lnTo>
                  <a:pt x="580409" y="78849"/>
                </a:lnTo>
                <a:lnTo>
                  <a:pt x="562506" y="76156"/>
                </a:lnTo>
                <a:lnTo>
                  <a:pt x="544877" y="73467"/>
                </a:lnTo>
                <a:lnTo>
                  <a:pt x="527525" y="70785"/>
                </a:lnTo>
                <a:lnTo>
                  <a:pt x="510456" y="68112"/>
                </a:lnTo>
                <a:lnTo>
                  <a:pt x="493673" y="65449"/>
                </a:lnTo>
                <a:lnTo>
                  <a:pt x="477179" y="62799"/>
                </a:lnTo>
                <a:lnTo>
                  <a:pt x="460980" y="60165"/>
                </a:lnTo>
                <a:lnTo>
                  <a:pt x="445079" y="57548"/>
                </a:lnTo>
                <a:lnTo>
                  <a:pt x="429481" y="54951"/>
                </a:lnTo>
                <a:lnTo>
                  <a:pt x="414188" y="52375"/>
                </a:lnTo>
                <a:lnTo>
                  <a:pt x="399206" y="49823"/>
                </a:lnTo>
                <a:lnTo>
                  <a:pt x="384538" y="47297"/>
                </a:lnTo>
                <a:lnTo>
                  <a:pt x="370189" y="44800"/>
                </a:lnTo>
                <a:lnTo>
                  <a:pt x="356162" y="42332"/>
                </a:lnTo>
                <a:lnTo>
                  <a:pt x="342462" y="39897"/>
                </a:lnTo>
                <a:lnTo>
                  <a:pt x="329092" y="37497"/>
                </a:lnTo>
                <a:lnTo>
                  <a:pt x="316057" y="35134"/>
                </a:lnTo>
                <a:lnTo>
                  <a:pt x="303360" y="32810"/>
                </a:lnTo>
                <a:lnTo>
                  <a:pt x="291006" y="30526"/>
                </a:lnTo>
                <a:lnTo>
                  <a:pt x="278999" y="28286"/>
                </a:lnTo>
                <a:lnTo>
                  <a:pt x="267342" y="26092"/>
                </a:lnTo>
                <a:lnTo>
                  <a:pt x="256040" y="23945"/>
                </a:lnTo>
                <a:lnTo>
                  <a:pt x="245097" y="21848"/>
                </a:lnTo>
                <a:lnTo>
                  <a:pt x="234517" y="19803"/>
                </a:lnTo>
                <a:lnTo>
                  <a:pt x="224304" y="17812"/>
                </a:lnTo>
                <a:lnTo>
                  <a:pt x="214462" y="15877"/>
                </a:lnTo>
                <a:lnTo>
                  <a:pt x="204995" y="14000"/>
                </a:lnTo>
                <a:lnTo>
                  <a:pt x="195907" y="12185"/>
                </a:lnTo>
                <a:lnTo>
                  <a:pt x="187202" y="10432"/>
                </a:lnTo>
                <a:lnTo>
                  <a:pt x="178884" y="8743"/>
                </a:lnTo>
                <a:lnTo>
                  <a:pt x="170957" y="7122"/>
                </a:lnTo>
                <a:lnTo>
                  <a:pt x="163426" y="5570"/>
                </a:lnTo>
                <a:lnTo>
                  <a:pt x="156294" y="4090"/>
                </a:lnTo>
                <a:lnTo>
                  <a:pt x="149565" y="2683"/>
                </a:lnTo>
                <a:lnTo>
                  <a:pt x="143244" y="1352"/>
                </a:lnTo>
                <a:lnTo>
                  <a:pt x="137333" y="98"/>
                </a:lnTo>
                <a:lnTo>
                  <a:pt x="122233" y="0"/>
                </a:lnTo>
                <a:lnTo>
                  <a:pt x="108810" y="5610"/>
                </a:lnTo>
                <a:lnTo>
                  <a:pt x="98549" y="15927"/>
                </a:lnTo>
                <a:lnTo>
                  <a:pt x="92936" y="29949"/>
                </a:lnTo>
                <a:lnTo>
                  <a:pt x="0" y="547165"/>
                </a:lnTo>
                <a:lnTo>
                  <a:pt x="122" y="561174"/>
                </a:lnTo>
                <a:close/>
                <a:moveTo>
                  <a:pt x="3500473" y="566996"/>
                </a:moveTo>
                <a:lnTo>
                  <a:pt x="3492692" y="571060"/>
                </a:lnTo>
                <a:lnTo>
                  <a:pt x="3487114" y="572329"/>
                </a:lnTo>
                <a:lnTo>
                  <a:pt x="3481123" y="573684"/>
                </a:lnTo>
                <a:lnTo>
                  <a:pt x="3474722" y="575121"/>
                </a:lnTo>
                <a:lnTo>
                  <a:pt x="3467915" y="576640"/>
                </a:lnTo>
                <a:lnTo>
                  <a:pt x="3460706" y="578238"/>
                </a:lnTo>
                <a:lnTo>
                  <a:pt x="3453099" y="579913"/>
                </a:lnTo>
                <a:lnTo>
                  <a:pt x="3445099" y="581662"/>
                </a:lnTo>
                <a:lnTo>
                  <a:pt x="3436710" y="583483"/>
                </a:lnTo>
                <a:lnTo>
                  <a:pt x="3427935" y="585375"/>
                </a:lnTo>
                <a:lnTo>
                  <a:pt x="3418779" y="587335"/>
                </a:lnTo>
                <a:lnTo>
                  <a:pt x="3409246" y="589361"/>
                </a:lnTo>
                <a:lnTo>
                  <a:pt x="3399340" y="591450"/>
                </a:lnTo>
                <a:lnTo>
                  <a:pt x="3389065" y="593600"/>
                </a:lnTo>
                <a:lnTo>
                  <a:pt x="3378425" y="595810"/>
                </a:lnTo>
                <a:lnTo>
                  <a:pt x="3367425" y="598077"/>
                </a:lnTo>
                <a:lnTo>
                  <a:pt x="3356068" y="600398"/>
                </a:lnTo>
                <a:lnTo>
                  <a:pt x="3344359" y="602772"/>
                </a:lnTo>
                <a:lnTo>
                  <a:pt x="3332301" y="605197"/>
                </a:lnTo>
                <a:lnTo>
                  <a:pt x="3319899" y="607670"/>
                </a:lnTo>
                <a:lnTo>
                  <a:pt x="3307157" y="610189"/>
                </a:lnTo>
                <a:lnTo>
                  <a:pt x="3294078" y="612751"/>
                </a:lnTo>
                <a:lnTo>
                  <a:pt x="3280668" y="615355"/>
                </a:lnTo>
                <a:lnTo>
                  <a:pt x="3266930" y="617999"/>
                </a:lnTo>
                <a:lnTo>
                  <a:pt x="3252868" y="620680"/>
                </a:lnTo>
                <a:lnTo>
                  <a:pt x="3238487" y="623396"/>
                </a:lnTo>
                <a:lnTo>
                  <a:pt x="3223790" y="626145"/>
                </a:lnTo>
                <a:lnTo>
                  <a:pt x="3208782" y="628924"/>
                </a:lnTo>
                <a:lnTo>
                  <a:pt x="3193467" y="631732"/>
                </a:lnTo>
                <a:lnTo>
                  <a:pt x="3177848" y="634566"/>
                </a:lnTo>
                <a:lnTo>
                  <a:pt x="3161930" y="637424"/>
                </a:lnTo>
                <a:lnTo>
                  <a:pt x="3145717" y="640304"/>
                </a:lnTo>
                <a:lnTo>
                  <a:pt x="3129213" y="643203"/>
                </a:lnTo>
                <a:lnTo>
                  <a:pt x="3112423" y="646120"/>
                </a:lnTo>
                <a:lnTo>
                  <a:pt x="3095350" y="649052"/>
                </a:lnTo>
                <a:lnTo>
                  <a:pt x="3077998" y="651998"/>
                </a:lnTo>
                <a:lnTo>
                  <a:pt x="3060372" y="654954"/>
                </a:lnTo>
                <a:lnTo>
                  <a:pt x="3042476" y="657919"/>
                </a:lnTo>
                <a:lnTo>
                  <a:pt x="3024313" y="660890"/>
                </a:lnTo>
                <a:lnTo>
                  <a:pt x="3005888" y="663866"/>
                </a:lnTo>
                <a:lnTo>
                  <a:pt x="2987205" y="666843"/>
                </a:lnTo>
                <a:lnTo>
                  <a:pt x="2968268" y="669821"/>
                </a:lnTo>
                <a:lnTo>
                  <a:pt x="2949082" y="672796"/>
                </a:lnTo>
                <a:lnTo>
                  <a:pt x="2929649" y="675766"/>
                </a:lnTo>
                <a:lnTo>
                  <a:pt x="2909975" y="678730"/>
                </a:lnTo>
                <a:lnTo>
                  <a:pt x="2890064" y="681685"/>
                </a:lnTo>
                <a:lnTo>
                  <a:pt x="2869919" y="684629"/>
                </a:lnTo>
                <a:lnTo>
                  <a:pt x="2849545" y="687559"/>
                </a:lnTo>
                <a:lnTo>
                  <a:pt x="2828946" y="690474"/>
                </a:lnTo>
                <a:lnTo>
                  <a:pt x="2808125" y="693372"/>
                </a:lnTo>
                <a:lnTo>
                  <a:pt x="2787088" y="696249"/>
                </a:lnTo>
                <a:lnTo>
                  <a:pt x="2765837" y="699104"/>
                </a:lnTo>
                <a:lnTo>
                  <a:pt x="2744378" y="701935"/>
                </a:lnTo>
                <a:lnTo>
                  <a:pt x="2722715" y="704740"/>
                </a:lnTo>
                <a:lnTo>
                  <a:pt x="2700851" y="707516"/>
                </a:lnTo>
                <a:lnTo>
                  <a:pt x="2678790" y="710260"/>
                </a:lnTo>
                <a:lnTo>
                  <a:pt x="2656537" y="712972"/>
                </a:lnTo>
                <a:lnTo>
                  <a:pt x="2634096" y="715649"/>
                </a:lnTo>
                <a:lnTo>
                  <a:pt x="2611470" y="718288"/>
                </a:lnTo>
                <a:lnTo>
                  <a:pt x="2588665" y="720887"/>
                </a:lnTo>
                <a:lnTo>
                  <a:pt x="2565684" y="723444"/>
                </a:lnTo>
                <a:lnTo>
                  <a:pt x="2542531" y="725958"/>
                </a:lnTo>
                <a:lnTo>
                  <a:pt x="2519210" y="728425"/>
                </a:lnTo>
                <a:lnTo>
                  <a:pt x="2495725" y="730843"/>
                </a:lnTo>
                <a:lnTo>
                  <a:pt x="2472081" y="733211"/>
                </a:lnTo>
                <a:lnTo>
                  <a:pt x="2448282" y="735526"/>
                </a:lnTo>
                <a:lnTo>
                  <a:pt x="2424332" y="737786"/>
                </a:lnTo>
                <a:lnTo>
                  <a:pt x="2400234" y="739989"/>
                </a:lnTo>
                <a:lnTo>
                  <a:pt x="2375993" y="742132"/>
                </a:lnTo>
                <a:lnTo>
                  <a:pt x="2351613" y="744214"/>
                </a:lnTo>
                <a:lnTo>
                  <a:pt x="2327099" y="746231"/>
                </a:lnTo>
                <a:lnTo>
                  <a:pt x="2302453" y="748183"/>
                </a:lnTo>
                <a:lnTo>
                  <a:pt x="2277681" y="750066"/>
                </a:lnTo>
                <a:lnTo>
                  <a:pt x="2252787" y="751879"/>
                </a:lnTo>
                <a:lnTo>
                  <a:pt x="2227774" y="753620"/>
                </a:lnTo>
                <a:lnTo>
                  <a:pt x="2202646" y="755285"/>
                </a:lnTo>
                <a:lnTo>
                  <a:pt x="2177409" y="756873"/>
                </a:lnTo>
                <a:lnTo>
                  <a:pt x="2152065" y="758383"/>
                </a:lnTo>
                <a:lnTo>
                  <a:pt x="2126619" y="759810"/>
                </a:lnTo>
                <a:lnTo>
                  <a:pt x="2101076" y="761154"/>
                </a:lnTo>
                <a:lnTo>
                  <a:pt x="2075438" y="762413"/>
                </a:lnTo>
                <a:lnTo>
                  <a:pt x="2049711" y="763583"/>
                </a:lnTo>
                <a:lnTo>
                  <a:pt x="2023899" y="764663"/>
                </a:lnTo>
                <a:lnTo>
                  <a:pt x="1998005" y="765650"/>
                </a:lnTo>
                <a:lnTo>
                  <a:pt x="1972033" y="766543"/>
                </a:lnTo>
                <a:lnTo>
                  <a:pt x="1945988" y="767339"/>
                </a:lnTo>
                <a:lnTo>
                  <a:pt x="1919874" y="768036"/>
                </a:lnTo>
                <a:lnTo>
                  <a:pt x="1893695" y="768632"/>
                </a:lnTo>
                <a:lnTo>
                  <a:pt x="1867455" y="769125"/>
                </a:lnTo>
                <a:lnTo>
                  <a:pt x="1841159" y="769512"/>
                </a:lnTo>
                <a:lnTo>
                  <a:pt x="1814809" y="769791"/>
                </a:lnTo>
                <a:lnTo>
                  <a:pt x="1788411" y="769960"/>
                </a:lnTo>
                <a:lnTo>
                  <a:pt x="1761968" y="770017"/>
                </a:lnTo>
                <a:lnTo>
                  <a:pt x="1735525" y="769960"/>
                </a:lnTo>
                <a:lnTo>
                  <a:pt x="1709127" y="769791"/>
                </a:lnTo>
                <a:lnTo>
                  <a:pt x="1682777" y="769512"/>
                </a:lnTo>
                <a:lnTo>
                  <a:pt x="1656481" y="769125"/>
                </a:lnTo>
                <a:lnTo>
                  <a:pt x="1630241" y="768632"/>
                </a:lnTo>
                <a:lnTo>
                  <a:pt x="1604062" y="768036"/>
                </a:lnTo>
                <a:lnTo>
                  <a:pt x="1577948" y="767339"/>
                </a:lnTo>
                <a:lnTo>
                  <a:pt x="1551903" y="766543"/>
                </a:lnTo>
                <a:lnTo>
                  <a:pt x="1525931" y="765650"/>
                </a:lnTo>
                <a:lnTo>
                  <a:pt x="1500037" y="764663"/>
                </a:lnTo>
                <a:lnTo>
                  <a:pt x="1474224" y="763583"/>
                </a:lnTo>
                <a:lnTo>
                  <a:pt x="1448497" y="762413"/>
                </a:lnTo>
                <a:lnTo>
                  <a:pt x="1422860" y="761154"/>
                </a:lnTo>
                <a:lnTo>
                  <a:pt x="1397316" y="759810"/>
                </a:lnTo>
                <a:lnTo>
                  <a:pt x="1371871" y="758382"/>
                </a:lnTo>
                <a:lnTo>
                  <a:pt x="1346527" y="756873"/>
                </a:lnTo>
                <a:lnTo>
                  <a:pt x="1321289" y="755285"/>
                </a:lnTo>
                <a:lnTo>
                  <a:pt x="1296162" y="753619"/>
                </a:lnTo>
                <a:lnTo>
                  <a:pt x="1271149" y="751879"/>
                </a:lnTo>
                <a:lnTo>
                  <a:pt x="1246254" y="750066"/>
                </a:lnTo>
                <a:lnTo>
                  <a:pt x="1221482" y="748183"/>
                </a:lnTo>
                <a:lnTo>
                  <a:pt x="1196837" y="746231"/>
                </a:lnTo>
                <a:lnTo>
                  <a:pt x="1172322" y="744214"/>
                </a:lnTo>
                <a:lnTo>
                  <a:pt x="1147943" y="742132"/>
                </a:lnTo>
                <a:lnTo>
                  <a:pt x="1123702" y="739989"/>
                </a:lnTo>
                <a:lnTo>
                  <a:pt x="1099604" y="737786"/>
                </a:lnTo>
                <a:lnTo>
                  <a:pt x="1075653" y="735526"/>
                </a:lnTo>
                <a:lnTo>
                  <a:pt x="1051854" y="733211"/>
                </a:lnTo>
                <a:lnTo>
                  <a:pt x="1028210" y="730843"/>
                </a:lnTo>
                <a:lnTo>
                  <a:pt x="1004726" y="728425"/>
                </a:lnTo>
                <a:lnTo>
                  <a:pt x="981405" y="725958"/>
                </a:lnTo>
                <a:lnTo>
                  <a:pt x="958252" y="723444"/>
                </a:lnTo>
                <a:lnTo>
                  <a:pt x="935271" y="720887"/>
                </a:lnTo>
                <a:lnTo>
                  <a:pt x="912465" y="718288"/>
                </a:lnTo>
                <a:lnTo>
                  <a:pt x="889840" y="715649"/>
                </a:lnTo>
                <a:lnTo>
                  <a:pt x="867399" y="712972"/>
                </a:lnTo>
                <a:lnTo>
                  <a:pt x="845146" y="710260"/>
                </a:lnTo>
                <a:lnTo>
                  <a:pt x="823085" y="707515"/>
                </a:lnTo>
                <a:lnTo>
                  <a:pt x="801221" y="704740"/>
                </a:lnTo>
                <a:lnTo>
                  <a:pt x="779557" y="701935"/>
                </a:lnTo>
                <a:lnTo>
                  <a:pt x="758098" y="699104"/>
                </a:lnTo>
                <a:lnTo>
                  <a:pt x="736848" y="696249"/>
                </a:lnTo>
                <a:lnTo>
                  <a:pt x="715810" y="693372"/>
                </a:lnTo>
                <a:lnTo>
                  <a:pt x="694990" y="690474"/>
                </a:lnTo>
                <a:lnTo>
                  <a:pt x="674391" y="687559"/>
                </a:lnTo>
                <a:lnTo>
                  <a:pt x="654017" y="684629"/>
                </a:lnTo>
                <a:lnTo>
                  <a:pt x="633872" y="681685"/>
                </a:lnTo>
                <a:lnTo>
                  <a:pt x="613960" y="678730"/>
                </a:lnTo>
                <a:lnTo>
                  <a:pt x="594286" y="675766"/>
                </a:lnTo>
                <a:lnTo>
                  <a:pt x="574854" y="672796"/>
                </a:lnTo>
                <a:lnTo>
                  <a:pt x="555667" y="669820"/>
                </a:lnTo>
                <a:lnTo>
                  <a:pt x="536730" y="666843"/>
                </a:lnTo>
                <a:lnTo>
                  <a:pt x="518048" y="663865"/>
                </a:lnTo>
                <a:lnTo>
                  <a:pt x="499623" y="660890"/>
                </a:lnTo>
                <a:lnTo>
                  <a:pt x="481460" y="657919"/>
                </a:lnTo>
                <a:lnTo>
                  <a:pt x="463563" y="654954"/>
                </a:lnTo>
                <a:lnTo>
                  <a:pt x="445937" y="651998"/>
                </a:lnTo>
                <a:lnTo>
                  <a:pt x="428586" y="649052"/>
                </a:lnTo>
                <a:lnTo>
                  <a:pt x="411513" y="646120"/>
                </a:lnTo>
                <a:lnTo>
                  <a:pt x="394722" y="643203"/>
                </a:lnTo>
                <a:lnTo>
                  <a:pt x="378218" y="640303"/>
                </a:lnTo>
                <a:lnTo>
                  <a:pt x="362006" y="637424"/>
                </a:lnTo>
                <a:lnTo>
                  <a:pt x="346088" y="634565"/>
                </a:lnTo>
                <a:lnTo>
                  <a:pt x="330469" y="631731"/>
                </a:lnTo>
                <a:lnTo>
                  <a:pt x="315153" y="628924"/>
                </a:lnTo>
                <a:lnTo>
                  <a:pt x="300145" y="626144"/>
                </a:lnTo>
                <a:lnTo>
                  <a:pt x="285448" y="623396"/>
                </a:lnTo>
                <a:lnTo>
                  <a:pt x="271067" y="620680"/>
                </a:lnTo>
                <a:lnTo>
                  <a:pt x="257005" y="617999"/>
                </a:lnTo>
                <a:lnTo>
                  <a:pt x="243267" y="615355"/>
                </a:lnTo>
                <a:lnTo>
                  <a:pt x="229857" y="612751"/>
                </a:lnTo>
                <a:lnTo>
                  <a:pt x="216779" y="610188"/>
                </a:lnTo>
                <a:lnTo>
                  <a:pt x="204037" y="607670"/>
                </a:lnTo>
                <a:lnTo>
                  <a:pt x="191635" y="605197"/>
                </a:lnTo>
                <a:lnTo>
                  <a:pt x="179577" y="602772"/>
                </a:lnTo>
                <a:lnTo>
                  <a:pt x="167867" y="600398"/>
                </a:lnTo>
                <a:lnTo>
                  <a:pt x="156510" y="598076"/>
                </a:lnTo>
                <a:lnTo>
                  <a:pt x="145510" y="595810"/>
                </a:lnTo>
                <a:lnTo>
                  <a:pt x="134870" y="593600"/>
                </a:lnTo>
                <a:lnTo>
                  <a:pt x="124595" y="591449"/>
                </a:lnTo>
                <a:lnTo>
                  <a:pt x="114689" y="589360"/>
                </a:lnTo>
                <a:lnTo>
                  <a:pt x="105156" y="587335"/>
                </a:lnTo>
                <a:lnTo>
                  <a:pt x="96000" y="585375"/>
                </a:lnTo>
                <a:lnTo>
                  <a:pt x="87225" y="583483"/>
                </a:lnTo>
                <a:lnTo>
                  <a:pt x="78836" y="581662"/>
                </a:lnTo>
                <a:lnTo>
                  <a:pt x="70836" y="579912"/>
                </a:lnTo>
                <a:lnTo>
                  <a:pt x="63229" y="578238"/>
                </a:lnTo>
                <a:lnTo>
                  <a:pt x="56021" y="576640"/>
                </a:lnTo>
                <a:lnTo>
                  <a:pt x="49213" y="575121"/>
                </a:lnTo>
                <a:lnTo>
                  <a:pt x="42812" y="573683"/>
                </a:lnTo>
                <a:lnTo>
                  <a:pt x="36821" y="572329"/>
                </a:lnTo>
                <a:lnTo>
                  <a:pt x="31243" y="571060"/>
                </a:lnTo>
                <a:lnTo>
                  <a:pt x="23462" y="566996"/>
                </a:lnTo>
                <a:lnTo>
                  <a:pt x="18745" y="559711"/>
                </a:lnTo>
                <a:lnTo>
                  <a:pt x="18127" y="550422"/>
                </a:lnTo>
                <a:lnTo>
                  <a:pt x="111065" y="33206"/>
                </a:lnTo>
                <a:lnTo>
                  <a:pt x="115407" y="24136"/>
                </a:lnTo>
                <a:lnTo>
                  <a:pt x="123479" y="18709"/>
                </a:lnTo>
                <a:lnTo>
                  <a:pt x="133500" y="18113"/>
                </a:lnTo>
                <a:lnTo>
                  <a:pt x="139428" y="19370"/>
                </a:lnTo>
                <a:lnTo>
                  <a:pt x="145769" y="20705"/>
                </a:lnTo>
                <a:lnTo>
                  <a:pt x="152517" y="22116"/>
                </a:lnTo>
                <a:lnTo>
                  <a:pt x="159670" y="23601"/>
                </a:lnTo>
                <a:lnTo>
                  <a:pt x="167222" y="25157"/>
                </a:lnTo>
                <a:lnTo>
                  <a:pt x="175171" y="26783"/>
                </a:lnTo>
                <a:lnTo>
                  <a:pt x="183511" y="28476"/>
                </a:lnTo>
                <a:lnTo>
                  <a:pt x="192239" y="30234"/>
                </a:lnTo>
                <a:lnTo>
                  <a:pt x="201351" y="32054"/>
                </a:lnTo>
                <a:lnTo>
                  <a:pt x="210843" y="33936"/>
                </a:lnTo>
                <a:lnTo>
                  <a:pt x="220710" y="35876"/>
                </a:lnTo>
                <a:lnTo>
                  <a:pt x="230949" y="37872"/>
                </a:lnTo>
                <a:lnTo>
                  <a:pt x="241556" y="39922"/>
                </a:lnTo>
                <a:lnTo>
                  <a:pt x="252526" y="42025"/>
                </a:lnTo>
                <a:lnTo>
                  <a:pt x="263856" y="44177"/>
                </a:lnTo>
                <a:lnTo>
                  <a:pt x="275541" y="46377"/>
                </a:lnTo>
                <a:lnTo>
                  <a:pt x="287578" y="48622"/>
                </a:lnTo>
                <a:lnTo>
                  <a:pt x="299962" y="50911"/>
                </a:lnTo>
                <a:lnTo>
                  <a:pt x="312689" y="53242"/>
                </a:lnTo>
                <a:lnTo>
                  <a:pt x="325756" y="55611"/>
                </a:lnTo>
                <a:lnTo>
                  <a:pt x="339158" y="58017"/>
                </a:lnTo>
                <a:lnTo>
                  <a:pt x="352891" y="60457"/>
                </a:lnTo>
                <a:lnTo>
                  <a:pt x="366951" y="62931"/>
                </a:lnTo>
                <a:lnTo>
                  <a:pt x="381334" y="65434"/>
                </a:lnTo>
                <a:lnTo>
                  <a:pt x="396036" y="67966"/>
                </a:lnTo>
                <a:lnTo>
                  <a:pt x="411053" y="70524"/>
                </a:lnTo>
                <a:lnTo>
                  <a:pt x="426381" y="73106"/>
                </a:lnTo>
                <a:lnTo>
                  <a:pt x="442016" y="75710"/>
                </a:lnTo>
                <a:lnTo>
                  <a:pt x="457954" y="78333"/>
                </a:lnTo>
                <a:lnTo>
                  <a:pt x="474191" y="80973"/>
                </a:lnTo>
                <a:lnTo>
                  <a:pt x="490722" y="83629"/>
                </a:lnTo>
                <a:lnTo>
                  <a:pt x="507544" y="86298"/>
                </a:lnTo>
                <a:lnTo>
                  <a:pt x="524653" y="88978"/>
                </a:lnTo>
                <a:lnTo>
                  <a:pt x="542044" y="91666"/>
                </a:lnTo>
                <a:lnTo>
                  <a:pt x="559714" y="94361"/>
                </a:lnTo>
                <a:lnTo>
                  <a:pt x="577658" y="97060"/>
                </a:lnTo>
                <a:lnTo>
                  <a:pt x="595873" y="99762"/>
                </a:lnTo>
                <a:lnTo>
                  <a:pt x="614354" y="102464"/>
                </a:lnTo>
                <a:lnTo>
                  <a:pt x="633098" y="105163"/>
                </a:lnTo>
                <a:lnTo>
                  <a:pt x="652100" y="107859"/>
                </a:lnTo>
                <a:lnTo>
                  <a:pt x="671356" y="110548"/>
                </a:lnTo>
                <a:lnTo>
                  <a:pt x="690862" y="113228"/>
                </a:lnTo>
                <a:lnTo>
                  <a:pt x="710614" y="115898"/>
                </a:lnTo>
                <a:lnTo>
                  <a:pt x="730609" y="118554"/>
                </a:lnTo>
                <a:lnTo>
                  <a:pt x="750842" y="121196"/>
                </a:lnTo>
                <a:lnTo>
                  <a:pt x="771308" y="123820"/>
                </a:lnTo>
                <a:lnTo>
                  <a:pt x="792005" y="126425"/>
                </a:lnTo>
                <a:lnTo>
                  <a:pt x="812927" y="129009"/>
                </a:lnTo>
                <a:lnTo>
                  <a:pt x="834072" y="131569"/>
                </a:lnTo>
                <a:lnTo>
                  <a:pt x="855434" y="134102"/>
                </a:lnTo>
                <a:lnTo>
                  <a:pt x="877010" y="136608"/>
                </a:lnTo>
                <a:lnTo>
                  <a:pt x="898796" y="139084"/>
                </a:lnTo>
                <a:lnTo>
                  <a:pt x="920787" y="141527"/>
                </a:lnTo>
                <a:lnTo>
                  <a:pt x="942980" y="143935"/>
                </a:lnTo>
                <a:lnTo>
                  <a:pt x="965371" y="146307"/>
                </a:lnTo>
                <a:lnTo>
                  <a:pt x="987955" y="148640"/>
                </a:lnTo>
                <a:lnTo>
                  <a:pt x="1010728" y="150932"/>
                </a:lnTo>
                <a:lnTo>
                  <a:pt x="1033687" y="153181"/>
                </a:lnTo>
                <a:lnTo>
                  <a:pt x="1056828" y="155384"/>
                </a:lnTo>
                <a:lnTo>
                  <a:pt x="1080146" y="157540"/>
                </a:lnTo>
                <a:lnTo>
                  <a:pt x="1103637" y="159646"/>
                </a:lnTo>
                <a:lnTo>
                  <a:pt x="1127297" y="161700"/>
                </a:lnTo>
                <a:lnTo>
                  <a:pt x="1151123" y="163700"/>
                </a:lnTo>
                <a:lnTo>
                  <a:pt x="1175109" y="165644"/>
                </a:lnTo>
                <a:lnTo>
                  <a:pt x="1199253" y="167529"/>
                </a:lnTo>
                <a:lnTo>
                  <a:pt x="1223550" y="169354"/>
                </a:lnTo>
                <a:lnTo>
                  <a:pt x="1247996" y="171117"/>
                </a:lnTo>
                <a:lnTo>
                  <a:pt x="1272586" y="172814"/>
                </a:lnTo>
                <a:lnTo>
                  <a:pt x="1297318" y="174444"/>
                </a:lnTo>
                <a:lnTo>
                  <a:pt x="1322187" y="176006"/>
                </a:lnTo>
                <a:lnTo>
                  <a:pt x="1347188" y="177495"/>
                </a:lnTo>
                <a:lnTo>
                  <a:pt x="1372318" y="178912"/>
                </a:lnTo>
                <a:lnTo>
                  <a:pt x="1397573" y="180252"/>
                </a:lnTo>
                <a:lnTo>
                  <a:pt x="1422948" y="181515"/>
                </a:lnTo>
                <a:lnTo>
                  <a:pt x="1448440" y="182698"/>
                </a:lnTo>
                <a:lnTo>
                  <a:pt x="1474045" y="183799"/>
                </a:lnTo>
                <a:lnTo>
                  <a:pt x="1499758" y="184815"/>
                </a:lnTo>
                <a:lnTo>
                  <a:pt x="1525576" y="185744"/>
                </a:lnTo>
                <a:lnTo>
                  <a:pt x="1551494" y="186586"/>
                </a:lnTo>
                <a:lnTo>
                  <a:pt x="1577508" y="187336"/>
                </a:lnTo>
                <a:lnTo>
                  <a:pt x="1603615" y="187993"/>
                </a:lnTo>
                <a:lnTo>
                  <a:pt x="1629810" y="188555"/>
                </a:lnTo>
                <a:lnTo>
                  <a:pt x="1656090" y="189020"/>
                </a:lnTo>
                <a:lnTo>
                  <a:pt x="1682449" y="189385"/>
                </a:lnTo>
                <a:lnTo>
                  <a:pt x="1708885" y="189648"/>
                </a:lnTo>
                <a:lnTo>
                  <a:pt x="1735392" y="189808"/>
                </a:lnTo>
                <a:lnTo>
                  <a:pt x="1761968" y="189862"/>
                </a:lnTo>
                <a:lnTo>
                  <a:pt x="1788544" y="189808"/>
                </a:lnTo>
                <a:lnTo>
                  <a:pt x="1815051" y="189648"/>
                </a:lnTo>
                <a:lnTo>
                  <a:pt x="1841487" y="189385"/>
                </a:lnTo>
                <a:lnTo>
                  <a:pt x="1867847" y="189020"/>
                </a:lnTo>
                <a:lnTo>
                  <a:pt x="1894126" y="188555"/>
                </a:lnTo>
                <a:lnTo>
                  <a:pt x="1920321" y="187993"/>
                </a:lnTo>
                <a:lnTo>
                  <a:pt x="1946428" y="187336"/>
                </a:lnTo>
                <a:lnTo>
                  <a:pt x="1972442" y="186586"/>
                </a:lnTo>
                <a:lnTo>
                  <a:pt x="1998360" y="185744"/>
                </a:lnTo>
                <a:lnTo>
                  <a:pt x="2024178" y="184815"/>
                </a:lnTo>
                <a:lnTo>
                  <a:pt x="2049891" y="183799"/>
                </a:lnTo>
                <a:lnTo>
                  <a:pt x="2075496" y="182698"/>
                </a:lnTo>
                <a:lnTo>
                  <a:pt x="2100988" y="181515"/>
                </a:lnTo>
                <a:lnTo>
                  <a:pt x="2126363" y="180252"/>
                </a:lnTo>
                <a:lnTo>
                  <a:pt x="2151618" y="178912"/>
                </a:lnTo>
                <a:lnTo>
                  <a:pt x="2176748" y="177495"/>
                </a:lnTo>
                <a:lnTo>
                  <a:pt x="2201750" y="176006"/>
                </a:lnTo>
                <a:lnTo>
                  <a:pt x="2226618" y="174444"/>
                </a:lnTo>
                <a:lnTo>
                  <a:pt x="2251350" y="172814"/>
                </a:lnTo>
                <a:lnTo>
                  <a:pt x="2275940" y="171117"/>
                </a:lnTo>
                <a:lnTo>
                  <a:pt x="2300386" y="169354"/>
                </a:lnTo>
                <a:lnTo>
                  <a:pt x="2324683" y="167529"/>
                </a:lnTo>
                <a:lnTo>
                  <a:pt x="2348827" y="165644"/>
                </a:lnTo>
                <a:lnTo>
                  <a:pt x="2372814" y="163700"/>
                </a:lnTo>
                <a:lnTo>
                  <a:pt x="2396639" y="161700"/>
                </a:lnTo>
                <a:lnTo>
                  <a:pt x="2420299" y="159646"/>
                </a:lnTo>
                <a:lnTo>
                  <a:pt x="2443790" y="157540"/>
                </a:lnTo>
                <a:lnTo>
                  <a:pt x="2467108" y="155384"/>
                </a:lnTo>
                <a:lnTo>
                  <a:pt x="2490249" y="153181"/>
                </a:lnTo>
                <a:lnTo>
                  <a:pt x="2513208" y="150932"/>
                </a:lnTo>
                <a:lnTo>
                  <a:pt x="2535981" y="148640"/>
                </a:lnTo>
                <a:lnTo>
                  <a:pt x="2558565" y="146307"/>
                </a:lnTo>
                <a:lnTo>
                  <a:pt x="2580956" y="143935"/>
                </a:lnTo>
                <a:lnTo>
                  <a:pt x="2603149" y="141527"/>
                </a:lnTo>
                <a:lnTo>
                  <a:pt x="2625141" y="139084"/>
                </a:lnTo>
                <a:lnTo>
                  <a:pt x="2646926" y="136608"/>
                </a:lnTo>
                <a:lnTo>
                  <a:pt x="2668502" y="134102"/>
                </a:lnTo>
                <a:lnTo>
                  <a:pt x="2689864" y="131569"/>
                </a:lnTo>
                <a:lnTo>
                  <a:pt x="2711009" y="129009"/>
                </a:lnTo>
                <a:lnTo>
                  <a:pt x="2731931" y="126425"/>
                </a:lnTo>
                <a:lnTo>
                  <a:pt x="2752628" y="123820"/>
                </a:lnTo>
                <a:lnTo>
                  <a:pt x="2773095" y="121196"/>
                </a:lnTo>
                <a:lnTo>
                  <a:pt x="2793327" y="118554"/>
                </a:lnTo>
                <a:lnTo>
                  <a:pt x="2813322" y="115898"/>
                </a:lnTo>
                <a:lnTo>
                  <a:pt x="2833074" y="113228"/>
                </a:lnTo>
                <a:lnTo>
                  <a:pt x="2852581" y="110548"/>
                </a:lnTo>
                <a:lnTo>
                  <a:pt x="2871837" y="107859"/>
                </a:lnTo>
                <a:lnTo>
                  <a:pt x="2890838" y="105163"/>
                </a:lnTo>
                <a:lnTo>
                  <a:pt x="2909582" y="102464"/>
                </a:lnTo>
                <a:lnTo>
                  <a:pt x="2928063" y="99762"/>
                </a:lnTo>
                <a:lnTo>
                  <a:pt x="2946278" y="97060"/>
                </a:lnTo>
                <a:lnTo>
                  <a:pt x="2964222" y="94361"/>
                </a:lnTo>
                <a:lnTo>
                  <a:pt x="2981892" y="91666"/>
                </a:lnTo>
                <a:lnTo>
                  <a:pt x="2999283" y="88978"/>
                </a:lnTo>
                <a:lnTo>
                  <a:pt x="3016392" y="86298"/>
                </a:lnTo>
                <a:lnTo>
                  <a:pt x="3033214" y="83629"/>
                </a:lnTo>
                <a:lnTo>
                  <a:pt x="3049745" y="80973"/>
                </a:lnTo>
                <a:lnTo>
                  <a:pt x="3065982" y="78333"/>
                </a:lnTo>
                <a:lnTo>
                  <a:pt x="3081920" y="75710"/>
                </a:lnTo>
                <a:lnTo>
                  <a:pt x="3097555" y="73106"/>
                </a:lnTo>
                <a:lnTo>
                  <a:pt x="3112883" y="70524"/>
                </a:lnTo>
                <a:lnTo>
                  <a:pt x="3127900" y="67966"/>
                </a:lnTo>
                <a:lnTo>
                  <a:pt x="3142602" y="65434"/>
                </a:lnTo>
                <a:lnTo>
                  <a:pt x="3156986" y="62931"/>
                </a:lnTo>
                <a:lnTo>
                  <a:pt x="3171046" y="60457"/>
                </a:lnTo>
                <a:lnTo>
                  <a:pt x="3184779" y="58017"/>
                </a:lnTo>
                <a:lnTo>
                  <a:pt x="3198180" y="55611"/>
                </a:lnTo>
                <a:lnTo>
                  <a:pt x="3211247" y="53242"/>
                </a:lnTo>
                <a:lnTo>
                  <a:pt x="3223974" y="50911"/>
                </a:lnTo>
                <a:lnTo>
                  <a:pt x="3236358" y="48622"/>
                </a:lnTo>
                <a:lnTo>
                  <a:pt x="3248395" y="46377"/>
                </a:lnTo>
                <a:lnTo>
                  <a:pt x="3260080" y="44177"/>
                </a:lnTo>
                <a:lnTo>
                  <a:pt x="3271410" y="42025"/>
                </a:lnTo>
                <a:lnTo>
                  <a:pt x="3282380" y="39922"/>
                </a:lnTo>
                <a:lnTo>
                  <a:pt x="3292987" y="37872"/>
                </a:lnTo>
                <a:lnTo>
                  <a:pt x="3303226" y="35876"/>
                </a:lnTo>
                <a:lnTo>
                  <a:pt x="3313093" y="33936"/>
                </a:lnTo>
                <a:lnTo>
                  <a:pt x="3322585" y="32054"/>
                </a:lnTo>
                <a:lnTo>
                  <a:pt x="3331697" y="30234"/>
                </a:lnTo>
                <a:lnTo>
                  <a:pt x="3340425" y="28476"/>
                </a:lnTo>
                <a:lnTo>
                  <a:pt x="3348766" y="26783"/>
                </a:lnTo>
                <a:lnTo>
                  <a:pt x="3356714" y="25157"/>
                </a:lnTo>
                <a:lnTo>
                  <a:pt x="3364266" y="23601"/>
                </a:lnTo>
                <a:lnTo>
                  <a:pt x="3371419" y="22116"/>
                </a:lnTo>
                <a:lnTo>
                  <a:pt x="3378167" y="20705"/>
                </a:lnTo>
                <a:lnTo>
                  <a:pt x="3384508" y="19370"/>
                </a:lnTo>
                <a:lnTo>
                  <a:pt x="3390436" y="18113"/>
                </a:lnTo>
                <a:lnTo>
                  <a:pt x="3400458" y="18709"/>
                </a:lnTo>
                <a:lnTo>
                  <a:pt x="3408529" y="24136"/>
                </a:lnTo>
                <a:lnTo>
                  <a:pt x="3412871" y="33206"/>
                </a:lnTo>
                <a:lnTo>
                  <a:pt x="3505809" y="550422"/>
                </a:lnTo>
                <a:lnTo>
                  <a:pt x="3505191" y="559711"/>
                </a:lnTo>
                <a:lnTo>
                  <a:pt x="3500473" y="566996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6" name="path-4324">
            <a:extLst xmlns:a="http://schemas.openxmlformats.org/drawingml/2006/main">
              <a:ext uri="{FF2B5EF4-FFF2-40B4-BE49-F238E27FC236}">
                <a16:creationId xmlns:a16="http://schemas.microsoft.com/office/drawing/2014/main" id="{A446A486-B5A5-46C0-98B4-25A363C9B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45939" y="2229085"/>
            <a:ext cx="265270" cy="283351"/>
          </a:xfrm>
          <a:custGeom xmlns:a="http://schemas.openxmlformats.org/drawingml/2006/main">
            <a:pathLst>
              <a:path w="226723" h="242177">
                <a:moveTo>
                  <a:pt x="152538" y="0"/>
                </a:moveTo>
                <a:lnTo>
                  <a:pt x="226723" y="242177"/>
                </a:lnTo>
                <a:lnTo>
                  <a:pt x="0" y="202199"/>
                </a:lnTo>
                <a:lnTo>
                  <a:pt x="152538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7" name="path-4325">
            <a:extLst xmlns:a="http://schemas.openxmlformats.org/drawingml/2006/main">
              <a:ext uri="{FF2B5EF4-FFF2-40B4-BE49-F238E27FC236}">
                <a16:creationId xmlns:a16="http://schemas.microsoft.com/office/drawing/2014/main" id="{6D35CFE3-4D2B-49E8-96CA-54B4DE006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45939" y="2229085"/>
            <a:ext cx="265270" cy="283351"/>
          </a:xfrm>
          <a:custGeom xmlns:a="http://schemas.openxmlformats.org/drawingml/2006/main">
            <a:pathLst>
              <a:path w="226723" h="242177">
                <a:moveTo>
                  <a:pt x="226723" y="242177"/>
                </a:moveTo>
                <a:lnTo>
                  <a:pt x="152539" y="0"/>
                </a:lnTo>
                <a:lnTo>
                  <a:pt x="0" y="202200"/>
                </a:lnTo>
                <a:lnTo>
                  <a:pt x="226723" y="242177"/>
                </a:lnTo>
                <a:close/>
                <a:moveTo>
                  <a:pt x="41017" y="186055"/>
                </a:moveTo>
                <a:lnTo>
                  <a:pt x="143742" y="49887"/>
                </a:lnTo>
                <a:lnTo>
                  <a:pt x="193700" y="212977"/>
                </a:lnTo>
                <a:lnTo>
                  <a:pt x="41017" y="18605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8" name="path-4326">
            <a:extLst xmlns:a="http://schemas.openxmlformats.org/drawingml/2006/main">
              <a:ext uri="{FF2B5EF4-FFF2-40B4-BE49-F238E27FC236}">
                <a16:creationId xmlns:a16="http://schemas.microsoft.com/office/drawing/2014/main" id="{B023797A-553B-41D1-8E7B-03FBEC9B7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19267" y="2118415"/>
            <a:ext cx="265270" cy="283351"/>
          </a:xfrm>
          <a:custGeom xmlns:a="http://schemas.openxmlformats.org/drawingml/2006/main">
            <a:pathLst>
              <a:path w="226723" h="242177">
                <a:moveTo>
                  <a:pt x="152538" y="0"/>
                </a:moveTo>
                <a:lnTo>
                  <a:pt x="226723" y="242177"/>
                </a:lnTo>
                <a:lnTo>
                  <a:pt x="0" y="202199"/>
                </a:lnTo>
                <a:lnTo>
                  <a:pt x="152538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9" name="path-4327">
            <a:extLst xmlns:a="http://schemas.openxmlformats.org/drawingml/2006/main">
              <a:ext uri="{FF2B5EF4-FFF2-40B4-BE49-F238E27FC236}">
                <a16:creationId xmlns:a16="http://schemas.microsoft.com/office/drawing/2014/main" id="{B4854EB9-C013-4E73-BC68-5C4C1CB79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19267" y="2118415"/>
            <a:ext cx="265270" cy="283351"/>
          </a:xfrm>
          <a:custGeom xmlns:a="http://schemas.openxmlformats.org/drawingml/2006/main">
            <a:pathLst>
              <a:path w="226723" h="242177">
                <a:moveTo>
                  <a:pt x="226723" y="242177"/>
                </a:moveTo>
                <a:lnTo>
                  <a:pt x="152539" y="0"/>
                </a:lnTo>
                <a:lnTo>
                  <a:pt x="0" y="202200"/>
                </a:lnTo>
                <a:lnTo>
                  <a:pt x="226723" y="242177"/>
                </a:lnTo>
                <a:close/>
                <a:moveTo>
                  <a:pt x="41017" y="186055"/>
                </a:moveTo>
                <a:lnTo>
                  <a:pt x="143742" y="49887"/>
                </a:lnTo>
                <a:lnTo>
                  <a:pt x="193700" y="212977"/>
                </a:lnTo>
                <a:lnTo>
                  <a:pt x="41017" y="18605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0" name="path-4328">
            <a:extLst xmlns:a="http://schemas.openxmlformats.org/drawingml/2006/main">
              <a:ext uri="{FF2B5EF4-FFF2-40B4-BE49-F238E27FC236}">
                <a16:creationId xmlns:a16="http://schemas.microsoft.com/office/drawing/2014/main" id="{F3C3FE16-F0BF-454C-A100-AE642CBEC2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62375" y="2261933"/>
            <a:ext cx="449394" cy="99802"/>
          </a:xfrm>
          <a:custGeom xmlns:a="http://schemas.openxmlformats.org/drawingml/2006/main">
            <a:pathLst>
              <a:path w="384091" h="85300">
                <a:moveTo>
                  <a:pt x="1599" y="9069"/>
                </a:moveTo>
                <a:lnTo>
                  <a:pt x="0" y="18138"/>
                </a:lnTo>
                <a:lnTo>
                  <a:pt x="31741" y="23735"/>
                </a:lnTo>
                <a:lnTo>
                  <a:pt x="33340" y="14666"/>
                </a:lnTo>
                <a:lnTo>
                  <a:pt x="34940" y="5597"/>
                </a:lnTo>
                <a:lnTo>
                  <a:pt x="3198" y="0"/>
                </a:lnTo>
                <a:lnTo>
                  <a:pt x="1599" y="9069"/>
                </a:lnTo>
                <a:moveTo>
                  <a:pt x="96823" y="25860"/>
                </a:moveTo>
                <a:lnTo>
                  <a:pt x="95224" y="34928"/>
                </a:lnTo>
                <a:lnTo>
                  <a:pt x="158705" y="46122"/>
                </a:lnTo>
                <a:lnTo>
                  <a:pt x="160304" y="37053"/>
                </a:lnTo>
                <a:lnTo>
                  <a:pt x="161904" y="27984"/>
                </a:lnTo>
                <a:lnTo>
                  <a:pt x="98421" y="16791"/>
                </a:lnTo>
                <a:lnTo>
                  <a:pt x="96823" y="25860"/>
                </a:lnTo>
                <a:moveTo>
                  <a:pt x="223787" y="48247"/>
                </a:moveTo>
                <a:lnTo>
                  <a:pt x="222188" y="57316"/>
                </a:lnTo>
                <a:lnTo>
                  <a:pt x="285670" y="68509"/>
                </a:lnTo>
                <a:lnTo>
                  <a:pt x="287270" y="59440"/>
                </a:lnTo>
                <a:lnTo>
                  <a:pt x="288869" y="50371"/>
                </a:lnTo>
                <a:lnTo>
                  <a:pt x="225386" y="39178"/>
                </a:lnTo>
                <a:lnTo>
                  <a:pt x="223787" y="48247"/>
                </a:lnTo>
                <a:moveTo>
                  <a:pt x="350752" y="70634"/>
                </a:moveTo>
                <a:lnTo>
                  <a:pt x="349153" y="79703"/>
                </a:lnTo>
                <a:lnTo>
                  <a:pt x="380894" y="85300"/>
                </a:lnTo>
                <a:lnTo>
                  <a:pt x="382493" y="76231"/>
                </a:lnTo>
                <a:lnTo>
                  <a:pt x="384091" y="67162"/>
                </a:lnTo>
                <a:lnTo>
                  <a:pt x="352351" y="61565"/>
                </a:lnTo>
                <a:lnTo>
                  <a:pt x="350752" y="70634"/>
                </a:lnTo>
                <a:moveTo>
                  <a:pt x="1599" y="9069"/>
                </a:moveTo>
                <a:lnTo>
                  <a:pt x="0" y="18138"/>
                </a:lnTo>
                <a:lnTo>
                  <a:pt x="31741" y="23735"/>
                </a:lnTo>
                <a:lnTo>
                  <a:pt x="33340" y="14666"/>
                </a:lnTo>
                <a:lnTo>
                  <a:pt x="34940" y="5597"/>
                </a:lnTo>
                <a:lnTo>
                  <a:pt x="3198" y="0"/>
                </a:lnTo>
                <a:lnTo>
                  <a:pt x="1599" y="9069"/>
                </a:lnTo>
                <a:moveTo>
                  <a:pt x="96823" y="25860"/>
                </a:moveTo>
                <a:lnTo>
                  <a:pt x="95224" y="34928"/>
                </a:lnTo>
                <a:lnTo>
                  <a:pt x="158705" y="46122"/>
                </a:lnTo>
                <a:lnTo>
                  <a:pt x="160304" y="37053"/>
                </a:lnTo>
                <a:lnTo>
                  <a:pt x="161904" y="27984"/>
                </a:lnTo>
                <a:lnTo>
                  <a:pt x="98421" y="16791"/>
                </a:lnTo>
                <a:lnTo>
                  <a:pt x="96823" y="25860"/>
                </a:lnTo>
                <a:moveTo>
                  <a:pt x="223787" y="48247"/>
                </a:moveTo>
                <a:lnTo>
                  <a:pt x="222188" y="57316"/>
                </a:lnTo>
                <a:lnTo>
                  <a:pt x="285670" y="68509"/>
                </a:lnTo>
                <a:lnTo>
                  <a:pt x="287270" y="59440"/>
                </a:lnTo>
                <a:lnTo>
                  <a:pt x="288869" y="50371"/>
                </a:lnTo>
                <a:lnTo>
                  <a:pt x="225386" y="39178"/>
                </a:lnTo>
                <a:lnTo>
                  <a:pt x="223787" y="48247"/>
                </a:lnTo>
                <a:moveTo>
                  <a:pt x="350752" y="70634"/>
                </a:moveTo>
                <a:lnTo>
                  <a:pt x="349153" y="79703"/>
                </a:lnTo>
                <a:lnTo>
                  <a:pt x="380894" y="85300"/>
                </a:lnTo>
                <a:lnTo>
                  <a:pt x="382493" y="76231"/>
                </a:lnTo>
                <a:lnTo>
                  <a:pt x="384091" y="67162"/>
                </a:lnTo>
                <a:lnTo>
                  <a:pt x="352351" y="61565"/>
                </a:lnTo>
                <a:lnTo>
                  <a:pt x="350752" y="7063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1" name="path-4329">
            <a:extLst xmlns:a="http://schemas.openxmlformats.org/drawingml/2006/main">
              <a:ext uri="{FF2B5EF4-FFF2-40B4-BE49-F238E27FC236}">
                <a16:creationId xmlns:a16="http://schemas.microsoft.com/office/drawing/2014/main" id="{18039955-A969-4F6E-8B96-FF5F9639A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4823" y="2109414"/>
            <a:ext cx="287081" cy="287080"/>
          </a:xfrm>
          <a:custGeom xmlns:a="http://schemas.openxmlformats.org/drawingml/2006/main">
            <a:pathLst>
              <a:path w="245365" h="245364">
                <a:moveTo>
                  <a:pt x="0" y="36779"/>
                </a:moveTo>
                <a:lnTo>
                  <a:pt x="208586" y="0"/>
                </a:lnTo>
                <a:lnTo>
                  <a:pt x="245365" y="208585"/>
                </a:lnTo>
                <a:lnTo>
                  <a:pt x="36780" y="245364"/>
                </a:lnTo>
                <a:lnTo>
                  <a:pt x="0" y="36779"/>
                </a:lnTo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2" name="path-4330">
            <a:extLst xmlns:a="http://schemas.openxmlformats.org/drawingml/2006/main">
              <a:ext uri="{FF2B5EF4-FFF2-40B4-BE49-F238E27FC236}">
                <a16:creationId xmlns:a16="http://schemas.microsoft.com/office/drawing/2014/main" id="{263CE193-9AE0-4C66-ACA1-D2738E6E6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4823" y="2109414"/>
            <a:ext cx="287080" cy="287080"/>
          </a:xfrm>
          <a:custGeom xmlns:a="http://schemas.openxmlformats.org/drawingml/2006/main">
            <a:pathLst>
              <a:path w="245363" h="245364">
                <a:moveTo>
                  <a:pt x="245363" y="208585"/>
                </a:moveTo>
                <a:lnTo>
                  <a:pt x="208585" y="0"/>
                </a:lnTo>
                <a:lnTo>
                  <a:pt x="0" y="36779"/>
                </a:lnTo>
                <a:lnTo>
                  <a:pt x="36779" y="245364"/>
                </a:lnTo>
                <a:lnTo>
                  <a:pt x="245363" y="208585"/>
                </a:lnTo>
                <a:close/>
                <a:moveTo>
                  <a:pt x="218694" y="189910"/>
                </a:moveTo>
                <a:lnTo>
                  <a:pt x="55454" y="218694"/>
                </a:lnTo>
                <a:lnTo>
                  <a:pt x="26671" y="55454"/>
                </a:lnTo>
                <a:lnTo>
                  <a:pt x="189911" y="26670"/>
                </a:lnTo>
                <a:lnTo>
                  <a:pt x="218694" y="18991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3" name="path-4331">
            <a:extLst xmlns:a="http://schemas.openxmlformats.org/drawingml/2006/main">
              <a:ext uri="{FF2B5EF4-FFF2-40B4-BE49-F238E27FC236}">
                <a16:creationId xmlns:a16="http://schemas.microsoft.com/office/drawing/2014/main" id="{A0D518F7-C7C2-46C4-AA2A-D0B4EEED5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93869" y="2234604"/>
            <a:ext cx="287081" cy="287080"/>
          </a:xfrm>
          <a:custGeom xmlns:a="http://schemas.openxmlformats.org/drawingml/2006/main">
            <a:pathLst>
              <a:path w="245365" h="245364">
                <a:moveTo>
                  <a:pt x="0" y="36779"/>
                </a:moveTo>
                <a:lnTo>
                  <a:pt x="208586" y="0"/>
                </a:lnTo>
                <a:lnTo>
                  <a:pt x="245365" y="208585"/>
                </a:lnTo>
                <a:lnTo>
                  <a:pt x="36780" y="245364"/>
                </a:lnTo>
                <a:lnTo>
                  <a:pt x="0" y="36779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4" name="path-4332">
            <a:extLst xmlns:a="http://schemas.openxmlformats.org/drawingml/2006/main">
              <a:ext uri="{FF2B5EF4-FFF2-40B4-BE49-F238E27FC236}">
                <a16:creationId xmlns:a16="http://schemas.microsoft.com/office/drawing/2014/main" id="{B8A49B99-741A-48DF-BC0E-7099D836B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93871" y="2234604"/>
            <a:ext cx="287081" cy="287080"/>
          </a:xfrm>
          <a:custGeom xmlns:a="http://schemas.openxmlformats.org/drawingml/2006/main">
            <a:pathLst>
              <a:path w="245365" h="245364">
                <a:moveTo>
                  <a:pt x="245365" y="208585"/>
                </a:moveTo>
                <a:lnTo>
                  <a:pt x="208585" y="0"/>
                </a:lnTo>
                <a:lnTo>
                  <a:pt x="0" y="36779"/>
                </a:lnTo>
                <a:lnTo>
                  <a:pt x="36780" y="245364"/>
                </a:lnTo>
                <a:lnTo>
                  <a:pt x="245365" y="208585"/>
                </a:lnTo>
                <a:close/>
                <a:moveTo>
                  <a:pt x="218693" y="189910"/>
                </a:moveTo>
                <a:lnTo>
                  <a:pt x="55453" y="218694"/>
                </a:lnTo>
                <a:lnTo>
                  <a:pt x="26669" y="55454"/>
                </a:lnTo>
                <a:lnTo>
                  <a:pt x="189909" y="26670"/>
                </a:lnTo>
                <a:lnTo>
                  <a:pt x="218693" y="18991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5" name="path-4333">
            <a:extLst xmlns:a="http://schemas.openxmlformats.org/drawingml/2006/main">
              <a:ext uri="{FF2B5EF4-FFF2-40B4-BE49-F238E27FC236}">
                <a16:creationId xmlns:a16="http://schemas.microsoft.com/office/drawing/2014/main" id="{6B1EEE2F-C0C6-4ED7-A103-B4CB31547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8162" y="2263899"/>
            <a:ext cx="428172" cy="96060"/>
          </a:xfrm>
          <a:custGeom xmlns:a="http://schemas.openxmlformats.org/drawingml/2006/main">
            <a:pathLst>
              <a:path w="365953" h="82101">
                <a:moveTo>
                  <a:pt x="1599" y="73032"/>
                </a:moveTo>
                <a:lnTo>
                  <a:pt x="3197" y="82101"/>
                </a:lnTo>
                <a:lnTo>
                  <a:pt x="33427" y="76771"/>
                </a:lnTo>
                <a:lnTo>
                  <a:pt x="31828" y="67702"/>
                </a:lnTo>
                <a:lnTo>
                  <a:pt x="30230" y="58633"/>
                </a:lnTo>
                <a:lnTo>
                  <a:pt x="0" y="63964"/>
                </a:lnTo>
                <a:lnTo>
                  <a:pt x="1599" y="73032"/>
                </a:lnTo>
                <a:moveTo>
                  <a:pt x="92287" y="57042"/>
                </a:moveTo>
                <a:lnTo>
                  <a:pt x="93886" y="66110"/>
                </a:lnTo>
                <a:lnTo>
                  <a:pt x="154346" y="55450"/>
                </a:lnTo>
                <a:lnTo>
                  <a:pt x="152746" y="46381"/>
                </a:lnTo>
                <a:lnTo>
                  <a:pt x="151147" y="37312"/>
                </a:lnTo>
                <a:lnTo>
                  <a:pt x="90688" y="47973"/>
                </a:lnTo>
                <a:lnTo>
                  <a:pt x="92287" y="57042"/>
                </a:lnTo>
                <a:moveTo>
                  <a:pt x="213206" y="35720"/>
                </a:moveTo>
                <a:lnTo>
                  <a:pt x="214805" y="44789"/>
                </a:lnTo>
                <a:lnTo>
                  <a:pt x="275264" y="34129"/>
                </a:lnTo>
                <a:lnTo>
                  <a:pt x="273665" y="25060"/>
                </a:lnTo>
                <a:lnTo>
                  <a:pt x="272066" y="15991"/>
                </a:lnTo>
                <a:lnTo>
                  <a:pt x="211607" y="26651"/>
                </a:lnTo>
                <a:lnTo>
                  <a:pt x="213206" y="35720"/>
                </a:lnTo>
                <a:moveTo>
                  <a:pt x="334125" y="14399"/>
                </a:moveTo>
                <a:lnTo>
                  <a:pt x="335724" y="23468"/>
                </a:lnTo>
                <a:lnTo>
                  <a:pt x="365953" y="18138"/>
                </a:lnTo>
                <a:lnTo>
                  <a:pt x="364354" y="9069"/>
                </a:lnTo>
                <a:lnTo>
                  <a:pt x="362755" y="0"/>
                </a:lnTo>
                <a:lnTo>
                  <a:pt x="332525" y="5330"/>
                </a:lnTo>
                <a:lnTo>
                  <a:pt x="334125" y="14399"/>
                </a:lnTo>
                <a:moveTo>
                  <a:pt x="1599" y="73032"/>
                </a:moveTo>
                <a:lnTo>
                  <a:pt x="3197" y="82101"/>
                </a:lnTo>
                <a:lnTo>
                  <a:pt x="33427" y="76771"/>
                </a:lnTo>
                <a:lnTo>
                  <a:pt x="31828" y="67702"/>
                </a:lnTo>
                <a:lnTo>
                  <a:pt x="30230" y="58633"/>
                </a:lnTo>
                <a:lnTo>
                  <a:pt x="0" y="63964"/>
                </a:lnTo>
                <a:lnTo>
                  <a:pt x="1599" y="73032"/>
                </a:lnTo>
                <a:moveTo>
                  <a:pt x="92287" y="57042"/>
                </a:moveTo>
                <a:lnTo>
                  <a:pt x="93886" y="66110"/>
                </a:lnTo>
                <a:lnTo>
                  <a:pt x="154346" y="55450"/>
                </a:lnTo>
                <a:lnTo>
                  <a:pt x="152746" y="46381"/>
                </a:lnTo>
                <a:lnTo>
                  <a:pt x="151147" y="37312"/>
                </a:lnTo>
                <a:lnTo>
                  <a:pt x="90688" y="47973"/>
                </a:lnTo>
                <a:lnTo>
                  <a:pt x="92287" y="57042"/>
                </a:lnTo>
                <a:moveTo>
                  <a:pt x="213206" y="35720"/>
                </a:moveTo>
                <a:lnTo>
                  <a:pt x="214805" y="44789"/>
                </a:lnTo>
                <a:lnTo>
                  <a:pt x="275264" y="34129"/>
                </a:lnTo>
                <a:lnTo>
                  <a:pt x="273665" y="25060"/>
                </a:lnTo>
                <a:lnTo>
                  <a:pt x="272066" y="15991"/>
                </a:lnTo>
                <a:lnTo>
                  <a:pt x="211607" y="26651"/>
                </a:lnTo>
                <a:lnTo>
                  <a:pt x="213206" y="35720"/>
                </a:lnTo>
                <a:moveTo>
                  <a:pt x="334125" y="14399"/>
                </a:moveTo>
                <a:lnTo>
                  <a:pt x="335724" y="23468"/>
                </a:lnTo>
                <a:lnTo>
                  <a:pt x="365953" y="18138"/>
                </a:lnTo>
                <a:lnTo>
                  <a:pt x="364354" y="9069"/>
                </a:lnTo>
                <a:lnTo>
                  <a:pt x="362755" y="0"/>
                </a:lnTo>
                <a:lnTo>
                  <a:pt x="332525" y="5330"/>
                </a:lnTo>
                <a:lnTo>
                  <a:pt x="334125" y="1439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6" name="path-4334">
            <a:extLst xmlns:a="http://schemas.openxmlformats.org/drawingml/2006/main">
              <a:ext uri="{FF2B5EF4-FFF2-40B4-BE49-F238E27FC236}">
                <a16:creationId xmlns:a16="http://schemas.microsoft.com/office/drawing/2014/main" id="{76F71575-C88D-4960-AADF-BFDB28193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6541" y="2314784"/>
            <a:ext cx="64230" cy="533142"/>
          </a:xfrm>
          <a:custGeom xmlns:a="http://schemas.openxmlformats.org/drawingml/2006/main">
            <a:pathLst>
              <a:path w="54897" h="455670">
                <a:moveTo>
                  <a:pt x="52951" y="448763"/>
                </a:moveTo>
                <a:cubicBezTo>
                  <a:pt x="52951" y="441857"/>
                  <a:pt x="52966" y="441857"/>
                  <a:pt x="52982" y="441857"/>
                </a:cubicBezTo>
                <a:cubicBezTo>
                  <a:pt x="52988" y="441857"/>
                  <a:pt x="53003" y="441857"/>
                  <a:pt x="53013" y="441857"/>
                </a:cubicBezTo>
                <a:cubicBezTo>
                  <a:pt x="53033" y="441857"/>
                  <a:pt x="53052" y="441857"/>
                  <a:pt x="53071" y="441858"/>
                </a:cubicBezTo>
                <a:cubicBezTo>
                  <a:pt x="53107" y="441858"/>
                  <a:pt x="53143" y="441859"/>
                  <a:pt x="53175" y="441860"/>
                </a:cubicBezTo>
                <a:cubicBezTo>
                  <a:pt x="53240" y="441863"/>
                  <a:pt x="53294" y="441866"/>
                  <a:pt x="53340" y="441870"/>
                </a:cubicBezTo>
                <a:cubicBezTo>
                  <a:pt x="53431" y="441877"/>
                  <a:pt x="53484" y="441884"/>
                  <a:pt x="53501" y="441887"/>
                </a:cubicBezTo>
                <a:cubicBezTo>
                  <a:pt x="53535" y="441892"/>
                  <a:pt x="53418" y="441877"/>
                  <a:pt x="53166" y="441792"/>
                </a:cubicBezTo>
                <a:cubicBezTo>
                  <a:pt x="52674" y="441628"/>
                  <a:pt x="51568" y="441166"/>
                  <a:pt x="50009" y="439948"/>
                </a:cubicBezTo>
                <a:cubicBezTo>
                  <a:pt x="46872" y="437496"/>
                  <a:pt x="41729" y="431837"/>
                  <a:pt x="36282" y="419069"/>
                </a:cubicBezTo>
                <a:cubicBezTo>
                  <a:pt x="25326" y="393386"/>
                  <a:pt x="13814" y="340547"/>
                  <a:pt x="13814" y="232893"/>
                </a:cubicBezTo>
                <a:lnTo>
                  <a:pt x="6907" y="232893"/>
                </a:lnTo>
                <a:lnTo>
                  <a:pt x="0" y="232893"/>
                </a:lnTo>
                <a:cubicBezTo>
                  <a:pt x="0" y="341108"/>
                  <a:pt x="11511" y="396204"/>
                  <a:pt x="23577" y="424489"/>
                </a:cubicBezTo>
                <a:cubicBezTo>
                  <a:pt x="29641" y="438705"/>
                  <a:pt x="36009" y="446538"/>
                  <a:pt x="41504" y="450832"/>
                </a:cubicBezTo>
                <a:cubicBezTo>
                  <a:pt x="44261" y="452987"/>
                  <a:pt x="46752" y="454212"/>
                  <a:pt x="48779" y="454891"/>
                </a:cubicBezTo>
                <a:cubicBezTo>
                  <a:pt x="49786" y="455228"/>
                  <a:pt x="50659" y="455424"/>
                  <a:pt x="51367" y="455534"/>
                </a:cubicBezTo>
                <a:cubicBezTo>
                  <a:pt x="51721" y="455590"/>
                  <a:pt x="52033" y="455623"/>
                  <a:pt x="52298" y="455644"/>
                </a:cubicBezTo>
                <a:cubicBezTo>
                  <a:pt x="52431" y="455654"/>
                  <a:pt x="52551" y="455660"/>
                  <a:pt x="52661" y="455664"/>
                </a:cubicBezTo>
                <a:cubicBezTo>
                  <a:pt x="52716" y="455666"/>
                  <a:pt x="52767" y="455668"/>
                  <a:pt x="52815" y="455669"/>
                </a:cubicBezTo>
                <a:cubicBezTo>
                  <a:pt x="52839" y="455669"/>
                  <a:pt x="52862" y="455669"/>
                  <a:pt x="52885" y="455670"/>
                </a:cubicBezTo>
                <a:cubicBezTo>
                  <a:pt x="52897" y="455670"/>
                  <a:pt x="52913" y="455670"/>
                  <a:pt x="52919" y="455670"/>
                </a:cubicBezTo>
                <a:cubicBezTo>
                  <a:pt x="52934" y="455670"/>
                  <a:pt x="52951" y="455670"/>
                  <a:pt x="52951" y="448763"/>
                </a:cubicBezTo>
                <a:moveTo>
                  <a:pt x="6907" y="232893"/>
                </a:moveTo>
                <a:lnTo>
                  <a:pt x="13814" y="232893"/>
                </a:lnTo>
                <a:cubicBezTo>
                  <a:pt x="13814" y="125300"/>
                  <a:pt x="25309" y="69758"/>
                  <a:pt x="36365" y="41372"/>
                </a:cubicBezTo>
                <a:cubicBezTo>
                  <a:pt x="41873" y="27230"/>
                  <a:pt x="47173" y="20088"/>
                  <a:pt x="50652" y="16592"/>
                </a:cubicBezTo>
                <a:cubicBezTo>
                  <a:pt x="52384" y="14852"/>
                  <a:pt x="53674" y="14006"/>
                  <a:pt x="54338" y="13635"/>
                </a:cubicBezTo>
                <a:cubicBezTo>
                  <a:pt x="54674" y="13448"/>
                  <a:pt x="54862" y="13374"/>
                  <a:pt x="54885" y="13366"/>
                </a:cubicBezTo>
                <a:cubicBezTo>
                  <a:pt x="54897" y="13361"/>
                  <a:pt x="54868" y="13373"/>
                  <a:pt x="54797" y="13394"/>
                </a:cubicBezTo>
                <a:cubicBezTo>
                  <a:pt x="54762" y="13405"/>
                  <a:pt x="54716" y="13418"/>
                  <a:pt x="54659" y="13432"/>
                </a:cubicBezTo>
                <a:cubicBezTo>
                  <a:pt x="54631" y="13440"/>
                  <a:pt x="54600" y="13448"/>
                  <a:pt x="54566" y="13456"/>
                </a:cubicBezTo>
                <a:cubicBezTo>
                  <a:pt x="54549" y="13460"/>
                  <a:pt x="54531" y="13464"/>
                  <a:pt x="54514" y="13468"/>
                </a:cubicBezTo>
                <a:cubicBezTo>
                  <a:pt x="54504" y="13470"/>
                  <a:pt x="54490" y="13474"/>
                  <a:pt x="54485" y="13475"/>
                </a:cubicBezTo>
                <a:cubicBezTo>
                  <a:pt x="54471" y="13478"/>
                  <a:pt x="54457" y="13481"/>
                  <a:pt x="52951" y="6741"/>
                </a:cubicBezTo>
                <a:cubicBezTo>
                  <a:pt x="51445" y="0"/>
                  <a:pt x="51431" y="4"/>
                  <a:pt x="51416" y="7"/>
                </a:cubicBezTo>
                <a:cubicBezTo>
                  <a:pt x="51411" y="8"/>
                  <a:pt x="51396" y="12"/>
                  <a:pt x="51385" y="14"/>
                </a:cubicBezTo>
                <a:cubicBezTo>
                  <a:pt x="51364" y="19"/>
                  <a:pt x="51342" y="24"/>
                  <a:pt x="51320" y="30"/>
                </a:cubicBezTo>
                <a:cubicBezTo>
                  <a:pt x="51275" y="40"/>
                  <a:pt x="51227" y="52"/>
                  <a:pt x="51177" y="65"/>
                </a:cubicBezTo>
                <a:cubicBezTo>
                  <a:pt x="51075" y="92"/>
                  <a:pt x="50964" y="123"/>
                  <a:pt x="50841" y="160"/>
                </a:cubicBezTo>
                <a:cubicBezTo>
                  <a:pt x="50595" y="233"/>
                  <a:pt x="50309" y="328"/>
                  <a:pt x="49982" y="452"/>
                </a:cubicBezTo>
                <a:cubicBezTo>
                  <a:pt x="49331" y="699"/>
                  <a:pt x="48530" y="1058"/>
                  <a:pt x="47606" y="1573"/>
                </a:cubicBezTo>
                <a:cubicBezTo>
                  <a:pt x="45753" y="2608"/>
                  <a:pt x="43445" y="4252"/>
                  <a:pt x="40862" y="6848"/>
                </a:cubicBezTo>
                <a:cubicBezTo>
                  <a:pt x="35707" y="12027"/>
                  <a:pt x="29496" y="20947"/>
                  <a:pt x="23494" y="36359"/>
                </a:cubicBezTo>
                <a:cubicBezTo>
                  <a:pt x="11527" y="67083"/>
                  <a:pt x="0" y="124616"/>
                  <a:pt x="0" y="232893"/>
                </a:cubicBezTo>
                <a:lnTo>
                  <a:pt x="6907" y="23289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7" name="path-4335">
            <a:extLst xmlns:a="http://schemas.openxmlformats.org/drawingml/2006/main">
              <a:ext uri="{FF2B5EF4-FFF2-40B4-BE49-F238E27FC236}">
                <a16:creationId xmlns:a16="http://schemas.microsoft.com/office/drawing/2014/main" id="{984E4A61-C004-4881-8851-30156779A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0611" y="2314784"/>
            <a:ext cx="64230" cy="533142"/>
          </a:xfrm>
          <a:custGeom xmlns:a="http://schemas.openxmlformats.org/drawingml/2006/main">
            <a:pathLst>
              <a:path w="54897" h="455670">
                <a:moveTo>
                  <a:pt x="1946" y="448763"/>
                </a:moveTo>
                <a:cubicBezTo>
                  <a:pt x="1946" y="441857"/>
                  <a:pt x="1930" y="441857"/>
                  <a:pt x="1915" y="441857"/>
                </a:cubicBezTo>
                <a:cubicBezTo>
                  <a:pt x="1909" y="441857"/>
                  <a:pt x="1894" y="441857"/>
                  <a:pt x="1884" y="441857"/>
                </a:cubicBezTo>
                <a:cubicBezTo>
                  <a:pt x="1864" y="441857"/>
                  <a:pt x="1845" y="441857"/>
                  <a:pt x="1826" y="441858"/>
                </a:cubicBezTo>
                <a:cubicBezTo>
                  <a:pt x="1790" y="441858"/>
                  <a:pt x="1754" y="441859"/>
                  <a:pt x="1722" y="441860"/>
                </a:cubicBezTo>
                <a:cubicBezTo>
                  <a:pt x="1657" y="441863"/>
                  <a:pt x="1603" y="441866"/>
                  <a:pt x="1557" y="441870"/>
                </a:cubicBezTo>
                <a:cubicBezTo>
                  <a:pt x="1465" y="441877"/>
                  <a:pt x="1412" y="441884"/>
                  <a:pt x="1396" y="441887"/>
                </a:cubicBezTo>
                <a:cubicBezTo>
                  <a:pt x="1361" y="441892"/>
                  <a:pt x="1478" y="441877"/>
                  <a:pt x="1730" y="441792"/>
                </a:cubicBezTo>
                <a:cubicBezTo>
                  <a:pt x="2222" y="441628"/>
                  <a:pt x="3328" y="441166"/>
                  <a:pt x="4887" y="439948"/>
                </a:cubicBezTo>
                <a:cubicBezTo>
                  <a:pt x="8025" y="437496"/>
                  <a:pt x="13168" y="431837"/>
                  <a:pt x="18615" y="419069"/>
                </a:cubicBezTo>
                <a:cubicBezTo>
                  <a:pt x="29571" y="393386"/>
                  <a:pt x="41083" y="340547"/>
                  <a:pt x="41083" y="232893"/>
                </a:cubicBezTo>
                <a:lnTo>
                  <a:pt x="47989" y="232893"/>
                </a:lnTo>
                <a:lnTo>
                  <a:pt x="54897" y="232893"/>
                </a:lnTo>
                <a:cubicBezTo>
                  <a:pt x="54897" y="341108"/>
                  <a:pt x="43386" y="396204"/>
                  <a:pt x="31320" y="424489"/>
                </a:cubicBezTo>
                <a:cubicBezTo>
                  <a:pt x="25256" y="438705"/>
                  <a:pt x="18888" y="446538"/>
                  <a:pt x="13393" y="450832"/>
                </a:cubicBezTo>
                <a:cubicBezTo>
                  <a:pt x="10636" y="452987"/>
                  <a:pt x="8145" y="454212"/>
                  <a:pt x="6117" y="454891"/>
                </a:cubicBezTo>
                <a:cubicBezTo>
                  <a:pt x="5111" y="455228"/>
                  <a:pt x="4238" y="455424"/>
                  <a:pt x="3529" y="455534"/>
                </a:cubicBezTo>
                <a:cubicBezTo>
                  <a:pt x="3176" y="455590"/>
                  <a:pt x="2864" y="455623"/>
                  <a:pt x="2599" y="455644"/>
                </a:cubicBezTo>
                <a:cubicBezTo>
                  <a:pt x="2466" y="455654"/>
                  <a:pt x="2345" y="455660"/>
                  <a:pt x="2235" y="455664"/>
                </a:cubicBezTo>
                <a:cubicBezTo>
                  <a:pt x="2181" y="455666"/>
                  <a:pt x="2130" y="455668"/>
                  <a:pt x="2082" y="455669"/>
                </a:cubicBezTo>
                <a:cubicBezTo>
                  <a:pt x="2058" y="455669"/>
                  <a:pt x="2034" y="455669"/>
                  <a:pt x="2012" y="455670"/>
                </a:cubicBezTo>
                <a:cubicBezTo>
                  <a:pt x="2000" y="455670"/>
                  <a:pt x="1984" y="455670"/>
                  <a:pt x="1978" y="455670"/>
                </a:cubicBezTo>
                <a:cubicBezTo>
                  <a:pt x="1962" y="455670"/>
                  <a:pt x="1946" y="455670"/>
                  <a:pt x="1946" y="448763"/>
                </a:cubicBezTo>
                <a:moveTo>
                  <a:pt x="47989" y="232893"/>
                </a:moveTo>
                <a:lnTo>
                  <a:pt x="41083" y="232893"/>
                </a:lnTo>
                <a:cubicBezTo>
                  <a:pt x="41083" y="125300"/>
                  <a:pt x="29587" y="69758"/>
                  <a:pt x="18532" y="41372"/>
                </a:cubicBezTo>
                <a:cubicBezTo>
                  <a:pt x="13024" y="27230"/>
                  <a:pt x="7724" y="20088"/>
                  <a:pt x="4245" y="16592"/>
                </a:cubicBezTo>
                <a:cubicBezTo>
                  <a:pt x="2512" y="14852"/>
                  <a:pt x="1223" y="14006"/>
                  <a:pt x="558" y="13635"/>
                </a:cubicBezTo>
                <a:cubicBezTo>
                  <a:pt x="222" y="13448"/>
                  <a:pt x="34" y="13374"/>
                  <a:pt x="12" y="13366"/>
                </a:cubicBezTo>
                <a:cubicBezTo>
                  <a:pt x="0" y="13361"/>
                  <a:pt x="28" y="13373"/>
                  <a:pt x="99" y="13394"/>
                </a:cubicBezTo>
                <a:cubicBezTo>
                  <a:pt x="135" y="13405"/>
                  <a:pt x="181" y="13418"/>
                  <a:pt x="238" y="13432"/>
                </a:cubicBezTo>
                <a:cubicBezTo>
                  <a:pt x="266" y="13440"/>
                  <a:pt x="297" y="13448"/>
                  <a:pt x="331" y="13456"/>
                </a:cubicBezTo>
                <a:cubicBezTo>
                  <a:pt x="348" y="13460"/>
                  <a:pt x="365" y="13464"/>
                  <a:pt x="383" y="13468"/>
                </a:cubicBezTo>
                <a:cubicBezTo>
                  <a:pt x="393" y="13470"/>
                  <a:pt x="407" y="13474"/>
                  <a:pt x="412" y="13475"/>
                </a:cubicBezTo>
                <a:cubicBezTo>
                  <a:pt x="426" y="13478"/>
                  <a:pt x="440" y="13481"/>
                  <a:pt x="1946" y="6741"/>
                </a:cubicBezTo>
                <a:cubicBezTo>
                  <a:pt x="3451" y="0"/>
                  <a:pt x="3466" y="4"/>
                  <a:pt x="3481" y="7"/>
                </a:cubicBezTo>
                <a:cubicBezTo>
                  <a:pt x="3486" y="8"/>
                  <a:pt x="3501" y="12"/>
                  <a:pt x="3512" y="14"/>
                </a:cubicBezTo>
                <a:cubicBezTo>
                  <a:pt x="3533" y="19"/>
                  <a:pt x="3554" y="24"/>
                  <a:pt x="3577" y="30"/>
                </a:cubicBezTo>
                <a:cubicBezTo>
                  <a:pt x="3622" y="40"/>
                  <a:pt x="3670" y="52"/>
                  <a:pt x="3720" y="65"/>
                </a:cubicBezTo>
                <a:cubicBezTo>
                  <a:pt x="3822" y="92"/>
                  <a:pt x="3933" y="123"/>
                  <a:pt x="4056" y="160"/>
                </a:cubicBezTo>
                <a:cubicBezTo>
                  <a:pt x="4302" y="233"/>
                  <a:pt x="4588" y="328"/>
                  <a:pt x="4914" y="452"/>
                </a:cubicBezTo>
                <a:cubicBezTo>
                  <a:pt x="5566" y="699"/>
                  <a:pt x="6367" y="1058"/>
                  <a:pt x="7291" y="1573"/>
                </a:cubicBezTo>
                <a:cubicBezTo>
                  <a:pt x="9144" y="2608"/>
                  <a:pt x="11452" y="4252"/>
                  <a:pt x="14035" y="6848"/>
                </a:cubicBezTo>
                <a:cubicBezTo>
                  <a:pt x="19190" y="12027"/>
                  <a:pt x="25400" y="20947"/>
                  <a:pt x="31403" y="36359"/>
                </a:cubicBezTo>
                <a:cubicBezTo>
                  <a:pt x="43369" y="67083"/>
                  <a:pt x="54897" y="124616"/>
                  <a:pt x="54897" y="232893"/>
                </a:cubicBezTo>
                <a:lnTo>
                  <a:pt x="47989" y="23289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8" name="path-4336">
            <a:extLst xmlns:a="http://schemas.openxmlformats.org/drawingml/2006/main">
              <a:ext uri="{FF2B5EF4-FFF2-40B4-BE49-F238E27FC236}">
                <a16:creationId xmlns:a16="http://schemas.microsoft.com/office/drawing/2014/main" id="{3D8DDC75-5678-4423-8EF2-3E0A8EFDA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9408" y="2889571"/>
            <a:ext cx="3016546" cy="372645"/>
          </a:xfrm>
          <a:custGeom xmlns:a="http://schemas.openxmlformats.org/drawingml/2006/main">
            <a:pathLst>
              <a:path w="2578204" h="318495">
                <a:moveTo>
                  <a:pt x="116018" y="88338"/>
                </a:moveTo>
                <a:lnTo>
                  <a:pt x="104228" y="127637"/>
                </a:lnTo>
                <a:cubicBezTo>
                  <a:pt x="116644" y="113057"/>
                  <a:pt x="127694" y="102862"/>
                  <a:pt x="137376" y="97052"/>
                </a:cubicBezTo>
                <a:cubicBezTo>
                  <a:pt x="147173" y="91243"/>
                  <a:pt x="157140" y="88338"/>
                  <a:pt x="167278" y="88338"/>
                </a:cubicBezTo>
                <a:cubicBezTo>
                  <a:pt x="177416" y="88338"/>
                  <a:pt x="186074" y="92382"/>
                  <a:pt x="193250" y="100470"/>
                </a:cubicBezTo>
                <a:cubicBezTo>
                  <a:pt x="200426" y="108443"/>
                  <a:pt x="204014" y="118866"/>
                  <a:pt x="204014" y="131738"/>
                </a:cubicBezTo>
                <a:cubicBezTo>
                  <a:pt x="204014" y="156798"/>
                  <a:pt x="193820" y="182315"/>
                  <a:pt x="173430" y="208286"/>
                </a:cubicBezTo>
                <a:cubicBezTo>
                  <a:pt x="153040" y="234144"/>
                  <a:pt x="129289" y="247073"/>
                  <a:pt x="102177" y="247073"/>
                </a:cubicBezTo>
                <a:cubicBezTo>
                  <a:pt x="96482" y="247073"/>
                  <a:pt x="91413" y="246446"/>
                  <a:pt x="86970" y="245193"/>
                </a:cubicBezTo>
                <a:cubicBezTo>
                  <a:pt x="82643" y="243940"/>
                  <a:pt x="77745" y="241719"/>
                  <a:pt x="72277" y="238530"/>
                </a:cubicBezTo>
                <a:lnTo>
                  <a:pt x="59803" y="282613"/>
                </a:lnTo>
                <a:cubicBezTo>
                  <a:pt x="57297" y="291270"/>
                  <a:pt x="56044" y="296909"/>
                  <a:pt x="56044" y="299529"/>
                </a:cubicBezTo>
                <a:cubicBezTo>
                  <a:pt x="56044" y="302035"/>
                  <a:pt x="56671" y="304142"/>
                  <a:pt x="57923" y="305851"/>
                </a:cubicBezTo>
                <a:cubicBezTo>
                  <a:pt x="59291" y="307674"/>
                  <a:pt x="61455" y="309041"/>
                  <a:pt x="64417" y="309952"/>
                </a:cubicBezTo>
                <a:cubicBezTo>
                  <a:pt x="67379" y="310977"/>
                  <a:pt x="73244" y="311490"/>
                  <a:pt x="82016" y="311490"/>
                </a:cubicBezTo>
                <a:lnTo>
                  <a:pt x="80478" y="317812"/>
                </a:lnTo>
                <a:lnTo>
                  <a:pt x="0" y="317812"/>
                </a:lnTo>
                <a:lnTo>
                  <a:pt x="1708" y="311490"/>
                </a:lnTo>
                <a:cubicBezTo>
                  <a:pt x="12302" y="311034"/>
                  <a:pt x="19478" y="309211"/>
                  <a:pt x="23238" y="306022"/>
                </a:cubicBezTo>
                <a:cubicBezTo>
                  <a:pt x="26882" y="302832"/>
                  <a:pt x="30756" y="294004"/>
                  <a:pt x="34857" y="279537"/>
                </a:cubicBezTo>
                <a:lnTo>
                  <a:pt x="78085" y="129859"/>
                </a:lnTo>
                <a:cubicBezTo>
                  <a:pt x="80706" y="120404"/>
                  <a:pt x="82016" y="114538"/>
                  <a:pt x="82016" y="112259"/>
                </a:cubicBezTo>
                <a:cubicBezTo>
                  <a:pt x="82016" y="109184"/>
                  <a:pt x="81105" y="106792"/>
                  <a:pt x="79282" y="105083"/>
                </a:cubicBezTo>
                <a:cubicBezTo>
                  <a:pt x="77573" y="103374"/>
                  <a:pt x="74896" y="102520"/>
                  <a:pt x="71251" y="102520"/>
                </a:cubicBezTo>
                <a:cubicBezTo>
                  <a:pt x="67948" y="102520"/>
                  <a:pt x="63335" y="102918"/>
                  <a:pt x="57411" y="103716"/>
                </a:cubicBezTo>
                <a:lnTo>
                  <a:pt x="57411" y="97052"/>
                </a:lnTo>
                <a:lnTo>
                  <a:pt x="116018" y="88338"/>
                </a:lnTo>
                <a:moveTo>
                  <a:pt x="76206" y="225031"/>
                </a:moveTo>
                <a:cubicBezTo>
                  <a:pt x="83268" y="233460"/>
                  <a:pt x="92780" y="237675"/>
                  <a:pt x="104741" y="237675"/>
                </a:cubicBezTo>
                <a:cubicBezTo>
                  <a:pt x="110664" y="237675"/>
                  <a:pt x="116702" y="236024"/>
                  <a:pt x="122853" y="232720"/>
                </a:cubicBezTo>
                <a:cubicBezTo>
                  <a:pt x="129004" y="229417"/>
                  <a:pt x="134984" y="224519"/>
                  <a:pt x="140794" y="218026"/>
                </a:cubicBezTo>
                <a:cubicBezTo>
                  <a:pt x="146718" y="211533"/>
                  <a:pt x="152014" y="204071"/>
                  <a:pt x="156684" y="195642"/>
                </a:cubicBezTo>
                <a:cubicBezTo>
                  <a:pt x="161355" y="187099"/>
                  <a:pt x="165512" y="177075"/>
                  <a:pt x="169158" y="165570"/>
                </a:cubicBezTo>
                <a:cubicBezTo>
                  <a:pt x="172916" y="154065"/>
                  <a:pt x="174796" y="142673"/>
                  <a:pt x="174796" y="131396"/>
                </a:cubicBezTo>
                <a:cubicBezTo>
                  <a:pt x="174796" y="122283"/>
                  <a:pt x="172689" y="115335"/>
                  <a:pt x="168474" y="110551"/>
                </a:cubicBezTo>
                <a:cubicBezTo>
                  <a:pt x="164373" y="105653"/>
                  <a:pt x="159532" y="103203"/>
                  <a:pt x="153950" y="103203"/>
                </a:cubicBezTo>
                <a:cubicBezTo>
                  <a:pt x="141648" y="103203"/>
                  <a:pt x="129460" y="110266"/>
                  <a:pt x="117385" y="124391"/>
                </a:cubicBezTo>
                <a:cubicBezTo>
                  <a:pt x="105424" y="138516"/>
                  <a:pt x="96654" y="155033"/>
                  <a:pt x="91071" y="173942"/>
                </a:cubicBezTo>
                <a:lnTo>
                  <a:pt x="76206" y="225031"/>
                </a:lnTo>
                <a:moveTo>
                  <a:pt x="255274" y="178555"/>
                </a:moveTo>
                <a:cubicBezTo>
                  <a:pt x="254477" y="184251"/>
                  <a:pt x="254078" y="188978"/>
                  <a:pt x="254078" y="192737"/>
                </a:cubicBezTo>
                <a:cubicBezTo>
                  <a:pt x="254078" y="202875"/>
                  <a:pt x="257667" y="211533"/>
                  <a:pt x="264843" y="218709"/>
                </a:cubicBezTo>
                <a:cubicBezTo>
                  <a:pt x="272019" y="225771"/>
                  <a:pt x="280733" y="229303"/>
                  <a:pt x="290986" y="229303"/>
                </a:cubicBezTo>
                <a:cubicBezTo>
                  <a:pt x="299187" y="229303"/>
                  <a:pt x="307047" y="227651"/>
                  <a:pt x="314565" y="224348"/>
                </a:cubicBezTo>
                <a:cubicBezTo>
                  <a:pt x="322197" y="220930"/>
                  <a:pt x="333474" y="213469"/>
                  <a:pt x="348396" y="201964"/>
                </a:cubicBezTo>
                <a:lnTo>
                  <a:pt x="351985" y="206919"/>
                </a:lnTo>
                <a:cubicBezTo>
                  <a:pt x="324987" y="233688"/>
                  <a:pt x="299244" y="247073"/>
                  <a:pt x="274753" y="247073"/>
                </a:cubicBezTo>
                <a:cubicBezTo>
                  <a:pt x="258122" y="247073"/>
                  <a:pt x="245592" y="241833"/>
                  <a:pt x="237162" y="231353"/>
                </a:cubicBezTo>
                <a:cubicBezTo>
                  <a:pt x="228733" y="220873"/>
                  <a:pt x="224518" y="209311"/>
                  <a:pt x="224518" y="196667"/>
                </a:cubicBezTo>
                <a:cubicBezTo>
                  <a:pt x="224518" y="179694"/>
                  <a:pt x="229758" y="162323"/>
                  <a:pt x="240238" y="144553"/>
                </a:cubicBezTo>
                <a:cubicBezTo>
                  <a:pt x="250718" y="126783"/>
                  <a:pt x="263874" y="113000"/>
                  <a:pt x="279708" y="103203"/>
                </a:cubicBezTo>
                <a:cubicBezTo>
                  <a:pt x="295542" y="93293"/>
                  <a:pt x="311831" y="88338"/>
                  <a:pt x="328576" y="88338"/>
                </a:cubicBezTo>
                <a:cubicBezTo>
                  <a:pt x="340651" y="88338"/>
                  <a:pt x="349593" y="90787"/>
                  <a:pt x="355402" y="95685"/>
                </a:cubicBezTo>
                <a:cubicBezTo>
                  <a:pt x="361212" y="100583"/>
                  <a:pt x="364116" y="106393"/>
                  <a:pt x="364116" y="113114"/>
                </a:cubicBezTo>
                <a:cubicBezTo>
                  <a:pt x="364116" y="122568"/>
                  <a:pt x="360358" y="131624"/>
                  <a:pt x="352839" y="140281"/>
                </a:cubicBezTo>
                <a:cubicBezTo>
                  <a:pt x="342929" y="151559"/>
                  <a:pt x="328348" y="160671"/>
                  <a:pt x="309097" y="167620"/>
                </a:cubicBezTo>
                <a:cubicBezTo>
                  <a:pt x="296339" y="172290"/>
                  <a:pt x="278399" y="175936"/>
                  <a:pt x="255274" y="178555"/>
                </a:cubicBezTo>
                <a:moveTo>
                  <a:pt x="256471" y="170183"/>
                </a:moveTo>
                <a:cubicBezTo>
                  <a:pt x="273329" y="168247"/>
                  <a:pt x="287055" y="164943"/>
                  <a:pt x="297650" y="160273"/>
                </a:cubicBezTo>
                <a:cubicBezTo>
                  <a:pt x="311660" y="154008"/>
                  <a:pt x="322141" y="146547"/>
                  <a:pt x="329088" y="137889"/>
                </a:cubicBezTo>
                <a:cubicBezTo>
                  <a:pt x="336151" y="129118"/>
                  <a:pt x="339682" y="120803"/>
                  <a:pt x="339682" y="112943"/>
                </a:cubicBezTo>
                <a:cubicBezTo>
                  <a:pt x="339682" y="108159"/>
                  <a:pt x="338145" y="104286"/>
                  <a:pt x="335068" y="101324"/>
                </a:cubicBezTo>
                <a:cubicBezTo>
                  <a:pt x="332107" y="98362"/>
                  <a:pt x="327836" y="96881"/>
                  <a:pt x="322254" y="96881"/>
                </a:cubicBezTo>
                <a:cubicBezTo>
                  <a:pt x="310636" y="96881"/>
                  <a:pt x="298275" y="103089"/>
                  <a:pt x="285176" y="115506"/>
                </a:cubicBezTo>
                <a:cubicBezTo>
                  <a:pt x="272190" y="127808"/>
                  <a:pt x="262621" y="146034"/>
                  <a:pt x="256471" y="170183"/>
                </a:cubicBezTo>
                <a:moveTo>
                  <a:pt x="387355" y="97906"/>
                </a:moveTo>
                <a:lnTo>
                  <a:pt x="446302" y="88338"/>
                </a:lnTo>
                <a:lnTo>
                  <a:pt x="421698" y="171379"/>
                </a:lnTo>
                <a:cubicBezTo>
                  <a:pt x="441633" y="137320"/>
                  <a:pt x="459745" y="113512"/>
                  <a:pt x="476034" y="99957"/>
                </a:cubicBezTo>
                <a:cubicBezTo>
                  <a:pt x="485261" y="92211"/>
                  <a:pt x="492779" y="88338"/>
                  <a:pt x="498588" y="88338"/>
                </a:cubicBezTo>
                <a:cubicBezTo>
                  <a:pt x="502348" y="88338"/>
                  <a:pt x="505309" y="89477"/>
                  <a:pt x="507473" y="91755"/>
                </a:cubicBezTo>
                <a:cubicBezTo>
                  <a:pt x="509637" y="93920"/>
                  <a:pt x="510719" y="97109"/>
                  <a:pt x="510719" y="101324"/>
                </a:cubicBezTo>
                <a:cubicBezTo>
                  <a:pt x="510719" y="108842"/>
                  <a:pt x="508783" y="116018"/>
                  <a:pt x="504911" y="122853"/>
                </a:cubicBezTo>
                <a:cubicBezTo>
                  <a:pt x="502176" y="127979"/>
                  <a:pt x="498247" y="130542"/>
                  <a:pt x="493121" y="130542"/>
                </a:cubicBezTo>
                <a:cubicBezTo>
                  <a:pt x="490501" y="130542"/>
                  <a:pt x="488223" y="129688"/>
                  <a:pt x="486285" y="127979"/>
                </a:cubicBezTo>
                <a:cubicBezTo>
                  <a:pt x="484463" y="126270"/>
                  <a:pt x="483324" y="123650"/>
                  <a:pt x="482868" y="120119"/>
                </a:cubicBezTo>
                <a:cubicBezTo>
                  <a:pt x="482640" y="117955"/>
                  <a:pt x="482128" y="116531"/>
                  <a:pt x="481331" y="115848"/>
                </a:cubicBezTo>
                <a:cubicBezTo>
                  <a:pt x="480419" y="114936"/>
                  <a:pt x="479338" y="114481"/>
                  <a:pt x="478084" y="114481"/>
                </a:cubicBezTo>
                <a:cubicBezTo>
                  <a:pt x="476148" y="114481"/>
                  <a:pt x="474325" y="114936"/>
                  <a:pt x="472616" y="115848"/>
                </a:cubicBezTo>
                <a:cubicBezTo>
                  <a:pt x="469654" y="117442"/>
                  <a:pt x="465155" y="121885"/>
                  <a:pt x="459118" y="129175"/>
                </a:cubicBezTo>
                <a:cubicBezTo>
                  <a:pt x="449664" y="140338"/>
                  <a:pt x="439412" y="154805"/>
                  <a:pt x="428362" y="172575"/>
                </a:cubicBezTo>
                <a:cubicBezTo>
                  <a:pt x="423578" y="180093"/>
                  <a:pt x="419477" y="188580"/>
                  <a:pt x="416060" y="198034"/>
                </a:cubicBezTo>
                <a:cubicBezTo>
                  <a:pt x="411275" y="211020"/>
                  <a:pt x="408542" y="218823"/>
                  <a:pt x="407858" y="221443"/>
                </a:cubicBezTo>
                <a:lnTo>
                  <a:pt x="402390" y="242972"/>
                </a:lnTo>
                <a:lnTo>
                  <a:pt x="376248" y="242972"/>
                </a:lnTo>
                <a:lnTo>
                  <a:pt x="407858" y="136864"/>
                </a:lnTo>
                <a:cubicBezTo>
                  <a:pt x="411504" y="124562"/>
                  <a:pt x="413326" y="115790"/>
                  <a:pt x="413326" y="110551"/>
                </a:cubicBezTo>
                <a:cubicBezTo>
                  <a:pt x="413326" y="108500"/>
                  <a:pt x="412471" y="106792"/>
                  <a:pt x="410763" y="105425"/>
                </a:cubicBezTo>
                <a:cubicBezTo>
                  <a:pt x="408484" y="103602"/>
                  <a:pt x="405466" y="102691"/>
                  <a:pt x="401707" y="102691"/>
                </a:cubicBezTo>
                <a:cubicBezTo>
                  <a:pt x="399315" y="102691"/>
                  <a:pt x="394929" y="103203"/>
                  <a:pt x="388550" y="104228"/>
                </a:cubicBezTo>
                <a:lnTo>
                  <a:pt x="387355" y="97906"/>
                </a:lnTo>
                <a:moveTo>
                  <a:pt x="627592" y="205723"/>
                </a:moveTo>
                <a:cubicBezTo>
                  <a:pt x="615745" y="219962"/>
                  <a:pt x="603785" y="230442"/>
                  <a:pt x="591711" y="237163"/>
                </a:cubicBezTo>
                <a:cubicBezTo>
                  <a:pt x="579636" y="243770"/>
                  <a:pt x="566878" y="247073"/>
                  <a:pt x="553436" y="247073"/>
                </a:cubicBezTo>
                <a:cubicBezTo>
                  <a:pt x="537261" y="247073"/>
                  <a:pt x="524617" y="242516"/>
                  <a:pt x="515504" y="233404"/>
                </a:cubicBezTo>
                <a:cubicBezTo>
                  <a:pt x="506505" y="224291"/>
                  <a:pt x="502006" y="212045"/>
                  <a:pt x="502006" y="196667"/>
                </a:cubicBezTo>
                <a:cubicBezTo>
                  <a:pt x="502006" y="179239"/>
                  <a:pt x="506847" y="162095"/>
                  <a:pt x="516529" y="145237"/>
                </a:cubicBezTo>
                <a:cubicBezTo>
                  <a:pt x="526325" y="128378"/>
                  <a:pt x="539426" y="114708"/>
                  <a:pt x="555829" y="104228"/>
                </a:cubicBezTo>
                <a:cubicBezTo>
                  <a:pt x="572345" y="93635"/>
                  <a:pt x="588521" y="88338"/>
                  <a:pt x="604355" y="88338"/>
                </a:cubicBezTo>
                <a:cubicBezTo>
                  <a:pt x="616771" y="88338"/>
                  <a:pt x="626054" y="90958"/>
                  <a:pt x="632206" y="96198"/>
                </a:cubicBezTo>
                <a:cubicBezTo>
                  <a:pt x="638356" y="101324"/>
                  <a:pt x="641433" y="107646"/>
                  <a:pt x="641433" y="115164"/>
                </a:cubicBezTo>
                <a:cubicBezTo>
                  <a:pt x="641433" y="122227"/>
                  <a:pt x="639268" y="128264"/>
                  <a:pt x="634939" y="133276"/>
                </a:cubicBezTo>
                <a:cubicBezTo>
                  <a:pt x="631751" y="137149"/>
                  <a:pt x="627820" y="139085"/>
                  <a:pt x="623149" y="139085"/>
                </a:cubicBezTo>
                <a:cubicBezTo>
                  <a:pt x="619619" y="139085"/>
                  <a:pt x="616657" y="137946"/>
                  <a:pt x="614264" y="135668"/>
                </a:cubicBezTo>
                <a:cubicBezTo>
                  <a:pt x="611986" y="133390"/>
                  <a:pt x="610847" y="130542"/>
                  <a:pt x="610847" y="127125"/>
                </a:cubicBezTo>
                <a:cubicBezTo>
                  <a:pt x="610847" y="124960"/>
                  <a:pt x="611246" y="122967"/>
                  <a:pt x="612043" y="121144"/>
                </a:cubicBezTo>
                <a:cubicBezTo>
                  <a:pt x="612955" y="119322"/>
                  <a:pt x="614721" y="117157"/>
                  <a:pt x="617341" y="114651"/>
                </a:cubicBezTo>
                <a:cubicBezTo>
                  <a:pt x="620074" y="112031"/>
                  <a:pt x="621726" y="110152"/>
                  <a:pt x="622295" y="109013"/>
                </a:cubicBezTo>
                <a:cubicBezTo>
                  <a:pt x="622865" y="107874"/>
                  <a:pt x="623149" y="106678"/>
                  <a:pt x="623149" y="105425"/>
                </a:cubicBezTo>
                <a:cubicBezTo>
                  <a:pt x="623149" y="103032"/>
                  <a:pt x="622067" y="101039"/>
                  <a:pt x="619904" y="99444"/>
                </a:cubicBezTo>
                <a:cubicBezTo>
                  <a:pt x="616600" y="97166"/>
                  <a:pt x="611929" y="96027"/>
                  <a:pt x="605892" y="96027"/>
                </a:cubicBezTo>
                <a:cubicBezTo>
                  <a:pt x="594729" y="96027"/>
                  <a:pt x="583680" y="99957"/>
                  <a:pt x="572744" y="107817"/>
                </a:cubicBezTo>
                <a:cubicBezTo>
                  <a:pt x="561809" y="115677"/>
                  <a:pt x="552468" y="126840"/>
                  <a:pt x="544722" y="141306"/>
                </a:cubicBezTo>
                <a:cubicBezTo>
                  <a:pt x="535382" y="158849"/>
                  <a:pt x="530711" y="176391"/>
                  <a:pt x="530711" y="193933"/>
                </a:cubicBezTo>
                <a:cubicBezTo>
                  <a:pt x="530711" y="205552"/>
                  <a:pt x="534014" y="214779"/>
                  <a:pt x="540621" y="221614"/>
                </a:cubicBezTo>
                <a:cubicBezTo>
                  <a:pt x="547229" y="228335"/>
                  <a:pt x="556227" y="231695"/>
                  <a:pt x="567619" y="231695"/>
                </a:cubicBezTo>
                <a:cubicBezTo>
                  <a:pt x="576389" y="231695"/>
                  <a:pt x="585047" y="229531"/>
                  <a:pt x="593590" y="225202"/>
                </a:cubicBezTo>
                <a:cubicBezTo>
                  <a:pt x="602247" y="220759"/>
                  <a:pt x="611929" y="212786"/>
                  <a:pt x="622637" y="201281"/>
                </a:cubicBezTo>
                <a:lnTo>
                  <a:pt x="627592" y="205723"/>
                </a:lnTo>
                <a:moveTo>
                  <a:pt x="689617" y="178555"/>
                </a:moveTo>
                <a:cubicBezTo>
                  <a:pt x="688819" y="184251"/>
                  <a:pt x="688420" y="188978"/>
                  <a:pt x="688420" y="192737"/>
                </a:cubicBezTo>
                <a:cubicBezTo>
                  <a:pt x="688420" y="202875"/>
                  <a:pt x="692009" y="211533"/>
                  <a:pt x="699185" y="218709"/>
                </a:cubicBezTo>
                <a:cubicBezTo>
                  <a:pt x="706362" y="225771"/>
                  <a:pt x="715076" y="229303"/>
                  <a:pt x="725328" y="229303"/>
                </a:cubicBezTo>
                <a:cubicBezTo>
                  <a:pt x="733529" y="229303"/>
                  <a:pt x="741389" y="227651"/>
                  <a:pt x="748908" y="224348"/>
                </a:cubicBezTo>
                <a:cubicBezTo>
                  <a:pt x="756539" y="220930"/>
                  <a:pt x="767817" y="213469"/>
                  <a:pt x="782739" y="201964"/>
                </a:cubicBezTo>
                <a:lnTo>
                  <a:pt x="786327" y="206919"/>
                </a:lnTo>
                <a:cubicBezTo>
                  <a:pt x="759331" y="233688"/>
                  <a:pt x="733586" y="247073"/>
                  <a:pt x="709095" y="247073"/>
                </a:cubicBezTo>
                <a:cubicBezTo>
                  <a:pt x="692464" y="247073"/>
                  <a:pt x="679935" y="241833"/>
                  <a:pt x="671505" y="231353"/>
                </a:cubicBezTo>
                <a:cubicBezTo>
                  <a:pt x="663076" y="220873"/>
                  <a:pt x="658861" y="209311"/>
                  <a:pt x="658861" y="196667"/>
                </a:cubicBezTo>
                <a:cubicBezTo>
                  <a:pt x="658861" y="179694"/>
                  <a:pt x="664101" y="162323"/>
                  <a:pt x="674580" y="144553"/>
                </a:cubicBezTo>
                <a:cubicBezTo>
                  <a:pt x="685060" y="126783"/>
                  <a:pt x="698217" y="113000"/>
                  <a:pt x="714051" y="103203"/>
                </a:cubicBezTo>
                <a:cubicBezTo>
                  <a:pt x="729884" y="93293"/>
                  <a:pt x="746173" y="88338"/>
                  <a:pt x="762918" y="88338"/>
                </a:cubicBezTo>
                <a:cubicBezTo>
                  <a:pt x="774993" y="88338"/>
                  <a:pt x="783935" y="90787"/>
                  <a:pt x="789745" y="95685"/>
                </a:cubicBezTo>
                <a:cubicBezTo>
                  <a:pt x="795554" y="100583"/>
                  <a:pt x="798459" y="106393"/>
                  <a:pt x="798459" y="113114"/>
                </a:cubicBezTo>
                <a:cubicBezTo>
                  <a:pt x="798459" y="122568"/>
                  <a:pt x="794700" y="131624"/>
                  <a:pt x="787182" y="140281"/>
                </a:cubicBezTo>
                <a:cubicBezTo>
                  <a:pt x="777271" y="151559"/>
                  <a:pt x="762691" y="160671"/>
                  <a:pt x="743440" y="167620"/>
                </a:cubicBezTo>
                <a:cubicBezTo>
                  <a:pt x="730681" y="172290"/>
                  <a:pt x="712741" y="175936"/>
                  <a:pt x="689617" y="178555"/>
                </a:cubicBezTo>
                <a:moveTo>
                  <a:pt x="690813" y="170183"/>
                </a:moveTo>
                <a:cubicBezTo>
                  <a:pt x="707671" y="168247"/>
                  <a:pt x="721398" y="164943"/>
                  <a:pt x="731992" y="160273"/>
                </a:cubicBezTo>
                <a:cubicBezTo>
                  <a:pt x="746003" y="154008"/>
                  <a:pt x="756483" y="146547"/>
                  <a:pt x="763431" y="137889"/>
                </a:cubicBezTo>
                <a:cubicBezTo>
                  <a:pt x="770494" y="129118"/>
                  <a:pt x="774025" y="120803"/>
                  <a:pt x="774025" y="112943"/>
                </a:cubicBezTo>
                <a:cubicBezTo>
                  <a:pt x="774025" y="108159"/>
                  <a:pt x="772487" y="104286"/>
                  <a:pt x="769412" y="101324"/>
                </a:cubicBezTo>
                <a:cubicBezTo>
                  <a:pt x="766450" y="98362"/>
                  <a:pt x="762178" y="96881"/>
                  <a:pt x="756596" y="96881"/>
                </a:cubicBezTo>
                <a:cubicBezTo>
                  <a:pt x="744978" y="96881"/>
                  <a:pt x="732619" y="103089"/>
                  <a:pt x="719518" y="115506"/>
                </a:cubicBezTo>
                <a:cubicBezTo>
                  <a:pt x="706532" y="127808"/>
                  <a:pt x="696964" y="146034"/>
                  <a:pt x="690813" y="170183"/>
                </a:cubicBezTo>
                <a:moveTo>
                  <a:pt x="880816" y="88338"/>
                </a:moveTo>
                <a:lnTo>
                  <a:pt x="869026" y="127637"/>
                </a:lnTo>
                <a:cubicBezTo>
                  <a:pt x="881443" y="113057"/>
                  <a:pt x="892493" y="102862"/>
                  <a:pt x="902175" y="97052"/>
                </a:cubicBezTo>
                <a:cubicBezTo>
                  <a:pt x="911971" y="91243"/>
                  <a:pt x="921938" y="88338"/>
                  <a:pt x="932076" y="88338"/>
                </a:cubicBezTo>
                <a:cubicBezTo>
                  <a:pt x="942215" y="88338"/>
                  <a:pt x="950871" y="92382"/>
                  <a:pt x="958049" y="100470"/>
                </a:cubicBezTo>
                <a:cubicBezTo>
                  <a:pt x="965225" y="108443"/>
                  <a:pt x="968813" y="118866"/>
                  <a:pt x="968813" y="131738"/>
                </a:cubicBezTo>
                <a:cubicBezTo>
                  <a:pt x="968813" y="156798"/>
                  <a:pt x="958617" y="182315"/>
                  <a:pt x="938227" y="208286"/>
                </a:cubicBezTo>
                <a:cubicBezTo>
                  <a:pt x="917837" y="234144"/>
                  <a:pt x="894087" y="247073"/>
                  <a:pt x="866976" y="247073"/>
                </a:cubicBezTo>
                <a:cubicBezTo>
                  <a:pt x="861281" y="247073"/>
                  <a:pt x="856212" y="246446"/>
                  <a:pt x="851769" y="245193"/>
                </a:cubicBezTo>
                <a:cubicBezTo>
                  <a:pt x="847440" y="243940"/>
                  <a:pt x="842542" y="241719"/>
                  <a:pt x="837074" y="238530"/>
                </a:cubicBezTo>
                <a:lnTo>
                  <a:pt x="824602" y="282613"/>
                </a:lnTo>
                <a:cubicBezTo>
                  <a:pt x="822095" y="291270"/>
                  <a:pt x="820843" y="296909"/>
                  <a:pt x="820843" y="299529"/>
                </a:cubicBezTo>
                <a:cubicBezTo>
                  <a:pt x="820843" y="302035"/>
                  <a:pt x="821469" y="304142"/>
                  <a:pt x="822722" y="305851"/>
                </a:cubicBezTo>
                <a:cubicBezTo>
                  <a:pt x="824088" y="307674"/>
                  <a:pt x="826253" y="309041"/>
                  <a:pt x="829215" y="309952"/>
                </a:cubicBezTo>
                <a:cubicBezTo>
                  <a:pt x="832176" y="310977"/>
                  <a:pt x="838043" y="311490"/>
                  <a:pt x="846814" y="311490"/>
                </a:cubicBezTo>
                <a:lnTo>
                  <a:pt x="845276" y="317812"/>
                </a:lnTo>
                <a:lnTo>
                  <a:pt x="764798" y="317812"/>
                </a:lnTo>
                <a:lnTo>
                  <a:pt x="766507" y="311490"/>
                </a:lnTo>
                <a:cubicBezTo>
                  <a:pt x="777101" y="311034"/>
                  <a:pt x="784277" y="309211"/>
                  <a:pt x="788036" y="306022"/>
                </a:cubicBezTo>
                <a:cubicBezTo>
                  <a:pt x="791681" y="302832"/>
                  <a:pt x="795554" y="294004"/>
                  <a:pt x="799654" y="279537"/>
                </a:cubicBezTo>
                <a:lnTo>
                  <a:pt x="842884" y="129859"/>
                </a:lnTo>
                <a:cubicBezTo>
                  <a:pt x="845504" y="120404"/>
                  <a:pt x="846814" y="114538"/>
                  <a:pt x="846814" y="112259"/>
                </a:cubicBezTo>
                <a:cubicBezTo>
                  <a:pt x="846814" y="109184"/>
                  <a:pt x="845903" y="106792"/>
                  <a:pt x="844080" y="105083"/>
                </a:cubicBezTo>
                <a:cubicBezTo>
                  <a:pt x="842372" y="103374"/>
                  <a:pt x="839694" y="102520"/>
                  <a:pt x="836050" y="102520"/>
                </a:cubicBezTo>
                <a:cubicBezTo>
                  <a:pt x="832746" y="102520"/>
                  <a:pt x="828132" y="102918"/>
                  <a:pt x="822209" y="103716"/>
                </a:cubicBezTo>
                <a:lnTo>
                  <a:pt x="822209" y="97052"/>
                </a:lnTo>
                <a:lnTo>
                  <a:pt x="880816" y="88338"/>
                </a:lnTo>
                <a:moveTo>
                  <a:pt x="841005" y="225031"/>
                </a:moveTo>
                <a:cubicBezTo>
                  <a:pt x="848067" y="233460"/>
                  <a:pt x="857579" y="237675"/>
                  <a:pt x="869539" y="237675"/>
                </a:cubicBezTo>
                <a:cubicBezTo>
                  <a:pt x="875463" y="237675"/>
                  <a:pt x="881500" y="236024"/>
                  <a:pt x="887651" y="232720"/>
                </a:cubicBezTo>
                <a:cubicBezTo>
                  <a:pt x="893802" y="229417"/>
                  <a:pt x="899782" y="224519"/>
                  <a:pt x="905592" y="218026"/>
                </a:cubicBezTo>
                <a:cubicBezTo>
                  <a:pt x="911515" y="211533"/>
                  <a:pt x="916812" y="204071"/>
                  <a:pt x="921483" y="195642"/>
                </a:cubicBezTo>
                <a:cubicBezTo>
                  <a:pt x="926154" y="187099"/>
                  <a:pt x="930311" y="177075"/>
                  <a:pt x="933956" y="165570"/>
                </a:cubicBezTo>
                <a:cubicBezTo>
                  <a:pt x="937715" y="154065"/>
                  <a:pt x="939595" y="142673"/>
                  <a:pt x="939595" y="131396"/>
                </a:cubicBezTo>
                <a:cubicBezTo>
                  <a:pt x="939595" y="122283"/>
                  <a:pt x="937487" y="115335"/>
                  <a:pt x="933273" y="110551"/>
                </a:cubicBezTo>
                <a:cubicBezTo>
                  <a:pt x="929172" y="105653"/>
                  <a:pt x="924331" y="103203"/>
                  <a:pt x="918749" y="103203"/>
                </a:cubicBezTo>
                <a:cubicBezTo>
                  <a:pt x="906446" y="103203"/>
                  <a:pt x="894257" y="110266"/>
                  <a:pt x="882183" y="124391"/>
                </a:cubicBezTo>
                <a:cubicBezTo>
                  <a:pt x="870223" y="138516"/>
                  <a:pt x="861451" y="155033"/>
                  <a:pt x="855870" y="173942"/>
                </a:cubicBezTo>
                <a:lnTo>
                  <a:pt x="841005" y="225031"/>
                </a:lnTo>
                <a:moveTo>
                  <a:pt x="1069283" y="45963"/>
                </a:moveTo>
                <a:lnTo>
                  <a:pt x="1055955" y="92439"/>
                </a:lnTo>
                <a:lnTo>
                  <a:pt x="1082781" y="92439"/>
                </a:lnTo>
                <a:lnTo>
                  <a:pt x="1079876" y="103203"/>
                </a:lnTo>
                <a:lnTo>
                  <a:pt x="1053220" y="103203"/>
                </a:lnTo>
                <a:lnTo>
                  <a:pt x="1023832" y="204015"/>
                </a:lnTo>
                <a:cubicBezTo>
                  <a:pt x="1020642" y="214836"/>
                  <a:pt x="1019047" y="221842"/>
                  <a:pt x="1019047" y="225031"/>
                </a:cubicBezTo>
                <a:cubicBezTo>
                  <a:pt x="1019047" y="226967"/>
                  <a:pt x="1019503" y="228448"/>
                  <a:pt x="1020415" y="229474"/>
                </a:cubicBezTo>
                <a:cubicBezTo>
                  <a:pt x="1021325" y="230499"/>
                  <a:pt x="1022408" y="231011"/>
                  <a:pt x="1023661" y="231011"/>
                </a:cubicBezTo>
                <a:cubicBezTo>
                  <a:pt x="1026508" y="231011"/>
                  <a:pt x="1030267" y="229018"/>
                  <a:pt x="1034938" y="225031"/>
                </a:cubicBezTo>
                <a:cubicBezTo>
                  <a:pt x="1037671" y="222753"/>
                  <a:pt x="1043766" y="215747"/>
                  <a:pt x="1053220" y="204015"/>
                </a:cubicBezTo>
                <a:lnTo>
                  <a:pt x="1058859" y="208286"/>
                </a:lnTo>
                <a:cubicBezTo>
                  <a:pt x="1048379" y="223550"/>
                  <a:pt x="1038469" y="234315"/>
                  <a:pt x="1029128" y="240580"/>
                </a:cubicBezTo>
                <a:cubicBezTo>
                  <a:pt x="1022749" y="244909"/>
                  <a:pt x="1016314" y="247073"/>
                  <a:pt x="1009820" y="247073"/>
                </a:cubicBezTo>
                <a:cubicBezTo>
                  <a:pt x="1004809" y="247073"/>
                  <a:pt x="1000708" y="245535"/>
                  <a:pt x="997518" y="242459"/>
                </a:cubicBezTo>
                <a:cubicBezTo>
                  <a:pt x="994328" y="239270"/>
                  <a:pt x="992734" y="235226"/>
                  <a:pt x="992734" y="230328"/>
                </a:cubicBezTo>
                <a:cubicBezTo>
                  <a:pt x="992734" y="224177"/>
                  <a:pt x="994556" y="214779"/>
                  <a:pt x="998202" y="202135"/>
                </a:cubicBezTo>
                <a:lnTo>
                  <a:pt x="1026737" y="103203"/>
                </a:lnTo>
                <a:lnTo>
                  <a:pt x="1000935" y="103203"/>
                </a:lnTo>
                <a:lnTo>
                  <a:pt x="1002644" y="96539"/>
                </a:lnTo>
                <a:cubicBezTo>
                  <a:pt x="1015175" y="93122"/>
                  <a:pt x="1025598" y="88053"/>
                  <a:pt x="1033913" y="81332"/>
                </a:cubicBezTo>
                <a:cubicBezTo>
                  <a:pt x="1042229" y="74498"/>
                  <a:pt x="1051512" y="62708"/>
                  <a:pt x="1061764" y="45963"/>
                </a:cubicBezTo>
                <a:lnTo>
                  <a:pt x="1069283" y="45963"/>
                </a:lnTo>
                <a:moveTo>
                  <a:pt x="1240490" y="92439"/>
                </a:moveTo>
                <a:lnTo>
                  <a:pt x="1210759" y="194275"/>
                </a:lnTo>
                <a:cubicBezTo>
                  <a:pt x="1206317" y="209425"/>
                  <a:pt x="1204096" y="218994"/>
                  <a:pt x="1204096" y="222981"/>
                </a:cubicBezTo>
                <a:cubicBezTo>
                  <a:pt x="1204096" y="225031"/>
                  <a:pt x="1204437" y="226569"/>
                  <a:pt x="1205121" y="227594"/>
                </a:cubicBezTo>
                <a:cubicBezTo>
                  <a:pt x="1205918" y="228505"/>
                  <a:pt x="1206944" y="228961"/>
                  <a:pt x="1208196" y="228961"/>
                </a:cubicBezTo>
                <a:cubicBezTo>
                  <a:pt x="1210133" y="228961"/>
                  <a:pt x="1212240" y="228107"/>
                  <a:pt x="1214518" y="226398"/>
                </a:cubicBezTo>
                <a:cubicBezTo>
                  <a:pt x="1216911" y="224576"/>
                  <a:pt x="1222835" y="217513"/>
                  <a:pt x="1232289" y="205211"/>
                </a:cubicBezTo>
                <a:lnTo>
                  <a:pt x="1237415" y="209141"/>
                </a:lnTo>
                <a:cubicBezTo>
                  <a:pt x="1228416" y="223380"/>
                  <a:pt x="1219189" y="233859"/>
                  <a:pt x="1209734" y="240580"/>
                </a:cubicBezTo>
                <a:cubicBezTo>
                  <a:pt x="1203469" y="244909"/>
                  <a:pt x="1197432" y="247073"/>
                  <a:pt x="1191622" y="247073"/>
                </a:cubicBezTo>
                <a:cubicBezTo>
                  <a:pt x="1187179" y="247073"/>
                  <a:pt x="1183706" y="245820"/>
                  <a:pt x="1181199" y="243314"/>
                </a:cubicBezTo>
                <a:cubicBezTo>
                  <a:pt x="1178694" y="240808"/>
                  <a:pt x="1177440" y="237561"/>
                  <a:pt x="1177440" y="233575"/>
                </a:cubicBezTo>
                <a:cubicBezTo>
                  <a:pt x="1177440" y="229702"/>
                  <a:pt x="1178181" y="224576"/>
                  <a:pt x="1179662" y="218197"/>
                </a:cubicBezTo>
                <a:cubicBezTo>
                  <a:pt x="1181484" y="209767"/>
                  <a:pt x="1186667" y="191427"/>
                  <a:pt x="1195210" y="163177"/>
                </a:cubicBezTo>
                <a:cubicBezTo>
                  <a:pt x="1175846" y="194959"/>
                  <a:pt x="1159613" y="216887"/>
                  <a:pt x="1146514" y="228961"/>
                </a:cubicBezTo>
                <a:cubicBezTo>
                  <a:pt x="1133528" y="241036"/>
                  <a:pt x="1121453" y="247073"/>
                  <a:pt x="1110290" y="247073"/>
                </a:cubicBezTo>
                <a:cubicBezTo>
                  <a:pt x="1105050" y="247073"/>
                  <a:pt x="1100608" y="245250"/>
                  <a:pt x="1096962" y="241605"/>
                </a:cubicBezTo>
                <a:cubicBezTo>
                  <a:pt x="1093317" y="237960"/>
                  <a:pt x="1091494" y="233347"/>
                  <a:pt x="1091494" y="227765"/>
                </a:cubicBezTo>
                <a:cubicBezTo>
                  <a:pt x="1091494" y="219222"/>
                  <a:pt x="1094001" y="206122"/>
                  <a:pt x="1099013" y="188466"/>
                </a:cubicBezTo>
                <a:lnTo>
                  <a:pt x="1113878" y="135668"/>
                </a:lnTo>
                <a:cubicBezTo>
                  <a:pt x="1117524" y="123024"/>
                  <a:pt x="1119346" y="115164"/>
                  <a:pt x="1119346" y="112088"/>
                </a:cubicBezTo>
                <a:cubicBezTo>
                  <a:pt x="1119346" y="110721"/>
                  <a:pt x="1118833" y="109582"/>
                  <a:pt x="1117808" y="108671"/>
                </a:cubicBezTo>
                <a:cubicBezTo>
                  <a:pt x="1116897" y="107646"/>
                  <a:pt x="1115871" y="107133"/>
                  <a:pt x="1114732" y="107133"/>
                </a:cubicBezTo>
                <a:cubicBezTo>
                  <a:pt x="1112341" y="107133"/>
                  <a:pt x="1109948" y="107988"/>
                  <a:pt x="1107556" y="109696"/>
                </a:cubicBezTo>
                <a:cubicBezTo>
                  <a:pt x="1105164" y="111405"/>
                  <a:pt x="1099754" y="117727"/>
                  <a:pt x="1091324" y="128662"/>
                </a:cubicBezTo>
                <a:lnTo>
                  <a:pt x="1086027" y="124903"/>
                </a:lnTo>
                <a:cubicBezTo>
                  <a:pt x="1094571" y="111690"/>
                  <a:pt x="1103626" y="101950"/>
                  <a:pt x="1113195" y="95685"/>
                </a:cubicBezTo>
                <a:cubicBezTo>
                  <a:pt x="1120486" y="90787"/>
                  <a:pt x="1127206" y="88338"/>
                  <a:pt x="1133357" y="88338"/>
                </a:cubicBezTo>
                <a:cubicBezTo>
                  <a:pt x="1137572" y="88338"/>
                  <a:pt x="1140989" y="89705"/>
                  <a:pt x="1143609" y="92439"/>
                </a:cubicBezTo>
                <a:cubicBezTo>
                  <a:pt x="1146342" y="95059"/>
                  <a:pt x="1147710" y="98476"/>
                  <a:pt x="1147710" y="102691"/>
                </a:cubicBezTo>
                <a:cubicBezTo>
                  <a:pt x="1147710" y="108842"/>
                  <a:pt x="1145432" y="119834"/>
                  <a:pt x="1140876" y="135668"/>
                </a:cubicBezTo>
                <a:lnTo>
                  <a:pt x="1124813" y="190858"/>
                </a:lnTo>
                <a:cubicBezTo>
                  <a:pt x="1120371" y="205894"/>
                  <a:pt x="1118150" y="215406"/>
                  <a:pt x="1118150" y="219393"/>
                </a:cubicBezTo>
                <a:cubicBezTo>
                  <a:pt x="1118150" y="221557"/>
                  <a:pt x="1118833" y="223322"/>
                  <a:pt x="1120200" y="224689"/>
                </a:cubicBezTo>
                <a:cubicBezTo>
                  <a:pt x="1121681" y="225942"/>
                  <a:pt x="1123618" y="226569"/>
                  <a:pt x="1126010" y="226569"/>
                </a:cubicBezTo>
                <a:cubicBezTo>
                  <a:pt x="1129769" y="226569"/>
                  <a:pt x="1134667" y="224689"/>
                  <a:pt x="1140704" y="220930"/>
                </a:cubicBezTo>
                <a:cubicBezTo>
                  <a:pt x="1146741" y="217171"/>
                  <a:pt x="1154772" y="208856"/>
                  <a:pt x="1164796" y="195984"/>
                </a:cubicBezTo>
                <a:cubicBezTo>
                  <a:pt x="1174935" y="182998"/>
                  <a:pt x="1183250" y="170866"/>
                  <a:pt x="1189742" y="159589"/>
                </a:cubicBezTo>
                <a:cubicBezTo>
                  <a:pt x="1196350" y="148198"/>
                  <a:pt x="1203355" y="130143"/>
                  <a:pt x="1210759" y="105425"/>
                </a:cubicBezTo>
                <a:lnTo>
                  <a:pt x="1214518" y="92439"/>
                </a:lnTo>
                <a:lnTo>
                  <a:pt x="1240490" y="92439"/>
                </a:lnTo>
                <a:moveTo>
                  <a:pt x="1414945" y="88338"/>
                </a:moveTo>
                <a:lnTo>
                  <a:pt x="1381626" y="204186"/>
                </a:lnTo>
                <a:lnTo>
                  <a:pt x="1377867" y="219734"/>
                </a:lnTo>
                <a:cubicBezTo>
                  <a:pt x="1377525" y="221215"/>
                  <a:pt x="1377354" y="222468"/>
                  <a:pt x="1377354" y="223493"/>
                </a:cubicBezTo>
                <a:cubicBezTo>
                  <a:pt x="1377354" y="225316"/>
                  <a:pt x="1377924" y="226911"/>
                  <a:pt x="1379063" y="228277"/>
                </a:cubicBezTo>
                <a:cubicBezTo>
                  <a:pt x="1379974" y="229303"/>
                  <a:pt x="1381114" y="229815"/>
                  <a:pt x="1382480" y="229815"/>
                </a:cubicBezTo>
                <a:cubicBezTo>
                  <a:pt x="1383961" y="229815"/>
                  <a:pt x="1385897" y="228904"/>
                  <a:pt x="1388290" y="227082"/>
                </a:cubicBezTo>
                <a:cubicBezTo>
                  <a:pt x="1392732" y="223778"/>
                  <a:pt x="1398656" y="216943"/>
                  <a:pt x="1406060" y="206577"/>
                </a:cubicBezTo>
                <a:lnTo>
                  <a:pt x="1411869" y="210678"/>
                </a:lnTo>
                <a:cubicBezTo>
                  <a:pt x="1404009" y="222525"/>
                  <a:pt x="1395922" y="231581"/>
                  <a:pt x="1387606" y="237846"/>
                </a:cubicBezTo>
                <a:cubicBezTo>
                  <a:pt x="1379290" y="243997"/>
                  <a:pt x="1371602" y="247073"/>
                  <a:pt x="1364540" y="247073"/>
                </a:cubicBezTo>
                <a:cubicBezTo>
                  <a:pt x="1359642" y="247073"/>
                  <a:pt x="1355940" y="245820"/>
                  <a:pt x="1353433" y="243314"/>
                </a:cubicBezTo>
                <a:cubicBezTo>
                  <a:pt x="1351040" y="240922"/>
                  <a:pt x="1349845" y="237391"/>
                  <a:pt x="1349845" y="232720"/>
                </a:cubicBezTo>
                <a:cubicBezTo>
                  <a:pt x="1349845" y="227138"/>
                  <a:pt x="1351097" y="219791"/>
                  <a:pt x="1353604" y="210678"/>
                </a:cubicBezTo>
                <a:lnTo>
                  <a:pt x="1357192" y="197863"/>
                </a:lnTo>
                <a:cubicBezTo>
                  <a:pt x="1342270" y="217342"/>
                  <a:pt x="1328544" y="230954"/>
                  <a:pt x="1316013" y="238700"/>
                </a:cubicBezTo>
                <a:cubicBezTo>
                  <a:pt x="1307015" y="244282"/>
                  <a:pt x="1298186" y="247073"/>
                  <a:pt x="1289528" y="247073"/>
                </a:cubicBezTo>
                <a:cubicBezTo>
                  <a:pt x="1281213" y="247073"/>
                  <a:pt x="1274037" y="243655"/>
                  <a:pt x="1267999" y="236821"/>
                </a:cubicBezTo>
                <a:cubicBezTo>
                  <a:pt x="1261962" y="229872"/>
                  <a:pt x="1258944" y="220361"/>
                  <a:pt x="1258944" y="208286"/>
                </a:cubicBezTo>
                <a:cubicBezTo>
                  <a:pt x="1258944" y="190174"/>
                  <a:pt x="1264355" y="171094"/>
                  <a:pt x="1275176" y="151046"/>
                </a:cubicBezTo>
                <a:cubicBezTo>
                  <a:pt x="1286111" y="130884"/>
                  <a:pt x="1299952" y="114765"/>
                  <a:pt x="1316697" y="102691"/>
                </a:cubicBezTo>
                <a:cubicBezTo>
                  <a:pt x="1329796" y="93122"/>
                  <a:pt x="1342155" y="88338"/>
                  <a:pt x="1353775" y="88338"/>
                </a:cubicBezTo>
                <a:cubicBezTo>
                  <a:pt x="1360723" y="88338"/>
                  <a:pt x="1366476" y="90161"/>
                  <a:pt x="1371032" y="93806"/>
                </a:cubicBezTo>
                <a:cubicBezTo>
                  <a:pt x="1375703" y="97451"/>
                  <a:pt x="1379233" y="103488"/>
                  <a:pt x="1381626" y="111917"/>
                </a:cubicBezTo>
                <a:lnTo>
                  <a:pt x="1387778" y="92439"/>
                </a:lnTo>
                <a:lnTo>
                  <a:pt x="1414945" y="88338"/>
                </a:lnTo>
                <a:moveTo>
                  <a:pt x="1354117" y="97223"/>
                </a:moveTo>
                <a:cubicBezTo>
                  <a:pt x="1346826" y="97223"/>
                  <a:pt x="1339080" y="100640"/>
                  <a:pt x="1330879" y="107475"/>
                </a:cubicBezTo>
                <a:cubicBezTo>
                  <a:pt x="1319260" y="117157"/>
                  <a:pt x="1308894" y="131510"/>
                  <a:pt x="1299781" y="150533"/>
                </a:cubicBezTo>
                <a:cubicBezTo>
                  <a:pt x="1290782" y="169556"/>
                  <a:pt x="1286283" y="186757"/>
                  <a:pt x="1286283" y="202135"/>
                </a:cubicBezTo>
                <a:cubicBezTo>
                  <a:pt x="1286283" y="209881"/>
                  <a:pt x="1288219" y="216032"/>
                  <a:pt x="1292091" y="220589"/>
                </a:cubicBezTo>
                <a:cubicBezTo>
                  <a:pt x="1295965" y="225031"/>
                  <a:pt x="1300408" y="227252"/>
                  <a:pt x="1305419" y="227252"/>
                </a:cubicBezTo>
                <a:cubicBezTo>
                  <a:pt x="1317836" y="227252"/>
                  <a:pt x="1331334" y="218082"/>
                  <a:pt x="1345915" y="199743"/>
                </a:cubicBezTo>
                <a:cubicBezTo>
                  <a:pt x="1365394" y="175366"/>
                  <a:pt x="1375133" y="150362"/>
                  <a:pt x="1375133" y="124733"/>
                </a:cubicBezTo>
                <a:cubicBezTo>
                  <a:pt x="1375133" y="115050"/>
                  <a:pt x="1373253" y="108045"/>
                  <a:pt x="1369494" y="103716"/>
                </a:cubicBezTo>
                <a:cubicBezTo>
                  <a:pt x="1365735" y="99387"/>
                  <a:pt x="1360609" y="97223"/>
                  <a:pt x="1354117" y="97223"/>
                </a:cubicBezTo>
                <a:moveTo>
                  <a:pt x="1529767" y="0"/>
                </a:moveTo>
                <a:lnTo>
                  <a:pt x="1471331" y="203331"/>
                </a:lnTo>
                <a:cubicBezTo>
                  <a:pt x="1468483" y="213469"/>
                  <a:pt x="1467059" y="219677"/>
                  <a:pt x="1467059" y="221955"/>
                </a:cubicBezTo>
                <a:cubicBezTo>
                  <a:pt x="1467059" y="223664"/>
                  <a:pt x="1467572" y="225088"/>
                  <a:pt x="1468596" y="226227"/>
                </a:cubicBezTo>
                <a:cubicBezTo>
                  <a:pt x="1469736" y="227366"/>
                  <a:pt x="1471103" y="227936"/>
                  <a:pt x="1472697" y="227936"/>
                </a:cubicBezTo>
                <a:cubicBezTo>
                  <a:pt x="1474862" y="227936"/>
                  <a:pt x="1477198" y="226967"/>
                  <a:pt x="1479703" y="225031"/>
                </a:cubicBezTo>
                <a:cubicBezTo>
                  <a:pt x="1485626" y="220361"/>
                  <a:pt x="1491835" y="213127"/>
                  <a:pt x="1498328" y="203331"/>
                </a:cubicBezTo>
                <a:lnTo>
                  <a:pt x="1503453" y="208628"/>
                </a:lnTo>
                <a:cubicBezTo>
                  <a:pt x="1492632" y="223892"/>
                  <a:pt x="1482665" y="234543"/>
                  <a:pt x="1473552" y="240580"/>
                </a:cubicBezTo>
                <a:cubicBezTo>
                  <a:pt x="1466832" y="244909"/>
                  <a:pt x="1460452" y="247073"/>
                  <a:pt x="1454415" y="247073"/>
                </a:cubicBezTo>
                <a:cubicBezTo>
                  <a:pt x="1450087" y="247073"/>
                  <a:pt x="1446442" y="245592"/>
                  <a:pt x="1443480" y="242630"/>
                </a:cubicBezTo>
                <a:cubicBezTo>
                  <a:pt x="1440632" y="239669"/>
                  <a:pt x="1439208" y="236251"/>
                  <a:pt x="1439208" y="232378"/>
                </a:cubicBezTo>
                <a:cubicBezTo>
                  <a:pt x="1439208" y="228277"/>
                  <a:pt x="1441030" y="219848"/>
                  <a:pt x="1444676" y="207090"/>
                </a:cubicBezTo>
                <a:lnTo>
                  <a:pt x="1490981" y="46817"/>
                </a:lnTo>
                <a:cubicBezTo>
                  <a:pt x="1494740" y="33718"/>
                  <a:pt x="1496619" y="26200"/>
                  <a:pt x="1496619" y="24263"/>
                </a:cubicBezTo>
                <a:cubicBezTo>
                  <a:pt x="1496619" y="21529"/>
                  <a:pt x="1495537" y="19308"/>
                  <a:pt x="1493372" y="17599"/>
                </a:cubicBezTo>
                <a:cubicBezTo>
                  <a:pt x="1491208" y="15777"/>
                  <a:pt x="1487848" y="14865"/>
                  <a:pt x="1483291" y="14865"/>
                </a:cubicBezTo>
                <a:cubicBezTo>
                  <a:pt x="1480672" y="14865"/>
                  <a:pt x="1476684" y="15264"/>
                  <a:pt x="1471331" y="16061"/>
                </a:cubicBezTo>
                <a:lnTo>
                  <a:pt x="1471331" y="9739"/>
                </a:lnTo>
                <a:lnTo>
                  <a:pt x="1529767" y="0"/>
                </a:lnTo>
                <a:moveTo>
                  <a:pt x="1627161" y="0"/>
                </a:moveTo>
                <a:lnTo>
                  <a:pt x="1568725" y="203331"/>
                </a:lnTo>
                <a:cubicBezTo>
                  <a:pt x="1565877" y="213469"/>
                  <a:pt x="1564453" y="219677"/>
                  <a:pt x="1564453" y="221955"/>
                </a:cubicBezTo>
                <a:cubicBezTo>
                  <a:pt x="1564453" y="223664"/>
                  <a:pt x="1564965" y="225088"/>
                  <a:pt x="1565991" y="226227"/>
                </a:cubicBezTo>
                <a:cubicBezTo>
                  <a:pt x="1567130" y="227366"/>
                  <a:pt x="1568497" y="227936"/>
                  <a:pt x="1570092" y="227936"/>
                </a:cubicBezTo>
                <a:cubicBezTo>
                  <a:pt x="1572256" y="227936"/>
                  <a:pt x="1574591" y="226967"/>
                  <a:pt x="1577097" y="225031"/>
                </a:cubicBezTo>
                <a:cubicBezTo>
                  <a:pt x="1583021" y="220361"/>
                  <a:pt x="1589229" y="213127"/>
                  <a:pt x="1595721" y="203331"/>
                </a:cubicBezTo>
                <a:lnTo>
                  <a:pt x="1600848" y="208628"/>
                </a:lnTo>
                <a:cubicBezTo>
                  <a:pt x="1590026" y="223892"/>
                  <a:pt x="1580059" y="234543"/>
                  <a:pt x="1570947" y="240580"/>
                </a:cubicBezTo>
                <a:cubicBezTo>
                  <a:pt x="1564225" y="244909"/>
                  <a:pt x="1557846" y="247073"/>
                  <a:pt x="1551809" y="247073"/>
                </a:cubicBezTo>
                <a:cubicBezTo>
                  <a:pt x="1547480" y="247073"/>
                  <a:pt x="1543835" y="245592"/>
                  <a:pt x="1540873" y="242630"/>
                </a:cubicBezTo>
                <a:cubicBezTo>
                  <a:pt x="1538026" y="239669"/>
                  <a:pt x="1536602" y="236251"/>
                  <a:pt x="1536602" y="232378"/>
                </a:cubicBezTo>
                <a:cubicBezTo>
                  <a:pt x="1536602" y="228277"/>
                  <a:pt x="1538425" y="219848"/>
                  <a:pt x="1542070" y="207090"/>
                </a:cubicBezTo>
                <a:lnTo>
                  <a:pt x="1588374" y="46817"/>
                </a:lnTo>
                <a:cubicBezTo>
                  <a:pt x="1592134" y="33718"/>
                  <a:pt x="1594013" y="26200"/>
                  <a:pt x="1594013" y="24263"/>
                </a:cubicBezTo>
                <a:cubicBezTo>
                  <a:pt x="1594013" y="21529"/>
                  <a:pt x="1592931" y="19308"/>
                  <a:pt x="1590767" y="17599"/>
                </a:cubicBezTo>
                <a:cubicBezTo>
                  <a:pt x="1588602" y="15777"/>
                  <a:pt x="1585242" y="14865"/>
                  <a:pt x="1580686" y="14865"/>
                </a:cubicBezTo>
                <a:cubicBezTo>
                  <a:pt x="1578066" y="14865"/>
                  <a:pt x="1574079" y="15264"/>
                  <a:pt x="1568725" y="16061"/>
                </a:cubicBezTo>
                <a:lnTo>
                  <a:pt x="1568725" y="9739"/>
                </a:lnTo>
                <a:lnTo>
                  <a:pt x="1627161" y="0"/>
                </a:lnTo>
                <a:moveTo>
                  <a:pt x="1676371" y="88338"/>
                </a:moveTo>
                <a:cubicBezTo>
                  <a:pt x="1680243" y="94945"/>
                  <a:pt x="1682920" y="101153"/>
                  <a:pt x="1684401" y="106962"/>
                </a:cubicBezTo>
                <a:cubicBezTo>
                  <a:pt x="1685883" y="112658"/>
                  <a:pt x="1687363" y="123935"/>
                  <a:pt x="1688843" y="140794"/>
                </a:cubicBezTo>
                <a:lnTo>
                  <a:pt x="1696362" y="224860"/>
                </a:lnTo>
                <a:cubicBezTo>
                  <a:pt x="1703197" y="216659"/>
                  <a:pt x="1713107" y="203673"/>
                  <a:pt x="1726093" y="185903"/>
                </a:cubicBezTo>
                <a:cubicBezTo>
                  <a:pt x="1732358" y="177245"/>
                  <a:pt x="1740104" y="165456"/>
                  <a:pt x="1749330" y="150533"/>
                </a:cubicBezTo>
                <a:cubicBezTo>
                  <a:pt x="1754913" y="141421"/>
                  <a:pt x="1758330" y="135042"/>
                  <a:pt x="1759582" y="131396"/>
                </a:cubicBezTo>
                <a:cubicBezTo>
                  <a:pt x="1760266" y="129574"/>
                  <a:pt x="1760608" y="127694"/>
                  <a:pt x="1760608" y="125758"/>
                </a:cubicBezTo>
                <a:cubicBezTo>
                  <a:pt x="1760608" y="124505"/>
                  <a:pt x="1760209" y="123479"/>
                  <a:pt x="1759412" y="122682"/>
                </a:cubicBezTo>
                <a:cubicBezTo>
                  <a:pt x="1758615" y="121885"/>
                  <a:pt x="1756507" y="120973"/>
                  <a:pt x="1753090" y="119948"/>
                </a:cubicBezTo>
                <a:cubicBezTo>
                  <a:pt x="1749787" y="118809"/>
                  <a:pt x="1746995" y="116816"/>
                  <a:pt x="1744717" y="113968"/>
                </a:cubicBezTo>
                <a:cubicBezTo>
                  <a:pt x="1742553" y="111006"/>
                  <a:pt x="1741470" y="107646"/>
                  <a:pt x="1741470" y="103887"/>
                </a:cubicBezTo>
                <a:cubicBezTo>
                  <a:pt x="1741470" y="99216"/>
                  <a:pt x="1742838" y="95457"/>
                  <a:pt x="1745571" y="92610"/>
                </a:cubicBezTo>
                <a:cubicBezTo>
                  <a:pt x="1748306" y="89762"/>
                  <a:pt x="1751723" y="88338"/>
                  <a:pt x="1755823" y="88338"/>
                </a:cubicBezTo>
                <a:cubicBezTo>
                  <a:pt x="1760836" y="88338"/>
                  <a:pt x="1765107" y="90445"/>
                  <a:pt x="1768639" y="94660"/>
                </a:cubicBezTo>
                <a:cubicBezTo>
                  <a:pt x="1772170" y="98761"/>
                  <a:pt x="1773936" y="104456"/>
                  <a:pt x="1773936" y="111747"/>
                </a:cubicBezTo>
                <a:cubicBezTo>
                  <a:pt x="1773936" y="120745"/>
                  <a:pt x="1770860" y="131055"/>
                  <a:pt x="1764709" y="142673"/>
                </a:cubicBezTo>
                <a:cubicBezTo>
                  <a:pt x="1758557" y="154178"/>
                  <a:pt x="1746711" y="171892"/>
                  <a:pt x="1729168" y="195813"/>
                </a:cubicBezTo>
                <a:cubicBezTo>
                  <a:pt x="1711626" y="219734"/>
                  <a:pt x="1690382" y="245820"/>
                  <a:pt x="1665435" y="274070"/>
                </a:cubicBezTo>
                <a:cubicBezTo>
                  <a:pt x="1648235" y="293549"/>
                  <a:pt x="1635477" y="305794"/>
                  <a:pt x="1627161" y="310806"/>
                </a:cubicBezTo>
                <a:cubicBezTo>
                  <a:pt x="1618846" y="315932"/>
                  <a:pt x="1611727" y="318495"/>
                  <a:pt x="1605803" y="318495"/>
                </a:cubicBezTo>
                <a:cubicBezTo>
                  <a:pt x="1602272" y="318495"/>
                  <a:pt x="1599196" y="317128"/>
                  <a:pt x="1596576" y="314394"/>
                </a:cubicBezTo>
                <a:cubicBezTo>
                  <a:pt x="1593842" y="311774"/>
                  <a:pt x="1592476" y="308699"/>
                  <a:pt x="1592476" y="305168"/>
                </a:cubicBezTo>
                <a:cubicBezTo>
                  <a:pt x="1592476" y="300725"/>
                  <a:pt x="1594355" y="296681"/>
                  <a:pt x="1598114" y="293036"/>
                </a:cubicBezTo>
                <a:cubicBezTo>
                  <a:pt x="1601758" y="289391"/>
                  <a:pt x="1605745" y="287568"/>
                  <a:pt x="1610074" y="287568"/>
                </a:cubicBezTo>
                <a:cubicBezTo>
                  <a:pt x="1612353" y="287568"/>
                  <a:pt x="1614232" y="288081"/>
                  <a:pt x="1615713" y="289106"/>
                </a:cubicBezTo>
                <a:cubicBezTo>
                  <a:pt x="1616625" y="289676"/>
                  <a:pt x="1617649" y="291270"/>
                  <a:pt x="1618788" y="293890"/>
                </a:cubicBezTo>
                <a:cubicBezTo>
                  <a:pt x="1619814" y="296624"/>
                  <a:pt x="1620782" y="298447"/>
                  <a:pt x="1621693" y="299358"/>
                </a:cubicBezTo>
                <a:cubicBezTo>
                  <a:pt x="1622263" y="299927"/>
                  <a:pt x="1622947" y="300212"/>
                  <a:pt x="1623744" y="300212"/>
                </a:cubicBezTo>
                <a:cubicBezTo>
                  <a:pt x="1624428" y="300212"/>
                  <a:pt x="1625623" y="299643"/>
                  <a:pt x="1627333" y="298504"/>
                </a:cubicBezTo>
                <a:cubicBezTo>
                  <a:pt x="1633597" y="294631"/>
                  <a:pt x="1640887" y="288480"/>
                  <a:pt x="1649202" y="280050"/>
                </a:cubicBezTo>
                <a:cubicBezTo>
                  <a:pt x="1660138" y="268887"/>
                  <a:pt x="1668226" y="259774"/>
                  <a:pt x="1673466" y="252711"/>
                </a:cubicBezTo>
                <a:lnTo>
                  <a:pt x="1663897" y="144382"/>
                </a:lnTo>
                <a:cubicBezTo>
                  <a:pt x="1662303" y="126498"/>
                  <a:pt x="1659910" y="115620"/>
                  <a:pt x="1656721" y="111747"/>
                </a:cubicBezTo>
                <a:cubicBezTo>
                  <a:pt x="1653531" y="107874"/>
                  <a:pt x="1648178" y="105937"/>
                  <a:pt x="1640660" y="105937"/>
                </a:cubicBezTo>
                <a:cubicBezTo>
                  <a:pt x="1638267" y="105937"/>
                  <a:pt x="1633996" y="106279"/>
                  <a:pt x="1627845" y="106962"/>
                </a:cubicBezTo>
                <a:lnTo>
                  <a:pt x="1626307" y="100640"/>
                </a:lnTo>
                <a:lnTo>
                  <a:pt x="1676371" y="88338"/>
                </a:lnTo>
                <a:moveTo>
                  <a:pt x="1998625" y="205723"/>
                </a:moveTo>
                <a:cubicBezTo>
                  <a:pt x="1986778" y="219962"/>
                  <a:pt x="1974818" y="230442"/>
                  <a:pt x="1962743" y="237163"/>
                </a:cubicBezTo>
                <a:cubicBezTo>
                  <a:pt x="1950669" y="243770"/>
                  <a:pt x="1937910" y="247073"/>
                  <a:pt x="1924469" y="247073"/>
                </a:cubicBezTo>
                <a:cubicBezTo>
                  <a:pt x="1908293" y="247073"/>
                  <a:pt x="1895649" y="242516"/>
                  <a:pt x="1886536" y="233404"/>
                </a:cubicBezTo>
                <a:cubicBezTo>
                  <a:pt x="1877537" y="224291"/>
                  <a:pt x="1873038" y="212045"/>
                  <a:pt x="1873038" y="196667"/>
                </a:cubicBezTo>
                <a:cubicBezTo>
                  <a:pt x="1873038" y="179239"/>
                  <a:pt x="1877879" y="162095"/>
                  <a:pt x="1887561" y="145237"/>
                </a:cubicBezTo>
                <a:cubicBezTo>
                  <a:pt x="1897358" y="128378"/>
                  <a:pt x="1910458" y="114708"/>
                  <a:pt x="1926860" y="104228"/>
                </a:cubicBezTo>
                <a:cubicBezTo>
                  <a:pt x="1943378" y="93635"/>
                  <a:pt x="1959553" y="88338"/>
                  <a:pt x="1975387" y="88338"/>
                </a:cubicBezTo>
                <a:cubicBezTo>
                  <a:pt x="1987804" y="88338"/>
                  <a:pt x="1997087" y="90958"/>
                  <a:pt x="2003238" y="96198"/>
                </a:cubicBezTo>
                <a:cubicBezTo>
                  <a:pt x="2009389" y="101324"/>
                  <a:pt x="2012465" y="107646"/>
                  <a:pt x="2012465" y="115164"/>
                </a:cubicBezTo>
                <a:cubicBezTo>
                  <a:pt x="2012465" y="122227"/>
                  <a:pt x="2010300" y="128264"/>
                  <a:pt x="2005972" y="133276"/>
                </a:cubicBezTo>
                <a:cubicBezTo>
                  <a:pt x="2002782" y="137149"/>
                  <a:pt x="1998852" y="139085"/>
                  <a:pt x="1994182" y="139085"/>
                </a:cubicBezTo>
                <a:cubicBezTo>
                  <a:pt x="1990651" y="139085"/>
                  <a:pt x="1987689" y="137946"/>
                  <a:pt x="1985297" y="135668"/>
                </a:cubicBezTo>
                <a:cubicBezTo>
                  <a:pt x="1983019" y="133390"/>
                  <a:pt x="1981880" y="130542"/>
                  <a:pt x="1981880" y="127125"/>
                </a:cubicBezTo>
                <a:cubicBezTo>
                  <a:pt x="1981880" y="124960"/>
                  <a:pt x="1982279" y="122967"/>
                  <a:pt x="1983076" y="121144"/>
                </a:cubicBezTo>
                <a:cubicBezTo>
                  <a:pt x="1983987" y="119322"/>
                  <a:pt x="1985753" y="117157"/>
                  <a:pt x="1988373" y="114651"/>
                </a:cubicBezTo>
                <a:cubicBezTo>
                  <a:pt x="1991106" y="112031"/>
                  <a:pt x="1992758" y="110152"/>
                  <a:pt x="1993327" y="109013"/>
                </a:cubicBezTo>
                <a:cubicBezTo>
                  <a:pt x="1993897" y="107874"/>
                  <a:pt x="1994182" y="106678"/>
                  <a:pt x="1994182" y="105425"/>
                </a:cubicBezTo>
                <a:cubicBezTo>
                  <a:pt x="1994182" y="103032"/>
                  <a:pt x="1993100" y="101039"/>
                  <a:pt x="1990936" y="99444"/>
                </a:cubicBezTo>
                <a:cubicBezTo>
                  <a:pt x="1987632" y="97166"/>
                  <a:pt x="1982961" y="96027"/>
                  <a:pt x="1976924" y="96027"/>
                </a:cubicBezTo>
                <a:cubicBezTo>
                  <a:pt x="1965761" y="96027"/>
                  <a:pt x="1954712" y="99957"/>
                  <a:pt x="1943777" y="107817"/>
                </a:cubicBezTo>
                <a:cubicBezTo>
                  <a:pt x="1932841" y="115677"/>
                  <a:pt x="1923500" y="126840"/>
                  <a:pt x="1915754" y="141306"/>
                </a:cubicBezTo>
                <a:cubicBezTo>
                  <a:pt x="1906414" y="158849"/>
                  <a:pt x="1901744" y="176391"/>
                  <a:pt x="1901744" y="193933"/>
                </a:cubicBezTo>
                <a:cubicBezTo>
                  <a:pt x="1901744" y="205552"/>
                  <a:pt x="1905046" y="214779"/>
                  <a:pt x="1911653" y="221614"/>
                </a:cubicBezTo>
                <a:cubicBezTo>
                  <a:pt x="1918260" y="228335"/>
                  <a:pt x="1927259" y="231695"/>
                  <a:pt x="1938651" y="231695"/>
                </a:cubicBezTo>
                <a:cubicBezTo>
                  <a:pt x="1947422" y="231695"/>
                  <a:pt x="1956079" y="229531"/>
                  <a:pt x="1964622" y="225202"/>
                </a:cubicBezTo>
                <a:cubicBezTo>
                  <a:pt x="1973279" y="220759"/>
                  <a:pt x="1982961" y="212786"/>
                  <a:pt x="1993670" y="201281"/>
                </a:cubicBezTo>
                <a:lnTo>
                  <a:pt x="1998625" y="205723"/>
                </a:lnTo>
                <a:moveTo>
                  <a:pt x="2123015" y="0"/>
                </a:moveTo>
                <a:lnTo>
                  <a:pt x="2064580" y="203331"/>
                </a:lnTo>
                <a:cubicBezTo>
                  <a:pt x="2061731" y="213469"/>
                  <a:pt x="2060307" y="219677"/>
                  <a:pt x="2060307" y="221955"/>
                </a:cubicBezTo>
                <a:cubicBezTo>
                  <a:pt x="2060307" y="223664"/>
                  <a:pt x="2060819" y="225088"/>
                  <a:pt x="2061845" y="226227"/>
                </a:cubicBezTo>
                <a:cubicBezTo>
                  <a:pt x="2062984" y="227366"/>
                  <a:pt x="2064351" y="227936"/>
                  <a:pt x="2065946" y="227936"/>
                </a:cubicBezTo>
                <a:cubicBezTo>
                  <a:pt x="2068110" y="227936"/>
                  <a:pt x="2070445" y="226967"/>
                  <a:pt x="2072951" y="225031"/>
                </a:cubicBezTo>
                <a:cubicBezTo>
                  <a:pt x="2078875" y="220361"/>
                  <a:pt x="2085083" y="213127"/>
                  <a:pt x="2091577" y="203331"/>
                </a:cubicBezTo>
                <a:lnTo>
                  <a:pt x="2096702" y="208628"/>
                </a:lnTo>
                <a:cubicBezTo>
                  <a:pt x="2085880" y="223892"/>
                  <a:pt x="2075913" y="234543"/>
                  <a:pt x="2066801" y="240580"/>
                </a:cubicBezTo>
                <a:cubicBezTo>
                  <a:pt x="2060080" y="244909"/>
                  <a:pt x="2053700" y="247073"/>
                  <a:pt x="2047663" y="247073"/>
                </a:cubicBezTo>
                <a:cubicBezTo>
                  <a:pt x="2043336" y="247073"/>
                  <a:pt x="2039690" y="245592"/>
                  <a:pt x="2036728" y="242630"/>
                </a:cubicBezTo>
                <a:cubicBezTo>
                  <a:pt x="2033880" y="239669"/>
                  <a:pt x="2032456" y="236251"/>
                  <a:pt x="2032456" y="232378"/>
                </a:cubicBezTo>
                <a:cubicBezTo>
                  <a:pt x="2032456" y="228277"/>
                  <a:pt x="2034279" y="219848"/>
                  <a:pt x="2037924" y="207090"/>
                </a:cubicBezTo>
                <a:lnTo>
                  <a:pt x="2084229" y="46817"/>
                </a:lnTo>
                <a:cubicBezTo>
                  <a:pt x="2087988" y="33718"/>
                  <a:pt x="2089868" y="26200"/>
                  <a:pt x="2089868" y="24263"/>
                </a:cubicBezTo>
                <a:cubicBezTo>
                  <a:pt x="2089868" y="21529"/>
                  <a:pt x="2088785" y="19308"/>
                  <a:pt x="2086621" y="17599"/>
                </a:cubicBezTo>
                <a:cubicBezTo>
                  <a:pt x="2084456" y="15777"/>
                  <a:pt x="2081096" y="14865"/>
                  <a:pt x="2076540" y="14865"/>
                </a:cubicBezTo>
                <a:cubicBezTo>
                  <a:pt x="2073920" y="14865"/>
                  <a:pt x="2069933" y="15264"/>
                  <a:pt x="2064580" y="16061"/>
                </a:cubicBezTo>
                <a:lnTo>
                  <a:pt x="2064580" y="9739"/>
                </a:lnTo>
                <a:lnTo>
                  <a:pt x="2123015" y="0"/>
                </a:lnTo>
                <a:moveTo>
                  <a:pt x="2278163" y="141819"/>
                </a:moveTo>
                <a:cubicBezTo>
                  <a:pt x="2278163" y="158906"/>
                  <a:pt x="2273605" y="175822"/>
                  <a:pt x="2264493" y="192566"/>
                </a:cubicBezTo>
                <a:cubicBezTo>
                  <a:pt x="2255494" y="209311"/>
                  <a:pt x="2242907" y="222582"/>
                  <a:pt x="2226731" y="232378"/>
                </a:cubicBezTo>
                <a:cubicBezTo>
                  <a:pt x="2210556" y="242175"/>
                  <a:pt x="2194836" y="247073"/>
                  <a:pt x="2179573" y="247073"/>
                </a:cubicBezTo>
                <a:cubicBezTo>
                  <a:pt x="2163967" y="247073"/>
                  <a:pt x="2151208" y="242118"/>
                  <a:pt x="2141299" y="232208"/>
                </a:cubicBezTo>
                <a:cubicBezTo>
                  <a:pt x="2131502" y="222183"/>
                  <a:pt x="2126604" y="209254"/>
                  <a:pt x="2126604" y="193421"/>
                </a:cubicBezTo>
                <a:cubicBezTo>
                  <a:pt x="2126604" y="176676"/>
                  <a:pt x="2131388" y="159874"/>
                  <a:pt x="2140957" y="143015"/>
                </a:cubicBezTo>
                <a:cubicBezTo>
                  <a:pt x="2150639" y="126156"/>
                  <a:pt x="2163511" y="112829"/>
                  <a:pt x="2179573" y="103032"/>
                </a:cubicBezTo>
                <a:cubicBezTo>
                  <a:pt x="2195747" y="93236"/>
                  <a:pt x="2211353" y="88338"/>
                  <a:pt x="2226390" y="88338"/>
                </a:cubicBezTo>
                <a:cubicBezTo>
                  <a:pt x="2241426" y="88338"/>
                  <a:pt x="2253785" y="93293"/>
                  <a:pt x="2263468" y="103203"/>
                </a:cubicBezTo>
                <a:cubicBezTo>
                  <a:pt x="2273265" y="113114"/>
                  <a:pt x="2278163" y="125986"/>
                  <a:pt x="2278163" y="141819"/>
                </a:cubicBezTo>
                <a:moveTo>
                  <a:pt x="2249798" y="130029"/>
                </a:moveTo>
                <a:cubicBezTo>
                  <a:pt x="2249798" y="119436"/>
                  <a:pt x="2247178" y="111348"/>
                  <a:pt x="2241939" y="105766"/>
                </a:cubicBezTo>
                <a:cubicBezTo>
                  <a:pt x="2236812" y="100071"/>
                  <a:pt x="2230149" y="97223"/>
                  <a:pt x="2221947" y="97223"/>
                </a:cubicBezTo>
                <a:cubicBezTo>
                  <a:pt x="2205202" y="97223"/>
                  <a:pt x="2189767" y="109240"/>
                  <a:pt x="2175642" y="133276"/>
                </a:cubicBezTo>
                <a:cubicBezTo>
                  <a:pt x="2161631" y="157197"/>
                  <a:pt x="2154626" y="181005"/>
                  <a:pt x="2154626" y="204698"/>
                </a:cubicBezTo>
                <a:cubicBezTo>
                  <a:pt x="2154626" y="215520"/>
                  <a:pt x="2157360" y="223892"/>
                  <a:pt x="2162828" y="229815"/>
                </a:cubicBezTo>
                <a:cubicBezTo>
                  <a:pt x="2168295" y="235625"/>
                  <a:pt x="2175187" y="238530"/>
                  <a:pt x="2183502" y="238530"/>
                </a:cubicBezTo>
                <a:cubicBezTo>
                  <a:pt x="2199564" y="238530"/>
                  <a:pt x="2214600" y="226626"/>
                  <a:pt x="2228611" y="202819"/>
                </a:cubicBezTo>
                <a:cubicBezTo>
                  <a:pt x="2242736" y="178897"/>
                  <a:pt x="2249798" y="154634"/>
                  <a:pt x="2249798" y="130029"/>
                </a:cubicBezTo>
                <a:moveTo>
                  <a:pt x="2418272" y="88338"/>
                </a:moveTo>
                <a:lnTo>
                  <a:pt x="2407849" y="140794"/>
                </a:lnTo>
                <a:lnTo>
                  <a:pt x="2401527" y="140794"/>
                </a:lnTo>
                <a:cubicBezTo>
                  <a:pt x="2400958" y="125530"/>
                  <a:pt x="2397712" y="114423"/>
                  <a:pt x="2391788" y="107475"/>
                </a:cubicBezTo>
                <a:cubicBezTo>
                  <a:pt x="2385865" y="100526"/>
                  <a:pt x="2378517" y="97052"/>
                  <a:pt x="2369747" y="97052"/>
                </a:cubicBezTo>
                <a:cubicBezTo>
                  <a:pt x="2362685" y="97052"/>
                  <a:pt x="2357046" y="98989"/>
                  <a:pt x="2352831" y="102862"/>
                </a:cubicBezTo>
                <a:cubicBezTo>
                  <a:pt x="2348730" y="106734"/>
                  <a:pt x="2346680" y="111405"/>
                  <a:pt x="2346680" y="116873"/>
                </a:cubicBezTo>
                <a:cubicBezTo>
                  <a:pt x="2346680" y="120632"/>
                  <a:pt x="2347478" y="124220"/>
                  <a:pt x="2349072" y="127637"/>
                </a:cubicBezTo>
                <a:cubicBezTo>
                  <a:pt x="2350780" y="131055"/>
                  <a:pt x="2354425" y="135839"/>
                  <a:pt x="2360007" y="141990"/>
                </a:cubicBezTo>
                <a:cubicBezTo>
                  <a:pt x="2374815" y="158165"/>
                  <a:pt x="2384384" y="170354"/>
                  <a:pt x="2388713" y="178555"/>
                </a:cubicBezTo>
                <a:cubicBezTo>
                  <a:pt x="2393041" y="186757"/>
                  <a:pt x="2395205" y="194503"/>
                  <a:pt x="2395205" y="201793"/>
                </a:cubicBezTo>
                <a:cubicBezTo>
                  <a:pt x="2395205" y="213640"/>
                  <a:pt x="2390251" y="224177"/>
                  <a:pt x="2380340" y="233404"/>
                </a:cubicBezTo>
                <a:cubicBezTo>
                  <a:pt x="2370544" y="242516"/>
                  <a:pt x="2358127" y="247073"/>
                  <a:pt x="2343092" y="247073"/>
                </a:cubicBezTo>
                <a:cubicBezTo>
                  <a:pt x="2334890" y="247073"/>
                  <a:pt x="2325435" y="245136"/>
                  <a:pt x="2314727" y="241264"/>
                </a:cubicBezTo>
                <a:cubicBezTo>
                  <a:pt x="2310968" y="239897"/>
                  <a:pt x="2308063" y="239213"/>
                  <a:pt x="2306014" y="239213"/>
                </a:cubicBezTo>
                <a:cubicBezTo>
                  <a:pt x="2300888" y="239213"/>
                  <a:pt x="2297015" y="241833"/>
                  <a:pt x="2294394" y="247073"/>
                </a:cubicBezTo>
                <a:lnTo>
                  <a:pt x="2288072" y="247073"/>
                </a:lnTo>
                <a:lnTo>
                  <a:pt x="2298496" y="191712"/>
                </a:lnTo>
                <a:lnTo>
                  <a:pt x="2304818" y="191712"/>
                </a:lnTo>
                <a:cubicBezTo>
                  <a:pt x="2305500" y="209027"/>
                  <a:pt x="2309089" y="221272"/>
                  <a:pt x="2315582" y="228448"/>
                </a:cubicBezTo>
                <a:cubicBezTo>
                  <a:pt x="2322075" y="235625"/>
                  <a:pt x="2330960" y="239213"/>
                  <a:pt x="2342238" y="239213"/>
                </a:cubicBezTo>
                <a:cubicBezTo>
                  <a:pt x="2350895" y="239213"/>
                  <a:pt x="2357729" y="236821"/>
                  <a:pt x="2362741" y="232037"/>
                </a:cubicBezTo>
                <a:cubicBezTo>
                  <a:pt x="2367868" y="227138"/>
                  <a:pt x="2370431" y="221158"/>
                  <a:pt x="2370431" y="214096"/>
                </a:cubicBezTo>
                <a:cubicBezTo>
                  <a:pt x="2370431" y="209539"/>
                  <a:pt x="2369519" y="205325"/>
                  <a:pt x="2367696" y="201452"/>
                </a:cubicBezTo>
                <a:cubicBezTo>
                  <a:pt x="2364507" y="194617"/>
                  <a:pt x="2357786" y="185162"/>
                  <a:pt x="2347534" y="173088"/>
                </a:cubicBezTo>
                <a:cubicBezTo>
                  <a:pt x="2337395" y="161013"/>
                  <a:pt x="2330846" y="151957"/>
                  <a:pt x="2327885" y="145920"/>
                </a:cubicBezTo>
                <a:cubicBezTo>
                  <a:pt x="2325036" y="139883"/>
                  <a:pt x="2323612" y="133845"/>
                  <a:pt x="2323612" y="127808"/>
                </a:cubicBezTo>
                <a:cubicBezTo>
                  <a:pt x="2323612" y="116759"/>
                  <a:pt x="2327600" y="107418"/>
                  <a:pt x="2335574" y="99786"/>
                </a:cubicBezTo>
                <a:cubicBezTo>
                  <a:pt x="2343661" y="92154"/>
                  <a:pt x="2354027" y="88338"/>
                  <a:pt x="2366671" y="88338"/>
                </a:cubicBezTo>
                <a:cubicBezTo>
                  <a:pt x="2370316" y="88338"/>
                  <a:pt x="2373619" y="88623"/>
                  <a:pt x="2376581" y="89192"/>
                </a:cubicBezTo>
                <a:cubicBezTo>
                  <a:pt x="2378176" y="89534"/>
                  <a:pt x="2381878" y="90844"/>
                  <a:pt x="2387688" y="93122"/>
                </a:cubicBezTo>
                <a:cubicBezTo>
                  <a:pt x="2393611" y="95287"/>
                  <a:pt x="2397540" y="96369"/>
                  <a:pt x="2399478" y="96369"/>
                </a:cubicBezTo>
                <a:cubicBezTo>
                  <a:pt x="2404376" y="96369"/>
                  <a:pt x="2408476" y="93692"/>
                  <a:pt x="2411780" y="88338"/>
                </a:cubicBezTo>
                <a:lnTo>
                  <a:pt x="2418272" y="88338"/>
                </a:lnTo>
                <a:moveTo>
                  <a:pt x="2469361" y="178555"/>
                </a:moveTo>
                <a:cubicBezTo>
                  <a:pt x="2468564" y="184251"/>
                  <a:pt x="2468166" y="188978"/>
                  <a:pt x="2468166" y="192737"/>
                </a:cubicBezTo>
                <a:cubicBezTo>
                  <a:pt x="2468166" y="202875"/>
                  <a:pt x="2471754" y="211533"/>
                  <a:pt x="2478930" y="218709"/>
                </a:cubicBezTo>
                <a:cubicBezTo>
                  <a:pt x="2486107" y="225771"/>
                  <a:pt x="2494821" y="229303"/>
                  <a:pt x="2505073" y="229303"/>
                </a:cubicBezTo>
                <a:cubicBezTo>
                  <a:pt x="2513275" y="229303"/>
                  <a:pt x="2521134" y="227651"/>
                  <a:pt x="2528652" y="224348"/>
                </a:cubicBezTo>
                <a:cubicBezTo>
                  <a:pt x="2536285" y="220930"/>
                  <a:pt x="2547561" y="213469"/>
                  <a:pt x="2562485" y="201964"/>
                </a:cubicBezTo>
                <a:lnTo>
                  <a:pt x="2566072" y="206919"/>
                </a:lnTo>
                <a:cubicBezTo>
                  <a:pt x="2539075" y="233688"/>
                  <a:pt x="2513332" y="247073"/>
                  <a:pt x="2488841" y="247073"/>
                </a:cubicBezTo>
                <a:cubicBezTo>
                  <a:pt x="2472210" y="247073"/>
                  <a:pt x="2459679" y="241833"/>
                  <a:pt x="2451251" y="231353"/>
                </a:cubicBezTo>
                <a:cubicBezTo>
                  <a:pt x="2442821" y="220873"/>
                  <a:pt x="2438605" y="209311"/>
                  <a:pt x="2438605" y="196667"/>
                </a:cubicBezTo>
                <a:cubicBezTo>
                  <a:pt x="2438605" y="179694"/>
                  <a:pt x="2443846" y="162323"/>
                  <a:pt x="2454326" y="144553"/>
                </a:cubicBezTo>
                <a:cubicBezTo>
                  <a:pt x="2464805" y="126783"/>
                  <a:pt x="2477963" y="113000"/>
                  <a:pt x="2493795" y="103203"/>
                </a:cubicBezTo>
                <a:cubicBezTo>
                  <a:pt x="2509629" y="93293"/>
                  <a:pt x="2525919" y="88338"/>
                  <a:pt x="2542664" y="88338"/>
                </a:cubicBezTo>
                <a:cubicBezTo>
                  <a:pt x="2554737" y="88338"/>
                  <a:pt x="2563680" y="90787"/>
                  <a:pt x="2569489" y="95685"/>
                </a:cubicBezTo>
                <a:cubicBezTo>
                  <a:pt x="2575299" y="100583"/>
                  <a:pt x="2578204" y="106393"/>
                  <a:pt x="2578204" y="113114"/>
                </a:cubicBezTo>
                <a:cubicBezTo>
                  <a:pt x="2578204" y="122568"/>
                  <a:pt x="2574445" y="131624"/>
                  <a:pt x="2566927" y="140281"/>
                </a:cubicBezTo>
                <a:cubicBezTo>
                  <a:pt x="2557017" y="151559"/>
                  <a:pt x="2542435" y="160671"/>
                  <a:pt x="2523185" y="167620"/>
                </a:cubicBezTo>
                <a:cubicBezTo>
                  <a:pt x="2510427" y="172290"/>
                  <a:pt x="2492486" y="175936"/>
                  <a:pt x="2469361" y="178555"/>
                </a:cubicBezTo>
                <a:moveTo>
                  <a:pt x="2470558" y="170183"/>
                </a:moveTo>
                <a:cubicBezTo>
                  <a:pt x="2487417" y="168247"/>
                  <a:pt x="2501143" y="164943"/>
                  <a:pt x="2511737" y="160273"/>
                </a:cubicBezTo>
                <a:cubicBezTo>
                  <a:pt x="2525747" y="154008"/>
                  <a:pt x="2536228" y="146547"/>
                  <a:pt x="2543177" y="137889"/>
                </a:cubicBezTo>
                <a:cubicBezTo>
                  <a:pt x="2550238" y="129118"/>
                  <a:pt x="2553770" y="120803"/>
                  <a:pt x="2553770" y="112943"/>
                </a:cubicBezTo>
                <a:cubicBezTo>
                  <a:pt x="2553770" y="108159"/>
                  <a:pt x="2552232" y="104286"/>
                  <a:pt x="2549157" y="101324"/>
                </a:cubicBezTo>
                <a:cubicBezTo>
                  <a:pt x="2546195" y="98362"/>
                  <a:pt x="2541923" y="96881"/>
                  <a:pt x="2536342" y="96881"/>
                </a:cubicBezTo>
                <a:cubicBezTo>
                  <a:pt x="2524723" y="96881"/>
                  <a:pt x="2512363" y="103089"/>
                  <a:pt x="2499263" y="115506"/>
                </a:cubicBezTo>
                <a:cubicBezTo>
                  <a:pt x="2486278" y="127808"/>
                  <a:pt x="2476709" y="146034"/>
                  <a:pt x="2470558" y="17018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29" name="text-4338 (b)">
            <a:extLst xmlns:a="http://schemas.openxmlformats.org/drawingml/2006/main">
              <a:ext uri="{FF2B5EF4-FFF2-40B4-BE49-F238E27FC236}">
                <a16:creationId xmlns:a16="http://schemas.microsoft.com/office/drawing/2014/main" id="{ED16EFF8-1CC0-4481-A937-B855B5488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87110" y="4615124"/>
            <a:ext cx="547290" cy="5692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(b)</a:t>
            </a:r>
          </a:p>
        </p:txBody>
      </p:sp>
      <p:sp>
        <p:nvSpPr>
          <p:cNvPr id="4330" name="text-4339 Aligning">
            <a:extLst xmlns:a="http://schemas.openxmlformats.org/drawingml/2006/main">
              <a:ext uri="{FF2B5EF4-FFF2-40B4-BE49-F238E27FC236}">
                <a16:creationId xmlns:a16="http://schemas.microsoft.com/office/drawing/2014/main" id="{D7EA96AC-D3B1-4D44-915C-C106328A5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62857" y="4615160"/>
            <a:ext cx="1564595" cy="5692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1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1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1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Aligning</a:t>
            </a:r>
          </a:p>
        </p:txBody>
      </p:sp>
      <p:sp>
        <p:nvSpPr>
          <p:cNvPr id="4331" name="text-4339 diffusion">
            <a:extLst xmlns:a="http://schemas.openxmlformats.org/drawingml/2006/main">
              <a:ext uri="{FF2B5EF4-FFF2-40B4-BE49-F238E27FC236}">
                <a16:creationId xmlns:a16="http://schemas.microsoft.com/office/drawing/2014/main" id="{05B1EFB8-A3C0-4214-B96B-112D276FB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55915" y="4615189"/>
            <a:ext cx="1609721" cy="5691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1" b="1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1" b="1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1" b="1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diffusion</a:t>
            </a:r>
          </a:p>
        </p:txBody>
      </p:sp>
      <p:sp>
        <p:nvSpPr>
          <p:cNvPr id="4332" name="text-4339 space.">
            <a:extLst xmlns:a="http://schemas.openxmlformats.org/drawingml/2006/main">
              <a:ext uri="{FF2B5EF4-FFF2-40B4-BE49-F238E27FC236}">
                <a16:creationId xmlns:a16="http://schemas.microsoft.com/office/drawing/2014/main" id="{6E944697-ACEA-42B8-9B4E-78615AE2F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194105" y="4615147"/>
            <a:ext cx="1123436" cy="5692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1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1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1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space.</a:t>
            </a:r>
          </a:p>
        </p:txBody>
      </p:sp>
      <p:sp>
        <p:nvSpPr>
          <p:cNvPr id="4333" name="path-4340">
            <a:extLst xmlns:a="http://schemas.openxmlformats.org/drawingml/2006/main">
              <a:ext uri="{FF2B5EF4-FFF2-40B4-BE49-F238E27FC236}">
                <a16:creationId xmlns:a16="http://schemas.microsoft.com/office/drawing/2014/main" id="{5776298F-1206-4C67-9EC7-9A812898E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5301774"/>
            <a:ext cx="8619575" cy="3232340"/>
          </a:xfrm>
          <a:custGeom xmlns:a="http://schemas.openxmlformats.org/drawingml/2006/main">
            <a:pathLst>
              <a:path w="7367043" h="2762641">
                <a:moveTo>
                  <a:pt x="0" y="0"/>
                </a:moveTo>
                <a:lnTo>
                  <a:pt x="7367043" y="0"/>
                </a:lnTo>
                <a:lnTo>
                  <a:pt x="7367043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34" name="path-4341">
            <a:extLst xmlns:a="http://schemas.openxmlformats.org/drawingml/2006/main">
              <a:ext uri="{FF2B5EF4-FFF2-40B4-BE49-F238E27FC236}">
                <a16:creationId xmlns:a16="http://schemas.microsoft.com/office/drawing/2014/main" id="{96EA829F-559E-4DD1-9DF3-8530AF561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67028" y="5301774"/>
            <a:ext cx="21548" cy="3232340"/>
          </a:xfrm>
          <a:custGeom xmlns:a="http://schemas.openxmlformats.org/drawingml/2006/main">
            <a:pathLst>
              <a:path w="18417" h="2762641">
                <a:moveTo>
                  <a:pt x="9209" y="0"/>
                </a:moveTo>
                <a:lnTo>
                  <a:pt x="0" y="0"/>
                </a:lnTo>
                <a:lnTo>
                  <a:pt x="0" y="53127"/>
                </a:lnTo>
                <a:lnTo>
                  <a:pt x="9209" y="53127"/>
                </a:lnTo>
                <a:lnTo>
                  <a:pt x="18417" y="53127"/>
                </a:lnTo>
                <a:lnTo>
                  <a:pt x="18417" y="0"/>
                </a:lnTo>
                <a:lnTo>
                  <a:pt x="9209" y="0"/>
                </a:lnTo>
                <a:moveTo>
                  <a:pt x="9209" y="159383"/>
                </a:moveTo>
                <a:lnTo>
                  <a:pt x="0" y="159383"/>
                </a:lnTo>
                <a:lnTo>
                  <a:pt x="0" y="265639"/>
                </a:lnTo>
                <a:lnTo>
                  <a:pt x="9209" y="265639"/>
                </a:lnTo>
                <a:lnTo>
                  <a:pt x="18417" y="265639"/>
                </a:lnTo>
                <a:lnTo>
                  <a:pt x="18417" y="159383"/>
                </a:lnTo>
                <a:lnTo>
                  <a:pt x="9209" y="159383"/>
                </a:lnTo>
                <a:moveTo>
                  <a:pt x="9209" y="371894"/>
                </a:moveTo>
                <a:lnTo>
                  <a:pt x="0" y="371894"/>
                </a:lnTo>
                <a:lnTo>
                  <a:pt x="0" y="478149"/>
                </a:lnTo>
                <a:lnTo>
                  <a:pt x="9209" y="478149"/>
                </a:lnTo>
                <a:lnTo>
                  <a:pt x="18417" y="478149"/>
                </a:lnTo>
                <a:lnTo>
                  <a:pt x="18417" y="371894"/>
                </a:lnTo>
                <a:lnTo>
                  <a:pt x="9209" y="371894"/>
                </a:lnTo>
                <a:moveTo>
                  <a:pt x="9209" y="584405"/>
                </a:moveTo>
                <a:lnTo>
                  <a:pt x="0" y="584405"/>
                </a:lnTo>
                <a:lnTo>
                  <a:pt x="0" y="690660"/>
                </a:lnTo>
                <a:lnTo>
                  <a:pt x="9209" y="690660"/>
                </a:lnTo>
                <a:lnTo>
                  <a:pt x="18417" y="690660"/>
                </a:lnTo>
                <a:lnTo>
                  <a:pt x="18417" y="584405"/>
                </a:lnTo>
                <a:lnTo>
                  <a:pt x="9209" y="584405"/>
                </a:lnTo>
                <a:moveTo>
                  <a:pt x="9209" y="796916"/>
                </a:moveTo>
                <a:lnTo>
                  <a:pt x="0" y="796916"/>
                </a:lnTo>
                <a:lnTo>
                  <a:pt x="0" y="903171"/>
                </a:lnTo>
                <a:lnTo>
                  <a:pt x="9209" y="903171"/>
                </a:lnTo>
                <a:lnTo>
                  <a:pt x="18417" y="903171"/>
                </a:lnTo>
                <a:lnTo>
                  <a:pt x="18417" y="796916"/>
                </a:lnTo>
                <a:lnTo>
                  <a:pt x="9209" y="796916"/>
                </a:lnTo>
                <a:moveTo>
                  <a:pt x="9209" y="1009426"/>
                </a:moveTo>
                <a:lnTo>
                  <a:pt x="0" y="1009426"/>
                </a:lnTo>
                <a:lnTo>
                  <a:pt x="0" y="1115682"/>
                </a:lnTo>
                <a:lnTo>
                  <a:pt x="9209" y="1115682"/>
                </a:lnTo>
                <a:lnTo>
                  <a:pt x="18417" y="1115682"/>
                </a:lnTo>
                <a:lnTo>
                  <a:pt x="18417" y="1009426"/>
                </a:lnTo>
                <a:lnTo>
                  <a:pt x="9209" y="1009426"/>
                </a:lnTo>
                <a:moveTo>
                  <a:pt x="9209" y="1221937"/>
                </a:moveTo>
                <a:lnTo>
                  <a:pt x="0" y="1221937"/>
                </a:lnTo>
                <a:lnTo>
                  <a:pt x="0" y="1328193"/>
                </a:lnTo>
                <a:lnTo>
                  <a:pt x="9209" y="1328193"/>
                </a:lnTo>
                <a:lnTo>
                  <a:pt x="18417" y="1328193"/>
                </a:lnTo>
                <a:lnTo>
                  <a:pt x="18417" y="1221937"/>
                </a:lnTo>
                <a:lnTo>
                  <a:pt x="9209" y="1221937"/>
                </a:lnTo>
                <a:moveTo>
                  <a:pt x="9209" y="1434448"/>
                </a:moveTo>
                <a:lnTo>
                  <a:pt x="0" y="1434448"/>
                </a:lnTo>
                <a:lnTo>
                  <a:pt x="0" y="1540703"/>
                </a:lnTo>
                <a:lnTo>
                  <a:pt x="9209" y="1540703"/>
                </a:lnTo>
                <a:lnTo>
                  <a:pt x="18417" y="1540703"/>
                </a:lnTo>
                <a:lnTo>
                  <a:pt x="18417" y="1434448"/>
                </a:lnTo>
                <a:lnTo>
                  <a:pt x="9209" y="1434448"/>
                </a:lnTo>
                <a:moveTo>
                  <a:pt x="9209" y="1646959"/>
                </a:moveTo>
                <a:lnTo>
                  <a:pt x="0" y="1646959"/>
                </a:lnTo>
                <a:lnTo>
                  <a:pt x="0" y="1753215"/>
                </a:lnTo>
                <a:lnTo>
                  <a:pt x="9209" y="1753215"/>
                </a:lnTo>
                <a:lnTo>
                  <a:pt x="18417" y="1753215"/>
                </a:lnTo>
                <a:lnTo>
                  <a:pt x="18417" y="1646959"/>
                </a:lnTo>
                <a:lnTo>
                  <a:pt x="9209" y="1646959"/>
                </a:lnTo>
                <a:moveTo>
                  <a:pt x="9209" y="1859470"/>
                </a:moveTo>
                <a:lnTo>
                  <a:pt x="0" y="1859470"/>
                </a:lnTo>
                <a:lnTo>
                  <a:pt x="0" y="1965726"/>
                </a:lnTo>
                <a:lnTo>
                  <a:pt x="9209" y="1965726"/>
                </a:lnTo>
                <a:lnTo>
                  <a:pt x="18417" y="1965726"/>
                </a:lnTo>
                <a:lnTo>
                  <a:pt x="18417" y="1859470"/>
                </a:lnTo>
                <a:lnTo>
                  <a:pt x="9209" y="1859470"/>
                </a:lnTo>
                <a:moveTo>
                  <a:pt x="9209" y="2071981"/>
                </a:moveTo>
                <a:lnTo>
                  <a:pt x="0" y="2071981"/>
                </a:lnTo>
                <a:lnTo>
                  <a:pt x="0" y="2178237"/>
                </a:lnTo>
                <a:lnTo>
                  <a:pt x="9209" y="2178237"/>
                </a:lnTo>
                <a:lnTo>
                  <a:pt x="18417" y="2178237"/>
                </a:lnTo>
                <a:lnTo>
                  <a:pt x="18417" y="2071981"/>
                </a:lnTo>
                <a:lnTo>
                  <a:pt x="9209" y="2071981"/>
                </a:lnTo>
                <a:moveTo>
                  <a:pt x="9209" y="2284492"/>
                </a:moveTo>
                <a:lnTo>
                  <a:pt x="0" y="2284492"/>
                </a:lnTo>
                <a:lnTo>
                  <a:pt x="0" y="2390747"/>
                </a:lnTo>
                <a:lnTo>
                  <a:pt x="9209" y="2390747"/>
                </a:lnTo>
                <a:lnTo>
                  <a:pt x="18417" y="2390747"/>
                </a:lnTo>
                <a:lnTo>
                  <a:pt x="18417" y="2284492"/>
                </a:lnTo>
                <a:lnTo>
                  <a:pt x="9209" y="2284492"/>
                </a:lnTo>
                <a:moveTo>
                  <a:pt x="9209" y="2497003"/>
                </a:moveTo>
                <a:lnTo>
                  <a:pt x="0" y="2497003"/>
                </a:lnTo>
                <a:lnTo>
                  <a:pt x="0" y="2603258"/>
                </a:lnTo>
                <a:lnTo>
                  <a:pt x="9209" y="2603258"/>
                </a:lnTo>
                <a:lnTo>
                  <a:pt x="18417" y="2603258"/>
                </a:lnTo>
                <a:lnTo>
                  <a:pt x="18417" y="2497003"/>
                </a:lnTo>
                <a:lnTo>
                  <a:pt x="9209" y="2497003"/>
                </a:lnTo>
                <a:moveTo>
                  <a:pt x="9209" y="2709513"/>
                </a:moveTo>
                <a:lnTo>
                  <a:pt x="0" y="2709513"/>
                </a:lnTo>
                <a:lnTo>
                  <a:pt x="0" y="2762641"/>
                </a:lnTo>
                <a:lnTo>
                  <a:pt x="9209" y="2762641"/>
                </a:lnTo>
                <a:lnTo>
                  <a:pt x="18417" y="2762641"/>
                </a:lnTo>
                <a:lnTo>
                  <a:pt x="18417" y="2709513"/>
                </a:lnTo>
                <a:lnTo>
                  <a:pt x="9209" y="2709513"/>
                </a:lnTo>
              </a:path>
            </a:pathLst>
          </a:custGeom>
          <a:solidFill xmlns:a="http://schemas.openxmlformats.org/drawingml/2006/main">
            <a:srgbClr val="000000">
              <a:alpha val="4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35" name="path-4342">
            <a:extLst xmlns:a="http://schemas.openxmlformats.org/drawingml/2006/main">
              <a:ext uri="{FF2B5EF4-FFF2-40B4-BE49-F238E27FC236}">
                <a16:creationId xmlns:a16="http://schemas.microsoft.com/office/drawing/2014/main" id="{60C01B7C-DBB3-455F-925A-A5903FC01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5301774"/>
            <a:ext cx="4137396" cy="3232340"/>
          </a:xfrm>
          <a:custGeom xmlns:a="http://schemas.openxmlformats.org/drawingml/2006/main">
            <a:pathLst>
              <a:path w="3536180" h="2762641">
                <a:moveTo>
                  <a:pt x="0" y="0"/>
                </a:moveTo>
                <a:lnTo>
                  <a:pt x="3536180" y="0"/>
                </a:lnTo>
                <a:lnTo>
                  <a:pt x="3536180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36" name="path-4343">
            <a:extLst xmlns:a="http://schemas.openxmlformats.org/drawingml/2006/main">
              <a:ext uri="{FF2B5EF4-FFF2-40B4-BE49-F238E27FC236}">
                <a16:creationId xmlns:a16="http://schemas.microsoft.com/office/drawing/2014/main" id="{B66EFA6C-E5D1-4B47-A082-608D2E3B1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7844548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37" name="path-4344">
            <a:extLst xmlns:a="http://schemas.openxmlformats.org/drawingml/2006/main">
              <a:ext uri="{FF2B5EF4-FFF2-40B4-BE49-F238E27FC236}">
                <a16:creationId xmlns:a16="http://schemas.microsoft.com/office/drawing/2014/main" id="{AB895596-2BB8-4DED-88A4-F78FE7805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7844548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38" name="path-4345">
            <a:extLst xmlns:a="http://schemas.openxmlformats.org/drawingml/2006/main">
              <a:ext uri="{FF2B5EF4-FFF2-40B4-BE49-F238E27FC236}">
                <a16:creationId xmlns:a16="http://schemas.microsoft.com/office/drawing/2014/main" id="{1A8B5FFB-D943-407E-859D-C3E0EDB97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7202" y="81268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39" name="path-4346">
            <a:extLst xmlns:a="http://schemas.openxmlformats.org/drawingml/2006/main">
              <a:ext uri="{FF2B5EF4-FFF2-40B4-BE49-F238E27FC236}">
                <a16:creationId xmlns:a16="http://schemas.microsoft.com/office/drawing/2014/main" id="{E980AF76-9A70-4C12-AF61-BB4CF91CA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6130" y="814788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0" name="path-4347">
            <a:extLst xmlns:a="http://schemas.openxmlformats.org/drawingml/2006/main">
              <a:ext uri="{FF2B5EF4-FFF2-40B4-BE49-F238E27FC236}">
                <a16:creationId xmlns:a16="http://schemas.microsoft.com/office/drawing/2014/main" id="{0B6109B8-DE8D-4AE6-AE59-7A4F17561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714" y="812677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1" name="path-4348">
            <a:extLst xmlns:a="http://schemas.openxmlformats.org/drawingml/2006/main">
              <a:ext uri="{FF2B5EF4-FFF2-40B4-BE49-F238E27FC236}">
                <a16:creationId xmlns:a16="http://schemas.microsoft.com/office/drawing/2014/main" id="{2B835D70-7895-4664-B2F2-6E2676290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2296" y="814074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2" name="path-4349">
            <a:extLst xmlns:a="http://schemas.openxmlformats.org/drawingml/2006/main">
              <a:ext uri="{FF2B5EF4-FFF2-40B4-BE49-F238E27FC236}">
                <a16:creationId xmlns:a16="http://schemas.microsoft.com/office/drawing/2014/main" id="{D316C602-9B05-4E36-B350-118F3020B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3163" y="811911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3" name="path-4350">
            <a:extLst xmlns:a="http://schemas.openxmlformats.org/drawingml/2006/main">
              <a:ext uri="{FF2B5EF4-FFF2-40B4-BE49-F238E27FC236}">
                <a16:creationId xmlns:a16="http://schemas.microsoft.com/office/drawing/2014/main" id="{CAAEDA68-D186-4BF5-9F70-7F17CF0B2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67415" y="81268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4" name="path-4351">
            <a:extLst xmlns:a="http://schemas.openxmlformats.org/drawingml/2006/main">
              <a:ext uri="{FF2B5EF4-FFF2-40B4-BE49-F238E27FC236}">
                <a16:creationId xmlns:a16="http://schemas.microsoft.com/office/drawing/2014/main" id="{5C6D0C50-CA0F-4B99-8B8E-1B0E82B8D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7064" y="812410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5" name="path-4352">
            <a:extLst xmlns:a="http://schemas.openxmlformats.org/drawingml/2006/main">
              <a:ext uri="{FF2B5EF4-FFF2-40B4-BE49-F238E27FC236}">
                <a16:creationId xmlns:a16="http://schemas.microsoft.com/office/drawing/2014/main" id="{AAD4F409-30CF-4FAF-8619-1480230EC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1518" y="813324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6" name="path-4353">
            <a:extLst xmlns:a="http://schemas.openxmlformats.org/drawingml/2006/main">
              <a:ext uri="{FF2B5EF4-FFF2-40B4-BE49-F238E27FC236}">
                <a16:creationId xmlns:a16="http://schemas.microsoft.com/office/drawing/2014/main" id="{5AF9BD14-CB07-43B9-9EE5-E211EA752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7268" y="811800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7" name="path-4354">
            <a:extLst xmlns:a="http://schemas.openxmlformats.org/drawingml/2006/main">
              <a:ext uri="{FF2B5EF4-FFF2-40B4-BE49-F238E27FC236}">
                <a16:creationId xmlns:a16="http://schemas.microsoft.com/office/drawing/2014/main" id="{1447D843-8AF7-44C4-90A5-C74C8336F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3301" y="813936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8" name="path-4355">
            <a:extLst xmlns:a="http://schemas.openxmlformats.org/drawingml/2006/main">
              <a:ext uri="{FF2B5EF4-FFF2-40B4-BE49-F238E27FC236}">
                <a16:creationId xmlns:a16="http://schemas.microsoft.com/office/drawing/2014/main" id="{2B64795F-CFCC-461E-AD1A-882ABB55A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2377" y="814772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9" name="path-4356">
            <a:extLst xmlns:a="http://schemas.openxmlformats.org/drawingml/2006/main">
              <a:ext uri="{FF2B5EF4-FFF2-40B4-BE49-F238E27FC236}">
                <a16:creationId xmlns:a16="http://schemas.microsoft.com/office/drawing/2014/main" id="{21076F97-1480-4615-BEE8-8DB10126CC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1045" y="815348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0" name="path-4357">
            <a:extLst xmlns:a="http://schemas.openxmlformats.org/drawingml/2006/main">
              <a:ext uri="{FF2B5EF4-FFF2-40B4-BE49-F238E27FC236}">
                <a16:creationId xmlns:a16="http://schemas.microsoft.com/office/drawing/2014/main" id="{CB35AC30-68C9-4EED-9D55-47B0173CF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77873" y="814743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1" name="path-4358">
            <a:extLst xmlns:a="http://schemas.openxmlformats.org/drawingml/2006/main">
              <a:ext uri="{FF2B5EF4-FFF2-40B4-BE49-F238E27FC236}">
                <a16:creationId xmlns:a16="http://schemas.microsoft.com/office/drawing/2014/main" id="{390413B4-50D5-44D8-B8CE-593F134AF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6276" y="811962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2" name="path-4359">
            <a:extLst xmlns:a="http://schemas.openxmlformats.org/drawingml/2006/main">
              <a:ext uri="{FF2B5EF4-FFF2-40B4-BE49-F238E27FC236}">
                <a16:creationId xmlns:a16="http://schemas.microsoft.com/office/drawing/2014/main" id="{0F5F6046-F871-4236-AC79-8FB565334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181" y="813596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3" name="path-4360">
            <a:extLst xmlns:a="http://schemas.openxmlformats.org/drawingml/2006/main">
              <a:ext uri="{FF2B5EF4-FFF2-40B4-BE49-F238E27FC236}">
                <a16:creationId xmlns:a16="http://schemas.microsoft.com/office/drawing/2014/main" id="{76341758-2098-4DB7-AA6E-D6069B6973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69231" y="814016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4" name="path-4361">
            <a:extLst xmlns:a="http://schemas.openxmlformats.org/drawingml/2006/main">
              <a:ext uri="{FF2B5EF4-FFF2-40B4-BE49-F238E27FC236}">
                <a16:creationId xmlns:a16="http://schemas.microsoft.com/office/drawing/2014/main" id="{4951C6AB-E540-4035-8CD9-2067A3B10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2054" y="812070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5" name="path-4362">
            <a:extLst xmlns:a="http://schemas.openxmlformats.org/drawingml/2006/main">
              <a:ext uri="{FF2B5EF4-FFF2-40B4-BE49-F238E27FC236}">
                <a16:creationId xmlns:a16="http://schemas.microsoft.com/office/drawing/2014/main" id="{59C78484-843D-4D5E-962C-5CBD3C3F4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9546" y="815194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6" name="path-4363">
            <a:extLst xmlns:a="http://schemas.openxmlformats.org/drawingml/2006/main">
              <a:ext uri="{FF2B5EF4-FFF2-40B4-BE49-F238E27FC236}">
                <a16:creationId xmlns:a16="http://schemas.microsoft.com/office/drawing/2014/main" id="{2A5708DB-1D4C-4BD8-88C3-B77C0F764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86652" y="815872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7" name="path-4364">
            <a:extLst xmlns:a="http://schemas.openxmlformats.org/drawingml/2006/main">
              <a:ext uri="{FF2B5EF4-FFF2-40B4-BE49-F238E27FC236}">
                <a16:creationId xmlns:a16="http://schemas.microsoft.com/office/drawing/2014/main" id="{AB8094C3-2350-4102-8A62-520525966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74220" y="814563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8" name="path-4365">
            <a:extLst xmlns:a="http://schemas.openxmlformats.org/drawingml/2006/main">
              <a:ext uri="{FF2B5EF4-FFF2-40B4-BE49-F238E27FC236}">
                <a16:creationId xmlns:a16="http://schemas.microsoft.com/office/drawing/2014/main" id="{58606594-006D-42AA-99C4-1A46E07BE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07105" y="815318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59" name="path-4366">
            <a:extLst xmlns:a="http://schemas.openxmlformats.org/drawingml/2006/main">
              <a:ext uri="{FF2B5EF4-FFF2-40B4-BE49-F238E27FC236}">
                <a16:creationId xmlns:a16="http://schemas.microsoft.com/office/drawing/2014/main" id="{3E780679-0CFA-4AA1-9212-AD2E34C94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5805" y="812959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0" name="path-4367">
            <a:extLst xmlns:a="http://schemas.openxmlformats.org/drawingml/2006/main">
              <a:ext uri="{FF2B5EF4-FFF2-40B4-BE49-F238E27FC236}">
                <a16:creationId xmlns:a16="http://schemas.microsoft.com/office/drawing/2014/main" id="{8EB7F511-C27A-4DE2-A2CB-BA7A44A0F4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406" y="813538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1" name="path-4368">
            <a:extLst xmlns:a="http://schemas.openxmlformats.org/drawingml/2006/main">
              <a:ext uri="{FF2B5EF4-FFF2-40B4-BE49-F238E27FC236}">
                <a16:creationId xmlns:a16="http://schemas.microsoft.com/office/drawing/2014/main" id="{E4169971-C42A-4CB9-802C-BDE3DE946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5059" y="81434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2" name="path-4369">
            <a:extLst xmlns:a="http://schemas.openxmlformats.org/drawingml/2006/main">
              <a:ext uri="{FF2B5EF4-FFF2-40B4-BE49-F238E27FC236}">
                <a16:creationId xmlns:a16="http://schemas.microsoft.com/office/drawing/2014/main" id="{46A14123-04FF-4BA1-BC68-3C83BEB15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8195" y="817003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3" name="path-4370">
            <a:extLst xmlns:a="http://schemas.openxmlformats.org/drawingml/2006/main">
              <a:ext uri="{FF2B5EF4-FFF2-40B4-BE49-F238E27FC236}">
                <a16:creationId xmlns:a16="http://schemas.microsoft.com/office/drawing/2014/main" id="{E3907ED8-A694-4C30-B4D0-032481217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3046" y="811665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4" name="path-4371">
            <a:extLst xmlns:a="http://schemas.openxmlformats.org/drawingml/2006/main">
              <a:ext uri="{FF2B5EF4-FFF2-40B4-BE49-F238E27FC236}">
                <a16:creationId xmlns:a16="http://schemas.microsoft.com/office/drawing/2014/main" id="{AFC2391D-AC66-47C5-9A41-600A882399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5896" y="813395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5" name="path-4372">
            <a:extLst xmlns:a="http://schemas.openxmlformats.org/drawingml/2006/main">
              <a:ext uri="{FF2B5EF4-FFF2-40B4-BE49-F238E27FC236}">
                <a16:creationId xmlns:a16="http://schemas.microsoft.com/office/drawing/2014/main" id="{46E3BB86-DA68-42C4-9DC5-668023739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7088" y="810639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6" name="path-4373">
            <a:extLst xmlns:a="http://schemas.openxmlformats.org/drawingml/2006/main">
              <a:ext uri="{FF2B5EF4-FFF2-40B4-BE49-F238E27FC236}">
                <a16:creationId xmlns:a16="http://schemas.microsoft.com/office/drawing/2014/main" id="{5F350E27-48D1-48A8-B3E0-8B1DDE085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7646" y="812908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7" name="path-4374">
            <a:extLst xmlns:a="http://schemas.openxmlformats.org/drawingml/2006/main">
              <a:ext uri="{FF2B5EF4-FFF2-40B4-BE49-F238E27FC236}">
                <a16:creationId xmlns:a16="http://schemas.microsoft.com/office/drawing/2014/main" id="{AA410AD8-38F5-4688-8EEE-4465CC2DA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86617" y="813667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8" name="path-4375">
            <a:extLst xmlns:a="http://schemas.openxmlformats.org/drawingml/2006/main">
              <a:ext uri="{FF2B5EF4-FFF2-40B4-BE49-F238E27FC236}">
                <a16:creationId xmlns:a16="http://schemas.microsoft.com/office/drawing/2014/main" id="{CFBF3FA4-33F5-476A-AF7C-11FCA1AA8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1022" y="813997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9" name="path-4376">
            <a:extLst xmlns:a="http://schemas.openxmlformats.org/drawingml/2006/main">
              <a:ext uri="{FF2B5EF4-FFF2-40B4-BE49-F238E27FC236}">
                <a16:creationId xmlns:a16="http://schemas.microsoft.com/office/drawing/2014/main" id="{B9B137C7-22F0-4335-A425-A9A363D18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9944" y="813581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0" name="path-4377">
            <a:extLst xmlns:a="http://schemas.openxmlformats.org/drawingml/2006/main">
              <a:ext uri="{FF2B5EF4-FFF2-40B4-BE49-F238E27FC236}">
                <a16:creationId xmlns:a16="http://schemas.microsoft.com/office/drawing/2014/main" id="{BE3EF49E-A331-44E4-82CB-AB3BB89F9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66910" y="81486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1" name="path-4378">
            <a:extLst xmlns:a="http://schemas.openxmlformats.org/drawingml/2006/main">
              <a:ext uri="{FF2B5EF4-FFF2-40B4-BE49-F238E27FC236}">
                <a16:creationId xmlns:a16="http://schemas.microsoft.com/office/drawing/2014/main" id="{E8A087DA-571D-4006-A00B-3CE6620FB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1090" y="814697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2" name="path-4379">
            <a:extLst xmlns:a="http://schemas.openxmlformats.org/drawingml/2006/main">
              <a:ext uri="{FF2B5EF4-FFF2-40B4-BE49-F238E27FC236}">
                <a16:creationId xmlns:a16="http://schemas.microsoft.com/office/drawing/2014/main" id="{EC5A3C79-665F-4A3A-AA52-6A4984BD9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5677" y="812982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3" name="path-4380">
            <a:extLst xmlns:a="http://schemas.openxmlformats.org/drawingml/2006/main">
              <a:ext uri="{FF2B5EF4-FFF2-40B4-BE49-F238E27FC236}">
                <a16:creationId xmlns:a16="http://schemas.microsoft.com/office/drawing/2014/main" id="{FC6CA335-AA60-4463-A07E-FFFACF142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7718" y="812434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4" name="path-4381">
            <a:extLst xmlns:a="http://schemas.openxmlformats.org/drawingml/2006/main">
              <a:ext uri="{FF2B5EF4-FFF2-40B4-BE49-F238E27FC236}">
                <a16:creationId xmlns:a16="http://schemas.microsoft.com/office/drawing/2014/main" id="{45A0D20F-98E1-40AC-9327-8669FADC4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1304" y="814066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5" name="path-4382">
            <a:extLst xmlns:a="http://schemas.openxmlformats.org/drawingml/2006/main">
              <a:ext uri="{FF2B5EF4-FFF2-40B4-BE49-F238E27FC236}">
                <a16:creationId xmlns:a16="http://schemas.microsoft.com/office/drawing/2014/main" id="{8F05C4AA-5507-45CF-8389-76F155D92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2905" y="813152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6" name="path-4383">
            <a:extLst xmlns:a="http://schemas.openxmlformats.org/drawingml/2006/main">
              <a:ext uri="{FF2B5EF4-FFF2-40B4-BE49-F238E27FC236}">
                <a16:creationId xmlns:a16="http://schemas.microsoft.com/office/drawing/2014/main" id="{5861C3C5-252B-45DC-BBF5-4BB54799B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1796" y="811933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7" name="path-4384">
            <a:extLst xmlns:a="http://schemas.openxmlformats.org/drawingml/2006/main">
              <a:ext uri="{FF2B5EF4-FFF2-40B4-BE49-F238E27FC236}">
                <a16:creationId xmlns:a16="http://schemas.microsoft.com/office/drawing/2014/main" id="{6A1559B2-1B7F-43FB-9C8B-6CF30F3D0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3485" y="814335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8" name="path-4385">
            <a:extLst xmlns:a="http://schemas.openxmlformats.org/drawingml/2006/main">
              <a:ext uri="{FF2B5EF4-FFF2-40B4-BE49-F238E27FC236}">
                <a16:creationId xmlns:a16="http://schemas.microsoft.com/office/drawing/2014/main" id="{1064E653-7B38-42FE-9389-75A5B3384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3439" y="81581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79" name="path-4386">
            <a:extLst xmlns:a="http://schemas.openxmlformats.org/drawingml/2006/main">
              <a:ext uri="{FF2B5EF4-FFF2-40B4-BE49-F238E27FC236}">
                <a16:creationId xmlns:a16="http://schemas.microsoft.com/office/drawing/2014/main" id="{30946ADF-457A-48DD-A9CB-60E714BDD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89766" y="812716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0" name="path-4387">
            <a:extLst xmlns:a="http://schemas.openxmlformats.org/drawingml/2006/main">
              <a:ext uri="{FF2B5EF4-FFF2-40B4-BE49-F238E27FC236}">
                <a16:creationId xmlns:a16="http://schemas.microsoft.com/office/drawing/2014/main" id="{9619351D-4D6C-42B6-8930-0A21A89A5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0988" y="812978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1" name="path-4388">
            <a:extLst xmlns:a="http://schemas.openxmlformats.org/drawingml/2006/main">
              <a:ext uri="{FF2B5EF4-FFF2-40B4-BE49-F238E27FC236}">
                <a16:creationId xmlns:a16="http://schemas.microsoft.com/office/drawing/2014/main" id="{28F3187A-29B3-42C2-9CC5-9BE47DD78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48185" y="816457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2" name="path-4389">
            <a:extLst xmlns:a="http://schemas.openxmlformats.org/drawingml/2006/main">
              <a:ext uri="{FF2B5EF4-FFF2-40B4-BE49-F238E27FC236}">
                <a16:creationId xmlns:a16="http://schemas.microsoft.com/office/drawing/2014/main" id="{6F693D64-2B4B-4283-BD53-E2AB40A62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33611" y="815711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3" name="path-4390">
            <a:extLst xmlns:a="http://schemas.openxmlformats.org/drawingml/2006/main">
              <a:ext uri="{FF2B5EF4-FFF2-40B4-BE49-F238E27FC236}">
                <a16:creationId xmlns:a16="http://schemas.microsoft.com/office/drawing/2014/main" id="{90F12CF2-2C91-4755-BED1-855931428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514" y="813970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4" name="path-4391">
            <a:extLst xmlns:a="http://schemas.openxmlformats.org/drawingml/2006/main">
              <a:ext uri="{FF2B5EF4-FFF2-40B4-BE49-F238E27FC236}">
                <a16:creationId xmlns:a16="http://schemas.microsoft.com/office/drawing/2014/main" id="{B5B47E08-FB0D-4284-8B92-E69FB5266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33267" y="81577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5" name="path-4392">
            <a:extLst xmlns:a="http://schemas.openxmlformats.org/drawingml/2006/main">
              <a:ext uri="{FF2B5EF4-FFF2-40B4-BE49-F238E27FC236}">
                <a16:creationId xmlns:a16="http://schemas.microsoft.com/office/drawing/2014/main" id="{203D6E9A-0CBA-40E1-891C-2FC7740B0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52225" y="812357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6" name="path-4393">
            <a:extLst xmlns:a="http://schemas.openxmlformats.org/drawingml/2006/main">
              <a:ext uri="{FF2B5EF4-FFF2-40B4-BE49-F238E27FC236}">
                <a16:creationId xmlns:a16="http://schemas.microsoft.com/office/drawing/2014/main" id="{1445546C-B0FF-44C7-A9D9-B04E200A6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5810" y="816115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7" name="path-4394">
            <a:extLst xmlns:a="http://schemas.openxmlformats.org/drawingml/2006/main">
              <a:ext uri="{FF2B5EF4-FFF2-40B4-BE49-F238E27FC236}">
                <a16:creationId xmlns:a16="http://schemas.microsoft.com/office/drawing/2014/main" id="{C3225CC5-F03F-4DBB-A352-1C6F8897A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9111" y="816074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8" name="path-4395">
            <a:extLst xmlns:a="http://schemas.openxmlformats.org/drawingml/2006/main">
              <a:ext uri="{FF2B5EF4-FFF2-40B4-BE49-F238E27FC236}">
                <a16:creationId xmlns:a16="http://schemas.microsoft.com/office/drawing/2014/main" id="{E9B7BBA3-4F99-4238-9F0D-A33E215BA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9465" y="81622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89" name="path-4396">
            <a:extLst xmlns:a="http://schemas.openxmlformats.org/drawingml/2006/main">
              <a:ext uri="{FF2B5EF4-FFF2-40B4-BE49-F238E27FC236}">
                <a16:creationId xmlns:a16="http://schemas.microsoft.com/office/drawing/2014/main" id="{82CAA8FA-A1BA-4964-A40D-08F49C824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81939" y="814932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0" name="path-4397">
            <a:extLst xmlns:a="http://schemas.openxmlformats.org/drawingml/2006/main">
              <a:ext uri="{FF2B5EF4-FFF2-40B4-BE49-F238E27FC236}">
                <a16:creationId xmlns:a16="http://schemas.microsoft.com/office/drawing/2014/main" id="{73DA23CC-D9E7-4A6D-A9D3-FE72C4D37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524" y="814644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1" name="path-4398">
            <a:extLst xmlns:a="http://schemas.openxmlformats.org/drawingml/2006/main">
              <a:ext uri="{FF2B5EF4-FFF2-40B4-BE49-F238E27FC236}">
                <a16:creationId xmlns:a16="http://schemas.microsoft.com/office/drawing/2014/main" id="{87698063-E7ED-498B-A8D4-69AAD2AF8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6840" y="814074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2" name="path-4399">
            <a:extLst xmlns:a="http://schemas.openxmlformats.org/drawingml/2006/main">
              <a:ext uri="{FF2B5EF4-FFF2-40B4-BE49-F238E27FC236}">
                <a16:creationId xmlns:a16="http://schemas.microsoft.com/office/drawing/2014/main" id="{081FF7B7-66AB-421E-B0C4-9A9BF7CA40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12101" y="812954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3" name="path-4400">
            <a:extLst xmlns:a="http://schemas.openxmlformats.org/drawingml/2006/main">
              <a:ext uri="{FF2B5EF4-FFF2-40B4-BE49-F238E27FC236}">
                <a16:creationId xmlns:a16="http://schemas.microsoft.com/office/drawing/2014/main" id="{36262C7C-6BC3-40DE-8091-E0F988FE3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60143" y="812391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4" name="path-4401">
            <a:extLst xmlns:a="http://schemas.openxmlformats.org/drawingml/2006/main">
              <a:ext uri="{FF2B5EF4-FFF2-40B4-BE49-F238E27FC236}">
                <a16:creationId xmlns:a16="http://schemas.microsoft.com/office/drawing/2014/main" id="{2710AB4A-B345-42FA-A7A8-781F59C10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52085" y="813059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5" name="path-4402">
            <a:extLst xmlns:a="http://schemas.openxmlformats.org/drawingml/2006/main">
              <a:ext uri="{FF2B5EF4-FFF2-40B4-BE49-F238E27FC236}">
                <a16:creationId xmlns:a16="http://schemas.microsoft.com/office/drawing/2014/main" id="{8162E3AF-481B-4E42-9CE5-6FED81EB5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650" y="814416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6" name="path-4403">
            <a:extLst xmlns:a="http://schemas.openxmlformats.org/drawingml/2006/main">
              <a:ext uri="{FF2B5EF4-FFF2-40B4-BE49-F238E27FC236}">
                <a16:creationId xmlns:a16="http://schemas.microsoft.com/office/drawing/2014/main" id="{CA97153F-A142-4D0E-A51C-A51A502F8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99431" y="813636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7" name="path-4404">
            <a:extLst xmlns:a="http://schemas.openxmlformats.org/drawingml/2006/main">
              <a:ext uri="{FF2B5EF4-FFF2-40B4-BE49-F238E27FC236}">
                <a16:creationId xmlns:a16="http://schemas.microsoft.com/office/drawing/2014/main" id="{75632F05-D948-48F8-8241-612F4C8A2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875" y="814053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8" name="path-4405">
            <a:extLst xmlns:a="http://schemas.openxmlformats.org/drawingml/2006/main">
              <a:ext uri="{FF2B5EF4-FFF2-40B4-BE49-F238E27FC236}">
                <a16:creationId xmlns:a16="http://schemas.microsoft.com/office/drawing/2014/main" id="{49830443-0484-4880-88FF-DDFCDADF1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22152" y="816625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9" name="path-4406">
            <a:extLst xmlns:a="http://schemas.openxmlformats.org/drawingml/2006/main">
              <a:ext uri="{FF2B5EF4-FFF2-40B4-BE49-F238E27FC236}">
                <a16:creationId xmlns:a16="http://schemas.microsoft.com/office/drawing/2014/main" id="{E9822F2E-6B1F-4438-96C1-14B48E90D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7648" y="813788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0" name="path-4407">
            <a:extLst xmlns:a="http://schemas.openxmlformats.org/drawingml/2006/main">
              <a:ext uri="{FF2B5EF4-FFF2-40B4-BE49-F238E27FC236}">
                <a16:creationId xmlns:a16="http://schemas.microsoft.com/office/drawing/2014/main" id="{993ABA20-5D9D-4478-8188-88F538939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8610" y="814498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1" name="path-4408">
            <a:extLst xmlns:a="http://schemas.openxmlformats.org/drawingml/2006/main">
              <a:ext uri="{FF2B5EF4-FFF2-40B4-BE49-F238E27FC236}">
                <a16:creationId xmlns:a16="http://schemas.microsoft.com/office/drawing/2014/main" id="{5EB62EC7-42F0-4AD8-9E50-FD612117E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25076" y="81493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2" name="path-4409">
            <a:extLst xmlns:a="http://schemas.openxmlformats.org/drawingml/2006/main">
              <a:ext uri="{FF2B5EF4-FFF2-40B4-BE49-F238E27FC236}">
                <a16:creationId xmlns:a16="http://schemas.microsoft.com/office/drawing/2014/main" id="{45C950A2-50CE-4AFC-A05C-7F56189E7E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2123" y="813338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3" name="path-4410">
            <a:extLst xmlns:a="http://schemas.openxmlformats.org/drawingml/2006/main">
              <a:ext uri="{FF2B5EF4-FFF2-40B4-BE49-F238E27FC236}">
                <a16:creationId xmlns:a16="http://schemas.microsoft.com/office/drawing/2014/main" id="{094C2876-B20B-4292-A872-FFEB7B324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3056" y="814310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4" name="path-4411">
            <a:extLst xmlns:a="http://schemas.openxmlformats.org/drawingml/2006/main">
              <a:ext uri="{FF2B5EF4-FFF2-40B4-BE49-F238E27FC236}">
                <a16:creationId xmlns:a16="http://schemas.microsoft.com/office/drawing/2014/main" id="{455C4FBC-3CA5-488B-B28D-83463D9C5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899" y="815548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5" name="path-4412">
            <a:extLst xmlns:a="http://schemas.openxmlformats.org/drawingml/2006/main">
              <a:ext uri="{FF2B5EF4-FFF2-40B4-BE49-F238E27FC236}">
                <a16:creationId xmlns:a16="http://schemas.microsoft.com/office/drawing/2014/main" id="{2323CCC8-EE0C-47DD-BDA5-ECE6A261C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1002" y="813402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6" name="path-4413">
            <a:extLst xmlns:a="http://schemas.openxmlformats.org/drawingml/2006/main">
              <a:ext uri="{FF2B5EF4-FFF2-40B4-BE49-F238E27FC236}">
                <a16:creationId xmlns:a16="http://schemas.microsoft.com/office/drawing/2014/main" id="{F2D635C8-5046-411D-9769-97BC783AA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51510" y="815578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7" name="path-4414">
            <a:extLst xmlns:a="http://schemas.openxmlformats.org/drawingml/2006/main">
              <a:ext uri="{FF2B5EF4-FFF2-40B4-BE49-F238E27FC236}">
                <a16:creationId xmlns:a16="http://schemas.microsoft.com/office/drawing/2014/main" id="{99DD9724-EC17-4EF8-96F7-BCA20D472E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285" y="814485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8" name="path-4415">
            <a:extLst xmlns:a="http://schemas.openxmlformats.org/drawingml/2006/main">
              <a:ext uri="{FF2B5EF4-FFF2-40B4-BE49-F238E27FC236}">
                <a16:creationId xmlns:a16="http://schemas.microsoft.com/office/drawing/2014/main" id="{4AA85913-958C-4499-9868-1BDCB8CE4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7661" y="814207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9" name="path-4416">
            <a:extLst xmlns:a="http://schemas.openxmlformats.org/drawingml/2006/main">
              <a:ext uri="{FF2B5EF4-FFF2-40B4-BE49-F238E27FC236}">
                <a16:creationId xmlns:a16="http://schemas.microsoft.com/office/drawing/2014/main" id="{AEA94EDE-F5C3-4850-A774-CFA219D20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4156" y="809924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0" name="path-4417">
            <a:extLst xmlns:a="http://schemas.openxmlformats.org/drawingml/2006/main">
              <a:ext uri="{FF2B5EF4-FFF2-40B4-BE49-F238E27FC236}">
                <a16:creationId xmlns:a16="http://schemas.microsoft.com/office/drawing/2014/main" id="{091A932E-7608-4B6F-B4C2-54AE78F1F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6124" y="810773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1" name="path-4418">
            <a:extLst xmlns:a="http://schemas.openxmlformats.org/drawingml/2006/main">
              <a:ext uri="{FF2B5EF4-FFF2-40B4-BE49-F238E27FC236}">
                <a16:creationId xmlns:a16="http://schemas.microsoft.com/office/drawing/2014/main" id="{78185DBD-B347-48DE-A68A-9AD7E3EA3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23829" y="814183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2" name="path-4419">
            <a:extLst xmlns:a="http://schemas.openxmlformats.org/drawingml/2006/main">
              <a:ext uri="{FF2B5EF4-FFF2-40B4-BE49-F238E27FC236}">
                <a16:creationId xmlns:a16="http://schemas.microsoft.com/office/drawing/2014/main" id="{E8CD2BD6-D117-4C23-AB7B-8DE1EAC21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54385" y="81334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3" name="path-4420">
            <a:extLst xmlns:a="http://schemas.openxmlformats.org/drawingml/2006/main">
              <a:ext uri="{FF2B5EF4-FFF2-40B4-BE49-F238E27FC236}">
                <a16:creationId xmlns:a16="http://schemas.microsoft.com/office/drawing/2014/main" id="{0A35466F-1CCD-4CAF-B2D0-3955A01EE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9645" y="815106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4" name="path-4421">
            <a:extLst xmlns:a="http://schemas.openxmlformats.org/drawingml/2006/main">
              <a:ext uri="{FF2B5EF4-FFF2-40B4-BE49-F238E27FC236}">
                <a16:creationId xmlns:a16="http://schemas.microsoft.com/office/drawing/2014/main" id="{26058A9D-12B6-4555-8098-41017BF93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7489" y="815548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5" name="path-4422">
            <a:extLst xmlns:a="http://schemas.openxmlformats.org/drawingml/2006/main">
              <a:ext uri="{FF2B5EF4-FFF2-40B4-BE49-F238E27FC236}">
                <a16:creationId xmlns:a16="http://schemas.microsoft.com/office/drawing/2014/main" id="{F8F52597-4A8F-4219-AE52-A5A5B3DAD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6639" y="81446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6" name="path-4423">
            <a:extLst xmlns:a="http://schemas.openxmlformats.org/drawingml/2006/main">
              <a:ext uri="{FF2B5EF4-FFF2-40B4-BE49-F238E27FC236}">
                <a16:creationId xmlns:a16="http://schemas.microsoft.com/office/drawing/2014/main" id="{ED7F5CFF-4D26-4F75-B8D9-234B4639D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80638" y="813334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7" name="path-4424">
            <a:extLst xmlns:a="http://schemas.openxmlformats.org/drawingml/2006/main">
              <a:ext uri="{FF2B5EF4-FFF2-40B4-BE49-F238E27FC236}">
                <a16:creationId xmlns:a16="http://schemas.microsoft.com/office/drawing/2014/main" id="{90B9CC05-55D7-4512-AC0F-D21AA5E44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73389" y="814152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8" name="path-4425">
            <a:extLst xmlns:a="http://schemas.openxmlformats.org/drawingml/2006/main">
              <a:ext uri="{FF2B5EF4-FFF2-40B4-BE49-F238E27FC236}">
                <a16:creationId xmlns:a16="http://schemas.microsoft.com/office/drawing/2014/main" id="{679B0C1F-DBFD-4A0D-A4D7-47875761C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82919" y="816271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9" name="path-4426">
            <a:extLst xmlns:a="http://schemas.openxmlformats.org/drawingml/2006/main">
              <a:ext uri="{FF2B5EF4-FFF2-40B4-BE49-F238E27FC236}">
                <a16:creationId xmlns:a16="http://schemas.microsoft.com/office/drawing/2014/main" id="{374CF952-82DA-4BCD-A97E-792CE93544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44351" y="814848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0" name="path-4427">
            <a:extLst xmlns:a="http://schemas.openxmlformats.org/drawingml/2006/main">
              <a:ext uri="{FF2B5EF4-FFF2-40B4-BE49-F238E27FC236}">
                <a16:creationId xmlns:a16="http://schemas.microsoft.com/office/drawing/2014/main" id="{4079E103-76A0-4EFC-8D8F-829B1F285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0699" y="813024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1" name="path-4428">
            <a:extLst xmlns:a="http://schemas.openxmlformats.org/drawingml/2006/main">
              <a:ext uri="{FF2B5EF4-FFF2-40B4-BE49-F238E27FC236}">
                <a16:creationId xmlns:a16="http://schemas.microsoft.com/office/drawing/2014/main" id="{FCBCEDDB-0AA0-4DF0-869A-54977601C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58490" y="810053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2" name="path-4429">
            <a:extLst xmlns:a="http://schemas.openxmlformats.org/drawingml/2006/main">
              <a:ext uri="{FF2B5EF4-FFF2-40B4-BE49-F238E27FC236}">
                <a16:creationId xmlns:a16="http://schemas.microsoft.com/office/drawing/2014/main" id="{69561994-EA02-4D1C-B298-29DE78D29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1931" y="813681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3" name="path-4430">
            <a:extLst xmlns:a="http://schemas.openxmlformats.org/drawingml/2006/main">
              <a:ext uri="{FF2B5EF4-FFF2-40B4-BE49-F238E27FC236}">
                <a16:creationId xmlns:a16="http://schemas.microsoft.com/office/drawing/2014/main" id="{5BA0A3A6-2B2A-423F-86B9-F61D54B5CE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8776" y="814369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4" name="path-4431">
            <a:extLst xmlns:a="http://schemas.openxmlformats.org/drawingml/2006/main">
              <a:ext uri="{FF2B5EF4-FFF2-40B4-BE49-F238E27FC236}">
                <a16:creationId xmlns:a16="http://schemas.microsoft.com/office/drawing/2014/main" id="{E686D62F-373A-4862-8615-471A0A7CE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72352" y="811206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5" name="path-4432">
            <a:extLst xmlns:a="http://schemas.openxmlformats.org/drawingml/2006/main">
              <a:ext uri="{FF2B5EF4-FFF2-40B4-BE49-F238E27FC236}">
                <a16:creationId xmlns:a16="http://schemas.microsoft.com/office/drawing/2014/main" id="{7858A821-D834-44DD-A6A0-52A038C99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1868" y="815306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6" name="path-4433">
            <a:extLst xmlns:a="http://schemas.openxmlformats.org/drawingml/2006/main">
              <a:ext uri="{FF2B5EF4-FFF2-40B4-BE49-F238E27FC236}">
                <a16:creationId xmlns:a16="http://schemas.microsoft.com/office/drawing/2014/main" id="{8E13DA82-E05E-4FD8-9F31-E3617D73A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6918" y="811485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7" name="path-4434">
            <a:extLst xmlns:a="http://schemas.openxmlformats.org/drawingml/2006/main">
              <a:ext uri="{FF2B5EF4-FFF2-40B4-BE49-F238E27FC236}">
                <a16:creationId xmlns:a16="http://schemas.microsoft.com/office/drawing/2014/main" id="{203C5A41-CA36-4EC1-872C-1BBEBC667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1787" y="81248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8" name="path-4435">
            <a:extLst xmlns:a="http://schemas.openxmlformats.org/drawingml/2006/main">
              <a:ext uri="{FF2B5EF4-FFF2-40B4-BE49-F238E27FC236}">
                <a16:creationId xmlns:a16="http://schemas.microsoft.com/office/drawing/2014/main" id="{F276D83F-7685-499F-9E07-7696D6D46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0288" y="814146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9" name="path-4436">
            <a:extLst xmlns:a="http://schemas.openxmlformats.org/drawingml/2006/main">
              <a:ext uri="{FF2B5EF4-FFF2-40B4-BE49-F238E27FC236}">
                <a16:creationId xmlns:a16="http://schemas.microsoft.com/office/drawing/2014/main" id="{736EAFB9-DC42-4032-8DC5-0A1241007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9972" y="816838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0" name="path-4437">
            <a:extLst xmlns:a="http://schemas.openxmlformats.org/drawingml/2006/main">
              <a:ext uri="{FF2B5EF4-FFF2-40B4-BE49-F238E27FC236}">
                <a16:creationId xmlns:a16="http://schemas.microsoft.com/office/drawing/2014/main" id="{04F098E4-9C68-4ACE-81BC-5A808DCE0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61677" y="813853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1" name="path-4438">
            <a:extLst xmlns:a="http://schemas.openxmlformats.org/drawingml/2006/main">
              <a:ext uri="{FF2B5EF4-FFF2-40B4-BE49-F238E27FC236}">
                <a16:creationId xmlns:a16="http://schemas.microsoft.com/office/drawing/2014/main" id="{655E4FB0-C959-414D-B0C3-E073FC684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61740" y="812620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2" name="path-4439">
            <a:extLst xmlns:a="http://schemas.openxmlformats.org/drawingml/2006/main">
              <a:ext uri="{FF2B5EF4-FFF2-40B4-BE49-F238E27FC236}">
                <a16:creationId xmlns:a16="http://schemas.microsoft.com/office/drawing/2014/main" id="{05DEFEB1-3873-428D-A0B5-921E61BC7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6788" y="812791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3" name="path-4440">
            <a:extLst xmlns:a="http://schemas.openxmlformats.org/drawingml/2006/main">
              <a:ext uri="{FF2B5EF4-FFF2-40B4-BE49-F238E27FC236}">
                <a16:creationId xmlns:a16="http://schemas.microsoft.com/office/drawing/2014/main" id="{46E32845-B486-4834-8C54-0D16EF05B6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64288" y="813509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4" name="path-4441">
            <a:extLst xmlns:a="http://schemas.openxmlformats.org/drawingml/2006/main">
              <a:ext uri="{FF2B5EF4-FFF2-40B4-BE49-F238E27FC236}">
                <a16:creationId xmlns:a16="http://schemas.microsoft.com/office/drawing/2014/main" id="{4B656525-956E-4CDA-A8DF-65FEEDD6A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2738" y="813302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5" name="path-4442">
            <a:extLst xmlns:a="http://schemas.openxmlformats.org/drawingml/2006/main">
              <a:ext uri="{FF2B5EF4-FFF2-40B4-BE49-F238E27FC236}">
                <a16:creationId xmlns:a16="http://schemas.microsoft.com/office/drawing/2014/main" id="{AB335549-9700-4DDE-BE6D-90BD549C1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7431" y="81675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6" name="path-4443">
            <a:extLst xmlns:a="http://schemas.openxmlformats.org/drawingml/2006/main">
              <a:ext uri="{FF2B5EF4-FFF2-40B4-BE49-F238E27FC236}">
                <a16:creationId xmlns:a16="http://schemas.microsoft.com/office/drawing/2014/main" id="{D26DC8EB-F764-4AA4-895A-ECEDF55EE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60659" y="81491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7" name="path-4444">
            <a:extLst xmlns:a="http://schemas.openxmlformats.org/drawingml/2006/main">
              <a:ext uri="{FF2B5EF4-FFF2-40B4-BE49-F238E27FC236}">
                <a16:creationId xmlns:a16="http://schemas.microsoft.com/office/drawing/2014/main" id="{3EC48CBD-A943-4B96-86DB-939A7BEDE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9099" y="813475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8" name="path-4445">
            <a:extLst xmlns:a="http://schemas.openxmlformats.org/drawingml/2006/main">
              <a:ext uri="{FF2B5EF4-FFF2-40B4-BE49-F238E27FC236}">
                <a16:creationId xmlns:a16="http://schemas.microsoft.com/office/drawing/2014/main" id="{8C0848B7-6EBE-4F01-B963-BF41D073A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2483" y="817995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9" name="path-4446">
            <a:extLst xmlns:a="http://schemas.openxmlformats.org/drawingml/2006/main">
              <a:ext uri="{FF2B5EF4-FFF2-40B4-BE49-F238E27FC236}">
                <a16:creationId xmlns:a16="http://schemas.microsoft.com/office/drawing/2014/main" id="{60C78CDB-93A7-4D87-BE63-29B9EA699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3256" y="815382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0" name="path-4447">
            <a:extLst xmlns:a="http://schemas.openxmlformats.org/drawingml/2006/main">
              <a:ext uri="{FF2B5EF4-FFF2-40B4-BE49-F238E27FC236}">
                <a16:creationId xmlns:a16="http://schemas.microsoft.com/office/drawing/2014/main" id="{EF1A6458-AD20-4322-B0D8-2FADA927F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2363" y="81318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1" name="path-4448">
            <a:extLst xmlns:a="http://schemas.openxmlformats.org/drawingml/2006/main">
              <a:ext uri="{FF2B5EF4-FFF2-40B4-BE49-F238E27FC236}">
                <a16:creationId xmlns:a16="http://schemas.microsoft.com/office/drawing/2014/main" id="{2DE895BC-E943-4331-B1D5-715431F65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1050" y="810491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2" name="path-4449">
            <a:extLst xmlns:a="http://schemas.openxmlformats.org/drawingml/2006/main">
              <a:ext uri="{FF2B5EF4-FFF2-40B4-BE49-F238E27FC236}">
                <a16:creationId xmlns:a16="http://schemas.microsoft.com/office/drawing/2014/main" id="{1A6C5187-F4F4-446F-BC2C-C07869311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474" y="814177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3" name="path-4450">
            <a:extLst xmlns:a="http://schemas.openxmlformats.org/drawingml/2006/main">
              <a:ext uri="{FF2B5EF4-FFF2-40B4-BE49-F238E27FC236}">
                <a16:creationId xmlns:a16="http://schemas.microsoft.com/office/drawing/2014/main" id="{1EF5931D-D25D-4E72-ADEF-FA746F1D5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5658" y="814157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4" name="path-4451">
            <a:extLst xmlns:a="http://schemas.openxmlformats.org/drawingml/2006/main">
              <a:ext uri="{FF2B5EF4-FFF2-40B4-BE49-F238E27FC236}">
                <a16:creationId xmlns:a16="http://schemas.microsoft.com/office/drawing/2014/main" id="{45B78EEA-25B4-4AA8-BCB6-EBBC66E42F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9831" y="813524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5" name="path-4452">
            <a:extLst xmlns:a="http://schemas.openxmlformats.org/drawingml/2006/main">
              <a:ext uri="{FF2B5EF4-FFF2-40B4-BE49-F238E27FC236}">
                <a16:creationId xmlns:a16="http://schemas.microsoft.com/office/drawing/2014/main" id="{284B8A91-8AA3-4DF3-87D9-1967C0B49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67" y="813583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6" name="path-4453">
            <a:extLst xmlns:a="http://schemas.openxmlformats.org/drawingml/2006/main">
              <a:ext uri="{FF2B5EF4-FFF2-40B4-BE49-F238E27FC236}">
                <a16:creationId xmlns:a16="http://schemas.microsoft.com/office/drawing/2014/main" id="{791E9112-E82B-4B2C-ABC3-B6BBF7389F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7611" y="813337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7" name="path-4454">
            <a:extLst xmlns:a="http://schemas.openxmlformats.org/drawingml/2006/main">
              <a:ext uri="{FF2B5EF4-FFF2-40B4-BE49-F238E27FC236}">
                <a16:creationId xmlns:a16="http://schemas.microsoft.com/office/drawing/2014/main" id="{3CC3548A-3E9C-44DA-A126-5A0D09C81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82031" y="815030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8" name="path-4455">
            <a:extLst xmlns:a="http://schemas.openxmlformats.org/drawingml/2006/main">
              <a:ext uri="{FF2B5EF4-FFF2-40B4-BE49-F238E27FC236}">
                <a16:creationId xmlns:a16="http://schemas.microsoft.com/office/drawing/2014/main" id="{6209AE93-E4CB-4525-91D2-B3930AFA6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6229" y="811983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9" name="path-4456">
            <a:extLst xmlns:a="http://schemas.openxmlformats.org/drawingml/2006/main">
              <a:ext uri="{FF2B5EF4-FFF2-40B4-BE49-F238E27FC236}">
                <a16:creationId xmlns:a16="http://schemas.microsoft.com/office/drawing/2014/main" id="{4E42DC48-DDB7-471A-90BD-5C38B726E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11093" y="81180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0" name="path-4457">
            <a:extLst xmlns:a="http://schemas.openxmlformats.org/drawingml/2006/main">
              <a:ext uri="{FF2B5EF4-FFF2-40B4-BE49-F238E27FC236}">
                <a16:creationId xmlns:a16="http://schemas.microsoft.com/office/drawing/2014/main" id="{92BD7F6C-C57D-48F1-9894-F70CB1D72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35406" y="813172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1" name="path-4458">
            <a:extLst xmlns:a="http://schemas.openxmlformats.org/drawingml/2006/main">
              <a:ext uri="{FF2B5EF4-FFF2-40B4-BE49-F238E27FC236}">
                <a16:creationId xmlns:a16="http://schemas.microsoft.com/office/drawing/2014/main" id="{7EB09E3F-03C9-45D4-B015-D99F41F83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7480" y="813375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2" name="path-4459">
            <a:extLst xmlns:a="http://schemas.openxmlformats.org/drawingml/2006/main">
              <a:ext uri="{FF2B5EF4-FFF2-40B4-BE49-F238E27FC236}">
                <a16:creationId xmlns:a16="http://schemas.microsoft.com/office/drawing/2014/main" id="{2B814C68-2C69-4AF8-9B44-3B0390BB9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3838" y="812690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3" name="path-4460">
            <a:extLst xmlns:a="http://schemas.openxmlformats.org/drawingml/2006/main">
              <a:ext uri="{FF2B5EF4-FFF2-40B4-BE49-F238E27FC236}">
                <a16:creationId xmlns:a16="http://schemas.microsoft.com/office/drawing/2014/main" id="{9D795B31-B051-4E4C-B4C4-403C1CCC7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5981" y="817204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4" name="path-4461">
            <a:extLst xmlns:a="http://schemas.openxmlformats.org/drawingml/2006/main">
              <a:ext uri="{FF2B5EF4-FFF2-40B4-BE49-F238E27FC236}">
                <a16:creationId xmlns:a16="http://schemas.microsoft.com/office/drawing/2014/main" id="{A0610F65-F48A-4C4E-8DAD-9F992EF51E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38520" y="815050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5" name="path-4462">
            <a:extLst xmlns:a="http://schemas.openxmlformats.org/drawingml/2006/main">
              <a:ext uri="{FF2B5EF4-FFF2-40B4-BE49-F238E27FC236}">
                <a16:creationId xmlns:a16="http://schemas.microsoft.com/office/drawing/2014/main" id="{82B4F086-C0A2-49C8-B4D6-EDBF0C3F5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5362" y="812990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6" name="path-4463">
            <a:extLst xmlns:a="http://schemas.openxmlformats.org/drawingml/2006/main">
              <a:ext uri="{FF2B5EF4-FFF2-40B4-BE49-F238E27FC236}">
                <a16:creationId xmlns:a16="http://schemas.microsoft.com/office/drawing/2014/main" id="{71E42A70-334A-4928-9EF8-C54E73B08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2657" y="814621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7" name="path-4464">
            <a:extLst xmlns:a="http://schemas.openxmlformats.org/drawingml/2006/main">
              <a:ext uri="{FF2B5EF4-FFF2-40B4-BE49-F238E27FC236}">
                <a16:creationId xmlns:a16="http://schemas.microsoft.com/office/drawing/2014/main" id="{50D0F5E4-84CE-47EC-B691-1CA98F2949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4727" y="813571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8" name="path-4465">
            <a:extLst xmlns:a="http://schemas.openxmlformats.org/drawingml/2006/main">
              <a:ext uri="{FF2B5EF4-FFF2-40B4-BE49-F238E27FC236}">
                <a16:creationId xmlns:a16="http://schemas.microsoft.com/office/drawing/2014/main" id="{0B2B611B-6E43-4E92-AA5B-F7B6AEB6E7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0296" y="814921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9" name="path-4466">
            <a:extLst xmlns:a="http://schemas.openxmlformats.org/drawingml/2006/main">
              <a:ext uri="{FF2B5EF4-FFF2-40B4-BE49-F238E27FC236}">
                <a16:creationId xmlns:a16="http://schemas.microsoft.com/office/drawing/2014/main" id="{96D2B8C1-CF82-4204-A0EE-44626A93A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4979" y="811550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0" name="path-4467">
            <a:extLst xmlns:a="http://schemas.openxmlformats.org/drawingml/2006/main">
              <a:ext uri="{FF2B5EF4-FFF2-40B4-BE49-F238E27FC236}">
                <a16:creationId xmlns:a16="http://schemas.microsoft.com/office/drawing/2014/main" id="{BB0ABC8F-4CD6-428A-B3CE-38BAFD8C3B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6383" y="81446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1" name="path-4468">
            <a:extLst xmlns:a="http://schemas.openxmlformats.org/drawingml/2006/main">
              <a:ext uri="{FF2B5EF4-FFF2-40B4-BE49-F238E27FC236}">
                <a16:creationId xmlns:a16="http://schemas.microsoft.com/office/drawing/2014/main" id="{7D97FE5A-2EAC-41FA-8C02-C60DE3624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3311" y="814329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2" name="path-4469">
            <a:extLst xmlns:a="http://schemas.openxmlformats.org/drawingml/2006/main">
              <a:ext uri="{FF2B5EF4-FFF2-40B4-BE49-F238E27FC236}">
                <a16:creationId xmlns:a16="http://schemas.microsoft.com/office/drawing/2014/main" id="{0A25B296-4201-426C-BC74-A9CD4805F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288" y="81362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3" name="path-4470">
            <a:extLst xmlns:a="http://schemas.openxmlformats.org/drawingml/2006/main">
              <a:ext uri="{FF2B5EF4-FFF2-40B4-BE49-F238E27FC236}">
                <a16:creationId xmlns:a16="http://schemas.microsoft.com/office/drawing/2014/main" id="{B6CD1973-EA1D-4E5A-9133-B64E48C04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3829" y="81844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4" name="path-4471">
            <a:extLst xmlns:a="http://schemas.openxmlformats.org/drawingml/2006/main">
              <a:ext uri="{FF2B5EF4-FFF2-40B4-BE49-F238E27FC236}">
                <a16:creationId xmlns:a16="http://schemas.microsoft.com/office/drawing/2014/main" id="{7B665AFD-9EF3-4FB0-82B4-B5D4986D0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525" y="814949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5" name="path-4472">
            <a:extLst xmlns:a="http://schemas.openxmlformats.org/drawingml/2006/main">
              <a:ext uri="{FF2B5EF4-FFF2-40B4-BE49-F238E27FC236}">
                <a16:creationId xmlns:a16="http://schemas.microsoft.com/office/drawing/2014/main" id="{F0CA19D9-CD8A-4844-90CA-02E3EABB2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2228" y="815594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6" name="path-4473">
            <a:extLst xmlns:a="http://schemas.openxmlformats.org/drawingml/2006/main">
              <a:ext uri="{FF2B5EF4-FFF2-40B4-BE49-F238E27FC236}">
                <a16:creationId xmlns:a16="http://schemas.microsoft.com/office/drawing/2014/main" id="{42B2FAFB-A3C6-496D-8281-114B109FAE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330" y="814803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7" name="path-4474">
            <a:extLst xmlns:a="http://schemas.openxmlformats.org/drawingml/2006/main">
              <a:ext uri="{FF2B5EF4-FFF2-40B4-BE49-F238E27FC236}">
                <a16:creationId xmlns:a16="http://schemas.microsoft.com/office/drawing/2014/main" id="{B0A0DE8A-06DC-4577-98C2-4665CE6BD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2680" y="81836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8" name="path-4475">
            <a:extLst xmlns:a="http://schemas.openxmlformats.org/drawingml/2006/main">
              <a:ext uri="{FF2B5EF4-FFF2-40B4-BE49-F238E27FC236}">
                <a16:creationId xmlns:a16="http://schemas.microsoft.com/office/drawing/2014/main" id="{E80D2D58-38C8-4DF9-A0D2-565199681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30547" y="814181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9" name="path-4476">
            <a:extLst xmlns:a="http://schemas.openxmlformats.org/drawingml/2006/main">
              <a:ext uri="{FF2B5EF4-FFF2-40B4-BE49-F238E27FC236}">
                <a16:creationId xmlns:a16="http://schemas.microsoft.com/office/drawing/2014/main" id="{7FD59056-AA9B-4D21-99A2-1AE7DA1EA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3387" y="818122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0" name="path-4477">
            <a:extLst xmlns:a="http://schemas.openxmlformats.org/drawingml/2006/main">
              <a:ext uri="{FF2B5EF4-FFF2-40B4-BE49-F238E27FC236}">
                <a16:creationId xmlns:a16="http://schemas.microsoft.com/office/drawing/2014/main" id="{47C70FA1-5FF6-42D9-B0A1-2EFFE5277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7365" y="814653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1" name="path-4478">
            <a:extLst xmlns:a="http://schemas.openxmlformats.org/drawingml/2006/main">
              <a:ext uri="{FF2B5EF4-FFF2-40B4-BE49-F238E27FC236}">
                <a16:creationId xmlns:a16="http://schemas.microsoft.com/office/drawing/2014/main" id="{1F338F1E-4A1F-46E7-9F63-4274F0FCA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79522" y="814697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2" name="path-4479">
            <a:extLst xmlns:a="http://schemas.openxmlformats.org/drawingml/2006/main">
              <a:ext uri="{FF2B5EF4-FFF2-40B4-BE49-F238E27FC236}">
                <a16:creationId xmlns:a16="http://schemas.microsoft.com/office/drawing/2014/main" id="{D77B4E34-3956-461C-8410-A418C91BA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3616" y="814140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3" name="path-4480">
            <a:extLst xmlns:a="http://schemas.openxmlformats.org/drawingml/2006/main">
              <a:ext uri="{FF2B5EF4-FFF2-40B4-BE49-F238E27FC236}">
                <a16:creationId xmlns:a16="http://schemas.microsoft.com/office/drawing/2014/main" id="{E37DB7D8-FBD0-4B08-9170-FE094B9A5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90998" y="812978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4" name="path-4481">
            <a:extLst xmlns:a="http://schemas.openxmlformats.org/drawingml/2006/main">
              <a:ext uri="{FF2B5EF4-FFF2-40B4-BE49-F238E27FC236}">
                <a16:creationId xmlns:a16="http://schemas.microsoft.com/office/drawing/2014/main" id="{92A5C32E-01A0-45E8-AF0D-62B3AFC69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95193" y="815449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5" name="path-4482">
            <a:extLst xmlns:a="http://schemas.openxmlformats.org/drawingml/2006/main">
              <a:ext uri="{FF2B5EF4-FFF2-40B4-BE49-F238E27FC236}">
                <a16:creationId xmlns:a16="http://schemas.microsoft.com/office/drawing/2014/main" id="{C65A3007-442E-4112-87B0-1D82BEC68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2254" y="812546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6" name="path-4483">
            <a:extLst xmlns:a="http://schemas.openxmlformats.org/drawingml/2006/main">
              <a:ext uri="{FF2B5EF4-FFF2-40B4-BE49-F238E27FC236}">
                <a16:creationId xmlns:a16="http://schemas.microsoft.com/office/drawing/2014/main" id="{FD88DB74-C807-4B64-8567-AC5360593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4770" y="816073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7" name="path-4484">
            <a:extLst xmlns:a="http://schemas.openxmlformats.org/drawingml/2006/main">
              <a:ext uri="{FF2B5EF4-FFF2-40B4-BE49-F238E27FC236}">
                <a16:creationId xmlns:a16="http://schemas.microsoft.com/office/drawing/2014/main" id="{96EF64AC-EF50-4152-AB65-C43790CCD2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945" y="814884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8" name="path-4485">
            <a:extLst xmlns:a="http://schemas.openxmlformats.org/drawingml/2006/main">
              <a:ext uri="{FF2B5EF4-FFF2-40B4-BE49-F238E27FC236}">
                <a16:creationId xmlns:a16="http://schemas.microsoft.com/office/drawing/2014/main" id="{EAD3B15D-DC10-4093-A5C9-FBC056C21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180" y="810426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9" name="path-4486">
            <a:extLst xmlns:a="http://schemas.openxmlformats.org/drawingml/2006/main">
              <a:ext uri="{FF2B5EF4-FFF2-40B4-BE49-F238E27FC236}">
                <a16:creationId xmlns:a16="http://schemas.microsoft.com/office/drawing/2014/main" id="{6599B7F2-7283-49FC-ABF5-B12A3BB7B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7952" y="817132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0" name="path-4487">
            <a:extLst xmlns:a="http://schemas.openxmlformats.org/drawingml/2006/main">
              <a:ext uri="{FF2B5EF4-FFF2-40B4-BE49-F238E27FC236}">
                <a16:creationId xmlns:a16="http://schemas.microsoft.com/office/drawing/2014/main" id="{DB60AD8C-6863-47C8-A41E-5943F6F05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0325" y="813516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1" name="path-4488">
            <a:extLst xmlns:a="http://schemas.openxmlformats.org/drawingml/2006/main">
              <a:ext uri="{FF2B5EF4-FFF2-40B4-BE49-F238E27FC236}">
                <a16:creationId xmlns:a16="http://schemas.microsoft.com/office/drawing/2014/main" id="{44DFE352-1645-4C81-B199-360B6EA88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7369" y="814803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2" name="path-4489">
            <a:extLst xmlns:a="http://schemas.openxmlformats.org/drawingml/2006/main">
              <a:ext uri="{FF2B5EF4-FFF2-40B4-BE49-F238E27FC236}">
                <a16:creationId xmlns:a16="http://schemas.microsoft.com/office/drawing/2014/main" id="{8230B7A6-D3FD-43FA-8B43-92D1FC72B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26421" y="814000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3" name="path-4490">
            <a:extLst xmlns:a="http://schemas.openxmlformats.org/drawingml/2006/main">
              <a:ext uri="{FF2B5EF4-FFF2-40B4-BE49-F238E27FC236}">
                <a16:creationId xmlns:a16="http://schemas.microsoft.com/office/drawing/2014/main" id="{E40C3C46-6D18-4A88-80DA-D140D81E3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8560" y="813421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4" name="path-4491">
            <a:extLst xmlns:a="http://schemas.openxmlformats.org/drawingml/2006/main">
              <a:ext uri="{FF2B5EF4-FFF2-40B4-BE49-F238E27FC236}">
                <a16:creationId xmlns:a16="http://schemas.microsoft.com/office/drawing/2014/main" id="{CABD2A46-A8BD-42A1-9897-C114068F5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10211" y="81355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5" name="path-4492">
            <a:extLst xmlns:a="http://schemas.openxmlformats.org/drawingml/2006/main">
              <a:ext uri="{FF2B5EF4-FFF2-40B4-BE49-F238E27FC236}">
                <a16:creationId xmlns:a16="http://schemas.microsoft.com/office/drawing/2014/main" id="{0E4531FA-5D6F-482A-918E-98B18E288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3722" y="813696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6" name="path-4493">
            <a:extLst xmlns:a="http://schemas.openxmlformats.org/drawingml/2006/main">
              <a:ext uri="{FF2B5EF4-FFF2-40B4-BE49-F238E27FC236}">
                <a16:creationId xmlns:a16="http://schemas.microsoft.com/office/drawing/2014/main" id="{F74B495D-B4BD-49BD-A0C7-B083105421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8013" y="81526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7" name="path-4494">
            <a:extLst xmlns:a="http://schemas.openxmlformats.org/drawingml/2006/main">
              <a:ext uri="{FF2B5EF4-FFF2-40B4-BE49-F238E27FC236}">
                <a16:creationId xmlns:a16="http://schemas.microsoft.com/office/drawing/2014/main" id="{A7C86680-EB84-43D5-BFA8-672D49AB6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1233" y="813179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8" name="path-4495">
            <a:extLst xmlns:a="http://schemas.openxmlformats.org/drawingml/2006/main">
              <a:ext uri="{FF2B5EF4-FFF2-40B4-BE49-F238E27FC236}">
                <a16:creationId xmlns:a16="http://schemas.microsoft.com/office/drawing/2014/main" id="{C6B867E0-F9B8-4377-9605-F5267C979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3861" y="816540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9" name="path-4496">
            <a:extLst xmlns:a="http://schemas.openxmlformats.org/drawingml/2006/main">
              <a:ext uri="{FF2B5EF4-FFF2-40B4-BE49-F238E27FC236}">
                <a16:creationId xmlns:a16="http://schemas.microsoft.com/office/drawing/2014/main" id="{08765158-B6CA-4422-9EE6-DBD295FE5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98765" y="814349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0" name="path-4497">
            <a:extLst xmlns:a="http://schemas.openxmlformats.org/drawingml/2006/main">
              <a:ext uri="{FF2B5EF4-FFF2-40B4-BE49-F238E27FC236}">
                <a16:creationId xmlns:a16="http://schemas.microsoft.com/office/drawing/2014/main" id="{2AF8E555-D42C-49A1-BEA9-8529747AC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14943" y="813437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1" name="path-4498">
            <a:extLst xmlns:a="http://schemas.openxmlformats.org/drawingml/2006/main">
              <a:ext uri="{FF2B5EF4-FFF2-40B4-BE49-F238E27FC236}">
                <a16:creationId xmlns:a16="http://schemas.microsoft.com/office/drawing/2014/main" id="{6925292B-8B56-4393-B7E0-EDF48B12F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27974" y="812869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2" name="path-4499">
            <a:extLst xmlns:a="http://schemas.openxmlformats.org/drawingml/2006/main">
              <a:ext uri="{FF2B5EF4-FFF2-40B4-BE49-F238E27FC236}">
                <a16:creationId xmlns:a16="http://schemas.microsoft.com/office/drawing/2014/main" id="{E220D659-6962-474B-8F96-6A6C410EF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0273" y="814912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3" name="path-4500">
            <a:extLst xmlns:a="http://schemas.openxmlformats.org/drawingml/2006/main">
              <a:ext uri="{FF2B5EF4-FFF2-40B4-BE49-F238E27FC236}">
                <a16:creationId xmlns:a16="http://schemas.microsoft.com/office/drawing/2014/main" id="{25585A74-7327-4446-A704-76B3EFFD30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4323" y="815506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4" name="path-4501">
            <a:extLst xmlns:a="http://schemas.openxmlformats.org/drawingml/2006/main">
              <a:ext uri="{FF2B5EF4-FFF2-40B4-BE49-F238E27FC236}">
                <a16:creationId xmlns:a16="http://schemas.microsoft.com/office/drawing/2014/main" id="{9877CD0D-5BB2-4A90-B07C-82FF8639C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441" y="813477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5" name="path-4502">
            <a:extLst xmlns:a="http://schemas.openxmlformats.org/drawingml/2006/main">
              <a:ext uri="{FF2B5EF4-FFF2-40B4-BE49-F238E27FC236}">
                <a16:creationId xmlns:a16="http://schemas.microsoft.com/office/drawing/2014/main" id="{915721D5-0B60-42E9-9F95-3A241F20C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48439" y="813928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6" name="path-4503">
            <a:extLst xmlns:a="http://schemas.openxmlformats.org/drawingml/2006/main">
              <a:ext uri="{FF2B5EF4-FFF2-40B4-BE49-F238E27FC236}">
                <a16:creationId xmlns:a16="http://schemas.microsoft.com/office/drawing/2014/main" id="{E4B07B92-9356-4A3C-A176-24EBBF503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48109" y="81357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7" name="path-4504">
            <a:extLst xmlns:a="http://schemas.openxmlformats.org/drawingml/2006/main">
              <a:ext uri="{FF2B5EF4-FFF2-40B4-BE49-F238E27FC236}">
                <a16:creationId xmlns:a16="http://schemas.microsoft.com/office/drawing/2014/main" id="{10D7F5B8-B38B-484C-B406-49C8AAA38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5223" y="814440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8" name="path-4505">
            <a:extLst xmlns:a="http://schemas.openxmlformats.org/drawingml/2006/main">
              <a:ext uri="{FF2B5EF4-FFF2-40B4-BE49-F238E27FC236}">
                <a16:creationId xmlns:a16="http://schemas.microsoft.com/office/drawing/2014/main" id="{AFC28A81-F994-46C3-A8F9-73692196E4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3383" y="81350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9" name="path-4506">
            <a:extLst xmlns:a="http://schemas.openxmlformats.org/drawingml/2006/main">
              <a:ext uri="{FF2B5EF4-FFF2-40B4-BE49-F238E27FC236}">
                <a16:creationId xmlns:a16="http://schemas.microsoft.com/office/drawing/2014/main" id="{3F47EB2C-2DA1-4CD8-AB1B-A52FAFCAE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9479" y="814234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0" name="path-4507">
            <a:extLst xmlns:a="http://schemas.openxmlformats.org/drawingml/2006/main">
              <a:ext uri="{FF2B5EF4-FFF2-40B4-BE49-F238E27FC236}">
                <a16:creationId xmlns:a16="http://schemas.microsoft.com/office/drawing/2014/main" id="{C8C41489-1FB0-4236-B183-E5D5367B2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3677" y="814797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1" name="path-4508">
            <a:extLst xmlns:a="http://schemas.openxmlformats.org/drawingml/2006/main">
              <a:ext uri="{FF2B5EF4-FFF2-40B4-BE49-F238E27FC236}">
                <a16:creationId xmlns:a16="http://schemas.microsoft.com/office/drawing/2014/main" id="{9D64B87C-4B5A-452D-A4EB-6F8F9EEF5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5926" y="812072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2" name="path-4509">
            <a:extLst xmlns:a="http://schemas.openxmlformats.org/drawingml/2006/main">
              <a:ext uri="{FF2B5EF4-FFF2-40B4-BE49-F238E27FC236}">
                <a16:creationId xmlns:a16="http://schemas.microsoft.com/office/drawing/2014/main" id="{0E8C4027-DF4F-41A9-BAC3-B6911A47A6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7403" y="817253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3" name="path-4510">
            <a:extLst xmlns:a="http://schemas.openxmlformats.org/drawingml/2006/main">
              <a:ext uri="{FF2B5EF4-FFF2-40B4-BE49-F238E27FC236}">
                <a16:creationId xmlns:a16="http://schemas.microsoft.com/office/drawing/2014/main" id="{B6B2C8C5-EADF-42B4-A281-DF0D8A78B0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3936" y="814885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4" name="path-4511">
            <a:extLst xmlns:a="http://schemas.openxmlformats.org/drawingml/2006/main">
              <a:ext uri="{FF2B5EF4-FFF2-40B4-BE49-F238E27FC236}">
                <a16:creationId xmlns:a16="http://schemas.microsoft.com/office/drawing/2014/main" id="{A0F4271A-9299-40D7-A91A-3748F78E32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6157" y="813029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5" name="path-4512">
            <a:extLst xmlns:a="http://schemas.openxmlformats.org/drawingml/2006/main">
              <a:ext uri="{FF2B5EF4-FFF2-40B4-BE49-F238E27FC236}">
                <a16:creationId xmlns:a16="http://schemas.microsoft.com/office/drawing/2014/main" id="{E499A6C9-941F-410F-9F95-EB68CEA93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1084" y="814860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6" name="path-4513">
            <a:extLst xmlns:a="http://schemas.openxmlformats.org/drawingml/2006/main">
              <a:ext uri="{FF2B5EF4-FFF2-40B4-BE49-F238E27FC236}">
                <a16:creationId xmlns:a16="http://schemas.microsoft.com/office/drawing/2014/main" id="{ACA259D8-95EE-4996-9579-052DDC0C8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9886" y="813945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7" name="path-4514">
            <a:extLst xmlns:a="http://schemas.openxmlformats.org/drawingml/2006/main">
              <a:ext uri="{FF2B5EF4-FFF2-40B4-BE49-F238E27FC236}">
                <a16:creationId xmlns:a16="http://schemas.microsoft.com/office/drawing/2014/main" id="{4280B98B-3DFD-4C47-8948-44735A105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7394" y="814514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8" name="path-4515">
            <a:extLst xmlns:a="http://schemas.openxmlformats.org/drawingml/2006/main">
              <a:ext uri="{FF2B5EF4-FFF2-40B4-BE49-F238E27FC236}">
                <a16:creationId xmlns:a16="http://schemas.microsoft.com/office/drawing/2014/main" id="{EB2E2F8B-34C9-4E24-9E42-2B6A61CA9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02445" y="817558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9" name="path-4516">
            <a:extLst xmlns:a="http://schemas.openxmlformats.org/drawingml/2006/main">
              <a:ext uri="{FF2B5EF4-FFF2-40B4-BE49-F238E27FC236}">
                <a16:creationId xmlns:a16="http://schemas.microsoft.com/office/drawing/2014/main" id="{60608FDB-EF36-46E9-9773-D32F3AE71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033" y="812897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0" name="path-4517">
            <a:extLst xmlns:a="http://schemas.openxmlformats.org/drawingml/2006/main">
              <a:ext uri="{FF2B5EF4-FFF2-40B4-BE49-F238E27FC236}">
                <a16:creationId xmlns:a16="http://schemas.microsoft.com/office/drawing/2014/main" id="{F116A80D-F4CB-434D-888C-81CFDFFD7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3626" y="81494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1" name="path-4518">
            <a:extLst xmlns:a="http://schemas.openxmlformats.org/drawingml/2006/main">
              <a:ext uri="{FF2B5EF4-FFF2-40B4-BE49-F238E27FC236}">
                <a16:creationId xmlns:a16="http://schemas.microsoft.com/office/drawing/2014/main" id="{D787B927-C8A9-42C5-8CFF-68D9F5F80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539" y="815023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2" name="path-4519">
            <a:extLst xmlns:a="http://schemas.openxmlformats.org/drawingml/2006/main">
              <a:ext uri="{FF2B5EF4-FFF2-40B4-BE49-F238E27FC236}">
                <a16:creationId xmlns:a16="http://schemas.microsoft.com/office/drawing/2014/main" id="{63F80D14-5165-463A-BF09-6D8C8005D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9105" y="812422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3" name="path-4520">
            <a:extLst xmlns:a="http://schemas.openxmlformats.org/drawingml/2006/main">
              <a:ext uri="{FF2B5EF4-FFF2-40B4-BE49-F238E27FC236}">
                <a16:creationId xmlns:a16="http://schemas.microsoft.com/office/drawing/2014/main" id="{55B515FA-B3E7-4E48-9AEC-CC433DEAEC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0636" y="815549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4" name="path-4521">
            <a:extLst xmlns:a="http://schemas.openxmlformats.org/drawingml/2006/main">
              <a:ext uri="{FF2B5EF4-FFF2-40B4-BE49-F238E27FC236}">
                <a16:creationId xmlns:a16="http://schemas.microsoft.com/office/drawing/2014/main" id="{522F0C4A-B6C3-4BE8-B78E-D549865F4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4021" y="813800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5" name="path-4522">
            <a:extLst xmlns:a="http://schemas.openxmlformats.org/drawingml/2006/main">
              <a:ext uri="{FF2B5EF4-FFF2-40B4-BE49-F238E27FC236}">
                <a16:creationId xmlns:a16="http://schemas.microsoft.com/office/drawing/2014/main" id="{0C2B2B4D-E309-48F1-966F-38A5DE8C0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8326" y="815367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6" name="path-4523">
            <a:extLst xmlns:a="http://schemas.openxmlformats.org/drawingml/2006/main">
              <a:ext uri="{FF2B5EF4-FFF2-40B4-BE49-F238E27FC236}">
                <a16:creationId xmlns:a16="http://schemas.microsoft.com/office/drawing/2014/main" id="{9C4AABC0-5A24-4A50-885A-BB1D05221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18957" y="814894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7" name="path-4524">
            <a:extLst xmlns:a="http://schemas.openxmlformats.org/drawingml/2006/main">
              <a:ext uri="{FF2B5EF4-FFF2-40B4-BE49-F238E27FC236}">
                <a16:creationId xmlns:a16="http://schemas.microsoft.com/office/drawing/2014/main" id="{5DE2D439-C97A-400E-92F5-97ACA3BAD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8191" y="815312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8" name="path-4525">
            <a:extLst xmlns:a="http://schemas.openxmlformats.org/drawingml/2006/main">
              <a:ext uri="{FF2B5EF4-FFF2-40B4-BE49-F238E27FC236}">
                <a16:creationId xmlns:a16="http://schemas.microsoft.com/office/drawing/2014/main" id="{48D2533D-6FBF-4D7A-93DD-525D31E66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940" y="815321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9" name="path-4526">
            <a:extLst xmlns:a="http://schemas.openxmlformats.org/drawingml/2006/main">
              <a:ext uri="{FF2B5EF4-FFF2-40B4-BE49-F238E27FC236}">
                <a16:creationId xmlns:a16="http://schemas.microsoft.com/office/drawing/2014/main" id="{B02A4B48-847B-4E80-B34B-B25543576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7102" y="813024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0" name="path-4527">
            <a:extLst xmlns:a="http://schemas.openxmlformats.org/drawingml/2006/main">
              <a:ext uri="{FF2B5EF4-FFF2-40B4-BE49-F238E27FC236}">
                <a16:creationId xmlns:a16="http://schemas.microsoft.com/office/drawing/2014/main" id="{3FFB012B-B923-403C-91D4-90B326AE8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75675" y="813089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1" name="path-4528">
            <a:extLst xmlns:a="http://schemas.openxmlformats.org/drawingml/2006/main">
              <a:ext uri="{FF2B5EF4-FFF2-40B4-BE49-F238E27FC236}">
                <a16:creationId xmlns:a16="http://schemas.microsoft.com/office/drawing/2014/main" id="{CAACE1D5-86F8-4CEC-A6F1-E4079CF430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90700" y="815253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2" name="path-4529">
            <a:extLst xmlns:a="http://schemas.openxmlformats.org/drawingml/2006/main">
              <a:ext uri="{FF2B5EF4-FFF2-40B4-BE49-F238E27FC236}">
                <a16:creationId xmlns:a16="http://schemas.microsoft.com/office/drawing/2014/main" id="{2E62E0D9-4B01-43A1-9B40-4029F218F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89231" y="81420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3" name="path-4530">
            <a:extLst xmlns:a="http://schemas.openxmlformats.org/drawingml/2006/main">
              <a:ext uri="{FF2B5EF4-FFF2-40B4-BE49-F238E27FC236}">
                <a16:creationId xmlns:a16="http://schemas.microsoft.com/office/drawing/2014/main" id="{8EEEF7D9-2AAB-495D-97F7-9DEEE0669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75674" y="81409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4" name="path-4531">
            <a:extLst xmlns:a="http://schemas.openxmlformats.org/drawingml/2006/main">
              <a:ext uri="{FF2B5EF4-FFF2-40B4-BE49-F238E27FC236}">
                <a16:creationId xmlns:a16="http://schemas.microsoft.com/office/drawing/2014/main" id="{C9372914-BCBC-44DB-9698-875077E58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38296" y="816941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5" name="path-4532">
            <a:extLst xmlns:a="http://schemas.openxmlformats.org/drawingml/2006/main">
              <a:ext uri="{FF2B5EF4-FFF2-40B4-BE49-F238E27FC236}">
                <a16:creationId xmlns:a16="http://schemas.microsoft.com/office/drawing/2014/main" id="{293C1F2D-4FCF-4EC0-9A35-AB85C4603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7127" y="815029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6" name="path-4533">
            <a:extLst xmlns:a="http://schemas.openxmlformats.org/drawingml/2006/main">
              <a:ext uri="{FF2B5EF4-FFF2-40B4-BE49-F238E27FC236}">
                <a16:creationId xmlns:a16="http://schemas.microsoft.com/office/drawing/2014/main" id="{87F7D884-BFB2-4DA6-887F-DF0D2D412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2728" y="814760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7" name="path-4534">
            <a:extLst xmlns:a="http://schemas.openxmlformats.org/drawingml/2006/main">
              <a:ext uri="{FF2B5EF4-FFF2-40B4-BE49-F238E27FC236}">
                <a16:creationId xmlns:a16="http://schemas.microsoft.com/office/drawing/2014/main" id="{8A599B30-48DC-4873-8522-2E9ED09D9F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2012" y="81426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8" name="path-4535">
            <a:extLst xmlns:a="http://schemas.openxmlformats.org/drawingml/2006/main">
              <a:ext uri="{FF2B5EF4-FFF2-40B4-BE49-F238E27FC236}">
                <a16:creationId xmlns:a16="http://schemas.microsoft.com/office/drawing/2014/main" id="{0E40BA51-6C5E-4B8E-9BDE-126F9C667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4771" y="81151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9" name="path-4536">
            <a:extLst xmlns:a="http://schemas.openxmlformats.org/drawingml/2006/main">
              <a:ext uri="{FF2B5EF4-FFF2-40B4-BE49-F238E27FC236}">
                <a16:creationId xmlns:a16="http://schemas.microsoft.com/office/drawing/2014/main" id="{4266EC7E-5EB5-449D-B585-6A228F326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16758" y="816368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0" name="path-4537">
            <a:extLst xmlns:a="http://schemas.openxmlformats.org/drawingml/2006/main">
              <a:ext uri="{FF2B5EF4-FFF2-40B4-BE49-F238E27FC236}">
                <a16:creationId xmlns:a16="http://schemas.microsoft.com/office/drawing/2014/main" id="{61D39FE9-C885-4C58-AA0C-F5C14B6622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7552" y="814747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1" name="path-4538">
            <a:extLst xmlns:a="http://schemas.openxmlformats.org/drawingml/2006/main">
              <a:ext uri="{FF2B5EF4-FFF2-40B4-BE49-F238E27FC236}">
                <a16:creationId xmlns:a16="http://schemas.microsoft.com/office/drawing/2014/main" id="{C90E6327-8BCF-4350-8E47-50F76A398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0983" y="813993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2" name="path-4539">
            <a:extLst xmlns:a="http://schemas.openxmlformats.org/drawingml/2006/main">
              <a:ext uri="{FF2B5EF4-FFF2-40B4-BE49-F238E27FC236}">
                <a16:creationId xmlns:a16="http://schemas.microsoft.com/office/drawing/2014/main" id="{1A30F636-5D59-4DD0-899D-188C7E4B3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1905" y="816159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3" name="path-4540">
            <a:extLst xmlns:a="http://schemas.openxmlformats.org/drawingml/2006/main">
              <a:ext uri="{FF2B5EF4-FFF2-40B4-BE49-F238E27FC236}">
                <a16:creationId xmlns:a16="http://schemas.microsoft.com/office/drawing/2014/main" id="{D0312FCF-6FCE-4F81-A69A-BC317BE3D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78252" y="813119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4" name="path-4541">
            <a:extLst xmlns:a="http://schemas.openxmlformats.org/drawingml/2006/main">
              <a:ext uri="{FF2B5EF4-FFF2-40B4-BE49-F238E27FC236}">
                <a16:creationId xmlns:a16="http://schemas.microsoft.com/office/drawing/2014/main" id="{938C0F2D-2B86-4EF9-990D-D71C846F3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2629" y="813877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5" name="path-4542">
            <a:extLst xmlns:a="http://schemas.openxmlformats.org/drawingml/2006/main">
              <a:ext uri="{FF2B5EF4-FFF2-40B4-BE49-F238E27FC236}">
                <a16:creationId xmlns:a16="http://schemas.microsoft.com/office/drawing/2014/main" id="{F8E577F3-5378-4EB6-BBC3-675CE15F94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0562" y="815793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6" name="path-4543">
            <a:extLst xmlns:a="http://schemas.openxmlformats.org/drawingml/2006/main">
              <a:ext uri="{FF2B5EF4-FFF2-40B4-BE49-F238E27FC236}">
                <a16:creationId xmlns:a16="http://schemas.microsoft.com/office/drawing/2014/main" id="{61DC18D3-7BC8-44E4-A97D-C4D44560D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46015" y="812750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7" name="path-4544">
            <a:extLst xmlns:a="http://schemas.openxmlformats.org/drawingml/2006/main">
              <a:ext uri="{FF2B5EF4-FFF2-40B4-BE49-F238E27FC236}">
                <a16:creationId xmlns:a16="http://schemas.microsoft.com/office/drawing/2014/main" id="{1389464F-6F15-483E-B2D2-36C8F9141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0118" y="81095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8" name="path-4545">
            <a:extLst xmlns:a="http://schemas.openxmlformats.org/drawingml/2006/main">
              <a:ext uri="{FF2B5EF4-FFF2-40B4-BE49-F238E27FC236}">
                <a16:creationId xmlns:a16="http://schemas.microsoft.com/office/drawing/2014/main" id="{09B78F46-6B90-4ECF-8D2F-AA60A2F73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2848" y="815980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9" name="path-4546">
            <a:extLst xmlns:a="http://schemas.openxmlformats.org/drawingml/2006/main">
              <a:ext uri="{FF2B5EF4-FFF2-40B4-BE49-F238E27FC236}">
                <a16:creationId xmlns:a16="http://schemas.microsoft.com/office/drawing/2014/main" id="{E81E4193-743B-4B97-B2C8-12FA68000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2772" y="814882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0" name="path-4547">
            <a:extLst xmlns:a="http://schemas.openxmlformats.org/drawingml/2006/main">
              <a:ext uri="{FF2B5EF4-FFF2-40B4-BE49-F238E27FC236}">
                <a16:creationId xmlns:a16="http://schemas.microsoft.com/office/drawing/2014/main" id="{311DDEC4-CE4C-41D8-9842-F05BC32D6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8099" y="812612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1" name="path-4548">
            <a:extLst xmlns:a="http://schemas.openxmlformats.org/drawingml/2006/main">
              <a:ext uri="{FF2B5EF4-FFF2-40B4-BE49-F238E27FC236}">
                <a16:creationId xmlns:a16="http://schemas.microsoft.com/office/drawing/2014/main" id="{D53D1356-29A4-4D26-ACEF-0E1CF4089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7612" y="810601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2" name="path-4549">
            <a:extLst xmlns:a="http://schemas.openxmlformats.org/drawingml/2006/main">
              <a:ext uri="{FF2B5EF4-FFF2-40B4-BE49-F238E27FC236}">
                <a16:creationId xmlns:a16="http://schemas.microsoft.com/office/drawing/2014/main" id="{7F29D66B-D751-4749-BE58-4366A0E4F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40119" y="81361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3" name="path-4550">
            <a:extLst xmlns:a="http://schemas.openxmlformats.org/drawingml/2006/main">
              <a:ext uri="{FF2B5EF4-FFF2-40B4-BE49-F238E27FC236}">
                <a16:creationId xmlns:a16="http://schemas.microsoft.com/office/drawing/2014/main" id="{D6BEB287-96BF-4053-8BE6-F3783D124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479" y="815105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4" name="path-4551">
            <a:extLst xmlns:a="http://schemas.openxmlformats.org/drawingml/2006/main">
              <a:ext uri="{FF2B5EF4-FFF2-40B4-BE49-F238E27FC236}">
                <a16:creationId xmlns:a16="http://schemas.microsoft.com/office/drawing/2014/main" id="{D42C383E-B61F-40A4-A253-1C1E9454B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7807" y="814609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5" name="path-4552">
            <a:extLst xmlns:a="http://schemas.openxmlformats.org/drawingml/2006/main">
              <a:ext uri="{FF2B5EF4-FFF2-40B4-BE49-F238E27FC236}">
                <a16:creationId xmlns:a16="http://schemas.microsoft.com/office/drawing/2014/main" id="{FD95B771-E906-4723-BCCD-40537B2C59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936" y="813368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6" name="path-4553">
            <a:extLst xmlns:a="http://schemas.openxmlformats.org/drawingml/2006/main">
              <a:ext uri="{FF2B5EF4-FFF2-40B4-BE49-F238E27FC236}">
                <a16:creationId xmlns:a16="http://schemas.microsoft.com/office/drawing/2014/main" id="{490FACD1-F7EF-4924-A3F5-CD7B24217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0633" y="816787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7" name="path-4554">
            <a:extLst xmlns:a="http://schemas.openxmlformats.org/drawingml/2006/main">
              <a:ext uri="{FF2B5EF4-FFF2-40B4-BE49-F238E27FC236}">
                <a16:creationId xmlns:a16="http://schemas.microsoft.com/office/drawing/2014/main" id="{00F50F21-0BC6-42D1-86C0-A92BE9AE5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0628" y="814040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8" name="path-4555">
            <a:extLst xmlns:a="http://schemas.openxmlformats.org/drawingml/2006/main">
              <a:ext uri="{FF2B5EF4-FFF2-40B4-BE49-F238E27FC236}">
                <a16:creationId xmlns:a16="http://schemas.microsoft.com/office/drawing/2014/main" id="{45C3565F-0574-4A08-B4ED-BC4BFE3A7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98272" y="813935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9" name="path-4556">
            <a:extLst xmlns:a="http://schemas.openxmlformats.org/drawingml/2006/main">
              <a:ext uri="{FF2B5EF4-FFF2-40B4-BE49-F238E27FC236}">
                <a16:creationId xmlns:a16="http://schemas.microsoft.com/office/drawing/2014/main" id="{474ED203-5440-44C1-AEF6-6E53E2301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18874" y="813273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0" name="path-4557">
            <a:extLst xmlns:a="http://schemas.openxmlformats.org/drawingml/2006/main">
              <a:ext uri="{FF2B5EF4-FFF2-40B4-BE49-F238E27FC236}">
                <a16:creationId xmlns:a16="http://schemas.microsoft.com/office/drawing/2014/main" id="{FA4366FA-B563-4035-A7FB-F2A19D434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8371" y="815709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1" name="path-4558">
            <a:extLst xmlns:a="http://schemas.openxmlformats.org/drawingml/2006/main">
              <a:ext uri="{FF2B5EF4-FFF2-40B4-BE49-F238E27FC236}">
                <a16:creationId xmlns:a16="http://schemas.microsoft.com/office/drawing/2014/main" id="{5B492EEA-5A59-48BA-8049-46F5C9D75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4387" y="816134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2" name="path-4559">
            <a:extLst xmlns:a="http://schemas.openxmlformats.org/drawingml/2006/main">
              <a:ext uri="{FF2B5EF4-FFF2-40B4-BE49-F238E27FC236}">
                <a16:creationId xmlns:a16="http://schemas.microsoft.com/office/drawing/2014/main" id="{10E4B4B3-4A8C-48CA-971D-27BF771F3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8680" y="811289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3" name="path-4560">
            <a:extLst xmlns:a="http://schemas.openxmlformats.org/drawingml/2006/main">
              <a:ext uri="{FF2B5EF4-FFF2-40B4-BE49-F238E27FC236}">
                <a16:creationId xmlns:a16="http://schemas.microsoft.com/office/drawing/2014/main" id="{971A7FAC-AAFA-497F-BE0A-3889D8C035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1932" y="813779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4" name="path-4561">
            <a:extLst xmlns:a="http://schemas.openxmlformats.org/drawingml/2006/main">
              <a:ext uri="{FF2B5EF4-FFF2-40B4-BE49-F238E27FC236}">
                <a16:creationId xmlns:a16="http://schemas.microsoft.com/office/drawing/2014/main" id="{65624AE1-D996-4B2F-A0D3-D2FFC66B7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5575" y="812704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5" name="path-4562">
            <a:extLst xmlns:a="http://schemas.openxmlformats.org/drawingml/2006/main">
              <a:ext uri="{FF2B5EF4-FFF2-40B4-BE49-F238E27FC236}">
                <a16:creationId xmlns:a16="http://schemas.microsoft.com/office/drawing/2014/main" id="{94088196-BE49-4D85-A224-F19C86B79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9993" y="810326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6" name="path-4563">
            <a:extLst xmlns:a="http://schemas.openxmlformats.org/drawingml/2006/main">
              <a:ext uri="{FF2B5EF4-FFF2-40B4-BE49-F238E27FC236}">
                <a16:creationId xmlns:a16="http://schemas.microsoft.com/office/drawing/2014/main" id="{36B0E217-0091-4944-BF2B-8BF462BBB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2666" y="812695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7" name="path-4564">
            <a:extLst xmlns:a="http://schemas.openxmlformats.org/drawingml/2006/main">
              <a:ext uri="{FF2B5EF4-FFF2-40B4-BE49-F238E27FC236}">
                <a16:creationId xmlns:a16="http://schemas.microsoft.com/office/drawing/2014/main" id="{725E4B44-1A01-4A25-A037-5E9EC1AFF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10176" y="811882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8" name="path-4565">
            <a:extLst xmlns:a="http://schemas.openxmlformats.org/drawingml/2006/main">
              <a:ext uri="{FF2B5EF4-FFF2-40B4-BE49-F238E27FC236}">
                <a16:creationId xmlns:a16="http://schemas.microsoft.com/office/drawing/2014/main" id="{69AAB99D-4CDC-4C68-97B9-0B8AF9E51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89769" y="815503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9" name="path-4566">
            <a:extLst xmlns:a="http://schemas.openxmlformats.org/drawingml/2006/main">
              <a:ext uri="{FF2B5EF4-FFF2-40B4-BE49-F238E27FC236}">
                <a16:creationId xmlns:a16="http://schemas.microsoft.com/office/drawing/2014/main" id="{343FF5BB-72B1-44C0-9E5A-F45164EE9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9643" y="812152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0" name="path-4567">
            <a:extLst xmlns:a="http://schemas.openxmlformats.org/drawingml/2006/main">
              <a:ext uri="{FF2B5EF4-FFF2-40B4-BE49-F238E27FC236}">
                <a16:creationId xmlns:a16="http://schemas.microsoft.com/office/drawing/2014/main" id="{37648951-BC0A-4D49-B2F5-9DB6048D3B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560" y="813083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1" name="path-4568">
            <a:extLst xmlns:a="http://schemas.openxmlformats.org/drawingml/2006/main">
              <a:ext uri="{FF2B5EF4-FFF2-40B4-BE49-F238E27FC236}">
                <a16:creationId xmlns:a16="http://schemas.microsoft.com/office/drawing/2014/main" id="{A8D6451C-4D30-42A6-B794-6BB383567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1353" y="814181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2" name="path-4569">
            <a:extLst xmlns:a="http://schemas.openxmlformats.org/drawingml/2006/main">
              <a:ext uri="{FF2B5EF4-FFF2-40B4-BE49-F238E27FC236}">
                <a16:creationId xmlns:a16="http://schemas.microsoft.com/office/drawing/2014/main" id="{2988E40D-6C99-4A63-8746-EFF9D219A4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5337" y="815684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3" name="path-4570">
            <a:extLst xmlns:a="http://schemas.openxmlformats.org/drawingml/2006/main">
              <a:ext uri="{FF2B5EF4-FFF2-40B4-BE49-F238E27FC236}">
                <a16:creationId xmlns:a16="http://schemas.microsoft.com/office/drawing/2014/main" id="{121D5CF6-BFD0-40B3-95DE-1930594C6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86831" y="817365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4" name="path-4571">
            <a:extLst xmlns:a="http://schemas.openxmlformats.org/drawingml/2006/main">
              <a:ext uri="{FF2B5EF4-FFF2-40B4-BE49-F238E27FC236}">
                <a16:creationId xmlns:a16="http://schemas.microsoft.com/office/drawing/2014/main" id="{1414B5F8-D9B3-4BAD-8671-9229AA1D6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4555" y="815721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5" name="path-4572">
            <a:extLst xmlns:a="http://schemas.openxmlformats.org/drawingml/2006/main">
              <a:ext uri="{FF2B5EF4-FFF2-40B4-BE49-F238E27FC236}">
                <a16:creationId xmlns:a16="http://schemas.microsoft.com/office/drawing/2014/main" id="{F2D15FE5-78EF-438E-AD26-D430E4BA0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8531" y="812209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6" name="path-4573">
            <a:extLst xmlns:a="http://schemas.openxmlformats.org/drawingml/2006/main">
              <a:ext uri="{FF2B5EF4-FFF2-40B4-BE49-F238E27FC236}">
                <a16:creationId xmlns:a16="http://schemas.microsoft.com/office/drawing/2014/main" id="{0AF6463A-0808-41D0-AAC1-0F50AA498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22516" y="813944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7" name="path-4574">
            <a:extLst xmlns:a="http://schemas.openxmlformats.org/drawingml/2006/main">
              <a:ext uri="{FF2B5EF4-FFF2-40B4-BE49-F238E27FC236}">
                <a16:creationId xmlns:a16="http://schemas.microsoft.com/office/drawing/2014/main" id="{CAC943F9-9FA3-407C-BDD4-88BD2A598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74983" y="81707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8" name="path-4575">
            <a:extLst xmlns:a="http://schemas.openxmlformats.org/drawingml/2006/main">
              <a:ext uri="{FF2B5EF4-FFF2-40B4-BE49-F238E27FC236}">
                <a16:creationId xmlns:a16="http://schemas.microsoft.com/office/drawing/2014/main" id="{420A26DF-D8E5-42FC-8A5A-9C55BE931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59466" y="814181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9" name="path-4576">
            <a:extLst xmlns:a="http://schemas.openxmlformats.org/drawingml/2006/main">
              <a:ext uri="{FF2B5EF4-FFF2-40B4-BE49-F238E27FC236}">
                <a16:creationId xmlns:a16="http://schemas.microsoft.com/office/drawing/2014/main" id="{5856A9B5-55DC-4EC8-A0CE-4438F491D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2782" y="814461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0" name="path-4577">
            <a:extLst xmlns:a="http://schemas.openxmlformats.org/drawingml/2006/main">
              <a:ext uri="{FF2B5EF4-FFF2-40B4-BE49-F238E27FC236}">
                <a16:creationId xmlns:a16="http://schemas.microsoft.com/office/drawing/2014/main" id="{90820661-D418-4BC0-A4B4-142669E84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04692" y="812326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1" name="path-4578">
            <a:extLst xmlns:a="http://schemas.openxmlformats.org/drawingml/2006/main">
              <a:ext uri="{FF2B5EF4-FFF2-40B4-BE49-F238E27FC236}">
                <a16:creationId xmlns:a16="http://schemas.microsoft.com/office/drawing/2014/main" id="{6A7E291D-B548-48F6-9699-4C6E8DCEE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6879" y="815110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2" name="path-4579">
            <a:extLst xmlns:a="http://schemas.openxmlformats.org/drawingml/2006/main">
              <a:ext uri="{FF2B5EF4-FFF2-40B4-BE49-F238E27FC236}">
                <a16:creationId xmlns:a16="http://schemas.microsoft.com/office/drawing/2014/main" id="{29533841-31AF-4951-A35E-142AB61DA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0657" y="815220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3" name="path-4580">
            <a:extLst xmlns:a="http://schemas.openxmlformats.org/drawingml/2006/main">
              <a:ext uri="{FF2B5EF4-FFF2-40B4-BE49-F238E27FC236}">
                <a16:creationId xmlns:a16="http://schemas.microsoft.com/office/drawing/2014/main" id="{89D65EB1-02C6-4A01-86DC-251993939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44405" y="814021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4" name="path-4581">
            <a:extLst xmlns:a="http://schemas.openxmlformats.org/drawingml/2006/main">
              <a:ext uri="{FF2B5EF4-FFF2-40B4-BE49-F238E27FC236}">
                <a16:creationId xmlns:a16="http://schemas.microsoft.com/office/drawing/2014/main" id="{157459AA-8CAD-484A-A573-9A7A55F72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44483" y="811859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5" name="path-4582">
            <a:extLst xmlns:a="http://schemas.openxmlformats.org/drawingml/2006/main">
              <a:ext uri="{FF2B5EF4-FFF2-40B4-BE49-F238E27FC236}">
                <a16:creationId xmlns:a16="http://schemas.microsoft.com/office/drawing/2014/main" id="{B7D5D5DA-3731-47D3-8E05-7F0F224F2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6135" y="816213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6" name="path-4583">
            <a:extLst xmlns:a="http://schemas.openxmlformats.org/drawingml/2006/main">
              <a:ext uri="{FF2B5EF4-FFF2-40B4-BE49-F238E27FC236}">
                <a16:creationId xmlns:a16="http://schemas.microsoft.com/office/drawing/2014/main" id="{28A8BB58-2FD7-47E5-8204-07B8FC713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8798" y="818149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7" name="path-4584">
            <a:extLst xmlns:a="http://schemas.openxmlformats.org/drawingml/2006/main">
              <a:ext uri="{FF2B5EF4-FFF2-40B4-BE49-F238E27FC236}">
                <a16:creationId xmlns:a16="http://schemas.microsoft.com/office/drawing/2014/main" id="{32F0D77A-786F-4ADE-9C05-11FCAD01F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94596" y="815773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8" name="path-4585">
            <a:extLst xmlns:a="http://schemas.openxmlformats.org/drawingml/2006/main">
              <a:ext uri="{FF2B5EF4-FFF2-40B4-BE49-F238E27FC236}">
                <a16:creationId xmlns:a16="http://schemas.microsoft.com/office/drawing/2014/main" id="{0DC4D25C-020E-418A-9CFB-B29A5DDEA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853" y="813291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9" name="path-4586">
            <a:extLst xmlns:a="http://schemas.openxmlformats.org/drawingml/2006/main">
              <a:ext uri="{FF2B5EF4-FFF2-40B4-BE49-F238E27FC236}">
                <a16:creationId xmlns:a16="http://schemas.microsoft.com/office/drawing/2014/main" id="{6968E939-4572-4992-B6A3-9CEF978CD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14721" y="813340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0" name="path-4587">
            <a:extLst xmlns:a="http://schemas.openxmlformats.org/drawingml/2006/main">
              <a:ext uri="{FF2B5EF4-FFF2-40B4-BE49-F238E27FC236}">
                <a16:creationId xmlns:a16="http://schemas.microsoft.com/office/drawing/2014/main" id="{4700BB40-65FF-4792-A9E1-09645E543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61989" y="813192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1" name="path-4588">
            <a:extLst xmlns:a="http://schemas.openxmlformats.org/drawingml/2006/main">
              <a:ext uri="{FF2B5EF4-FFF2-40B4-BE49-F238E27FC236}">
                <a16:creationId xmlns:a16="http://schemas.microsoft.com/office/drawing/2014/main" id="{F6C9F3C7-FCD0-4AB5-BD78-7B5CFD77D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246" y="812236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2" name="path-4589">
            <a:extLst xmlns:a="http://schemas.openxmlformats.org/drawingml/2006/main">
              <a:ext uri="{FF2B5EF4-FFF2-40B4-BE49-F238E27FC236}">
                <a16:creationId xmlns:a16="http://schemas.microsoft.com/office/drawing/2014/main" id="{E987E473-339B-4E67-853E-4FCFFC8724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97240" y="816000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3" name="path-4590">
            <a:extLst xmlns:a="http://schemas.openxmlformats.org/drawingml/2006/main">
              <a:ext uri="{FF2B5EF4-FFF2-40B4-BE49-F238E27FC236}">
                <a16:creationId xmlns:a16="http://schemas.microsoft.com/office/drawing/2014/main" id="{222FDA28-EA97-46F3-84B7-EF9C28683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18564" y="817344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4" name="path-4591">
            <a:extLst xmlns:a="http://schemas.openxmlformats.org/drawingml/2006/main">
              <a:ext uri="{FF2B5EF4-FFF2-40B4-BE49-F238E27FC236}">
                <a16:creationId xmlns:a16="http://schemas.microsoft.com/office/drawing/2014/main" id="{AFEDC082-C4B7-41AA-8D01-3B79A7CC4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578" y="812542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5" name="path-4592">
            <a:extLst xmlns:a="http://schemas.openxmlformats.org/drawingml/2006/main">
              <a:ext uri="{FF2B5EF4-FFF2-40B4-BE49-F238E27FC236}">
                <a16:creationId xmlns:a16="http://schemas.microsoft.com/office/drawing/2014/main" id="{5F9024CD-587B-42F1-BB19-BD79C066E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8845" y="815543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6" name="path-4593">
            <a:extLst xmlns:a="http://schemas.openxmlformats.org/drawingml/2006/main">
              <a:ext uri="{FF2B5EF4-FFF2-40B4-BE49-F238E27FC236}">
                <a16:creationId xmlns:a16="http://schemas.microsoft.com/office/drawing/2014/main" id="{C091695D-5C4C-4E3E-88B4-0DCD91672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0928" y="816401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7" name="path-4594">
            <a:extLst xmlns:a="http://schemas.openxmlformats.org/drawingml/2006/main">
              <a:ext uri="{FF2B5EF4-FFF2-40B4-BE49-F238E27FC236}">
                <a16:creationId xmlns:a16="http://schemas.microsoft.com/office/drawing/2014/main" id="{043D86AB-0EAE-4C0F-AFB8-3E4CEC9E4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682" y="812944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8" name="path-4595">
            <a:extLst xmlns:a="http://schemas.openxmlformats.org/drawingml/2006/main">
              <a:ext uri="{FF2B5EF4-FFF2-40B4-BE49-F238E27FC236}">
                <a16:creationId xmlns:a16="http://schemas.microsoft.com/office/drawing/2014/main" id="{637678EF-360C-44F1-9489-1802ACB1C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290" y="817051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9" name="path-4596">
            <a:extLst xmlns:a="http://schemas.openxmlformats.org/drawingml/2006/main">
              <a:ext uri="{FF2B5EF4-FFF2-40B4-BE49-F238E27FC236}">
                <a16:creationId xmlns:a16="http://schemas.microsoft.com/office/drawing/2014/main" id="{3B1FB691-55E7-418C-9124-DB5FA5699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902" y="81315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0" name="path-4597">
            <a:extLst xmlns:a="http://schemas.openxmlformats.org/drawingml/2006/main">
              <a:ext uri="{FF2B5EF4-FFF2-40B4-BE49-F238E27FC236}">
                <a16:creationId xmlns:a16="http://schemas.microsoft.com/office/drawing/2014/main" id="{53760113-F88A-4118-B785-ECEFC2FB8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38541" y="811477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1" name="path-4598">
            <a:extLst xmlns:a="http://schemas.openxmlformats.org/drawingml/2006/main">
              <a:ext uri="{FF2B5EF4-FFF2-40B4-BE49-F238E27FC236}">
                <a16:creationId xmlns:a16="http://schemas.microsoft.com/office/drawing/2014/main" id="{1AB1C6AD-9C17-4246-BA6B-2ADDACDDA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796" y="815172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2" name="path-4599">
            <a:extLst xmlns:a="http://schemas.openxmlformats.org/drawingml/2006/main">
              <a:ext uri="{FF2B5EF4-FFF2-40B4-BE49-F238E27FC236}">
                <a16:creationId xmlns:a16="http://schemas.microsoft.com/office/drawing/2014/main" id="{7C5130CE-9630-4E3B-A116-375D11165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8525" y="815424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3" name="path-4600">
            <a:extLst xmlns:a="http://schemas.openxmlformats.org/drawingml/2006/main">
              <a:ext uri="{FF2B5EF4-FFF2-40B4-BE49-F238E27FC236}">
                <a16:creationId xmlns:a16="http://schemas.microsoft.com/office/drawing/2014/main" id="{899E8144-CBEF-4716-A07B-4697A3DD6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0297" y="817623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4" name="path-4601">
            <a:extLst xmlns:a="http://schemas.openxmlformats.org/drawingml/2006/main">
              <a:ext uri="{FF2B5EF4-FFF2-40B4-BE49-F238E27FC236}">
                <a16:creationId xmlns:a16="http://schemas.microsoft.com/office/drawing/2014/main" id="{8B727BC9-A69C-4E5D-A102-C88E4B33D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2882" y="815930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5" name="path-4602">
            <a:extLst xmlns:a="http://schemas.openxmlformats.org/drawingml/2006/main">
              <a:ext uri="{FF2B5EF4-FFF2-40B4-BE49-F238E27FC236}">
                <a16:creationId xmlns:a16="http://schemas.microsoft.com/office/drawing/2014/main" id="{094C8895-DF3A-40A9-A496-A164CF93F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60849" y="819516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6" name="path-4603">
            <a:extLst xmlns:a="http://schemas.openxmlformats.org/drawingml/2006/main">
              <a:ext uri="{FF2B5EF4-FFF2-40B4-BE49-F238E27FC236}">
                <a16:creationId xmlns:a16="http://schemas.microsoft.com/office/drawing/2014/main" id="{A5613CF0-7147-4FCF-A22E-C66DE7890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310" y="815451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7" name="path-4604">
            <a:extLst xmlns:a="http://schemas.openxmlformats.org/drawingml/2006/main">
              <a:ext uri="{FF2B5EF4-FFF2-40B4-BE49-F238E27FC236}">
                <a16:creationId xmlns:a16="http://schemas.microsoft.com/office/drawing/2014/main" id="{A45A0DC4-4FDF-4855-BCFD-B7DAEB97E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3295" y="814204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8" name="path-4605">
            <a:extLst xmlns:a="http://schemas.openxmlformats.org/drawingml/2006/main">
              <a:ext uri="{FF2B5EF4-FFF2-40B4-BE49-F238E27FC236}">
                <a16:creationId xmlns:a16="http://schemas.microsoft.com/office/drawing/2014/main" id="{1C1D7DBC-3872-419A-9A7E-EAE5FE815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604" y="813423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9" name="path-4606">
            <a:extLst xmlns:a="http://schemas.openxmlformats.org/drawingml/2006/main">
              <a:ext uri="{FF2B5EF4-FFF2-40B4-BE49-F238E27FC236}">
                <a16:creationId xmlns:a16="http://schemas.microsoft.com/office/drawing/2014/main" id="{26E85275-8BD5-4B8F-BF2F-5DDF26AEC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5054" y="814826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0" name="path-4607">
            <a:extLst xmlns:a="http://schemas.openxmlformats.org/drawingml/2006/main">
              <a:ext uri="{FF2B5EF4-FFF2-40B4-BE49-F238E27FC236}">
                <a16:creationId xmlns:a16="http://schemas.microsoft.com/office/drawing/2014/main" id="{DFE15CD4-07E6-4C39-AD46-3A28E5036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5023" y="815293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1" name="path-4608">
            <a:extLst xmlns:a="http://schemas.openxmlformats.org/drawingml/2006/main">
              <a:ext uri="{FF2B5EF4-FFF2-40B4-BE49-F238E27FC236}">
                <a16:creationId xmlns:a16="http://schemas.microsoft.com/office/drawing/2014/main" id="{E95A1514-E374-497B-B757-DE62320B1E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44029" y="819208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2" name="path-4609">
            <a:extLst xmlns:a="http://schemas.openxmlformats.org/drawingml/2006/main">
              <a:ext uri="{FF2B5EF4-FFF2-40B4-BE49-F238E27FC236}">
                <a16:creationId xmlns:a16="http://schemas.microsoft.com/office/drawing/2014/main" id="{E16ED971-62AD-4E2D-9093-568925A7B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4813" y="812834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3" name="path-4610">
            <a:extLst xmlns:a="http://schemas.openxmlformats.org/drawingml/2006/main">
              <a:ext uri="{FF2B5EF4-FFF2-40B4-BE49-F238E27FC236}">
                <a16:creationId xmlns:a16="http://schemas.microsoft.com/office/drawing/2014/main" id="{C99B0F78-2DCA-42CA-8C09-7353821F79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5287" y="816515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4" name="path-4611">
            <a:extLst xmlns:a="http://schemas.openxmlformats.org/drawingml/2006/main">
              <a:ext uri="{FF2B5EF4-FFF2-40B4-BE49-F238E27FC236}">
                <a16:creationId xmlns:a16="http://schemas.microsoft.com/office/drawing/2014/main" id="{143186F5-8C7A-4430-B25D-6C9BC9DF8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45836" y="815682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5" name="path-4612">
            <a:extLst xmlns:a="http://schemas.openxmlformats.org/drawingml/2006/main">
              <a:ext uri="{FF2B5EF4-FFF2-40B4-BE49-F238E27FC236}">
                <a16:creationId xmlns:a16="http://schemas.microsoft.com/office/drawing/2014/main" id="{909A2BC3-9946-48A7-B672-0B0FC81C9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45638" y="812186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6" name="path-4613">
            <a:extLst xmlns:a="http://schemas.openxmlformats.org/drawingml/2006/main">
              <a:ext uri="{FF2B5EF4-FFF2-40B4-BE49-F238E27FC236}">
                <a16:creationId xmlns:a16="http://schemas.microsoft.com/office/drawing/2014/main" id="{2C208D92-E1BE-4340-8E2C-9FD36D8E3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23189" y="813714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7" name="path-4614">
            <a:extLst xmlns:a="http://schemas.openxmlformats.org/drawingml/2006/main">
              <a:ext uri="{FF2B5EF4-FFF2-40B4-BE49-F238E27FC236}">
                <a16:creationId xmlns:a16="http://schemas.microsoft.com/office/drawing/2014/main" id="{567148CC-FEBE-4BE4-A39F-826EF09D3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361" y="818619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8" name="path-4615">
            <a:extLst xmlns:a="http://schemas.openxmlformats.org/drawingml/2006/main">
              <a:ext uri="{FF2B5EF4-FFF2-40B4-BE49-F238E27FC236}">
                <a16:creationId xmlns:a16="http://schemas.microsoft.com/office/drawing/2014/main" id="{A3805D82-43DF-4A66-94DF-816E9198B0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2204" y="816385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09" name="path-4616">
            <a:extLst xmlns:a="http://schemas.openxmlformats.org/drawingml/2006/main">
              <a:ext uri="{FF2B5EF4-FFF2-40B4-BE49-F238E27FC236}">
                <a16:creationId xmlns:a16="http://schemas.microsoft.com/office/drawing/2014/main" id="{1513FB81-34B5-4AD2-B40A-4D7CE4E1D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44490" y="81076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0" name="path-4617">
            <a:extLst xmlns:a="http://schemas.openxmlformats.org/drawingml/2006/main">
              <a:ext uri="{FF2B5EF4-FFF2-40B4-BE49-F238E27FC236}">
                <a16:creationId xmlns:a16="http://schemas.microsoft.com/office/drawing/2014/main" id="{0D057AE4-1D0B-4834-AE3B-D1F415FB7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68262" y="816637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1" name="path-4618">
            <a:extLst xmlns:a="http://schemas.openxmlformats.org/drawingml/2006/main">
              <a:ext uri="{FF2B5EF4-FFF2-40B4-BE49-F238E27FC236}">
                <a16:creationId xmlns:a16="http://schemas.microsoft.com/office/drawing/2014/main" id="{25D552FF-3134-4FC4-9397-A897A25F9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788" y="813457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2" name="path-4619">
            <a:extLst xmlns:a="http://schemas.openxmlformats.org/drawingml/2006/main">
              <a:ext uri="{FF2B5EF4-FFF2-40B4-BE49-F238E27FC236}">
                <a16:creationId xmlns:a16="http://schemas.microsoft.com/office/drawing/2014/main" id="{9CC60244-5111-41B7-92A6-2126F0AB9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00283" y="815974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3" name="path-4620">
            <a:extLst xmlns:a="http://schemas.openxmlformats.org/drawingml/2006/main">
              <a:ext uri="{FF2B5EF4-FFF2-40B4-BE49-F238E27FC236}">
                <a16:creationId xmlns:a16="http://schemas.microsoft.com/office/drawing/2014/main" id="{17111483-F074-4B3F-ACE6-ADC9B34E3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74199" y="812524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4" name="path-4621">
            <a:extLst xmlns:a="http://schemas.openxmlformats.org/drawingml/2006/main">
              <a:ext uri="{FF2B5EF4-FFF2-40B4-BE49-F238E27FC236}">
                <a16:creationId xmlns:a16="http://schemas.microsoft.com/office/drawing/2014/main" id="{C9D26E28-A083-4FDA-B51F-99655C45A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220" y="81644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6" y="49125"/>
                  <a:pt x="77656" y="38827"/>
                </a:cubicBezTo>
                <a:cubicBezTo>
                  <a:pt x="77656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5" name="path-4622">
            <a:extLst xmlns:a="http://schemas.openxmlformats.org/drawingml/2006/main">
              <a:ext uri="{FF2B5EF4-FFF2-40B4-BE49-F238E27FC236}">
                <a16:creationId xmlns:a16="http://schemas.microsoft.com/office/drawing/2014/main" id="{CA1F63A2-86F8-4E95-A3DA-7F9B3A27E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01855" y="815165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6" name="path-4623">
            <a:extLst xmlns:a="http://schemas.openxmlformats.org/drawingml/2006/main">
              <a:ext uri="{FF2B5EF4-FFF2-40B4-BE49-F238E27FC236}">
                <a16:creationId xmlns:a16="http://schemas.microsoft.com/office/drawing/2014/main" id="{2CD1252A-9B13-4443-BED7-89F8F26C9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573" y="81675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7" name="path-4624">
            <a:extLst xmlns:a="http://schemas.openxmlformats.org/drawingml/2006/main">
              <a:ext uri="{FF2B5EF4-FFF2-40B4-BE49-F238E27FC236}">
                <a16:creationId xmlns:a16="http://schemas.microsoft.com/office/drawing/2014/main" id="{D37C17EB-9464-4176-B0DD-25F9CCB61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7667" y="81567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8" name="path-4625">
            <a:extLst xmlns:a="http://schemas.openxmlformats.org/drawingml/2006/main">
              <a:ext uri="{FF2B5EF4-FFF2-40B4-BE49-F238E27FC236}">
                <a16:creationId xmlns:a16="http://schemas.microsoft.com/office/drawing/2014/main" id="{B093EADE-F1C0-4AE9-8231-32373BBC2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2757" y="812457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9" name="path-4626">
            <a:extLst xmlns:a="http://schemas.openxmlformats.org/drawingml/2006/main">
              <a:ext uri="{FF2B5EF4-FFF2-40B4-BE49-F238E27FC236}">
                <a16:creationId xmlns:a16="http://schemas.microsoft.com/office/drawing/2014/main" id="{65FE9467-AC97-4EEF-897D-BF4634B52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10622" y="812983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0" name="path-4627">
            <a:extLst xmlns:a="http://schemas.openxmlformats.org/drawingml/2006/main">
              <a:ext uri="{FF2B5EF4-FFF2-40B4-BE49-F238E27FC236}">
                <a16:creationId xmlns:a16="http://schemas.microsoft.com/office/drawing/2014/main" id="{57966011-1398-4FD0-9873-7BF191576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3394" y="812265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1" name="path-4628">
            <a:extLst xmlns:a="http://schemas.openxmlformats.org/drawingml/2006/main">
              <a:ext uri="{FF2B5EF4-FFF2-40B4-BE49-F238E27FC236}">
                <a16:creationId xmlns:a16="http://schemas.microsoft.com/office/drawing/2014/main" id="{F9038400-25F4-4468-BA3C-6FE792502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0756" y="814594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2" name="path-4629">
            <a:extLst xmlns:a="http://schemas.openxmlformats.org/drawingml/2006/main">
              <a:ext uri="{FF2B5EF4-FFF2-40B4-BE49-F238E27FC236}">
                <a16:creationId xmlns:a16="http://schemas.microsoft.com/office/drawing/2014/main" id="{0CF07DD2-2414-4E1C-AF37-E09484A80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33524" y="813193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3" name="path-4630">
            <a:extLst xmlns:a="http://schemas.openxmlformats.org/drawingml/2006/main">
              <a:ext uri="{FF2B5EF4-FFF2-40B4-BE49-F238E27FC236}">
                <a16:creationId xmlns:a16="http://schemas.microsoft.com/office/drawing/2014/main" id="{A7F225C6-6257-411F-A11F-0CC5413EA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4998" y="816342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4" name="path-4631">
            <a:extLst xmlns:a="http://schemas.openxmlformats.org/drawingml/2006/main">
              <a:ext uri="{FF2B5EF4-FFF2-40B4-BE49-F238E27FC236}">
                <a16:creationId xmlns:a16="http://schemas.microsoft.com/office/drawing/2014/main" id="{8109BCD0-3A50-490D-B7FE-32059DE8B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2054" y="812272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5" name="path-4632">
            <a:extLst xmlns:a="http://schemas.openxmlformats.org/drawingml/2006/main">
              <a:ext uri="{FF2B5EF4-FFF2-40B4-BE49-F238E27FC236}">
                <a16:creationId xmlns:a16="http://schemas.microsoft.com/office/drawing/2014/main" id="{67930B34-A862-4276-9DCC-5A582F32A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5425" y="814810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6" name="path-4633">
            <a:extLst xmlns:a="http://schemas.openxmlformats.org/drawingml/2006/main">
              <a:ext uri="{FF2B5EF4-FFF2-40B4-BE49-F238E27FC236}">
                <a16:creationId xmlns:a16="http://schemas.microsoft.com/office/drawing/2014/main" id="{EA03DF18-F039-40D7-86DB-4E1168A1D6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0535" y="814128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7" name="path-4634">
            <a:extLst xmlns:a="http://schemas.openxmlformats.org/drawingml/2006/main">
              <a:ext uri="{FF2B5EF4-FFF2-40B4-BE49-F238E27FC236}">
                <a16:creationId xmlns:a16="http://schemas.microsoft.com/office/drawing/2014/main" id="{47972A67-4911-4852-B070-0BAB1DB82C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161" y="811971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8" name="path-4635">
            <a:extLst xmlns:a="http://schemas.openxmlformats.org/drawingml/2006/main">
              <a:ext uri="{FF2B5EF4-FFF2-40B4-BE49-F238E27FC236}">
                <a16:creationId xmlns:a16="http://schemas.microsoft.com/office/drawing/2014/main" id="{57E8ED11-CF9B-4245-844D-AEC7B1850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5221" y="814019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9" name="path-4636">
            <a:extLst xmlns:a="http://schemas.openxmlformats.org/drawingml/2006/main">
              <a:ext uri="{FF2B5EF4-FFF2-40B4-BE49-F238E27FC236}">
                <a16:creationId xmlns:a16="http://schemas.microsoft.com/office/drawing/2014/main" id="{A3C81DB6-D444-4B92-A11B-C8E53B1DD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8580" y="812616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0" name="path-4637">
            <a:extLst xmlns:a="http://schemas.openxmlformats.org/drawingml/2006/main">
              <a:ext uri="{FF2B5EF4-FFF2-40B4-BE49-F238E27FC236}">
                <a16:creationId xmlns:a16="http://schemas.microsoft.com/office/drawing/2014/main" id="{F3A2B4F8-8768-4537-ADDB-B9AFC092D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17268" y="81419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1" name="path-4638">
            <a:extLst xmlns:a="http://schemas.openxmlformats.org/drawingml/2006/main">
              <a:ext uri="{FF2B5EF4-FFF2-40B4-BE49-F238E27FC236}">
                <a16:creationId xmlns:a16="http://schemas.microsoft.com/office/drawing/2014/main" id="{2E76A5DC-23B7-4BCC-B3FE-9A4114333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45221" y="81320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2" name="path-4639">
            <a:extLst xmlns:a="http://schemas.openxmlformats.org/drawingml/2006/main">
              <a:ext uri="{FF2B5EF4-FFF2-40B4-BE49-F238E27FC236}">
                <a16:creationId xmlns:a16="http://schemas.microsoft.com/office/drawing/2014/main" id="{40BC1F0E-43B9-4445-A0CD-91C733180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62116" y="815018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3" name="path-4640">
            <a:extLst xmlns:a="http://schemas.openxmlformats.org/drawingml/2006/main">
              <a:ext uri="{FF2B5EF4-FFF2-40B4-BE49-F238E27FC236}">
                <a16:creationId xmlns:a16="http://schemas.microsoft.com/office/drawing/2014/main" id="{F9ECEF1E-939B-49A2-A4E7-40109E8E9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66097" y="812241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4" name="path-4641">
            <a:extLst xmlns:a="http://schemas.openxmlformats.org/drawingml/2006/main">
              <a:ext uri="{FF2B5EF4-FFF2-40B4-BE49-F238E27FC236}">
                <a16:creationId xmlns:a16="http://schemas.microsoft.com/office/drawing/2014/main" id="{64FF498F-4576-47AE-8236-12296ED05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4986" y="815334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5" name="path-4642">
            <a:extLst xmlns:a="http://schemas.openxmlformats.org/drawingml/2006/main">
              <a:ext uri="{FF2B5EF4-FFF2-40B4-BE49-F238E27FC236}">
                <a16:creationId xmlns:a16="http://schemas.microsoft.com/office/drawing/2014/main" id="{757C157C-E260-4934-9DCB-11C67CC70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26962" y="812153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6" name="path-4643">
            <a:extLst xmlns:a="http://schemas.openxmlformats.org/drawingml/2006/main">
              <a:ext uri="{FF2B5EF4-FFF2-40B4-BE49-F238E27FC236}">
                <a16:creationId xmlns:a16="http://schemas.microsoft.com/office/drawing/2014/main" id="{A2D47EA6-DC44-4707-BE9B-E173F9362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9763" y="812511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7" name="path-4644">
            <a:extLst xmlns:a="http://schemas.openxmlformats.org/drawingml/2006/main">
              <a:ext uri="{FF2B5EF4-FFF2-40B4-BE49-F238E27FC236}">
                <a16:creationId xmlns:a16="http://schemas.microsoft.com/office/drawing/2014/main" id="{2DFDBBFE-676C-4336-A77A-273A1A7A8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9956" y="815075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8" name="path-4645">
            <a:extLst xmlns:a="http://schemas.openxmlformats.org/drawingml/2006/main">
              <a:ext uri="{FF2B5EF4-FFF2-40B4-BE49-F238E27FC236}">
                <a16:creationId xmlns:a16="http://schemas.microsoft.com/office/drawing/2014/main" id="{1F5E3A7A-D9E4-43FF-A016-C73A3767A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2561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0" y="186212"/>
                </a:moveTo>
                <a:lnTo>
                  <a:pt x="186211" y="186212"/>
                </a:lnTo>
                <a:lnTo>
                  <a:pt x="186211" y="0"/>
                </a:lnTo>
                <a:lnTo>
                  <a:pt x="0" y="0"/>
                </a:lnTo>
                <a:lnTo>
                  <a:pt x="0" y="186212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9" name="path-4646">
            <a:extLst xmlns:a="http://schemas.openxmlformats.org/drawingml/2006/main">
              <a:ext uri="{FF2B5EF4-FFF2-40B4-BE49-F238E27FC236}">
                <a16:creationId xmlns:a16="http://schemas.microsoft.com/office/drawing/2014/main" id="{B2F0C29C-111E-4DFD-BC73-CE06BB7A04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8195" y="8066032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2" y="12279"/>
                </a:lnTo>
                <a:lnTo>
                  <a:pt x="186212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0" name="path-4647">
            <a:extLst xmlns:a="http://schemas.openxmlformats.org/drawingml/2006/main">
              <a:ext uri="{FF2B5EF4-FFF2-40B4-BE49-F238E27FC236}">
                <a16:creationId xmlns:a16="http://schemas.microsoft.com/office/drawing/2014/main" id="{39D0380D-2B24-4225-A042-1BEB9F7FD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1692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0" y="186212"/>
                </a:moveTo>
                <a:lnTo>
                  <a:pt x="186211" y="186212"/>
                </a:lnTo>
                <a:lnTo>
                  <a:pt x="186211" y="0"/>
                </a:lnTo>
                <a:lnTo>
                  <a:pt x="0" y="0"/>
                </a:lnTo>
                <a:lnTo>
                  <a:pt x="0" y="186212"/>
                </a:lnTo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1" name="path-4648">
            <a:extLst xmlns:a="http://schemas.openxmlformats.org/drawingml/2006/main">
              <a:ext uri="{FF2B5EF4-FFF2-40B4-BE49-F238E27FC236}">
                <a16:creationId xmlns:a16="http://schemas.microsoft.com/office/drawing/2014/main" id="{B5CB51CD-FD87-487B-9F71-450D64EC4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7325" y="8066032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2" y="12279"/>
                </a:lnTo>
                <a:lnTo>
                  <a:pt x="186212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2" name="path-4649">
            <a:extLst xmlns:a="http://schemas.openxmlformats.org/drawingml/2006/main">
              <a:ext uri="{FF2B5EF4-FFF2-40B4-BE49-F238E27FC236}">
                <a16:creationId xmlns:a16="http://schemas.microsoft.com/office/drawing/2014/main" id="{D00843A1-7137-494F-9581-CE0647FC5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2994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93105" y="0"/>
                </a:moveTo>
                <a:lnTo>
                  <a:pt x="0" y="186212"/>
                </a:lnTo>
                <a:lnTo>
                  <a:pt x="186211" y="186212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3" name="path-4650">
            <a:extLst xmlns:a="http://schemas.openxmlformats.org/drawingml/2006/main">
              <a:ext uri="{FF2B5EF4-FFF2-40B4-BE49-F238E27FC236}">
                <a16:creationId xmlns:a16="http://schemas.microsoft.com/office/drawing/2014/main" id="{044C533C-CC49-45FB-AFA5-7095A19D5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9750" y="8048275"/>
            <a:ext cx="264360" cy="264360"/>
          </a:xfrm>
          <a:custGeom xmlns:a="http://schemas.openxmlformats.org/drawingml/2006/main">
            <a:pathLst>
              <a:path w="225945" h="225945">
                <a:moveTo>
                  <a:pt x="112972" y="27455"/>
                </a:moveTo>
                <a:lnTo>
                  <a:pt x="123954" y="21964"/>
                </a:lnTo>
                <a:lnTo>
                  <a:pt x="112972" y="0"/>
                </a:lnTo>
                <a:lnTo>
                  <a:pt x="101990" y="21964"/>
                </a:lnTo>
                <a:lnTo>
                  <a:pt x="112972" y="27455"/>
                </a:lnTo>
                <a:moveTo>
                  <a:pt x="19867" y="213667"/>
                </a:moveTo>
                <a:lnTo>
                  <a:pt x="8885" y="208176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06078" y="225945"/>
                </a:lnTo>
                <a:lnTo>
                  <a:pt x="225945" y="225945"/>
                </a:lnTo>
                <a:lnTo>
                  <a:pt x="217060" y="208176"/>
                </a:lnTo>
                <a:lnTo>
                  <a:pt x="206078" y="213667"/>
                </a:lnTo>
                <a:moveTo>
                  <a:pt x="112972" y="27455"/>
                </a:moveTo>
                <a:lnTo>
                  <a:pt x="101990" y="21964"/>
                </a:lnTo>
                <a:lnTo>
                  <a:pt x="8885" y="208176"/>
                </a:lnTo>
                <a:lnTo>
                  <a:pt x="19867" y="213667"/>
                </a:lnTo>
                <a:lnTo>
                  <a:pt x="30849" y="219158"/>
                </a:lnTo>
                <a:lnTo>
                  <a:pt x="123954" y="32947"/>
                </a:lnTo>
                <a:lnTo>
                  <a:pt x="112972" y="27455"/>
                </a:lnTo>
                <a:moveTo>
                  <a:pt x="19867" y="213667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7"/>
                </a:lnTo>
                <a:lnTo>
                  <a:pt x="206078" y="201389"/>
                </a:lnTo>
                <a:lnTo>
                  <a:pt x="19867" y="201389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17060" y="208176"/>
                </a:lnTo>
                <a:lnTo>
                  <a:pt x="123954" y="21964"/>
                </a:lnTo>
                <a:lnTo>
                  <a:pt x="112972" y="27455"/>
                </a:lnTo>
                <a:lnTo>
                  <a:pt x="101990" y="32947"/>
                </a:lnTo>
                <a:lnTo>
                  <a:pt x="195096" y="219158"/>
                </a:lnTo>
                <a:lnTo>
                  <a:pt x="206078" y="2136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4" name="path-4651">
            <a:extLst xmlns:a="http://schemas.openxmlformats.org/drawingml/2006/main">
              <a:ext uri="{FF2B5EF4-FFF2-40B4-BE49-F238E27FC236}">
                <a16:creationId xmlns:a16="http://schemas.microsoft.com/office/drawing/2014/main" id="{25E026C2-0B9D-40F3-A224-B425AAE4B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862" y="8080398"/>
            <a:ext cx="217871" cy="217871"/>
          </a:xfrm>
          <a:custGeom xmlns:a="http://schemas.openxmlformats.org/drawingml/2006/main">
            <a:pathLst>
              <a:path w="186211" h="186212">
                <a:moveTo>
                  <a:pt x="93105" y="0"/>
                </a:moveTo>
                <a:lnTo>
                  <a:pt x="0" y="186212"/>
                </a:lnTo>
                <a:lnTo>
                  <a:pt x="186211" y="186212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5" name="path-4652">
            <a:extLst xmlns:a="http://schemas.openxmlformats.org/drawingml/2006/main">
              <a:ext uri="{FF2B5EF4-FFF2-40B4-BE49-F238E27FC236}">
                <a16:creationId xmlns:a16="http://schemas.microsoft.com/office/drawing/2014/main" id="{428BD167-55DC-4B38-854C-06DC133E3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618" y="8048275"/>
            <a:ext cx="264360" cy="264360"/>
          </a:xfrm>
          <a:custGeom xmlns:a="http://schemas.openxmlformats.org/drawingml/2006/main">
            <a:pathLst>
              <a:path w="225945" h="225945">
                <a:moveTo>
                  <a:pt x="112972" y="27455"/>
                </a:moveTo>
                <a:lnTo>
                  <a:pt x="123955" y="21964"/>
                </a:lnTo>
                <a:lnTo>
                  <a:pt x="112972" y="0"/>
                </a:lnTo>
                <a:lnTo>
                  <a:pt x="101991" y="21964"/>
                </a:lnTo>
                <a:lnTo>
                  <a:pt x="112972" y="27455"/>
                </a:lnTo>
                <a:moveTo>
                  <a:pt x="19867" y="213667"/>
                </a:moveTo>
                <a:lnTo>
                  <a:pt x="8885" y="208176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06078" y="225945"/>
                </a:lnTo>
                <a:lnTo>
                  <a:pt x="225945" y="225945"/>
                </a:lnTo>
                <a:lnTo>
                  <a:pt x="217060" y="208176"/>
                </a:lnTo>
                <a:lnTo>
                  <a:pt x="206078" y="213667"/>
                </a:lnTo>
                <a:moveTo>
                  <a:pt x="112972" y="27455"/>
                </a:moveTo>
                <a:lnTo>
                  <a:pt x="101991" y="21964"/>
                </a:lnTo>
                <a:lnTo>
                  <a:pt x="8885" y="208176"/>
                </a:lnTo>
                <a:lnTo>
                  <a:pt x="19867" y="213667"/>
                </a:lnTo>
                <a:lnTo>
                  <a:pt x="30849" y="219158"/>
                </a:lnTo>
                <a:lnTo>
                  <a:pt x="123955" y="32947"/>
                </a:lnTo>
                <a:lnTo>
                  <a:pt x="112972" y="27455"/>
                </a:lnTo>
                <a:moveTo>
                  <a:pt x="19867" y="213667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7"/>
                </a:lnTo>
                <a:lnTo>
                  <a:pt x="206078" y="201389"/>
                </a:lnTo>
                <a:lnTo>
                  <a:pt x="19867" y="201389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17060" y="208176"/>
                </a:lnTo>
                <a:lnTo>
                  <a:pt x="123955" y="21964"/>
                </a:lnTo>
                <a:lnTo>
                  <a:pt x="112972" y="27455"/>
                </a:lnTo>
                <a:lnTo>
                  <a:pt x="101991" y="32947"/>
                </a:lnTo>
                <a:lnTo>
                  <a:pt x="195096" y="219158"/>
                </a:lnTo>
                <a:lnTo>
                  <a:pt x="206078" y="2136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6" name="path-4653">
            <a:extLst xmlns:a="http://schemas.openxmlformats.org/drawingml/2006/main">
              <a:ext uri="{FF2B5EF4-FFF2-40B4-BE49-F238E27FC236}">
                <a16:creationId xmlns:a16="http://schemas.microsoft.com/office/drawing/2014/main" id="{3CDB0EF2-7E9C-4DBC-92BB-E1DE9E332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8415595"/>
            <a:ext cx="106398" cy="118519"/>
          </a:xfrm>
          <a:custGeom xmlns:a="http://schemas.openxmlformats.org/drawingml/2006/main">
            <a:pathLst>
              <a:path w="90937" h="101297">
                <a:moveTo>
                  <a:pt x="90937" y="92088"/>
                </a:moveTo>
                <a:lnTo>
                  <a:pt x="90937" y="82879"/>
                </a:lnTo>
                <a:lnTo>
                  <a:pt x="36835" y="82879"/>
                </a:lnTo>
                <a:lnTo>
                  <a:pt x="27540" y="80365"/>
                </a:lnTo>
                <a:lnTo>
                  <a:pt x="20932" y="73757"/>
                </a:lnTo>
                <a:lnTo>
                  <a:pt x="18417" y="64462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64462"/>
                </a:lnTo>
                <a:lnTo>
                  <a:pt x="2895" y="78800"/>
                </a:lnTo>
                <a:lnTo>
                  <a:pt x="10789" y="90508"/>
                </a:lnTo>
                <a:lnTo>
                  <a:pt x="22497" y="98402"/>
                </a:lnTo>
                <a:lnTo>
                  <a:pt x="36835" y="101297"/>
                </a:lnTo>
                <a:lnTo>
                  <a:pt x="90937" y="101297"/>
                </a:lnTo>
                <a:lnTo>
                  <a:pt x="90937" y="9208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7" name="path-4654">
            <a:extLst xmlns:a="http://schemas.openxmlformats.org/drawingml/2006/main">
              <a:ext uri="{FF2B5EF4-FFF2-40B4-BE49-F238E27FC236}">
                <a16:creationId xmlns:a16="http://schemas.microsoft.com/office/drawing/2014/main" id="{E7ECEC17-3FEC-4C6A-8B66-F7B192BE3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8113910"/>
            <a:ext cx="21549" cy="150843"/>
          </a:xfrm>
          <a:custGeom xmlns:a="http://schemas.openxmlformats.org/drawingml/2006/main">
            <a:pathLst>
              <a:path w="18417" h="128923">
                <a:moveTo>
                  <a:pt x="9209" y="128923"/>
                </a:moveTo>
                <a:lnTo>
                  <a:pt x="18417" y="128923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8" name="path-4655">
            <a:extLst xmlns:a="http://schemas.openxmlformats.org/drawingml/2006/main">
              <a:ext uri="{FF2B5EF4-FFF2-40B4-BE49-F238E27FC236}">
                <a16:creationId xmlns:a16="http://schemas.microsoft.com/office/drawing/2014/main" id="{FE4246C3-5E88-4345-AAD0-9FE9ED6B4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14" y="7844548"/>
            <a:ext cx="106398" cy="118519"/>
          </a:xfrm>
          <a:custGeom xmlns:a="http://schemas.openxmlformats.org/drawingml/2006/main">
            <a:pathLst>
              <a:path w="90937" h="101297">
                <a:moveTo>
                  <a:pt x="9209" y="101297"/>
                </a:moveTo>
                <a:lnTo>
                  <a:pt x="18417" y="101297"/>
                </a:lnTo>
                <a:lnTo>
                  <a:pt x="18417" y="36836"/>
                </a:lnTo>
                <a:lnTo>
                  <a:pt x="20932" y="27540"/>
                </a:lnTo>
                <a:lnTo>
                  <a:pt x="27540" y="20932"/>
                </a:lnTo>
                <a:lnTo>
                  <a:pt x="36835" y="18418"/>
                </a:lnTo>
                <a:lnTo>
                  <a:pt x="90937" y="18418"/>
                </a:lnTo>
                <a:lnTo>
                  <a:pt x="90937" y="9209"/>
                </a:lnTo>
                <a:lnTo>
                  <a:pt x="90937" y="0"/>
                </a:lnTo>
                <a:lnTo>
                  <a:pt x="36835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8"/>
                </a:lnTo>
                <a:lnTo>
                  <a:pt x="0" y="36836"/>
                </a:lnTo>
                <a:lnTo>
                  <a:pt x="0" y="101297"/>
                </a:lnTo>
                <a:lnTo>
                  <a:pt x="9209" y="101297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9" name="path-4656">
            <a:extLst xmlns:a="http://schemas.openxmlformats.org/drawingml/2006/main">
              <a:ext uri="{FF2B5EF4-FFF2-40B4-BE49-F238E27FC236}">
                <a16:creationId xmlns:a16="http://schemas.microsoft.com/office/drawing/2014/main" id="{34DB6180-6C26-4EE5-866A-FE5E1894C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1012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0" name="path-4657">
            <a:extLst xmlns:a="http://schemas.openxmlformats.org/drawingml/2006/main">
              <a:ext uri="{FF2B5EF4-FFF2-40B4-BE49-F238E27FC236}">
                <a16:creationId xmlns:a16="http://schemas.microsoft.com/office/drawing/2014/main" id="{EDD537E0-4B46-431E-AA92-F4F962D9F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4212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1" name="path-4658">
            <a:extLst xmlns:a="http://schemas.openxmlformats.org/drawingml/2006/main">
              <a:ext uri="{FF2B5EF4-FFF2-40B4-BE49-F238E27FC236}">
                <a16:creationId xmlns:a16="http://schemas.microsoft.com/office/drawing/2014/main" id="{F0C204E1-EF9B-4265-9710-29CDDCD7A7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412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2" name="path-4659">
            <a:extLst xmlns:a="http://schemas.openxmlformats.org/drawingml/2006/main">
              <a:ext uri="{FF2B5EF4-FFF2-40B4-BE49-F238E27FC236}">
                <a16:creationId xmlns:a16="http://schemas.microsoft.com/office/drawing/2014/main" id="{A0A60F09-9D28-48E9-BFBE-98CB376CA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612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3" name="path-4660">
            <a:extLst xmlns:a="http://schemas.openxmlformats.org/drawingml/2006/main">
              <a:ext uri="{FF2B5EF4-FFF2-40B4-BE49-F238E27FC236}">
                <a16:creationId xmlns:a16="http://schemas.microsoft.com/office/drawing/2014/main" id="{EDD3A003-504B-4202-8C55-64D4537C7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812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4" name="path-4661">
            <a:extLst xmlns:a="http://schemas.openxmlformats.org/drawingml/2006/main">
              <a:ext uri="{FF2B5EF4-FFF2-40B4-BE49-F238E27FC236}">
                <a16:creationId xmlns:a16="http://schemas.microsoft.com/office/drawing/2014/main" id="{B91CE1CE-E653-41BF-96E3-4DC5819A4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7012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5" name="path-4662">
            <a:extLst xmlns:a="http://schemas.openxmlformats.org/drawingml/2006/main">
              <a:ext uri="{FF2B5EF4-FFF2-40B4-BE49-F238E27FC236}">
                <a16:creationId xmlns:a16="http://schemas.microsoft.com/office/drawing/2014/main" id="{2C8958CE-100F-4C4E-B638-646C18C7B2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0212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18418"/>
                </a:move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6" name="path-4663">
            <a:extLst xmlns:a="http://schemas.openxmlformats.org/drawingml/2006/main">
              <a:ext uri="{FF2B5EF4-FFF2-40B4-BE49-F238E27FC236}">
                <a16:creationId xmlns:a16="http://schemas.microsoft.com/office/drawing/2014/main" id="{4B48AD78-B2E8-4452-B7E8-980DC221B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3412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7" name="path-4664">
            <a:extLst xmlns:a="http://schemas.openxmlformats.org/drawingml/2006/main">
              <a:ext uri="{FF2B5EF4-FFF2-40B4-BE49-F238E27FC236}">
                <a16:creationId xmlns:a16="http://schemas.microsoft.com/office/drawing/2014/main" id="{F5E4EEF3-1616-48D8-A2F5-A5CEBA601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6612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8" name="path-4665">
            <a:extLst xmlns:a="http://schemas.openxmlformats.org/drawingml/2006/main">
              <a:ext uri="{FF2B5EF4-FFF2-40B4-BE49-F238E27FC236}">
                <a16:creationId xmlns:a16="http://schemas.microsoft.com/office/drawing/2014/main" id="{5DAAF0D3-0393-4AA9-9723-EED037297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812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9" name="path-4666">
            <a:extLst xmlns:a="http://schemas.openxmlformats.org/drawingml/2006/main">
              <a:ext uri="{FF2B5EF4-FFF2-40B4-BE49-F238E27FC236}">
                <a16:creationId xmlns:a16="http://schemas.microsoft.com/office/drawing/2014/main" id="{BAD33269-7A38-48D0-867A-A305FBB88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33012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18418"/>
                </a:move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0" name="path-4667">
            <a:extLst xmlns:a="http://schemas.openxmlformats.org/drawingml/2006/main">
              <a:ext uri="{FF2B5EF4-FFF2-40B4-BE49-F238E27FC236}">
                <a16:creationId xmlns:a16="http://schemas.microsoft.com/office/drawing/2014/main" id="{B2E168E3-BD78-4102-9382-D14E75827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6213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18418"/>
                </a:move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1" name="path-4668">
            <a:extLst xmlns:a="http://schemas.openxmlformats.org/drawingml/2006/main">
              <a:ext uri="{FF2B5EF4-FFF2-40B4-BE49-F238E27FC236}">
                <a16:creationId xmlns:a16="http://schemas.microsoft.com/office/drawing/2014/main" id="{A1226CA8-B800-489F-ABDF-EE7692CA9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9412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2" name="path-4669">
            <a:extLst xmlns:a="http://schemas.openxmlformats.org/drawingml/2006/main">
              <a:ext uri="{FF2B5EF4-FFF2-40B4-BE49-F238E27FC236}">
                <a16:creationId xmlns:a16="http://schemas.microsoft.com/office/drawing/2014/main" id="{3C232EFF-FA30-4C29-B080-54AB9C95C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2612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3" name="path-4670">
            <a:extLst xmlns:a="http://schemas.openxmlformats.org/drawingml/2006/main">
              <a:ext uri="{FF2B5EF4-FFF2-40B4-BE49-F238E27FC236}">
                <a16:creationId xmlns:a16="http://schemas.microsoft.com/office/drawing/2014/main" id="{69EB056D-2CA6-48E6-AA9D-066ECBFB9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5812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4" name="path-4671">
            <a:extLst xmlns:a="http://schemas.openxmlformats.org/drawingml/2006/main">
              <a:ext uri="{FF2B5EF4-FFF2-40B4-BE49-F238E27FC236}">
                <a16:creationId xmlns:a16="http://schemas.microsoft.com/office/drawing/2014/main" id="{D991E8C7-43DE-4E18-8012-17532037D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9012" y="7844548"/>
            <a:ext cx="106398" cy="118519"/>
          </a:xfrm>
          <a:custGeom xmlns:a="http://schemas.openxmlformats.org/drawingml/2006/main">
            <a:pathLst>
              <a:path w="90937" h="101297">
                <a:moveTo>
                  <a:pt x="0" y="9209"/>
                </a:moveTo>
                <a:lnTo>
                  <a:pt x="0" y="18418"/>
                </a:lnTo>
                <a:lnTo>
                  <a:pt x="54102" y="18418"/>
                </a:lnTo>
                <a:lnTo>
                  <a:pt x="63398" y="20932"/>
                </a:lnTo>
                <a:lnTo>
                  <a:pt x="70005" y="27540"/>
                </a:lnTo>
                <a:lnTo>
                  <a:pt x="72520" y="36836"/>
                </a:lnTo>
                <a:lnTo>
                  <a:pt x="72520" y="101297"/>
                </a:lnTo>
                <a:lnTo>
                  <a:pt x="81728" y="101297"/>
                </a:lnTo>
                <a:lnTo>
                  <a:pt x="90937" y="101297"/>
                </a:lnTo>
                <a:lnTo>
                  <a:pt x="90937" y="36836"/>
                </a:lnTo>
                <a:lnTo>
                  <a:pt x="88043" y="22498"/>
                </a:lnTo>
                <a:lnTo>
                  <a:pt x="80149" y="10789"/>
                </a:lnTo>
                <a:lnTo>
                  <a:pt x="68440" y="2895"/>
                </a:lnTo>
                <a:lnTo>
                  <a:pt x="54102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5" name="path-4672">
            <a:extLst xmlns:a="http://schemas.openxmlformats.org/drawingml/2006/main">
              <a:ext uri="{FF2B5EF4-FFF2-40B4-BE49-F238E27FC236}">
                <a16:creationId xmlns:a16="http://schemas.microsoft.com/office/drawing/2014/main" id="{A66A21E4-E273-4305-AC5E-C9F47E364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3861" y="8113910"/>
            <a:ext cx="21549" cy="150843"/>
          </a:xfrm>
          <a:custGeom xmlns:a="http://schemas.openxmlformats.org/drawingml/2006/main">
            <a:pathLst>
              <a:path w="18418" h="128923">
                <a:moveTo>
                  <a:pt x="18418" y="128923"/>
                </a:move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lnTo>
                  <a:pt x="18418" y="128923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6" name="path-4673">
            <a:extLst xmlns:a="http://schemas.openxmlformats.org/drawingml/2006/main">
              <a:ext uri="{FF2B5EF4-FFF2-40B4-BE49-F238E27FC236}">
                <a16:creationId xmlns:a16="http://schemas.microsoft.com/office/drawing/2014/main" id="{A1A48D03-94FB-40D5-8242-6140A4B5A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9012" y="8415595"/>
            <a:ext cx="106398" cy="118519"/>
          </a:xfrm>
          <a:custGeom xmlns:a="http://schemas.openxmlformats.org/drawingml/2006/main">
            <a:pathLst>
              <a:path w="90937" h="101297">
                <a:moveTo>
                  <a:pt x="81728" y="0"/>
                </a:moveTo>
                <a:lnTo>
                  <a:pt x="72520" y="0"/>
                </a:lnTo>
                <a:lnTo>
                  <a:pt x="72520" y="64462"/>
                </a:lnTo>
                <a:lnTo>
                  <a:pt x="70005" y="73757"/>
                </a:lnTo>
                <a:lnTo>
                  <a:pt x="63398" y="80365"/>
                </a:lnTo>
                <a:lnTo>
                  <a:pt x="54102" y="82879"/>
                </a:lnTo>
                <a:lnTo>
                  <a:pt x="0" y="82879"/>
                </a:lnTo>
                <a:lnTo>
                  <a:pt x="0" y="92088"/>
                </a:lnTo>
                <a:lnTo>
                  <a:pt x="0" y="101297"/>
                </a:lnTo>
                <a:lnTo>
                  <a:pt x="54102" y="101297"/>
                </a:lnTo>
                <a:lnTo>
                  <a:pt x="68440" y="98402"/>
                </a:lnTo>
                <a:lnTo>
                  <a:pt x="80149" y="90508"/>
                </a:lnTo>
                <a:lnTo>
                  <a:pt x="88043" y="78800"/>
                </a:lnTo>
                <a:lnTo>
                  <a:pt x="90937" y="64462"/>
                </a:lnTo>
                <a:lnTo>
                  <a:pt x="90937" y="0"/>
                </a:lnTo>
                <a:lnTo>
                  <a:pt x="81728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7" name="path-4674">
            <a:extLst xmlns:a="http://schemas.openxmlformats.org/drawingml/2006/main">
              <a:ext uri="{FF2B5EF4-FFF2-40B4-BE49-F238E27FC236}">
                <a16:creationId xmlns:a16="http://schemas.microsoft.com/office/drawing/2014/main" id="{6C11CD99-3C8C-42D9-9BA1-AC98039A5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5812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8" name="path-4675">
            <a:extLst xmlns:a="http://schemas.openxmlformats.org/drawingml/2006/main">
              <a:ext uri="{FF2B5EF4-FFF2-40B4-BE49-F238E27FC236}">
                <a16:creationId xmlns:a16="http://schemas.microsoft.com/office/drawing/2014/main" id="{808E3683-1838-4190-8B42-CD2A0EE5C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2612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9" name="path-4676">
            <a:extLst xmlns:a="http://schemas.openxmlformats.org/drawingml/2006/main">
              <a:ext uri="{FF2B5EF4-FFF2-40B4-BE49-F238E27FC236}">
                <a16:creationId xmlns:a16="http://schemas.microsoft.com/office/drawing/2014/main" id="{48B26C83-FDE8-4D75-81F0-D640DCFC0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39412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0" name="path-4677">
            <a:extLst xmlns:a="http://schemas.openxmlformats.org/drawingml/2006/main">
              <a:ext uri="{FF2B5EF4-FFF2-40B4-BE49-F238E27FC236}">
                <a16:creationId xmlns:a16="http://schemas.microsoft.com/office/drawing/2014/main" id="{1988CBC1-B433-4D42-ABA0-A2450E73B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6213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1" name="path-4678">
            <a:extLst xmlns:a="http://schemas.openxmlformats.org/drawingml/2006/main">
              <a:ext uri="{FF2B5EF4-FFF2-40B4-BE49-F238E27FC236}">
                <a16:creationId xmlns:a16="http://schemas.microsoft.com/office/drawing/2014/main" id="{CD0719CA-75C2-40DE-A647-837327715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33012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2" name="path-4679">
            <a:extLst xmlns:a="http://schemas.openxmlformats.org/drawingml/2006/main">
              <a:ext uri="{FF2B5EF4-FFF2-40B4-BE49-F238E27FC236}">
                <a16:creationId xmlns:a16="http://schemas.microsoft.com/office/drawing/2014/main" id="{672F39B7-1042-4349-B444-25B68BEB0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812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3" name="path-4680">
            <a:extLst xmlns:a="http://schemas.openxmlformats.org/drawingml/2006/main">
              <a:ext uri="{FF2B5EF4-FFF2-40B4-BE49-F238E27FC236}">
                <a16:creationId xmlns:a16="http://schemas.microsoft.com/office/drawing/2014/main" id="{73CA9C87-B64A-4A54-BFCE-356864580B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26612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18418"/>
                </a:move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4" name="path-4681">
            <a:extLst xmlns:a="http://schemas.openxmlformats.org/drawingml/2006/main">
              <a:ext uri="{FF2B5EF4-FFF2-40B4-BE49-F238E27FC236}">
                <a16:creationId xmlns:a16="http://schemas.microsoft.com/office/drawing/2014/main" id="{1C28A649-55D5-41EE-8934-391C153C8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3412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5" name="path-4682">
            <a:extLst xmlns:a="http://schemas.openxmlformats.org/drawingml/2006/main">
              <a:ext uri="{FF2B5EF4-FFF2-40B4-BE49-F238E27FC236}">
                <a16:creationId xmlns:a16="http://schemas.microsoft.com/office/drawing/2014/main" id="{2FE5BF24-5BEA-429A-B9BC-D375EAE395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0212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0"/>
                </a:move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6" name="path-4683">
            <a:extLst xmlns:a="http://schemas.openxmlformats.org/drawingml/2006/main">
              <a:ext uri="{FF2B5EF4-FFF2-40B4-BE49-F238E27FC236}">
                <a16:creationId xmlns:a16="http://schemas.microsoft.com/office/drawing/2014/main" id="{3E5654B2-E66C-474B-AB05-60CDED2E7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7012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7" name="path-4684">
            <a:extLst xmlns:a="http://schemas.openxmlformats.org/drawingml/2006/main">
              <a:ext uri="{FF2B5EF4-FFF2-40B4-BE49-F238E27FC236}">
                <a16:creationId xmlns:a16="http://schemas.microsoft.com/office/drawing/2014/main" id="{CA22D21C-A094-4590-B694-205F84640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812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8" name="path-4685">
            <a:extLst xmlns:a="http://schemas.openxmlformats.org/drawingml/2006/main">
              <a:ext uri="{FF2B5EF4-FFF2-40B4-BE49-F238E27FC236}">
                <a16:creationId xmlns:a16="http://schemas.microsoft.com/office/drawing/2014/main" id="{8869D04E-9D6A-4DE7-BC27-7DB131CA0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612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9" name="path-4686">
            <a:extLst xmlns:a="http://schemas.openxmlformats.org/drawingml/2006/main">
              <a:ext uri="{FF2B5EF4-FFF2-40B4-BE49-F238E27FC236}">
                <a16:creationId xmlns:a16="http://schemas.microsoft.com/office/drawing/2014/main" id="{7BF91D4E-225B-4A5F-A35C-B1F39230C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412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0" name="path-4687">
            <a:extLst xmlns:a="http://schemas.openxmlformats.org/drawingml/2006/main">
              <a:ext uri="{FF2B5EF4-FFF2-40B4-BE49-F238E27FC236}">
                <a16:creationId xmlns:a16="http://schemas.microsoft.com/office/drawing/2014/main" id="{0909AC62-6A8A-41D6-8410-A74F62CDC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4212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1" name="path-4688">
            <a:extLst xmlns:a="http://schemas.openxmlformats.org/drawingml/2006/main">
              <a:ext uri="{FF2B5EF4-FFF2-40B4-BE49-F238E27FC236}">
                <a16:creationId xmlns:a16="http://schemas.microsoft.com/office/drawing/2014/main" id="{702F47F3-2478-4D74-8128-BF8FF0EEB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1012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2" name="path-4689">
            <a:extLst xmlns:a="http://schemas.openxmlformats.org/drawingml/2006/main">
              <a:ext uri="{FF2B5EF4-FFF2-40B4-BE49-F238E27FC236}">
                <a16:creationId xmlns:a16="http://schemas.microsoft.com/office/drawing/2014/main" id="{AAB2CE66-A244-402A-B10C-F52F431F4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8056" y="5401596"/>
            <a:ext cx="3555522" cy="364848"/>
          </a:xfrm>
          <a:custGeom xmlns:a="http://schemas.openxmlformats.org/drawingml/2006/main">
            <a:pathLst>
              <a:path w="3038860" h="311831">
                <a:moveTo>
                  <a:pt x="45621" y="242289"/>
                </a:moveTo>
                <a:lnTo>
                  <a:pt x="61341" y="44084"/>
                </a:lnTo>
                <a:cubicBezTo>
                  <a:pt x="61797" y="38274"/>
                  <a:pt x="62024" y="33490"/>
                  <a:pt x="62024" y="29731"/>
                </a:cubicBezTo>
                <a:cubicBezTo>
                  <a:pt x="62024" y="23694"/>
                  <a:pt x="60600" y="19251"/>
                  <a:pt x="57753" y="16403"/>
                </a:cubicBezTo>
                <a:cubicBezTo>
                  <a:pt x="55019" y="13555"/>
                  <a:pt x="50121" y="11961"/>
                  <a:pt x="43058" y="11619"/>
                </a:cubicBezTo>
                <a:lnTo>
                  <a:pt x="45621" y="5297"/>
                </a:lnTo>
                <a:lnTo>
                  <a:pt x="139256" y="5297"/>
                </a:lnTo>
                <a:lnTo>
                  <a:pt x="137377" y="11619"/>
                </a:lnTo>
                <a:lnTo>
                  <a:pt x="132763" y="11619"/>
                </a:lnTo>
                <a:cubicBezTo>
                  <a:pt x="126612" y="11619"/>
                  <a:pt x="121600" y="13669"/>
                  <a:pt x="117727" y="17770"/>
                </a:cubicBezTo>
                <a:cubicBezTo>
                  <a:pt x="113968" y="21757"/>
                  <a:pt x="111690" y="29275"/>
                  <a:pt x="110892" y="40325"/>
                </a:cubicBezTo>
                <a:lnTo>
                  <a:pt x="101836" y="157881"/>
                </a:lnTo>
                <a:lnTo>
                  <a:pt x="171721" y="62367"/>
                </a:lnTo>
                <a:lnTo>
                  <a:pt x="173429" y="40325"/>
                </a:lnTo>
                <a:cubicBezTo>
                  <a:pt x="173885" y="35768"/>
                  <a:pt x="174113" y="32123"/>
                  <a:pt x="174113" y="29389"/>
                </a:cubicBezTo>
                <a:cubicBezTo>
                  <a:pt x="174113" y="23808"/>
                  <a:pt x="172575" y="19536"/>
                  <a:pt x="169499" y="16574"/>
                </a:cubicBezTo>
                <a:cubicBezTo>
                  <a:pt x="166538" y="13613"/>
                  <a:pt x="161583" y="11961"/>
                  <a:pt x="154634" y="11619"/>
                </a:cubicBezTo>
                <a:lnTo>
                  <a:pt x="156343" y="5297"/>
                </a:lnTo>
                <a:lnTo>
                  <a:pt x="250661" y="5297"/>
                </a:lnTo>
                <a:lnTo>
                  <a:pt x="248781" y="11619"/>
                </a:lnTo>
                <a:cubicBezTo>
                  <a:pt x="240466" y="11619"/>
                  <a:pt x="234315" y="13669"/>
                  <a:pt x="230328" y="17770"/>
                </a:cubicBezTo>
                <a:cubicBezTo>
                  <a:pt x="226341" y="21757"/>
                  <a:pt x="223892" y="29275"/>
                  <a:pt x="222981" y="40325"/>
                </a:cubicBezTo>
                <a:lnTo>
                  <a:pt x="214096" y="157881"/>
                </a:lnTo>
                <a:lnTo>
                  <a:pt x="281417" y="65271"/>
                </a:lnTo>
                <a:cubicBezTo>
                  <a:pt x="292922" y="49438"/>
                  <a:pt x="300041" y="38673"/>
                  <a:pt x="302775" y="32977"/>
                </a:cubicBezTo>
                <a:cubicBezTo>
                  <a:pt x="304712" y="29104"/>
                  <a:pt x="305680" y="25801"/>
                  <a:pt x="305680" y="23067"/>
                </a:cubicBezTo>
                <a:cubicBezTo>
                  <a:pt x="305680" y="20447"/>
                  <a:pt x="304370" y="18112"/>
                  <a:pt x="301750" y="16062"/>
                </a:cubicBezTo>
                <a:cubicBezTo>
                  <a:pt x="299244" y="13897"/>
                  <a:pt x="294346" y="12416"/>
                  <a:pt x="287055" y="11619"/>
                </a:cubicBezTo>
                <a:lnTo>
                  <a:pt x="288764" y="5297"/>
                </a:lnTo>
                <a:lnTo>
                  <a:pt x="350618" y="5297"/>
                </a:lnTo>
                <a:lnTo>
                  <a:pt x="349080" y="11619"/>
                </a:lnTo>
                <a:cubicBezTo>
                  <a:pt x="343498" y="12644"/>
                  <a:pt x="338885" y="14581"/>
                  <a:pt x="335240" y="17428"/>
                </a:cubicBezTo>
                <a:cubicBezTo>
                  <a:pt x="330114" y="21416"/>
                  <a:pt x="323450" y="29047"/>
                  <a:pt x="315248" y="40325"/>
                </a:cubicBezTo>
                <a:lnTo>
                  <a:pt x="168132" y="242289"/>
                </a:lnTo>
                <a:lnTo>
                  <a:pt x="158051" y="242289"/>
                </a:lnTo>
                <a:lnTo>
                  <a:pt x="169841" y="85946"/>
                </a:lnTo>
                <a:lnTo>
                  <a:pt x="55873" y="242289"/>
                </a:lnTo>
                <a:lnTo>
                  <a:pt x="45621" y="242289"/>
                </a:lnTo>
                <a:moveTo>
                  <a:pt x="340024" y="172917"/>
                </a:moveTo>
                <a:cubicBezTo>
                  <a:pt x="338999" y="180321"/>
                  <a:pt x="338486" y="186416"/>
                  <a:pt x="338486" y="191199"/>
                </a:cubicBezTo>
                <a:cubicBezTo>
                  <a:pt x="338486" y="199743"/>
                  <a:pt x="340935" y="206577"/>
                  <a:pt x="345834" y="211704"/>
                </a:cubicBezTo>
                <a:cubicBezTo>
                  <a:pt x="350846" y="216830"/>
                  <a:pt x="357509" y="219393"/>
                  <a:pt x="365825" y="219393"/>
                </a:cubicBezTo>
                <a:cubicBezTo>
                  <a:pt x="373799" y="219393"/>
                  <a:pt x="381773" y="217456"/>
                  <a:pt x="389746" y="213583"/>
                </a:cubicBezTo>
                <a:cubicBezTo>
                  <a:pt x="397834" y="209710"/>
                  <a:pt x="407175" y="202933"/>
                  <a:pt x="417768" y="193250"/>
                </a:cubicBezTo>
                <a:lnTo>
                  <a:pt x="422894" y="197863"/>
                </a:lnTo>
                <a:cubicBezTo>
                  <a:pt x="409795" y="213697"/>
                  <a:pt x="397037" y="224974"/>
                  <a:pt x="384620" y="231695"/>
                </a:cubicBezTo>
                <a:cubicBezTo>
                  <a:pt x="372204" y="238416"/>
                  <a:pt x="358478" y="241776"/>
                  <a:pt x="343442" y="241776"/>
                </a:cubicBezTo>
                <a:cubicBezTo>
                  <a:pt x="324418" y="241776"/>
                  <a:pt x="311262" y="237220"/>
                  <a:pt x="303971" y="228107"/>
                </a:cubicBezTo>
                <a:cubicBezTo>
                  <a:pt x="296681" y="218994"/>
                  <a:pt x="293036" y="208457"/>
                  <a:pt x="293036" y="196497"/>
                </a:cubicBezTo>
                <a:cubicBezTo>
                  <a:pt x="293036" y="177815"/>
                  <a:pt x="298447" y="159134"/>
                  <a:pt x="309268" y="140452"/>
                </a:cubicBezTo>
                <a:cubicBezTo>
                  <a:pt x="320204" y="121771"/>
                  <a:pt x="335012" y="106792"/>
                  <a:pt x="353693" y="95514"/>
                </a:cubicBezTo>
                <a:cubicBezTo>
                  <a:pt x="372489" y="84238"/>
                  <a:pt x="391341" y="78599"/>
                  <a:pt x="410250" y="78599"/>
                </a:cubicBezTo>
                <a:cubicBezTo>
                  <a:pt x="419819" y="78599"/>
                  <a:pt x="427052" y="80877"/>
                  <a:pt x="431950" y="85433"/>
                </a:cubicBezTo>
                <a:cubicBezTo>
                  <a:pt x="436848" y="89990"/>
                  <a:pt x="439298" y="95743"/>
                  <a:pt x="439298" y="102691"/>
                </a:cubicBezTo>
                <a:cubicBezTo>
                  <a:pt x="439298" y="111006"/>
                  <a:pt x="436906" y="119094"/>
                  <a:pt x="432121" y="126954"/>
                </a:cubicBezTo>
                <a:cubicBezTo>
                  <a:pt x="425514" y="137662"/>
                  <a:pt x="417199" y="146319"/>
                  <a:pt x="407175" y="152926"/>
                </a:cubicBezTo>
                <a:cubicBezTo>
                  <a:pt x="397151" y="159418"/>
                  <a:pt x="385930" y="164374"/>
                  <a:pt x="373514" y="167791"/>
                </a:cubicBezTo>
                <a:cubicBezTo>
                  <a:pt x="365198" y="170069"/>
                  <a:pt x="354035" y="171778"/>
                  <a:pt x="340024" y="172917"/>
                </a:cubicBezTo>
                <a:moveTo>
                  <a:pt x="341562" y="164032"/>
                </a:moveTo>
                <a:cubicBezTo>
                  <a:pt x="351586" y="162551"/>
                  <a:pt x="359332" y="160558"/>
                  <a:pt x="364800" y="158052"/>
                </a:cubicBezTo>
                <a:cubicBezTo>
                  <a:pt x="370381" y="155432"/>
                  <a:pt x="375792" y="151331"/>
                  <a:pt x="381032" y="145749"/>
                </a:cubicBezTo>
                <a:cubicBezTo>
                  <a:pt x="386386" y="140054"/>
                  <a:pt x="390999" y="132934"/>
                  <a:pt x="394872" y="124391"/>
                </a:cubicBezTo>
                <a:cubicBezTo>
                  <a:pt x="398745" y="115733"/>
                  <a:pt x="400682" y="107646"/>
                  <a:pt x="400682" y="100128"/>
                </a:cubicBezTo>
                <a:cubicBezTo>
                  <a:pt x="400682" y="96938"/>
                  <a:pt x="399770" y="94433"/>
                  <a:pt x="397948" y="92610"/>
                </a:cubicBezTo>
                <a:cubicBezTo>
                  <a:pt x="396239" y="90787"/>
                  <a:pt x="394018" y="89876"/>
                  <a:pt x="391284" y="89876"/>
                </a:cubicBezTo>
                <a:cubicBezTo>
                  <a:pt x="385816" y="89876"/>
                  <a:pt x="379665" y="93692"/>
                  <a:pt x="372830" y="101324"/>
                </a:cubicBezTo>
                <a:cubicBezTo>
                  <a:pt x="360300" y="115221"/>
                  <a:pt x="349877" y="136123"/>
                  <a:pt x="341562" y="164032"/>
                </a:cubicBezTo>
                <a:moveTo>
                  <a:pt x="608455" y="80991"/>
                </a:moveTo>
                <a:lnTo>
                  <a:pt x="575307" y="194617"/>
                </a:lnTo>
                <a:lnTo>
                  <a:pt x="571890" y="208457"/>
                </a:lnTo>
                <a:cubicBezTo>
                  <a:pt x="571548" y="210166"/>
                  <a:pt x="571377" y="211419"/>
                  <a:pt x="571377" y="212216"/>
                </a:cubicBezTo>
                <a:cubicBezTo>
                  <a:pt x="571377" y="213583"/>
                  <a:pt x="571833" y="214779"/>
                  <a:pt x="572745" y="215804"/>
                </a:cubicBezTo>
                <a:cubicBezTo>
                  <a:pt x="573769" y="216830"/>
                  <a:pt x="574795" y="217342"/>
                  <a:pt x="575820" y="217342"/>
                </a:cubicBezTo>
                <a:cubicBezTo>
                  <a:pt x="578212" y="217342"/>
                  <a:pt x="581515" y="215520"/>
                  <a:pt x="585730" y="211875"/>
                </a:cubicBezTo>
                <a:cubicBezTo>
                  <a:pt x="587439" y="210394"/>
                  <a:pt x="591540" y="205154"/>
                  <a:pt x="598033" y="196155"/>
                </a:cubicBezTo>
                <a:lnTo>
                  <a:pt x="604013" y="199231"/>
                </a:lnTo>
                <a:cubicBezTo>
                  <a:pt x="595925" y="214039"/>
                  <a:pt x="587268" y="224860"/>
                  <a:pt x="578041" y="231695"/>
                </a:cubicBezTo>
                <a:cubicBezTo>
                  <a:pt x="568928" y="238416"/>
                  <a:pt x="559075" y="241776"/>
                  <a:pt x="548481" y="241776"/>
                </a:cubicBezTo>
                <a:cubicBezTo>
                  <a:pt x="541989" y="241776"/>
                  <a:pt x="537033" y="240124"/>
                  <a:pt x="533616" y="236821"/>
                </a:cubicBezTo>
                <a:cubicBezTo>
                  <a:pt x="530198" y="233404"/>
                  <a:pt x="528490" y="229132"/>
                  <a:pt x="528490" y="224006"/>
                </a:cubicBezTo>
                <a:cubicBezTo>
                  <a:pt x="528490" y="219563"/>
                  <a:pt x="530312" y="211305"/>
                  <a:pt x="533958" y="199231"/>
                </a:cubicBezTo>
                <a:lnTo>
                  <a:pt x="538058" y="185390"/>
                </a:lnTo>
                <a:cubicBezTo>
                  <a:pt x="524845" y="208058"/>
                  <a:pt x="512144" y="224120"/>
                  <a:pt x="499955" y="233575"/>
                </a:cubicBezTo>
                <a:cubicBezTo>
                  <a:pt x="492893" y="239043"/>
                  <a:pt x="485374" y="241776"/>
                  <a:pt x="477401" y="241776"/>
                </a:cubicBezTo>
                <a:cubicBezTo>
                  <a:pt x="466921" y="241776"/>
                  <a:pt x="459346" y="237504"/>
                  <a:pt x="454676" y="228961"/>
                </a:cubicBezTo>
                <a:cubicBezTo>
                  <a:pt x="450005" y="220304"/>
                  <a:pt x="447670" y="210565"/>
                  <a:pt x="447670" y="199743"/>
                </a:cubicBezTo>
                <a:cubicBezTo>
                  <a:pt x="447670" y="183682"/>
                  <a:pt x="452568" y="165285"/>
                  <a:pt x="462364" y="144553"/>
                </a:cubicBezTo>
                <a:cubicBezTo>
                  <a:pt x="472161" y="123707"/>
                  <a:pt x="485033" y="106962"/>
                  <a:pt x="500980" y="94318"/>
                </a:cubicBezTo>
                <a:cubicBezTo>
                  <a:pt x="514080" y="83838"/>
                  <a:pt x="526383" y="78599"/>
                  <a:pt x="537888" y="78599"/>
                </a:cubicBezTo>
                <a:cubicBezTo>
                  <a:pt x="544267" y="78599"/>
                  <a:pt x="549393" y="80478"/>
                  <a:pt x="553265" y="84238"/>
                </a:cubicBezTo>
                <a:cubicBezTo>
                  <a:pt x="557138" y="87882"/>
                  <a:pt x="559986" y="94603"/>
                  <a:pt x="561808" y="104399"/>
                </a:cubicBezTo>
                <a:lnTo>
                  <a:pt x="567960" y="83383"/>
                </a:lnTo>
                <a:lnTo>
                  <a:pt x="608455" y="80991"/>
                </a:lnTo>
                <a:moveTo>
                  <a:pt x="553778" y="113455"/>
                </a:moveTo>
                <a:cubicBezTo>
                  <a:pt x="553778" y="104228"/>
                  <a:pt x="552354" y="97565"/>
                  <a:pt x="549506" y="93464"/>
                </a:cubicBezTo>
                <a:cubicBezTo>
                  <a:pt x="547456" y="90616"/>
                  <a:pt x="544665" y="89192"/>
                  <a:pt x="541134" y="89192"/>
                </a:cubicBezTo>
                <a:cubicBezTo>
                  <a:pt x="537603" y="89192"/>
                  <a:pt x="533958" y="90901"/>
                  <a:pt x="530198" y="94318"/>
                </a:cubicBezTo>
                <a:cubicBezTo>
                  <a:pt x="522567" y="101381"/>
                  <a:pt x="514308" y="115733"/>
                  <a:pt x="505423" y="137377"/>
                </a:cubicBezTo>
                <a:cubicBezTo>
                  <a:pt x="496652" y="158906"/>
                  <a:pt x="492266" y="177531"/>
                  <a:pt x="492266" y="193250"/>
                </a:cubicBezTo>
                <a:cubicBezTo>
                  <a:pt x="492266" y="199287"/>
                  <a:pt x="493234" y="203673"/>
                  <a:pt x="495171" y="206407"/>
                </a:cubicBezTo>
                <a:cubicBezTo>
                  <a:pt x="497221" y="209027"/>
                  <a:pt x="499442" y="210337"/>
                  <a:pt x="501835" y="210337"/>
                </a:cubicBezTo>
                <a:cubicBezTo>
                  <a:pt x="506961" y="210337"/>
                  <a:pt x="512144" y="207375"/>
                  <a:pt x="517384" y="201452"/>
                </a:cubicBezTo>
                <a:cubicBezTo>
                  <a:pt x="524902" y="193022"/>
                  <a:pt x="531679" y="182713"/>
                  <a:pt x="537717" y="170525"/>
                </a:cubicBezTo>
                <a:cubicBezTo>
                  <a:pt x="548424" y="149109"/>
                  <a:pt x="553778" y="130087"/>
                  <a:pt x="553778" y="113455"/>
                </a:cubicBezTo>
                <a:moveTo>
                  <a:pt x="729770" y="0"/>
                </a:moveTo>
                <a:lnTo>
                  <a:pt x="682611" y="161640"/>
                </a:lnTo>
                <a:lnTo>
                  <a:pt x="721740" y="125416"/>
                </a:lnTo>
                <a:lnTo>
                  <a:pt x="734726" y="113797"/>
                </a:lnTo>
                <a:cubicBezTo>
                  <a:pt x="738485" y="109924"/>
                  <a:pt x="741105" y="106621"/>
                  <a:pt x="742586" y="103887"/>
                </a:cubicBezTo>
                <a:cubicBezTo>
                  <a:pt x="743496" y="102178"/>
                  <a:pt x="743952" y="100584"/>
                  <a:pt x="743952" y="99103"/>
                </a:cubicBezTo>
                <a:cubicBezTo>
                  <a:pt x="743952" y="96711"/>
                  <a:pt x="742813" y="94717"/>
                  <a:pt x="740535" y="93122"/>
                </a:cubicBezTo>
                <a:cubicBezTo>
                  <a:pt x="738257" y="91528"/>
                  <a:pt x="732732" y="90445"/>
                  <a:pt x="723961" y="89876"/>
                </a:cubicBezTo>
                <a:lnTo>
                  <a:pt x="725840" y="83383"/>
                </a:lnTo>
                <a:lnTo>
                  <a:pt x="795383" y="83383"/>
                </a:lnTo>
                <a:lnTo>
                  <a:pt x="793674" y="89876"/>
                </a:lnTo>
                <a:cubicBezTo>
                  <a:pt x="785473" y="91812"/>
                  <a:pt x="778809" y="94033"/>
                  <a:pt x="773683" y="96540"/>
                </a:cubicBezTo>
                <a:cubicBezTo>
                  <a:pt x="769696" y="98476"/>
                  <a:pt x="764798" y="101666"/>
                  <a:pt x="758989" y="106108"/>
                </a:cubicBezTo>
                <a:cubicBezTo>
                  <a:pt x="750331" y="112829"/>
                  <a:pt x="744123" y="118012"/>
                  <a:pt x="740364" y="121657"/>
                </a:cubicBezTo>
                <a:lnTo>
                  <a:pt x="732846" y="128662"/>
                </a:lnTo>
                <a:lnTo>
                  <a:pt x="743269" y="175822"/>
                </a:lnTo>
                <a:cubicBezTo>
                  <a:pt x="747256" y="194048"/>
                  <a:pt x="750218" y="204584"/>
                  <a:pt x="752154" y="207432"/>
                </a:cubicBezTo>
                <a:cubicBezTo>
                  <a:pt x="753407" y="209141"/>
                  <a:pt x="754888" y="209995"/>
                  <a:pt x="756596" y="209995"/>
                </a:cubicBezTo>
                <a:cubicBezTo>
                  <a:pt x="760584" y="209995"/>
                  <a:pt x="765311" y="205325"/>
                  <a:pt x="770779" y="195984"/>
                </a:cubicBezTo>
                <a:cubicBezTo>
                  <a:pt x="771576" y="194731"/>
                  <a:pt x="772658" y="192965"/>
                  <a:pt x="774025" y="190687"/>
                </a:cubicBezTo>
                <a:lnTo>
                  <a:pt x="780347" y="194617"/>
                </a:lnTo>
                <a:cubicBezTo>
                  <a:pt x="771804" y="210565"/>
                  <a:pt x="762178" y="222696"/>
                  <a:pt x="751471" y="231011"/>
                </a:cubicBezTo>
                <a:cubicBezTo>
                  <a:pt x="744294" y="236593"/>
                  <a:pt x="737801" y="239384"/>
                  <a:pt x="731992" y="239384"/>
                </a:cubicBezTo>
                <a:cubicBezTo>
                  <a:pt x="726182" y="239384"/>
                  <a:pt x="721341" y="237333"/>
                  <a:pt x="717468" y="233233"/>
                </a:cubicBezTo>
                <a:cubicBezTo>
                  <a:pt x="713595" y="229018"/>
                  <a:pt x="709722" y="218082"/>
                  <a:pt x="705850" y="200426"/>
                </a:cubicBezTo>
                <a:lnTo>
                  <a:pt x="697306" y="161640"/>
                </a:lnTo>
                <a:lnTo>
                  <a:pt x="678511" y="178384"/>
                </a:lnTo>
                <a:lnTo>
                  <a:pt x="661424" y="236992"/>
                </a:lnTo>
                <a:lnTo>
                  <a:pt x="617853" y="236992"/>
                </a:lnTo>
                <a:lnTo>
                  <a:pt x="674581" y="44084"/>
                </a:lnTo>
                <a:cubicBezTo>
                  <a:pt x="676973" y="35882"/>
                  <a:pt x="678169" y="30357"/>
                  <a:pt x="678169" y="27510"/>
                </a:cubicBezTo>
                <a:cubicBezTo>
                  <a:pt x="678169" y="24889"/>
                  <a:pt x="677599" y="22782"/>
                  <a:pt x="676460" y="21187"/>
                </a:cubicBezTo>
                <a:cubicBezTo>
                  <a:pt x="675321" y="19479"/>
                  <a:pt x="673726" y="18226"/>
                  <a:pt x="671676" y="17428"/>
                </a:cubicBezTo>
                <a:cubicBezTo>
                  <a:pt x="669740" y="16631"/>
                  <a:pt x="665810" y="16233"/>
                  <a:pt x="659886" y="16233"/>
                </a:cubicBezTo>
                <a:lnTo>
                  <a:pt x="661424" y="9911"/>
                </a:lnTo>
                <a:lnTo>
                  <a:pt x="719518" y="0"/>
                </a:lnTo>
                <a:lnTo>
                  <a:pt x="729770" y="0"/>
                </a:lnTo>
                <a:moveTo>
                  <a:pt x="978723" y="123878"/>
                </a:moveTo>
                <a:lnTo>
                  <a:pt x="958219" y="194104"/>
                </a:lnTo>
                <a:cubicBezTo>
                  <a:pt x="955257" y="204015"/>
                  <a:pt x="953777" y="211305"/>
                  <a:pt x="953777" y="215975"/>
                </a:cubicBezTo>
                <a:cubicBezTo>
                  <a:pt x="953777" y="220304"/>
                  <a:pt x="955542" y="223778"/>
                  <a:pt x="959073" y="226398"/>
                </a:cubicBezTo>
                <a:cubicBezTo>
                  <a:pt x="962604" y="229018"/>
                  <a:pt x="969952" y="230442"/>
                  <a:pt x="981115" y="230670"/>
                </a:cubicBezTo>
                <a:lnTo>
                  <a:pt x="978723" y="236992"/>
                </a:lnTo>
                <a:lnTo>
                  <a:pt x="867147" y="236992"/>
                </a:lnTo>
                <a:lnTo>
                  <a:pt x="869197" y="230670"/>
                </a:lnTo>
                <a:cubicBezTo>
                  <a:pt x="880361" y="230670"/>
                  <a:pt x="888506" y="228506"/>
                  <a:pt x="893631" y="224177"/>
                </a:cubicBezTo>
                <a:cubicBezTo>
                  <a:pt x="898871" y="219848"/>
                  <a:pt x="903655" y="210166"/>
                  <a:pt x="907984" y="195130"/>
                </a:cubicBezTo>
                <a:lnTo>
                  <a:pt x="951043" y="46476"/>
                </a:lnTo>
                <a:cubicBezTo>
                  <a:pt x="953435" y="38160"/>
                  <a:pt x="954631" y="31611"/>
                  <a:pt x="954631" y="26826"/>
                </a:cubicBezTo>
                <a:cubicBezTo>
                  <a:pt x="954631" y="22270"/>
                  <a:pt x="953150" y="18796"/>
                  <a:pt x="950188" y="16403"/>
                </a:cubicBezTo>
                <a:cubicBezTo>
                  <a:pt x="947227" y="14011"/>
                  <a:pt x="940335" y="12416"/>
                  <a:pt x="929514" y="11619"/>
                </a:cubicBezTo>
                <a:lnTo>
                  <a:pt x="931222" y="5297"/>
                </a:lnTo>
                <a:lnTo>
                  <a:pt x="1027249" y="5297"/>
                </a:lnTo>
                <a:cubicBezTo>
                  <a:pt x="1054702" y="5297"/>
                  <a:pt x="1074009" y="10081"/>
                  <a:pt x="1085173" y="19650"/>
                </a:cubicBezTo>
                <a:cubicBezTo>
                  <a:pt x="1096336" y="29218"/>
                  <a:pt x="1101918" y="41521"/>
                  <a:pt x="1101918" y="56557"/>
                </a:cubicBezTo>
                <a:cubicBezTo>
                  <a:pt x="1101918" y="72391"/>
                  <a:pt x="1095425" y="86687"/>
                  <a:pt x="1082439" y="99445"/>
                </a:cubicBezTo>
                <a:cubicBezTo>
                  <a:pt x="1074237" y="107418"/>
                  <a:pt x="1059714" y="114310"/>
                  <a:pt x="1038868" y="120119"/>
                </a:cubicBezTo>
                <a:lnTo>
                  <a:pt x="1059714" y="190345"/>
                </a:lnTo>
                <a:cubicBezTo>
                  <a:pt x="1065295" y="209141"/>
                  <a:pt x="1070136" y="220475"/>
                  <a:pt x="1074237" y="224348"/>
                </a:cubicBezTo>
                <a:cubicBezTo>
                  <a:pt x="1078452" y="228221"/>
                  <a:pt x="1085400" y="230328"/>
                  <a:pt x="1095083" y="230670"/>
                </a:cubicBezTo>
                <a:lnTo>
                  <a:pt x="1095083" y="236992"/>
                </a:lnTo>
                <a:lnTo>
                  <a:pt x="1022977" y="236992"/>
                </a:lnTo>
                <a:lnTo>
                  <a:pt x="990171" y="123878"/>
                </a:lnTo>
                <a:lnTo>
                  <a:pt x="984533" y="124220"/>
                </a:lnTo>
                <a:cubicBezTo>
                  <a:pt x="983279" y="124220"/>
                  <a:pt x="981343" y="124106"/>
                  <a:pt x="978723" y="123878"/>
                </a:cubicBezTo>
                <a:moveTo>
                  <a:pt x="981115" y="113626"/>
                </a:moveTo>
                <a:cubicBezTo>
                  <a:pt x="985102" y="113854"/>
                  <a:pt x="988462" y="113968"/>
                  <a:pt x="991196" y="113968"/>
                </a:cubicBezTo>
                <a:cubicBezTo>
                  <a:pt x="1007827" y="113968"/>
                  <a:pt x="1021497" y="108272"/>
                  <a:pt x="1032204" y="96882"/>
                </a:cubicBezTo>
                <a:cubicBezTo>
                  <a:pt x="1042912" y="85490"/>
                  <a:pt x="1048265" y="70568"/>
                  <a:pt x="1048265" y="52114"/>
                </a:cubicBezTo>
                <a:cubicBezTo>
                  <a:pt x="1048265" y="41179"/>
                  <a:pt x="1045418" y="32863"/>
                  <a:pt x="1039722" y="27168"/>
                </a:cubicBezTo>
                <a:cubicBezTo>
                  <a:pt x="1034027" y="21472"/>
                  <a:pt x="1026509" y="18625"/>
                  <a:pt x="1017168" y="18625"/>
                </a:cubicBezTo>
                <a:cubicBezTo>
                  <a:pt x="1014889" y="18625"/>
                  <a:pt x="1012213" y="18682"/>
                  <a:pt x="1009137" y="18796"/>
                </a:cubicBezTo>
                <a:lnTo>
                  <a:pt x="981115" y="113626"/>
                </a:lnTo>
                <a:moveTo>
                  <a:pt x="1166334" y="172917"/>
                </a:moveTo>
                <a:cubicBezTo>
                  <a:pt x="1165309" y="180321"/>
                  <a:pt x="1164797" y="186416"/>
                  <a:pt x="1164797" y="191199"/>
                </a:cubicBezTo>
                <a:cubicBezTo>
                  <a:pt x="1164797" y="199743"/>
                  <a:pt x="1167246" y="206577"/>
                  <a:pt x="1172143" y="211704"/>
                </a:cubicBezTo>
                <a:cubicBezTo>
                  <a:pt x="1177156" y="216830"/>
                  <a:pt x="1183820" y="219393"/>
                  <a:pt x="1192135" y="219393"/>
                </a:cubicBezTo>
                <a:cubicBezTo>
                  <a:pt x="1200109" y="219393"/>
                  <a:pt x="1208082" y="217456"/>
                  <a:pt x="1216056" y="213583"/>
                </a:cubicBezTo>
                <a:cubicBezTo>
                  <a:pt x="1224144" y="209710"/>
                  <a:pt x="1233485" y="202933"/>
                  <a:pt x="1244078" y="193250"/>
                </a:cubicBezTo>
                <a:lnTo>
                  <a:pt x="1249204" y="197863"/>
                </a:lnTo>
                <a:cubicBezTo>
                  <a:pt x="1236105" y="213697"/>
                  <a:pt x="1223347" y="224974"/>
                  <a:pt x="1210931" y="231695"/>
                </a:cubicBezTo>
                <a:cubicBezTo>
                  <a:pt x="1198514" y="238416"/>
                  <a:pt x="1184788" y="241776"/>
                  <a:pt x="1169752" y="241776"/>
                </a:cubicBezTo>
                <a:cubicBezTo>
                  <a:pt x="1150729" y="241776"/>
                  <a:pt x="1137572" y="237220"/>
                  <a:pt x="1130282" y="228107"/>
                </a:cubicBezTo>
                <a:cubicBezTo>
                  <a:pt x="1122991" y="218994"/>
                  <a:pt x="1119346" y="208457"/>
                  <a:pt x="1119346" y="196497"/>
                </a:cubicBezTo>
                <a:cubicBezTo>
                  <a:pt x="1119346" y="177815"/>
                  <a:pt x="1124757" y="159134"/>
                  <a:pt x="1135578" y="140452"/>
                </a:cubicBezTo>
                <a:cubicBezTo>
                  <a:pt x="1146514" y="121771"/>
                  <a:pt x="1161322" y="106792"/>
                  <a:pt x="1180004" y="95514"/>
                </a:cubicBezTo>
                <a:cubicBezTo>
                  <a:pt x="1198799" y="84238"/>
                  <a:pt x="1217651" y="78599"/>
                  <a:pt x="1236560" y="78599"/>
                </a:cubicBezTo>
                <a:cubicBezTo>
                  <a:pt x="1246129" y="78599"/>
                  <a:pt x="1253362" y="80877"/>
                  <a:pt x="1258260" y="85433"/>
                </a:cubicBezTo>
                <a:cubicBezTo>
                  <a:pt x="1263159" y="89990"/>
                  <a:pt x="1265607" y="95743"/>
                  <a:pt x="1265607" y="102691"/>
                </a:cubicBezTo>
                <a:cubicBezTo>
                  <a:pt x="1265607" y="111006"/>
                  <a:pt x="1263216" y="119094"/>
                  <a:pt x="1258431" y="126954"/>
                </a:cubicBezTo>
                <a:cubicBezTo>
                  <a:pt x="1251824" y="137662"/>
                  <a:pt x="1243509" y="146319"/>
                  <a:pt x="1233485" y="152926"/>
                </a:cubicBezTo>
                <a:cubicBezTo>
                  <a:pt x="1223460" y="159418"/>
                  <a:pt x="1212241" y="164374"/>
                  <a:pt x="1199824" y="167791"/>
                </a:cubicBezTo>
                <a:cubicBezTo>
                  <a:pt x="1191509" y="170069"/>
                  <a:pt x="1180346" y="171778"/>
                  <a:pt x="1166334" y="172917"/>
                </a:cubicBezTo>
                <a:moveTo>
                  <a:pt x="1167872" y="164032"/>
                </a:moveTo>
                <a:cubicBezTo>
                  <a:pt x="1177897" y="162551"/>
                  <a:pt x="1185642" y="160558"/>
                  <a:pt x="1191110" y="158052"/>
                </a:cubicBezTo>
                <a:cubicBezTo>
                  <a:pt x="1196692" y="155432"/>
                  <a:pt x="1202102" y="151331"/>
                  <a:pt x="1207342" y="145749"/>
                </a:cubicBezTo>
                <a:cubicBezTo>
                  <a:pt x="1212696" y="140054"/>
                  <a:pt x="1217309" y="132934"/>
                  <a:pt x="1221182" y="124391"/>
                </a:cubicBezTo>
                <a:cubicBezTo>
                  <a:pt x="1225055" y="115733"/>
                  <a:pt x="1226992" y="107646"/>
                  <a:pt x="1226992" y="100128"/>
                </a:cubicBezTo>
                <a:cubicBezTo>
                  <a:pt x="1226992" y="96938"/>
                  <a:pt x="1226081" y="94433"/>
                  <a:pt x="1224258" y="92610"/>
                </a:cubicBezTo>
                <a:cubicBezTo>
                  <a:pt x="1222549" y="90787"/>
                  <a:pt x="1220328" y="89876"/>
                  <a:pt x="1217594" y="89876"/>
                </a:cubicBezTo>
                <a:cubicBezTo>
                  <a:pt x="1212126" y="89876"/>
                  <a:pt x="1205975" y="93692"/>
                  <a:pt x="1199141" y="101324"/>
                </a:cubicBezTo>
                <a:cubicBezTo>
                  <a:pt x="1186610" y="115221"/>
                  <a:pt x="1176187" y="136123"/>
                  <a:pt x="1167872" y="164032"/>
                </a:cubicBezTo>
                <a:moveTo>
                  <a:pt x="1288333" y="88167"/>
                </a:moveTo>
                <a:lnTo>
                  <a:pt x="1344890" y="78599"/>
                </a:lnTo>
                <a:lnTo>
                  <a:pt x="1355142" y="78599"/>
                </a:lnTo>
                <a:lnTo>
                  <a:pt x="1347453" y="106450"/>
                </a:lnTo>
                <a:cubicBezTo>
                  <a:pt x="1359413" y="95514"/>
                  <a:pt x="1369210" y="88167"/>
                  <a:pt x="1376841" y="84408"/>
                </a:cubicBezTo>
                <a:cubicBezTo>
                  <a:pt x="1384474" y="80535"/>
                  <a:pt x="1392049" y="78599"/>
                  <a:pt x="1399567" y="78599"/>
                </a:cubicBezTo>
                <a:cubicBezTo>
                  <a:pt x="1410275" y="78599"/>
                  <a:pt x="1418534" y="82757"/>
                  <a:pt x="1424343" y="91072"/>
                </a:cubicBezTo>
                <a:cubicBezTo>
                  <a:pt x="1430152" y="99274"/>
                  <a:pt x="1433057" y="109355"/>
                  <a:pt x="1433057" y="121316"/>
                </a:cubicBezTo>
                <a:cubicBezTo>
                  <a:pt x="1433057" y="154008"/>
                  <a:pt x="1421723" y="182998"/>
                  <a:pt x="1399054" y="208287"/>
                </a:cubicBezTo>
                <a:cubicBezTo>
                  <a:pt x="1379006" y="230613"/>
                  <a:pt x="1357135" y="241776"/>
                  <a:pt x="1333441" y="241776"/>
                </a:cubicBezTo>
                <a:cubicBezTo>
                  <a:pt x="1329227" y="241776"/>
                  <a:pt x="1325639" y="241377"/>
                  <a:pt x="1322677" y="240580"/>
                </a:cubicBezTo>
                <a:cubicBezTo>
                  <a:pt x="1319715" y="239782"/>
                  <a:pt x="1315558" y="238017"/>
                  <a:pt x="1310204" y="235283"/>
                </a:cubicBezTo>
                <a:lnTo>
                  <a:pt x="1301319" y="266039"/>
                </a:lnTo>
                <a:cubicBezTo>
                  <a:pt x="1298129" y="277202"/>
                  <a:pt x="1296535" y="285689"/>
                  <a:pt x="1296535" y="291498"/>
                </a:cubicBezTo>
                <a:cubicBezTo>
                  <a:pt x="1296535" y="295143"/>
                  <a:pt x="1297787" y="297991"/>
                  <a:pt x="1300294" y="300042"/>
                </a:cubicBezTo>
                <a:cubicBezTo>
                  <a:pt x="1302800" y="302206"/>
                  <a:pt x="1308666" y="304028"/>
                  <a:pt x="1317892" y="305509"/>
                </a:cubicBezTo>
                <a:lnTo>
                  <a:pt x="1316355" y="311831"/>
                </a:lnTo>
                <a:lnTo>
                  <a:pt x="1224429" y="311831"/>
                </a:lnTo>
                <a:lnTo>
                  <a:pt x="1226138" y="305509"/>
                </a:lnTo>
                <a:cubicBezTo>
                  <a:pt x="1233428" y="305282"/>
                  <a:pt x="1239522" y="302946"/>
                  <a:pt x="1244420" y="298504"/>
                </a:cubicBezTo>
                <a:cubicBezTo>
                  <a:pt x="1249204" y="294061"/>
                  <a:pt x="1253704" y="284493"/>
                  <a:pt x="1257919" y="269798"/>
                </a:cubicBezTo>
                <a:lnTo>
                  <a:pt x="1299610" y="126099"/>
                </a:lnTo>
                <a:cubicBezTo>
                  <a:pt x="1302685" y="115392"/>
                  <a:pt x="1304224" y="107817"/>
                  <a:pt x="1304224" y="103374"/>
                </a:cubicBezTo>
                <a:cubicBezTo>
                  <a:pt x="1304224" y="101438"/>
                  <a:pt x="1303768" y="99843"/>
                  <a:pt x="1302857" y="98590"/>
                </a:cubicBezTo>
                <a:cubicBezTo>
                  <a:pt x="1301946" y="97223"/>
                  <a:pt x="1300578" y="96255"/>
                  <a:pt x="1298756" y="95685"/>
                </a:cubicBezTo>
                <a:cubicBezTo>
                  <a:pt x="1296933" y="95116"/>
                  <a:pt x="1292833" y="94831"/>
                  <a:pt x="1286453" y="94831"/>
                </a:cubicBezTo>
                <a:lnTo>
                  <a:pt x="1288333" y="88167"/>
                </a:lnTo>
                <a:moveTo>
                  <a:pt x="1314988" y="219393"/>
                </a:moveTo>
                <a:cubicBezTo>
                  <a:pt x="1318406" y="224974"/>
                  <a:pt x="1321481" y="228733"/>
                  <a:pt x="1324215" y="230670"/>
                </a:cubicBezTo>
                <a:cubicBezTo>
                  <a:pt x="1326949" y="232492"/>
                  <a:pt x="1330138" y="233404"/>
                  <a:pt x="1333783" y="233404"/>
                </a:cubicBezTo>
                <a:cubicBezTo>
                  <a:pt x="1337429" y="233404"/>
                  <a:pt x="1340960" y="232436"/>
                  <a:pt x="1344377" y="230499"/>
                </a:cubicBezTo>
                <a:cubicBezTo>
                  <a:pt x="1347908" y="228448"/>
                  <a:pt x="1352237" y="224405"/>
                  <a:pt x="1357363" y="218367"/>
                </a:cubicBezTo>
                <a:cubicBezTo>
                  <a:pt x="1362489" y="212330"/>
                  <a:pt x="1367387" y="204584"/>
                  <a:pt x="1372058" y="195130"/>
                </a:cubicBezTo>
                <a:cubicBezTo>
                  <a:pt x="1376841" y="185675"/>
                  <a:pt x="1380658" y="174967"/>
                  <a:pt x="1383505" y="163006"/>
                </a:cubicBezTo>
                <a:cubicBezTo>
                  <a:pt x="1386353" y="150932"/>
                  <a:pt x="1387778" y="139427"/>
                  <a:pt x="1387778" y="128492"/>
                </a:cubicBezTo>
                <a:cubicBezTo>
                  <a:pt x="1387778" y="119721"/>
                  <a:pt x="1386183" y="113342"/>
                  <a:pt x="1382993" y="109355"/>
                </a:cubicBezTo>
                <a:cubicBezTo>
                  <a:pt x="1379917" y="105368"/>
                  <a:pt x="1376158" y="103374"/>
                  <a:pt x="1371716" y="103374"/>
                </a:cubicBezTo>
                <a:cubicBezTo>
                  <a:pt x="1367729" y="103374"/>
                  <a:pt x="1363970" y="104399"/>
                  <a:pt x="1360439" y="106450"/>
                </a:cubicBezTo>
                <a:cubicBezTo>
                  <a:pt x="1355312" y="109411"/>
                  <a:pt x="1349275" y="114936"/>
                  <a:pt x="1342327" y="123024"/>
                </a:cubicBezTo>
                <a:lnTo>
                  <a:pt x="1314988" y="219393"/>
                </a:lnTo>
                <a:moveTo>
                  <a:pt x="1524983" y="78599"/>
                </a:moveTo>
                <a:lnTo>
                  <a:pt x="1499182" y="174626"/>
                </a:lnTo>
                <a:cubicBezTo>
                  <a:pt x="1520370" y="127808"/>
                  <a:pt x="1536317" y="98989"/>
                  <a:pt x="1547024" y="88167"/>
                </a:cubicBezTo>
                <a:cubicBezTo>
                  <a:pt x="1553290" y="81788"/>
                  <a:pt x="1559897" y="78599"/>
                  <a:pt x="1566846" y="78599"/>
                </a:cubicBezTo>
                <a:cubicBezTo>
                  <a:pt x="1571629" y="78599"/>
                  <a:pt x="1575502" y="80365"/>
                  <a:pt x="1578464" y="83896"/>
                </a:cubicBezTo>
                <a:cubicBezTo>
                  <a:pt x="1581426" y="87313"/>
                  <a:pt x="1582907" y="92211"/>
                  <a:pt x="1582907" y="98590"/>
                </a:cubicBezTo>
                <a:cubicBezTo>
                  <a:pt x="1582907" y="109640"/>
                  <a:pt x="1580230" y="118923"/>
                  <a:pt x="1574876" y="126441"/>
                </a:cubicBezTo>
                <a:cubicBezTo>
                  <a:pt x="1571459" y="131226"/>
                  <a:pt x="1567643" y="133618"/>
                  <a:pt x="1563428" y="133618"/>
                </a:cubicBezTo>
                <a:cubicBezTo>
                  <a:pt x="1558871" y="133618"/>
                  <a:pt x="1555454" y="131511"/>
                  <a:pt x="1553176" y="127296"/>
                </a:cubicBezTo>
                <a:cubicBezTo>
                  <a:pt x="1550898" y="123081"/>
                  <a:pt x="1549303" y="120632"/>
                  <a:pt x="1548392" y="119948"/>
                </a:cubicBezTo>
                <a:cubicBezTo>
                  <a:pt x="1547480" y="119151"/>
                  <a:pt x="1546512" y="118752"/>
                  <a:pt x="1545487" y="118752"/>
                </a:cubicBezTo>
                <a:cubicBezTo>
                  <a:pt x="1544348" y="118752"/>
                  <a:pt x="1543152" y="119094"/>
                  <a:pt x="1541899" y="119777"/>
                </a:cubicBezTo>
                <a:cubicBezTo>
                  <a:pt x="1539393" y="121145"/>
                  <a:pt x="1536090" y="124505"/>
                  <a:pt x="1531989" y="129859"/>
                </a:cubicBezTo>
                <a:cubicBezTo>
                  <a:pt x="1528002" y="135099"/>
                  <a:pt x="1523046" y="143927"/>
                  <a:pt x="1517123" y="156343"/>
                </a:cubicBezTo>
                <a:cubicBezTo>
                  <a:pt x="1511200" y="168759"/>
                  <a:pt x="1506586" y="179296"/>
                  <a:pt x="1503283" y="187953"/>
                </a:cubicBezTo>
                <a:cubicBezTo>
                  <a:pt x="1499980" y="196497"/>
                  <a:pt x="1495366" y="212843"/>
                  <a:pt x="1489443" y="236992"/>
                </a:cubicBezTo>
                <a:lnTo>
                  <a:pt x="1448093" y="236992"/>
                </a:lnTo>
                <a:lnTo>
                  <a:pt x="1476286" y="123707"/>
                </a:lnTo>
                <a:cubicBezTo>
                  <a:pt x="1478336" y="115278"/>
                  <a:pt x="1479362" y="109696"/>
                  <a:pt x="1479362" y="106962"/>
                </a:cubicBezTo>
                <a:cubicBezTo>
                  <a:pt x="1479362" y="103887"/>
                  <a:pt x="1478792" y="101495"/>
                  <a:pt x="1477653" y="99786"/>
                </a:cubicBezTo>
                <a:cubicBezTo>
                  <a:pt x="1476628" y="98077"/>
                  <a:pt x="1475147" y="96824"/>
                  <a:pt x="1473210" y="96027"/>
                </a:cubicBezTo>
                <a:cubicBezTo>
                  <a:pt x="1471388" y="95230"/>
                  <a:pt x="1467515" y="94831"/>
                  <a:pt x="1461592" y="94831"/>
                </a:cubicBezTo>
                <a:lnTo>
                  <a:pt x="1463129" y="89876"/>
                </a:lnTo>
                <a:lnTo>
                  <a:pt x="1514731" y="78599"/>
                </a:lnTo>
                <a:lnTo>
                  <a:pt x="1524983" y="78599"/>
                </a:lnTo>
                <a:moveTo>
                  <a:pt x="1633141" y="172917"/>
                </a:moveTo>
                <a:cubicBezTo>
                  <a:pt x="1632117" y="180321"/>
                  <a:pt x="1631604" y="186416"/>
                  <a:pt x="1631604" y="191199"/>
                </a:cubicBezTo>
                <a:cubicBezTo>
                  <a:pt x="1631604" y="199743"/>
                  <a:pt x="1634053" y="206577"/>
                  <a:pt x="1638951" y="211704"/>
                </a:cubicBezTo>
                <a:cubicBezTo>
                  <a:pt x="1643963" y="216830"/>
                  <a:pt x="1650627" y="219393"/>
                  <a:pt x="1658942" y="219393"/>
                </a:cubicBezTo>
                <a:cubicBezTo>
                  <a:pt x="1666916" y="219393"/>
                  <a:pt x="1674890" y="217456"/>
                  <a:pt x="1682864" y="213583"/>
                </a:cubicBezTo>
                <a:cubicBezTo>
                  <a:pt x="1690951" y="209710"/>
                  <a:pt x="1700292" y="202933"/>
                  <a:pt x="1710886" y="193250"/>
                </a:cubicBezTo>
                <a:lnTo>
                  <a:pt x="1716012" y="197863"/>
                </a:lnTo>
                <a:cubicBezTo>
                  <a:pt x="1702912" y="213697"/>
                  <a:pt x="1690154" y="224974"/>
                  <a:pt x="1677738" y="231695"/>
                </a:cubicBezTo>
                <a:cubicBezTo>
                  <a:pt x="1665321" y="238416"/>
                  <a:pt x="1651595" y="241776"/>
                  <a:pt x="1636559" y="241776"/>
                </a:cubicBezTo>
                <a:cubicBezTo>
                  <a:pt x="1617536" y="241776"/>
                  <a:pt x="1604379" y="237220"/>
                  <a:pt x="1597088" y="228107"/>
                </a:cubicBezTo>
                <a:cubicBezTo>
                  <a:pt x="1589798" y="218994"/>
                  <a:pt x="1586153" y="208457"/>
                  <a:pt x="1586153" y="196497"/>
                </a:cubicBezTo>
                <a:cubicBezTo>
                  <a:pt x="1586153" y="177815"/>
                  <a:pt x="1591564" y="159134"/>
                  <a:pt x="1602385" y="140452"/>
                </a:cubicBezTo>
                <a:cubicBezTo>
                  <a:pt x="1613321" y="121771"/>
                  <a:pt x="1628129" y="106792"/>
                  <a:pt x="1646811" y="95514"/>
                </a:cubicBezTo>
                <a:cubicBezTo>
                  <a:pt x="1665606" y="84238"/>
                  <a:pt x="1684458" y="78599"/>
                  <a:pt x="1703368" y="78599"/>
                </a:cubicBezTo>
                <a:cubicBezTo>
                  <a:pt x="1712936" y="78599"/>
                  <a:pt x="1720169" y="80877"/>
                  <a:pt x="1725068" y="85433"/>
                </a:cubicBezTo>
                <a:cubicBezTo>
                  <a:pt x="1729966" y="89990"/>
                  <a:pt x="1732415" y="95743"/>
                  <a:pt x="1732415" y="102691"/>
                </a:cubicBezTo>
                <a:cubicBezTo>
                  <a:pt x="1732415" y="111006"/>
                  <a:pt x="1730023" y="119094"/>
                  <a:pt x="1725239" y="126954"/>
                </a:cubicBezTo>
                <a:cubicBezTo>
                  <a:pt x="1718632" y="137662"/>
                  <a:pt x="1710316" y="146319"/>
                  <a:pt x="1700292" y="152926"/>
                </a:cubicBezTo>
                <a:cubicBezTo>
                  <a:pt x="1690268" y="159418"/>
                  <a:pt x="1679048" y="164374"/>
                  <a:pt x="1666632" y="167791"/>
                </a:cubicBezTo>
                <a:cubicBezTo>
                  <a:pt x="1658316" y="170069"/>
                  <a:pt x="1647152" y="171778"/>
                  <a:pt x="1633141" y="172917"/>
                </a:cubicBezTo>
                <a:moveTo>
                  <a:pt x="1634679" y="164032"/>
                </a:moveTo>
                <a:cubicBezTo>
                  <a:pt x="1644704" y="162551"/>
                  <a:pt x="1652449" y="160558"/>
                  <a:pt x="1657917" y="158052"/>
                </a:cubicBezTo>
                <a:cubicBezTo>
                  <a:pt x="1663499" y="155432"/>
                  <a:pt x="1668910" y="151331"/>
                  <a:pt x="1674149" y="145749"/>
                </a:cubicBezTo>
                <a:cubicBezTo>
                  <a:pt x="1679503" y="140054"/>
                  <a:pt x="1684117" y="132934"/>
                  <a:pt x="1687990" y="124391"/>
                </a:cubicBezTo>
                <a:cubicBezTo>
                  <a:pt x="1691863" y="115733"/>
                  <a:pt x="1693799" y="107646"/>
                  <a:pt x="1693799" y="100128"/>
                </a:cubicBezTo>
                <a:cubicBezTo>
                  <a:pt x="1693799" y="96938"/>
                  <a:pt x="1692888" y="94433"/>
                  <a:pt x="1691066" y="92610"/>
                </a:cubicBezTo>
                <a:cubicBezTo>
                  <a:pt x="1689356" y="90787"/>
                  <a:pt x="1687135" y="89876"/>
                  <a:pt x="1684402" y="89876"/>
                </a:cubicBezTo>
                <a:cubicBezTo>
                  <a:pt x="1678934" y="89876"/>
                  <a:pt x="1672783" y="93692"/>
                  <a:pt x="1665948" y="101324"/>
                </a:cubicBezTo>
                <a:cubicBezTo>
                  <a:pt x="1653417" y="115221"/>
                  <a:pt x="1642995" y="136123"/>
                  <a:pt x="1634679" y="164032"/>
                </a:cubicBezTo>
                <a:moveTo>
                  <a:pt x="1864153" y="78599"/>
                </a:moveTo>
                <a:lnTo>
                  <a:pt x="1856635" y="131396"/>
                </a:lnTo>
                <a:lnTo>
                  <a:pt x="1850313" y="131396"/>
                </a:lnTo>
                <a:cubicBezTo>
                  <a:pt x="1849402" y="117727"/>
                  <a:pt x="1845187" y="106962"/>
                  <a:pt x="1837669" y="99103"/>
                </a:cubicBezTo>
                <a:cubicBezTo>
                  <a:pt x="1830264" y="91243"/>
                  <a:pt x="1822291" y="87313"/>
                  <a:pt x="1813747" y="87313"/>
                </a:cubicBezTo>
                <a:cubicBezTo>
                  <a:pt x="1808507" y="87313"/>
                  <a:pt x="1804179" y="88850"/>
                  <a:pt x="1800761" y="91926"/>
                </a:cubicBezTo>
                <a:cubicBezTo>
                  <a:pt x="1797344" y="95002"/>
                  <a:pt x="1795636" y="98704"/>
                  <a:pt x="1795636" y="103033"/>
                </a:cubicBezTo>
                <a:cubicBezTo>
                  <a:pt x="1795636" y="106678"/>
                  <a:pt x="1796376" y="110095"/>
                  <a:pt x="1797857" y="113284"/>
                </a:cubicBezTo>
                <a:cubicBezTo>
                  <a:pt x="1799338" y="116474"/>
                  <a:pt x="1802641" y="120803"/>
                  <a:pt x="1807767" y="126270"/>
                </a:cubicBezTo>
                <a:cubicBezTo>
                  <a:pt x="1825765" y="145635"/>
                  <a:pt x="1836700" y="158963"/>
                  <a:pt x="1840573" y="166253"/>
                </a:cubicBezTo>
                <a:cubicBezTo>
                  <a:pt x="1844447" y="173543"/>
                  <a:pt x="1846383" y="181346"/>
                  <a:pt x="1846383" y="189662"/>
                </a:cubicBezTo>
                <a:cubicBezTo>
                  <a:pt x="1846383" y="198661"/>
                  <a:pt x="1844105" y="207204"/>
                  <a:pt x="1839548" y="215292"/>
                </a:cubicBezTo>
                <a:cubicBezTo>
                  <a:pt x="1834992" y="223265"/>
                  <a:pt x="1828157" y="229702"/>
                  <a:pt x="1819044" y="234600"/>
                </a:cubicBezTo>
                <a:cubicBezTo>
                  <a:pt x="1810045" y="239384"/>
                  <a:pt x="1800647" y="241776"/>
                  <a:pt x="1790851" y="241776"/>
                </a:cubicBezTo>
                <a:cubicBezTo>
                  <a:pt x="1784244" y="241776"/>
                  <a:pt x="1776100" y="240466"/>
                  <a:pt x="1766417" y="237846"/>
                </a:cubicBezTo>
                <a:cubicBezTo>
                  <a:pt x="1760039" y="236024"/>
                  <a:pt x="1755254" y="235112"/>
                  <a:pt x="1752064" y="235112"/>
                </a:cubicBezTo>
                <a:cubicBezTo>
                  <a:pt x="1749217" y="235112"/>
                  <a:pt x="1746995" y="235568"/>
                  <a:pt x="1745400" y="236479"/>
                </a:cubicBezTo>
                <a:cubicBezTo>
                  <a:pt x="1743806" y="237277"/>
                  <a:pt x="1742040" y="239043"/>
                  <a:pt x="1740104" y="241776"/>
                </a:cubicBezTo>
                <a:lnTo>
                  <a:pt x="1733782" y="241776"/>
                </a:lnTo>
                <a:lnTo>
                  <a:pt x="1742154" y="184877"/>
                </a:lnTo>
                <a:lnTo>
                  <a:pt x="1747622" y="184877"/>
                </a:lnTo>
                <a:cubicBezTo>
                  <a:pt x="1751609" y="198661"/>
                  <a:pt x="1755311" y="208514"/>
                  <a:pt x="1758728" y="214438"/>
                </a:cubicBezTo>
                <a:cubicBezTo>
                  <a:pt x="1762260" y="220247"/>
                  <a:pt x="1766930" y="224917"/>
                  <a:pt x="1772739" y="228448"/>
                </a:cubicBezTo>
                <a:cubicBezTo>
                  <a:pt x="1778549" y="231866"/>
                  <a:pt x="1784131" y="233575"/>
                  <a:pt x="1789484" y="233575"/>
                </a:cubicBezTo>
                <a:cubicBezTo>
                  <a:pt x="1795749" y="233575"/>
                  <a:pt x="1800932" y="231638"/>
                  <a:pt x="1805033" y="227765"/>
                </a:cubicBezTo>
                <a:cubicBezTo>
                  <a:pt x="1809134" y="223778"/>
                  <a:pt x="1811184" y="219051"/>
                  <a:pt x="1811184" y="213583"/>
                </a:cubicBezTo>
                <a:cubicBezTo>
                  <a:pt x="1811184" y="208229"/>
                  <a:pt x="1809817" y="203046"/>
                  <a:pt x="1807083" y="198034"/>
                </a:cubicBezTo>
                <a:cubicBezTo>
                  <a:pt x="1804464" y="193022"/>
                  <a:pt x="1798312" y="185219"/>
                  <a:pt x="1788630" y="174626"/>
                </a:cubicBezTo>
                <a:cubicBezTo>
                  <a:pt x="1775303" y="160159"/>
                  <a:pt x="1766531" y="148996"/>
                  <a:pt x="1762317" y="141136"/>
                </a:cubicBezTo>
                <a:cubicBezTo>
                  <a:pt x="1759355" y="135440"/>
                  <a:pt x="1757874" y="128948"/>
                  <a:pt x="1757874" y="121657"/>
                </a:cubicBezTo>
                <a:cubicBezTo>
                  <a:pt x="1757874" y="109355"/>
                  <a:pt x="1762317" y="99103"/>
                  <a:pt x="1771202" y="90901"/>
                </a:cubicBezTo>
                <a:cubicBezTo>
                  <a:pt x="1780200" y="82699"/>
                  <a:pt x="1792788" y="78599"/>
                  <a:pt x="1808963" y="78599"/>
                </a:cubicBezTo>
                <a:cubicBezTo>
                  <a:pt x="1816025" y="78599"/>
                  <a:pt x="1824683" y="79852"/>
                  <a:pt x="1834935" y="82358"/>
                </a:cubicBezTo>
                <a:cubicBezTo>
                  <a:pt x="1840061" y="83611"/>
                  <a:pt x="1844161" y="84238"/>
                  <a:pt x="1847237" y="84238"/>
                </a:cubicBezTo>
                <a:cubicBezTo>
                  <a:pt x="1851680" y="84238"/>
                  <a:pt x="1855268" y="82358"/>
                  <a:pt x="1858002" y="78599"/>
                </a:cubicBezTo>
                <a:lnTo>
                  <a:pt x="1864153" y="78599"/>
                </a:lnTo>
                <a:moveTo>
                  <a:pt x="1924981" y="172917"/>
                </a:moveTo>
                <a:cubicBezTo>
                  <a:pt x="1923956" y="180321"/>
                  <a:pt x="1923444" y="186416"/>
                  <a:pt x="1923444" y="191199"/>
                </a:cubicBezTo>
                <a:cubicBezTo>
                  <a:pt x="1923444" y="199743"/>
                  <a:pt x="1925893" y="206577"/>
                  <a:pt x="1930791" y="211704"/>
                </a:cubicBezTo>
                <a:cubicBezTo>
                  <a:pt x="1935803" y="216830"/>
                  <a:pt x="1942466" y="219393"/>
                  <a:pt x="1950782" y="219393"/>
                </a:cubicBezTo>
                <a:cubicBezTo>
                  <a:pt x="1958756" y="219393"/>
                  <a:pt x="1966730" y="217456"/>
                  <a:pt x="1974703" y="213583"/>
                </a:cubicBezTo>
                <a:cubicBezTo>
                  <a:pt x="1982791" y="209710"/>
                  <a:pt x="1992132" y="202933"/>
                  <a:pt x="2002725" y="193250"/>
                </a:cubicBezTo>
                <a:lnTo>
                  <a:pt x="2007852" y="197863"/>
                </a:lnTo>
                <a:cubicBezTo>
                  <a:pt x="1994752" y="213697"/>
                  <a:pt x="1981994" y="224974"/>
                  <a:pt x="1969578" y="231695"/>
                </a:cubicBezTo>
                <a:cubicBezTo>
                  <a:pt x="1957161" y="238416"/>
                  <a:pt x="1943435" y="241776"/>
                  <a:pt x="1928399" y="241776"/>
                </a:cubicBezTo>
                <a:cubicBezTo>
                  <a:pt x="1909376" y="241776"/>
                  <a:pt x="1896219" y="237220"/>
                  <a:pt x="1888928" y="228107"/>
                </a:cubicBezTo>
                <a:cubicBezTo>
                  <a:pt x="1881638" y="218994"/>
                  <a:pt x="1877993" y="208457"/>
                  <a:pt x="1877993" y="196497"/>
                </a:cubicBezTo>
                <a:cubicBezTo>
                  <a:pt x="1877993" y="177815"/>
                  <a:pt x="1883404" y="159134"/>
                  <a:pt x="1894225" y="140452"/>
                </a:cubicBezTo>
                <a:cubicBezTo>
                  <a:pt x="1905161" y="121771"/>
                  <a:pt x="1919969" y="106792"/>
                  <a:pt x="1938651" y="95514"/>
                </a:cubicBezTo>
                <a:cubicBezTo>
                  <a:pt x="1957446" y="84238"/>
                  <a:pt x="1976298" y="78599"/>
                  <a:pt x="1995208" y="78599"/>
                </a:cubicBezTo>
                <a:cubicBezTo>
                  <a:pt x="2004776" y="78599"/>
                  <a:pt x="2012009" y="80877"/>
                  <a:pt x="2016908" y="85433"/>
                </a:cubicBezTo>
                <a:cubicBezTo>
                  <a:pt x="2021806" y="89990"/>
                  <a:pt x="2024254" y="95743"/>
                  <a:pt x="2024254" y="102691"/>
                </a:cubicBezTo>
                <a:cubicBezTo>
                  <a:pt x="2024254" y="111006"/>
                  <a:pt x="2021863" y="119094"/>
                  <a:pt x="2017079" y="126954"/>
                </a:cubicBezTo>
                <a:cubicBezTo>
                  <a:pt x="2010471" y="137662"/>
                  <a:pt x="2002156" y="146319"/>
                  <a:pt x="1992132" y="152926"/>
                </a:cubicBezTo>
                <a:cubicBezTo>
                  <a:pt x="1982108" y="159418"/>
                  <a:pt x="1970888" y="164374"/>
                  <a:pt x="1958471" y="167791"/>
                </a:cubicBezTo>
                <a:cubicBezTo>
                  <a:pt x="1950156" y="170069"/>
                  <a:pt x="1938993" y="171778"/>
                  <a:pt x="1924981" y="172917"/>
                </a:cubicBezTo>
                <a:moveTo>
                  <a:pt x="1926519" y="164032"/>
                </a:moveTo>
                <a:cubicBezTo>
                  <a:pt x="1936544" y="162551"/>
                  <a:pt x="1944289" y="160558"/>
                  <a:pt x="1949757" y="158052"/>
                </a:cubicBezTo>
                <a:cubicBezTo>
                  <a:pt x="1955339" y="155432"/>
                  <a:pt x="1960749" y="151331"/>
                  <a:pt x="1965989" y="145749"/>
                </a:cubicBezTo>
                <a:cubicBezTo>
                  <a:pt x="1971343" y="140054"/>
                  <a:pt x="1975957" y="132934"/>
                  <a:pt x="1979830" y="124391"/>
                </a:cubicBezTo>
                <a:cubicBezTo>
                  <a:pt x="1983703" y="115733"/>
                  <a:pt x="1985639" y="107646"/>
                  <a:pt x="1985639" y="100128"/>
                </a:cubicBezTo>
                <a:cubicBezTo>
                  <a:pt x="1985639" y="96938"/>
                  <a:pt x="1984728" y="94433"/>
                  <a:pt x="1982905" y="92610"/>
                </a:cubicBezTo>
                <a:cubicBezTo>
                  <a:pt x="1981196" y="90787"/>
                  <a:pt x="1978975" y="89876"/>
                  <a:pt x="1976242" y="89876"/>
                </a:cubicBezTo>
                <a:cubicBezTo>
                  <a:pt x="1970774" y="89876"/>
                  <a:pt x="1964622" y="93692"/>
                  <a:pt x="1957788" y="101324"/>
                </a:cubicBezTo>
                <a:cubicBezTo>
                  <a:pt x="1945257" y="115221"/>
                  <a:pt x="1934835" y="136123"/>
                  <a:pt x="1926519" y="164032"/>
                </a:cubicBezTo>
                <a:moveTo>
                  <a:pt x="2119257" y="78599"/>
                </a:moveTo>
                <a:lnTo>
                  <a:pt x="2098069" y="151900"/>
                </a:lnTo>
                <a:cubicBezTo>
                  <a:pt x="2112308" y="130485"/>
                  <a:pt x="2122959" y="115848"/>
                  <a:pt x="2130021" y="107988"/>
                </a:cubicBezTo>
                <a:cubicBezTo>
                  <a:pt x="2140387" y="96596"/>
                  <a:pt x="2149329" y="88850"/>
                  <a:pt x="2156847" y="84750"/>
                </a:cubicBezTo>
                <a:cubicBezTo>
                  <a:pt x="2164365" y="80649"/>
                  <a:pt x="2171428" y="78599"/>
                  <a:pt x="2178035" y="78599"/>
                </a:cubicBezTo>
                <a:cubicBezTo>
                  <a:pt x="2183958" y="78599"/>
                  <a:pt x="2189027" y="80820"/>
                  <a:pt x="2193242" y="85262"/>
                </a:cubicBezTo>
                <a:cubicBezTo>
                  <a:pt x="2197456" y="89591"/>
                  <a:pt x="2199564" y="95287"/>
                  <a:pt x="2199564" y="102349"/>
                </a:cubicBezTo>
                <a:cubicBezTo>
                  <a:pt x="2199564" y="108728"/>
                  <a:pt x="2198197" y="116474"/>
                  <a:pt x="2195463" y="125587"/>
                </a:cubicBezTo>
                <a:lnTo>
                  <a:pt x="2173592" y="198547"/>
                </a:lnTo>
                <a:cubicBezTo>
                  <a:pt x="2171769" y="204926"/>
                  <a:pt x="2170858" y="209084"/>
                  <a:pt x="2170858" y="211020"/>
                </a:cubicBezTo>
                <a:cubicBezTo>
                  <a:pt x="2170858" y="212160"/>
                  <a:pt x="2171257" y="213184"/>
                  <a:pt x="2172054" y="214096"/>
                </a:cubicBezTo>
                <a:cubicBezTo>
                  <a:pt x="2172966" y="215007"/>
                  <a:pt x="2173877" y="215463"/>
                  <a:pt x="2174788" y="215463"/>
                </a:cubicBezTo>
                <a:cubicBezTo>
                  <a:pt x="2175927" y="215463"/>
                  <a:pt x="2177123" y="215007"/>
                  <a:pt x="2178376" y="214096"/>
                </a:cubicBezTo>
                <a:cubicBezTo>
                  <a:pt x="2182364" y="210792"/>
                  <a:pt x="2186407" y="206122"/>
                  <a:pt x="2190508" y="200085"/>
                </a:cubicBezTo>
                <a:cubicBezTo>
                  <a:pt x="2191533" y="198490"/>
                  <a:pt x="2193185" y="196098"/>
                  <a:pt x="2195463" y="192909"/>
                </a:cubicBezTo>
                <a:lnTo>
                  <a:pt x="2201956" y="196838"/>
                </a:lnTo>
                <a:cubicBezTo>
                  <a:pt x="2185211" y="224974"/>
                  <a:pt x="2167612" y="239043"/>
                  <a:pt x="2149158" y="239043"/>
                </a:cubicBezTo>
                <a:cubicBezTo>
                  <a:pt x="2142096" y="239043"/>
                  <a:pt x="2136571" y="237220"/>
                  <a:pt x="2132584" y="233575"/>
                </a:cubicBezTo>
                <a:cubicBezTo>
                  <a:pt x="2128597" y="229929"/>
                  <a:pt x="2126603" y="225373"/>
                  <a:pt x="2126603" y="219905"/>
                </a:cubicBezTo>
                <a:cubicBezTo>
                  <a:pt x="2126603" y="215121"/>
                  <a:pt x="2127971" y="208001"/>
                  <a:pt x="2130705" y="198547"/>
                </a:cubicBezTo>
                <a:lnTo>
                  <a:pt x="2152063" y="125587"/>
                </a:lnTo>
                <a:cubicBezTo>
                  <a:pt x="2153544" y="120803"/>
                  <a:pt x="2154284" y="117272"/>
                  <a:pt x="2154284" y="114993"/>
                </a:cubicBezTo>
                <a:cubicBezTo>
                  <a:pt x="2154284" y="113740"/>
                  <a:pt x="2153772" y="112658"/>
                  <a:pt x="2152747" y="111747"/>
                </a:cubicBezTo>
                <a:cubicBezTo>
                  <a:pt x="2151721" y="110721"/>
                  <a:pt x="2150525" y="110209"/>
                  <a:pt x="2149158" y="110209"/>
                </a:cubicBezTo>
                <a:cubicBezTo>
                  <a:pt x="2144830" y="110209"/>
                  <a:pt x="2139589" y="113171"/>
                  <a:pt x="2133439" y="119094"/>
                </a:cubicBezTo>
                <a:cubicBezTo>
                  <a:pt x="2117718" y="134130"/>
                  <a:pt x="2102511" y="156514"/>
                  <a:pt x="2087817" y="186245"/>
                </a:cubicBezTo>
                <a:lnTo>
                  <a:pt x="2073806" y="236992"/>
                </a:lnTo>
                <a:lnTo>
                  <a:pt x="2030235" y="236992"/>
                </a:lnTo>
                <a:lnTo>
                  <a:pt x="2062187" y="127296"/>
                </a:lnTo>
                <a:cubicBezTo>
                  <a:pt x="2065263" y="116474"/>
                  <a:pt x="2066801" y="108785"/>
                  <a:pt x="2066801" y="104228"/>
                </a:cubicBezTo>
                <a:cubicBezTo>
                  <a:pt x="2066801" y="102292"/>
                  <a:pt x="2066345" y="100697"/>
                  <a:pt x="2065433" y="99445"/>
                </a:cubicBezTo>
                <a:cubicBezTo>
                  <a:pt x="2064522" y="98077"/>
                  <a:pt x="2063042" y="97052"/>
                  <a:pt x="2060991" y="96369"/>
                </a:cubicBezTo>
                <a:cubicBezTo>
                  <a:pt x="2058941" y="95572"/>
                  <a:pt x="2055068" y="95173"/>
                  <a:pt x="2049372" y="95173"/>
                </a:cubicBezTo>
                <a:lnTo>
                  <a:pt x="2051252" y="88680"/>
                </a:lnTo>
                <a:lnTo>
                  <a:pt x="2108834" y="78599"/>
                </a:lnTo>
                <a:lnTo>
                  <a:pt x="2119257" y="78599"/>
                </a:lnTo>
                <a:moveTo>
                  <a:pt x="2320879" y="36907"/>
                </a:moveTo>
                <a:lnTo>
                  <a:pt x="2307209" y="83383"/>
                </a:lnTo>
                <a:lnTo>
                  <a:pt x="2329593" y="83383"/>
                </a:lnTo>
                <a:lnTo>
                  <a:pt x="2323613" y="103033"/>
                </a:lnTo>
                <a:lnTo>
                  <a:pt x="2301571" y="103033"/>
                </a:lnTo>
                <a:lnTo>
                  <a:pt x="2273036" y="202135"/>
                </a:lnTo>
                <a:cubicBezTo>
                  <a:pt x="2271213" y="208287"/>
                  <a:pt x="2270303" y="212957"/>
                  <a:pt x="2270303" y="216146"/>
                </a:cubicBezTo>
                <a:cubicBezTo>
                  <a:pt x="2270303" y="217627"/>
                  <a:pt x="2270815" y="218937"/>
                  <a:pt x="2271840" y="220076"/>
                </a:cubicBezTo>
                <a:cubicBezTo>
                  <a:pt x="2272866" y="221101"/>
                  <a:pt x="2274005" y="221614"/>
                  <a:pt x="2275257" y="221614"/>
                </a:cubicBezTo>
                <a:cubicBezTo>
                  <a:pt x="2277194" y="221614"/>
                  <a:pt x="2279188" y="220816"/>
                  <a:pt x="2281238" y="219222"/>
                </a:cubicBezTo>
                <a:cubicBezTo>
                  <a:pt x="2286477" y="215235"/>
                  <a:pt x="2292572" y="208287"/>
                  <a:pt x="2299521" y="198376"/>
                </a:cubicBezTo>
                <a:lnTo>
                  <a:pt x="2305501" y="202135"/>
                </a:lnTo>
                <a:cubicBezTo>
                  <a:pt x="2297641" y="215804"/>
                  <a:pt x="2288984" y="225828"/>
                  <a:pt x="2279530" y="232208"/>
                </a:cubicBezTo>
                <a:cubicBezTo>
                  <a:pt x="2270074" y="238587"/>
                  <a:pt x="2260791" y="241776"/>
                  <a:pt x="2251678" y="241776"/>
                </a:cubicBezTo>
                <a:cubicBezTo>
                  <a:pt x="2243932" y="241776"/>
                  <a:pt x="2237895" y="239840"/>
                  <a:pt x="2233566" y="235967"/>
                </a:cubicBezTo>
                <a:cubicBezTo>
                  <a:pt x="2229352" y="231980"/>
                  <a:pt x="2227244" y="226967"/>
                  <a:pt x="2227244" y="220931"/>
                </a:cubicBezTo>
                <a:cubicBezTo>
                  <a:pt x="2227244" y="214323"/>
                  <a:pt x="2228725" y="205837"/>
                  <a:pt x="2231686" y="195472"/>
                </a:cubicBezTo>
                <a:lnTo>
                  <a:pt x="2258684" y="103033"/>
                </a:lnTo>
                <a:lnTo>
                  <a:pt x="2235446" y="103033"/>
                </a:lnTo>
                <a:lnTo>
                  <a:pt x="2238863" y="90389"/>
                </a:lnTo>
                <a:cubicBezTo>
                  <a:pt x="2253444" y="85035"/>
                  <a:pt x="2265746" y="78770"/>
                  <a:pt x="2275770" y="71593"/>
                </a:cubicBezTo>
                <a:cubicBezTo>
                  <a:pt x="2285794" y="64417"/>
                  <a:pt x="2297869" y="52855"/>
                  <a:pt x="2311994" y="36907"/>
                </a:cubicBezTo>
                <a:lnTo>
                  <a:pt x="2320879" y="36907"/>
                </a:lnTo>
                <a:moveTo>
                  <a:pt x="2485594" y="80991"/>
                </a:moveTo>
                <a:lnTo>
                  <a:pt x="2452446" y="194617"/>
                </a:lnTo>
                <a:lnTo>
                  <a:pt x="2449029" y="208457"/>
                </a:lnTo>
                <a:cubicBezTo>
                  <a:pt x="2448687" y="210166"/>
                  <a:pt x="2448516" y="211419"/>
                  <a:pt x="2448516" y="212216"/>
                </a:cubicBezTo>
                <a:cubicBezTo>
                  <a:pt x="2448516" y="213583"/>
                  <a:pt x="2448972" y="214779"/>
                  <a:pt x="2449883" y="215804"/>
                </a:cubicBezTo>
                <a:cubicBezTo>
                  <a:pt x="2450908" y="216830"/>
                  <a:pt x="2451934" y="217342"/>
                  <a:pt x="2452959" y="217342"/>
                </a:cubicBezTo>
                <a:cubicBezTo>
                  <a:pt x="2455351" y="217342"/>
                  <a:pt x="2458655" y="215520"/>
                  <a:pt x="2462869" y="211875"/>
                </a:cubicBezTo>
                <a:cubicBezTo>
                  <a:pt x="2464578" y="210394"/>
                  <a:pt x="2468679" y="205154"/>
                  <a:pt x="2475171" y="196155"/>
                </a:cubicBezTo>
                <a:lnTo>
                  <a:pt x="2481152" y="199231"/>
                </a:lnTo>
                <a:cubicBezTo>
                  <a:pt x="2473064" y="214039"/>
                  <a:pt x="2464406" y="224860"/>
                  <a:pt x="2455180" y="231695"/>
                </a:cubicBezTo>
                <a:cubicBezTo>
                  <a:pt x="2446067" y="238416"/>
                  <a:pt x="2436214" y="241776"/>
                  <a:pt x="2425620" y="241776"/>
                </a:cubicBezTo>
                <a:cubicBezTo>
                  <a:pt x="2419127" y="241776"/>
                  <a:pt x="2414172" y="240124"/>
                  <a:pt x="2410755" y="236821"/>
                </a:cubicBezTo>
                <a:cubicBezTo>
                  <a:pt x="2407337" y="233404"/>
                  <a:pt x="2405629" y="229132"/>
                  <a:pt x="2405629" y="224006"/>
                </a:cubicBezTo>
                <a:cubicBezTo>
                  <a:pt x="2405629" y="219563"/>
                  <a:pt x="2407451" y="211305"/>
                  <a:pt x="2411096" y="199231"/>
                </a:cubicBezTo>
                <a:lnTo>
                  <a:pt x="2415197" y="185390"/>
                </a:lnTo>
                <a:cubicBezTo>
                  <a:pt x="2401984" y="208058"/>
                  <a:pt x="2389283" y="224120"/>
                  <a:pt x="2377094" y="233575"/>
                </a:cubicBezTo>
                <a:cubicBezTo>
                  <a:pt x="2370032" y="239043"/>
                  <a:pt x="2362513" y="241776"/>
                  <a:pt x="2354540" y="241776"/>
                </a:cubicBezTo>
                <a:cubicBezTo>
                  <a:pt x="2344060" y="241776"/>
                  <a:pt x="2336484" y="237504"/>
                  <a:pt x="2331815" y="228961"/>
                </a:cubicBezTo>
                <a:cubicBezTo>
                  <a:pt x="2327144" y="220304"/>
                  <a:pt x="2324809" y="210565"/>
                  <a:pt x="2324809" y="199743"/>
                </a:cubicBezTo>
                <a:cubicBezTo>
                  <a:pt x="2324809" y="183682"/>
                  <a:pt x="2329707" y="165285"/>
                  <a:pt x="2339503" y="144553"/>
                </a:cubicBezTo>
                <a:cubicBezTo>
                  <a:pt x="2349300" y="123707"/>
                  <a:pt x="2362172" y="106962"/>
                  <a:pt x="2378119" y="94318"/>
                </a:cubicBezTo>
                <a:cubicBezTo>
                  <a:pt x="2391219" y="83838"/>
                  <a:pt x="2403521" y="78599"/>
                  <a:pt x="2415026" y="78599"/>
                </a:cubicBezTo>
                <a:cubicBezTo>
                  <a:pt x="2421406" y="78599"/>
                  <a:pt x="2426531" y="80478"/>
                  <a:pt x="2430404" y="84238"/>
                </a:cubicBezTo>
                <a:cubicBezTo>
                  <a:pt x="2434277" y="87882"/>
                  <a:pt x="2437125" y="94603"/>
                  <a:pt x="2438948" y="104399"/>
                </a:cubicBezTo>
                <a:lnTo>
                  <a:pt x="2445099" y="83383"/>
                </a:lnTo>
                <a:lnTo>
                  <a:pt x="2485594" y="80991"/>
                </a:lnTo>
                <a:moveTo>
                  <a:pt x="2430917" y="113455"/>
                </a:moveTo>
                <a:cubicBezTo>
                  <a:pt x="2430917" y="104228"/>
                  <a:pt x="2429493" y="97565"/>
                  <a:pt x="2426645" y="93464"/>
                </a:cubicBezTo>
                <a:cubicBezTo>
                  <a:pt x="2424595" y="90616"/>
                  <a:pt x="2421804" y="89192"/>
                  <a:pt x="2418273" y="89192"/>
                </a:cubicBezTo>
                <a:cubicBezTo>
                  <a:pt x="2414742" y="89192"/>
                  <a:pt x="2411096" y="90901"/>
                  <a:pt x="2407337" y="94318"/>
                </a:cubicBezTo>
                <a:cubicBezTo>
                  <a:pt x="2399706" y="101381"/>
                  <a:pt x="2391447" y="115733"/>
                  <a:pt x="2382562" y="137377"/>
                </a:cubicBezTo>
                <a:cubicBezTo>
                  <a:pt x="2373791" y="158906"/>
                  <a:pt x="2369405" y="177531"/>
                  <a:pt x="2369405" y="193250"/>
                </a:cubicBezTo>
                <a:cubicBezTo>
                  <a:pt x="2369405" y="199287"/>
                  <a:pt x="2370373" y="203673"/>
                  <a:pt x="2372310" y="206407"/>
                </a:cubicBezTo>
                <a:cubicBezTo>
                  <a:pt x="2374360" y="209027"/>
                  <a:pt x="2376581" y="210337"/>
                  <a:pt x="2378974" y="210337"/>
                </a:cubicBezTo>
                <a:cubicBezTo>
                  <a:pt x="2384100" y="210337"/>
                  <a:pt x="2389283" y="207375"/>
                  <a:pt x="2394523" y="201452"/>
                </a:cubicBezTo>
                <a:cubicBezTo>
                  <a:pt x="2402040" y="193022"/>
                  <a:pt x="2408818" y="182713"/>
                  <a:pt x="2414856" y="170525"/>
                </a:cubicBezTo>
                <a:cubicBezTo>
                  <a:pt x="2425563" y="149109"/>
                  <a:pt x="2430917" y="130087"/>
                  <a:pt x="2430917" y="113455"/>
                </a:cubicBezTo>
                <a:moveTo>
                  <a:pt x="2593240" y="36907"/>
                </a:moveTo>
                <a:lnTo>
                  <a:pt x="2579571" y="83383"/>
                </a:lnTo>
                <a:lnTo>
                  <a:pt x="2601954" y="83383"/>
                </a:lnTo>
                <a:lnTo>
                  <a:pt x="2595974" y="103033"/>
                </a:lnTo>
                <a:lnTo>
                  <a:pt x="2573933" y="103033"/>
                </a:lnTo>
                <a:lnTo>
                  <a:pt x="2545398" y="202135"/>
                </a:lnTo>
                <a:cubicBezTo>
                  <a:pt x="2543575" y="208287"/>
                  <a:pt x="2542663" y="212957"/>
                  <a:pt x="2542663" y="216146"/>
                </a:cubicBezTo>
                <a:cubicBezTo>
                  <a:pt x="2542663" y="217627"/>
                  <a:pt x="2543177" y="218937"/>
                  <a:pt x="2544201" y="220076"/>
                </a:cubicBezTo>
                <a:cubicBezTo>
                  <a:pt x="2545226" y="221101"/>
                  <a:pt x="2546365" y="221614"/>
                  <a:pt x="2547619" y="221614"/>
                </a:cubicBezTo>
                <a:cubicBezTo>
                  <a:pt x="2549555" y="221614"/>
                  <a:pt x="2551548" y="220816"/>
                  <a:pt x="2553599" y="219222"/>
                </a:cubicBezTo>
                <a:cubicBezTo>
                  <a:pt x="2558839" y="215235"/>
                  <a:pt x="2564933" y="208287"/>
                  <a:pt x="2571882" y="198376"/>
                </a:cubicBezTo>
                <a:lnTo>
                  <a:pt x="2577862" y="202135"/>
                </a:lnTo>
                <a:cubicBezTo>
                  <a:pt x="2570002" y="215804"/>
                  <a:pt x="2561345" y="225828"/>
                  <a:pt x="2551890" y="232208"/>
                </a:cubicBezTo>
                <a:cubicBezTo>
                  <a:pt x="2542436" y="238587"/>
                  <a:pt x="2533152" y="241776"/>
                  <a:pt x="2524039" y="241776"/>
                </a:cubicBezTo>
                <a:cubicBezTo>
                  <a:pt x="2516293" y="241776"/>
                  <a:pt x="2510256" y="239840"/>
                  <a:pt x="2505927" y="235967"/>
                </a:cubicBezTo>
                <a:cubicBezTo>
                  <a:pt x="2501713" y="231980"/>
                  <a:pt x="2499605" y="226967"/>
                  <a:pt x="2499605" y="220931"/>
                </a:cubicBezTo>
                <a:cubicBezTo>
                  <a:pt x="2499605" y="214323"/>
                  <a:pt x="2501086" y="205837"/>
                  <a:pt x="2504048" y="195472"/>
                </a:cubicBezTo>
                <a:lnTo>
                  <a:pt x="2531045" y="103033"/>
                </a:lnTo>
                <a:lnTo>
                  <a:pt x="2507806" y="103033"/>
                </a:lnTo>
                <a:lnTo>
                  <a:pt x="2511224" y="90389"/>
                </a:lnTo>
                <a:cubicBezTo>
                  <a:pt x="2525805" y="85035"/>
                  <a:pt x="2538107" y="78770"/>
                  <a:pt x="2548131" y="71593"/>
                </a:cubicBezTo>
                <a:cubicBezTo>
                  <a:pt x="2558155" y="64417"/>
                  <a:pt x="2570230" y="52855"/>
                  <a:pt x="2584355" y="36907"/>
                </a:cubicBezTo>
                <a:lnTo>
                  <a:pt x="2593240" y="36907"/>
                </a:lnTo>
                <a:moveTo>
                  <a:pt x="2668934" y="0"/>
                </a:moveTo>
                <a:cubicBezTo>
                  <a:pt x="2675997" y="0"/>
                  <a:pt x="2681920" y="2449"/>
                  <a:pt x="2686704" y="7347"/>
                </a:cubicBezTo>
                <a:cubicBezTo>
                  <a:pt x="2691602" y="12245"/>
                  <a:pt x="2694051" y="18169"/>
                  <a:pt x="2694051" y="25118"/>
                </a:cubicBezTo>
                <a:cubicBezTo>
                  <a:pt x="2694051" y="32066"/>
                  <a:pt x="2691602" y="37989"/>
                  <a:pt x="2686704" y="42888"/>
                </a:cubicBezTo>
                <a:cubicBezTo>
                  <a:pt x="2681806" y="47786"/>
                  <a:pt x="2675882" y="50235"/>
                  <a:pt x="2668934" y="50235"/>
                </a:cubicBezTo>
                <a:cubicBezTo>
                  <a:pt x="2662099" y="50235"/>
                  <a:pt x="2656233" y="47786"/>
                  <a:pt x="2651335" y="42888"/>
                </a:cubicBezTo>
                <a:cubicBezTo>
                  <a:pt x="2646436" y="37989"/>
                  <a:pt x="2643987" y="32066"/>
                  <a:pt x="2643987" y="25118"/>
                </a:cubicBezTo>
                <a:cubicBezTo>
                  <a:pt x="2643987" y="18169"/>
                  <a:pt x="2646380" y="12245"/>
                  <a:pt x="2651164" y="7347"/>
                </a:cubicBezTo>
                <a:cubicBezTo>
                  <a:pt x="2656062" y="2449"/>
                  <a:pt x="2661985" y="0"/>
                  <a:pt x="2668934" y="0"/>
                </a:cubicBezTo>
                <a:moveTo>
                  <a:pt x="2679528" y="78599"/>
                </a:moveTo>
                <a:lnTo>
                  <a:pt x="2644500" y="200085"/>
                </a:lnTo>
                <a:cubicBezTo>
                  <a:pt x="2642564" y="207033"/>
                  <a:pt x="2641595" y="211589"/>
                  <a:pt x="2641595" y="213754"/>
                </a:cubicBezTo>
                <a:cubicBezTo>
                  <a:pt x="2641595" y="215007"/>
                  <a:pt x="2642108" y="216203"/>
                  <a:pt x="2643133" y="217342"/>
                </a:cubicBezTo>
                <a:cubicBezTo>
                  <a:pt x="2644158" y="218367"/>
                  <a:pt x="2645240" y="218880"/>
                  <a:pt x="2646380" y="218880"/>
                </a:cubicBezTo>
                <a:cubicBezTo>
                  <a:pt x="2648316" y="218880"/>
                  <a:pt x="2650253" y="218026"/>
                  <a:pt x="2652189" y="216317"/>
                </a:cubicBezTo>
                <a:cubicBezTo>
                  <a:pt x="2657315" y="212102"/>
                  <a:pt x="2663466" y="204470"/>
                  <a:pt x="2670643" y="193421"/>
                </a:cubicBezTo>
                <a:lnTo>
                  <a:pt x="2676452" y="196838"/>
                </a:lnTo>
                <a:cubicBezTo>
                  <a:pt x="2659252" y="226797"/>
                  <a:pt x="2640969" y="241776"/>
                  <a:pt x="2621604" y="241776"/>
                </a:cubicBezTo>
                <a:cubicBezTo>
                  <a:pt x="2614199" y="241776"/>
                  <a:pt x="2608276" y="239726"/>
                  <a:pt x="2603833" y="235625"/>
                </a:cubicBezTo>
                <a:cubicBezTo>
                  <a:pt x="2599505" y="231410"/>
                  <a:pt x="2597341" y="226114"/>
                  <a:pt x="2597341" y="219734"/>
                </a:cubicBezTo>
                <a:cubicBezTo>
                  <a:pt x="2597341" y="215520"/>
                  <a:pt x="2598309" y="210166"/>
                  <a:pt x="2600245" y="203673"/>
                </a:cubicBezTo>
                <a:lnTo>
                  <a:pt x="2623996" y="121999"/>
                </a:lnTo>
                <a:cubicBezTo>
                  <a:pt x="2626274" y="114139"/>
                  <a:pt x="2627414" y="108216"/>
                  <a:pt x="2627414" y="104228"/>
                </a:cubicBezTo>
                <a:cubicBezTo>
                  <a:pt x="2627414" y="101723"/>
                  <a:pt x="2626331" y="99501"/>
                  <a:pt x="2624167" y="97565"/>
                </a:cubicBezTo>
                <a:cubicBezTo>
                  <a:pt x="2622002" y="95628"/>
                  <a:pt x="2619041" y="94660"/>
                  <a:pt x="2615282" y="94660"/>
                </a:cubicBezTo>
                <a:cubicBezTo>
                  <a:pt x="2613573" y="94660"/>
                  <a:pt x="2611523" y="94717"/>
                  <a:pt x="2609131" y="94831"/>
                </a:cubicBezTo>
                <a:lnTo>
                  <a:pt x="2611352" y="87996"/>
                </a:lnTo>
                <a:lnTo>
                  <a:pt x="2669276" y="78599"/>
                </a:lnTo>
                <a:lnTo>
                  <a:pt x="2679528" y="78599"/>
                </a:lnTo>
                <a:moveTo>
                  <a:pt x="2802723" y="78599"/>
                </a:moveTo>
                <a:cubicBezTo>
                  <a:pt x="2811721" y="78599"/>
                  <a:pt x="2820151" y="80706"/>
                  <a:pt x="2828011" y="84921"/>
                </a:cubicBezTo>
                <a:cubicBezTo>
                  <a:pt x="2835984" y="89021"/>
                  <a:pt x="2841965" y="94774"/>
                  <a:pt x="2845951" y="102178"/>
                </a:cubicBezTo>
                <a:cubicBezTo>
                  <a:pt x="2850052" y="109582"/>
                  <a:pt x="2852103" y="117784"/>
                  <a:pt x="2852103" y="126783"/>
                </a:cubicBezTo>
                <a:cubicBezTo>
                  <a:pt x="2852103" y="145237"/>
                  <a:pt x="2846920" y="163690"/>
                  <a:pt x="2836554" y="182144"/>
                </a:cubicBezTo>
                <a:cubicBezTo>
                  <a:pt x="2826302" y="200597"/>
                  <a:pt x="2812746" y="215178"/>
                  <a:pt x="2795887" y="225886"/>
                </a:cubicBezTo>
                <a:cubicBezTo>
                  <a:pt x="2779029" y="236479"/>
                  <a:pt x="2762056" y="241776"/>
                  <a:pt x="2744970" y="241776"/>
                </a:cubicBezTo>
                <a:cubicBezTo>
                  <a:pt x="2729477" y="241776"/>
                  <a:pt x="2717460" y="237163"/>
                  <a:pt x="2708917" y="227936"/>
                </a:cubicBezTo>
                <a:cubicBezTo>
                  <a:pt x="2700487" y="218709"/>
                  <a:pt x="2696272" y="207432"/>
                  <a:pt x="2696272" y="194104"/>
                </a:cubicBezTo>
                <a:cubicBezTo>
                  <a:pt x="2696272" y="178271"/>
                  <a:pt x="2699405" y="163462"/>
                  <a:pt x="2705670" y="149679"/>
                </a:cubicBezTo>
                <a:cubicBezTo>
                  <a:pt x="2712049" y="135782"/>
                  <a:pt x="2720080" y="123707"/>
                  <a:pt x="2729762" y="113455"/>
                </a:cubicBezTo>
                <a:cubicBezTo>
                  <a:pt x="2739559" y="103089"/>
                  <a:pt x="2750779" y="94717"/>
                  <a:pt x="2763423" y="88338"/>
                </a:cubicBezTo>
                <a:cubicBezTo>
                  <a:pt x="2776067" y="81845"/>
                  <a:pt x="2789167" y="78599"/>
                  <a:pt x="2802723" y="78599"/>
                </a:cubicBezTo>
                <a:moveTo>
                  <a:pt x="2795717" y="87655"/>
                </a:moveTo>
                <a:cubicBezTo>
                  <a:pt x="2789680" y="87655"/>
                  <a:pt x="2784667" y="89421"/>
                  <a:pt x="2780680" y="92952"/>
                </a:cubicBezTo>
                <a:cubicBezTo>
                  <a:pt x="2772707" y="100128"/>
                  <a:pt x="2763707" y="116930"/>
                  <a:pt x="2753684" y="143357"/>
                </a:cubicBezTo>
                <a:cubicBezTo>
                  <a:pt x="2743660" y="169670"/>
                  <a:pt x="2738648" y="193421"/>
                  <a:pt x="2738648" y="214609"/>
                </a:cubicBezTo>
                <a:cubicBezTo>
                  <a:pt x="2738648" y="219848"/>
                  <a:pt x="2740242" y="224177"/>
                  <a:pt x="2743432" y="227594"/>
                </a:cubicBezTo>
                <a:cubicBezTo>
                  <a:pt x="2746621" y="231011"/>
                  <a:pt x="2750380" y="232720"/>
                  <a:pt x="2754709" y="232720"/>
                </a:cubicBezTo>
                <a:cubicBezTo>
                  <a:pt x="2759151" y="232720"/>
                  <a:pt x="2763082" y="231353"/>
                  <a:pt x="2766499" y="228619"/>
                </a:cubicBezTo>
                <a:cubicBezTo>
                  <a:pt x="2771511" y="224519"/>
                  <a:pt x="2777662" y="215349"/>
                  <a:pt x="2784953" y="201110"/>
                </a:cubicBezTo>
                <a:cubicBezTo>
                  <a:pt x="2792242" y="186757"/>
                  <a:pt x="2798223" y="170980"/>
                  <a:pt x="2802893" y="153780"/>
                </a:cubicBezTo>
                <a:cubicBezTo>
                  <a:pt x="2807564" y="136465"/>
                  <a:pt x="2809899" y="120632"/>
                  <a:pt x="2809899" y="106279"/>
                </a:cubicBezTo>
                <a:cubicBezTo>
                  <a:pt x="2809899" y="100355"/>
                  <a:pt x="2808475" y="95799"/>
                  <a:pt x="2805627" y="92610"/>
                </a:cubicBezTo>
                <a:cubicBezTo>
                  <a:pt x="2802780" y="89306"/>
                  <a:pt x="2799476" y="87655"/>
                  <a:pt x="2795717" y="87655"/>
                </a:cubicBezTo>
                <a:moveTo>
                  <a:pt x="2956160" y="78599"/>
                </a:moveTo>
                <a:lnTo>
                  <a:pt x="2934973" y="151900"/>
                </a:lnTo>
                <a:cubicBezTo>
                  <a:pt x="2949212" y="130485"/>
                  <a:pt x="2959862" y="115848"/>
                  <a:pt x="2966925" y="107988"/>
                </a:cubicBezTo>
                <a:cubicBezTo>
                  <a:pt x="2977290" y="96596"/>
                  <a:pt x="2986233" y="88850"/>
                  <a:pt x="2993751" y="84750"/>
                </a:cubicBezTo>
                <a:cubicBezTo>
                  <a:pt x="3001269" y="80649"/>
                  <a:pt x="3008331" y="78599"/>
                  <a:pt x="3014939" y="78599"/>
                </a:cubicBezTo>
                <a:cubicBezTo>
                  <a:pt x="3020862" y="78599"/>
                  <a:pt x="3025931" y="80820"/>
                  <a:pt x="3030146" y="85262"/>
                </a:cubicBezTo>
                <a:cubicBezTo>
                  <a:pt x="3034360" y="89591"/>
                  <a:pt x="3036468" y="95287"/>
                  <a:pt x="3036468" y="102349"/>
                </a:cubicBezTo>
                <a:cubicBezTo>
                  <a:pt x="3036468" y="108728"/>
                  <a:pt x="3035100" y="116474"/>
                  <a:pt x="3032367" y="125587"/>
                </a:cubicBezTo>
                <a:lnTo>
                  <a:pt x="3010496" y="198547"/>
                </a:lnTo>
                <a:cubicBezTo>
                  <a:pt x="3008673" y="204926"/>
                  <a:pt x="3007762" y="209084"/>
                  <a:pt x="3007762" y="211020"/>
                </a:cubicBezTo>
                <a:cubicBezTo>
                  <a:pt x="3007762" y="212160"/>
                  <a:pt x="3008161" y="213184"/>
                  <a:pt x="3008958" y="214096"/>
                </a:cubicBezTo>
                <a:cubicBezTo>
                  <a:pt x="3009870" y="215007"/>
                  <a:pt x="3010781" y="215463"/>
                  <a:pt x="3011692" y="215463"/>
                </a:cubicBezTo>
                <a:cubicBezTo>
                  <a:pt x="3012831" y="215463"/>
                  <a:pt x="3014027" y="215007"/>
                  <a:pt x="3015280" y="214096"/>
                </a:cubicBezTo>
                <a:cubicBezTo>
                  <a:pt x="3019268" y="210792"/>
                  <a:pt x="3023311" y="206122"/>
                  <a:pt x="3027412" y="200085"/>
                </a:cubicBezTo>
                <a:cubicBezTo>
                  <a:pt x="3028436" y="198490"/>
                  <a:pt x="3030089" y="196098"/>
                  <a:pt x="3032367" y="192909"/>
                </a:cubicBezTo>
                <a:lnTo>
                  <a:pt x="3038860" y="196838"/>
                </a:lnTo>
                <a:cubicBezTo>
                  <a:pt x="3022114" y="224974"/>
                  <a:pt x="3004516" y="239043"/>
                  <a:pt x="2986062" y="239043"/>
                </a:cubicBezTo>
                <a:cubicBezTo>
                  <a:pt x="2979000" y="239043"/>
                  <a:pt x="2973475" y="237220"/>
                  <a:pt x="2969488" y="233575"/>
                </a:cubicBezTo>
                <a:cubicBezTo>
                  <a:pt x="2965501" y="229929"/>
                  <a:pt x="2963507" y="225373"/>
                  <a:pt x="2963507" y="219905"/>
                </a:cubicBezTo>
                <a:cubicBezTo>
                  <a:pt x="2963507" y="215121"/>
                  <a:pt x="2964875" y="208001"/>
                  <a:pt x="2967608" y="198547"/>
                </a:cubicBezTo>
                <a:lnTo>
                  <a:pt x="2988967" y="125587"/>
                </a:lnTo>
                <a:cubicBezTo>
                  <a:pt x="2990448" y="120803"/>
                  <a:pt x="2991188" y="117272"/>
                  <a:pt x="2991188" y="114993"/>
                </a:cubicBezTo>
                <a:cubicBezTo>
                  <a:pt x="2991188" y="113740"/>
                  <a:pt x="2990675" y="112658"/>
                  <a:pt x="2989651" y="111747"/>
                </a:cubicBezTo>
                <a:cubicBezTo>
                  <a:pt x="2988625" y="110721"/>
                  <a:pt x="2987429" y="110209"/>
                  <a:pt x="2986062" y="110209"/>
                </a:cubicBezTo>
                <a:cubicBezTo>
                  <a:pt x="2981733" y="110209"/>
                  <a:pt x="2976493" y="113171"/>
                  <a:pt x="2970343" y="119094"/>
                </a:cubicBezTo>
                <a:cubicBezTo>
                  <a:pt x="2954622" y="134130"/>
                  <a:pt x="2939415" y="156514"/>
                  <a:pt x="2924721" y="186245"/>
                </a:cubicBezTo>
                <a:lnTo>
                  <a:pt x="2910710" y="236992"/>
                </a:lnTo>
                <a:lnTo>
                  <a:pt x="2867139" y="236992"/>
                </a:lnTo>
                <a:lnTo>
                  <a:pt x="2899091" y="127296"/>
                </a:lnTo>
                <a:cubicBezTo>
                  <a:pt x="2902167" y="116474"/>
                  <a:pt x="2903704" y="108785"/>
                  <a:pt x="2903704" y="104228"/>
                </a:cubicBezTo>
                <a:cubicBezTo>
                  <a:pt x="2903704" y="102292"/>
                  <a:pt x="2903249" y="100697"/>
                  <a:pt x="2902337" y="99445"/>
                </a:cubicBezTo>
                <a:cubicBezTo>
                  <a:pt x="2901426" y="98077"/>
                  <a:pt x="2899946" y="97052"/>
                  <a:pt x="2897895" y="96369"/>
                </a:cubicBezTo>
                <a:cubicBezTo>
                  <a:pt x="2895845" y="95572"/>
                  <a:pt x="2891972" y="95173"/>
                  <a:pt x="2886276" y="95173"/>
                </a:cubicBezTo>
                <a:lnTo>
                  <a:pt x="2888156" y="88680"/>
                </a:lnTo>
                <a:lnTo>
                  <a:pt x="2945737" y="78599"/>
                </a:lnTo>
                <a:lnTo>
                  <a:pt x="2956160" y="78599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3" name="path-4691">
            <a:extLst xmlns:a="http://schemas.openxmlformats.org/drawingml/2006/main">
              <a:ext uri="{FF2B5EF4-FFF2-40B4-BE49-F238E27FC236}">
                <a16:creationId xmlns:a16="http://schemas.microsoft.com/office/drawing/2014/main" id="{715C4719-35E3-4ACE-8FA3-92506CA81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4185" y="6546225"/>
            <a:ext cx="1427617" cy="867345"/>
          </a:xfrm>
          <a:custGeom xmlns:a="http://schemas.openxmlformats.org/drawingml/2006/main">
            <a:pathLst>
              <a:path w="1220166" h="741309">
                <a:moveTo>
                  <a:pt x="1220166" y="732100"/>
                </a:moveTo>
                <a:lnTo>
                  <a:pt x="1220166" y="741309"/>
                </a:lnTo>
                <a:lnTo>
                  <a:pt x="1184626" y="741309"/>
                </a:lnTo>
                <a:lnTo>
                  <a:pt x="1184626" y="732100"/>
                </a:lnTo>
                <a:lnTo>
                  <a:pt x="1184626" y="722891"/>
                </a:lnTo>
                <a:lnTo>
                  <a:pt x="1220166" y="722891"/>
                </a:lnTo>
                <a:lnTo>
                  <a:pt x="1220166" y="732100"/>
                </a:lnTo>
                <a:moveTo>
                  <a:pt x="1113546" y="732100"/>
                </a:moveTo>
                <a:lnTo>
                  <a:pt x="1113546" y="741309"/>
                </a:lnTo>
                <a:lnTo>
                  <a:pt x="1042465" y="741309"/>
                </a:lnTo>
                <a:lnTo>
                  <a:pt x="1042465" y="732100"/>
                </a:lnTo>
                <a:lnTo>
                  <a:pt x="1042465" y="722891"/>
                </a:lnTo>
                <a:lnTo>
                  <a:pt x="1113546" y="722891"/>
                </a:lnTo>
                <a:lnTo>
                  <a:pt x="1113546" y="732100"/>
                </a:lnTo>
                <a:moveTo>
                  <a:pt x="971384" y="732100"/>
                </a:moveTo>
                <a:lnTo>
                  <a:pt x="971384" y="741309"/>
                </a:lnTo>
                <a:lnTo>
                  <a:pt x="900304" y="741309"/>
                </a:lnTo>
                <a:lnTo>
                  <a:pt x="900304" y="732100"/>
                </a:lnTo>
                <a:lnTo>
                  <a:pt x="900304" y="722891"/>
                </a:lnTo>
                <a:lnTo>
                  <a:pt x="971384" y="722891"/>
                </a:lnTo>
                <a:lnTo>
                  <a:pt x="971384" y="732100"/>
                </a:lnTo>
                <a:moveTo>
                  <a:pt x="829223" y="732100"/>
                </a:moveTo>
                <a:lnTo>
                  <a:pt x="829223" y="741309"/>
                </a:lnTo>
                <a:lnTo>
                  <a:pt x="758143" y="741309"/>
                </a:lnTo>
                <a:lnTo>
                  <a:pt x="758143" y="732100"/>
                </a:lnTo>
                <a:lnTo>
                  <a:pt x="758143" y="722891"/>
                </a:lnTo>
                <a:lnTo>
                  <a:pt x="829223" y="722891"/>
                </a:lnTo>
                <a:lnTo>
                  <a:pt x="829223" y="732100"/>
                </a:lnTo>
                <a:moveTo>
                  <a:pt x="687063" y="732100"/>
                </a:moveTo>
                <a:lnTo>
                  <a:pt x="687063" y="741309"/>
                </a:lnTo>
                <a:lnTo>
                  <a:pt x="615982" y="741309"/>
                </a:lnTo>
                <a:lnTo>
                  <a:pt x="615982" y="732100"/>
                </a:lnTo>
                <a:lnTo>
                  <a:pt x="615982" y="722891"/>
                </a:lnTo>
                <a:lnTo>
                  <a:pt x="687063" y="722891"/>
                </a:lnTo>
                <a:lnTo>
                  <a:pt x="687063" y="732100"/>
                </a:lnTo>
                <a:moveTo>
                  <a:pt x="544902" y="732100"/>
                </a:moveTo>
                <a:lnTo>
                  <a:pt x="544902" y="741309"/>
                </a:lnTo>
                <a:lnTo>
                  <a:pt x="473821" y="741309"/>
                </a:lnTo>
                <a:lnTo>
                  <a:pt x="473821" y="732100"/>
                </a:lnTo>
                <a:lnTo>
                  <a:pt x="473821" y="722891"/>
                </a:lnTo>
                <a:lnTo>
                  <a:pt x="544902" y="722891"/>
                </a:lnTo>
                <a:lnTo>
                  <a:pt x="544902" y="732100"/>
                </a:lnTo>
                <a:moveTo>
                  <a:pt x="402741" y="732100"/>
                </a:moveTo>
                <a:lnTo>
                  <a:pt x="402741" y="741309"/>
                </a:lnTo>
                <a:lnTo>
                  <a:pt x="331661" y="741309"/>
                </a:lnTo>
                <a:lnTo>
                  <a:pt x="331661" y="732100"/>
                </a:lnTo>
                <a:lnTo>
                  <a:pt x="331661" y="722891"/>
                </a:lnTo>
                <a:lnTo>
                  <a:pt x="402741" y="722891"/>
                </a:lnTo>
                <a:lnTo>
                  <a:pt x="402741" y="732100"/>
                </a:lnTo>
                <a:moveTo>
                  <a:pt x="260580" y="732100"/>
                </a:moveTo>
                <a:lnTo>
                  <a:pt x="260580" y="741309"/>
                </a:lnTo>
                <a:lnTo>
                  <a:pt x="189500" y="741309"/>
                </a:lnTo>
                <a:lnTo>
                  <a:pt x="189500" y="732100"/>
                </a:lnTo>
                <a:lnTo>
                  <a:pt x="189500" y="722891"/>
                </a:lnTo>
                <a:lnTo>
                  <a:pt x="260580" y="722891"/>
                </a:lnTo>
                <a:lnTo>
                  <a:pt x="260580" y="732100"/>
                </a:lnTo>
                <a:moveTo>
                  <a:pt x="118420" y="732100"/>
                </a:moveTo>
                <a:lnTo>
                  <a:pt x="118420" y="741309"/>
                </a:lnTo>
                <a:lnTo>
                  <a:pt x="82879" y="741309"/>
                </a:lnTo>
                <a:lnTo>
                  <a:pt x="82879" y="732100"/>
                </a:lnTo>
                <a:lnTo>
                  <a:pt x="82879" y="722891"/>
                </a:lnTo>
                <a:lnTo>
                  <a:pt x="118420" y="722891"/>
                </a:lnTo>
                <a:lnTo>
                  <a:pt x="118420" y="732100"/>
                </a:lnTo>
                <a:moveTo>
                  <a:pt x="82879" y="732100"/>
                </a:moveTo>
                <a:lnTo>
                  <a:pt x="82879" y="741309"/>
                </a:lnTo>
                <a:cubicBezTo>
                  <a:pt x="71658" y="741309"/>
                  <a:pt x="60936" y="739074"/>
                  <a:pt x="51151" y="735016"/>
                </a:cubicBezTo>
                <a:lnTo>
                  <a:pt x="54679" y="726510"/>
                </a:lnTo>
                <a:lnTo>
                  <a:pt x="58206" y="718004"/>
                </a:lnTo>
                <a:cubicBezTo>
                  <a:pt x="65794" y="721150"/>
                  <a:pt x="74122" y="722891"/>
                  <a:pt x="82879" y="722891"/>
                </a:cubicBezTo>
                <a:lnTo>
                  <a:pt x="82879" y="732100"/>
                </a:lnTo>
                <a:moveTo>
                  <a:pt x="14799" y="686630"/>
                </a:moveTo>
                <a:lnTo>
                  <a:pt x="6292" y="690157"/>
                </a:lnTo>
                <a:cubicBezTo>
                  <a:pt x="2235" y="680372"/>
                  <a:pt x="0" y="669650"/>
                  <a:pt x="0" y="658430"/>
                </a:cubicBezTo>
                <a:lnTo>
                  <a:pt x="9209" y="658430"/>
                </a:lnTo>
                <a:lnTo>
                  <a:pt x="18417" y="658430"/>
                </a:lnTo>
                <a:cubicBezTo>
                  <a:pt x="18417" y="667187"/>
                  <a:pt x="20159" y="675514"/>
                  <a:pt x="23305" y="683102"/>
                </a:cubicBezTo>
                <a:lnTo>
                  <a:pt x="14799" y="686630"/>
                </a:lnTo>
                <a:moveTo>
                  <a:pt x="9209" y="658430"/>
                </a:moveTo>
                <a:lnTo>
                  <a:pt x="0" y="658430"/>
                </a:lnTo>
                <a:lnTo>
                  <a:pt x="0" y="617277"/>
                </a:lnTo>
                <a:lnTo>
                  <a:pt x="9209" y="617277"/>
                </a:lnTo>
                <a:lnTo>
                  <a:pt x="18417" y="617277"/>
                </a:lnTo>
                <a:lnTo>
                  <a:pt x="18417" y="658430"/>
                </a:lnTo>
                <a:lnTo>
                  <a:pt x="9209" y="658430"/>
                </a:lnTo>
                <a:moveTo>
                  <a:pt x="9209" y="534974"/>
                </a:moveTo>
                <a:lnTo>
                  <a:pt x="0" y="534974"/>
                </a:lnTo>
                <a:lnTo>
                  <a:pt x="0" y="452670"/>
                </a:lnTo>
                <a:lnTo>
                  <a:pt x="9209" y="452670"/>
                </a:lnTo>
                <a:lnTo>
                  <a:pt x="18417" y="452670"/>
                </a:lnTo>
                <a:lnTo>
                  <a:pt x="18417" y="534974"/>
                </a:lnTo>
                <a:lnTo>
                  <a:pt x="9209" y="534974"/>
                </a:lnTo>
                <a:moveTo>
                  <a:pt x="9209" y="370366"/>
                </a:moveTo>
                <a:lnTo>
                  <a:pt x="0" y="370366"/>
                </a:lnTo>
                <a:lnTo>
                  <a:pt x="0" y="288063"/>
                </a:lnTo>
                <a:lnTo>
                  <a:pt x="9209" y="288063"/>
                </a:lnTo>
                <a:lnTo>
                  <a:pt x="18417" y="288063"/>
                </a:lnTo>
                <a:lnTo>
                  <a:pt x="18417" y="370366"/>
                </a:lnTo>
                <a:lnTo>
                  <a:pt x="9209" y="370366"/>
                </a:lnTo>
                <a:moveTo>
                  <a:pt x="9209" y="205760"/>
                </a:moveTo>
                <a:lnTo>
                  <a:pt x="0" y="205760"/>
                </a:lnTo>
                <a:lnTo>
                  <a:pt x="0" y="123455"/>
                </a:lnTo>
                <a:lnTo>
                  <a:pt x="9209" y="123455"/>
                </a:lnTo>
                <a:lnTo>
                  <a:pt x="18417" y="123455"/>
                </a:lnTo>
                <a:lnTo>
                  <a:pt x="18417" y="205760"/>
                </a:lnTo>
                <a:lnTo>
                  <a:pt x="9209" y="205760"/>
                </a:lnTo>
                <a:moveTo>
                  <a:pt x="9209" y="41152"/>
                </a:moveTo>
                <a:lnTo>
                  <a:pt x="0" y="41152"/>
                </a:lnTo>
                <a:lnTo>
                  <a:pt x="0" y="0"/>
                </a:lnTo>
                <a:lnTo>
                  <a:pt x="9209" y="0"/>
                </a:lnTo>
                <a:lnTo>
                  <a:pt x="18417" y="0"/>
                </a:lnTo>
                <a:lnTo>
                  <a:pt x="18417" y="41152"/>
                </a:lnTo>
                <a:lnTo>
                  <a:pt x="9209" y="41152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4" name="path-4692">
            <a:extLst xmlns:a="http://schemas.openxmlformats.org/drawingml/2006/main">
              <a:ext uri="{FF2B5EF4-FFF2-40B4-BE49-F238E27FC236}">
                <a16:creationId xmlns:a16="http://schemas.microsoft.com/office/drawing/2014/main" id="{E4BE00A7-B404-4FFF-9592-FC6ED1BCB9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453" y="6002115"/>
            <a:ext cx="344783" cy="1077446"/>
          </a:xfrm>
          <a:custGeom xmlns:a="http://schemas.openxmlformats.org/drawingml/2006/main">
            <a:pathLst>
              <a:path w="294682" h="920880">
                <a:moveTo>
                  <a:pt x="0" y="36835"/>
                </a:moveTo>
                <a:cubicBezTo>
                  <a:pt x="0" y="16492"/>
                  <a:pt x="16492" y="0"/>
                  <a:pt x="36835" y="0"/>
                </a:cubicBezTo>
                <a:lnTo>
                  <a:pt x="257846" y="0"/>
                </a:lnTo>
                <a:cubicBezTo>
                  <a:pt x="278190" y="0"/>
                  <a:pt x="294682" y="16492"/>
                  <a:pt x="294682" y="36835"/>
                </a:cubicBezTo>
                <a:lnTo>
                  <a:pt x="294682" y="884045"/>
                </a:lnTo>
                <a:cubicBezTo>
                  <a:pt x="294682" y="904388"/>
                  <a:pt x="278190" y="920880"/>
                  <a:pt x="257846" y="920880"/>
                </a:cubicBezTo>
                <a:lnTo>
                  <a:pt x="36835" y="920880"/>
                </a:lnTo>
                <a:cubicBezTo>
                  <a:pt x="16492" y="920880"/>
                  <a:pt x="0" y="904388"/>
                  <a:pt x="0" y="884045"/>
                </a:cubicBezTo>
                <a:lnTo>
                  <a:pt x="0" y="36835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5" name="path-4693">
            <a:extLst xmlns:a="http://schemas.openxmlformats.org/drawingml/2006/main">
              <a:ext uri="{FF2B5EF4-FFF2-40B4-BE49-F238E27FC236}">
                <a16:creationId xmlns:a16="http://schemas.microsoft.com/office/drawing/2014/main" id="{62913151-5C79-4551-B5CA-E5F43FB40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453" y="6002115"/>
            <a:ext cx="344783" cy="1077446"/>
          </a:xfrm>
          <a:custGeom xmlns:a="http://schemas.openxmlformats.org/drawingml/2006/main">
            <a:pathLst>
              <a:path w="294682" h="920880">
                <a:moveTo>
                  <a:pt x="2895" y="898383"/>
                </a:moveTo>
                <a:lnTo>
                  <a:pt x="10789" y="910091"/>
                </a:lnTo>
                <a:lnTo>
                  <a:pt x="22497" y="917985"/>
                </a:lnTo>
                <a:lnTo>
                  <a:pt x="36835" y="920880"/>
                </a:lnTo>
                <a:lnTo>
                  <a:pt x="257846" y="920880"/>
                </a:lnTo>
                <a:lnTo>
                  <a:pt x="272184" y="917985"/>
                </a:lnTo>
                <a:lnTo>
                  <a:pt x="283893" y="910091"/>
                </a:lnTo>
                <a:lnTo>
                  <a:pt x="291787" y="898383"/>
                </a:lnTo>
                <a:lnTo>
                  <a:pt x="294682" y="884045"/>
                </a:lnTo>
                <a:lnTo>
                  <a:pt x="294682" y="36835"/>
                </a:lnTo>
                <a:lnTo>
                  <a:pt x="291787" y="22497"/>
                </a:lnTo>
                <a:lnTo>
                  <a:pt x="283893" y="10789"/>
                </a:lnTo>
                <a:lnTo>
                  <a:pt x="272184" y="2895"/>
                </a:lnTo>
                <a:lnTo>
                  <a:pt x="257846" y="0"/>
                </a:lnTo>
                <a:lnTo>
                  <a:pt x="36835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7"/>
                </a:lnTo>
                <a:lnTo>
                  <a:pt x="0" y="36835"/>
                </a:lnTo>
                <a:lnTo>
                  <a:pt x="0" y="884045"/>
                </a:lnTo>
                <a:lnTo>
                  <a:pt x="2895" y="898383"/>
                </a:lnTo>
                <a:close/>
                <a:moveTo>
                  <a:pt x="267142" y="20932"/>
                </a:moveTo>
                <a:lnTo>
                  <a:pt x="273749" y="27539"/>
                </a:lnTo>
                <a:lnTo>
                  <a:pt x="276264" y="36835"/>
                </a:lnTo>
                <a:lnTo>
                  <a:pt x="276264" y="884045"/>
                </a:lnTo>
                <a:lnTo>
                  <a:pt x="273749" y="893341"/>
                </a:lnTo>
                <a:lnTo>
                  <a:pt x="267142" y="899948"/>
                </a:lnTo>
                <a:lnTo>
                  <a:pt x="257846" y="902462"/>
                </a:lnTo>
                <a:lnTo>
                  <a:pt x="36835" y="902462"/>
                </a:lnTo>
                <a:lnTo>
                  <a:pt x="27540" y="899948"/>
                </a:lnTo>
                <a:lnTo>
                  <a:pt x="20932" y="893341"/>
                </a:lnTo>
                <a:lnTo>
                  <a:pt x="18417" y="884045"/>
                </a:lnTo>
                <a:lnTo>
                  <a:pt x="18417" y="36835"/>
                </a:lnTo>
                <a:lnTo>
                  <a:pt x="20932" y="27539"/>
                </a:lnTo>
                <a:lnTo>
                  <a:pt x="27540" y="20932"/>
                </a:lnTo>
                <a:lnTo>
                  <a:pt x="36835" y="18417"/>
                </a:lnTo>
                <a:lnTo>
                  <a:pt x="257846" y="18417"/>
                </a:lnTo>
                <a:lnTo>
                  <a:pt x="267142" y="2093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6" name="path-4694">
            <a:extLst xmlns:a="http://schemas.openxmlformats.org/drawingml/2006/main">
              <a:ext uri="{FF2B5EF4-FFF2-40B4-BE49-F238E27FC236}">
                <a16:creationId xmlns:a16="http://schemas.microsoft.com/office/drawing/2014/main" id="{16D6E19C-3F60-436C-85AC-12A00E259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5529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0" y="36835"/>
                </a:moveTo>
                <a:cubicBezTo>
                  <a:pt x="0" y="16492"/>
                  <a:pt x="16492" y="0"/>
                  <a:pt x="36835" y="0"/>
                </a:cubicBezTo>
                <a:lnTo>
                  <a:pt x="257847" y="0"/>
                </a:lnTo>
                <a:cubicBezTo>
                  <a:pt x="278190" y="0"/>
                  <a:pt x="294681" y="16492"/>
                  <a:pt x="294681" y="36835"/>
                </a:cubicBezTo>
                <a:lnTo>
                  <a:pt x="294681" y="884045"/>
                </a:lnTo>
                <a:cubicBezTo>
                  <a:pt x="294681" y="904388"/>
                  <a:pt x="278190" y="920880"/>
                  <a:pt x="257847" y="920880"/>
                </a:cubicBezTo>
                <a:lnTo>
                  <a:pt x="36835" y="920880"/>
                </a:lnTo>
                <a:cubicBezTo>
                  <a:pt x="16492" y="920880"/>
                  <a:pt x="0" y="904388"/>
                  <a:pt x="0" y="884045"/>
                </a:cubicBezTo>
                <a:lnTo>
                  <a:pt x="0" y="36835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7" name="path-4695">
            <a:extLst xmlns:a="http://schemas.openxmlformats.org/drawingml/2006/main">
              <a:ext uri="{FF2B5EF4-FFF2-40B4-BE49-F238E27FC236}">
                <a16:creationId xmlns:a16="http://schemas.microsoft.com/office/drawing/2014/main" id="{080E0B33-32C0-416C-B8BC-F3070BC4B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5529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2895" y="898383"/>
                </a:moveTo>
                <a:lnTo>
                  <a:pt x="10789" y="910091"/>
                </a:lnTo>
                <a:lnTo>
                  <a:pt x="22497" y="917985"/>
                </a:lnTo>
                <a:lnTo>
                  <a:pt x="36835" y="920880"/>
                </a:lnTo>
                <a:lnTo>
                  <a:pt x="257847" y="920880"/>
                </a:lnTo>
                <a:lnTo>
                  <a:pt x="272184" y="917985"/>
                </a:lnTo>
                <a:lnTo>
                  <a:pt x="283893" y="910091"/>
                </a:lnTo>
                <a:lnTo>
                  <a:pt x="291787" y="898383"/>
                </a:lnTo>
                <a:lnTo>
                  <a:pt x="294681" y="884045"/>
                </a:lnTo>
                <a:lnTo>
                  <a:pt x="294681" y="36835"/>
                </a:lnTo>
                <a:lnTo>
                  <a:pt x="291787" y="22497"/>
                </a:lnTo>
                <a:lnTo>
                  <a:pt x="283893" y="10789"/>
                </a:lnTo>
                <a:lnTo>
                  <a:pt x="272184" y="2895"/>
                </a:lnTo>
                <a:lnTo>
                  <a:pt x="257847" y="0"/>
                </a:lnTo>
                <a:lnTo>
                  <a:pt x="36835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7"/>
                </a:lnTo>
                <a:lnTo>
                  <a:pt x="0" y="36835"/>
                </a:lnTo>
                <a:lnTo>
                  <a:pt x="0" y="884045"/>
                </a:lnTo>
                <a:lnTo>
                  <a:pt x="2895" y="898383"/>
                </a:lnTo>
                <a:close/>
                <a:moveTo>
                  <a:pt x="267142" y="20932"/>
                </a:moveTo>
                <a:lnTo>
                  <a:pt x="273750" y="27539"/>
                </a:lnTo>
                <a:lnTo>
                  <a:pt x="276264" y="36835"/>
                </a:lnTo>
                <a:lnTo>
                  <a:pt x="276264" y="884045"/>
                </a:lnTo>
                <a:lnTo>
                  <a:pt x="273750" y="893341"/>
                </a:lnTo>
                <a:lnTo>
                  <a:pt x="267142" y="899948"/>
                </a:lnTo>
                <a:lnTo>
                  <a:pt x="257847" y="902462"/>
                </a:lnTo>
                <a:lnTo>
                  <a:pt x="36835" y="902462"/>
                </a:lnTo>
                <a:lnTo>
                  <a:pt x="27540" y="899948"/>
                </a:lnTo>
                <a:lnTo>
                  <a:pt x="20932" y="893341"/>
                </a:lnTo>
                <a:lnTo>
                  <a:pt x="18418" y="884045"/>
                </a:lnTo>
                <a:lnTo>
                  <a:pt x="18418" y="36835"/>
                </a:lnTo>
                <a:lnTo>
                  <a:pt x="20932" y="27539"/>
                </a:lnTo>
                <a:lnTo>
                  <a:pt x="27540" y="20932"/>
                </a:lnTo>
                <a:lnTo>
                  <a:pt x="36835" y="18417"/>
                </a:lnTo>
                <a:lnTo>
                  <a:pt x="257847" y="18417"/>
                </a:lnTo>
                <a:lnTo>
                  <a:pt x="267142" y="2093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8" name="path-4696">
            <a:extLst xmlns:a="http://schemas.openxmlformats.org/drawingml/2006/main">
              <a:ext uri="{FF2B5EF4-FFF2-40B4-BE49-F238E27FC236}">
                <a16:creationId xmlns:a16="http://schemas.microsoft.com/office/drawing/2014/main" id="{3CCAD621-D0E4-45B7-B4D6-CF3275D2C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9606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0" y="36835"/>
                </a:moveTo>
                <a:cubicBezTo>
                  <a:pt x="0" y="16492"/>
                  <a:pt x="16492" y="0"/>
                  <a:pt x="36835" y="0"/>
                </a:cubicBezTo>
                <a:lnTo>
                  <a:pt x="257847" y="0"/>
                </a:lnTo>
                <a:cubicBezTo>
                  <a:pt x="278190" y="0"/>
                  <a:pt x="294681" y="16492"/>
                  <a:pt x="294681" y="36835"/>
                </a:cubicBezTo>
                <a:lnTo>
                  <a:pt x="294681" y="884045"/>
                </a:lnTo>
                <a:cubicBezTo>
                  <a:pt x="294681" y="904388"/>
                  <a:pt x="278190" y="920880"/>
                  <a:pt x="257847" y="920880"/>
                </a:cubicBezTo>
                <a:lnTo>
                  <a:pt x="36835" y="920880"/>
                </a:lnTo>
                <a:cubicBezTo>
                  <a:pt x="16492" y="920880"/>
                  <a:pt x="0" y="904388"/>
                  <a:pt x="0" y="884045"/>
                </a:cubicBezTo>
                <a:lnTo>
                  <a:pt x="0" y="36835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9" name="path-4697">
            <a:extLst xmlns:a="http://schemas.openxmlformats.org/drawingml/2006/main">
              <a:ext uri="{FF2B5EF4-FFF2-40B4-BE49-F238E27FC236}">
                <a16:creationId xmlns:a16="http://schemas.microsoft.com/office/drawing/2014/main" id="{787598B9-976F-457E-9B39-BB246BC2F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9606" y="6002115"/>
            <a:ext cx="344783" cy="1077446"/>
          </a:xfrm>
          <a:custGeom xmlns:a="http://schemas.openxmlformats.org/drawingml/2006/main">
            <a:pathLst>
              <a:path w="294682" h="920880">
                <a:moveTo>
                  <a:pt x="2895" y="898383"/>
                </a:moveTo>
                <a:lnTo>
                  <a:pt x="10789" y="910091"/>
                </a:lnTo>
                <a:lnTo>
                  <a:pt x="22498" y="917985"/>
                </a:lnTo>
                <a:lnTo>
                  <a:pt x="36836" y="920880"/>
                </a:lnTo>
                <a:lnTo>
                  <a:pt x="257847" y="920880"/>
                </a:lnTo>
                <a:lnTo>
                  <a:pt x="272185" y="917985"/>
                </a:lnTo>
                <a:lnTo>
                  <a:pt x="283893" y="910091"/>
                </a:lnTo>
                <a:lnTo>
                  <a:pt x="291787" y="898383"/>
                </a:lnTo>
                <a:lnTo>
                  <a:pt x="294682" y="884045"/>
                </a:lnTo>
                <a:lnTo>
                  <a:pt x="294682" y="36835"/>
                </a:lnTo>
                <a:lnTo>
                  <a:pt x="291787" y="22497"/>
                </a:lnTo>
                <a:lnTo>
                  <a:pt x="283893" y="10789"/>
                </a:lnTo>
                <a:lnTo>
                  <a:pt x="272185" y="2895"/>
                </a:lnTo>
                <a:lnTo>
                  <a:pt x="257847" y="0"/>
                </a:lnTo>
                <a:lnTo>
                  <a:pt x="36836" y="0"/>
                </a:lnTo>
                <a:lnTo>
                  <a:pt x="22498" y="2895"/>
                </a:lnTo>
                <a:lnTo>
                  <a:pt x="10789" y="10789"/>
                </a:lnTo>
                <a:lnTo>
                  <a:pt x="2895" y="22497"/>
                </a:lnTo>
                <a:lnTo>
                  <a:pt x="0" y="36835"/>
                </a:lnTo>
                <a:lnTo>
                  <a:pt x="0" y="884045"/>
                </a:lnTo>
                <a:lnTo>
                  <a:pt x="2895" y="898383"/>
                </a:lnTo>
                <a:close/>
                <a:moveTo>
                  <a:pt x="267142" y="20932"/>
                </a:moveTo>
                <a:lnTo>
                  <a:pt x="273750" y="27539"/>
                </a:lnTo>
                <a:lnTo>
                  <a:pt x="276264" y="36835"/>
                </a:lnTo>
                <a:lnTo>
                  <a:pt x="276264" y="884045"/>
                </a:lnTo>
                <a:lnTo>
                  <a:pt x="273750" y="893341"/>
                </a:lnTo>
                <a:lnTo>
                  <a:pt x="267142" y="899948"/>
                </a:lnTo>
                <a:lnTo>
                  <a:pt x="257847" y="902462"/>
                </a:lnTo>
                <a:lnTo>
                  <a:pt x="36835" y="902462"/>
                </a:lnTo>
                <a:lnTo>
                  <a:pt x="27540" y="899948"/>
                </a:lnTo>
                <a:lnTo>
                  <a:pt x="20932" y="893341"/>
                </a:lnTo>
                <a:lnTo>
                  <a:pt x="18418" y="884045"/>
                </a:lnTo>
                <a:lnTo>
                  <a:pt x="18418" y="36835"/>
                </a:lnTo>
                <a:lnTo>
                  <a:pt x="20932" y="27539"/>
                </a:lnTo>
                <a:lnTo>
                  <a:pt x="27540" y="20932"/>
                </a:lnTo>
                <a:lnTo>
                  <a:pt x="36835" y="18417"/>
                </a:lnTo>
                <a:lnTo>
                  <a:pt x="257847" y="18417"/>
                </a:lnTo>
                <a:lnTo>
                  <a:pt x="267142" y="2093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0" name="path-4698">
            <a:extLst xmlns:a="http://schemas.openxmlformats.org/drawingml/2006/main">
              <a:ext uri="{FF2B5EF4-FFF2-40B4-BE49-F238E27FC236}">
                <a16:creationId xmlns:a16="http://schemas.microsoft.com/office/drawing/2014/main" id="{A63218EB-30B9-41BF-BFDC-D6F37E0036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33682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0" y="36835"/>
                </a:moveTo>
                <a:cubicBezTo>
                  <a:pt x="0" y="16492"/>
                  <a:pt x="16492" y="0"/>
                  <a:pt x="36835" y="0"/>
                </a:cubicBezTo>
                <a:lnTo>
                  <a:pt x="257847" y="0"/>
                </a:lnTo>
                <a:cubicBezTo>
                  <a:pt x="278190" y="0"/>
                  <a:pt x="294681" y="16492"/>
                  <a:pt x="294681" y="36835"/>
                </a:cubicBezTo>
                <a:lnTo>
                  <a:pt x="294681" y="884045"/>
                </a:lnTo>
                <a:cubicBezTo>
                  <a:pt x="294681" y="904388"/>
                  <a:pt x="278190" y="920880"/>
                  <a:pt x="257847" y="920880"/>
                </a:cubicBezTo>
                <a:lnTo>
                  <a:pt x="36835" y="920880"/>
                </a:lnTo>
                <a:cubicBezTo>
                  <a:pt x="16492" y="920880"/>
                  <a:pt x="0" y="904388"/>
                  <a:pt x="0" y="884045"/>
                </a:cubicBezTo>
                <a:lnTo>
                  <a:pt x="0" y="36835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1" name="path-4699">
            <a:extLst xmlns:a="http://schemas.openxmlformats.org/drawingml/2006/main">
              <a:ext uri="{FF2B5EF4-FFF2-40B4-BE49-F238E27FC236}">
                <a16:creationId xmlns:a16="http://schemas.microsoft.com/office/drawing/2014/main" id="{1456A686-A5C4-4C96-8396-EEACF4FD8D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33682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2895" y="898383"/>
                </a:moveTo>
                <a:lnTo>
                  <a:pt x="10789" y="910091"/>
                </a:lnTo>
                <a:lnTo>
                  <a:pt x="22497" y="917985"/>
                </a:lnTo>
                <a:lnTo>
                  <a:pt x="36836" y="920880"/>
                </a:lnTo>
                <a:lnTo>
                  <a:pt x="257847" y="920880"/>
                </a:lnTo>
                <a:lnTo>
                  <a:pt x="272184" y="917985"/>
                </a:lnTo>
                <a:lnTo>
                  <a:pt x="283893" y="910091"/>
                </a:lnTo>
                <a:lnTo>
                  <a:pt x="291787" y="898383"/>
                </a:lnTo>
                <a:lnTo>
                  <a:pt x="294681" y="884045"/>
                </a:lnTo>
                <a:lnTo>
                  <a:pt x="294681" y="36835"/>
                </a:lnTo>
                <a:lnTo>
                  <a:pt x="291787" y="22497"/>
                </a:lnTo>
                <a:lnTo>
                  <a:pt x="283893" y="10789"/>
                </a:lnTo>
                <a:lnTo>
                  <a:pt x="272184" y="2895"/>
                </a:lnTo>
                <a:lnTo>
                  <a:pt x="257847" y="0"/>
                </a:lnTo>
                <a:lnTo>
                  <a:pt x="36836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7"/>
                </a:lnTo>
                <a:lnTo>
                  <a:pt x="0" y="36835"/>
                </a:lnTo>
                <a:lnTo>
                  <a:pt x="0" y="884045"/>
                </a:lnTo>
                <a:lnTo>
                  <a:pt x="2895" y="898383"/>
                </a:lnTo>
                <a:close/>
                <a:moveTo>
                  <a:pt x="267142" y="20932"/>
                </a:moveTo>
                <a:lnTo>
                  <a:pt x="273750" y="27539"/>
                </a:lnTo>
                <a:lnTo>
                  <a:pt x="276264" y="36835"/>
                </a:lnTo>
                <a:lnTo>
                  <a:pt x="276264" y="884045"/>
                </a:lnTo>
                <a:lnTo>
                  <a:pt x="273750" y="893341"/>
                </a:lnTo>
                <a:lnTo>
                  <a:pt x="267142" y="899948"/>
                </a:lnTo>
                <a:lnTo>
                  <a:pt x="257847" y="902462"/>
                </a:lnTo>
                <a:lnTo>
                  <a:pt x="36835" y="902462"/>
                </a:lnTo>
                <a:lnTo>
                  <a:pt x="27540" y="899948"/>
                </a:lnTo>
                <a:lnTo>
                  <a:pt x="20932" y="893341"/>
                </a:lnTo>
                <a:lnTo>
                  <a:pt x="18418" y="884045"/>
                </a:lnTo>
                <a:lnTo>
                  <a:pt x="18418" y="36835"/>
                </a:lnTo>
                <a:lnTo>
                  <a:pt x="20932" y="27539"/>
                </a:lnTo>
                <a:lnTo>
                  <a:pt x="27540" y="20932"/>
                </a:lnTo>
                <a:lnTo>
                  <a:pt x="36835" y="18417"/>
                </a:lnTo>
                <a:lnTo>
                  <a:pt x="257847" y="18417"/>
                </a:lnTo>
                <a:lnTo>
                  <a:pt x="267142" y="2093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4692" name="">
            <a:extLst xmlns:a="http://schemas.openxmlformats.org/drawingml/2006/main">
              <a:ext uri="{FF2B5EF4-FFF2-40B4-BE49-F238E27FC236}">
                <a16:creationId xmlns:a16="http://schemas.microsoft.com/office/drawing/2014/main" id="{8B6B3D7C-9CAF-4E9E-A633-DBDA63648AC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78a379afdde452f"/>
          <a:stretch xmlns:a="http://schemas.openxmlformats.org/drawingml/2006/main"/>
        </p:blipFill>
        <p:spPr>
          <a:xfrm xmlns:a="http://schemas.openxmlformats.org/drawingml/2006/main">
            <a:off x="3205359" y="6353109"/>
            <a:ext cx="1092154" cy="1092154"/>
          </a:xfrm>
          <a:prstGeom xmlns:a="http://schemas.openxmlformats.org/drawingml/2006/main" prst="rect">
            <a:avLst/>
          </a:prstGeom>
        </p:spPr>
      </p:pic>
      <p:pic>
        <p:nvPicPr>
          <p:cNvPr id="4693" name="">
            <a:extLst xmlns:a="http://schemas.openxmlformats.org/drawingml/2006/main">
              <a:ext uri="{FF2B5EF4-FFF2-40B4-BE49-F238E27FC236}">
                <a16:creationId xmlns:a16="http://schemas.microsoft.com/office/drawing/2014/main" id="{0962E57D-161D-46D1-A63D-1BD5E428560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1559b2c6ae4483d"/>
          <a:stretch xmlns:a="http://schemas.openxmlformats.org/drawingml/2006/main"/>
        </p:blipFill>
        <p:spPr>
          <a:xfrm xmlns:a="http://schemas.openxmlformats.org/drawingml/2006/main">
            <a:off x="3015904" y="6531420"/>
            <a:ext cx="1103298" cy="1103298"/>
          </a:xfrm>
          <a:prstGeom xmlns:a="http://schemas.openxmlformats.org/drawingml/2006/main" prst="rect">
            <a:avLst/>
          </a:prstGeom>
        </p:spPr>
      </p:pic>
      <p:sp>
        <p:nvSpPr>
          <p:cNvPr id="4694" name="path-4702">
            <a:extLst xmlns:a="http://schemas.openxmlformats.org/drawingml/2006/main">
              <a:ext uri="{FF2B5EF4-FFF2-40B4-BE49-F238E27FC236}">
                <a16:creationId xmlns:a16="http://schemas.microsoft.com/office/drawing/2014/main" id="{F7E87DE7-46C8-4562-86B4-C5B17D58B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78368" y="6936777"/>
            <a:ext cx="22844" cy="83232"/>
          </a:xfrm>
          <a:custGeom xmlns:a="http://schemas.openxmlformats.org/drawingml/2006/main">
            <a:pathLst>
              <a:path w="19524" h="71137">
                <a:moveTo>
                  <a:pt x="983" y="24045"/>
                </a:moveTo>
                <a:lnTo>
                  <a:pt x="1107" y="35569"/>
                </a:lnTo>
                <a:lnTo>
                  <a:pt x="983" y="47092"/>
                </a:lnTo>
                <a:lnTo>
                  <a:pt x="613" y="58554"/>
                </a:lnTo>
                <a:lnTo>
                  <a:pt x="0" y="69950"/>
                </a:lnTo>
                <a:lnTo>
                  <a:pt x="9189" y="70544"/>
                </a:lnTo>
                <a:lnTo>
                  <a:pt x="9189" y="70544"/>
                </a:lnTo>
                <a:lnTo>
                  <a:pt x="18376" y="71137"/>
                </a:lnTo>
                <a:lnTo>
                  <a:pt x="19234" y="53503"/>
                </a:lnTo>
                <a:lnTo>
                  <a:pt x="19524" y="35569"/>
                </a:lnTo>
                <a:lnTo>
                  <a:pt x="19234" y="17634"/>
                </a:lnTo>
                <a:lnTo>
                  <a:pt x="18376" y="0"/>
                </a:lnTo>
                <a:lnTo>
                  <a:pt x="9189" y="594"/>
                </a:lnTo>
                <a:lnTo>
                  <a:pt x="9189" y="594"/>
                </a:lnTo>
                <a:lnTo>
                  <a:pt x="0" y="1188"/>
                </a:lnTo>
                <a:lnTo>
                  <a:pt x="613" y="12584"/>
                </a:lnTo>
                <a:lnTo>
                  <a:pt x="983" y="2404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5" name="path-4703">
            <a:extLst xmlns:a="http://schemas.openxmlformats.org/drawingml/2006/main">
              <a:ext uri="{FF2B5EF4-FFF2-40B4-BE49-F238E27FC236}">
                <a16:creationId xmlns:a16="http://schemas.microsoft.com/office/drawing/2014/main" id="{14B4DB19-AD53-4135-A49F-523EDFD98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47227" y="6773997"/>
            <a:ext cx="41871" cy="84516"/>
          </a:xfrm>
          <a:custGeom xmlns:a="http://schemas.openxmlformats.org/drawingml/2006/main">
            <a:pathLst>
              <a:path w="35786" h="72235">
                <a:moveTo>
                  <a:pt x="0" y="5906"/>
                </a:moveTo>
                <a:lnTo>
                  <a:pt x="5220" y="22159"/>
                </a:lnTo>
                <a:lnTo>
                  <a:pt x="9922" y="38637"/>
                </a:lnTo>
                <a:lnTo>
                  <a:pt x="14096" y="55332"/>
                </a:lnTo>
                <a:lnTo>
                  <a:pt x="17731" y="72235"/>
                </a:lnTo>
                <a:lnTo>
                  <a:pt x="26765" y="70447"/>
                </a:lnTo>
                <a:lnTo>
                  <a:pt x="26765" y="70447"/>
                </a:lnTo>
                <a:lnTo>
                  <a:pt x="35786" y="68663"/>
                </a:lnTo>
                <a:lnTo>
                  <a:pt x="32348" y="52519"/>
                </a:lnTo>
                <a:lnTo>
                  <a:pt x="28222" y="35790"/>
                </a:lnTo>
                <a:lnTo>
                  <a:pt x="23583" y="19269"/>
                </a:lnTo>
                <a:lnTo>
                  <a:pt x="18441" y="2964"/>
                </a:lnTo>
                <a:lnTo>
                  <a:pt x="17402" y="0"/>
                </a:lnTo>
                <a:lnTo>
                  <a:pt x="0" y="5906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6" name="path-4704">
            <a:extLst xmlns:a="http://schemas.openxmlformats.org/drawingml/2006/main">
              <a:ext uri="{FF2B5EF4-FFF2-40B4-BE49-F238E27FC236}">
                <a16:creationId xmlns:a16="http://schemas.microsoft.com/office/drawing/2014/main" id="{29D3337D-5C03-4BFC-BA41-9DD0B61E4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76233" y="6625232"/>
            <a:ext cx="59485" cy="81486"/>
          </a:xfrm>
          <a:custGeom xmlns:a="http://schemas.openxmlformats.org/drawingml/2006/main">
            <a:pathLst>
              <a:path w="50841" h="69645">
                <a:moveTo>
                  <a:pt x="7652" y="5089"/>
                </a:moveTo>
                <a:lnTo>
                  <a:pt x="0" y="10212"/>
                </a:lnTo>
                <a:lnTo>
                  <a:pt x="9300" y="24605"/>
                </a:lnTo>
                <a:lnTo>
                  <a:pt x="18137" y="39316"/>
                </a:lnTo>
                <a:lnTo>
                  <a:pt x="26502" y="54332"/>
                </a:lnTo>
                <a:lnTo>
                  <a:pt x="34384" y="69645"/>
                </a:lnTo>
                <a:lnTo>
                  <a:pt x="50841" y="61514"/>
                </a:lnTo>
                <a:lnTo>
                  <a:pt x="46173" y="52156"/>
                </a:lnTo>
                <a:lnTo>
                  <a:pt x="38200" y="37341"/>
                </a:lnTo>
                <a:lnTo>
                  <a:pt x="29785" y="22805"/>
                </a:lnTo>
                <a:lnTo>
                  <a:pt x="20940" y="8558"/>
                </a:lnTo>
                <a:lnTo>
                  <a:pt x="15253" y="0"/>
                </a:lnTo>
                <a:lnTo>
                  <a:pt x="7652" y="508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7" name="path-4705">
            <a:extLst xmlns:a="http://schemas.openxmlformats.org/drawingml/2006/main">
              <a:ext uri="{FF2B5EF4-FFF2-40B4-BE49-F238E27FC236}">
                <a16:creationId xmlns:a16="http://schemas.microsoft.com/office/drawing/2014/main" id="{D4F14909-7E04-4BB8-998D-06D72D77C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70449" y="6500471"/>
            <a:ext cx="72992" cy="72992"/>
          </a:xfrm>
          <a:custGeom xmlns:a="http://schemas.openxmlformats.org/drawingml/2006/main">
            <a:pathLst>
              <a:path w="62385" h="62385">
                <a:moveTo>
                  <a:pt x="12729" y="25364"/>
                </a:moveTo>
                <a:lnTo>
                  <a:pt x="25073" y="37313"/>
                </a:lnTo>
                <a:lnTo>
                  <a:pt x="37021" y="49657"/>
                </a:lnTo>
                <a:lnTo>
                  <a:pt x="48565" y="62385"/>
                </a:lnTo>
                <a:lnTo>
                  <a:pt x="55486" y="56311"/>
                </a:lnTo>
                <a:lnTo>
                  <a:pt x="55486" y="56311"/>
                </a:lnTo>
                <a:lnTo>
                  <a:pt x="62385" y="50256"/>
                </a:lnTo>
                <a:lnTo>
                  <a:pt x="60960" y="48595"/>
                </a:lnTo>
                <a:lnTo>
                  <a:pt x="49712" y="36267"/>
                </a:lnTo>
                <a:lnTo>
                  <a:pt x="38095" y="24289"/>
                </a:lnTo>
                <a:lnTo>
                  <a:pt x="26118" y="12672"/>
                </a:lnTo>
                <a:lnTo>
                  <a:pt x="13790" y="1424"/>
                </a:lnTo>
                <a:lnTo>
                  <a:pt x="12130" y="0"/>
                </a:lnTo>
                <a:lnTo>
                  <a:pt x="6074" y="6899"/>
                </a:lnTo>
                <a:lnTo>
                  <a:pt x="6075" y="6899"/>
                </a:lnTo>
                <a:lnTo>
                  <a:pt x="0" y="13821"/>
                </a:lnTo>
                <a:lnTo>
                  <a:pt x="12729" y="2536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8" name="path-4706">
            <a:extLst xmlns:a="http://schemas.openxmlformats.org/drawingml/2006/main">
              <a:ext uri="{FF2B5EF4-FFF2-40B4-BE49-F238E27FC236}">
                <a16:creationId xmlns:a16="http://schemas.microsoft.com/office/drawing/2014/main" id="{AA6E8BDF-9FFA-4DEC-A69A-B2BAC5F44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7194" y="6408194"/>
            <a:ext cx="81486" cy="59485"/>
          </a:xfrm>
          <a:custGeom xmlns:a="http://schemas.openxmlformats.org/drawingml/2006/main">
            <a:pathLst>
              <a:path w="69645" h="50841">
                <a:moveTo>
                  <a:pt x="64556" y="43189"/>
                </a:moveTo>
                <a:lnTo>
                  <a:pt x="69645" y="35587"/>
                </a:lnTo>
                <a:lnTo>
                  <a:pt x="61086" y="29901"/>
                </a:lnTo>
                <a:lnTo>
                  <a:pt x="46839" y="21055"/>
                </a:lnTo>
                <a:lnTo>
                  <a:pt x="32303" y="12641"/>
                </a:lnTo>
                <a:lnTo>
                  <a:pt x="17488" y="4667"/>
                </a:lnTo>
                <a:lnTo>
                  <a:pt x="8131" y="0"/>
                </a:lnTo>
                <a:lnTo>
                  <a:pt x="4079" y="8201"/>
                </a:lnTo>
                <a:lnTo>
                  <a:pt x="4079" y="8201"/>
                </a:lnTo>
                <a:lnTo>
                  <a:pt x="0" y="16457"/>
                </a:lnTo>
                <a:lnTo>
                  <a:pt x="15313" y="24339"/>
                </a:lnTo>
                <a:lnTo>
                  <a:pt x="30330" y="32704"/>
                </a:lnTo>
                <a:lnTo>
                  <a:pt x="45040" y="41541"/>
                </a:lnTo>
                <a:lnTo>
                  <a:pt x="59433" y="50841"/>
                </a:lnTo>
                <a:lnTo>
                  <a:pt x="64556" y="43189"/>
                </a:lnTo>
                <a:lnTo>
                  <a:pt x="64556" y="4318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9" name="path-4707">
            <a:extLst xmlns:a="http://schemas.openxmlformats.org/drawingml/2006/main">
              <a:ext uri="{FF2B5EF4-FFF2-40B4-BE49-F238E27FC236}">
                <a16:creationId xmlns:a16="http://schemas.microsoft.com/office/drawing/2014/main" id="{9E5AE205-72F5-4457-AC4B-4A3A68E9E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5399" y="6354814"/>
            <a:ext cx="84515" cy="41871"/>
          </a:xfrm>
          <a:custGeom xmlns:a="http://schemas.openxmlformats.org/drawingml/2006/main">
            <a:pathLst>
              <a:path w="72234" h="35787">
                <a:moveTo>
                  <a:pt x="72234" y="18384"/>
                </a:moveTo>
                <a:lnTo>
                  <a:pt x="69270" y="17345"/>
                </a:lnTo>
                <a:lnTo>
                  <a:pt x="52965" y="12203"/>
                </a:lnTo>
                <a:lnTo>
                  <a:pt x="36444" y="7564"/>
                </a:lnTo>
                <a:lnTo>
                  <a:pt x="19715" y="3438"/>
                </a:lnTo>
                <a:lnTo>
                  <a:pt x="3572" y="0"/>
                </a:lnTo>
                <a:lnTo>
                  <a:pt x="1787" y="9022"/>
                </a:lnTo>
                <a:lnTo>
                  <a:pt x="1787" y="9022"/>
                </a:lnTo>
                <a:lnTo>
                  <a:pt x="0" y="18056"/>
                </a:lnTo>
                <a:lnTo>
                  <a:pt x="16902" y="21691"/>
                </a:lnTo>
                <a:lnTo>
                  <a:pt x="33597" y="25865"/>
                </a:lnTo>
                <a:lnTo>
                  <a:pt x="50076" y="30566"/>
                </a:lnTo>
                <a:lnTo>
                  <a:pt x="66328" y="35787"/>
                </a:lnTo>
                <a:lnTo>
                  <a:pt x="72234" y="1838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0" name="path-4708">
            <a:extLst xmlns:a="http://schemas.openxmlformats.org/drawingml/2006/main">
              <a:ext uri="{FF2B5EF4-FFF2-40B4-BE49-F238E27FC236}">
                <a16:creationId xmlns:a16="http://schemas.microsoft.com/office/drawing/2014/main" id="{35897123-01D3-4B7F-BA9F-FE655B391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23902" y="6342700"/>
            <a:ext cx="83232" cy="22844"/>
          </a:xfrm>
          <a:custGeom xmlns:a="http://schemas.openxmlformats.org/drawingml/2006/main">
            <a:pathLst>
              <a:path w="71137" h="19525">
                <a:moveTo>
                  <a:pt x="70543" y="10335"/>
                </a:moveTo>
                <a:lnTo>
                  <a:pt x="70544" y="10335"/>
                </a:lnTo>
                <a:lnTo>
                  <a:pt x="71137" y="1148"/>
                </a:lnTo>
                <a:lnTo>
                  <a:pt x="53502" y="290"/>
                </a:lnTo>
                <a:lnTo>
                  <a:pt x="35568" y="0"/>
                </a:lnTo>
                <a:lnTo>
                  <a:pt x="17634" y="290"/>
                </a:lnTo>
                <a:lnTo>
                  <a:pt x="0" y="1148"/>
                </a:lnTo>
                <a:lnTo>
                  <a:pt x="1187" y="19525"/>
                </a:lnTo>
                <a:lnTo>
                  <a:pt x="12584" y="18912"/>
                </a:lnTo>
                <a:lnTo>
                  <a:pt x="24045" y="18542"/>
                </a:lnTo>
                <a:lnTo>
                  <a:pt x="35569" y="18418"/>
                </a:lnTo>
                <a:lnTo>
                  <a:pt x="47092" y="18542"/>
                </a:lnTo>
                <a:lnTo>
                  <a:pt x="58553" y="18912"/>
                </a:lnTo>
                <a:lnTo>
                  <a:pt x="69949" y="19525"/>
                </a:lnTo>
                <a:lnTo>
                  <a:pt x="70543" y="1033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1" name="path-4709">
            <a:extLst xmlns:a="http://schemas.openxmlformats.org/drawingml/2006/main">
              <a:ext uri="{FF2B5EF4-FFF2-40B4-BE49-F238E27FC236}">
                <a16:creationId xmlns:a16="http://schemas.microsoft.com/office/drawing/2014/main" id="{12BAE12D-4EBE-4EA1-B32C-F3C9DEB9B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61122" y="6354813"/>
            <a:ext cx="84515" cy="41872"/>
          </a:xfrm>
          <a:custGeom xmlns:a="http://schemas.openxmlformats.org/drawingml/2006/main">
            <a:pathLst>
              <a:path w="72234" h="35787">
                <a:moveTo>
                  <a:pt x="5906" y="35787"/>
                </a:moveTo>
                <a:lnTo>
                  <a:pt x="22159" y="30566"/>
                </a:lnTo>
                <a:lnTo>
                  <a:pt x="38638" y="25865"/>
                </a:lnTo>
                <a:lnTo>
                  <a:pt x="55332" y="21691"/>
                </a:lnTo>
                <a:lnTo>
                  <a:pt x="72234" y="18056"/>
                </a:lnTo>
                <a:lnTo>
                  <a:pt x="70447" y="9022"/>
                </a:lnTo>
                <a:lnTo>
                  <a:pt x="70448" y="9022"/>
                </a:lnTo>
                <a:lnTo>
                  <a:pt x="68663" y="0"/>
                </a:lnTo>
                <a:lnTo>
                  <a:pt x="52519" y="3438"/>
                </a:lnTo>
                <a:lnTo>
                  <a:pt x="35790" y="7565"/>
                </a:lnTo>
                <a:lnTo>
                  <a:pt x="19269" y="12203"/>
                </a:lnTo>
                <a:lnTo>
                  <a:pt x="2964" y="17345"/>
                </a:lnTo>
                <a:lnTo>
                  <a:pt x="0" y="18384"/>
                </a:lnTo>
                <a:lnTo>
                  <a:pt x="2946" y="27066"/>
                </a:lnTo>
                <a:lnTo>
                  <a:pt x="2947" y="27066"/>
                </a:lnTo>
                <a:lnTo>
                  <a:pt x="5906" y="35787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2" name="path-4710">
            <a:extLst xmlns:a="http://schemas.openxmlformats.org/drawingml/2006/main">
              <a:ext uri="{FF2B5EF4-FFF2-40B4-BE49-F238E27FC236}">
                <a16:creationId xmlns:a16="http://schemas.microsoft.com/office/drawing/2014/main" id="{10F91FFC-7EE3-4032-BBD2-8C1CDDEC2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2356" y="6408194"/>
            <a:ext cx="81486" cy="59485"/>
          </a:xfrm>
          <a:custGeom xmlns:a="http://schemas.openxmlformats.org/drawingml/2006/main">
            <a:pathLst>
              <a:path w="69645" h="50841">
                <a:moveTo>
                  <a:pt x="5089" y="43189"/>
                </a:moveTo>
                <a:lnTo>
                  <a:pt x="10213" y="50841"/>
                </a:lnTo>
                <a:lnTo>
                  <a:pt x="24606" y="41542"/>
                </a:lnTo>
                <a:lnTo>
                  <a:pt x="39316" y="32704"/>
                </a:lnTo>
                <a:lnTo>
                  <a:pt x="54332" y="24339"/>
                </a:lnTo>
                <a:lnTo>
                  <a:pt x="69645" y="16457"/>
                </a:lnTo>
                <a:lnTo>
                  <a:pt x="61514" y="0"/>
                </a:lnTo>
                <a:lnTo>
                  <a:pt x="52156" y="4667"/>
                </a:lnTo>
                <a:lnTo>
                  <a:pt x="37341" y="12641"/>
                </a:lnTo>
                <a:lnTo>
                  <a:pt x="22806" y="21055"/>
                </a:lnTo>
                <a:lnTo>
                  <a:pt x="8558" y="29901"/>
                </a:lnTo>
                <a:lnTo>
                  <a:pt x="0" y="35588"/>
                </a:lnTo>
                <a:lnTo>
                  <a:pt x="5089" y="4318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3" name="path-4711">
            <a:extLst xmlns:a="http://schemas.openxmlformats.org/drawingml/2006/main">
              <a:ext uri="{FF2B5EF4-FFF2-40B4-BE49-F238E27FC236}">
                <a16:creationId xmlns:a16="http://schemas.microsoft.com/office/drawing/2014/main" id="{FBECEC8D-31AB-4B82-A8A1-316965775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7596" y="6500470"/>
            <a:ext cx="72992" cy="72992"/>
          </a:xfrm>
          <a:custGeom xmlns:a="http://schemas.openxmlformats.org/drawingml/2006/main">
            <a:pathLst>
              <a:path w="62386" h="62386">
                <a:moveTo>
                  <a:pt x="6899" y="56312"/>
                </a:moveTo>
                <a:lnTo>
                  <a:pt x="6900" y="56311"/>
                </a:lnTo>
                <a:lnTo>
                  <a:pt x="13820" y="62386"/>
                </a:lnTo>
                <a:lnTo>
                  <a:pt x="25364" y="49657"/>
                </a:lnTo>
                <a:lnTo>
                  <a:pt x="37313" y="37313"/>
                </a:lnTo>
                <a:lnTo>
                  <a:pt x="49657" y="25364"/>
                </a:lnTo>
                <a:lnTo>
                  <a:pt x="62386" y="13821"/>
                </a:lnTo>
                <a:lnTo>
                  <a:pt x="50256" y="0"/>
                </a:lnTo>
                <a:lnTo>
                  <a:pt x="48595" y="1425"/>
                </a:lnTo>
                <a:lnTo>
                  <a:pt x="36267" y="12673"/>
                </a:lnTo>
                <a:lnTo>
                  <a:pt x="24290" y="24290"/>
                </a:lnTo>
                <a:lnTo>
                  <a:pt x="12673" y="36267"/>
                </a:lnTo>
                <a:lnTo>
                  <a:pt x="1425" y="48595"/>
                </a:lnTo>
                <a:lnTo>
                  <a:pt x="0" y="50256"/>
                </a:lnTo>
                <a:lnTo>
                  <a:pt x="6899" y="5631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4" name="path-4712">
            <a:extLst xmlns:a="http://schemas.openxmlformats.org/drawingml/2006/main">
              <a:ext uri="{FF2B5EF4-FFF2-40B4-BE49-F238E27FC236}">
                <a16:creationId xmlns:a16="http://schemas.microsoft.com/office/drawing/2014/main" id="{48572F62-FCA2-4E40-950D-F4E6F1A4E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95319" y="6625232"/>
            <a:ext cx="59485" cy="81486"/>
          </a:xfrm>
          <a:custGeom xmlns:a="http://schemas.openxmlformats.org/drawingml/2006/main">
            <a:pathLst>
              <a:path w="50841" h="69645">
                <a:moveTo>
                  <a:pt x="35587" y="0"/>
                </a:moveTo>
                <a:lnTo>
                  <a:pt x="29901" y="8558"/>
                </a:lnTo>
                <a:lnTo>
                  <a:pt x="21055" y="22805"/>
                </a:lnTo>
                <a:lnTo>
                  <a:pt x="12641" y="37341"/>
                </a:lnTo>
                <a:lnTo>
                  <a:pt x="4667" y="52156"/>
                </a:lnTo>
                <a:lnTo>
                  <a:pt x="0" y="61514"/>
                </a:lnTo>
                <a:lnTo>
                  <a:pt x="16457" y="69645"/>
                </a:lnTo>
                <a:lnTo>
                  <a:pt x="24339" y="54332"/>
                </a:lnTo>
                <a:lnTo>
                  <a:pt x="32704" y="39316"/>
                </a:lnTo>
                <a:lnTo>
                  <a:pt x="41542" y="24605"/>
                </a:lnTo>
                <a:lnTo>
                  <a:pt x="50841" y="10212"/>
                </a:lnTo>
                <a:lnTo>
                  <a:pt x="43189" y="5089"/>
                </a:lnTo>
                <a:lnTo>
                  <a:pt x="43189" y="5089"/>
                </a:lnTo>
                <a:lnTo>
                  <a:pt x="35587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5" name="path-4713">
            <a:extLst xmlns:a="http://schemas.openxmlformats.org/drawingml/2006/main">
              <a:ext uri="{FF2B5EF4-FFF2-40B4-BE49-F238E27FC236}">
                <a16:creationId xmlns:a16="http://schemas.microsoft.com/office/drawing/2014/main" id="{117F837F-DCDA-4994-9311-4FDF30657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41939" y="6773996"/>
            <a:ext cx="41871" cy="84516"/>
          </a:xfrm>
          <a:custGeom xmlns:a="http://schemas.openxmlformats.org/drawingml/2006/main">
            <a:pathLst>
              <a:path w="35786" h="72235">
                <a:moveTo>
                  <a:pt x="18055" y="72235"/>
                </a:moveTo>
                <a:lnTo>
                  <a:pt x="21691" y="55333"/>
                </a:lnTo>
                <a:lnTo>
                  <a:pt x="25865" y="38638"/>
                </a:lnTo>
                <a:lnTo>
                  <a:pt x="30566" y="22159"/>
                </a:lnTo>
                <a:lnTo>
                  <a:pt x="35786" y="5906"/>
                </a:lnTo>
                <a:lnTo>
                  <a:pt x="18384" y="0"/>
                </a:lnTo>
                <a:lnTo>
                  <a:pt x="17345" y="2964"/>
                </a:lnTo>
                <a:lnTo>
                  <a:pt x="12203" y="19269"/>
                </a:lnTo>
                <a:lnTo>
                  <a:pt x="7565" y="35790"/>
                </a:lnTo>
                <a:lnTo>
                  <a:pt x="3438" y="52519"/>
                </a:lnTo>
                <a:lnTo>
                  <a:pt x="0" y="68663"/>
                </a:lnTo>
                <a:lnTo>
                  <a:pt x="18055" y="7223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6" name="path-4714">
            <a:extLst xmlns:a="http://schemas.openxmlformats.org/drawingml/2006/main">
              <a:ext uri="{FF2B5EF4-FFF2-40B4-BE49-F238E27FC236}">
                <a16:creationId xmlns:a16="http://schemas.microsoft.com/office/drawing/2014/main" id="{79BF2D9E-859F-4721-9C7E-AB0BB5FAB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29825" y="6936777"/>
            <a:ext cx="22844" cy="83232"/>
          </a:xfrm>
          <a:custGeom xmlns:a="http://schemas.openxmlformats.org/drawingml/2006/main">
            <a:pathLst>
              <a:path w="19525" h="71137">
                <a:moveTo>
                  <a:pt x="10335" y="70544"/>
                </a:moveTo>
                <a:lnTo>
                  <a:pt x="19525" y="69950"/>
                </a:lnTo>
                <a:lnTo>
                  <a:pt x="18911" y="58554"/>
                </a:lnTo>
                <a:lnTo>
                  <a:pt x="18542" y="47092"/>
                </a:lnTo>
                <a:lnTo>
                  <a:pt x="18418" y="35569"/>
                </a:lnTo>
                <a:lnTo>
                  <a:pt x="18542" y="24045"/>
                </a:lnTo>
                <a:lnTo>
                  <a:pt x="18911" y="12584"/>
                </a:lnTo>
                <a:lnTo>
                  <a:pt x="19525" y="1187"/>
                </a:lnTo>
                <a:lnTo>
                  <a:pt x="10335" y="594"/>
                </a:lnTo>
                <a:lnTo>
                  <a:pt x="1148" y="0"/>
                </a:lnTo>
                <a:lnTo>
                  <a:pt x="290" y="17634"/>
                </a:lnTo>
                <a:lnTo>
                  <a:pt x="0" y="35569"/>
                </a:lnTo>
                <a:lnTo>
                  <a:pt x="290" y="53503"/>
                </a:lnTo>
                <a:lnTo>
                  <a:pt x="1148" y="71137"/>
                </a:lnTo>
                <a:lnTo>
                  <a:pt x="10335" y="7054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7" name="path-4715">
            <a:extLst xmlns:a="http://schemas.openxmlformats.org/drawingml/2006/main">
              <a:ext uri="{FF2B5EF4-FFF2-40B4-BE49-F238E27FC236}">
                <a16:creationId xmlns:a16="http://schemas.microsoft.com/office/drawing/2014/main" id="{8867E12C-7921-44D8-8478-A88B8AA77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41939" y="7098275"/>
            <a:ext cx="41871" cy="84515"/>
          </a:xfrm>
          <a:custGeom xmlns:a="http://schemas.openxmlformats.org/drawingml/2006/main">
            <a:pathLst>
              <a:path w="35786" h="72234">
                <a:moveTo>
                  <a:pt x="25864" y="33597"/>
                </a:moveTo>
                <a:lnTo>
                  <a:pt x="21691" y="16902"/>
                </a:lnTo>
                <a:lnTo>
                  <a:pt x="18055" y="0"/>
                </a:lnTo>
                <a:lnTo>
                  <a:pt x="9022" y="1787"/>
                </a:lnTo>
                <a:lnTo>
                  <a:pt x="9022" y="1787"/>
                </a:lnTo>
                <a:lnTo>
                  <a:pt x="0" y="3571"/>
                </a:lnTo>
                <a:lnTo>
                  <a:pt x="3438" y="19714"/>
                </a:lnTo>
                <a:lnTo>
                  <a:pt x="7565" y="36444"/>
                </a:lnTo>
                <a:lnTo>
                  <a:pt x="12203" y="52965"/>
                </a:lnTo>
                <a:lnTo>
                  <a:pt x="17345" y="69269"/>
                </a:lnTo>
                <a:lnTo>
                  <a:pt x="18384" y="72234"/>
                </a:lnTo>
                <a:lnTo>
                  <a:pt x="27066" y="69288"/>
                </a:lnTo>
                <a:lnTo>
                  <a:pt x="27066" y="69287"/>
                </a:lnTo>
                <a:lnTo>
                  <a:pt x="35786" y="66328"/>
                </a:lnTo>
                <a:lnTo>
                  <a:pt x="30566" y="50075"/>
                </a:lnTo>
                <a:lnTo>
                  <a:pt x="25864" y="33597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8" name="path-4716">
            <a:extLst xmlns:a="http://schemas.openxmlformats.org/drawingml/2006/main">
              <a:ext uri="{FF2B5EF4-FFF2-40B4-BE49-F238E27FC236}">
                <a16:creationId xmlns:a16="http://schemas.microsoft.com/office/drawing/2014/main" id="{10D0CFC3-34E7-4D4F-8E5E-7B98A9097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95319" y="7250069"/>
            <a:ext cx="59485" cy="81486"/>
          </a:xfrm>
          <a:custGeom xmlns:a="http://schemas.openxmlformats.org/drawingml/2006/main">
            <a:pathLst>
              <a:path w="50841" h="69645">
                <a:moveTo>
                  <a:pt x="43189" y="64556"/>
                </a:moveTo>
                <a:lnTo>
                  <a:pt x="50841" y="59433"/>
                </a:lnTo>
                <a:lnTo>
                  <a:pt x="41541" y="45040"/>
                </a:lnTo>
                <a:lnTo>
                  <a:pt x="32704" y="30330"/>
                </a:lnTo>
                <a:lnTo>
                  <a:pt x="24339" y="15313"/>
                </a:lnTo>
                <a:lnTo>
                  <a:pt x="16457" y="0"/>
                </a:lnTo>
                <a:lnTo>
                  <a:pt x="0" y="8131"/>
                </a:lnTo>
                <a:lnTo>
                  <a:pt x="4667" y="17489"/>
                </a:lnTo>
                <a:lnTo>
                  <a:pt x="12641" y="32304"/>
                </a:lnTo>
                <a:lnTo>
                  <a:pt x="21055" y="46839"/>
                </a:lnTo>
                <a:lnTo>
                  <a:pt x="29901" y="61087"/>
                </a:lnTo>
                <a:lnTo>
                  <a:pt x="35588" y="69645"/>
                </a:lnTo>
                <a:lnTo>
                  <a:pt x="43189" y="64556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9" name="path-4717">
            <a:extLst xmlns:a="http://schemas.openxmlformats.org/drawingml/2006/main">
              <a:ext uri="{FF2B5EF4-FFF2-40B4-BE49-F238E27FC236}">
                <a16:creationId xmlns:a16="http://schemas.microsoft.com/office/drawing/2014/main" id="{DD115ACD-C1B9-42D2-9DBC-8D87005A6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2357" y="7489108"/>
            <a:ext cx="81486" cy="59485"/>
          </a:xfrm>
          <a:custGeom xmlns:a="http://schemas.openxmlformats.org/drawingml/2006/main">
            <a:pathLst>
              <a:path w="69645" h="50841">
                <a:moveTo>
                  <a:pt x="39315" y="18137"/>
                </a:moveTo>
                <a:lnTo>
                  <a:pt x="24605" y="9300"/>
                </a:lnTo>
                <a:lnTo>
                  <a:pt x="10212" y="0"/>
                </a:lnTo>
                <a:lnTo>
                  <a:pt x="5089" y="7652"/>
                </a:lnTo>
                <a:lnTo>
                  <a:pt x="5089" y="7652"/>
                </a:lnTo>
                <a:lnTo>
                  <a:pt x="0" y="15254"/>
                </a:lnTo>
                <a:lnTo>
                  <a:pt x="8558" y="20940"/>
                </a:lnTo>
                <a:lnTo>
                  <a:pt x="22805" y="29786"/>
                </a:lnTo>
                <a:lnTo>
                  <a:pt x="37341" y="38200"/>
                </a:lnTo>
                <a:lnTo>
                  <a:pt x="52156" y="46174"/>
                </a:lnTo>
                <a:lnTo>
                  <a:pt x="61514" y="50841"/>
                </a:lnTo>
                <a:lnTo>
                  <a:pt x="69645" y="34384"/>
                </a:lnTo>
                <a:lnTo>
                  <a:pt x="54332" y="26502"/>
                </a:lnTo>
                <a:lnTo>
                  <a:pt x="39315" y="18137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0" name="path-4718">
            <a:extLst xmlns:a="http://schemas.openxmlformats.org/drawingml/2006/main">
              <a:ext uri="{FF2B5EF4-FFF2-40B4-BE49-F238E27FC236}">
                <a16:creationId xmlns:a16="http://schemas.microsoft.com/office/drawing/2014/main" id="{C06C071C-93ED-4931-91A9-C50DB9DF6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61122" y="7560102"/>
            <a:ext cx="84516" cy="41871"/>
          </a:xfrm>
          <a:custGeom xmlns:a="http://schemas.openxmlformats.org/drawingml/2006/main">
            <a:pathLst>
              <a:path w="72235" h="35786">
                <a:moveTo>
                  <a:pt x="70448" y="26765"/>
                </a:moveTo>
                <a:lnTo>
                  <a:pt x="72235" y="17731"/>
                </a:lnTo>
                <a:lnTo>
                  <a:pt x="55333" y="14095"/>
                </a:lnTo>
                <a:lnTo>
                  <a:pt x="38638" y="9922"/>
                </a:lnTo>
                <a:lnTo>
                  <a:pt x="22159" y="5220"/>
                </a:lnTo>
                <a:lnTo>
                  <a:pt x="5906" y="0"/>
                </a:lnTo>
                <a:lnTo>
                  <a:pt x="0" y="17402"/>
                </a:lnTo>
                <a:lnTo>
                  <a:pt x="2964" y="18441"/>
                </a:lnTo>
                <a:lnTo>
                  <a:pt x="19269" y="23583"/>
                </a:lnTo>
                <a:lnTo>
                  <a:pt x="35790" y="28222"/>
                </a:lnTo>
                <a:lnTo>
                  <a:pt x="52519" y="32348"/>
                </a:lnTo>
                <a:lnTo>
                  <a:pt x="68663" y="35786"/>
                </a:lnTo>
                <a:lnTo>
                  <a:pt x="70448" y="2676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1" name="path-4719">
            <a:extLst xmlns:a="http://schemas.openxmlformats.org/drawingml/2006/main">
              <a:ext uri="{FF2B5EF4-FFF2-40B4-BE49-F238E27FC236}">
                <a16:creationId xmlns:a16="http://schemas.microsoft.com/office/drawing/2014/main" id="{8C33557E-4D3D-462B-AC47-428A6BE46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23903" y="7591242"/>
            <a:ext cx="83232" cy="22844"/>
          </a:xfrm>
          <a:custGeom xmlns:a="http://schemas.openxmlformats.org/drawingml/2006/main">
            <a:pathLst>
              <a:path w="71137" h="19525">
                <a:moveTo>
                  <a:pt x="70544" y="9190"/>
                </a:moveTo>
                <a:lnTo>
                  <a:pt x="70543" y="9190"/>
                </a:lnTo>
                <a:lnTo>
                  <a:pt x="69949" y="0"/>
                </a:lnTo>
                <a:lnTo>
                  <a:pt x="58553" y="613"/>
                </a:lnTo>
                <a:lnTo>
                  <a:pt x="47092" y="983"/>
                </a:lnTo>
                <a:lnTo>
                  <a:pt x="35569" y="1107"/>
                </a:lnTo>
                <a:lnTo>
                  <a:pt x="24045" y="983"/>
                </a:lnTo>
                <a:lnTo>
                  <a:pt x="12584" y="613"/>
                </a:lnTo>
                <a:lnTo>
                  <a:pt x="1187" y="0"/>
                </a:lnTo>
                <a:lnTo>
                  <a:pt x="594" y="9190"/>
                </a:lnTo>
                <a:lnTo>
                  <a:pt x="0" y="18377"/>
                </a:lnTo>
                <a:lnTo>
                  <a:pt x="17634" y="19234"/>
                </a:lnTo>
                <a:lnTo>
                  <a:pt x="35568" y="19525"/>
                </a:lnTo>
                <a:lnTo>
                  <a:pt x="53502" y="19234"/>
                </a:lnTo>
                <a:lnTo>
                  <a:pt x="71137" y="18377"/>
                </a:lnTo>
                <a:lnTo>
                  <a:pt x="70544" y="919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2" name="path-4720">
            <a:extLst xmlns:a="http://schemas.openxmlformats.org/drawingml/2006/main">
              <a:ext uri="{FF2B5EF4-FFF2-40B4-BE49-F238E27FC236}">
                <a16:creationId xmlns:a16="http://schemas.microsoft.com/office/drawing/2014/main" id="{05122C6C-09E5-426F-B8A2-A76048DC3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5399" y="7560102"/>
            <a:ext cx="84515" cy="41871"/>
          </a:xfrm>
          <a:custGeom xmlns:a="http://schemas.openxmlformats.org/drawingml/2006/main">
            <a:pathLst>
              <a:path w="72234" h="35786">
                <a:moveTo>
                  <a:pt x="0" y="17731"/>
                </a:moveTo>
                <a:lnTo>
                  <a:pt x="1787" y="26765"/>
                </a:lnTo>
                <a:lnTo>
                  <a:pt x="3572" y="35786"/>
                </a:lnTo>
                <a:lnTo>
                  <a:pt x="19715" y="32348"/>
                </a:lnTo>
                <a:lnTo>
                  <a:pt x="36444" y="28222"/>
                </a:lnTo>
                <a:lnTo>
                  <a:pt x="52965" y="23583"/>
                </a:lnTo>
                <a:lnTo>
                  <a:pt x="69270" y="18441"/>
                </a:lnTo>
                <a:lnTo>
                  <a:pt x="72234" y="17402"/>
                </a:lnTo>
                <a:lnTo>
                  <a:pt x="66328" y="0"/>
                </a:lnTo>
                <a:lnTo>
                  <a:pt x="50076" y="5220"/>
                </a:lnTo>
                <a:lnTo>
                  <a:pt x="33597" y="9922"/>
                </a:lnTo>
                <a:lnTo>
                  <a:pt x="16902" y="14095"/>
                </a:lnTo>
                <a:lnTo>
                  <a:pt x="0" y="17731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3" name="path-4721">
            <a:extLst xmlns:a="http://schemas.openxmlformats.org/drawingml/2006/main">
              <a:ext uri="{FF2B5EF4-FFF2-40B4-BE49-F238E27FC236}">
                <a16:creationId xmlns:a16="http://schemas.microsoft.com/office/drawing/2014/main" id="{02B9ADC2-4CD5-4826-9772-053851821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7194" y="7489108"/>
            <a:ext cx="81486" cy="59485"/>
          </a:xfrm>
          <a:custGeom xmlns:a="http://schemas.openxmlformats.org/drawingml/2006/main">
            <a:pathLst>
              <a:path w="69645" h="50841">
                <a:moveTo>
                  <a:pt x="15313" y="26502"/>
                </a:moveTo>
                <a:lnTo>
                  <a:pt x="0" y="34384"/>
                </a:lnTo>
                <a:lnTo>
                  <a:pt x="4079" y="42640"/>
                </a:lnTo>
                <a:lnTo>
                  <a:pt x="4079" y="42640"/>
                </a:lnTo>
                <a:lnTo>
                  <a:pt x="8131" y="50841"/>
                </a:lnTo>
                <a:lnTo>
                  <a:pt x="17488" y="46174"/>
                </a:lnTo>
                <a:lnTo>
                  <a:pt x="32303" y="38200"/>
                </a:lnTo>
                <a:lnTo>
                  <a:pt x="46839" y="29786"/>
                </a:lnTo>
                <a:lnTo>
                  <a:pt x="61086" y="20940"/>
                </a:lnTo>
                <a:lnTo>
                  <a:pt x="69645" y="15253"/>
                </a:lnTo>
                <a:lnTo>
                  <a:pt x="64556" y="7652"/>
                </a:lnTo>
                <a:lnTo>
                  <a:pt x="64556" y="7652"/>
                </a:lnTo>
                <a:lnTo>
                  <a:pt x="59433" y="0"/>
                </a:lnTo>
                <a:lnTo>
                  <a:pt x="45040" y="9300"/>
                </a:lnTo>
                <a:lnTo>
                  <a:pt x="30330" y="18137"/>
                </a:lnTo>
                <a:lnTo>
                  <a:pt x="15313" y="2650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4" name="path-4722">
            <a:extLst xmlns:a="http://schemas.openxmlformats.org/drawingml/2006/main">
              <a:ext uri="{FF2B5EF4-FFF2-40B4-BE49-F238E27FC236}">
                <a16:creationId xmlns:a16="http://schemas.microsoft.com/office/drawing/2014/main" id="{BB91E6F0-81C1-4468-A3B8-B1E926F6E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70449" y="7383324"/>
            <a:ext cx="72992" cy="72992"/>
          </a:xfrm>
          <a:custGeom xmlns:a="http://schemas.openxmlformats.org/drawingml/2006/main">
            <a:pathLst>
              <a:path w="62385" h="62385">
                <a:moveTo>
                  <a:pt x="48565" y="0"/>
                </a:moveTo>
                <a:lnTo>
                  <a:pt x="37022" y="12729"/>
                </a:lnTo>
                <a:lnTo>
                  <a:pt x="25073" y="25073"/>
                </a:lnTo>
                <a:lnTo>
                  <a:pt x="12729" y="37022"/>
                </a:lnTo>
                <a:lnTo>
                  <a:pt x="0" y="48565"/>
                </a:lnTo>
                <a:lnTo>
                  <a:pt x="6074" y="55486"/>
                </a:lnTo>
                <a:lnTo>
                  <a:pt x="6074" y="55486"/>
                </a:lnTo>
                <a:lnTo>
                  <a:pt x="12130" y="62385"/>
                </a:lnTo>
                <a:lnTo>
                  <a:pt x="13790" y="60961"/>
                </a:lnTo>
                <a:lnTo>
                  <a:pt x="26118" y="49713"/>
                </a:lnTo>
                <a:lnTo>
                  <a:pt x="38095" y="38096"/>
                </a:lnTo>
                <a:lnTo>
                  <a:pt x="49712" y="26119"/>
                </a:lnTo>
                <a:lnTo>
                  <a:pt x="60960" y="13790"/>
                </a:lnTo>
                <a:lnTo>
                  <a:pt x="62385" y="12130"/>
                </a:lnTo>
                <a:lnTo>
                  <a:pt x="48565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5" name="path-4723">
            <a:extLst xmlns:a="http://schemas.openxmlformats.org/drawingml/2006/main">
              <a:ext uri="{FF2B5EF4-FFF2-40B4-BE49-F238E27FC236}">
                <a16:creationId xmlns:a16="http://schemas.microsoft.com/office/drawing/2014/main" id="{1D1B1B6D-275C-47D8-92D5-55954BD60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76233" y="7250069"/>
            <a:ext cx="59484" cy="81486"/>
          </a:xfrm>
          <a:custGeom xmlns:a="http://schemas.openxmlformats.org/drawingml/2006/main">
            <a:pathLst>
              <a:path w="50841" h="69645">
                <a:moveTo>
                  <a:pt x="34384" y="0"/>
                </a:moveTo>
                <a:lnTo>
                  <a:pt x="26502" y="15313"/>
                </a:lnTo>
                <a:lnTo>
                  <a:pt x="18137" y="30330"/>
                </a:lnTo>
                <a:lnTo>
                  <a:pt x="9300" y="45040"/>
                </a:lnTo>
                <a:lnTo>
                  <a:pt x="0" y="59433"/>
                </a:lnTo>
                <a:lnTo>
                  <a:pt x="7652" y="64556"/>
                </a:lnTo>
                <a:lnTo>
                  <a:pt x="15253" y="69645"/>
                </a:lnTo>
                <a:lnTo>
                  <a:pt x="20940" y="61087"/>
                </a:lnTo>
                <a:lnTo>
                  <a:pt x="29785" y="46839"/>
                </a:lnTo>
                <a:lnTo>
                  <a:pt x="38200" y="32304"/>
                </a:lnTo>
                <a:lnTo>
                  <a:pt x="46173" y="17489"/>
                </a:lnTo>
                <a:lnTo>
                  <a:pt x="50841" y="8131"/>
                </a:lnTo>
                <a:lnTo>
                  <a:pt x="34384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6" name="path-4724">
            <a:extLst xmlns:a="http://schemas.openxmlformats.org/drawingml/2006/main">
              <a:ext uri="{FF2B5EF4-FFF2-40B4-BE49-F238E27FC236}">
                <a16:creationId xmlns:a16="http://schemas.microsoft.com/office/drawing/2014/main" id="{85618D64-52C9-4D61-A1CF-87112C630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47227" y="7098274"/>
            <a:ext cx="41871" cy="84516"/>
          </a:xfrm>
          <a:custGeom xmlns:a="http://schemas.openxmlformats.org/drawingml/2006/main">
            <a:pathLst>
              <a:path w="35786" h="72234">
                <a:moveTo>
                  <a:pt x="26765" y="1787"/>
                </a:moveTo>
                <a:lnTo>
                  <a:pt x="17731" y="0"/>
                </a:lnTo>
                <a:lnTo>
                  <a:pt x="14096" y="16902"/>
                </a:lnTo>
                <a:lnTo>
                  <a:pt x="9922" y="33597"/>
                </a:lnTo>
                <a:lnTo>
                  <a:pt x="5220" y="50076"/>
                </a:lnTo>
                <a:lnTo>
                  <a:pt x="0" y="66328"/>
                </a:lnTo>
                <a:lnTo>
                  <a:pt x="17402" y="72234"/>
                </a:lnTo>
                <a:lnTo>
                  <a:pt x="18441" y="69270"/>
                </a:lnTo>
                <a:lnTo>
                  <a:pt x="23583" y="52966"/>
                </a:lnTo>
                <a:lnTo>
                  <a:pt x="28222" y="36444"/>
                </a:lnTo>
                <a:lnTo>
                  <a:pt x="32348" y="19715"/>
                </a:lnTo>
                <a:lnTo>
                  <a:pt x="35786" y="3572"/>
                </a:lnTo>
                <a:lnTo>
                  <a:pt x="26765" y="1787"/>
                </a:lnTo>
                <a:lnTo>
                  <a:pt x="26765" y="1787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7" name="path-4725">
            <a:extLst xmlns:a="http://schemas.openxmlformats.org/drawingml/2006/main">
              <a:ext uri="{FF2B5EF4-FFF2-40B4-BE49-F238E27FC236}">
                <a16:creationId xmlns:a16="http://schemas.microsoft.com/office/drawing/2014/main" id="{F6DFD1AE-7E7A-41E7-842D-63DD43E4F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7596" y="7383324"/>
            <a:ext cx="72992" cy="72992"/>
          </a:xfrm>
          <a:custGeom xmlns:a="http://schemas.openxmlformats.org/drawingml/2006/main">
            <a:pathLst>
              <a:path w="62386" h="62386">
                <a:moveTo>
                  <a:pt x="0" y="12130"/>
                </a:moveTo>
                <a:lnTo>
                  <a:pt x="1425" y="13790"/>
                </a:lnTo>
                <a:lnTo>
                  <a:pt x="12673" y="26119"/>
                </a:lnTo>
                <a:lnTo>
                  <a:pt x="24290" y="38096"/>
                </a:lnTo>
                <a:lnTo>
                  <a:pt x="36267" y="49713"/>
                </a:lnTo>
                <a:lnTo>
                  <a:pt x="48595" y="60961"/>
                </a:lnTo>
                <a:lnTo>
                  <a:pt x="50256" y="62386"/>
                </a:lnTo>
                <a:lnTo>
                  <a:pt x="62386" y="48565"/>
                </a:lnTo>
                <a:lnTo>
                  <a:pt x="49657" y="37022"/>
                </a:lnTo>
                <a:lnTo>
                  <a:pt x="37313" y="25073"/>
                </a:lnTo>
                <a:lnTo>
                  <a:pt x="25364" y="12729"/>
                </a:lnTo>
                <a:lnTo>
                  <a:pt x="13820" y="0"/>
                </a:lnTo>
                <a:lnTo>
                  <a:pt x="0" y="1213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8" name="path-4726">
            <a:extLst xmlns:a="http://schemas.openxmlformats.org/drawingml/2006/main">
              <a:ext uri="{FF2B5EF4-FFF2-40B4-BE49-F238E27FC236}">
                <a16:creationId xmlns:a16="http://schemas.microsoft.com/office/drawing/2014/main" id="{21B7B9A9-3F9E-4E4E-B73B-2F73A67A3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189" y="6478632"/>
            <a:ext cx="226264" cy="124413"/>
          </a:xfrm>
          <a:custGeom xmlns:a="http://schemas.openxmlformats.org/drawingml/2006/main">
            <a:pathLst>
              <a:path w="193385" h="106334">
                <a:moveTo>
                  <a:pt x="193385" y="53167"/>
                </a:moveTo>
                <a:lnTo>
                  <a:pt x="101297" y="0"/>
                </a:lnTo>
                <a:lnTo>
                  <a:pt x="101297" y="106334"/>
                </a:lnTo>
                <a:lnTo>
                  <a:pt x="193385" y="53167"/>
                </a:lnTo>
                <a:moveTo>
                  <a:pt x="0" y="53167"/>
                </a:moveTo>
                <a:lnTo>
                  <a:pt x="0" y="62376"/>
                </a:lnTo>
                <a:lnTo>
                  <a:pt x="110505" y="62376"/>
                </a:lnTo>
                <a:lnTo>
                  <a:pt x="110505" y="53167"/>
                </a:lnTo>
                <a:lnTo>
                  <a:pt x="110505" y="43958"/>
                </a:lnTo>
                <a:lnTo>
                  <a:pt x="0" y="43958"/>
                </a:lnTo>
                <a:lnTo>
                  <a:pt x="0" y="53167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9" name="path-4727">
            <a:extLst xmlns:a="http://schemas.openxmlformats.org/drawingml/2006/main">
              <a:ext uri="{FF2B5EF4-FFF2-40B4-BE49-F238E27FC236}">
                <a16:creationId xmlns:a16="http://schemas.microsoft.com/office/drawing/2014/main" id="{268DDDF7-DB86-4B90-95AC-99EFAC0E3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5461" y="6530064"/>
            <a:ext cx="140068" cy="21549"/>
          </a:xfrm>
          <a:custGeom xmlns:a="http://schemas.openxmlformats.org/drawingml/2006/main">
            <a:pathLst>
              <a:path w="119715" h="18418">
                <a:moveTo>
                  <a:pt x="0" y="9209"/>
                </a:moveTo>
                <a:lnTo>
                  <a:pt x="0" y="18418"/>
                </a:lnTo>
                <a:lnTo>
                  <a:pt x="119715" y="18418"/>
                </a:lnTo>
                <a:lnTo>
                  <a:pt x="119715" y="9209"/>
                </a:lnTo>
                <a:lnTo>
                  <a:pt x="119715" y="0"/>
                </a:lnTo>
                <a:lnTo>
                  <a:pt x="0" y="0"/>
                </a:lnTo>
                <a:lnTo>
                  <a:pt x="0" y="9209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0" name="path-4728">
            <a:extLst xmlns:a="http://schemas.openxmlformats.org/drawingml/2006/main">
              <a:ext uri="{FF2B5EF4-FFF2-40B4-BE49-F238E27FC236}">
                <a16:creationId xmlns:a16="http://schemas.microsoft.com/office/drawing/2014/main" id="{4427702E-C111-4F0B-A7DB-7F3A97957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0312" y="6530064"/>
            <a:ext cx="140068" cy="21549"/>
          </a:xfrm>
          <a:custGeom xmlns:a="http://schemas.openxmlformats.org/drawingml/2006/main">
            <a:pathLst>
              <a:path w="119715" h="18418">
                <a:moveTo>
                  <a:pt x="0" y="9209"/>
                </a:moveTo>
                <a:lnTo>
                  <a:pt x="0" y="18418"/>
                </a:lnTo>
                <a:lnTo>
                  <a:pt x="119715" y="18418"/>
                </a:lnTo>
                <a:lnTo>
                  <a:pt x="119715" y="9209"/>
                </a:lnTo>
                <a:lnTo>
                  <a:pt x="119715" y="0"/>
                </a:lnTo>
                <a:lnTo>
                  <a:pt x="0" y="0"/>
                </a:lnTo>
                <a:lnTo>
                  <a:pt x="0" y="9209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1" name="path-4729">
            <a:extLst xmlns:a="http://schemas.openxmlformats.org/drawingml/2006/main">
              <a:ext uri="{FF2B5EF4-FFF2-40B4-BE49-F238E27FC236}">
                <a16:creationId xmlns:a16="http://schemas.microsoft.com/office/drawing/2014/main" id="{7C6EAF55-7E84-4DF0-8F02-8C93451C8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4389" y="6530064"/>
            <a:ext cx="140068" cy="21549"/>
          </a:xfrm>
          <a:custGeom xmlns:a="http://schemas.openxmlformats.org/drawingml/2006/main">
            <a:pathLst>
              <a:path w="119715" h="18418">
                <a:moveTo>
                  <a:pt x="0" y="9209"/>
                </a:moveTo>
                <a:lnTo>
                  <a:pt x="0" y="18418"/>
                </a:lnTo>
                <a:lnTo>
                  <a:pt x="119715" y="18418"/>
                </a:lnTo>
                <a:lnTo>
                  <a:pt x="119715" y="9209"/>
                </a:lnTo>
                <a:lnTo>
                  <a:pt x="119715" y="0"/>
                </a:lnTo>
                <a:lnTo>
                  <a:pt x="0" y="0"/>
                </a:lnTo>
                <a:lnTo>
                  <a:pt x="0" y="9209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2" name="path-4730">
            <a:extLst xmlns:a="http://schemas.openxmlformats.org/drawingml/2006/main">
              <a:ext uri="{FF2B5EF4-FFF2-40B4-BE49-F238E27FC236}">
                <a16:creationId xmlns:a16="http://schemas.microsoft.com/office/drawing/2014/main" id="{B01FC6AA-C36B-438E-A38C-E166C7598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210" y="6637808"/>
            <a:ext cx="387881" cy="387881"/>
          </a:xfrm>
          <a:custGeom xmlns:a="http://schemas.openxmlformats.org/drawingml/2006/main">
            <a:pathLst>
              <a:path w="331517" h="331517">
                <a:moveTo>
                  <a:pt x="0" y="0"/>
                </a:moveTo>
                <a:lnTo>
                  <a:pt x="331517" y="0"/>
                </a:lnTo>
                <a:lnTo>
                  <a:pt x="331517" y="331517"/>
                </a:lnTo>
                <a:lnTo>
                  <a:pt x="0" y="331517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3" name="path-4731">
            <a:extLst xmlns:a="http://schemas.openxmlformats.org/drawingml/2006/main">
              <a:ext uri="{FF2B5EF4-FFF2-40B4-BE49-F238E27FC236}">
                <a16:creationId xmlns:a16="http://schemas.microsoft.com/office/drawing/2014/main" id="{2A35CF75-5C7D-42BD-85D9-60B31A0F3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210" y="6637809"/>
            <a:ext cx="387881" cy="387880"/>
          </a:xfrm>
          <a:custGeom xmlns:a="http://schemas.openxmlformats.org/drawingml/2006/main">
            <a:pathLst>
              <a:path w="331517" h="331516">
                <a:moveTo>
                  <a:pt x="331517" y="331516"/>
                </a:moveTo>
                <a:lnTo>
                  <a:pt x="331517" y="0"/>
                </a:lnTo>
                <a:lnTo>
                  <a:pt x="0" y="0"/>
                </a:lnTo>
                <a:lnTo>
                  <a:pt x="0" y="331516"/>
                </a:lnTo>
                <a:lnTo>
                  <a:pt x="331517" y="331516"/>
                </a:lnTo>
                <a:close/>
                <a:moveTo>
                  <a:pt x="313099" y="313099"/>
                </a:moveTo>
                <a:lnTo>
                  <a:pt x="18417" y="313099"/>
                </a:lnTo>
                <a:lnTo>
                  <a:pt x="18417" y="18417"/>
                </a:lnTo>
                <a:lnTo>
                  <a:pt x="313099" y="18417"/>
                </a:lnTo>
                <a:lnTo>
                  <a:pt x="313099" y="31309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4" name="path-4732">
            <a:extLst xmlns:a="http://schemas.openxmlformats.org/drawingml/2006/main">
              <a:ext uri="{FF2B5EF4-FFF2-40B4-BE49-F238E27FC236}">
                <a16:creationId xmlns:a16="http://schemas.microsoft.com/office/drawing/2014/main" id="{056C26EA-971A-4DE3-B6E9-899B4CE5D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546" y="6034438"/>
            <a:ext cx="485210" cy="420204"/>
          </a:xfrm>
          <a:custGeom xmlns:a="http://schemas.openxmlformats.org/drawingml/2006/main">
            <a:pathLst>
              <a:path w="414703" h="359143">
                <a:moveTo>
                  <a:pt x="207351" y="0"/>
                </a:moveTo>
                <a:lnTo>
                  <a:pt x="414703" y="359143"/>
                </a:lnTo>
                <a:lnTo>
                  <a:pt x="0" y="359143"/>
                </a:lnTo>
                <a:lnTo>
                  <a:pt x="207351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5" name="path-4733">
            <a:extLst xmlns:a="http://schemas.openxmlformats.org/drawingml/2006/main">
              <a:ext uri="{FF2B5EF4-FFF2-40B4-BE49-F238E27FC236}">
                <a16:creationId xmlns:a16="http://schemas.microsoft.com/office/drawing/2014/main" id="{1692AFD6-4165-406F-A790-F00C8C458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546" y="6034438"/>
            <a:ext cx="485210" cy="420204"/>
          </a:xfrm>
          <a:custGeom xmlns:a="http://schemas.openxmlformats.org/drawingml/2006/main">
            <a:pathLst>
              <a:path w="414703" h="359143">
                <a:moveTo>
                  <a:pt x="414703" y="359143"/>
                </a:moveTo>
                <a:lnTo>
                  <a:pt x="207351" y="0"/>
                </a:lnTo>
                <a:lnTo>
                  <a:pt x="0" y="359143"/>
                </a:lnTo>
                <a:lnTo>
                  <a:pt x="414703" y="359143"/>
                </a:lnTo>
                <a:close/>
                <a:moveTo>
                  <a:pt x="31900" y="340726"/>
                </a:moveTo>
                <a:lnTo>
                  <a:pt x="207351" y="36835"/>
                </a:lnTo>
                <a:lnTo>
                  <a:pt x="382803" y="340726"/>
                </a:lnTo>
                <a:lnTo>
                  <a:pt x="31900" y="34072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6" name="path-4734">
            <a:extLst xmlns:a="http://schemas.openxmlformats.org/drawingml/2006/main">
              <a:ext uri="{FF2B5EF4-FFF2-40B4-BE49-F238E27FC236}">
                <a16:creationId xmlns:a16="http://schemas.microsoft.com/office/drawing/2014/main" id="{CFCA5A35-F4FF-4822-A16E-3298012E5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09570" y="6522445"/>
            <a:ext cx="909518" cy="909518"/>
          </a:xfrm>
          <a:custGeom xmlns:a="http://schemas.openxmlformats.org/drawingml/2006/main">
            <a:pathLst>
              <a:path w="777354" h="777354">
                <a:moveTo>
                  <a:pt x="6512" y="6511"/>
                </a:moveTo>
                <a:lnTo>
                  <a:pt x="0" y="13023"/>
                </a:lnTo>
                <a:lnTo>
                  <a:pt x="27298" y="40321"/>
                </a:lnTo>
                <a:lnTo>
                  <a:pt x="33809" y="33809"/>
                </a:lnTo>
                <a:lnTo>
                  <a:pt x="40321" y="27298"/>
                </a:lnTo>
                <a:lnTo>
                  <a:pt x="13023" y="0"/>
                </a:lnTo>
                <a:lnTo>
                  <a:pt x="6512" y="6511"/>
                </a:lnTo>
                <a:moveTo>
                  <a:pt x="88405" y="88404"/>
                </a:moveTo>
                <a:lnTo>
                  <a:pt x="81893" y="94916"/>
                </a:lnTo>
                <a:lnTo>
                  <a:pt x="136488" y="149511"/>
                </a:lnTo>
                <a:lnTo>
                  <a:pt x="142999" y="142999"/>
                </a:lnTo>
                <a:lnTo>
                  <a:pt x="149511" y="136488"/>
                </a:lnTo>
                <a:lnTo>
                  <a:pt x="94916" y="81893"/>
                </a:lnTo>
                <a:lnTo>
                  <a:pt x="88405" y="88404"/>
                </a:lnTo>
                <a:moveTo>
                  <a:pt x="197594" y="197594"/>
                </a:moveTo>
                <a:lnTo>
                  <a:pt x="191083" y="204106"/>
                </a:lnTo>
                <a:lnTo>
                  <a:pt x="245677" y="258701"/>
                </a:lnTo>
                <a:lnTo>
                  <a:pt x="252189" y="252189"/>
                </a:lnTo>
                <a:lnTo>
                  <a:pt x="258701" y="245677"/>
                </a:lnTo>
                <a:lnTo>
                  <a:pt x="204106" y="191083"/>
                </a:lnTo>
                <a:lnTo>
                  <a:pt x="197594" y="197594"/>
                </a:lnTo>
                <a:moveTo>
                  <a:pt x="306784" y="306784"/>
                </a:moveTo>
                <a:lnTo>
                  <a:pt x="300273" y="313296"/>
                </a:lnTo>
                <a:lnTo>
                  <a:pt x="354868" y="367891"/>
                </a:lnTo>
                <a:lnTo>
                  <a:pt x="361379" y="361379"/>
                </a:lnTo>
                <a:lnTo>
                  <a:pt x="367891" y="354868"/>
                </a:lnTo>
                <a:lnTo>
                  <a:pt x="313296" y="300273"/>
                </a:lnTo>
                <a:lnTo>
                  <a:pt x="306784" y="306784"/>
                </a:lnTo>
                <a:moveTo>
                  <a:pt x="415975" y="415975"/>
                </a:moveTo>
                <a:lnTo>
                  <a:pt x="409463" y="422486"/>
                </a:lnTo>
                <a:lnTo>
                  <a:pt x="464058" y="477081"/>
                </a:lnTo>
                <a:lnTo>
                  <a:pt x="470570" y="470570"/>
                </a:lnTo>
                <a:lnTo>
                  <a:pt x="477081" y="464058"/>
                </a:lnTo>
                <a:lnTo>
                  <a:pt x="422486" y="409463"/>
                </a:lnTo>
                <a:lnTo>
                  <a:pt x="415975" y="415975"/>
                </a:lnTo>
                <a:moveTo>
                  <a:pt x="525165" y="525164"/>
                </a:moveTo>
                <a:lnTo>
                  <a:pt x="518653" y="531676"/>
                </a:lnTo>
                <a:lnTo>
                  <a:pt x="573248" y="586271"/>
                </a:lnTo>
                <a:lnTo>
                  <a:pt x="579759" y="579759"/>
                </a:lnTo>
                <a:lnTo>
                  <a:pt x="586271" y="573248"/>
                </a:lnTo>
                <a:lnTo>
                  <a:pt x="531676" y="518653"/>
                </a:lnTo>
                <a:lnTo>
                  <a:pt x="525165" y="525164"/>
                </a:lnTo>
                <a:moveTo>
                  <a:pt x="634354" y="634354"/>
                </a:moveTo>
                <a:lnTo>
                  <a:pt x="627843" y="640866"/>
                </a:lnTo>
                <a:lnTo>
                  <a:pt x="682438" y="695461"/>
                </a:lnTo>
                <a:lnTo>
                  <a:pt x="688950" y="688950"/>
                </a:lnTo>
                <a:lnTo>
                  <a:pt x="695461" y="682438"/>
                </a:lnTo>
                <a:lnTo>
                  <a:pt x="640866" y="627843"/>
                </a:lnTo>
                <a:lnTo>
                  <a:pt x="634354" y="634354"/>
                </a:lnTo>
                <a:moveTo>
                  <a:pt x="743545" y="743545"/>
                </a:moveTo>
                <a:lnTo>
                  <a:pt x="737033" y="750057"/>
                </a:lnTo>
                <a:lnTo>
                  <a:pt x="764331" y="777354"/>
                </a:lnTo>
                <a:lnTo>
                  <a:pt x="770842" y="770842"/>
                </a:lnTo>
                <a:lnTo>
                  <a:pt x="777354" y="764330"/>
                </a:lnTo>
                <a:lnTo>
                  <a:pt x="750057" y="737033"/>
                </a:lnTo>
                <a:lnTo>
                  <a:pt x="743545" y="743545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7" name="path-4735">
            <a:extLst xmlns:a="http://schemas.openxmlformats.org/drawingml/2006/main">
              <a:ext uri="{FF2B5EF4-FFF2-40B4-BE49-F238E27FC236}">
                <a16:creationId xmlns:a16="http://schemas.microsoft.com/office/drawing/2014/main" id="{1322A3AA-D459-487B-9B67-EB0FA8394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0193" y="5301774"/>
            <a:ext cx="4137396" cy="3232340"/>
          </a:xfrm>
          <a:custGeom xmlns:a="http://schemas.openxmlformats.org/drawingml/2006/main">
            <a:pathLst>
              <a:path w="3536181" h="2762641">
                <a:moveTo>
                  <a:pt x="0" y="0"/>
                </a:moveTo>
                <a:lnTo>
                  <a:pt x="3536181" y="0"/>
                </a:lnTo>
                <a:lnTo>
                  <a:pt x="3536181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8" name="path-4736">
            <a:extLst xmlns:a="http://schemas.openxmlformats.org/drawingml/2006/main">
              <a:ext uri="{FF2B5EF4-FFF2-40B4-BE49-F238E27FC236}">
                <a16:creationId xmlns:a16="http://schemas.microsoft.com/office/drawing/2014/main" id="{CB373DE2-86F5-485F-85BF-B44D8628A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0193" y="7844548"/>
            <a:ext cx="4137396" cy="689566"/>
          </a:xfrm>
          <a:custGeom xmlns:a="http://schemas.openxmlformats.org/drawingml/2006/main">
            <a:pathLst>
              <a:path w="3536181" h="589364">
                <a:moveTo>
                  <a:pt x="0" y="589364"/>
                </a:moveTo>
                <a:lnTo>
                  <a:pt x="3536181" y="589364"/>
                </a:lnTo>
                <a:lnTo>
                  <a:pt x="3536181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9" name="path-4737">
            <a:extLst xmlns:a="http://schemas.openxmlformats.org/drawingml/2006/main">
              <a:ext uri="{FF2B5EF4-FFF2-40B4-BE49-F238E27FC236}">
                <a16:creationId xmlns:a16="http://schemas.microsoft.com/office/drawing/2014/main" id="{1021420B-F68E-451D-BC42-C4AC3F77E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0193" y="7844548"/>
            <a:ext cx="4137396" cy="689566"/>
          </a:xfrm>
          <a:custGeom xmlns:a="http://schemas.openxmlformats.org/drawingml/2006/main">
            <a:pathLst>
              <a:path w="3536181" h="589364">
                <a:moveTo>
                  <a:pt x="0" y="589364"/>
                </a:moveTo>
                <a:lnTo>
                  <a:pt x="3536181" y="589364"/>
                </a:lnTo>
                <a:lnTo>
                  <a:pt x="3536181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0" name="path-4738">
            <a:extLst xmlns:a="http://schemas.openxmlformats.org/drawingml/2006/main">
              <a:ext uri="{FF2B5EF4-FFF2-40B4-BE49-F238E27FC236}">
                <a16:creationId xmlns:a16="http://schemas.microsoft.com/office/drawing/2014/main" id="{740B4F15-D9BB-4FFC-A574-59C7C5D29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1727" y="813341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1" name="path-4739">
            <a:extLst xmlns:a="http://schemas.openxmlformats.org/drawingml/2006/main">
              <a:ext uri="{FF2B5EF4-FFF2-40B4-BE49-F238E27FC236}">
                <a16:creationId xmlns:a16="http://schemas.microsoft.com/office/drawing/2014/main" id="{D7323132-FCBB-4698-95E2-4E6EE243C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7867" y="81209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2" name="path-4740">
            <a:extLst xmlns:a="http://schemas.openxmlformats.org/drawingml/2006/main">
              <a:ext uri="{FF2B5EF4-FFF2-40B4-BE49-F238E27FC236}">
                <a16:creationId xmlns:a16="http://schemas.microsoft.com/office/drawing/2014/main" id="{DD817108-0FA9-4FF2-A846-8FEE2D5A2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9514" y="812831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3" name="path-4741">
            <a:extLst xmlns:a="http://schemas.openxmlformats.org/drawingml/2006/main">
              <a:ext uri="{FF2B5EF4-FFF2-40B4-BE49-F238E27FC236}">
                <a16:creationId xmlns:a16="http://schemas.microsoft.com/office/drawing/2014/main" id="{8D46E185-4B61-4EA7-B0DA-028F5D28C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4212" y="816556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4" name="path-4742">
            <a:extLst xmlns:a="http://schemas.openxmlformats.org/drawingml/2006/main">
              <a:ext uri="{FF2B5EF4-FFF2-40B4-BE49-F238E27FC236}">
                <a16:creationId xmlns:a16="http://schemas.microsoft.com/office/drawing/2014/main" id="{B03DEB88-F402-4E83-95B4-D591A4E8C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5781" y="815598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5" name="path-4743">
            <a:extLst xmlns:a="http://schemas.openxmlformats.org/drawingml/2006/main">
              <a:ext uri="{FF2B5EF4-FFF2-40B4-BE49-F238E27FC236}">
                <a16:creationId xmlns:a16="http://schemas.microsoft.com/office/drawing/2014/main" id="{536D03C0-1B31-4901-B471-28385BA9F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33125" y="81490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6" name="path-4744">
            <a:extLst xmlns:a="http://schemas.openxmlformats.org/drawingml/2006/main">
              <a:ext uri="{FF2B5EF4-FFF2-40B4-BE49-F238E27FC236}">
                <a16:creationId xmlns:a16="http://schemas.microsoft.com/office/drawing/2014/main" id="{D887FE79-7EF2-4EDE-BE6C-F24DA9CE0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4794" y="81532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7" name="path-4745">
            <a:extLst xmlns:a="http://schemas.openxmlformats.org/drawingml/2006/main">
              <a:ext uri="{FF2B5EF4-FFF2-40B4-BE49-F238E27FC236}">
                <a16:creationId xmlns:a16="http://schemas.microsoft.com/office/drawing/2014/main" id="{981F9095-F74F-45A3-B1C4-6DF21860D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9981" y="815424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8" name="path-4746">
            <a:extLst xmlns:a="http://schemas.openxmlformats.org/drawingml/2006/main">
              <a:ext uri="{FF2B5EF4-FFF2-40B4-BE49-F238E27FC236}">
                <a16:creationId xmlns:a16="http://schemas.microsoft.com/office/drawing/2014/main" id="{1C99CDBE-4AB6-47BE-BE8F-16E0A2369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2714" y="814085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39" name="path-4747">
            <a:extLst xmlns:a="http://schemas.openxmlformats.org/drawingml/2006/main">
              <a:ext uri="{FF2B5EF4-FFF2-40B4-BE49-F238E27FC236}">
                <a16:creationId xmlns:a16="http://schemas.microsoft.com/office/drawing/2014/main" id="{B9A83D7B-F2AD-4617-A66A-1B47D340B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1245" y="81576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0" name="path-4748">
            <a:extLst xmlns:a="http://schemas.openxmlformats.org/drawingml/2006/main">
              <a:ext uri="{FF2B5EF4-FFF2-40B4-BE49-F238E27FC236}">
                <a16:creationId xmlns:a16="http://schemas.microsoft.com/office/drawing/2014/main" id="{83924180-C018-43B6-9B27-CE0C23D24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8388" y="806681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1" name="path-4749">
            <a:extLst xmlns:a="http://schemas.openxmlformats.org/drawingml/2006/main">
              <a:ext uri="{FF2B5EF4-FFF2-40B4-BE49-F238E27FC236}">
                <a16:creationId xmlns:a16="http://schemas.microsoft.com/office/drawing/2014/main" id="{61093584-91C5-41B5-90CD-CDBEB6720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9168" y="812264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2" name="path-4750">
            <a:extLst xmlns:a="http://schemas.openxmlformats.org/drawingml/2006/main">
              <a:ext uri="{FF2B5EF4-FFF2-40B4-BE49-F238E27FC236}">
                <a16:creationId xmlns:a16="http://schemas.microsoft.com/office/drawing/2014/main" id="{A669EF97-E88F-4C5C-A26F-90C66A813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4224" y="816152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3" name="path-4751">
            <a:extLst xmlns:a="http://schemas.openxmlformats.org/drawingml/2006/main">
              <a:ext uri="{FF2B5EF4-FFF2-40B4-BE49-F238E27FC236}">
                <a16:creationId xmlns:a16="http://schemas.microsoft.com/office/drawing/2014/main" id="{34444178-223F-40F9-807A-F4FEB860BC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6693" y="816140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4" name="path-4752">
            <a:extLst xmlns:a="http://schemas.openxmlformats.org/drawingml/2006/main">
              <a:ext uri="{FF2B5EF4-FFF2-40B4-BE49-F238E27FC236}">
                <a16:creationId xmlns:a16="http://schemas.microsoft.com/office/drawing/2014/main" id="{43923827-7D04-412F-9A97-FC79489D5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4765" y="814958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5" name="path-4753">
            <a:extLst xmlns:a="http://schemas.openxmlformats.org/drawingml/2006/main">
              <a:ext uri="{FF2B5EF4-FFF2-40B4-BE49-F238E27FC236}">
                <a16:creationId xmlns:a16="http://schemas.microsoft.com/office/drawing/2014/main" id="{B5D30603-4581-4D33-93E1-7EEBE19D8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9244" y="814411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6" name="path-4754">
            <a:extLst xmlns:a="http://schemas.openxmlformats.org/drawingml/2006/main">
              <a:ext uri="{FF2B5EF4-FFF2-40B4-BE49-F238E27FC236}">
                <a16:creationId xmlns:a16="http://schemas.microsoft.com/office/drawing/2014/main" id="{9DC77ADF-01FE-489B-8027-E1BD9DCA6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7793" y="814392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7" name="path-4755">
            <a:extLst xmlns:a="http://schemas.openxmlformats.org/drawingml/2006/main">
              <a:ext uri="{FF2B5EF4-FFF2-40B4-BE49-F238E27FC236}">
                <a16:creationId xmlns:a16="http://schemas.microsoft.com/office/drawing/2014/main" id="{912E7092-DC8C-404D-B8A0-D2619C4E2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4694" y="817151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8" name="path-4756">
            <a:extLst xmlns:a="http://schemas.openxmlformats.org/drawingml/2006/main">
              <a:ext uri="{FF2B5EF4-FFF2-40B4-BE49-F238E27FC236}">
                <a16:creationId xmlns:a16="http://schemas.microsoft.com/office/drawing/2014/main" id="{71919FF8-1D39-444C-84E6-372FEF2ED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1532" y="815221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9" name="path-4757">
            <a:extLst xmlns:a="http://schemas.openxmlformats.org/drawingml/2006/main">
              <a:ext uri="{FF2B5EF4-FFF2-40B4-BE49-F238E27FC236}">
                <a16:creationId xmlns:a16="http://schemas.microsoft.com/office/drawing/2014/main" id="{34B015FC-A860-44DF-8C99-DA955D3D8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2185" y="81348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0" name="path-4758">
            <a:extLst xmlns:a="http://schemas.openxmlformats.org/drawingml/2006/main">
              <a:ext uri="{FF2B5EF4-FFF2-40B4-BE49-F238E27FC236}">
                <a16:creationId xmlns:a16="http://schemas.microsoft.com/office/drawing/2014/main" id="{3CADDF72-E1CB-40FA-AB63-6BC69CA6B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5725" y="81659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1" name="path-4759">
            <a:extLst xmlns:a="http://schemas.openxmlformats.org/drawingml/2006/main">
              <a:ext uri="{FF2B5EF4-FFF2-40B4-BE49-F238E27FC236}">
                <a16:creationId xmlns:a16="http://schemas.microsoft.com/office/drawing/2014/main" id="{A333EEED-FAC8-4EA7-9D8B-D0E18BB126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9156" y="817170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2" name="path-4760">
            <a:extLst xmlns:a="http://schemas.openxmlformats.org/drawingml/2006/main">
              <a:ext uri="{FF2B5EF4-FFF2-40B4-BE49-F238E27FC236}">
                <a16:creationId xmlns:a16="http://schemas.microsoft.com/office/drawing/2014/main" id="{6AF03F35-FDD0-49CE-A3F3-6FA45567A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1766" y="81529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3" name="path-4761">
            <a:extLst xmlns:a="http://schemas.openxmlformats.org/drawingml/2006/main">
              <a:ext uri="{FF2B5EF4-FFF2-40B4-BE49-F238E27FC236}">
                <a16:creationId xmlns:a16="http://schemas.microsoft.com/office/drawing/2014/main" id="{0267116F-2A19-4656-96BD-EEFC04909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7653" y="813359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4" name="path-4762">
            <a:extLst xmlns:a="http://schemas.openxmlformats.org/drawingml/2006/main">
              <a:ext uri="{FF2B5EF4-FFF2-40B4-BE49-F238E27FC236}">
                <a16:creationId xmlns:a16="http://schemas.microsoft.com/office/drawing/2014/main" id="{8FB75F2C-9875-4C7C-B6EA-7D16056BA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5372" y="81688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5" name="path-4763">
            <a:extLst xmlns:a="http://schemas.openxmlformats.org/drawingml/2006/main">
              <a:ext uri="{FF2B5EF4-FFF2-40B4-BE49-F238E27FC236}">
                <a16:creationId xmlns:a16="http://schemas.microsoft.com/office/drawing/2014/main" id="{A34140B9-DAA3-4B4D-9D47-E187E71EDA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1364" y="81442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6" name="path-4764">
            <a:extLst xmlns:a="http://schemas.openxmlformats.org/drawingml/2006/main">
              <a:ext uri="{FF2B5EF4-FFF2-40B4-BE49-F238E27FC236}">
                <a16:creationId xmlns:a16="http://schemas.microsoft.com/office/drawing/2014/main" id="{B2AB5FA7-1F2E-40C0-90E0-D75C8D258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7434" y="81604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7" name="path-4765">
            <a:extLst xmlns:a="http://schemas.openxmlformats.org/drawingml/2006/main">
              <a:ext uri="{FF2B5EF4-FFF2-40B4-BE49-F238E27FC236}">
                <a16:creationId xmlns:a16="http://schemas.microsoft.com/office/drawing/2014/main" id="{08177578-AF2A-46D1-947E-14DB44C87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35002" y="81388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8" name="path-4766">
            <a:extLst xmlns:a="http://schemas.openxmlformats.org/drawingml/2006/main">
              <a:ext uri="{FF2B5EF4-FFF2-40B4-BE49-F238E27FC236}">
                <a16:creationId xmlns:a16="http://schemas.microsoft.com/office/drawing/2014/main" id="{02C3A9FA-1589-4463-8C28-A2D026C32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2490" y="81424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9" name="path-4767">
            <a:extLst xmlns:a="http://schemas.openxmlformats.org/drawingml/2006/main">
              <a:ext uri="{FF2B5EF4-FFF2-40B4-BE49-F238E27FC236}">
                <a16:creationId xmlns:a16="http://schemas.microsoft.com/office/drawing/2014/main" id="{E33941E7-FB50-4C88-887D-187F7A9BA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654" y="81507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0" name="path-4768">
            <a:extLst xmlns:a="http://schemas.openxmlformats.org/drawingml/2006/main">
              <a:ext uri="{FF2B5EF4-FFF2-40B4-BE49-F238E27FC236}">
                <a16:creationId xmlns:a16="http://schemas.microsoft.com/office/drawing/2014/main" id="{44E1976A-451F-4F39-B5C9-6D248DA0A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2733" y="81367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1" name="path-4769">
            <a:extLst xmlns:a="http://schemas.openxmlformats.org/drawingml/2006/main">
              <a:ext uri="{FF2B5EF4-FFF2-40B4-BE49-F238E27FC236}">
                <a16:creationId xmlns:a16="http://schemas.microsoft.com/office/drawing/2014/main" id="{B6DCEC8A-8D43-4027-8B34-5A3E2E1E4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2669" y="812424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2" name="path-4770">
            <a:extLst xmlns:a="http://schemas.openxmlformats.org/drawingml/2006/main">
              <a:ext uri="{FF2B5EF4-FFF2-40B4-BE49-F238E27FC236}">
                <a16:creationId xmlns:a16="http://schemas.microsoft.com/office/drawing/2014/main" id="{E6F95D29-DC75-4746-AC13-AA6759C46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017" y="81500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3" name="path-4771">
            <a:extLst xmlns:a="http://schemas.openxmlformats.org/drawingml/2006/main">
              <a:ext uri="{FF2B5EF4-FFF2-40B4-BE49-F238E27FC236}">
                <a16:creationId xmlns:a16="http://schemas.microsoft.com/office/drawing/2014/main" id="{2C8DFA8D-97F6-44ED-A195-43987076E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0965" y="81289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4" name="path-4772">
            <a:extLst xmlns:a="http://schemas.openxmlformats.org/drawingml/2006/main">
              <a:ext uri="{FF2B5EF4-FFF2-40B4-BE49-F238E27FC236}">
                <a16:creationId xmlns:a16="http://schemas.microsoft.com/office/drawing/2014/main" id="{E03AEE7E-A6A7-495A-B8CD-294EAC60FA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3378" y="81295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5" name="path-4773">
            <a:extLst xmlns:a="http://schemas.openxmlformats.org/drawingml/2006/main">
              <a:ext uri="{FF2B5EF4-FFF2-40B4-BE49-F238E27FC236}">
                <a16:creationId xmlns:a16="http://schemas.microsoft.com/office/drawing/2014/main" id="{091D2C1D-FA9C-4EF5-B8DF-E4731F606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8558" y="81534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6" name="path-4774">
            <a:extLst xmlns:a="http://schemas.openxmlformats.org/drawingml/2006/main">
              <a:ext uri="{FF2B5EF4-FFF2-40B4-BE49-F238E27FC236}">
                <a16:creationId xmlns:a16="http://schemas.microsoft.com/office/drawing/2014/main" id="{DD45BB1E-5D06-4DEC-9146-2F93AED15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2889" y="811760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7" name="path-4775">
            <a:extLst xmlns:a="http://schemas.openxmlformats.org/drawingml/2006/main">
              <a:ext uri="{FF2B5EF4-FFF2-40B4-BE49-F238E27FC236}">
                <a16:creationId xmlns:a16="http://schemas.microsoft.com/office/drawing/2014/main" id="{91E61CDF-F2BA-4ACA-B02F-C2010D513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4832" y="81648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8" name="path-4776">
            <a:extLst xmlns:a="http://schemas.openxmlformats.org/drawingml/2006/main">
              <a:ext uri="{FF2B5EF4-FFF2-40B4-BE49-F238E27FC236}">
                <a16:creationId xmlns:a16="http://schemas.microsoft.com/office/drawing/2014/main" id="{0D1CCC04-62A0-4132-9F0F-877483A51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1263" y="8159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9" name="path-4777">
            <a:extLst xmlns:a="http://schemas.openxmlformats.org/drawingml/2006/main">
              <a:ext uri="{FF2B5EF4-FFF2-40B4-BE49-F238E27FC236}">
                <a16:creationId xmlns:a16="http://schemas.microsoft.com/office/drawing/2014/main" id="{2953E4A7-72FF-424B-9CDD-9FAEC79B9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5748" y="8112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0" name="path-4778">
            <a:extLst xmlns:a="http://schemas.openxmlformats.org/drawingml/2006/main">
              <a:ext uri="{FF2B5EF4-FFF2-40B4-BE49-F238E27FC236}">
                <a16:creationId xmlns:a16="http://schemas.microsoft.com/office/drawing/2014/main" id="{2141D302-A23D-40C9-B41B-0946256307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2086" y="81188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1" name="path-4779">
            <a:extLst xmlns:a="http://schemas.openxmlformats.org/drawingml/2006/main">
              <a:ext uri="{FF2B5EF4-FFF2-40B4-BE49-F238E27FC236}">
                <a16:creationId xmlns:a16="http://schemas.microsoft.com/office/drawing/2014/main" id="{7A9CBD3E-CF85-4783-8560-7658D7565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5039" y="815825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2" name="path-4780">
            <a:extLst xmlns:a="http://schemas.openxmlformats.org/drawingml/2006/main">
              <a:ext uri="{FF2B5EF4-FFF2-40B4-BE49-F238E27FC236}">
                <a16:creationId xmlns:a16="http://schemas.microsoft.com/office/drawing/2014/main" id="{2A00799D-289F-4656-9B7D-F41BC8F41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3070" y="8136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3" name="path-4781">
            <a:extLst xmlns:a="http://schemas.openxmlformats.org/drawingml/2006/main">
              <a:ext uri="{FF2B5EF4-FFF2-40B4-BE49-F238E27FC236}">
                <a16:creationId xmlns:a16="http://schemas.microsoft.com/office/drawing/2014/main" id="{30C424F0-BD26-4BA8-887D-D0FDCAA13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7160" y="81446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4" name="path-4782">
            <a:extLst xmlns:a="http://schemas.openxmlformats.org/drawingml/2006/main">
              <a:ext uri="{FF2B5EF4-FFF2-40B4-BE49-F238E27FC236}">
                <a16:creationId xmlns:a16="http://schemas.microsoft.com/office/drawing/2014/main" id="{FF57B5E5-3624-4236-8CB2-A5CCD5EAD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1225" y="81731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5" name="path-4783">
            <a:extLst xmlns:a="http://schemas.openxmlformats.org/drawingml/2006/main">
              <a:ext uri="{FF2B5EF4-FFF2-40B4-BE49-F238E27FC236}">
                <a16:creationId xmlns:a16="http://schemas.microsoft.com/office/drawing/2014/main" id="{3622CAC7-DD5A-4862-ADCC-560E65618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3496" y="813422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6" name="path-4784">
            <a:extLst xmlns:a="http://schemas.openxmlformats.org/drawingml/2006/main">
              <a:ext uri="{FF2B5EF4-FFF2-40B4-BE49-F238E27FC236}">
                <a16:creationId xmlns:a16="http://schemas.microsoft.com/office/drawing/2014/main" id="{6DD558B0-3F2D-4C2F-94DF-F8407B31D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4973" y="8168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7" name="path-4785">
            <a:extLst xmlns:a="http://schemas.openxmlformats.org/drawingml/2006/main">
              <a:ext uri="{FF2B5EF4-FFF2-40B4-BE49-F238E27FC236}">
                <a16:creationId xmlns:a16="http://schemas.microsoft.com/office/drawing/2014/main" id="{7D66D58E-6552-49E3-8A90-FD073B552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0192" y="8148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8" name="path-4786">
            <a:extLst xmlns:a="http://schemas.openxmlformats.org/drawingml/2006/main">
              <a:ext uri="{FF2B5EF4-FFF2-40B4-BE49-F238E27FC236}">
                <a16:creationId xmlns:a16="http://schemas.microsoft.com/office/drawing/2014/main" id="{273B232B-FACF-4080-9A7E-83DD01B9F3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6646" y="81754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9" name="path-4787">
            <a:extLst xmlns:a="http://schemas.openxmlformats.org/drawingml/2006/main">
              <a:ext uri="{FF2B5EF4-FFF2-40B4-BE49-F238E27FC236}">
                <a16:creationId xmlns:a16="http://schemas.microsoft.com/office/drawing/2014/main" id="{891B6CCA-0497-4A5F-A039-F7DD185FD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9041" y="81527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0" name="path-4788">
            <a:extLst xmlns:a="http://schemas.openxmlformats.org/drawingml/2006/main">
              <a:ext uri="{FF2B5EF4-FFF2-40B4-BE49-F238E27FC236}">
                <a16:creationId xmlns:a16="http://schemas.microsoft.com/office/drawing/2014/main" id="{E054705C-18A0-4691-AF31-E60BAD4CD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2569" y="8125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1" name="path-4789">
            <a:extLst xmlns:a="http://schemas.openxmlformats.org/drawingml/2006/main">
              <a:ext uri="{FF2B5EF4-FFF2-40B4-BE49-F238E27FC236}">
                <a16:creationId xmlns:a16="http://schemas.microsoft.com/office/drawing/2014/main" id="{773CC002-98B0-4AF2-AFDD-6551EB2CA5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2400" y="8137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2" name="path-4790">
            <a:extLst xmlns:a="http://schemas.openxmlformats.org/drawingml/2006/main">
              <a:ext uri="{FF2B5EF4-FFF2-40B4-BE49-F238E27FC236}">
                <a16:creationId xmlns:a16="http://schemas.microsoft.com/office/drawing/2014/main" id="{359A6DEF-8D61-46EA-9007-E2A47BA82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9752" y="810524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3" name="path-4791">
            <a:extLst xmlns:a="http://schemas.openxmlformats.org/drawingml/2006/main">
              <a:ext uri="{FF2B5EF4-FFF2-40B4-BE49-F238E27FC236}">
                <a16:creationId xmlns:a16="http://schemas.microsoft.com/office/drawing/2014/main" id="{572C7312-149E-48CB-993F-8B9E12A69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82662" y="813979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4" name="path-4792">
            <a:extLst xmlns:a="http://schemas.openxmlformats.org/drawingml/2006/main">
              <a:ext uri="{FF2B5EF4-FFF2-40B4-BE49-F238E27FC236}">
                <a16:creationId xmlns:a16="http://schemas.microsoft.com/office/drawing/2014/main" id="{9192D43D-81D7-41FC-AB0E-282BB0C46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4509" y="8160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5" name="path-4793">
            <a:extLst xmlns:a="http://schemas.openxmlformats.org/drawingml/2006/main">
              <a:ext uri="{FF2B5EF4-FFF2-40B4-BE49-F238E27FC236}">
                <a16:creationId xmlns:a16="http://schemas.microsoft.com/office/drawing/2014/main" id="{E577D4CF-2D47-4384-837B-17BDCFB72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1425" y="8165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6" name="path-4794">
            <a:extLst xmlns:a="http://schemas.openxmlformats.org/drawingml/2006/main">
              <a:ext uri="{FF2B5EF4-FFF2-40B4-BE49-F238E27FC236}">
                <a16:creationId xmlns:a16="http://schemas.microsoft.com/office/drawing/2014/main" id="{F82AEE07-50A6-4C9F-9545-A4A3EA3840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9012" y="816169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7" name="path-4795">
            <a:extLst xmlns:a="http://schemas.openxmlformats.org/drawingml/2006/main">
              <a:ext uri="{FF2B5EF4-FFF2-40B4-BE49-F238E27FC236}">
                <a16:creationId xmlns:a16="http://schemas.microsoft.com/office/drawing/2014/main" id="{6BE555E7-0285-4E4A-89B1-8878D9BE62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65606" y="815046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8" name="path-4796">
            <a:extLst xmlns:a="http://schemas.openxmlformats.org/drawingml/2006/main">
              <a:ext uri="{FF2B5EF4-FFF2-40B4-BE49-F238E27FC236}">
                <a16:creationId xmlns:a16="http://schemas.microsoft.com/office/drawing/2014/main" id="{455A768A-E042-4717-B7AB-F226D3D7D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2757" y="811895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9" name="path-4797">
            <a:extLst xmlns:a="http://schemas.openxmlformats.org/drawingml/2006/main">
              <a:ext uri="{FF2B5EF4-FFF2-40B4-BE49-F238E27FC236}">
                <a16:creationId xmlns:a16="http://schemas.microsoft.com/office/drawing/2014/main" id="{0BC72E0F-3CE6-4D01-AE2F-1A7BE5A3D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0498" y="814838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0" name="path-4798">
            <a:extLst xmlns:a="http://schemas.openxmlformats.org/drawingml/2006/main">
              <a:ext uri="{FF2B5EF4-FFF2-40B4-BE49-F238E27FC236}">
                <a16:creationId xmlns:a16="http://schemas.microsoft.com/office/drawing/2014/main" id="{51DF6F47-E216-40A6-A229-4048B73B2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56944" y="815267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1" name="path-4799">
            <a:extLst xmlns:a="http://schemas.openxmlformats.org/drawingml/2006/main">
              <a:ext uri="{FF2B5EF4-FFF2-40B4-BE49-F238E27FC236}">
                <a16:creationId xmlns:a16="http://schemas.microsoft.com/office/drawing/2014/main" id="{844010D0-365F-42BD-AA32-05679140C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5664" y="81344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2" name="path-4800">
            <a:extLst xmlns:a="http://schemas.openxmlformats.org/drawingml/2006/main">
              <a:ext uri="{FF2B5EF4-FFF2-40B4-BE49-F238E27FC236}">
                <a16:creationId xmlns:a16="http://schemas.microsoft.com/office/drawing/2014/main" id="{ADAFF93E-5A36-4542-8DB6-BD6CFEDFC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5146" y="81444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3" name="path-4801">
            <a:extLst xmlns:a="http://schemas.openxmlformats.org/drawingml/2006/main">
              <a:ext uri="{FF2B5EF4-FFF2-40B4-BE49-F238E27FC236}">
                <a16:creationId xmlns:a16="http://schemas.microsoft.com/office/drawing/2014/main" id="{AB324AF1-C00E-4C8B-9A9E-41DA7B192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2908" y="81539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4" name="path-4802">
            <a:extLst xmlns:a="http://schemas.openxmlformats.org/drawingml/2006/main">
              <a:ext uri="{FF2B5EF4-FFF2-40B4-BE49-F238E27FC236}">
                <a16:creationId xmlns:a16="http://schemas.microsoft.com/office/drawing/2014/main" id="{7F45FF40-893B-4507-801A-5C9948F8D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8887" y="8166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5" name="path-4803">
            <a:extLst xmlns:a="http://schemas.openxmlformats.org/drawingml/2006/main">
              <a:ext uri="{FF2B5EF4-FFF2-40B4-BE49-F238E27FC236}">
                <a16:creationId xmlns:a16="http://schemas.microsoft.com/office/drawing/2014/main" id="{4E4EC2D0-C6F5-4E01-9078-29E03E35C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7390" y="813253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6" name="path-4804">
            <a:extLst xmlns:a="http://schemas.openxmlformats.org/drawingml/2006/main">
              <a:ext uri="{FF2B5EF4-FFF2-40B4-BE49-F238E27FC236}">
                <a16:creationId xmlns:a16="http://schemas.microsoft.com/office/drawing/2014/main" id="{8AE6AFEE-58E5-4ADC-8358-EE66691F5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692" y="81470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7" name="path-4805">
            <a:extLst xmlns:a="http://schemas.openxmlformats.org/drawingml/2006/main">
              <a:ext uri="{FF2B5EF4-FFF2-40B4-BE49-F238E27FC236}">
                <a16:creationId xmlns:a16="http://schemas.microsoft.com/office/drawing/2014/main" id="{EE615F14-8AF9-44B6-BFBE-6936CBAF7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5752" y="814058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8" name="path-4806">
            <a:extLst xmlns:a="http://schemas.openxmlformats.org/drawingml/2006/main">
              <a:ext uri="{FF2B5EF4-FFF2-40B4-BE49-F238E27FC236}">
                <a16:creationId xmlns:a16="http://schemas.microsoft.com/office/drawing/2014/main" id="{A197F1C1-753F-499E-A448-ADCA18A1E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5600" y="814038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9" name="path-4807">
            <a:extLst xmlns:a="http://schemas.openxmlformats.org/drawingml/2006/main">
              <a:ext uri="{FF2B5EF4-FFF2-40B4-BE49-F238E27FC236}">
                <a16:creationId xmlns:a16="http://schemas.microsoft.com/office/drawing/2014/main" id="{53FB885F-FE10-4084-A06A-94EC489A8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75108" y="81352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0" name="path-4808">
            <a:extLst xmlns:a="http://schemas.openxmlformats.org/drawingml/2006/main">
              <a:ext uri="{FF2B5EF4-FFF2-40B4-BE49-F238E27FC236}">
                <a16:creationId xmlns:a16="http://schemas.microsoft.com/office/drawing/2014/main" id="{2182FEE3-E168-4E80-9DEA-D144951FD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32" y="817898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1" name="path-4809">
            <a:extLst xmlns:a="http://schemas.openxmlformats.org/drawingml/2006/main">
              <a:ext uri="{FF2B5EF4-FFF2-40B4-BE49-F238E27FC236}">
                <a16:creationId xmlns:a16="http://schemas.microsoft.com/office/drawing/2014/main" id="{8D56ECBF-51FB-4A53-AE0D-E28D302CC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6169" y="81166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2" name="path-4810">
            <a:extLst xmlns:a="http://schemas.openxmlformats.org/drawingml/2006/main">
              <a:ext uri="{FF2B5EF4-FFF2-40B4-BE49-F238E27FC236}">
                <a16:creationId xmlns:a16="http://schemas.microsoft.com/office/drawing/2014/main" id="{FBBB8426-076C-4DC3-8C7C-87D1A5BB3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49363" y="81099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3" name="path-4811">
            <a:extLst xmlns:a="http://schemas.openxmlformats.org/drawingml/2006/main">
              <a:ext uri="{FF2B5EF4-FFF2-40B4-BE49-F238E27FC236}">
                <a16:creationId xmlns:a16="http://schemas.microsoft.com/office/drawing/2014/main" id="{87ABF9DB-F525-443E-9687-0B789D63B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15045" y="817649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4" name="path-4812">
            <a:extLst xmlns:a="http://schemas.openxmlformats.org/drawingml/2006/main">
              <a:ext uri="{FF2B5EF4-FFF2-40B4-BE49-F238E27FC236}">
                <a16:creationId xmlns:a16="http://schemas.microsoft.com/office/drawing/2014/main" id="{A02A8D93-EFD1-4590-BF98-CF3DE47C9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7412" y="81392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5" name="path-4813">
            <a:extLst xmlns:a="http://schemas.openxmlformats.org/drawingml/2006/main">
              <a:ext uri="{FF2B5EF4-FFF2-40B4-BE49-F238E27FC236}">
                <a16:creationId xmlns:a16="http://schemas.microsoft.com/office/drawing/2014/main" id="{7C7793FF-DCAA-47AC-B451-B0C35F20F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1469" y="81581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6" name="path-4814">
            <a:extLst xmlns:a="http://schemas.openxmlformats.org/drawingml/2006/main">
              <a:ext uri="{FF2B5EF4-FFF2-40B4-BE49-F238E27FC236}">
                <a16:creationId xmlns:a16="http://schemas.microsoft.com/office/drawing/2014/main" id="{02051F94-6A4B-496C-9BD5-074D3DA8F3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0881" y="81182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7" name="path-4815">
            <a:extLst xmlns:a="http://schemas.openxmlformats.org/drawingml/2006/main">
              <a:ext uri="{FF2B5EF4-FFF2-40B4-BE49-F238E27FC236}">
                <a16:creationId xmlns:a16="http://schemas.microsoft.com/office/drawing/2014/main" id="{240D7A4D-E86B-4D21-B53E-2B1657B8C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8549" y="81299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8" name="path-4816">
            <a:extLst xmlns:a="http://schemas.openxmlformats.org/drawingml/2006/main">
              <a:ext uri="{FF2B5EF4-FFF2-40B4-BE49-F238E27FC236}">
                <a16:creationId xmlns:a16="http://schemas.microsoft.com/office/drawing/2014/main" id="{4DD511DD-EB70-40C1-8BB2-593803A10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0716" y="813234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9" name="path-4817">
            <a:extLst xmlns:a="http://schemas.openxmlformats.org/drawingml/2006/main">
              <a:ext uri="{FF2B5EF4-FFF2-40B4-BE49-F238E27FC236}">
                <a16:creationId xmlns:a16="http://schemas.microsoft.com/office/drawing/2014/main" id="{1B1D947B-3453-4DA0-8254-59F0243B3D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98763" y="81494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0" name="path-4818">
            <a:extLst xmlns:a="http://schemas.openxmlformats.org/drawingml/2006/main">
              <a:ext uri="{FF2B5EF4-FFF2-40B4-BE49-F238E27FC236}">
                <a16:creationId xmlns:a16="http://schemas.microsoft.com/office/drawing/2014/main" id="{F475997A-D250-4567-8493-F3567C40D7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0438" y="81353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1" name="path-4819">
            <a:extLst xmlns:a="http://schemas.openxmlformats.org/drawingml/2006/main">
              <a:ext uri="{FF2B5EF4-FFF2-40B4-BE49-F238E27FC236}">
                <a16:creationId xmlns:a16="http://schemas.microsoft.com/office/drawing/2014/main" id="{D3DCAC36-4ECF-4A09-86B5-A2177AFB3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9652" y="81257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2" name="path-4820">
            <a:extLst xmlns:a="http://schemas.openxmlformats.org/drawingml/2006/main">
              <a:ext uri="{FF2B5EF4-FFF2-40B4-BE49-F238E27FC236}">
                <a16:creationId xmlns:a16="http://schemas.microsoft.com/office/drawing/2014/main" id="{436898CE-C3CA-4205-8F5D-61BAE90EC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8558" y="81415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3" name="path-4821">
            <a:extLst xmlns:a="http://schemas.openxmlformats.org/drawingml/2006/main">
              <a:ext uri="{FF2B5EF4-FFF2-40B4-BE49-F238E27FC236}">
                <a16:creationId xmlns:a16="http://schemas.microsoft.com/office/drawing/2014/main" id="{8E7A9358-B5FE-44BB-83C4-C3BFF57FC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28382" y="815680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4" name="path-4822">
            <a:extLst xmlns:a="http://schemas.openxmlformats.org/drawingml/2006/main">
              <a:ext uri="{FF2B5EF4-FFF2-40B4-BE49-F238E27FC236}">
                <a16:creationId xmlns:a16="http://schemas.microsoft.com/office/drawing/2014/main" id="{CB147C26-9DD5-4D63-A112-DDC98D7BB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0289" y="81135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5" name="path-4823">
            <a:extLst xmlns:a="http://schemas.openxmlformats.org/drawingml/2006/main">
              <a:ext uri="{FF2B5EF4-FFF2-40B4-BE49-F238E27FC236}">
                <a16:creationId xmlns:a16="http://schemas.microsoft.com/office/drawing/2014/main" id="{FC5A9577-C004-4AA7-8E1D-53616C98D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3946" y="811256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6" name="path-4824">
            <a:extLst xmlns:a="http://schemas.openxmlformats.org/drawingml/2006/main">
              <a:ext uri="{FF2B5EF4-FFF2-40B4-BE49-F238E27FC236}">
                <a16:creationId xmlns:a16="http://schemas.microsoft.com/office/drawing/2014/main" id="{42711F0E-3ED9-4223-A5CA-9AAD6B864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5981" y="814163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7" name="path-4825">
            <a:extLst xmlns:a="http://schemas.openxmlformats.org/drawingml/2006/main">
              <a:ext uri="{FF2B5EF4-FFF2-40B4-BE49-F238E27FC236}">
                <a16:creationId xmlns:a16="http://schemas.microsoft.com/office/drawing/2014/main" id="{ED03252C-EDA9-49AB-B4ED-D5A03511A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6502" y="8136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8" name="path-4826">
            <a:extLst xmlns:a="http://schemas.openxmlformats.org/drawingml/2006/main">
              <a:ext uri="{FF2B5EF4-FFF2-40B4-BE49-F238E27FC236}">
                <a16:creationId xmlns:a16="http://schemas.microsoft.com/office/drawing/2014/main" id="{4617AE13-948B-4415-9A81-C36C465946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1771" y="816152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9" name="path-4827">
            <a:extLst xmlns:a="http://schemas.openxmlformats.org/drawingml/2006/main">
              <a:ext uri="{FF2B5EF4-FFF2-40B4-BE49-F238E27FC236}">
                <a16:creationId xmlns:a16="http://schemas.microsoft.com/office/drawing/2014/main" id="{E118D76A-4242-463F-A47A-168A2E854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2126" y="815094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0" name="path-4828">
            <a:extLst xmlns:a="http://schemas.openxmlformats.org/drawingml/2006/main">
              <a:ext uri="{FF2B5EF4-FFF2-40B4-BE49-F238E27FC236}">
                <a16:creationId xmlns:a16="http://schemas.microsoft.com/office/drawing/2014/main" id="{F5D55B84-42B5-402D-91CA-F210A9405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142" y="81357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1" name="path-4829">
            <a:extLst xmlns:a="http://schemas.openxmlformats.org/drawingml/2006/main">
              <a:ext uri="{FF2B5EF4-FFF2-40B4-BE49-F238E27FC236}">
                <a16:creationId xmlns:a16="http://schemas.microsoft.com/office/drawing/2014/main" id="{8CBC6739-3BAD-47AC-97DE-70AFF04A6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0345" y="815089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2" name="path-4830">
            <a:extLst xmlns:a="http://schemas.openxmlformats.org/drawingml/2006/main">
              <a:ext uri="{FF2B5EF4-FFF2-40B4-BE49-F238E27FC236}">
                <a16:creationId xmlns:a16="http://schemas.microsoft.com/office/drawing/2014/main" id="{843F0267-6EE2-412B-B5E7-EF963CAFA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7980" y="812060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3" name="path-4831">
            <a:extLst xmlns:a="http://schemas.openxmlformats.org/drawingml/2006/main">
              <a:ext uri="{FF2B5EF4-FFF2-40B4-BE49-F238E27FC236}">
                <a16:creationId xmlns:a16="http://schemas.microsoft.com/office/drawing/2014/main" id="{643085CC-A075-4B2D-8EB5-6FB43EF22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0431" y="814218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4" name="path-4832">
            <a:extLst xmlns:a="http://schemas.openxmlformats.org/drawingml/2006/main">
              <a:ext uri="{FF2B5EF4-FFF2-40B4-BE49-F238E27FC236}">
                <a16:creationId xmlns:a16="http://schemas.microsoft.com/office/drawing/2014/main" id="{2C20A3A0-395A-4CC6-ADAC-A0CC264A4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26245" y="813422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5" name="path-4833">
            <a:extLst xmlns:a="http://schemas.openxmlformats.org/drawingml/2006/main">
              <a:ext uri="{FF2B5EF4-FFF2-40B4-BE49-F238E27FC236}">
                <a16:creationId xmlns:a16="http://schemas.microsoft.com/office/drawing/2014/main" id="{FF5B0895-54F0-4972-95B2-ABE177C1D9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1785" y="81547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6" name="path-4834">
            <a:extLst xmlns:a="http://schemas.openxmlformats.org/drawingml/2006/main">
              <a:ext uri="{FF2B5EF4-FFF2-40B4-BE49-F238E27FC236}">
                <a16:creationId xmlns:a16="http://schemas.microsoft.com/office/drawing/2014/main" id="{B3C0E9AC-5A02-4A52-A704-D81677500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54813" y="8142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7" name="path-4835">
            <a:extLst xmlns:a="http://schemas.openxmlformats.org/drawingml/2006/main">
              <a:ext uri="{FF2B5EF4-FFF2-40B4-BE49-F238E27FC236}">
                <a16:creationId xmlns:a16="http://schemas.microsoft.com/office/drawing/2014/main" id="{82A426A2-942D-4163-B4D9-429871226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8332" y="81371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8" name="path-4836">
            <a:extLst xmlns:a="http://schemas.openxmlformats.org/drawingml/2006/main">
              <a:ext uri="{FF2B5EF4-FFF2-40B4-BE49-F238E27FC236}">
                <a16:creationId xmlns:a16="http://schemas.microsoft.com/office/drawing/2014/main" id="{12B23E6D-836E-4544-BEF5-FAEF4B1A2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883" y="814874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9" name="path-4837">
            <a:extLst xmlns:a="http://schemas.openxmlformats.org/drawingml/2006/main">
              <a:ext uri="{FF2B5EF4-FFF2-40B4-BE49-F238E27FC236}">
                <a16:creationId xmlns:a16="http://schemas.microsoft.com/office/drawing/2014/main" id="{D1779161-DFE7-46B0-AEF2-6C11D7DF2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37427" y="81405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0" name="path-4838">
            <a:extLst xmlns:a="http://schemas.openxmlformats.org/drawingml/2006/main">
              <a:ext uri="{FF2B5EF4-FFF2-40B4-BE49-F238E27FC236}">
                <a16:creationId xmlns:a16="http://schemas.microsoft.com/office/drawing/2014/main" id="{35D77147-4F0B-46D0-825D-A46961A90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6152" y="8157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1" name="path-4839">
            <a:extLst xmlns:a="http://schemas.openxmlformats.org/drawingml/2006/main">
              <a:ext uri="{FF2B5EF4-FFF2-40B4-BE49-F238E27FC236}">
                <a16:creationId xmlns:a16="http://schemas.microsoft.com/office/drawing/2014/main" id="{383825C8-4589-4776-B911-A6419EF60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18234" y="812177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2" name="path-4840">
            <a:extLst xmlns:a="http://schemas.openxmlformats.org/drawingml/2006/main">
              <a:ext uri="{FF2B5EF4-FFF2-40B4-BE49-F238E27FC236}">
                <a16:creationId xmlns:a16="http://schemas.microsoft.com/office/drawing/2014/main" id="{B6A2C263-35A7-4E5A-837B-A6BF2358A4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9043" y="816032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3" name="path-4841">
            <a:extLst xmlns:a="http://schemas.openxmlformats.org/drawingml/2006/main">
              <a:ext uri="{FF2B5EF4-FFF2-40B4-BE49-F238E27FC236}">
                <a16:creationId xmlns:a16="http://schemas.microsoft.com/office/drawing/2014/main" id="{5309BA4F-A126-49E5-8DE5-63DBF1D3B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6215" y="813432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4" name="path-4842">
            <a:extLst xmlns:a="http://schemas.openxmlformats.org/drawingml/2006/main">
              <a:ext uri="{FF2B5EF4-FFF2-40B4-BE49-F238E27FC236}">
                <a16:creationId xmlns:a16="http://schemas.microsoft.com/office/drawing/2014/main" id="{0E0315C0-C6FE-419F-B38A-DC527BB47E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1945" y="80926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5" name="path-4843">
            <a:extLst xmlns:a="http://schemas.openxmlformats.org/drawingml/2006/main">
              <a:ext uri="{FF2B5EF4-FFF2-40B4-BE49-F238E27FC236}">
                <a16:creationId xmlns:a16="http://schemas.microsoft.com/office/drawing/2014/main" id="{19702C2C-2AEB-4456-B3BD-C9BF36D9CC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80905" y="813619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6" name="path-4844">
            <a:extLst xmlns:a="http://schemas.openxmlformats.org/drawingml/2006/main">
              <a:ext uri="{FF2B5EF4-FFF2-40B4-BE49-F238E27FC236}">
                <a16:creationId xmlns:a16="http://schemas.microsoft.com/office/drawing/2014/main" id="{70C4E241-C5A1-4668-9673-875BFD1A8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8181" y="813054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7" name="path-4845">
            <a:extLst xmlns:a="http://schemas.openxmlformats.org/drawingml/2006/main">
              <a:ext uri="{FF2B5EF4-FFF2-40B4-BE49-F238E27FC236}">
                <a16:creationId xmlns:a16="http://schemas.microsoft.com/office/drawing/2014/main" id="{E9A96A7F-74A6-44C8-B1E4-7E6B786D1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13897" y="816454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8" name="path-4846">
            <a:extLst xmlns:a="http://schemas.openxmlformats.org/drawingml/2006/main">
              <a:ext uri="{FF2B5EF4-FFF2-40B4-BE49-F238E27FC236}">
                <a16:creationId xmlns:a16="http://schemas.microsoft.com/office/drawing/2014/main" id="{2BFAFF71-47BD-4652-9E32-11CA622FD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9191" y="8128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9" name="path-4847">
            <a:extLst xmlns:a="http://schemas.openxmlformats.org/drawingml/2006/main">
              <a:ext uri="{FF2B5EF4-FFF2-40B4-BE49-F238E27FC236}">
                <a16:creationId xmlns:a16="http://schemas.microsoft.com/office/drawing/2014/main" id="{300D28C2-52E4-477A-AE7C-86050306B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9401" y="81683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0" name="path-4848">
            <a:extLst xmlns:a="http://schemas.openxmlformats.org/drawingml/2006/main">
              <a:ext uri="{FF2B5EF4-FFF2-40B4-BE49-F238E27FC236}">
                <a16:creationId xmlns:a16="http://schemas.microsoft.com/office/drawing/2014/main" id="{5629AD17-EEA5-4674-A2DD-41728C29F8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8392" y="81383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1" name="path-4849">
            <a:extLst xmlns:a="http://schemas.openxmlformats.org/drawingml/2006/main">
              <a:ext uri="{FF2B5EF4-FFF2-40B4-BE49-F238E27FC236}">
                <a16:creationId xmlns:a16="http://schemas.microsoft.com/office/drawing/2014/main" id="{CE1D690C-552E-4F80-9D48-97A83C0BA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6520" y="81486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2" name="path-4850">
            <a:extLst xmlns:a="http://schemas.openxmlformats.org/drawingml/2006/main">
              <a:ext uri="{FF2B5EF4-FFF2-40B4-BE49-F238E27FC236}">
                <a16:creationId xmlns:a16="http://schemas.microsoft.com/office/drawing/2014/main" id="{ADB55874-2F27-4921-932C-91EC5F281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5604" y="8149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3" name="path-4851">
            <a:extLst xmlns:a="http://schemas.openxmlformats.org/drawingml/2006/main">
              <a:ext uri="{FF2B5EF4-FFF2-40B4-BE49-F238E27FC236}">
                <a16:creationId xmlns:a16="http://schemas.microsoft.com/office/drawing/2014/main" id="{26B9B525-4FEB-428A-A200-F2098B0BA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4316" y="813714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4" name="path-4852">
            <a:extLst xmlns:a="http://schemas.openxmlformats.org/drawingml/2006/main">
              <a:ext uri="{FF2B5EF4-FFF2-40B4-BE49-F238E27FC236}">
                <a16:creationId xmlns:a16="http://schemas.microsoft.com/office/drawing/2014/main" id="{981D6493-C07E-4EEE-8453-A2BD47238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0881" y="81067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5" name="path-4853">
            <a:extLst xmlns:a="http://schemas.openxmlformats.org/drawingml/2006/main">
              <a:ext uri="{FF2B5EF4-FFF2-40B4-BE49-F238E27FC236}">
                <a16:creationId xmlns:a16="http://schemas.microsoft.com/office/drawing/2014/main" id="{B5346FC2-B2A7-424E-A2A4-FC00F3915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7262" y="81406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6" name="path-4854">
            <a:extLst xmlns:a="http://schemas.openxmlformats.org/drawingml/2006/main">
              <a:ext uri="{FF2B5EF4-FFF2-40B4-BE49-F238E27FC236}">
                <a16:creationId xmlns:a16="http://schemas.microsoft.com/office/drawing/2014/main" id="{0508FEBA-53C1-4B0F-B2BB-E6883F0D0D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4974" y="814966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7" name="path-4855">
            <a:extLst xmlns:a="http://schemas.openxmlformats.org/drawingml/2006/main">
              <a:ext uri="{FF2B5EF4-FFF2-40B4-BE49-F238E27FC236}">
                <a16:creationId xmlns:a16="http://schemas.microsoft.com/office/drawing/2014/main" id="{BB9A5AE5-EC2A-43D1-B075-DBB922671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6920" y="816345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8" name="path-4856">
            <a:extLst xmlns:a="http://schemas.openxmlformats.org/drawingml/2006/main">
              <a:ext uri="{FF2B5EF4-FFF2-40B4-BE49-F238E27FC236}">
                <a16:creationId xmlns:a16="http://schemas.microsoft.com/office/drawing/2014/main" id="{8CBE5EE7-2DBC-4CDC-8FBC-CE436DA60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04584" y="814621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9" name="path-4857">
            <a:extLst xmlns:a="http://schemas.openxmlformats.org/drawingml/2006/main">
              <a:ext uri="{FF2B5EF4-FFF2-40B4-BE49-F238E27FC236}">
                <a16:creationId xmlns:a16="http://schemas.microsoft.com/office/drawing/2014/main" id="{117A0FBB-F9F5-46CD-9268-36E6A4ED9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39478" y="81252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0" name="path-4858">
            <a:extLst xmlns:a="http://schemas.openxmlformats.org/drawingml/2006/main">
              <a:ext uri="{FF2B5EF4-FFF2-40B4-BE49-F238E27FC236}">
                <a16:creationId xmlns:a16="http://schemas.microsoft.com/office/drawing/2014/main" id="{33EE5C43-E026-4CAD-A54C-88879E572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271" y="81416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1" name="path-4859">
            <a:extLst xmlns:a="http://schemas.openxmlformats.org/drawingml/2006/main">
              <a:ext uri="{FF2B5EF4-FFF2-40B4-BE49-F238E27FC236}">
                <a16:creationId xmlns:a16="http://schemas.microsoft.com/office/drawing/2014/main" id="{DAEF2E49-B5E7-4531-9BB3-F0ECF50FE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6426" y="81419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2" name="path-4860">
            <a:extLst xmlns:a="http://schemas.openxmlformats.org/drawingml/2006/main">
              <a:ext uri="{FF2B5EF4-FFF2-40B4-BE49-F238E27FC236}">
                <a16:creationId xmlns:a16="http://schemas.microsoft.com/office/drawing/2014/main" id="{381AA540-0C07-4412-BC3B-C4D041D68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4440" y="811822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3" name="path-4861">
            <a:extLst xmlns:a="http://schemas.openxmlformats.org/drawingml/2006/main">
              <a:ext uri="{FF2B5EF4-FFF2-40B4-BE49-F238E27FC236}">
                <a16:creationId xmlns:a16="http://schemas.microsoft.com/office/drawing/2014/main" id="{023DD8B0-D480-4E22-8F3A-BD9B038FF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4799" y="81335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4" name="path-4862">
            <a:extLst xmlns:a="http://schemas.openxmlformats.org/drawingml/2006/main">
              <a:ext uri="{FF2B5EF4-FFF2-40B4-BE49-F238E27FC236}">
                <a16:creationId xmlns:a16="http://schemas.microsoft.com/office/drawing/2014/main" id="{5A23399D-D95E-44AB-9F58-5D5D331E4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9403" y="8134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5" name="path-4863">
            <a:extLst xmlns:a="http://schemas.openxmlformats.org/drawingml/2006/main">
              <a:ext uri="{FF2B5EF4-FFF2-40B4-BE49-F238E27FC236}">
                <a16:creationId xmlns:a16="http://schemas.microsoft.com/office/drawing/2014/main" id="{55D820FF-9E77-4FCA-8752-9F569AE2E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14725" y="81747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6" name="path-4864">
            <a:extLst xmlns:a="http://schemas.openxmlformats.org/drawingml/2006/main">
              <a:ext uri="{FF2B5EF4-FFF2-40B4-BE49-F238E27FC236}">
                <a16:creationId xmlns:a16="http://schemas.microsoft.com/office/drawing/2014/main" id="{8CBAD252-F0B4-456D-A8EE-34AA0BA96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6303" y="814978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7" name="path-4865">
            <a:extLst xmlns:a="http://schemas.openxmlformats.org/drawingml/2006/main">
              <a:ext uri="{FF2B5EF4-FFF2-40B4-BE49-F238E27FC236}">
                <a16:creationId xmlns:a16="http://schemas.microsoft.com/office/drawing/2014/main" id="{F8D04464-1361-4972-AD76-A04562ED8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3350" y="81588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8" name="path-4866">
            <a:extLst xmlns:a="http://schemas.openxmlformats.org/drawingml/2006/main">
              <a:ext uri="{FF2B5EF4-FFF2-40B4-BE49-F238E27FC236}">
                <a16:creationId xmlns:a16="http://schemas.microsoft.com/office/drawing/2014/main" id="{E2AC7CAC-0072-4C9D-93C4-B2AAE1161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61088" y="81527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9" name="path-4867">
            <a:extLst xmlns:a="http://schemas.openxmlformats.org/drawingml/2006/main">
              <a:ext uri="{FF2B5EF4-FFF2-40B4-BE49-F238E27FC236}">
                <a16:creationId xmlns:a16="http://schemas.microsoft.com/office/drawing/2014/main" id="{3C8CEC98-F651-4999-B9F8-45D10B4A2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7394" y="813152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0" name="path-4868">
            <a:extLst xmlns:a="http://schemas.openxmlformats.org/drawingml/2006/main">
              <a:ext uri="{FF2B5EF4-FFF2-40B4-BE49-F238E27FC236}">
                <a16:creationId xmlns:a16="http://schemas.microsoft.com/office/drawing/2014/main" id="{A9DF0E92-346B-49AF-B016-45BDBF771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9317" y="814200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1" name="path-4869">
            <a:extLst xmlns:a="http://schemas.openxmlformats.org/drawingml/2006/main">
              <a:ext uri="{FF2B5EF4-FFF2-40B4-BE49-F238E27FC236}">
                <a16:creationId xmlns:a16="http://schemas.microsoft.com/office/drawing/2014/main" id="{B9C10F52-61A0-464B-B6E9-796959C9A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80113" y="81374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2" name="path-4870">
            <a:extLst xmlns:a="http://schemas.openxmlformats.org/drawingml/2006/main">
              <a:ext uri="{FF2B5EF4-FFF2-40B4-BE49-F238E27FC236}">
                <a16:creationId xmlns:a16="http://schemas.microsoft.com/office/drawing/2014/main" id="{DE12B7DD-FBF5-4C83-AE96-C75E108AF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1757" y="812278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3" name="path-4871">
            <a:extLst xmlns:a="http://schemas.openxmlformats.org/drawingml/2006/main">
              <a:ext uri="{FF2B5EF4-FFF2-40B4-BE49-F238E27FC236}">
                <a16:creationId xmlns:a16="http://schemas.microsoft.com/office/drawing/2014/main" id="{BBF4FDC3-8DB1-483B-B2CA-19CC491C4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5334" y="815754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4" name="path-4872">
            <a:extLst xmlns:a="http://schemas.openxmlformats.org/drawingml/2006/main">
              <a:ext uri="{FF2B5EF4-FFF2-40B4-BE49-F238E27FC236}">
                <a16:creationId xmlns:a16="http://schemas.microsoft.com/office/drawing/2014/main" id="{790E1578-22F8-478B-B375-8ACFB0E10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9808" y="8137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5" name="path-4873">
            <a:extLst xmlns:a="http://schemas.openxmlformats.org/drawingml/2006/main">
              <a:ext uri="{FF2B5EF4-FFF2-40B4-BE49-F238E27FC236}">
                <a16:creationId xmlns:a16="http://schemas.microsoft.com/office/drawing/2014/main" id="{76C7DC0C-43D8-44C2-9E68-CF65DC54C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4330" y="81495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6" name="path-4874">
            <a:extLst xmlns:a="http://schemas.openxmlformats.org/drawingml/2006/main">
              <a:ext uri="{FF2B5EF4-FFF2-40B4-BE49-F238E27FC236}">
                <a16:creationId xmlns:a16="http://schemas.microsoft.com/office/drawing/2014/main" id="{D3EA3DC6-B522-4AFE-95F8-61BB896AA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8878" y="813746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7" name="path-4875">
            <a:extLst xmlns:a="http://schemas.openxmlformats.org/drawingml/2006/main">
              <a:ext uri="{FF2B5EF4-FFF2-40B4-BE49-F238E27FC236}">
                <a16:creationId xmlns:a16="http://schemas.microsoft.com/office/drawing/2014/main" id="{35E1C086-42D3-44C3-AEDB-44A0E753C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7254" y="81102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8" name="path-4876">
            <a:extLst xmlns:a="http://schemas.openxmlformats.org/drawingml/2006/main">
              <a:ext uri="{FF2B5EF4-FFF2-40B4-BE49-F238E27FC236}">
                <a16:creationId xmlns:a16="http://schemas.microsoft.com/office/drawing/2014/main" id="{DD8525D7-4BC0-439D-BE6F-E22DD3D4F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1391" y="818015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9" name="path-4877">
            <a:extLst xmlns:a="http://schemas.openxmlformats.org/drawingml/2006/main">
              <a:ext uri="{FF2B5EF4-FFF2-40B4-BE49-F238E27FC236}">
                <a16:creationId xmlns:a16="http://schemas.microsoft.com/office/drawing/2014/main" id="{566B63E4-A684-48DD-8C71-876329B2D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9196" y="8151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0" name="path-4878">
            <a:extLst xmlns:a="http://schemas.openxmlformats.org/drawingml/2006/main">
              <a:ext uri="{FF2B5EF4-FFF2-40B4-BE49-F238E27FC236}">
                <a16:creationId xmlns:a16="http://schemas.microsoft.com/office/drawing/2014/main" id="{E82DE767-F9C0-4E79-BEC7-84AB15533F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5143" y="81310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1" name="path-4879">
            <a:extLst xmlns:a="http://schemas.openxmlformats.org/drawingml/2006/main">
              <a:ext uri="{FF2B5EF4-FFF2-40B4-BE49-F238E27FC236}">
                <a16:creationId xmlns:a16="http://schemas.microsoft.com/office/drawing/2014/main" id="{2F32AF9D-71DA-4760-8BC2-8E2BE9D5E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85314" y="81144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2" name="path-4880">
            <a:extLst xmlns:a="http://schemas.openxmlformats.org/drawingml/2006/main">
              <a:ext uri="{FF2B5EF4-FFF2-40B4-BE49-F238E27FC236}">
                <a16:creationId xmlns:a16="http://schemas.microsoft.com/office/drawing/2014/main" id="{737F07F7-40AC-4506-A10A-82AD5EEDF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08055" y="815191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3" name="path-4881">
            <a:extLst xmlns:a="http://schemas.openxmlformats.org/drawingml/2006/main">
              <a:ext uri="{FF2B5EF4-FFF2-40B4-BE49-F238E27FC236}">
                <a16:creationId xmlns:a16="http://schemas.microsoft.com/office/drawing/2014/main" id="{8EAD5709-6D1C-4A15-BE77-54E5C52FF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8748" y="812291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4" name="path-4882">
            <a:extLst xmlns:a="http://schemas.openxmlformats.org/drawingml/2006/main">
              <a:ext uri="{FF2B5EF4-FFF2-40B4-BE49-F238E27FC236}">
                <a16:creationId xmlns:a16="http://schemas.microsoft.com/office/drawing/2014/main" id="{009A23AE-8C35-4950-B9E9-7AB3BF27B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6656" y="81414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5" name="path-4883">
            <a:extLst xmlns:a="http://schemas.openxmlformats.org/drawingml/2006/main">
              <a:ext uri="{FF2B5EF4-FFF2-40B4-BE49-F238E27FC236}">
                <a16:creationId xmlns:a16="http://schemas.microsoft.com/office/drawing/2014/main" id="{46569777-3D90-4879-9E03-09EF0214B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8840" y="81528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6" name="path-4884">
            <a:extLst xmlns:a="http://schemas.openxmlformats.org/drawingml/2006/main">
              <a:ext uri="{FF2B5EF4-FFF2-40B4-BE49-F238E27FC236}">
                <a16:creationId xmlns:a16="http://schemas.microsoft.com/office/drawing/2014/main" id="{223314A6-30C5-4A84-A65A-4CA28D886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6648" y="8132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7" name="path-4885">
            <a:extLst xmlns:a="http://schemas.openxmlformats.org/drawingml/2006/main">
              <a:ext uri="{FF2B5EF4-FFF2-40B4-BE49-F238E27FC236}">
                <a16:creationId xmlns:a16="http://schemas.microsoft.com/office/drawing/2014/main" id="{7866D2EB-4C49-4129-B2F2-CFE2B7921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2275" y="81522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8" name="path-4886">
            <a:extLst xmlns:a="http://schemas.openxmlformats.org/drawingml/2006/main">
              <a:ext uri="{FF2B5EF4-FFF2-40B4-BE49-F238E27FC236}">
                <a16:creationId xmlns:a16="http://schemas.microsoft.com/office/drawing/2014/main" id="{27EF29A5-3037-4E40-8595-8F1070103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1466" y="81669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9" name="path-4887">
            <a:extLst xmlns:a="http://schemas.openxmlformats.org/drawingml/2006/main">
              <a:ext uri="{FF2B5EF4-FFF2-40B4-BE49-F238E27FC236}">
                <a16:creationId xmlns:a16="http://schemas.microsoft.com/office/drawing/2014/main" id="{6245BB31-0FB3-45C1-B4EA-6ADA63AF1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37841" y="812120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0" name="path-4888">
            <a:extLst xmlns:a="http://schemas.openxmlformats.org/drawingml/2006/main">
              <a:ext uri="{FF2B5EF4-FFF2-40B4-BE49-F238E27FC236}">
                <a16:creationId xmlns:a16="http://schemas.microsoft.com/office/drawing/2014/main" id="{FA727FD9-6922-4174-A2BB-056761FFF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8826" y="810322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1" name="path-4889">
            <a:extLst xmlns:a="http://schemas.openxmlformats.org/drawingml/2006/main">
              <a:ext uri="{FF2B5EF4-FFF2-40B4-BE49-F238E27FC236}">
                <a16:creationId xmlns:a16="http://schemas.microsoft.com/office/drawing/2014/main" id="{708A673D-0A5D-4995-86D7-03134609E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3498" y="81227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2" name="path-4890">
            <a:extLst xmlns:a="http://schemas.openxmlformats.org/drawingml/2006/main">
              <a:ext uri="{FF2B5EF4-FFF2-40B4-BE49-F238E27FC236}">
                <a16:creationId xmlns:a16="http://schemas.microsoft.com/office/drawing/2014/main" id="{4E39C122-D137-40F6-9289-D602676BC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4108" y="814181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3" name="path-4891">
            <a:extLst xmlns:a="http://schemas.openxmlformats.org/drawingml/2006/main">
              <a:ext uri="{FF2B5EF4-FFF2-40B4-BE49-F238E27FC236}">
                <a16:creationId xmlns:a16="http://schemas.microsoft.com/office/drawing/2014/main" id="{52CC408C-867F-4BFF-9DCA-C5B4EC1FA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6553" y="815993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4" name="path-4892">
            <a:extLst xmlns:a="http://schemas.openxmlformats.org/drawingml/2006/main">
              <a:ext uri="{FF2B5EF4-FFF2-40B4-BE49-F238E27FC236}">
                <a16:creationId xmlns:a16="http://schemas.microsoft.com/office/drawing/2014/main" id="{A3A4305D-5622-497B-BA31-DFB66355B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7509" y="81220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5" name="path-4893">
            <a:extLst xmlns:a="http://schemas.openxmlformats.org/drawingml/2006/main">
              <a:ext uri="{FF2B5EF4-FFF2-40B4-BE49-F238E27FC236}">
                <a16:creationId xmlns:a16="http://schemas.microsoft.com/office/drawing/2014/main" id="{98544553-EF19-4387-9E94-A0E23C621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5394" y="81341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6" name="path-4894">
            <a:extLst xmlns:a="http://schemas.openxmlformats.org/drawingml/2006/main">
              <a:ext uri="{FF2B5EF4-FFF2-40B4-BE49-F238E27FC236}">
                <a16:creationId xmlns:a16="http://schemas.microsoft.com/office/drawing/2014/main" id="{317B5BE1-78FD-45AC-BA1D-460258D04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5104" y="813610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7" name="path-4895">
            <a:extLst xmlns:a="http://schemas.openxmlformats.org/drawingml/2006/main">
              <a:ext uri="{FF2B5EF4-FFF2-40B4-BE49-F238E27FC236}">
                <a16:creationId xmlns:a16="http://schemas.microsoft.com/office/drawing/2014/main" id="{B35FD0FE-9687-43B5-84DD-8B67ED3AE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8826" y="814760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8" name="path-4896">
            <a:extLst xmlns:a="http://schemas.openxmlformats.org/drawingml/2006/main">
              <a:ext uri="{FF2B5EF4-FFF2-40B4-BE49-F238E27FC236}">
                <a16:creationId xmlns:a16="http://schemas.microsoft.com/office/drawing/2014/main" id="{026105C3-0E4D-432F-BBA4-BD62B469E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6830" y="814773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9" name="path-4897">
            <a:extLst xmlns:a="http://schemas.openxmlformats.org/drawingml/2006/main">
              <a:ext uri="{FF2B5EF4-FFF2-40B4-BE49-F238E27FC236}">
                <a16:creationId xmlns:a16="http://schemas.microsoft.com/office/drawing/2014/main" id="{C6696B98-0908-43B6-AEAF-1384098BA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14884" y="815464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0" name="path-4898">
            <a:extLst xmlns:a="http://schemas.openxmlformats.org/drawingml/2006/main">
              <a:ext uri="{FF2B5EF4-FFF2-40B4-BE49-F238E27FC236}">
                <a16:creationId xmlns:a16="http://schemas.microsoft.com/office/drawing/2014/main" id="{C827092F-8A9F-41BB-B03F-C85FDAD1C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4765" y="810836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1" name="path-4899">
            <a:extLst xmlns:a="http://schemas.openxmlformats.org/drawingml/2006/main">
              <a:ext uri="{FF2B5EF4-FFF2-40B4-BE49-F238E27FC236}">
                <a16:creationId xmlns:a16="http://schemas.microsoft.com/office/drawing/2014/main" id="{E17C78C5-0422-4B97-86E5-81C2112A2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8630" y="816593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2" name="path-4900">
            <a:extLst xmlns:a="http://schemas.openxmlformats.org/drawingml/2006/main">
              <a:ext uri="{FF2B5EF4-FFF2-40B4-BE49-F238E27FC236}">
                <a16:creationId xmlns:a16="http://schemas.microsoft.com/office/drawing/2014/main" id="{1105C3E7-6CA0-4FDB-A8E4-017B452584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896" y="81645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3" name="path-4901">
            <a:extLst xmlns:a="http://schemas.openxmlformats.org/drawingml/2006/main">
              <a:ext uri="{FF2B5EF4-FFF2-40B4-BE49-F238E27FC236}">
                <a16:creationId xmlns:a16="http://schemas.microsoft.com/office/drawing/2014/main" id="{30D2678B-7A53-4114-96AF-D365893C3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7211" y="81506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4" name="path-4902">
            <a:extLst xmlns:a="http://schemas.openxmlformats.org/drawingml/2006/main">
              <a:ext uri="{FF2B5EF4-FFF2-40B4-BE49-F238E27FC236}">
                <a16:creationId xmlns:a16="http://schemas.microsoft.com/office/drawing/2014/main" id="{A2ECA8CF-658D-4E3D-9EFB-8F382E212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1140" y="815727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5" name="path-4903">
            <a:extLst xmlns:a="http://schemas.openxmlformats.org/drawingml/2006/main">
              <a:ext uri="{FF2B5EF4-FFF2-40B4-BE49-F238E27FC236}">
                <a16:creationId xmlns:a16="http://schemas.microsoft.com/office/drawing/2014/main" id="{62B7157A-C0C3-47B4-AAB9-10AF2222F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3299" y="8135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6" name="path-4904">
            <a:extLst xmlns:a="http://schemas.openxmlformats.org/drawingml/2006/main">
              <a:ext uri="{FF2B5EF4-FFF2-40B4-BE49-F238E27FC236}">
                <a16:creationId xmlns:a16="http://schemas.microsoft.com/office/drawing/2014/main" id="{C9F282DC-1FD9-42C5-9CA2-1CE9FC2F10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5169" y="81757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7" name="path-4905">
            <a:extLst xmlns:a="http://schemas.openxmlformats.org/drawingml/2006/main">
              <a:ext uri="{FF2B5EF4-FFF2-40B4-BE49-F238E27FC236}">
                <a16:creationId xmlns:a16="http://schemas.microsoft.com/office/drawing/2014/main" id="{054A1860-741A-467E-8316-F6E313465F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1311" y="8155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8" name="path-4906">
            <a:extLst xmlns:a="http://schemas.openxmlformats.org/drawingml/2006/main">
              <a:ext uri="{FF2B5EF4-FFF2-40B4-BE49-F238E27FC236}">
                <a16:creationId xmlns:a16="http://schemas.microsoft.com/office/drawing/2014/main" id="{62719341-A275-40E2-B699-273A39D61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1325" y="815527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99" name="path-4907">
            <a:extLst xmlns:a="http://schemas.openxmlformats.org/drawingml/2006/main">
              <a:ext uri="{FF2B5EF4-FFF2-40B4-BE49-F238E27FC236}">
                <a16:creationId xmlns:a16="http://schemas.microsoft.com/office/drawing/2014/main" id="{FECFD91D-96AC-4142-8C93-F3C9D819B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3179" y="8147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0" name="path-4908">
            <a:extLst xmlns:a="http://schemas.openxmlformats.org/drawingml/2006/main">
              <a:ext uri="{FF2B5EF4-FFF2-40B4-BE49-F238E27FC236}">
                <a16:creationId xmlns:a16="http://schemas.microsoft.com/office/drawing/2014/main" id="{BA89205C-6726-472C-8F91-8EBB3BC90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0171" y="813974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1" name="path-4909">
            <a:extLst xmlns:a="http://schemas.openxmlformats.org/drawingml/2006/main">
              <a:ext uri="{FF2B5EF4-FFF2-40B4-BE49-F238E27FC236}">
                <a16:creationId xmlns:a16="http://schemas.microsoft.com/office/drawing/2014/main" id="{C85B4753-83A4-4698-BD22-C51E799C9B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8578" y="81245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2" name="path-4910">
            <a:extLst xmlns:a="http://schemas.openxmlformats.org/drawingml/2006/main">
              <a:ext uri="{FF2B5EF4-FFF2-40B4-BE49-F238E27FC236}">
                <a16:creationId xmlns:a16="http://schemas.microsoft.com/office/drawing/2014/main" id="{9234A9C0-96B1-460C-8D44-52DD06474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23614" y="8159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3" name="path-4911">
            <a:extLst xmlns:a="http://schemas.openxmlformats.org/drawingml/2006/main">
              <a:ext uri="{FF2B5EF4-FFF2-40B4-BE49-F238E27FC236}">
                <a16:creationId xmlns:a16="http://schemas.microsoft.com/office/drawing/2014/main" id="{F3C657DE-80FB-4C6D-999A-042E410D9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64819" y="8128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4" name="path-4912">
            <a:extLst xmlns:a="http://schemas.openxmlformats.org/drawingml/2006/main">
              <a:ext uri="{FF2B5EF4-FFF2-40B4-BE49-F238E27FC236}">
                <a16:creationId xmlns:a16="http://schemas.microsoft.com/office/drawing/2014/main" id="{EE4F2E95-1AD3-4739-918A-21BFCCF80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0044" y="813818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5" name="path-4913">
            <a:extLst xmlns:a="http://schemas.openxmlformats.org/drawingml/2006/main">
              <a:ext uri="{FF2B5EF4-FFF2-40B4-BE49-F238E27FC236}">
                <a16:creationId xmlns:a16="http://schemas.microsoft.com/office/drawing/2014/main" id="{649FF933-CE5F-47D5-98FE-6EA489BA7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1818" y="81442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6" name="path-4914">
            <a:extLst xmlns:a="http://schemas.openxmlformats.org/drawingml/2006/main">
              <a:ext uri="{FF2B5EF4-FFF2-40B4-BE49-F238E27FC236}">
                <a16:creationId xmlns:a16="http://schemas.microsoft.com/office/drawing/2014/main" id="{384CA2C2-FC16-423D-8395-34D6F73E1F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2585" y="81437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7" name="path-4915">
            <a:extLst xmlns:a="http://schemas.openxmlformats.org/drawingml/2006/main">
              <a:ext uri="{FF2B5EF4-FFF2-40B4-BE49-F238E27FC236}">
                <a16:creationId xmlns:a16="http://schemas.microsoft.com/office/drawing/2014/main" id="{82661CD0-FACD-4FF4-B869-C793577A8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18536" y="812598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8" name="path-4916">
            <a:extLst xmlns:a="http://schemas.openxmlformats.org/drawingml/2006/main">
              <a:ext uri="{FF2B5EF4-FFF2-40B4-BE49-F238E27FC236}">
                <a16:creationId xmlns:a16="http://schemas.microsoft.com/office/drawing/2014/main" id="{9023A419-BAB3-47B9-83C4-5A55AF424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9939" y="81537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9" name="path-4917">
            <a:extLst xmlns:a="http://schemas.openxmlformats.org/drawingml/2006/main">
              <a:ext uri="{FF2B5EF4-FFF2-40B4-BE49-F238E27FC236}">
                <a16:creationId xmlns:a16="http://schemas.microsoft.com/office/drawing/2014/main" id="{6191D11B-6C2B-49FD-A7BC-51EEA2BD3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1752" y="81480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0" name="path-4918">
            <a:extLst xmlns:a="http://schemas.openxmlformats.org/drawingml/2006/main">
              <a:ext uri="{FF2B5EF4-FFF2-40B4-BE49-F238E27FC236}">
                <a16:creationId xmlns:a16="http://schemas.microsoft.com/office/drawing/2014/main" id="{32077417-F9E9-4D81-B7F3-83ECE7436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9252" y="8109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1" name="path-4919">
            <a:extLst xmlns:a="http://schemas.openxmlformats.org/drawingml/2006/main">
              <a:ext uri="{FF2B5EF4-FFF2-40B4-BE49-F238E27FC236}">
                <a16:creationId xmlns:a16="http://schemas.microsoft.com/office/drawing/2014/main" id="{9AE30C32-BC2F-4B43-AA8D-E921B87B7E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3852" y="81404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2" name="path-4920">
            <a:extLst xmlns:a="http://schemas.openxmlformats.org/drawingml/2006/main">
              <a:ext uri="{FF2B5EF4-FFF2-40B4-BE49-F238E27FC236}">
                <a16:creationId xmlns:a16="http://schemas.microsoft.com/office/drawing/2014/main" id="{25B88F54-F83C-4FA4-81BC-BFD8F95FE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1919" y="814213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3" name="path-4921">
            <a:extLst xmlns:a="http://schemas.openxmlformats.org/drawingml/2006/main">
              <a:ext uri="{FF2B5EF4-FFF2-40B4-BE49-F238E27FC236}">
                <a16:creationId xmlns:a16="http://schemas.microsoft.com/office/drawing/2014/main" id="{F956A8DA-F21A-483A-93E2-B28C2F382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4411" y="812848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4" name="path-4922">
            <a:extLst xmlns:a="http://schemas.openxmlformats.org/drawingml/2006/main">
              <a:ext uri="{FF2B5EF4-FFF2-40B4-BE49-F238E27FC236}">
                <a16:creationId xmlns:a16="http://schemas.microsoft.com/office/drawing/2014/main" id="{1AA5A5B2-3685-4A3E-AA43-B4CE929A9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7448" y="813161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5" name="path-4923">
            <a:extLst xmlns:a="http://schemas.openxmlformats.org/drawingml/2006/main">
              <a:ext uri="{FF2B5EF4-FFF2-40B4-BE49-F238E27FC236}">
                <a16:creationId xmlns:a16="http://schemas.microsoft.com/office/drawing/2014/main" id="{F3AA48C1-D136-4B4A-8871-396DA4FCA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1606" y="816648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6" name="path-4924">
            <a:extLst xmlns:a="http://schemas.openxmlformats.org/drawingml/2006/main">
              <a:ext uri="{FF2B5EF4-FFF2-40B4-BE49-F238E27FC236}">
                <a16:creationId xmlns:a16="http://schemas.microsoft.com/office/drawing/2014/main" id="{5D67A513-6323-48EF-BCB9-8EC4DC99E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9262" y="81321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7" name="path-4925">
            <a:extLst xmlns:a="http://schemas.openxmlformats.org/drawingml/2006/main">
              <a:ext uri="{FF2B5EF4-FFF2-40B4-BE49-F238E27FC236}">
                <a16:creationId xmlns:a16="http://schemas.microsoft.com/office/drawing/2014/main" id="{A2C96438-F491-40D8-A088-E000A04611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0074" y="81295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8" name="path-4926">
            <a:extLst xmlns:a="http://schemas.openxmlformats.org/drawingml/2006/main">
              <a:ext uri="{FF2B5EF4-FFF2-40B4-BE49-F238E27FC236}">
                <a16:creationId xmlns:a16="http://schemas.microsoft.com/office/drawing/2014/main" id="{D830B622-2D57-4C62-A8DC-EEC38527D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1884" y="813604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9" name="path-4927">
            <a:extLst xmlns:a="http://schemas.openxmlformats.org/drawingml/2006/main">
              <a:ext uri="{FF2B5EF4-FFF2-40B4-BE49-F238E27FC236}">
                <a16:creationId xmlns:a16="http://schemas.microsoft.com/office/drawing/2014/main" id="{EBF648A2-23BC-472F-88DE-68C99C8D8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1933" y="81162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0" name="path-4928">
            <a:extLst xmlns:a="http://schemas.openxmlformats.org/drawingml/2006/main">
              <a:ext uri="{FF2B5EF4-FFF2-40B4-BE49-F238E27FC236}">
                <a16:creationId xmlns:a16="http://schemas.microsoft.com/office/drawing/2014/main" id="{A8C0C50B-0AE6-4048-B50F-80116EBE1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8086" y="813064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1" name="path-4929">
            <a:extLst xmlns:a="http://schemas.openxmlformats.org/drawingml/2006/main">
              <a:ext uri="{FF2B5EF4-FFF2-40B4-BE49-F238E27FC236}">
                <a16:creationId xmlns:a16="http://schemas.microsoft.com/office/drawing/2014/main" id="{7E75926F-0334-4245-B405-EDE52B7AE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3050" y="814661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2" name="path-4930">
            <a:extLst xmlns:a="http://schemas.openxmlformats.org/drawingml/2006/main">
              <a:ext uri="{FF2B5EF4-FFF2-40B4-BE49-F238E27FC236}">
                <a16:creationId xmlns:a16="http://schemas.microsoft.com/office/drawing/2014/main" id="{B9DCAD18-5C09-4FA4-B3BA-D3C2C8D33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8898" y="813541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3" name="path-4931">
            <a:extLst xmlns:a="http://schemas.openxmlformats.org/drawingml/2006/main">
              <a:ext uri="{FF2B5EF4-FFF2-40B4-BE49-F238E27FC236}">
                <a16:creationId xmlns:a16="http://schemas.microsoft.com/office/drawing/2014/main" id="{4F3CAC4A-925B-43EB-A2F9-600D36C9A9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1545" y="813957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4" name="path-4932">
            <a:extLst xmlns:a="http://schemas.openxmlformats.org/drawingml/2006/main">
              <a:ext uri="{FF2B5EF4-FFF2-40B4-BE49-F238E27FC236}">
                <a16:creationId xmlns:a16="http://schemas.microsoft.com/office/drawing/2014/main" id="{81478C05-7123-4FFA-9C2E-DFD7AD939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5597" y="812433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5" name="path-4933">
            <a:extLst xmlns:a="http://schemas.openxmlformats.org/drawingml/2006/main">
              <a:ext uri="{FF2B5EF4-FFF2-40B4-BE49-F238E27FC236}">
                <a16:creationId xmlns:a16="http://schemas.microsoft.com/office/drawing/2014/main" id="{6DD3C0DD-8BE4-464B-AEFD-75312AE6D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8655" y="81391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6" name="path-4934">
            <a:extLst xmlns:a="http://schemas.openxmlformats.org/drawingml/2006/main">
              <a:ext uri="{FF2B5EF4-FFF2-40B4-BE49-F238E27FC236}">
                <a16:creationId xmlns:a16="http://schemas.microsoft.com/office/drawing/2014/main" id="{045E32B9-9D49-4077-94DE-514B85E23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0098" y="812596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7" name="path-4935">
            <a:extLst xmlns:a="http://schemas.openxmlformats.org/drawingml/2006/main">
              <a:ext uri="{FF2B5EF4-FFF2-40B4-BE49-F238E27FC236}">
                <a16:creationId xmlns:a16="http://schemas.microsoft.com/office/drawing/2014/main" id="{E780CB41-5ECE-4A23-A2F1-14BB743DB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0701" y="81363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8" name="path-4936">
            <a:extLst xmlns:a="http://schemas.openxmlformats.org/drawingml/2006/main">
              <a:ext uri="{FF2B5EF4-FFF2-40B4-BE49-F238E27FC236}">
                <a16:creationId xmlns:a16="http://schemas.microsoft.com/office/drawing/2014/main" id="{A5CB19E3-793C-4829-ABD5-245883F82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4053" y="81868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9" name="path-4937">
            <a:extLst xmlns:a="http://schemas.openxmlformats.org/drawingml/2006/main">
              <a:ext uri="{FF2B5EF4-FFF2-40B4-BE49-F238E27FC236}">
                <a16:creationId xmlns:a16="http://schemas.microsoft.com/office/drawing/2014/main" id="{AC216E7C-6829-430F-A0E5-16D1EB57A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4863" y="8144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0" name="path-4938">
            <a:extLst xmlns:a="http://schemas.openxmlformats.org/drawingml/2006/main">
              <a:ext uri="{FF2B5EF4-FFF2-40B4-BE49-F238E27FC236}">
                <a16:creationId xmlns:a16="http://schemas.microsoft.com/office/drawing/2014/main" id="{64B4271C-C2EA-4DD1-AF47-740FAF1CB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8923" y="81097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1" name="path-4939">
            <a:extLst xmlns:a="http://schemas.openxmlformats.org/drawingml/2006/main">
              <a:ext uri="{FF2B5EF4-FFF2-40B4-BE49-F238E27FC236}">
                <a16:creationId xmlns:a16="http://schemas.microsoft.com/office/drawing/2014/main" id="{14F3BE97-2C9E-46E0-A21F-D4BE2B8F2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9645" y="81272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2" name="path-4940">
            <a:extLst xmlns:a="http://schemas.openxmlformats.org/drawingml/2006/main">
              <a:ext uri="{FF2B5EF4-FFF2-40B4-BE49-F238E27FC236}">
                <a16:creationId xmlns:a16="http://schemas.microsoft.com/office/drawing/2014/main" id="{470BC4C8-B495-4AAD-B9F4-0F3D1A30B2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4489" y="812401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3" name="path-4941">
            <a:extLst xmlns:a="http://schemas.openxmlformats.org/drawingml/2006/main">
              <a:ext uri="{FF2B5EF4-FFF2-40B4-BE49-F238E27FC236}">
                <a16:creationId xmlns:a16="http://schemas.microsoft.com/office/drawing/2014/main" id="{4EA87914-56B8-4CBD-AEAD-6285D4861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2901" y="81409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4" name="path-4942">
            <a:extLst xmlns:a="http://schemas.openxmlformats.org/drawingml/2006/main">
              <a:ext uri="{FF2B5EF4-FFF2-40B4-BE49-F238E27FC236}">
                <a16:creationId xmlns:a16="http://schemas.microsoft.com/office/drawing/2014/main" id="{9A8680C9-8285-4063-BC71-E7E2215AF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1006" y="81634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5" name="path-4943">
            <a:extLst xmlns:a="http://schemas.openxmlformats.org/drawingml/2006/main">
              <a:ext uri="{FF2B5EF4-FFF2-40B4-BE49-F238E27FC236}">
                <a16:creationId xmlns:a16="http://schemas.microsoft.com/office/drawing/2014/main" id="{75E58138-062F-46B2-8573-F62B13D0B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9805" y="813454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6" name="path-4944">
            <a:extLst xmlns:a="http://schemas.openxmlformats.org/drawingml/2006/main">
              <a:ext uri="{FF2B5EF4-FFF2-40B4-BE49-F238E27FC236}">
                <a16:creationId xmlns:a16="http://schemas.microsoft.com/office/drawing/2014/main" id="{3606659C-68DC-410B-AE87-26D59852D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3626" y="81290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7" name="path-4945">
            <a:extLst xmlns:a="http://schemas.openxmlformats.org/drawingml/2006/main">
              <a:ext uri="{FF2B5EF4-FFF2-40B4-BE49-F238E27FC236}">
                <a16:creationId xmlns:a16="http://schemas.microsoft.com/office/drawing/2014/main" id="{26A30BF1-BE05-438E-A4B2-BF824C44A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4486" y="81368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8" name="path-4946">
            <a:extLst xmlns:a="http://schemas.openxmlformats.org/drawingml/2006/main">
              <a:ext uri="{FF2B5EF4-FFF2-40B4-BE49-F238E27FC236}">
                <a16:creationId xmlns:a16="http://schemas.microsoft.com/office/drawing/2014/main" id="{B35C2150-6711-48AC-8758-40EC9A46B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23656" y="814772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9" name="path-4947">
            <a:extLst xmlns:a="http://schemas.openxmlformats.org/drawingml/2006/main">
              <a:ext uri="{FF2B5EF4-FFF2-40B4-BE49-F238E27FC236}">
                <a16:creationId xmlns:a16="http://schemas.microsoft.com/office/drawing/2014/main" id="{1983C46F-0758-4BCF-A42B-AA16868F05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9083" y="8145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0" name="path-4948">
            <a:extLst xmlns:a="http://schemas.openxmlformats.org/drawingml/2006/main">
              <a:ext uri="{FF2B5EF4-FFF2-40B4-BE49-F238E27FC236}">
                <a16:creationId xmlns:a16="http://schemas.microsoft.com/office/drawing/2014/main" id="{D78D4E0C-546D-42DD-9020-253AC2559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15792" y="81319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1" name="path-4949">
            <a:extLst xmlns:a="http://schemas.openxmlformats.org/drawingml/2006/main">
              <a:ext uri="{FF2B5EF4-FFF2-40B4-BE49-F238E27FC236}">
                <a16:creationId xmlns:a16="http://schemas.microsoft.com/office/drawing/2014/main" id="{1F28E9AB-69E7-4F89-ACE0-89EA13621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6255" y="81731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2" name="path-4950">
            <a:extLst xmlns:a="http://schemas.openxmlformats.org/drawingml/2006/main">
              <a:ext uri="{FF2B5EF4-FFF2-40B4-BE49-F238E27FC236}">
                <a16:creationId xmlns:a16="http://schemas.microsoft.com/office/drawing/2014/main" id="{D966A984-EDA9-4D8D-8A4F-58EE41DAF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8425" y="8113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3" name="path-4951">
            <a:extLst xmlns:a="http://schemas.openxmlformats.org/drawingml/2006/main">
              <a:ext uri="{FF2B5EF4-FFF2-40B4-BE49-F238E27FC236}">
                <a16:creationId xmlns:a16="http://schemas.microsoft.com/office/drawing/2014/main" id="{9F7BCAA7-2C9B-4B6A-B3D0-55882B1C6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0220" y="814040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4" name="path-4952">
            <a:extLst xmlns:a="http://schemas.openxmlformats.org/drawingml/2006/main">
              <a:ext uri="{FF2B5EF4-FFF2-40B4-BE49-F238E27FC236}">
                <a16:creationId xmlns:a16="http://schemas.microsoft.com/office/drawing/2014/main" id="{30D2DEC3-FBF4-41BE-B049-5A6A07C93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79615" y="814722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5" name="path-4953">
            <a:extLst xmlns:a="http://schemas.openxmlformats.org/drawingml/2006/main">
              <a:ext uri="{FF2B5EF4-FFF2-40B4-BE49-F238E27FC236}">
                <a16:creationId xmlns:a16="http://schemas.microsoft.com/office/drawing/2014/main" id="{74EB9D70-E16D-4C75-B124-4DB1C45CB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45610" y="812443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6" name="path-4954">
            <a:extLst xmlns:a="http://schemas.openxmlformats.org/drawingml/2006/main">
              <a:ext uri="{FF2B5EF4-FFF2-40B4-BE49-F238E27FC236}">
                <a16:creationId xmlns:a16="http://schemas.microsoft.com/office/drawing/2014/main" id="{2BEDA72B-4CF0-4A7E-B5C1-70347199D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1288" y="812956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7" name="path-4955">
            <a:extLst xmlns:a="http://schemas.openxmlformats.org/drawingml/2006/main">
              <a:ext uri="{FF2B5EF4-FFF2-40B4-BE49-F238E27FC236}">
                <a16:creationId xmlns:a16="http://schemas.microsoft.com/office/drawing/2014/main" id="{D4BF375B-ACDA-4AEF-A25C-F665D9753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6372" y="813370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8" name="path-4956">
            <a:extLst xmlns:a="http://schemas.openxmlformats.org/drawingml/2006/main">
              <a:ext uri="{FF2B5EF4-FFF2-40B4-BE49-F238E27FC236}">
                <a16:creationId xmlns:a16="http://schemas.microsoft.com/office/drawing/2014/main" id="{DD482190-05D1-4937-85BF-87C9B42431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8584" y="81447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9" name="path-4957">
            <a:extLst xmlns:a="http://schemas.openxmlformats.org/drawingml/2006/main">
              <a:ext uri="{FF2B5EF4-FFF2-40B4-BE49-F238E27FC236}">
                <a16:creationId xmlns:a16="http://schemas.microsoft.com/office/drawing/2014/main" id="{3EF0BD3D-4867-4FB3-A9A1-24E5EF248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6257" y="813467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0" name="path-4958">
            <a:extLst xmlns:a="http://schemas.openxmlformats.org/drawingml/2006/main">
              <a:ext uri="{FF2B5EF4-FFF2-40B4-BE49-F238E27FC236}">
                <a16:creationId xmlns:a16="http://schemas.microsoft.com/office/drawing/2014/main" id="{4246B2A6-48C6-4711-B7A0-B1B564D16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8795" y="814657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1" name="path-4959">
            <a:extLst xmlns:a="http://schemas.openxmlformats.org/drawingml/2006/main">
              <a:ext uri="{FF2B5EF4-FFF2-40B4-BE49-F238E27FC236}">
                <a16:creationId xmlns:a16="http://schemas.microsoft.com/office/drawing/2014/main" id="{4188F408-D01F-417A-B6FF-6626C6A50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0600" y="81454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2" name="path-4960">
            <a:extLst xmlns:a="http://schemas.openxmlformats.org/drawingml/2006/main">
              <a:ext uri="{FF2B5EF4-FFF2-40B4-BE49-F238E27FC236}">
                <a16:creationId xmlns:a16="http://schemas.microsoft.com/office/drawing/2014/main" id="{698EC8D4-3258-43B8-BA73-CCAF80C6F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64386" y="81472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3" name="path-4961">
            <a:extLst xmlns:a="http://schemas.openxmlformats.org/drawingml/2006/main">
              <a:ext uri="{FF2B5EF4-FFF2-40B4-BE49-F238E27FC236}">
                <a16:creationId xmlns:a16="http://schemas.microsoft.com/office/drawing/2014/main" id="{7F2EBF9F-CB75-4E66-B81F-86DD0BE56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1154" y="81327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4" name="path-4962">
            <a:extLst xmlns:a="http://schemas.openxmlformats.org/drawingml/2006/main">
              <a:ext uri="{FF2B5EF4-FFF2-40B4-BE49-F238E27FC236}">
                <a16:creationId xmlns:a16="http://schemas.microsoft.com/office/drawing/2014/main" id="{C1EEC3E0-1E3D-4583-AF51-B349917C03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8714" y="81480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5" name="path-4963">
            <a:extLst xmlns:a="http://schemas.openxmlformats.org/drawingml/2006/main">
              <a:ext uri="{FF2B5EF4-FFF2-40B4-BE49-F238E27FC236}">
                <a16:creationId xmlns:a16="http://schemas.microsoft.com/office/drawing/2014/main" id="{98B77F08-033A-4C16-AB9C-85C9B4C82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3666" y="8158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6" name="path-4964">
            <a:extLst xmlns:a="http://schemas.openxmlformats.org/drawingml/2006/main">
              <a:ext uri="{FF2B5EF4-FFF2-40B4-BE49-F238E27FC236}">
                <a16:creationId xmlns:a16="http://schemas.microsoft.com/office/drawing/2014/main" id="{A33ABCAE-341F-4511-AF76-116B73A0F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6263" y="81678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7" name="path-4965">
            <a:extLst xmlns:a="http://schemas.openxmlformats.org/drawingml/2006/main">
              <a:ext uri="{FF2B5EF4-FFF2-40B4-BE49-F238E27FC236}">
                <a16:creationId xmlns:a16="http://schemas.microsoft.com/office/drawing/2014/main" id="{595DE16F-34A6-45BE-B811-9E93263E7B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6863" y="816353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8" name="path-4966">
            <a:extLst xmlns:a="http://schemas.openxmlformats.org/drawingml/2006/main">
              <a:ext uri="{FF2B5EF4-FFF2-40B4-BE49-F238E27FC236}">
                <a16:creationId xmlns:a16="http://schemas.microsoft.com/office/drawing/2014/main" id="{8C3D14D6-26F8-4E78-994B-F8E70DF3F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9490" y="81420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9" name="path-4967">
            <a:extLst xmlns:a="http://schemas.openxmlformats.org/drawingml/2006/main">
              <a:ext uri="{FF2B5EF4-FFF2-40B4-BE49-F238E27FC236}">
                <a16:creationId xmlns:a16="http://schemas.microsoft.com/office/drawing/2014/main" id="{36395E3F-0DFB-4AF3-B251-0FFE60040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02124" y="81547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0" name="path-4968">
            <a:extLst xmlns:a="http://schemas.openxmlformats.org/drawingml/2006/main">
              <a:ext uri="{FF2B5EF4-FFF2-40B4-BE49-F238E27FC236}">
                <a16:creationId xmlns:a16="http://schemas.microsoft.com/office/drawing/2014/main" id="{3787A949-118B-453F-A515-A85A24B19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5258" y="8136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1" name="path-4969">
            <a:extLst xmlns:a="http://schemas.openxmlformats.org/drawingml/2006/main">
              <a:ext uri="{FF2B5EF4-FFF2-40B4-BE49-F238E27FC236}">
                <a16:creationId xmlns:a16="http://schemas.microsoft.com/office/drawing/2014/main" id="{E64AE6EB-BA3A-4E15-B960-BB5E68870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4647" y="813711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2" name="path-4970">
            <a:extLst xmlns:a="http://schemas.openxmlformats.org/drawingml/2006/main">
              <a:ext uri="{FF2B5EF4-FFF2-40B4-BE49-F238E27FC236}">
                <a16:creationId xmlns:a16="http://schemas.microsoft.com/office/drawing/2014/main" id="{CEA0C7A4-D83B-4506-BEC3-362B6B144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8004" y="8132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3" name="path-4971">
            <a:extLst xmlns:a="http://schemas.openxmlformats.org/drawingml/2006/main">
              <a:ext uri="{FF2B5EF4-FFF2-40B4-BE49-F238E27FC236}">
                <a16:creationId xmlns:a16="http://schemas.microsoft.com/office/drawing/2014/main" id="{15891DDD-B8E7-4603-9B2B-66EDEFF73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6136" y="81150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4" name="path-4972">
            <a:extLst xmlns:a="http://schemas.openxmlformats.org/drawingml/2006/main">
              <a:ext uri="{FF2B5EF4-FFF2-40B4-BE49-F238E27FC236}">
                <a16:creationId xmlns:a16="http://schemas.microsoft.com/office/drawing/2014/main" id="{8A3236F6-20CF-48AE-86B7-C3C3466FC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4744" y="814944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5" name="path-4973">
            <a:extLst xmlns:a="http://schemas.openxmlformats.org/drawingml/2006/main">
              <a:ext uri="{FF2B5EF4-FFF2-40B4-BE49-F238E27FC236}">
                <a16:creationId xmlns:a16="http://schemas.microsoft.com/office/drawing/2014/main" id="{6F80C056-96F4-4C6C-A0E7-45F32F178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0674" y="81235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6" name="path-4974">
            <a:extLst xmlns:a="http://schemas.openxmlformats.org/drawingml/2006/main">
              <a:ext uri="{FF2B5EF4-FFF2-40B4-BE49-F238E27FC236}">
                <a16:creationId xmlns:a16="http://schemas.microsoft.com/office/drawing/2014/main" id="{2C884A19-00FC-421B-8CD2-9FBA0A167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0155" y="81266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7" name="path-4975">
            <a:extLst xmlns:a="http://schemas.openxmlformats.org/drawingml/2006/main">
              <a:ext uri="{FF2B5EF4-FFF2-40B4-BE49-F238E27FC236}">
                <a16:creationId xmlns:a16="http://schemas.microsoft.com/office/drawing/2014/main" id="{49502D6B-4C78-40E1-A262-07994FBA5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15150" y="81579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8" name="path-4976">
            <a:extLst xmlns:a="http://schemas.openxmlformats.org/drawingml/2006/main">
              <a:ext uri="{FF2B5EF4-FFF2-40B4-BE49-F238E27FC236}">
                <a16:creationId xmlns:a16="http://schemas.microsoft.com/office/drawing/2014/main" id="{421A945A-CD20-497E-B02D-C892A0557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4093" y="81192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9" name="path-4977">
            <a:extLst xmlns:a="http://schemas.openxmlformats.org/drawingml/2006/main">
              <a:ext uri="{FF2B5EF4-FFF2-40B4-BE49-F238E27FC236}">
                <a16:creationId xmlns:a16="http://schemas.microsoft.com/office/drawing/2014/main" id="{B50482A8-CF57-483A-9A98-E6CE19373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6868" y="81444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0" name="path-4978">
            <a:extLst xmlns:a="http://schemas.openxmlformats.org/drawingml/2006/main">
              <a:ext uri="{FF2B5EF4-FFF2-40B4-BE49-F238E27FC236}">
                <a16:creationId xmlns:a16="http://schemas.microsoft.com/office/drawing/2014/main" id="{B404E8A7-7E13-485F-ABCE-C348C1C64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7857" y="81576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1" name="path-4979">
            <a:extLst xmlns:a="http://schemas.openxmlformats.org/drawingml/2006/main">
              <a:ext uri="{FF2B5EF4-FFF2-40B4-BE49-F238E27FC236}">
                <a16:creationId xmlns:a16="http://schemas.microsoft.com/office/drawing/2014/main" id="{E0362888-ADD5-40DD-A70E-71B5BC6FD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6180" y="81576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2" name="path-4980">
            <a:extLst xmlns:a="http://schemas.openxmlformats.org/drawingml/2006/main">
              <a:ext uri="{FF2B5EF4-FFF2-40B4-BE49-F238E27FC236}">
                <a16:creationId xmlns:a16="http://schemas.microsoft.com/office/drawing/2014/main" id="{C9582DDB-B91E-4846-A053-CCA142754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6695" y="81273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3" name="path-4981">
            <a:extLst xmlns:a="http://schemas.openxmlformats.org/drawingml/2006/main">
              <a:ext uri="{FF2B5EF4-FFF2-40B4-BE49-F238E27FC236}">
                <a16:creationId xmlns:a16="http://schemas.microsoft.com/office/drawing/2014/main" id="{FBF61A92-A091-4DB8-8489-4D9536FEE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31358" y="812257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4" name="path-4982">
            <a:extLst xmlns:a="http://schemas.openxmlformats.org/drawingml/2006/main">
              <a:ext uri="{FF2B5EF4-FFF2-40B4-BE49-F238E27FC236}">
                <a16:creationId xmlns:a16="http://schemas.microsoft.com/office/drawing/2014/main" id="{1CE70323-6911-4DD8-8C4E-A50246C08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4151" y="815586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5" name="path-4983">
            <a:extLst xmlns:a="http://schemas.openxmlformats.org/drawingml/2006/main">
              <a:ext uri="{FF2B5EF4-FFF2-40B4-BE49-F238E27FC236}">
                <a16:creationId xmlns:a16="http://schemas.microsoft.com/office/drawing/2014/main" id="{D58E0402-9C89-4745-8A85-56712D18A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9853" y="81465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6" name="path-4984">
            <a:extLst xmlns:a="http://schemas.openxmlformats.org/drawingml/2006/main">
              <a:ext uri="{FF2B5EF4-FFF2-40B4-BE49-F238E27FC236}">
                <a16:creationId xmlns:a16="http://schemas.microsoft.com/office/drawing/2014/main" id="{BD683EAF-FF02-452C-8A30-1C6DE38DB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1001" y="8143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7" name="path-4985">
            <a:extLst xmlns:a="http://schemas.openxmlformats.org/drawingml/2006/main">
              <a:ext uri="{FF2B5EF4-FFF2-40B4-BE49-F238E27FC236}">
                <a16:creationId xmlns:a16="http://schemas.microsoft.com/office/drawing/2014/main" id="{6F8B7D25-6207-40A9-AC68-7F8F3E4AE0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9630" y="815558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8" name="path-4986">
            <a:extLst xmlns:a="http://schemas.openxmlformats.org/drawingml/2006/main">
              <a:ext uri="{FF2B5EF4-FFF2-40B4-BE49-F238E27FC236}">
                <a16:creationId xmlns:a16="http://schemas.microsoft.com/office/drawing/2014/main" id="{C4A6C267-4575-4762-812B-8D4A6B4EE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6652" y="817520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9" name="path-4987">
            <a:extLst xmlns:a="http://schemas.openxmlformats.org/drawingml/2006/main">
              <a:ext uri="{FF2B5EF4-FFF2-40B4-BE49-F238E27FC236}">
                <a16:creationId xmlns:a16="http://schemas.microsoft.com/office/drawing/2014/main" id="{229E6E4F-9DBA-476A-8A13-250AD7E91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8328" y="813799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0" name="path-4988">
            <a:extLst xmlns:a="http://schemas.openxmlformats.org/drawingml/2006/main">
              <a:ext uri="{FF2B5EF4-FFF2-40B4-BE49-F238E27FC236}">
                <a16:creationId xmlns:a16="http://schemas.microsoft.com/office/drawing/2014/main" id="{8F421DC7-2B1E-4CFE-BAF8-A29D3C512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8443" y="813599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1" name="path-4989">
            <a:extLst xmlns:a="http://schemas.openxmlformats.org/drawingml/2006/main">
              <a:ext uri="{FF2B5EF4-FFF2-40B4-BE49-F238E27FC236}">
                <a16:creationId xmlns:a16="http://schemas.microsoft.com/office/drawing/2014/main" id="{C534D6CF-9AF2-4934-949B-437C9794D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05769" y="81435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2" name="path-4990">
            <a:extLst xmlns:a="http://schemas.openxmlformats.org/drawingml/2006/main">
              <a:ext uri="{FF2B5EF4-FFF2-40B4-BE49-F238E27FC236}">
                <a16:creationId xmlns:a16="http://schemas.microsoft.com/office/drawing/2014/main" id="{42A1A45E-4B89-4AA6-BBC2-BE316444F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0165" y="81386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3" name="path-4991">
            <a:extLst xmlns:a="http://schemas.openxmlformats.org/drawingml/2006/main">
              <a:ext uri="{FF2B5EF4-FFF2-40B4-BE49-F238E27FC236}">
                <a16:creationId xmlns:a16="http://schemas.microsoft.com/office/drawing/2014/main" id="{75E4001C-5CB0-4D9D-A380-9D490AB5E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8166" y="81713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4" name="path-4992">
            <a:extLst xmlns:a="http://schemas.openxmlformats.org/drawingml/2006/main">
              <a:ext uri="{FF2B5EF4-FFF2-40B4-BE49-F238E27FC236}">
                <a16:creationId xmlns:a16="http://schemas.microsoft.com/office/drawing/2014/main" id="{F7E3E226-FCD7-46CC-A9F3-3643F4433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50908" y="81501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5" name="path-4993">
            <a:extLst xmlns:a="http://schemas.openxmlformats.org/drawingml/2006/main">
              <a:ext uri="{FF2B5EF4-FFF2-40B4-BE49-F238E27FC236}">
                <a16:creationId xmlns:a16="http://schemas.microsoft.com/office/drawing/2014/main" id="{D9711D62-DF6E-4AE0-A162-8F847ADB0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6714" y="81479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6" name="path-4994">
            <a:extLst xmlns:a="http://schemas.openxmlformats.org/drawingml/2006/main">
              <a:ext uri="{FF2B5EF4-FFF2-40B4-BE49-F238E27FC236}">
                <a16:creationId xmlns:a16="http://schemas.microsoft.com/office/drawing/2014/main" id="{74132E0F-3E99-45CA-B2EF-B860AD8F7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836" y="81491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7" name="path-4995">
            <a:extLst xmlns:a="http://schemas.openxmlformats.org/drawingml/2006/main">
              <a:ext uri="{FF2B5EF4-FFF2-40B4-BE49-F238E27FC236}">
                <a16:creationId xmlns:a16="http://schemas.microsoft.com/office/drawing/2014/main" id="{0EB87E37-80EB-4615-8F55-4E481E290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2092" y="81230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8" name="path-4996">
            <a:extLst xmlns:a="http://schemas.openxmlformats.org/drawingml/2006/main">
              <a:ext uri="{FF2B5EF4-FFF2-40B4-BE49-F238E27FC236}">
                <a16:creationId xmlns:a16="http://schemas.microsoft.com/office/drawing/2014/main" id="{6D0DFF4C-A837-4F59-A4C1-57A13BF39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4217" y="8139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9" name="path-4997">
            <a:extLst xmlns:a="http://schemas.openxmlformats.org/drawingml/2006/main">
              <a:ext uri="{FF2B5EF4-FFF2-40B4-BE49-F238E27FC236}">
                <a16:creationId xmlns:a16="http://schemas.microsoft.com/office/drawing/2014/main" id="{04271EEC-7E1B-457E-BB46-71FA4152C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975" y="81420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0" name="path-4998">
            <a:extLst xmlns:a="http://schemas.openxmlformats.org/drawingml/2006/main">
              <a:ext uri="{FF2B5EF4-FFF2-40B4-BE49-F238E27FC236}">
                <a16:creationId xmlns:a16="http://schemas.microsoft.com/office/drawing/2014/main" id="{22188A9F-5E8A-4121-B921-2EB3D855F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8216" y="813113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1" name="path-4999">
            <a:extLst xmlns:a="http://schemas.openxmlformats.org/drawingml/2006/main">
              <a:ext uri="{FF2B5EF4-FFF2-40B4-BE49-F238E27FC236}">
                <a16:creationId xmlns:a16="http://schemas.microsoft.com/office/drawing/2014/main" id="{3997A06A-6275-4650-8357-0959D1387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9310" y="815533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2" name="path-5000">
            <a:extLst xmlns:a="http://schemas.openxmlformats.org/drawingml/2006/main">
              <a:ext uri="{FF2B5EF4-FFF2-40B4-BE49-F238E27FC236}">
                <a16:creationId xmlns:a16="http://schemas.microsoft.com/office/drawing/2014/main" id="{B4F12850-1B7D-47D1-8E51-0D7937BF4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2874" y="814648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3" name="path-5001">
            <a:extLst xmlns:a="http://schemas.openxmlformats.org/drawingml/2006/main">
              <a:ext uri="{FF2B5EF4-FFF2-40B4-BE49-F238E27FC236}">
                <a16:creationId xmlns:a16="http://schemas.microsoft.com/office/drawing/2014/main" id="{0BA3DB2A-9F54-41E1-8BB4-C38FFBC32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7247" y="814999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4" name="path-5002">
            <a:extLst xmlns:a="http://schemas.openxmlformats.org/drawingml/2006/main">
              <a:ext uri="{FF2B5EF4-FFF2-40B4-BE49-F238E27FC236}">
                <a16:creationId xmlns:a16="http://schemas.microsoft.com/office/drawing/2014/main" id="{99010A93-FEF3-4469-9DDC-507D23FF2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6919" y="815308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5" name="path-5003">
            <a:extLst xmlns:a="http://schemas.openxmlformats.org/drawingml/2006/main">
              <a:ext uri="{FF2B5EF4-FFF2-40B4-BE49-F238E27FC236}">
                <a16:creationId xmlns:a16="http://schemas.microsoft.com/office/drawing/2014/main" id="{33A86291-1759-4673-AEF7-3C680EE6B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971" y="813061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6" name="path-5004">
            <a:extLst xmlns:a="http://schemas.openxmlformats.org/drawingml/2006/main">
              <a:ext uri="{FF2B5EF4-FFF2-40B4-BE49-F238E27FC236}">
                <a16:creationId xmlns:a16="http://schemas.microsoft.com/office/drawing/2014/main" id="{810E6F8C-4FAF-40F4-A675-3FAD764CA3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4097" y="8131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7" name="path-5005">
            <a:extLst xmlns:a="http://schemas.openxmlformats.org/drawingml/2006/main">
              <a:ext uri="{FF2B5EF4-FFF2-40B4-BE49-F238E27FC236}">
                <a16:creationId xmlns:a16="http://schemas.microsoft.com/office/drawing/2014/main" id="{0A01ED14-097B-4CEE-8667-4B959F466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6173" y="81535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8" name="path-5006">
            <a:extLst xmlns:a="http://schemas.openxmlformats.org/drawingml/2006/main">
              <a:ext uri="{FF2B5EF4-FFF2-40B4-BE49-F238E27FC236}">
                <a16:creationId xmlns:a16="http://schemas.microsoft.com/office/drawing/2014/main" id="{F8F66F2C-67B5-40AD-A579-FFAF96A80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4781" y="816488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9" name="path-5007">
            <a:extLst xmlns:a="http://schemas.openxmlformats.org/drawingml/2006/main">
              <a:ext uri="{FF2B5EF4-FFF2-40B4-BE49-F238E27FC236}">
                <a16:creationId xmlns:a16="http://schemas.microsoft.com/office/drawing/2014/main" id="{6DEE742F-BC99-43E6-980D-4E19B8241A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0224" y="815095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0" name="path-5008">
            <a:extLst xmlns:a="http://schemas.openxmlformats.org/drawingml/2006/main">
              <a:ext uri="{FF2B5EF4-FFF2-40B4-BE49-F238E27FC236}">
                <a16:creationId xmlns:a16="http://schemas.microsoft.com/office/drawing/2014/main" id="{AF9EEB45-7C98-4019-BD09-8EDDEB486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7723" y="815805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1" name="path-5009">
            <a:extLst xmlns:a="http://schemas.openxmlformats.org/drawingml/2006/main">
              <a:ext uri="{FF2B5EF4-FFF2-40B4-BE49-F238E27FC236}">
                <a16:creationId xmlns:a16="http://schemas.microsoft.com/office/drawing/2014/main" id="{25CB0DD3-2076-4529-B082-96FF2952E1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0385" y="81678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2" name="path-5010">
            <a:extLst xmlns:a="http://schemas.openxmlformats.org/drawingml/2006/main">
              <a:ext uri="{FF2B5EF4-FFF2-40B4-BE49-F238E27FC236}">
                <a16:creationId xmlns:a16="http://schemas.microsoft.com/office/drawing/2014/main" id="{3E4B7672-8ED3-4D8F-BC5E-BD1ECDE6D6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6221" y="813134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3" name="path-5011">
            <a:extLst xmlns:a="http://schemas.openxmlformats.org/drawingml/2006/main">
              <a:ext uri="{FF2B5EF4-FFF2-40B4-BE49-F238E27FC236}">
                <a16:creationId xmlns:a16="http://schemas.microsoft.com/office/drawing/2014/main" id="{7CEAD530-AE23-40DE-84C7-4A192C37E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5643" y="814444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4" name="path-5012">
            <a:extLst xmlns:a="http://schemas.openxmlformats.org/drawingml/2006/main">
              <a:ext uri="{FF2B5EF4-FFF2-40B4-BE49-F238E27FC236}">
                <a16:creationId xmlns:a16="http://schemas.microsoft.com/office/drawing/2014/main" id="{DAC60B5B-B0E1-4761-BC60-FF116D7A8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3159" y="81500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5" name="path-5013">
            <a:extLst xmlns:a="http://schemas.openxmlformats.org/drawingml/2006/main">
              <a:ext uri="{FF2B5EF4-FFF2-40B4-BE49-F238E27FC236}">
                <a16:creationId xmlns:a16="http://schemas.microsoft.com/office/drawing/2014/main" id="{75804089-89D4-44F7-970B-F710B9D99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3418" y="813480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6" name="path-5014">
            <a:extLst xmlns:a="http://schemas.openxmlformats.org/drawingml/2006/main">
              <a:ext uri="{FF2B5EF4-FFF2-40B4-BE49-F238E27FC236}">
                <a16:creationId xmlns:a16="http://schemas.microsoft.com/office/drawing/2014/main" id="{760DAFC1-9746-4304-83EF-57A0AE7A8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7863" y="81491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7" name="path-5015">
            <a:extLst xmlns:a="http://schemas.openxmlformats.org/drawingml/2006/main">
              <a:ext uri="{FF2B5EF4-FFF2-40B4-BE49-F238E27FC236}">
                <a16:creationId xmlns:a16="http://schemas.microsoft.com/office/drawing/2014/main" id="{02F9BBA9-84C3-40C0-A5AD-B5EB1C2CD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6190" y="814542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8" name="path-5016">
            <a:extLst xmlns:a="http://schemas.openxmlformats.org/drawingml/2006/main">
              <a:ext uri="{FF2B5EF4-FFF2-40B4-BE49-F238E27FC236}">
                <a16:creationId xmlns:a16="http://schemas.microsoft.com/office/drawing/2014/main" id="{CDA364F6-64F3-45AF-A999-B80EC6431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2176" y="8123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9" name="path-5017">
            <a:extLst xmlns:a="http://schemas.openxmlformats.org/drawingml/2006/main">
              <a:ext uri="{FF2B5EF4-FFF2-40B4-BE49-F238E27FC236}">
                <a16:creationId xmlns:a16="http://schemas.microsoft.com/office/drawing/2014/main" id="{BCFC89CA-A875-453C-968B-F79D95E34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2782" y="816391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0" name="path-5018">
            <a:extLst xmlns:a="http://schemas.openxmlformats.org/drawingml/2006/main">
              <a:ext uri="{FF2B5EF4-FFF2-40B4-BE49-F238E27FC236}">
                <a16:creationId xmlns:a16="http://schemas.microsoft.com/office/drawing/2014/main" id="{7A40F352-024F-43BB-B5E9-F521FA399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7471" y="815259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1" name="path-5019">
            <a:extLst xmlns:a="http://schemas.openxmlformats.org/drawingml/2006/main">
              <a:ext uri="{FF2B5EF4-FFF2-40B4-BE49-F238E27FC236}">
                <a16:creationId xmlns:a16="http://schemas.microsoft.com/office/drawing/2014/main" id="{E23FE197-E753-4AB6-BC46-C7664668D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0199" y="81580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2" name="path-5020">
            <a:extLst xmlns:a="http://schemas.openxmlformats.org/drawingml/2006/main">
              <a:ext uri="{FF2B5EF4-FFF2-40B4-BE49-F238E27FC236}">
                <a16:creationId xmlns:a16="http://schemas.microsoft.com/office/drawing/2014/main" id="{023F8274-246D-4790-ABD7-D73B382EBC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39428" y="81700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3" name="path-5021">
            <a:extLst xmlns:a="http://schemas.openxmlformats.org/drawingml/2006/main">
              <a:ext uri="{FF2B5EF4-FFF2-40B4-BE49-F238E27FC236}">
                <a16:creationId xmlns:a16="http://schemas.microsoft.com/office/drawing/2014/main" id="{FB6D5772-65CB-49B9-9A65-360987530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9371" y="81283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4" name="path-5022">
            <a:extLst xmlns:a="http://schemas.openxmlformats.org/drawingml/2006/main">
              <a:ext uri="{FF2B5EF4-FFF2-40B4-BE49-F238E27FC236}">
                <a16:creationId xmlns:a16="http://schemas.microsoft.com/office/drawing/2014/main" id="{A1059A4A-AB5E-4DC6-9B2A-6CCD4DA11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3139" y="813827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5" name="path-5023">
            <a:extLst xmlns:a="http://schemas.openxmlformats.org/drawingml/2006/main">
              <a:ext uri="{FF2B5EF4-FFF2-40B4-BE49-F238E27FC236}">
                <a16:creationId xmlns:a16="http://schemas.microsoft.com/office/drawing/2014/main" id="{20AF8573-9366-40A3-B293-9D79B3607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9154" y="81450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6" name="path-5024">
            <a:extLst xmlns:a="http://schemas.openxmlformats.org/drawingml/2006/main">
              <a:ext uri="{FF2B5EF4-FFF2-40B4-BE49-F238E27FC236}">
                <a16:creationId xmlns:a16="http://schemas.microsoft.com/office/drawing/2014/main" id="{C4F433B7-194A-4E08-9BFF-4FE72DFC6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1944" y="816200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7" name="path-5025">
            <a:extLst xmlns:a="http://schemas.openxmlformats.org/drawingml/2006/main">
              <a:ext uri="{FF2B5EF4-FFF2-40B4-BE49-F238E27FC236}">
                <a16:creationId xmlns:a16="http://schemas.microsoft.com/office/drawing/2014/main" id="{F7B62D3D-40D6-451B-929A-2F77337CC8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6696" y="812660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8" name="path-5026">
            <a:extLst xmlns:a="http://schemas.openxmlformats.org/drawingml/2006/main">
              <a:ext uri="{FF2B5EF4-FFF2-40B4-BE49-F238E27FC236}">
                <a16:creationId xmlns:a16="http://schemas.microsoft.com/office/drawing/2014/main" id="{3651F328-98CE-4232-A3AF-997C58ACF0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7121" y="812532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9" name="path-5027">
            <a:extLst xmlns:a="http://schemas.openxmlformats.org/drawingml/2006/main">
              <a:ext uri="{FF2B5EF4-FFF2-40B4-BE49-F238E27FC236}">
                <a16:creationId xmlns:a16="http://schemas.microsoft.com/office/drawing/2014/main" id="{756FA87A-42ED-4409-86DD-F1B9E2E6B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58956" y="81445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0" name="path-5028">
            <a:extLst xmlns:a="http://schemas.openxmlformats.org/drawingml/2006/main">
              <a:ext uri="{FF2B5EF4-FFF2-40B4-BE49-F238E27FC236}">
                <a16:creationId xmlns:a16="http://schemas.microsoft.com/office/drawing/2014/main" id="{B206D9B9-0800-4BA9-A5A6-CBE29E385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27216" y="816360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1" name="path-5029">
            <a:extLst xmlns:a="http://schemas.openxmlformats.org/drawingml/2006/main">
              <a:ext uri="{FF2B5EF4-FFF2-40B4-BE49-F238E27FC236}">
                <a16:creationId xmlns:a16="http://schemas.microsoft.com/office/drawing/2014/main" id="{4225FC6D-ED5F-4F09-A1DE-7A11AA733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0916" y="80944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2" name="path-5030">
            <a:extLst xmlns:a="http://schemas.openxmlformats.org/drawingml/2006/main">
              <a:ext uri="{FF2B5EF4-FFF2-40B4-BE49-F238E27FC236}">
                <a16:creationId xmlns:a16="http://schemas.microsoft.com/office/drawing/2014/main" id="{1D14D6A7-C658-45EC-939F-4A7634768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22940" y="81612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3" name="path-5031">
            <a:extLst xmlns:a="http://schemas.openxmlformats.org/drawingml/2006/main">
              <a:ext uri="{FF2B5EF4-FFF2-40B4-BE49-F238E27FC236}">
                <a16:creationId xmlns:a16="http://schemas.microsoft.com/office/drawing/2014/main" id="{229F932F-B771-42E5-8118-0E3B3CD2E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7338" y="81689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4" name="path-5032">
            <a:extLst xmlns:a="http://schemas.openxmlformats.org/drawingml/2006/main">
              <a:ext uri="{FF2B5EF4-FFF2-40B4-BE49-F238E27FC236}">
                <a16:creationId xmlns:a16="http://schemas.microsoft.com/office/drawing/2014/main" id="{D3298CAB-92F2-4BF3-9F17-DB828A39F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1622" y="815271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5" name="path-5033">
            <a:extLst xmlns:a="http://schemas.openxmlformats.org/drawingml/2006/main">
              <a:ext uri="{FF2B5EF4-FFF2-40B4-BE49-F238E27FC236}">
                <a16:creationId xmlns:a16="http://schemas.microsoft.com/office/drawing/2014/main" id="{17A4787F-6573-47AD-BFC3-C6560156B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6883" y="81717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6" name="path-5034">
            <a:extLst xmlns:a="http://schemas.openxmlformats.org/drawingml/2006/main">
              <a:ext uri="{FF2B5EF4-FFF2-40B4-BE49-F238E27FC236}">
                <a16:creationId xmlns:a16="http://schemas.microsoft.com/office/drawing/2014/main" id="{072A1032-295F-4019-90ED-F28657372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0999" y="813275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7" name="path-5035">
            <a:extLst xmlns:a="http://schemas.openxmlformats.org/drawingml/2006/main">
              <a:ext uri="{FF2B5EF4-FFF2-40B4-BE49-F238E27FC236}">
                <a16:creationId xmlns:a16="http://schemas.microsoft.com/office/drawing/2014/main" id="{7549A969-03AA-4149-AC62-FDBB70588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3122" y="816629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8" name="path-5036">
            <a:extLst xmlns:a="http://schemas.openxmlformats.org/drawingml/2006/main">
              <a:ext uri="{FF2B5EF4-FFF2-40B4-BE49-F238E27FC236}">
                <a16:creationId xmlns:a16="http://schemas.microsoft.com/office/drawing/2014/main" id="{460971D7-EDED-4451-9981-3051D09EC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80449" y="8125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9" name="path-5037">
            <a:extLst xmlns:a="http://schemas.openxmlformats.org/drawingml/2006/main">
              <a:ext uri="{FF2B5EF4-FFF2-40B4-BE49-F238E27FC236}">
                <a16:creationId xmlns:a16="http://schemas.microsoft.com/office/drawing/2014/main" id="{F15F53DF-19D7-47DA-A90A-8BB0D67FC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3426" y="81427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0" name="path-5038">
            <a:extLst xmlns:a="http://schemas.openxmlformats.org/drawingml/2006/main">
              <a:ext uri="{FF2B5EF4-FFF2-40B4-BE49-F238E27FC236}">
                <a16:creationId xmlns:a16="http://schemas.microsoft.com/office/drawing/2014/main" id="{3186EEB9-8A90-4E37-837C-5EA888E3C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9645" y="815075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1" name="path-5039">
            <a:extLst xmlns:a="http://schemas.openxmlformats.org/drawingml/2006/main">
              <a:ext uri="{FF2B5EF4-FFF2-40B4-BE49-F238E27FC236}">
                <a16:creationId xmlns:a16="http://schemas.microsoft.com/office/drawing/2014/main" id="{22289A43-C647-4945-AACE-9AED806D9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3391" y="815952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2" name="path-5040">
            <a:extLst xmlns:a="http://schemas.openxmlformats.org/drawingml/2006/main">
              <a:ext uri="{FF2B5EF4-FFF2-40B4-BE49-F238E27FC236}">
                <a16:creationId xmlns:a16="http://schemas.microsoft.com/office/drawing/2014/main" id="{C261959D-D6EE-4489-9D8C-D635BAABE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1818" y="815609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3" name="path-5041">
            <a:extLst xmlns:a="http://schemas.openxmlformats.org/drawingml/2006/main">
              <a:ext uri="{FF2B5EF4-FFF2-40B4-BE49-F238E27FC236}">
                <a16:creationId xmlns:a16="http://schemas.microsoft.com/office/drawing/2014/main" id="{4FAF2909-16EE-4584-9088-941C06B27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4126" y="81325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4" name="path-5042">
            <a:extLst xmlns:a="http://schemas.openxmlformats.org/drawingml/2006/main">
              <a:ext uri="{FF2B5EF4-FFF2-40B4-BE49-F238E27FC236}">
                <a16:creationId xmlns:a16="http://schemas.microsoft.com/office/drawing/2014/main" id="{E58A88F5-C545-4C2F-A39B-D4BE138E8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8237" y="814216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5" name="path-5043">
            <a:extLst xmlns:a="http://schemas.openxmlformats.org/drawingml/2006/main">
              <a:ext uri="{FF2B5EF4-FFF2-40B4-BE49-F238E27FC236}">
                <a16:creationId xmlns:a16="http://schemas.microsoft.com/office/drawing/2014/main" id="{94C5A69B-863B-4F12-8A6E-D74A77E4E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7989" y="81869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6" name="path-5044">
            <a:extLst xmlns:a="http://schemas.openxmlformats.org/drawingml/2006/main">
              <a:ext uri="{FF2B5EF4-FFF2-40B4-BE49-F238E27FC236}">
                <a16:creationId xmlns:a16="http://schemas.microsoft.com/office/drawing/2014/main" id="{0A24BEBE-DA4B-41A4-86FC-070F0789A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9870" y="81259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7" name="path-5045">
            <a:extLst xmlns:a="http://schemas.openxmlformats.org/drawingml/2006/main">
              <a:ext uri="{FF2B5EF4-FFF2-40B4-BE49-F238E27FC236}">
                <a16:creationId xmlns:a16="http://schemas.microsoft.com/office/drawing/2014/main" id="{2AB169CA-E3B7-48D0-AD6A-7B2EFA416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8458" y="81206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8" name="path-5046">
            <a:extLst xmlns:a="http://schemas.openxmlformats.org/drawingml/2006/main">
              <a:ext uri="{FF2B5EF4-FFF2-40B4-BE49-F238E27FC236}">
                <a16:creationId xmlns:a16="http://schemas.microsoft.com/office/drawing/2014/main" id="{1997F25A-2DE3-44BF-B79A-2D95BAE70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14283" y="816775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9" name="path-5047">
            <a:extLst xmlns:a="http://schemas.openxmlformats.org/drawingml/2006/main">
              <a:ext uri="{FF2B5EF4-FFF2-40B4-BE49-F238E27FC236}">
                <a16:creationId xmlns:a16="http://schemas.microsoft.com/office/drawing/2014/main" id="{D4F0BA82-2DBA-4392-A2A1-6DDD0915D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5020" y="814211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0" name="path-5048">
            <a:extLst xmlns:a="http://schemas.openxmlformats.org/drawingml/2006/main">
              <a:ext uri="{FF2B5EF4-FFF2-40B4-BE49-F238E27FC236}">
                <a16:creationId xmlns:a16="http://schemas.microsoft.com/office/drawing/2014/main" id="{2442A450-3E33-45B9-B7B1-2A823B508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3348" y="81584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1" name="path-5049">
            <a:extLst xmlns:a="http://schemas.openxmlformats.org/drawingml/2006/main">
              <a:ext uri="{FF2B5EF4-FFF2-40B4-BE49-F238E27FC236}">
                <a16:creationId xmlns:a16="http://schemas.microsoft.com/office/drawing/2014/main" id="{C875DBE0-C76E-4C00-9F03-5BA8AA562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2510" y="814440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2" name="path-5050">
            <a:extLst xmlns:a="http://schemas.openxmlformats.org/drawingml/2006/main">
              <a:ext uri="{FF2B5EF4-FFF2-40B4-BE49-F238E27FC236}">
                <a16:creationId xmlns:a16="http://schemas.microsoft.com/office/drawing/2014/main" id="{5633C6A6-3054-4221-9194-E9CD733B06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9161" y="812634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3" name="path-5051">
            <a:extLst xmlns:a="http://schemas.openxmlformats.org/drawingml/2006/main">
              <a:ext uri="{FF2B5EF4-FFF2-40B4-BE49-F238E27FC236}">
                <a16:creationId xmlns:a16="http://schemas.microsoft.com/office/drawing/2014/main" id="{628F4FAF-1ACC-46E6-BAE0-5C08E1FD6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4638" y="81036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4" name="path-5052">
            <a:extLst xmlns:a="http://schemas.openxmlformats.org/drawingml/2006/main">
              <a:ext uri="{FF2B5EF4-FFF2-40B4-BE49-F238E27FC236}">
                <a16:creationId xmlns:a16="http://schemas.microsoft.com/office/drawing/2014/main" id="{615F1470-F914-4593-A6CA-04CCFB514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7981" y="812834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5" name="path-5053">
            <a:extLst xmlns:a="http://schemas.openxmlformats.org/drawingml/2006/main">
              <a:ext uri="{FF2B5EF4-FFF2-40B4-BE49-F238E27FC236}">
                <a16:creationId xmlns:a16="http://schemas.microsoft.com/office/drawing/2014/main" id="{F2D5336A-7830-46B2-9A52-D164BB9CE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4105" y="816636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6" name="path-5054">
            <a:extLst xmlns:a="http://schemas.openxmlformats.org/drawingml/2006/main">
              <a:ext uri="{FF2B5EF4-FFF2-40B4-BE49-F238E27FC236}">
                <a16:creationId xmlns:a16="http://schemas.microsoft.com/office/drawing/2014/main" id="{E83D457E-0BA4-4FAB-80F3-BF8E3C223E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0173" y="81418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7" name="path-5055">
            <a:extLst xmlns:a="http://schemas.openxmlformats.org/drawingml/2006/main">
              <a:ext uri="{FF2B5EF4-FFF2-40B4-BE49-F238E27FC236}">
                <a16:creationId xmlns:a16="http://schemas.microsoft.com/office/drawing/2014/main" id="{1C094A89-630E-4BC0-BE3E-EBACA68C8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0315" y="812438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8" name="path-5056">
            <a:extLst xmlns:a="http://schemas.openxmlformats.org/drawingml/2006/main">
              <a:ext uri="{FF2B5EF4-FFF2-40B4-BE49-F238E27FC236}">
                <a16:creationId xmlns:a16="http://schemas.microsoft.com/office/drawing/2014/main" id="{15F996B3-EBB4-4275-8B34-BAE9273A0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0473" y="81708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9" name="path-5057">
            <a:extLst xmlns:a="http://schemas.openxmlformats.org/drawingml/2006/main">
              <a:ext uri="{FF2B5EF4-FFF2-40B4-BE49-F238E27FC236}">
                <a16:creationId xmlns:a16="http://schemas.microsoft.com/office/drawing/2014/main" id="{21B65268-F82E-42A5-BAE5-67DD3DEEC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5159" y="8154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0" name="path-5058">
            <a:extLst xmlns:a="http://schemas.openxmlformats.org/drawingml/2006/main">
              <a:ext uri="{FF2B5EF4-FFF2-40B4-BE49-F238E27FC236}">
                <a16:creationId xmlns:a16="http://schemas.microsoft.com/office/drawing/2014/main" id="{3B746E91-356E-4207-AA02-8F661D77A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7724" y="81280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1" name="path-5059">
            <a:extLst xmlns:a="http://schemas.openxmlformats.org/drawingml/2006/main">
              <a:ext uri="{FF2B5EF4-FFF2-40B4-BE49-F238E27FC236}">
                <a16:creationId xmlns:a16="http://schemas.microsoft.com/office/drawing/2014/main" id="{3C0D189A-7F76-4A27-92F0-0AF57A9F16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9020" y="8137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2" name="path-5060">
            <a:extLst xmlns:a="http://schemas.openxmlformats.org/drawingml/2006/main">
              <a:ext uri="{FF2B5EF4-FFF2-40B4-BE49-F238E27FC236}">
                <a16:creationId xmlns:a16="http://schemas.microsoft.com/office/drawing/2014/main" id="{4F56DB32-09B9-4A31-B870-7784AEA86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9317" y="814234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3" name="path-5061">
            <a:extLst xmlns:a="http://schemas.openxmlformats.org/drawingml/2006/main">
              <a:ext uri="{FF2B5EF4-FFF2-40B4-BE49-F238E27FC236}">
                <a16:creationId xmlns:a16="http://schemas.microsoft.com/office/drawing/2014/main" id="{B18B695F-5905-403F-903B-E6B367F0A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1441" y="813282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4" name="path-5062">
            <a:extLst xmlns:a="http://schemas.openxmlformats.org/drawingml/2006/main">
              <a:ext uri="{FF2B5EF4-FFF2-40B4-BE49-F238E27FC236}">
                <a16:creationId xmlns:a16="http://schemas.microsoft.com/office/drawing/2014/main" id="{EA8C91CA-0C7B-447A-9C5D-4AB1DA04C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9195" y="812992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5" name="path-5063">
            <a:extLst xmlns:a="http://schemas.openxmlformats.org/drawingml/2006/main">
              <a:ext uri="{FF2B5EF4-FFF2-40B4-BE49-F238E27FC236}">
                <a16:creationId xmlns:a16="http://schemas.microsoft.com/office/drawing/2014/main" id="{FFEE3290-9D2D-4861-9546-79842EEF5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9235" y="812504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6" name="path-5064">
            <a:extLst xmlns:a="http://schemas.openxmlformats.org/drawingml/2006/main">
              <a:ext uri="{FF2B5EF4-FFF2-40B4-BE49-F238E27FC236}">
                <a16:creationId xmlns:a16="http://schemas.microsoft.com/office/drawing/2014/main" id="{B34A0759-E559-419E-A0D2-8882E48ACF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7871" y="817235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7" name="path-5065">
            <a:extLst xmlns:a="http://schemas.openxmlformats.org/drawingml/2006/main">
              <a:ext uri="{FF2B5EF4-FFF2-40B4-BE49-F238E27FC236}">
                <a16:creationId xmlns:a16="http://schemas.microsoft.com/office/drawing/2014/main" id="{4AC65EC3-96C3-4CCB-9E5F-6E0430BC4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0899" y="814814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8" name="path-5066">
            <a:extLst xmlns:a="http://schemas.openxmlformats.org/drawingml/2006/main">
              <a:ext uri="{FF2B5EF4-FFF2-40B4-BE49-F238E27FC236}">
                <a16:creationId xmlns:a16="http://schemas.microsoft.com/office/drawing/2014/main" id="{FD827C3C-5475-4964-B98A-9D94BA70A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8354" y="81271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9" name="path-5067">
            <a:extLst xmlns:a="http://schemas.openxmlformats.org/drawingml/2006/main">
              <a:ext uri="{FF2B5EF4-FFF2-40B4-BE49-F238E27FC236}">
                <a16:creationId xmlns:a16="http://schemas.microsoft.com/office/drawing/2014/main" id="{765B3331-37A5-4F4D-8355-4768D8C2D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2014" y="81132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0" name="path-5068">
            <a:extLst xmlns:a="http://schemas.openxmlformats.org/drawingml/2006/main">
              <a:ext uri="{FF2B5EF4-FFF2-40B4-BE49-F238E27FC236}">
                <a16:creationId xmlns:a16="http://schemas.microsoft.com/office/drawing/2014/main" id="{F3C9A0B1-E0F6-4F2F-942E-8CC6DEA7C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2660" y="817489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1" name="path-5069">
            <a:extLst xmlns:a="http://schemas.openxmlformats.org/drawingml/2006/main">
              <a:ext uri="{FF2B5EF4-FFF2-40B4-BE49-F238E27FC236}">
                <a16:creationId xmlns:a16="http://schemas.microsoft.com/office/drawing/2014/main" id="{92D4FA28-D5CF-448C-9FFE-D421DB47D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398" y="81171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2" name="path-5070">
            <a:extLst xmlns:a="http://schemas.openxmlformats.org/drawingml/2006/main">
              <a:ext uri="{FF2B5EF4-FFF2-40B4-BE49-F238E27FC236}">
                <a16:creationId xmlns:a16="http://schemas.microsoft.com/office/drawing/2014/main" id="{4BEF9D91-427B-4DD3-BF32-C2DFA61E4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47195" y="81327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3" name="path-5071">
            <a:extLst xmlns:a="http://schemas.openxmlformats.org/drawingml/2006/main">
              <a:ext uri="{FF2B5EF4-FFF2-40B4-BE49-F238E27FC236}">
                <a16:creationId xmlns:a16="http://schemas.microsoft.com/office/drawing/2014/main" id="{884ECB56-5B64-4C3A-94C8-A181005EF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3426" y="81312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4" name="path-5072">
            <a:extLst xmlns:a="http://schemas.openxmlformats.org/drawingml/2006/main">
              <a:ext uri="{FF2B5EF4-FFF2-40B4-BE49-F238E27FC236}">
                <a16:creationId xmlns:a16="http://schemas.microsoft.com/office/drawing/2014/main" id="{8BEDF71E-D1FA-4B1B-985F-C9C06E755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0997" y="813417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5" name="path-5073">
            <a:extLst xmlns:a="http://schemas.openxmlformats.org/drawingml/2006/main">
              <a:ext uri="{FF2B5EF4-FFF2-40B4-BE49-F238E27FC236}">
                <a16:creationId xmlns:a16="http://schemas.microsoft.com/office/drawing/2014/main" id="{C3CD547C-88BC-42CA-97D1-A5C9739F3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6786" y="813851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6" name="path-5074">
            <a:extLst xmlns:a="http://schemas.openxmlformats.org/drawingml/2006/main">
              <a:ext uri="{FF2B5EF4-FFF2-40B4-BE49-F238E27FC236}">
                <a16:creationId xmlns:a16="http://schemas.microsoft.com/office/drawing/2014/main" id="{DA0281DA-8646-4C05-8370-8ABF8F5ED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1518" y="811010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7" name="path-5075">
            <a:extLst xmlns:a="http://schemas.openxmlformats.org/drawingml/2006/main">
              <a:ext uri="{FF2B5EF4-FFF2-40B4-BE49-F238E27FC236}">
                <a16:creationId xmlns:a16="http://schemas.microsoft.com/office/drawing/2014/main" id="{3150BF1F-16F6-43AF-9FAD-49E10EBB4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5217" y="81362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8" name="path-5076">
            <a:extLst xmlns:a="http://schemas.openxmlformats.org/drawingml/2006/main">
              <a:ext uri="{FF2B5EF4-FFF2-40B4-BE49-F238E27FC236}">
                <a16:creationId xmlns:a16="http://schemas.microsoft.com/office/drawing/2014/main" id="{07F91CEA-14FC-49D8-BA81-46368CB98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2532" y="81229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9" name="path-5077">
            <a:extLst xmlns:a="http://schemas.openxmlformats.org/drawingml/2006/main">
              <a:ext uri="{FF2B5EF4-FFF2-40B4-BE49-F238E27FC236}">
                <a16:creationId xmlns:a16="http://schemas.microsoft.com/office/drawing/2014/main" id="{2D99E194-CC3B-4D59-85FA-68B66ECAD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7993" y="8144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0" name="path-5078">
            <a:extLst xmlns:a="http://schemas.openxmlformats.org/drawingml/2006/main">
              <a:ext uri="{FF2B5EF4-FFF2-40B4-BE49-F238E27FC236}">
                <a16:creationId xmlns:a16="http://schemas.microsoft.com/office/drawing/2014/main" id="{371B77C4-D9CF-4E9E-B5BC-798CE3D32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615" y="81499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1" name="path-5079">
            <a:extLst xmlns:a="http://schemas.openxmlformats.org/drawingml/2006/main">
              <a:ext uri="{FF2B5EF4-FFF2-40B4-BE49-F238E27FC236}">
                <a16:creationId xmlns:a16="http://schemas.microsoft.com/office/drawing/2014/main" id="{68728EEA-70F8-4D51-8EAE-A2B4EF699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59095" y="81077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2" name="path-5080">
            <a:extLst xmlns:a="http://schemas.openxmlformats.org/drawingml/2006/main">
              <a:ext uri="{FF2B5EF4-FFF2-40B4-BE49-F238E27FC236}">
                <a16:creationId xmlns:a16="http://schemas.microsoft.com/office/drawing/2014/main" id="{CB124C36-5AF4-44B9-BFB0-F2C60E4904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8990" y="812375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3" name="path-5081">
            <a:extLst xmlns:a="http://schemas.openxmlformats.org/drawingml/2006/main">
              <a:ext uri="{FF2B5EF4-FFF2-40B4-BE49-F238E27FC236}">
                <a16:creationId xmlns:a16="http://schemas.microsoft.com/office/drawing/2014/main" id="{31F60229-A61D-4487-BF8D-36B12F3061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5939" y="81481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4" name="path-5082">
            <a:extLst xmlns:a="http://schemas.openxmlformats.org/drawingml/2006/main">
              <a:ext uri="{FF2B5EF4-FFF2-40B4-BE49-F238E27FC236}">
                <a16:creationId xmlns:a16="http://schemas.microsoft.com/office/drawing/2014/main" id="{6DD4DAE5-8AD7-4F45-A8BC-F7347E5FF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2271" y="811624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5" name="path-5083">
            <a:extLst xmlns:a="http://schemas.openxmlformats.org/drawingml/2006/main">
              <a:ext uri="{FF2B5EF4-FFF2-40B4-BE49-F238E27FC236}">
                <a16:creationId xmlns:a16="http://schemas.microsoft.com/office/drawing/2014/main" id="{B151B924-BE38-4798-B5FC-BFDFCC394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2399" y="814445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6" name="path-5084">
            <a:extLst xmlns:a="http://schemas.openxmlformats.org/drawingml/2006/main">
              <a:ext uri="{FF2B5EF4-FFF2-40B4-BE49-F238E27FC236}">
                <a16:creationId xmlns:a16="http://schemas.microsoft.com/office/drawing/2014/main" id="{CF91095B-7195-4095-9297-AC4A81656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8787" y="81521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7" name="path-5085">
            <a:extLst xmlns:a="http://schemas.openxmlformats.org/drawingml/2006/main">
              <a:ext uri="{FF2B5EF4-FFF2-40B4-BE49-F238E27FC236}">
                <a16:creationId xmlns:a16="http://schemas.microsoft.com/office/drawing/2014/main" id="{651A686E-A9CC-4939-AD87-0C1966E618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4144" y="815176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8" name="path-5086">
            <a:extLst xmlns:a="http://schemas.openxmlformats.org/drawingml/2006/main">
              <a:ext uri="{FF2B5EF4-FFF2-40B4-BE49-F238E27FC236}">
                <a16:creationId xmlns:a16="http://schemas.microsoft.com/office/drawing/2014/main" id="{C4784BB4-FB1D-41F8-97F6-83DBF22B2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1906" y="81639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9" name="path-5087">
            <a:extLst xmlns:a="http://schemas.openxmlformats.org/drawingml/2006/main">
              <a:ext uri="{FF2B5EF4-FFF2-40B4-BE49-F238E27FC236}">
                <a16:creationId xmlns:a16="http://schemas.microsoft.com/office/drawing/2014/main" id="{BB8880D4-61A3-4425-B3C5-289E0603C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3047" y="81392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0" name="path-5088">
            <a:extLst xmlns:a="http://schemas.openxmlformats.org/drawingml/2006/main">
              <a:ext uri="{FF2B5EF4-FFF2-40B4-BE49-F238E27FC236}">
                <a16:creationId xmlns:a16="http://schemas.microsoft.com/office/drawing/2014/main" id="{C95931E7-CD96-415B-9416-DCEF84A20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5926" y="81509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1" name="path-5089">
            <a:extLst xmlns:a="http://schemas.openxmlformats.org/drawingml/2006/main">
              <a:ext uri="{FF2B5EF4-FFF2-40B4-BE49-F238E27FC236}">
                <a16:creationId xmlns:a16="http://schemas.microsoft.com/office/drawing/2014/main" id="{4044DA9A-8E31-42ED-9B92-E927D67FB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5686" y="81274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2" name="path-5090">
            <a:extLst xmlns:a="http://schemas.openxmlformats.org/drawingml/2006/main">
              <a:ext uri="{FF2B5EF4-FFF2-40B4-BE49-F238E27FC236}">
                <a16:creationId xmlns:a16="http://schemas.microsoft.com/office/drawing/2014/main" id="{645FDD9C-506E-4E33-9668-E5F999957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4508" y="8160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3" name="path-5091">
            <a:extLst xmlns:a="http://schemas.openxmlformats.org/drawingml/2006/main">
              <a:ext uri="{FF2B5EF4-FFF2-40B4-BE49-F238E27FC236}">
                <a16:creationId xmlns:a16="http://schemas.microsoft.com/office/drawing/2014/main" id="{14F9DAB0-DB0C-44BA-84F1-1C6665638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5266" y="814204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4" name="path-5092">
            <a:extLst xmlns:a="http://schemas.openxmlformats.org/drawingml/2006/main">
              <a:ext uri="{FF2B5EF4-FFF2-40B4-BE49-F238E27FC236}">
                <a16:creationId xmlns:a16="http://schemas.microsoft.com/office/drawing/2014/main" id="{991B4A1B-D7E3-4AFD-AFD7-754E0C4FD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82408" y="812663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5" name="path-5093">
            <a:extLst xmlns:a="http://schemas.openxmlformats.org/drawingml/2006/main">
              <a:ext uri="{FF2B5EF4-FFF2-40B4-BE49-F238E27FC236}">
                <a16:creationId xmlns:a16="http://schemas.microsoft.com/office/drawing/2014/main" id="{E59FF0F0-4C8B-4CE0-A478-244212960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45948" y="81275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6" name="path-5094">
            <a:extLst xmlns:a="http://schemas.openxmlformats.org/drawingml/2006/main">
              <a:ext uri="{FF2B5EF4-FFF2-40B4-BE49-F238E27FC236}">
                <a16:creationId xmlns:a16="http://schemas.microsoft.com/office/drawing/2014/main" id="{239F36C5-8866-40CC-B7F1-08D2E3C2F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9645" y="8169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7" name="path-5095">
            <a:extLst xmlns:a="http://schemas.openxmlformats.org/drawingml/2006/main">
              <a:ext uri="{FF2B5EF4-FFF2-40B4-BE49-F238E27FC236}">
                <a16:creationId xmlns:a16="http://schemas.microsoft.com/office/drawing/2014/main" id="{A59BD02C-7A30-41F9-9C1D-7EB17C1AD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2233" y="81087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8" name="path-5096">
            <a:extLst xmlns:a="http://schemas.openxmlformats.org/drawingml/2006/main">
              <a:ext uri="{FF2B5EF4-FFF2-40B4-BE49-F238E27FC236}">
                <a16:creationId xmlns:a16="http://schemas.microsoft.com/office/drawing/2014/main" id="{DD868004-04CA-42B2-80BF-D2FE0A240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31293" y="81727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9" name="path-5097">
            <a:extLst xmlns:a="http://schemas.openxmlformats.org/drawingml/2006/main">
              <a:ext uri="{FF2B5EF4-FFF2-40B4-BE49-F238E27FC236}">
                <a16:creationId xmlns:a16="http://schemas.microsoft.com/office/drawing/2014/main" id="{D22E7E97-AEF3-4293-B4AF-4DE6A967A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361" y="81398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0" name="path-5098">
            <a:extLst xmlns:a="http://schemas.openxmlformats.org/drawingml/2006/main">
              <a:ext uri="{FF2B5EF4-FFF2-40B4-BE49-F238E27FC236}">
                <a16:creationId xmlns:a16="http://schemas.microsoft.com/office/drawing/2014/main" id="{77226636-8A21-496C-A146-34F89FC3F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6162" y="813873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1" name="path-5099">
            <a:extLst xmlns:a="http://schemas.openxmlformats.org/drawingml/2006/main">
              <a:ext uri="{FF2B5EF4-FFF2-40B4-BE49-F238E27FC236}">
                <a16:creationId xmlns:a16="http://schemas.microsoft.com/office/drawing/2014/main" id="{713EEA6D-3E18-46F2-9625-7C3489CE96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4143" y="81721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2" name="path-5100">
            <a:extLst xmlns:a="http://schemas.openxmlformats.org/drawingml/2006/main">
              <a:ext uri="{FF2B5EF4-FFF2-40B4-BE49-F238E27FC236}">
                <a16:creationId xmlns:a16="http://schemas.microsoft.com/office/drawing/2014/main" id="{3218D4D5-8E76-44AC-8D44-97E85FAA2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9208" y="815970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3" name="path-5101">
            <a:extLst xmlns:a="http://schemas.openxmlformats.org/drawingml/2006/main">
              <a:ext uri="{FF2B5EF4-FFF2-40B4-BE49-F238E27FC236}">
                <a16:creationId xmlns:a16="http://schemas.microsoft.com/office/drawing/2014/main" id="{1B25D615-2B57-4AD5-84FC-2AA348388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29091" y="817251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4" name="path-5102">
            <a:extLst xmlns:a="http://schemas.openxmlformats.org/drawingml/2006/main">
              <a:ext uri="{FF2B5EF4-FFF2-40B4-BE49-F238E27FC236}">
                <a16:creationId xmlns:a16="http://schemas.microsoft.com/office/drawing/2014/main" id="{2A690393-1814-4254-8D7B-B16891262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17734" y="815555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5" name="path-5103">
            <a:extLst xmlns:a="http://schemas.openxmlformats.org/drawingml/2006/main">
              <a:ext uri="{FF2B5EF4-FFF2-40B4-BE49-F238E27FC236}">
                <a16:creationId xmlns:a16="http://schemas.microsoft.com/office/drawing/2014/main" id="{EC98D6DA-9836-4814-82F7-82AE309A1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79986" y="816309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6" name="path-5104">
            <a:extLst xmlns:a="http://schemas.openxmlformats.org/drawingml/2006/main">
              <a:ext uri="{FF2B5EF4-FFF2-40B4-BE49-F238E27FC236}">
                <a16:creationId xmlns:a16="http://schemas.microsoft.com/office/drawing/2014/main" id="{623CB418-F5B3-43B7-957C-467CDB703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7019" y="81434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7" name="path-5105">
            <a:extLst xmlns:a="http://schemas.openxmlformats.org/drawingml/2006/main">
              <a:ext uri="{FF2B5EF4-FFF2-40B4-BE49-F238E27FC236}">
                <a16:creationId xmlns:a16="http://schemas.microsoft.com/office/drawing/2014/main" id="{A3880F96-F809-459D-B6C2-9BF02DBAC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7872" y="81662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8" name="path-5106">
            <a:extLst xmlns:a="http://schemas.openxmlformats.org/drawingml/2006/main">
              <a:ext uri="{FF2B5EF4-FFF2-40B4-BE49-F238E27FC236}">
                <a16:creationId xmlns:a16="http://schemas.microsoft.com/office/drawing/2014/main" id="{DE9CB4AC-41D4-40F5-96F3-9C43B9AB7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6537" y="815572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9" name="path-5107">
            <a:extLst xmlns:a="http://schemas.openxmlformats.org/drawingml/2006/main">
              <a:ext uri="{FF2B5EF4-FFF2-40B4-BE49-F238E27FC236}">
                <a16:creationId xmlns:a16="http://schemas.microsoft.com/office/drawing/2014/main" id="{4B8E4638-5521-4BDB-BA3C-41CE1C773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8865" y="8120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0" name="path-5108">
            <a:extLst xmlns:a="http://schemas.openxmlformats.org/drawingml/2006/main">
              <a:ext uri="{FF2B5EF4-FFF2-40B4-BE49-F238E27FC236}">
                <a16:creationId xmlns:a16="http://schemas.microsoft.com/office/drawing/2014/main" id="{072DEAD1-F505-49A9-BABB-B718482FF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2427" y="8181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1" name="path-5109">
            <a:extLst xmlns:a="http://schemas.openxmlformats.org/drawingml/2006/main">
              <a:ext uri="{FF2B5EF4-FFF2-40B4-BE49-F238E27FC236}">
                <a16:creationId xmlns:a16="http://schemas.microsoft.com/office/drawing/2014/main" id="{E090BD69-25F3-4507-9D7E-96163C078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6341" y="813161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2" name="path-5110">
            <a:extLst xmlns:a="http://schemas.openxmlformats.org/drawingml/2006/main">
              <a:ext uri="{FF2B5EF4-FFF2-40B4-BE49-F238E27FC236}">
                <a16:creationId xmlns:a16="http://schemas.microsoft.com/office/drawing/2014/main" id="{5B057B14-1E9B-4552-AE79-6E04D428F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3041" y="8123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3" name="path-5111">
            <a:extLst xmlns:a="http://schemas.openxmlformats.org/drawingml/2006/main">
              <a:ext uri="{FF2B5EF4-FFF2-40B4-BE49-F238E27FC236}">
                <a16:creationId xmlns:a16="http://schemas.microsoft.com/office/drawing/2014/main" id="{405B12E2-72BC-4F86-BB05-EF7DC0369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3049" y="811545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4" name="path-5112">
            <a:extLst xmlns:a="http://schemas.openxmlformats.org/drawingml/2006/main">
              <a:ext uri="{FF2B5EF4-FFF2-40B4-BE49-F238E27FC236}">
                <a16:creationId xmlns:a16="http://schemas.microsoft.com/office/drawing/2014/main" id="{D383169E-DD0A-48DA-AE8B-C4FEAFD20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37843" y="81554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5" name="path-5113">
            <a:extLst xmlns:a="http://schemas.openxmlformats.org/drawingml/2006/main">
              <a:ext uri="{FF2B5EF4-FFF2-40B4-BE49-F238E27FC236}">
                <a16:creationId xmlns:a16="http://schemas.microsoft.com/office/drawing/2014/main" id="{D8413288-DABE-45B8-9C80-BB56227F6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7583" y="8128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6" name="path-5114">
            <a:extLst xmlns:a="http://schemas.openxmlformats.org/drawingml/2006/main">
              <a:ext uri="{FF2B5EF4-FFF2-40B4-BE49-F238E27FC236}">
                <a16:creationId xmlns:a16="http://schemas.microsoft.com/office/drawing/2014/main" id="{FD2BC28D-57FF-4E2F-9EC0-78A95A62B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3774" y="81322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7" name="path-5115">
            <a:extLst xmlns:a="http://schemas.openxmlformats.org/drawingml/2006/main">
              <a:ext uri="{FF2B5EF4-FFF2-40B4-BE49-F238E27FC236}">
                <a16:creationId xmlns:a16="http://schemas.microsoft.com/office/drawing/2014/main" id="{027C1D4E-E5F0-48A8-A3E1-8086999B8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8488" y="81460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8" name="path-5116">
            <a:extLst xmlns:a="http://schemas.openxmlformats.org/drawingml/2006/main">
              <a:ext uri="{FF2B5EF4-FFF2-40B4-BE49-F238E27FC236}">
                <a16:creationId xmlns:a16="http://schemas.microsoft.com/office/drawing/2014/main" id="{61C9FBE1-7612-4301-AF98-C9AC5F0CC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1899" y="816757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9" name="path-5117">
            <a:extLst xmlns:a="http://schemas.openxmlformats.org/drawingml/2006/main">
              <a:ext uri="{FF2B5EF4-FFF2-40B4-BE49-F238E27FC236}">
                <a16:creationId xmlns:a16="http://schemas.microsoft.com/office/drawing/2014/main" id="{623BD6C0-988D-403C-A577-55B039A1F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45430" y="815279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0" name="path-5118">
            <a:extLst xmlns:a="http://schemas.openxmlformats.org/drawingml/2006/main">
              <a:ext uri="{FF2B5EF4-FFF2-40B4-BE49-F238E27FC236}">
                <a16:creationId xmlns:a16="http://schemas.microsoft.com/office/drawing/2014/main" id="{9662BBF9-6F56-4765-A642-427F29B54B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2258" y="81698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1" name="path-5119">
            <a:extLst xmlns:a="http://schemas.openxmlformats.org/drawingml/2006/main">
              <a:ext uri="{FF2B5EF4-FFF2-40B4-BE49-F238E27FC236}">
                <a16:creationId xmlns:a16="http://schemas.microsoft.com/office/drawing/2014/main" id="{17C1D037-148C-4FEB-A55A-CC5E9BC18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7575" y="81362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2" name="path-5120">
            <a:extLst xmlns:a="http://schemas.openxmlformats.org/drawingml/2006/main">
              <a:ext uri="{FF2B5EF4-FFF2-40B4-BE49-F238E27FC236}">
                <a16:creationId xmlns:a16="http://schemas.microsoft.com/office/drawing/2014/main" id="{9910A550-67FE-4B5B-85DD-BB97CF84B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5461" y="814678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3" name="path-5121">
            <a:extLst xmlns:a="http://schemas.openxmlformats.org/drawingml/2006/main">
              <a:ext uri="{FF2B5EF4-FFF2-40B4-BE49-F238E27FC236}">
                <a16:creationId xmlns:a16="http://schemas.microsoft.com/office/drawing/2014/main" id="{233429FF-2DB1-4952-A3FC-1C2268001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5118" y="814464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4" name="path-5122">
            <a:extLst xmlns:a="http://schemas.openxmlformats.org/drawingml/2006/main">
              <a:ext uri="{FF2B5EF4-FFF2-40B4-BE49-F238E27FC236}">
                <a16:creationId xmlns:a16="http://schemas.microsoft.com/office/drawing/2014/main" id="{DF2C939D-8D7C-4A75-87B1-AFE995874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0881" y="813584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5" name="path-5123">
            <a:extLst xmlns:a="http://schemas.openxmlformats.org/drawingml/2006/main">
              <a:ext uri="{FF2B5EF4-FFF2-40B4-BE49-F238E27FC236}">
                <a16:creationId xmlns:a16="http://schemas.microsoft.com/office/drawing/2014/main" id="{5E03A95A-3E43-4411-8E05-2F079A67B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2198" y="81586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6" name="path-5124">
            <a:extLst xmlns:a="http://schemas.openxmlformats.org/drawingml/2006/main">
              <a:ext uri="{FF2B5EF4-FFF2-40B4-BE49-F238E27FC236}">
                <a16:creationId xmlns:a16="http://schemas.microsoft.com/office/drawing/2014/main" id="{E076299D-5FE9-48B0-9303-23EB58BBC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7557" y="8124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7" name="path-5125">
            <a:extLst xmlns:a="http://schemas.openxmlformats.org/drawingml/2006/main">
              <a:ext uri="{FF2B5EF4-FFF2-40B4-BE49-F238E27FC236}">
                <a16:creationId xmlns:a16="http://schemas.microsoft.com/office/drawing/2014/main" id="{8182B564-38D2-405E-8BDD-327190E64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4656" y="816055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8" name="path-5126">
            <a:extLst xmlns:a="http://schemas.openxmlformats.org/drawingml/2006/main">
              <a:ext uri="{FF2B5EF4-FFF2-40B4-BE49-F238E27FC236}">
                <a16:creationId xmlns:a16="http://schemas.microsoft.com/office/drawing/2014/main" id="{AE3213B2-D94B-43C1-B4C1-45871EAC85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45591" y="81105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9" name="path-5127">
            <a:extLst xmlns:a="http://schemas.openxmlformats.org/drawingml/2006/main">
              <a:ext uri="{FF2B5EF4-FFF2-40B4-BE49-F238E27FC236}">
                <a16:creationId xmlns:a16="http://schemas.microsoft.com/office/drawing/2014/main" id="{E01CDE57-FE98-435D-B506-CCAE7D8F1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5313" y="81575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0" name="path-5128">
            <a:extLst xmlns:a="http://schemas.openxmlformats.org/drawingml/2006/main">
              <a:ext uri="{FF2B5EF4-FFF2-40B4-BE49-F238E27FC236}">
                <a16:creationId xmlns:a16="http://schemas.microsoft.com/office/drawing/2014/main" id="{FF649CC5-BB00-4608-8B50-9F4F08D16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9371" y="815093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1" name="path-5129">
            <a:extLst xmlns:a="http://schemas.openxmlformats.org/drawingml/2006/main">
              <a:ext uri="{FF2B5EF4-FFF2-40B4-BE49-F238E27FC236}">
                <a16:creationId xmlns:a16="http://schemas.microsoft.com/office/drawing/2014/main" id="{2EE7C334-D08B-4E46-BC6F-D5FD5BAB8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5716" y="81415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2" name="path-5130">
            <a:extLst xmlns:a="http://schemas.openxmlformats.org/drawingml/2006/main">
              <a:ext uri="{FF2B5EF4-FFF2-40B4-BE49-F238E27FC236}">
                <a16:creationId xmlns:a16="http://schemas.microsoft.com/office/drawing/2014/main" id="{CD105027-F982-4D58-8B59-513B284F4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2272" y="81318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3" name="path-5131">
            <a:extLst xmlns:a="http://schemas.openxmlformats.org/drawingml/2006/main">
              <a:ext uri="{FF2B5EF4-FFF2-40B4-BE49-F238E27FC236}">
                <a16:creationId xmlns:a16="http://schemas.microsoft.com/office/drawing/2014/main" id="{B3798157-5FB2-4917-815E-95B05B2B0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98046" y="814689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4" name="path-5132">
            <a:extLst xmlns:a="http://schemas.openxmlformats.org/drawingml/2006/main">
              <a:ext uri="{FF2B5EF4-FFF2-40B4-BE49-F238E27FC236}">
                <a16:creationId xmlns:a16="http://schemas.microsoft.com/office/drawing/2014/main" id="{C547F627-C4D0-4A3C-8F05-6D3B535D5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7923" y="813345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5" name="path-5133">
            <a:extLst xmlns:a="http://schemas.openxmlformats.org/drawingml/2006/main">
              <a:ext uri="{FF2B5EF4-FFF2-40B4-BE49-F238E27FC236}">
                <a16:creationId xmlns:a16="http://schemas.microsoft.com/office/drawing/2014/main" id="{CDC0B723-8271-4D33-991A-12C560E82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3871" y="815146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6" name="path-5134">
            <a:extLst xmlns:a="http://schemas.openxmlformats.org/drawingml/2006/main">
              <a:ext uri="{FF2B5EF4-FFF2-40B4-BE49-F238E27FC236}">
                <a16:creationId xmlns:a16="http://schemas.microsoft.com/office/drawing/2014/main" id="{46FACF8A-B4B8-4A7A-81E3-D41AFFDB1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8191" y="812756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7" name="path-5135">
            <a:extLst xmlns:a="http://schemas.openxmlformats.org/drawingml/2006/main">
              <a:ext uri="{FF2B5EF4-FFF2-40B4-BE49-F238E27FC236}">
                <a16:creationId xmlns:a16="http://schemas.microsoft.com/office/drawing/2014/main" id="{6E320B81-8F5C-498F-891A-3DDF201BA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219" y="8152053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8" name="path-5136">
            <a:extLst xmlns:a="http://schemas.openxmlformats.org/drawingml/2006/main">
              <a:ext uri="{FF2B5EF4-FFF2-40B4-BE49-F238E27FC236}">
                <a16:creationId xmlns:a16="http://schemas.microsoft.com/office/drawing/2014/main" id="{2F5F4463-9542-49C5-8825-B639F30FF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4151" y="81519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9" name="path-5137">
            <a:extLst xmlns:a="http://schemas.openxmlformats.org/drawingml/2006/main">
              <a:ext uri="{FF2B5EF4-FFF2-40B4-BE49-F238E27FC236}">
                <a16:creationId xmlns:a16="http://schemas.microsoft.com/office/drawing/2014/main" id="{9CCFDC20-5231-4C40-B969-16A92E74CB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5004" y="816467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0" name="path-5138">
            <a:extLst xmlns:a="http://schemas.openxmlformats.org/drawingml/2006/main">
              <a:ext uri="{FF2B5EF4-FFF2-40B4-BE49-F238E27FC236}">
                <a16:creationId xmlns:a16="http://schemas.microsoft.com/office/drawing/2014/main" id="{BE1783D5-A10F-40FA-95DC-17A50E999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922" y="814295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1" name="path-5139">
            <a:extLst xmlns:a="http://schemas.openxmlformats.org/drawingml/2006/main">
              <a:ext uri="{FF2B5EF4-FFF2-40B4-BE49-F238E27FC236}">
                <a16:creationId xmlns:a16="http://schemas.microsoft.com/office/drawing/2014/main" id="{26F67616-D73C-4831-A41A-C90F310F5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8511" y="81810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2" name="path-5140">
            <a:extLst xmlns:a="http://schemas.openxmlformats.org/drawingml/2006/main">
              <a:ext uri="{FF2B5EF4-FFF2-40B4-BE49-F238E27FC236}">
                <a16:creationId xmlns:a16="http://schemas.microsoft.com/office/drawing/2014/main" id="{67C502C0-EC11-4167-B06C-294442EB0E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1126" y="81343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3" name="path-5141">
            <a:extLst xmlns:a="http://schemas.openxmlformats.org/drawingml/2006/main">
              <a:ext uri="{FF2B5EF4-FFF2-40B4-BE49-F238E27FC236}">
                <a16:creationId xmlns:a16="http://schemas.microsoft.com/office/drawing/2014/main" id="{AC0F90DD-B433-47FD-BD82-E07277792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889" y="81570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4" name="path-5142">
            <a:extLst xmlns:a="http://schemas.openxmlformats.org/drawingml/2006/main">
              <a:ext uri="{FF2B5EF4-FFF2-40B4-BE49-F238E27FC236}">
                <a16:creationId xmlns:a16="http://schemas.microsoft.com/office/drawing/2014/main" id="{D072247E-AA04-48CE-A420-52E098AE6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6158" y="810637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5" name="path-5143">
            <a:extLst xmlns:a="http://schemas.openxmlformats.org/drawingml/2006/main">
              <a:ext uri="{FF2B5EF4-FFF2-40B4-BE49-F238E27FC236}">
                <a16:creationId xmlns:a16="http://schemas.microsoft.com/office/drawing/2014/main" id="{8608623F-3B18-41D4-AFC2-DBB32482B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3903" y="810827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6" name="path-5144">
            <a:extLst xmlns:a="http://schemas.openxmlformats.org/drawingml/2006/main">
              <a:ext uri="{FF2B5EF4-FFF2-40B4-BE49-F238E27FC236}">
                <a16:creationId xmlns:a16="http://schemas.microsoft.com/office/drawing/2014/main" id="{C4A17874-0DBA-4D92-A04F-40066A06F6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6738" y="815674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7" name="path-5145">
            <a:extLst xmlns:a="http://schemas.openxmlformats.org/drawingml/2006/main">
              <a:ext uri="{FF2B5EF4-FFF2-40B4-BE49-F238E27FC236}">
                <a16:creationId xmlns:a16="http://schemas.microsoft.com/office/drawing/2014/main" id="{BB3AC8BB-830F-419C-91A7-CF4FCB293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1256" y="813278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8" name="path-5146">
            <a:extLst xmlns:a="http://schemas.openxmlformats.org/drawingml/2006/main">
              <a:ext uri="{FF2B5EF4-FFF2-40B4-BE49-F238E27FC236}">
                <a16:creationId xmlns:a16="http://schemas.microsoft.com/office/drawing/2014/main" id="{FEA59458-3CF7-4132-89D9-EE76D23E1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48474" y="814979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9" name="path-5147">
            <a:extLst xmlns:a="http://schemas.openxmlformats.org/drawingml/2006/main">
              <a:ext uri="{FF2B5EF4-FFF2-40B4-BE49-F238E27FC236}">
                <a16:creationId xmlns:a16="http://schemas.microsoft.com/office/drawing/2014/main" id="{CBA69348-2AA5-4738-A095-BDF4EFCC0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38742" y="81605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0" name="path-5148">
            <a:extLst xmlns:a="http://schemas.openxmlformats.org/drawingml/2006/main">
              <a:ext uri="{FF2B5EF4-FFF2-40B4-BE49-F238E27FC236}">
                <a16:creationId xmlns:a16="http://schemas.microsoft.com/office/drawing/2014/main" id="{AD150F08-2545-4D32-9C91-51D451BB1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4182" y="81174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1" name="path-5149">
            <a:extLst xmlns:a="http://schemas.openxmlformats.org/drawingml/2006/main">
              <a:ext uri="{FF2B5EF4-FFF2-40B4-BE49-F238E27FC236}">
                <a16:creationId xmlns:a16="http://schemas.microsoft.com/office/drawing/2014/main" id="{312AA6E0-F8CD-4155-98EE-CA15DCC3F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5784" y="81336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2" name="path-5150">
            <a:extLst xmlns:a="http://schemas.openxmlformats.org/drawingml/2006/main">
              <a:ext uri="{FF2B5EF4-FFF2-40B4-BE49-F238E27FC236}">
                <a16:creationId xmlns:a16="http://schemas.microsoft.com/office/drawing/2014/main" id="{29B6066A-6A84-4243-9BC0-C9555DED2B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99229" y="81500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3" name="path-5151">
            <a:extLst xmlns:a="http://schemas.openxmlformats.org/drawingml/2006/main">
              <a:ext uri="{FF2B5EF4-FFF2-40B4-BE49-F238E27FC236}">
                <a16:creationId xmlns:a16="http://schemas.microsoft.com/office/drawing/2014/main" id="{750806B6-A65D-4BDE-A912-51754F7BA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6800" y="81573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4" name="path-5152">
            <a:extLst xmlns:a="http://schemas.openxmlformats.org/drawingml/2006/main">
              <a:ext uri="{FF2B5EF4-FFF2-40B4-BE49-F238E27FC236}">
                <a16:creationId xmlns:a16="http://schemas.microsoft.com/office/drawing/2014/main" id="{56E82873-49E5-4789-81D3-2D91C6908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6997" y="81282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5" name="path-5153">
            <a:extLst xmlns:a="http://schemas.openxmlformats.org/drawingml/2006/main">
              <a:ext uri="{FF2B5EF4-FFF2-40B4-BE49-F238E27FC236}">
                <a16:creationId xmlns:a16="http://schemas.microsoft.com/office/drawing/2014/main" id="{34E4A94B-4992-45C1-8A60-5C46864B2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6315" y="814972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6" name="path-5154">
            <a:extLst xmlns:a="http://schemas.openxmlformats.org/drawingml/2006/main">
              <a:ext uri="{FF2B5EF4-FFF2-40B4-BE49-F238E27FC236}">
                <a16:creationId xmlns:a16="http://schemas.microsoft.com/office/drawing/2014/main" id="{4861C2C6-1211-4C73-9D9E-43B898C54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3056" y="8160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7" name="path-5155">
            <a:extLst xmlns:a="http://schemas.openxmlformats.org/drawingml/2006/main">
              <a:ext uri="{FF2B5EF4-FFF2-40B4-BE49-F238E27FC236}">
                <a16:creationId xmlns:a16="http://schemas.microsoft.com/office/drawing/2014/main" id="{0B9A6946-F6AD-4408-90C8-BF2E4E520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3164" y="814970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8" name="path-5156">
            <a:extLst xmlns:a="http://schemas.openxmlformats.org/drawingml/2006/main">
              <a:ext uri="{FF2B5EF4-FFF2-40B4-BE49-F238E27FC236}">
                <a16:creationId xmlns:a16="http://schemas.microsoft.com/office/drawing/2014/main" id="{B26CBB0A-47D5-40DB-9E23-8A0FF5F83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8584" y="81205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9" name="path-5157">
            <a:extLst xmlns:a="http://schemas.openxmlformats.org/drawingml/2006/main">
              <a:ext uri="{FF2B5EF4-FFF2-40B4-BE49-F238E27FC236}">
                <a16:creationId xmlns:a16="http://schemas.microsoft.com/office/drawing/2014/main" id="{41725A32-92FF-4F4C-A4C1-14C4CB851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5654" y="81414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0" name="path-5158">
            <a:extLst xmlns:a="http://schemas.openxmlformats.org/drawingml/2006/main">
              <a:ext uri="{FF2B5EF4-FFF2-40B4-BE49-F238E27FC236}">
                <a16:creationId xmlns:a16="http://schemas.microsoft.com/office/drawing/2014/main" id="{7CC8CFCB-44DD-4CAF-AADC-BE38611D4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9862" y="81653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1" name="path-5159">
            <a:extLst xmlns:a="http://schemas.openxmlformats.org/drawingml/2006/main">
              <a:ext uri="{FF2B5EF4-FFF2-40B4-BE49-F238E27FC236}">
                <a16:creationId xmlns:a16="http://schemas.microsoft.com/office/drawing/2014/main" id="{103AF9D7-381B-475C-A1C7-AD17D22B4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6924" y="814913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2" name="path-5160">
            <a:extLst xmlns:a="http://schemas.openxmlformats.org/drawingml/2006/main">
              <a:ext uri="{FF2B5EF4-FFF2-40B4-BE49-F238E27FC236}">
                <a16:creationId xmlns:a16="http://schemas.microsoft.com/office/drawing/2014/main" id="{E6C42AA0-6618-437B-AB3B-0A6EF3BB3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9991" y="810706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3" name="path-5161">
            <a:extLst xmlns:a="http://schemas.openxmlformats.org/drawingml/2006/main">
              <a:ext uri="{FF2B5EF4-FFF2-40B4-BE49-F238E27FC236}">
                <a16:creationId xmlns:a16="http://schemas.microsoft.com/office/drawing/2014/main" id="{2E5EF833-B8E0-44B8-8E87-C1AE0CAEE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4605" y="8166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4" name="path-5162">
            <a:extLst xmlns:a="http://schemas.openxmlformats.org/drawingml/2006/main">
              <a:ext uri="{FF2B5EF4-FFF2-40B4-BE49-F238E27FC236}">
                <a16:creationId xmlns:a16="http://schemas.microsoft.com/office/drawing/2014/main" id="{F16D2937-7EAC-4FB6-890F-9D1F0DC71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5938" y="81422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5" name="path-5163">
            <a:extLst xmlns:a="http://schemas.openxmlformats.org/drawingml/2006/main">
              <a:ext uri="{FF2B5EF4-FFF2-40B4-BE49-F238E27FC236}">
                <a16:creationId xmlns:a16="http://schemas.microsoft.com/office/drawing/2014/main" id="{79D067B6-22F4-4B51-87AF-F478195881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9636" y="81602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6" name="path-5164">
            <a:extLst xmlns:a="http://schemas.openxmlformats.org/drawingml/2006/main">
              <a:ext uri="{FF2B5EF4-FFF2-40B4-BE49-F238E27FC236}">
                <a16:creationId xmlns:a16="http://schemas.microsoft.com/office/drawing/2014/main" id="{03E8012F-14A2-4B8D-BD48-506ABE477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7214" y="81848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7" name="path-5165">
            <a:extLst xmlns:a="http://schemas.openxmlformats.org/drawingml/2006/main">
              <a:ext uri="{FF2B5EF4-FFF2-40B4-BE49-F238E27FC236}">
                <a16:creationId xmlns:a16="http://schemas.microsoft.com/office/drawing/2014/main" id="{23B6AB77-6B85-4E96-A923-3C79B3207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1732" y="81440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8" name="path-5166">
            <a:extLst xmlns:a="http://schemas.openxmlformats.org/drawingml/2006/main">
              <a:ext uri="{FF2B5EF4-FFF2-40B4-BE49-F238E27FC236}">
                <a16:creationId xmlns:a16="http://schemas.microsoft.com/office/drawing/2014/main" id="{F8D4943B-0568-4EAF-AB88-8F9E9F637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91933" y="814498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9" name="path-5167">
            <a:extLst xmlns:a="http://schemas.openxmlformats.org/drawingml/2006/main">
              <a:ext uri="{FF2B5EF4-FFF2-40B4-BE49-F238E27FC236}">
                <a16:creationId xmlns:a16="http://schemas.microsoft.com/office/drawing/2014/main" id="{0D912859-D469-42F6-817E-5CDE1AA19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41685" y="81431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0" name="path-5168">
            <a:extLst xmlns:a="http://schemas.openxmlformats.org/drawingml/2006/main">
              <a:ext uri="{FF2B5EF4-FFF2-40B4-BE49-F238E27FC236}">
                <a16:creationId xmlns:a16="http://schemas.microsoft.com/office/drawing/2014/main" id="{7DB9CB01-4645-424A-A22E-2A82D4734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43716" y="81420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1" name="path-5169">
            <a:extLst xmlns:a="http://schemas.openxmlformats.org/drawingml/2006/main">
              <a:ext uri="{FF2B5EF4-FFF2-40B4-BE49-F238E27FC236}">
                <a16:creationId xmlns:a16="http://schemas.microsoft.com/office/drawing/2014/main" id="{14E4F153-D75E-4274-B40A-D0596C625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9216" y="8102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2" name="path-5170">
            <a:extLst xmlns:a="http://schemas.openxmlformats.org/drawingml/2006/main">
              <a:ext uri="{FF2B5EF4-FFF2-40B4-BE49-F238E27FC236}">
                <a16:creationId xmlns:a16="http://schemas.microsoft.com/office/drawing/2014/main" id="{159C3C08-E56E-4E89-A7B5-121D9BF3C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4515" y="812125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3" name="path-5171">
            <a:extLst xmlns:a="http://schemas.openxmlformats.org/drawingml/2006/main">
              <a:ext uri="{FF2B5EF4-FFF2-40B4-BE49-F238E27FC236}">
                <a16:creationId xmlns:a16="http://schemas.microsoft.com/office/drawing/2014/main" id="{82B9E2EC-3324-46DB-9BAB-C0949EF39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5820" y="81261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4" name="path-5172">
            <a:extLst xmlns:a="http://schemas.openxmlformats.org/drawingml/2006/main">
              <a:ext uri="{FF2B5EF4-FFF2-40B4-BE49-F238E27FC236}">
                <a16:creationId xmlns:a16="http://schemas.microsoft.com/office/drawing/2014/main" id="{523D5D2B-B0C8-4D2D-A48D-0F1B0C04A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3420" y="8155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5" name="path-5173">
            <a:extLst xmlns:a="http://schemas.openxmlformats.org/drawingml/2006/main">
              <a:ext uri="{FF2B5EF4-FFF2-40B4-BE49-F238E27FC236}">
                <a16:creationId xmlns:a16="http://schemas.microsoft.com/office/drawing/2014/main" id="{FF085052-462C-4CEF-9A93-3FB511D98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4243" y="81623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6" name="path-5174">
            <a:extLst xmlns:a="http://schemas.openxmlformats.org/drawingml/2006/main">
              <a:ext uri="{FF2B5EF4-FFF2-40B4-BE49-F238E27FC236}">
                <a16:creationId xmlns:a16="http://schemas.microsoft.com/office/drawing/2014/main" id="{7D2F0D30-EAD6-407B-B97D-6512D337C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0997" y="813225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7" name="path-5175">
            <a:extLst xmlns:a="http://schemas.openxmlformats.org/drawingml/2006/main">
              <a:ext uri="{FF2B5EF4-FFF2-40B4-BE49-F238E27FC236}">
                <a16:creationId xmlns:a16="http://schemas.microsoft.com/office/drawing/2014/main" id="{458C4C8D-262C-48AB-BDA7-ED1F3FF1B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8358" y="8169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8" name="path-5176">
            <a:extLst xmlns:a="http://schemas.openxmlformats.org/drawingml/2006/main">
              <a:ext uri="{FF2B5EF4-FFF2-40B4-BE49-F238E27FC236}">
                <a16:creationId xmlns:a16="http://schemas.microsoft.com/office/drawing/2014/main" id="{4558D00C-B4BB-4D8D-816F-0106FE856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27670" y="81185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9" name="path-5177">
            <a:extLst xmlns:a="http://schemas.openxmlformats.org/drawingml/2006/main">
              <a:ext uri="{FF2B5EF4-FFF2-40B4-BE49-F238E27FC236}">
                <a16:creationId xmlns:a16="http://schemas.microsoft.com/office/drawing/2014/main" id="{673A4D74-5BD5-4492-88D5-423E2A3BC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3519" y="81369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0" name="path-5178">
            <a:extLst xmlns:a="http://schemas.openxmlformats.org/drawingml/2006/main">
              <a:ext uri="{FF2B5EF4-FFF2-40B4-BE49-F238E27FC236}">
                <a16:creationId xmlns:a16="http://schemas.microsoft.com/office/drawing/2014/main" id="{1B15A6C0-FB7A-41F5-A68B-BB693AC9DB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8607" y="81636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1" name="path-5179">
            <a:extLst xmlns:a="http://schemas.openxmlformats.org/drawingml/2006/main">
              <a:ext uri="{FF2B5EF4-FFF2-40B4-BE49-F238E27FC236}">
                <a16:creationId xmlns:a16="http://schemas.microsoft.com/office/drawing/2014/main" id="{71B1CDBE-7F8D-47C1-84A9-D9A16A384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51963" y="812778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2" name="path-5180">
            <a:extLst xmlns:a="http://schemas.openxmlformats.org/drawingml/2006/main">
              <a:ext uri="{FF2B5EF4-FFF2-40B4-BE49-F238E27FC236}">
                <a16:creationId xmlns:a16="http://schemas.microsoft.com/office/drawing/2014/main" id="{B6B61C13-7BA7-4E2C-9263-E114C6CE5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32139" y="8148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3" name="path-5181">
            <a:extLst xmlns:a="http://schemas.openxmlformats.org/drawingml/2006/main">
              <a:ext uri="{FF2B5EF4-FFF2-40B4-BE49-F238E27FC236}">
                <a16:creationId xmlns:a16="http://schemas.microsoft.com/office/drawing/2014/main" id="{4D82FBA4-836C-408A-8876-F16AAE51DA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6141" y="816232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4" name="path-5182">
            <a:extLst xmlns:a="http://schemas.openxmlformats.org/drawingml/2006/main">
              <a:ext uri="{FF2B5EF4-FFF2-40B4-BE49-F238E27FC236}">
                <a16:creationId xmlns:a16="http://schemas.microsoft.com/office/drawing/2014/main" id="{3FF8FEAB-B4AC-48F6-9694-5D6661BC5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0291" y="81605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5" name="path-5183">
            <a:extLst xmlns:a="http://schemas.openxmlformats.org/drawingml/2006/main">
              <a:ext uri="{FF2B5EF4-FFF2-40B4-BE49-F238E27FC236}">
                <a16:creationId xmlns:a16="http://schemas.microsoft.com/office/drawing/2014/main" id="{E1C5EE9A-AB4B-4252-AE79-9206CD5D2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1513" y="815339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6" name="path-5184">
            <a:extLst xmlns:a="http://schemas.openxmlformats.org/drawingml/2006/main">
              <a:ext uri="{FF2B5EF4-FFF2-40B4-BE49-F238E27FC236}">
                <a16:creationId xmlns:a16="http://schemas.microsoft.com/office/drawing/2014/main" id="{4A04326B-D7F6-4DAD-BDAF-4ABDA4689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3690" y="8138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7" name="path-5185">
            <a:extLst xmlns:a="http://schemas.openxmlformats.org/drawingml/2006/main">
              <a:ext uri="{FF2B5EF4-FFF2-40B4-BE49-F238E27FC236}">
                <a16:creationId xmlns:a16="http://schemas.microsoft.com/office/drawing/2014/main" id="{325A9ECE-15ED-484C-90AF-49636F66B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4561" y="8150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8" name="path-5186">
            <a:extLst xmlns:a="http://schemas.openxmlformats.org/drawingml/2006/main">
              <a:ext uri="{FF2B5EF4-FFF2-40B4-BE49-F238E27FC236}">
                <a16:creationId xmlns:a16="http://schemas.microsoft.com/office/drawing/2014/main" id="{974DFD96-11F5-4EB7-AFC9-3104BF176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8436" y="81518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9" name="path-5187">
            <a:extLst xmlns:a="http://schemas.openxmlformats.org/drawingml/2006/main">
              <a:ext uri="{FF2B5EF4-FFF2-40B4-BE49-F238E27FC236}">
                <a16:creationId xmlns:a16="http://schemas.microsoft.com/office/drawing/2014/main" id="{17E75D86-B1D4-443C-BEF2-A11351444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0268" y="81593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0" name="path-5188">
            <a:extLst xmlns:a="http://schemas.openxmlformats.org/drawingml/2006/main">
              <a:ext uri="{FF2B5EF4-FFF2-40B4-BE49-F238E27FC236}">
                <a16:creationId xmlns:a16="http://schemas.microsoft.com/office/drawing/2014/main" id="{597159EB-0747-4CF2-87F6-4CA6451CB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0520" y="817167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1" name="path-5189">
            <a:extLst xmlns:a="http://schemas.openxmlformats.org/drawingml/2006/main">
              <a:ext uri="{FF2B5EF4-FFF2-40B4-BE49-F238E27FC236}">
                <a16:creationId xmlns:a16="http://schemas.microsoft.com/office/drawing/2014/main" id="{E8D5997A-34C5-48EE-8479-F43246436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6361" y="817069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2" name="path-5190">
            <a:extLst xmlns:a="http://schemas.openxmlformats.org/drawingml/2006/main">
              <a:ext uri="{FF2B5EF4-FFF2-40B4-BE49-F238E27FC236}">
                <a16:creationId xmlns:a16="http://schemas.microsoft.com/office/drawing/2014/main" id="{5F46CFE7-E196-485E-8189-527CBE20B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06025" y="81297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3" name="path-5191">
            <a:extLst xmlns:a="http://schemas.openxmlformats.org/drawingml/2006/main">
              <a:ext uri="{FF2B5EF4-FFF2-40B4-BE49-F238E27FC236}">
                <a16:creationId xmlns:a16="http://schemas.microsoft.com/office/drawing/2014/main" id="{C6A33E5D-2CB3-424A-88E8-7DF5FE6DA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4279" y="81473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4" name="path-5192">
            <a:extLst xmlns:a="http://schemas.openxmlformats.org/drawingml/2006/main">
              <a:ext uri="{FF2B5EF4-FFF2-40B4-BE49-F238E27FC236}">
                <a16:creationId xmlns:a16="http://schemas.microsoft.com/office/drawing/2014/main" id="{1FF4200D-4AC5-4E83-8405-111EE89B3B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7319" y="813829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5" name="path-5193">
            <a:extLst xmlns:a="http://schemas.openxmlformats.org/drawingml/2006/main">
              <a:ext uri="{FF2B5EF4-FFF2-40B4-BE49-F238E27FC236}">
                <a16:creationId xmlns:a16="http://schemas.microsoft.com/office/drawing/2014/main" id="{A0C4CEBE-468C-4185-8871-B851DC6E9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5191" y="815825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6" name="path-5194">
            <a:extLst xmlns:a="http://schemas.openxmlformats.org/drawingml/2006/main">
              <a:ext uri="{FF2B5EF4-FFF2-40B4-BE49-F238E27FC236}">
                <a16:creationId xmlns:a16="http://schemas.microsoft.com/office/drawing/2014/main" id="{47AA5445-0B6A-4D9E-8FBD-AFC3616DC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1039" y="816263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7" name="path-5195">
            <a:extLst xmlns:a="http://schemas.openxmlformats.org/drawingml/2006/main">
              <a:ext uri="{FF2B5EF4-FFF2-40B4-BE49-F238E27FC236}">
                <a16:creationId xmlns:a16="http://schemas.microsoft.com/office/drawing/2014/main" id="{D0D851AC-6A27-4384-A3C8-C9054BE11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2040" y="81358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8" name="path-5196">
            <a:extLst xmlns:a="http://schemas.openxmlformats.org/drawingml/2006/main">
              <a:ext uri="{FF2B5EF4-FFF2-40B4-BE49-F238E27FC236}">
                <a16:creationId xmlns:a16="http://schemas.microsoft.com/office/drawing/2014/main" id="{F8DAD38B-B223-483B-84F8-17C1D005C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09988" y="81585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9" name="path-5197">
            <a:extLst xmlns:a="http://schemas.openxmlformats.org/drawingml/2006/main">
              <a:ext uri="{FF2B5EF4-FFF2-40B4-BE49-F238E27FC236}">
                <a16:creationId xmlns:a16="http://schemas.microsoft.com/office/drawing/2014/main" id="{6AEE96C2-AF4E-4A77-A250-517EFC59D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8750" y="81461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0" name="path-5198">
            <a:extLst xmlns:a="http://schemas.openxmlformats.org/drawingml/2006/main">
              <a:ext uri="{FF2B5EF4-FFF2-40B4-BE49-F238E27FC236}">
                <a16:creationId xmlns:a16="http://schemas.microsoft.com/office/drawing/2014/main" id="{CCAA9C76-B32F-4A54-80C9-55157517A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3268" y="81219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1" name="path-5199">
            <a:extLst xmlns:a="http://schemas.openxmlformats.org/drawingml/2006/main">
              <a:ext uri="{FF2B5EF4-FFF2-40B4-BE49-F238E27FC236}">
                <a16:creationId xmlns:a16="http://schemas.microsoft.com/office/drawing/2014/main" id="{F7EAC395-8BA3-4EC2-B79C-6207BF996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8361" y="8144098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2" name="path-5200">
            <a:extLst xmlns:a="http://schemas.openxmlformats.org/drawingml/2006/main">
              <a:ext uri="{FF2B5EF4-FFF2-40B4-BE49-F238E27FC236}">
                <a16:creationId xmlns:a16="http://schemas.microsoft.com/office/drawing/2014/main" id="{B06B5454-E8E9-48F6-9620-F611E594EE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17997" y="81357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3" name="path-5201">
            <a:extLst xmlns:a="http://schemas.openxmlformats.org/drawingml/2006/main">
              <a:ext uri="{FF2B5EF4-FFF2-40B4-BE49-F238E27FC236}">
                <a16:creationId xmlns:a16="http://schemas.microsoft.com/office/drawing/2014/main" id="{20EDF0A3-A2A6-47C5-A964-BF04649BE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0587" y="8127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4" name="path-5202">
            <a:extLst xmlns:a="http://schemas.openxmlformats.org/drawingml/2006/main">
              <a:ext uri="{FF2B5EF4-FFF2-40B4-BE49-F238E27FC236}">
                <a16:creationId xmlns:a16="http://schemas.microsoft.com/office/drawing/2014/main" id="{BDE8D2A2-3FEA-4D75-891F-CEC3738BE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63498" y="8144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5" name="path-5203">
            <a:extLst xmlns:a="http://schemas.openxmlformats.org/drawingml/2006/main">
              <a:ext uri="{FF2B5EF4-FFF2-40B4-BE49-F238E27FC236}">
                <a16:creationId xmlns:a16="http://schemas.microsoft.com/office/drawing/2014/main" id="{1E90391F-CCFE-4CA3-AFBC-0A9C755D0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1857" y="815736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6" name="path-5204">
            <a:extLst xmlns:a="http://schemas.openxmlformats.org/drawingml/2006/main">
              <a:ext uri="{FF2B5EF4-FFF2-40B4-BE49-F238E27FC236}">
                <a16:creationId xmlns:a16="http://schemas.microsoft.com/office/drawing/2014/main" id="{597C3B71-3724-4C8A-B3CE-6CDC426B5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1858" y="814939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7" name="path-5205">
            <a:extLst xmlns:a="http://schemas.openxmlformats.org/drawingml/2006/main">
              <a:ext uri="{FF2B5EF4-FFF2-40B4-BE49-F238E27FC236}">
                <a16:creationId xmlns:a16="http://schemas.microsoft.com/office/drawing/2014/main" id="{871CC8F6-956C-4D3B-B572-8E1CA1837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3622" y="81330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8" name="path-5206">
            <a:extLst xmlns:a="http://schemas.openxmlformats.org/drawingml/2006/main">
              <a:ext uri="{FF2B5EF4-FFF2-40B4-BE49-F238E27FC236}">
                <a16:creationId xmlns:a16="http://schemas.microsoft.com/office/drawing/2014/main" id="{17369657-FD28-442B-839A-CD178D0E2C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1440" y="814759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9" name="path-5207">
            <a:extLst xmlns:a="http://schemas.openxmlformats.org/drawingml/2006/main">
              <a:ext uri="{FF2B5EF4-FFF2-40B4-BE49-F238E27FC236}">
                <a16:creationId xmlns:a16="http://schemas.microsoft.com/office/drawing/2014/main" id="{423A43DE-E121-4220-95F4-ECDB5C03B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3039" y="81262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0" name="path-5208">
            <a:extLst xmlns:a="http://schemas.openxmlformats.org/drawingml/2006/main">
              <a:ext uri="{FF2B5EF4-FFF2-40B4-BE49-F238E27FC236}">
                <a16:creationId xmlns:a16="http://schemas.microsoft.com/office/drawing/2014/main" id="{A0140A07-52F1-469C-8739-6AD7EC3F8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5883" y="814908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1" name="path-5209">
            <a:extLst xmlns:a="http://schemas.openxmlformats.org/drawingml/2006/main">
              <a:ext uri="{FF2B5EF4-FFF2-40B4-BE49-F238E27FC236}">
                <a16:creationId xmlns:a16="http://schemas.microsoft.com/office/drawing/2014/main" id="{8D774237-F570-4ADD-97EE-3C4EB11E5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9587" y="81670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2" name="path-5210">
            <a:extLst xmlns:a="http://schemas.openxmlformats.org/drawingml/2006/main">
              <a:ext uri="{FF2B5EF4-FFF2-40B4-BE49-F238E27FC236}">
                <a16:creationId xmlns:a16="http://schemas.microsoft.com/office/drawing/2014/main" id="{B53EA587-4389-427D-BBC9-F979FDB36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5025" y="8150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3" name="path-5211">
            <a:extLst xmlns:a="http://schemas.openxmlformats.org/drawingml/2006/main">
              <a:ext uri="{FF2B5EF4-FFF2-40B4-BE49-F238E27FC236}">
                <a16:creationId xmlns:a16="http://schemas.microsoft.com/office/drawing/2014/main" id="{FBF6714A-34F2-43DB-B97C-727D9852E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0131" y="8156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4" name="path-5212">
            <a:extLst xmlns:a="http://schemas.openxmlformats.org/drawingml/2006/main">
              <a:ext uri="{FF2B5EF4-FFF2-40B4-BE49-F238E27FC236}">
                <a16:creationId xmlns:a16="http://schemas.microsoft.com/office/drawing/2014/main" id="{211AC7DD-3C52-4313-9E2D-87C3CAAA3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9378" y="81574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5" name="path-5213">
            <a:extLst xmlns:a="http://schemas.openxmlformats.org/drawingml/2006/main">
              <a:ext uri="{FF2B5EF4-FFF2-40B4-BE49-F238E27FC236}">
                <a16:creationId xmlns:a16="http://schemas.microsoft.com/office/drawing/2014/main" id="{35B231D4-60F5-4EA4-B16B-ACFF62414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4420" y="8133786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6" name="path-5214">
            <a:extLst xmlns:a="http://schemas.openxmlformats.org/drawingml/2006/main">
              <a:ext uri="{FF2B5EF4-FFF2-40B4-BE49-F238E27FC236}">
                <a16:creationId xmlns:a16="http://schemas.microsoft.com/office/drawing/2014/main" id="{98174D15-C1C0-426E-B006-B21778430A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6964" y="8142467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7" name="path-5215">
            <a:extLst xmlns:a="http://schemas.openxmlformats.org/drawingml/2006/main">
              <a:ext uri="{FF2B5EF4-FFF2-40B4-BE49-F238E27FC236}">
                <a16:creationId xmlns:a16="http://schemas.microsoft.com/office/drawing/2014/main" id="{D3737314-99DE-40A5-B41E-0FD6E01B7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2634" y="81504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8" name="path-5216">
            <a:extLst xmlns:a="http://schemas.openxmlformats.org/drawingml/2006/main">
              <a:ext uri="{FF2B5EF4-FFF2-40B4-BE49-F238E27FC236}">
                <a16:creationId xmlns:a16="http://schemas.microsoft.com/office/drawing/2014/main" id="{1E04C5B7-F183-408B-87CB-1BA69B9DC1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06120" y="812708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9" name="path-5217">
            <a:extLst xmlns:a="http://schemas.openxmlformats.org/drawingml/2006/main">
              <a:ext uri="{FF2B5EF4-FFF2-40B4-BE49-F238E27FC236}">
                <a16:creationId xmlns:a16="http://schemas.microsoft.com/office/drawing/2014/main" id="{8BB91B44-F1A4-4F17-953C-E6503ABDFA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4493" y="813797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0" name="path-5218">
            <a:extLst xmlns:a="http://schemas.openxmlformats.org/drawingml/2006/main">
              <a:ext uri="{FF2B5EF4-FFF2-40B4-BE49-F238E27FC236}">
                <a16:creationId xmlns:a16="http://schemas.microsoft.com/office/drawing/2014/main" id="{5A34EB74-DE17-4FEB-B63F-231F3398C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8441" y="815120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1" name="path-5219">
            <a:extLst xmlns:a="http://schemas.openxmlformats.org/drawingml/2006/main">
              <a:ext uri="{FF2B5EF4-FFF2-40B4-BE49-F238E27FC236}">
                <a16:creationId xmlns:a16="http://schemas.microsoft.com/office/drawing/2014/main" id="{5A60B9E9-A074-4872-B775-6B8CFE4C4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6159" y="81088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2" name="path-5220">
            <a:extLst xmlns:a="http://schemas.openxmlformats.org/drawingml/2006/main">
              <a:ext uri="{FF2B5EF4-FFF2-40B4-BE49-F238E27FC236}">
                <a16:creationId xmlns:a16="http://schemas.microsoft.com/office/drawing/2014/main" id="{C7780CDE-8762-4280-AC42-B62CDD924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6020" y="81616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3" name="path-5221">
            <a:extLst xmlns:a="http://schemas.openxmlformats.org/drawingml/2006/main">
              <a:ext uri="{FF2B5EF4-FFF2-40B4-BE49-F238E27FC236}">
                <a16:creationId xmlns:a16="http://schemas.microsoft.com/office/drawing/2014/main" id="{98EC8B5A-192D-499F-937F-F56E922D3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6883" y="816231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4" name="path-5222">
            <a:extLst xmlns:a="http://schemas.openxmlformats.org/drawingml/2006/main">
              <a:ext uri="{FF2B5EF4-FFF2-40B4-BE49-F238E27FC236}">
                <a16:creationId xmlns:a16="http://schemas.microsoft.com/office/drawing/2014/main" id="{4B863131-880F-431E-99D7-3458DCEA8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0892" y="8132692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5" name="path-5223">
            <a:extLst xmlns:a="http://schemas.openxmlformats.org/drawingml/2006/main">
              <a:ext uri="{FF2B5EF4-FFF2-40B4-BE49-F238E27FC236}">
                <a16:creationId xmlns:a16="http://schemas.microsoft.com/office/drawing/2014/main" id="{F46E7961-BB7B-4887-B04F-8B6E678C75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81963" y="8134871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6" name="path-5224">
            <a:extLst xmlns:a="http://schemas.openxmlformats.org/drawingml/2006/main">
              <a:ext uri="{FF2B5EF4-FFF2-40B4-BE49-F238E27FC236}">
                <a16:creationId xmlns:a16="http://schemas.microsoft.com/office/drawing/2014/main" id="{9B45ED61-53B3-4A12-9FFE-F22A5C719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3359" y="812408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7" name="path-5225">
            <a:extLst xmlns:a="http://schemas.openxmlformats.org/drawingml/2006/main">
              <a:ext uri="{FF2B5EF4-FFF2-40B4-BE49-F238E27FC236}">
                <a16:creationId xmlns:a16="http://schemas.microsoft.com/office/drawing/2014/main" id="{1CE9701C-B9E9-4FDD-B5C0-D1BCA4F80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2789" y="814213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8" name="path-5226">
            <a:extLst xmlns:a="http://schemas.openxmlformats.org/drawingml/2006/main">
              <a:ext uri="{FF2B5EF4-FFF2-40B4-BE49-F238E27FC236}">
                <a16:creationId xmlns:a16="http://schemas.microsoft.com/office/drawing/2014/main" id="{869B7F70-D4EF-4B8B-9AE3-C6CC76CA91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6550" y="8119729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9" name="path-5227">
            <a:extLst xmlns:a="http://schemas.openxmlformats.org/drawingml/2006/main">
              <a:ext uri="{FF2B5EF4-FFF2-40B4-BE49-F238E27FC236}">
                <a16:creationId xmlns:a16="http://schemas.microsoft.com/office/drawing/2014/main" id="{7DBD27D0-FD8F-4087-AE33-5DFE7AA33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63526" y="81568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0" name="path-5228">
            <a:extLst xmlns:a="http://schemas.openxmlformats.org/drawingml/2006/main">
              <a:ext uri="{FF2B5EF4-FFF2-40B4-BE49-F238E27FC236}">
                <a16:creationId xmlns:a16="http://schemas.microsoft.com/office/drawing/2014/main" id="{F39CC85A-CB8A-4D52-9FE5-04B5963ED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71434" y="81308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1" name="path-5229">
            <a:extLst xmlns:a="http://schemas.openxmlformats.org/drawingml/2006/main">
              <a:ext uri="{FF2B5EF4-FFF2-40B4-BE49-F238E27FC236}">
                <a16:creationId xmlns:a16="http://schemas.microsoft.com/office/drawing/2014/main" id="{8A2D2314-DC0C-477A-AE96-7047AA6C9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1521" y="8145045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2" name="path-5230">
            <a:extLst xmlns:a="http://schemas.openxmlformats.org/drawingml/2006/main">
              <a:ext uri="{FF2B5EF4-FFF2-40B4-BE49-F238E27FC236}">
                <a16:creationId xmlns:a16="http://schemas.microsoft.com/office/drawing/2014/main" id="{E8CE7F02-E9CF-4F65-8543-1D0E9BB23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8539" y="8134134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3" name="path-5231">
            <a:extLst xmlns:a="http://schemas.openxmlformats.org/drawingml/2006/main">
              <a:ext uri="{FF2B5EF4-FFF2-40B4-BE49-F238E27FC236}">
                <a16:creationId xmlns:a16="http://schemas.microsoft.com/office/drawing/2014/main" id="{FDB5EED1-6CA0-4602-97CC-F14246E42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3061" y="81189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4" name="path-5232">
            <a:extLst xmlns:a="http://schemas.openxmlformats.org/drawingml/2006/main">
              <a:ext uri="{FF2B5EF4-FFF2-40B4-BE49-F238E27FC236}">
                <a16:creationId xmlns:a16="http://schemas.microsoft.com/office/drawing/2014/main" id="{FAF2A771-C21E-48EE-9C7E-CB56BE2C1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77939" y="81568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5" name="path-5233">
            <a:extLst xmlns:a="http://schemas.openxmlformats.org/drawingml/2006/main">
              <a:ext uri="{FF2B5EF4-FFF2-40B4-BE49-F238E27FC236}">
                <a16:creationId xmlns:a16="http://schemas.microsoft.com/office/drawing/2014/main" id="{8C6E7246-4DC8-4248-9B3F-546A1EB77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6891" y="8161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6" name="path-5234">
            <a:extLst xmlns:a="http://schemas.openxmlformats.org/drawingml/2006/main">
              <a:ext uri="{FF2B5EF4-FFF2-40B4-BE49-F238E27FC236}">
                <a16:creationId xmlns:a16="http://schemas.microsoft.com/office/drawing/2014/main" id="{8163D1E7-4000-40D5-8C2E-09C5F618F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8818" y="818365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7" name="path-5235">
            <a:extLst xmlns:a="http://schemas.openxmlformats.org/drawingml/2006/main">
              <a:ext uri="{FF2B5EF4-FFF2-40B4-BE49-F238E27FC236}">
                <a16:creationId xmlns:a16="http://schemas.microsoft.com/office/drawing/2014/main" id="{32DC2DE6-8F32-4F40-8F2B-0394327FB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5955" y="81543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8" name="path-5236">
            <a:extLst xmlns:a="http://schemas.openxmlformats.org/drawingml/2006/main">
              <a:ext uri="{FF2B5EF4-FFF2-40B4-BE49-F238E27FC236}">
                <a16:creationId xmlns:a16="http://schemas.microsoft.com/office/drawing/2014/main" id="{796334B7-0947-428D-B526-D3FF35A77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1895" y="81381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9" name="path-5237">
            <a:extLst xmlns:a="http://schemas.openxmlformats.org/drawingml/2006/main">
              <a:ext uri="{FF2B5EF4-FFF2-40B4-BE49-F238E27FC236}">
                <a16:creationId xmlns:a16="http://schemas.microsoft.com/office/drawing/2014/main" id="{768FDCC1-8252-49AC-B55A-556F80E79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5390" y="8119140"/>
            <a:ext cx="90858" cy="90858"/>
          </a:xfrm>
          <a:custGeom xmlns:a="http://schemas.openxmlformats.org/drawingml/2006/main">
            <a:pathLst>
              <a:path w="77655" h="77655">
                <a:moveTo>
                  <a:pt x="38828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4" y="59002"/>
                  <a:pt x="77655" y="49125"/>
                  <a:pt x="77655" y="38827"/>
                </a:cubicBezTo>
                <a:cubicBezTo>
                  <a:pt x="77655" y="28531"/>
                  <a:pt x="73564" y="18654"/>
                  <a:pt x="66283" y="11373"/>
                </a:cubicBezTo>
                <a:cubicBezTo>
                  <a:pt x="59002" y="4091"/>
                  <a:pt x="49125" y="0"/>
                  <a:pt x="38828" y="0"/>
                </a:cubicBezTo>
                <a:cubicBezTo>
                  <a:pt x="28531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1" y="77655"/>
                  <a:pt x="38828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0" name="path-5238">
            <a:extLst xmlns:a="http://schemas.openxmlformats.org/drawingml/2006/main">
              <a:ext uri="{FF2B5EF4-FFF2-40B4-BE49-F238E27FC236}">
                <a16:creationId xmlns:a16="http://schemas.microsoft.com/office/drawing/2014/main" id="{B61717F6-BE9A-4722-8288-3F6DBC6E8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4738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0" y="186212"/>
                </a:moveTo>
                <a:lnTo>
                  <a:pt x="186211" y="186212"/>
                </a:lnTo>
                <a:lnTo>
                  <a:pt x="186211" y="0"/>
                </a:lnTo>
                <a:lnTo>
                  <a:pt x="0" y="0"/>
                </a:lnTo>
                <a:lnTo>
                  <a:pt x="0" y="186212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1" name="path-5239">
            <a:extLst xmlns:a="http://schemas.openxmlformats.org/drawingml/2006/main">
              <a:ext uri="{FF2B5EF4-FFF2-40B4-BE49-F238E27FC236}">
                <a16:creationId xmlns:a16="http://schemas.microsoft.com/office/drawing/2014/main" id="{4C673206-1943-4CFE-8FE7-D5A6D3B2C6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0372" y="8066032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2" name="path-5240">
            <a:extLst xmlns:a="http://schemas.openxmlformats.org/drawingml/2006/main">
              <a:ext uri="{FF2B5EF4-FFF2-40B4-BE49-F238E27FC236}">
                <a16:creationId xmlns:a16="http://schemas.microsoft.com/office/drawing/2014/main" id="{B1007D80-B218-417E-8A42-15F3BB432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33871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0" y="186212"/>
                </a:moveTo>
                <a:lnTo>
                  <a:pt x="186211" y="186212"/>
                </a:lnTo>
                <a:lnTo>
                  <a:pt x="186211" y="0"/>
                </a:lnTo>
                <a:lnTo>
                  <a:pt x="0" y="0"/>
                </a:lnTo>
                <a:lnTo>
                  <a:pt x="0" y="186212"/>
                </a:lnTo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3" name="path-5241">
            <a:extLst xmlns:a="http://schemas.openxmlformats.org/drawingml/2006/main">
              <a:ext uri="{FF2B5EF4-FFF2-40B4-BE49-F238E27FC236}">
                <a16:creationId xmlns:a16="http://schemas.microsoft.com/office/drawing/2014/main" id="{1D7E6331-8B50-4B2D-B663-B9537DBBC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505" y="8066032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4" name="path-5242">
            <a:extLst xmlns:a="http://schemas.openxmlformats.org/drawingml/2006/main">
              <a:ext uri="{FF2B5EF4-FFF2-40B4-BE49-F238E27FC236}">
                <a16:creationId xmlns:a16="http://schemas.microsoft.com/office/drawing/2014/main" id="{5536A143-938E-4BBE-92F1-7E6EEDA40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65173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93105" y="0"/>
                </a:moveTo>
                <a:lnTo>
                  <a:pt x="0" y="186212"/>
                </a:lnTo>
                <a:lnTo>
                  <a:pt x="186211" y="186212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5" name="path-5243">
            <a:extLst xmlns:a="http://schemas.openxmlformats.org/drawingml/2006/main">
              <a:ext uri="{FF2B5EF4-FFF2-40B4-BE49-F238E27FC236}">
                <a16:creationId xmlns:a16="http://schemas.microsoft.com/office/drawing/2014/main" id="{77F2D4AE-7083-4C57-A6FE-C3B9E4413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1928" y="8048275"/>
            <a:ext cx="264360" cy="264360"/>
          </a:xfrm>
          <a:custGeom xmlns:a="http://schemas.openxmlformats.org/drawingml/2006/main">
            <a:pathLst>
              <a:path w="225945" h="225945">
                <a:moveTo>
                  <a:pt x="112972" y="27455"/>
                </a:moveTo>
                <a:lnTo>
                  <a:pt x="123954" y="21964"/>
                </a:lnTo>
                <a:lnTo>
                  <a:pt x="112972" y="0"/>
                </a:lnTo>
                <a:lnTo>
                  <a:pt x="101990" y="21964"/>
                </a:lnTo>
                <a:lnTo>
                  <a:pt x="112972" y="27455"/>
                </a:lnTo>
                <a:moveTo>
                  <a:pt x="19867" y="213667"/>
                </a:moveTo>
                <a:lnTo>
                  <a:pt x="8885" y="208176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06078" y="225945"/>
                </a:lnTo>
                <a:lnTo>
                  <a:pt x="225945" y="225945"/>
                </a:lnTo>
                <a:lnTo>
                  <a:pt x="217060" y="208176"/>
                </a:lnTo>
                <a:lnTo>
                  <a:pt x="206078" y="213667"/>
                </a:lnTo>
                <a:moveTo>
                  <a:pt x="112972" y="27455"/>
                </a:moveTo>
                <a:lnTo>
                  <a:pt x="101990" y="21964"/>
                </a:lnTo>
                <a:lnTo>
                  <a:pt x="8885" y="208176"/>
                </a:lnTo>
                <a:lnTo>
                  <a:pt x="19867" y="213667"/>
                </a:lnTo>
                <a:lnTo>
                  <a:pt x="30849" y="219158"/>
                </a:lnTo>
                <a:lnTo>
                  <a:pt x="123954" y="32947"/>
                </a:lnTo>
                <a:lnTo>
                  <a:pt x="112972" y="27455"/>
                </a:lnTo>
                <a:moveTo>
                  <a:pt x="19867" y="213667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7"/>
                </a:lnTo>
                <a:lnTo>
                  <a:pt x="206078" y="201389"/>
                </a:lnTo>
                <a:lnTo>
                  <a:pt x="19867" y="201389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17060" y="208176"/>
                </a:lnTo>
                <a:lnTo>
                  <a:pt x="123954" y="21964"/>
                </a:lnTo>
                <a:lnTo>
                  <a:pt x="112972" y="27455"/>
                </a:lnTo>
                <a:lnTo>
                  <a:pt x="101990" y="32947"/>
                </a:lnTo>
                <a:lnTo>
                  <a:pt x="195096" y="219158"/>
                </a:lnTo>
                <a:lnTo>
                  <a:pt x="206078" y="2136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6" name="path-5244">
            <a:extLst xmlns:a="http://schemas.openxmlformats.org/drawingml/2006/main">
              <a:ext uri="{FF2B5EF4-FFF2-40B4-BE49-F238E27FC236}">
                <a16:creationId xmlns:a16="http://schemas.microsoft.com/office/drawing/2014/main" id="{771DC982-DAA0-497E-A999-6E0452B6E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6040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93105" y="0"/>
                </a:moveTo>
                <a:lnTo>
                  <a:pt x="0" y="186212"/>
                </a:lnTo>
                <a:lnTo>
                  <a:pt x="186211" y="186212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7" name="path-5245">
            <a:extLst xmlns:a="http://schemas.openxmlformats.org/drawingml/2006/main">
              <a:ext uri="{FF2B5EF4-FFF2-40B4-BE49-F238E27FC236}">
                <a16:creationId xmlns:a16="http://schemas.microsoft.com/office/drawing/2014/main" id="{A79D96E4-F107-4270-B84C-149E34EC5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62796" y="8048275"/>
            <a:ext cx="264360" cy="264360"/>
          </a:xfrm>
          <a:custGeom xmlns:a="http://schemas.openxmlformats.org/drawingml/2006/main">
            <a:pathLst>
              <a:path w="225945" h="225945">
                <a:moveTo>
                  <a:pt x="112972" y="27455"/>
                </a:moveTo>
                <a:lnTo>
                  <a:pt x="123954" y="21964"/>
                </a:lnTo>
                <a:lnTo>
                  <a:pt x="112972" y="0"/>
                </a:lnTo>
                <a:lnTo>
                  <a:pt x="101990" y="21964"/>
                </a:lnTo>
                <a:lnTo>
                  <a:pt x="112972" y="27455"/>
                </a:lnTo>
                <a:moveTo>
                  <a:pt x="19867" y="213667"/>
                </a:moveTo>
                <a:lnTo>
                  <a:pt x="8885" y="208176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06078" y="225945"/>
                </a:lnTo>
                <a:lnTo>
                  <a:pt x="225945" y="225945"/>
                </a:lnTo>
                <a:lnTo>
                  <a:pt x="217060" y="208176"/>
                </a:lnTo>
                <a:lnTo>
                  <a:pt x="206078" y="213667"/>
                </a:lnTo>
                <a:moveTo>
                  <a:pt x="112972" y="27455"/>
                </a:moveTo>
                <a:lnTo>
                  <a:pt x="101990" y="21964"/>
                </a:lnTo>
                <a:lnTo>
                  <a:pt x="8885" y="208176"/>
                </a:lnTo>
                <a:lnTo>
                  <a:pt x="19867" y="213667"/>
                </a:lnTo>
                <a:lnTo>
                  <a:pt x="30849" y="219158"/>
                </a:lnTo>
                <a:lnTo>
                  <a:pt x="123954" y="32947"/>
                </a:lnTo>
                <a:lnTo>
                  <a:pt x="112972" y="27455"/>
                </a:lnTo>
                <a:moveTo>
                  <a:pt x="19867" y="213667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7"/>
                </a:lnTo>
                <a:lnTo>
                  <a:pt x="206078" y="201389"/>
                </a:lnTo>
                <a:lnTo>
                  <a:pt x="19867" y="201389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17060" y="208176"/>
                </a:lnTo>
                <a:lnTo>
                  <a:pt x="123954" y="21964"/>
                </a:lnTo>
                <a:lnTo>
                  <a:pt x="112972" y="27455"/>
                </a:lnTo>
                <a:lnTo>
                  <a:pt x="101990" y="32947"/>
                </a:lnTo>
                <a:lnTo>
                  <a:pt x="195096" y="219158"/>
                </a:lnTo>
                <a:lnTo>
                  <a:pt x="206078" y="2136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8" name="path-5246">
            <a:extLst xmlns:a="http://schemas.openxmlformats.org/drawingml/2006/main">
              <a:ext uri="{FF2B5EF4-FFF2-40B4-BE49-F238E27FC236}">
                <a16:creationId xmlns:a16="http://schemas.microsoft.com/office/drawing/2014/main" id="{510A277A-8589-431E-8F7B-C433B0596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0193" y="8415595"/>
            <a:ext cx="106398" cy="118519"/>
          </a:xfrm>
          <a:custGeom xmlns:a="http://schemas.openxmlformats.org/drawingml/2006/main">
            <a:pathLst>
              <a:path w="90937" h="101297">
                <a:moveTo>
                  <a:pt x="90937" y="92088"/>
                </a:moveTo>
                <a:lnTo>
                  <a:pt x="90937" y="82879"/>
                </a:lnTo>
                <a:lnTo>
                  <a:pt x="36836" y="82879"/>
                </a:lnTo>
                <a:lnTo>
                  <a:pt x="27540" y="80365"/>
                </a:lnTo>
                <a:lnTo>
                  <a:pt x="20932" y="73757"/>
                </a:lnTo>
                <a:lnTo>
                  <a:pt x="18418" y="64462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64462"/>
                </a:lnTo>
                <a:lnTo>
                  <a:pt x="2895" y="78800"/>
                </a:lnTo>
                <a:lnTo>
                  <a:pt x="10789" y="90508"/>
                </a:lnTo>
                <a:lnTo>
                  <a:pt x="22497" y="98402"/>
                </a:lnTo>
                <a:lnTo>
                  <a:pt x="36835" y="101297"/>
                </a:lnTo>
                <a:lnTo>
                  <a:pt x="90937" y="101297"/>
                </a:lnTo>
                <a:lnTo>
                  <a:pt x="90937" y="9208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9" name="path-5247">
            <a:extLst xmlns:a="http://schemas.openxmlformats.org/drawingml/2006/main">
              <a:ext uri="{FF2B5EF4-FFF2-40B4-BE49-F238E27FC236}">
                <a16:creationId xmlns:a16="http://schemas.microsoft.com/office/drawing/2014/main" id="{E172D8CA-CD8D-4CA6-992A-7317E23F0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0193" y="8113910"/>
            <a:ext cx="21549" cy="150843"/>
          </a:xfrm>
          <a:custGeom xmlns:a="http://schemas.openxmlformats.org/drawingml/2006/main">
            <a:pathLst>
              <a:path w="18418" h="128923">
                <a:moveTo>
                  <a:pt x="9209" y="128923"/>
                </a:moveTo>
                <a:lnTo>
                  <a:pt x="18418" y="128923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0" name="path-5248">
            <a:extLst xmlns:a="http://schemas.openxmlformats.org/drawingml/2006/main">
              <a:ext uri="{FF2B5EF4-FFF2-40B4-BE49-F238E27FC236}">
                <a16:creationId xmlns:a16="http://schemas.microsoft.com/office/drawing/2014/main" id="{EDC7AC88-CBDD-46D1-A674-D5DFCF2BA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50193" y="7844548"/>
            <a:ext cx="106398" cy="118519"/>
          </a:xfrm>
          <a:custGeom xmlns:a="http://schemas.openxmlformats.org/drawingml/2006/main">
            <a:pathLst>
              <a:path w="90937" h="101297">
                <a:moveTo>
                  <a:pt x="9209" y="101297"/>
                </a:moveTo>
                <a:lnTo>
                  <a:pt x="18418" y="101297"/>
                </a:lnTo>
                <a:lnTo>
                  <a:pt x="18418" y="36836"/>
                </a:lnTo>
                <a:lnTo>
                  <a:pt x="20932" y="27540"/>
                </a:lnTo>
                <a:lnTo>
                  <a:pt x="27540" y="20932"/>
                </a:lnTo>
                <a:lnTo>
                  <a:pt x="36835" y="18418"/>
                </a:lnTo>
                <a:lnTo>
                  <a:pt x="90937" y="18418"/>
                </a:lnTo>
                <a:lnTo>
                  <a:pt x="90937" y="9209"/>
                </a:lnTo>
                <a:lnTo>
                  <a:pt x="90937" y="0"/>
                </a:lnTo>
                <a:lnTo>
                  <a:pt x="36835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8"/>
                </a:lnTo>
                <a:lnTo>
                  <a:pt x="0" y="36836"/>
                </a:lnTo>
                <a:lnTo>
                  <a:pt x="0" y="101297"/>
                </a:lnTo>
                <a:lnTo>
                  <a:pt x="9209" y="101297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1" name="path-5249">
            <a:extLst xmlns:a="http://schemas.openxmlformats.org/drawingml/2006/main">
              <a:ext uri="{FF2B5EF4-FFF2-40B4-BE49-F238E27FC236}">
                <a16:creationId xmlns:a16="http://schemas.microsoft.com/office/drawing/2014/main" id="{4C0FA81D-F472-4FDC-932D-3372ACF3E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3191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2" name="path-5250">
            <a:extLst xmlns:a="http://schemas.openxmlformats.org/drawingml/2006/main">
              <a:ext uri="{FF2B5EF4-FFF2-40B4-BE49-F238E27FC236}">
                <a16:creationId xmlns:a16="http://schemas.microsoft.com/office/drawing/2014/main" id="{F012D8AF-47F2-4C92-A524-1889996B1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36390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3" name="path-5251">
            <a:extLst xmlns:a="http://schemas.openxmlformats.org/drawingml/2006/main">
              <a:ext uri="{FF2B5EF4-FFF2-40B4-BE49-F238E27FC236}">
                <a16:creationId xmlns:a16="http://schemas.microsoft.com/office/drawing/2014/main" id="{3B98A177-59C9-4DBD-86A8-475A07C45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9591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4" name="path-5252">
            <a:extLst xmlns:a="http://schemas.openxmlformats.org/drawingml/2006/main">
              <a:ext uri="{FF2B5EF4-FFF2-40B4-BE49-F238E27FC236}">
                <a16:creationId xmlns:a16="http://schemas.microsoft.com/office/drawing/2014/main" id="{A5BE02EA-EDC0-495A-A937-6B206EA62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2791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5" name="path-5253">
            <a:extLst xmlns:a="http://schemas.openxmlformats.org/drawingml/2006/main">
              <a:ext uri="{FF2B5EF4-FFF2-40B4-BE49-F238E27FC236}">
                <a16:creationId xmlns:a16="http://schemas.microsoft.com/office/drawing/2014/main" id="{730AF33A-1E34-4BEA-AE9D-D89B25EF5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991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6" name="path-5254">
            <a:extLst xmlns:a="http://schemas.openxmlformats.org/drawingml/2006/main">
              <a:ext uri="{FF2B5EF4-FFF2-40B4-BE49-F238E27FC236}">
                <a16:creationId xmlns:a16="http://schemas.microsoft.com/office/drawing/2014/main" id="{148FBE85-07CF-44C3-9A43-7D75A970CB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9191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7" name="path-5255">
            <a:extLst xmlns:a="http://schemas.openxmlformats.org/drawingml/2006/main">
              <a:ext uri="{FF2B5EF4-FFF2-40B4-BE49-F238E27FC236}">
                <a16:creationId xmlns:a16="http://schemas.microsoft.com/office/drawing/2014/main" id="{38E03C9E-E607-4E3E-8F14-D362DED15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02390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18418"/>
                </a:move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8" name="path-5256">
            <a:extLst xmlns:a="http://schemas.openxmlformats.org/drawingml/2006/main">
              <a:ext uri="{FF2B5EF4-FFF2-40B4-BE49-F238E27FC236}">
                <a16:creationId xmlns:a16="http://schemas.microsoft.com/office/drawing/2014/main" id="{9A3CE270-85C3-4F62-AD8A-F6F689552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5590" y="7844548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9" name="path-5257">
            <a:extLst xmlns:a="http://schemas.openxmlformats.org/drawingml/2006/main">
              <a:ext uri="{FF2B5EF4-FFF2-40B4-BE49-F238E27FC236}">
                <a16:creationId xmlns:a16="http://schemas.microsoft.com/office/drawing/2014/main" id="{FAF22993-13FB-4865-B395-B617C3BF4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8791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0" name="path-5258">
            <a:extLst xmlns:a="http://schemas.openxmlformats.org/drawingml/2006/main">
              <a:ext uri="{FF2B5EF4-FFF2-40B4-BE49-F238E27FC236}">
                <a16:creationId xmlns:a16="http://schemas.microsoft.com/office/drawing/2014/main" id="{33E236DB-B184-407E-B3D8-4F9619A1E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61990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1" name="path-5259">
            <a:extLst xmlns:a="http://schemas.openxmlformats.org/drawingml/2006/main">
              <a:ext uri="{FF2B5EF4-FFF2-40B4-BE49-F238E27FC236}">
                <a16:creationId xmlns:a16="http://schemas.microsoft.com/office/drawing/2014/main" id="{4AAA4E09-533E-4E5B-AB7D-6E92D04DC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15191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18418"/>
                </a:move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2" name="path-5260">
            <a:extLst xmlns:a="http://schemas.openxmlformats.org/drawingml/2006/main">
              <a:ext uri="{FF2B5EF4-FFF2-40B4-BE49-F238E27FC236}">
                <a16:creationId xmlns:a16="http://schemas.microsoft.com/office/drawing/2014/main" id="{43BCEDD0-763A-4B5C-A172-D80DFA5C6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8390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18418"/>
                </a:move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3" name="path-5261">
            <a:extLst xmlns:a="http://schemas.openxmlformats.org/drawingml/2006/main">
              <a:ext uri="{FF2B5EF4-FFF2-40B4-BE49-F238E27FC236}">
                <a16:creationId xmlns:a16="http://schemas.microsoft.com/office/drawing/2014/main" id="{8DFC1164-6518-41E4-A360-528F37FB2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1591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4" name="path-5262">
            <a:extLst xmlns:a="http://schemas.openxmlformats.org/drawingml/2006/main">
              <a:ext uri="{FF2B5EF4-FFF2-40B4-BE49-F238E27FC236}">
                <a16:creationId xmlns:a16="http://schemas.microsoft.com/office/drawing/2014/main" id="{62C816B1-0C69-4C84-AD4C-B2805E1BF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4790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5" name="path-5263">
            <a:extLst xmlns:a="http://schemas.openxmlformats.org/drawingml/2006/main">
              <a:ext uri="{FF2B5EF4-FFF2-40B4-BE49-F238E27FC236}">
                <a16:creationId xmlns:a16="http://schemas.microsoft.com/office/drawing/2014/main" id="{1CF6600D-67AE-4A28-A3C7-5F2E27E0C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7990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6" name="path-5264">
            <a:extLst xmlns:a="http://schemas.openxmlformats.org/drawingml/2006/main">
              <a:ext uri="{FF2B5EF4-FFF2-40B4-BE49-F238E27FC236}">
                <a16:creationId xmlns:a16="http://schemas.microsoft.com/office/drawing/2014/main" id="{CA27219D-6BA1-43B6-AD42-63A5E683A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1191" y="7844548"/>
            <a:ext cx="106398" cy="118519"/>
          </a:xfrm>
          <a:custGeom xmlns:a="http://schemas.openxmlformats.org/drawingml/2006/main">
            <a:pathLst>
              <a:path w="90937" h="101297">
                <a:moveTo>
                  <a:pt x="0" y="9209"/>
                </a:moveTo>
                <a:lnTo>
                  <a:pt x="0" y="18418"/>
                </a:lnTo>
                <a:lnTo>
                  <a:pt x="54102" y="18418"/>
                </a:lnTo>
                <a:lnTo>
                  <a:pt x="63397" y="20932"/>
                </a:lnTo>
                <a:lnTo>
                  <a:pt x="70004" y="27540"/>
                </a:lnTo>
                <a:lnTo>
                  <a:pt x="72519" y="36836"/>
                </a:lnTo>
                <a:lnTo>
                  <a:pt x="72519" y="101297"/>
                </a:lnTo>
                <a:lnTo>
                  <a:pt x="81728" y="101297"/>
                </a:lnTo>
                <a:lnTo>
                  <a:pt x="90937" y="101297"/>
                </a:lnTo>
                <a:lnTo>
                  <a:pt x="90937" y="36836"/>
                </a:lnTo>
                <a:lnTo>
                  <a:pt x="88043" y="22498"/>
                </a:lnTo>
                <a:lnTo>
                  <a:pt x="80148" y="10789"/>
                </a:lnTo>
                <a:lnTo>
                  <a:pt x="68439" y="2895"/>
                </a:lnTo>
                <a:lnTo>
                  <a:pt x="54101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7" name="path-5265">
            <a:extLst xmlns:a="http://schemas.openxmlformats.org/drawingml/2006/main">
              <a:ext uri="{FF2B5EF4-FFF2-40B4-BE49-F238E27FC236}">
                <a16:creationId xmlns:a16="http://schemas.microsoft.com/office/drawing/2014/main" id="{2ED49A06-AFFF-406D-91E0-E50766F66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6039" y="8113910"/>
            <a:ext cx="21550" cy="150843"/>
          </a:xfrm>
          <a:custGeom xmlns:a="http://schemas.openxmlformats.org/drawingml/2006/main">
            <a:pathLst>
              <a:path w="18418" h="128923">
                <a:moveTo>
                  <a:pt x="18418" y="128923"/>
                </a:move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lnTo>
                  <a:pt x="18418" y="128923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8" name="path-5266">
            <a:extLst xmlns:a="http://schemas.openxmlformats.org/drawingml/2006/main">
              <a:ext uri="{FF2B5EF4-FFF2-40B4-BE49-F238E27FC236}">
                <a16:creationId xmlns:a16="http://schemas.microsoft.com/office/drawing/2014/main" id="{E6B5561B-0EE9-4570-931A-CF9242681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81191" y="8415595"/>
            <a:ext cx="106398" cy="118519"/>
          </a:xfrm>
          <a:custGeom xmlns:a="http://schemas.openxmlformats.org/drawingml/2006/main">
            <a:pathLst>
              <a:path w="90937" h="101297">
                <a:moveTo>
                  <a:pt x="81728" y="0"/>
                </a:moveTo>
                <a:lnTo>
                  <a:pt x="72519" y="0"/>
                </a:lnTo>
                <a:lnTo>
                  <a:pt x="72519" y="64462"/>
                </a:lnTo>
                <a:lnTo>
                  <a:pt x="70004" y="73757"/>
                </a:lnTo>
                <a:lnTo>
                  <a:pt x="63397" y="80365"/>
                </a:lnTo>
                <a:lnTo>
                  <a:pt x="54102" y="82879"/>
                </a:lnTo>
                <a:lnTo>
                  <a:pt x="0" y="82879"/>
                </a:lnTo>
                <a:lnTo>
                  <a:pt x="0" y="92088"/>
                </a:lnTo>
                <a:lnTo>
                  <a:pt x="0" y="101297"/>
                </a:lnTo>
                <a:lnTo>
                  <a:pt x="54101" y="101297"/>
                </a:lnTo>
                <a:lnTo>
                  <a:pt x="68439" y="98402"/>
                </a:lnTo>
                <a:lnTo>
                  <a:pt x="80148" y="90508"/>
                </a:lnTo>
                <a:lnTo>
                  <a:pt x="88043" y="78800"/>
                </a:lnTo>
                <a:lnTo>
                  <a:pt x="90937" y="64462"/>
                </a:lnTo>
                <a:lnTo>
                  <a:pt x="90937" y="0"/>
                </a:lnTo>
                <a:lnTo>
                  <a:pt x="81728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9" name="path-5267">
            <a:extLst xmlns:a="http://schemas.openxmlformats.org/drawingml/2006/main">
              <a:ext uri="{FF2B5EF4-FFF2-40B4-BE49-F238E27FC236}">
                <a16:creationId xmlns:a16="http://schemas.microsoft.com/office/drawing/2014/main" id="{25BFCB3C-4E05-4BFD-8BE6-2C0042196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27990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0" name="path-5268">
            <a:extLst xmlns:a="http://schemas.openxmlformats.org/drawingml/2006/main">
              <a:ext uri="{FF2B5EF4-FFF2-40B4-BE49-F238E27FC236}">
                <a16:creationId xmlns:a16="http://schemas.microsoft.com/office/drawing/2014/main" id="{003A70F9-E751-414F-B1FF-1CD624EB5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4790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1" name="path-5269">
            <a:extLst xmlns:a="http://schemas.openxmlformats.org/drawingml/2006/main">
              <a:ext uri="{FF2B5EF4-FFF2-40B4-BE49-F238E27FC236}">
                <a16:creationId xmlns:a16="http://schemas.microsoft.com/office/drawing/2014/main" id="{F141AAB2-73B4-42A0-AF99-4AFD7319E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1591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2" name="path-5270">
            <a:extLst xmlns:a="http://schemas.openxmlformats.org/drawingml/2006/main">
              <a:ext uri="{FF2B5EF4-FFF2-40B4-BE49-F238E27FC236}">
                <a16:creationId xmlns:a16="http://schemas.microsoft.com/office/drawing/2014/main" id="{0789877D-3940-4D65-B393-2297F6A95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8390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3" name="path-5271">
            <a:extLst xmlns:a="http://schemas.openxmlformats.org/drawingml/2006/main">
              <a:ext uri="{FF2B5EF4-FFF2-40B4-BE49-F238E27FC236}">
                <a16:creationId xmlns:a16="http://schemas.microsoft.com/office/drawing/2014/main" id="{39698DA1-69AF-4FAC-8B6D-A33E14299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15191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4" name="path-5272">
            <a:extLst xmlns:a="http://schemas.openxmlformats.org/drawingml/2006/main">
              <a:ext uri="{FF2B5EF4-FFF2-40B4-BE49-F238E27FC236}">
                <a16:creationId xmlns:a16="http://schemas.microsoft.com/office/drawing/2014/main" id="{F9E44486-2D60-42BD-B27A-2F78A9DFC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61990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5" name="path-5273">
            <a:extLst xmlns:a="http://schemas.openxmlformats.org/drawingml/2006/main">
              <a:ext uri="{FF2B5EF4-FFF2-40B4-BE49-F238E27FC236}">
                <a16:creationId xmlns:a16="http://schemas.microsoft.com/office/drawing/2014/main" id="{53354B98-68B2-4664-B591-770866B934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08791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18418"/>
                </a:move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6" name="path-5274">
            <a:extLst xmlns:a="http://schemas.openxmlformats.org/drawingml/2006/main">
              <a:ext uri="{FF2B5EF4-FFF2-40B4-BE49-F238E27FC236}">
                <a16:creationId xmlns:a16="http://schemas.microsoft.com/office/drawing/2014/main" id="{7FCBA985-64BE-4DCF-A4B3-A8CCDD171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5590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7" name="path-5275">
            <a:extLst xmlns:a="http://schemas.openxmlformats.org/drawingml/2006/main">
              <a:ext uri="{FF2B5EF4-FFF2-40B4-BE49-F238E27FC236}">
                <a16:creationId xmlns:a16="http://schemas.microsoft.com/office/drawing/2014/main" id="{B21076DF-FF15-4361-A9DF-83E8505C6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02390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0"/>
                </a:move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8" name="path-5276">
            <a:extLst xmlns:a="http://schemas.openxmlformats.org/drawingml/2006/main">
              <a:ext uri="{FF2B5EF4-FFF2-40B4-BE49-F238E27FC236}">
                <a16:creationId xmlns:a16="http://schemas.microsoft.com/office/drawing/2014/main" id="{DF97C9B5-CA75-4325-8BA6-5595C5F88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9191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9" name="path-5277">
            <a:extLst xmlns:a="http://schemas.openxmlformats.org/drawingml/2006/main">
              <a:ext uri="{FF2B5EF4-FFF2-40B4-BE49-F238E27FC236}">
                <a16:creationId xmlns:a16="http://schemas.microsoft.com/office/drawing/2014/main" id="{87D4FAFB-4412-4DDD-BAFF-8204142EC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5991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0" name="path-5278">
            <a:extLst xmlns:a="http://schemas.openxmlformats.org/drawingml/2006/main">
              <a:ext uri="{FF2B5EF4-FFF2-40B4-BE49-F238E27FC236}">
                <a16:creationId xmlns:a16="http://schemas.microsoft.com/office/drawing/2014/main" id="{5FBE1AA1-E42D-4A4E-BD0E-EDBEEE948F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2791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1" name="path-5279">
            <a:extLst xmlns:a="http://schemas.openxmlformats.org/drawingml/2006/main">
              <a:ext uri="{FF2B5EF4-FFF2-40B4-BE49-F238E27FC236}">
                <a16:creationId xmlns:a16="http://schemas.microsoft.com/office/drawing/2014/main" id="{D77BCDF5-F565-4FBA-B50D-C8D0DFC09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9591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2" name="path-5280">
            <a:extLst xmlns:a="http://schemas.openxmlformats.org/drawingml/2006/main">
              <a:ext uri="{FF2B5EF4-FFF2-40B4-BE49-F238E27FC236}">
                <a16:creationId xmlns:a16="http://schemas.microsoft.com/office/drawing/2014/main" id="{F42F5486-FC4D-403C-81AF-8F66C1991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36390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3" name="path-5281">
            <a:extLst xmlns:a="http://schemas.openxmlformats.org/drawingml/2006/main">
              <a:ext uri="{FF2B5EF4-FFF2-40B4-BE49-F238E27FC236}">
                <a16:creationId xmlns:a16="http://schemas.microsoft.com/office/drawing/2014/main" id="{D269A36C-48E0-421F-AEA3-51196E0C1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3191" y="8512565"/>
            <a:ext cx="126600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4" name="path-5282">
            <a:extLst xmlns:a="http://schemas.openxmlformats.org/drawingml/2006/main">
              <a:ext uri="{FF2B5EF4-FFF2-40B4-BE49-F238E27FC236}">
                <a16:creationId xmlns:a16="http://schemas.microsoft.com/office/drawing/2014/main" id="{D3955A51-BD3E-40F4-8415-99B8D869A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4483" y="5401597"/>
            <a:ext cx="3778029" cy="365648"/>
          </a:xfrm>
          <a:custGeom xmlns:a="http://schemas.openxmlformats.org/drawingml/2006/main">
            <a:pathLst>
              <a:path w="3229034" h="312514">
                <a:moveTo>
                  <a:pt x="211874" y="0"/>
                </a:moveTo>
                <a:lnTo>
                  <a:pt x="192566" y="78598"/>
                </a:lnTo>
                <a:lnTo>
                  <a:pt x="186928" y="78598"/>
                </a:lnTo>
                <a:cubicBezTo>
                  <a:pt x="185675" y="66296"/>
                  <a:pt x="183453" y="56443"/>
                  <a:pt x="180264" y="49038"/>
                </a:cubicBezTo>
                <a:cubicBezTo>
                  <a:pt x="175480" y="38331"/>
                  <a:pt x="169101" y="30072"/>
                  <a:pt x="161127" y="24263"/>
                </a:cubicBezTo>
                <a:cubicBezTo>
                  <a:pt x="153267" y="18453"/>
                  <a:pt x="144724" y="15548"/>
                  <a:pt x="135497" y="15548"/>
                </a:cubicBezTo>
                <a:cubicBezTo>
                  <a:pt x="126612" y="15548"/>
                  <a:pt x="118809" y="18966"/>
                  <a:pt x="112088" y="25801"/>
                </a:cubicBezTo>
                <a:cubicBezTo>
                  <a:pt x="105482" y="32521"/>
                  <a:pt x="102178" y="40153"/>
                  <a:pt x="102178" y="48697"/>
                </a:cubicBezTo>
                <a:cubicBezTo>
                  <a:pt x="102178" y="57126"/>
                  <a:pt x="104456" y="65441"/>
                  <a:pt x="109013" y="73643"/>
                </a:cubicBezTo>
                <a:cubicBezTo>
                  <a:pt x="113683" y="81731"/>
                  <a:pt x="124619" y="93976"/>
                  <a:pt x="141819" y="110380"/>
                </a:cubicBezTo>
                <a:cubicBezTo>
                  <a:pt x="155602" y="123479"/>
                  <a:pt x="164829" y="134756"/>
                  <a:pt x="169499" y="144211"/>
                </a:cubicBezTo>
                <a:cubicBezTo>
                  <a:pt x="174284" y="153665"/>
                  <a:pt x="176676" y="163918"/>
                  <a:pt x="176676" y="174967"/>
                </a:cubicBezTo>
                <a:cubicBezTo>
                  <a:pt x="176676" y="187383"/>
                  <a:pt x="173372" y="198831"/>
                  <a:pt x="166765" y="209311"/>
                </a:cubicBezTo>
                <a:cubicBezTo>
                  <a:pt x="160159" y="219791"/>
                  <a:pt x="150533" y="227936"/>
                  <a:pt x="137889" y="233745"/>
                </a:cubicBezTo>
                <a:cubicBezTo>
                  <a:pt x="125359" y="239441"/>
                  <a:pt x="111120" y="242288"/>
                  <a:pt x="95172" y="242288"/>
                </a:cubicBezTo>
                <a:cubicBezTo>
                  <a:pt x="85376" y="242288"/>
                  <a:pt x="73017" y="240807"/>
                  <a:pt x="58094" y="237846"/>
                </a:cubicBezTo>
                <a:cubicBezTo>
                  <a:pt x="43286" y="234998"/>
                  <a:pt x="33433" y="233574"/>
                  <a:pt x="28535" y="233574"/>
                </a:cubicBezTo>
                <a:cubicBezTo>
                  <a:pt x="24662" y="233574"/>
                  <a:pt x="21187" y="234201"/>
                  <a:pt x="18111" y="235453"/>
                </a:cubicBezTo>
                <a:cubicBezTo>
                  <a:pt x="15036" y="236593"/>
                  <a:pt x="11220" y="238871"/>
                  <a:pt x="6664" y="242288"/>
                </a:cubicBezTo>
                <a:lnTo>
                  <a:pt x="0" y="242288"/>
                </a:lnTo>
                <a:lnTo>
                  <a:pt x="20675" y="153950"/>
                </a:lnTo>
                <a:lnTo>
                  <a:pt x="27167" y="153950"/>
                </a:lnTo>
                <a:cubicBezTo>
                  <a:pt x="28648" y="169442"/>
                  <a:pt x="31781" y="182656"/>
                  <a:pt x="36565" y="193592"/>
                </a:cubicBezTo>
                <a:cubicBezTo>
                  <a:pt x="41350" y="204413"/>
                  <a:pt x="48184" y="212899"/>
                  <a:pt x="57070" y="219051"/>
                </a:cubicBezTo>
                <a:cubicBezTo>
                  <a:pt x="65954" y="225088"/>
                  <a:pt x="76092" y="228107"/>
                  <a:pt x="87484" y="228107"/>
                </a:cubicBezTo>
                <a:cubicBezTo>
                  <a:pt x="98760" y="228107"/>
                  <a:pt x="108158" y="224404"/>
                  <a:pt x="115677" y="217000"/>
                </a:cubicBezTo>
                <a:cubicBezTo>
                  <a:pt x="123309" y="209482"/>
                  <a:pt x="127124" y="200711"/>
                  <a:pt x="127124" y="190687"/>
                </a:cubicBezTo>
                <a:cubicBezTo>
                  <a:pt x="127124" y="182143"/>
                  <a:pt x="124960" y="173942"/>
                  <a:pt x="120631" y="166082"/>
                </a:cubicBezTo>
                <a:cubicBezTo>
                  <a:pt x="116417" y="158222"/>
                  <a:pt x="106677" y="146774"/>
                  <a:pt x="91414" y="131738"/>
                </a:cubicBezTo>
                <a:cubicBezTo>
                  <a:pt x="76263" y="116702"/>
                  <a:pt x="65784" y="103260"/>
                  <a:pt x="59974" y="91414"/>
                </a:cubicBezTo>
                <a:cubicBezTo>
                  <a:pt x="55759" y="82642"/>
                  <a:pt x="53652" y="73301"/>
                  <a:pt x="53652" y="63391"/>
                </a:cubicBezTo>
                <a:cubicBezTo>
                  <a:pt x="53652" y="46191"/>
                  <a:pt x="60430" y="31325"/>
                  <a:pt x="73985" y="18795"/>
                </a:cubicBezTo>
                <a:cubicBezTo>
                  <a:pt x="87540" y="6265"/>
                  <a:pt x="105253" y="0"/>
                  <a:pt x="127124" y="0"/>
                </a:cubicBezTo>
                <a:cubicBezTo>
                  <a:pt x="137035" y="0"/>
                  <a:pt x="150077" y="2221"/>
                  <a:pt x="166253" y="6663"/>
                </a:cubicBezTo>
                <a:cubicBezTo>
                  <a:pt x="175707" y="9284"/>
                  <a:pt x="182371" y="10594"/>
                  <a:pt x="186244" y="10594"/>
                </a:cubicBezTo>
                <a:cubicBezTo>
                  <a:pt x="189548" y="10594"/>
                  <a:pt x="192509" y="9910"/>
                  <a:pt x="195129" y="8543"/>
                </a:cubicBezTo>
                <a:cubicBezTo>
                  <a:pt x="197749" y="7062"/>
                  <a:pt x="200825" y="4214"/>
                  <a:pt x="204356" y="0"/>
                </a:cubicBezTo>
                <a:lnTo>
                  <a:pt x="211874" y="0"/>
                </a:lnTo>
                <a:moveTo>
                  <a:pt x="302775" y="36907"/>
                </a:moveTo>
                <a:lnTo>
                  <a:pt x="289106" y="83382"/>
                </a:lnTo>
                <a:lnTo>
                  <a:pt x="311490" y="83382"/>
                </a:lnTo>
                <a:lnTo>
                  <a:pt x="305509" y="103032"/>
                </a:lnTo>
                <a:lnTo>
                  <a:pt x="283467" y="103032"/>
                </a:lnTo>
                <a:lnTo>
                  <a:pt x="254933" y="202135"/>
                </a:lnTo>
                <a:cubicBezTo>
                  <a:pt x="253110" y="208286"/>
                  <a:pt x="252199" y="212956"/>
                  <a:pt x="252199" y="216146"/>
                </a:cubicBezTo>
                <a:cubicBezTo>
                  <a:pt x="252199" y="217626"/>
                  <a:pt x="252711" y="218936"/>
                  <a:pt x="253736" y="220076"/>
                </a:cubicBezTo>
                <a:cubicBezTo>
                  <a:pt x="254762" y="221101"/>
                  <a:pt x="255901" y="221614"/>
                  <a:pt x="257154" y="221614"/>
                </a:cubicBezTo>
                <a:cubicBezTo>
                  <a:pt x="259090" y="221614"/>
                  <a:pt x="261084" y="220816"/>
                  <a:pt x="263134" y="219221"/>
                </a:cubicBezTo>
                <a:cubicBezTo>
                  <a:pt x="268374" y="215234"/>
                  <a:pt x="274468" y="208286"/>
                  <a:pt x="281417" y="198375"/>
                </a:cubicBezTo>
                <a:lnTo>
                  <a:pt x="287397" y="202135"/>
                </a:lnTo>
                <a:cubicBezTo>
                  <a:pt x="279537" y="215804"/>
                  <a:pt x="270880" y="225828"/>
                  <a:pt x="261426" y="232207"/>
                </a:cubicBezTo>
                <a:cubicBezTo>
                  <a:pt x="251971" y="238586"/>
                  <a:pt x="242687" y="241776"/>
                  <a:pt x="233575" y="241776"/>
                </a:cubicBezTo>
                <a:cubicBezTo>
                  <a:pt x="225828" y="241776"/>
                  <a:pt x="219791" y="239839"/>
                  <a:pt x="215463" y="235966"/>
                </a:cubicBezTo>
                <a:cubicBezTo>
                  <a:pt x="211248" y="231980"/>
                  <a:pt x="209141" y="226967"/>
                  <a:pt x="209141" y="220930"/>
                </a:cubicBezTo>
                <a:cubicBezTo>
                  <a:pt x="209141" y="214323"/>
                  <a:pt x="210621" y="205837"/>
                  <a:pt x="213583" y="195471"/>
                </a:cubicBezTo>
                <a:lnTo>
                  <a:pt x="240580" y="103032"/>
                </a:lnTo>
                <a:lnTo>
                  <a:pt x="217342" y="103032"/>
                </a:lnTo>
                <a:lnTo>
                  <a:pt x="220759" y="90388"/>
                </a:lnTo>
                <a:cubicBezTo>
                  <a:pt x="235340" y="85034"/>
                  <a:pt x="247642" y="78769"/>
                  <a:pt x="257667" y="71593"/>
                </a:cubicBezTo>
                <a:cubicBezTo>
                  <a:pt x="267691" y="64416"/>
                  <a:pt x="279765" y="52855"/>
                  <a:pt x="293890" y="36907"/>
                </a:cubicBezTo>
                <a:lnTo>
                  <a:pt x="302775" y="36907"/>
                </a:lnTo>
                <a:moveTo>
                  <a:pt x="382741" y="78598"/>
                </a:moveTo>
                <a:lnTo>
                  <a:pt x="356940" y="174625"/>
                </a:lnTo>
                <a:cubicBezTo>
                  <a:pt x="378127" y="127808"/>
                  <a:pt x="394075" y="98988"/>
                  <a:pt x="404782" y="88167"/>
                </a:cubicBezTo>
                <a:cubicBezTo>
                  <a:pt x="411048" y="81788"/>
                  <a:pt x="417654" y="78598"/>
                  <a:pt x="424603" y="78598"/>
                </a:cubicBezTo>
                <a:cubicBezTo>
                  <a:pt x="429387" y="78598"/>
                  <a:pt x="433260" y="80364"/>
                  <a:pt x="436222" y="83895"/>
                </a:cubicBezTo>
                <a:cubicBezTo>
                  <a:pt x="439183" y="87312"/>
                  <a:pt x="440664" y="92211"/>
                  <a:pt x="440664" y="98589"/>
                </a:cubicBezTo>
                <a:cubicBezTo>
                  <a:pt x="440664" y="109639"/>
                  <a:pt x="437987" y="118923"/>
                  <a:pt x="432634" y="126441"/>
                </a:cubicBezTo>
                <a:cubicBezTo>
                  <a:pt x="429216" y="131225"/>
                  <a:pt x="425400" y="133617"/>
                  <a:pt x="421185" y="133617"/>
                </a:cubicBezTo>
                <a:cubicBezTo>
                  <a:pt x="416629" y="133617"/>
                  <a:pt x="413212" y="131510"/>
                  <a:pt x="410934" y="127295"/>
                </a:cubicBezTo>
                <a:cubicBezTo>
                  <a:pt x="408656" y="123080"/>
                  <a:pt x="407061" y="120631"/>
                  <a:pt x="406149" y="119948"/>
                </a:cubicBezTo>
                <a:cubicBezTo>
                  <a:pt x="405238" y="119150"/>
                  <a:pt x="404270" y="118752"/>
                  <a:pt x="403245" y="118752"/>
                </a:cubicBezTo>
                <a:cubicBezTo>
                  <a:pt x="402106" y="118752"/>
                  <a:pt x="400909" y="119094"/>
                  <a:pt x="399656" y="119777"/>
                </a:cubicBezTo>
                <a:cubicBezTo>
                  <a:pt x="397151" y="121144"/>
                  <a:pt x="393847" y="124504"/>
                  <a:pt x="389746" y="129858"/>
                </a:cubicBezTo>
                <a:cubicBezTo>
                  <a:pt x="385759" y="135098"/>
                  <a:pt x="380804" y="143926"/>
                  <a:pt x="374881" y="156343"/>
                </a:cubicBezTo>
                <a:cubicBezTo>
                  <a:pt x="368958" y="168759"/>
                  <a:pt x="364344" y="179296"/>
                  <a:pt x="361041" y="187953"/>
                </a:cubicBezTo>
                <a:cubicBezTo>
                  <a:pt x="357737" y="196496"/>
                  <a:pt x="353124" y="212843"/>
                  <a:pt x="347200" y="236992"/>
                </a:cubicBezTo>
                <a:lnTo>
                  <a:pt x="305851" y="236992"/>
                </a:lnTo>
                <a:lnTo>
                  <a:pt x="334043" y="123707"/>
                </a:lnTo>
                <a:cubicBezTo>
                  <a:pt x="336094" y="115277"/>
                  <a:pt x="337119" y="109696"/>
                  <a:pt x="337119" y="106962"/>
                </a:cubicBezTo>
                <a:cubicBezTo>
                  <a:pt x="337119" y="103887"/>
                  <a:pt x="336550" y="101494"/>
                  <a:pt x="335411" y="99786"/>
                </a:cubicBezTo>
                <a:cubicBezTo>
                  <a:pt x="334385" y="98077"/>
                  <a:pt x="332904" y="96824"/>
                  <a:pt x="330968" y="96026"/>
                </a:cubicBezTo>
                <a:cubicBezTo>
                  <a:pt x="329146" y="95229"/>
                  <a:pt x="325273" y="94831"/>
                  <a:pt x="319349" y="94831"/>
                </a:cubicBezTo>
                <a:lnTo>
                  <a:pt x="320887" y="89875"/>
                </a:lnTo>
                <a:lnTo>
                  <a:pt x="372489" y="78598"/>
                </a:lnTo>
                <a:lnTo>
                  <a:pt x="382741" y="78598"/>
                </a:lnTo>
                <a:moveTo>
                  <a:pt x="551215" y="78598"/>
                </a:moveTo>
                <a:cubicBezTo>
                  <a:pt x="560214" y="78598"/>
                  <a:pt x="568644" y="80706"/>
                  <a:pt x="576503" y="84921"/>
                </a:cubicBezTo>
                <a:cubicBezTo>
                  <a:pt x="584477" y="89021"/>
                  <a:pt x="590457" y="94774"/>
                  <a:pt x="594444" y="102178"/>
                </a:cubicBezTo>
                <a:cubicBezTo>
                  <a:pt x="598545" y="109582"/>
                  <a:pt x="600595" y="117784"/>
                  <a:pt x="600595" y="126782"/>
                </a:cubicBezTo>
                <a:cubicBezTo>
                  <a:pt x="600595" y="145236"/>
                  <a:pt x="595412" y="163690"/>
                  <a:pt x="585046" y="182143"/>
                </a:cubicBezTo>
                <a:cubicBezTo>
                  <a:pt x="574795" y="200597"/>
                  <a:pt x="561239" y="215177"/>
                  <a:pt x="544380" y="225885"/>
                </a:cubicBezTo>
                <a:cubicBezTo>
                  <a:pt x="527522" y="236479"/>
                  <a:pt x="510549" y="241776"/>
                  <a:pt x="493462" y="241776"/>
                </a:cubicBezTo>
                <a:cubicBezTo>
                  <a:pt x="477970" y="241776"/>
                  <a:pt x="465953" y="237163"/>
                  <a:pt x="457409" y="227936"/>
                </a:cubicBezTo>
                <a:cubicBezTo>
                  <a:pt x="448980" y="218709"/>
                  <a:pt x="444765" y="207431"/>
                  <a:pt x="444765" y="194104"/>
                </a:cubicBezTo>
                <a:cubicBezTo>
                  <a:pt x="444765" y="178270"/>
                  <a:pt x="447898" y="163462"/>
                  <a:pt x="454163" y="149679"/>
                </a:cubicBezTo>
                <a:cubicBezTo>
                  <a:pt x="460542" y="135782"/>
                  <a:pt x="468573" y="123707"/>
                  <a:pt x="478255" y="113455"/>
                </a:cubicBezTo>
                <a:cubicBezTo>
                  <a:pt x="488051" y="103089"/>
                  <a:pt x="499272" y="94716"/>
                  <a:pt x="511916" y="88338"/>
                </a:cubicBezTo>
                <a:cubicBezTo>
                  <a:pt x="524560" y="81845"/>
                  <a:pt x="537660" y="78598"/>
                  <a:pt x="551215" y="78598"/>
                </a:cubicBezTo>
                <a:moveTo>
                  <a:pt x="544209" y="87654"/>
                </a:moveTo>
                <a:cubicBezTo>
                  <a:pt x="538172" y="87654"/>
                  <a:pt x="533160" y="89420"/>
                  <a:pt x="529173" y="92951"/>
                </a:cubicBezTo>
                <a:cubicBezTo>
                  <a:pt x="521200" y="100128"/>
                  <a:pt x="512200" y="116929"/>
                  <a:pt x="502176" y="143357"/>
                </a:cubicBezTo>
                <a:cubicBezTo>
                  <a:pt x="492152" y="169670"/>
                  <a:pt x="487140" y="193421"/>
                  <a:pt x="487140" y="214608"/>
                </a:cubicBezTo>
                <a:cubicBezTo>
                  <a:pt x="487140" y="219848"/>
                  <a:pt x="488735" y="224177"/>
                  <a:pt x="491924" y="227594"/>
                </a:cubicBezTo>
                <a:cubicBezTo>
                  <a:pt x="495114" y="231011"/>
                  <a:pt x="498873" y="232720"/>
                  <a:pt x="503202" y="232720"/>
                </a:cubicBezTo>
                <a:cubicBezTo>
                  <a:pt x="507644" y="232720"/>
                  <a:pt x="511574" y="231353"/>
                  <a:pt x="514991" y="228619"/>
                </a:cubicBezTo>
                <a:cubicBezTo>
                  <a:pt x="520003" y="224518"/>
                  <a:pt x="526155" y="215348"/>
                  <a:pt x="533445" y="201109"/>
                </a:cubicBezTo>
                <a:cubicBezTo>
                  <a:pt x="540735" y="186757"/>
                  <a:pt x="546715" y="170980"/>
                  <a:pt x="551386" y="153780"/>
                </a:cubicBezTo>
                <a:cubicBezTo>
                  <a:pt x="556056" y="136465"/>
                  <a:pt x="558392" y="120631"/>
                  <a:pt x="558392" y="106279"/>
                </a:cubicBezTo>
                <a:cubicBezTo>
                  <a:pt x="558392" y="100355"/>
                  <a:pt x="556968" y="95799"/>
                  <a:pt x="554119" y="92609"/>
                </a:cubicBezTo>
                <a:cubicBezTo>
                  <a:pt x="551272" y="89306"/>
                  <a:pt x="547968" y="87654"/>
                  <a:pt x="544209" y="87654"/>
                </a:cubicBezTo>
                <a:moveTo>
                  <a:pt x="704653" y="78598"/>
                </a:moveTo>
                <a:lnTo>
                  <a:pt x="683466" y="151900"/>
                </a:lnTo>
                <a:cubicBezTo>
                  <a:pt x="697705" y="130485"/>
                  <a:pt x="708355" y="115847"/>
                  <a:pt x="715417" y="107987"/>
                </a:cubicBezTo>
                <a:cubicBezTo>
                  <a:pt x="725783" y="96596"/>
                  <a:pt x="734726" y="88850"/>
                  <a:pt x="742244" y="84750"/>
                </a:cubicBezTo>
                <a:cubicBezTo>
                  <a:pt x="749762" y="80649"/>
                  <a:pt x="756824" y="78598"/>
                  <a:pt x="763431" y="78598"/>
                </a:cubicBezTo>
                <a:cubicBezTo>
                  <a:pt x="769354" y="78598"/>
                  <a:pt x="774424" y="80819"/>
                  <a:pt x="778639" y="85262"/>
                </a:cubicBezTo>
                <a:cubicBezTo>
                  <a:pt x="782853" y="89591"/>
                  <a:pt x="784961" y="95286"/>
                  <a:pt x="784961" y="102349"/>
                </a:cubicBezTo>
                <a:cubicBezTo>
                  <a:pt x="784961" y="108728"/>
                  <a:pt x="783593" y="116474"/>
                  <a:pt x="780859" y="125587"/>
                </a:cubicBezTo>
                <a:lnTo>
                  <a:pt x="758989" y="198546"/>
                </a:lnTo>
                <a:cubicBezTo>
                  <a:pt x="757166" y="204926"/>
                  <a:pt x="756255" y="209083"/>
                  <a:pt x="756255" y="211020"/>
                </a:cubicBezTo>
                <a:cubicBezTo>
                  <a:pt x="756255" y="212159"/>
                  <a:pt x="756654" y="213184"/>
                  <a:pt x="757451" y="214095"/>
                </a:cubicBezTo>
                <a:cubicBezTo>
                  <a:pt x="758362" y="215007"/>
                  <a:pt x="759273" y="215463"/>
                  <a:pt x="760185" y="215463"/>
                </a:cubicBezTo>
                <a:cubicBezTo>
                  <a:pt x="761324" y="215463"/>
                  <a:pt x="762520" y="215007"/>
                  <a:pt x="763773" y="214095"/>
                </a:cubicBezTo>
                <a:cubicBezTo>
                  <a:pt x="767760" y="210792"/>
                  <a:pt x="771804" y="206121"/>
                  <a:pt x="775905" y="200085"/>
                </a:cubicBezTo>
                <a:cubicBezTo>
                  <a:pt x="776929" y="198490"/>
                  <a:pt x="778581" y="196097"/>
                  <a:pt x="780859" y="192908"/>
                </a:cubicBezTo>
                <a:lnTo>
                  <a:pt x="787352" y="196838"/>
                </a:lnTo>
                <a:cubicBezTo>
                  <a:pt x="770607" y="224974"/>
                  <a:pt x="753008" y="239042"/>
                  <a:pt x="734555" y="239042"/>
                </a:cubicBezTo>
                <a:cubicBezTo>
                  <a:pt x="727492" y="239042"/>
                  <a:pt x="721968" y="237219"/>
                  <a:pt x="717981" y="233574"/>
                </a:cubicBezTo>
                <a:cubicBezTo>
                  <a:pt x="713994" y="229929"/>
                  <a:pt x="712000" y="225373"/>
                  <a:pt x="712000" y="219905"/>
                </a:cubicBezTo>
                <a:cubicBezTo>
                  <a:pt x="712000" y="215121"/>
                  <a:pt x="713367" y="208001"/>
                  <a:pt x="716101" y="198546"/>
                </a:cubicBezTo>
                <a:lnTo>
                  <a:pt x="737459" y="125587"/>
                </a:lnTo>
                <a:cubicBezTo>
                  <a:pt x="738940" y="120802"/>
                  <a:pt x="739681" y="117271"/>
                  <a:pt x="739681" y="114993"/>
                </a:cubicBezTo>
                <a:cubicBezTo>
                  <a:pt x="739681" y="113740"/>
                  <a:pt x="739168" y="112658"/>
                  <a:pt x="738143" y="111746"/>
                </a:cubicBezTo>
                <a:cubicBezTo>
                  <a:pt x="737118" y="110721"/>
                  <a:pt x="735922" y="110209"/>
                  <a:pt x="734555" y="110209"/>
                </a:cubicBezTo>
                <a:cubicBezTo>
                  <a:pt x="730226" y="110209"/>
                  <a:pt x="724986" y="113170"/>
                  <a:pt x="718835" y="119094"/>
                </a:cubicBezTo>
                <a:cubicBezTo>
                  <a:pt x="703115" y="134130"/>
                  <a:pt x="687908" y="156514"/>
                  <a:pt x="673214" y="186244"/>
                </a:cubicBezTo>
                <a:lnTo>
                  <a:pt x="659202" y="236992"/>
                </a:lnTo>
                <a:lnTo>
                  <a:pt x="615632" y="236992"/>
                </a:lnTo>
                <a:lnTo>
                  <a:pt x="647584" y="127295"/>
                </a:lnTo>
                <a:cubicBezTo>
                  <a:pt x="650659" y="116474"/>
                  <a:pt x="652197" y="108785"/>
                  <a:pt x="652197" y="104228"/>
                </a:cubicBezTo>
                <a:cubicBezTo>
                  <a:pt x="652197" y="102292"/>
                  <a:pt x="651741" y="100697"/>
                  <a:pt x="650830" y="99444"/>
                </a:cubicBezTo>
                <a:cubicBezTo>
                  <a:pt x="649919" y="98077"/>
                  <a:pt x="648438" y="97052"/>
                  <a:pt x="646388" y="96368"/>
                </a:cubicBezTo>
                <a:cubicBezTo>
                  <a:pt x="644337" y="95571"/>
                  <a:pt x="640464" y="95172"/>
                  <a:pt x="634769" y="95172"/>
                </a:cubicBezTo>
                <a:lnTo>
                  <a:pt x="636648" y="88680"/>
                </a:lnTo>
                <a:lnTo>
                  <a:pt x="694230" y="78598"/>
                </a:lnTo>
                <a:lnTo>
                  <a:pt x="704653" y="78598"/>
                </a:lnTo>
                <a:moveTo>
                  <a:pt x="941303" y="89021"/>
                </a:moveTo>
                <a:lnTo>
                  <a:pt x="986754" y="89021"/>
                </a:lnTo>
                <a:lnTo>
                  <a:pt x="981286" y="107816"/>
                </a:lnTo>
                <a:lnTo>
                  <a:pt x="957706" y="107816"/>
                </a:lnTo>
                <a:cubicBezTo>
                  <a:pt x="961351" y="114537"/>
                  <a:pt x="963174" y="120916"/>
                  <a:pt x="963174" y="126953"/>
                </a:cubicBezTo>
                <a:cubicBezTo>
                  <a:pt x="963174" y="137319"/>
                  <a:pt x="960327" y="146888"/>
                  <a:pt x="954631" y="155659"/>
                </a:cubicBezTo>
                <a:cubicBezTo>
                  <a:pt x="949049" y="164430"/>
                  <a:pt x="940734" y="171436"/>
                  <a:pt x="929684" y="176675"/>
                </a:cubicBezTo>
                <a:cubicBezTo>
                  <a:pt x="918749" y="181916"/>
                  <a:pt x="906560" y="184536"/>
                  <a:pt x="893119" y="184536"/>
                </a:cubicBezTo>
                <a:cubicBezTo>
                  <a:pt x="889588" y="184536"/>
                  <a:pt x="885658" y="184308"/>
                  <a:pt x="881329" y="183852"/>
                </a:cubicBezTo>
                <a:cubicBezTo>
                  <a:pt x="877115" y="183282"/>
                  <a:pt x="872501" y="182542"/>
                  <a:pt x="867489" y="181631"/>
                </a:cubicBezTo>
                <a:cubicBezTo>
                  <a:pt x="859971" y="185504"/>
                  <a:pt x="855244" y="188580"/>
                  <a:pt x="853307" y="190858"/>
                </a:cubicBezTo>
                <a:cubicBezTo>
                  <a:pt x="851940" y="192453"/>
                  <a:pt x="851256" y="194104"/>
                  <a:pt x="851256" y="195813"/>
                </a:cubicBezTo>
                <a:cubicBezTo>
                  <a:pt x="851256" y="197863"/>
                  <a:pt x="852111" y="199629"/>
                  <a:pt x="853820" y="201109"/>
                </a:cubicBezTo>
                <a:cubicBezTo>
                  <a:pt x="856781" y="203729"/>
                  <a:pt x="861167" y="205666"/>
                  <a:pt x="866976" y="206919"/>
                </a:cubicBezTo>
                <a:cubicBezTo>
                  <a:pt x="890214" y="211931"/>
                  <a:pt x="905535" y="215975"/>
                  <a:pt x="912939" y="219051"/>
                </a:cubicBezTo>
                <a:cubicBezTo>
                  <a:pt x="923077" y="223265"/>
                  <a:pt x="930710" y="228676"/>
                  <a:pt x="935835" y="235283"/>
                </a:cubicBezTo>
                <a:cubicBezTo>
                  <a:pt x="941076" y="241890"/>
                  <a:pt x="943695" y="249863"/>
                  <a:pt x="943695" y="259204"/>
                </a:cubicBezTo>
                <a:cubicBezTo>
                  <a:pt x="943695" y="273443"/>
                  <a:pt x="937145" y="285859"/>
                  <a:pt x="924046" y="296453"/>
                </a:cubicBezTo>
                <a:cubicBezTo>
                  <a:pt x="910946" y="307160"/>
                  <a:pt x="890670" y="312514"/>
                  <a:pt x="863217" y="312514"/>
                </a:cubicBezTo>
                <a:cubicBezTo>
                  <a:pt x="835537" y="312514"/>
                  <a:pt x="815147" y="307958"/>
                  <a:pt x="802047" y="298845"/>
                </a:cubicBezTo>
                <a:cubicBezTo>
                  <a:pt x="792593" y="292238"/>
                  <a:pt x="787865" y="284378"/>
                  <a:pt x="787865" y="275265"/>
                </a:cubicBezTo>
                <a:cubicBezTo>
                  <a:pt x="787865" y="268317"/>
                  <a:pt x="790998" y="261881"/>
                  <a:pt x="797263" y="255958"/>
                </a:cubicBezTo>
                <a:cubicBezTo>
                  <a:pt x="803414" y="250034"/>
                  <a:pt x="816685" y="244794"/>
                  <a:pt x="837075" y="240238"/>
                </a:cubicBezTo>
                <a:cubicBezTo>
                  <a:pt x="830126" y="236365"/>
                  <a:pt x="825456" y="232834"/>
                  <a:pt x="823064" y="229644"/>
                </a:cubicBezTo>
                <a:cubicBezTo>
                  <a:pt x="819760" y="225316"/>
                  <a:pt x="818108" y="220816"/>
                  <a:pt x="818108" y="216146"/>
                </a:cubicBezTo>
                <a:cubicBezTo>
                  <a:pt x="818108" y="208514"/>
                  <a:pt x="821127" y="201793"/>
                  <a:pt x="827164" y="195984"/>
                </a:cubicBezTo>
                <a:cubicBezTo>
                  <a:pt x="833315" y="190174"/>
                  <a:pt x="843568" y="184421"/>
                  <a:pt x="857920" y="178726"/>
                </a:cubicBezTo>
                <a:cubicBezTo>
                  <a:pt x="846757" y="174284"/>
                  <a:pt x="838669" y="168588"/>
                  <a:pt x="833657" y="161639"/>
                </a:cubicBezTo>
                <a:cubicBezTo>
                  <a:pt x="828759" y="154577"/>
                  <a:pt x="826310" y="146375"/>
                  <a:pt x="826310" y="137035"/>
                </a:cubicBezTo>
                <a:cubicBezTo>
                  <a:pt x="826310" y="127124"/>
                  <a:pt x="829272" y="117726"/>
                  <a:pt x="835195" y="108842"/>
                </a:cubicBezTo>
                <a:cubicBezTo>
                  <a:pt x="841232" y="99843"/>
                  <a:pt x="850061" y="92553"/>
                  <a:pt x="861679" y="86971"/>
                </a:cubicBezTo>
                <a:cubicBezTo>
                  <a:pt x="873412" y="81389"/>
                  <a:pt x="886854" y="78598"/>
                  <a:pt x="902004" y="78598"/>
                </a:cubicBezTo>
                <a:cubicBezTo>
                  <a:pt x="911686" y="78598"/>
                  <a:pt x="920287" y="79680"/>
                  <a:pt x="927805" y="81845"/>
                </a:cubicBezTo>
                <a:cubicBezTo>
                  <a:pt x="931678" y="82984"/>
                  <a:pt x="936177" y="85376"/>
                  <a:pt x="941303" y="89021"/>
                </a:cubicBezTo>
                <a:moveTo>
                  <a:pt x="905592" y="86971"/>
                </a:moveTo>
                <a:cubicBezTo>
                  <a:pt x="900010" y="86971"/>
                  <a:pt x="895283" y="88793"/>
                  <a:pt x="891410" y="92438"/>
                </a:cubicBezTo>
                <a:cubicBezTo>
                  <a:pt x="885259" y="98020"/>
                  <a:pt x="879848" y="107361"/>
                  <a:pt x="875178" y="120460"/>
                </a:cubicBezTo>
                <a:cubicBezTo>
                  <a:pt x="870622" y="133560"/>
                  <a:pt x="868343" y="145977"/>
                  <a:pt x="868343" y="157709"/>
                </a:cubicBezTo>
                <a:cubicBezTo>
                  <a:pt x="868343" y="163291"/>
                  <a:pt x="869938" y="167733"/>
                  <a:pt x="873127" y="171037"/>
                </a:cubicBezTo>
                <a:cubicBezTo>
                  <a:pt x="876431" y="174226"/>
                  <a:pt x="880475" y="175821"/>
                  <a:pt x="885259" y="175821"/>
                </a:cubicBezTo>
                <a:cubicBezTo>
                  <a:pt x="889929" y="175821"/>
                  <a:pt x="893973" y="174226"/>
                  <a:pt x="897390" y="171037"/>
                </a:cubicBezTo>
                <a:cubicBezTo>
                  <a:pt x="903883" y="164772"/>
                  <a:pt x="909522" y="154804"/>
                  <a:pt x="914306" y="141136"/>
                </a:cubicBezTo>
                <a:cubicBezTo>
                  <a:pt x="919090" y="127352"/>
                  <a:pt x="921483" y="114879"/>
                  <a:pt x="921483" y="103716"/>
                </a:cubicBezTo>
                <a:cubicBezTo>
                  <a:pt x="921483" y="98704"/>
                  <a:pt x="919945" y="94660"/>
                  <a:pt x="916869" y="91584"/>
                </a:cubicBezTo>
                <a:cubicBezTo>
                  <a:pt x="913793" y="88509"/>
                  <a:pt x="910034" y="86971"/>
                  <a:pt x="905592" y="86971"/>
                </a:cubicBezTo>
                <a:moveTo>
                  <a:pt x="846643" y="244168"/>
                </a:moveTo>
                <a:cubicBezTo>
                  <a:pt x="835822" y="248382"/>
                  <a:pt x="828417" y="252939"/>
                  <a:pt x="824430" y="257837"/>
                </a:cubicBezTo>
                <a:cubicBezTo>
                  <a:pt x="820558" y="262736"/>
                  <a:pt x="818621" y="268032"/>
                  <a:pt x="818621" y="273728"/>
                </a:cubicBezTo>
                <a:cubicBezTo>
                  <a:pt x="818621" y="281132"/>
                  <a:pt x="822494" y="287796"/>
                  <a:pt x="830240" y="293719"/>
                </a:cubicBezTo>
                <a:cubicBezTo>
                  <a:pt x="838100" y="299756"/>
                  <a:pt x="850573" y="302775"/>
                  <a:pt x="867660" y="302775"/>
                </a:cubicBezTo>
                <a:cubicBezTo>
                  <a:pt x="881898" y="302775"/>
                  <a:pt x="892207" y="300155"/>
                  <a:pt x="898586" y="294915"/>
                </a:cubicBezTo>
                <a:cubicBezTo>
                  <a:pt x="904966" y="289789"/>
                  <a:pt x="908155" y="283752"/>
                  <a:pt x="908155" y="276804"/>
                </a:cubicBezTo>
                <a:cubicBezTo>
                  <a:pt x="908155" y="270652"/>
                  <a:pt x="905193" y="265640"/>
                  <a:pt x="899270" y="261767"/>
                </a:cubicBezTo>
                <a:cubicBezTo>
                  <a:pt x="893461" y="257894"/>
                  <a:pt x="882240" y="253850"/>
                  <a:pt x="865609" y="249636"/>
                </a:cubicBezTo>
                <a:cubicBezTo>
                  <a:pt x="857863" y="247585"/>
                  <a:pt x="851541" y="245763"/>
                  <a:pt x="846643" y="244168"/>
                </a:cubicBezTo>
                <a:moveTo>
                  <a:pt x="1168897" y="123878"/>
                </a:moveTo>
                <a:lnTo>
                  <a:pt x="1148393" y="194104"/>
                </a:lnTo>
                <a:cubicBezTo>
                  <a:pt x="1145432" y="204014"/>
                  <a:pt x="1143951" y="211304"/>
                  <a:pt x="1143951" y="215975"/>
                </a:cubicBezTo>
                <a:cubicBezTo>
                  <a:pt x="1143951" y="220304"/>
                  <a:pt x="1145716" y="223778"/>
                  <a:pt x="1149247" y="226398"/>
                </a:cubicBezTo>
                <a:cubicBezTo>
                  <a:pt x="1152779" y="229018"/>
                  <a:pt x="1160126" y="230441"/>
                  <a:pt x="1171289" y="230670"/>
                </a:cubicBezTo>
                <a:lnTo>
                  <a:pt x="1168897" y="236992"/>
                </a:lnTo>
                <a:lnTo>
                  <a:pt x="1057322" y="236992"/>
                </a:lnTo>
                <a:lnTo>
                  <a:pt x="1059372" y="230670"/>
                </a:lnTo>
                <a:cubicBezTo>
                  <a:pt x="1070535" y="230670"/>
                  <a:pt x="1078680" y="228505"/>
                  <a:pt x="1083806" y="224177"/>
                </a:cubicBezTo>
                <a:cubicBezTo>
                  <a:pt x="1089046" y="219848"/>
                  <a:pt x="1093830" y="210165"/>
                  <a:pt x="1098159" y="195129"/>
                </a:cubicBezTo>
                <a:lnTo>
                  <a:pt x="1141217" y="46475"/>
                </a:lnTo>
                <a:cubicBezTo>
                  <a:pt x="1143609" y="38160"/>
                  <a:pt x="1144805" y="31610"/>
                  <a:pt x="1144805" y="26826"/>
                </a:cubicBezTo>
                <a:cubicBezTo>
                  <a:pt x="1144805" y="22270"/>
                  <a:pt x="1143324" y="18795"/>
                  <a:pt x="1140362" y="16403"/>
                </a:cubicBezTo>
                <a:cubicBezTo>
                  <a:pt x="1137401" y="14011"/>
                  <a:pt x="1130509" y="12416"/>
                  <a:pt x="1119688" y="11619"/>
                </a:cubicBezTo>
                <a:lnTo>
                  <a:pt x="1121396" y="5297"/>
                </a:lnTo>
                <a:lnTo>
                  <a:pt x="1217423" y="5297"/>
                </a:lnTo>
                <a:cubicBezTo>
                  <a:pt x="1244876" y="5297"/>
                  <a:pt x="1264184" y="10081"/>
                  <a:pt x="1275347" y="19650"/>
                </a:cubicBezTo>
                <a:cubicBezTo>
                  <a:pt x="1286510" y="29218"/>
                  <a:pt x="1292092" y="41520"/>
                  <a:pt x="1292092" y="56557"/>
                </a:cubicBezTo>
                <a:cubicBezTo>
                  <a:pt x="1292092" y="72390"/>
                  <a:pt x="1285599" y="86686"/>
                  <a:pt x="1272613" y="99444"/>
                </a:cubicBezTo>
                <a:cubicBezTo>
                  <a:pt x="1264412" y="107418"/>
                  <a:pt x="1249888" y="114309"/>
                  <a:pt x="1229042" y="120119"/>
                </a:cubicBezTo>
                <a:lnTo>
                  <a:pt x="1249888" y="190345"/>
                </a:lnTo>
                <a:cubicBezTo>
                  <a:pt x="1255470" y="209141"/>
                  <a:pt x="1260311" y="220475"/>
                  <a:pt x="1264412" y="224348"/>
                </a:cubicBezTo>
                <a:cubicBezTo>
                  <a:pt x="1268626" y="228220"/>
                  <a:pt x="1275575" y="230328"/>
                  <a:pt x="1285257" y="230670"/>
                </a:cubicBezTo>
                <a:lnTo>
                  <a:pt x="1285257" y="236992"/>
                </a:lnTo>
                <a:lnTo>
                  <a:pt x="1213152" y="236992"/>
                </a:lnTo>
                <a:lnTo>
                  <a:pt x="1180345" y="123878"/>
                </a:lnTo>
                <a:lnTo>
                  <a:pt x="1174707" y="124220"/>
                </a:lnTo>
                <a:cubicBezTo>
                  <a:pt x="1173454" y="124220"/>
                  <a:pt x="1171517" y="124106"/>
                  <a:pt x="1168897" y="123878"/>
                </a:cubicBezTo>
                <a:moveTo>
                  <a:pt x="1171289" y="113626"/>
                </a:moveTo>
                <a:cubicBezTo>
                  <a:pt x="1175276" y="113854"/>
                  <a:pt x="1178637" y="113968"/>
                  <a:pt x="1181371" y="113968"/>
                </a:cubicBezTo>
                <a:cubicBezTo>
                  <a:pt x="1198001" y="113968"/>
                  <a:pt x="1211671" y="108272"/>
                  <a:pt x="1222379" y="96881"/>
                </a:cubicBezTo>
                <a:cubicBezTo>
                  <a:pt x="1233086" y="85490"/>
                  <a:pt x="1238440" y="70567"/>
                  <a:pt x="1238440" y="52114"/>
                </a:cubicBezTo>
                <a:cubicBezTo>
                  <a:pt x="1238440" y="41179"/>
                  <a:pt x="1235592" y="32863"/>
                  <a:pt x="1229897" y="27167"/>
                </a:cubicBezTo>
                <a:cubicBezTo>
                  <a:pt x="1224201" y="21472"/>
                  <a:pt x="1216683" y="18624"/>
                  <a:pt x="1207342" y="18624"/>
                </a:cubicBezTo>
                <a:cubicBezTo>
                  <a:pt x="1205064" y="18624"/>
                  <a:pt x="1202387" y="18681"/>
                  <a:pt x="1199311" y="18795"/>
                </a:cubicBezTo>
                <a:lnTo>
                  <a:pt x="1171289" y="113626"/>
                </a:lnTo>
                <a:moveTo>
                  <a:pt x="1356508" y="172916"/>
                </a:moveTo>
                <a:cubicBezTo>
                  <a:pt x="1355484" y="180321"/>
                  <a:pt x="1354971" y="186415"/>
                  <a:pt x="1354971" y="191199"/>
                </a:cubicBezTo>
                <a:cubicBezTo>
                  <a:pt x="1354971" y="199743"/>
                  <a:pt x="1357420" y="206577"/>
                  <a:pt x="1362318" y="211703"/>
                </a:cubicBezTo>
                <a:cubicBezTo>
                  <a:pt x="1367330" y="216829"/>
                  <a:pt x="1373994" y="219392"/>
                  <a:pt x="1382310" y="219392"/>
                </a:cubicBezTo>
                <a:cubicBezTo>
                  <a:pt x="1390283" y="219392"/>
                  <a:pt x="1398257" y="217456"/>
                  <a:pt x="1406230" y="213583"/>
                </a:cubicBezTo>
                <a:cubicBezTo>
                  <a:pt x="1414318" y="209710"/>
                  <a:pt x="1423659" y="202932"/>
                  <a:pt x="1434253" y="193250"/>
                </a:cubicBezTo>
                <a:lnTo>
                  <a:pt x="1439379" y="197863"/>
                </a:lnTo>
                <a:cubicBezTo>
                  <a:pt x="1426279" y="213697"/>
                  <a:pt x="1413521" y="224974"/>
                  <a:pt x="1401105" y="231695"/>
                </a:cubicBezTo>
                <a:cubicBezTo>
                  <a:pt x="1388689" y="238415"/>
                  <a:pt x="1374962" y="241776"/>
                  <a:pt x="1359926" y="241776"/>
                </a:cubicBezTo>
                <a:cubicBezTo>
                  <a:pt x="1340903" y="241776"/>
                  <a:pt x="1327746" y="237219"/>
                  <a:pt x="1320456" y="228107"/>
                </a:cubicBezTo>
                <a:cubicBezTo>
                  <a:pt x="1313165" y="218994"/>
                  <a:pt x="1309520" y="208457"/>
                  <a:pt x="1309520" y="196496"/>
                </a:cubicBezTo>
                <a:cubicBezTo>
                  <a:pt x="1309520" y="177815"/>
                  <a:pt x="1314931" y="159133"/>
                  <a:pt x="1325752" y="140452"/>
                </a:cubicBezTo>
                <a:cubicBezTo>
                  <a:pt x="1336688" y="121770"/>
                  <a:pt x="1351496" y="106792"/>
                  <a:pt x="1370178" y="95514"/>
                </a:cubicBezTo>
                <a:cubicBezTo>
                  <a:pt x="1388974" y="84237"/>
                  <a:pt x="1407825" y="78598"/>
                  <a:pt x="1426735" y="78598"/>
                </a:cubicBezTo>
                <a:cubicBezTo>
                  <a:pt x="1436303" y="78598"/>
                  <a:pt x="1443537" y="80877"/>
                  <a:pt x="1448435" y="85433"/>
                </a:cubicBezTo>
                <a:cubicBezTo>
                  <a:pt x="1453333" y="89989"/>
                  <a:pt x="1455782" y="95742"/>
                  <a:pt x="1455782" y="102690"/>
                </a:cubicBezTo>
                <a:cubicBezTo>
                  <a:pt x="1455782" y="111006"/>
                  <a:pt x="1453390" y="119094"/>
                  <a:pt x="1448606" y="126953"/>
                </a:cubicBezTo>
                <a:cubicBezTo>
                  <a:pt x="1441999" y="137661"/>
                  <a:pt x="1433684" y="146319"/>
                  <a:pt x="1423659" y="152925"/>
                </a:cubicBezTo>
                <a:cubicBezTo>
                  <a:pt x="1413635" y="159418"/>
                  <a:pt x="1402415" y="164373"/>
                  <a:pt x="1389998" y="167791"/>
                </a:cubicBezTo>
                <a:cubicBezTo>
                  <a:pt x="1381683" y="170069"/>
                  <a:pt x="1370520" y="171777"/>
                  <a:pt x="1356508" y="172916"/>
                </a:cubicBezTo>
                <a:moveTo>
                  <a:pt x="1358046" y="164031"/>
                </a:moveTo>
                <a:cubicBezTo>
                  <a:pt x="1368071" y="162551"/>
                  <a:pt x="1375816" y="160558"/>
                  <a:pt x="1381284" y="158051"/>
                </a:cubicBezTo>
                <a:cubicBezTo>
                  <a:pt x="1386866" y="155431"/>
                  <a:pt x="1392277" y="151331"/>
                  <a:pt x="1397517" y="145749"/>
                </a:cubicBezTo>
                <a:cubicBezTo>
                  <a:pt x="1402870" y="140053"/>
                  <a:pt x="1407484" y="132934"/>
                  <a:pt x="1411357" y="124390"/>
                </a:cubicBezTo>
                <a:cubicBezTo>
                  <a:pt x="1415230" y="115733"/>
                  <a:pt x="1417167" y="107646"/>
                  <a:pt x="1417167" y="100128"/>
                </a:cubicBezTo>
                <a:cubicBezTo>
                  <a:pt x="1417167" y="96938"/>
                  <a:pt x="1416255" y="94432"/>
                  <a:pt x="1414433" y="92609"/>
                </a:cubicBezTo>
                <a:cubicBezTo>
                  <a:pt x="1412724" y="90787"/>
                  <a:pt x="1410503" y="89875"/>
                  <a:pt x="1407769" y="89875"/>
                </a:cubicBezTo>
                <a:cubicBezTo>
                  <a:pt x="1402301" y="89875"/>
                  <a:pt x="1396150" y="93692"/>
                  <a:pt x="1389315" y="101324"/>
                </a:cubicBezTo>
                <a:cubicBezTo>
                  <a:pt x="1376785" y="115221"/>
                  <a:pt x="1366362" y="136123"/>
                  <a:pt x="1358046" y="164031"/>
                </a:cubicBezTo>
                <a:moveTo>
                  <a:pt x="1478507" y="88167"/>
                </a:moveTo>
                <a:lnTo>
                  <a:pt x="1535064" y="78598"/>
                </a:lnTo>
                <a:lnTo>
                  <a:pt x="1545316" y="78598"/>
                </a:lnTo>
                <a:lnTo>
                  <a:pt x="1537627" y="106450"/>
                </a:lnTo>
                <a:cubicBezTo>
                  <a:pt x="1549588" y="95514"/>
                  <a:pt x="1559384" y="88167"/>
                  <a:pt x="1567016" y="84408"/>
                </a:cubicBezTo>
                <a:cubicBezTo>
                  <a:pt x="1574648" y="80535"/>
                  <a:pt x="1582223" y="78598"/>
                  <a:pt x="1589741" y="78598"/>
                </a:cubicBezTo>
                <a:cubicBezTo>
                  <a:pt x="1600449" y="78598"/>
                  <a:pt x="1608707" y="82756"/>
                  <a:pt x="1614517" y="91072"/>
                </a:cubicBezTo>
                <a:cubicBezTo>
                  <a:pt x="1620326" y="99273"/>
                  <a:pt x="1623231" y="109354"/>
                  <a:pt x="1623231" y="121315"/>
                </a:cubicBezTo>
                <a:cubicBezTo>
                  <a:pt x="1623231" y="154007"/>
                  <a:pt x="1611897" y="182998"/>
                  <a:pt x="1589229" y="208286"/>
                </a:cubicBezTo>
                <a:cubicBezTo>
                  <a:pt x="1569181" y="230612"/>
                  <a:pt x="1547310" y="241776"/>
                  <a:pt x="1523616" y="241776"/>
                </a:cubicBezTo>
                <a:cubicBezTo>
                  <a:pt x="1519401" y="241776"/>
                  <a:pt x="1515813" y="241377"/>
                  <a:pt x="1512852" y="240580"/>
                </a:cubicBezTo>
                <a:cubicBezTo>
                  <a:pt x="1509890" y="239782"/>
                  <a:pt x="1505732" y="238017"/>
                  <a:pt x="1500378" y="235283"/>
                </a:cubicBezTo>
                <a:lnTo>
                  <a:pt x="1491493" y="266039"/>
                </a:lnTo>
                <a:cubicBezTo>
                  <a:pt x="1488304" y="277202"/>
                  <a:pt x="1486709" y="285688"/>
                  <a:pt x="1486709" y="291498"/>
                </a:cubicBezTo>
                <a:cubicBezTo>
                  <a:pt x="1486709" y="295143"/>
                  <a:pt x="1487962" y="297991"/>
                  <a:pt x="1490468" y="300041"/>
                </a:cubicBezTo>
                <a:cubicBezTo>
                  <a:pt x="1492974" y="302206"/>
                  <a:pt x="1498840" y="304028"/>
                  <a:pt x="1508067" y="305509"/>
                </a:cubicBezTo>
                <a:lnTo>
                  <a:pt x="1506530" y="311831"/>
                </a:lnTo>
                <a:lnTo>
                  <a:pt x="1414603" y="311831"/>
                </a:lnTo>
                <a:lnTo>
                  <a:pt x="1416312" y="305509"/>
                </a:lnTo>
                <a:cubicBezTo>
                  <a:pt x="1423602" y="305281"/>
                  <a:pt x="1429696" y="302946"/>
                  <a:pt x="1434595" y="298504"/>
                </a:cubicBezTo>
                <a:cubicBezTo>
                  <a:pt x="1439379" y="294061"/>
                  <a:pt x="1443879" y="284492"/>
                  <a:pt x="1448093" y="269798"/>
                </a:cubicBezTo>
                <a:lnTo>
                  <a:pt x="1489784" y="126099"/>
                </a:lnTo>
                <a:cubicBezTo>
                  <a:pt x="1492860" y="115392"/>
                  <a:pt x="1494398" y="107816"/>
                  <a:pt x="1494398" y="103374"/>
                </a:cubicBezTo>
                <a:cubicBezTo>
                  <a:pt x="1494398" y="101438"/>
                  <a:pt x="1493942" y="99843"/>
                  <a:pt x="1493031" y="98589"/>
                </a:cubicBezTo>
                <a:cubicBezTo>
                  <a:pt x="1492120" y="97223"/>
                  <a:pt x="1490752" y="96255"/>
                  <a:pt x="1488930" y="95685"/>
                </a:cubicBezTo>
                <a:cubicBezTo>
                  <a:pt x="1487108" y="95116"/>
                  <a:pt x="1483006" y="94831"/>
                  <a:pt x="1476628" y="94831"/>
                </a:cubicBezTo>
                <a:lnTo>
                  <a:pt x="1478507" y="88167"/>
                </a:lnTo>
                <a:moveTo>
                  <a:pt x="1505162" y="219392"/>
                </a:moveTo>
                <a:cubicBezTo>
                  <a:pt x="1508579" y="224974"/>
                  <a:pt x="1511655" y="228733"/>
                  <a:pt x="1514389" y="230670"/>
                </a:cubicBezTo>
                <a:cubicBezTo>
                  <a:pt x="1517123" y="232492"/>
                  <a:pt x="1520313" y="233403"/>
                  <a:pt x="1523958" y="233403"/>
                </a:cubicBezTo>
                <a:cubicBezTo>
                  <a:pt x="1527603" y="233403"/>
                  <a:pt x="1531134" y="232435"/>
                  <a:pt x="1534551" y="230499"/>
                </a:cubicBezTo>
                <a:cubicBezTo>
                  <a:pt x="1538083" y="228448"/>
                  <a:pt x="1542411" y="224404"/>
                  <a:pt x="1547538" y="218367"/>
                </a:cubicBezTo>
                <a:cubicBezTo>
                  <a:pt x="1552663" y="212330"/>
                  <a:pt x="1557562" y="204584"/>
                  <a:pt x="1562232" y="195129"/>
                </a:cubicBezTo>
                <a:cubicBezTo>
                  <a:pt x="1567016" y="185675"/>
                  <a:pt x="1570832" y="174967"/>
                  <a:pt x="1573680" y="163006"/>
                </a:cubicBezTo>
                <a:cubicBezTo>
                  <a:pt x="1576528" y="150932"/>
                  <a:pt x="1577952" y="139427"/>
                  <a:pt x="1577952" y="128492"/>
                </a:cubicBezTo>
                <a:cubicBezTo>
                  <a:pt x="1577952" y="119720"/>
                  <a:pt x="1576357" y="113341"/>
                  <a:pt x="1573167" y="109354"/>
                </a:cubicBezTo>
                <a:cubicBezTo>
                  <a:pt x="1570092" y="105367"/>
                  <a:pt x="1566333" y="103374"/>
                  <a:pt x="1561890" y="103374"/>
                </a:cubicBezTo>
                <a:cubicBezTo>
                  <a:pt x="1557903" y="103374"/>
                  <a:pt x="1554144" y="104399"/>
                  <a:pt x="1550613" y="106450"/>
                </a:cubicBezTo>
                <a:cubicBezTo>
                  <a:pt x="1545487" y="109411"/>
                  <a:pt x="1539450" y="114936"/>
                  <a:pt x="1532501" y="123024"/>
                </a:cubicBezTo>
                <a:lnTo>
                  <a:pt x="1505162" y="219392"/>
                </a:lnTo>
                <a:moveTo>
                  <a:pt x="1715157" y="78598"/>
                </a:moveTo>
                <a:lnTo>
                  <a:pt x="1689357" y="174625"/>
                </a:lnTo>
                <a:cubicBezTo>
                  <a:pt x="1710544" y="127808"/>
                  <a:pt x="1726492" y="98988"/>
                  <a:pt x="1737199" y="88167"/>
                </a:cubicBezTo>
                <a:cubicBezTo>
                  <a:pt x="1743465" y="81788"/>
                  <a:pt x="1750071" y="78598"/>
                  <a:pt x="1757019" y="78598"/>
                </a:cubicBezTo>
                <a:cubicBezTo>
                  <a:pt x="1761804" y="78598"/>
                  <a:pt x="1765677" y="80364"/>
                  <a:pt x="1768639" y="83895"/>
                </a:cubicBezTo>
                <a:cubicBezTo>
                  <a:pt x="1771601" y="87312"/>
                  <a:pt x="1773082" y="92211"/>
                  <a:pt x="1773082" y="98589"/>
                </a:cubicBezTo>
                <a:cubicBezTo>
                  <a:pt x="1773082" y="109639"/>
                  <a:pt x="1770404" y="118923"/>
                  <a:pt x="1765050" y="126441"/>
                </a:cubicBezTo>
                <a:cubicBezTo>
                  <a:pt x="1761633" y="131225"/>
                  <a:pt x="1757817" y="133617"/>
                  <a:pt x="1753602" y="133617"/>
                </a:cubicBezTo>
                <a:cubicBezTo>
                  <a:pt x="1749046" y="133617"/>
                  <a:pt x="1745628" y="131510"/>
                  <a:pt x="1743350" y="127295"/>
                </a:cubicBezTo>
                <a:cubicBezTo>
                  <a:pt x="1741072" y="123080"/>
                  <a:pt x="1739477" y="120631"/>
                  <a:pt x="1738566" y="119948"/>
                </a:cubicBezTo>
                <a:cubicBezTo>
                  <a:pt x="1737655" y="119150"/>
                  <a:pt x="1736687" y="118752"/>
                  <a:pt x="1735661" y="118752"/>
                </a:cubicBezTo>
                <a:cubicBezTo>
                  <a:pt x="1734522" y="118752"/>
                  <a:pt x="1733326" y="119094"/>
                  <a:pt x="1732073" y="119777"/>
                </a:cubicBezTo>
                <a:cubicBezTo>
                  <a:pt x="1729567" y="121144"/>
                  <a:pt x="1726264" y="124504"/>
                  <a:pt x="1722163" y="129858"/>
                </a:cubicBezTo>
                <a:cubicBezTo>
                  <a:pt x="1718176" y="135098"/>
                  <a:pt x="1713221" y="143926"/>
                  <a:pt x="1707297" y="156343"/>
                </a:cubicBezTo>
                <a:cubicBezTo>
                  <a:pt x="1701374" y="168759"/>
                  <a:pt x="1696761" y="179296"/>
                  <a:pt x="1693457" y="187953"/>
                </a:cubicBezTo>
                <a:cubicBezTo>
                  <a:pt x="1690154" y="196496"/>
                  <a:pt x="1685540" y="212843"/>
                  <a:pt x="1679617" y="236992"/>
                </a:cubicBezTo>
                <a:lnTo>
                  <a:pt x="1638267" y="236992"/>
                </a:lnTo>
                <a:lnTo>
                  <a:pt x="1666460" y="123707"/>
                </a:lnTo>
                <a:cubicBezTo>
                  <a:pt x="1668511" y="115277"/>
                  <a:pt x="1669536" y="109696"/>
                  <a:pt x="1669536" y="106962"/>
                </a:cubicBezTo>
                <a:cubicBezTo>
                  <a:pt x="1669536" y="103887"/>
                  <a:pt x="1668967" y="101494"/>
                  <a:pt x="1667828" y="99786"/>
                </a:cubicBezTo>
                <a:cubicBezTo>
                  <a:pt x="1666802" y="98077"/>
                  <a:pt x="1665321" y="96824"/>
                  <a:pt x="1663385" y="96026"/>
                </a:cubicBezTo>
                <a:cubicBezTo>
                  <a:pt x="1661562" y="95229"/>
                  <a:pt x="1657689" y="94831"/>
                  <a:pt x="1651766" y="94831"/>
                </a:cubicBezTo>
                <a:lnTo>
                  <a:pt x="1653304" y="89875"/>
                </a:lnTo>
                <a:lnTo>
                  <a:pt x="1704906" y="78598"/>
                </a:lnTo>
                <a:lnTo>
                  <a:pt x="1715157" y="78598"/>
                </a:lnTo>
                <a:moveTo>
                  <a:pt x="1823316" y="172916"/>
                </a:moveTo>
                <a:cubicBezTo>
                  <a:pt x="1822290" y="180321"/>
                  <a:pt x="1821778" y="186415"/>
                  <a:pt x="1821778" y="191199"/>
                </a:cubicBezTo>
                <a:cubicBezTo>
                  <a:pt x="1821778" y="199743"/>
                  <a:pt x="1824228" y="206577"/>
                  <a:pt x="1829126" y="211703"/>
                </a:cubicBezTo>
                <a:cubicBezTo>
                  <a:pt x="1834137" y="216829"/>
                  <a:pt x="1840801" y="219392"/>
                  <a:pt x="1849117" y="219392"/>
                </a:cubicBezTo>
                <a:cubicBezTo>
                  <a:pt x="1857090" y="219392"/>
                  <a:pt x="1865065" y="217456"/>
                  <a:pt x="1873038" y="213583"/>
                </a:cubicBezTo>
                <a:cubicBezTo>
                  <a:pt x="1881126" y="209710"/>
                  <a:pt x="1890466" y="202932"/>
                  <a:pt x="1901060" y="193250"/>
                </a:cubicBezTo>
                <a:lnTo>
                  <a:pt x="1906185" y="197863"/>
                </a:lnTo>
                <a:cubicBezTo>
                  <a:pt x="1893086" y="213697"/>
                  <a:pt x="1880328" y="224974"/>
                  <a:pt x="1867912" y="231695"/>
                </a:cubicBezTo>
                <a:cubicBezTo>
                  <a:pt x="1855496" y="238415"/>
                  <a:pt x="1841770" y="241776"/>
                  <a:pt x="1826733" y="241776"/>
                </a:cubicBezTo>
                <a:cubicBezTo>
                  <a:pt x="1807710" y="241776"/>
                  <a:pt x="1794554" y="237219"/>
                  <a:pt x="1787263" y="228107"/>
                </a:cubicBezTo>
                <a:cubicBezTo>
                  <a:pt x="1779972" y="218994"/>
                  <a:pt x="1776327" y="208457"/>
                  <a:pt x="1776327" y="196496"/>
                </a:cubicBezTo>
                <a:cubicBezTo>
                  <a:pt x="1776327" y="177815"/>
                  <a:pt x="1781738" y="159133"/>
                  <a:pt x="1792560" y="140452"/>
                </a:cubicBezTo>
                <a:cubicBezTo>
                  <a:pt x="1803496" y="121770"/>
                  <a:pt x="1818304" y="106792"/>
                  <a:pt x="1836985" y="95514"/>
                </a:cubicBezTo>
                <a:cubicBezTo>
                  <a:pt x="1855781" y="84237"/>
                  <a:pt x="1874632" y="78598"/>
                  <a:pt x="1893541" y="78598"/>
                </a:cubicBezTo>
                <a:cubicBezTo>
                  <a:pt x="1903110" y="78598"/>
                  <a:pt x="1910344" y="80877"/>
                  <a:pt x="1915242" y="85433"/>
                </a:cubicBezTo>
                <a:cubicBezTo>
                  <a:pt x="1920140" y="89989"/>
                  <a:pt x="1922589" y="95742"/>
                  <a:pt x="1922589" y="102690"/>
                </a:cubicBezTo>
                <a:cubicBezTo>
                  <a:pt x="1922589" y="111006"/>
                  <a:pt x="1920197" y="119094"/>
                  <a:pt x="1915412" y="126953"/>
                </a:cubicBezTo>
                <a:cubicBezTo>
                  <a:pt x="1908806" y="137661"/>
                  <a:pt x="1900490" y="146319"/>
                  <a:pt x="1890466" y="152925"/>
                </a:cubicBezTo>
                <a:cubicBezTo>
                  <a:pt x="1880442" y="159418"/>
                  <a:pt x="1869222" y="164373"/>
                  <a:pt x="1856805" y="167791"/>
                </a:cubicBezTo>
                <a:cubicBezTo>
                  <a:pt x="1848490" y="170069"/>
                  <a:pt x="1837327" y="171777"/>
                  <a:pt x="1823316" y="172916"/>
                </a:cubicBezTo>
                <a:moveTo>
                  <a:pt x="1824853" y="164031"/>
                </a:moveTo>
                <a:cubicBezTo>
                  <a:pt x="1834877" y="162551"/>
                  <a:pt x="1842624" y="160558"/>
                  <a:pt x="1848092" y="158051"/>
                </a:cubicBezTo>
                <a:cubicBezTo>
                  <a:pt x="1853673" y="155431"/>
                  <a:pt x="1859084" y="151331"/>
                  <a:pt x="1864324" y="145749"/>
                </a:cubicBezTo>
                <a:cubicBezTo>
                  <a:pt x="1869677" y="140053"/>
                  <a:pt x="1874290" y="132934"/>
                  <a:pt x="1878164" y="124390"/>
                </a:cubicBezTo>
                <a:cubicBezTo>
                  <a:pt x="1882038" y="115733"/>
                  <a:pt x="1883974" y="107646"/>
                  <a:pt x="1883974" y="100128"/>
                </a:cubicBezTo>
                <a:cubicBezTo>
                  <a:pt x="1883974" y="96938"/>
                  <a:pt x="1883062" y="94432"/>
                  <a:pt x="1881239" y="92609"/>
                </a:cubicBezTo>
                <a:cubicBezTo>
                  <a:pt x="1879531" y="90787"/>
                  <a:pt x="1877310" y="89875"/>
                  <a:pt x="1874575" y="89875"/>
                </a:cubicBezTo>
                <a:cubicBezTo>
                  <a:pt x="1869107" y="89875"/>
                  <a:pt x="1862957" y="93692"/>
                  <a:pt x="1856123" y="101324"/>
                </a:cubicBezTo>
                <a:cubicBezTo>
                  <a:pt x="1843592" y="115221"/>
                  <a:pt x="1833170" y="136123"/>
                  <a:pt x="1824853" y="164031"/>
                </a:cubicBezTo>
                <a:moveTo>
                  <a:pt x="2054327" y="78598"/>
                </a:moveTo>
                <a:lnTo>
                  <a:pt x="2046809" y="131396"/>
                </a:lnTo>
                <a:lnTo>
                  <a:pt x="2040487" y="131396"/>
                </a:lnTo>
                <a:cubicBezTo>
                  <a:pt x="2039575" y="117726"/>
                  <a:pt x="2035361" y="106962"/>
                  <a:pt x="2027843" y="99102"/>
                </a:cubicBezTo>
                <a:cubicBezTo>
                  <a:pt x="2020439" y="91243"/>
                  <a:pt x="2012465" y="87312"/>
                  <a:pt x="2003921" y="87312"/>
                </a:cubicBezTo>
                <a:cubicBezTo>
                  <a:pt x="1998682" y="87312"/>
                  <a:pt x="1994353" y="88850"/>
                  <a:pt x="1990936" y="91926"/>
                </a:cubicBezTo>
                <a:cubicBezTo>
                  <a:pt x="1987519" y="95002"/>
                  <a:pt x="1985809" y="98704"/>
                  <a:pt x="1985809" y="103032"/>
                </a:cubicBezTo>
                <a:cubicBezTo>
                  <a:pt x="1985809" y="106677"/>
                  <a:pt x="1986550" y="110094"/>
                  <a:pt x="1988031" y="113284"/>
                </a:cubicBezTo>
                <a:cubicBezTo>
                  <a:pt x="1989512" y="116474"/>
                  <a:pt x="1992815" y="120802"/>
                  <a:pt x="1997941" y="126270"/>
                </a:cubicBezTo>
                <a:cubicBezTo>
                  <a:pt x="2015939" y="145635"/>
                  <a:pt x="2026875" y="158963"/>
                  <a:pt x="2030747" y="166253"/>
                </a:cubicBezTo>
                <a:cubicBezTo>
                  <a:pt x="2034621" y="173543"/>
                  <a:pt x="2036557" y="181346"/>
                  <a:pt x="2036557" y="189661"/>
                </a:cubicBezTo>
                <a:cubicBezTo>
                  <a:pt x="2036557" y="198660"/>
                  <a:pt x="2034279" y="207204"/>
                  <a:pt x="2029723" y="215292"/>
                </a:cubicBezTo>
                <a:cubicBezTo>
                  <a:pt x="2025166" y="223265"/>
                  <a:pt x="2018331" y="229701"/>
                  <a:pt x="2009218" y="234599"/>
                </a:cubicBezTo>
                <a:cubicBezTo>
                  <a:pt x="2000219" y="239384"/>
                  <a:pt x="1990822" y="241776"/>
                  <a:pt x="1981025" y="241776"/>
                </a:cubicBezTo>
                <a:cubicBezTo>
                  <a:pt x="1974418" y="241776"/>
                  <a:pt x="1966275" y="240465"/>
                  <a:pt x="1956591" y="237846"/>
                </a:cubicBezTo>
                <a:cubicBezTo>
                  <a:pt x="1950212" y="236024"/>
                  <a:pt x="1945428" y="235112"/>
                  <a:pt x="1942239" y="235112"/>
                </a:cubicBezTo>
                <a:cubicBezTo>
                  <a:pt x="1939391" y="235112"/>
                  <a:pt x="1937170" y="235568"/>
                  <a:pt x="1935575" y="236479"/>
                </a:cubicBezTo>
                <a:cubicBezTo>
                  <a:pt x="1933981" y="237276"/>
                  <a:pt x="1932215" y="239042"/>
                  <a:pt x="1930279" y="241776"/>
                </a:cubicBezTo>
                <a:lnTo>
                  <a:pt x="1923956" y="241776"/>
                </a:lnTo>
                <a:lnTo>
                  <a:pt x="1932329" y="184877"/>
                </a:lnTo>
                <a:lnTo>
                  <a:pt x="1937797" y="184877"/>
                </a:lnTo>
                <a:cubicBezTo>
                  <a:pt x="1941783" y="198660"/>
                  <a:pt x="1945485" y="208514"/>
                  <a:pt x="1948903" y="214437"/>
                </a:cubicBezTo>
                <a:cubicBezTo>
                  <a:pt x="1952434" y="220246"/>
                  <a:pt x="1957104" y="224917"/>
                  <a:pt x="1962914" y="228448"/>
                </a:cubicBezTo>
                <a:cubicBezTo>
                  <a:pt x="1968723" y="231865"/>
                  <a:pt x="1974304" y="233574"/>
                  <a:pt x="1979659" y="233574"/>
                </a:cubicBezTo>
                <a:cubicBezTo>
                  <a:pt x="1985924" y="233574"/>
                  <a:pt x="1991107" y="231638"/>
                  <a:pt x="1995208" y="227765"/>
                </a:cubicBezTo>
                <a:cubicBezTo>
                  <a:pt x="1999309" y="223778"/>
                  <a:pt x="2001358" y="219051"/>
                  <a:pt x="2001358" y="213583"/>
                </a:cubicBezTo>
                <a:cubicBezTo>
                  <a:pt x="2001358" y="208229"/>
                  <a:pt x="1999992" y="203046"/>
                  <a:pt x="1997258" y="198034"/>
                </a:cubicBezTo>
                <a:cubicBezTo>
                  <a:pt x="1994638" y="193022"/>
                  <a:pt x="1988486" y="185219"/>
                  <a:pt x="1978804" y="174625"/>
                </a:cubicBezTo>
                <a:cubicBezTo>
                  <a:pt x="1965476" y="160158"/>
                  <a:pt x="1956706" y="148995"/>
                  <a:pt x="1952490" y="141136"/>
                </a:cubicBezTo>
                <a:cubicBezTo>
                  <a:pt x="1949530" y="135440"/>
                  <a:pt x="1948048" y="128947"/>
                  <a:pt x="1948048" y="121657"/>
                </a:cubicBezTo>
                <a:cubicBezTo>
                  <a:pt x="1948048" y="109354"/>
                  <a:pt x="1952490" y="99102"/>
                  <a:pt x="1961375" y="90901"/>
                </a:cubicBezTo>
                <a:cubicBezTo>
                  <a:pt x="1970375" y="82699"/>
                  <a:pt x="1982962" y="78598"/>
                  <a:pt x="1999137" y="78598"/>
                </a:cubicBezTo>
                <a:cubicBezTo>
                  <a:pt x="2006200" y="78598"/>
                  <a:pt x="2014858" y="79851"/>
                  <a:pt x="2025109" y="82358"/>
                </a:cubicBezTo>
                <a:cubicBezTo>
                  <a:pt x="2030235" y="83610"/>
                  <a:pt x="2034336" y="84237"/>
                  <a:pt x="2037411" y="84237"/>
                </a:cubicBezTo>
                <a:cubicBezTo>
                  <a:pt x="2041853" y="84237"/>
                  <a:pt x="2045442" y="82358"/>
                  <a:pt x="2048177" y="78598"/>
                </a:cubicBezTo>
                <a:lnTo>
                  <a:pt x="2054327" y="78598"/>
                </a:lnTo>
                <a:moveTo>
                  <a:pt x="2115156" y="172916"/>
                </a:moveTo>
                <a:cubicBezTo>
                  <a:pt x="2114130" y="180321"/>
                  <a:pt x="2113618" y="186415"/>
                  <a:pt x="2113618" y="191199"/>
                </a:cubicBezTo>
                <a:cubicBezTo>
                  <a:pt x="2113618" y="199743"/>
                  <a:pt x="2116066" y="206577"/>
                  <a:pt x="2120965" y="211703"/>
                </a:cubicBezTo>
                <a:cubicBezTo>
                  <a:pt x="2125977" y="216829"/>
                  <a:pt x="2132641" y="219392"/>
                  <a:pt x="2140957" y="219392"/>
                </a:cubicBezTo>
                <a:cubicBezTo>
                  <a:pt x="2148930" y="219392"/>
                  <a:pt x="2156904" y="217456"/>
                  <a:pt x="2164878" y="213583"/>
                </a:cubicBezTo>
                <a:cubicBezTo>
                  <a:pt x="2172965" y="209710"/>
                  <a:pt x="2182306" y="202932"/>
                  <a:pt x="2192900" y="193250"/>
                </a:cubicBezTo>
                <a:lnTo>
                  <a:pt x="2198026" y="197863"/>
                </a:lnTo>
                <a:cubicBezTo>
                  <a:pt x="2184926" y="213697"/>
                  <a:pt x="2172168" y="224974"/>
                  <a:pt x="2159751" y="231695"/>
                </a:cubicBezTo>
                <a:cubicBezTo>
                  <a:pt x="2147336" y="238415"/>
                  <a:pt x="2133609" y="241776"/>
                  <a:pt x="2118573" y="241776"/>
                </a:cubicBezTo>
                <a:cubicBezTo>
                  <a:pt x="2099550" y="241776"/>
                  <a:pt x="2086394" y="237219"/>
                  <a:pt x="2079103" y="228107"/>
                </a:cubicBezTo>
                <a:cubicBezTo>
                  <a:pt x="2071812" y="218994"/>
                  <a:pt x="2068167" y="208457"/>
                  <a:pt x="2068167" y="196496"/>
                </a:cubicBezTo>
                <a:cubicBezTo>
                  <a:pt x="2068167" y="177815"/>
                  <a:pt x="2073578" y="159133"/>
                  <a:pt x="2084400" y="140452"/>
                </a:cubicBezTo>
                <a:cubicBezTo>
                  <a:pt x="2095336" y="121770"/>
                  <a:pt x="2110144" y="106792"/>
                  <a:pt x="2128825" y="95514"/>
                </a:cubicBezTo>
                <a:cubicBezTo>
                  <a:pt x="2147621" y="84237"/>
                  <a:pt x="2166472" y="78598"/>
                  <a:pt x="2185382" y="78598"/>
                </a:cubicBezTo>
                <a:cubicBezTo>
                  <a:pt x="2194950" y="78598"/>
                  <a:pt x="2202184" y="80877"/>
                  <a:pt x="2207082" y="85433"/>
                </a:cubicBezTo>
                <a:cubicBezTo>
                  <a:pt x="2211980" y="89989"/>
                  <a:pt x="2214429" y="95742"/>
                  <a:pt x="2214429" y="102690"/>
                </a:cubicBezTo>
                <a:cubicBezTo>
                  <a:pt x="2214429" y="111006"/>
                  <a:pt x="2212037" y="119094"/>
                  <a:pt x="2207252" y="126953"/>
                </a:cubicBezTo>
                <a:cubicBezTo>
                  <a:pt x="2200646" y="137661"/>
                  <a:pt x="2192330" y="146319"/>
                  <a:pt x="2182306" y="152925"/>
                </a:cubicBezTo>
                <a:cubicBezTo>
                  <a:pt x="2172282" y="159418"/>
                  <a:pt x="2161062" y="164373"/>
                  <a:pt x="2148645" y="167791"/>
                </a:cubicBezTo>
                <a:cubicBezTo>
                  <a:pt x="2140330" y="170069"/>
                  <a:pt x="2129167" y="171777"/>
                  <a:pt x="2115156" y="172916"/>
                </a:cubicBezTo>
                <a:moveTo>
                  <a:pt x="2116693" y="164031"/>
                </a:moveTo>
                <a:cubicBezTo>
                  <a:pt x="2126717" y="162551"/>
                  <a:pt x="2134463" y="160558"/>
                  <a:pt x="2139931" y="158051"/>
                </a:cubicBezTo>
                <a:cubicBezTo>
                  <a:pt x="2145513" y="155431"/>
                  <a:pt x="2150923" y="151331"/>
                  <a:pt x="2156164" y="145749"/>
                </a:cubicBezTo>
                <a:cubicBezTo>
                  <a:pt x="2161517" y="140053"/>
                  <a:pt x="2166131" y="132934"/>
                  <a:pt x="2170004" y="124390"/>
                </a:cubicBezTo>
                <a:cubicBezTo>
                  <a:pt x="2173876" y="115733"/>
                  <a:pt x="2175814" y="107646"/>
                  <a:pt x="2175814" y="100128"/>
                </a:cubicBezTo>
                <a:cubicBezTo>
                  <a:pt x="2175814" y="96938"/>
                  <a:pt x="2174902" y="94432"/>
                  <a:pt x="2173079" y="92609"/>
                </a:cubicBezTo>
                <a:cubicBezTo>
                  <a:pt x="2171371" y="90787"/>
                  <a:pt x="2169150" y="89875"/>
                  <a:pt x="2166415" y="89875"/>
                </a:cubicBezTo>
                <a:cubicBezTo>
                  <a:pt x="2160948" y="89875"/>
                  <a:pt x="2154797" y="93692"/>
                  <a:pt x="2147963" y="101324"/>
                </a:cubicBezTo>
                <a:cubicBezTo>
                  <a:pt x="2135432" y="115221"/>
                  <a:pt x="2125009" y="136123"/>
                  <a:pt x="2116693" y="164031"/>
                </a:cubicBezTo>
                <a:moveTo>
                  <a:pt x="2309431" y="78598"/>
                </a:moveTo>
                <a:lnTo>
                  <a:pt x="2288244" y="151900"/>
                </a:lnTo>
                <a:cubicBezTo>
                  <a:pt x="2302482" y="130485"/>
                  <a:pt x="2313133" y="115847"/>
                  <a:pt x="2320195" y="107987"/>
                </a:cubicBezTo>
                <a:cubicBezTo>
                  <a:pt x="2330561" y="96596"/>
                  <a:pt x="2339503" y="88850"/>
                  <a:pt x="2347022" y="84750"/>
                </a:cubicBezTo>
                <a:cubicBezTo>
                  <a:pt x="2354540" y="80649"/>
                  <a:pt x="2361602" y="78598"/>
                  <a:pt x="2368208" y="78598"/>
                </a:cubicBezTo>
                <a:cubicBezTo>
                  <a:pt x="2374132" y="78598"/>
                  <a:pt x="2379201" y="80819"/>
                  <a:pt x="2383417" y="85262"/>
                </a:cubicBezTo>
                <a:cubicBezTo>
                  <a:pt x="2387631" y="89591"/>
                  <a:pt x="2389737" y="95286"/>
                  <a:pt x="2389737" y="102349"/>
                </a:cubicBezTo>
                <a:cubicBezTo>
                  <a:pt x="2389737" y="108728"/>
                  <a:pt x="2388371" y="116474"/>
                  <a:pt x="2385638" y="125587"/>
                </a:cubicBezTo>
                <a:lnTo>
                  <a:pt x="2363766" y="198546"/>
                </a:lnTo>
                <a:cubicBezTo>
                  <a:pt x="2361944" y="204926"/>
                  <a:pt x="2361032" y="209083"/>
                  <a:pt x="2361032" y="211020"/>
                </a:cubicBezTo>
                <a:cubicBezTo>
                  <a:pt x="2361032" y="212159"/>
                  <a:pt x="2361431" y="213184"/>
                  <a:pt x="2362228" y="214095"/>
                </a:cubicBezTo>
                <a:cubicBezTo>
                  <a:pt x="2363140" y="215007"/>
                  <a:pt x="2364051" y="215463"/>
                  <a:pt x="2364963" y="215463"/>
                </a:cubicBezTo>
                <a:cubicBezTo>
                  <a:pt x="2366102" y="215463"/>
                  <a:pt x="2367297" y="215007"/>
                  <a:pt x="2368551" y="214095"/>
                </a:cubicBezTo>
                <a:cubicBezTo>
                  <a:pt x="2372537" y="210792"/>
                  <a:pt x="2376581" y="206121"/>
                  <a:pt x="2380682" y="200085"/>
                </a:cubicBezTo>
                <a:cubicBezTo>
                  <a:pt x="2381707" y="198490"/>
                  <a:pt x="2383359" y="196097"/>
                  <a:pt x="2385638" y="192908"/>
                </a:cubicBezTo>
                <a:lnTo>
                  <a:pt x="2392130" y="196838"/>
                </a:lnTo>
                <a:cubicBezTo>
                  <a:pt x="2375385" y="224974"/>
                  <a:pt x="2357786" y="239042"/>
                  <a:pt x="2339333" y="239042"/>
                </a:cubicBezTo>
                <a:cubicBezTo>
                  <a:pt x="2332270" y="239042"/>
                  <a:pt x="2326746" y="237219"/>
                  <a:pt x="2322758" y="233574"/>
                </a:cubicBezTo>
                <a:cubicBezTo>
                  <a:pt x="2318771" y="229929"/>
                  <a:pt x="2316778" y="225373"/>
                  <a:pt x="2316778" y="219905"/>
                </a:cubicBezTo>
                <a:cubicBezTo>
                  <a:pt x="2316778" y="215121"/>
                  <a:pt x="2318146" y="208001"/>
                  <a:pt x="2320879" y="198546"/>
                </a:cubicBezTo>
                <a:lnTo>
                  <a:pt x="2342237" y="125587"/>
                </a:lnTo>
                <a:cubicBezTo>
                  <a:pt x="2343717" y="120802"/>
                  <a:pt x="2344458" y="117271"/>
                  <a:pt x="2344458" y="114993"/>
                </a:cubicBezTo>
                <a:cubicBezTo>
                  <a:pt x="2344458" y="113740"/>
                  <a:pt x="2343946" y="112658"/>
                  <a:pt x="2342920" y="111746"/>
                </a:cubicBezTo>
                <a:cubicBezTo>
                  <a:pt x="2341896" y="110721"/>
                  <a:pt x="2340699" y="110209"/>
                  <a:pt x="2339333" y="110209"/>
                </a:cubicBezTo>
                <a:cubicBezTo>
                  <a:pt x="2335004" y="110209"/>
                  <a:pt x="2329764" y="113170"/>
                  <a:pt x="2323612" y="119094"/>
                </a:cubicBezTo>
                <a:cubicBezTo>
                  <a:pt x="2307893" y="134130"/>
                  <a:pt x="2292686" y="156514"/>
                  <a:pt x="2277991" y="186244"/>
                </a:cubicBezTo>
                <a:lnTo>
                  <a:pt x="2263981" y="236992"/>
                </a:lnTo>
                <a:lnTo>
                  <a:pt x="2220409" y="236992"/>
                </a:lnTo>
                <a:lnTo>
                  <a:pt x="2252361" y="127295"/>
                </a:lnTo>
                <a:cubicBezTo>
                  <a:pt x="2255437" y="116474"/>
                  <a:pt x="2256974" y="108785"/>
                  <a:pt x="2256974" y="104228"/>
                </a:cubicBezTo>
                <a:cubicBezTo>
                  <a:pt x="2256974" y="102292"/>
                  <a:pt x="2256519" y="100697"/>
                  <a:pt x="2255608" y="99444"/>
                </a:cubicBezTo>
                <a:cubicBezTo>
                  <a:pt x="2254696" y="98077"/>
                  <a:pt x="2253215" y="97052"/>
                  <a:pt x="2251165" y="96368"/>
                </a:cubicBezTo>
                <a:cubicBezTo>
                  <a:pt x="2249115" y="95571"/>
                  <a:pt x="2245242" y="95172"/>
                  <a:pt x="2239547" y="95172"/>
                </a:cubicBezTo>
                <a:lnTo>
                  <a:pt x="2241426" y="88680"/>
                </a:lnTo>
                <a:lnTo>
                  <a:pt x="2299008" y="78598"/>
                </a:lnTo>
                <a:lnTo>
                  <a:pt x="2309431" y="78598"/>
                </a:lnTo>
                <a:moveTo>
                  <a:pt x="2511054" y="36907"/>
                </a:moveTo>
                <a:lnTo>
                  <a:pt x="2497384" y="83382"/>
                </a:lnTo>
                <a:lnTo>
                  <a:pt x="2519767" y="83382"/>
                </a:lnTo>
                <a:lnTo>
                  <a:pt x="2513787" y="103032"/>
                </a:lnTo>
                <a:lnTo>
                  <a:pt x="2491746" y="103032"/>
                </a:lnTo>
                <a:lnTo>
                  <a:pt x="2463211" y="202135"/>
                </a:lnTo>
                <a:cubicBezTo>
                  <a:pt x="2461388" y="208286"/>
                  <a:pt x="2460476" y="212956"/>
                  <a:pt x="2460476" y="216146"/>
                </a:cubicBezTo>
                <a:cubicBezTo>
                  <a:pt x="2460476" y="217626"/>
                  <a:pt x="2460990" y="218936"/>
                  <a:pt x="2462015" y="220076"/>
                </a:cubicBezTo>
                <a:cubicBezTo>
                  <a:pt x="2463039" y="221101"/>
                  <a:pt x="2464178" y="221614"/>
                  <a:pt x="2465432" y="221614"/>
                </a:cubicBezTo>
                <a:cubicBezTo>
                  <a:pt x="2467368" y="221614"/>
                  <a:pt x="2469361" y="220816"/>
                  <a:pt x="2471412" y="219221"/>
                </a:cubicBezTo>
                <a:cubicBezTo>
                  <a:pt x="2476652" y="215234"/>
                  <a:pt x="2482747" y="208286"/>
                  <a:pt x="2489695" y="198375"/>
                </a:cubicBezTo>
                <a:lnTo>
                  <a:pt x="2495675" y="202135"/>
                </a:lnTo>
                <a:cubicBezTo>
                  <a:pt x="2487815" y="215804"/>
                  <a:pt x="2479158" y="225828"/>
                  <a:pt x="2469703" y="232207"/>
                </a:cubicBezTo>
                <a:cubicBezTo>
                  <a:pt x="2460249" y="238586"/>
                  <a:pt x="2450966" y="241776"/>
                  <a:pt x="2441852" y="241776"/>
                </a:cubicBezTo>
                <a:cubicBezTo>
                  <a:pt x="2434106" y="241776"/>
                  <a:pt x="2428069" y="239839"/>
                  <a:pt x="2423740" y="235966"/>
                </a:cubicBezTo>
                <a:cubicBezTo>
                  <a:pt x="2419526" y="231980"/>
                  <a:pt x="2417418" y="226967"/>
                  <a:pt x="2417418" y="220930"/>
                </a:cubicBezTo>
                <a:cubicBezTo>
                  <a:pt x="2417418" y="214323"/>
                  <a:pt x="2418899" y="205837"/>
                  <a:pt x="2421861" y="195471"/>
                </a:cubicBezTo>
                <a:lnTo>
                  <a:pt x="2448858" y="103032"/>
                </a:lnTo>
                <a:lnTo>
                  <a:pt x="2425620" y="103032"/>
                </a:lnTo>
                <a:lnTo>
                  <a:pt x="2429037" y="90388"/>
                </a:lnTo>
                <a:cubicBezTo>
                  <a:pt x="2443618" y="85034"/>
                  <a:pt x="2455920" y="78769"/>
                  <a:pt x="2465944" y="71593"/>
                </a:cubicBezTo>
                <a:cubicBezTo>
                  <a:pt x="2475968" y="64416"/>
                  <a:pt x="2488044" y="52855"/>
                  <a:pt x="2502168" y="36907"/>
                </a:cubicBezTo>
                <a:lnTo>
                  <a:pt x="2511054" y="36907"/>
                </a:lnTo>
                <a:moveTo>
                  <a:pt x="2675769" y="80990"/>
                </a:moveTo>
                <a:lnTo>
                  <a:pt x="2642620" y="194616"/>
                </a:lnTo>
                <a:lnTo>
                  <a:pt x="2639203" y="208457"/>
                </a:lnTo>
                <a:cubicBezTo>
                  <a:pt x="2638861" y="210165"/>
                  <a:pt x="2638690" y="211419"/>
                  <a:pt x="2638690" y="212216"/>
                </a:cubicBezTo>
                <a:cubicBezTo>
                  <a:pt x="2638690" y="213583"/>
                  <a:pt x="2639146" y="214779"/>
                  <a:pt x="2640058" y="215804"/>
                </a:cubicBezTo>
                <a:cubicBezTo>
                  <a:pt x="2641082" y="216829"/>
                  <a:pt x="2642108" y="217342"/>
                  <a:pt x="2643133" y="217342"/>
                </a:cubicBezTo>
                <a:cubicBezTo>
                  <a:pt x="2645525" y="217342"/>
                  <a:pt x="2648829" y="215519"/>
                  <a:pt x="2653044" y="211874"/>
                </a:cubicBezTo>
                <a:cubicBezTo>
                  <a:pt x="2654752" y="210393"/>
                  <a:pt x="2658852" y="205153"/>
                  <a:pt x="2665346" y="196155"/>
                </a:cubicBezTo>
                <a:lnTo>
                  <a:pt x="2671326" y="199230"/>
                </a:lnTo>
                <a:cubicBezTo>
                  <a:pt x="2663238" y="214038"/>
                  <a:pt x="2654581" y="224860"/>
                  <a:pt x="2645354" y="231695"/>
                </a:cubicBezTo>
                <a:cubicBezTo>
                  <a:pt x="2636241" y="238415"/>
                  <a:pt x="2626388" y="241776"/>
                  <a:pt x="2615794" y="241776"/>
                </a:cubicBezTo>
                <a:cubicBezTo>
                  <a:pt x="2609302" y="241776"/>
                  <a:pt x="2604346" y="240124"/>
                  <a:pt x="2600929" y="236821"/>
                </a:cubicBezTo>
                <a:cubicBezTo>
                  <a:pt x="2597512" y="233403"/>
                  <a:pt x="2595803" y="229131"/>
                  <a:pt x="2595803" y="224006"/>
                </a:cubicBezTo>
                <a:cubicBezTo>
                  <a:pt x="2595803" y="219563"/>
                  <a:pt x="2597625" y="211304"/>
                  <a:pt x="2601271" y="199230"/>
                </a:cubicBezTo>
                <a:lnTo>
                  <a:pt x="2605371" y="185390"/>
                </a:lnTo>
                <a:cubicBezTo>
                  <a:pt x="2592157" y="208058"/>
                  <a:pt x="2579456" y="224119"/>
                  <a:pt x="2567268" y="233574"/>
                </a:cubicBezTo>
                <a:cubicBezTo>
                  <a:pt x="2560205" y="239042"/>
                  <a:pt x="2552688" y="241776"/>
                  <a:pt x="2544713" y="241776"/>
                </a:cubicBezTo>
                <a:cubicBezTo>
                  <a:pt x="2534234" y="241776"/>
                  <a:pt x="2526659" y="237504"/>
                  <a:pt x="2521988" y="228960"/>
                </a:cubicBezTo>
                <a:cubicBezTo>
                  <a:pt x="2517318" y="220304"/>
                  <a:pt x="2514983" y="210564"/>
                  <a:pt x="2514983" y="199743"/>
                </a:cubicBezTo>
                <a:cubicBezTo>
                  <a:pt x="2514983" y="183681"/>
                  <a:pt x="2519882" y="165285"/>
                  <a:pt x="2529678" y="144553"/>
                </a:cubicBezTo>
                <a:cubicBezTo>
                  <a:pt x="2539474" y="123707"/>
                  <a:pt x="2552346" y="106962"/>
                  <a:pt x="2568293" y="94318"/>
                </a:cubicBezTo>
                <a:cubicBezTo>
                  <a:pt x="2581394" y="83838"/>
                  <a:pt x="2593695" y="78598"/>
                  <a:pt x="2605201" y="78598"/>
                </a:cubicBezTo>
                <a:cubicBezTo>
                  <a:pt x="2611580" y="78598"/>
                  <a:pt x="2616706" y="80478"/>
                  <a:pt x="2620578" y="84237"/>
                </a:cubicBezTo>
                <a:cubicBezTo>
                  <a:pt x="2624452" y="87882"/>
                  <a:pt x="2627299" y="94603"/>
                  <a:pt x="2629122" y="104399"/>
                </a:cubicBezTo>
                <a:lnTo>
                  <a:pt x="2635273" y="83382"/>
                </a:lnTo>
                <a:lnTo>
                  <a:pt x="2675769" y="80990"/>
                </a:lnTo>
                <a:moveTo>
                  <a:pt x="2621091" y="113455"/>
                </a:moveTo>
                <a:cubicBezTo>
                  <a:pt x="2621091" y="104228"/>
                  <a:pt x="2619667" y="97565"/>
                  <a:pt x="2616820" y="93464"/>
                </a:cubicBezTo>
                <a:cubicBezTo>
                  <a:pt x="2614770" y="90616"/>
                  <a:pt x="2611978" y="89192"/>
                  <a:pt x="2608447" y="89192"/>
                </a:cubicBezTo>
                <a:cubicBezTo>
                  <a:pt x="2604916" y="89192"/>
                  <a:pt x="2601271" y="90901"/>
                  <a:pt x="2597512" y="94318"/>
                </a:cubicBezTo>
                <a:cubicBezTo>
                  <a:pt x="2589879" y="101380"/>
                  <a:pt x="2581621" y="115733"/>
                  <a:pt x="2572736" y="137376"/>
                </a:cubicBezTo>
                <a:cubicBezTo>
                  <a:pt x="2563964" y="158906"/>
                  <a:pt x="2559580" y="177530"/>
                  <a:pt x="2559580" y="193250"/>
                </a:cubicBezTo>
                <a:cubicBezTo>
                  <a:pt x="2559580" y="199287"/>
                  <a:pt x="2560547" y="203672"/>
                  <a:pt x="2562483" y="206407"/>
                </a:cubicBezTo>
                <a:cubicBezTo>
                  <a:pt x="2564534" y="209026"/>
                  <a:pt x="2566756" y="210336"/>
                  <a:pt x="2569147" y="210336"/>
                </a:cubicBezTo>
                <a:cubicBezTo>
                  <a:pt x="2574274" y="210336"/>
                  <a:pt x="2579456" y="207375"/>
                  <a:pt x="2584696" y="201451"/>
                </a:cubicBezTo>
                <a:cubicBezTo>
                  <a:pt x="2592215" y="193022"/>
                  <a:pt x="2598993" y="182713"/>
                  <a:pt x="2605030" y="170524"/>
                </a:cubicBezTo>
                <a:cubicBezTo>
                  <a:pt x="2615737" y="149109"/>
                  <a:pt x="2621091" y="130086"/>
                  <a:pt x="2621091" y="113455"/>
                </a:cubicBezTo>
                <a:moveTo>
                  <a:pt x="2783414" y="36907"/>
                </a:moveTo>
                <a:lnTo>
                  <a:pt x="2769746" y="83382"/>
                </a:lnTo>
                <a:lnTo>
                  <a:pt x="2792129" y="83382"/>
                </a:lnTo>
                <a:lnTo>
                  <a:pt x="2786149" y="103032"/>
                </a:lnTo>
                <a:lnTo>
                  <a:pt x="2764106" y="103032"/>
                </a:lnTo>
                <a:lnTo>
                  <a:pt x="2735571" y="202135"/>
                </a:lnTo>
                <a:cubicBezTo>
                  <a:pt x="2733749" y="208286"/>
                  <a:pt x="2732838" y="212956"/>
                  <a:pt x="2732838" y="216146"/>
                </a:cubicBezTo>
                <a:cubicBezTo>
                  <a:pt x="2732838" y="217626"/>
                  <a:pt x="2733350" y="218936"/>
                  <a:pt x="2734376" y="220076"/>
                </a:cubicBezTo>
                <a:cubicBezTo>
                  <a:pt x="2735401" y="221101"/>
                  <a:pt x="2736540" y="221614"/>
                  <a:pt x="2737793" y="221614"/>
                </a:cubicBezTo>
                <a:cubicBezTo>
                  <a:pt x="2739729" y="221614"/>
                  <a:pt x="2741723" y="220816"/>
                  <a:pt x="2743774" y="219221"/>
                </a:cubicBezTo>
                <a:cubicBezTo>
                  <a:pt x="2749014" y="215234"/>
                  <a:pt x="2755108" y="208286"/>
                  <a:pt x="2762056" y="198375"/>
                </a:cubicBezTo>
                <a:lnTo>
                  <a:pt x="2768037" y="202135"/>
                </a:lnTo>
                <a:cubicBezTo>
                  <a:pt x="2760177" y="215804"/>
                  <a:pt x="2751519" y="225828"/>
                  <a:pt x="2742065" y="232207"/>
                </a:cubicBezTo>
                <a:cubicBezTo>
                  <a:pt x="2732610" y="238586"/>
                  <a:pt x="2723326" y="241776"/>
                  <a:pt x="2714214" y="241776"/>
                </a:cubicBezTo>
                <a:cubicBezTo>
                  <a:pt x="2706468" y="241776"/>
                  <a:pt x="2700430" y="239839"/>
                  <a:pt x="2696102" y="235966"/>
                </a:cubicBezTo>
                <a:cubicBezTo>
                  <a:pt x="2691888" y="231980"/>
                  <a:pt x="2689780" y="226967"/>
                  <a:pt x="2689780" y="220930"/>
                </a:cubicBezTo>
                <a:cubicBezTo>
                  <a:pt x="2689780" y="214323"/>
                  <a:pt x="2691261" y="205837"/>
                  <a:pt x="2694222" y="195471"/>
                </a:cubicBezTo>
                <a:lnTo>
                  <a:pt x="2721218" y="103032"/>
                </a:lnTo>
                <a:lnTo>
                  <a:pt x="2697981" y="103032"/>
                </a:lnTo>
                <a:lnTo>
                  <a:pt x="2701398" y="90388"/>
                </a:lnTo>
                <a:cubicBezTo>
                  <a:pt x="2715979" y="85034"/>
                  <a:pt x="2728282" y="78769"/>
                  <a:pt x="2738306" y="71593"/>
                </a:cubicBezTo>
                <a:cubicBezTo>
                  <a:pt x="2748330" y="64416"/>
                  <a:pt x="2760404" y="52855"/>
                  <a:pt x="2774529" y="36907"/>
                </a:cubicBezTo>
                <a:lnTo>
                  <a:pt x="2783414" y="36907"/>
                </a:lnTo>
                <a:moveTo>
                  <a:pt x="2859108" y="0"/>
                </a:moveTo>
                <a:cubicBezTo>
                  <a:pt x="2866171" y="0"/>
                  <a:pt x="2872095" y="2449"/>
                  <a:pt x="2876878" y="7347"/>
                </a:cubicBezTo>
                <a:cubicBezTo>
                  <a:pt x="2881777" y="12245"/>
                  <a:pt x="2884225" y="18169"/>
                  <a:pt x="2884225" y="25117"/>
                </a:cubicBezTo>
                <a:cubicBezTo>
                  <a:pt x="2884225" y="32065"/>
                  <a:pt x="2881777" y="37989"/>
                  <a:pt x="2876878" y="42887"/>
                </a:cubicBezTo>
                <a:cubicBezTo>
                  <a:pt x="2871980" y="47785"/>
                  <a:pt x="2866057" y="50234"/>
                  <a:pt x="2859108" y="50234"/>
                </a:cubicBezTo>
                <a:cubicBezTo>
                  <a:pt x="2852274" y="50234"/>
                  <a:pt x="2846407" y="47785"/>
                  <a:pt x="2841509" y="42887"/>
                </a:cubicBezTo>
                <a:cubicBezTo>
                  <a:pt x="2836611" y="37989"/>
                  <a:pt x="2834162" y="32065"/>
                  <a:pt x="2834162" y="25117"/>
                </a:cubicBezTo>
                <a:cubicBezTo>
                  <a:pt x="2834162" y="18169"/>
                  <a:pt x="2836554" y="12245"/>
                  <a:pt x="2841338" y="7347"/>
                </a:cubicBezTo>
                <a:cubicBezTo>
                  <a:pt x="2846237" y="2449"/>
                  <a:pt x="2852160" y="0"/>
                  <a:pt x="2859108" y="0"/>
                </a:cubicBezTo>
                <a:moveTo>
                  <a:pt x="2869702" y="78598"/>
                </a:moveTo>
                <a:lnTo>
                  <a:pt x="2834674" y="200085"/>
                </a:lnTo>
                <a:cubicBezTo>
                  <a:pt x="2832737" y="207033"/>
                  <a:pt x="2831770" y="211589"/>
                  <a:pt x="2831770" y="213753"/>
                </a:cubicBezTo>
                <a:cubicBezTo>
                  <a:pt x="2831770" y="215007"/>
                  <a:pt x="2832282" y="216203"/>
                  <a:pt x="2833308" y="217342"/>
                </a:cubicBezTo>
                <a:cubicBezTo>
                  <a:pt x="2834333" y="218367"/>
                  <a:pt x="2835414" y="218880"/>
                  <a:pt x="2836554" y="218880"/>
                </a:cubicBezTo>
                <a:cubicBezTo>
                  <a:pt x="2838491" y="218880"/>
                  <a:pt x="2840427" y="218025"/>
                  <a:pt x="2842363" y="216316"/>
                </a:cubicBezTo>
                <a:cubicBezTo>
                  <a:pt x="2847489" y="212102"/>
                  <a:pt x="2853641" y="204470"/>
                  <a:pt x="2860817" y="193421"/>
                </a:cubicBezTo>
                <a:lnTo>
                  <a:pt x="2866627" y="196838"/>
                </a:lnTo>
                <a:cubicBezTo>
                  <a:pt x="2849425" y="226797"/>
                  <a:pt x="2831143" y="241776"/>
                  <a:pt x="2811778" y="241776"/>
                </a:cubicBezTo>
                <a:cubicBezTo>
                  <a:pt x="2804374" y="241776"/>
                  <a:pt x="2798451" y="239726"/>
                  <a:pt x="2794008" y="235624"/>
                </a:cubicBezTo>
                <a:cubicBezTo>
                  <a:pt x="2789679" y="231410"/>
                  <a:pt x="2787515" y="226113"/>
                  <a:pt x="2787515" y="219734"/>
                </a:cubicBezTo>
                <a:cubicBezTo>
                  <a:pt x="2787515" y="215519"/>
                  <a:pt x="2788483" y="210165"/>
                  <a:pt x="2790420" y="203672"/>
                </a:cubicBezTo>
                <a:lnTo>
                  <a:pt x="2814170" y="121999"/>
                </a:lnTo>
                <a:cubicBezTo>
                  <a:pt x="2816449" y="114138"/>
                  <a:pt x="2817587" y="108215"/>
                  <a:pt x="2817587" y="104228"/>
                </a:cubicBezTo>
                <a:cubicBezTo>
                  <a:pt x="2817587" y="101722"/>
                  <a:pt x="2816506" y="99501"/>
                  <a:pt x="2814342" y="97565"/>
                </a:cubicBezTo>
                <a:cubicBezTo>
                  <a:pt x="2812177" y="95628"/>
                  <a:pt x="2809215" y="94660"/>
                  <a:pt x="2805456" y="94660"/>
                </a:cubicBezTo>
                <a:cubicBezTo>
                  <a:pt x="2803747" y="94660"/>
                  <a:pt x="2801698" y="94716"/>
                  <a:pt x="2799305" y="94831"/>
                </a:cubicBezTo>
                <a:lnTo>
                  <a:pt x="2801526" y="87996"/>
                </a:lnTo>
                <a:lnTo>
                  <a:pt x="2859450" y="78598"/>
                </a:lnTo>
                <a:lnTo>
                  <a:pt x="2869702" y="78598"/>
                </a:lnTo>
                <a:moveTo>
                  <a:pt x="2992896" y="78598"/>
                </a:moveTo>
                <a:cubicBezTo>
                  <a:pt x="3001896" y="78598"/>
                  <a:pt x="3010325" y="80706"/>
                  <a:pt x="3018186" y="84921"/>
                </a:cubicBezTo>
                <a:cubicBezTo>
                  <a:pt x="3026159" y="89021"/>
                  <a:pt x="3032139" y="94774"/>
                  <a:pt x="3036126" y="102178"/>
                </a:cubicBezTo>
                <a:cubicBezTo>
                  <a:pt x="3040227" y="109582"/>
                  <a:pt x="3042277" y="117784"/>
                  <a:pt x="3042277" y="126782"/>
                </a:cubicBezTo>
                <a:cubicBezTo>
                  <a:pt x="3042277" y="145236"/>
                  <a:pt x="3037094" y="163690"/>
                  <a:pt x="3026728" y="182143"/>
                </a:cubicBezTo>
                <a:cubicBezTo>
                  <a:pt x="3016476" y="200597"/>
                  <a:pt x="3002921" y="215177"/>
                  <a:pt x="2986062" y="225885"/>
                </a:cubicBezTo>
                <a:cubicBezTo>
                  <a:pt x="2969204" y="236479"/>
                  <a:pt x="2952231" y="241776"/>
                  <a:pt x="2935144" y="241776"/>
                </a:cubicBezTo>
                <a:cubicBezTo>
                  <a:pt x="2919652" y="241776"/>
                  <a:pt x="2907634" y="237163"/>
                  <a:pt x="2899091" y="227936"/>
                </a:cubicBezTo>
                <a:cubicBezTo>
                  <a:pt x="2890662" y="218709"/>
                  <a:pt x="2886447" y="207431"/>
                  <a:pt x="2886447" y="194104"/>
                </a:cubicBezTo>
                <a:cubicBezTo>
                  <a:pt x="2886447" y="178270"/>
                  <a:pt x="2889580" y="163462"/>
                  <a:pt x="2895845" y="149679"/>
                </a:cubicBezTo>
                <a:cubicBezTo>
                  <a:pt x="2902224" y="135782"/>
                  <a:pt x="2910254" y="123707"/>
                  <a:pt x="2919936" y="113455"/>
                </a:cubicBezTo>
                <a:cubicBezTo>
                  <a:pt x="2929733" y="103089"/>
                  <a:pt x="2940953" y="94716"/>
                  <a:pt x="2953597" y="88338"/>
                </a:cubicBezTo>
                <a:cubicBezTo>
                  <a:pt x="2966241" y="81845"/>
                  <a:pt x="2979340" y="78598"/>
                  <a:pt x="2992896" y="78598"/>
                </a:cubicBezTo>
                <a:moveTo>
                  <a:pt x="2985891" y="87654"/>
                </a:moveTo>
                <a:cubicBezTo>
                  <a:pt x="2979854" y="87654"/>
                  <a:pt x="2974841" y="89420"/>
                  <a:pt x="2970855" y="92951"/>
                </a:cubicBezTo>
                <a:cubicBezTo>
                  <a:pt x="2962881" y="100128"/>
                  <a:pt x="2953882" y="116929"/>
                  <a:pt x="2943858" y="143357"/>
                </a:cubicBezTo>
                <a:cubicBezTo>
                  <a:pt x="2933834" y="169670"/>
                  <a:pt x="2928821" y="193421"/>
                  <a:pt x="2928821" y="214608"/>
                </a:cubicBezTo>
                <a:cubicBezTo>
                  <a:pt x="2928821" y="219848"/>
                  <a:pt x="2930417" y="224177"/>
                  <a:pt x="2933606" y="227594"/>
                </a:cubicBezTo>
                <a:cubicBezTo>
                  <a:pt x="2936796" y="231011"/>
                  <a:pt x="2940554" y="232720"/>
                  <a:pt x="2944883" y="232720"/>
                </a:cubicBezTo>
                <a:cubicBezTo>
                  <a:pt x="2949326" y="232720"/>
                  <a:pt x="2953255" y="231353"/>
                  <a:pt x="2956674" y="228619"/>
                </a:cubicBezTo>
                <a:cubicBezTo>
                  <a:pt x="2961685" y="224518"/>
                  <a:pt x="2967837" y="215348"/>
                  <a:pt x="2975126" y="201109"/>
                </a:cubicBezTo>
                <a:cubicBezTo>
                  <a:pt x="2982417" y="186757"/>
                  <a:pt x="2988397" y="170980"/>
                  <a:pt x="2993068" y="153780"/>
                </a:cubicBezTo>
                <a:cubicBezTo>
                  <a:pt x="2997738" y="136465"/>
                  <a:pt x="3000072" y="120631"/>
                  <a:pt x="3000072" y="106279"/>
                </a:cubicBezTo>
                <a:cubicBezTo>
                  <a:pt x="3000072" y="100355"/>
                  <a:pt x="2998649" y="95799"/>
                  <a:pt x="2995801" y="92609"/>
                </a:cubicBezTo>
                <a:cubicBezTo>
                  <a:pt x="2992954" y="89306"/>
                  <a:pt x="2989650" y="87654"/>
                  <a:pt x="2985891" y="87654"/>
                </a:cubicBezTo>
                <a:moveTo>
                  <a:pt x="3146335" y="78598"/>
                </a:moveTo>
                <a:lnTo>
                  <a:pt x="3125147" y="151900"/>
                </a:lnTo>
                <a:cubicBezTo>
                  <a:pt x="3139386" y="130485"/>
                  <a:pt x="3150037" y="115847"/>
                  <a:pt x="3157099" y="107987"/>
                </a:cubicBezTo>
                <a:cubicBezTo>
                  <a:pt x="3167465" y="96596"/>
                  <a:pt x="3176407" y="88850"/>
                  <a:pt x="3183925" y="84750"/>
                </a:cubicBezTo>
                <a:cubicBezTo>
                  <a:pt x="3191444" y="80649"/>
                  <a:pt x="3198506" y="78598"/>
                  <a:pt x="3205113" y="78598"/>
                </a:cubicBezTo>
                <a:cubicBezTo>
                  <a:pt x="3211037" y="78598"/>
                  <a:pt x="3216105" y="80819"/>
                  <a:pt x="3220319" y="85262"/>
                </a:cubicBezTo>
                <a:cubicBezTo>
                  <a:pt x="3224535" y="89591"/>
                  <a:pt x="3226642" y="95286"/>
                  <a:pt x="3226642" y="102349"/>
                </a:cubicBezTo>
                <a:cubicBezTo>
                  <a:pt x="3226642" y="108728"/>
                  <a:pt x="3225275" y="116474"/>
                  <a:pt x="3222541" y="125587"/>
                </a:cubicBezTo>
                <a:lnTo>
                  <a:pt x="3200671" y="198546"/>
                </a:lnTo>
                <a:cubicBezTo>
                  <a:pt x="3198848" y="204926"/>
                  <a:pt x="3197936" y="209083"/>
                  <a:pt x="3197936" y="211020"/>
                </a:cubicBezTo>
                <a:cubicBezTo>
                  <a:pt x="3197936" y="212159"/>
                  <a:pt x="3198335" y="213184"/>
                  <a:pt x="3199133" y="214095"/>
                </a:cubicBezTo>
                <a:cubicBezTo>
                  <a:pt x="3200044" y="215007"/>
                  <a:pt x="3200955" y="215463"/>
                  <a:pt x="3201867" y="215463"/>
                </a:cubicBezTo>
                <a:cubicBezTo>
                  <a:pt x="3203006" y="215463"/>
                  <a:pt x="3204201" y="215007"/>
                  <a:pt x="3205454" y="214095"/>
                </a:cubicBezTo>
                <a:cubicBezTo>
                  <a:pt x="3209441" y="210792"/>
                  <a:pt x="3213485" y="206121"/>
                  <a:pt x="3217586" y="200085"/>
                </a:cubicBezTo>
                <a:cubicBezTo>
                  <a:pt x="3218611" y="198490"/>
                  <a:pt x="3220262" y="196097"/>
                  <a:pt x="3222541" y="192908"/>
                </a:cubicBezTo>
                <a:lnTo>
                  <a:pt x="3229034" y="196838"/>
                </a:lnTo>
                <a:cubicBezTo>
                  <a:pt x="3212289" y="224974"/>
                  <a:pt x="3194691" y="239042"/>
                  <a:pt x="3176237" y="239042"/>
                </a:cubicBezTo>
                <a:cubicBezTo>
                  <a:pt x="3169173" y="239042"/>
                  <a:pt x="3163650" y="237219"/>
                  <a:pt x="3159662" y="233574"/>
                </a:cubicBezTo>
                <a:cubicBezTo>
                  <a:pt x="3155675" y="229929"/>
                  <a:pt x="3153682" y="225373"/>
                  <a:pt x="3153682" y="219905"/>
                </a:cubicBezTo>
                <a:cubicBezTo>
                  <a:pt x="3153682" y="215121"/>
                  <a:pt x="3155048" y="208001"/>
                  <a:pt x="3157783" y="198546"/>
                </a:cubicBezTo>
                <a:lnTo>
                  <a:pt x="3179142" y="125587"/>
                </a:lnTo>
                <a:cubicBezTo>
                  <a:pt x="3180623" y="120802"/>
                  <a:pt x="3181363" y="117271"/>
                  <a:pt x="3181363" y="114993"/>
                </a:cubicBezTo>
                <a:cubicBezTo>
                  <a:pt x="3181363" y="113740"/>
                  <a:pt x="3180850" y="112658"/>
                  <a:pt x="3179824" y="111746"/>
                </a:cubicBezTo>
                <a:cubicBezTo>
                  <a:pt x="3178799" y="110721"/>
                  <a:pt x="3177603" y="110209"/>
                  <a:pt x="3176237" y="110209"/>
                </a:cubicBezTo>
                <a:cubicBezTo>
                  <a:pt x="3171908" y="110209"/>
                  <a:pt x="3166668" y="113170"/>
                  <a:pt x="3160516" y="119094"/>
                </a:cubicBezTo>
                <a:cubicBezTo>
                  <a:pt x="3144797" y="134130"/>
                  <a:pt x="3129590" y="156514"/>
                  <a:pt x="3114895" y="186244"/>
                </a:cubicBezTo>
                <a:lnTo>
                  <a:pt x="3100884" y="236992"/>
                </a:lnTo>
                <a:lnTo>
                  <a:pt x="3057313" y="236992"/>
                </a:lnTo>
                <a:lnTo>
                  <a:pt x="3089265" y="127295"/>
                </a:lnTo>
                <a:cubicBezTo>
                  <a:pt x="3092342" y="116474"/>
                  <a:pt x="3093879" y="108785"/>
                  <a:pt x="3093879" y="104228"/>
                </a:cubicBezTo>
                <a:cubicBezTo>
                  <a:pt x="3093879" y="102292"/>
                  <a:pt x="3093423" y="100697"/>
                  <a:pt x="3092512" y="99444"/>
                </a:cubicBezTo>
                <a:cubicBezTo>
                  <a:pt x="3091600" y="98077"/>
                  <a:pt x="3090120" y="97052"/>
                  <a:pt x="3088069" y="96368"/>
                </a:cubicBezTo>
                <a:cubicBezTo>
                  <a:pt x="3086018" y="95571"/>
                  <a:pt x="3082146" y="95172"/>
                  <a:pt x="3076450" y="95172"/>
                </a:cubicBezTo>
                <a:lnTo>
                  <a:pt x="3078330" y="88680"/>
                </a:lnTo>
                <a:lnTo>
                  <a:pt x="3135912" y="78598"/>
                </a:lnTo>
                <a:lnTo>
                  <a:pt x="3146335" y="78598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5" name="path-5284">
            <a:extLst xmlns:a="http://schemas.openxmlformats.org/drawingml/2006/main">
              <a:ext uri="{FF2B5EF4-FFF2-40B4-BE49-F238E27FC236}">
                <a16:creationId xmlns:a16="http://schemas.microsoft.com/office/drawing/2014/main" id="{073AE9CC-7B39-4325-90F2-B3A51221FF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91749" y="6533219"/>
            <a:ext cx="898744" cy="898744"/>
          </a:xfrm>
          <a:custGeom xmlns:a="http://schemas.openxmlformats.org/drawingml/2006/main">
            <a:pathLst>
              <a:path w="768145" h="768145">
                <a:moveTo>
                  <a:pt x="6511" y="6512"/>
                </a:moveTo>
                <a:lnTo>
                  <a:pt x="0" y="13024"/>
                </a:lnTo>
                <a:lnTo>
                  <a:pt x="26969" y="39992"/>
                </a:lnTo>
                <a:lnTo>
                  <a:pt x="33480" y="33481"/>
                </a:lnTo>
                <a:lnTo>
                  <a:pt x="39991" y="26969"/>
                </a:lnTo>
                <a:lnTo>
                  <a:pt x="13022" y="0"/>
                </a:lnTo>
                <a:lnTo>
                  <a:pt x="6511" y="6512"/>
                </a:lnTo>
                <a:moveTo>
                  <a:pt x="87417" y="87417"/>
                </a:moveTo>
                <a:lnTo>
                  <a:pt x="80905" y="93929"/>
                </a:lnTo>
                <a:lnTo>
                  <a:pt x="134843" y="147867"/>
                </a:lnTo>
                <a:lnTo>
                  <a:pt x="141355" y="141355"/>
                </a:lnTo>
                <a:lnTo>
                  <a:pt x="147866" y="134844"/>
                </a:lnTo>
                <a:lnTo>
                  <a:pt x="93929" y="80906"/>
                </a:lnTo>
                <a:lnTo>
                  <a:pt x="87417" y="87417"/>
                </a:lnTo>
                <a:moveTo>
                  <a:pt x="195291" y="195292"/>
                </a:moveTo>
                <a:lnTo>
                  <a:pt x="188780" y="201804"/>
                </a:lnTo>
                <a:lnTo>
                  <a:pt x="242717" y="255741"/>
                </a:lnTo>
                <a:lnTo>
                  <a:pt x="249229" y="249230"/>
                </a:lnTo>
                <a:lnTo>
                  <a:pt x="255741" y="242718"/>
                </a:lnTo>
                <a:lnTo>
                  <a:pt x="201804" y="188781"/>
                </a:lnTo>
                <a:lnTo>
                  <a:pt x="195291" y="195292"/>
                </a:lnTo>
                <a:moveTo>
                  <a:pt x="303166" y="303167"/>
                </a:moveTo>
                <a:lnTo>
                  <a:pt x="296655" y="309679"/>
                </a:lnTo>
                <a:lnTo>
                  <a:pt x="350592" y="363616"/>
                </a:lnTo>
                <a:lnTo>
                  <a:pt x="357104" y="357104"/>
                </a:lnTo>
                <a:lnTo>
                  <a:pt x="363615" y="350592"/>
                </a:lnTo>
                <a:lnTo>
                  <a:pt x="309677" y="296656"/>
                </a:lnTo>
                <a:lnTo>
                  <a:pt x="303166" y="303167"/>
                </a:lnTo>
                <a:moveTo>
                  <a:pt x="411041" y="411041"/>
                </a:moveTo>
                <a:lnTo>
                  <a:pt x="404529" y="417553"/>
                </a:lnTo>
                <a:lnTo>
                  <a:pt x="458466" y="471491"/>
                </a:lnTo>
                <a:lnTo>
                  <a:pt x="464979" y="464979"/>
                </a:lnTo>
                <a:lnTo>
                  <a:pt x="471490" y="458467"/>
                </a:lnTo>
                <a:lnTo>
                  <a:pt x="417552" y="404530"/>
                </a:lnTo>
                <a:lnTo>
                  <a:pt x="411041" y="411041"/>
                </a:lnTo>
                <a:moveTo>
                  <a:pt x="518915" y="518916"/>
                </a:moveTo>
                <a:lnTo>
                  <a:pt x="512404" y="525427"/>
                </a:lnTo>
                <a:lnTo>
                  <a:pt x="566341" y="579365"/>
                </a:lnTo>
                <a:lnTo>
                  <a:pt x="572852" y="572853"/>
                </a:lnTo>
                <a:lnTo>
                  <a:pt x="579364" y="566342"/>
                </a:lnTo>
                <a:lnTo>
                  <a:pt x="525427" y="512404"/>
                </a:lnTo>
                <a:lnTo>
                  <a:pt x="518915" y="518916"/>
                </a:lnTo>
                <a:moveTo>
                  <a:pt x="626790" y="626791"/>
                </a:moveTo>
                <a:lnTo>
                  <a:pt x="620279" y="633302"/>
                </a:lnTo>
                <a:lnTo>
                  <a:pt x="674216" y="687239"/>
                </a:lnTo>
                <a:lnTo>
                  <a:pt x="680727" y="680728"/>
                </a:lnTo>
                <a:lnTo>
                  <a:pt x="687239" y="674216"/>
                </a:lnTo>
                <a:lnTo>
                  <a:pt x="633301" y="620279"/>
                </a:lnTo>
                <a:lnTo>
                  <a:pt x="626790" y="626791"/>
                </a:lnTo>
                <a:moveTo>
                  <a:pt x="734665" y="734665"/>
                </a:moveTo>
                <a:lnTo>
                  <a:pt x="728152" y="741177"/>
                </a:lnTo>
                <a:lnTo>
                  <a:pt x="755121" y="768145"/>
                </a:lnTo>
                <a:lnTo>
                  <a:pt x="761634" y="761634"/>
                </a:lnTo>
                <a:lnTo>
                  <a:pt x="768145" y="755122"/>
                </a:lnTo>
                <a:lnTo>
                  <a:pt x="741176" y="728154"/>
                </a:lnTo>
                <a:lnTo>
                  <a:pt x="734665" y="734665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6" name="path-5285">
            <a:extLst xmlns:a="http://schemas.openxmlformats.org/drawingml/2006/main">
              <a:ext uri="{FF2B5EF4-FFF2-40B4-BE49-F238E27FC236}">
                <a16:creationId xmlns:a16="http://schemas.microsoft.com/office/drawing/2014/main" id="{2269C047-5AE0-4F60-BC0D-2393DBC19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66363" y="6546225"/>
            <a:ext cx="1427617" cy="867345"/>
          </a:xfrm>
          <a:custGeom xmlns:a="http://schemas.openxmlformats.org/drawingml/2006/main">
            <a:pathLst>
              <a:path w="1220166" h="741309">
                <a:moveTo>
                  <a:pt x="1220166" y="732100"/>
                </a:moveTo>
                <a:lnTo>
                  <a:pt x="1220166" y="741309"/>
                </a:lnTo>
                <a:lnTo>
                  <a:pt x="1184626" y="741309"/>
                </a:lnTo>
                <a:lnTo>
                  <a:pt x="1184626" y="732100"/>
                </a:lnTo>
                <a:lnTo>
                  <a:pt x="1184626" y="722891"/>
                </a:lnTo>
                <a:lnTo>
                  <a:pt x="1220166" y="722891"/>
                </a:lnTo>
                <a:lnTo>
                  <a:pt x="1220166" y="732100"/>
                </a:lnTo>
                <a:moveTo>
                  <a:pt x="1113545" y="732100"/>
                </a:moveTo>
                <a:lnTo>
                  <a:pt x="1113545" y="741309"/>
                </a:lnTo>
                <a:lnTo>
                  <a:pt x="1042465" y="741309"/>
                </a:lnTo>
                <a:lnTo>
                  <a:pt x="1042465" y="732100"/>
                </a:lnTo>
                <a:lnTo>
                  <a:pt x="1042465" y="722891"/>
                </a:lnTo>
                <a:lnTo>
                  <a:pt x="1113545" y="722891"/>
                </a:lnTo>
                <a:lnTo>
                  <a:pt x="1113545" y="732100"/>
                </a:lnTo>
                <a:moveTo>
                  <a:pt x="971384" y="732100"/>
                </a:moveTo>
                <a:lnTo>
                  <a:pt x="971384" y="741309"/>
                </a:lnTo>
                <a:lnTo>
                  <a:pt x="900304" y="741309"/>
                </a:lnTo>
                <a:lnTo>
                  <a:pt x="900304" y="732100"/>
                </a:lnTo>
                <a:lnTo>
                  <a:pt x="900304" y="722891"/>
                </a:lnTo>
                <a:lnTo>
                  <a:pt x="971384" y="722891"/>
                </a:lnTo>
                <a:lnTo>
                  <a:pt x="971384" y="732100"/>
                </a:lnTo>
                <a:moveTo>
                  <a:pt x="829224" y="732100"/>
                </a:moveTo>
                <a:lnTo>
                  <a:pt x="829224" y="741309"/>
                </a:lnTo>
                <a:lnTo>
                  <a:pt x="758143" y="741309"/>
                </a:lnTo>
                <a:lnTo>
                  <a:pt x="758143" y="732100"/>
                </a:lnTo>
                <a:lnTo>
                  <a:pt x="758143" y="722891"/>
                </a:lnTo>
                <a:lnTo>
                  <a:pt x="829224" y="722891"/>
                </a:lnTo>
                <a:lnTo>
                  <a:pt x="829224" y="732100"/>
                </a:lnTo>
                <a:moveTo>
                  <a:pt x="687062" y="732100"/>
                </a:moveTo>
                <a:lnTo>
                  <a:pt x="687062" y="741309"/>
                </a:lnTo>
                <a:lnTo>
                  <a:pt x="615983" y="741309"/>
                </a:lnTo>
                <a:lnTo>
                  <a:pt x="615983" y="732100"/>
                </a:lnTo>
                <a:lnTo>
                  <a:pt x="615983" y="722891"/>
                </a:lnTo>
                <a:lnTo>
                  <a:pt x="687062" y="722891"/>
                </a:lnTo>
                <a:lnTo>
                  <a:pt x="687062" y="732100"/>
                </a:lnTo>
                <a:moveTo>
                  <a:pt x="544902" y="732100"/>
                </a:moveTo>
                <a:lnTo>
                  <a:pt x="544902" y="741309"/>
                </a:lnTo>
                <a:lnTo>
                  <a:pt x="473821" y="741309"/>
                </a:lnTo>
                <a:lnTo>
                  <a:pt x="473821" y="732100"/>
                </a:lnTo>
                <a:lnTo>
                  <a:pt x="473821" y="722891"/>
                </a:lnTo>
                <a:lnTo>
                  <a:pt x="544902" y="722891"/>
                </a:lnTo>
                <a:lnTo>
                  <a:pt x="544902" y="732100"/>
                </a:lnTo>
                <a:moveTo>
                  <a:pt x="402741" y="732100"/>
                </a:moveTo>
                <a:lnTo>
                  <a:pt x="402741" y="741309"/>
                </a:lnTo>
                <a:lnTo>
                  <a:pt x="331661" y="741309"/>
                </a:lnTo>
                <a:lnTo>
                  <a:pt x="331661" y="732100"/>
                </a:lnTo>
                <a:lnTo>
                  <a:pt x="331661" y="722891"/>
                </a:lnTo>
                <a:lnTo>
                  <a:pt x="402741" y="722891"/>
                </a:lnTo>
                <a:lnTo>
                  <a:pt x="402741" y="732100"/>
                </a:lnTo>
                <a:moveTo>
                  <a:pt x="260580" y="732100"/>
                </a:moveTo>
                <a:lnTo>
                  <a:pt x="260580" y="741309"/>
                </a:lnTo>
                <a:lnTo>
                  <a:pt x="189500" y="741309"/>
                </a:lnTo>
                <a:lnTo>
                  <a:pt x="189500" y="732100"/>
                </a:lnTo>
                <a:lnTo>
                  <a:pt x="189500" y="722891"/>
                </a:lnTo>
                <a:lnTo>
                  <a:pt x="260580" y="722891"/>
                </a:lnTo>
                <a:lnTo>
                  <a:pt x="260580" y="732100"/>
                </a:lnTo>
                <a:moveTo>
                  <a:pt x="118420" y="732100"/>
                </a:moveTo>
                <a:lnTo>
                  <a:pt x="118420" y="741309"/>
                </a:lnTo>
                <a:lnTo>
                  <a:pt x="82879" y="741309"/>
                </a:lnTo>
                <a:lnTo>
                  <a:pt x="82879" y="732100"/>
                </a:lnTo>
                <a:lnTo>
                  <a:pt x="82879" y="722891"/>
                </a:lnTo>
                <a:lnTo>
                  <a:pt x="118420" y="722891"/>
                </a:lnTo>
                <a:lnTo>
                  <a:pt x="118420" y="732100"/>
                </a:lnTo>
                <a:moveTo>
                  <a:pt x="82879" y="732100"/>
                </a:moveTo>
                <a:lnTo>
                  <a:pt x="82879" y="741309"/>
                </a:lnTo>
                <a:cubicBezTo>
                  <a:pt x="71658" y="741309"/>
                  <a:pt x="60936" y="739074"/>
                  <a:pt x="51151" y="735016"/>
                </a:cubicBezTo>
                <a:lnTo>
                  <a:pt x="54679" y="726510"/>
                </a:lnTo>
                <a:lnTo>
                  <a:pt x="58206" y="718004"/>
                </a:lnTo>
                <a:cubicBezTo>
                  <a:pt x="65794" y="721150"/>
                  <a:pt x="74122" y="722891"/>
                  <a:pt x="82879" y="722891"/>
                </a:cubicBezTo>
                <a:lnTo>
                  <a:pt x="82879" y="732100"/>
                </a:lnTo>
                <a:moveTo>
                  <a:pt x="14799" y="686630"/>
                </a:moveTo>
                <a:lnTo>
                  <a:pt x="6292" y="690157"/>
                </a:lnTo>
                <a:cubicBezTo>
                  <a:pt x="2235" y="680372"/>
                  <a:pt x="0" y="669650"/>
                  <a:pt x="0" y="658430"/>
                </a:cubicBezTo>
                <a:lnTo>
                  <a:pt x="9209" y="658430"/>
                </a:lnTo>
                <a:lnTo>
                  <a:pt x="18417" y="658430"/>
                </a:lnTo>
                <a:cubicBezTo>
                  <a:pt x="18417" y="667187"/>
                  <a:pt x="20159" y="675514"/>
                  <a:pt x="23305" y="683102"/>
                </a:cubicBezTo>
                <a:lnTo>
                  <a:pt x="14799" y="686630"/>
                </a:lnTo>
                <a:moveTo>
                  <a:pt x="9209" y="658430"/>
                </a:moveTo>
                <a:lnTo>
                  <a:pt x="0" y="658430"/>
                </a:lnTo>
                <a:lnTo>
                  <a:pt x="0" y="617277"/>
                </a:lnTo>
                <a:lnTo>
                  <a:pt x="9209" y="617277"/>
                </a:lnTo>
                <a:lnTo>
                  <a:pt x="18417" y="617277"/>
                </a:lnTo>
                <a:lnTo>
                  <a:pt x="18417" y="658430"/>
                </a:lnTo>
                <a:lnTo>
                  <a:pt x="9209" y="658430"/>
                </a:lnTo>
                <a:moveTo>
                  <a:pt x="9209" y="534974"/>
                </a:moveTo>
                <a:lnTo>
                  <a:pt x="0" y="534974"/>
                </a:lnTo>
                <a:lnTo>
                  <a:pt x="0" y="452670"/>
                </a:lnTo>
                <a:lnTo>
                  <a:pt x="9209" y="452670"/>
                </a:lnTo>
                <a:lnTo>
                  <a:pt x="18417" y="452670"/>
                </a:lnTo>
                <a:lnTo>
                  <a:pt x="18417" y="534974"/>
                </a:lnTo>
                <a:lnTo>
                  <a:pt x="9209" y="534974"/>
                </a:lnTo>
                <a:moveTo>
                  <a:pt x="9209" y="370366"/>
                </a:moveTo>
                <a:lnTo>
                  <a:pt x="0" y="370366"/>
                </a:lnTo>
                <a:lnTo>
                  <a:pt x="0" y="288063"/>
                </a:lnTo>
                <a:lnTo>
                  <a:pt x="9209" y="288063"/>
                </a:lnTo>
                <a:lnTo>
                  <a:pt x="18417" y="288063"/>
                </a:lnTo>
                <a:lnTo>
                  <a:pt x="18417" y="370366"/>
                </a:lnTo>
                <a:lnTo>
                  <a:pt x="9209" y="370366"/>
                </a:lnTo>
                <a:moveTo>
                  <a:pt x="9209" y="205760"/>
                </a:moveTo>
                <a:lnTo>
                  <a:pt x="0" y="205760"/>
                </a:lnTo>
                <a:lnTo>
                  <a:pt x="0" y="123455"/>
                </a:lnTo>
                <a:lnTo>
                  <a:pt x="9209" y="123455"/>
                </a:lnTo>
                <a:lnTo>
                  <a:pt x="18417" y="123455"/>
                </a:lnTo>
                <a:lnTo>
                  <a:pt x="18417" y="205760"/>
                </a:lnTo>
                <a:lnTo>
                  <a:pt x="9209" y="205760"/>
                </a:lnTo>
                <a:moveTo>
                  <a:pt x="9209" y="41152"/>
                </a:moveTo>
                <a:lnTo>
                  <a:pt x="0" y="41152"/>
                </a:lnTo>
                <a:lnTo>
                  <a:pt x="0" y="0"/>
                </a:lnTo>
                <a:lnTo>
                  <a:pt x="9209" y="0"/>
                </a:lnTo>
                <a:lnTo>
                  <a:pt x="18417" y="0"/>
                </a:lnTo>
                <a:lnTo>
                  <a:pt x="18417" y="41152"/>
                </a:lnTo>
                <a:lnTo>
                  <a:pt x="9209" y="41152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7" name="path-5286">
            <a:extLst xmlns:a="http://schemas.openxmlformats.org/drawingml/2006/main">
              <a:ext uri="{FF2B5EF4-FFF2-40B4-BE49-F238E27FC236}">
                <a16:creationId xmlns:a16="http://schemas.microsoft.com/office/drawing/2014/main" id="{6C6C535B-FA2D-4518-9F22-EA5086BCD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93631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0" y="36835"/>
                </a:moveTo>
                <a:cubicBezTo>
                  <a:pt x="0" y="16492"/>
                  <a:pt x="16492" y="0"/>
                  <a:pt x="36835" y="0"/>
                </a:cubicBezTo>
                <a:lnTo>
                  <a:pt x="257847" y="0"/>
                </a:lnTo>
                <a:cubicBezTo>
                  <a:pt x="278190" y="0"/>
                  <a:pt x="294681" y="16492"/>
                  <a:pt x="294681" y="36835"/>
                </a:cubicBezTo>
                <a:lnTo>
                  <a:pt x="294681" y="884045"/>
                </a:lnTo>
                <a:cubicBezTo>
                  <a:pt x="294681" y="904388"/>
                  <a:pt x="278190" y="920880"/>
                  <a:pt x="257847" y="920880"/>
                </a:cubicBezTo>
                <a:lnTo>
                  <a:pt x="36835" y="920880"/>
                </a:lnTo>
                <a:cubicBezTo>
                  <a:pt x="16492" y="920880"/>
                  <a:pt x="0" y="904388"/>
                  <a:pt x="0" y="884045"/>
                </a:cubicBezTo>
                <a:lnTo>
                  <a:pt x="0" y="36835"/>
                </a:lnTo>
              </a:path>
            </a:pathLst>
          </a:custGeom>
          <a:solidFill xmlns:a="http://schemas.openxmlformats.org/drawingml/2006/main">
            <a:srgbClr val="009F86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8" name="path-5287">
            <a:extLst xmlns:a="http://schemas.openxmlformats.org/drawingml/2006/main">
              <a:ext uri="{FF2B5EF4-FFF2-40B4-BE49-F238E27FC236}">
                <a16:creationId xmlns:a16="http://schemas.microsoft.com/office/drawing/2014/main" id="{CBAE7D2E-0E00-45DB-AC42-9D64F002A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93631" y="6002115"/>
            <a:ext cx="344783" cy="1077446"/>
          </a:xfrm>
          <a:custGeom xmlns:a="http://schemas.openxmlformats.org/drawingml/2006/main">
            <a:pathLst>
              <a:path w="294682" h="920880">
                <a:moveTo>
                  <a:pt x="2895" y="898383"/>
                </a:moveTo>
                <a:lnTo>
                  <a:pt x="10789" y="910091"/>
                </a:lnTo>
                <a:lnTo>
                  <a:pt x="22497" y="917985"/>
                </a:lnTo>
                <a:lnTo>
                  <a:pt x="36836" y="920880"/>
                </a:lnTo>
                <a:lnTo>
                  <a:pt x="257847" y="920880"/>
                </a:lnTo>
                <a:lnTo>
                  <a:pt x="272185" y="917985"/>
                </a:lnTo>
                <a:lnTo>
                  <a:pt x="283893" y="910091"/>
                </a:lnTo>
                <a:lnTo>
                  <a:pt x="291787" y="898383"/>
                </a:lnTo>
                <a:lnTo>
                  <a:pt x="294682" y="884045"/>
                </a:lnTo>
                <a:lnTo>
                  <a:pt x="294682" y="36835"/>
                </a:lnTo>
                <a:lnTo>
                  <a:pt x="291787" y="22497"/>
                </a:lnTo>
                <a:lnTo>
                  <a:pt x="283893" y="10789"/>
                </a:lnTo>
                <a:lnTo>
                  <a:pt x="272185" y="2895"/>
                </a:lnTo>
                <a:lnTo>
                  <a:pt x="257847" y="0"/>
                </a:lnTo>
                <a:lnTo>
                  <a:pt x="36836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7"/>
                </a:lnTo>
                <a:lnTo>
                  <a:pt x="0" y="36835"/>
                </a:lnTo>
                <a:lnTo>
                  <a:pt x="0" y="884045"/>
                </a:lnTo>
                <a:lnTo>
                  <a:pt x="2895" y="898383"/>
                </a:lnTo>
                <a:close/>
                <a:moveTo>
                  <a:pt x="267142" y="20932"/>
                </a:moveTo>
                <a:lnTo>
                  <a:pt x="273750" y="27539"/>
                </a:lnTo>
                <a:lnTo>
                  <a:pt x="276264" y="36835"/>
                </a:lnTo>
                <a:lnTo>
                  <a:pt x="276264" y="884045"/>
                </a:lnTo>
                <a:lnTo>
                  <a:pt x="273750" y="893341"/>
                </a:lnTo>
                <a:lnTo>
                  <a:pt x="267142" y="899948"/>
                </a:lnTo>
                <a:lnTo>
                  <a:pt x="257847" y="902462"/>
                </a:lnTo>
                <a:lnTo>
                  <a:pt x="36835" y="902462"/>
                </a:lnTo>
                <a:lnTo>
                  <a:pt x="27540" y="899948"/>
                </a:lnTo>
                <a:lnTo>
                  <a:pt x="20932" y="893341"/>
                </a:lnTo>
                <a:lnTo>
                  <a:pt x="18418" y="884045"/>
                </a:lnTo>
                <a:lnTo>
                  <a:pt x="18418" y="36835"/>
                </a:lnTo>
                <a:lnTo>
                  <a:pt x="20932" y="27539"/>
                </a:lnTo>
                <a:lnTo>
                  <a:pt x="27540" y="20932"/>
                </a:lnTo>
                <a:lnTo>
                  <a:pt x="36835" y="18417"/>
                </a:lnTo>
                <a:lnTo>
                  <a:pt x="257847" y="18417"/>
                </a:lnTo>
                <a:lnTo>
                  <a:pt x="267142" y="20932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9" name="path-5288">
            <a:extLst xmlns:a="http://schemas.openxmlformats.org/drawingml/2006/main">
              <a:ext uri="{FF2B5EF4-FFF2-40B4-BE49-F238E27FC236}">
                <a16:creationId xmlns:a16="http://schemas.microsoft.com/office/drawing/2014/main" id="{88C4B86D-3398-46E2-B1C0-B2022423D1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7708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0" y="36835"/>
                </a:moveTo>
                <a:cubicBezTo>
                  <a:pt x="0" y="16492"/>
                  <a:pt x="16492" y="0"/>
                  <a:pt x="36835" y="0"/>
                </a:cubicBezTo>
                <a:lnTo>
                  <a:pt x="257847" y="0"/>
                </a:lnTo>
                <a:cubicBezTo>
                  <a:pt x="278190" y="0"/>
                  <a:pt x="294681" y="16492"/>
                  <a:pt x="294681" y="36835"/>
                </a:cubicBezTo>
                <a:lnTo>
                  <a:pt x="294681" y="884045"/>
                </a:lnTo>
                <a:cubicBezTo>
                  <a:pt x="294681" y="904388"/>
                  <a:pt x="278190" y="920880"/>
                  <a:pt x="257847" y="920880"/>
                </a:cubicBezTo>
                <a:lnTo>
                  <a:pt x="36835" y="920880"/>
                </a:lnTo>
                <a:cubicBezTo>
                  <a:pt x="16492" y="920880"/>
                  <a:pt x="0" y="904388"/>
                  <a:pt x="0" y="884045"/>
                </a:cubicBezTo>
                <a:lnTo>
                  <a:pt x="0" y="36835"/>
                </a:lnTo>
              </a:path>
            </a:pathLst>
          </a:custGeom>
          <a:solidFill xmlns:a="http://schemas.openxmlformats.org/drawingml/2006/main">
            <a:srgbClr val="009F86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0" name="path-5289">
            <a:extLst xmlns:a="http://schemas.openxmlformats.org/drawingml/2006/main">
              <a:ext uri="{FF2B5EF4-FFF2-40B4-BE49-F238E27FC236}">
                <a16:creationId xmlns:a16="http://schemas.microsoft.com/office/drawing/2014/main" id="{C69D7845-ABF9-4884-BEFC-469B49E55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7708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2895" y="898383"/>
                </a:moveTo>
                <a:lnTo>
                  <a:pt x="10789" y="910091"/>
                </a:lnTo>
                <a:lnTo>
                  <a:pt x="22497" y="917985"/>
                </a:lnTo>
                <a:lnTo>
                  <a:pt x="36836" y="920880"/>
                </a:lnTo>
                <a:lnTo>
                  <a:pt x="257847" y="920880"/>
                </a:lnTo>
                <a:lnTo>
                  <a:pt x="272185" y="917985"/>
                </a:lnTo>
                <a:lnTo>
                  <a:pt x="283893" y="910091"/>
                </a:lnTo>
                <a:lnTo>
                  <a:pt x="291787" y="898383"/>
                </a:lnTo>
                <a:lnTo>
                  <a:pt x="294681" y="884045"/>
                </a:lnTo>
                <a:lnTo>
                  <a:pt x="294681" y="36835"/>
                </a:lnTo>
                <a:lnTo>
                  <a:pt x="291787" y="22497"/>
                </a:lnTo>
                <a:lnTo>
                  <a:pt x="283893" y="10789"/>
                </a:lnTo>
                <a:lnTo>
                  <a:pt x="272185" y="2895"/>
                </a:lnTo>
                <a:lnTo>
                  <a:pt x="257847" y="0"/>
                </a:lnTo>
                <a:lnTo>
                  <a:pt x="36836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7"/>
                </a:lnTo>
                <a:lnTo>
                  <a:pt x="0" y="36835"/>
                </a:lnTo>
                <a:lnTo>
                  <a:pt x="0" y="884045"/>
                </a:lnTo>
                <a:lnTo>
                  <a:pt x="2895" y="898383"/>
                </a:lnTo>
                <a:close/>
                <a:moveTo>
                  <a:pt x="267142" y="20932"/>
                </a:moveTo>
                <a:lnTo>
                  <a:pt x="273750" y="27539"/>
                </a:lnTo>
                <a:lnTo>
                  <a:pt x="276264" y="36835"/>
                </a:lnTo>
                <a:lnTo>
                  <a:pt x="276264" y="884045"/>
                </a:lnTo>
                <a:lnTo>
                  <a:pt x="273750" y="893341"/>
                </a:lnTo>
                <a:lnTo>
                  <a:pt x="267142" y="899948"/>
                </a:lnTo>
                <a:lnTo>
                  <a:pt x="257847" y="902462"/>
                </a:lnTo>
                <a:lnTo>
                  <a:pt x="36835" y="902462"/>
                </a:lnTo>
                <a:lnTo>
                  <a:pt x="27540" y="899948"/>
                </a:lnTo>
                <a:lnTo>
                  <a:pt x="20932" y="893341"/>
                </a:lnTo>
                <a:lnTo>
                  <a:pt x="18418" y="884045"/>
                </a:lnTo>
                <a:lnTo>
                  <a:pt x="18418" y="36835"/>
                </a:lnTo>
                <a:lnTo>
                  <a:pt x="20932" y="27539"/>
                </a:lnTo>
                <a:lnTo>
                  <a:pt x="27540" y="20932"/>
                </a:lnTo>
                <a:lnTo>
                  <a:pt x="36835" y="18417"/>
                </a:lnTo>
                <a:lnTo>
                  <a:pt x="257847" y="18417"/>
                </a:lnTo>
                <a:lnTo>
                  <a:pt x="267142" y="20932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1" name="path-5290">
            <a:extLst xmlns:a="http://schemas.openxmlformats.org/drawingml/2006/main">
              <a:ext uri="{FF2B5EF4-FFF2-40B4-BE49-F238E27FC236}">
                <a16:creationId xmlns:a16="http://schemas.microsoft.com/office/drawing/2014/main" id="{7EFA0031-8EAF-427F-A75E-E2115E2C3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1785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0" y="36835"/>
                </a:moveTo>
                <a:cubicBezTo>
                  <a:pt x="0" y="16492"/>
                  <a:pt x="16492" y="0"/>
                  <a:pt x="36835" y="0"/>
                </a:cubicBezTo>
                <a:lnTo>
                  <a:pt x="257847" y="0"/>
                </a:lnTo>
                <a:cubicBezTo>
                  <a:pt x="278190" y="0"/>
                  <a:pt x="294681" y="16492"/>
                  <a:pt x="294681" y="36835"/>
                </a:cubicBezTo>
                <a:lnTo>
                  <a:pt x="294681" y="884045"/>
                </a:lnTo>
                <a:cubicBezTo>
                  <a:pt x="294681" y="904388"/>
                  <a:pt x="278190" y="920880"/>
                  <a:pt x="257847" y="920880"/>
                </a:cubicBezTo>
                <a:lnTo>
                  <a:pt x="36835" y="920880"/>
                </a:lnTo>
                <a:cubicBezTo>
                  <a:pt x="16492" y="920880"/>
                  <a:pt x="0" y="904388"/>
                  <a:pt x="0" y="884045"/>
                </a:cubicBezTo>
                <a:lnTo>
                  <a:pt x="0" y="36835"/>
                </a:lnTo>
              </a:path>
            </a:pathLst>
          </a:custGeom>
          <a:solidFill xmlns:a="http://schemas.openxmlformats.org/drawingml/2006/main">
            <a:srgbClr val="009F86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2" name="path-5291">
            <a:extLst xmlns:a="http://schemas.openxmlformats.org/drawingml/2006/main">
              <a:ext uri="{FF2B5EF4-FFF2-40B4-BE49-F238E27FC236}">
                <a16:creationId xmlns:a16="http://schemas.microsoft.com/office/drawing/2014/main" id="{AC15D8A0-289E-4018-9A3E-BCBFE97CB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1785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2895" y="898383"/>
                </a:moveTo>
                <a:lnTo>
                  <a:pt x="10789" y="910091"/>
                </a:lnTo>
                <a:lnTo>
                  <a:pt x="22497" y="917985"/>
                </a:lnTo>
                <a:lnTo>
                  <a:pt x="36835" y="920880"/>
                </a:lnTo>
                <a:lnTo>
                  <a:pt x="257846" y="920880"/>
                </a:lnTo>
                <a:lnTo>
                  <a:pt x="272184" y="917985"/>
                </a:lnTo>
                <a:lnTo>
                  <a:pt x="283893" y="910091"/>
                </a:lnTo>
                <a:lnTo>
                  <a:pt x="291787" y="898383"/>
                </a:lnTo>
                <a:lnTo>
                  <a:pt x="294681" y="884045"/>
                </a:lnTo>
                <a:lnTo>
                  <a:pt x="294681" y="36835"/>
                </a:lnTo>
                <a:lnTo>
                  <a:pt x="291787" y="22497"/>
                </a:lnTo>
                <a:lnTo>
                  <a:pt x="283893" y="10789"/>
                </a:lnTo>
                <a:lnTo>
                  <a:pt x="272184" y="2895"/>
                </a:lnTo>
                <a:lnTo>
                  <a:pt x="257846" y="0"/>
                </a:lnTo>
                <a:lnTo>
                  <a:pt x="36835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7"/>
                </a:lnTo>
                <a:lnTo>
                  <a:pt x="0" y="36835"/>
                </a:lnTo>
                <a:lnTo>
                  <a:pt x="0" y="884045"/>
                </a:lnTo>
                <a:lnTo>
                  <a:pt x="2895" y="898383"/>
                </a:lnTo>
                <a:close/>
                <a:moveTo>
                  <a:pt x="267142" y="20932"/>
                </a:moveTo>
                <a:lnTo>
                  <a:pt x="273750" y="27539"/>
                </a:lnTo>
                <a:lnTo>
                  <a:pt x="276264" y="36835"/>
                </a:lnTo>
                <a:lnTo>
                  <a:pt x="276264" y="884045"/>
                </a:lnTo>
                <a:lnTo>
                  <a:pt x="273750" y="893341"/>
                </a:lnTo>
                <a:lnTo>
                  <a:pt x="267142" y="899948"/>
                </a:lnTo>
                <a:lnTo>
                  <a:pt x="257847" y="902462"/>
                </a:lnTo>
                <a:lnTo>
                  <a:pt x="36835" y="902462"/>
                </a:lnTo>
                <a:lnTo>
                  <a:pt x="27540" y="899948"/>
                </a:lnTo>
                <a:lnTo>
                  <a:pt x="20932" y="893341"/>
                </a:lnTo>
                <a:lnTo>
                  <a:pt x="18418" y="884045"/>
                </a:lnTo>
                <a:lnTo>
                  <a:pt x="18418" y="36835"/>
                </a:lnTo>
                <a:lnTo>
                  <a:pt x="20932" y="27539"/>
                </a:lnTo>
                <a:lnTo>
                  <a:pt x="27540" y="20932"/>
                </a:lnTo>
                <a:lnTo>
                  <a:pt x="36835" y="18417"/>
                </a:lnTo>
                <a:lnTo>
                  <a:pt x="257847" y="18417"/>
                </a:lnTo>
                <a:lnTo>
                  <a:pt x="267142" y="20932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3" name="path-5292">
            <a:extLst xmlns:a="http://schemas.openxmlformats.org/drawingml/2006/main">
              <a:ext uri="{FF2B5EF4-FFF2-40B4-BE49-F238E27FC236}">
                <a16:creationId xmlns:a16="http://schemas.microsoft.com/office/drawing/2014/main" id="{9DD4A13C-8040-4066-A83D-6868717AF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5861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0" y="36835"/>
                </a:moveTo>
                <a:cubicBezTo>
                  <a:pt x="0" y="16492"/>
                  <a:pt x="16492" y="0"/>
                  <a:pt x="36835" y="0"/>
                </a:cubicBezTo>
                <a:lnTo>
                  <a:pt x="257846" y="0"/>
                </a:lnTo>
                <a:cubicBezTo>
                  <a:pt x="278190" y="0"/>
                  <a:pt x="294681" y="16492"/>
                  <a:pt x="294681" y="36835"/>
                </a:cubicBezTo>
                <a:lnTo>
                  <a:pt x="294681" y="884045"/>
                </a:lnTo>
                <a:cubicBezTo>
                  <a:pt x="294681" y="904388"/>
                  <a:pt x="278190" y="920880"/>
                  <a:pt x="257846" y="920880"/>
                </a:cubicBezTo>
                <a:lnTo>
                  <a:pt x="36835" y="920880"/>
                </a:lnTo>
                <a:cubicBezTo>
                  <a:pt x="16492" y="920880"/>
                  <a:pt x="0" y="904388"/>
                  <a:pt x="0" y="884045"/>
                </a:cubicBezTo>
                <a:lnTo>
                  <a:pt x="0" y="36835"/>
                </a:lnTo>
              </a:path>
            </a:pathLst>
          </a:custGeom>
          <a:solidFill xmlns:a="http://schemas.openxmlformats.org/drawingml/2006/main">
            <a:srgbClr val="009F86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4" name="path-5293">
            <a:extLst xmlns:a="http://schemas.openxmlformats.org/drawingml/2006/main">
              <a:ext uri="{FF2B5EF4-FFF2-40B4-BE49-F238E27FC236}">
                <a16:creationId xmlns:a16="http://schemas.microsoft.com/office/drawing/2014/main" id="{371973CB-5719-4F29-A0A1-556F7A864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5861" y="6002115"/>
            <a:ext cx="344783" cy="1077446"/>
          </a:xfrm>
          <a:custGeom xmlns:a="http://schemas.openxmlformats.org/drawingml/2006/main">
            <a:pathLst>
              <a:path w="294681" h="920880">
                <a:moveTo>
                  <a:pt x="2895" y="898383"/>
                </a:moveTo>
                <a:lnTo>
                  <a:pt x="10789" y="910091"/>
                </a:lnTo>
                <a:lnTo>
                  <a:pt x="22497" y="917985"/>
                </a:lnTo>
                <a:lnTo>
                  <a:pt x="36836" y="920880"/>
                </a:lnTo>
                <a:lnTo>
                  <a:pt x="257847" y="920880"/>
                </a:lnTo>
                <a:lnTo>
                  <a:pt x="272185" y="917985"/>
                </a:lnTo>
                <a:lnTo>
                  <a:pt x="283893" y="910091"/>
                </a:lnTo>
                <a:lnTo>
                  <a:pt x="291787" y="898383"/>
                </a:lnTo>
                <a:lnTo>
                  <a:pt x="294681" y="884045"/>
                </a:lnTo>
                <a:lnTo>
                  <a:pt x="294681" y="36835"/>
                </a:lnTo>
                <a:lnTo>
                  <a:pt x="291787" y="22497"/>
                </a:lnTo>
                <a:lnTo>
                  <a:pt x="283893" y="10789"/>
                </a:lnTo>
                <a:lnTo>
                  <a:pt x="272185" y="2895"/>
                </a:lnTo>
                <a:lnTo>
                  <a:pt x="257847" y="0"/>
                </a:lnTo>
                <a:lnTo>
                  <a:pt x="36836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7"/>
                </a:lnTo>
                <a:lnTo>
                  <a:pt x="0" y="36835"/>
                </a:lnTo>
                <a:lnTo>
                  <a:pt x="0" y="884045"/>
                </a:lnTo>
                <a:lnTo>
                  <a:pt x="2895" y="898383"/>
                </a:lnTo>
                <a:close/>
                <a:moveTo>
                  <a:pt x="267142" y="20932"/>
                </a:moveTo>
                <a:lnTo>
                  <a:pt x="273750" y="27539"/>
                </a:lnTo>
                <a:lnTo>
                  <a:pt x="276264" y="36835"/>
                </a:lnTo>
                <a:lnTo>
                  <a:pt x="276264" y="884045"/>
                </a:lnTo>
                <a:lnTo>
                  <a:pt x="273750" y="893341"/>
                </a:lnTo>
                <a:lnTo>
                  <a:pt x="267142" y="899948"/>
                </a:lnTo>
                <a:lnTo>
                  <a:pt x="257846" y="902462"/>
                </a:lnTo>
                <a:lnTo>
                  <a:pt x="36835" y="902462"/>
                </a:lnTo>
                <a:lnTo>
                  <a:pt x="27540" y="899948"/>
                </a:lnTo>
                <a:lnTo>
                  <a:pt x="20932" y="893341"/>
                </a:lnTo>
                <a:lnTo>
                  <a:pt x="18418" y="884045"/>
                </a:lnTo>
                <a:lnTo>
                  <a:pt x="18418" y="36835"/>
                </a:lnTo>
                <a:lnTo>
                  <a:pt x="20932" y="27539"/>
                </a:lnTo>
                <a:lnTo>
                  <a:pt x="27540" y="20932"/>
                </a:lnTo>
                <a:lnTo>
                  <a:pt x="36835" y="18417"/>
                </a:lnTo>
                <a:lnTo>
                  <a:pt x="257846" y="18417"/>
                </a:lnTo>
                <a:lnTo>
                  <a:pt x="267142" y="20932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5" name="path-5294">
            <a:extLst xmlns:a="http://schemas.openxmlformats.org/drawingml/2006/main">
              <a:ext uri="{FF2B5EF4-FFF2-40B4-BE49-F238E27FC236}">
                <a16:creationId xmlns:a16="http://schemas.microsoft.com/office/drawing/2014/main" id="{37F5455E-311D-4F37-9A16-E9424CE50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31690" y="7014915"/>
            <a:ext cx="387880" cy="387881"/>
          </a:xfrm>
          <a:custGeom xmlns:a="http://schemas.openxmlformats.org/drawingml/2006/main">
            <a:pathLst>
              <a:path w="331516" h="331517">
                <a:moveTo>
                  <a:pt x="0" y="0"/>
                </a:moveTo>
                <a:lnTo>
                  <a:pt x="331516" y="0"/>
                </a:lnTo>
                <a:lnTo>
                  <a:pt x="331516" y="331517"/>
                </a:lnTo>
                <a:lnTo>
                  <a:pt x="0" y="331517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6" name="path-5295">
            <a:extLst xmlns:a="http://schemas.openxmlformats.org/drawingml/2006/main">
              <a:ext uri="{FF2B5EF4-FFF2-40B4-BE49-F238E27FC236}">
                <a16:creationId xmlns:a16="http://schemas.microsoft.com/office/drawing/2014/main" id="{D304F3D0-F2C9-485D-ACBD-4E8BED9C5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31690" y="7014915"/>
            <a:ext cx="387882" cy="387881"/>
          </a:xfrm>
          <a:custGeom xmlns:a="http://schemas.openxmlformats.org/drawingml/2006/main">
            <a:pathLst>
              <a:path w="331518" h="331517">
                <a:moveTo>
                  <a:pt x="331518" y="331517"/>
                </a:moveTo>
                <a:lnTo>
                  <a:pt x="331518" y="0"/>
                </a:lnTo>
                <a:lnTo>
                  <a:pt x="0" y="0"/>
                </a:lnTo>
                <a:lnTo>
                  <a:pt x="0" y="331517"/>
                </a:lnTo>
                <a:lnTo>
                  <a:pt x="331518" y="331517"/>
                </a:lnTo>
                <a:close/>
                <a:moveTo>
                  <a:pt x="294682" y="294682"/>
                </a:moveTo>
                <a:lnTo>
                  <a:pt x="36836" y="294682"/>
                </a:lnTo>
                <a:lnTo>
                  <a:pt x="36836" y="36836"/>
                </a:lnTo>
                <a:lnTo>
                  <a:pt x="294682" y="36836"/>
                </a:lnTo>
                <a:lnTo>
                  <a:pt x="294682" y="29468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7" name="path-5296">
            <a:extLst xmlns:a="http://schemas.openxmlformats.org/drawingml/2006/main">
              <a:ext uri="{FF2B5EF4-FFF2-40B4-BE49-F238E27FC236}">
                <a16:creationId xmlns:a16="http://schemas.microsoft.com/office/drawing/2014/main" id="{E1ED47EE-998C-48EE-AF84-036B1BC458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0240" y="6519289"/>
            <a:ext cx="485210" cy="420204"/>
          </a:xfrm>
          <a:custGeom xmlns:a="http://schemas.openxmlformats.org/drawingml/2006/main">
            <a:pathLst>
              <a:path w="414703" h="359143">
                <a:moveTo>
                  <a:pt x="207352" y="0"/>
                </a:moveTo>
                <a:lnTo>
                  <a:pt x="414703" y="359143"/>
                </a:lnTo>
                <a:lnTo>
                  <a:pt x="0" y="359143"/>
                </a:lnTo>
                <a:lnTo>
                  <a:pt x="207352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8" name="path-5297">
            <a:extLst xmlns:a="http://schemas.openxmlformats.org/drawingml/2006/main">
              <a:ext uri="{FF2B5EF4-FFF2-40B4-BE49-F238E27FC236}">
                <a16:creationId xmlns:a16="http://schemas.microsoft.com/office/drawing/2014/main" id="{1A304617-3977-439E-AF33-F2BA693C6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0240" y="6519289"/>
            <a:ext cx="485210" cy="420204"/>
          </a:xfrm>
          <a:custGeom xmlns:a="http://schemas.openxmlformats.org/drawingml/2006/main">
            <a:pathLst>
              <a:path w="414703" h="359143">
                <a:moveTo>
                  <a:pt x="414703" y="359143"/>
                </a:moveTo>
                <a:lnTo>
                  <a:pt x="207351" y="0"/>
                </a:lnTo>
                <a:lnTo>
                  <a:pt x="0" y="359143"/>
                </a:lnTo>
                <a:lnTo>
                  <a:pt x="414703" y="359143"/>
                </a:lnTo>
                <a:close/>
                <a:moveTo>
                  <a:pt x="63801" y="322308"/>
                </a:moveTo>
                <a:lnTo>
                  <a:pt x="207352" y="73671"/>
                </a:lnTo>
                <a:lnTo>
                  <a:pt x="350903" y="322308"/>
                </a:lnTo>
                <a:lnTo>
                  <a:pt x="63801" y="32230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9" name="path-5298">
            <a:extLst xmlns:a="http://schemas.openxmlformats.org/drawingml/2006/main">
              <a:ext uri="{FF2B5EF4-FFF2-40B4-BE49-F238E27FC236}">
                <a16:creationId xmlns:a16="http://schemas.microsoft.com/office/drawing/2014/main" id="{0E943439-6657-454C-937B-32EDB3BD62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53969" y="6940975"/>
            <a:ext cx="22845" cy="83232"/>
          </a:xfrm>
          <a:custGeom xmlns:a="http://schemas.openxmlformats.org/drawingml/2006/main">
            <a:pathLst>
              <a:path w="19525" h="71137">
                <a:moveTo>
                  <a:pt x="9190" y="594"/>
                </a:moveTo>
                <a:lnTo>
                  <a:pt x="9190" y="594"/>
                </a:lnTo>
                <a:lnTo>
                  <a:pt x="0" y="1188"/>
                </a:lnTo>
                <a:lnTo>
                  <a:pt x="613" y="12584"/>
                </a:lnTo>
                <a:lnTo>
                  <a:pt x="983" y="24045"/>
                </a:lnTo>
                <a:lnTo>
                  <a:pt x="1107" y="35569"/>
                </a:lnTo>
                <a:lnTo>
                  <a:pt x="983" y="47092"/>
                </a:lnTo>
                <a:lnTo>
                  <a:pt x="613" y="58553"/>
                </a:lnTo>
                <a:lnTo>
                  <a:pt x="0" y="69950"/>
                </a:lnTo>
                <a:lnTo>
                  <a:pt x="18377" y="71137"/>
                </a:lnTo>
                <a:lnTo>
                  <a:pt x="19235" y="53503"/>
                </a:lnTo>
                <a:lnTo>
                  <a:pt x="19525" y="35569"/>
                </a:lnTo>
                <a:lnTo>
                  <a:pt x="19235" y="17634"/>
                </a:lnTo>
                <a:lnTo>
                  <a:pt x="18377" y="0"/>
                </a:lnTo>
                <a:lnTo>
                  <a:pt x="9190" y="594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0" name="path-5299">
            <a:extLst xmlns:a="http://schemas.openxmlformats.org/drawingml/2006/main">
              <a:ext uri="{FF2B5EF4-FFF2-40B4-BE49-F238E27FC236}">
                <a16:creationId xmlns:a16="http://schemas.microsoft.com/office/drawing/2014/main" id="{50990A31-61F4-4C84-ACEF-EB76002B0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2829" y="6778195"/>
            <a:ext cx="41871" cy="84516"/>
          </a:xfrm>
          <a:custGeom xmlns:a="http://schemas.openxmlformats.org/drawingml/2006/main">
            <a:pathLst>
              <a:path w="35787" h="72234">
                <a:moveTo>
                  <a:pt x="5221" y="22159"/>
                </a:moveTo>
                <a:lnTo>
                  <a:pt x="9923" y="38637"/>
                </a:lnTo>
                <a:lnTo>
                  <a:pt x="14096" y="55332"/>
                </a:lnTo>
                <a:lnTo>
                  <a:pt x="17731" y="72234"/>
                </a:lnTo>
                <a:lnTo>
                  <a:pt x="26765" y="70447"/>
                </a:lnTo>
                <a:lnTo>
                  <a:pt x="26765" y="70447"/>
                </a:lnTo>
                <a:lnTo>
                  <a:pt x="35787" y="68662"/>
                </a:lnTo>
                <a:lnTo>
                  <a:pt x="32349" y="52519"/>
                </a:lnTo>
                <a:lnTo>
                  <a:pt x="28222" y="35790"/>
                </a:lnTo>
                <a:lnTo>
                  <a:pt x="23584" y="19269"/>
                </a:lnTo>
                <a:lnTo>
                  <a:pt x="18442" y="2964"/>
                </a:lnTo>
                <a:lnTo>
                  <a:pt x="17403" y="0"/>
                </a:lnTo>
                <a:lnTo>
                  <a:pt x="0" y="5906"/>
                </a:lnTo>
                <a:lnTo>
                  <a:pt x="5221" y="2215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1" name="path-5300">
            <a:extLst xmlns:a="http://schemas.openxmlformats.org/drawingml/2006/main">
              <a:ext uri="{FF2B5EF4-FFF2-40B4-BE49-F238E27FC236}">
                <a16:creationId xmlns:a16="http://schemas.microsoft.com/office/drawing/2014/main" id="{BE2BE38A-2D9B-4FDE-BE5F-4B8E5BBF1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51834" y="6629430"/>
            <a:ext cx="59486" cy="81485"/>
          </a:xfrm>
          <a:custGeom xmlns:a="http://schemas.openxmlformats.org/drawingml/2006/main">
            <a:pathLst>
              <a:path w="50842" h="69645">
                <a:moveTo>
                  <a:pt x="34385" y="69645"/>
                </a:moveTo>
                <a:lnTo>
                  <a:pt x="42641" y="65566"/>
                </a:lnTo>
                <a:lnTo>
                  <a:pt x="42641" y="65566"/>
                </a:lnTo>
                <a:lnTo>
                  <a:pt x="50842" y="61513"/>
                </a:lnTo>
                <a:lnTo>
                  <a:pt x="46174" y="52156"/>
                </a:lnTo>
                <a:lnTo>
                  <a:pt x="38201" y="37341"/>
                </a:lnTo>
                <a:lnTo>
                  <a:pt x="29787" y="22805"/>
                </a:lnTo>
                <a:lnTo>
                  <a:pt x="20941" y="8558"/>
                </a:lnTo>
                <a:lnTo>
                  <a:pt x="15254" y="0"/>
                </a:lnTo>
                <a:lnTo>
                  <a:pt x="7653" y="5089"/>
                </a:lnTo>
                <a:lnTo>
                  <a:pt x="7653" y="5089"/>
                </a:lnTo>
                <a:lnTo>
                  <a:pt x="0" y="10212"/>
                </a:lnTo>
                <a:lnTo>
                  <a:pt x="9300" y="24605"/>
                </a:lnTo>
                <a:lnTo>
                  <a:pt x="18138" y="39315"/>
                </a:lnTo>
                <a:lnTo>
                  <a:pt x="26502" y="54332"/>
                </a:lnTo>
                <a:lnTo>
                  <a:pt x="34385" y="69645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2" name="path-5301">
            <a:extLst xmlns:a="http://schemas.openxmlformats.org/drawingml/2006/main">
              <a:ext uri="{FF2B5EF4-FFF2-40B4-BE49-F238E27FC236}">
                <a16:creationId xmlns:a16="http://schemas.microsoft.com/office/drawing/2014/main" id="{33D6A9C3-F5F0-4708-A2F9-24D23B7A59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6050" y="6504669"/>
            <a:ext cx="72993" cy="72992"/>
          </a:xfrm>
          <a:custGeom xmlns:a="http://schemas.openxmlformats.org/drawingml/2006/main">
            <a:pathLst>
              <a:path w="62386" h="62386">
                <a:moveTo>
                  <a:pt x="62386" y="50255"/>
                </a:moveTo>
                <a:lnTo>
                  <a:pt x="60962" y="48595"/>
                </a:lnTo>
                <a:lnTo>
                  <a:pt x="49714" y="36267"/>
                </a:lnTo>
                <a:lnTo>
                  <a:pt x="38097" y="24290"/>
                </a:lnTo>
                <a:lnTo>
                  <a:pt x="26119" y="12673"/>
                </a:lnTo>
                <a:lnTo>
                  <a:pt x="13791" y="1425"/>
                </a:lnTo>
                <a:lnTo>
                  <a:pt x="12130" y="0"/>
                </a:lnTo>
                <a:lnTo>
                  <a:pt x="6075" y="6899"/>
                </a:lnTo>
                <a:lnTo>
                  <a:pt x="0" y="13820"/>
                </a:lnTo>
                <a:lnTo>
                  <a:pt x="12729" y="25364"/>
                </a:lnTo>
                <a:lnTo>
                  <a:pt x="25073" y="37313"/>
                </a:lnTo>
                <a:lnTo>
                  <a:pt x="37022" y="49657"/>
                </a:lnTo>
                <a:lnTo>
                  <a:pt x="48565" y="62386"/>
                </a:lnTo>
                <a:lnTo>
                  <a:pt x="55487" y="56311"/>
                </a:lnTo>
                <a:lnTo>
                  <a:pt x="55487" y="56311"/>
                </a:lnTo>
                <a:lnTo>
                  <a:pt x="62386" y="50255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3" name="path-5302">
            <a:extLst xmlns:a="http://schemas.openxmlformats.org/drawingml/2006/main">
              <a:ext uri="{FF2B5EF4-FFF2-40B4-BE49-F238E27FC236}">
                <a16:creationId xmlns:a16="http://schemas.microsoft.com/office/drawing/2014/main" id="{07C239A0-D1E1-4C81-8EAD-EEAE4DDB7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2796" y="6412391"/>
            <a:ext cx="81486" cy="59485"/>
          </a:xfrm>
          <a:custGeom xmlns:a="http://schemas.openxmlformats.org/drawingml/2006/main">
            <a:pathLst>
              <a:path w="69645" h="50841">
                <a:moveTo>
                  <a:pt x="0" y="16457"/>
                </a:moveTo>
                <a:lnTo>
                  <a:pt x="15313" y="24339"/>
                </a:lnTo>
                <a:lnTo>
                  <a:pt x="30329" y="32704"/>
                </a:lnTo>
                <a:lnTo>
                  <a:pt x="45039" y="41542"/>
                </a:lnTo>
                <a:lnTo>
                  <a:pt x="59433" y="50841"/>
                </a:lnTo>
                <a:lnTo>
                  <a:pt x="69645" y="35588"/>
                </a:lnTo>
                <a:lnTo>
                  <a:pt x="61087" y="29901"/>
                </a:lnTo>
                <a:lnTo>
                  <a:pt x="46840" y="21055"/>
                </a:lnTo>
                <a:lnTo>
                  <a:pt x="32304" y="12641"/>
                </a:lnTo>
                <a:lnTo>
                  <a:pt x="17489" y="4668"/>
                </a:lnTo>
                <a:lnTo>
                  <a:pt x="8130" y="0"/>
                </a:lnTo>
                <a:lnTo>
                  <a:pt x="0" y="16457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4" name="path-5303">
            <a:extLst xmlns:a="http://schemas.openxmlformats.org/drawingml/2006/main">
              <a:ext uri="{FF2B5EF4-FFF2-40B4-BE49-F238E27FC236}">
                <a16:creationId xmlns:a16="http://schemas.microsoft.com/office/drawing/2014/main" id="{86564629-A755-4E5A-B1FC-AA766270B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61002" y="6359012"/>
            <a:ext cx="84515" cy="41871"/>
          </a:xfrm>
          <a:custGeom xmlns:a="http://schemas.openxmlformats.org/drawingml/2006/main">
            <a:pathLst>
              <a:path w="72234" h="35787">
                <a:moveTo>
                  <a:pt x="16902" y="21691"/>
                </a:moveTo>
                <a:lnTo>
                  <a:pt x="33596" y="25865"/>
                </a:lnTo>
                <a:lnTo>
                  <a:pt x="50075" y="30566"/>
                </a:lnTo>
                <a:lnTo>
                  <a:pt x="66327" y="35787"/>
                </a:lnTo>
                <a:lnTo>
                  <a:pt x="69287" y="27066"/>
                </a:lnTo>
                <a:lnTo>
                  <a:pt x="69288" y="27066"/>
                </a:lnTo>
                <a:lnTo>
                  <a:pt x="72234" y="18384"/>
                </a:lnTo>
                <a:lnTo>
                  <a:pt x="69270" y="17345"/>
                </a:lnTo>
                <a:lnTo>
                  <a:pt x="52965" y="12203"/>
                </a:lnTo>
                <a:lnTo>
                  <a:pt x="36444" y="7564"/>
                </a:lnTo>
                <a:lnTo>
                  <a:pt x="19715" y="3438"/>
                </a:lnTo>
                <a:lnTo>
                  <a:pt x="3572" y="0"/>
                </a:lnTo>
                <a:lnTo>
                  <a:pt x="1786" y="9022"/>
                </a:lnTo>
                <a:lnTo>
                  <a:pt x="1787" y="9022"/>
                </a:lnTo>
                <a:lnTo>
                  <a:pt x="0" y="18056"/>
                </a:lnTo>
                <a:lnTo>
                  <a:pt x="16902" y="21691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5" name="path-5304">
            <a:extLst xmlns:a="http://schemas.openxmlformats.org/drawingml/2006/main">
              <a:ext uri="{FF2B5EF4-FFF2-40B4-BE49-F238E27FC236}">
                <a16:creationId xmlns:a16="http://schemas.microsoft.com/office/drawing/2014/main" id="{4ADEB7EF-C2CB-4564-80A7-3D7346BFD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9505" y="6346898"/>
            <a:ext cx="83232" cy="22844"/>
          </a:xfrm>
          <a:custGeom xmlns:a="http://schemas.openxmlformats.org/drawingml/2006/main">
            <a:pathLst>
              <a:path w="71137" h="19525">
                <a:moveTo>
                  <a:pt x="71137" y="1148"/>
                </a:moveTo>
                <a:lnTo>
                  <a:pt x="53503" y="290"/>
                </a:lnTo>
                <a:lnTo>
                  <a:pt x="35569" y="0"/>
                </a:lnTo>
                <a:lnTo>
                  <a:pt x="17634" y="290"/>
                </a:lnTo>
                <a:lnTo>
                  <a:pt x="0" y="1148"/>
                </a:lnTo>
                <a:lnTo>
                  <a:pt x="594" y="10336"/>
                </a:lnTo>
                <a:lnTo>
                  <a:pt x="594" y="10336"/>
                </a:lnTo>
                <a:lnTo>
                  <a:pt x="1187" y="19525"/>
                </a:lnTo>
                <a:lnTo>
                  <a:pt x="12584" y="18912"/>
                </a:lnTo>
                <a:lnTo>
                  <a:pt x="24045" y="18542"/>
                </a:lnTo>
                <a:lnTo>
                  <a:pt x="35569" y="18418"/>
                </a:lnTo>
                <a:lnTo>
                  <a:pt x="47092" y="18542"/>
                </a:lnTo>
                <a:lnTo>
                  <a:pt x="58553" y="18912"/>
                </a:lnTo>
                <a:lnTo>
                  <a:pt x="69950" y="19525"/>
                </a:lnTo>
                <a:lnTo>
                  <a:pt x="70544" y="10336"/>
                </a:lnTo>
                <a:lnTo>
                  <a:pt x="70544" y="10336"/>
                </a:lnTo>
                <a:lnTo>
                  <a:pt x="71137" y="114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6" name="path-5305">
            <a:extLst xmlns:a="http://schemas.openxmlformats.org/drawingml/2006/main">
              <a:ext uri="{FF2B5EF4-FFF2-40B4-BE49-F238E27FC236}">
                <a16:creationId xmlns:a16="http://schemas.microsoft.com/office/drawing/2014/main" id="{773CD9D5-9B8D-4F9C-B74A-6D4E70D98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724" y="6359012"/>
            <a:ext cx="84515" cy="41871"/>
          </a:xfrm>
          <a:custGeom xmlns:a="http://schemas.openxmlformats.org/drawingml/2006/main">
            <a:pathLst>
              <a:path w="72234" h="35787">
                <a:moveTo>
                  <a:pt x="5906" y="35787"/>
                </a:moveTo>
                <a:lnTo>
                  <a:pt x="22159" y="30566"/>
                </a:lnTo>
                <a:lnTo>
                  <a:pt x="38637" y="25865"/>
                </a:lnTo>
                <a:lnTo>
                  <a:pt x="55332" y="21691"/>
                </a:lnTo>
                <a:lnTo>
                  <a:pt x="72234" y="18056"/>
                </a:lnTo>
                <a:lnTo>
                  <a:pt x="70447" y="9022"/>
                </a:lnTo>
                <a:lnTo>
                  <a:pt x="70447" y="9022"/>
                </a:lnTo>
                <a:lnTo>
                  <a:pt x="68662" y="0"/>
                </a:lnTo>
                <a:lnTo>
                  <a:pt x="52519" y="3438"/>
                </a:lnTo>
                <a:lnTo>
                  <a:pt x="35790" y="7564"/>
                </a:lnTo>
                <a:lnTo>
                  <a:pt x="19269" y="12203"/>
                </a:lnTo>
                <a:lnTo>
                  <a:pt x="2964" y="17345"/>
                </a:lnTo>
                <a:lnTo>
                  <a:pt x="0" y="18384"/>
                </a:lnTo>
                <a:lnTo>
                  <a:pt x="5906" y="35787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7" name="path-5306">
            <a:extLst xmlns:a="http://schemas.openxmlformats.org/drawingml/2006/main">
              <a:ext uri="{FF2B5EF4-FFF2-40B4-BE49-F238E27FC236}">
                <a16:creationId xmlns:a16="http://schemas.microsoft.com/office/drawing/2014/main" id="{0E234C3D-36A5-45D8-AEA5-3BC381DE5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87959" y="6412392"/>
            <a:ext cx="81486" cy="59485"/>
          </a:xfrm>
          <a:custGeom xmlns:a="http://schemas.openxmlformats.org/drawingml/2006/main">
            <a:pathLst>
              <a:path w="69645" h="50841">
                <a:moveTo>
                  <a:pt x="39315" y="32704"/>
                </a:moveTo>
                <a:lnTo>
                  <a:pt x="54332" y="24339"/>
                </a:lnTo>
                <a:lnTo>
                  <a:pt x="69645" y="16457"/>
                </a:lnTo>
                <a:lnTo>
                  <a:pt x="61514" y="0"/>
                </a:lnTo>
                <a:lnTo>
                  <a:pt x="52156" y="4667"/>
                </a:lnTo>
                <a:lnTo>
                  <a:pt x="37341" y="12641"/>
                </a:lnTo>
                <a:lnTo>
                  <a:pt x="22806" y="21055"/>
                </a:lnTo>
                <a:lnTo>
                  <a:pt x="8559" y="29901"/>
                </a:lnTo>
                <a:lnTo>
                  <a:pt x="0" y="35587"/>
                </a:lnTo>
                <a:lnTo>
                  <a:pt x="5089" y="43189"/>
                </a:lnTo>
                <a:lnTo>
                  <a:pt x="5089" y="43189"/>
                </a:lnTo>
                <a:lnTo>
                  <a:pt x="10213" y="50841"/>
                </a:lnTo>
                <a:lnTo>
                  <a:pt x="24605" y="41541"/>
                </a:lnTo>
                <a:lnTo>
                  <a:pt x="39315" y="32704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8" name="path-5307">
            <a:extLst xmlns:a="http://schemas.openxmlformats.org/drawingml/2006/main">
              <a:ext uri="{FF2B5EF4-FFF2-40B4-BE49-F238E27FC236}">
                <a16:creationId xmlns:a16="http://schemas.microsoft.com/office/drawing/2014/main" id="{EDFD04BB-BE82-4FEA-A573-68D32C99B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3198" y="6504669"/>
            <a:ext cx="72992" cy="72992"/>
          </a:xfrm>
          <a:custGeom xmlns:a="http://schemas.openxmlformats.org/drawingml/2006/main">
            <a:pathLst>
              <a:path w="62385" h="62386">
                <a:moveTo>
                  <a:pt x="6899" y="56311"/>
                </a:moveTo>
                <a:lnTo>
                  <a:pt x="6900" y="56311"/>
                </a:lnTo>
                <a:lnTo>
                  <a:pt x="13821" y="62386"/>
                </a:lnTo>
                <a:lnTo>
                  <a:pt x="25364" y="49657"/>
                </a:lnTo>
                <a:lnTo>
                  <a:pt x="37313" y="37313"/>
                </a:lnTo>
                <a:lnTo>
                  <a:pt x="49657" y="25364"/>
                </a:lnTo>
                <a:lnTo>
                  <a:pt x="62385" y="13820"/>
                </a:lnTo>
                <a:lnTo>
                  <a:pt x="56312" y="6900"/>
                </a:lnTo>
                <a:lnTo>
                  <a:pt x="56312" y="6900"/>
                </a:lnTo>
                <a:lnTo>
                  <a:pt x="50256" y="0"/>
                </a:lnTo>
                <a:lnTo>
                  <a:pt x="48595" y="1425"/>
                </a:lnTo>
                <a:lnTo>
                  <a:pt x="36267" y="12673"/>
                </a:lnTo>
                <a:lnTo>
                  <a:pt x="24290" y="24290"/>
                </a:lnTo>
                <a:lnTo>
                  <a:pt x="12673" y="36267"/>
                </a:lnTo>
                <a:lnTo>
                  <a:pt x="1425" y="48595"/>
                </a:lnTo>
                <a:lnTo>
                  <a:pt x="0" y="50256"/>
                </a:lnTo>
                <a:lnTo>
                  <a:pt x="6899" y="56311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9" name="path-5308">
            <a:extLst xmlns:a="http://schemas.openxmlformats.org/drawingml/2006/main">
              <a:ext uri="{FF2B5EF4-FFF2-40B4-BE49-F238E27FC236}">
                <a16:creationId xmlns:a16="http://schemas.microsoft.com/office/drawing/2014/main" id="{FB1F31C9-DFCC-4E8F-B83D-8EB2E8A79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70921" y="6629430"/>
            <a:ext cx="59486" cy="81485"/>
          </a:xfrm>
          <a:custGeom xmlns:a="http://schemas.openxmlformats.org/drawingml/2006/main">
            <a:pathLst>
              <a:path w="50842" h="69645">
                <a:moveTo>
                  <a:pt x="43189" y="5089"/>
                </a:moveTo>
                <a:lnTo>
                  <a:pt x="43189" y="5089"/>
                </a:lnTo>
                <a:lnTo>
                  <a:pt x="35587" y="0"/>
                </a:lnTo>
                <a:lnTo>
                  <a:pt x="29901" y="8558"/>
                </a:lnTo>
                <a:lnTo>
                  <a:pt x="21055" y="22805"/>
                </a:lnTo>
                <a:lnTo>
                  <a:pt x="12641" y="37341"/>
                </a:lnTo>
                <a:lnTo>
                  <a:pt x="4667" y="52156"/>
                </a:lnTo>
                <a:lnTo>
                  <a:pt x="0" y="61513"/>
                </a:lnTo>
                <a:lnTo>
                  <a:pt x="8201" y="65566"/>
                </a:lnTo>
                <a:lnTo>
                  <a:pt x="8201" y="65566"/>
                </a:lnTo>
                <a:lnTo>
                  <a:pt x="16457" y="69645"/>
                </a:lnTo>
                <a:lnTo>
                  <a:pt x="24339" y="54332"/>
                </a:lnTo>
                <a:lnTo>
                  <a:pt x="32704" y="39315"/>
                </a:lnTo>
                <a:lnTo>
                  <a:pt x="41541" y="24605"/>
                </a:lnTo>
                <a:lnTo>
                  <a:pt x="50842" y="10212"/>
                </a:lnTo>
                <a:lnTo>
                  <a:pt x="43189" y="508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0" name="path-5309">
            <a:extLst xmlns:a="http://schemas.openxmlformats.org/drawingml/2006/main">
              <a:ext uri="{FF2B5EF4-FFF2-40B4-BE49-F238E27FC236}">
                <a16:creationId xmlns:a16="http://schemas.microsoft.com/office/drawing/2014/main" id="{A1749030-570E-4EEF-8C15-6372975E3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7541" y="6778195"/>
            <a:ext cx="41871" cy="84515"/>
          </a:xfrm>
          <a:custGeom xmlns:a="http://schemas.openxmlformats.org/drawingml/2006/main">
            <a:pathLst>
              <a:path w="35787" h="72234">
                <a:moveTo>
                  <a:pt x="9022" y="70447"/>
                </a:moveTo>
                <a:lnTo>
                  <a:pt x="18056" y="72234"/>
                </a:lnTo>
                <a:lnTo>
                  <a:pt x="21691" y="55332"/>
                </a:lnTo>
                <a:lnTo>
                  <a:pt x="25864" y="38637"/>
                </a:lnTo>
                <a:lnTo>
                  <a:pt x="30566" y="22158"/>
                </a:lnTo>
                <a:lnTo>
                  <a:pt x="35787" y="5906"/>
                </a:lnTo>
                <a:lnTo>
                  <a:pt x="18384" y="0"/>
                </a:lnTo>
                <a:lnTo>
                  <a:pt x="17345" y="2964"/>
                </a:lnTo>
                <a:lnTo>
                  <a:pt x="12203" y="19268"/>
                </a:lnTo>
                <a:lnTo>
                  <a:pt x="7565" y="35790"/>
                </a:lnTo>
                <a:lnTo>
                  <a:pt x="3438" y="52519"/>
                </a:lnTo>
                <a:lnTo>
                  <a:pt x="0" y="68662"/>
                </a:lnTo>
                <a:lnTo>
                  <a:pt x="9022" y="70447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1" name="path-5310">
            <a:extLst xmlns:a="http://schemas.openxmlformats.org/drawingml/2006/main">
              <a:ext uri="{FF2B5EF4-FFF2-40B4-BE49-F238E27FC236}">
                <a16:creationId xmlns:a16="http://schemas.microsoft.com/office/drawing/2014/main" id="{4976309D-F802-4C8C-BC3B-1EB7394AA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05427" y="6940975"/>
            <a:ext cx="22845" cy="83232"/>
          </a:xfrm>
          <a:custGeom xmlns:a="http://schemas.openxmlformats.org/drawingml/2006/main">
            <a:pathLst>
              <a:path w="19525" h="71137">
                <a:moveTo>
                  <a:pt x="19525" y="69950"/>
                </a:moveTo>
                <a:lnTo>
                  <a:pt x="18912" y="58553"/>
                </a:lnTo>
                <a:lnTo>
                  <a:pt x="18541" y="47092"/>
                </a:lnTo>
                <a:lnTo>
                  <a:pt x="18417" y="35569"/>
                </a:lnTo>
                <a:lnTo>
                  <a:pt x="18541" y="24045"/>
                </a:lnTo>
                <a:lnTo>
                  <a:pt x="18912" y="12584"/>
                </a:lnTo>
                <a:lnTo>
                  <a:pt x="19525" y="1188"/>
                </a:lnTo>
                <a:lnTo>
                  <a:pt x="10335" y="594"/>
                </a:lnTo>
                <a:lnTo>
                  <a:pt x="10335" y="594"/>
                </a:lnTo>
                <a:lnTo>
                  <a:pt x="1148" y="0"/>
                </a:lnTo>
                <a:lnTo>
                  <a:pt x="290" y="17634"/>
                </a:lnTo>
                <a:lnTo>
                  <a:pt x="0" y="35569"/>
                </a:lnTo>
                <a:lnTo>
                  <a:pt x="290" y="53503"/>
                </a:lnTo>
                <a:lnTo>
                  <a:pt x="1148" y="71137"/>
                </a:lnTo>
                <a:lnTo>
                  <a:pt x="19525" y="6995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2" name="path-5311">
            <a:extLst xmlns:a="http://schemas.openxmlformats.org/drawingml/2006/main">
              <a:ext uri="{FF2B5EF4-FFF2-40B4-BE49-F238E27FC236}">
                <a16:creationId xmlns:a16="http://schemas.microsoft.com/office/drawing/2014/main" id="{D8DB28AB-6A7D-4ED8-AB82-BF495AE66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7541" y="7102473"/>
            <a:ext cx="41871" cy="84515"/>
          </a:xfrm>
          <a:custGeom xmlns:a="http://schemas.openxmlformats.org/drawingml/2006/main">
            <a:pathLst>
              <a:path w="35787" h="72234">
                <a:moveTo>
                  <a:pt x="18056" y="0"/>
                </a:moveTo>
                <a:lnTo>
                  <a:pt x="9022" y="1787"/>
                </a:lnTo>
                <a:lnTo>
                  <a:pt x="9022" y="1787"/>
                </a:lnTo>
                <a:lnTo>
                  <a:pt x="0" y="3571"/>
                </a:lnTo>
                <a:lnTo>
                  <a:pt x="3438" y="19715"/>
                </a:lnTo>
                <a:lnTo>
                  <a:pt x="7565" y="36444"/>
                </a:lnTo>
                <a:lnTo>
                  <a:pt x="12203" y="52965"/>
                </a:lnTo>
                <a:lnTo>
                  <a:pt x="17345" y="69270"/>
                </a:lnTo>
                <a:lnTo>
                  <a:pt x="18384" y="72234"/>
                </a:lnTo>
                <a:lnTo>
                  <a:pt x="27066" y="69288"/>
                </a:lnTo>
                <a:lnTo>
                  <a:pt x="27066" y="69287"/>
                </a:lnTo>
                <a:lnTo>
                  <a:pt x="35787" y="66328"/>
                </a:lnTo>
                <a:lnTo>
                  <a:pt x="30566" y="50075"/>
                </a:lnTo>
                <a:lnTo>
                  <a:pt x="25864" y="33597"/>
                </a:lnTo>
                <a:lnTo>
                  <a:pt x="21691" y="16902"/>
                </a:lnTo>
                <a:lnTo>
                  <a:pt x="18056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3" name="path-5312">
            <a:extLst xmlns:a="http://schemas.openxmlformats.org/drawingml/2006/main">
              <a:ext uri="{FF2B5EF4-FFF2-40B4-BE49-F238E27FC236}">
                <a16:creationId xmlns:a16="http://schemas.microsoft.com/office/drawing/2014/main" id="{5A65E38E-7818-4DE9-AB56-440EE17FA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70921" y="7254267"/>
            <a:ext cx="59486" cy="81486"/>
          </a:xfrm>
          <a:custGeom xmlns:a="http://schemas.openxmlformats.org/drawingml/2006/main">
            <a:pathLst>
              <a:path w="50842" h="69645">
                <a:moveTo>
                  <a:pt x="41541" y="45040"/>
                </a:moveTo>
                <a:lnTo>
                  <a:pt x="32704" y="30330"/>
                </a:lnTo>
                <a:lnTo>
                  <a:pt x="24339" y="15313"/>
                </a:lnTo>
                <a:lnTo>
                  <a:pt x="16457" y="0"/>
                </a:lnTo>
                <a:lnTo>
                  <a:pt x="0" y="8131"/>
                </a:lnTo>
                <a:lnTo>
                  <a:pt x="4667" y="17489"/>
                </a:lnTo>
                <a:lnTo>
                  <a:pt x="12641" y="32304"/>
                </a:lnTo>
                <a:lnTo>
                  <a:pt x="21055" y="46840"/>
                </a:lnTo>
                <a:lnTo>
                  <a:pt x="29901" y="61087"/>
                </a:lnTo>
                <a:lnTo>
                  <a:pt x="35587" y="69645"/>
                </a:lnTo>
                <a:lnTo>
                  <a:pt x="43189" y="64556"/>
                </a:lnTo>
                <a:lnTo>
                  <a:pt x="50842" y="59433"/>
                </a:lnTo>
                <a:lnTo>
                  <a:pt x="41541" y="4504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4" name="path-5313">
            <a:extLst xmlns:a="http://schemas.openxmlformats.org/drawingml/2006/main">
              <a:ext uri="{FF2B5EF4-FFF2-40B4-BE49-F238E27FC236}">
                <a16:creationId xmlns:a16="http://schemas.microsoft.com/office/drawing/2014/main" id="{25C4211A-8DBB-426B-A6F4-ACC30F5F5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3198" y="7387522"/>
            <a:ext cx="72991" cy="72992"/>
          </a:xfrm>
          <a:custGeom xmlns:a="http://schemas.openxmlformats.org/drawingml/2006/main">
            <a:pathLst>
              <a:path w="62385" h="62386">
                <a:moveTo>
                  <a:pt x="56311" y="55486"/>
                </a:moveTo>
                <a:lnTo>
                  <a:pt x="56311" y="55486"/>
                </a:lnTo>
                <a:lnTo>
                  <a:pt x="62385" y="48565"/>
                </a:lnTo>
                <a:lnTo>
                  <a:pt x="49657" y="37022"/>
                </a:lnTo>
                <a:lnTo>
                  <a:pt x="37313" y="25073"/>
                </a:lnTo>
                <a:lnTo>
                  <a:pt x="25364" y="12729"/>
                </a:lnTo>
                <a:lnTo>
                  <a:pt x="13821" y="0"/>
                </a:lnTo>
                <a:lnTo>
                  <a:pt x="6899" y="6075"/>
                </a:lnTo>
                <a:lnTo>
                  <a:pt x="6899" y="6075"/>
                </a:lnTo>
                <a:lnTo>
                  <a:pt x="0" y="12130"/>
                </a:lnTo>
                <a:lnTo>
                  <a:pt x="1424" y="13791"/>
                </a:lnTo>
                <a:lnTo>
                  <a:pt x="12672" y="26119"/>
                </a:lnTo>
                <a:lnTo>
                  <a:pt x="24289" y="38096"/>
                </a:lnTo>
                <a:lnTo>
                  <a:pt x="36267" y="49713"/>
                </a:lnTo>
                <a:lnTo>
                  <a:pt x="48595" y="60961"/>
                </a:lnTo>
                <a:lnTo>
                  <a:pt x="50256" y="62386"/>
                </a:lnTo>
                <a:lnTo>
                  <a:pt x="56311" y="55486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5" name="path-5314">
            <a:extLst xmlns:a="http://schemas.openxmlformats.org/drawingml/2006/main">
              <a:ext uri="{FF2B5EF4-FFF2-40B4-BE49-F238E27FC236}">
                <a16:creationId xmlns:a16="http://schemas.microsoft.com/office/drawing/2014/main" id="{4339B034-1504-4B4A-9A57-0D6F40620A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87959" y="7493306"/>
            <a:ext cx="81486" cy="59485"/>
          </a:xfrm>
          <a:custGeom xmlns:a="http://schemas.openxmlformats.org/drawingml/2006/main">
            <a:pathLst>
              <a:path w="69645" h="50841">
                <a:moveTo>
                  <a:pt x="5089" y="7652"/>
                </a:moveTo>
                <a:lnTo>
                  <a:pt x="0" y="15254"/>
                </a:lnTo>
                <a:lnTo>
                  <a:pt x="8558" y="20940"/>
                </a:lnTo>
                <a:lnTo>
                  <a:pt x="22805" y="29786"/>
                </a:lnTo>
                <a:lnTo>
                  <a:pt x="37341" y="38200"/>
                </a:lnTo>
                <a:lnTo>
                  <a:pt x="52156" y="46174"/>
                </a:lnTo>
                <a:lnTo>
                  <a:pt x="61514" y="50841"/>
                </a:lnTo>
                <a:lnTo>
                  <a:pt x="65566" y="42641"/>
                </a:lnTo>
                <a:lnTo>
                  <a:pt x="65566" y="42641"/>
                </a:lnTo>
                <a:lnTo>
                  <a:pt x="69645" y="34384"/>
                </a:lnTo>
                <a:lnTo>
                  <a:pt x="54332" y="26502"/>
                </a:lnTo>
                <a:lnTo>
                  <a:pt x="39315" y="18137"/>
                </a:lnTo>
                <a:lnTo>
                  <a:pt x="24605" y="9300"/>
                </a:lnTo>
                <a:lnTo>
                  <a:pt x="10212" y="0"/>
                </a:lnTo>
                <a:lnTo>
                  <a:pt x="5089" y="7652"/>
                </a:lnTo>
                <a:lnTo>
                  <a:pt x="5089" y="7652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6" name="path-5315">
            <a:extLst xmlns:a="http://schemas.openxmlformats.org/drawingml/2006/main">
              <a:ext uri="{FF2B5EF4-FFF2-40B4-BE49-F238E27FC236}">
                <a16:creationId xmlns:a16="http://schemas.microsoft.com/office/drawing/2014/main" id="{F121B8DD-BF8E-4CEE-8B5E-6F91B906E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724" y="7564300"/>
            <a:ext cx="84515" cy="41871"/>
          </a:xfrm>
          <a:custGeom xmlns:a="http://schemas.openxmlformats.org/drawingml/2006/main">
            <a:pathLst>
              <a:path w="72234" h="35786">
                <a:moveTo>
                  <a:pt x="0" y="17402"/>
                </a:moveTo>
                <a:lnTo>
                  <a:pt x="2964" y="18441"/>
                </a:lnTo>
                <a:lnTo>
                  <a:pt x="19269" y="23583"/>
                </a:lnTo>
                <a:lnTo>
                  <a:pt x="35790" y="28222"/>
                </a:lnTo>
                <a:lnTo>
                  <a:pt x="52519" y="32348"/>
                </a:lnTo>
                <a:lnTo>
                  <a:pt x="68662" y="35786"/>
                </a:lnTo>
                <a:lnTo>
                  <a:pt x="70447" y="26765"/>
                </a:lnTo>
                <a:lnTo>
                  <a:pt x="72234" y="17731"/>
                </a:lnTo>
                <a:lnTo>
                  <a:pt x="55332" y="14095"/>
                </a:lnTo>
                <a:lnTo>
                  <a:pt x="38637" y="9922"/>
                </a:lnTo>
                <a:lnTo>
                  <a:pt x="22159" y="5220"/>
                </a:lnTo>
                <a:lnTo>
                  <a:pt x="5906" y="0"/>
                </a:lnTo>
                <a:lnTo>
                  <a:pt x="2946" y="8720"/>
                </a:lnTo>
                <a:lnTo>
                  <a:pt x="0" y="17402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7" name="path-5316">
            <a:extLst xmlns:a="http://schemas.openxmlformats.org/drawingml/2006/main">
              <a:ext uri="{FF2B5EF4-FFF2-40B4-BE49-F238E27FC236}">
                <a16:creationId xmlns:a16="http://schemas.microsoft.com/office/drawing/2014/main" id="{F1256ECA-100E-4BFC-B5B2-DEC43FFB1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9505" y="7595440"/>
            <a:ext cx="83232" cy="22844"/>
          </a:xfrm>
          <a:custGeom xmlns:a="http://schemas.openxmlformats.org/drawingml/2006/main">
            <a:pathLst>
              <a:path w="71137" h="19525">
                <a:moveTo>
                  <a:pt x="70544" y="9190"/>
                </a:moveTo>
                <a:lnTo>
                  <a:pt x="69950" y="0"/>
                </a:lnTo>
                <a:lnTo>
                  <a:pt x="58553" y="613"/>
                </a:lnTo>
                <a:lnTo>
                  <a:pt x="47092" y="983"/>
                </a:lnTo>
                <a:lnTo>
                  <a:pt x="35569" y="1107"/>
                </a:lnTo>
                <a:lnTo>
                  <a:pt x="24045" y="983"/>
                </a:lnTo>
                <a:lnTo>
                  <a:pt x="12584" y="613"/>
                </a:lnTo>
                <a:lnTo>
                  <a:pt x="1187" y="0"/>
                </a:lnTo>
                <a:lnTo>
                  <a:pt x="594" y="9190"/>
                </a:lnTo>
                <a:lnTo>
                  <a:pt x="0" y="18377"/>
                </a:lnTo>
                <a:lnTo>
                  <a:pt x="17634" y="19234"/>
                </a:lnTo>
                <a:lnTo>
                  <a:pt x="35569" y="19525"/>
                </a:lnTo>
                <a:lnTo>
                  <a:pt x="53503" y="19234"/>
                </a:lnTo>
                <a:lnTo>
                  <a:pt x="71137" y="18377"/>
                </a:lnTo>
                <a:lnTo>
                  <a:pt x="70544" y="919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8" name="path-5317">
            <a:extLst xmlns:a="http://schemas.openxmlformats.org/drawingml/2006/main">
              <a:ext uri="{FF2B5EF4-FFF2-40B4-BE49-F238E27FC236}">
                <a16:creationId xmlns:a16="http://schemas.microsoft.com/office/drawing/2014/main" id="{881990B6-A2C3-4D09-A015-5EAB33937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61002" y="7564300"/>
            <a:ext cx="84515" cy="41871"/>
          </a:xfrm>
          <a:custGeom xmlns:a="http://schemas.openxmlformats.org/drawingml/2006/main">
            <a:pathLst>
              <a:path w="72234" h="35786">
                <a:moveTo>
                  <a:pt x="1787" y="26765"/>
                </a:moveTo>
                <a:lnTo>
                  <a:pt x="3572" y="35786"/>
                </a:lnTo>
                <a:lnTo>
                  <a:pt x="19715" y="32348"/>
                </a:lnTo>
                <a:lnTo>
                  <a:pt x="36444" y="28222"/>
                </a:lnTo>
                <a:lnTo>
                  <a:pt x="52965" y="23583"/>
                </a:lnTo>
                <a:lnTo>
                  <a:pt x="69270" y="18441"/>
                </a:lnTo>
                <a:lnTo>
                  <a:pt x="72234" y="17402"/>
                </a:lnTo>
                <a:lnTo>
                  <a:pt x="69288" y="8720"/>
                </a:lnTo>
                <a:lnTo>
                  <a:pt x="66328" y="0"/>
                </a:lnTo>
                <a:lnTo>
                  <a:pt x="50075" y="5220"/>
                </a:lnTo>
                <a:lnTo>
                  <a:pt x="33597" y="9922"/>
                </a:lnTo>
                <a:lnTo>
                  <a:pt x="16902" y="14095"/>
                </a:lnTo>
                <a:lnTo>
                  <a:pt x="0" y="17731"/>
                </a:lnTo>
                <a:lnTo>
                  <a:pt x="1787" y="26765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9" name="path-5318">
            <a:extLst xmlns:a="http://schemas.openxmlformats.org/drawingml/2006/main">
              <a:ext uri="{FF2B5EF4-FFF2-40B4-BE49-F238E27FC236}">
                <a16:creationId xmlns:a16="http://schemas.microsoft.com/office/drawing/2014/main" id="{E7E8AB3E-0FAB-40A5-B221-B64C2A55B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2796" y="7493306"/>
            <a:ext cx="81486" cy="59485"/>
          </a:xfrm>
          <a:custGeom xmlns:a="http://schemas.openxmlformats.org/drawingml/2006/main">
            <a:pathLst>
              <a:path w="69645" h="50841">
                <a:moveTo>
                  <a:pt x="59433" y="0"/>
                </a:moveTo>
                <a:lnTo>
                  <a:pt x="45039" y="9300"/>
                </a:lnTo>
                <a:lnTo>
                  <a:pt x="30329" y="18137"/>
                </a:lnTo>
                <a:lnTo>
                  <a:pt x="15313" y="26502"/>
                </a:lnTo>
                <a:lnTo>
                  <a:pt x="0" y="34384"/>
                </a:lnTo>
                <a:lnTo>
                  <a:pt x="8131" y="50841"/>
                </a:lnTo>
                <a:lnTo>
                  <a:pt x="17489" y="46174"/>
                </a:lnTo>
                <a:lnTo>
                  <a:pt x="32304" y="38200"/>
                </a:lnTo>
                <a:lnTo>
                  <a:pt x="46840" y="29786"/>
                </a:lnTo>
                <a:lnTo>
                  <a:pt x="61087" y="20940"/>
                </a:lnTo>
                <a:lnTo>
                  <a:pt x="69645" y="15254"/>
                </a:lnTo>
                <a:lnTo>
                  <a:pt x="59433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0" name="path-5319">
            <a:extLst xmlns:a="http://schemas.openxmlformats.org/drawingml/2006/main">
              <a:ext uri="{FF2B5EF4-FFF2-40B4-BE49-F238E27FC236}">
                <a16:creationId xmlns:a16="http://schemas.microsoft.com/office/drawing/2014/main" id="{226E9A7E-8D72-4BA2-8DFB-8F267DAA3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6050" y="7387522"/>
            <a:ext cx="72993" cy="72992"/>
          </a:xfrm>
          <a:custGeom xmlns:a="http://schemas.openxmlformats.org/drawingml/2006/main">
            <a:pathLst>
              <a:path w="62386" h="62386">
                <a:moveTo>
                  <a:pt x="25073" y="25073"/>
                </a:moveTo>
                <a:lnTo>
                  <a:pt x="12729" y="37022"/>
                </a:lnTo>
                <a:lnTo>
                  <a:pt x="0" y="48565"/>
                </a:lnTo>
                <a:lnTo>
                  <a:pt x="6075" y="55486"/>
                </a:lnTo>
                <a:lnTo>
                  <a:pt x="12131" y="62386"/>
                </a:lnTo>
                <a:lnTo>
                  <a:pt x="13791" y="60961"/>
                </a:lnTo>
                <a:lnTo>
                  <a:pt x="26119" y="49713"/>
                </a:lnTo>
                <a:lnTo>
                  <a:pt x="38097" y="38096"/>
                </a:lnTo>
                <a:lnTo>
                  <a:pt x="49714" y="26119"/>
                </a:lnTo>
                <a:lnTo>
                  <a:pt x="60962" y="13791"/>
                </a:lnTo>
                <a:lnTo>
                  <a:pt x="62386" y="12130"/>
                </a:lnTo>
                <a:lnTo>
                  <a:pt x="55487" y="6075"/>
                </a:lnTo>
                <a:lnTo>
                  <a:pt x="55487" y="6075"/>
                </a:lnTo>
                <a:lnTo>
                  <a:pt x="48565" y="0"/>
                </a:lnTo>
                <a:lnTo>
                  <a:pt x="37022" y="12729"/>
                </a:lnTo>
                <a:lnTo>
                  <a:pt x="25073" y="25073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1" name="path-5320">
            <a:extLst xmlns:a="http://schemas.openxmlformats.org/drawingml/2006/main">
              <a:ext uri="{FF2B5EF4-FFF2-40B4-BE49-F238E27FC236}">
                <a16:creationId xmlns:a16="http://schemas.microsoft.com/office/drawing/2014/main" id="{2CC3A9C8-EB2D-4CB6-A633-B81BAB302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51834" y="7254267"/>
            <a:ext cx="59486" cy="81486"/>
          </a:xfrm>
          <a:custGeom xmlns:a="http://schemas.openxmlformats.org/drawingml/2006/main">
            <a:pathLst>
              <a:path w="50842" h="69645">
                <a:moveTo>
                  <a:pt x="34385" y="0"/>
                </a:moveTo>
                <a:lnTo>
                  <a:pt x="26502" y="15313"/>
                </a:lnTo>
                <a:lnTo>
                  <a:pt x="18138" y="30330"/>
                </a:lnTo>
                <a:lnTo>
                  <a:pt x="9300" y="45040"/>
                </a:lnTo>
                <a:lnTo>
                  <a:pt x="0" y="59433"/>
                </a:lnTo>
                <a:lnTo>
                  <a:pt x="7653" y="64556"/>
                </a:lnTo>
                <a:lnTo>
                  <a:pt x="15254" y="69645"/>
                </a:lnTo>
                <a:lnTo>
                  <a:pt x="20941" y="61087"/>
                </a:lnTo>
                <a:lnTo>
                  <a:pt x="29787" y="46840"/>
                </a:lnTo>
                <a:lnTo>
                  <a:pt x="38201" y="32304"/>
                </a:lnTo>
                <a:lnTo>
                  <a:pt x="46174" y="17489"/>
                </a:lnTo>
                <a:lnTo>
                  <a:pt x="50842" y="8131"/>
                </a:lnTo>
                <a:lnTo>
                  <a:pt x="34385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2" name="path-5321">
            <a:extLst xmlns:a="http://schemas.openxmlformats.org/drawingml/2006/main">
              <a:ext uri="{FF2B5EF4-FFF2-40B4-BE49-F238E27FC236}">
                <a16:creationId xmlns:a16="http://schemas.microsoft.com/office/drawing/2014/main" id="{812953B5-E622-4DC7-B040-5C7BDC775A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2829" y="7102472"/>
            <a:ext cx="41871" cy="84516"/>
          </a:xfrm>
          <a:custGeom xmlns:a="http://schemas.openxmlformats.org/drawingml/2006/main">
            <a:pathLst>
              <a:path w="35787" h="72235">
                <a:moveTo>
                  <a:pt x="17731" y="0"/>
                </a:moveTo>
                <a:lnTo>
                  <a:pt x="14096" y="16902"/>
                </a:lnTo>
                <a:lnTo>
                  <a:pt x="9923" y="33597"/>
                </a:lnTo>
                <a:lnTo>
                  <a:pt x="5221" y="50076"/>
                </a:lnTo>
                <a:lnTo>
                  <a:pt x="0" y="66328"/>
                </a:lnTo>
                <a:lnTo>
                  <a:pt x="17403" y="72235"/>
                </a:lnTo>
                <a:lnTo>
                  <a:pt x="18442" y="69270"/>
                </a:lnTo>
                <a:lnTo>
                  <a:pt x="23584" y="52966"/>
                </a:lnTo>
                <a:lnTo>
                  <a:pt x="28222" y="36445"/>
                </a:lnTo>
                <a:lnTo>
                  <a:pt x="32349" y="19715"/>
                </a:lnTo>
                <a:lnTo>
                  <a:pt x="35787" y="3572"/>
                </a:lnTo>
                <a:lnTo>
                  <a:pt x="26765" y="1787"/>
                </a:lnTo>
                <a:lnTo>
                  <a:pt x="26765" y="1787"/>
                </a:lnTo>
                <a:lnTo>
                  <a:pt x="17731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3" name="path-5322">
            <a:extLst xmlns:a="http://schemas.openxmlformats.org/drawingml/2006/main">
              <a:ext uri="{FF2B5EF4-FFF2-40B4-BE49-F238E27FC236}">
                <a16:creationId xmlns:a16="http://schemas.microsoft.com/office/drawing/2014/main" id="{5845C9AC-7C94-4CB0-A21A-6F7CB6657B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67367" y="6478632"/>
            <a:ext cx="226264" cy="124413"/>
          </a:xfrm>
          <a:custGeom xmlns:a="http://schemas.openxmlformats.org/drawingml/2006/main">
            <a:pathLst>
              <a:path w="193385" h="106334">
                <a:moveTo>
                  <a:pt x="193385" y="53167"/>
                </a:moveTo>
                <a:lnTo>
                  <a:pt x="101297" y="0"/>
                </a:lnTo>
                <a:lnTo>
                  <a:pt x="101297" y="106334"/>
                </a:lnTo>
                <a:lnTo>
                  <a:pt x="193385" y="53167"/>
                </a:lnTo>
                <a:moveTo>
                  <a:pt x="0" y="53167"/>
                </a:moveTo>
                <a:lnTo>
                  <a:pt x="0" y="62376"/>
                </a:lnTo>
                <a:lnTo>
                  <a:pt x="110505" y="62376"/>
                </a:lnTo>
                <a:lnTo>
                  <a:pt x="110505" y="53167"/>
                </a:lnTo>
                <a:lnTo>
                  <a:pt x="110505" y="43958"/>
                </a:lnTo>
                <a:lnTo>
                  <a:pt x="0" y="43958"/>
                </a:lnTo>
                <a:lnTo>
                  <a:pt x="0" y="53167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4" name="path-5323">
            <a:extLst xmlns:a="http://schemas.openxmlformats.org/drawingml/2006/main">
              <a:ext uri="{FF2B5EF4-FFF2-40B4-BE49-F238E27FC236}">
                <a16:creationId xmlns:a16="http://schemas.microsoft.com/office/drawing/2014/main" id="{A3B604F0-8A0F-464D-94AE-511CE84F1D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7639" y="6530064"/>
            <a:ext cx="140068" cy="21549"/>
          </a:xfrm>
          <a:custGeom xmlns:a="http://schemas.openxmlformats.org/drawingml/2006/main">
            <a:pathLst>
              <a:path w="119715" h="18418">
                <a:moveTo>
                  <a:pt x="0" y="9209"/>
                </a:moveTo>
                <a:lnTo>
                  <a:pt x="0" y="18418"/>
                </a:lnTo>
                <a:lnTo>
                  <a:pt x="119715" y="18418"/>
                </a:lnTo>
                <a:lnTo>
                  <a:pt x="119715" y="9209"/>
                </a:lnTo>
                <a:lnTo>
                  <a:pt x="119715" y="0"/>
                </a:lnTo>
                <a:lnTo>
                  <a:pt x="0" y="0"/>
                </a:lnTo>
                <a:lnTo>
                  <a:pt x="0" y="9209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5" name="path-5324">
            <a:extLst xmlns:a="http://schemas.openxmlformats.org/drawingml/2006/main">
              <a:ext uri="{FF2B5EF4-FFF2-40B4-BE49-F238E27FC236}">
                <a16:creationId xmlns:a16="http://schemas.microsoft.com/office/drawing/2014/main" id="{BFEA08E0-F067-4135-8274-B3A0B33CE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12490" y="6530064"/>
            <a:ext cx="140068" cy="21549"/>
          </a:xfrm>
          <a:custGeom xmlns:a="http://schemas.openxmlformats.org/drawingml/2006/main">
            <a:pathLst>
              <a:path w="119715" h="18418">
                <a:moveTo>
                  <a:pt x="0" y="9209"/>
                </a:moveTo>
                <a:lnTo>
                  <a:pt x="0" y="18418"/>
                </a:lnTo>
                <a:lnTo>
                  <a:pt x="119715" y="18418"/>
                </a:lnTo>
                <a:lnTo>
                  <a:pt x="119715" y="9209"/>
                </a:lnTo>
                <a:lnTo>
                  <a:pt x="119715" y="0"/>
                </a:lnTo>
                <a:lnTo>
                  <a:pt x="0" y="0"/>
                </a:lnTo>
                <a:lnTo>
                  <a:pt x="0" y="9209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6" name="path-5325">
            <a:extLst xmlns:a="http://schemas.openxmlformats.org/drawingml/2006/main">
              <a:ext uri="{FF2B5EF4-FFF2-40B4-BE49-F238E27FC236}">
                <a16:creationId xmlns:a16="http://schemas.microsoft.com/office/drawing/2014/main" id="{2E347982-B25A-4929-A011-906FA0190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86567" y="6530064"/>
            <a:ext cx="140068" cy="21549"/>
          </a:xfrm>
          <a:custGeom xmlns:a="http://schemas.openxmlformats.org/drawingml/2006/main">
            <a:pathLst>
              <a:path w="119715" h="18418">
                <a:moveTo>
                  <a:pt x="0" y="9209"/>
                </a:moveTo>
                <a:lnTo>
                  <a:pt x="0" y="18418"/>
                </a:lnTo>
                <a:lnTo>
                  <a:pt x="119715" y="18418"/>
                </a:lnTo>
                <a:lnTo>
                  <a:pt x="119715" y="9209"/>
                </a:lnTo>
                <a:lnTo>
                  <a:pt x="119715" y="0"/>
                </a:lnTo>
                <a:lnTo>
                  <a:pt x="0" y="0"/>
                </a:lnTo>
                <a:lnTo>
                  <a:pt x="0" y="9209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7" name="path-5326">
            <a:extLst xmlns:a="http://schemas.openxmlformats.org/drawingml/2006/main">
              <a:ext uri="{FF2B5EF4-FFF2-40B4-BE49-F238E27FC236}">
                <a16:creationId xmlns:a16="http://schemas.microsoft.com/office/drawing/2014/main" id="{4F3E606A-1B78-458E-B64F-C9D110E34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6389" y="6637808"/>
            <a:ext cx="387881" cy="387881"/>
          </a:xfrm>
          <a:custGeom xmlns:a="http://schemas.openxmlformats.org/drawingml/2006/main">
            <a:pathLst>
              <a:path w="331517" h="331517">
                <a:moveTo>
                  <a:pt x="0" y="0"/>
                </a:moveTo>
                <a:lnTo>
                  <a:pt x="331517" y="0"/>
                </a:lnTo>
                <a:lnTo>
                  <a:pt x="331517" y="331517"/>
                </a:lnTo>
                <a:lnTo>
                  <a:pt x="0" y="331517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8" name="path-5327">
            <a:extLst xmlns:a="http://schemas.openxmlformats.org/drawingml/2006/main">
              <a:ext uri="{FF2B5EF4-FFF2-40B4-BE49-F238E27FC236}">
                <a16:creationId xmlns:a16="http://schemas.microsoft.com/office/drawing/2014/main" id="{A589F776-F8E8-4191-832E-A0E26936F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6389" y="6637809"/>
            <a:ext cx="387880" cy="387880"/>
          </a:xfrm>
          <a:custGeom xmlns:a="http://schemas.openxmlformats.org/drawingml/2006/main">
            <a:pathLst>
              <a:path w="331516" h="331516">
                <a:moveTo>
                  <a:pt x="331516" y="331516"/>
                </a:moveTo>
                <a:lnTo>
                  <a:pt x="331516" y="0"/>
                </a:lnTo>
                <a:lnTo>
                  <a:pt x="0" y="0"/>
                </a:lnTo>
                <a:lnTo>
                  <a:pt x="0" y="331516"/>
                </a:lnTo>
                <a:lnTo>
                  <a:pt x="331516" y="331516"/>
                </a:lnTo>
                <a:close/>
                <a:moveTo>
                  <a:pt x="313099" y="313099"/>
                </a:moveTo>
                <a:lnTo>
                  <a:pt x="18418" y="313099"/>
                </a:lnTo>
                <a:lnTo>
                  <a:pt x="18418" y="18417"/>
                </a:lnTo>
                <a:lnTo>
                  <a:pt x="313099" y="18417"/>
                </a:lnTo>
                <a:lnTo>
                  <a:pt x="313099" y="31309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19" name="path-5328">
            <a:extLst xmlns:a="http://schemas.openxmlformats.org/drawingml/2006/main">
              <a:ext uri="{FF2B5EF4-FFF2-40B4-BE49-F238E27FC236}">
                <a16:creationId xmlns:a16="http://schemas.microsoft.com/office/drawing/2014/main" id="{E61F7E65-3ABE-46AF-B163-853D0080D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87724" y="6034438"/>
            <a:ext cx="485210" cy="420204"/>
          </a:xfrm>
          <a:custGeom xmlns:a="http://schemas.openxmlformats.org/drawingml/2006/main">
            <a:pathLst>
              <a:path w="414703" h="359143">
                <a:moveTo>
                  <a:pt x="207352" y="0"/>
                </a:moveTo>
                <a:lnTo>
                  <a:pt x="414703" y="359143"/>
                </a:lnTo>
                <a:lnTo>
                  <a:pt x="0" y="359143"/>
                </a:lnTo>
                <a:lnTo>
                  <a:pt x="207352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0" name="path-5329">
            <a:extLst xmlns:a="http://schemas.openxmlformats.org/drawingml/2006/main">
              <a:ext uri="{FF2B5EF4-FFF2-40B4-BE49-F238E27FC236}">
                <a16:creationId xmlns:a16="http://schemas.microsoft.com/office/drawing/2014/main" id="{E3D447B2-A296-4B1C-87F2-BE6E2EB9A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87724" y="6034438"/>
            <a:ext cx="485210" cy="420204"/>
          </a:xfrm>
          <a:custGeom xmlns:a="http://schemas.openxmlformats.org/drawingml/2006/main">
            <a:pathLst>
              <a:path w="414703" h="359143">
                <a:moveTo>
                  <a:pt x="414703" y="359143"/>
                </a:moveTo>
                <a:lnTo>
                  <a:pt x="207351" y="0"/>
                </a:lnTo>
                <a:lnTo>
                  <a:pt x="0" y="359143"/>
                </a:lnTo>
                <a:lnTo>
                  <a:pt x="414703" y="359143"/>
                </a:lnTo>
                <a:close/>
                <a:moveTo>
                  <a:pt x="31900" y="340726"/>
                </a:moveTo>
                <a:lnTo>
                  <a:pt x="207351" y="36836"/>
                </a:lnTo>
                <a:lnTo>
                  <a:pt x="382802" y="340726"/>
                </a:lnTo>
                <a:lnTo>
                  <a:pt x="31900" y="34072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1" name="text-5330 (c)">
            <a:extLst xmlns:a="http://schemas.openxmlformats.org/drawingml/2006/main">
              <a:ext uri="{FF2B5EF4-FFF2-40B4-BE49-F238E27FC236}">
                <a16:creationId xmlns:a16="http://schemas.microsoft.com/office/drawing/2014/main" id="{333C8027-6DC8-4C77-90B2-229EB9757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96535" y="8714776"/>
            <a:ext cx="524519" cy="5692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(c)</a:t>
            </a:r>
          </a:p>
        </p:txBody>
      </p:sp>
      <p:sp>
        <p:nvSpPr>
          <p:cNvPr id="5322" name="text-5331 Aligning">
            <a:extLst xmlns:a="http://schemas.openxmlformats.org/drawingml/2006/main">
              <a:ext uri="{FF2B5EF4-FFF2-40B4-BE49-F238E27FC236}">
                <a16:creationId xmlns:a16="http://schemas.microsoft.com/office/drawing/2014/main" id="{F8D12FB8-9A7B-44B8-A88E-C421C076F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49512" y="8714808"/>
            <a:ext cx="1564597" cy="5692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1" i="0">
                <a:solidFill>
                  <a:srgbClr val="556B2F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1" i="0">
                <a:solidFill>
                  <a:srgbClr val="556B2F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1" i="0">
                <a:solidFill>
                  <a:srgbClr val="556B2F"/>
                </a:solidFill>
                <a:latin typeface="Times New Roman"/>
                <a:ea typeface="Times New Roman"/>
                <a:cs typeface="Times New Roman"/>
              </a:rPr>
              <a:t>Aligning</a:t>
            </a:r>
          </a:p>
        </p:txBody>
      </p:sp>
      <p:sp>
        <p:nvSpPr>
          <p:cNvPr id="5323" name="text-5331 representation.">
            <a:extLst xmlns:a="http://schemas.openxmlformats.org/drawingml/2006/main">
              <a:ext uri="{FF2B5EF4-FFF2-40B4-BE49-F238E27FC236}">
                <a16:creationId xmlns:a16="http://schemas.microsoft.com/office/drawing/2014/main" id="{AD146B5A-2FCA-4B50-AFB5-55807BC61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42571" y="8714782"/>
            <a:ext cx="2689663" cy="5692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1" i="0">
                <a:solidFill>
                  <a:srgbClr val="556B2F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1" i="0">
                <a:solidFill>
                  <a:srgbClr val="556B2F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1" i="0">
                <a:solidFill>
                  <a:srgbClr val="556B2F"/>
                </a:solidFill>
                <a:latin typeface="Times New Roman"/>
                <a:ea typeface="Times New Roman"/>
                <a:cs typeface="Times New Roman"/>
              </a:rPr>
              <a:t>representation.</a:t>
            </a:r>
          </a:p>
        </p:txBody>
      </p:sp>
      <p:sp>
        <p:nvSpPr>
          <p:cNvPr id="5324" name="path-5332">
            <a:extLst xmlns:a="http://schemas.openxmlformats.org/drawingml/2006/main">
              <a:ext uri="{FF2B5EF4-FFF2-40B4-BE49-F238E27FC236}">
                <a16:creationId xmlns:a16="http://schemas.microsoft.com/office/drawing/2014/main" id="{9D75D9D2-262F-4DE2-A5E3-B26356B353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5301774"/>
            <a:ext cx="8619575" cy="3232340"/>
          </a:xfrm>
          <a:custGeom xmlns:a="http://schemas.openxmlformats.org/drawingml/2006/main">
            <a:pathLst>
              <a:path w="7367043" h="2762641">
                <a:moveTo>
                  <a:pt x="0" y="0"/>
                </a:moveTo>
                <a:lnTo>
                  <a:pt x="7367043" y="0"/>
                </a:lnTo>
                <a:lnTo>
                  <a:pt x="7367043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5" name="path-5333">
            <a:extLst xmlns:a="http://schemas.openxmlformats.org/drawingml/2006/main">
              <a:ext uri="{FF2B5EF4-FFF2-40B4-BE49-F238E27FC236}">
                <a16:creationId xmlns:a16="http://schemas.microsoft.com/office/drawing/2014/main" id="{17A2BF1D-2EE7-4906-AAC8-C29CE7337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04989" y="5301774"/>
            <a:ext cx="21550" cy="3232340"/>
          </a:xfrm>
          <a:custGeom xmlns:a="http://schemas.openxmlformats.org/drawingml/2006/main">
            <a:pathLst>
              <a:path w="18418" h="2762641">
                <a:moveTo>
                  <a:pt x="9209" y="0"/>
                </a:moveTo>
                <a:lnTo>
                  <a:pt x="0" y="0"/>
                </a:lnTo>
                <a:lnTo>
                  <a:pt x="0" y="53127"/>
                </a:lnTo>
                <a:lnTo>
                  <a:pt x="9209" y="53127"/>
                </a:lnTo>
                <a:lnTo>
                  <a:pt x="18418" y="53127"/>
                </a:lnTo>
                <a:lnTo>
                  <a:pt x="18418" y="0"/>
                </a:lnTo>
                <a:lnTo>
                  <a:pt x="9209" y="0"/>
                </a:lnTo>
                <a:moveTo>
                  <a:pt x="9209" y="159383"/>
                </a:moveTo>
                <a:lnTo>
                  <a:pt x="0" y="159383"/>
                </a:lnTo>
                <a:lnTo>
                  <a:pt x="0" y="265639"/>
                </a:lnTo>
                <a:lnTo>
                  <a:pt x="9209" y="265639"/>
                </a:lnTo>
                <a:lnTo>
                  <a:pt x="18418" y="265639"/>
                </a:lnTo>
                <a:lnTo>
                  <a:pt x="18418" y="159383"/>
                </a:lnTo>
                <a:lnTo>
                  <a:pt x="9209" y="159383"/>
                </a:lnTo>
                <a:moveTo>
                  <a:pt x="9209" y="371894"/>
                </a:moveTo>
                <a:lnTo>
                  <a:pt x="0" y="371894"/>
                </a:lnTo>
                <a:lnTo>
                  <a:pt x="0" y="478149"/>
                </a:lnTo>
                <a:lnTo>
                  <a:pt x="9209" y="478149"/>
                </a:lnTo>
                <a:lnTo>
                  <a:pt x="18418" y="478149"/>
                </a:lnTo>
                <a:lnTo>
                  <a:pt x="18418" y="371894"/>
                </a:lnTo>
                <a:lnTo>
                  <a:pt x="9209" y="371894"/>
                </a:lnTo>
                <a:moveTo>
                  <a:pt x="9209" y="584405"/>
                </a:moveTo>
                <a:lnTo>
                  <a:pt x="0" y="584405"/>
                </a:lnTo>
                <a:lnTo>
                  <a:pt x="0" y="690660"/>
                </a:lnTo>
                <a:lnTo>
                  <a:pt x="9209" y="690660"/>
                </a:lnTo>
                <a:lnTo>
                  <a:pt x="18418" y="690660"/>
                </a:lnTo>
                <a:lnTo>
                  <a:pt x="18418" y="584405"/>
                </a:lnTo>
                <a:lnTo>
                  <a:pt x="9209" y="584405"/>
                </a:lnTo>
                <a:moveTo>
                  <a:pt x="9209" y="796916"/>
                </a:moveTo>
                <a:lnTo>
                  <a:pt x="0" y="796916"/>
                </a:lnTo>
                <a:lnTo>
                  <a:pt x="0" y="903171"/>
                </a:lnTo>
                <a:lnTo>
                  <a:pt x="9209" y="903171"/>
                </a:lnTo>
                <a:lnTo>
                  <a:pt x="18418" y="903171"/>
                </a:lnTo>
                <a:lnTo>
                  <a:pt x="18418" y="796916"/>
                </a:lnTo>
                <a:lnTo>
                  <a:pt x="9209" y="796916"/>
                </a:lnTo>
                <a:moveTo>
                  <a:pt x="9209" y="1009426"/>
                </a:moveTo>
                <a:lnTo>
                  <a:pt x="0" y="1009426"/>
                </a:lnTo>
                <a:lnTo>
                  <a:pt x="0" y="1115682"/>
                </a:lnTo>
                <a:lnTo>
                  <a:pt x="9209" y="1115682"/>
                </a:lnTo>
                <a:lnTo>
                  <a:pt x="18418" y="1115682"/>
                </a:lnTo>
                <a:lnTo>
                  <a:pt x="18418" y="1009426"/>
                </a:lnTo>
                <a:lnTo>
                  <a:pt x="9209" y="1009426"/>
                </a:lnTo>
                <a:moveTo>
                  <a:pt x="9209" y="1221937"/>
                </a:moveTo>
                <a:lnTo>
                  <a:pt x="0" y="1221937"/>
                </a:lnTo>
                <a:lnTo>
                  <a:pt x="0" y="1328193"/>
                </a:lnTo>
                <a:lnTo>
                  <a:pt x="9209" y="1328193"/>
                </a:lnTo>
                <a:lnTo>
                  <a:pt x="18418" y="1328193"/>
                </a:lnTo>
                <a:lnTo>
                  <a:pt x="18418" y="1221937"/>
                </a:lnTo>
                <a:lnTo>
                  <a:pt x="9209" y="1221937"/>
                </a:lnTo>
                <a:moveTo>
                  <a:pt x="9209" y="1434448"/>
                </a:moveTo>
                <a:lnTo>
                  <a:pt x="0" y="1434448"/>
                </a:lnTo>
                <a:lnTo>
                  <a:pt x="0" y="1540703"/>
                </a:lnTo>
                <a:lnTo>
                  <a:pt x="9209" y="1540703"/>
                </a:lnTo>
                <a:lnTo>
                  <a:pt x="18418" y="1540703"/>
                </a:lnTo>
                <a:lnTo>
                  <a:pt x="18418" y="1434448"/>
                </a:lnTo>
                <a:lnTo>
                  <a:pt x="9209" y="1434448"/>
                </a:lnTo>
                <a:moveTo>
                  <a:pt x="9209" y="1646959"/>
                </a:moveTo>
                <a:lnTo>
                  <a:pt x="0" y="1646959"/>
                </a:lnTo>
                <a:lnTo>
                  <a:pt x="0" y="1753215"/>
                </a:lnTo>
                <a:lnTo>
                  <a:pt x="9209" y="1753215"/>
                </a:lnTo>
                <a:lnTo>
                  <a:pt x="18418" y="1753215"/>
                </a:lnTo>
                <a:lnTo>
                  <a:pt x="18418" y="1646959"/>
                </a:lnTo>
                <a:lnTo>
                  <a:pt x="9209" y="1646959"/>
                </a:lnTo>
                <a:moveTo>
                  <a:pt x="9209" y="1859470"/>
                </a:moveTo>
                <a:lnTo>
                  <a:pt x="0" y="1859470"/>
                </a:lnTo>
                <a:lnTo>
                  <a:pt x="0" y="1965726"/>
                </a:lnTo>
                <a:lnTo>
                  <a:pt x="9209" y="1965726"/>
                </a:lnTo>
                <a:lnTo>
                  <a:pt x="18418" y="1965726"/>
                </a:lnTo>
                <a:lnTo>
                  <a:pt x="18418" y="1859470"/>
                </a:lnTo>
                <a:lnTo>
                  <a:pt x="9209" y="1859470"/>
                </a:lnTo>
                <a:moveTo>
                  <a:pt x="9209" y="2071981"/>
                </a:moveTo>
                <a:lnTo>
                  <a:pt x="0" y="2071981"/>
                </a:lnTo>
                <a:lnTo>
                  <a:pt x="0" y="2178237"/>
                </a:lnTo>
                <a:lnTo>
                  <a:pt x="9209" y="2178237"/>
                </a:lnTo>
                <a:lnTo>
                  <a:pt x="18418" y="2178237"/>
                </a:lnTo>
                <a:lnTo>
                  <a:pt x="18418" y="2071981"/>
                </a:lnTo>
                <a:lnTo>
                  <a:pt x="9209" y="2071981"/>
                </a:lnTo>
                <a:moveTo>
                  <a:pt x="9209" y="2284492"/>
                </a:moveTo>
                <a:lnTo>
                  <a:pt x="0" y="2284492"/>
                </a:lnTo>
                <a:lnTo>
                  <a:pt x="0" y="2390747"/>
                </a:lnTo>
                <a:lnTo>
                  <a:pt x="9209" y="2390747"/>
                </a:lnTo>
                <a:lnTo>
                  <a:pt x="18418" y="2390747"/>
                </a:lnTo>
                <a:lnTo>
                  <a:pt x="18418" y="2284492"/>
                </a:lnTo>
                <a:lnTo>
                  <a:pt x="9209" y="2284492"/>
                </a:lnTo>
                <a:moveTo>
                  <a:pt x="9209" y="2497003"/>
                </a:moveTo>
                <a:lnTo>
                  <a:pt x="0" y="2497003"/>
                </a:lnTo>
                <a:lnTo>
                  <a:pt x="0" y="2603258"/>
                </a:lnTo>
                <a:lnTo>
                  <a:pt x="9209" y="2603258"/>
                </a:lnTo>
                <a:lnTo>
                  <a:pt x="18418" y="2603258"/>
                </a:lnTo>
                <a:lnTo>
                  <a:pt x="18418" y="2497003"/>
                </a:lnTo>
                <a:lnTo>
                  <a:pt x="9209" y="2497003"/>
                </a:lnTo>
                <a:moveTo>
                  <a:pt x="9209" y="2709513"/>
                </a:moveTo>
                <a:lnTo>
                  <a:pt x="0" y="2709513"/>
                </a:lnTo>
                <a:lnTo>
                  <a:pt x="0" y="2762641"/>
                </a:lnTo>
                <a:lnTo>
                  <a:pt x="9209" y="2762641"/>
                </a:lnTo>
                <a:lnTo>
                  <a:pt x="18418" y="2762641"/>
                </a:lnTo>
                <a:lnTo>
                  <a:pt x="18418" y="2709513"/>
                </a:lnTo>
                <a:lnTo>
                  <a:pt x="9209" y="2709513"/>
                </a:lnTo>
              </a:path>
            </a:pathLst>
          </a:custGeom>
          <a:solidFill xmlns:a="http://schemas.openxmlformats.org/drawingml/2006/main">
            <a:srgbClr val="000000">
              <a:alpha val="4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6" name="path-5334">
            <a:extLst xmlns:a="http://schemas.openxmlformats.org/drawingml/2006/main">
              <a:ext uri="{FF2B5EF4-FFF2-40B4-BE49-F238E27FC236}">
                <a16:creationId xmlns:a16="http://schemas.microsoft.com/office/drawing/2014/main" id="{43A39F22-D5F0-4CD0-92CF-AC8A3A452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5301774"/>
            <a:ext cx="4137396" cy="3232340"/>
          </a:xfrm>
          <a:custGeom xmlns:a="http://schemas.openxmlformats.org/drawingml/2006/main">
            <a:pathLst>
              <a:path w="3536180" h="2762641">
                <a:moveTo>
                  <a:pt x="0" y="0"/>
                </a:moveTo>
                <a:lnTo>
                  <a:pt x="3536180" y="0"/>
                </a:lnTo>
                <a:lnTo>
                  <a:pt x="3536180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7" name="path-5335">
            <a:extLst xmlns:a="http://schemas.openxmlformats.org/drawingml/2006/main">
              <a:ext uri="{FF2B5EF4-FFF2-40B4-BE49-F238E27FC236}">
                <a16:creationId xmlns:a16="http://schemas.microsoft.com/office/drawing/2014/main" id="{ED0C2D6E-C13C-4F95-A946-80296807A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7844548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8" name="path-5336">
            <a:extLst xmlns:a="http://schemas.openxmlformats.org/drawingml/2006/main">
              <a:ext uri="{FF2B5EF4-FFF2-40B4-BE49-F238E27FC236}">
                <a16:creationId xmlns:a16="http://schemas.microsoft.com/office/drawing/2014/main" id="{5B5F287D-1DEC-4A4F-91C5-43E729731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7844548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9" name="path-5337">
            <a:extLst xmlns:a="http://schemas.openxmlformats.org/drawingml/2006/main">
              <a:ext uri="{FF2B5EF4-FFF2-40B4-BE49-F238E27FC236}">
                <a16:creationId xmlns:a16="http://schemas.microsoft.com/office/drawing/2014/main" id="{7A172892-A8B7-48DD-9667-6D4554CCC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844" y="81022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0" name="path-5338">
            <a:extLst xmlns:a="http://schemas.openxmlformats.org/drawingml/2006/main">
              <a:ext uri="{FF2B5EF4-FFF2-40B4-BE49-F238E27FC236}">
                <a16:creationId xmlns:a16="http://schemas.microsoft.com/office/drawing/2014/main" id="{582392C1-AD48-41DE-A8BF-E817F8759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036" y="81201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1" name="path-5339">
            <a:extLst xmlns:a="http://schemas.openxmlformats.org/drawingml/2006/main">
              <a:ext uri="{FF2B5EF4-FFF2-40B4-BE49-F238E27FC236}">
                <a16:creationId xmlns:a16="http://schemas.microsoft.com/office/drawing/2014/main" id="{AFDCDECB-8044-46DB-AD87-DB3C12AE7C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395" y="81145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2" name="path-5340">
            <a:extLst xmlns:a="http://schemas.openxmlformats.org/drawingml/2006/main">
              <a:ext uri="{FF2B5EF4-FFF2-40B4-BE49-F238E27FC236}">
                <a16:creationId xmlns:a16="http://schemas.microsoft.com/office/drawing/2014/main" id="{2911E410-2B1E-4605-8ACB-5084AD06C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265" y="81916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3" name="path-5341">
            <a:extLst xmlns:a="http://schemas.openxmlformats.org/drawingml/2006/main">
              <a:ext uri="{FF2B5EF4-FFF2-40B4-BE49-F238E27FC236}">
                <a16:creationId xmlns:a16="http://schemas.microsoft.com/office/drawing/2014/main" id="{A2451D9B-734A-45BC-B6AD-CC6A947FC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05" y="81401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4" name="path-5342">
            <a:extLst xmlns:a="http://schemas.openxmlformats.org/drawingml/2006/main">
              <a:ext uri="{FF2B5EF4-FFF2-40B4-BE49-F238E27FC236}">
                <a16:creationId xmlns:a16="http://schemas.microsoft.com/office/drawing/2014/main" id="{654620EB-BEB4-41B4-8705-8E3217E1C5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949" y="81115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5" name="path-5343">
            <a:extLst xmlns:a="http://schemas.openxmlformats.org/drawingml/2006/main">
              <a:ext uri="{FF2B5EF4-FFF2-40B4-BE49-F238E27FC236}">
                <a16:creationId xmlns:a16="http://schemas.microsoft.com/office/drawing/2014/main" id="{1072BED2-4A59-4DF6-9A2E-551028544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073" y="81642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6" name="path-5344">
            <a:extLst xmlns:a="http://schemas.openxmlformats.org/drawingml/2006/main">
              <a:ext uri="{FF2B5EF4-FFF2-40B4-BE49-F238E27FC236}">
                <a16:creationId xmlns:a16="http://schemas.microsoft.com/office/drawing/2014/main" id="{4EAE699F-B980-4B9E-A4BA-71C3B0C67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231" y="81314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7" name="path-5345">
            <a:extLst xmlns:a="http://schemas.openxmlformats.org/drawingml/2006/main">
              <a:ext uri="{FF2B5EF4-FFF2-40B4-BE49-F238E27FC236}">
                <a16:creationId xmlns:a16="http://schemas.microsoft.com/office/drawing/2014/main" id="{0FFB1785-2BA6-49F2-89C0-ABD0278D5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4920" y="81494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8" name="path-5346">
            <a:extLst xmlns:a="http://schemas.openxmlformats.org/drawingml/2006/main">
              <a:ext uri="{FF2B5EF4-FFF2-40B4-BE49-F238E27FC236}">
                <a16:creationId xmlns:a16="http://schemas.microsoft.com/office/drawing/2014/main" id="{01A671A5-45B0-414B-BF97-E3C98B91D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2018" y="8127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39" name="path-5347">
            <a:extLst xmlns:a="http://schemas.openxmlformats.org/drawingml/2006/main">
              <a:ext uri="{FF2B5EF4-FFF2-40B4-BE49-F238E27FC236}">
                <a16:creationId xmlns:a16="http://schemas.microsoft.com/office/drawing/2014/main" id="{3AC23E9D-7731-41BC-8574-F77D0D5B0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053" y="81390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0" name="path-5348">
            <a:extLst xmlns:a="http://schemas.openxmlformats.org/drawingml/2006/main">
              <a:ext uri="{FF2B5EF4-FFF2-40B4-BE49-F238E27FC236}">
                <a16:creationId xmlns:a16="http://schemas.microsoft.com/office/drawing/2014/main" id="{63DAC6D7-90EE-4C25-9467-3C6D74F08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322" y="81612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1" name="path-5349">
            <a:extLst xmlns:a="http://schemas.openxmlformats.org/drawingml/2006/main">
              <a:ext uri="{FF2B5EF4-FFF2-40B4-BE49-F238E27FC236}">
                <a16:creationId xmlns:a16="http://schemas.microsoft.com/office/drawing/2014/main" id="{5F210350-6F77-41C7-8C4C-ECC2BB2EC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1351" y="81586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2" name="path-5350">
            <a:extLst xmlns:a="http://schemas.openxmlformats.org/drawingml/2006/main">
              <a:ext uri="{FF2B5EF4-FFF2-40B4-BE49-F238E27FC236}">
                <a16:creationId xmlns:a16="http://schemas.microsoft.com/office/drawing/2014/main" id="{30A231A5-B4A9-4DBC-B752-BD497953D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152" y="81320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3" name="path-5351">
            <a:extLst xmlns:a="http://schemas.openxmlformats.org/drawingml/2006/main">
              <a:ext uri="{FF2B5EF4-FFF2-40B4-BE49-F238E27FC236}">
                <a16:creationId xmlns:a16="http://schemas.microsoft.com/office/drawing/2014/main" id="{AFF95CD6-6A17-439B-8751-3047E34F8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493" y="81317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4" name="path-5352">
            <a:extLst xmlns:a="http://schemas.openxmlformats.org/drawingml/2006/main">
              <a:ext uri="{FF2B5EF4-FFF2-40B4-BE49-F238E27FC236}">
                <a16:creationId xmlns:a16="http://schemas.microsoft.com/office/drawing/2014/main" id="{AA410C72-CC67-4CCA-8470-6ADEA95D0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331" y="81180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5" name="path-5353">
            <a:extLst xmlns:a="http://schemas.openxmlformats.org/drawingml/2006/main">
              <a:ext uri="{FF2B5EF4-FFF2-40B4-BE49-F238E27FC236}">
                <a16:creationId xmlns:a16="http://schemas.microsoft.com/office/drawing/2014/main" id="{C23C9683-E08E-4D12-AFD7-049220D47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524" y="81482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6" name="path-5354">
            <a:extLst xmlns:a="http://schemas.openxmlformats.org/drawingml/2006/main">
              <a:ext uri="{FF2B5EF4-FFF2-40B4-BE49-F238E27FC236}">
                <a16:creationId xmlns:a16="http://schemas.microsoft.com/office/drawing/2014/main" id="{54A28D09-D7D0-4B01-B261-096BB4C2C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64851" y="81269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7" name="path-5355">
            <a:extLst xmlns:a="http://schemas.openxmlformats.org/drawingml/2006/main">
              <a:ext uri="{FF2B5EF4-FFF2-40B4-BE49-F238E27FC236}">
                <a16:creationId xmlns:a16="http://schemas.microsoft.com/office/drawing/2014/main" id="{9FA4EB6A-E370-4BC9-9513-D47025B2C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621" y="81237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8" name="path-5356">
            <a:extLst xmlns:a="http://schemas.openxmlformats.org/drawingml/2006/main">
              <a:ext uri="{FF2B5EF4-FFF2-40B4-BE49-F238E27FC236}">
                <a16:creationId xmlns:a16="http://schemas.microsoft.com/office/drawing/2014/main" id="{E84FC1DD-733F-4586-8334-644D8B85ED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48" y="81686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49" name="path-5357">
            <a:extLst xmlns:a="http://schemas.openxmlformats.org/drawingml/2006/main">
              <a:ext uri="{FF2B5EF4-FFF2-40B4-BE49-F238E27FC236}">
                <a16:creationId xmlns:a16="http://schemas.microsoft.com/office/drawing/2014/main" id="{27A82504-450C-4C0E-8499-65DAF4637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2105" y="81855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0" name="path-5358">
            <a:extLst xmlns:a="http://schemas.openxmlformats.org/drawingml/2006/main">
              <a:ext uri="{FF2B5EF4-FFF2-40B4-BE49-F238E27FC236}">
                <a16:creationId xmlns:a16="http://schemas.microsoft.com/office/drawing/2014/main" id="{7813B401-757F-47E2-98CD-A251DB3C8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4519" y="8110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1" name="path-5359">
            <a:extLst xmlns:a="http://schemas.openxmlformats.org/drawingml/2006/main">
              <a:ext uri="{FF2B5EF4-FFF2-40B4-BE49-F238E27FC236}">
                <a16:creationId xmlns:a16="http://schemas.microsoft.com/office/drawing/2014/main" id="{03B232D3-A130-4DB0-89B0-DB6872D85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675" y="8129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2" name="path-5360">
            <a:extLst xmlns:a="http://schemas.openxmlformats.org/drawingml/2006/main">
              <a:ext uri="{FF2B5EF4-FFF2-40B4-BE49-F238E27FC236}">
                <a16:creationId xmlns:a16="http://schemas.microsoft.com/office/drawing/2014/main" id="{11DA98BA-763A-4964-A634-C3C667D88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037" y="81340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3" name="path-5361">
            <a:extLst xmlns:a="http://schemas.openxmlformats.org/drawingml/2006/main">
              <a:ext uri="{FF2B5EF4-FFF2-40B4-BE49-F238E27FC236}">
                <a16:creationId xmlns:a16="http://schemas.microsoft.com/office/drawing/2014/main" id="{30296CE8-2D43-4FC9-948C-1BB4E89AB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864" y="81293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4" name="path-5362">
            <a:extLst xmlns:a="http://schemas.openxmlformats.org/drawingml/2006/main">
              <a:ext uri="{FF2B5EF4-FFF2-40B4-BE49-F238E27FC236}">
                <a16:creationId xmlns:a16="http://schemas.microsoft.com/office/drawing/2014/main" id="{2AB20A94-A757-4A88-B9F4-C6299FBAE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0925" y="81467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5" name="path-5363">
            <a:extLst xmlns:a="http://schemas.openxmlformats.org/drawingml/2006/main">
              <a:ext uri="{FF2B5EF4-FFF2-40B4-BE49-F238E27FC236}">
                <a16:creationId xmlns:a16="http://schemas.microsoft.com/office/drawing/2014/main" id="{37973038-C684-46FF-9187-906269BC0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309" y="81704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6" name="path-5364">
            <a:extLst xmlns:a="http://schemas.openxmlformats.org/drawingml/2006/main">
              <a:ext uri="{FF2B5EF4-FFF2-40B4-BE49-F238E27FC236}">
                <a16:creationId xmlns:a16="http://schemas.microsoft.com/office/drawing/2014/main" id="{DDBD1583-DEDF-492C-86D4-1AE2BECAF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6" y="81637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7" name="path-5365">
            <a:extLst xmlns:a="http://schemas.openxmlformats.org/drawingml/2006/main">
              <a:ext uri="{FF2B5EF4-FFF2-40B4-BE49-F238E27FC236}">
                <a16:creationId xmlns:a16="http://schemas.microsoft.com/office/drawing/2014/main" id="{AB04D26A-9185-4DE8-BF54-EA4E4DF72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1227" y="81310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8" name="path-5366">
            <a:extLst xmlns:a="http://schemas.openxmlformats.org/drawingml/2006/main">
              <a:ext uri="{FF2B5EF4-FFF2-40B4-BE49-F238E27FC236}">
                <a16:creationId xmlns:a16="http://schemas.microsoft.com/office/drawing/2014/main" id="{02357C7C-5ABA-4D1A-B66A-3BD0EF1F6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5" y="81456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59" name="path-5367">
            <a:extLst xmlns:a="http://schemas.openxmlformats.org/drawingml/2006/main">
              <a:ext uri="{FF2B5EF4-FFF2-40B4-BE49-F238E27FC236}">
                <a16:creationId xmlns:a16="http://schemas.microsoft.com/office/drawing/2014/main" id="{310DE649-C354-4DBC-A9D2-C2A6A7B21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165" y="81532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0" name="path-5368">
            <a:extLst xmlns:a="http://schemas.openxmlformats.org/drawingml/2006/main">
              <a:ext uri="{FF2B5EF4-FFF2-40B4-BE49-F238E27FC236}">
                <a16:creationId xmlns:a16="http://schemas.microsoft.com/office/drawing/2014/main" id="{14E7B415-BAFE-4A54-A656-D0BEECE49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647" y="81403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1" name="path-5369">
            <a:extLst xmlns:a="http://schemas.openxmlformats.org/drawingml/2006/main">
              <a:ext uri="{FF2B5EF4-FFF2-40B4-BE49-F238E27FC236}">
                <a16:creationId xmlns:a16="http://schemas.microsoft.com/office/drawing/2014/main" id="{5EA60020-F0EA-4883-875E-F22E64F96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079" y="81326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2" name="path-5370">
            <a:extLst xmlns:a="http://schemas.openxmlformats.org/drawingml/2006/main">
              <a:ext uri="{FF2B5EF4-FFF2-40B4-BE49-F238E27FC236}">
                <a16:creationId xmlns:a16="http://schemas.microsoft.com/office/drawing/2014/main" id="{4C14EE8F-4AE5-4190-B3E8-B2E6BB3DA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762" y="81473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3" name="path-5371">
            <a:extLst xmlns:a="http://schemas.openxmlformats.org/drawingml/2006/main">
              <a:ext uri="{FF2B5EF4-FFF2-40B4-BE49-F238E27FC236}">
                <a16:creationId xmlns:a16="http://schemas.microsoft.com/office/drawing/2014/main" id="{B8DDB09F-E82C-4BDF-B29E-1729B63E4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42" y="81519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4" name="path-5372">
            <a:extLst xmlns:a="http://schemas.openxmlformats.org/drawingml/2006/main">
              <a:ext uri="{FF2B5EF4-FFF2-40B4-BE49-F238E27FC236}">
                <a16:creationId xmlns:a16="http://schemas.microsoft.com/office/drawing/2014/main" id="{4F9C1A7F-932D-4280-90CC-4868EB15F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595" y="81596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5" name="path-5373">
            <a:extLst xmlns:a="http://schemas.openxmlformats.org/drawingml/2006/main">
              <a:ext uri="{FF2B5EF4-FFF2-40B4-BE49-F238E27FC236}">
                <a16:creationId xmlns:a16="http://schemas.microsoft.com/office/drawing/2014/main" id="{277CA42B-AF92-4223-B196-7327228BA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8204" y="81266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6" name="path-5374">
            <a:extLst xmlns:a="http://schemas.openxmlformats.org/drawingml/2006/main">
              <a:ext uri="{FF2B5EF4-FFF2-40B4-BE49-F238E27FC236}">
                <a16:creationId xmlns:a16="http://schemas.microsoft.com/office/drawing/2014/main" id="{78676082-522E-43A7-A13A-497A808C3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144" y="81486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7" name="path-5375">
            <a:extLst xmlns:a="http://schemas.openxmlformats.org/drawingml/2006/main">
              <a:ext uri="{FF2B5EF4-FFF2-40B4-BE49-F238E27FC236}">
                <a16:creationId xmlns:a16="http://schemas.microsoft.com/office/drawing/2014/main" id="{D09EEE1C-23C2-4968-BD1E-8E79706F64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612" y="81409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8" name="path-5376">
            <a:extLst xmlns:a="http://schemas.openxmlformats.org/drawingml/2006/main">
              <a:ext uri="{FF2B5EF4-FFF2-40B4-BE49-F238E27FC236}">
                <a16:creationId xmlns:a16="http://schemas.microsoft.com/office/drawing/2014/main" id="{E27B58D3-612B-4827-AC82-453D6514A9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8097" y="81387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69" name="path-5377">
            <a:extLst xmlns:a="http://schemas.openxmlformats.org/drawingml/2006/main">
              <a:ext uri="{FF2B5EF4-FFF2-40B4-BE49-F238E27FC236}">
                <a16:creationId xmlns:a16="http://schemas.microsoft.com/office/drawing/2014/main" id="{560F636D-8B2E-4CCE-8750-402C2990F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07" y="81641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0" name="path-5378">
            <a:extLst xmlns:a="http://schemas.openxmlformats.org/drawingml/2006/main">
              <a:ext uri="{FF2B5EF4-FFF2-40B4-BE49-F238E27FC236}">
                <a16:creationId xmlns:a16="http://schemas.microsoft.com/office/drawing/2014/main" id="{BAD63C4A-B535-4C81-AE32-502C85FDD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541" y="81215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1" name="path-5379">
            <a:extLst xmlns:a="http://schemas.openxmlformats.org/drawingml/2006/main">
              <a:ext uri="{FF2B5EF4-FFF2-40B4-BE49-F238E27FC236}">
                <a16:creationId xmlns:a16="http://schemas.microsoft.com/office/drawing/2014/main" id="{6ABECBCA-5746-4FE7-B5BD-A536BB5CA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716" y="8119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2" name="path-5380">
            <a:extLst xmlns:a="http://schemas.openxmlformats.org/drawingml/2006/main">
              <a:ext uri="{FF2B5EF4-FFF2-40B4-BE49-F238E27FC236}">
                <a16:creationId xmlns:a16="http://schemas.microsoft.com/office/drawing/2014/main" id="{618282F6-8FFD-4003-8488-2CB7D6EF9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741" y="81563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3" name="path-5381">
            <a:extLst xmlns:a="http://schemas.openxmlformats.org/drawingml/2006/main">
              <a:ext uri="{FF2B5EF4-FFF2-40B4-BE49-F238E27FC236}">
                <a16:creationId xmlns:a16="http://schemas.microsoft.com/office/drawing/2014/main" id="{3E3506C7-5D47-4F1B-9767-7910F9045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653" y="8121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4" name="path-5382">
            <a:extLst xmlns:a="http://schemas.openxmlformats.org/drawingml/2006/main">
              <a:ext uri="{FF2B5EF4-FFF2-40B4-BE49-F238E27FC236}">
                <a16:creationId xmlns:a16="http://schemas.microsoft.com/office/drawing/2014/main" id="{AD78884C-D25E-4563-BEBF-41CF42E38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1221" y="8132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5" name="path-5383">
            <a:extLst xmlns:a="http://schemas.openxmlformats.org/drawingml/2006/main">
              <a:ext uri="{FF2B5EF4-FFF2-40B4-BE49-F238E27FC236}">
                <a16:creationId xmlns:a16="http://schemas.microsoft.com/office/drawing/2014/main" id="{88E60941-CD18-4E6F-93DB-F8F969B33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154" y="81687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6" name="path-5384">
            <a:extLst xmlns:a="http://schemas.openxmlformats.org/drawingml/2006/main">
              <a:ext uri="{FF2B5EF4-FFF2-40B4-BE49-F238E27FC236}">
                <a16:creationId xmlns:a16="http://schemas.microsoft.com/office/drawing/2014/main" id="{B49F0DC1-C60B-4F64-9F34-29198223F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14" y="81277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7" name="path-5385">
            <a:extLst xmlns:a="http://schemas.openxmlformats.org/drawingml/2006/main">
              <a:ext uri="{FF2B5EF4-FFF2-40B4-BE49-F238E27FC236}">
                <a16:creationId xmlns:a16="http://schemas.microsoft.com/office/drawing/2014/main" id="{A20F95BD-1422-4486-98C5-C2627B1B88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2219" y="81298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8" name="path-5386">
            <a:extLst xmlns:a="http://schemas.openxmlformats.org/drawingml/2006/main">
              <a:ext uri="{FF2B5EF4-FFF2-40B4-BE49-F238E27FC236}">
                <a16:creationId xmlns:a16="http://schemas.microsoft.com/office/drawing/2014/main" id="{63817159-1D8E-4BA4-8E18-9CBBEDA06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5661" y="81398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79" name="path-5387">
            <a:extLst xmlns:a="http://schemas.openxmlformats.org/drawingml/2006/main">
              <a:ext uri="{FF2B5EF4-FFF2-40B4-BE49-F238E27FC236}">
                <a16:creationId xmlns:a16="http://schemas.microsoft.com/office/drawing/2014/main" id="{1DD7092C-FEBE-4EA4-A66D-E642E79B7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4988" y="81486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0" name="path-5388">
            <a:extLst xmlns:a="http://schemas.openxmlformats.org/drawingml/2006/main">
              <a:ext uri="{FF2B5EF4-FFF2-40B4-BE49-F238E27FC236}">
                <a16:creationId xmlns:a16="http://schemas.microsoft.com/office/drawing/2014/main" id="{B960AEAD-AF5E-4FA3-81E8-E5C652F43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492" y="81251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1" name="path-5389">
            <a:extLst xmlns:a="http://schemas.openxmlformats.org/drawingml/2006/main">
              <a:ext uri="{FF2B5EF4-FFF2-40B4-BE49-F238E27FC236}">
                <a16:creationId xmlns:a16="http://schemas.microsoft.com/office/drawing/2014/main" id="{B11BC1D2-42E2-4481-A0E4-538D5DD1F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226" y="81739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2" name="path-5390">
            <a:extLst xmlns:a="http://schemas.openxmlformats.org/drawingml/2006/main">
              <a:ext uri="{FF2B5EF4-FFF2-40B4-BE49-F238E27FC236}">
                <a16:creationId xmlns:a16="http://schemas.microsoft.com/office/drawing/2014/main" id="{C6FD0485-8277-490E-8A43-92FA31964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2754" y="81439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3" name="path-5391">
            <a:extLst xmlns:a="http://schemas.openxmlformats.org/drawingml/2006/main">
              <a:ext uri="{FF2B5EF4-FFF2-40B4-BE49-F238E27FC236}">
                <a16:creationId xmlns:a16="http://schemas.microsoft.com/office/drawing/2014/main" id="{6B0937B2-A0F9-4E94-8851-E3DA0DBC0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1057" y="8155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4" name="path-5392">
            <a:extLst xmlns:a="http://schemas.openxmlformats.org/drawingml/2006/main">
              <a:ext uri="{FF2B5EF4-FFF2-40B4-BE49-F238E27FC236}">
                <a16:creationId xmlns:a16="http://schemas.microsoft.com/office/drawing/2014/main" id="{9B88ACAD-F7C6-4276-BE16-BE227F6A1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155" y="8132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5" name="path-5393">
            <a:extLst xmlns:a="http://schemas.openxmlformats.org/drawingml/2006/main">
              <a:ext uri="{FF2B5EF4-FFF2-40B4-BE49-F238E27FC236}">
                <a16:creationId xmlns:a16="http://schemas.microsoft.com/office/drawing/2014/main" id="{3BE535B5-ECAF-4339-A2D0-005C69111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561" y="81172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6" name="path-5394">
            <a:extLst xmlns:a="http://schemas.openxmlformats.org/drawingml/2006/main">
              <a:ext uri="{FF2B5EF4-FFF2-40B4-BE49-F238E27FC236}">
                <a16:creationId xmlns:a16="http://schemas.microsoft.com/office/drawing/2014/main" id="{DF3F30C8-4F2B-43E2-9B6D-8F624FEA5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74" y="81584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7" name="path-5395">
            <a:extLst xmlns:a="http://schemas.openxmlformats.org/drawingml/2006/main">
              <a:ext uri="{FF2B5EF4-FFF2-40B4-BE49-F238E27FC236}">
                <a16:creationId xmlns:a16="http://schemas.microsoft.com/office/drawing/2014/main" id="{3DCB7186-1EC7-4F76-809B-4C2EFB315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69" y="81424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8" name="path-5396">
            <a:extLst xmlns:a="http://schemas.openxmlformats.org/drawingml/2006/main">
              <a:ext uri="{FF2B5EF4-FFF2-40B4-BE49-F238E27FC236}">
                <a16:creationId xmlns:a16="http://schemas.microsoft.com/office/drawing/2014/main" id="{E8ECFFDB-9DB7-47C1-9C5A-68A114F7A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9955" y="81590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89" name="path-5397">
            <a:extLst xmlns:a="http://schemas.openxmlformats.org/drawingml/2006/main">
              <a:ext uri="{FF2B5EF4-FFF2-40B4-BE49-F238E27FC236}">
                <a16:creationId xmlns:a16="http://schemas.microsoft.com/office/drawing/2014/main" id="{FD314805-3738-46D9-B72D-5A2390366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0231" y="8148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0" name="path-5398">
            <a:extLst xmlns:a="http://schemas.openxmlformats.org/drawingml/2006/main">
              <a:ext uri="{FF2B5EF4-FFF2-40B4-BE49-F238E27FC236}">
                <a16:creationId xmlns:a16="http://schemas.microsoft.com/office/drawing/2014/main" id="{60CE5C7D-7240-4C37-9E44-6759A0BC4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544" y="81268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1" name="path-5399">
            <a:extLst xmlns:a="http://schemas.openxmlformats.org/drawingml/2006/main">
              <a:ext uri="{FF2B5EF4-FFF2-40B4-BE49-F238E27FC236}">
                <a16:creationId xmlns:a16="http://schemas.microsoft.com/office/drawing/2014/main" id="{3DB55950-566F-4560-83D0-5CF3479C3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964" y="81320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2" name="path-5400">
            <a:extLst xmlns:a="http://schemas.openxmlformats.org/drawingml/2006/main">
              <a:ext uri="{FF2B5EF4-FFF2-40B4-BE49-F238E27FC236}">
                <a16:creationId xmlns:a16="http://schemas.microsoft.com/office/drawing/2014/main" id="{A0D42950-3620-40E8-83A4-411002F2C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723" y="81297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3" name="path-5401">
            <a:extLst xmlns:a="http://schemas.openxmlformats.org/drawingml/2006/main">
              <a:ext uri="{FF2B5EF4-FFF2-40B4-BE49-F238E27FC236}">
                <a16:creationId xmlns:a16="http://schemas.microsoft.com/office/drawing/2014/main" id="{A4944E1D-6A7D-4CEA-95F2-05A585F85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1" y="81325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4" name="path-5402">
            <a:extLst xmlns:a="http://schemas.openxmlformats.org/drawingml/2006/main">
              <a:ext uri="{FF2B5EF4-FFF2-40B4-BE49-F238E27FC236}">
                <a16:creationId xmlns:a16="http://schemas.microsoft.com/office/drawing/2014/main" id="{16C052BA-E09E-4C11-9FCB-198F53CF8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912" y="81472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5" name="path-5403">
            <a:extLst xmlns:a="http://schemas.openxmlformats.org/drawingml/2006/main">
              <a:ext uri="{FF2B5EF4-FFF2-40B4-BE49-F238E27FC236}">
                <a16:creationId xmlns:a16="http://schemas.microsoft.com/office/drawing/2014/main" id="{205AD235-0D32-4711-8C83-DCC5F3D94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3867" y="81177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6" name="path-5404">
            <a:extLst xmlns:a="http://schemas.openxmlformats.org/drawingml/2006/main">
              <a:ext uri="{FF2B5EF4-FFF2-40B4-BE49-F238E27FC236}">
                <a16:creationId xmlns:a16="http://schemas.microsoft.com/office/drawing/2014/main" id="{51B37E97-A521-4CF5-B3B2-ED122676F0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142" y="81245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7" name="path-5405">
            <a:extLst xmlns:a="http://schemas.openxmlformats.org/drawingml/2006/main">
              <a:ext uri="{FF2B5EF4-FFF2-40B4-BE49-F238E27FC236}">
                <a16:creationId xmlns:a16="http://schemas.microsoft.com/office/drawing/2014/main" id="{7D6F103D-D048-4BA5-BB65-A4B0E94F6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04" y="81567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8" name="path-5406">
            <a:extLst xmlns:a="http://schemas.openxmlformats.org/drawingml/2006/main">
              <a:ext uri="{FF2B5EF4-FFF2-40B4-BE49-F238E27FC236}">
                <a16:creationId xmlns:a16="http://schemas.microsoft.com/office/drawing/2014/main" id="{21FF02E1-9D3C-46A9-B162-1362297DB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20" y="81390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99" name="path-5407">
            <a:extLst xmlns:a="http://schemas.openxmlformats.org/drawingml/2006/main">
              <a:ext uri="{FF2B5EF4-FFF2-40B4-BE49-F238E27FC236}">
                <a16:creationId xmlns:a16="http://schemas.microsoft.com/office/drawing/2014/main" id="{F9596D1A-4BBF-43A2-BD0C-050228FEC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3264" y="8144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0" name="path-5408">
            <a:extLst xmlns:a="http://schemas.openxmlformats.org/drawingml/2006/main">
              <a:ext uri="{FF2B5EF4-FFF2-40B4-BE49-F238E27FC236}">
                <a16:creationId xmlns:a16="http://schemas.microsoft.com/office/drawing/2014/main" id="{5DC72B93-062C-4F2B-B557-1A5A121DA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7" y="81396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1" name="path-5409">
            <a:extLst xmlns:a="http://schemas.openxmlformats.org/drawingml/2006/main">
              <a:ext uri="{FF2B5EF4-FFF2-40B4-BE49-F238E27FC236}">
                <a16:creationId xmlns:a16="http://schemas.microsoft.com/office/drawing/2014/main" id="{3236B41A-4756-4F24-BFD4-70545A69C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39" y="8126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2" name="path-5410">
            <a:extLst xmlns:a="http://schemas.openxmlformats.org/drawingml/2006/main">
              <a:ext uri="{FF2B5EF4-FFF2-40B4-BE49-F238E27FC236}">
                <a16:creationId xmlns:a16="http://schemas.microsoft.com/office/drawing/2014/main" id="{15DA47C3-D697-457A-B02A-5CBC1353A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7764" y="81670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3" name="path-5411">
            <a:extLst xmlns:a="http://schemas.openxmlformats.org/drawingml/2006/main">
              <a:ext uri="{FF2B5EF4-FFF2-40B4-BE49-F238E27FC236}">
                <a16:creationId xmlns:a16="http://schemas.microsoft.com/office/drawing/2014/main" id="{78B5F0E6-3FFE-4293-B600-9E97F3F6A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749" y="81368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4" name="path-5412">
            <a:extLst xmlns:a="http://schemas.openxmlformats.org/drawingml/2006/main">
              <a:ext uri="{FF2B5EF4-FFF2-40B4-BE49-F238E27FC236}">
                <a16:creationId xmlns:a16="http://schemas.microsoft.com/office/drawing/2014/main" id="{BCCAA136-AD6A-4CF1-A47E-357DF37AA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237" y="81594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5" name="path-5413">
            <a:extLst xmlns:a="http://schemas.openxmlformats.org/drawingml/2006/main">
              <a:ext uri="{FF2B5EF4-FFF2-40B4-BE49-F238E27FC236}">
                <a16:creationId xmlns:a16="http://schemas.microsoft.com/office/drawing/2014/main" id="{78221B02-7926-42C8-8B60-4A07BBF6C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438" y="81074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6" name="path-5414">
            <a:extLst xmlns:a="http://schemas.openxmlformats.org/drawingml/2006/main">
              <a:ext uri="{FF2B5EF4-FFF2-40B4-BE49-F238E27FC236}">
                <a16:creationId xmlns:a16="http://schemas.microsoft.com/office/drawing/2014/main" id="{DD67B32B-8B5C-4BF5-99E8-AFC441631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4820" y="81445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7" name="path-5415">
            <a:extLst xmlns:a="http://schemas.openxmlformats.org/drawingml/2006/main">
              <a:ext uri="{FF2B5EF4-FFF2-40B4-BE49-F238E27FC236}">
                <a16:creationId xmlns:a16="http://schemas.microsoft.com/office/drawing/2014/main" id="{85A10C4B-D49E-4301-840E-D632A9F059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88" y="81495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8" name="path-5416">
            <a:extLst xmlns:a="http://schemas.openxmlformats.org/drawingml/2006/main">
              <a:ext uri="{FF2B5EF4-FFF2-40B4-BE49-F238E27FC236}">
                <a16:creationId xmlns:a16="http://schemas.microsoft.com/office/drawing/2014/main" id="{E2808DCE-CF00-4506-A57E-6D0380CED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868" y="8177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09" name="path-5417">
            <a:extLst xmlns:a="http://schemas.openxmlformats.org/drawingml/2006/main">
              <a:ext uri="{FF2B5EF4-FFF2-40B4-BE49-F238E27FC236}">
                <a16:creationId xmlns:a16="http://schemas.microsoft.com/office/drawing/2014/main" id="{AD323262-DEBA-435D-85ED-8CD2056E6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7878" y="81400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0" name="path-5418">
            <a:extLst xmlns:a="http://schemas.openxmlformats.org/drawingml/2006/main">
              <a:ext uri="{FF2B5EF4-FFF2-40B4-BE49-F238E27FC236}">
                <a16:creationId xmlns:a16="http://schemas.microsoft.com/office/drawing/2014/main" id="{CAC259F0-E2E9-41EA-907C-EE81F94FE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810" y="81619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1" name="path-5419">
            <a:extLst xmlns:a="http://schemas.openxmlformats.org/drawingml/2006/main">
              <a:ext uri="{FF2B5EF4-FFF2-40B4-BE49-F238E27FC236}">
                <a16:creationId xmlns:a16="http://schemas.microsoft.com/office/drawing/2014/main" id="{C18BDFC4-7774-469A-8081-592514900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998" y="8152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2" name="path-5420">
            <a:extLst xmlns:a="http://schemas.openxmlformats.org/drawingml/2006/main">
              <a:ext uri="{FF2B5EF4-FFF2-40B4-BE49-F238E27FC236}">
                <a16:creationId xmlns:a16="http://schemas.microsoft.com/office/drawing/2014/main" id="{CA34AF22-4269-463A-8602-13DFADB28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09" y="81196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3" name="path-5421">
            <a:extLst xmlns:a="http://schemas.openxmlformats.org/drawingml/2006/main">
              <a:ext uri="{FF2B5EF4-FFF2-40B4-BE49-F238E27FC236}">
                <a16:creationId xmlns:a16="http://schemas.microsoft.com/office/drawing/2014/main" id="{0EF33D10-C6F4-48F2-93F2-84BE1993F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244" y="8127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4" name="path-5422">
            <a:extLst xmlns:a="http://schemas.openxmlformats.org/drawingml/2006/main">
              <a:ext uri="{FF2B5EF4-FFF2-40B4-BE49-F238E27FC236}">
                <a16:creationId xmlns:a16="http://schemas.microsoft.com/office/drawing/2014/main" id="{26243703-A61A-4230-85E0-8BC59717C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356" y="81229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5" name="path-5423">
            <a:extLst xmlns:a="http://schemas.openxmlformats.org/drawingml/2006/main">
              <a:ext uri="{FF2B5EF4-FFF2-40B4-BE49-F238E27FC236}">
                <a16:creationId xmlns:a16="http://schemas.microsoft.com/office/drawing/2014/main" id="{EBDFD4FC-7E75-4E38-9592-961C4575A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657" y="8152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6" name="path-5424">
            <a:extLst xmlns:a="http://schemas.openxmlformats.org/drawingml/2006/main">
              <a:ext uri="{FF2B5EF4-FFF2-40B4-BE49-F238E27FC236}">
                <a16:creationId xmlns:a16="http://schemas.microsoft.com/office/drawing/2014/main" id="{A1464175-BE7B-4D86-9A4D-F96DAF9751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1302" y="8146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7" name="path-5425">
            <a:extLst xmlns:a="http://schemas.openxmlformats.org/drawingml/2006/main">
              <a:ext uri="{FF2B5EF4-FFF2-40B4-BE49-F238E27FC236}">
                <a16:creationId xmlns:a16="http://schemas.microsoft.com/office/drawing/2014/main" id="{F9386287-A2F4-4147-8D88-A3FBAED284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394" y="81579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8" name="path-5426">
            <a:extLst xmlns:a="http://schemas.openxmlformats.org/drawingml/2006/main">
              <a:ext uri="{FF2B5EF4-FFF2-40B4-BE49-F238E27FC236}">
                <a16:creationId xmlns:a16="http://schemas.microsoft.com/office/drawing/2014/main" id="{526DEABF-E44F-4660-9700-73DE8F820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0935" y="8118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19" name="path-5427">
            <a:extLst xmlns:a="http://schemas.openxmlformats.org/drawingml/2006/main">
              <a:ext uri="{FF2B5EF4-FFF2-40B4-BE49-F238E27FC236}">
                <a16:creationId xmlns:a16="http://schemas.microsoft.com/office/drawing/2014/main" id="{9CE37A8A-AA31-4BC1-B96F-460202D22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71" y="8144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0" name="path-5428">
            <a:extLst xmlns:a="http://schemas.openxmlformats.org/drawingml/2006/main">
              <a:ext uri="{FF2B5EF4-FFF2-40B4-BE49-F238E27FC236}">
                <a16:creationId xmlns:a16="http://schemas.microsoft.com/office/drawing/2014/main" id="{E510A287-F395-48C9-B257-4DCA3FCB3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323" y="81322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1" name="path-5429">
            <a:extLst xmlns:a="http://schemas.openxmlformats.org/drawingml/2006/main">
              <a:ext uri="{FF2B5EF4-FFF2-40B4-BE49-F238E27FC236}">
                <a16:creationId xmlns:a16="http://schemas.microsoft.com/office/drawing/2014/main" id="{16F5AED2-3466-46B2-89CE-D362D7B88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007" y="81226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2" name="path-5430">
            <a:extLst xmlns:a="http://schemas.openxmlformats.org/drawingml/2006/main">
              <a:ext uri="{FF2B5EF4-FFF2-40B4-BE49-F238E27FC236}">
                <a16:creationId xmlns:a16="http://schemas.microsoft.com/office/drawing/2014/main" id="{D94D1CF8-2AFC-49A7-B6F7-B0A164258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360" y="81274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3" name="path-5431">
            <a:extLst xmlns:a="http://schemas.openxmlformats.org/drawingml/2006/main">
              <a:ext uri="{FF2B5EF4-FFF2-40B4-BE49-F238E27FC236}">
                <a16:creationId xmlns:a16="http://schemas.microsoft.com/office/drawing/2014/main" id="{E217A6F9-7B63-4D2E-B260-A43D01992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183" y="81692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4" name="path-5432">
            <a:extLst xmlns:a="http://schemas.openxmlformats.org/drawingml/2006/main">
              <a:ext uri="{FF2B5EF4-FFF2-40B4-BE49-F238E27FC236}">
                <a16:creationId xmlns:a16="http://schemas.microsoft.com/office/drawing/2014/main" id="{7838D1BB-BD53-4683-B004-F340ED723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19" y="81514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5" name="path-5433">
            <a:extLst xmlns:a="http://schemas.openxmlformats.org/drawingml/2006/main">
              <a:ext uri="{FF2B5EF4-FFF2-40B4-BE49-F238E27FC236}">
                <a16:creationId xmlns:a16="http://schemas.microsoft.com/office/drawing/2014/main" id="{CB88E4FB-F125-4FD3-8364-73F8AA7C1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51" y="81516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6" name="path-5434">
            <a:extLst xmlns:a="http://schemas.openxmlformats.org/drawingml/2006/main">
              <a:ext uri="{FF2B5EF4-FFF2-40B4-BE49-F238E27FC236}">
                <a16:creationId xmlns:a16="http://schemas.microsoft.com/office/drawing/2014/main" id="{4B9ECA6D-2038-4602-BC53-229AAD0776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625" y="81412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7" name="path-5435">
            <a:extLst xmlns:a="http://schemas.openxmlformats.org/drawingml/2006/main">
              <a:ext uri="{FF2B5EF4-FFF2-40B4-BE49-F238E27FC236}">
                <a16:creationId xmlns:a16="http://schemas.microsoft.com/office/drawing/2014/main" id="{D9D21399-6B15-408C-8D3E-720D4DB42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186" y="81400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8" name="path-5436">
            <a:extLst xmlns:a="http://schemas.openxmlformats.org/drawingml/2006/main">
              <a:ext uri="{FF2B5EF4-FFF2-40B4-BE49-F238E27FC236}">
                <a16:creationId xmlns:a16="http://schemas.microsoft.com/office/drawing/2014/main" id="{AE3D4A12-6E54-453B-8687-4688504F7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826" y="8158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29" name="path-5437">
            <a:extLst xmlns:a="http://schemas.openxmlformats.org/drawingml/2006/main">
              <a:ext uri="{FF2B5EF4-FFF2-40B4-BE49-F238E27FC236}">
                <a16:creationId xmlns:a16="http://schemas.microsoft.com/office/drawing/2014/main" id="{D2E769C4-9373-4097-8F47-6237FF534D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939" y="81488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0" name="path-5438">
            <a:extLst xmlns:a="http://schemas.openxmlformats.org/drawingml/2006/main">
              <a:ext uri="{FF2B5EF4-FFF2-40B4-BE49-F238E27FC236}">
                <a16:creationId xmlns:a16="http://schemas.microsoft.com/office/drawing/2014/main" id="{907F7B95-DAA0-45C3-9D18-2E29C972A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9407" y="81343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1" name="path-5439">
            <a:extLst xmlns:a="http://schemas.openxmlformats.org/drawingml/2006/main">
              <a:ext uri="{FF2B5EF4-FFF2-40B4-BE49-F238E27FC236}">
                <a16:creationId xmlns:a16="http://schemas.microsoft.com/office/drawing/2014/main" id="{DB10AEE9-DE24-47A4-A5DD-540554E4B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201" y="81401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2" name="path-5440">
            <a:extLst xmlns:a="http://schemas.openxmlformats.org/drawingml/2006/main">
              <a:ext uri="{FF2B5EF4-FFF2-40B4-BE49-F238E27FC236}">
                <a16:creationId xmlns:a16="http://schemas.microsoft.com/office/drawing/2014/main" id="{857D2280-93C5-48EC-9F20-D668D7C23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940" y="81273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3" name="path-5441">
            <a:extLst xmlns:a="http://schemas.openxmlformats.org/drawingml/2006/main">
              <a:ext uri="{FF2B5EF4-FFF2-40B4-BE49-F238E27FC236}">
                <a16:creationId xmlns:a16="http://schemas.microsoft.com/office/drawing/2014/main" id="{35B65908-F0D8-4ACF-9785-44D7E328E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063" y="81833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4" name="path-5442">
            <a:extLst xmlns:a="http://schemas.openxmlformats.org/drawingml/2006/main">
              <a:ext uri="{FF2B5EF4-FFF2-40B4-BE49-F238E27FC236}">
                <a16:creationId xmlns:a16="http://schemas.microsoft.com/office/drawing/2014/main" id="{7B7BF174-4499-4CE0-9D2F-7A44E4250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7734" y="81523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5" name="path-5443">
            <a:extLst xmlns:a="http://schemas.openxmlformats.org/drawingml/2006/main">
              <a:ext uri="{FF2B5EF4-FFF2-40B4-BE49-F238E27FC236}">
                <a16:creationId xmlns:a16="http://schemas.microsoft.com/office/drawing/2014/main" id="{1973CCC9-60A9-40A4-83BF-852807EAC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147" y="8173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6" name="path-5444">
            <a:extLst xmlns:a="http://schemas.openxmlformats.org/drawingml/2006/main">
              <a:ext uri="{FF2B5EF4-FFF2-40B4-BE49-F238E27FC236}">
                <a16:creationId xmlns:a16="http://schemas.microsoft.com/office/drawing/2014/main" id="{156B1D09-86A7-4E24-8868-73D0FBF94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1692" y="81710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7" name="path-5445">
            <a:extLst xmlns:a="http://schemas.openxmlformats.org/drawingml/2006/main">
              <a:ext uri="{FF2B5EF4-FFF2-40B4-BE49-F238E27FC236}">
                <a16:creationId xmlns:a16="http://schemas.microsoft.com/office/drawing/2014/main" id="{482C01CC-81BA-432D-9E83-ED952A84E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3820" y="81297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8" name="path-5446">
            <a:extLst xmlns:a="http://schemas.openxmlformats.org/drawingml/2006/main">
              <a:ext uri="{FF2B5EF4-FFF2-40B4-BE49-F238E27FC236}">
                <a16:creationId xmlns:a16="http://schemas.microsoft.com/office/drawing/2014/main" id="{33E82C44-9E26-4827-BA0B-054FBE946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364" y="8135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39" name="path-5447">
            <a:extLst xmlns:a="http://schemas.openxmlformats.org/drawingml/2006/main">
              <a:ext uri="{FF2B5EF4-FFF2-40B4-BE49-F238E27FC236}">
                <a16:creationId xmlns:a16="http://schemas.microsoft.com/office/drawing/2014/main" id="{C3DA09BB-2368-4C13-BEF0-120570E1B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7673" y="81571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0" name="path-5448">
            <a:extLst xmlns:a="http://schemas.openxmlformats.org/drawingml/2006/main">
              <a:ext uri="{FF2B5EF4-FFF2-40B4-BE49-F238E27FC236}">
                <a16:creationId xmlns:a16="http://schemas.microsoft.com/office/drawing/2014/main" id="{22DBBEF2-B842-4B0E-8D72-46CA37DFE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471" y="81382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1" name="path-5449">
            <a:extLst xmlns:a="http://schemas.openxmlformats.org/drawingml/2006/main">
              <a:ext uri="{FF2B5EF4-FFF2-40B4-BE49-F238E27FC236}">
                <a16:creationId xmlns:a16="http://schemas.microsoft.com/office/drawing/2014/main" id="{6A68C4AE-9F0B-4B43-A90A-52F8602D2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612" y="8120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2" name="path-5450">
            <a:extLst xmlns:a="http://schemas.openxmlformats.org/drawingml/2006/main">
              <a:ext uri="{FF2B5EF4-FFF2-40B4-BE49-F238E27FC236}">
                <a16:creationId xmlns:a16="http://schemas.microsoft.com/office/drawing/2014/main" id="{54F6FA79-F171-4D0E-898C-07C0197995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098" y="8153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3" name="path-5451">
            <a:extLst xmlns:a="http://schemas.openxmlformats.org/drawingml/2006/main">
              <a:ext uri="{FF2B5EF4-FFF2-40B4-BE49-F238E27FC236}">
                <a16:creationId xmlns:a16="http://schemas.microsoft.com/office/drawing/2014/main" id="{CD862BFE-A6F3-4DEA-B020-4F9046B99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87" y="81521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4" name="path-5452">
            <a:extLst xmlns:a="http://schemas.openxmlformats.org/drawingml/2006/main">
              <a:ext uri="{FF2B5EF4-FFF2-40B4-BE49-F238E27FC236}">
                <a16:creationId xmlns:a16="http://schemas.microsoft.com/office/drawing/2014/main" id="{F71CBF28-0E76-424A-8ADF-FDEDD28BE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725" y="81370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5" name="path-5453">
            <a:extLst xmlns:a="http://schemas.openxmlformats.org/drawingml/2006/main">
              <a:ext uri="{FF2B5EF4-FFF2-40B4-BE49-F238E27FC236}">
                <a16:creationId xmlns:a16="http://schemas.microsoft.com/office/drawing/2014/main" id="{BD9A07A0-BF4A-4999-B731-104F2BF9E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6823" y="8151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6" name="path-5454">
            <a:extLst xmlns:a="http://schemas.openxmlformats.org/drawingml/2006/main">
              <a:ext uri="{FF2B5EF4-FFF2-40B4-BE49-F238E27FC236}">
                <a16:creationId xmlns:a16="http://schemas.microsoft.com/office/drawing/2014/main" id="{C70876B9-FD1F-4374-92DE-B5972DA82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76" y="8136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7" name="path-5455">
            <a:extLst xmlns:a="http://schemas.openxmlformats.org/drawingml/2006/main">
              <a:ext uri="{FF2B5EF4-FFF2-40B4-BE49-F238E27FC236}">
                <a16:creationId xmlns:a16="http://schemas.microsoft.com/office/drawing/2014/main" id="{0F75449F-92B1-4C4B-B711-335FC1AC8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067" y="81278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8" name="path-5456">
            <a:extLst xmlns:a="http://schemas.openxmlformats.org/drawingml/2006/main">
              <a:ext uri="{FF2B5EF4-FFF2-40B4-BE49-F238E27FC236}">
                <a16:creationId xmlns:a16="http://schemas.microsoft.com/office/drawing/2014/main" id="{D4326929-3779-48D1-8188-BAD97414C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521" y="81270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49" name="path-5457">
            <a:extLst xmlns:a="http://schemas.openxmlformats.org/drawingml/2006/main">
              <a:ext uri="{FF2B5EF4-FFF2-40B4-BE49-F238E27FC236}">
                <a16:creationId xmlns:a16="http://schemas.microsoft.com/office/drawing/2014/main" id="{F53E4F2B-90B6-45C7-BC92-907614090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348" y="81311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0" name="path-5458">
            <a:extLst xmlns:a="http://schemas.openxmlformats.org/drawingml/2006/main">
              <a:ext uri="{FF2B5EF4-FFF2-40B4-BE49-F238E27FC236}">
                <a16:creationId xmlns:a16="http://schemas.microsoft.com/office/drawing/2014/main" id="{33C9C915-E35C-46AC-A42A-B4974BCC0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84" y="81449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1" name="path-5459">
            <a:extLst xmlns:a="http://schemas.openxmlformats.org/drawingml/2006/main">
              <a:ext uri="{FF2B5EF4-FFF2-40B4-BE49-F238E27FC236}">
                <a16:creationId xmlns:a16="http://schemas.microsoft.com/office/drawing/2014/main" id="{3174C05A-EC81-4C97-B0EE-A08CA85AF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436" y="81474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2" name="path-5460">
            <a:extLst xmlns:a="http://schemas.openxmlformats.org/drawingml/2006/main">
              <a:ext uri="{FF2B5EF4-FFF2-40B4-BE49-F238E27FC236}">
                <a16:creationId xmlns:a16="http://schemas.microsoft.com/office/drawing/2014/main" id="{842FCCDB-6F14-4345-AD62-FA686E7CD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324" y="81516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3" name="path-5461">
            <a:extLst xmlns:a="http://schemas.openxmlformats.org/drawingml/2006/main">
              <a:ext uri="{FF2B5EF4-FFF2-40B4-BE49-F238E27FC236}">
                <a16:creationId xmlns:a16="http://schemas.microsoft.com/office/drawing/2014/main" id="{F4EC7B48-4AAC-4E77-B141-8A23ACB73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476" y="81452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4" name="path-5462">
            <a:extLst xmlns:a="http://schemas.openxmlformats.org/drawingml/2006/main">
              <a:ext uri="{FF2B5EF4-FFF2-40B4-BE49-F238E27FC236}">
                <a16:creationId xmlns:a16="http://schemas.microsoft.com/office/drawing/2014/main" id="{9A00324F-CBA1-4671-8B91-07C3FBB68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396" y="8171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5" name="path-5463">
            <a:extLst xmlns:a="http://schemas.openxmlformats.org/drawingml/2006/main">
              <a:ext uri="{FF2B5EF4-FFF2-40B4-BE49-F238E27FC236}">
                <a16:creationId xmlns:a16="http://schemas.microsoft.com/office/drawing/2014/main" id="{D50CDBEF-3D1E-45C9-B4DC-822042E20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515" y="8122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6" name="path-5464">
            <a:extLst xmlns:a="http://schemas.openxmlformats.org/drawingml/2006/main">
              <a:ext uri="{FF2B5EF4-FFF2-40B4-BE49-F238E27FC236}">
                <a16:creationId xmlns:a16="http://schemas.microsoft.com/office/drawing/2014/main" id="{E324ABE3-69DB-4DB2-99C6-9CBD99DF0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949" y="81470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7" name="path-5465">
            <a:extLst xmlns:a="http://schemas.openxmlformats.org/drawingml/2006/main">
              <a:ext uri="{FF2B5EF4-FFF2-40B4-BE49-F238E27FC236}">
                <a16:creationId xmlns:a16="http://schemas.microsoft.com/office/drawing/2014/main" id="{CB016796-8AC7-4640-8A3F-C1F90846B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7410" y="8128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8" name="path-5466">
            <a:extLst xmlns:a="http://schemas.openxmlformats.org/drawingml/2006/main">
              <a:ext uri="{FF2B5EF4-FFF2-40B4-BE49-F238E27FC236}">
                <a16:creationId xmlns:a16="http://schemas.microsoft.com/office/drawing/2014/main" id="{49862550-0414-416B-BC22-1F8C3915B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578" y="8150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59" name="path-5467">
            <a:extLst xmlns:a="http://schemas.openxmlformats.org/drawingml/2006/main">
              <a:ext uri="{FF2B5EF4-FFF2-40B4-BE49-F238E27FC236}">
                <a16:creationId xmlns:a16="http://schemas.microsoft.com/office/drawing/2014/main" id="{E5B36B49-80A9-480A-9790-F849773D8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1803" y="81602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0" name="path-5468">
            <a:extLst xmlns:a="http://schemas.openxmlformats.org/drawingml/2006/main">
              <a:ext uri="{FF2B5EF4-FFF2-40B4-BE49-F238E27FC236}">
                <a16:creationId xmlns:a16="http://schemas.microsoft.com/office/drawing/2014/main" id="{B8824B30-E302-4B94-BCBB-A318879BF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609" y="81549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1" name="path-5469">
            <a:extLst xmlns:a="http://schemas.openxmlformats.org/drawingml/2006/main">
              <a:ext uri="{FF2B5EF4-FFF2-40B4-BE49-F238E27FC236}">
                <a16:creationId xmlns:a16="http://schemas.microsoft.com/office/drawing/2014/main" id="{9AD6DE95-739B-4B5D-881B-D3DFDD607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872" y="81462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2" name="path-5470">
            <a:extLst xmlns:a="http://schemas.openxmlformats.org/drawingml/2006/main">
              <a:ext uri="{FF2B5EF4-FFF2-40B4-BE49-F238E27FC236}">
                <a16:creationId xmlns:a16="http://schemas.microsoft.com/office/drawing/2014/main" id="{768F4E61-71DE-4603-9CC8-050A1EEBF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738" y="8157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3" name="path-5471">
            <a:extLst xmlns:a="http://schemas.openxmlformats.org/drawingml/2006/main">
              <a:ext uri="{FF2B5EF4-FFF2-40B4-BE49-F238E27FC236}">
                <a16:creationId xmlns:a16="http://schemas.microsoft.com/office/drawing/2014/main" id="{6C16F8EC-FF69-4F8C-A4A6-817664435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53" y="81397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4" name="path-5472">
            <a:extLst xmlns:a="http://schemas.openxmlformats.org/drawingml/2006/main">
              <a:ext uri="{FF2B5EF4-FFF2-40B4-BE49-F238E27FC236}">
                <a16:creationId xmlns:a16="http://schemas.microsoft.com/office/drawing/2014/main" id="{8B8DA2FB-9715-4B68-A1D7-08627580E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401" y="81651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5" name="path-5473">
            <a:extLst xmlns:a="http://schemas.openxmlformats.org/drawingml/2006/main">
              <a:ext uri="{FF2B5EF4-FFF2-40B4-BE49-F238E27FC236}">
                <a16:creationId xmlns:a16="http://schemas.microsoft.com/office/drawing/2014/main" id="{FEFAAE1A-B69D-4154-9FE4-87DA99681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7813" y="8134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6" name="path-5474">
            <a:extLst xmlns:a="http://schemas.openxmlformats.org/drawingml/2006/main">
              <a:ext uri="{FF2B5EF4-FFF2-40B4-BE49-F238E27FC236}">
                <a16:creationId xmlns:a16="http://schemas.microsoft.com/office/drawing/2014/main" id="{8FD756A2-2164-4F23-8BBB-87E398B7E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775" y="8137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7" name="path-5475">
            <a:extLst xmlns:a="http://schemas.openxmlformats.org/drawingml/2006/main">
              <a:ext uri="{FF2B5EF4-FFF2-40B4-BE49-F238E27FC236}">
                <a16:creationId xmlns:a16="http://schemas.microsoft.com/office/drawing/2014/main" id="{93ECD839-79C3-48F8-BFD1-CA0B760843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4381" y="81497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8" name="path-5476">
            <a:extLst xmlns:a="http://schemas.openxmlformats.org/drawingml/2006/main">
              <a:ext uri="{FF2B5EF4-FFF2-40B4-BE49-F238E27FC236}">
                <a16:creationId xmlns:a16="http://schemas.microsoft.com/office/drawing/2014/main" id="{B90744B5-518F-4C4D-B513-B7859583E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152" y="8162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69" name="path-5477">
            <a:extLst xmlns:a="http://schemas.openxmlformats.org/drawingml/2006/main">
              <a:ext uri="{FF2B5EF4-FFF2-40B4-BE49-F238E27FC236}">
                <a16:creationId xmlns:a16="http://schemas.microsoft.com/office/drawing/2014/main" id="{590257AF-F155-41DD-B0FA-C76AF5621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572" y="81210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0" name="path-5478">
            <a:extLst xmlns:a="http://schemas.openxmlformats.org/drawingml/2006/main">
              <a:ext uri="{FF2B5EF4-FFF2-40B4-BE49-F238E27FC236}">
                <a16:creationId xmlns:a16="http://schemas.microsoft.com/office/drawing/2014/main" id="{291340BC-B18C-47EA-A193-3C545AAA9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886" y="81241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1" name="path-5479">
            <a:extLst xmlns:a="http://schemas.openxmlformats.org/drawingml/2006/main">
              <a:ext uri="{FF2B5EF4-FFF2-40B4-BE49-F238E27FC236}">
                <a16:creationId xmlns:a16="http://schemas.microsoft.com/office/drawing/2014/main" id="{7C6ED81D-FC05-44B5-9CF0-8216E7CC9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829" y="8153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2" name="path-5480">
            <a:extLst xmlns:a="http://schemas.openxmlformats.org/drawingml/2006/main">
              <a:ext uri="{FF2B5EF4-FFF2-40B4-BE49-F238E27FC236}">
                <a16:creationId xmlns:a16="http://schemas.microsoft.com/office/drawing/2014/main" id="{099210C4-7F06-4237-9765-C1CBD40E7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938" y="81746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3" name="path-5481">
            <a:extLst xmlns:a="http://schemas.openxmlformats.org/drawingml/2006/main">
              <a:ext uri="{FF2B5EF4-FFF2-40B4-BE49-F238E27FC236}">
                <a16:creationId xmlns:a16="http://schemas.microsoft.com/office/drawing/2014/main" id="{30982171-A5EC-4F5B-8EEB-97B0BDF34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3664" y="81332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4" name="path-5482">
            <a:extLst xmlns:a="http://schemas.openxmlformats.org/drawingml/2006/main">
              <a:ext uri="{FF2B5EF4-FFF2-40B4-BE49-F238E27FC236}">
                <a16:creationId xmlns:a16="http://schemas.microsoft.com/office/drawing/2014/main" id="{AD1D27AF-1B01-4A9C-A5C7-E0891E0DE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28" y="81515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5" name="path-5483">
            <a:extLst xmlns:a="http://schemas.openxmlformats.org/drawingml/2006/main">
              <a:ext uri="{FF2B5EF4-FFF2-40B4-BE49-F238E27FC236}">
                <a16:creationId xmlns:a16="http://schemas.microsoft.com/office/drawing/2014/main" id="{8F60873A-516A-45E1-B79C-53BA256FE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099" y="81433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6" name="path-5484">
            <a:extLst xmlns:a="http://schemas.openxmlformats.org/drawingml/2006/main">
              <a:ext uri="{FF2B5EF4-FFF2-40B4-BE49-F238E27FC236}">
                <a16:creationId xmlns:a16="http://schemas.microsoft.com/office/drawing/2014/main" id="{94A9B954-919A-4530-B320-B5DC0D7A3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452" y="81688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7" name="path-5485">
            <a:extLst xmlns:a="http://schemas.openxmlformats.org/drawingml/2006/main">
              <a:ext uri="{FF2B5EF4-FFF2-40B4-BE49-F238E27FC236}">
                <a16:creationId xmlns:a16="http://schemas.microsoft.com/office/drawing/2014/main" id="{4D45F29E-471F-4885-BFF1-FA7578AEB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821" y="81475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8" name="path-5486">
            <a:extLst xmlns:a="http://schemas.openxmlformats.org/drawingml/2006/main">
              <a:ext uri="{FF2B5EF4-FFF2-40B4-BE49-F238E27FC236}">
                <a16:creationId xmlns:a16="http://schemas.microsoft.com/office/drawing/2014/main" id="{E9B43C82-E650-4D19-9B46-5C943ACCF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28" y="81664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79" name="path-5487">
            <a:extLst xmlns:a="http://schemas.openxmlformats.org/drawingml/2006/main">
              <a:ext uri="{FF2B5EF4-FFF2-40B4-BE49-F238E27FC236}">
                <a16:creationId xmlns:a16="http://schemas.microsoft.com/office/drawing/2014/main" id="{5B8A7482-1131-447F-AE6D-BC8D11246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7964" y="8133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0" name="path-5488">
            <a:extLst xmlns:a="http://schemas.openxmlformats.org/drawingml/2006/main">
              <a:ext uri="{FF2B5EF4-FFF2-40B4-BE49-F238E27FC236}">
                <a16:creationId xmlns:a16="http://schemas.microsoft.com/office/drawing/2014/main" id="{FE78368F-5AEE-4CC9-84C3-7AB1BAEB9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251" y="81344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1" name="path-5489">
            <a:extLst xmlns:a="http://schemas.openxmlformats.org/drawingml/2006/main">
              <a:ext uri="{FF2B5EF4-FFF2-40B4-BE49-F238E27FC236}">
                <a16:creationId xmlns:a16="http://schemas.microsoft.com/office/drawing/2014/main" id="{401F0C40-C64E-4CC5-93A1-27CB4A1A6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233" y="81258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2" name="path-5490">
            <a:extLst xmlns:a="http://schemas.openxmlformats.org/drawingml/2006/main">
              <a:ext uri="{FF2B5EF4-FFF2-40B4-BE49-F238E27FC236}">
                <a16:creationId xmlns:a16="http://schemas.microsoft.com/office/drawing/2014/main" id="{FD106325-C416-4428-9416-B079191B36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098" y="8127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3" name="path-5491">
            <a:extLst xmlns:a="http://schemas.openxmlformats.org/drawingml/2006/main">
              <a:ext uri="{FF2B5EF4-FFF2-40B4-BE49-F238E27FC236}">
                <a16:creationId xmlns:a16="http://schemas.microsoft.com/office/drawing/2014/main" id="{13514839-6255-4662-AA71-33502C92F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8257" y="81379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4" name="path-5492">
            <a:extLst xmlns:a="http://schemas.openxmlformats.org/drawingml/2006/main">
              <a:ext uri="{FF2B5EF4-FFF2-40B4-BE49-F238E27FC236}">
                <a16:creationId xmlns:a16="http://schemas.microsoft.com/office/drawing/2014/main" id="{61BA5F37-D911-485C-B1B0-8D115EC39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196" y="8153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5" name="path-5493">
            <a:extLst xmlns:a="http://schemas.openxmlformats.org/drawingml/2006/main">
              <a:ext uri="{FF2B5EF4-FFF2-40B4-BE49-F238E27FC236}">
                <a16:creationId xmlns:a16="http://schemas.microsoft.com/office/drawing/2014/main" id="{FE78CEDE-E3CB-499E-93B8-06883FCC7B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957" y="8174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6" name="path-5494">
            <a:extLst xmlns:a="http://schemas.openxmlformats.org/drawingml/2006/main">
              <a:ext uri="{FF2B5EF4-FFF2-40B4-BE49-F238E27FC236}">
                <a16:creationId xmlns:a16="http://schemas.microsoft.com/office/drawing/2014/main" id="{CB30D381-480E-47DB-9A17-60A73256D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982" y="81653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7" name="path-5495">
            <a:extLst xmlns:a="http://schemas.openxmlformats.org/drawingml/2006/main">
              <a:ext uri="{FF2B5EF4-FFF2-40B4-BE49-F238E27FC236}">
                <a16:creationId xmlns:a16="http://schemas.microsoft.com/office/drawing/2014/main" id="{9D6FB66F-2D42-490F-AAC7-0FDD2E000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0377" y="8126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8" name="path-5496">
            <a:extLst xmlns:a="http://schemas.openxmlformats.org/drawingml/2006/main">
              <a:ext uri="{FF2B5EF4-FFF2-40B4-BE49-F238E27FC236}">
                <a16:creationId xmlns:a16="http://schemas.microsoft.com/office/drawing/2014/main" id="{6F92D1B9-EF31-4D45-B674-F45C262C0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538" y="81541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89" name="path-5497">
            <a:extLst xmlns:a="http://schemas.openxmlformats.org/drawingml/2006/main">
              <a:ext uri="{FF2B5EF4-FFF2-40B4-BE49-F238E27FC236}">
                <a16:creationId xmlns:a16="http://schemas.microsoft.com/office/drawing/2014/main" id="{BDC52713-1503-4B90-8B6A-263479B18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482" y="81406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0" name="path-5498">
            <a:extLst xmlns:a="http://schemas.openxmlformats.org/drawingml/2006/main">
              <a:ext uri="{FF2B5EF4-FFF2-40B4-BE49-F238E27FC236}">
                <a16:creationId xmlns:a16="http://schemas.microsoft.com/office/drawing/2014/main" id="{15098B74-30C4-4FBE-98D1-F41BEF02E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758" y="8123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1" name="path-5499">
            <a:extLst xmlns:a="http://schemas.openxmlformats.org/drawingml/2006/main">
              <a:ext uri="{FF2B5EF4-FFF2-40B4-BE49-F238E27FC236}">
                <a16:creationId xmlns:a16="http://schemas.microsoft.com/office/drawing/2014/main" id="{EE87E958-1654-44C8-BDE2-F8455E23A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698" y="81535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2" name="path-5500">
            <a:extLst xmlns:a="http://schemas.openxmlformats.org/drawingml/2006/main">
              <a:ext uri="{FF2B5EF4-FFF2-40B4-BE49-F238E27FC236}">
                <a16:creationId xmlns:a16="http://schemas.microsoft.com/office/drawing/2014/main" id="{4F23A38A-5C0F-435E-AAD5-8E8887F81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429" y="8145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3" name="path-5501">
            <a:extLst xmlns:a="http://schemas.openxmlformats.org/drawingml/2006/main">
              <a:ext uri="{FF2B5EF4-FFF2-40B4-BE49-F238E27FC236}">
                <a16:creationId xmlns:a16="http://schemas.microsoft.com/office/drawing/2014/main" id="{D9DB7477-589D-4DE1-9A90-DCE842C12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839" y="81386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4" name="path-5502">
            <a:extLst xmlns:a="http://schemas.openxmlformats.org/drawingml/2006/main">
              <a:ext uri="{FF2B5EF4-FFF2-40B4-BE49-F238E27FC236}">
                <a16:creationId xmlns:a16="http://schemas.microsoft.com/office/drawing/2014/main" id="{137E4582-9783-4993-83DD-27FD184CA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13" y="8171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5" name="path-5503">
            <a:extLst xmlns:a="http://schemas.openxmlformats.org/drawingml/2006/main">
              <a:ext uri="{FF2B5EF4-FFF2-40B4-BE49-F238E27FC236}">
                <a16:creationId xmlns:a16="http://schemas.microsoft.com/office/drawing/2014/main" id="{DC019684-EBAE-4AD8-AE3B-5AA47E32AB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833" y="8112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6" name="path-5504">
            <a:extLst xmlns:a="http://schemas.openxmlformats.org/drawingml/2006/main">
              <a:ext uri="{FF2B5EF4-FFF2-40B4-BE49-F238E27FC236}">
                <a16:creationId xmlns:a16="http://schemas.microsoft.com/office/drawing/2014/main" id="{7759CB91-91EF-464E-BF3D-A3E7F9774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0549" y="8142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7" name="path-5505">
            <a:extLst xmlns:a="http://schemas.openxmlformats.org/drawingml/2006/main">
              <a:ext uri="{FF2B5EF4-FFF2-40B4-BE49-F238E27FC236}">
                <a16:creationId xmlns:a16="http://schemas.microsoft.com/office/drawing/2014/main" id="{803FA034-A4D6-4C2B-91BD-AB17533AB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106" y="8201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8" name="path-5506">
            <a:extLst xmlns:a="http://schemas.openxmlformats.org/drawingml/2006/main">
              <a:ext uri="{FF2B5EF4-FFF2-40B4-BE49-F238E27FC236}">
                <a16:creationId xmlns:a16="http://schemas.microsoft.com/office/drawing/2014/main" id="{36039BC1-02F0-4B90-8A39-0ABD0E3E9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5" y="81612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99" name="path-5507">
            <a:extLst xmlns:a="http://schemas.openxmlformats.org/drawingml/2006/main">
              <a:ext uri="{FF2B5EF4-FFF2-40B4-BE49-F238E27FC236}">
                <a16:creationId xmlns:a16="http://schemas.microsoft.com/office/drawing/2014/main" id="{F966CBA3-7B24-4FCD-B318-47A726D00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435" y="81647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0" name="path-5508">
            <a:extLst xmlns:a="http://schemas.openxmlformats.org/drawingml/2006/main">
              <a:ext uri="{FF2B5EF4-FFF2-40B4-BE49-F238E27FC236}">
                <a16:creationId xmlns:a16="http://schemas.microsoft.com/office/drawing/2014/main" id="{671A2D4A-4F18-4869-BCEF-B6D8F319E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0528" y="81121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1" name="path-5509">
            <a:extLst xmlns:a="http://schemas.openxmlformats.org/drawingml/2006/main">
              <a:ext uri="{FF2B5EF4-FFF2-40B4-BE49-F238E27FC236}">
                <a16:creationId xmlns:a16="http://schemas.microsoft.com/office/drawing/2014/main" id="{6EBD0469-3293-4084-82A4-90C151795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219" y="81273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2" name="path-5510">
            <a:extLst xmlns:a="http://schemas.openxmlformats.org/drawingml/2006/main">
              <a:ext uri="{FF2B5EF4-FFF2-40B4-BE49-F238E27FC236}">
                <a16:creationId xmlns:a16="http://schemas.microsoft.com/office/drawing/2014/main" id="{FA2AD2A9-51A0-49CF-8A62-BE11F3034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2120" y="81434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3" name="path-5511">
            <a:extLst xmlns:a="http://schemas.openxmlformats.org/drawingml/2006/main">
              <a:ext uri="{FF2B5EF4-FFF2-40B4-BE49-F238E27FC236}">
                <a16:creationId xmlns:a16="http://schemas.microsoft.com/office/drawing/2014/main" id="{3EFA8D0E-3597-45E0-8B4E-6C828C5DB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538" y="81508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4" name="path-5512">
            <a:extLst xmlns:a="http://schemas.openxmlformats.org/drawingml/2006/main">
              <a:ext uri="{FF2B5EF4-FFF2-40B4-BE49-F238E27FC236}">
                <a16:creationId xmlns:a16="http://schemas.microsoft.com/office/drawing/2014/main" id="{B62AF314-9319-4B47-8BB1-4A547CBC7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134" y="81319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5" name="path-5513">
            <a:extLst xmlns:a="http://schemas.openxmlformats.org/drawingml/2006/main">
              <a:ext uri="{FF2B5EF4-FFF2-40B4-BE49-F238E27FC236}">
                <a16:creationId xmlns:a16="http://schemas.microsoft.com/office/drawing/2014/main" id="{A324FFC5-2E7A-47E0-831D-9CB5D1363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7058" y="81360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6" name="path-5514">
            <a:extLst xmlns:a="http://schemas.openxmlformats.org/drawingml/2006/main">
              <a:ext uri="{FF2B5EF4-FFF2-40B4-BE49-F238E27FC236}">
                <a16:creationId xmlns:a16="http://schemas.microsoft.com/office/drawing/2014/main" id="{3DF5190F-667B-489A-8044-F8AF5A4CB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645" y="81058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7" name="path-5515">
            <a:extLst xmlns:a="http://schemas.openxmlformats.org/drawingml/2006/main">
              <a:ext uri="{FF2B5EF4-FFF2-40B4-BE49-F238E27FC236}">
                <a16:creationId xmlns:a16="http://schemas.microsoft.com/office/drawing/2014/main" id="{28EC90D3-BAB6-4811-87B2-145AC38CB4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857" y="8132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8" name="path-5516">
            <a:extLst xmlns:a="http://schemas.openxmlformats.org/drawingml/2006/main">
              <a:ext uri="{FF2B5EF4-FFF2-40B4-BE49-F238E27FC236}">
                <a16:creationId xmlns:a16="http://schemas.microsoft.com/office/drawing/2014/main" id="{7B983712-F4C1-4830-901B-61E20304CC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709" y="81303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09" name="path-5517">
            <a:extLst xmlns:a="http://schemas.openxmlformats.org/drawingml/2006/main">
              <a:ext uri="{FF2B5EF4-FFF2-40B4-BE49-F238E27FC236}">
                <a16:creationId xmlns:a16="http://schemas.microsoft.com/office/drawing/2014/main" id="{53E120C1-5CF6-4ABD-B39E-33F8BA3EE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940" y="81633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0" name="path-5518">
            <a:extLst xmlns:a="http://schemas.openxmlformats.org/drawingml/2006/main">
              <a:ext uri="{FF2B5EF4-FFF2-40B4-BE49-F238E27FC236}">
                <a16:creationId xmlns:a16="http://schemas.microsoft.com/office/drawing/2014/main" id="{9F409C1C-A148-41DB-9C09-408DF4B3C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270" y="81421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1" name="path-5519">
            <a:extLst xmlns:a="http://schemas.openxmlformats.org/drawingml/2006/main">
              <a:ext uri="{FF2B5EF4-FFF2-40B4-BE49-F238E27FC236}">
                <a16:creationId xmlns:a16="http://schemas.microsoft.com/office/drawing/2014/main" id="{2E8BBA3B-B202-4ECA-B5CE-EEFCF1B84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241" y="8142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2" name="path-5520">
            <a:extLst xmlns:a="http://schemas.openxmlformats.org/drawingml/2006/main">
              <a:ext uri="{FF2B5EF4-FFF2-40B4-BE49-F238E27FC236}">
                <a16:creationId xmlns:a16="http://schemas.microsoft.com/office/drawing/2014/main" id="{AFC9A17B-70A9-447D-B2B4-D712ECCBB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904" y="81375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3" name="path-5521">
            <a:extLst xmlns:a="http://schemas.openxmlformats.org/drawingml/2006/main">
              <a:ext uri="{FF2B5EF4-FFF2-40B4-BE49-F238E27FC236}">
                <a16:creationId xmlns:a16="http://schemas.microsoft.com/office/drawing/2014/main" id="{5D26BD5E-512C-4B2B-8355-8AD82F0EB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757" y="81635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4" name="path-5522">
            <a:extLst xmlns:a="http://schemas.openxmlformats.org/drawingml/2006/main">
              <a:ext uri="{FF2B5EF4-FFF2-40B4-BE49-F238E27FC236}">
                <a16:creationId xmlns:a16="http://schemas.microsoft.com/office/drawing/2014/main" id="{8F3EEC9F-AF98-4432-BEDC-83161A1BB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8376" y="81480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5" name="path-5523">
            <a:extLst xmlns:a="http://schemas.openxmlformats.org/drawingml/2006/main">
              <a:ext uri="{FF2B5EF4-FFF2-40B4-BE49-F238E27FC236}">
                <a16:creationId xmlns:a16="http://schemas.microsoft.com/office/drawing/2014/main" id="{6605651F-2AD3-4FB1-BB33-C04E02EC56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303" y="81345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6" name="path-5524">
            <a:extLst xmlns:a="http://schemas.openxmlformats.org/drawingml/2006/main">
              <a:ext uri="{FF2B5EF4-FFF2-40B4-BE49-F238E27FC236}">
                <a16:creationId xmlns:a16="http://schemas.microsoft.com/office/drawing/2014/main" id="{D3E18934-9960-46B8-AC17-652AC50F88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4568" y="81770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7" name="path-5525">
            <a:extLst xmlns:a="http://schemas.openxmlformats.org/drawingml/2006/main">
              <a:ext uri="{FF2B5EF4-FFF2-40B4-BE49-F238E27FC236}">
                <a16:creationId xmlns:a16="http://schemas.microsoft.com/office/drawing/2014/main" id="{DB532518-BB2B-42EC-AB32-EB0B62CEA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51" y="81518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8" name="path-5526">
            <a:extLst xmlns:a="http://schemas.openxmlformats.org/drawingml/2006/main">
              <a:ext uri="{FF2B5EF4-FFF2-40B4-BE49-F238E27FC236}">
                <a16:creationId xmlns:a16="http://schemas.microsoft.com/office/drawing/2014/main" id="{B29B36EC-DB91-4DD8-9FD8-AD4B03F9A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528" y="81757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19" name="path-5527">
            <a:extLst xmlns:a="http://schemas.openxmlformats.org/drawingml/2006/main">
              <a:ext uri="{FF2B5EF4-FFF2-40B4-BE49-F238E27FC236}">
                <a16:creationId xmlns:a16="http://schemas.microsoft.com/office/drawing/2014/main" id="{1C1B72A5-9D61-46CE-B223-A72C666507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94" y="81439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0" name="path-5528">
            <a:extLst xmlns:a="http://schemas.openxmlformats.org/drawingml/2006/main">
              <a:ext uri="{FF2B5EF4-FFF2-40B4-BE49-F238E27FC236}">
                <a16:creationId xmlns:a16="http://schemas.microsoft.com/office/drawing/2014/main" id="{B229F721-64B1-4D07-9CF5-683B1AB18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788" y="81550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1" name="path-5529">
            <a:extLst xmlns:a="http://schemas.openxmlformats.org/drawingml/2006/main">
              <a:ext uri="{FF2B5EF4-FFF2-40B4-BE49-F238E27FC236}">
                <a16:creationId xmlns:a16="http://schemas.microsoft.com/office/drawing/2014/main" id="{0EB7BA4B-1355-4434-B4DF-BC218CDB7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546" y="81394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2" name="path-5530">
            <a:extLst xmlns:a="http://schemas.openxmlformats.org/drawingml/2006/main">
              <a:ext uri="{FF2B5EF4-FFF2-40B4-BE49-F238E27FC236}">
                <a16:creationId xmlns:a16="http://schemas.microsoft.com/office/drawing/2014/main" id="{7203F5A8-B671-49CB-BC93-A3D9CC8CC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348" y="81267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3" name="path-5531">
            <a:extLst xmlns:a="http://schemas.openxmlformats.org/drawingml/2006/main">
              <a:ext uri="{FF2B5EF4-FFF2-40B4-BE49-F238E27FC236}">
                <a16:creationId xmlns:a16="http://schemas.microsoft.com/office/drawing/2014/main" id="{79C9C144-ECFA-4964-941E-E46686F46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424" y="81708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4" name="path-5532">
            <a:extLst xmlns:a="http://schemas.openxmlformats.org/drawingml/2006/main">
              <a:ext uri="{FF2B5EF4-FFF2-40B4-BE49-F238E27FC236}">
                <a16:creationId xmlns:a16="http://schemas.microsoft.com/office/drawing/2014/main" id="{D3FB7C13-CC1D-4563-BCF1-5FF276116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4640" y="81500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5" name="path-5533">
            <a:extLst xmlns:a="http://schemas.openxmlformats.org/drawingml/2006/main">
              <a:ext uri="{FF2B5EF4-FFF2-40B4-BE49-F238E27FC236}">
                <a16:creationId xmlns:a16="http://schemas.microsoft.com/office/drawing/2014/main" id="{4569DC95-7D56-418F-A071-409068644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099" y="81467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6" name="path-5534">
            <a:extLst xmlns:a="http://schemas.openxmlformats.org/drawingml/2006/main">
              <a:ext uri="{FF2B5EF4-FFF2-40B4-BE49-F238E27FC236}">
                <a16:creationId xmlns:a16="http://schemas.microsoft.com/office/drawing/2014/main" id="{CFA55FB3-7A2E-43A7-99AF-511507F19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310" y="81277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7" name="path-5535">
            <a:extLst xmlns:a="http://schemas.openxmlformats.org/drawingml/2006/main">
              <a:ext uri="{FF2B5EF4-FFF2-40B4-BE49-F238E27FC236}">
                <a16:creationId xmlns:a16="http://schemas.microsoft.com/office/drawing/2014/main" id="{0F469890-BFFB-4A39-AD32-4B91C97C5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164" y="8135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8" name="path-5536">
            <a:extLst xmlns:a="http://schemas.openxmlformats.org/drawingml/2006/main">
              <a:ext uri="{FF2B5EF4-FFF2-40B4-BE49-F238E27FC236}">
                <a16:creationId xmlns:a16="http://schemas.microsoft.com/office/drawing/2014/main" id="{FBF6EB7E-B50A-40FA-9973-85EEF6D645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627" y="81439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29" name="path-5537">
            <a:extLst xmlns:a="http://schemas.openxmlformats.org/drawingml/2006/main">
              <a:ext uri="{FF2B5EF4-FFF2-40B4-BE49-F238E27FC236}">
                <a16:creationId xmlns:a16="http://schemas.microsoft.com/office/drawing/2014/main" id="{59F8AA74-15F3-4B00-98AB-1C466F52E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809" y="81119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0" name="path-5538">
            <a:extLst xmlns:a="http://schemas.openxmlformats.org/drawingml/2006/main">
              <a:ext uri="{FF2B5EF4-FFF2-40B4-BE49-F238E27FC236}">
                <a16:creationId xmlns:a16="http://schemas.microsoft.com/office/drawing/2014/main" id="{EC4812C7-DCC2-406D-B658-E9A2C792D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612" y="8150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1" name="path-5539">
            <a:extLst xmlns:a="http://schemas.openxmlformats.org/drawingml/2006/main">
              <a:ext uri="{FF2B5EF4-FFF2-40B4-BE49-F238E27FC236}">
                <a16:creationId xmlns:a16="http://schemas.microsoft.com/office/drawing/2014/main" id="{FF326C75-AB2B-4175-A85D-87E9EFFBF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355" y="81323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2" name="path-5540">
            <a:extLst xmlns:a="http://schemas.openxmlformats.org/drawingml/2006/main">
              <a:ext uri="{FF2B5EF4-FFF2-40B4-BE49-F238E27FC236}">
                <a16:creationId xmlns:a16="http://schemas.microsoft.com/office/drawing/2014/main" id="{EFFCEE9A-6177-400F-A3B7-3A02EF88B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633" y="8163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3" name="path-5541">
            <a:extLst xmlns:a="http://schemas.openxmlformats.org/drawingml/2006/main">
              <a:ext uri="{FF2B5EF4-FFF2-40B4-BE49-F238E27FC236}">
                <a16:creationId xmlns:a16="http://schemas.microsoft.com/office/drawing/2014/main" id="{91BEA928-3C2D-4E4A-BBC0-534BD702F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737" y="8142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4" name="path-5542">
            <a:extLst xmlns:a="http://schemas.openxmlformats.org/drawingml/2006/main">
              <a:ext uri="{FF2B5EF4-FFF2-40B4-BE49-F238E27FC236}">
                <a16:creationId xmlns:a16="http://schemas.microsoft.com/office/drawing/2014/main" id="{E39D55E7-B2BB-4ABB-A0ED-B1F47B727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20" y="81237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5" name="path-5543">
            <a:extLst xmlns:a="http://schemas.openxmlformats.org/drawingml/2006/main">
              <a:ext uri="{FF2B5EF4-FFF2-40B4-BE49-F238E27FC236}">
                <a16:creationId xmlns:a16="http://schemas.microsoft.com/office/drawing/2014/main" id="{BE278DF9-20CB-43A5-AD53-D17A18226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518" y="8126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6" name="path-5544">
            <a:extLst xmlns:a="http://schemas.openxmlformats.org/drawingml/2006/main">
              <a:ext uri="{FF2B5EF4-FFF2-40B4-BE49-F238E27FC236}">
                <a16:creationId xmlns:a16="http://schemas.microsoft.com/office/drawing/2014/main" id="{73683655-0A74-4D2F-888B-D9CF3D5BA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437" y="81610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7" name="path-5545">
            <a:extLst xmlns:a="http://schemas.openxmlformats.org/drawingml/2006/main">
              <a:ext uri="{FF2B5EF4-FFF2-40B4-BE49-F238E27FC236}">
                <a16:creationId xmlns:a16="http://schemas.microsoft.com/office/drawing/2014/main" id="{BCC35CD7-5ED6-4260-AF1E-5B58DC159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948" y="8157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8" name="path-5546">
            <a:extLst xmlns:a="http://schemas.openxmlformats.org/drawingml/2006/main">
              <a:ext uri="{FF2B5EF4-FFF2-40B4-BE49-F238E27FC236}">
                <a16:creationId xmlns:a16="http://schemas.microsoft.com/office/drawing/2014/main" id="{B1414BC7-17F8-4597-BE30-8222307F8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592" y="81216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39" name="path-5547">
            <a:extLst xmlns:a="http://schemas.openxmlformats.org/drawingml/2006/main">
              <a:ext uri="{FF2B5EF4-FFF2-40B4-BE49-F238E27FC236}">
                <a16:creationId xmlns:a16="http://schemas.microsoft.com/office/drawing/2014/main" id="{5C11E7CA-7202-486B-84B8-3D1F38D3F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60" y="81206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0" name="path-5548">
            <a:extLst xmlns:a="http://schemas.openxmlformats.org/drawingml/2006/main">
              <a:ext uri="{FF2B5EF4-FFF2-40B4-BE49-F238E27FC236}">
                <a16:creationId xmlns:a16="http://schemas.microsoft.com/office/drawing/2014/main" id="{CAF1D5C2-8C3D-4D73-B748-A5B550798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18" y="81558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1" name="path-5549">
            <a:extLst xmlns:a="http://schemas.openxmlformats.org/drawingml/2006/main">
              <a:ext uri="{FF2B5EF4-FFF2-40B4-BE49-F238E27FC236}">
                <a16:creationId xmlns:a16="http://schemas.microsoft.com/office/drawing/2014/main" id="{0BEB2A4B-031F-45D1-B45F-39553D98C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342" y="81655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2" name="path-5550">
            <a:extLst xmlns:a="http://schemas.openxmlformats.org/drawingml/2006/main">
              <a:ext uri="{FF2B5EF4-FFF2-40B4-BE49-F238E27FC236}">
                <a16:creationId xmlns:a16="http://schemas.microsoft.com/office/drawing/2014/main" id="{F80C4F86-FF46-4F59-9715-71A698911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221" y="8134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3" name="path-5551">
            <a:extLst xmlns:a="http://schemas.openxmlformats.org/drawingml/2006/main">
              <a:ext uri="{FF2B5EF4-FFF2-40B4-BE49-F238E27FC236}">
                <a16:creationId xmlns:a16="http://schemas.microsoft.com/office/drawing/2014/main" id="{D5B231C3-B541-4E27-89A3-CE9D35386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724" y="81666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4" name="path-5552">
            <a:extLst xmlns:a="http://schemas.openxmlformats.org/drawingml/2006/main">
              <a:ext uri="{FF2B5EF4-FFF2-40B4-BE49-F238E27FC236}">
                <a16:creationId xmlns:a16="http://schemas.microsoft.com/office/drawing/2014/main" id="{8E0651B8-3EF4-4467-959A-AFBB4FF6A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762" y="8157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5" name="path-5553">
            <a:extLst xmlns:a="http://schemas.openxmlformats.org/drawingml/2006/main">
              <a:ext uri="{FF2B5EF4-FFF2-40B4-BE49-F238E27FC236}">
                <a16:creationId xmlns:a16="http://schemas.microsoft.com/office/drawing/2014/main" id="{37FEF45A-3F2C-4E9E-A435-72F3E1BA01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592" y="81116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6" name="path-5554">
            <a:extLst xmlns:a="http://schemas.openxmlformats.org/drawingml/2006/main">
              <a:ext uri="{FF2B5EF4-FFF2-40B4-BE49-F238E27FC236}">
                <a16:creationId xmlns:a16="http://schemas.microsoft.com/office/drawing/2014/main" id="{1CA15F9E-0FB5-4B73-904B-8CF18E3FA2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944" y="81372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7" name="path-5555">
            <a:extLst xmlns:a="http://schemas.openxmlformats.org/drawingml/2006/main">
              <a:ext uri="{FF2B5EF4-FFF2-40B4-BE49-F238E27FC236}">
                <a16:creationId xmlns:a16="http://schemas.microsoft.com/office/drawing/2014/main" id="{F7CCB9BD-60C6-49CD-BC2D-2FEDC43C6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598" y="81415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8" name="path-5556">
            <a:extLst xmlns:a="http://schemas.openxmlformats.org/drawingml/2006/main">
              <a:ext uri="{FF2B5EF4-FFF2-40B4-BE49-F238E27FC236}">
                <a16:creationId xmlns:a16="http://schemas.microsoft.com/office/drawing/2014/main" id="{05FF84D5-99C5-4678-9392-B090104C5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129" y="80958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49" name="path-5557">
            <a:extLst xmlns:a="http://schemas.openxmlformats.org/drawingml/2006/main">
              <a:ext uri="{FF2B5EF4-FFF2-40B4-BE49-F238E27FC236}">
                <a16:creationId xmlns:a16="http://schemas.microsoft.com/office/drawing/2014/main" id="{DACB5B70-A607-43D0-9097-98CC43DE0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251" y="81472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0" name="path-5558">
            <a:extLst xmlns:a="http://schemas.openxmlformats.org/drawingml/2006/main">
              <a:ext uri="{FF2B5EF4-FFF2-40B4-BE49-F238E27FC236}">
                <a16:creationId xmlns:a16="http://schemas.microsoft.com/office/drawing/2014/main" id="{0BC396F5-34AE-47F0-BFCA-D39B8659A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5702" y="81337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1" name="path-5559">
            <a:extLst xmlns:a="http://schemas.openxmlformats.org/drawingml/2006/main">
              <a:ext uri="{FF2B5EF4-FFF2-40B4-BE49-F238E27FC236}">
                <a16:creationId xmlns:a16="http://schemas.microsoft.com/office/drawing/2014/main" id="{4B3E70E7-3F07-4BAB-8645-DC82E2EB7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313" y="81275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2" name="path-5560">
            <a:extLst xmlns:a="http://schemas.openxmlformats.org/drawingml/2006/main">
              <a:ext uri="{FF2B5EF4-FFF2-40B4-BE49-F238E27FC236}">
                <a16:creationId xmlns:a16="http://schemas.microsoft.com/office/drawing/2014/main" id="{7F58A7B9-4964-42C7-80C6-2EA4844A2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784" y="81848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3" name="path-5561">
            <a:extLst xmlns:a="http://schemas.openxmlformats.org/drawingml/2006/main">
              <a:ext uri="{FF2B5EF4-FFF2-40B4-BE49-F238E27FC236}">
                <a16:creationId xmlns:a16="http://schemas.microsoft.com/office/drawing/2014/main" id="{58A9EF96-91FE-431F-927E-9A3CB1785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72" y="81348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4" name="path-5562">
            <a:extLst xmlns:a="http://schemas.openxmlformats.org/drawingml/2006/main">
              <a:ext uri="{FF2B5EF4-FFF2-40B4-BE49-F238E27FC236}">
                <a16:creationId xmlns:a16="http://schemas.microsoft.com/office/drawing/2014/main" id="{DAE0ED52-6E55-49E1-A766-C3803DEC6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05608" y="81305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5" name="path-5563">
            <a:extLst xmlns:a="http://schemas.openxmlformats.org/drawingml/2006/main">
              <a:ext uri="{FF2B5EF4-FFF2-40B4-BE49-F238E27FC236}">
                <a16:creationId xmlns:a16="http://schemas.microsoft.com/office/drawing/2014/main" id="{027C3561-411C-4BD8-870F-9AC0D151A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7212" y="81408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6" name="path-5564">
            <a:extLst xmlns:a="http://schemas.openxmlformats.org/drawingml/2006/main">
              <a:ext uri="{FF2B5EF4-FFF2-40B4-BE49-F238E27FC236}">
                <a16:creationId xmlns:a16="http://schemas.microsoft.com/office/drawing/2014/main" id="{883C1791-EF1D-4E2C-8E54-AF4A0CF865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373" y="81480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7" name="path-5565">
            <a:extLst xmlns:a="http://schemas.openxmlformats.org/drawingml/2006/main">
              <a:ext uri="{FF2B5EF4-FFF2-40B4-BE49-F238E27FC236}">
                <a16:creationId xmlns:a16="http://schemas.microsoft.com/office/drawing/2014/main" id="{C9158BB5-9D37-4EB7-866E-A4652F52F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080" y="81178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8" name="path-5566">
            <a:extLst xmlns:a="http://schemas.openxmlformats.org/drawingml/2006/main">
              <a:ext uri="{FF2B5EF4-FFF2-40B4-BE49-F238E27FC236}">
                <a16:creationId xmlns:a16="http://schemas.microsoft.com/office/drawing/2014/main" id="{16652608-EE5C-4F88-9269-A0CFCEC46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170" y="81250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59" name="path-5567">
            <a:extLst xmlns:a="http://schemas.openxmlformats.org/drawingml/2006/main">
              <a:ext uri="{FF2B5EF4-FFF2-40B4-BE49-F238E27FC236}">
                <a16:creationId xmlns:a16="http://schemas.microsoft.com/office/drawing/2014/main" id="{4868136E-044C-4BE2-8CE0-218DC9675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0352" y="81400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0" name="path-5568">
            <a:extLst xmlns:a="http://schemas.openxmlformats.org/drawingml/2006/main">
              <a:ext uri="{FF2B5EF4-FFF2-40B4-BE49-F238E27FC236}">
                <a16:creationId xmlns:a16="http://schemas.microsoft.com/office/drawing/2014/main" id="{6B7B06DB-5645-460E-B0DF-1CAE2B82A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8985" y="81738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1" name="path-5569">
            <a:extLst xmlns:a="http://schemas.openxmlformats.org/drawingml/2006/main">
              <a:ext uri="{FF2B5EF4-FFF2-40B4-BE49-F238E27FC236}">
                <a16:creationId xmlns:a16="http://schemas.microsoft.com/office/drawing/2014/main" id="{C3BE8B9B-DE2D-43AF-8874-197CF03AD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6350" y="81626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2" name="path-5570">
            <a:extLst xmlns:a="http://schemas.openxmlformats.org/drawingml/2006/main">
              <a:ext uri="{FF2B5EF4-FFF2-40B4-BE49-F238E27FC236}">
                <a16:creationId xmlns:a16="http://schemas.microsoft.com/office/drawing/2014/main" id="{9AB72180-B2B5-4953-AD04-C96A9710B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0" y="81425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3" name="path-5571">
            <a:extLst xmlns:a="http://schemas.openxmlformats.org/drawingml/2006/main">
              <a:ext uri="{FF2B5EF4-FFF2-40B4-BE49-F238E27FC236}">
                <a16:creationId xmlns:a16="http://schemas.microsoft.com/office/drawing/2014/main" id="{7EB658E8-F9EC-43E2-8045-B9089573D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34" y="81429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4" name="path-5572">
            <a:extLst xmlns:a="http://schemas.openxmlformats.org/drawingml/2006/main">
              <a:ext uri="{FF2B5EF4-FFF2-40B4-BE49-F238E27FC236}">
                <a16:creationId xmlns:a16="http://schemas.microsoft.com/office/drawing/2014/main" id="{721E91B9-CE85-465B-A49C-AD2EA2EF6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2633" y="8162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5" name="path-5573">
            <a:extLst xmlns:a="http://schemas.openxmlformats.org/drawingml/2006/main">
              <a:ext uri="{FF2B5EF4-FFF2-40B4-BE49-F238E27FC236}">
                <a16:creationId xmlns:a16="http://schemas.microsoft.com/office/drawing/2014/main" id="{850719C1-3E69-46EB-8F3B-418D9EC7E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716" y="81460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6" name="path-5574">
            <a:extLst xmlns:a="http://schemas.openxmlformats.org/drawingml/2006/main">
              <a:ext uri="{FF2B5EF4-FFF2-40B4-BE49-F238E27FC236}">
                <a16:creationId xmlns:a16="http://schemas.microsoft.com/office/drawing/2014/main" id="{EE52B969-932F-4AE4-82CE-DA1004E7D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824" y="81419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7" name="path-5575">
            <a:extLst xmlns:a="http://schemas.openxmlformats.org/drawingml/2006/main">
              <a:ext uri="{FF2B5EF4-FFF2-40B4-BE49-F238E27FC236}">
                <a16:creationId xmlns:a16="http://schemas.microsoft.com/office/drawing/2014/main" id="{21C7B324-7F3F-4D31-AD3F-B565CA208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376" y="81236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8" name="path-5576">
            <a:extLst xmlns:a="http://schemas.openxmlformats.org/drawingml/2006/main">
              <a:ext uri="{FF2B5EF4-FFF2-40B4-BE49-F238E27FC236}">
                <a16:creationId xmlns:a16="http://schemas.microsoft.com/office/drawing/2014/main" id="{56CC5AFE-D66F-4975-9F49-0A53EFB5F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357" y="8162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69" name="path-5577">
            <a:extLst xmlns:a="http://schemas.openxmlformats.org/drawingml/2006/main">
              <a:ext uri="{FF2B5EF4-FFF2-40B4-BE49-F238E27FC236}">
                <a16:creationId xmlns:a16="http://schemas.microsoft.com/office/drawing/2014/main" id="{578B8813-B59C-43D1-B394-10C753B78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431" y="81332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0" name="path-5578">
            <a:extLst xmlns:a="http://schemas.openxmlformats.org/drawingml/2006/main">
              <a:ext uri="{FF2B5EF4-FFF2-40B4-BE49-F238E27FC236}">
                <a16:creationId xmlns:a16="http://schemas.microsoft.com/office/drawing/2014/main" id="{1EC4F08C-6D08-4BAE-B047-CFE40D9DC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677" y="81465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1" name="path-5579">
            <a:extLst xmlns:a="http://schemas.openxmlformats.org/drawingml/2006/main">
              <a:ext uri="{FF2B5EF4-FFF2-40B4-BE49-F238E27FC236}">
                <a16:creationId xmlns:a16="http://schemas.microsoft.com/office/drawing/2014/main" id="{B8FCFFED-B52B-46CA-A6F4-BB1A58F13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959" y="81222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2" name="path-5580">
            <a:extLst xmlns:a="http://schemas.openxmlformats.org/drawingml/2006/main">
              <a:ext uri="{FF2B5EF4-FFF2-40B4-BE49-F238E27FC236}">
                <a16:creationId xmlns:a16="http://schemas.microsoft.com/office/drawing/2014/main" id="{282761C7-5AC6-4EFC-9323-9DCCC2C5C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099" y="81725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3" name="path-5581">
            <a:extLst xmlns:a="http://schemas.openxmlformats.org/drawingml/2006/main">
              <a:ext uri="{FF2B5EF4-FFF2-40B4-BE49-F238E27FC236}">
                <a16:creationId xmlns:a16="http://schemas.microsoft.com/office/drawing/2014/main" id="{6774E321-9E9F-476E-A510-9022F61A2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4143" y="81246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4" name="path-5582">
            <a:extLst xmlns:a="http://schemas.openxmlformats.org/drawingml/2006/main">
              <a:ext uri="{FF2B5EF4-FFF2-40B4-BE49-F238E27FC236}">
                <a16:creationId xmlns:a16="http://schemas.microsoft.com/office/drawing/2014/main" id="{295F5047-BF31-43CF-99DD-CE173DB74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410" y="81375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5" name="path-5583">
            <a:extLst xmlns:a="http://schemas.openxmlformats.org/drawingml/2006/main">
              <a:ext uri="{FF2B5EF4-FFF2-40B4-BE49-F238E27FC236}">
                <a16:creationId xmlns:a16="http://schemas.microsoft.com/office/drawing/2014/main" id="{31BE70AC-024C-435A-A580-2E04BB11C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3139" y="81382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6" name="path-5584">
            <a:extLst xmlns:a="http://schemas.openxmlformats.org/drawingml/2006/main">
              <a:ext uri="{FF2B5EF4-FFF2-40B4-BE49-F238E27FC236}">
                <a16:creationId xmlns:a16="http://schemas.microsoft.com/office/drawing/2014/main" id="{9827DAE6-A127-472F-A6DD-55C4B7FA9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09" y="8113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7" name="path-5585">
            <a:extLst xmlns:a="http://schemas.openxmlformats.org/drawingml/2006/main">
              <a:ext uri="{FF2B5EF4-FFF2-40B4-BE49-F238E27FC236}">
                <a16:creationId xmlns:a16="http://schemas.microsoft.com/office/drawing/2014/main" id="{000EAC60-7D2E-453B-AB4E-9A31AE9D9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168" y="81588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8" name="path-5586">
            <a:extLst xmlns:a="http://schemas.openxmlformats.org/drawingml/2006/main">
              <a:ext uri="{FF2B5EF4-FFF2-40B4-BE49-F238E27FC236}">
                <a16:creationId xmlns:a16="http://schemas.microsoft.com/office/drawing/2014/main" id="{5DF6AF11-8815-4CC7-9414-BB85D8DB6F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672" y="81562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79" name="path-5587">
            <a:extLst xmlns:a="http://schemas.openxmlformats.org/drawingml/2006/main">
              <a:ext uri="{FF2B5EF4-FFF2-40B4-BE49-F238E27FC236}">
                <a16:creationId xmlns:a16="http://schemas.microsoft.com/office/drawing/2014/main" id="{F4D19828-8F18-43B2-8E01-BB5749FBB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776" y="81314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0" name="path-5588">
            <a:extLst xmlns:a="http://schemas.openxmlformats.org/drawingml/2006/main">
              <a:ext uri="{FF2B5EF4-FFF2-40B4-BE49-F238E27FC236}">
                <a16:creationId xmlns:a16="http://schemas.microsoft.com/office/drawing/2014/main" id="{A2500302-46D0-4032-86D4-BEAC467EE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857" y="81604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1" name="path-5589">
            <a:extLst xmlns:a="http://schemas.openxmlformats.org/drawingml/2006/main">
              <a:ext uri="{FF2B5EF4-FFF2-40B4-BE49-F238E27FC236}">
                <a16:creationId xmlns:a16="http://schemas.microsoft.com/office/drawing/2014/main" id="{E46FFF06-F59D-4A23-82E4-A3968BCC7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2288" y="81146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2" name="path-5590">
            <a:extLst xmlns:a="http://schemas.openxmlformats.org/drawingml/2006/main">
              <a:ext uri="{FF2B5EF4-FFF2-40B4-BE49-F238E27FC236}">
                <a16:creationId xmlns:a16="http://schemas.microsoft.com/office/drawing/2014/main" id="{8B7085E9-3262-4945-8E9D-B471FAA5D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8477" y="81154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3" name="path-5591">
            <a:extLst xmlns:a="http://schemas.openxmlformats.org/drawingml/2006/main">
              <a:ext uri="{FF2B5EF4-FFF2-40B4-BE49-F238E27FC236}">
                <a16:creationId xmlns:a16="http://schemas.microsoft.com/office/drawing/2014/main" id="{304A3F1E-63E8-432C-9854-FB56FEE38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1459" y="81219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4" name="path-5592">
            <a:extLst xmlns:a="http://schemas.openxmlformats.org/drawingml/2006/main">
              <a:ext uri="{FF2B5EF4-FFF2-40B4-BE49-F238E27FC236}">
                <a16:creationId xmlns:a16="http://schemas.microsoft.com/office/drawing/2014/main" id="{DE480688-7A49-4F57-920F-BACBA4618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935" y="81310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5" name="path-5593">
            <a:extLst xmlns:a="http://schemas.openxmlformats.org/drawingml/2006/main">
              <a:ext uri="{FF2B5EF4-FFF2-40B4-BE49-F238E27FC236}">
                <a16:creationId xmlns:a16="http://schemas.microsoft.com/office/drawing/2014/main" id="{1F851CD6-6941-4152-A6D8-7BC6AACF3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121" y="81414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6" name="path-5594">
            <a:extLst xmlns:a="http://schemas.openxmlformats.org/drawingml/2006/main">
              <a:ext uri="{FF2B5EF4-FFF2-40B4-BE49-F238E27FC236}">
                <a16:creationId xmlns:a16="http://schemas.microsoft.com/office/drawing/2014/main" id="{C702DE8C-938F-48B9-AE85-02EC14A981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035" y="81384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7" name="path-5595">
            <a:extLst xmlns:a="http://schemas.openxmlformats.org/drawingml/2006/main">
              <a:ext uri="{FF2B5EF4-FFF2-40B4-BE49-F238E27FC236}">
                <a16:creationId xmlns:a16="http://schemas.microsoft.com/office/drawing/2014/main" id="{96F4A161-57A6-408F-BFCE-32EF629F6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4515" y="81413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8" name="path-5596">
            <a:extLst xmlns:a="http://schemas.openxmlformats.org/drawingml/2006/main">
              <a:ext uri="{FF2B5EF4-FFF2-40B4-BE49-F238E27FC236}">
                <a16:creationId xmlns:a16="http://schemas.microsoft.com/office/drawing/2014/main" id="{015D6F40-551D-4109-8897-E3671E46E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5822" y="81832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89" name="path-5597">
            <a:extLst xmlns:a="http://schemas.openxmlformats.org/drawingml/2006/main">
              <a:ext uri="{FF2B5EF4-FFF2-40B4-BE49-F238E27FC236}">
                <a16:creationId xmlns:a16="http://schemas.microsoft.com/office/drawing/2014/main" id="{8184F72B-E015-4133-BB34-6960DE362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682" y="81447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0" name="path-5598">
            <a:extLst xmlns:a="http://schemas.openxmlformats.org/drawingml/2006/main">
              <a:ext uri="{FF2B5EF4-FFF2-40B4-BE49-F238E27FC236}">
                <a16:creationId xmlns:a16="http://schemas.microsoft.com/office/drawing/2014/main" id="{520D4EA5-6D5F-4A95-A36C-E5AA1E08C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069" y="81326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1" name="path-5599">
            <a:extLst xmlns:a="http://schemas.openxmlformats.org/drawingml/2006/main">
              <a:ext uri="{FF2B5EF4-FFF2-40B4-BE49-F238E27FC236}">
                <a16:creationId xmlns:a16="http://schemas.microsoft.com/office/drawing/2014/main" id="{A003FAFF-B70D-487C-8F02-19F322EBE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510" y="81536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2" name="path-5600">
            <a:extLst xmlns:a="http://schemas.openxmlformats.org/drawingml/2006/main">
              <a:ext uri="{FF2B5EF4-FFF2-40B4-BE49-F238E27FC236}">
                <a16:creationId xmlns:a16="http://schemas.microsoft.com/office/drawing/2014/main" id="{15AA15E6-FBB5-4A90-86F6-55F0C3554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9440" y="8142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3" name="path-5601">
            <a:extLst xmlns:a="http://schemas.openxmlformats.org/drawingml/2006/main">
              <a:ext uri="{FF2B5EF4-FFF2-40B4-BE49-F238E27FC236}">
                <a16:creationId xmlns:a16="http://schemas.microsoft.com/office/drawing/2014/main" id="{D4521033-95B3-4E7A-A147-45E7CD88C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671" y="81598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4" name="path-5602">
            <a:extLst xmlns:a="http://schemas.openxmlformats.org/drawingml/2006/main">
              <a:ext uri="{FF2B5EF4-FFF2-40B4-BE49-F238E27FC236}">
                <a16:creationId xmlns:a16="http://schemas.microsoft.com/office/drawing/2014/main" id="{EBF74571-E7F6-4552-9E96-AAB11D91D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45" y="81289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5" name="path-5603">
            <a:extLst xmlns:a="http://schemas.openxmlformats.org/drawingml/2006/main">
              <a:ext uri="{FF2B5EF4-FFF2-40B4-BE49-F238E27FC236}">
                <a16:creationId xmlns:a16="http://schemas.microsoft.com/office/drawing/2014/main" id="{3F1C139D-87EB-4065-919A-3A5F0E132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191" y="81606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6" name="path-5604">
            <a:extLst xmlns:a="http://schemas.openxmlformats.org/drawingml/2006/main">
              <a:ext uri="{FF2B5EF4-FFF2-40B4-BE49-F238E27FC236}">
                <a16:creationId xmlns:a16="http://schemas.microsoft.com/office/drawing/2014/main" id="{5598C16A-A4DA-4E56-AAB8-BB58137A5C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492" y="81464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7" name="path-5605">
            <a:extLst xmlns:a="http://schemas.openxmlformats.org/drawingml/2006/main">
              <a:ext uri="{FF2B5EF4-FFF2-40B4-BE49-F238E27FC236}">
                <a16:creationId xmlns:a16="http://schemas.microsoft.com/office/drawing/2014/main" id="{000E04C1-9D95-43DB-8616-846CEB8E5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25" y="81486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8" name="path-5606">
            <a:extLst xmlns:a="http://schemas.openxmlformats.org/drawingml/2006/main">
              <a:ext uri="{FF2B5EF4-FFF2-40B4-BE49-F238E27FC236}">
                <a16:creationId xmlns:a16="http://schemas.microsoft.com/office/drawing/2014/main" id="{C38134B4-6D60-4F7C-B746-5719042CB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592" y="81418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99" name="path-5607">
            <a:extLst xmlns:a="http://schemas.openxmlformats.org/drawingml/2006/main">
              <a:ext uri="{FF2B5EF4-FFF2-40B4-BE49-F238E27FC236}">
                <a16:creationId xmlns:a16="http://schemas.microsoft.com/office/drawing/2014/main" id="{FBA14919-63AE-48BE-BE46-1148982E9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70" y="81458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0" name="path-5608">
            <a:extLst xmlns:a="http://schemas.openxmlformats.org/drawingml/2006/main">
              <a:ext uri="{FF2B5EF4-FFF2-40B4-BE49-F238E27FC236}">
                <a16:creationId xmlns:a16="http://schemas.microsoft.com/office/drawing/2014/main" id="{60E61B75-DD6B-4DB3-93EB-3F3554D6C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018" y="81298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1" name="path-5609">
            <a:extLst xmlns:a="http://schemas.openxmlformats.org/drawingml/2006/main">
              <a:ext uri="{FF2B5EF4-FFF2-40B4-BE49-F238E27FC236}">
                <a16:creationId xmlns:a16="http://schemas.microsoft.com/office/drawing/2014/main" id="{DFD82AE7-4555-457D-A58B-28E5D7041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95" y="81489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2" name="path-5610">
            <a:extLst xmlns:a="http://schemas.openxmlformats.org/drawingml/2006/main">
              <a:ext uri="{FF2B5EF4-FFF2-40B4-BE49-F238E27FC236}">
                <a16:creationId xmlns:a16="http://schemas.microsoft.com/office/drawing/2014/main" id="{493CC034-388A-4DA3-918B-AE0798101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860" y="8122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3" name="path-5611">
            <a:extLst xmlns:a="http://schemas.openxmlformats.org/drawingml/2006/main">
              <a:ext uri="{FF2B5EF4-FFF2-40B4-BE49-F238E27FC236}">
                <a16:creationId xmlns:a16="http://schemas.microsoft.com/office/drawing/2014/main" id="{3851E7A6-164D-4EE5-9C54-A0E99D116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153" y="81552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4" name="path-5612">
            <a:extLst xmlns:a="http://schemas.openxmlformats.org/drawingml/2006/main">
              <a:ext uri="{FF2B5EF4-FFF2-40B4-BE49-F238E27FC236}">
                <a16:creationId xmlns:a16="http://schemas.microsoft.com/office/drawing/2014/main" id="{888360BA-1BB6-4530-BB3C-906ACABDD3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749" y="81602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5" name="path-5613">
            <a:extLst xmlns:a="http://schemas.openxmlformats.org/drawingml/2006/main">
              <a:ext uri="{FF2B5EF4-FFF2-40B4-BE49-F238E27FC236}">
                <a16:creationId xmlns:a16="http://schemas.microsoft.com/office/drawing/2014/main" id="{C4566A21-34A2-44D6-BECA-BCF2480AD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322" y="81311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6" name="path-5614">
            <a:extLst xmlns:a="http://schemas.openxmlformats.org/drawingml/2006/main">
              <a:ext uri="{FF2B5EF4-FFF2-40B4-BE49-F238E27FC236}">
                <a16:creationId xmlns:a16="http://schemas.microsoft.com/office/drawing/2014/main" id="{FE6546A2-9E86-48F4-A097-E8D73F841D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6" y="81626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7" name="path-5615">
            <a:extLst xmlns:a="http://schemas.openxmlformats.org/drawingml/2006/main">
              <a:ext uri="{FF2B5EF4-FFF2-40B4-BE49-F238E27FC236}">
                <a16:creationId xmlns:a16="http://schemas.microsoft.com/office/drawing/2014/main" id="{AC1E5A21-AE3D-41B8-8768-D49A632D40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273" y="8145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8" name="path-5616">
            <a:extLst xmlns:a="http://schemas.openxmlformats.org/drawingml/2006/main">
              <a:ext uri="{FF2B5EF4-FFF2-40B4-BE49-F238E27FC236}">
                <a16:creationId xmlns:a16="http://schemas.microsoft.com/office/drawing/2014/main" id="{0001C0B3-121C-4904-9CD0-A34EC1C098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004" y="81376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09" name="path-5617">
            <a:extLst xmlns:a="http://schemas.openxmlformats.org/drawingml/2006/main">
              <a:ext uri="{FF2B5EF4-FFF2-40B4-BE49-F238E27FC236}">
                <a16:creationId xmlns:a16="http://schemas.microsoft.com/office/drawing/2014/main" id="{53EAAC7F-3308-4E37-A2B8-2C6E0A165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510" y="81207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0" name="path-5618">
            <a:extLst xmlns:a="http://schemas.openxmlformats.org/drawingml/2006/main">
              <a:ext uri="{FF2B5EF4-FFF2-40B4-BE49-F238E27FC236}">
                <a16:creationId xmlns:a16="http://schemas.microsoft.com/office/drawing/2014/main" id="{807F0498-DB78-4AB6-9115-FE5EB9288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4" y="81304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1" name="path-5619">
            <a:extLst xmlns:a="http://schemas.openxmlformats.org/drawingml/2006/main">
              <a:ext uri="{FF2B5EF4-FFF2-40B4-BE49-F238E27FC236}">
                <a16:creationId xmlns:a16="http://schemas.microsoft.com/office/drawing/2014/main" id="{EB2BAB08-507A-487B-9819-FACFE783A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632" y="8158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2" name="path-5620">
            <a:extLst xmlns:a="http://schemas.openxmlformats.org/drawingml/2006/main">
              <a:ext uri="{FF2B5EF4-FFF2-40B4-BE49-F238E27FC236}">
                <a16:creationId xmlns:a16="http://schemas.microsoft.com/office/drawing/2014/main" id="{6DC11531-5A87-41B5-A49E-BA8F55458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134" y="81737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3" name="path-5621">
            <a:extLst xmlns:a="http://schemas.openxmlformats.org/drawingml/2006/main">
              <a:ext uri="{FF2B5EF4-FFF2-40B4-BE49-F238E27FC236}">
                <a16:creationId xmlns:a16="http://schemas.microsoft.com/office/drawing/2014/main" id="{FCB07B42-4BCC-458F-BAE4-4D9CFF4FD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1969" y="8139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4" name="path-5622">
            <a:extLst xmlns:a="http://schemas.openxmlformats.org/drawingml/2006/main">
              <a:ext uri="{FF2B5EF4-FFF2-40B4-BE49-F238E27FC236}">
                <a16:creationId xmlns:a16="http://schemas.microsoft.com/office/drawing/2014/main" id="{1A068776-A12B-4A2E-8690-EBA37992C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209" y="81480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5" name="path-5623">
            <a:extLst xmlns:a="http://schemas.openxmlformats.org/drawingml/2006/main">
              <a:ext uri="{FF2B5EF4-FFF2-40B4-BE49-F238E27FC236}">
                <a16:creationId xmlns:a16="http://schemas.microsoft.com/office/drawing/2014/main" id="{6170B4A3-7117-4E12-943E-187CB0E0F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838" y="81709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6" name="path-5624">
            <a:extLst xmlns:a="http://schemas.openxmlformats.org/drawingml/2006/main">
              <a:ext uri="{FF2B5EF4-FFF2-40B4-BE49-F238E27FC236}">
                <a16:creationId xmlns:a16="http://schemas.microsoft.com/office/drawing/2014/main" id="{3E3ADA00-8F75-4C37-85B1-69605D82A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361" y="8123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7" name="path-5625">
            <a:extLst xmlns:a="http://schemas.openxmlformats.org/drawingml/2006/main">
              <a:ext uri="{FF2B5EF4-FFF2-40B4-BE49-F238E27FC236}">
                <a16:creationId xmlns:a16="http://schemas.microsoft.com/office/drawing/2014/main" id="{5C53E8C8-044F-474D-83E2-45F2E1F90D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457" y="81492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8" name="path-5626">
            <a:extLst xmlns:a="http://schemas.openxmlformats.org/drawingml/2006/main">
              <a:ext uri="{FF2B5EF4-FFF2-40B4-BE49-F238E27FC236}">
                <a16:creationId xmlns:a16="http://schemas.microsoft.com/office/drawing/2014/main" id="{4D9005D9-4642-4793-9F79-A45DAE3D8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79" y="81251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19" name="path-5627">
            <a:extLst xmlns:a="http://schemas.openxmlformats.org/drawingml/2006/main">
              <a:ext uri="{FF2B5EF4-FFF2-40B4-BE49-F238E27FC236}">
                <a16:creationId xmlns:a16="http://schemas.microsoft.com/office/drawing/2014/main" id="{154655BB-5C97-48BA-A1F0-9629222A0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210" y="81561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0" name="path-5628">
            <a:extLst xmlns:a="http://schemas.openxmlformats.org/drawingml/2006/main">
              <a:ext uri="{FF2B5EF4-FFF2-40B4-BE49-F238E27FC236}">
                <a16:creationId xmlns:a16="http://schemas.microsoft.com/office/drawing/2014/main" id="{D9A020F5-2E16-45E3-9A54-923858BBB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2134" y="81491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1" name="path-5629">
            <a:extLst xmlns:a="http://schemas.openxmlformats.org/drawingml/2006/main">
              <a:ext uri="{FF2B5EF4-FFF2-40B4-BE49-F238E27FC236}">
                <a16:creationId xmlns:a16="http://schemas.microsoft.com/office/drawing/2014/main" id="{90D8F393-67A9-4D4E-8C48-4B6A64BA9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266" y="81567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2" name="path-5630">
            <a:extLst xmlns:a="http://schemas.openxmlformats.org/drawingml/2006/main">
              <a:ext uri="{FF2B5EF4-FFF2-40B4-BE49-F238E27FC236}">
                <a16:creationId xmlns:a16="http://schemas.microsoft.com/office/drawing/2014/main" id="{F5340DB0-ADFA-48E6-BC5C-AD8233D95B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0601" y="8127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3" name="path-5631">
            <a:extLst xmlns:a="http://schemas.openxmlformats.org/drawingml/2006/main">
              <a:ext uri="{FF2B5EF4-FFF2-40B4-BE49-F238E27FC236}">
                <a16:creationId xmlns:a16="http://schemas.microsoft.com/office/drawing/2014/main" id="{60186A21-B57E-4545-9C78-96230F0531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392" y="81441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4" name="path-5632">
            <a:extLst xmlns:a="http://schemas.openxmlformats.org/drawingml/2006/main">
              <a:ext uri="{FF2B5EF4-FFF2-40B4-BE49-F238E27FC236}">
                <a16:creationId xmlns:a16="http://schemas.microsoft.com/office/drawing/2014/main" id="{3C7CA0E1-FE8F-4BDC-9E9C-C46F7AB88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713" y="81343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5" name="path-5633">
            <a:extLst xmlns:a="http://schemas.openxmlformats.org/drawingml/2006/main">
              <a:ext uri="{FF2B5EF4-FFF2-40B4-BE49-F238E27FC236}">
                <a16:creationId xmlns:a16="http://schemas.microsoft.com/office/drawing/2014/main" id="{11B41383-407F-4EFB-B9CC-928933C4F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098" y="81468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6" name="path-5634">
            <a:extLst xmlns:a="http://schemas.openxmlformats.org/drawingml/2006/main">
              <a:ext uri="{FF2B5EF4-FFF2-40B4-BE49-F238E27FC236}">
                <a16:creationId xmlns:a16="http://schemas.microsoft.com/office/drawing/2014/main" id="{F0500B2F-EA02-44F5-8F44-9D2C600EA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361" y="81593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7" name="path-5635">
            <a:extLst xmlns:a="http://schemas.openxmlformats.org/drawingml/2006/main">
              <a:ext uri="{FF2B5EF4-FFF2-40B4-BE49-F238E27FC236}">
                <a16:creationId xmlns:a16="http://schemas.microsoft.com/office/drawing/2014/main" id="{D8A058AB-804B-4C88-A616-89B08532B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234" y="81222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8" name="path-5636">
            <a:extLst xmlns:a="http://schemas.openxmlformats.org/drawingml/2006/main">
              <a:ext uri="{FF2B5EF4-FFF2-40B4-BE49-F238E27FC236}">
                <a16:creationId xmlns:a16="http://schemas.microsoft.com/office/drawing/2014/main" id="{B09A2E31-A262-4E4D-85FB-F44CCF979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24" y="81604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29" name="path-5637">
            <a:extLst xmlns:a="http://schemas.openxmlformats.org/drawingml/2006/main">
              <a:ext uri="{FF2B5EF4-FFF2-40B4-BE49-F238E27FC236}">
                <a16:creationId xmlns:a16="http://schemas.microsoft.com/office/drawing/2014/main" id="{382CB292-1C42-4D3D-A414-76172DC62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232" y="81460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0" name="path-5638">
            <a:extLst xmlns:a="http://schemas.openxmlformats.org/drawingml/2006/main">
              <a:ext uri="{FF2B5EF4-FFF2-40B4-BE49-F238E27FC236}">
                <a16:creationId xmlns:a16="http://schemas.microsoft.com/office/drawing/2014/main" id="{E347B8D3-F216-4DAE-B86F-227AC4AB0B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468" y="81436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1" name="path-5639">
            <a:extLst xmlns:a="http://schemas.openxmlformats.org/drawingml/2006/main">
              <a:ext uri="{FF2B5EF4-FFF2-40B4-BE49-F238E27FC236}">
                <a16:creationId xmlns:a16="http://schemas.microsoft.com/office/drawing/2014/main" id="{92F42137-6ADF-491C-AEE8-AC828B389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5675" y="81630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2" name="path-5640">
            <a:extLst xmlns:a="http://schemas.openxmlformats.org/drawingml/2006/main">
              <a:ext uri="{FF2B5EF4-FFF2-40B4-BE49-F238E27FC236}">
                <a16:creationId xmlns:a16="http://schemas.microsoft.com/office/drawing/2014/main" id="{9C93649E-E412-4F9D-8AD8-B21B2D7A4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62" y="81645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3" name="path-5641">
            <a:extLst xmlns:a="http://schemas.openxmlformats.org/drawingml/2006/main">
              <a:ext uri="{FF2B5EF4-FFF2-40B4-BE49-F238E27FC236}">
                <a16:creationId xmlns:a16="http://schemas.microsoft.com/office/drawing/2014/main" id="{63CC9F84-6D65-4B0F-9DF8-07F3B968B0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401" y="81367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4" name="path-5642">
            <a:extLst xmlns:a="http://schemas.openxmlformats.org/drawingml/2006/main">
              <a:ext uri="{FF2B5EF4-FFF2-40B4-BE49-F238E27FC236}">
                <a16:creationId xmlns:a16="http://schemas.microsoft.com/office/drawing/2014/main" id="{1FDDA86A-16BE-4EFB-9FD0-92DCB4BCB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773" y="81138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5" name="path-5643">
            <a:extLst xmlns:a="http://schemas.openxmlformats.org/drawingml/2006/main">
              <a:ext uri="{FF2B5EF4-FFF2-40B4-BE49-F238E27FC236}">
                <a16:creationId xmlns:a16="http://schemas.microsoft.com/office/drawing/2014/main" id="{4CE59E1B-DE0F-4074-B622-FBCB49DCB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637" y="81450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6" name="path-5644">
            <a:extLst xmlns:a="http://schemas.openxmlformats.org/drawingml/2006/main">
              <a:ext uri="{FF2B5EF4-FFF2-40B4-BE49-F238E27FC236}">
                <a16:creationId xmlns:a16="http://schemas.microsoft.com/office/drawing/2014/main" id="{966DF926-1D0A-4902-9036-AA4445F188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653" y="81302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7" name="path-5645">
            <a:extLst xmlns:a="http://schemas.openxmlformats.org/drawingml/2006/main">
              <a:ext uri="{FF2B5EF4-FFF2-40B4-BE49-F238E27FC236}">
                <a16:creationId xmlns:a16="http://schemas.microsoft.com/office/drawing/2014/main" id="{97AFE769-64AB-45C4-AFAC-7392E31F1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6970" y="81436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8" name="path-5646">
            <a:extLst xmlns:a="http://schemas.openxmlformats.org/drawingml/2006/main">
              <a:ext uri="{FF2B5EF4-FFF2-40B4-BE49-F238E27FC236}">
                <a16:creationId xmlns:a16="http://schemas.microsoft.com/office/drawing/2014/main" id="{5A3920AD-D73E-42A7-B8D2-6830C259C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823" y="81119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39" name="path-5647">
            <a:extLst xmlns:a="http://schemas.openxmlformats.org/drawingml/2006/main">
              <a:ext uri="{FF2B5EF4-FFF2-40B4-BE49-F238E27FC236}">
                <a16:creationId xmlns:a16="http://schemas.microsoft.com/office/drawing/2014/main" id="{A10439D6-EB64-42C8-86FC-258D37B34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859" y="81287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0" name="path-5648">
            <a:extLst xmlns:a="http://schemas.openxmlformats.org/drawingml/2006/main">
              <a:ext uri="{FF2B5EF4-FFF2-40B4-BE49-F238E27FC236}">
                <a16:creationId xmlns:a16="http://schemas.microsoft.com/office/drawing/2014/main" id="{0A7852B7-1363-43FB-9AD4-9543DC1D7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585" y="8106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1" name="path-5649">
            <a:extLst xmlns:a="http://schemas.openxmlformats.org/drawingml/2006/main">
              <a:ext uri="{FF2B5EF4-FFF2-40B4-BE49-F238E27FC236}">
                <a16:creationId xmlns:a16="http://schemas.microsoft.com/office/drawing/2014/main" id="{45BA4065-F85D-4C04-8A9A-C46BA5CDF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5849" y="81761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2" name="path-5650">
            <a:extLst xmlns:a="http://schemas.openxmlformats.org/drawingml/2006/main">
              <a:ext uri="{FF2B5EF4-FFF2-40B4-BE49-F238E27FC236}">
                <a16:creationId xmlns:a16="http://schemas.microsoft.com/office/drawing/2014/main" id="{666CB735-DA5E-4CCF-B6C5-F03F73CCD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43" y="81586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3" name="path-5651">
            <a:extLst xmlns:a="http://schemas.openxmlformats.org/drawingml/2006/main">
              <a:ext uri="{FF2B5EF4-FFF2-40B4-BE49-F238E27FC236}">
                <a16:creationId xmlns:a16="http://schemas.microsoft.com/office/drawing/2014/main" id="{57229B87-C1EA-47EE-AC4C-5F5D9541A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458" y="81266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4" name="path-5652">
            <a:extLst xmlns:a="http://schemas.openxmlformats.org/drawingml/2006/main">
              <a:ext uri="{FF2B5EF4-FFF2-40B4-BE49-F238E27FC236}">
                <a16:creationId xmlns:a16="http://schemas.microsoft.com/office/drawing/2014/main" id="{03CAB510-CF59-4176-9871-E44EABB00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04" y="81520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5" name="path-5653">
            <a:extLst xmlns:a="http://schemas.openxmlformats.org/drawingml/2006/main">
              <a:ext uri="{FF2B5EF4-FFF2-40B4-BE49-F238E27FC236}">
                <a16:creationId xmlns:a16="http://schemas.microsoft.com/office/drawing/2014/main" id="{4A808712-1870-4C68-A977-D7021591EA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471" y="8126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6" name="path-5654">
            <a:extLst xmlns:a="http://schemas.openxmlformats.org/drawingml/2006/main">
              <a:ext uri="{FF2B5EF4-FFF2-40B4-BE49-F238E27FC236}">
                <a16:creationId xmlns:a16="http://schemas.microsoft.com/office/drawing/2014/main" id="{F3EDDABF-45C6-4CA5-B48E-5B8916F81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974" y="81518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7" name="path-5655">
            <a:extLst xmlns:a="http://schemas.openxmlformats.org/drawingml/2006/main">
              <a:ext uri="{FF2B5EF4-FFF2-40B4-BE49-F238E27FC236}">
                <a16:creationId xmlns:a16="http://schemas.microsoft.com/office/drawing/2014/main" id="{39646AFD-2B70-4A48-93D3-5D235B0DB5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85" y="81682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8" name="path-5656">
            <a:extLst xmlns:a="http://schemas.openxmlformats.org/drawingml/2006/main">
              <a:ext uri="{FF2B5EF4-FFF2-40B4-BE49-F238E27FC236}">
                <a16:creationId xmlns:a16="http://schemas.microsoft.com/office/drawing/2014/main" id="{00E7BDD8-24D4-4F96-ADFF-3C13108EAC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958" y="81460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49" name="path-5657">
            <a:extLst xmlns:a="http://schemas.openxmlformats.org/drawingml/2006/main">
              <a:ext uri="{FF2B5EF4-FFF2-40B4-BE49-F238E27FC236}">
                <a16:creationId xmlns:a16="http://schemas.microsoft.com/office/drawing/2014/main" id="{EB3BCEBB-E5BC-498B-8148-8CB3BE08E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916" y="8158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0" name="path-5658">
            <a:extLst xmlns:a="http://schemas.openxmlformats.org/drawingml/2006/main">
              <a:ext uri="{FF2B5EF4-FFF2-40B4-BE49-F238E27FC236}">
                <a16:creationId xmlns:a16="http://schemas.microsoft.com/office/drawing/2014/main" id="{52E54D7B-09F1-4606-9A2C-7F07C4710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112" y="8159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1" name="path-5659">
            <a:extLst xmlns:a="http://schemas.openxmlformats.org/drawingml/2006/main">
              <a:ext uri="{FF2B5EF4-FFF2-40B4-BE49-F238E27FC236}">
                <a16:creationId xmlns:a16="http://schemas.microsoft.com/office/drawing/2014/main" id="{62CD04D7-C302-4253-9409-67883668C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036" y="81474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2" name="path-5660">
            <a:extLst xmlns:a="http://schemas.openxmlformats.org/drawingml/2006/main">
              <a:ext uri="{FF2B5EF4-FFF2-40B4-BE49-F238E27FC236}">
                <a16:creationId xmlns:a16="http://schemas.microsoft.com/office/drawing/2014/main" id="{6FF2B848-3AE8-470D-B8C1-06970827C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3" y="81283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3" name="path-5661">
            <a:extLst xmlns:a="http://schemas.openxmlformats.org/drawingml/2006/main">
              <a:ext uri="{FF2B5EF4-FFF2-40B4-BE49-F238E27FC236}">
                <a16:creationId xmlns:a16="http://schemas.microsoft.com/office/drawing/2014/main" id="{D81CC457-5398-478D-BA3D-8B7F6EBE5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947" y="81854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4" name="path-5662">
            <a:extLst xmlns:a="http://schemas.openxmlformats.org/drawingml/2006/main">
              <a:ext uri="{FF2B5EF4-FFF2-40B4-BE49-F238E27FC236}">
                <a16:creationId xmlns:a16="http://schemas.microsoft.com/office/drawing/2014/main" id="{6A81D4F6-9D2E-4E22-9359-5520D8147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825" y="8153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5" name="path-5663">
            <a:extLst xmlns:a="http://schemas.openxmlformats.org/drawingml/2006/main">
              <a:ext uri="{FF2B5EF4-FFF2-40B4-BE49-F238E27FC236}">
                <a16:creationId xmlns:a16="http://schemas.microsoft.com/office/drawing/2014/main" id="{D66E3BDE-6818-401B-8C9A-598DFBAA7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957" y="81457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6" name="path-5664">
            <a:extLst xmlns:a="http://schemas.openxmlformats.org/drawingml/2006/main">
              <a:ext uri="{FF2B5EF4-FFF2-40B4-BE49-F238E27FC236}">
                <a16:creationId xmlns:a16="http://schemas.microsoft.com/office/drawing/2014/main" id="{BC2F2D97-81DE-4CB8-B191-8E58DCB23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30" y="81679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7" name="path-5665">
            <a:extLst xmlns:a="http://schemas.openxmlformats.org/drawingml/2006/main">
              <a:ext uri="{FF2B5EF4-FFF2-40B4-BE49-F238E27FC236}">
                <a16:creationId xmlns:a16="http://schemas.microsoft.com/office/drawing/2014/main" id="{BB25F2FC-0399-4100-8590-8E9BDFADA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8634" y="81808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8" name="path-5666">
            <a:extLst xmlns:a="http://schemas.openxmlformats.org/drawingml/2006/main">
              <a:ext uri="{FF2B5EF4-FFF2-40B4-BE49-F238E27FC236}">
                <a16:creationId xmlns:a16="http://schemas.microsoft.com/office/drawing/2014/main" id="{28756051-CAB6-455A-ADA9-FA99A1E5D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962" y="81297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59" name="path-5667">
            <a:extLst xmlns:a="http://schemas.openxmlformats.org/drawingml/2006/main">
              <a:ext uri="{FF2B5EF4-FFF2-40B4-BE49-F238E27FC236}">
                <a16:creationId xmlns:a16="http://schemas.microsoft.com/office/drawing/2014/main" id="{4B46FF5C-2A72-4FAD-A9BA-82FDF5563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084" y="81524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0" name="path-5668">
            <a:extLst xmlns:a="http://schemas.openxmlformats.org/drawingml/2006/main">
              <a:ext uri="{FF2B5EF4-FFF2-40B4-BE49-F238E27FC236}">
                <a16:creationId xmlns:a16="http://schemas.microsoft.com/office/drawing/2014/main" id="{1862F868-A813-483C-AD79-6D89F06AF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022" y="81393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1" name="path-5669">
            <a:extLst xmlns:a="http://schemas.openxmlformats.org/drawingml/2006/main">
              <a:ext uri="{FF2B5EF4-FFF2-40B4-BE49-F238E27FC236}">
                <a16:creationId xmlns:a16="http://schemas.microsoft.com/office/drawing/2014/main" id="{C5057C8E-6946-4765-A5B4-61954A37C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904" y="81617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2" name="path-5670">
            <a:extLst xmlns:a="http://schemas.openxmlformats.org/drawingml/2006/main">
              <a:ext uri="{FF2B5EF4-FFF2-40B4-BE49-F238E27FC236}">
                <a16:creationId xmlns:a16="http://schemas.microsoft.com/office/drawing/2014/main" id="{01F6BE1F-9B8D-4A4B-BC37-561F0CD47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838" y="81482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3" name="path-5671">
            <a:extLst xmlns:a="http://schemas.openxmlformats.org/drawingml/2006/main">
              <a:ext uri="{FF2B5EF4-FFF2-40B4-BE49-F238E27FC236}">
                <a16:creationId xmlns:a16="http://schemas.microsoft.com/office/drawing/2014/main" id="{6849B8E4-BA24-4033-B9B5-7FA7C0AB1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86" y="81752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4" name="path-5672">
            <a:extLst xmlns:a="http://schemas.openxmlformats.org/drawingml/2006/main">
              <a:ext uri="{FF2B5EF4-FFF2-40B4-BE49-F238E27FC236}">
                <a16:creationId xmlns:a16="http://schemas.microsoft.com/office/drawing/2014/main" id="{7E63D5B6-D214-48AA-B656-3D5B19E72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639" y="81367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5" name="path-5673">
            <a:extLst xmlns:a="http://schemas.openxmlformats.org/drawingml/2006/main">
              <a:ext uri="{FF2B5EF4-FFF2-40B4-BE49-F238E27FC236}">
                <a16:creationId xmlns:a16="http://schemas.microsoft.com/office/drawing/2014/main" id="{691E4EC9-2F60-44CE-A2B0-30BB3458B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4193" y="81544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6" name="path-5674">
            <a:extLst xmlns:a="http://schemas.openxmlformats.org/drawingml/2006/main">
              <a:ext uri="{FF2B5EF4-FFF2-40B4-BE49-F238E27FC236}">
                <a16:creationId xmlns:a16="http://schemas.microsoft.com/office/drawing/2014/main" id="{1D7C05F3-74D2-4315-A007-687BE521B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804" y="81339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7" name="path-5675">
            <a:extLst xmlns:a="http://schemas.openxmlformats.org/drawingml/2006/main">
              <a:ext uri="{FF2B5EF4-FFF2-40B4-BE49-F238E27FC236}">
                <a16:creationId xmlns:a16="http://schemas.microsoft.com/office/drawing/2014/main" id="{F50D23EF-8EBF-4616-BBD9-FFE5CB6ED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635" y="81374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8" name="path-5676">
            <a:extLst xmlns:a="http://schemas.openxmlformats.org/drawingml/2006/main">
              <a:ext uri="{FF2B5EF4-FFF2-40B4-BE49-F238E27FC236}">
                <a16:creationId xmlns:a16="http://schemas.microsoft.com/office/drawing/2014/main" id="{E88F280E-0B93-4C3F-8701-0DEE12562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502" y="81377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69" name="path-5677">
            <a:extLst xmlns:a="http://schemas.openxmlformats.org/drawingml/2006/main">
              <a:ext uri="{FF2B5EF4-FFF2-40B4-BE49-F238E27FC236}">
                <a16:creationId xmlns:a16="http://schemas.microsoft.com/office/drawing/2014/main" id="{D2A62A57-44D9-4110-B67D-8484B5533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981" y="81670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0" name="path-5678">
            <a:extLst xmlns:a="http://schemas.openxmlformats.org/drawingml/2006/main">
              <a:ext uri="{FF2B5EF4-FFF2-40B4-BE49-F238E27FC236}">
                <a16:creationId xmlns:a16="http://schemas.microsoft.com/office/drawing/2014/main" id="{7253E946-154A-4EEC-AF3A-91C6DDD42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630" y="81291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1" name="path-5679">
            <a:extLst xmlns:a="http://schemas.openxmlformats.org/drawingml/2006/main">
              <a:ext uri="{FF2B5EF4-FFF2-40B4-BE49-F238E27FC236}">
                <a16:creationId xmlns:a16="http://schemas.microsoft.com/office/drawing/2014/main" id="{AA5C603D-DC6C-40BB-820F-180911FFF3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351" y="81306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2" name="path-5680">
            <a:extLst xmlns:a="http://schemas.openxmlformats.org/drawingml/2006/main">
              <a:ext uri="{FF2B5EF4-FFF2-40B4-BE49-F238E27FC236}">
                <a16:creationId xmlns:a16="http://schemas.microsoft.com/office/drawing/2014/main" id="{5ADF9BCF-E65C-448F-A7A1-4B82E97FAE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474" y="81554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3" name="path-5681">
            <a:extLst xmlns:a="http://schemas.openxmlformats.org/drawingml/2006/main">
              <a:ext uri="{FF2B5EF4-FFF2-40B4-BE49-F238E27FC236}">
                <a16:creationId xmlns:a16="http://schemas.microsoft.com/office/drawing/2014/main" id="{9F31EB6C-128E-4CE2-AED6-E8C2FEC67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255" y="81386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4" name="path-5682">
            <a:extLst xmlns:a="http://schemas.openxmlformats.org/drawingml/2006/main">
              <a:ext uri="{FF2B5EF4-FFF2-40B4-BE49-F238E27FC236}">
                <a16:creationId xmlns:a16="http://schemas.microsoft.com/office/drawing/2014/main" id="{8B984CA9-F984-44CB-A89E-C57738F6F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302" y="81381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5" name="path-5683">
            <a:extLst xmlns:a="http://schemas.openxmlformats.org/drawingml/2006/main">
              <a:ext uri="{FF2B5EF4-FFF2-40B4-BE49-F238E27FC236}">
                <a16:creationId xmlns:a16="http://schemas.microsoft.com/office/drawing/2014/main" id="{CB5D8B6E-6AAC-4734-97EE-36D28A7EE9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379" y="8145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6" name="path-5684">
            <a:extLst xmlns:a="http://schemas.openxmlformats.org/drawingml/2006/main">
              <a:ext uri="{FF2B5EF4-FFF2-40B4-BE49-F238E27FC236}">
                <a16:creationId xmlns:a16="http://schemas.microsoft.com/office/drawing/2014/main" id="{0CD377EA-42EB-47CF-9D08-F59BBF873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448" y="8156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7" name="path-5685">
            <a:extLst xmlns:a="http://schemas.openxmlformats.org/drawingml/2006/main">
              <a:ext uri="{FF2B5EF4-FFF2-40B4-BE49-F238E27FC236}">
                <a16:creationId xmlns:a16="http://schemas.microsoft.com/office/drawing/2014/main" id="{8CF2CB51-5EB1-488B-9D62-8F7370CA4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1918" y="81667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8" name="path-5686">
            <a:extLst xmlns:a="http://schemas.openxmlformats.org/drawingml/2006/main">
              <a:ext uri="{FF2B5EF4-FFF2-40B4-BE49-F238E27FC236}">
                <a16:creationId xmlns:a16="http://schemas.microsoft.com/office/drawing/2014/main" id="{FCB20D47-B652-4B43-A3CA-3BABB5842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7529" y="8159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79" name="path-5687">
            <a:extLst xmlns:a="http://schemas.openxmlformats.org/drawingml/2006/main">
              <a:ext uri="{FF2B5EF4-FFF2-40B4-BE49-F238E27FC236}">
                <a16:creationId xmlns:a16="http://schemas.microsoft.com/office/drawing/2014/main" id="{29CEB2CE-80EF-457E-A4F1-6A5C44793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527" y="8146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0" name="path-5688">
            <a:extLst xmlns:a="http://schemas.openxmlformats.org/drawingml/2006/main">
              <a:ext uri="{FF2B5EF4-FFF2-40B4-BE49-F238E27FC236}">
                <a16:creationId xmlns:a16="http://schemas.microsoft.com/office/drawing/2014/main" id="{F24DECB1-8C64-4515-93FC-9150513EC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369" y="81018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1" name="path-5689">
            <a:extLst xmlns:a="http://schemas.openxmlformats.org/drawingml/2006/main">
              <a:ext uri="{FF2B5EF4-FFF2-40B4-BE49-F238E27FC236}">
                <a16:creationId xmlns:a16="http://schemas.microsoft.com/office/drawing/2014/main" id="{43A7450A-A902-4B1A-A284-0FE75FF51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623" y="8114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2" name="path-5690">
            <a:extLst xmlns:a="http://schemas.openxmlformats.org/drawingml/2006/main">
              <a:ext uri="{FF2B5EF4-FFF2-40B4-BE49-F238E27FC236}">
                <a16:creationId xmlns:a16="http://schemas.microsoft.com/office/drawing/2014/main" id="{F17A800B-4A8A-4A79-9F87-BC975EA20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973" y="81520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3" name="path-5691">
            <a:extLst xmlns:a="http://schemas.openxmlformats.org/drawingml/2006/main">
              <a:ext uri="{FF2B5EF4-FFF2-40B4-BE49-F238E27FC236}">
                <a16:creationId xmlns:a16="http://schemas.microsoft.com/office/drawing/2014/main" id="{FB9357B1-F7AC-4C05-B678-9A53B3E1D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806" y="8183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4" name="path-5692">
            <a:extLst xmlns:a="http://schemas.openxmlformats.org/drawingml/2006/main">
              <a:ext uri="{FF2B5EF4-FFF2-40B4-BE49-F238E27FC236}">
                <a16:creationId xmlns:a16="http://schemas.microsoft.com/office/drawing/2014/main" id="{36961FD9-2A18-4BF3-A243-CBDB46419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040" y="8147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5" name="path-5693">
            <a:extLst xmlns:a="http://schemas.openxmlformats.org/drawingml/2006/main">
              <a:ext uri="{FF2B5EF4-FFF2-40B4-BE49-F238E27FC236}">
                <a16:creationId xmlns:a16="http://schemas.microsoft.com/office/drawing/2014/main" id="{5549CF14-0838-4124-A57C-200DD0D20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479" y="81619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6" name="path-5694">
            <a:extLst xmlns:a="http://schemas.openxmlformats.org/drawingml/2006/main">
              <a:ext uri="{FF2B5EF4-FFF2-40B4-BE49-F238E27FC236}">
                <a16:creationId xmlns:a16="http://schemas.microsoft.com/office/drawing/2014/main" id="{90263B3E-BFFE-40DF-9097-DEEDFCDBA8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305" y="81458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7" name="path-5695">
            <a:extLst xmlns:a="http://schemas.openxmlformats.org/drawingml/2006/main">
              <a:ext uri="{FF2B5EF4-FFF2-40B4-BE49-F238E27FC236}">
                <a16:creationId xmlns:a16="http://schemas.microsoft.com/office/drawing/2014/main" id="{FC7FF620-AAB6-4EBA-8FD0-7B057BFD5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6208" y="81473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8" name="path-5696">
            <a:extLst xmlns:a="http://schemas.openxmlformats.org/drawingml/2006/main">
              <a:ext uri="{FF2B5EF4-FFF2-40B4-BE49-F238E27FC236}">
                <a16:creationId xmlns:a16="http://schemas.microsoft.com/office/drawing/2014/main" id="{6C80168B-7812-4237-9612-D55374906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414" y="8149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89" name="path-5697">
            <a:extLst xmlns:a="http://schemas.openxmlformats.org/drawingml/2006/main">
              <a:ext uri="{FF2B5EF4-FFF2-40B4-BE49-F238E27FC236}">
                <a16:creationId xmlns:a16="http://schemas.microsoft.com/office/drawing/2014/main" id="{542CB4B4-F8A8-475D-AEA3-347A861C47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013" y="81285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0" name="path-5698">
            <a:extLst xmlns:a="http://schemas.openxmlformats.org/drawingml/2006/main">
              <a:ext uri="{FF2B5EF4-FFF2-40B4-BE49-F238E27FC236}">
                <a16:creationId xmlns:a16="http://schemas.microsoft.com/office/drawing/2014/main" id="{57341B04-FBF5-4E63-B244-9A6667D778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3548" y="81543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1" name="path-5699">
            <a:extLst xmlns:a="http://schemas.openxmlformats.org/drawingml/2006/main">
              <a:ext uri="{FF2B5EF4-FFF2-40B4-BE49-F238E27FC236}">
                <a16:creationId xmlns:a16="http://schemas.microsoft.com/office/drawing/2014/main" id="{D3D5C859-138F-4624-85C1-41518FE28B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8423" y="80986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2" name="path-5700">
            <a:extLst xmlns:a="http://schemas.openxmlformats.org/drawingml/2006/main">
              <a:ext uri="{FF2B5EF4-FFF2-40B4-BE49-F238E27FC236}">
                <a16:creationId xmlns:a16="http://schemas.microsoft.com/office/drawing/2014/main" id="{11403FC5-FCA3-4969-94B4-855C94547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93" y="8137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3" name="path-5701">
            <a:extLst xmlns:a="http://schemas.openxmlformats.org/drawingml/2006/main">
              <a:ext uri="{FF2B5EF4-FFF2-40B4-BE49-F238E27FC236}">
                <a16:creationId xmlns:a16="http://schemas.microsoft.com/office/drawing/2014/main" id="{3D076C1C-DBA5-4477-80CD-BE5A57143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4807" y="81360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4" name="path-5702">
            <a:extLst xmlns:a="http://schemas.openxmlformats.org/drawingml/2006/main">
              <a:ext uri="{FF2B5EF4-FFF2-40B4-BE49-F238E27FC236}">
                <a16:creationId xmlns:a16="http://schemas.microsoft.com/office/drawing/2014/main" id="{EACB6EFC-06A5-47E9-86FA-EEF85C6F8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8858" y="8112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5" name="path-5703">
            <a:extLst xmlns:a="http://schemas.openxmlformats.org/drawingml/2006/main">
              <a:ext uri="{FF2B5EF4-FFF2-40B4-BE49-F238E27FC236}">
                <a16:creationId xmlns:a16="http://schemas.microsoft.com/office/drawing/2014/main" id="{5E0533B0-446B-464F-A7BF-E53E5A5C6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311" y="8146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6" name="path-5704">
            <a:extLst xmlns:a="http://schemas.openxmlformats.org/drawingml/2006/main">
              <a:ext uri="{FF2B5EF4-FFF2-40B4-BE49-F238E27FC236}">
                <a16:creationId xmlns:a16="http://schemas.microsoft.com/office/drawing/2014/main" id="{BF6875A4-7873-4D64-882B-E86A1C54C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013" y="8142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7" name="path-5705">
            <a:extLst xmlns:a="http://schemas.openxmlformats.org/drawingml/2006/main">
              <a:ext uri="{FF2B5EF4-FFF2-40B4-BE49-F238E27FC236}">
                <a16:creationId xmlns:a16="http://schemas.microsoft.com/office/drawing/2014/main" id="{AAA32BC8-45B4-4B98-B63C-92F3E6A96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61" y="81416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8" name="path-5706">
            <a:extLst xmlns:a="http://schemas.openxmlformats.org/drawingml/2006/main">
              <a:ext uri="{FF2B5EF4-FFF2-40B4-BE49-F238E27FC236}">
                <a16:creationId xmlns:a16="http://schemas.microsoft.com/office/drawing/2014/main" id="{9841FA89-B98B-4883-BB0A-A9EFE7D6E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73" y="8131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99" name="path-5707">
            <a:extLst xmlns:a="http://schemas.openxmlformats.org/drawingml/2006/main">
              <a:ext uri="{FF2B5EF4-FFF2-40B4-BE49-F238E27FC236}">
                <a16:creationId xmlns:a16="http://schemas.microsoft.com/office/drawing/2014/main" id="{C8686BC1-3D2D-4965-BA52-2418F190D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703" y="8108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0" name="path-5708">
            <a:extLst xmlns:a="http://schemas.openxmlformats.org/drawingml/2006/main">
              <a:ext uri="{FF2B5EF4-FFF2-40B4-BE49-F238E27FC236}">
                <a16:creationId xmlns:a16="http://schemas.microsoft.com/office/drawing/2014/main" id="{FE1B838B-6F1A-47E4-BC9B-20F8274E7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80" y="81391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1" name="path-5709">
            <a:extLst xmlns:a="http://schemas.openxmlformats.org/drawingml/2006/main">
              <a:ext uri="{FF2B5EF4-FFF2-40B4-BE49-F238E27FC236}">
                <a16:creationId xmlns:a16="http://schemas.microsoft.com/office/drawing/2014/main" id="{E33DF1B5-A818-4A48-8A87-369662290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13" y="81506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2" name="path-5710">
            <a:extLst xmlns:a="http://schemas.openxmlformats.org/drawingml/2006/main">
              <a:ext uri="{FF2B5EF4-FFF2-40B4-BE49-F238E27FC236}">
                <a16:creationId xmlns:a16="http://schemas.microsoft.com/office/drawing/2014/main" id="{A77C20D9-7B2B-4A31-8E60-13D88204A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90" y="8162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3" name="path-5711">
            <a:extLst xmlns:a="http://schemas.openxmlformats.org/drawingml/2006/main">
              <a:ext uri="{FF2B5EF4-FFF2-40B4-BE49-F238E27FC236}">
                <a16:creationId xmlns:a16="http://schemas.microsoft.com/office/drawing/2014/main" id="{E9B15B56-CF66-41EF-B09E-DD5952C2C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991" y="81302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4" name="path-5712">
            <a:extLst xmlns:a="http://schemas.openxmlformats.org/drawingml/2006/main">
              <a:ext uri="{FF2B5EF4-FFF2-40B4-BE49-F238E27FC236}">
                <a16:creationId xmlns:a16="http://schemas.microsoft.com/office/drawing/2014/main" id="{29695420-C207-4776-A66D-FFC40A385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94878" y="8147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5" name="path-5713">
            <a:extLst xmlns:a="http://schemas.openxmlformats.org/drawingml/2006/main">
              <a:ext uri="{FF2B5EF4-FFF2-40B4-BE49-F238E27FC236}">
                <a16:creationId xmlns:a16="http://schemas.microsoft.com/office/drawing/2014/main" id="{676ED237-41B4-4252-97E9-828A1B89E9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213" y="81470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6" name="path-5714">
            <a:extLst xmlns:a="http://schemas.openxmlformats.org/drawingml/2006/main">
              <a:ext uri="{FF2B5EF4-FFF2-40B4-BE49-F238E27FC236}">
                <a16:creationId xmlns:a16="http://schemas.microsoft.com/office/drawing/2014/main" id="{1E451E61-ED98-4FC2-9543-502F94208C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466" y="81319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7" name="path-5715">
            <a:extLst xmlns:a="http://schemas.openxmlformats.org/drawingml/2006/main">
              <a:ext uri="{FF2B5EF4-FFF2-40B4-BE49-F238E27FC236}">
                <a16:creationId xmlns:a16="http://schemas.microsoft.com/office/drawing/2014/main" id="{B091E49C-4668-4B1A-95AD-B3301C596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359" y="8136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8" name="path-5716">
            <a:extLst xmlns:a="http://schemas.openxmlformats.org/drawingml/2006/main">
              <a:ext uri="{FF2B5EF4-FFF2-40B4-BE49-F238E27FC236}">
                <a16:creationId xmlns:a16="http://schemas.microsoft.com/office/drawing/2014/main" id="{A9E14F0D-8B38-4B29-B396-517139B13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904" y="81592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09" name="path-5717">
            <a:extLst xmlns:a="http://schemas.openxmlformats.org/drawingml/2006/main">
              <a:ext uri="{FF2B5EF4-FFF2-40B4-BE49-F238E27FC236}">
                <a16:creationId xmlns:a16="http://schemas.microsoft.com/office/drawing/2014/main" id="{270CCFDD-3FD6-4898-9A8C-B00C44964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4039" y="81434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0" name="path-5718">
            <a:extLst xmlns:a="http://schemas.openxmlformats.org/drawingml/2006/main">
              <a:ext uri="{FF2B5EF4-FFF2-40B4-BE49-F238E27FC236}">
                <a16:creationId xmlns:a16="http://schemas.microsoft.com/office/drawing/2014/main" id="{AEB01DE1-B8AB-4131-A3F8-968CED45C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56836" y="81516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1" name="path-5719">
            <a:extLst xmlns:a="http://schemas.openxmlformats.org/drawingml/2006/main">
              <a:ext uri="{FF2B5EF4-FFF2-40B4-BE49-F238E27FC236}">
                <a16:creationId xmlns:a16="http://schemas.microsoft.com/office/drawing/2014/main" id="{7A542731-17CD-4CC7-BFF4-92AA574AD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735" y="81252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2" name="path-5720">
            <a:extLst xmlns:a="http://schemas.openxmlformats.org/drawingml/2006/main">
              <a:ext uri="{FF2B5EF4-FFF2-40B4-BE49-F238E27FC236}">
                <a16:creationId xmlns:a16="http://schemas.microsoft.com/office/drawing/2014/main" id="{176E0082-C8ED-4636-A09A-2BB75002F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449" y="81340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3" name="path-5721">
            <a:extLst xmlns:a="http://schemas.openxmlformats.org/drawingml/2006/main">
              <a:ext uri="{FF2B5EF4-FFF2-40B4-BE49-F238E27FC236}">
                <a16:creationId xmlns:a16="http://schemas.microsoft.com/office/drawing/2014/main" id="{F621E922-B7FD-4A35-9FF0-0AF6AC2FE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325" y="81544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4" name="path-5722">
            <a:extLst xmlns:a="http://schemas.openxmlformats.org/drawingml/2006/main">
              <a:ext uri="{FF2B5EF4-FFF2-40B4-BE49-F238E27FC236}">
                <a16:creationId xmlns:a16="http://schemas.microsoft.com/office/drawing/2014/main" id="{7BA6CF07-489E-42CF-8C62-D76655B20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941" y="81525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5" name="path-5723">
            <a:extLst xmlns:a="http://schemas.openxmlformats.org/drawingml/2006/main">
              <a:ext uri="{FF2B5EF4-FFF2-40B4-BE49-F238E27FC236}">
                <a16:creationId xmlns:a16="http://schemas.microsoft.com/office/drawing/2014/main" id="{DA3086C3-FF5E-43D8-92FF-3DE200C17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596" y="8137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6" name="path-5724">
            <a:extLst xmlns:a="http://schemas.openxmlformats.org/drawingml/2006/main">
              <a:ext uri="{FF2B5EF4-FFF2-40B4-BE49-F238E27FC236}">
                <a16:creationId xmlns:a16="http://schemas.microsoft.com/office/drawing/2014/main" id="{84D2F1DA-C8DC-4A85-93D3-CCE96C1B8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165" y="81333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7" name="path-5725">
            <a:extLst xmlns:a="http://schemas.openxmlformats.org/drawingml/2006/main">
              <a:ext uri="{FF2B5EF4-FFF2-40B4-BE49-F238E27FC236}">
                <a16:creationId xmlns:a16="http://schemas.microsoft.com/office/drawing/2014/main" id="{274F25EF-E1A3-46A2-8417-E7E565146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4" y="81716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8" name="path-5726">
            <a:extLst xmlns:a="http://schemas.openxmlformats.org/drawingml/2006/main">
              <a:ext uri="{FF2B5EF4-FFF2-40B4-BE49-F238E27FC236}">
                <a16:creationId xmlns:a16="http://schemas.microsoft.com/office/drawing/2014/main" id="{4AE99A01-8FE0-4149-83D9-12FF634E8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060" y="81365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19" name="path-5727">
            <a:extLst xmlns:a="http://schemas.openxmlformats.org/drawingml/2006/main">
              <a:ext uri="{FF2B5EF4-FFF2-40B4-BE49-F238E27FC236}">
                <a16:creationId xmlns:a16="http://schemas.microsoft.com/office/drawing/2014/main" id="{27254EA6-BA08-407C-A9E2-ED25A1E9F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203" y="81517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0" name="path-5728">
            <a:extLst xmlns:a="http://schemas.openxmlformats.org/drawingml/2006/main">
              <a:ext uri="{FF2B5EF4-FFF2-40B4-BE49-F238E27FC236}">
                <a16:creationId xmlns:a16="http://schemas.microsoft.com/office/drawing/2014/main" id="{5FA30E29-98B0-4B09-8E4A-283571015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222" y="81388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1" name="path-5729">
            <a:extLst xmlns:a="http://schemas.openxmlformats.org/drawingml/2006/main">
              <a:ext uri="{FF2B5EF4-FFF2-40B4-BE49-F238E27FC236}">
                <a16:creationId xmlns:a16="http://schemas.microsoft.com/office/drawing/2014/main" id="{9D49F8CB-A555-4287-8CC2-7058CB60E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838" y="8144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2" name="path-5730">
            <a:extLst xmlns:a="http://schemas.openxmlformats.org/drawingml/2006/main">
              <a:ext uri="{FF2B5EF4-FFF2-40B4-BE49-F238E27FC236}">
                <a16:creationId xmlns:a16="http://schemas.microsoft.com/office/drawing/2014/main" id="{C1D2DA51-51A0-424D-A6A8-1F7278C5D1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9329" y="8119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3" name="path-5731">
            <a:extLst xmlns:a="http://schemas.openxmlformats.org/drawingml/2006/main">
              <a:ext uri="{FF2B5EF4-FFF2-40B4-BE49-F238E27FC236}">
                <a16:creationId xmlns:a16="http://schemas.microsoft.com/office/drawing/2014/main" id="{E4A48E13-98EB-47D6-8E43-05DEFAD16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907" y="8157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4" name="path-5732">
            <a:extLst xmlns:a="http://schemas.openxmlformats.org/drawingml/2006/main">
              <a:ext uri="{FF2B5EF4-FFF2-40B4-BE49-F238E27FC236}">
                <a16:creationId xmlns:a16="http://schemas.microsoft.com/office/drawing/2014/main" id="{C3101F17-266D-49F8-9F51-0C6F25537C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397" y="8143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5" name="path-5733">
            <a:extLst xmlns:a="http://schemas.openxmlformats.org/drawingml/2006/main">
              <a:ext uri="{FF2B5EF4-FFF2-40B4-BE49-F238E27FC236}">
                <a16:creationId xmlns:a16="http://schemas.microsoft.com/office/drawing/2014/main" id="{4B4BF824-D258-4D3F-985E-5194A76E8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414" y="81271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6" name="path-5734">
            <a:extLst xmlns:a="http://schemas.openxmlformats.org/drawingml/2006/main">
              <a:ext uri="{FF2B5EF4-FFF2-40B4-BE49-F238E27FC236}">
                <a16:creationId xmlns:a16="http://schemas.microsoft.com/office/drawing/2014/main" id="{F1C8234A-C4E5-4DE7-B145-0F39B8E59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311" y="81320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7" name="path-5735">
            <a:extLst xmlns:a="http://schemas.openxmlformats.org/drawingml/2006/main">
              <a:ext uri="{FF2B5EF4-FFF2-40B4-BE49-F238E27FC236}">
                <a16:creationId xmlns:a16="http://schemas.microsoft.com/office/drawing/2014/main" id="{D2341810-210B-45FA-A305-F32EA43B0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2364" y="81604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8" name="path-5736">
            <a:extLst xmlns:a="http://schemas.openxmlformats.org/drawingml/2006/main">
              <a:ext uri="{FF2B5EF4-FFF2-40B4-BE49-F238E27FC236}">
                <a16:creationId xmlns:a16="http://schemas.microsoft.com/office/drawing/2014/main" id="{D9981681-5783-458A-98A3-C04D8573E7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834" y="81369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29" name="path-5737">
            <a:extLst xmlns:a="http://schemas.openxmlformats.org/drawingml/2006/main">
              <a:ext uri="{FF2B5EF4-FFF2-40B4-BE49-F238E27FC236}">
                <a16:creationId xmlns:a16="http://schemas.microsoft.com/office/drawing/2014/main" id="{201C2ED9-2252-46C6-9DB8-AADBD3967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597" y="81437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0" name="path-5738">
            <a:extLst xmlns:a="http://schemas.openxmlformats.org/drawingml/2006/main">
              <a:ext uri="{FF2B5EF4-FFF2-40B4-BE49-F238E27FC236}">
                <a16:creationId xmlns:a16="http://schemas.microsoft.com/office/drawing/2014/main" id="{9310F58F-9180-4360-BA12-1392D79B8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137" y="8134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1" name="path-5739">
            <a:extLst xmlns:a="http://schemas.openxmlformats.org/drawingml/2006/main">
              <a:ext uri="{FF2B5EF4-FFF2-40B4-BE49-F238E27FC236}">
                <a16:creationId xmlns:a16="http://schemas.microsoft.com/office/drawing/2014/main" id="{8FAC0156-4639-4268-9FCE-74B99D206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020" y="81507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2" name="path-5740">
            <a:extLst xmlns:a="http://schemas.openxmlformats.org/drawingml/2006/main">
              <a:ext uri="{FF2B5EF4-FFF2-40B4-BE49-F238E27FC236}">
                <a16:creationId xmlns:a16="http://schemas.microsoft.com/office/drawing/2014/main" id="{05B98266-AE65-4193-92B7-CB53A5914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302" y="81134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3" name="path-5741">
            <a:extLst xmlns:a="http://schemas.openxmlformats.org/drawingml/2006/main">
              <a:ext uri="{FF2B5EF4-FFF2-40B4-BE49-F238E27FC236}">
                <a16:creationId xmlns:a16="http://schemas.microsoft.com/office/drawing/2014/main" id="{7637D73D-0E8E-4A22-A4CD-06004F74B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3499" y="81412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4" name="path-5742">
            <a:extLst xmlns:a="http://schemas.openxmlformats.org/drawingml/2006/main">
              <a:ext uri="{FF2B5EF4-FFF2-40B4-BE49-F238E27FC236}">
                <a16:creationId xmlns:a16="http://schemas.microsoft.com/office/drawing/2014/main" id="{CE66302A-F2F0-4B55-B5EE-2E64694FB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985" y="8136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5" name="path-5743">
            <a:extLst xmlns:a="http://schemas.openxmlformats.org/drawingml/2006/main">
              <a:ext uri="{FF2B5EF4-FFF2-40B4-BE49-F238E27FC236}">
                <a16:creationId xmlns:a16="http://schemas.microsoft.com/office/drawing/2014/main" id="{56768682-F07D-4B26-8671-8D1B18863A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030" y="8118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6" name="path-5744">
            <a:extLst xmlns:a="http://schemas.openxmlformats.org/drawingml/2006/main">
              <a:ext uri="{FF2B5EF4-FFF2-40B4-BE49-F238E27FC236}">
                <a16:creationId xmlns:a16="http://schemas.microsoft.com/office/drawing/2014/main" id="{EBBF85ED-AE27-4790-A5C9-D022167B73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79" y="81375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7" name="path-5745">
            <a:extLst xmlns:a="http://schemas.openxmlformats.org/drawingml/2006/main">
              <a:ext uri="{FF2B5EF4-FFF2-40B4-BE49-F238E27FC236}">
                <a16:creationId xmlns:a16="http://schemas.microsoft.com/office/drawing/2014/main" id="{1B196B13-B5BC-47C2-84F0-AC6CB1E59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021" y="81524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8" name="path-5746">
            <a:extLst xmlns:a="http://schemas.openxmlformats.org/drawingml/2006/main">
              <a:ext uri="{FF2B5EF4-FFF2-40B4-BE49-F238E27FC236}">
                <a16:creationId xmlns:a16="http://schemas.microsoft.com/office/drawing/2014/main" id="{080CABC8-D2DF-4251-A3B9-8B42C9A16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914" y="81329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39" name="path-5747">
            <a:extLst xmlns:a="http://schemas.openxmlformats.org/drawingml/2006/main">
              <a:ext uri="{FF2B5EF4-FFF2-40B4-BE49-F238E27FC236}">
                <a16:creationId xmlns:a16="http://schemas.microsoft.com/office/drawing/2014/main" id="{0E0DBCD0-C139-4A13-88CE-BF24800E4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214" y="81518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0" name="path-5748">
            <a:extLst xmlns:a="http://schemas.openxmlformats.org/drawingml/2006/main">
              <a:ext uri="{FF2B5EF4-FFF2-40B4-BE49-F238E27FC236}">
                <a16:creationId xmlns:a16="http://schemas.microsoft.com/office/drawing/2014/main" id="{46E9993D-0502-487F-A8B2-A3D3B0667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15" y="81736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1" name="path-5749">
            <a:extLst xmlns:a="http://schemas.openxmlformats.org/drawingml/2006/main">
              <a:ext uri="{FF2B5EF4-FFF2-40B4-BE49-F238E27FC236}">
                <a16:creationId xmlns:a16="http://schemas.microsoft.com/office/drawing/2014/main" id="{37A3733A-646C-4F1D-A358-0E597E01F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986" y="81406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2" name="path-5750">
            <a:extLst xmlns:a="http://schemas.openxmlformats.org/drawingml/2006/main">
              <a:ext uri="{FF2B5EF4-FFF2-40B4-BE49-F238E27FC236}">
                <a16:creationId xmlns:a16="http://schemas.microsoft.com/office/drawing/2014/main" id="{0F7141B2-032B-46C1-BF0E-84C969AF8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0536" y="81384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3" name="path-5751">
            <a:extLst xmlns:a="http://schemas.openxmlformats.org/drawingml/2006/main">
              <a:ext uri="{FF2B5EF4-FFF2-40B4-BE49-F238E27FC236}">
                <a16:creationId xmlns:a16="http://schemas.microsoft.com/office/drawing/2014/main" id="{C68DB354-7EBA-41A2-ACF1-5ED3ABC07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157" y="81548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4" name="path-5752">
            <a:extLst xmlns:a="http://schemas.openxmlformats.org/drawingml/2006/main">
              <a:ext uri="{FF2B5EF4-FFF2-40B4-BE49-F238E27FC236}">
                <a16:creationId xmlns:a16="http://schemas.microsoft.com/office/drawing/2014/main" id="{ADE4A136-739E-4D64-BD0C-C5180E13B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992" y="81478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5" name="path-5753">
            <a:extLst xmlns:a="http://schemas.openxmlformats.org/drawingml/2006/main">
              <a:ext uri="{FF2B5EF4-FFF2-40B4-BE49-F238E27FC236}">
                <a16:creationId xmlns:a16="http://schemas.microsoft.com/office/drawing/2014/main" id="{C9FDBAC3-F333-4FD2-BC2C-7F4AE0A6C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281" y="81462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6" name="path-5754">
            <a:extLst xmlns:a="http://schemas.openxmlformats.org/drawingml/2006/main">
              <a:ext uri="{FF2B5EF4-FFF2-40B4-BE49-F238E27FC236}">
                <a16:creationId xmlns:a16="http://schemas.microsoft.com/office/drawing/2014/main" id="{D7864428-74A9-41A3-966F-4F7F204A6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6703" y="81129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7" name="path-5755">
            <a:extLst xmlns:a="http://schemas.openxmlformats.org/drawingml/2006/main">
              <a:ext uri="{FF2B5EF4-FFF2-40B4-BE49-F238E27FC236}">
                <a16:creationId xmlns:a16="http://schemas.microsoft.com/office/drawing/2014/main" id="{41DD38A8-A9E3-471B-ACA0-0A30B5EC8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34" y="81268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8" name="path-5756">
            <a:extLst xmlns:a="http://schemas.openxmlformats.org/drawingml/2006/main">
              <a:ext uri="{FF2B5EF4-FFF2-40B4-BE49-F238E27FC236}">
                <a16:creationId xmlns:a16="http://schemas.microsoft.com/office/drawing/2014/main" id="{CFF802C0-2918-4650-83D3-6E0F5E4C7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760" y="81534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49" name="path-5757">
            <a:extLst xmlns:a="http://schemas.openxmlformats.org/drawingml/2006/main">
              <a:ext uri="{FF2B5EF4-FFF2-40B4-BE49-F238E27FC236}">
                <a16:creationId xmlns:a16="http://schemas.microsoft.com/office/drawing/2014/main" id="{DBB38266-F3CB-4395-9A9D-CC6AD608A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359" y="81468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0" name="path-5758">
            <a:extLst xmlns:a="http://schemas.openxmlformats.org/drawingml/2006/main">
              <a:ext uri="{FF2B5EF4-FFF2-40B4-BE49-F238E27FC236}">
                <a16:creationId xmlns:a16="http://schemas.microsoft.com/office/drawing/2014/main" id="{09971981-FCC3-4037-B8AE-541E57923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3488" y="81507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1" name="path-5759">
            <a:extLst xmlns:a="http://schemas.openxmlformats.org/drawingml/2006/main">
              <a:ext uri="{FF2B5EF4-FFF2-40B4-BE49-F238E27FC236}">
                <a16:creationId xmlns:a16="http://schemas.microsoft.com/office/drawing/2014/main" id="{29637A17-0FCC-46AE-9B44-801A338BA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406" y="81131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2" name="path-5760">
            <a:extLst xmlns:a="http://schemas.openxmlformats.org/drawingml/2006/main">
              <a:ext uri="{FF2B5EF4-FFF2-40B4-BE49-F238E27FC236}">
                <a16:creationId xmlns:a16="http://schemas.microsoft.com/office/drawing/2014/main" id="{87A34F28-BEEE-410F-B10A-316249F45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982" y="81623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3" name="path-5761">
            <a:extLst xmlns:a="http://schemas.openxmlformats.org/drawingml/2006/main">
              <a:ext uri="{FF2B5EF4-FFF2-40B4-BE49-F238E27FC236}">
                <a16:creationId xmlns:a16="http://schemas.microsoft.com/office/drawing/2014/main" id="{8C1AD84C-7D6C-41BE-ABEF-8C193ED77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8141" y="8097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4" name="path-5762">
            <a:extLst xmlns:a="http://schemas.openxmlformats.org/drawingml/2006/main">
              <a:ext uri="{FF2B5EF4-FFF2-40B4-BE49-F238E27FC236}">
                <a16:creationId xmlns:a16="http://schemas.microsoft.com/office/drawing/2014/main" id="{68499E6D-5044-4E98-96E7-786F2A07C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690" y="81377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5" name="path-5763">
            <a:extLst xmlns:a="http://schemas.openxmlformats.org/drawingml/2006/main">
              <a:ext uri="{FF2B5EF4-FFF2-40B4-BE49-F238E27FC236}">
                <a16:creationId xmlns:a16="http://schemas.microsoft.com/office/drawing/2014/main" id="{EBB7E12C-83E5-40FA-8D5E-F4919A318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6797" y="8135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6" name="path-5764">
            <a:extLst xmlns:a="http://schemas.openxmlformats.org/drawingml/2006/main">
              <a:ext uri="{FF2B5EF4-FFF2-40B4-BE49-F238E27FC236}">
                <a16:creationId xmlns:a16="http://schemas.microsoft.com/office/drawing/2014/main" id="{3A4772D0-89C3-45CB-9C68-19F74F36A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82" y="81561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7" name="path-5765">
            <a:extLst xmlns:a="http://schemas.openxmlformats.org/drawingml/2006/main">
              <a:ext uri="{FF2B5EF4-FFF2-40B4-BE49-F238E27FC236}">
                <a16:creationId xmlns:a16="http://schemas.microsoft.com/office/drawing/2014/main" id="{B2EACE28-AA63-45A0-B11C-5578067AE2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109" y="81513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8" name="path-5766">
            <a:extLst xmlns:a="http://schemas.openxmlformats.org/drawingml/2006/main">
              <a:ext uri="{FF2B5EF4-FFF2-40B4-BE49-F238E27FC236}">
                <a16:creationId xmlns:a16="http://schemas.microsoft.com/office/drawing/2014/main" id="{FC7E6D42-46C9-461F-81AC-FF401C87E4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797" y="81320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59" name="path-5767">
            <a:extLst xmlns:a="http://schemas.openxmlformats.org/drawingml/2006/main">
              <a:ext uri="{FF2B5EF4-FFF2-40B4-BE49-F238E27FC236}">
                <a16:creationId xmlns:a16="http://schemas.microsoft.com/office/drawing/2014/main" id="{82CB11E8-9569-4B86-A126-56472F37F5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424" y="81407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0" name="path-5768">
            <a:extLst xmlns:a="http://schemas.openxmlformats.org/drawingml/2006/main">
              <a:ext uri="{FF2B5EF4-FFF2-40B4-BE49-F238E27FC236}">
                <a16:creationId xmlns:a16="http://schemas.microsoft.com/office/drawing/2014/main" id="{1FDE4031-FD3B-42A4-9812-7E59BD832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538" y="81505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1" name="path-5769">
            <a:extLst xmlns:a="http://schemas.openxmlformats.org/drawingml/2006/main">
              <a:ext uri="{FF2B5EF4-FFF2-40B4-BE49-F238E27FC236}">
                <a16:creationId xmlns:a16="http://schemas.microsoft.com/office/drawing/2014/main" id="{C6CD9568-4DD1-4B60-9DAD-8B895C123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4103" y="8144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2" name="path-5770">
            <a:extLst xmlns:a="http://schemas.openxmlformats.org/drawingml/2006/main">
              <a:ext uri="{FF2B5EF4-FFF2-40B4-BE49-F238E27FC236}">
                <a16:creationId xmlns:a16="http://schemas.microsoft.com/office/drawing/2014/main" id="{21455ECA-60A7-4099-ADBC-B2D281988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7622" y="8151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3" name="path-5771">
            <a:extLst xmlns:a="http://schemas.openxmlformats.org/drawingml/2006/main">
              <a:ext uri="{FF2B5EF4-FFF2-40B4-BE49-F238E27FC236}">
                <a16:creationId xmlns:a16="http://schemas.microsoft.com/office/drawing/2014/main" id="{CBBADF26-EEF7-4E96-AF30-6156BAE32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248" y="8150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4" name="path-5772">
            <a:extLst xmlns:a="http://schemas.openxmlformats.org/drawingml/2006/main">
              <a:ext uri="{FF2B5EF4-FFF2-40B4-BE49-F238E27FC236}">
                <a16:creationId xmlns:a16="http://schemas.microsoft.com/office/drawing/2014/main" id="{A2DBA413-0DE6-4F70-8792-41A0E8E6E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163" y="81650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5" name="path-5773">
            <a:extLst xmlns:a="http://schemas.openxmlformats.org/drawingml/2006/main">
              <a:ext uri="{FF2B5EF4-FFF2-40B4-BE49-F238E27FC236}">
                <a16:creationId xmlns:a16="http://schemas.microsoft.com/office/drawing/2014/main" id="{E3866C18-BC74-4463-A173-3F4FE8B84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508" y="81455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6" name="path-5774">
            <a:extLst xmlns:a="http://schemas.openxmlformats.org/drawingml/2006/main">
              <a:ext uri="{FF2B5EF4-FFF2-40B4-BE49-F238E27FC236}">
                <a16:creationId xmlns:a16="http://schemas.microsoft.com/office/drawing/2014/main" id="{4295B7CB-DAFC-446C-AB9F-2A38DEDE9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677" y="81485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7" name="path-5775">
            <a:extLst xmlns:a="http://schemas.openxmlformats.org/drawingml/2006/main">
              <a:ext uri="{FF2B5EF4-FFF2-40B4-BE49-F238E27FC236}">
                <a16:creationId xmlns:a16="http://schemas.microsoft.com/office/drawing/2014/main" id="{1DA60473-F904-4E7D-8165-9BD700BD6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949" y="81259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8" name="path-5776">
            <a:extLst xmlns:a="http://schemas.openxmlformats.org/drawingml/2006/main">
              <a:ext uri="{FF2B5EF4-FFF2-40B4-BE49-F238E27FC236}">
                <a16:creationId xmlns:a16="http://schemas.microsoft.com/office/drawing/2014/main" id="{2200DD58-6F98-4FB6-8725-2DB5F20F10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688" y="8129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69" name="path-5777">
            <a:extLst xmlns:a="http://schemas.openxmlformats.org/drawingml/2006/main">
              <a:ext uri="{FF2B5EF4-FFF2-40B4-BE49-F238E27FC236}">
                <a16:creationId xmlns:a16="http://schemas.microsoft.com/office/drawing/2014/main" id="{A3C69A42-D55D-423B-B257-A612FD256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42" y="81458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0" name="path-5778">
            <a:extLst xmlns:a="http://schemas.openxmlformats.org/drawingml/2006/main">
              <a:ext uri="{FF2B5EF4-FFF2-40B4-BE49-F238E27FC236}">
                <a16:creationId xmlns:a16="http://schemas.microsoft.com/office/drawing/2014/main" id="{C7DE3A49-B842-4E03-969C-D0CB244B21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67" y="81423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1" name="path-5779">
            <a:extLst xmlns:a="http://schemas.openxmlformats.org/drawingml/2006/main">
              <a:ext uri="{FF2B5EF4-FFF2-40B4-BE49-F238E27FC236}">
                <a16:creationId xmlns:a16="http://schemas.microsoft.com/office/drawing/2014/main" id="{09734182-2008-48D4-80E2-658B49BE82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745" y="81377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2" name="path-5780">
            <a:extLst xmlns:a="http://schemas.openxmlformats.org/drawingml/2006/main">
              <a:ext uri="{FF2B5EF4-FFF2-40B4-BE49-F238E27FC236}">
                <a16:creationId xmlns:a16="http://schemas.microsoft.com/office/drawing/2014/main" id="{493973EC-9E8E-4E5D-A3D3-FAC73F079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798" y="8129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3" name="path-5781">
            <a:extLst xmlns:a="http://schemas.openxmlformats.org/drawingml/2006/main">
              <a:ext uri="{FF2B5EF4-FFF2-40B4-BE49-F238E27FC236}">
                <a16:creationId xmlns:a16="http://schemas.microsoft.com/office/drawing/2014/main" id="{35BCB650-BB35-491E-AA56-1B3FD1B14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258" y="81367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4" name="path-5782">
            <a:extLst xmlns:a="http://schemas.openxmlformats.org/drawingml/2006/main">
              <a:ext uri="{FF2B5EF4-FFF2-40B4-BE49-F238E27FC236}">
                <a16:creationId xmlns:a16="http://schemas.microsoft.com/office/drawing/2014/main" id="{AF9AA89D-B816-458E-AA7B-69CE016CE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316" y="81270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5" name="path-5783">
            <a:extLst xmlns:a="http://schemas.openxmlformats.org/drawingml/2006/main">
              <a:ext uri="{FF2B5EF4-FFF2-40B4-BE49-F238E27FC236}">
                <a16:creationId xmlns:a16="http://schemas.microsoft.com/office/drawing/2014/main" id="{8274497F-33EF-4EA9-AC74-018C7CDDD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46" y="8168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6" name="path-5784">
            <a:extLst xmlns:a="http://schemas.openxmlformats.org/drawingml/2006/main">
              <a:ext uri="{FF2B5EF4-FFF2-40B4-BE49-F238E27FC236}">
                <a16:creationId xmlns:a16="http://schemas.microsoft.com/office/drawing/2014/main" id="{D349FFDA-2871-469E-9E15-030A496AF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7526" y="8150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7" name="path-5785">
            <a:extLst xmlns:a="http://schemas.openxmlformats.org/drawingml/2006/main">
              <a:ext uri="{FF2B5EF4-FFF2-40B4-BE49-F238E27FC236}">
                <a16:creationId xmlns:a16="http://schemas.microsoft.com/office/drawing/2014/main" id="{0B1CE9E7-180D-4016-B58A-77BBE60C0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229" y="81632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8" name="path-5786">
            <a:extLst xmlns:a="http://schemas.openxmlformats.org/drawingml/2006/main">
              <a:ext uri="{FF2B5EF4-FFF2-40B4-BE49-F238E27FC236}">
                <a16:creationId xmlns:a16="http://schemas.microsoft.com/office/drawing/2014/main" id="{F56E6C49-0730-4087-A8EF-0A5958DA8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916" y="81669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79" name="path-5787">
            <a:extLst xmlns:a="http://schemas.openxmlformats.org/drawingml/2006/main">
              <a:ext uri="{FF2B5EF4-FFF2-40B4-BE49-F238E27FC236}">
                <a16:creationId xmlns:a16="http://schemas.microsoft.com/office/drawing/2014/main" id="{0E387B6E-3AEA-40C0-AC05-113B2BFAF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637" y="81407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0" name="path-5788">
            <a:extLst xmlns:a="http://schemas.openxmlformats.org/drawingml/2006/main">
              <a:ext uri="{FF2B5EF4-FFF2-40B4-BE49-F238E27FC236}">
                <a16:creationId xmlns:a16="http://schemas.microsoft.com/office/drawing/2014/main" id="{ACF3CAA9-E41F-4377-B01B-FAD070041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058" y="81308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1" name="path-5789">
            <a:extLst xmlns:a="http://schemas.openxmlformats.org/drawingml/2006/main">
              <a:ext uri="{FF2B5EF4-FFF2-40B4-BE49-F238E27FC236}">
                <a16:creationId xmlns:a16="http://schemas.microsoft.com/office/drawing/2014/main" id="{306A8758-D5EC-49F3-A8E7-2991858BE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991" y="81459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2" name="path-5790">
            <a:extLst xmlns:a="http://schemas.openxmlformats.org/drawingml/2006/main">
              <a:ext uri="{FF2B5EF4-FFF2-40B4-BE49-F238E27FC236}">
                <a16:creationId xmlns:a16="http://schemas.microsoft.com/office/drawing/2014/main" id="{728E2E63-12E4-4758-8F22-04DF0B561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864" y="8160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3" name="path-5791">
            <a:extLst xmlns:a="http://schemas.openxmlformats.org/drawingml/2006/main">
              <a:ext uri="{FF2B5EF4-FFF2-40B4-BE49-F238E27FC236}">
                <a16:creationId xmlns:a16="http://schemas.microsoft.com/office/drawing/2014/main" id="{B545C16D-B7E1-418B-ACFA-8DCF48F36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536" y="81797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4" name="path-5792">
            <a:extLst xmlns:a="http://schemas.openxmlformats.org/drawingml/2006/main">
              <a:ext uri="{FF2B5EF4-FFF2-40B4-BE49-F238E27FC236}">
                <a16:creationId xmlns:a16="http://schemas.microsoft.com/office/drawing/2014/main" id="{3F8457CC-8063-48D2-BD88-B848127F5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86" y="81371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5" name="path-5793">
            <a:extLst xmlns:a="http://schemas.openxmlformats.org/drawingml/2006/main">
              <a:ext uri="{FF2B5EF4-FFF2-40B4-BE49-F238E27FC236}">
                <a16:creationId xmlns:a16="http://schemas.microsoft.com/office/drawing/2014/main" id="{D63FA263-0E4B-45D8-8BC2-41CD504DA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497" y="81476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6" name="path-5794">
            <a:extLst xmlns:a="http://schemas.openxmlformats.org/drawingml/2006/main">
              <a:ext uri="{FF2B5EF4-FFF2-40B4-BE49-F238E27FC236}">
                <a16:creationId xmlns:a16="http://schemas.microsoft.com/office/drawing/2014/main" id="{14A0058C-B9BF-4ACF-A032-D33E0863D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5956" y="81488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7" name="path-5795">
            <a:extLst xmlns:a="http://schemas.openxmlformats.org/drawingml/2006/main">
              <a:ext uri="{FF2B5EF4-FFF2-40B4-BE49-F238E27FC236}">
                <a16:creationId xmlns:a16="http://schemas.microsoft.com/office/drawing/2014/main" id="{E485C9D9-CB3C-4C8E-B48A-5D28B595F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942" y="81551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8" name="path-5796">
            <a:extLst xmlns:a="http://schemas.openxmlformats.org/drawingml/2006/main">
              <a:ext uri="{FF2B5EF4-FFF2-40B4-BE49-F238E27FC236}">
                <a16:creationId xmlns:a16="http://schemas.microsoft.com/office/drawing/2014/main" id="{F5F3838D-FCA7-43BE-8483-410F80998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830" y="81416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89" name="path-5797">
            <a:extLst xmlns:a="http://schemas.openxmlformats.org/drawingml/2006/main">
              <a:ext uri="{FF2B5EF4-FFF2-40B4-BE49-F238E27FC236}">
                <a16:creationId xmlns:a16="http://schemas.microsoft.com/office/drawing/2014/main" id="{3EA845CE-FA29-4730-BADB-0E8DA8CC8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543" y="81292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0" name="path-5798">
            <a:extLst xmlns:a="http://schemas.openxmlformats.org/drawingml/2006/main">
              <a:ext uri="{FF2B5EF4-FFF2-40B4-BE49-F238E27FC236}">
                <a16:creationId xmlns:a16="http://schemas.microsoft.com/office/drawing/2014/main" id="{CAE8C78D-E69F-45FD-8336-5998BEEAB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120" y="81416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1" name="path-5799">
            <a:extLst xmlns:a="http://schemas.openxmlformats.org/drawingml/2006/main">
              <a:ext uri="{FF2B5EF4-FFF2-40B4-BE49-F238E27FC236}">
                <a16:creationId xmlns:a16="http://schemas.microsoft.com/office/drawing/2014/main" id="{8A14CC33-A265-49D5-8561-20D36C639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642" y="81472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2" name="path-5800">
            <a:extLst xmlns:a="http://schemas.openxmlformats.org/drawingml/2006/main">
              <a:ext uri="{FF2B5EF4-FFF2-40B4-BE49-F238E27FC236}">
                <a16:creationId xmlns:a16="http://schemas.microsoft.com/office/drawing/2014/main" id="{A127109E-2DB2-4586-A702-73EEEF3E2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4346" y="81343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3" name="path-5801">
            <a:extLst xmlns:a="http://schemas.openxmlformats.org/drawingml/2006/main">
              <a:ext uri="{FF2B5EF4-FFF2-40B4-BE49-F238E27FC236}">
                <a16:creationId xmlns:a16="http://schemas.microsoft.com/office/drawing/2014/main" id="{E9381218-698F-44F8-A3DA-35C5F9564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848" y="81441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4" name="path-5802">
            <a:extLst xmlns:a="http://schemas.openxmlformats.org/drawingml/2006/main">
              <a:ext uri="{FF2B5EF4-FFF2-40B4-BE49-F238E27FC236}">
                <a16:creationId xmlns:a16="http://schemas.microsoft.com/office/drawing/2014/main" id="{851C3B0A-D5B5-45AA-952D-590B25AB7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219" y="81015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5" name="path-5803">
            <a:extLst xmlns:a="http://schemas.openxmlformats.org/drawingml/2006/main">
              <a:ext uri="{FF2B5EF4-FFF2-40B4-BE49-F238E27FC236}">
                <a16:creationId xmlns:a16="http://schemas.microsoft.com/office/drawing/2014/main" id="{721655A0-D029-427C-9108-68E8E7AE87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936" y="81377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6" name="path-5804">
            <a:extLst xmlns:a="http://schemas.openxmlformats.org/drawingml/2006/main">
              <a:ext uri="{FF2B5EF4-FFF2-40B4-BE49-F238E27FC236}">
                <a16:creationId xmlns:a16="http://schemas.microsoft.com/office/drawing/2014/main" id="{107695AD-85B3-4CB1-B385-9F56DF6D4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828" y="81700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7" name="path-5805">
            <a:extLst xmlns:a="http://schemas.openxmlformats.org/drawingml/2006/main">
              <a:ext uri="{FF2B5EF4-FFF2-40B4-BE49-F238E27FC236}">
                <a16:creationId xmlns:a16="http://schemas.microsoft.com/office/drawing/2014/main" id="{E0F518E6-4C91-4E19-A0F0-89D65EA6B3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127" y="81374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8" name="path-5806">
            <a:extLst xmlns:a="http://schemas.openxmlformats.org/drawingml/2006/main">
              <a:ext uri="{FF2B5EF4-FFF2-40B4-BE49-F238E27FC236}">
                <a16:creationId xmlns:a16="http://schemas.microsoft.com/office/drawing/2014/main" id="{5B7161DF-F2CC-4404-8EF2-042BA4499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8462" y="81217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99" name="path-5807">
            <a:extLst xmlns:a="http://schemas.openxmlformats.org/drawingml/2006/main">
              <a:ext uri="{FF2B5EF4-FFF2-40B4-BE49-F238E27FC236}">
                <a16:creationId xmlns:a16="http://schemas.microsoft.com/office/drawing/2014/main" id="{0B6FB702-C769-4413-9AE2-9739A937C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132" y="8168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0" name="path-5808">
            <a:extLst xmlns:a="http://schemas.openxmlformats.org/drawingml/2006/main">
              <a:ext uri="{FF2B5EF4-FFF2-40B4-BE49-F238E27FC236}">
                <a16:creationId xmlns:a16="http://schemas.microsoft.com/office/drawing/2014/main" id="{179B1C1C-01AB-49BF-B898-11E8C48C5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664" y="81511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1" name="path-5809">
            <a:extLst xmlns:a="http://schemas.openxmlformats.org/drawingml/2006/main">
              <a:ext uri="{FF2B5EF4-FFF2-40B4-BE49-F238E27FC236}">
                <a16:creationId xmlns:a16="http://schemas.microsoft.com/office/drawing/2014/main" id="{E955C24B-51FE-418A-8EE4-E5F4A5D16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80" y="81348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2" name="path-5810">
            <a:extLst xmlns:a="http://schemas.openxmlformats.org/drawingml/2006/main">
              <a:ext uri="{FF2B5EF4-FFF2-40B4-BE49-F238E27FC236}">
                <a16:creationId xmlns:a16="http://schemas.microsoft.com/office/drawing/2014/main" id="{11792C74-13DE-47E3-B00B-B0E299CEA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503" y="81328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3" name="path-5811">
            <a:extLst xmlns:a="http://schemas.openxmlformats.org/drawingml/2006/main">
              <a:ext uri="{FF2B5EF4-FFF2-40B4-BE49-F238E27FC236}">
                <a16:creationId xmlns:a16="http://schemas.microsoft.com/office/drawing/2014/main" id="{76AC163E-E38F-4EC4-A2E3-8BD498E47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28910" y="81685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4" name="path-5812">
            <a:extLst xmlns:a="http://schemas.openxmlformats.org/drawingml/2006/main">
              <a:ext uri="{FF2B5EF4-FFF2-40B4-BE49-F238E27FC236}">
                <a16:creationId xmlns:a16="http://schemas.microsoft.com/office/drawing/2014/main" id="{05BD45A3-1190-43F4-ADF4-DCCE39429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450" y="81144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5" name="path-5813">
            <a:extLst xmlns:a="http://schemas.openxmlformats.org/drawingml/2006/main">
              <a:ext uri="{FF2B5EF4-FFF2-40B4-BE49-F238E27FC236}">
                <a16:creationId xmlns:a16="http://schemas.microsoft.com/office/drawing/2014/main" id="{2CE7F6B6-1A4F-4B5A-826D-2B98B2164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38" y="81645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6" name="path-5814">
            <a:extLst xmlns:a="http://schemas.openxmlformats.org/drawingml/2006/main">
              <a:ext uri="{FF2B5EF4-FFF2-40B4-BE49-F238E27FC236}">
                <a16:creationId xmlns:a16="http://schemas.microsoft.com/office/drawing/2014/main" id="{2FC645A0-E715-4761-AB07-8B9781F4C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647" y="81770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7" name="path-5815">
            <a:extLst xmlns:a="http://schemas.openxmlformats.org/drawingml/2006/main">
              <a:ext uri="{FF2B5EF4-FFF2-40B4-BE49-F238E27FC236}">
                <a16:creationId xmlns:a16="http://schemas.microsoft.com/office/drawing/2014/main" id="{65510724-AA7E-4471-A492-E9675643B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9660" y="81518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8" name="path-5816">
            <a:extLst xmlns:a="http://schemas.openxmlformats.org/drawingml/2006/main">
              <a:ext uri="{FF2B5EF4-FFF2-40B4-BE49-F238E27FC236}">
                <a16:creationId xmlns:a16="http://schemas.microsoft.com/office/drawing/2014/main" id="{9AFE4B36-01FD-42FC-8E44-69C9B87BF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271" y="8162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09" name="path-5817">
            <a:extLst xmlns:a="http://schemas.openxmlformats.org/drawingml/2006/main">
              <a:ext uri="{FF2B5EF4-FFF2-40B4-BE49-F238E27FC236}">
                <a16:creationId xmlns:a16="http://schemas.microsoft.com/office/drawing/2014/main" id="{77ADAD06-62E1-45BE-8429-93644E8BD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5676" y="81780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0" name="path-5818">
            <a:extLst xmlns:a="http://schemas.openxmlformats.org/drawingml/2006/main">
              <a:ext uri="{FF2B5EF4-FFF2-40B4-BE49-F238E27FC236}">
                <a16:creationId xmlns:a16="http://schemas.microsoft.com/office/drawing/2014/main" id="{F9A109DA-7E04-4C21-A7B9-FAB54F231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896" y="81191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1" name="path-5819">
            <a:extLst xmlns:a="http://schemas.openxmlformats.org/drawingml/2006/main">
              <a:ext uri="{FF2B5EF4-FFF2-40B4-BE49-F238E27FC236}">
                <a16:creationId xmlns:a16="http://schemas.microsoft.com/office/drawing/2014/main" id="{B445C9FC-D53B-4A7F-9119-DC0600C65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696" y="81626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2" name="path-5820">
            <a:extLst xmlns:a="http://schemas.openxmlformats.org/drawingml/2006/main">
              <a:ext uri="{FF2B5EF4-FFF2-40B4-BE49-F238E27FC236}">
                <a16:creationId xmlns:a16="http://schemas.microsoft.com/office/drawing/2014/main" id="{BD937298-F032-4FD5-BC1C-6600F54BA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834" y="81422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3" name="path-5821">
            <a:extLst xmlns:a="http://schemas.openxmlformats.org/drawingml/2006/main">
              <a:ext uri="{FF2B5EF4-FFF2-40B4-BE49-F238E27FC236}">
                <a16:creationId xmlns:a16="http://schemas.microsoft.com/office/drawing/2014/main" id="{89F1D4E5-4005-4414-ABF8-273DF7660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929" y="81285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4" name="path-5822">
            <a:extLst xmlns:a="http://schemas.openxmlformats.org/drawingml/2006/main">
              <a:ext uri="{FF2B5EF4-FFF2-40B4-BE49-F238E27FC236}">
                <a16:creationId xmlns:a16="http://schemas.microsoft.com/office/drawing/2014/main" id="{45777019-774E-4F42-8478-1123CF581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286" y="81510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5" name="path-5823">
            <a:extLst xmlns:a="http://schemas.openxmlformats.org/drawingml/2006/main">
              <a:ext uri="{FF2B5EF4-FFF2-40B4-BE49-F238E27FC236}">
                <a16:creationId xmlns:a16="http://schemas.microsoft.com/office/drawing/2014/main" id="{D343008C-E474-4F43-A737-A921EAFF0B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839" y="81841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6" name="path-5824">
            <a:extLst xmlns:a="http://schemas.openxmlformats.org/drawingml/2006/main">
              <a:ext uri="{FF2B5EF4-FFF2-40B4-BE49-F238E27FC236}">
                <a16:creationId xmlns:a16="http://schemas.microsoft.com/office/drawing/2014/main" id="{8F75981E-8D96-44D4-B08C-28A9349DB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551" y="81391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7" name="path-5825">
            <a:extLst xmlns:a="http://schemas.openxmlformats.org/drawingml/2006/main">
              <a:ext uri="{FF2B5EF4-FFF2-40B4-BE49-F238E27FC236}">
                <a16:creationId xmlns:a16="http://schemas.microsoft.com/office/drawing/2014/main" id="{27F4FB5C-6159-467D-99D3-AD6C234F6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11" y="81601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8" name="path-5826">
            <a:extLst xmlns:a="http://schemas.openxmlformats.org/drawingml/2006/main">
              <a:ext uri="{FF2B5EF4-FFF2-40B4-BE49-F238E27FC236}">
                <a16:creationId xmlns:a16="http://schemas.microsoft.com/office/drawing/2014/main" id="{C3BA6335-C25F-45C4-8085-9F3C016C5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11" y="81291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19" name="path-5827">
            <a:extLst xmlns:a="http://schemas.openxmlformats.org/drawingml/2006/main">
              <a:ext uri="{FF2B5EF4-FFF2-40B4-BE49-F238E27FC236}">
                <a16:creationId xmlns:a16="http://schemas.microsoft.com/office/drawing/2014/main" id="{64294E07-2A67-4597-9788-62570D1FA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994" y="81470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0" name="path-5828">
            <a:extLst xmlns:a="http://schemas.openxmlformats.org/drawingml/2006/main">
              <a:ext uri="{FF2B5EF4-FFF2-40B4-BE49-F238E27FC236}">
                <a16:creationId xmlns:a16="http://schemas.microsoft.com/office/drawing/2014/main" id="{24FBFF6E-811B-4CBF-8293-4427E1211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2555" y="8123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1" name="path-5829">
            <a:extLst xmlns:a="http://schemas.openxmlformats.org/drawingml/2006/main">
              <a:ext uri="{FF2B5EF4-FFF2-40B4-BE49-F238E27FC236}">
                <a16:creationId xmlns:a16="http://schemas.microsoft.com/office/drawing/2014/main" id="{A98626B9-312A-41EF-A842-79E27781A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819" y="81358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2" name="path-5830">
            <a:extLst xmlns:a="http://schemas.openxmlformats.org/drawingml/2006/main">
              <a:ext uri="{FF2B5EF4-FFF2-40B4-BE49-F238E27FC236}">
                <a16:creationId xmlns:a16="http://schemas.microsoft.com/office/drawing/2014/main" id="{036AD4DA-D6B1-4762-B078-E2EA7742E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684" y="8134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3" name="path-5831">
            <a:extLst xmlns:a="http://schemas.openxmlformats.org/drawingml/2006/main">
              <a:ext uri="{FF2B5EF4-FFF2-40B4-BE49-F238E27FC236}">
                <a16:creationId xmlns:a16="http://schemas.microsoft.com/office/drawing/2014/main" id="{394FF1EE-0695-45C7-BB83-1D3801B49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55" y="80988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4" name="path-5832">
            <a:extLst xmlns:a="http://schemas.openxmlformats.org/drawingml/2006/main">
              <a:ext uri="{FF2B5EF4-FFF2-40B4-BE49-F238E27FC236}">
                <a16:creationId xmlns:a16="http://schemas.microsoft.com/office/drawing/2014/main" id="{334D34D8-89D6-4C19-B5D6-F77730C5C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983" y="81316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5" name="path-5833">
            <a:extLst xmlns:a="http://schemas.openxmlformats.org/drawingml/2006/main">
              <a:ext uri="{FF2B5EF4-FFF2-40B4-BE49-F238E27FC236}">
                <a16:creationId xmlns:a16="http://schemas.microsoft.com/office/drawing/2014/main" id="{F984A6FE-B68A-4DEF-B9D9-0BE05B1D1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7" y="81429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6" name="path-5834">
            <a:extLst xmlns:a="http://schemas.openxmlformats.org/drawingml/2006/main">
              <a:ext uri="{FF2B5EF4-FFF2-40B4-BE49-F238E27FC236}">
                <a16:creationId xmlns:a16="http://schemas.microsoft.com/office/drawing/2014/main" id="{0779EAA9-FF6A-414E-BA50-9EACD7E97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417" y="8146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7" name="path-5835">
            <a:extLst xmlns:a="http://schemas.openxmlformats.org/drawingml/2006/main">
              <a:ext uri="{FF2B5EF4-FFF2-40B4-BE49-F238E27FC236}">
                <a16:creationId xmlns:a16="http://schemas.microsoft.com/office/drawing/2014/main" id="{5AF76366-1D3F-42FB-BFD6-D6B1B03DC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066" y="8144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8" name="path-5836">
            <a:extLst xmlns:a="http://schemas.openxmlformats.org/drawingml/2006/main">
              <a:ext uri="{FF2B5EF4-FFF2-40B4-BE49-F238E27FC236}">
                <a16:creationId xmlns:a16="http://schemas.microsoft.com/office/drawing/2014/main" id="{D747244D-A811-476D-984E-18788D091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995" y="81410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29" name="path-5837">
            <a:extLst xmlns:a="http://schemas.openxmlformats.org/drawingml/2006/main">
              <a:ext uri="{FF2B5EF4-FFF2-40B4-BE49-F238E27FC236}">
                <a16:creationId xmlns:a16="http://schemas.microsoft.com/office/drawing/2014/main" id="{2CA749BD-7220-471F-8EB6-D3B3923C3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884" y="81396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0" name="path-5838">
            <a:extLst xmlns:a="http://schemas.openxmlformats.org/drawingml/2006/main">
              <a:ext uri="{FF2B5EF4-FFF2-40B4-BE49-F238E27FC236}">
                <a16:creationId xmlns:a16="http://schemas.microsoft.com/office/drawing/2014/main" id="{FE1174B3-3E75-4FA0-9530-06C5A0AF8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595" y="81349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1" name="path-5839">
            <a:extLst xmlns:a="http://schemas.openxmlformats.org/drawingml/2006/main">
              <a:ext uri="{FF2B5EF4-FFF2-40B4-BE49-F238E27FC236}">
                <a16:creationId xmlns:a16="http://schemas.microsoft.com/office/drawing/2014/main" id="{3914895F-6589-4C24-A4A0-06743523E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368" y="81322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2" name="path-5840">
            <a:extLst xmlns:a="http://schemas.openxmlformats.org/drawingml/2006/main">
              <a:ext uri="{FF2B5EF4-FFF2-40B4-BE49-F238E27FC236}">
                <a16:creationId xmlns:a16="http://schemas.microsoft.com/office/drawing/2014/main" id="{821B9A2D-0C4C-4546-87CE-EA2637C58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4475" y="81193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3" name="path-5841">
            <a:extLst xmlns:a="http://schemas.openxmlformats.org/drawingml/2006/main">
              <a:ext uri="{FF2B5EF4-FFF2-40B4-BE49-F238E27FC236}">
                <a16:creationId xmlns:a16="http://schemas.microsoft.com/office/drawing/2014/main" id="{25D7F114-9098-461D-BC16-B28AF0E4E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17" y="81447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4" name="path-5842">
            <a:extLst xmlns:a="http://schemas.openxmlformats.org/drawingml/2006/main">
              <a:ext uri="{FF2B5EF4-FFF2-40B4-BE49-F238E27FC236}">
                <a16:creationId xmlns:a16="http://schemas.microsoft.com/office/drawing/2014/main" id="{9E34BB58-3116-4BF2-88A8-15DACA9FB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61" y="81210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5" name="path-5843">
            <a:extLst xmlns:a="http://schemas.openxmlformats.org/drawingml/2006/main">
              <a:ext uri="{FF2B5EF4-FFF2-40B4-BE49-F238E27FC236}">
                <a16:creationId xmlns:a16="http://schemas.microsoft.com/office/drawing/2014/main" id="{71C038ED-7B8F-42DC-9D0B-40F1C3C2AB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5221" y="81328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6" name="path-5844">
            <a:extLst xmlns:a="http://schemas.openxmlformats.org/drawingml/2006/main">
              <a:ext uri="{FF2B5EF4-FFF2-40B4-BE49-F238E27FC236}">
                <a16:creationId xmlns:a16="http://schemas.microsoft.com/office/drawing/2014/main" id="{EE30FBDE-17A7-4A47-9F57-24C824976D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759" y="81555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7" name="path-5845">
            <a:extLst xmlns:a="http://schemas.openxmlformats.org/drawingml/2006/main">
              <a:ext uri="{FF2B5EF4-FFF2-40B4-BE49-F238E27FC236}">
                <a16:creationId xmlns:a16="http://schemas.microsoft.com/office/drawing/2014/main" id="{E6985854-9A59-4F45-9A56-A775F3CC5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60" y="8142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8" name="path-5846">
            <a:extLst xmlns:a="http://schemas.openxmlformats.org/drawingml/2006/main">
              <a:ext uri="{FF2B5EF4-FFF2-40B4-BE49-F238E27FC236}">
                <a16:creationId xmlns:a16="http://schemas.microsoft.com/office/drawing/2014/main" id="{9F5DCDE5-11BE-4BB1-AD48-095969189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681" y="81121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39" name="path-5847">
            <a:extLst xmlns:a="http://schemas.openxmlformats.org/drawingml/2006/main">
              <a:ext uri="{FF2B5EF4-FFF2-40B4-BE49-F238E27FC236}">
                <a16:creationId xmlns:a16="http://schemas.microsoft.com/office/drawing/2014/main" id="{F46E61E1-7BDA-43B9-AD72-EFEFB52B1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94" y="81585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0" name="path-5848">
            <a:extLst xmlns:a="http://schemas.openxmlformats.org/drawingml/2006/main">
              <a:ext uri="{FF2B5EF4-FFF2-40B4-BE49-F238E27FC236}">
                <a16:creationId xmlns:a16="http://schemas.microsoft.com/office/drawing/2014/main" id="{DB0207DA-E04B-4287-B0BF-1BFDFEC56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171" y="81339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1" name="path-5849">
            <a:extLst xmlns:a="http://schemas.openxmlformats.org/drawingml/2006/main">
              <a:ext uri="{FF2B5EF4-FFF2-40B4-BE49-F238E27FC236}">
                <a16:creationId xmlns:a16="http://schemas.microsoft.com/office/drawing/2014/main" id="{091FBEC9-C043-47D0-B691-6EDB4AEBD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161" y="81468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2" name="path-5850">
            <a:extLst xmlns:a="http://schemas.openxmlformats.org/drawingml/2006/main">
              <a:ext uri="{FF2B5EF4-FFF2-40B4-BE49-F238E27FC236}">
                <a16:creationId xmlns:a16="http://schemas.microsoft.com/office/drawing/2014/main" id="{482254FB-433F-4307-9389-A70FFCEDF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120" y="8122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3" name="path-5851">
            <a:extLst xmlns:a="http://schemas.openxmlformats.org/drawingml/2006/main">
              <a:ext uri="{FF2B5EF4-FFF2-40B4-BE49-F238E27FC236}">
                <a16:creationId xmlns:a16="http://schemas.microsoft.com/office/drawing/2014/main" id="{535F6187-F13B-4A18-9768-798BBBAFA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763" y="81360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4" name="path-5852">
            <a:extLst xmlns:a="http://schemas.openxmlformats.org/drawingml/2006/main">
              <a:ext uri="{FF2B5EF4-FFF2-40B4-BE49-F238E27FC236}">
                <a16:creationId xmlns:a16="http://schemas.microsoft.com/office/drawing/2014/main" id="{49E0AAEE-830E-4CDD-8C27-FDC4304BD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871" y="8152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5" name="path-5853">
            <a:extLst xmlns:a="http://schemas.openxmlformats.org/drawingml/2006/main">
              <a:ext uri="{FF2B5EF4-FFF2-40B4-BE49-F238E27FC236}">
                <a16:creationId xmlns:a16="http://schemas.microsoft.com/office/drawing/2014/main" id="{CCFE0679-028D-48AE-9F52-F0B87A277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170" y="81136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6" name="path-5854">
            <a:extLst xmlns:a="http://schemas.openxmlformats.org/drawingml/2006/main">
              <a:ext uri="{FF2B5EF4-FFF2-40B4-BE49-F238E27FC236}">
                <a16:creationId xmlns:a16="http://schemas.microsoft.com/office/drawing/2014/main" id="{7FDB4488-83AB-4384-90A6-DB09CA986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9301" y="8152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7" name="path-5855">
            <a:extLst xmlns:a="http://schemas.openxmlformats.org/drawingml/2006/main">
              <a:ext uri="{FF2B5EF4-FFF2-40B4-BE49-F238E27FC236}">
                <a16:creationId xmlns:a16="http://schemas.microsoft.com/office/drawing/2014/main" id="{FFF6A0F8-4938-46AA-A5E8-7C34489E1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315" y="81271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8" name="path-5856">
            <a:extLst xmlns:a="http://schemas.openxmlformats.org/drawingml/2006/main">
              <a:ext uri="{FF2B5EF4-FFF2-40B4-BE49-F238E27FC236}">
                <a16:creationId xmlns:a16="http://schemas.microsoft.com/office/drawing/2014/main" id="{E77A5ADE-CA66-4F10-870C-270A511C1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942" y="81465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49" name="path-5857">
            <a:extLst xmlns:a="http://schemas.openxmlformats.org/drawingml/2006/main">
              <a:ext uri="{FF2B5EF4-FFF2-40B4-BE49-F238E27FC236}">
                <a16:creationId xmlns:a16="http://schemas.microsoft.com/office/drawing/2014/main" id="{57BD2E65-A614-41B4-8BA1-14E515345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6135" y="81533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0" name="path-5858">
            <a:extLst xmlns:a="http://schemas.openxmlformats.org/drawingml/2006/main">
              <a:ext uri="{FF2B5EF4-FFF2-40B4-BE49-F238E27FC236}">
                <a16:creationId xmlns:a16="http://schemas.microsoft.com/office/drawing/2014/main" id="{3E827BF7-1343-4059-AFD7-BBFEDE49E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333" y="8150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1" name="path-5859">
            <a:extLst xmlns:a="http://schemas.openxmlformats.org/drawingml/2006/main">
              <a:ext uri="{FF2B5EF4-FFF2-40B4-BE49-F238E27FC236}">
                <a16:creationId xmlns:a16="http://schemas.microsoft.com/office/drawing/2014/main" id="{AB393AB0-BBE2-4D94-912D-2F09E72F0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6055" y="81278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2" name="path-5860">
            <a:extLst xmlns:a="http://schemas.openxmlformats.org/drawingml/2006/main">
              <a:ext uri="{FF2B5EF4-FFF2-40B4-BE49-F238E27FC236}">
                <a16:creationId xmlns:a16="http://schemas.microsoft.com/office/drawing/2014/main" id="{B732DF04-B3E1-4056-866C-AE40049B5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8427" y="8122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3" name="path-5861">
            <a:extLst xmlns:a="http://schemas.openxmlformats.org/drawingml/2006/main">
              <a:ext uri="{FF2B5EF4-FFF2-40B4-BE49-F238E27FC236}">
                <a16:creationId xmlns:a16="http://schemas.microsoft.com/office/drawing/2014/main" id="{586C0908-A66F-4EA5-A884-74EC4E45E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0430" y="81502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4" name="path-5862">
            <a:extLst xmlns:a="http://schemas.openxmlformats.org/drawingml/2006/main">
              <a:ext uri="{FF2B5EF4-FFF2-40B4-BE49-F238E27FC236}">
                <a16:creationId xmlns:a16="http://schemas.microsoft.com/office/drawing/2014/main" id="{F5F2F55C-73AC-4CBF-B4C8-9FE773C94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934" y="81616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5" name="path-5863">
            <a:extLst xmlns:a="http://schemas.openxmlformats.org/drawingml/2006/main">
              <a:ext uri="{FF2B5EF4-FFF2-40B4-BE49-F238E27FC236}">
                <a16:creationId xmlns:a16="http://schemas.microsoft.com/office/drawing/2014/main" id="{83A1ADBD-CCCF-42E2-A174-48DF6E41C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012" y="81165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6" name="path-5864">
            <a:extLst xmlns:a="http://schemas.openxmlformats.org/drawingml/2006/main">
              <a:ext uri="{FF2B5EF4-FFF2-40B4-BE49-F238E27FC236}">
                <a16:creationId xmlns:a16="http://schemas.microsoft.com/office/drawing/2014/main" id="{F86082C2-C8BC-4540-A8E6-B052470CB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1076" y="81296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7" name="path-5865">
            <a:extLst xmlns:a="http://schemas.openxmlformats.org/drawingml/2006/main">
              <a:ext uri="{FF2B5EF4-FFF2-40B4-BE49-F238E27FC236}">
                <a16:creationId xmlns:a16="http://schemas.microsoft.com/office/drawing/2014/main" id="{8FEA1099-3881-403E-B70F-14C5A36B5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5071" y="81238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8" name="path-5866">
            <a:extLst xmlns:a="http://schemas.openxmlformats.org/drawingml/2006/main">
              <a:ext uri="{FF2B5EF4-FFF2-40B4-BE49-F238E27FC236}">
                <a16:creationId xmlns:a16="http://schemas.microsoft.com/office/drawing/2014/main" id="{7AF3DF5C-D8CE-4B70-AF93-6C70F1DFE8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879" y="81267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59" name="path-5867">
            <a:extLst xmlns:a="http://schemas.openxmlformats.org/drawingml/2006/main">
              <a:ext uri="{FF2B5EF4-FFF2-40B4-BE49-F238E27FC236}">
                <a16:creationId xmlns:a16="http://schemas.microsoft.com/office/drawing/2014/main" id="{626694C8-75F2-4973-991F-470E5AA81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328" y="81567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0" name="path-5868">
            <a:extLst xmlns:a="http://schemas.openxmlformats.org/drawingml/2006/main">
              <a:ext uri="{FF2B5EF4-FFF2-40B4-BE49-F238E27FC236}">
                <a16:creationId xmlns:a16="http://schemas.microsoft.com/office/drawing/2014/main" id="{22ABAC3E-B392-4AC7-9DDD-8529D6A1F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442" y="8132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1" name="path-5869">
            <a:extLst xmlns:a="http://schemas.openxmlformats.org/drawingml/2006/main">
              <a:ext uri="{FF2B5EF4-FFF2-40B4-BE49-F238E27FC236}">
                <a16:creationId xmlns:a16="http://schemas.microsoft.com/office/drawing/2014/main" id="{B8CB1492-1EC5-4E7F-9C3C-9AB651DCF9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95" y="81566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2" name="path-5870">
            <a:extLst xmlns:a="http://schemas.openxmlformats.org/drawingml/2006/main">
              <a:ext uri="{FF2B5EF4-FFF2-40B4-BE49-F238E27FC236}">
                <a16:creationId xmlns:a16="http://schemas.microsoft.com/office/drawing/2014/main" id="{8C337553-C8E3-4701-86AC-28714EB320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8117" y="81347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3" name="path-5871">
            <a:extLst xmlns:a="http://schemas.openxmlformats.org/drawingml/2006/main">
              <a:ext uri="{FF2B5EF4-FFF2-40B4-BE49-F238E27FC236}">
                <a16:creationId xmlns:a16="http://schemas.microsoft.com/office/drawing/2014/main" id="{3582C5F6-AA7F-4A64-8961-3F7A366DF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950" y="81347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4" name="path-5872">
            <a:extLst xmlns:a="http://schemas.openxmlformats.org/drawingml/2006/main">
              <a:ext uri="{FF2B5EF4-FFF2-40B4-BE49-F238E27FC236}">
                <a16:creationId xmlns:a16="http://schemas.microsoft.com/office/drawing/2014/main" id="{92076E16-DE35-43FE-9EEB-DB8CDD5F5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163" y="8132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5" name="path-5873">
            <a:extLst xmlns:a="http://schemas.openxmlformats.org/drawingml/2006/main">
              <a:ext uri="{FF2B5EF4-FFF2-40B4-BE49-F238E27FC236}">
                <a16:creationId xmlns:a16="http://schemas.microsoft.com/office/drawing/2014/main" id="{6D8B1855-CDAD-4067-A7E4-C9A613F94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981" y="81565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6" name="path-5874">
            <a:extLst xmlns:a="http://schemas.openxmlformats.org/drawingml/2006/main">
              <a:ext uri="{FF2B5EF4-FFF2-40B4-BE49-F238E27FC236}">
                <a16:creationId xmlns:a16="http://schemas.microsoft.com/office/drawing/2014/main" id="{53EDEAA3-9C6C-4F8D-86FA-BC53D70DD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91" y="81273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7" name="path-5875">
            <a:extLst xmlns:a="http://schemas.openxmlformats.org/drawingml/2006/main">
              <a:ext uri="{FF2B5EF4-FFF2-40B4-BE49-F238E27FC236}">
                <a16:creationId xmlns:a16="http://schemas.microsoft.com/office/drawing/2014/main" id="{5934EC3C-A879-4B31-989B-74A6C77C5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195" y="8128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8" name="path-5876">
            <a:extLst xmlns:a="http://schemas.openxmlformats.org/drawingml/2006/main">
              <a:ext uri="{FF2B5EF4-FFF2-40B4-BE49-F238E27FC236}">
                <a16:creationId xmlns:a16="http://schemas.microsoft.com/office/drawing/2014/main" id="{01F3E1D7-C5F4-497A-A19F-002D9E0B3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5896" y="81475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69" name="path-5877">
            <a:extLst xmlns:a="http://schemas.openxmlformats.org/drawingml/2006/main">
              <a:ext uri="{FF2B5EF4-FFF2-40B4-BE49-F238E27FC236}">
                <a16:creationId xmlns:a16="http://schemas.microsoft.com/office/drawing/2014/main" id="{EF1B0625-5752-48D1-A38E-FCCB85A7D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998" y="81175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0" name="path-5878">
            <a:extLst xmlns:a="http://schemas.openxmlformats.org/drawingml/2006/main">
              <a:ext uri="{FF2B5EF4-FFF2-40B4-BE49-F238E27FC236}">
                <a16:creationId xmlns:a16="http://schemas.microsoft.com/office/drawing/2014/main" id="{76377B3B-DA20-474F-871C-B33E12AD4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548" y="81769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1" name="path-5879">
            <a:extLst xmlns:a="http://schemas.openxmlformats.org/drawingml/2006/main">
              <a:ext uri="{FF2B5EF4-FFF2-40B4-BE49-F238E27FC236}">
                <a16:creationId xmlns:a16="http://schemas.microsoft.com/office/drawing/2014/main" id="{5BF6E1E7-796D-423F-B665-461328E41B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960" y="81222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2" name="path-5880">
            <a:extLst xmlns:a="http://schemas.openxmlformats.org/drawingml/2006/main">
              <a:ext uri="{FF2B5EF4-FFF2-40B4-BE49-F238E27FC236}">
                <a16:creationId xmlns:a16="http://schemas.microsoft.com/office/drawing/2014/main" id="{5C7A4147-ECB0-444F-9862-3A518E018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883" y="8162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3" name="path-5881">
            <a:extLst xmlns:a="http://schemas.openxmlformats.org/drawingml/2006/main">
              <a:ext uri="{FF2B5EF4-FFF2-40B4-BE49-F238E27FC236}">
                <a16:creationId xmlns:a16="http://schemas.microsoft.com/office/drawing/2014/main" id="{FDFA7F6B-630F-44D4-9298-F67CD8017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502" y="8145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4" name="path-5882">
            <a:extLst xmlns:a="http://schemas.openxmlformats.org/drawingml/2006/main">
              <a:ext uri="{FF2B5EF4-FFF2-40B4-BE49-F238E27FC236}">
                <a16:creationId xmlns:a16="http://schemas.microsoft.com/office/drawing/2014/main" id="{206782B6-5C5A-4447-A141-E3142BC67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195" y="8146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5" name="path-5883">
            <a:extLst xmlns:a="http://schemas.openxmlformats.org/drawingml/2006/main">
              <a:ext uri="{FF2B5EF4-FFF2-40B4-BE49-F238E27FC236}">
                <a16:creationId xmlns:a16="http://schemas.microsoft.com/office/drawing/2014/main" id="{1FAA46EC-5A67-47DE-ADB8-6E6209074C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738" y="81385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6" name="path-5884">
            <a:extLst xmlns:a="http://schemas.openxmlformats.org/drawingml/2006/main">
              <a:ext uri="{FF2B5EF4-FFF2-40B4-BE49-F238E27FC236}">
                <a16:creationId xmlns:a16="http://schemas.microsoft.com/office/drawing/2014/main" id="{A6DE8362-2C49-4152-983A-39B71BD6EB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588" y="8137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7" name="path-5885">
            <a:extLst xmlns:a="http://schemas.openxmlformats.org/drawingml/2006/main">
              <a:ext uri="{FF2B5EF4-FFF2-40B4-BE49-F238E27FC236}">
                <a16:creationId xmlns:a16="http://schemas.microsoft.com/office/drawing/2014/main" id="{B692A0BB-44EC-4EF2-9FF7-427C28A37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810" y="8182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8" name="path-5886">
            <a:extLst xmlns:a="http://schemas.openxmlformats.org/drawingml/2006/main">
              <a:ext uri="{FF2B5EF4-FFF2-40B4-BE49-F238E27FC236}">
                <a16:creationId xmlns:a16="http://schemas.microsoft.com/office/drawing/2014/main" id="{F061E720-0DD1-4122-835D-BE2ECE8B7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582" y="81331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79" name="path-5887">
            <a:extLst xmlns:a="http://schemas.openxmlformats.org/drawingml/2006/main">
              <a:ext uri="{FF2B5EF4-FFF2-40B4-BE49-F238E27FC236}">
                <a16:creationId xmlns:a16="http://schemas.microsoft.com/office/drawing/2014/main" id="{A8DFBACE-B262-4F10-8502-0E00272D7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1550" y="81569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0" name="path-5888">
            <a:extLst xmlns:a="http://schemas.openxmlformats.org/drawingml/2006/main">
              <a:ext uri="{FF2B5EF4-FFF2-40B4-BE49-F238E27FC236}">
                <a16:creationId xmlns:a16="http://schemas.microsoft.com/office/drawing/2014/main" id="{D4BA3168-C6E0-40F9-A6A4-10B8F4CA3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08" y="8131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1" name="path-5889">
            <a:extLst xmlns:a="http://schemas.openxmlformats.org/drawingml/2006/main">
              <a:ext uri="{FF2B5EF4-FFF2-40B4-BE49-F238E27FC236}">
                <a16:creationId xmlns:a16="http://schemas.microsoft.com/office/drawing/2014/main" id="{E838C0D0-4983-44EB-AF31-287BE62F3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864" y="81639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2" name="path-5890">
            <a:extLst xmlns:a="http://schemas.openxmlformats.org/drawingml/2006/main">
              <a:ext uri="{FF2B5EF4-FFF2-40B4-BE49-F238E27FC236}">
                <a16:creationId xmlns:a16="http://schemas.microsoft.com/office/drawing/2014/main" id="{B92E88DA-358D-4014-B410-C5203BF94C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0451" y="81547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3" name="path-5891">
            <a:extLst xmlns:a="http://schemas.openxmlformats.org/drawingml/2006/main">
              <a:ext uri="{FF2B5EF4-FFF2-40B4-BE49-F238E27FC236}">
                <a16:creationId xmlns:a16="http://schemas.microsoft.com/office/drawing/2014/main" id="{BD8C4AEC-5B1A-42B4-9745-6618CF809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0654" y="81514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4" name="path-5892">
            <a:extLst xmlns:a="http://schemas.openxmlformats.org/drawingml/2006/main">
              <a:ext uri="{FF2B5EF4-FFF2-40B4-BE49-F238E27FC236}">
                <a16:creationId xmlns:a16="http://schemas.microsoft.com/office/drawing/2014/main" id="{57B10442-2D5F-41C6-8612-6032AB8D8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8229" y="81651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5" name="path-5893">
            <a:extLst xmlns:a="http://schemas.openxmlformats.org/drawingml/2006/main">
              <a:ext uri="{FF2B5EF4-FFF2-40B4-BE49-F238E27FC236}">
                <a16:creationId xmlns:a16="http://schemas.microsoft.com/office/drawing/2014/main" id="{CC61B438-35BA-40BC-8631-D4F5F05FA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414" y="8157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6" name="path-5894">
            <a:extLst xmlns:a="http://schemas.openxmlformats.org/drawingml/2006/main">
              <a:ext uri="{FF2B5EF4-FFF2-40B4-BE49-F238E27FC236}">
                <a16:creationId xmlns:a16="http://schemas.microsoft.com/office/drawing/2014/main" id="{5CC2CF17-4167-4E4A-A2FB-A6D545423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431" y="81491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7" name="path-5895">
            <a:extLst xmlns:a="http://schemas.openxmlformats.org/drawingml/2006/main">
              <a:ext uri="{FF2B5EF4-FFF2-40B4-BE49-F238E27FC236}">
                <a16:creationId xmlns:a16="http://schemas.microsoft.com/office/drawing/2014/main" id="{EFD6A724-A4B2-4DD9-B61E-18AE7ABFB4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338" y="81543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8" name="path-5896">
            <a:extLst xmlns:a="http://schemas.openxmlformats.org/drawingml/2006/main">
              <a:ext uri="{FF2B5EF4-FFF2-40B4-BE49-F238E27FC236}">
                <a16:creationId xmlns:a16="http://schemas.microsoft.com/office/drawing/2014/main" id="{DEC274B8-EADC-4973-9F68-1EEB5234B9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3280" y="81434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89" name="path-5897">
            <a:extLst xmlns:a="http://schemas.openxmlformats.org/drawingml/2006/main">
              <a:ext uri="{FF2B5EF4-FFF2-40B4-BE49-F238E27FC236}">
                <a16:creationId xmlns:a16="http://schemas.microsoft.com/office/drawing/2014/main" id="{9566FBD7-AAE8-49AE-8F66-B0D1101CD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171" y="81512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0" name="path-5898">
            <a:extLst xmlns:a="http://schemas.openxmlformats.org/drawingml/2006/main">
              <a:ext uri="{FF2B5EF4-FFF2-40B4-BE49-F238E27FC236}">
                <a16:creationId xmlns:a16="http://schemas.microsoft.com/office/drawing/2014/main" id="{60C526A8-DED5-4AC6-AA50-A79268DEC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700" y="80979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1" name="path-5899">
            <a:extLst xmlns:a="http://schemas.openxmlformats.org/drawingml/2006/main">
              <a:ext uri="{FF2B5EF4-FFF2-40B4-BE49-F238E27FC236}">
                <a16:creationId xmlns:a16="http://schemas.microsoft.com/office/drawing/2014/main" id="{068EB57F-7ACD-4A1C-BC4B-BB48DC733D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66" y="8144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2" name="path-5900">
            <a:extLst xmlns:a="http://schemas.openxmlformats.org/drawingml/2006/main">
              <a:ext uri="{FF2B5EF4-FFF2-40B4-BE49-F238E27FC236}">
                <a16:creationId xmlns:a16="http://schemas.microsoft.com/office/drawing/2014/main" id="{C6DD81F7-3ECC-4637-86D5-2724C11E8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944" y="8129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3" name="path-5901">
            <a:extLst xmlns:a="http://schemas.openxmlformats.org/drawingml/2006/main">
              <a:ext uri="{FF2B5EF4-FFF2-40B4-BE49-F238E27FC236}">
                <a16:creationId xmlns:a16="http://schemas.microsoft.com/office/drawing/2014/main" id="{1757789D-ECDA-4B9E-B604-5174B5B19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2356" y="81368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4" name="path-5902">
            <a:extLst xmlns:a="http://schemas.openxmlformats.org/drawingml/2006/main">
              <a:ext uri="{FF2B5EF4-FFF2-40B4-BE49-F238E27FC236}">
                <a16:creationId xmlns:a16="http://schemas.microsoft.com/office/drawing/2014/main" id="{622BA5C9-5D07-4BCD-8239-3FEF62D8A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198" y="8161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5" name="path-5903">
            <a:extLst xmlns:a="http://schemas.openxmlformats.org/drawingml/2006/main">
              <a:ext uri="{FF2B5EF4-FFF2-40B4-BE49-F238E27FC236}">
                <a16:creationId xmlns:a16="http://schemas.microsoft.com/office/drawing/2014/main" id="{BA5DFBB7-137B-4083-B0BD-0EE4D9B2D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48" y="81500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6" name="path-5904">
            <a:extLst xmlns:a="http://schemas.openxmlformats.org/drawingml/2006/main">
              <a:ext uri="{FF2B5EF4-FFF2-40B4-BE49-F238E27FC236}">
                <a16:creationId xmlns:a16="http://schemas.microsoft.com/office/drawing/2014/main" id="{964251A2-BCFB-4491-888C-D1A1E66E0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449" y="8156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7" name="path-5905">
            <a:extLst xmlns:a="http://schemas.openxmlformats.org/drawingml/2006/main">
              <a:ext uri="{FF2B5EF4-FFF2-40B4-BE49-F238E27FC236}">
                <a16:creationId xmlns:a16="http://schemas.microsoft.com/office/drawing/2014/main" id="{30171F49-6275-41C1-A175-71C144E2B8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438" y="81195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8" name="path-5906">
            <a:extLst xmlns:a="http://schemas.openxmlformats.org/drawingml/2006/main">
              <a:ext uri="{FF2B5EF4-FFF2-40B4-BE49-F238E27FC236}">
                <a16:creationId xmlns:a16="http://schemas.microsoft.com/office/drawing/2014/main" id="{E09DF058-B42D-4B81-B20F-49B64DD48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406" y="81241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99" name="path-5907">
            <a:extLst xmlns:a="http://schemas.openxmlformats.org/drawingml/2006/main">
              <a:ext uri="{FF2B5EF4-FFF2-40B4-BE49-F238E27FC236}">
                <a16:creationId xmlns:a16="http://schemas.microsoft.com/office/drawing/2014/main" id="{8CDC6397-4019-48E9-8B7B-2E1694CF8A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2849" y="81544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0" name="path-5908">
            <a:extLst xmlns:a="http://schemas.openxmlformats.org/drawingml/2006/main">
              <a:ext uri="{FF2B5EF4-FFF2-40B4-BE49-F238E27FC236}">
                <a16:creationId xmlns:a16="http://schemas.microsoft.com/office/drawing/2014/main" id="{E47D6F6B-6ED8-4B3F-B652-5973E31BE6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559" y="8125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1" name="path-5909">
            <a:extLst xmlns:a="http://schemas.openxmlformats.org/drawingml/2006/main">
              <a:ext uri="{FF2B5EF4-FFF2-40B4-BE49-F238E27FC236}">
                <a16:creationId xmlns:a16="http://schemas.microsoft.com/office/drawing/2014/main" id="{7E584B7F-0A3F-4088-872D-F3639D57F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457" y="81494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2" name="path-5910">
            <a:extLst xmlns:a="http://schemas.openxmlformats.org/drawingml/2006/main">
              <a:ext uri="{FF2B5EF4-FFF2-40B4-BE49-F238E27FC236}">
                <a16:creationId xmlns:a16="http://schemas.microsoft.com/office/drawing/2014/main" id="{73AB8CDE-4BDC-4378-8B02-F94D735EA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5738" y="81403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3" name="path-5911">
            <a:extLst xmlns:a="http://schemas.openxmlformats.org/drawingml/2006/main">
              <a:ext uri="{FF2B5EF4-FFF2-40B4-BE49-F238E27FC236}">
                <a16:creationId xmlns:a16="http://schemas.microsoft.com/office/drawing/2014/main" id="{2F4CC92E-B8FC-47E0-94A9-457FADC1D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688" y="8131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4" name="path-5912">
            <a:extLst xmlns:a="http://schemas.openxmlformats.org/drawingml/2006/main">
              <a:ext uri="{FF2B5EF4-FFF2-40B4-BE49-F238E27FC236}">
                <a16:creationId xmlns:a16="http://schemas.microsoft.com/office/drawing/2014/main" id="{1D49112C-37F8-4AA5-905F-2EFF6DD1B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498" y="81707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5" name="path-5913">
            <a:extLst xmlns:a="http://schemas.openxmlformats.org/drawingml/2006/main">
              <a:ext uri="{FF2B5EF4-FFF2-40B4-BE49-F238E27FC236}">
                <a16:creationId xmlns:a16="http://schemas.microsoft.com/office/drawing/2014/main" id="{2E9ECBBC-541F-428A-AB89-37252BB1A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536" y="81521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6" name="path-5914">
            <a:extLst xmlns:a="http://schemas.openxmlformats.org/drawingml/2006/main">
              <a:ext uri="{FF2B5EF4-FFF2-40B4-BE49-F238E27FC236}">
                <a16:creationId xmlns:a16="http://schemas.microsoft.com/office/drawing/2014/main" id="{43789B22-AB1D-41DC-BC3C-47067F420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425" y="8143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7" name="path-5915">
            <a:extLst xmlns:a="http://schemas.openxmlformats.org/drawingml/2006/main">
              <a:ext uri="{FF2B5EF4-FFF2-40B4-BE49-F238E27FC236}">
                <a16:creationId xmlns:a16="http://schemas.microsoft.com/office/drawing/2014/main" id="{A47B2A92-EFEB-4ACB-9183-7CCCCE4B6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707" y="8132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8" name="path-5916">
            <a:extLst xmlns:a="http://schemas.openxmlformats.org/drawingml/2006/main">
              <a:ext uri="{FF2B5EF4-FFF2-40B4-BE49-F238E27FC236}">
                <a16:creationId xmlns:a16="http://schemas.microsoft.com/office/drawing/2014/main" id="{153D95CB-1DD5-4692-90A2-572B48767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1" y="81341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09" name="path-5917">
            <a:extLst xmlns:a="http://schemas.openxmlformats.org/drawingml/2006/main">
              <a:ext uri="{FF2B5EF4-FFF2-40B4-BE49-F238E27FC236}">
                <a16:creationId xmlns:a16="http://schemas.microsoft.com/office/drawing/2014/main" id="{585D1190-84AB-4CF3-9238-AC9D7D5939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162" y="81168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0" name="path-5918">
            <a:extLst xmlns:a="http://schemas.openxmlformats.org/drawingml/2006/main">
              <a:ext uri="{FF2B5EF4-FFF2-40B4-BE49-F238E27FC236}">
                <a16:creationId xmlns:a16="http://schemas.microsoft.com/office/drawing/2014/main" id="{98CE0941-E187-4431-913E-6B4C44213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65" y="8149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1" name="path-5919">
            <a:extLst xmlns:a="http://schemas.openxmlformats.org/drawingml/2006/main">
              <a:ext uri="{FF2B5EF4-FFF2-40B4-BE49-F238E27FC236}">
                <a16:creationId xmlns:a16="http://schemas.microsoft.com/office/drawing/2014/main" id="{51B1CF6C-A4BA-4E01-80D0-96C6ACBC6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858" y="81596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2" name="path-5920">
            <a:extLst xmlns:a="http://schemas.openxmlformats.org/drawingml/2006/main">
              <a:ext uri="{FF2B5EF4-FFF2-40B4-BE49-F238E27FC236}">
                <a16:creationId xmlns:a16="http://schemas.microsoft.com/office/drawing/2014/main" id="{A180EA3D-27D2-42DE-AE0F-6E22442DA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447" y="81379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3" name="path-5921">
            <a:extLst xmlns:a="http://schemas.openxmlformats.org/drawingml/2006/main">
              <a:ext uri="{FF2B5EF4-FFF2-40B4-BE49-F238E27FC236}">
                <a16:creationId xmlns:a16="http://schemas.microsoft.com/office/drawing/2014/main" id="{B891DD44-305C-421E-AB8E-68DB34872F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2" y="81574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4" name="path-5922">
            <a:extLst xmlns:a="http://schemas.openxmlformats.org/drawingml/2006/main">
              <a:ext uri="{FF2B5EF4-FFF2-40B4-BE49-F238E27FC236}">
                <a16:creationId xmlns:a16="http://schemas.microsoft.com/office/drawing/2014/main" id="{FF8ED9F4-9B9D-4CC4-9D01-9EB66C186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065" y="81835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5" name="path-5923">
            <a:extLst xmlns:a="http://schemas.openxmlformats.org/drawingml/2006/main">
              <a:ext uri="{FF2B5EF4-FFF2-40B4-BE49-F238E27FC236}">
                <a16:creationId xmlns:a16="http://schemas.microsoft.com/office/drawing/2014/main" id="{7AB25709-87BA-4B26-B494-85724F166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9596" y="81300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6" name="path-5924">
            <a:extLst xmlns:a="http://schemas.openxmlformats.org/drawingml/2006/main">
              <a:ext uri="{FF2B5EF4-FFF2-40B4-BE49-F238E27FC236}">
                <a16:creationId xmlns:a16="http://schemas.microsoft.com/office/drawing/2014/main" id="{301E98D5-D032-4732-8687-892EF4747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499" y="81169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7" name="path-5925">
            <a:extLst xmlns:a="http://schemas.openxmlformats.org/drawingml/2006/main">
              <a:ext uri="{FF2B5EF4-FFF2-40B4-BE49-F238E27FC236}">
                <a16:creationId xmlns:a16="http://schemas.microsoft.com/office/drawing/2014/main" id="{C891743B-F412-4F12-A20C-E815DA8DD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6271" y="8147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8" name="path-5926">
            <a:extLst xmlns:a="http://schemas.openxmlformats.org/drawingml/2006/main">
              <a:ext uri="{FF2B5EF4-FFF2-40B4-BE49-F238E27FC236}">
                <a16:creationId xmlns:a16="http://schemas.microsoft.com/office/drawing/2014/main" id="{3208A23B-E4E6-4FDB-A34F-4CB0D2C8F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906" y="81545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19" name="path-5927">
            <a:extLst xmlns:a="http://schemas.openxmlformats.org/drawingml/2006/main">
              <a:ext uri="{FF2B5EF4-FFF2-40B4-BE49-F238E27FC236}">
                <a16:creationId xmlns:a16="http://schemas.microsoft.com/office/drawing/2014/main" id="{7C48981A-5275-4DEB-BDAB-7013AAC4A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697" y="81526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0" name="path-5928">
            <a:extLst xmlns:a="http://schemas.openxmlformats.org/drawingml/2006/main">
              <a:ext uri="{FF2B5EF4-FFF2-40B4-BE49-F238E27FC236}">
                <a16:creationId xmlns:a16="http://schemas.microsoft.com/office/drawing/2014/main" id="{BA7E837D-6551-4F4E-A174-CC9E0FFD0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437" y="8161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1" name="path-5929">
            <a:extLst xmlns:a="http://schemas.openxmlformats.org/drawingml/2006/main">
              <a:ext uri="{FF2B5EF4-FFF2-40B4-BE49-F238E27FC236}">
                <a16:creationId xmlns:a16="http://schemas.microsoft.com/office/drawing/2014/main" id="{903DB3BB-C12B-477B-8279-13CB2CA5D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771" y="8123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2" name="path-5930">
            <a:extLst xmlns:a="http://schemas.openxmlformats.org/drawingml/2006/main">
              <a:ext uri="{FF2B5EF4-FFF2-40B4-BE49-F238E27FC236}">
                <a16:creationId xmlns:a16="http://schemas.microsoft.com/office/drawing/2014/main" id="{F4AADEF6-FEE8-4459-A546-5DD0E9D74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11" y="81716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3" name="path-5931">
            <a:extLst xmlns:a="http://schemas.openxmlformats.org/drawingml/2006/main">
              <a:ext uri="{FF2B5EF4-FFF2-40B4-BE49-F238E27FC236}">
                <a16:creationId xmlns:a16="http://schemas.microsoft.com/office/drawing/2014/main" id="{73A01B73-A33D-4C9E-AD06-A282366DE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774" y="81753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4" name="path-5932">
            <a:extLst xmlns:a="http://schemas.openxmlformats.org/drawingml/2006/main">
              <a:ext uri="{FF2B5EF4-FFF2-40B4-BE49-F238E27FC236}">
                <a16:creationId xmlns:a16="http://schemas.microsoft.com/office/drawing/2014/main" id="{6E7BBC3E-70EF-4B10-8E4F-A97030A0A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292" y="81619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5" name="path-5933">
            <a:extLst xmlns:a="http://schemas.openxmlformats.org/drawingml/2006/main">
              <a:ext uri="{FF2B5EF4-FFF2-40B4-BE49-F238E27FC236}">
                <a16:creationId xmlns:a16="http://schemas.microsoft.com/office/drawing/2014/main" id="{CFB47128-AFD3-457E-BEAA-D94947FB3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4473" y="81456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6" name="path-5934">
            <a:extLst xmlns:a="http://schemas.openxmlformats.org/drawingml/2006/main">
              <a:ext uri="{FF2B5EF4-FFF2-40B4-BE49-F238E27FC236}">
                <a16:creationId xmlns:a16="http://schemas.microsoft.com/office/drawing/2014/main" id="{3A5FC4C2-C67F-42B6-A5D9-1CD74A490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292" y="81403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7" name="path-5935">
            <a:extLst xmlns:a="http://schemas.openxmlformats.org/drawingml/2006/main">
              <a:ext uri="{FF2B5EF4-FFF2-40B4-BE49-F238E27FC236}">
                <a16:creationId xmlns:a16="http://schemas.microsoft.com/office/drawing/2014/main" id="{32FAEF98-DDE0-40DC-9F2A-6B20B1A33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193" y="8108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8" name="path-5936">
            <a:extLst xmlns:a="http://schemas.openxmlformats.org/drawingml/2006/main">
              <a:ext uri="{FF2B5EF4-FFF2-40B4-BE49-F238E27FC236}">
                <a16:creationId xmlns:a16="http://schemas.microsoft.com/office/drawing/2014/main" id="{4D672A8D-0AFD-4E6A-85C6-7E2AB478A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9234" y="81663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29" name="path-5937">
            <a:extLst xmlns:a="http://schemas.openxmlformats.org/drawingml/2006/main">
              <a:ext uri="{FF2B5EF4-FFF2-40B4-BE49-F238E27FC236}">
                <a16:creationId xmlns:a16="http://schemas.microsoft.com/office/drawing/2014/main" id="{C493A74E-E19B-47F5-BB2A-6D79EF7E83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384" y="8130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0" name="path-5938">
            <a:extLst xmlns:a="http://schemas.openxmlformats.org/drawingml/2006/main">
              <a:ext uri="{FF2B5EF4-FFF2-40B4-BE49-F238E27FC236}">
                <a16:creationId xmlns:a16="http://schemas.microsoft.com/office/drawing/2014/main" id="{FB916988-0DAD-4A11-AEFE-5265C5DA1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137" y="81197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1" name="path-5939">
            <a:extLst xmlns:a="http://schemas.openxmlformats.org/drawingml/2006/main">
              <a:ext uri="{FF2B5EF4-FFF2-40B4-BE49-F238E27FC236}">
                <a16:creationId xmlns:a16="http://schemas.microsoft.com/office/drawing/2014/main" id="{95F77DE6-396E-4006-AC5A-6B4AF3B84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628" y="8150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2" name="path-5940">
            <a:extLst xmlns:a="http://schemas.openxmlformats.org/drawingml/2006/main">
              <a:ext uri="{FF2B5EF4-FFF2-40B4-BE49-F238E27FC236}">
                <a16:creationId xmlns:a16="http://schemas.microsoft.com/office/drawing/2014/main" id="{AFB195C6-0177-4142-8584-31805109E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94" y="81394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3" name="path-5941">
            <a:extLst xmlns:a="http://schemas.openxmlformats.org/drawingml/2006/main">
              <a:ext uri="{FF2B5EF4-FFF2-40B4-BE49-F238E27FC236}">
                <a16:creationId xmlns:a16="http://schemas.microsoft.com/office/drawing/2014/main" id="{B994228A-5416-4966-A3D3-F821B6FE5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245" y="8112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4" name="path-5942">
            <a:extLst xmlns:a="http://schemas.openxmlformats.org/drawingml/2006/main">
              <a:ext uri="{FF2B5EF4-FFF2-40B4-BE49-F238E27FC236}">
                <a16:creationId xmlns:a16="http://schemas.microsoft.com/office/drawing/2014/main" id="{AEF783B1-A77D-4B54-9333-EE44B10CC6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09" y="8168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5" name="path-5943">
            <a:extLst xmlns:a="http://schemas.openxmlformats.org/drawingml/2006/main">
              <a:ext uri="{FF2B5EF4-FFF2-40B4-BE49-F238E27FC236}">
                <a16:creationId xmlns:a16="http://schemas.microsoft.com/office/drawing/2014/main" id="{1087BD21-6F51-46A2-AB0E-649777E50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104" y="8087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6" name="path-5944">
            <a:extLst xmlns:a="http://schemas.openxmlformats.org/drawingml/2006/main">
              <a:ext uri="{FF2B5EF4-FFF2-40B4-BE49-F238E27FC236}">
                <a16:creationId xmlns:a16="http://schemas.microsoft.com/office/drawing/2014/main" id="{AA2CB168-E4F3-434D-848A-09BD5BA3E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6" y="8168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7" name="path-5945">
            <a:extLst xmlns:a="http://schemas.openxmlformats.org/drawingml/2006/main">
              <a:ext uri="{FF2B5EF4-FFF2-40B4-BE49-F238E27FC236}">
                <a16:creationId xmlns:a16="http://schemas.microsoft.com/office/drawing/2014/main" id="{8DC586BC-8E20-4EF6-AEDA-3DD1D69E02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4565" y="81412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8" name="path-5946">
            <a:extLst xmlns:a="http://schemas.openxmlformats.org/drawingml/2006/main">
              <a:ext uri="{FF2B5EF4-FFF2-40B4-BE49-F238E27FC236}">
                <a16:creationId xmlns:a16="http://schemas.microsoft.com/office/drawing/2014/main" id="{32B6D023-F6CF-4C62-BFDE-382DF0431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559" y="81330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9" name="path-5947">
            <a:extLst xmlns:a="http://schemas.openxmlformats.org/drawingml/2006/main">
              <a:ext uri="{FF2B5EF4-FFF2-40B4-BE49-F238E27FC236}">
                <a16:creationId xmlns:a16="http://schemas.microsoft.com/office/drawing/2014/main" id="{013D3A78-A417-43E0-83C6-4E5431818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45" y="81568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0" name="path-5948">
            <a:extLst xmlns:a="http://schemas.openxmlformats.org/drawingml/2006/main">
              <a:ext uri="{FF2B5EF4-FFF2-40B4-BE49-F238E27FC236}">
                <a16:creationId xmlns:a16="http://schemas.microsoft.com/office/drawing/2014/main" id="{BC1782ED-5951-48FF-ACC5-19170BA602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2527" y="81720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1" name="path-5949">
            <a:extLst xmlns:a="http://schemas.openxmlformats.org/drawingml/2006/main">
              <a:ext uri="{FF2B5EF4-FFF2-40B4-BE49-F238E27FC236}">
                <a16:creationId xmlns:a16="http://schemas.microsoft.com/office/drawing/2014/main" id="{CE4BB511-8B7C-4F2D-BE0A-3B2B43F58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2045" y="81175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2" name="path-5950">
            <a:extLst xmlns:a="http://schemas.openxmlformats.org/drawingml/2006/main">
              <a:ext uri="{FF2B5EF4-FFF2-40B4-BE49-F238E27FC236}">
                <a16:creationId xmlns:a16="http://schemas.microsoft.com/office/drawing/2014/main" id="{9FDC9D31-BAC2-4F44-801E-A2D46673D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976" y="81570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3" name="path-5951">
            <a:extLst xmlns:a="http://schemas.openxmlformats.org/drawingml/2006/main">
              <a:ext uri="{FF2B5EF4-FFF2-40B4-BE49-F238E27FC236}">
                <a16:creationId xmlns:a16="http://schemas.microsoft.com/office/drawing/2014/main" id="{0DF50FC2-EC75-40D2-8A19-FFF6985E43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9974" y="8150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4" name="path-5952">
            <a:extLst xmlns:a="http://schemas.openxmlformats.org/drawingml/2006/main">
              <a:ext uri="{FF2B5EF4-FFF2-40B4-BE49-F238E27FC236}">
                <a16:creationId xmlns:a16="http://schemas.microsoft.com/office/drawing/2014/main" id="{CC33AD6F-47F8-4CCB-9AAB-26D55B040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792" y="8144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5" name="path-5953">
            <a:extLst xmlns:a="http://schemas.openxmlformats.org/drawingml/2006/main">
              <a:ext uri="{FF2B5EF4-FFF2-40B4-BE49-F238E27FC236}">
                <a16:creationId xmlns:a16="http://schemas.microsoft.com/office/drawing/2014/main" id="{EF47F4FE-4F28-4431-9793-CBB63740F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843" y="81627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6" name="path-5954">
            <a:extLst xmlns:a="http://schemas.openxmlformats.org/drawingml/2006/main">
              <a:ext uri="{FF2B5EF4-FFF2-40B4-BE49-F238E27FC236}">
                <a16:creationId xmlns:a16="http://schemas.microsoft.com/office/drawing/2014/main" id="{18453633-8F11-4F5E-9B92-39541CCF0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247" y="81609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7" name="path-5955">
            <a:extLst xmlns:a="http://schemas.openxmlformats.org/drawingml/2006/main">
              <a:ext uri="{FF2B5EF4-FFF2-40B4-BE49-F238E27FC236}">
                <a16:creationId xmlns:a16="http://schemas.microsoft.com/office/drawing/2014/main" id="{7D9A270F-AFED-4CDA-A440-B1D748AFA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590" y="81536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8" name="path-5956">
            <a:extLst xmlns:a="http://schemas.openxmlformats.org/drawingml/2006/main">
              <a:ext uri="{FF2B5EF4-FFF2-40B4-BE49-F238E27FC236}">
                <a16:creationId xmlns:a16="http://schemas.microsoft.com/office/drawing/2014/main" id="{B705ABD4-CE07-4ECB-8D08-519841B4B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231" y="81306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9" name="path-5957">
            <a:extLst xmlns:a="http://schemas.openxmlformats.org/drawingml/2006/main">
              <a:ext uri="{FF2B5EF4-FFF2-40B4-BE49-F238E27FC236}">
                <a16:creationId xmlns:a16="http://schemas.microsoft.com/office/drawing/2014/main" id="{7427ED45-9270-4115-A132-E31FF06B2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1452" y="81351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0" name="path-5958">
            <a:extLst xmlns:a="http://schemas.openxmlformats.org/drawingml/2006/main">
              <a:ext uri="{FF2B5EF4-FFF2-40B4-BE49-F238E27FC236}">
                <a16:creationId xmlns:a16="http://schemas.microsoft.com/office/drawing/2014/main" id="{7C743F6A-68DE-49B8-99C4-C2B4386B7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2043" y="8118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1" name="path-5959">
            <a:extLst xmlns:a="http://schemas.openxmlformats.org/drawingml/2006/main">
              <a:ext uri="{FF2B5EF4-FFF2-40B4-BE49-F238E27FC236}">
                <a16:creationId xmlns:a16="http://schemas.microsoft.com/office/drawing/2014/main" id="{817023EB-8E27-413D-90AC-D22218938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423" y="81611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2" name="path-5960">
            <a:extLst xmlns:a="http://schemas.openxmlformats.org/drawingml/2006/main">
              <a:ext uri="{FF2B5EF4-FFF2-40B4-BE49-F238E27FC236}">
                <a16:creationId xmlns:a16="http://schemas.microsoft.com/office/drawing/2014/main" id="{9F917232-EEB1-4B50-BED5-1788E059A4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1" y="81256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3" name="path-5961">
            <a:extLst xmlns:a="http://schemas.openxmlformats.org/drawingml/2006/main">
              <a:ext uri="{FF2B5EF4-FFF2-40B4-BE49-F238E27FC236}">
                <a16:creationId xmlns:a16="http://schemas.microsoft.com/office/drawing/2014/main" id="{E926F8E0-B149-4CD2-B8F4-42D0F797B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306" y="81371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4" name="path-5962">
            <a:extLst xmlns:a="http://schemas.openxmlformats.org/drawingml/2006/main">
              <a:ext uri="{FF2B5EF4-FFF2-40B4-BE49-F238E27FC236}">
                <a16:creationId xmlns:a16="http://schemas.microsoft.com/office/drawing/2014/main" id="{EC8E5756-E649-4C82-AF49-8CACB7D2F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1926" y="81364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5" name="path-5963">
            <a:extLst xmlns:a="http://schemas.openxmlformats.org/drawingml/2006/main">
              <a:ext uri="{FF2B5EF4-FFF2-40B4-BE49-F238E27FC236}">
                <a16:creationId xmlns:a16="http://schemas.microsoft.com/office/drawing/2014/main" id="{C13D5681-6595-4CE0-A3EE-95B672DF8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82" y="8135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6" name="path-5964">
            <a:extLst xmlns:a="http://schemas.openxmlformats.org/drawingml/2006/main">
              <a:ext uri="{FF2B5EF4-FFF2-40B4-BE49-F238E27FC236}">
                <a16:creationId xmlns:a16="http://schemas.microsoft.com/office/drawing/2014/main" id="{BFE692EA-6626-4191-B85F-FD36B031A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675" y="81516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7" name="path-5965">
            <a:extLst xmlns:a="http://schemas.openxmlformats.org/drawingml/2006/main">
              <a:ext uri="{FF2B5EF4-FFF2-40B4-BE49-F238E27FC236}">
                <a16:creationId xmlns:a16="http://schemas.microsoft.com/office/drawing/2014/main" id="{C77C1318-6A7F-4C49-9120-B55107914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357" y="81254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8" name="path-5966">
            <a:extLst xmlns:a="http://schemas.openxmlformats.org/drawingml/2006/main">
              <a:ext uri="{FF2B5EF4-FFF2-40B4-BE49-F238E27FC236}">
                <a16:creationId xmlns:a16="http://schemas.microsoft.com/office/drawing/2014/main" id="{0D21EDA2-B34E-4B5F-A992-F6A3DD3E4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293" y="8128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9" name="path-5967">
            <a:extLst xmlns:a="http://schemas.openxmlformats.org/drawingml/2006/main">
              <a:ext uri="{FF2B5EF4-FFF2-40B4-BE49-F238E27FC236}">
                <a16:creationId xmlns:a16="http://schemas.microsoft.com/office/drawing/2014/main" id="{98F9E874-2034-44E6-BCFA-0A0A37D06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149" y="8177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0" name="path-5968">
            <a:extLst xmlns:a="http://schemas.openxmlformats.org/drawingml/2006/main">
              <a:ext uri="{FF2B5EF4-FFF2-40B4-BE49-F238E27FC236}">
                <a16:creationId xmlns:a16="http://schemas.microsoft.com/office/drawing/2014/main" id="{D6C68638-D7F8-4DDB-9D56-05339C6AA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6335" y="81324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1" name="path-5969">
            <a:extLst xmlns:a="http://schemas.openxmlformats.org/drawingml/2006/main">
              <a:ext uri="{FF2B5EF4-FFF2-40B4-BE49-F238E27FC236}">
                <a16:creationId xmlns:a16="http://schemas.microsoft.com/office/drawing/2014/main" id="{FACD1860-1809-4705-8FA7-09C736EF0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679" y="81227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2" name="path-5970">
            <a:extLst xmlns:a="http://schemas.openxmlformats.org/drawingml/2006/main">
              <a:ext uri="{FF2B5EF4-FFF2-40B4-BE49-F238E27FC236}">
                <a16:creationId xmlns:a16="http://schemas.microsoft.com/office/drawing/2014/main" id="{10D99151-72C3-49D9-8630-B3FD3FA0F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597" y="81307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3" name="path-5971">
            <a:extLst xmlns:a="http://schemas.openxmlformats.org/drawingml/2006/main">
              <a:ext uri="{FF2B5EF4-FFF2-40B4-BE49-F238E27FC236}">
                <a16:creationId xmlns:a16="http://schemas.microsoft.com/office/drawing/2014/main" id="{2E5BD248-40E7-4531-91F3-D7E5E51C8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579" y="81256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4" name="path-5972">
            <a:extLst xmlns:a="http://schemas.openxmlformats.org/drawingml/2006/main">
              <a:ext uri="{FF2B5EF4-FFF2-40B4-BE49-F238E27FC236}">
                <a16:creationId xmlns:a16="http://schemas.microsoft.com/office/drawing/2014/main" id="{B7CEF520-262C-484B-9F08-F7AEE0E4C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138" y="81199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5" name="path-5973">
            <a:extLst xmlns:a="http://schemas.openxmlformats.org/drawingml/2006/main">
              <a:ext uri="{FF2B5EF4-FFF2-40B4-BE49-F238E27FC236}">
                <a16:creationId xmlns:a16="http://schemas.microsoft.com/office/drawing/2014/main" id="{22761FDE-6E36-47FE-94CE-46954C935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7043" y="8153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6" name="path-5974">
            <a:extLst xmlns:a="http://schemas.openxmlformats.org/drawingml/2006/main">
              <a:ext uri="{FF2B5EF4-FFF2-40B4-BE49-F238E27FC236}">
                <a16:creationId xmlns:a16="http://schemas.microsoft.com/office/drawing/2014/main" id="{753844F7-ACC5-4E6C-8B81-79D3A59C9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8" y="8116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7" name="path-5975">
            <a:extLst xmlns:a="http://schemas.openxmlformats.org/drawingml/2006/main">
              <a:ext uri="{FF2B5EF4-FFF2-40B4-BE49-F238E27FC236}">
                <a16:creationId xmlns:a16="http://schemas.microsoft.com/office/drawing/2014/main" id="{7527E494-6D7B-4B66-A104-49CAFCA4A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317" y="81474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8" name="path-5976">
            <a:extLst xmlns:a="http://schemas.openxmlformats.org/drawingml/2006/main">
              <a:ext uri="{FF2B5EF4-FFF2-40B4-BE49-F238E27FC236}">
                <a16:creationId xmlns:a16="http://schemas.microsoft.com/office/drawing/2014/main" id="{49DC4103-2D65-43B4-8D79-C82EE005D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34" y="81624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9" name="path-5977">
            <a:extLst xmlns:a="http://schemas.openxmlformats.org/drawingml/2006/main">
              <a:ext uri="{FF2B5EF4-FFF2-40B4-BE49-F238E27FC236}">
                <a16:creationId xmlns:a16="http://schemas.microsoft.com/office/drawing/2014/main" id="{60E54B60-0964-4E1E-AAC9-86A77A57C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8693" y="81455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0" name="path-5978">
            <a:extLst xmlns:a="http://schemas.openxmlformats.org/drawingml/2006/main">
              <a:ext uri="{FF2B5EF4-FFF2-40B4-BE49-F238E27FC236}">
                <a16:creationId xmlns:a16="http://schemas.microsoft.com/office/drawing/2014/main" id="{740276A5-3D87-4C58-80C6-F144C2A4D1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793" y="81546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1" name="path-5979">
            <a:extLst xmlns:a="http://schemas.openxmlformats.org/drawingml/2006/main">
              <a:ext uri="{FF2B5EF4-FFF2-40B4-BE49-F238E27FC236}">
                <a16:creationId xmlns:a16="http://schemas.microsoft.com/office/drawing/2014/main" id="{DBE7F5C1-25F9-4A61-B7DE-98DCEC9A5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438" y="8161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2" name="path-5980">
            <a:extLst xmlns:a="http://schemas.openxmlformats.org/drawingml/2006/main">
              <a:ext uri="{FF2B5EF4-FFF2-40B4-BE49-F238E27FC236}">
                <a16:creationId xmlns:a16="http://schemas.microsoft.com/office/drawing/2014/main" id="{9C7C02D4-60F6-4CE6-988E-34EC599E32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04" y="8185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3" name="path-5981">
            <a:extLst xmlns:a="http://schemas.openxmlformats.org/drawingml/2006/main">
              <a:ext uri="{FF2B5EF4-FFF2-40B4-BE49-F238E27FC236}">
                <a16:creationId xmlns:a16="http://schemas.microsoft.com/office/drawing/2014/main" id="{8C1BE01E-E7E6-446E-85FE-51D1B7674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12" y="81451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4" name="path-5982">
            <a:extLst xmlns:a="http://schemas.openxmlformats.org/drawingml/2006/main">
              <a:ext uri="{FF2B5EF4-FFF2-40B4-BE49-F238E27FC236}">
                <a16:creationId xmlns:a16="http://schemas.microsoft.com/office/drawing/2014/main" id="{14E67056-851C-4657-A211-CBA67DDFF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8329" y="81182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5" name="path-5983">
            <a:extLst xmlns:a="http://schemas.openxmlformats.org/drawingml/2006/main">
              <a:ext uri="{FF2B5EF4-FFF2-40B4-BE49-F238E27FC236}">
                <a16:creationId xmlns:a16="http://schemas.microsoft.com/office/drawing/2014/main" id="{ADFAB562-31A1-4ADE-A426-800323EE44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499" y="81310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6" name="path-5984">
            <a:extLst xmlns:a="http://schemas.openxmlformats.org/drawingml/2006/main">
              <a:ext uri="{FF2B5EF4-FFF2-40B4-BE49-F238E27FC236}">
                <a16:creationId xmlns:a16="http://schemas.microsoft.com/office/drawing/2014/main" id="{325D593D-DADC-4E57-8954-7ED79B3B4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797" y="8135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7" name="path-5985">
            <a:extLst xmlns:a="http://schemas.openxmlformats.org/drawingml/2006/main">
              <a:ext uri="{FF2B5EF4-FFF2-40B4-BE49-F238E27FC236}">
                <a16:creationId xmlns:a16="http://schemas.microsoft.com/office/drawing/2014/main" id="{B8FE3838-71F5-4619-88DD-F9ECA6820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107" y="81442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8" name="path-5986">
            <a:extLst xmlns:a="http://schemas.openxmlformats.org/drawingml/2006/main">
              <a:ext uri="{FF2B5EF4-FFF2-40B4-BE49-F238E27FC236}">
                <a16:creationId xmlns:a16="http://schemas.microsoft.com/office/drawing/2014/main" id="{9044295A-0159-45B0-B89F-BD30A3D61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624" y="81157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9" name="path-5987">
            <a:extLst xmlns:a="http://schemas.openxmlformats.org/drawingml/2006/main">
              <a:ext uri="{FF2B5EF4-FFF2-40B4-BE49-F238E27FC236}">
                <a16:creationId xmlns:a16="http://schemas.microsoft.com/office/drawing/2014/main" id="{515D93F8-113B-4D9B-BE27-F8BB90948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383" y="81312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0" name="path-5988">
            <a:extLst xmlns:a="http://schemas.openxmlformats.org/drawingml/2006/main">
              <a:ext uri="{FF2B5EF4-FFF2-40B4-BE49-F238E27FC236}">
                <a16:creationId xmlns:a16="http://schemas.microsoft.com/office/drawing/2014/main" id="{85AF4CD2-D9B0-4D72-A067-76BBBC7849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7002" y="81673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1" name="path-5989">
            <a:extLst xmlns:a="http://schemas.openxmlformats.org/drawingml/2006/main">
              <a:ext uri="{FF2B5EF4-FFF2-40B4-BE49-F238E27FC236}">
                <a16:creationId xmlns:a16="http://schemas.microsoft.com/office/drawing/2014/main" id="{FFD9087B-2E2C-4D67-AB00-DBAD255AB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193" y="8136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2" name="path-5990">
            <a:extLst xmlns:a="http://schemas.openxmlformats.org/drawingml/2006/main">
              <a:ext uri="{FF2B5EF4-FFF2-40B4-BE49-F238E27FC236}">
                <a16:creationId xmlns:a16="http://schemas.microsoft.com/office/drawing/2014/main" id="{9C0FFFBC-A650-493B-BF8E-4149E6A868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072" y="81454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3" name="path-5991">
            <a:extLst xmlns:a="http://schemas.openxmlformats.org/drawingml/2006/main">
              <a:ext uri="{FF2B5EF4-FFF2-40B4-BE49-F238E27FC236}">
                <a16:creationId xmlns:a16="http://schemas.microsoft.com/office/drawing/2014/main" id="{F37DEFE1-C207-48E1-AFD9-FB9FB1974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952" y="8132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4" name="path-5992">
            <a:extLst xmlns:a="http://schemas.openxmlformats.org/drawingml/2006/main">
              <a:ext uri="{FF2B5EF4-FFF2-40B4-BE49-F238E27FC236}">
                <a16:creationId xmlns:a16="http://schemas.microsoft.com/office/drawing/2014/main" id="{6319986F-8843-47F9-A4BE-BC482BC96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688" y="81489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5" name="path-5993">
            <a:extLst xmlns:a="http://schemas.openxmlformats.org/drawingml/2006/main">
              <a:ext uri="{FF2B5EF4-FFF2-40B4-BE49-F238E27FC236}">
                <a16:creationId xmlns:a16="http://schemas.microsoft.com/office/drawing/2014/main" id="{0C034149-0865-4374-A5C5-D15B4285F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01536" y="81551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6" name="path-5994">
            <a:extLst xmlns:a="http://schemas.openxmlformats.org/drawingml/2006/main">
              <a:ext uri="{FF2B5EF4-FFF2-40B4-BE49-F238E27FC236}">
                <a16:creationId xmlns:a16="http://schemas.microsoft.com/office/drawing/2014/main" id="{4B0487BC-188E-4413-9DDC-82089002A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837" y="81332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7" name="path-5995">
            <a:extLst xmlns:a="http://schemas.openxmlformats.org/drawingml/2006/main">
              <a:ext uri="{FF2B5EF4-FFF2-40B4-BE49-F238E27FC236}">
                <a16:creationId xmlns:a16="http://schemas.microsoft.com/office/drawing/2014/main" id="{2B180CC4-36F3-48D6-A4AA-2ED94AF96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623" y="81161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8" name="path-5996">
            <a:extLst xmlns:a="http://schemas.openxmlformats.org/drawingml/2006/main">
              <a:ext uri="{FF2B5EF4-FFF2-40B4-BE49-F238E27FC236}">
                <a16:creationId xmlns:a16="http://schemas.microsoft.com/office/drawing/2014/main" id="{B41D4EFF-D00E-4521-8A88-89D3CB689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316" y="8156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89" name="path-5997">
            <a:extLst xmlns:a="http://schemas.openxmlformats.org/drawingml/2006/main">
              <a:ext uri="{FF2B5EF4-FFF2-40B4-BE49-F238E27FC236}">
                <a16:creationId xmlns:a16="http://schemas.microsoft.com/office/drawing/2014/main" id="{C8754256-ABE5-44EC-BD98-37AB40526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944" y="81428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0" name="path-5998">
            <a:extLst xmlns:a="http://schemas.openxmlformats.org/drawingml/2006/main">
              <a:ext uri="{FF2B5EF4-FFF2-40B4-BE49-F238E27FC236}">
                <a16:creationId xmlns:a16="http://schemas.microsoft.com/office/drawing/2014/main" id="{A32DFC58-EF45-483C-BD91-23FAC56D1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369" y="81414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1" name="path-5999">
            <a:extLst xmlns:a="http://schemas.openxmlformats.org/drawingml/2006/main">
              <a:ext uri="{FF2B5EF4-FFF2-40B4-BE49-F238E27FC236}">
                <a16:creationId xmlns:a16="http://schemas.microsoft.com/office/drawing/2014/main" id="{DD9D2DF4-D989-411B-A70C-1F5CF0960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571" y="81409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2" name="path-6000">
            <a:extLst xmlns:a="http://schemas.openxmlformats.org/drawingml/2006/main">
              <a:ext uri="{FF2B5EF4-FFF2-40B4-BE49-F238E27FC236}">
                <a16:creationId xmlns:a16="http://schemas.microsoft.com/office/drawing/2014/main" id="{C3195028-6D30-4F5C-8185-AAE17EE44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478" y="8148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3" name="path-6001">
            <a:extLst xmlns:a="http://schemas.openxmlformats.org/drawingml/2006/main">
              <a:ext uri="{FF2B5EF4-FFF2-40B4-BE49-F238E27FC236}">
                <a16:creationId xmlns:a16="http://schemas.microsoft.com/office/drawing/2014/main" id="{56BC898E-D663-4DD0-9035-572BBAC4A6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469" y="8134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4" name="path-6002">
            <a:extLst xmlns:a="http://schemas.openxmlformats.org/drawingml/2006/main">
              <a:ext uri="{FF2B5EF4-FFF2-40B4-BE49-F238E27FC236}">
                <a16:creationId xmlns:a16="http://schemas.microsoft.com/office/drawing/2014/main" id="{40365299-C624-46A0-98A6-1BAA53D75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0760" y="81583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5" name="path-6003">
            <a:extLst xmlns:a="http://schemas.openxmlformats.org/drawingml/2006/main">
              <a:ext uri="{FF2B5EF4-FFF2-40B4-BE49-F238E27FC236}">
                <a16:creationId xmlns:a16="http://schemas.microsoft.com/office/drawing/2014/main" id="{A67C1210-A0F4-4D44-8103-5B1306A60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744" y="81431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6" name="path-6004">
            <a:extLst xmlns:a="http://schemas.openxmlformats.org/drawingml/2006/main">
              <a:ext uri="{FF2B5EF4-FFF2-40B4-BE49-F238E27FC236}">
                <a16:creationId xmlns:a16="http://schemas.microsoft.com/office/drawing/2014/main" id="{AB43D6BD-05D9-4135-B049-F5A2478646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8850" y="81889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7" name="path-6005">
            <a:extLst xmlns:a="http://schemas.openxmlformats.org/drawingml/2006/main">
              <a:ext uri="{FF2B5EF4-FFF2-40B4-BE49-F238E27FC236}">
                <a16:creationId xmlns:a16="http://schemas.microsoft.com/office/drawing/2014/main" id="{0D5AC2B8-CC1E-4041-B200-FE198083C7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139" y="81089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8" name="path-6006">
            <a:extLst xmlns:a="http://schemas.openxmlformats.org/drawingml/2006/main">
              <a:ext uri="{FF2B5EF4-FFF2-40B4-BE49-F238E27FC236}">
                <a16:creationId xmlns:a16="http://schemas.microsoft.com/office/drawing/2014/main" id="{6500F1FC-027D-4E1C-B8C0-3BC120925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870" y="81510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9" name="path-6007">
            <a:extLst xmlns:a="http://schemas.openxmlformats.org/drawingml/2006/main">
              <a:ext uri="{FF2B5EF4-FFF2-40B4-BE49-F238E27FC236}">
                <a16:creationId xmlns:a16="http://schemas.microsoft.com/office/drawing/2014/main" id="{B52BC6DE-0208-4923-9363-E41C6FDA7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371" y="81411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0" name="path-6008">
            <a:extLst xmlns:a="http://schemas.openxmlformats.org/drawingml/2006/main">
              <a:ext uri="{FF2B5EF4-FFF2-40B4-BE49-F238E27FC236}">
                <a16:creationId xmlns:a16="http://schemas.microsoft.com/office/drawing/2014/main" id="{288F2AE4-D64F-431E-9F7A-088C0F4A7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065" y="81332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1" name="path-6009">
            <a:extLst xmlns:a="http://schemas.openxmlformats.org/drawingml/2006/main">
              <a:ext uri="{FF2B5EF4-FFF2-40B4-BE49-F238E27FC236}">
                <a16:creationId xmlns:a16="http://schemas.microsoft.com/office/drawing/2014/main" id="{BB158C2E-9FB4-45E2-BBC7-74CB3DFB7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360" y="81396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2" name="path-6010">
            <a:extLst xmlns:a="http://schemas.openxmlformats.org/drawingml/2006/main">
              <a:ext uri="{FF2B5EF4-FFF2-40B4-BE49-F238E27FC236}">
                <a16:creationId xmlns:a16="http://schemas.microsoft.com/office/drawing/2014/main" id="{83AE0505-E9F5-4873-B45A-091E40E4F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757" y="81200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3" name="path-6011">
            <a:extLst xmlns:a="http://schemas.openxmlformats.org/drawingml/2006/main">
              <a:ext uri="{FF2B5EF4-FFF2-40B4-BE49-F238E27FC236}">
                <a16:creationId xmlns:a16="http://schemas.microsoft.com/office/drawing/2014/main" id="{D9F07CDB-A3F2-4357-A69B-A723117AB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125" y="81324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4" name="path-6012">
            <a:extLst xmlns:a="http://schemas.openxmlformats.org/drawingml/2006/main">
              <a:ext uri="{FF2B5EF4-FFF2-40B4-BE49-F238E27FC236}">
                <a16:creationId xmlns:a16="http://schemas.microsoft.com/office/drawing/2014/main" id="{14B2D45E-996B-47DF-9C7B-BF59C5127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110" y="81292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5" name="path-6013">
            <a:extLst xmlns:a="http://schemas.openxmlformats.org/drawingml/2006/main">
              <a:ext uri="{FF2B5EF4-FFF2-40B4-BE49-F238E27FC236}">
                <a16:creationId xmlns:a16="http://schemas.microsoft.com/office/drawing/2014/main" id="{84F04D3D-2F51-4F23-9E67-94DE28BA4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476" y="81866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6" name="path-6014">
            <a:extLst xmlns:a="http://schemas.openxmlformats.org/drawingml/2006/main">
              <a:ext uri="{FF2B5EF4-FFF2-40B4-BE49-F238E27FC236}">
                <a16:creationId xmlns:a16="http://schemas.microsoft.com/office/drawing/2014/main" id="{F1A4B5F5-12F6-4674-AD5A-761E774EB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6" y="81573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7" name="path-6015">
            <a:extLst xmlns:a="http://schemas.openxmlformats.org/drawingml/2006/main">
              <a:ext uri="{FF2B5EF4-FFF2-40B4-BE49-F238E27FC236}">
                <a16:creationId xmlns:a16="http://schemas.microsoft.com/office/drawing/2014/main" id="{1D1C7D7A-16AB-4E6F-80DF-5C1967030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9988" y="81299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8" name="path-6016">
            <a:extLst xmlns:a="http://schemas.openxmlformats.org/drawingml/2006/main">
              <a:ext uri="{FF2B5EF4-FFF2-40B4-BE49-F238E27FC236}">
                <a16:creationId xmlns:a16="http://schemas.microsoft.com/office/drawing/2014/main" id="{15DA6679-B216-4C45-B4C0-624915463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1958" y="81349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09" name="path-6017">
            <a:extLst xmlns:a="http://schemas.openxmlformats.org/drawingml/2006/main">
              <a:ext uri="{FF2B5EF4-FFF2-40B4-BE49-F238E27FC236}">
                <a16:creationId xmlns:a16="http://schemas.microsoft.com/office/drawing/2014/main" id="{FFE9CAC2-2E2A-4BCE-9C96-589D97EEA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191" y="8117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0" name="path-6018">
            <a:extLst xmlns:a="http://schemas.openxmlformats.org/drawingml/2006/main">
              <a:ext uri="{FF2B5EF4-FFF2-40B4-BE49-F238E27FC236}">
                <a16:creationId xmlns:a16="http://schemas.microsoft.com/office/drawing/2014/main" id="{6352821B-3B7C-42FF-A325-F629CA898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945" y="81567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1" name="path-6019">
            <a:extLst xmlns:a="http://schemas.openxmlformats.org/drawingml/2006/main">
              <a:ext uri="{FF2B5EF4-FFF2-40B4-BE49-F238E27FC236}">
                <a16:creationId xmlns:a16="http://schemas.microsoft.com/office/drawing/2014/main" id="{DC8DD082-12E9-4E53-B8F4-DA4A8C7334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698" y="8146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2" name="path-6020">
            <a:extLst xmlns:a="http://schemas.openxmlformats.org/drawingml/2006/main">
              <a:ext uri="{FF2B5EF4-FFF2-40B4-BE49-F238E27FC236}">
                <a16:creationId xmlns:a16="http://schemas.microsoft.com/office/drawing/2014/main" id="{7E63D2FE-D685-4F67-A16F-ED65426E0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98" y="81393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3" name="path-6021">
            <a:extLst xmlns:a="http://schemas.openxmlformats.org/drawingml/2006/main">
              <a:ext uri="{FF2B5EF4-FFF2-40B4-BE49-F238E27FC236}">
                <a16:creationId xmlns:a16="http://schemas.microsoft.com/office/drawing/2014/main" id="{D7BBDE8F-D5BF-4322-9107-F19F8FEBC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002" y="81491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4" name="path-6022">
            <a:extLst xmlns:a="http://schemas.openxmlformats.org/drawingml/2006/main">
              <a:ext uri="{FF2B5EF4-FFF2-40B4-BE49-F238E27FC236}">
                <a16:creationId xmlns:a16="http://schemas.microsoft.com/office/drawing/2014/main" id="{3DF09ADF-232D-4D15-92E0-3BFCA1ACD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797" y="81790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5" name="path-6023">
            <a:extLst xmlns:a="http://schemas.openxmlformats.org/drawingml/2006/main">
              <a:ext uri="{FF2B5EF4-FFF2-40B4-BE49-F238E27FC236}">
                <a16:creationId xmlns:a16="http://schemas.microsoft.com/office/drawing/2014/main" id="{6B9F7AF5-5732-48BB-95EC-D23B9F5DF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480" y="8140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6" name="path-6024">
            <a:extLst xmlns:a="http://schemas.openxmlformats.org/drawingml/2006/main">
              <a:ext uri="{FF2B5EF4-FFF2-40B4-BE49-F238E27FC236}">
                <a16:creationId xmlns:a16="http://schemas.microsoft.com/office/drawing/2014/main" id="{9A77681F-22A8-4263-9818-E9F2C9C52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060" y="81569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7" name="path-6025">
            <a:extLst xmlns:a="http://schemas.openxmlformats.org/drawingml/2006/main">
              <a:ext uri="{FF2B5EF4-FFF2-40B4-BE49-F238E27FC236}">
                <a16:creationId xmlns:a16="http://schemas.microsoft.com/office/drawing/2014/main" id="{371CD94A-D8E5-44A6-9A56-DB35148722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87722" y="81919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8" name="path-6026">
            <a:extLst xmlns:a="http://schemas.openxmlformats.org/drawingml/2006/main">
              <a:ext uri="{FF2B5EF4-FFF2-40B4-BE49-F238E27FC236}">
                <a16:creationId xmlns:a16="http://schemas.microsoft.com/office/drawing/2014/main" id="{E36A7B7C-B7F8-40B2-953A-2A0FB02B18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095" y="8154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19" name="path-6027">
            <a:extLst xmlns:a="http://schemas.openxmlformats.org/drawingml/2006/main">
              <a:ext uri="{FF2B5EF4-FFF2-40B4-BE49-F238E27FC236}">
                <a16:creationId xmlns:a16="http://schemas.microsoft.com/office/drawing/2014/main" id="{8E903FE3-46D2-4298-A1F5-A4FB16422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435" y="81575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0" name="path-6028">
            <a:extLst xmlns:a="http://schemas.openxmlformats.org/drawingml/2006/main">
              <a:ext uri="{FF2B5EF4-FFF2-40B4-BE49-F238E27FC236}">
                <a16:creationId xmlns:a16="http://schemas.microsoft.com/office/drawing/2014/main" id="{47BA4B00-295A-48BF-A57E-610923E13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82" y="81478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1" name="path-6029">
            <a:extLst xmlns:a="http://schemas.openxmlformats.org/drawingml/2006/main">
              <a:ext uri="{FF2B5EF4-FFF2-40B4-BE49-F238E27FC236}">
                <a16:creationId xmlns:a16="http://schemas.microsoft.com/office/drawing/2014/main" id="{6B3A5123-0037-4F30-A586-981F67428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8927" y="81060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2" name="path-6030">
            <a:extLst xmlns:a="http://schemas.openxmlformats.org/drawingml/2006/main">
              <a:ext uri="{FF2B5EF4-FFF2-40B4-BE49-F238E27FC236}">
                <a16:creationId xmlns:a16="http://schemas.microsoft.com/office/drawing/2014/main" id="{6827015B-5E95-4897-A0A6-3FC65909C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2330" y="81460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3" name="path-6031">
            <a:extLst xmlns:a="http://schemas.openxmlformats.org/drawingml/2006/main">
              <a:ext uri="{FF2B5EF4-FFF2-40B4-BE49-F238E27FC236}">
                <a16:creationId xmlns:a16="http://schemas.microsoft.com/office/drawing/2014/main" id="{29CD8C2D-C420-4933-B951-165DCFE67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567" y="81690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4" name="path-6032">
            <a:extLst xmlns:a="http://schemas.openxmlformats.org/drawingml/2006/main">
              <a:ext uri="{FF2B5EF4-FFF2-40B4-BE49-F238E27FC236}">
                <a16:creationId xmlns:a16="http://schemas.microsoft.com/office/drawing/2014/main" id="{74EC7E78-FBAE-430C-A0D3-38AE4CDB1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560" y="81527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5" name="path-6033">
            <a:extLst xmlns:a="http://schemas.openxmlformats.org/drawingml/2006/main">
              <a:ext uri="{FF2B5EF4-FFF2-40B4-BE49-F238E27FC236}">
                <a16:creationId xmlns:a16="http://schemas.microsoft.com/office/drawing/2014/main" id="{1EC2ABF2-1D83-44AE-8B01-D7B200387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339" y="8103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6" name="path-6034">
            <a:extLst xmlns:a="http://schemas.openxmlformats.org/drawingml/2006/main">
              <a:ext uri="{FF2B5EF4-FFF2-40B4-BE49-F238E27FC236}">
                <a16:creationId xmlns:a16="http://schemas.microsoft.com/office/drawing/2014/main" id="{4E358D9C-AF41-4D25-99DE-FAF6DD0ED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9380" y="81455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7" name="path-6035">
            <a:extLst xmlns:a="http://schemas.openxmlformats.org/drawingml/2006/main">
              <a:ext uri="{FF2B5EF4-FFF2-40B4-BE49-F238E27FC236}">
                <a16:creationId xmlns:a16="http://schemas.microsoft.com/office/drawing/2014/main" id="{4EE127CE-A5AF-4292-BB93-CAC2C3561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54" y="8121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8" name="path-6036">
            <a:extLst xmlns:a="http://schemas.openxmlformats.org/drawingml/2006/main">
              <a:ext uri="{FF2B5EF4-FFF2-40B4-BE49-F238E27FC236}">
                <a16:creationId xmlns:a16="http://schemas.microsoft.com/office/drawing/2014/main" id="{60CAD029-133C-4989-B284-237E9F7D3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262" y="81511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29" name="path-6037">
            <a:extLst xmlns:a="http://schemas.openxmlformats.org/drawingml/2006/main">
              <a:ext uri="{FF2B5EF4-FFF2-40B4-BE49-F238E27FC236}">
                <a16:creationId xmlns:a16="http://schemas.microsoft.com/office/drawing/2014/main" id="{DC38F7DA-E1EB-469C-869D-04A265C01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785" y="81357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0" name="path-6038">
            <a:extLst xmlns:a="http://schemas.openxmlformats.org/drawingml/2006/main">
              <a:ext uri="{FF2B5EF4-FFF2-40B4-BE49-F238E27FC236}">
                <a16:creationId xmlns:a16="http://schemas.microsoft.com/office/drawing/2014/main" id="{2D2009A7-ABA1-4C47-8CC8-D54300401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399" y="81495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1" name="path-6039">
            <a:extLst xmlns:a="http://schemas.openxmlformats.org/drawingml/2006/main">
              <a:ext uri="{FF2B5EF4-FFF2-40B4-BE49-F238E27FC236}">
                <a16:creationId xmlns:a16="http://schemas.microsoft.com/office/drawing/2014/main" id="{B89E964E-C814-47AD-9380-F94035872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82" y="81357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2" name="path-6040">
            <a:extLst xmlns:a="http://schemas.openxmlformats.org/drawingml/2006/main">
              <a:ext uri="{FF2B5EF4-FFF2-40B4-BE49-F238E27FC236}">
                <a16:creationId xmlns:a16="http://schemas.microsoft.com/office/drawing/2014/main" id="{9192A794-86DB-403B-822D-3C76E2B7A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24" y="81798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3" name="path-6041">
            <a:extLst xmlns:a="http://schemas.openxmlformats.org/drawingml/2006/main">
              <a:ext uri="{FF2B5EF4-FFF2-40B4-BE49-F238E27FC236}">
                <a16:creationId xmlns:a16="http://schemas.microsoft.com/office/drawing/2014/main" id="{80713AFB-AF12-4691-AAF0-D392E6EC4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494" y="81670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4" name="path-6042">
            <a:extLst xmlns:a="http://schemas.openxmlformats.org/drawingml/2006/main">
              <a:ext uri="{FF2B5EF4-FFF2-40B4-BE49-F238E27FC236}">
                <a16:creationId xmlns:a16="http://schemas.microsoft.com/office/drawing/2014/main" id="{72D46798-6368-47EF-BA89-9CD4BC25D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870" y="8133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5" name="path-6043">
            <a:extLst xmlns:a="http://schemas.openxmlformats.org/drawingml/2006/main">
              <a:ext uri="{FF2B5EF4-FFF2-40B4-BE49-F238E27FC236}">
                <a16:creationId xmlns:a16="http://schemas.microsoft.com/office/drawing/2014/main" id="{C770D858-878D-42A0-B17C-7E214E881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009" y="81831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6" name="path-6044">
            <a:extLst xmlns:a="http://schemas.openxmlformats.org/drawingml/2006/main">
              <a:ext uri="{FF2B5EF4-FFF2-40B4-BE49-F238E27FC236}">
                <a16:creationId xmlns:a16="http://schemas.microsoft.com/office/drawing/2014/main" id="{B00D8A36-8253-405D-9BB7-E9C248B3F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028" y="81743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7" name="path-6045">
            <a:extLst xmlns:a="http://schemas.openxmlformats.org/drawingml/2006/main">
              <a:ext uri="{FF2B5EF4-FFF2-40B4-BE49-F238E27FC236}">
                <a16:creationId xmlns:a16="http://schemas.microsoft.com/office/drawing/2014/main" id="{B9D0AB3D-4ED1-456E-8679-7B1F4EC10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201" y="81379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8" name="path-6046">
            <a:extLst xmlns:a="http://schemas.openxmlformats.org/drawingml/2006/main">
              <a:ext uri="{FF2B5EF4-FFF2-40B4-BE49-F238E27FC236}">
                <a16:creationId xmlns:a16="http://schemas.microsoft.com/office/drawing/2014/main" id="{A86C1627-35FB-4B16-8C7A-4BE742E38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771" y="81527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39" name="path-6047">
            <a:extLst xmlns:a="http://schemas.openxmlformats.org/drawingml/2006/main">
              <a:ext uri="{FF2B5EF4-FFF2-40B4-BE49-F238E27FC236}">
                <a16:creationId xmlns:a16="http://schemas.microsoft.com/office/drawing/2014/main" id="{77E43B46-BA5E-45DA-B402-3C63B2FF4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751" y="81578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0" name="path-6048">
            <a:extLst xmlns:a="http://schemas.openxmlformats.org/drawingml/2006/main">
              <a:ext uri="{FF2B5EF4-FFF2-40B4-BE49-F238E27FC236}">
                <a16:creationId xmlns:a16="http://schemas.microsoft.com/office/drawing/2014/main" id="{FFB81E00-AFAC-4C01-9ED3-379655602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688" y="81336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1" name="path-6049">
            <a:extLst xmlns:a="http://schemas.openxmlformats.org/drawingml/2006/main">
              <a:ext uri="{FF2B5EF4-FFF2-40B4-BE49-F238E27FC236}">
                <a16:creationId xmlns:a16="http://schemas.microsoft.com/office/drawing/2014/main" id="{A41A7598-FB6F-4567-8EA4-7EAB47828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143" y="81261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2" name="path-6050">
            <a:extLst xmlns:a="http://schemas.openxmlformats.org/drawingml/2006/main">
              <a:ext uri="{FF2B5EF4-FFF2-40B4-BE49-F238E27FC236}">
                <a16:creationId xmlns:a16="http://schemas.microsoft.com/office/drawing/2014/main" id="{173AE588-86C5-4F7B-B43A-F76910C785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554" y="81525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3" name="path-6051">
            <a:extLst xmlns:a="http://schemas.openxmlformats.org/drawingml/2006/main">
              <a:ext uri="{FF2B5EF4-FFF2-40B4-BE49-F238E27FC236}">
                <a16:creationId xmlns:a16="http://schemas.microsoft.com/office/drawing/2014/main" id="{8CBB9DBF-B490-44CB-B034-0E61C57171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415" y="81576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4" name="path-6052">
            <a:extLst xmlns:a="http://schemas.openxmlformats.org/drawingml/2006/main">
              <a:ext uri="{FF2B5EF4-FFF2-40B4-BE49-F238E27FC236}">
                <a16:creationId xmlns:a16="http://schemas.microsoft.com/office/drawing/2014/main" id="{0F9DFE10-6642-4EA7-B55B-2C9585FDC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4794" y="81658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5" name="path-6053">
            <a:extLst xmlns:a="http://schemas.openxmlformats.org/drawingml/2006/main">
              <a:ext uri="{FF2B5EF4-FFF2-40B4-BE49-F238E27FC236}">
                <a16:creationId xmlns:a16="http://schemas.microsoft.com/office/drawing/2014/main" id="{42778503-74D1-48AE-8CD5-9C3475CDB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59" y="8132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6" name="path-6054">
            <a:extLst xmlns:a="http://schemas.openxmlformats.org/drawingml/2006/main">
              <a:ext uri="{FF2B5EF4-FFF2-40B4-BE49-F238E27FC236}">
                <a16:creationId xmlns:a16="http://schemas.microsoft.com/office/drawing/2014/main" id="{F4B898C9-2AA6-41D7-B7A3-8AAAB6501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782" y="81493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7" name="path-6055">
            <a:extLst xmlns:a="http://schemas.openxmlformats.org/drawingml/2006/main">
              <a:ext uri="{FF2B5EF4-FFF2-40B4-BE49-F238E27FC236}">
                <a16:creationId xmlns:a16="http://schemas.microsoft.com/office/drawing/2014/main" id="{6CB9F23B-8102-4241-89C4-8AFE19334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179" y="81408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8" name="path-6056">
            <a:extLst xmlns:a="http://schemas.openxmlformats.org/drawingml/2006/main">
              <a:ext uri="{FF2B5EF4-FFF2-40B4-BE49-F238E27FC236}">
                <a16:creationId xmlns:a16="http://schemas.microsoft.com/office/drawing/2014/main" id="{B9FBFE71-AEC9-4E8D-BFF7-54168523E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8378" y="81258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49" name="path-6057">
            <a:extLst xmlns:a="http://schemas.openxmlformats.org/drawingml/2006/main">
              <a:ext uri="{FF2B5EF4-FFF2-40B4-BE49-F238E27FC236}">
                <a16:creationId xmlns:a16="http://schemas.microsoft.com/office/drawing/2014/main" id="{7C6D4994-104E-46BC-81E1-C10CA387B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896" y="81495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0" name="path-6058">
            <a:extLst xmlns:a="http://schemas.openxmlformats.org/drawingml/2006/main">
              <a:ext uri="{FF2B5EF4-FFF2-40B4-BE49-F238E27FC236}">
                <a16:creationId xmlns:a16="http://schemas.microsoft.com/office/drawing/2014/main" id="{045959B5-9560-4748-8289-88BAB904D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223" y="81640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1" name="path-6059">
            <a:extLst xmlns:a="http://schemas.openxmlformats.org/drawingml/2006/main">
              <a:ext uri="{FF2B5EF4-FFF2-40B4-BE49-F238E27FC236}">
                <a16:creationId xmlns:a16="http://schemas.microsoft.com/office/drawing/2014/main" id="{1B9B1B77-29EC-4D37-9B98-123CFD935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892" y="8143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2" name="path-6060">
            <a:extLst xmlns:a="http://schemas.openxmlformats.org/drawingml/2006/main">
              <a:ext uri="{FF2B5EF4-FFF2-40B4-BE49-F238E27FC236}">
                <a16:creationId xmlns:a16="http://schemas.microsoft.com/office/drawing/2014/main" id="{17A58C23-8DE2-4843-84E5-2B5935CF2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146" y="80995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3" name="path-6061">
            <a:extLst xmlns:a="http://schemas.openxmlformats.org/drawingml/2006/main">
              <a:ext uri="{FF2B5EF4-FFF2-40B4-BE49-F238E27FC236}">
                <a16:creationId xmlns:a16="http://schemas.microsoft.com/office/drawing/2014/main" id="{CC22A169-6CDE-4369-9699-E25288B0C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358" y="81368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4" name="path-6062">
            <a:extLst xmlns:a="http://schemas.openxmlformats.org/drawingml/2006/main">
              <a:ext uri="{FF2B5EF4-FFF2-40B4-BE49-F238E27FC236}">
                <a16:creationId xmlns:a16="http://schemas.microsoft.com/office/drawing/2014/main" id="{80BA773B-024F-4025-AB4B-CEDFC7E4D3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920" y="81460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5" name="path-6063">
            <a:extLst xmlns:a="http://schemas.openxmlformats.org/drawingml/2006/main">
              <a:ext uri="{FF2B5EF4-FFF2-40B4-BE49-F238E27FC236}">
                <a16:creationId xmlns:a16="http://schemas.microsoft.com/office/drawing/2014/main" id="{D6F1C06A-9764-4D74-8241-78F3A3832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28" y="81499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6" name="path-6064">
            <a:extLst xmlns:a="http://schemas.openxmlformats.org/drawingml/2006/main">
              <a:ext uri="{FF2B5EF4-FFF2-40B4-BE49-F238E27FC236}">
                <a16:creationId xmlns:a16="http://schemas.microsoft.com/office/drawing/2014/main" id="{6698C9C4-FAA8-4390-88EB-75941390C9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344" y="81454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7" name="path-6065">
            <a:extLst xmlns:a="http://schemas.openxmlformats.org/drawingml/2006/main">
              <a:ext uri="{FF2B5EF4-FFF2-40B4-BE49-F238E27FC236}">
                <a16:creationId xmlns:a16="http://schemas.microsoft.com/office/drawing/2014/main" id="{6956A547-EF02-4750-8EB7-AAE93F68A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380" y="81205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8" name="path-6066">
            <a:extLst xmlns:a="http://schemas.openxmlformats.org/drawingml/2006/main">
              <a:ext uri="{FF2B5EF4-FFF2-40B4-BE49-F238E27FC236}">
                <a16:creationId xmlns:a16="http://schemas.microsoft.com/office/drawing/2014/main" id="{80FB69C0-809C-46F1-92A6-343A6AA4F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453" y="81300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59" name="path-6067">
            <a:extLst xmlns:a="http://schemas.openxmlformats.org/drawingml/2006/main">
              <a:ext uri="{FF2B5EF4-FFF2-40B4-BE49-F238E27FC236}">
                <a16:creationId xmlns:a16="http://schemas.microsoft.com/office/drawing/2014/main" id="{E971A593-6ADF-4384-B34E-1D3F3CB37B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433" y="8134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0" name="path-6068">
            <a:extLst xmlns:a="http://schemas.openxmlformats.org/drawingml/2006/main">
              <a:ext uri="{FF2B5EF4-FFF2-40B4-BE49-F238E27FC236}">
                <a16:creationId xmlns:a16="http://schemas.microsoft.com/office/drawing/2014/main" id="{9031B710-8970-4F65-9005-06A5150F92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746" y="81470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1" name="path-6069">
            <a:extLst xmlns:a="http://schemas.openxmlformats.org/drawingml/2006/main">
              <a:ext uri="{FF2B5EF4-FFF2-40B4-BE49-F238E27FC236}">
                <a16:creationId xmlns:a16="http://schemas.microsoft.com/office/drawing/2014/main" id="{EB1CAFF0-843E-4AA3-9E54-2F12E49A9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618" y="8169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2" name="path-6070">
            <a:extLst xmlns:a="http://schemas.openxmlformats.org/drawingml/2006/main">
              <a:ext uri="{FF2B5EF4-FFF2-40B4-BE49-F238E27FC236}">
                <a16:creationId xmlns:a16="http://schemas.microsoft.com/office/drawing/2014/main" id="{E68BEA8F-3891-46F9-8F92-E913C9938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673" y="8152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3" name="path-6071">
            <a:extLst xmlns:a="http://schemas.openxmlformats.org/drawingml/2006/main">
              <a:ext uri="{FF2B5EF4-FFF2-40B4-BE49-F238E27FC236}">
                <a16:creationId xmlns:a16="http://schemas.microsoft.com/office/drawing/2014/main" id="{6A37F3A4-24E8-43F3-A6CC-E11993792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556" y="81591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4" name="path-6072">
            <a:extLst xmlns:a="http://schemas.openxmlformats.org/drawingml/2006/main">
              <a:ext uri="{FF2B5EF4-FFF2-40B4-BE49-F238E27FC236}">
                <a16:creationId xmlns:a16="http://schemas.microsoft.com/office/drawing/2014/main" id="{634B2E20-990D-440F-A94A-CF94F8072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8668" y="81561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5" name="path-6073">
            <a:extLst xmlns:a="http://schemas.openxmlformats.org/drawingml/2006/main">
              <a:ext uri="{FF2B5EF4-FFF2-40B4-BE49-F238E27FC236}">
                <a16:creationId xmlns:a16="http://schemas.microsoft.com/office/drawing/2014/main" id="{A234B855-33E1-47AD-8340-3462AFAED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921" y="81224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6" name="path-6074">
            <a:extLst xmlns:a="http://schemas.openxmlformats.org/drawingml/2006/main">
              <a:ext uri="{FF2B5EF4-FFF2-40B4-BE49-F238E27FC236}">
                <a16:creationId xmlns:a16="http://schemas.microsoft.com/office/drawing/2014/main" id="{3BFC5DC9-FD75-40CB-8B76-7D207FE79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161" y="81209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7" name="path-6075">
            <a:extLst xmlns:a="http://schemas.openxmlformats.org/drawingml/2006/main">
              <a:ext uri="{FF2B5EF4-FFF2-40B4-BE49-F238E27FC236}">
                <a16:creationId xmlns:a16="http://schemas.microsoft.com/office/drawing/2014/main" id="{D0EFA0DC-43B9-4E02-BB03-B2DA4DB89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591" y="81291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8" name="path-6076">
            <a:extLst xmlns:a="http://schemas.openxmlformats.org/drawingml/2006/main">
              <a:ext uri="{FF2B5EF4-FFF2-40B4-BE49-F238E27FC236}">
                <a16:creationId xmlns:a16="http://schemas.microsoft.com/office/drawing/2014/main" id="{1C199E50-F8B9-4C44-9153-1575E783D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5777" y="81361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69" name="path-6077">
            <a:extLst xmlns:a="http://schemas.openxmlformats.org/drawingml/2006/main">
              <a:ext uri="{FF2B5EF4-FFF2-40B4-BE49-F238E27FC236}">
                <a16:creationId xmlns:a16="http://schemas.microsoft.com/office/drawing/2014/main" id="{C0E218D4-02CB-400F-9247-83AC12E37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367" y="81617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0" name="path-6078">
            <a:extLst xmlns:a="http://schemas.openxmlformats.org/drawingml/2006/main">
              <a:ext uri="{FF2B5EF4-FFF2-40B4-BE49-F238E27FC236}">
                <a16:creationId xmlns:a16="http://schemas.microsoft.com/office/drawing/2014/main" id="{88587689-95E5-4569-80C3-D2B6C1E4A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147" y="81374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1" name="path-6079">
            <a:extLst xmlns:a="http://schemas.openxmlformats.org/drawingml/2006/main">
              <a:ext uri="{FF2B5EF4-FFF2-40B4-BE49-F238E27FC236}">
                <a16:creationId xmlns:a16="http://schemas.microsoft.com/office/drawing/2014/main" id="{6FA59DF4-BFDA-4C5B-8B5C-34A0B7705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068" y="81448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2" name="path-6080">
            <a:extLst xmlns:a="http://schemas.openxmlformats.org/drawingml/2006/main">
              <a:ext uri="{FF2B5EF4-FFF2-40B4-BE49-F238E27FC236}">
                <a16:creationId xmlns:a16="http://schemas.microsoft.com/office/drawing/2014/main" id="{61F009E7-699D-4192-89F0-D8A7302E0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546" y="81419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3" name="path-6081">
            <a:extLst xmlns:a="http://schemas.openxmlformats.org/drawingml/2006/main">
              <a:ext uri="{FF2B5EF4-FFF2-40B4-BE49-F238E27FC236}">
                <a16:creationId xmlns:a16="http://schemas.microsoft.com/office/drawing/2014/main" id="{C0443B96-EC18-4202-8D11-48E1A368C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085" y="8117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4" name="path-6082">
            <a:extLst xmlns:a="http://schemas.openxmlformats.org/drawingml/2006/main">
              <a:ext uri="{FF2B5EF4-FFF2-40B4-BE49-F238E27FC236}">
                <a16:creationId xmlns:a16="http://schemas.microsoft.com/office/drawing/2014/main" id="{A26A5057-03DE-4A97-9F3D-5425E9885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615" y="81185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5" name="path-6083">
            <a:extLst xmlns:a="http://schemas.openxmlformats.org/drawingml/2006/main">
              <a:ext uri="{FF2B5EF4-FFF2-40B4-BE49-F238E27FC236}">
                <a16:creationId xmlns:a16="http://schemas.microsoft.com/office/drawing/2014/main" id="{E7895577-32F4-49A9-8FB5-B720F020B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938" y="8167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6" name="path-6084">
            <a:extLst xmlns:a="http://schemas.openxmlformats.org/drawingml/2006/main">
              <a:ext uri="{FF2B5EF4-FFF2-40B4-BE49-F238E27FC236}">
                <a16:creationId xmlns:a16="http://schemas.microsoft.com/office/drawing/2014/main" id="{FFF59AFC-3B08-4575-8C73-46CF7B6A6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742" y="81552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7" name="path-6085">
            <a:extLst xmlns:a="http://schemas.openxmlformats.org/drawingml/2006/main">
              <a:ext uri="{FF2B5EF4-FFF2-40B4-BE49-F238E27FC236}">
                <a16:creationId xmlns:a16="http://schemas.microsoft.com/office/drawing/2014/main" id="{1656585C-AF89-41D5-99B4-086B5DC4E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923" y="81066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8" name="path-6086">
            <a:extLst xmlns:a="http://schemas.openxmlformats.org/drawingml/2006/main">
              <a:ext uri="{FF2B5EF4-FFF2-40B4-BE49-F238E27FC236}">
                <a16:creationId xmlns:a16="http://schemas.microsoft.com/office/drawing/2014/main" id="{B43BC01D-5806-4140-A0B1-0A546F0DF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215" y="81493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79" name="path-6087">
            <a:extLst xmlns:a="http://schemas.openxmlformats.org/drawingml/2006/main">
              <a:ext uri="{FF2B5EF4-FFF2-40B4-BE49-F238E27FC236}">
                <a16:creationId xmlns:a16="http://schemas.microsoft.com/office/drawing/2014/main" id="{1E8FB2E9-0D1F-4374-88B8-6A0441D3DD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31" y="81789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0" name="path-6088">
            <a:extLst xmlns:a="http://schemas.openxmlformats.org/drawingml/2006/main">
              <a:ext uri="{FF2B5EF4-FFF2-40B4-BE49-F238E27FC236}">
                <a16:creationId xmlns:a16="http://schemas.microsoft.com/office/drawing/2014/main" id="{04FFC0B7-64E0-4F69-B419-C7EB707A6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0533" y="8158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1" name="path-6089">
            <a:extLst xmlns:a="http://schemas.openxmlformats.org/drawingml/2006/main">
              <a:ext uri="{FF2B5EF4-FFF2-40B4-BE49-F238E27FC236}">
                <a16:creationId xmlns:a16="http://schemas.microsoft.com/office/drawing/2014/main" id="{45AB2B92-F88C-4A0E-9333-66BC0DDBFA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472" y="8151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2" name="path-6090">
            <a:extLst xmlns:a="http://schemas.openxmlformats.org/drawingml/2006/main">
              <a:ext uri="{FF2B5EF4-FFF2-40B4-BE49-F238E27FC236}">
                <a16:creationId xmlns:a16="http://schemas.microsoft.com/office/drawing/2014/main" id="{BD37084A-CBD8-40C2-80F7-973000023D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92" y="81518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3" name="path-6091">
            <a:extLst xmlns:a="http://schemas.openxmlformats.org/drawingml/2006/main">
              <a:ext uri="{FF2B5EF4-FFF2-40B4-BE49-F238E27FC236}">
                <a16:creationId xmlns:a16="http://schemas.microsoft.com/office/drawing/2014/main" id="{488F03F8-7BEF-497D-B5B1-38094FDAE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160" y="81396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4" name="path-6092">
            <a:extLst xmlns:a="http://schemas.openxmlformats.org/drawingml/2006/main">
              <a:ext uri="{FF2B5EF4-FFF2-40B4-BE49-F238E27FC236}">
                <a16:creationId xmlns:a16="http://schemas.microsoft.com/office/drawing/2014/main" id="{E24C5943-BE63-41EB-BC5E-A74C221DB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662" y="81428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5" name="path-6093">
            <a:extLst xmlns:a="http://schemas.openxmlformats.org/drawingml/2006/main">
              <a:ext uri="{FF2B5EF4-FFF2-40B4-BE49-F238E27FC236}">
                <a16:creationId xmlns:a16="http://schemas.microsoft.com/office/drawing/2014/main" id="{17ED529D-5D43-461E-9999-C54FDC48C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486" y="81767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6" name="path-6094">
            <a:extLst xmlns:a="http://schemas.openxmlformats.org/drawingml/2006/main">
              <a:ext uri="{FF2B5EF4-FFF2-40B4-BE49-F238E27FC236}">
                <a16:creationId xmlns:a16="http://schemas.microsoft.com/office/drawing/2014/main" id="{626B113D-1C2D-4356-9F6B-A9CF4002A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137" y="8148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7" name="path-6095">
            <a:extLst xmlns:a="http://schemas.openxmlformats.org/drawingml/2006/main">
              <a:ext uri="{FF2B5EF4-FFF2-40B4-BE49-F238E27FC236}">
                <a16:creationId xmlns:a16="http://schemas.microsoft.com/office/drawing/2014/main" id="{7B122DD2-D62F-4968-9976-5EE0278E6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5728" y="8176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8" name="path-6096">
            <a:extLst xmlns:a="http://schemas.openxmlformats.org/drawingml/2006/main">
              <a:ext uri="{FF2B5EF4-FFF2-40B4-BE49-F238E27FC236}">
                <a16:creationId xmlns:a16="http://schemas.microsoft.com/office/drawing/2014/main" id="{F9F9A72D-4762-4BA6-A0C2-E52A4E8BD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730" y="81508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89" name="path-6097">
            <a:extLst xmlns:a="http://schemas.openxmlformats.org/drawingml/2006/main">
              <a:ext uri="{FF2B5EF4-FFF2-40B4-BE49-F238E27FC236}">
                <a16:creationId xmlns:a16="http://schemas.microsoft.com/office/drawing/2014/main" id="{1B57D570-D296-4763-8C8A-EC84598D3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485" y="81128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0" name="path-6098">
            <a:extLst xmlns:a="http://schemas.openxmlformats.org/drawingml/2006/main">
              <a:ext uri="{FF2B5EF4-FFF2-40B4-BE49-F238E27FC236}">
                <a16:creationId xmlns:a16="http://schemas.microsoft.com/office/drawing/2014/main" id="{A735CE2A-FDA5-4BCB-91D1-D3C678CFD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353" y="81575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1" name="path-6099">
            <a:extLst xmlns:a="http://schemas.openxmlformats.org/drawingml/2006/main">
              <a:ext uri="{FF2B5EF4-FFF2-40B4-BE49-F238E27FC236}">
                <a16:creationId xmlns:a16="http://schemas.microsoft.com/office/drawing/2014/main" id="{99B85FDF-A1B1-48D6-B5F7-8ED6578B9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968" y="81292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2" name="path-6100">
            <a:extLst xmlns:a="http://schemas.openxmlformats.org/drawingml/2006/main">
              <a:ext uri="{FF2B5EF4-FFF2-40B4-BE49-F238E27FC236}">
                <a16:creationId xmlns:a16="http://schemas.microsoft.com/office/drawing/2014/main" id="{723B09F6-778E-4B41-980D-1917789C1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28" y="8166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3" name="path-6101">
            <a:extLst xmlns:a="http://schemas.openxmlformats.org/drawingml/2006/main">
              <a:ext uri="{FF2B5EF4-FFF2-40B4-BE49-F238E27FC236}">
                <a16:creationId xmlns:a16="http://schemas.microsoft.com/office/drawing/2014/main" id="{6B8F4D79-9B7D-4004-AB6F-4D607D5F7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233" y="8143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4" name="path-6102">
            <a:extLst xmlns:a="http://schemas.openxmlformats.org/drawingml/2006/main">
              <a:ext uri="{FF2B5EF4-FFF2-40B4-BE49-F238E27FC236}">
                <a16:creationId xmlns:a16="http://schemas.microsoft.com/office/drawing/2014/main" id="{D5AC4E2F-3B2D-4F18-A4F7-172DF80FD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359" y="81690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5" name="path-6103">
            <a:extLst xmlns:a="http://schemas.openxmlformats.org/drawingml/2006/main">
              <a:ext uri="{FF2B5EF4-FFF2-40B4-BE49-F238E27FC236}">
                <a16:creationId xmlns:a16="http://schemas.microsoft.com/office/drawing/2014/main" id="{64832ECF-EB07-4150-83E0-20BE55A1D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770" y="81779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6" name="path-6104">
            <a:extLst xmlns:a="http://schemas.openxmlformats.org/drawingml/2006/main">
              <a:ext uri="{FF2B5EF4-FFF2-40B4-BE49-F238E27FC236}">
                <a16:creationId xmlns:a16="http://schemas.microsoft.com/office/drawing/2014/main" id="{15910743-C991-471E-A7A5-FC15452EFC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0664" y="81334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7" name="path-6105">
            <a:extLst xmlns:a="http://schemas.openxmlformats.org/drawingml/2006/main">
              <a:ext uri="{FF2B5EF4-FFF2-40B4-BE49-F238E27FC236}">
                <a16:creationId xmlns:a16="http://schemas.microsoft.com/office/drawing/2014/main" id="{2E693F26-2F8A-4E75-9886-C0FCD1FF1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7" y="8169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8" name="path-6106">
            <a:extLst xmlns:a="http://schemas.openxmlformats.org/drawingml/2006/main">
              <a:ext uri="{FF2B5EF4-FFF2-40B4-BE49-F238E27FC236}">
                <a16:creationId xmlns:a16="http://schemas.microsoft.com/office/drawing/2014/main" id="{634CFBC5-D845-4B46-907F-2334BBBA1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1710" y="81153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99" name="path-6107">
            <a:extLst xmlns:a="http://schemas.openxmlformats.org/drawingml/2006/main">
              <a:ext uri="{FF2B5EF4-FFF2-40B4-BE49-F238E27FC236}">
                <a16:creationId xmlns:a16="http://schemas.microsoft.com/office/drawing/2014/main" id="{36123E61-4340-4CF6-BB95-489804D83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406" y="81473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0" name="path-6108">
            <a:extLst xmlns:a="http://schemas.openxmlformats.org/drawingml/2006/main">
              <a:ext uri="{FF2B5EF4-FFF2-40B4-BE49-F238E27FC236}">
                <a16:creationId xmlns:a16="http://schemas.microsoft.com/office/drawing/2014/main" id="{50201DD3-17D0-405C-898F-CB4CEBAD2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689" y="81379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1" name="path-6109">
            <a:extLst xmlns:a="http://schemas.openxmlformats.org/drawingml/2006/main">
              <a:ext uri="{FF2B5EF4-FFF2-40B4-BE49-F238E27FC236}">
                <a16:creationId xmlns:a16="http://schemas.microsoft.com/office/drawing/2014/main" id="{28AEAB74-75B5-43D4-9FF5-FB6B75106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232" y="81399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2" name="path-6110">
            <a:extLst xmlns:a="http://schemas.openxmlformats.org/drawingml/2006/main">
              <a:ext uri="{FF2B5EF4-FFF2-40B4-BE49-F238E27FC236}">
                <a16:creationId xmlns:a16="http://schemas.microsoft.com/office/drawing/2014/main" id="{67E15770-DFBD-4BDA-942C-289A6B3FB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945" y="81566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3" name="path-6111">
            <a:extLst xmlns:a="http://schemas.openxmlformats.org/drawingml/2006/main">
              <a:ext uri="{FF2B5EF4-FFF2-40B4-BE49-F238E27FC236}">
                <a16:creationId xmlns:a16="http://schemas.microsoft.com/office/drawing/2014/main" id="{F3BFFB3B-6011-42F3-B1E2-2E3E17857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523" y="8143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4" name="path-6112">
            <a:extLst xmlns:a="http://schemas.openxmlformats.org/drawingml/2006/main">
              <a:ext uri="{FF2B5EF4-FFF2-40B4-BE49-F238E27FC236}">
                <a16:creationId xmlns:a16="http://schemas.microsoft.com/office/drawing/2014/main" id="{17B08C20-426B-4B31-878E-456AD79D1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124" y="81517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5" name="path-6113">
            <a:extLst xmlns:a="http://schemas.openxmlformats.org/drawingml/2006/main">
              <a:ext uri="{FF2B5EF4-FFF2-40B4-BE49-F238E27FC236}">
                <a16:creationId xmlns:a16="http://schemas.microsoft.com/office/drawing/2014/main" id="{898F8426-7425-4C87-8146-A95DBE572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029" y="81648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6" name="path-6114">
            <a:extLst xmlns:a="http://schemas.openxmlformats.org/drawingml/2006/main">
              <a:ext uri="{FF2B5EF4-FFF2-40B4-BE49-F238E27FC236}">
                <a16:creationId xmlns:a16="http://schemas.microsoft.com/office/drawing/2014/main" id="{DA9AB482-F695-48DC-986E-60049EEC3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230" y="81512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7" name="path-6115">
            <a:extLst xmlns:a="http://schemas.openxmlformats.org/drawingml/2006/main">
              <a:ext uri="{FF2B5EF4-FFF2-40B4-BE49-F238E27FC236}">
                <a16:creationId xmlns:a16="http://schemas.microsoft.com/office/drawing/2014/main" id="{0B0038A1-4F51-487F-AADB-ED777D97C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828" y="81640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8" name="path-6116">
            <a:extLst xmlns:a="http://schemas.openxmlformats.org/drawingml/2006/main">
              <a:ext uri="{FF2B5EF4-FFF2-40B4-BE49-F238E27FC236}">
                <a16:creationId xmlns:a16="http://schemas.microsoft.com/office/drawing/2014/main" id="{34C938F0-B328-4451-9A00-B5DA9F579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807" y="81234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09" name="path-6117">
            <a:extLst xmlns:a="http://schemas.openxmlformats.org/drawingml/2006/main">
              <a:ext uri="{FF2B5EF4-FFF2-40B4-BE49-F238E27FC236}">
                <a16:creationId xmlns:a16="http://schemas.microsoft.com/office/drawing/2014/main" id="{35D56CCF-4A68-4279-AC3F-78E65002C5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735" y="81546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0" name="path-6118">
            <a:extLst xmlns:a="http://schemas.openxmlformats.org/drawingml/2006/main">
              <a:ext uri="{FF2B5EF4-FFF2-40B4-BE49-F238E27FC236}">
                <a16:creationId xmlns:a16="http://schemas.microsoft.com/office/drawing/2014/main" id="{6999982E-5D89-40B5-B36B-4C2745A36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81719" y="81390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1" name="path-6119">
            <a:extLst xmlns:a="http://schemas.openxmlformats.org/drawingml/2006/main">
              <a:ext uri="{FF2B5EF4-FFF2-40B4-BE49-F238E27FC236}">
                <a16:creationId xmlns:a16="http://schemas.microsoft.com/office/drawing/2014/main" id="{17FD7BE8-7335-4AE1-8FA8-A5E414520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494" y="81268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2" name="path-6120">
            <a:extLst xmlns:a="http://schemas.openxmlformats.org/drawingml/2006/main">
              <a:ext uri="{FF2B5EF4-FFF2-40B4-BE49-F238E27FC236}">
                <a16:creationId xmlns:a16="http://schemas.microsoft.com/office/drawing/2014/main" id="{1901179C-FCF3-443D-8137-CCCCFCFC2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714" y="81267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3" name="path-6121">
            <a:extLst xmlns:a="http://schemas.openxmlformats.org/drawingml/2006/main">
              <a:ext uri="{FF2B5EF4-FFF2-40B4-BE49-F238E27FC236}">
                <a16:creationId xmlns:a16="http://schemas.microsoft.com/office/drawing/2014/main" id="{D7E3A55B-375A-4062-A561-49E3B0125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69" y="8151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4" name="path-6122">
            <a:extLst xmlns:a="http://schemas.openxmlformats.org/drawingml/2006/main">
              <a:ext uri="{FF2B5EF4-FFF2-40B4-BE49-F238E27FC236}">
                <a16:creationId xmlns:a16="http://schemas.microsoft.com/office/drawing/2014/main" id="{3865266F-3042-4820-B890-56E5FEF41E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0424" y="81519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5" name="path-6123">
            <a:extLst xmlns:a="http://schemas.openxmlformats.org/drawingml/2006/main">
              <a:ext uri="{FF2B5EF4-FFF2-40B4-BE49-F238E27FC236}">
                <a16:creationId xmlns:a16="http://schemas.microsoft.com/office/drawing/2014/main" id="{297D07B1-1440-4198-8132-DC964F5C9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305" y="81643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6" name="path-6124">
            <a:extLst xmlns:a="http://schemas.openxmlformats.org/drawingml/2006/main">
              <a:ext uri="{FF2B5EF4-FFF2-40B4-BE49-F238E27FC236}">
                <a16:creationId xmlns:a16="http://schemas.microsoft.com/office/drawing/2014/main" id="{C68536BE-B6AD-4D19-BF6F-D147806EF3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248" y="81751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7" name="path-6125">
            <a:extLst xmlns:a="http://schemas.openxmlformats.org/drawingml/2006/main">
              <a:ext uri="{FF2B5EF4-FFF2-40B4-BE49-F238E27FC236}">
                <a16:creationId xmlns:a16="http://schemas.microsoft.com/office/drawing/2014/main" id="{73A7C97D-CB7A-40B3-AAE0-CC2637DF61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353" y="81574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8" name="path-6126">
            <a:extLst xmlns:a="http://schemas.openxmlformats.org/drawingml/2006/main">
              <a:ext uri="{FF2B5EF4-FFF2-40B4-BE49-F238E27FC236}">
                <a16:creationId xmlns:a16="http://schemas.microsoft.com/office/drawing/2014/main" id="{EC261ED7-0912-4688-AC4F-EC54B7A0B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358" y="81228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19" name="path-6127">
            <a:extLst xmlns:a="http://schemas.openxmlformats.org/drawingml/2006/main">
              <a:ext uri="{FF2B5EF4-FFF2-40B4-BE49-F238E27FC236}">
                <a16:creationId xmlns:a16="http://schemas.microsoft.com/office/drawing/2014/main" id="{03E7F3D5-5295-4A31-9014-959744371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882" y="81501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0" name="path-6128">
            <a:extLst xmlns:a="http://schemas.openxmlformats.org/drawingml/2006/main">
              <a:ext uri="{FF2B5EF4-FFF2-40B4-BE49-F238E27FC236}">
                <a16:creationId xmlns:a16="http://schemas.microsoft.com/office/drawing/2014/main" id="{C78AEC04-F7DB-4630-87F8-62D941532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8039" y="81177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1" name="path-6129">
            <a:extLst xmlns:a="http://schemas.openxmlformats.org/drawingml/2006/main">
              <a:ext uri="{FF2B5EF4-FFF2-40B4-BE49-F238E27FC236}">
                <a16:creationId xmlns:a16="http://schemas.microsoft.com/office/drawing/2014/main" id="{451CCAFA-277C-4BEF-8725-ED092364E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7127" y="81393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2" name="path-6130">
            <a:extLst xmlns:a="http://schemas.openxmlformats.org/drawingml/2006/main">
              <a:ext uri="{FF2B5EF4-FFF2-40B4-BE49-F238E27FC236}">
                <a16:creationId xmlns:a16="http://schemas.microsoft.com/office/drawing/2014/main" id="{0E4959A7-8797-4868-8725-6EA3843C7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356" y="81381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3" name="path-6131">
            <a:extLst xmlns:a="http://schemas.openxmlformats.org/drawingml/2006/main">
              <a:ext uri="{FF2B5EF4-FFF2-40B4-BE49-F238E27FC236}">
                <a16:creationId xmlns:a16="http://schemas.microsoft.com/office/drawing/2014/main" id="{C4F79D53-7DB5-4B83-A5A5-35D83992C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342" y="81289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4" name="path-6132">
            <a:extLst xmlns:a="http://schemas.openxmlformats.org/drawingml/2006/main">
              <a:ext uri="{FF2B5EF4-FFF2-40B4-BE49-F238E27FC236}">
                <a16:creationId xmlns:a16="http://schemas.microsoft.com/office/drawing/2014/main" id="{B86A0999-856B-4CC8-8A3D-440057C73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593" y="8170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5" name="path-6133">
            <a:extLst xmlns:a="http://schemas.openxmlformats.org/drawingml/2006/main">
              <a:ext uri="{FF2B5EF4-FFF2-40B4-BE49-F238E27FC236}">
                <a16:creationId xmlns:a16="http://schemas.microsoft.com/office/drawing/2014/main" id="{9D4DCF93-2695-4C4A-B7C9-18278C00C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578" y="81358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6" name="path-6134">
            <a:extLst xmlns:a="http://schemas.openxmlformats.org/drawingml/2006/main">
              <a:ext uri="{FF2B5EF4-FFF2-40B4-BE49-F238E27FC236}">
                <a16:creationId xmlns:a16="http://schemas.microsoft.com/office/drawing/2014/main" id="{E388CD6B-410C-4F80-867F-494FA7B60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1801" y="8143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7" name="path-6135">
            <a:extLst xmlns:a="http://schemas.openxmlformats.org/drawingml/2006/main">
              <a:ext uri="{FF2B5EF4-FFF2-40B4-BE49-F238E27FC236}">
                <a16:creationId xmlns:a16="http://schemas.microsoft.com/office/drawing/2014/main" id="{A4296FAF-DFFB-4147-B4FF-1447871A3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59" y="81649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8" name="path-6136">
            <a:extLst xmlns:a="http://schemas.openxmlformats.org/drawingml/2006/main">
              <a:ext uri="{FF2B5EF4-FFF2-40B4-BE49-F238E27FC236}">
                <a16:creationId xmlns:a16="http://schemas.microsoft.com/office/drawing/2014/main" id="{4B5487F6-6972-4F4B-9CDF-8E0E80459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117" y="81412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29" name="path-6137">
            <a:extLst xmlns:a="http://schemas.openxmlformats.org/drawingml/2006/main">
              <a:ext uri="{FF2B5EF4-FFF2-40B4-BE49-F238E27FC236}">
                <a16:creationId xmlns:a16="http://schemas.microsoft.com/office/drawing/2014/main" id="{340F20BF-0013-45A6-B02E-5ACD2C160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987" y="8158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0" name="path-6138">
            <a:extLst xmlns:a="http://schemas.openxmlformats.org/drawingml/2006/main">
              <a:ext uri="{FF2B5EF4-FFF2-40B4-BE49-F238E27FC236}">
                <a16:creationId xmlns:a16="http://schemas.microsoft.com/office/drawing/2014/main" id="{056BAE26-9F49-4FBB-8DAB-F1E5164EF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971" y="81278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1" name="path-6139">
            <a:extLst xmlns:a="http://schemas.openxmlformats.org/drawingml/2006/main">
              <a:ext uri="{FF2B5EF4-FFF2-40B4-BE49-F238E27FC236}">
                <a16:creationId xmlns:a16="http://schemas.microsoft.com/office/drawing/2014/main" id="{FAE426EF-CC36-4972-AE16-67CF72198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0561" y="8144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2" name="path-6140">
            <a:extLst xmlns:a="http://schemas.openxmlformats.org/drawingml/2006/main">
              <a:ext uri="{FF2B5EF4-FFF2-40B4-BE49-F238E27FC236}">
                <a16:creationId xmlns:a16="http://schemas.microsoft.com/office/drawing/2014/main" id="{24824D42-9190-4527-BA41-FBC427C962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9461" y="81542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3" name="path-6141">
            <a:extLst xmlns:a="http://schemas.openxmlformats.org/drawingml/2006/main">
              <a:ext uri="{FF2B5EF4-FFF2-40B4-BE49-F238E27FC236}">
                <a16:creationId xmlns:a16="http://schemas.microsoft.com/office/drawing/2014/main" id="{9C605918-E5FB-44F5-963B-D2327CDB8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82" y="81488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4" name="path-6142">
            <a:extLst xmlns:a="http://schemas.openxmlformats.org/drawingml/2006/main">
              <a:ext uri="{FF2B5EF4-FFF2-40B4-BE49-F238E27FC236}">
                <a16:creationId xmlns:a16="http://schemas.microsoft.com/office/drawing/2014/main" id="{8E02D661-279C-49CA-A47A-6A07D4404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322" y="81669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5" name="path-6143">
            <a:extLst xmlns:a="http://schemas.openxmlformats.org/drawingml/2006/main">
              <a:ext uri="{FF2B5EF4-FFF2-40B4-BE49-F238E27FC236}">
                <a16:creationId xmlns:a16="http://schemas.microsoft.com/office/drawing/2014/main" id="{E9646ABC-F0EA-4DEC-9EDE-0FF2403B6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428" y="8136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6" name="path-6144">
            <a:extLst xmlns:a="http://schemas.openxmlformats.org/drawingml/2006/main">
              <a:ext uri="{FF2B5EF4-FFF2-40B4-BE49-F238E27FC236}">
                <a16:creationId xmlns:a16="http://schemas.microsoft.com/office/drawing/2014/main" id="{090FF38B-2D3E-4A96-932F-1BF616E97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5954" y="81286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7" name="path-6145">
            <a:extLst xmlns:a="http://schemas.openxmlformats.org/drawingml/2006/main">
              <a:ext uri="{FF2B5EF4-FFF2-40B4-BE49-F238E27FC236}">
                <a16:creationId xmlns:a16="http://schemas.microsoft.com/office/drawing/2014/main" id="{AB446A02-228E-4DDE-915A-DB8B96C77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262" y="81419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8" name="path-6146">
            <a:extLst xmlns:a="http://schemas.openxmlformats.org/drawingml/2006/main">
              <a:ext uri="{FF2B5EF4-FFF2-40B4-BE49-F238E27FC236}">
                <a16:creationId xmlns:a16="http://schemas.microsoft.com/office/drawing/2014/main" id="{9833BA49-741E-4DAB-9022-7773DABD9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0777" y="81401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39" name="path-6147">
            <a:extLst xmlns:a="http://schemas.openxmlformats.org/drawingml/2006/main">
              <a:ext uri="{FF2B5EF4-FFF2-40B4-BE49-F238E27FC236}">
                <a16:creationId xmlns:a16="http://schemas.microsoft.com/office/drawing/2014/main" id="{1D944468-9BB4-4A0C-A60C-347D90664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576" y="81288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0" name="path-6148">
            <a:extLst xmlns:a="http://schemas.openxmlformats.org/drawingml/2006/main">
              <a:ext uri="{FF2B5EF4-FFF2-40B4-BE49-F238E27FC236}">
                <a16:creationId xmlns:a16="http://schemas.microsoft.com/office/drawing/2014/main" id="{AB0A30E1-37CA-4449-9D0B-828D118AA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4905" y="81361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1" name="path-6149">
            <a:extLst xmlns:a="http://schemas.openxmlformats.org/drawingml/2006/main">
              <a:ext uri="{FF2B5EF4-FFF2-40B4-BE49-F238E27FC236}">
                <a16:creationId xmlns:a16="http://schemas.microsoft.com/office/drawing/2014/main" id="{37CBEC45-7BCF-48CA-8E32-3E907C51C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2373" y="81377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2" name="path-6150">
            <a:extLst xmlns:a="http://schemas.openxmlformats.org/drawingml/2006/main">
              <a:ext uri="{FF2B5EF4-FFF2-40B4-BE49-F238E27FC236}">
                <a16:creationId xmlns:a16="http://schemas.microsoft.com/office/drawing/2014/main" id="{E0EB6C78-F9E5-4E4D-B632-EF66A1155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428" y="81623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3" name="path-6151">
            <a:extLst xmlns:a="http://schemas.openxmlformats.org/drawingml/2006/main">
              <a:ext uri="{FF2B5EF4-FFF2-40B4-BE49-F238E27FC236}">
                <a16:creationId xmlns:a16="http://schemas.microsoft.com/office/drawing/2014/main" id="{E3E0F032-88F2-42F8-99F4-6C928EECA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619" y="81575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4" name="path-6152">
            <a:extLst xmlns:a="http://schemas.openxmlformats.org/drawingml/2006/main">
              <a:ext uri="{FF2B5EF4-FFF2-40B4-BE49-F238E27FC236}">
                <a16:creationId xmlns:a16="http://schemas.microsoft.com/office/drawing/2014/main" id="{0698AE92-2F71-4476-9644-DB71DDE5C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96" y="81456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5" name="path-6153">
            <a:extLst xmlns:a="http://schemas.openxmlformats.org/drawingml/2006/main">
              <a:ext uri="{FF2B5EF4-FFF2-40B4-BE49-F238E27FC236}">
                <a16:creationId xmlns:a16="http://schemas.microsoft.com/office/drawing/2014/main" id="{28BC3579-1B66-40F7-853B-66EA5B2CB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7" y="81408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6" name="path-6154">
            <a:extLst xmlns:a="http://schemas.openxmlformats.org/drawingml/2006/main">
              <a:ext uri="{FF2B5EF4-FFF2-40B4-BE49-F238E27FC236}">
                <a16:creationId xmlns:a16="http://schemas.microsoft.com/office/drawing/2014/main" id="{652B7E05-2E81-41F1-BA71-9F4674940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364" y="81407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7" name="path-6155">
            <a:extLst xmlns:a="http://schemas.openxmlformats.org/drawingml/2006/main">
              <a:ext uri="{FF2B5EF4-FFF2-40B4-BE49-F238E27FC236}">
                <a16:creationId xmlns:a16="http://schemas.microsoft.com/office/drawing/2014/main" id="{D6471F6B-DC74-4EFB-81E9-2A6214749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532" y="81376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8" name="path-6156">
            <a:extLst xmlns:a="http://schemas.openxmlformats.org/drawingml/2006/main">
              <a:ext uri="{FF2B5EF4-FFF2-40B4-BE49-F238E27FC236}">
                <a16:creationId xmlns:a16="http://schemas.microsoft.com/office/drawing/2014/main" id="{7D2864C6-F121-4DC7-9FB9-7BCA4A354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97" y="81644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49" name="path-6157">
            <a:extLst xmlns:a="http://schemas.openxmlformats.org/drawingml/2006/main">
              <a:ext uri="{FF2B5EF4-FFF2-40B4-BE49-F238E27FC236}">
                <a16:creationId xmlns:a16="http://schemas.microsoft.com/office/drawing/2014/main" id="{2BE07A4D-D232-40AB-AB7C-C9A737F76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714" y="81705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0" name="path-6158">
            <a:extLst xmlns:a="http://schemas.openxmlformats.org/drawingml/2006/main">
              <a:ext uri="{FF2B5EF4-FFF2-40B4-BE49-F238E27FC236}">
                <a16:creationId xmlns:a16="http://schemas.microsoft.com/office/drawing/2014/main" id="{323A6EE5-7D79-472F-8561-01D837278C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793" y="81557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1" name="path-6159">
            <a:extLst xmlns:a="http://schemas.openxmlformats.org/drawingml/2006/main">
              <a:ext uri="{FF2B5EF4-FFF2-40B4-BE49-F238E27FC236}">
                <a16:creationId xmlns:a16="http://schemas.microsoft.com/office/drawing/2014/main" id="{3A0D192C-F706-496C-82EE-C423F21BA3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846" y="81193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2" name="path-6160">
            <a:extLst xmlns:a="http://schemas.openxmlformats.org/drawingml/2006/main">
              <a:ext uri="{FF2B5EF4-FFF2-40B4-BE49-F238E27FC236}">
                <a16:creationId xmlns:a16="http://schemas.microsoft.com/office/drawing/2014/main" id="{AB2338C7-A8CB-4654-B785-E6EC4F791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905" y="81465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3" name="path-6161">
            <a:extLst xmlns:a="http://schemas.openxmlformats.org/drawingml/2006/main">
              <a:ext uri="{FF2B5EF4-FFF2-40B4-BE49-F238E27FC236}">
                <a16:creationId xmlns:a16="http://schemas.microsoft.com/office/drawing/2014/main" id="{C6688693-BD60-44DD-81CF-AFCB07231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029" y="8122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4" name="path-6162">
            <a:extLst xmlns:a="http://schemas.openxmlformats.org/drawingml/2006/main">
              <a:ext uri="{FF2B5EF4-FFF2-40B4-BE49-F238E27FC236}">
                <a16:creationId xmlns:a16="http://schemas.microsoft.com/office/drawing/2014/main" id="{DFA4F45B-882E-49B3-BA8B-39CE7A611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82" y="8095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5" name="path-6163">
            <a:extLst xmlns:a="http://schemas.openxmlformats.org/drawingml/2006/main">
              <a:ext uri="{FF2B5EF4-FFF2-40B4-BE49-F238E27FC236}">
                <a16:creationId xmlns:a16="http://schemas.microsoft.com/office/drawing/2014/main" id="{FA0DAB1C-BD20-4D08-A6D3-18CD153E6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6987" y="8173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6" name="path-6164">
            <a:extLst xmlns:a="http://schemas.openxmlformats.org/drawingml/2006/main">
              <a:ext uri="{FF2B5EF4-FFF2-40B4-BE49-F238E27FC236}">
                <a16:creationId xmlns:a16="http://schemas.microsoft.com/office/drawing/2014/main" id="{BAFB4869-3FD0-495C-9230-C4177699E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578" y="81513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7" name="path-6165">
            <a:extLst xmlns:a="http://schemas.openxmlformats.org/drawingml/2006/main">
              <a:ext uri="{FF2B5EF4-FFF2-40B4-BE49-F238E27FC236}">
                <a16:creationId xmlns:a16="http://schemas.microsoft.com/office/drawing/2014/main" id="{27768C68-55F0-4762-B955-9F87BB30D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4234" y="81756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8" name="path-6166">
            <a:extLst xmlns:a="http://schemas.openxmlformats.org/drawingml/2006/main">
              <a:ext uri="{FF2B5EF4-FFF2-40B4-BE49-F238E27FC236}">
                <a16:creationId xmlns:a16="http://schemas.microsoft.com/office/drawing/2014/main" id="{FA55C1BA-F5B4-4483-90EA-42B7F5074B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381" y="81710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59" name="path-6167">
            <a:extLst xmlns:a="http://schemas.openxmlformats.org/drawingml/2006/main">
              <a:ext uri="{FF2B5EF4-FFF2-40B4-BE49-F238E27FC236}">
                <a16:creationId xmlns:a16="http://schemas.microsoft.com/office/drawing/2014/main" id="{546DC790-9A69-4D34-8FF7-D7E66FE23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199" y="81036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0" name="path-6168">
            <a:extLst xmlns:a="http://schemas.openxmlformats.org/drawingml/2006/main">
              <a:ext uri="{FF2B5EF4-FFF2-40B4-BE49-F238E27FC236}">
                <a16:creationId xmlns:a16="http://schemas.microsoft.com/office/drawing/2014/main" id="{0B323254-B972-4DD6-8D0E-BF4970654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873" y="81035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1" name="path-6169">
            <a:extLst xmlns:a="http://schemas.openxmlformats.org/drawingml/2006/main">
              <a:ext uri="{FF2B5EF4-FFF2-40B4-BE49-F238E27FC236}">
                <a16:creationId xmlns:a16="http://schemas.microsoft.com/office/drawing/2014/main" id="{1A852D4A-F65F-4B94-8553-DF0795C19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251" y="81693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2" name="path-6170">
            <a:extLst xmlns:a="http://schemas.openxmlformats.org/drawingml/2006/main">
              <a:ext uri="{FF2B5EF4-FFF2-40B4-BE49-F238E27FC236}">
                <a16:creationId xmlns:a16="http://schemas.microsoft.com/office/drawing/2014/main" id="{4E4061B6-C937-439B-BD08-3DB5C3879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77" y="8128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3" name="path-6171">
            <a:extLst xmlns:a="http://schemas.openxmlformats.org/drawingml/2006/main">
              <a:ext uri="{FF2B5EF4-FFF2-40B4-BE49-F238E27FC236}">
                <a16:creationId xmlns:a16="http://schemas.microsoft.com/office/drawing/2014/main" id="{D43C559E-9685-448E-9898-1A3CE7F4F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125" y="81639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4" name="path-6172">
            <a:extLst xmlns:a="http://schemas.openxmlformats.org/drawingml/2006/main">
              <a:ext uri="{FF2B5EF4-FFF2-40B4-BE49-F238E27FC236}">
                <a16:creationId xmlns:a16="http://schemas.microsoft.com/office/drawing/2014/main" id="{4366E907-DD1F-4A5D-97CC-103953C28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224" y="81339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5" name="path-6173">
            <a:extLst xmlns:a="http://schemas.openxmlformats.org/drawingml/2006/main">
              <a:ext uri="{FF2B5EF4-FFF2-40B4-BE49-F238E27FC236}">
                <a16:creationId xmlns:a16="http://schemas.microsoft.com/office/drawing/2014/main" id="{7DB52533-22B3-424A-AB0E-01A89A3DF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365" y="81473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6" name="path-6174">
            <a:extLst xmlns:a="http://schemas.openxmlformats.org/drawingml/2006/main">
              <a:ext uri="{FF2B5EF4-FFF2-40B4-BE49-F238E27FC236}">
                <a16:creationId xmlns:a16="http://schemas.microsoft.com/office/drawing/2014/main" id="{51632A3D-D340-44AE-85F6-69D5573E4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4766" y="81300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7" name="path-6175">
            <a:extLst xmlns:a="http://schemas.openxmlformats.org/drawingml/2006/main">
              <a:ext uri="{FF2B5EF4-FFF2-40B4-BE49-F238E27FC236}">
                <a16:creationId xmlns:a16="http://schemas.microsoft.com/office/drawing/2014/main" id="{825403DC-1701-48BB-9941-661BCE9C5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550" y="81189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8" name="path-6176">
            <a:extLst xmlns:a="http://schemas.openxmlformats.org/drawingml/2006/main">
              <a:ext uri="{FF2B5EF4-FFF2-40B4-BE49-F238E27FC236}">
                <a16:creationId xmlns:a16="http://schemas.microsoft.com/office/drawing/2014/main" id="{06B3B177-09BF-4605-8E19-4D33075D1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6523" y="8162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69" name="path-6177">
            <a:extLst xmlns:a="http://schemas.openxmlformats.org/drawingml/2006/main">
              <a:ext uri="{FF2B5EF4-FFF2-40B4-BE49-F238E27FC236}">
                <a16:creationId xmlns:a16="http://schemas.microsoft.com/office/drawing/2014/main" id="{42F9779D-8387-4DBB-AF11-26198C3E3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6754" y="8153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0" name="path-6178">
            <a:extLst xmlns:a="http://schemas.openxmlformats.org/drawingml/2006/main">
              <a:ext uri="{FF2B5EF4-FFF2-40B4-BE49-F238E27FC236}">
                <a16:creationId xmlns:a16="http://schemas.microsoft.com/office/drawing/2014/main" id="{F7054002-B12B-49F5-B87B-9C1759990B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833" y="81414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1" name="path-6179">
            <a:extLst xmlns:a="http://schemas.openxmlformats.org/drawingml/2006/main">
              <a:ext uri="{FF2B5EF4-FFF2-40B4-BE49-F238E27FC236}">
                <a16:creationId xmlns:a16="http://schemas.microsoft.com/office/drawing/2014/main" id="{9CA859D0-7227-4A52-9FEE-614A06D33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5298" y="81278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2" name="path-6180">
            <a:extLst xmlns:a="http://schemas.openxmlformats.org/drawingml/2006/main">
              <a:ext uri="{FF2B5EF4-FFF2-40B4-BE49-F238E27FC236}">
                <a16:creationId xmlns:a16="http://schemas.microsoft.com/office/drawing/2014/main" id="{28DAEA27-D100-40FA-B6C1-AD441178A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651" y="8151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3" name="path-6181">
            <a:extLst xmlns:a="http://schemas.openxmlformats.org/drawingml/2006/main">
              <a:ext uri="{FF2B5EF4-FFF2-40B4-BE49-F238E27FC236}">
                <a16:creationId xmlns:a16="http://schemas.microsoft.com/office/drawing/2014/main" id="{F927CE73-A8D4-48EC-BA0A-4D28462C9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853" y="81282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4" name="path-6182">
            <a:extLst xmlns:a="http://schemas.openxmlformats.org/drawingml/2006/main">
              <a:ext uri="{FF2B5EF4-FFF2-40B4-BE49-F238E27FC236}">
                <a16:creationId xmlns:a16="http://schemas.microsoft.com/office/drawing/2014/main" id="{57CD58BB-4780-4522-BD70-B6BE5B440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784" y="81254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5" name="path-6183">
            <a:extLst xmlns:a="http://schemas.openxmlformats.org/drawingml/2006/main">
              <a:ext uri="{FF2B5EF4-FFF2-40B4-BE49-F238E27FC236}">
                <a16:creationId xmlns:a16="http://schemas.microsoft.com/office/drawing/2014/main" id="{0D42DBD1-D6AE-4165-A69A-A850C6173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594" y="81288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6" name="path-6184">
            <a:extLst xmlns:a="http://schemas.openxmlformats.org/drawingml/2006/main">
              <a:ext uri="{FF2B5EF4-FFF2-40B4-BE49-F238E27FC236}">
                <a16:creationId xmlns:a16="http://schemas.microsoft.com/office/drawing/2014/main" id="{74ABFE2E-9596-4846-BC23-2E35C57F2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015" y="81463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7" name="path-6185">
            <a:extLst xmlns:a="http://schemas.openxmlformats.org/drawingml/2006/main">
              <a:ext uri="{FF2B5EF4-FFF2-40B4-BE49-F238E27FC236}">
                <a16:creationId xmlns:a16="http://schemas.microsoft.com/office/drawing/2014/main" id="{F0F4A8B7-4833-4D5F-800F-82C2E0587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433" y="81554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8" name="path-6186">
            <a:extLst xmlns:a="http://schemas.openxmlformats.org/drawingml/2006/main">
              <a:ext uri="{FF2B5EF4-FFF2-40B4-BE49-F238E27FC236}">
                <a16:creationId xmlns:a16="http://schemas.microsoft.com/office/drawing/2014/main" id="{96ADACE7-7D30-408A-A4DD-6070EBE62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7682" y="81328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79" name="path-6187">
            <a:extLst xmlns:a="http://schemas.openxmlformats.org/drawingml/2006/main">
              <a:ext uri="{FF2B5EF4-FFF2-40B4-BE49-F238E27FC236}">
                <a16:creationId xmlns:a16="http://schemas.microsoft.com/office/drawing/2014/main" id="{913AB205-DA80-4B59-B9C0-03D516CE2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309" y="8181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0" name="path-6188">
            <a:extLst xmlns:a="http://schemas.openxmlformats.org/drawingml/2006/main">
              <a:ext uri="{FF2B5EF4-FFF2-40B4-BE49-F238E27FC236}">
                <a16:creationId xmlns:a16="http://schemas.microsoft.com/office/drawing/2014/main" id="{A20BE3D4-FDCC-46C6-BE7D-D5AE05CFD9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601" y="8119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1" name="path-6189">
            <a:extLst xmlns:a="http://schemas.openxmlformats.org/drawingml/2006/main">
              <a:ext uri="{FF2B5EF4-FFF2-40B4-BE49-F238E27FC236}">
                <a16:creationId xmlns:a16="http://schemas.microsoft.com/office/drawing/2014/main" id="{40EAEADA-552D-4F4E-92B4-D836C0BDE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38" y="8144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2" name="path-6190">
            <a:extLst xmlns:a="http://schemas.openxmlformats.org/drawingml/2006/main">
              <a:ext uri="{FF2B5EF4-FFF2-40B4-BE49-F238E27FC236}">
                <a16:creationId xmlns:a16="http://schemas.microsoft.com/office/drawing/2014/main" id="{3FDF1031-D749-4EBA-925D-BEE1E3743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318" y="81595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3" name="path-6191">
            <a:extLst xmlns:a="http://schemas.openxmlformats.org/drawingml/2006/main">
              <a:ext uri="{FF2B5EF4-FFF2-40B4-BE49-F238E27FC236}">
                <a16:creationId xmlns:a16="http://schemas.microsoft.com/office/drawing/2014/main" id="{93D897A2-D2FD-4E77-8211-4C521E9CE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905" y="81541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4" name="path-6192">
            <a:extLst xmlns:a="http://schemas.openxmlformats.org/drawingml/2006/main">
              <a:ext uri="{FF2B5EF4-FFF2-40B4-BE49-F238E27FC236}">
                <a16:creationId xmlns:a16="http://schemas.microsoft.com/office/drawing/2014/main" id="{2A486BF9-8C27-4A8D-9577-4BC69CA1F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66" y="81293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5" name="path-6193">
            <a:extLst xmlns:a="http://schemas.openxmlformats.org/drawingml/2006/main">
              <a:ext uri="{FF2B5EF4-FFF2-40B4-BE49-F238E27FC236}">
                <a16:creationId xmlns:a16="http://schemas.microsoft.com/office/drawing/2014/main" id="{2E8BFFC1-E178-49AA-ABAE-6677A74556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913" y="81537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6" name="path-6194">
            <a:extLst xmlns:a="http://schemas.openxmlformats.org/drawingml/2006/main">
              <a:ext uri="{FF2B5EF4-FFF2-40B4-BE49-F238E27FC236}">
                <a16:creationId xmlns:a16="http://schemas.microsoft.com/office/drawing/2014/main" id="{BA6ED0A8-B395-4FAA-BF35-CAF2E795A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910" y="81756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7" name="path-6195">
            <a:extLst xmlns:a="http://schemas.openxmlformats.org/drawingml/2006/main">
              <a:ext uri="{FF2B5EF4-FFF2-40B4-BE49-F238E27FC236}">
                <a16:creationId xmlns:a16="http://schemas.microsoft.com/office/drawing/2014/main" id="{2D2C7FBF-F724-4A31-81F8-3DB79BE82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7797" y="81346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8" name="path-6196">
            <a:extLst xmlns:a="http://schemas.openxmlformats.org/drawingml/2006/main">
              <a:ext uri="{FF2B5EF4-FFF2-40B4-BE49-F238E27FC236}">
                <a16:creationId xmlns:a16="http://schemas.microsoft.com/office/drawing/2014/main" id="{38132F17-9C98-4AAE-9F85-B4D099B5F3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242" y="81188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89" name="path-6197">
            <a:extLst xmlns:a="http://schemas.openxmlformats.org/drawingml/2006/main">
              <a:ext uri="{FF2B5EF4-FFF2-40B4-BE49-F238E27FC236}">
                <a16:creationId xmlns:a16="http://schemas.microsoft.com/office/drawing/2014/main" id="{8843DAF1-85E0-4C62-A5CA-873133329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275" y="81396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0" name="path-6198">
            <a:extLst xmlns:a="http://schemas.openxmlformats.org/drawingml/2006/main">
              <a:ext uri="{FF2B5EF4-FFF2-40B4-BE49-F238E27FC236}">
                <a16:creationId xmlns:a16="http://schemas.microsoft.com/office/drawing/2014/main" id="{3C48E3B3-F814-492D-A55B-906578771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9324" y="81459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1" name="path-6199">
            <a:extLst xmlns:a="http://schemas.openxmlformats.org/drawingml/2006/main">
              <a:ext uri="{FF2B5EF4-FFF2-40B4-BE49-F238E27FC236}">
                <a16:creationId xmlns:a16="http://schemas.microsoft.com/office/drawing/2014/main" id="{724E5DDA-A4EE-42E7-809A-401132413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20" y="81356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2" name="path-6200">
            <a:extLst xmlns:a="http://schemas.openxmlformats.org/drawingml/2006/main">
              <a:ext uri="{FF2B5EF4-FFF2-40B4-BE49-F238E27FC236}">
                <a16:creationId xmlns:a16="http://schemas.microsoft.com/office/drawing/2014/main" id="{86229601-7A0E-4450-9197-2D4DFC253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800" y="81191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3" name="path-6201">
            <a:extLst xmlns:a="http://schemas.openxmlformats.org/drawingml/2006/main">
              <a:ext uri="{FF2B5EF4-FFF2-40B4-BE49-F238E27FC236}">
                <a16:creationId xmlns:a16="http://schemas.microsoft.com/office/drawing/2014/main" id="{268A5D72-F9EA-4A21-A871-2DEE7E8FF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180" y="81051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4" name="path-6202">
            <a:extLst xmlns:a="http://schemas.openxmlformats.org/drawingml/2006/main">
              <a:ext uri="{FF2B5EF4-FFF2-40B4-BE49-F238E27FC236}">
                <a16:creationId xmlns:a16="http://schemas.microsoft.com/office/drawing/2014/main" id="{F0E685C7-34A8-4E06-A9AF-E99500286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652" y="8154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5" name="path-6203">
            <a:extLst xmlns:a="http://schemas.openxmlformats.org/drawingml/2006/main">
              <a:ext uri="{FF2B5EF4-FFF2-40B4-BE49-F238E27FC236}">
                <a16:creationId xmlns:a16="http://schemas.microsoft.com/office/drawing/2014/main" id="{B7AE72D7-00F0-4B44-BBD5-E8ACD88A87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987" y="81150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6" name="path-6204">
            <a:extLst xmlns:a="http://schemas.openxmlformats.org/drawingml/2006/main">
              <a:ext uri="{FF2B5EF4-FFF2-40B4-BE49-F238E27FC236}">
                <a16:creationId xmlns:a16="http://schemas.microsoft.com/office/drawing/2014/main" id="{0398E771-F5A4-427B-94C3-E98E8AD7C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4993" y="8127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7" name="path-6205">
            <a:extLst xmlns:a="http://schemas.openxmlformats.org/drawingml/2006/main">
              <a:ext uri="{FF2B5EF4-FFF2-40B4-BE49-F238E27FC236}">
                <a16:creationId xmlns:a16="http://schemas.microsoft.com/office/drawing/2014/main" id="{2F086920-1723-4935-AD78-FB5ABBAEE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924" y="81215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8" name="path-6206">
            <a:extLst xmlns:a="http://schemas.openxmlformats.org/drawingml/2006/main">
              <a:ext uri="{FF2B5EF4-FFF2-40B4-BE49-F238E27FC236}">
                <a16:creationId xmlns:a16="http://schemas.microsoft.com/office/drawing/2014/main" id="{E6DB5BD7-AB4C-4928-9403-1A9080FB1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2133" y="81522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9" name="path-6207">
            <a:extLst xmlns:a="http://schemas.openxmlformats.org/drawingml/2006/main">
              <a:ext uri="{FF2B5EF4-FFF2-40B4-BE49-F238E27FC236}">
                <a16:creationId xmlns:a16="http://schemas.microsoft.com/office/drawing/2014/main" id="{ED5BC624-3812-44EC-B096-5AF580F53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644" y="81325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0" name="path-6208">
            <a:extLst xmlns:a="http://schemas.openxmlformats.org/drawingml/2006/main">
              <a:ext uri="{FF2B5EF4-FFF2-40B4-BE49-F238E27FC236}">
                <a16:creationId xmlns:a16="http://schemas.microsoft.com/office/drawing/2014/main" id="{92B820C8-9EAF-491B-9DC0-134CE5546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6888" y="81338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1" name="path-6209">
            <a:extLst xmlns:a="http://schemas.openxmlformats.org/drawingml/2006/main">
              <a:ext uri="{FF2B5EF4-FFF2-40B4-BE49-F238E27FC236}">
                <a16:creationId xmlns:a16="http://schemas.microsoft.com/office/drawing/2014/main" id="{563D4E07-BD65-4819-98A3-32A54D090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447" y="8135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2" name="path-6210">
            <a:extLst xmlns:a="http://schemas.openxmlformats.org/drawingml/2006/main">
              <a:ext uri="{FF2B5EF4-FFF2-40B4-BE49-F238E27FC236}">
                <a16:creationId xmlns:a16="http://schemas.microsoft.com/office/drawing/2014/main" id="{EE4F3A4E-7F42-458B-AFBC-3F61E4FD3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090" y="81245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3" name="path-6211">
            <a:extLst xmlns:a="http://schemas.openxmlformats.org/drawingml/2006/main">
              <a:ext uri="{FF2B5EF4-FFF2-40B4-BE49-F238E27FC236}">
                <a16:creationId xmlns:a16="http://schemas.microsoft.com/office/drawing/2014/main" id="{C597AF36-D8DD-44B3-B156-E415D1E8A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179" y="81853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4" name="path-6212">
            <a:extLst xmlns:a="http://schemas.openxmlformats.org/drawingml/2006/main">
              <a:ext uri="{FF2B5EF4-FFF2-40B4-BE49-F238E27FC236}">
                <a16:creationId xmlns:a16="http://schemas.microsoft.com/office/drawing/2014/main" id="{57C58756-AE16-4E0C-AD8C-4BE1BDDCF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929" y="81345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5" name="path-6213">
            <a:extLst xmlns:a="http://schemas.openxmlformats.org/drawingml/2006/main">
              <a:ext uri="{FF2B5EF4-FFF2-40B4-BE49-F238E27FC236}">
                <a16:creationId xmlns:a16="http://schemas.microsoft.com/office/drawing/2014/main" id="{0FC24C93-D0C4-409D-900E-4691747A1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394" y="81428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6" name="path-6214">
            <a:extLst xmlns:a="http://schemas.openxmlformats.org/drawingml/2006/main">
              <a:ext uri="{FF2B5EF4-FFF2-40B4-BE49-F238E27FC236}">
                <a16:creationId xmlns:a16="http://schemas.microsoft.com/office/drawing/2014/main" id="{344B6E62-089F-4730-8FD8-D5473D95B7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407" y="81385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7" name="path-6215">
            <a:extLst xmlns:a="http://schemas.openxmlformats.org/drawingml/2006/main">
              <a:ext uri="{FF2B5EF4-FFF2-40B4-BE49-F238E27FC236}">
                <a16:creationId xmlns:a16="http://schemas.microsoft.com/office/drawing/2014/main" id="{ED5C6550-758A-4506-B092-799D936D0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4698" y="81378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8" name="path-6216">
            <a:extLst xmlns:a="http://schemas.openxmlformats.org/drawingml/2006/main">
              <a:ext uri="{FF2B5EF4-FFF2-40B4-BE49-F238E27FC236}">
                <a16:creationId xmlns:a16="http://schemas.microsoft.com/office/drawing/2014/main" id="{452FC650-A8DB-411B-8FC0-2740B7F03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586" y="8153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9" name="path-6217">
            <a:extLst xmlns:a="http://schemas.openxmlformats.org/drawingml/2006/main">
              <a:ext uri="{FF2B5EF4-FFF2-40B4-BE49-F238E27FC236}">
                <a16:creationId xmlns:a16="http://schemas.microsoft.com/office/drawing/2014/main" id="{183F5CD7-5E3E-4D9F-B5AB-182B15812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150" y="81379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0" name="path-6218">
            <a:extLst xmlns:a="http://schemas.openxmlformats.org/drawingml/2006/main">
              <a:ext uri="{FF2B5EF4-FFF2-40B4-BE49-F238E27FC236}">
                <a16:creationId xmlns:a16="http://schemas.microsoft.com/office/drawing/2014/main" id="{79F3703C-5B62-49DD-96C3-24DED54EA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2093" y="8129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1" name="path-6219">
            <a:extLst xmlns:a="http://schemas.openxmlformats.org/drawingml/2006/main">
              <a:ext uri="{FF2B5EF4-FFF2-40B4-BE49-F238E27FC236}">
                <a16:creationId xmlns:a16="http://schemas.microsoft.com/office/drawing/2014/main" id="{95B83D67-D7AE-4A8C-AB75-67B945A5C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53" y="8170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2" name="path-6220">
            <a:extLst xmlns:a="http://schemas.openxmlformats.org/drawingml/2006/main">
              <a:ext uri="{FF2B5EF4-FFF2-40B4-BE49-F238E27FC236}">
                <a16:creationId xmlns:a16="http://schemas.microsoft.com/office/drawing/2014/main" id="{0754BA93-8B63-4E4D-93C1-9A0E80C16C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133" y="81370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3" name="path-6221">
            <a:extLst xmlns:a="http://schemas.openxmlformats.org/drawingml/2006/main">
              <a:ext uri="{FF2B5EF4-FFF2-40B4-BE49-F238E27FC236}">
                <a16:creationId xmlns:a16="http://schemas.microsoft.com/office/drawing/2014/main" id="{DAFD79AB-7462-4216-8100-2381482FE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9071" y="8159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4" name="path-6222">
            <a:extLst xmlns:a="http://schemas.openxmlformats.org/drawingml/2006/main">
              <a:ext uri="{FF2B5EF4-FFF2-40B4-BE49-F238E27FC236}">
                <a16:creationId xmlns:a16="http://schemas.microsoft.com/office/drawing/2014/main" id="{EE120F55-C2C1-42F8-B0EE-6BC366C78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4515" y="81721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5" name="path-6223">
            <a:extLst xmlns:a="http://schemas.openxmlformats.org/drawingml/2006/main">
              <a:ext uri="{FF2B5EF4-FFF2-40B4-BE49-F238E27FC236}">
                <a16:creationId xmlns:a16="http://schemas.microsoft.com/office/drawing/2014/main" id="{836DDDB1-1809-4B01-9BB9-9514AEC65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572" y="81233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6" name="path-6224">
            <a:extLst xmlns:a="http://schemas.openxmlformats.org/drawingml/2006/main">
              <a:ext uri="{FF2B5EF4-FFF2-40B4-BE49-F238E27FC236}">
                <a16:creationId xmlns:a16="http://schemas.microsoft.com/office/drawing/2014/main" id="{739786A0-6B9B-4707-9DE8-C0729CFA9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406" y="81306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7" name="path-6225">
            <a:extLst xmlns:a="http://schemas.openxmlformats.org/drawingml/2006/main">
              <a:ext uri="{FF2B5EF4-FFF2-40B4-BE49-F238E27FC236}">
                <a16:creationId xmlns:a16="http://schemas.microsoft.com/office/drawing/2014/main" id="{24BDA0FD-72F3-4DDD-9657-F12ACA465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1598" y="8175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8" name="path-6226">
            <a:extLst xmlns:a="http://schemas.openxmlformats.org/drawingml/2006/main">
              <a:ext uri="{FF2B5EF4-FFF2-40B4-BE49-F238E27FC236}">
                <a16:creationId xmlns:a16="http://schemas.microsoft.com/office/drawing/2014/main" id="{0AAB0A9D-8F99-47ED-8879-E1264F62E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776" y="81505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9" name="path-6227">
            <a:extLst xmlns:a="http://schemas.openxmlformats.org/drawingml/2006/main">
              <a:ext uri="{FF2B5EF4-FFF2-40B4-BE49-F238E27FC236}">
                <a16:creationId xmlns:a16="http://schemas.microsoft.com/office/drawing/2014/main" id="{C31C379E-552F-4E60-BF1C-BD4CA59EF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9504" y="81504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0" name="path-6228">
            <a:extLst xmlns:a="http://schemas.openxmlformats.org/drawingml/2006/main">
              <a:ext uri="{FF2B5EF4-FFF2-40B4-BE49-F238E27FC236}">
                <a16:creationId xmlns:a16="http://schemas.microsoft.com/office/drawing/2014/main" id="{8F9530D4-2A45-44DE-B4CD-5DF78BA01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292" y="81416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1" name="path-6229">
            <a:extLst xmlns:a="http://schemas.openxmlformats.org/drawingml/2006/main">
              <a:ext uri="{FF2B5EF4-FFF2-40B4-BE49-F238E27FC236}">
                <a16:creationId xmlns:a16="http://schemas.microsoft.com/office/drawing/2014/main" id="{25F152C7-B633-4637-951B-C7ADD2D97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8200" y="8135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2" name="path-6230">
            <a:extLst xmlns:a="http://schemas.openxmlformats.org/drawingml/2006/main">
              <a:ext uri="{FF2B5EF4-FFF2-40B4-BE49-F238E27FC236}">
                <a16:creationId xmlns:a16="http://schemas.microsoft.com/office/drawing/2014/main" id="{C2FD8B2E-BBBF-405D-9FF3-6B4B1F114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7993" y="81476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3" name="path-6231">
            <a:extLst xmlns:a="http://schemas.openxmlformats.org/drawingml/2006/main">
              <a:ext uri="{FF2B5EF4-FFF2-40B4-BE49-F238E27FC236}">
                <a16:creationId xmlns:a16="http://schemas.microsoft.com/office/drawing/2014/main" id="{A189FD05-9AC1-4211-B526-331118F7A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018" y="81591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4" name="path-6232">
            <a:extLst xmlns:a="http://schemas.openxmlformats.org/drawingml/2006/main">
              <a:ext uri="{FF2B5EF4-FFF2-40B4-BE49-F238E27FC236}">
                <a16:creationId xmlns:a16="http://schemas.microsoft.com/office/drawing/2014/main" id="{301A3C66-30BC-44C2-81A6-09E7D2743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153" y="81563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5" name="path-6233">
            <a:extLst xmlns:a="http://schemas.openxmlformats.org/drawingml/2006/main">
              <a:ext uri="{FF2B5EF4-FFF2-40B4-BE49-F238E27FC236}">
                <a16:creationId xmlns:a16="http://schemas.microsoft.com/office/drawing/2014/main" id="{D55D4536-56DB-4F9D-8F06-1D1B32CB7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3340" y="81310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6" name="path-6234">
            <a:extLst xmlns:a="http://schemas.openxmlformats.org/drawingml/2006/main">
              <a:ext uri="{FF2B5EF4-FFF2-40B4-BE49-F238E27FC236}">
                <a16:creationId xmlns:a16="http://schemas.microsoft.com/office/drawing/2014/main" id="{BE165822-9506-4DBA-992E-002853BC5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071" y="8157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7" name="path-6235">
            <a:extLst xmlns:a="http://schemas.openxmlformats.org/drawingml/2006/main">
              <a:ext uri="{FF2B5EF4-FFF2-40B4-BE49-F238E27FC236}">
                <a16:creationId xmlns:a16="http://schemas.microsoft.com/office/drawing/2014/main" id="{073E7770-EFBF-46AC-B408-58725AF73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306" y="81685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8" name="path-6236">
            <a:extLst xmlns:a="http://schemas.openxmlformats.org/drawingml/2006/main">
              <a:ext uri="{FF2B5EF4-FFF2-40B4-BE49-F238E27FC236}">
                <a16:creationId xmlns:a16="http://schemas.microsoft.com/office/drawing/2014/main" id="{D4691016-261F-4E87-A3C1-56C900A6D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9646" y="81094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9" name="path-6237">
            <a:extLst xmlns:a="http://schemas.openxmlformats.org/drawingml/2006/main">
              <a:ext uri="{FF2B5EF4-FFF2-40B4-BE49-F238E27FC236}">
                <a16:creationId xmlns:a16="http://schemas.microsoft.com/office/drawing/2014/main" id="{EC9B8D13-CEAF-4963-8CAA-F4D8EA661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852" y="81692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0" name="path-6238">
            <a:extLst xmlns:a="http://schemas.openxmlformats.org/drawingml/2006/main">
              <a:ext uri="{FF2B5EF4-FFF2-40B4-BE49-F238E27FC236}">
                <a16:creationId xmlns:a16="http://schemas.microsoft.com/office/drawing/2014/main" id="{6D672A6E-90BA-4301-B031-4EBC168EB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100" y="8143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1" name="path-6239">
            <a:extLst xmlns:a="http://schemas.openxmlformats.org/drawingml/2006/main">
              <a:ext uri="{FF2B5EF4-FFF2-40B4-BE49-F238E27FC236}">
                <a16:creationId xmlns:a16="http://schemas.microsoft.com/office/drawing/2014/main" id="{886A7079-47D6-4097-A1BC-AD2644643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613" y="8130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2" name="path-6240">
            <a:extLst xmlns:a="http://schemas.openxmlformats.org/drawingml/2006/main">
              <a:ext uri="{FF2B5EF4-FFF2-40B4-BE49-F238E27FC236}">
                <a16:creationId xmlns:a16="http://schemas.microsoft.com/office/drawing/2014/main" id="{D00ECAD3-BECE-4F89-B015-5CE5C1A08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961" y="81641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3" name="path-6241">
            <a:extLst xmlns:a="http://schemas.openxmlformats.org/drawingml/2006/main">
              <a:ext uri="{FF2B5EF4-FFF2-40B4-BE49-F238E27FC236}">
                <a16:creationId xmlns:a16="http://schemas.microsoft.com/office/drawing/2014/main" id="{D15833E3-CF49-4436-8F9D-673721A31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9703" y="81402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4" name="path-6242">
            <a:extLst xmlns:a="http://schemas.openxmlformats.org/drawingml/2006/main">
              <a:ext uri="{FF2B5EF4-FFF2-40B4-BE49-F238E27FC236}">
                <a16:creationId xmlns:a16="http://schemas.microsoft.com/office/drawing/2014/main" id="{28A20CB8-5EAE-40E4-B48F-591C8F600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4272" y="81498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5" name="path-6243">
            <a:extLst xmlns:a="http://schemas.openxmlformats.org/drawingml/2006/main">
              <a:ext uri="{FF2B5EF4-FFF2-40B4-BE49-F238E27FC236}">
                <a16:creationId xmlns:a16="http://schemas.microsoft.com/office/drawing/2014/main" id="{80D87286-5181-4905-9E13-1F634EFC5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137" y="8136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6" name="path-6244">
            <a:extLst xmlns:a="http://schemas.openxmlformats.org/drawingml/2006/main">
              <a:ext uri="{FF2B5EF4-FFF2-40B4-BE49-F238E27FC236}">
                <a16:creationId xmlns:a16="http://schemas.microsoft.com/office/drawing/2014/main" id="{AC976237-FCF9-4EFF-A4AF-B1DC14CD7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210" y="81537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7" name="path-6245">
            <a:extLst xmlns:a="http://schemas.openxmlformats.org/drawingml/2006/main">
              <a:ext uri="{FF2B5EF4-FFF2-40B4-BE49-F238E27FC236}">
                <a16:creationId xmlns:a16="http://schemas.microsoft.com/office/drawing/2014/main" id="{3CA38633-8710-4E02-94BF-3ED920CF6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8020" y="81167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8" name="path-6246">
            <a:extLst xmlns:a="http://schemas.openxmlformats.org/drawingml/2006/main">
              <a:ext uri="{FF2B5EF4-FFF2-40B4-BE49-F238E27FC236}">
                <a16:creationId xmlns:a16="http://schemas.microsoft.com/office/drawing/2014/main" id="{611964D8-E8E3-463A-8EB9-5AB3050CD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600" y="81515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9" name="path-6247">
            <a:extLst xmlns:a="http://schemas.openxmlformats.org/drawingml/2006/main">
              <a:ext uri="{FF2B5EF4-FFF2-40B4-BE49-F238E27FC236}">
                <a16:creationId xmlns:a16="http://schemas.microsoft.com/office/drawing/2014/main" id="{1BDDBE9D-7EFB-430A-AC6D-269FFE71A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527" y="81403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0" name="path-6248">
            <a:extLst xmlns:a="http://schemas.openxmlformats.org/drawingml/2006/main">
              <a:ext uri="{FF2B5EF4-FFF2-40B4-BE49-F238E27FC236}">
                <a16:creationId xmlns:a16="http://schemas.microsoft.com/office/drawing/2014/main" id="{8F4C007A-51FD-4275-B2AD-7F06DC3CF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9995" y="81208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1" name="path-6249">
            <a:extLst xmlns:a="http://schemas.openxmlformats.org/drawingml/2006/main">
              <a:ext uri="{FF2B5EF4-FFF2-40B4-BE49-F238E27FC236}">
                <a16:creationId xmlns:a16="http://schemas.microsoft.com/office/drawing/2014/main" id="{13383950-5F71-4298-AE3C-BED50D1A6F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315" y="8129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2" name="path-6250">
            <a:extLst xmlns:a="http://schemas.openxmlformats.org/drawingml/2006/main">
              <a:ext uri="{FF2B5EF4-FFF2-40B4-BE49-F238E27FC236}">
                <a16:creationId xmlns:a16="http://schemas.microsoft.com/office/drawing/2014/main" id="{1052DA24-B91F-467F-A0FE-FDD58AE9B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4358" y="81407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3" name="path-6251">
            <a:extLst xmlns:a="http://schemas.openxmlformats.org/drawingml/2006/main">
              <a:ext uri="{FF2B5EF4-FFF2-40B4-BE49-F238E27FC236}">
                <a16:creationId xmlns:a16="http://schemas.microsoft.com/office/drawing/2014/main" id="{021F21E0-56CE-4707-B4AA-62095EF1F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483" y="81709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4" name="path-6252">
            <a:extLst xmlns:a="http://schemas.openxmlformats.org/drawingml/2006/main">
              <a:ext uri="{FF2B5EF4-FFF2-40B4-BE49-F238E27FC236}">
                <a16:creationId xmlns:a16="http://schemas.microsoft.com/office/drawing/2014/main" id="{79A3AE77-F00F-4D6B-96D2-DC59A05E8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714" y="81239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5" name="path-6253">
            <a:extLst xmlns:a="http://schemas.openxmlformats.org/drawingml/2006/main">
              <a:ext uri="{FF2B5EF4-FFF2-40B4-BE49-F238E27FC236}">
                <a16:creationId xmlns:a16="http://schemas.microsoft.com/office/drawing/2014/main" id="{3B7D90C3-1FDD-4A9B-B003-77C1D8BF3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901" y="8117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6" name="path-6254">
            <a:extLst xmlns:a="http://schemas.openxmlformats.org/drawingml/2006/main">
              <a:ext uri="{FF2B5EF4-FFF2-40B4-BE49-F238E27FC236}">
                <a16:creationId xmlns:a16="http://schemas.microsoft.com/office/drawing/2014/main" id="{67C6893F-677B-4C6F-9B32-2B53E2CE59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612" y="81385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7" name="path-6255">
            <a:extLst xmlns:a="http://schemas.openxmlformats.org/drawingml/2006/main">
              <a:ext uri="{FF2B5EF4-FFF2-40B4-BE49-F238E27FC236}">
                <a16:creationId xmlns:a16="http://schemas.microsoft.com/office/drawing/2014/main" id="{FAD5B981-896B-46FA-9CC0-A0B56E0CE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4319" y="81168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8" name="path-6256">
            <a:extLst xmlns:a="http://schemas.openxmlformats.org/drawingml/2006/main">
              <a:ext uri="{FF2B5EF4-FFF2-40B4-BE49-F238E27FC236}">
                <a16:creationId xmlns:a16="http://schemas.microsoft.com/office/drawing/2014/main" id="{4E5EFB5F-AA18-4894-B791-17BC4B8BE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579" y="81413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49" name="path-6257">
            <a:extLst xmlns:a="http://schemas.openxmlformats.org/drawingml/2006/main">
              <a:ext uri="{FF2B5EF4-FFF2-40B4-BE49-F238E27FC236}">
                <a16:creationId xmlns:a16="http://schemas.microsoft.com/office/drawing/2014/main" id="{7CB90DF0-74A6-46D4-B9F8-CA1F2B081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7046" y="81078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0" name="path-6258">
            <a:extLst xmlns:a="http://schemas.openxmlformats.org/drawingml/2006/main">
              <a:ext uri="{FF2B5EF4-FFF2-40B4-BE49-F238E27FC236}">
                <a16:creationId xmlns:a16="http://schemas.microsoft.com/office/drawing/2014/main" id="{FFBB248E-CD36-42B4-B832-C82829418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786" y="81634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1" name="path-6259">
            <a:extLst xmlns:a="http://schemas.openxmlformats.org/drawingml/2006/main">
              <a:ext uri="{FF2B5EF4-FFF2-40B4-BE49-F238E27FC236}">
                <a16:creationId xmlns:a16="http://schemas.microsoft.com/office/drawing/2014/main" id="{4648F52E-C9B5-40B6-BF8D-8DBC7321D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682" y="81286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2" name="path-6260">
            <a:extLst xmlns:a="http://schemas.openxmlformats.org/drawingml/2006/main">
              <a:ext uri="{FF2B5EF4-FFF2-40B4-BE49-F238E27FC236}">
                <a16:creationId xmlns:a16="http://schemas.microsoft.com/office/drawing/2014/main" id="{EAF31CF1-835C-4118-9FD6-88662D12FD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815" y="81436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3" name="path-6261">
            <a:extLst xmlns:a="http://schemas.openxmlformats.org/drawingml/2006/main">
              <a:ext uri="{FF2B5EF4-FFF2-40B4-BE49-F238E27FC236}">
                <a16:creationId xmlns:a16="http://schemas.microsoft.com/office/drawing/2014/main" id="{F0F12A78-A643-4051-8F84-FCF16CABE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276" y="81631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4" name="path-6262">
            <a:extLst xmlns:a="http://schemas.openxmlformats.org/drawingml/2006/main">
              <a:ext uri="{FF2B5EF4-FFF2-40B4-BE49-F238E27FC236}">
                <a16:creationId xmlns:a16="http://schemas.microsoft.com/office/drawing/2014/main" id="{6021C52A-E6D4-4F76-A4C0-7B2F673D7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455" y="81568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5" name="path-6263">
            <a:extLst xmlns:a="http://schemas.openxmlformats.org/drawingml/2006/main">
              <a:ext uri="{FF2B5EF4-FFF2-40B4-BE49-F238E27FC236}">
                <a16:creationId xmlns:a16="http://schemas.microsoft.com/office/drawing/2014/main" id="{E57E78DF-D9F9-4700-887F-E62819FCF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374" y="8143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6" name="path-6264">
            <a:extLst xmlns:a="http://schemas.openxmlformats.org/drawingml/2006/main">
              <a:ext uri="{FF2B5EF4-FFF2-40B4-BE49-F238E27FC236}">
                <a16:creationId xmlns:a16="http://schemas.microsoft.com/office/drawing/2014/main" id="{C0B2FA41-F5D7-42F1-A5CB-6176549BC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746" y="81404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7" name="path-6265">
            <a:extLst xmlns:a="http://schemas.openxmlformats.org/drawingml/2006/main">
              <a:ext uri="{FF2B5EF4-FFF2-40B4-BE49-F238E27FC236}">
                <a16:creationId xmlns:a16="http://schemas.microsoft.com/office/drawing/2014/main" id="{C229874D-A09B-4563-A445-8FA314B39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775" y="81677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8" name="path-6266">
            <a:extLst xmlns:a="http://schemas.openxmlformats.org/drawingml/2006/main">
              <a:ext uri="{FF2B5EF4-FFF2-40B4-BE49-F238E27FC236}">
                <a16:creationId xmlns:a16="http://schemas.microsoft.com/office/drawing/2014/main" id="{50536CFC-3A8A-499F-A7EF-BD1FE940EB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968" y="8097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9" name="path-6267">
            <a:extLst xmlns:a="http://schemas.openxmlformats.org/drawingml/2006/main">
              <a:ext uri="{FF2B5EF4-FFF2-40B4-BE49-F238E27FC236}">
                <a16:creationId xmlns:a16="http://schemas.microsoft.com/office/drawing/2014/main" id="{B651FFC0-B770-40CF-8442-66DF3BAD7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104" y="81264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0" name="path-6268">
            <a:extLst xmlns:a="http://schemas.openxmlformats.org/drawingml/2006/main">
              <a:ext uri="{FF2B5EF4-FFF2-40B4-BE49-F238E27FC236}">
                <a16:creationId xmlns:a16="http://schemas.microsoft.com/office/drawing/2014/main" id="{FE2E5082-5BBA-4051-85E9-11AD377A9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7452" y="81228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1" name="path-6269">
            <a:extLst xmlns:a="http://schemas.openxmlformats.org/drawingml/2006/main">
              <a:ext uri="{FF2B5EF4-FFF2-40B4-BE49-F238E27FC236}">
                <a16:creationId xmlns:a16="http://schemas.microsoft.com/office/drawing/2014/main" id="{427EFE33-CD23-4F15-BB71-B1B013353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635" y="8146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2" name="path-6270">
            <a:extLst xmlns:a="http://schemas.openxmlformats.org/drawingml/2006/main">
              <a:ext uri="{FF2B5EF4-FFF2-40B4-BE49-F238E27FC236}">
                <a16:creationId xmlns:a16="http://schemas.microsoft.com/office/drawing/2014/main" id="{7686E20E-E823-4B8F-A1AE-6F3FFA2E79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805" y="81487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3" name="path-6271">
            <a:extLst xmlns:a="http://schemas.openxmlformats.org/drawingml/2006/main">
              <a:ext uri="{FF2B5EF4-FFF2-40B4-BE49-F238E27FC236}">
                <a16:creationId xmlns:a16="http://schemas.microsoft.com/office/drawing/2014/main" id="{0AF99E85-E8BB-4F51-BE68-50B1EB6A5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9029" y="81285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4" name="path-6272">
            <a:extLst xmlns:a="http://schemas.openxmlformats.org/drawingml/2006/main">
              <a:ext uri="{FF2B5EF4-FFF2-40B4-BE49-F238E27FC236}">
                <a16:creationId xmlns:a16="http://schemas.microsoft.com/office/drawing/2014/main" id="{A4BB4AE3-E319-4B5E-932C-E40B3A12F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505" y="81503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5" name="path-6273">
            <a:extLst xmlns:a="http://schemas.openxmlformats.org/drawingml/2006/main">
              <a:ext uri="{FF2B5EF4-FFF2-40B4-BE49-F238E27FC236}">
                <a16:creationId xmlns:a16="http://schemas.microsoft.com/office/drawing/2014/main" id="{0132EFA8-E49D-4780-BAD9-B4DC19A3D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0731" y="81538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6" name="path-6274">
            <a:extLst xmlns:a="http://schemas.openxmlformats.org/drawingml/2006/main">
              <a:ext uri="{FF2B5EF4-FFF2-40B4-BE49-F238E27FC236}">
                <a16:creationId xmlns:a16="http://schemas.microsoft.com/office/drawing/2014/main" id="{D762C428-2731-4788-9E7F-672CD2969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686" y="8163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7" name="path-6275">
            <a:extLst xmlns:a="http://schemas.openxmlformats.org/drawingml/2006/main">
              <a:ext uri="{FF2B5EF4-FFF2-40B4-BE49-F238E27FC236}">
                <a16:creationId xmlns:a16="http://schemas.microsoft.com/office/drawing/2014/main" id="{585B5857-C913-4806-807A-A4ABE7B373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388" y="81661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8" name="path-6276">
            <a:extLst xmlns:a="http://schemas.openxmlformats.org/drawingml/2006/main">
              <a:ext uri="{FF2B5EF4-FFF2-40B4-BE49-F238E27FC236}">
                <a16:creationId xmlns:a16="http://schemas.microsoft.com/office/drawing/2014/main" id="{A7917354-BA42-4EF4-B1DF-28A45B6BB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896" y="81501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69" name="path-6277">
            <a:extLst xmlns:a="http://schemas.openxmlformats.org/drawingml/2006/main">
              <a:ext uri="{FF2B5EF4-FFF2-40B4-BE49-F238E27FC236}">
                <a16:creationId xmlns:a16="http://schemas.microsoft.com/office/drawing/2014/main" id="{7CC2117A-6076-4DBF-BE53-09DA98083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2623" y="81329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0" name="path-6278">
            <a:extLst xmlns:a="http://schemas.openxmlformats.org/drawingml/2006/main">
              <a:ext uri="{FF2B5EF4-FFF2-40B4-BE49-F238E27FC236}">
                <a16:creationId xmlns:a16="http://schemas.microsoft.com/office/drawing/2014/main" id="{90B7AF69-6291-42A2-ACC5-B48BA0594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379" y="81437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1" name="path-6279">
            <a:extLst xmlns:a="http://schemas.openxmlformats.org/drawingml/2006/main">
              <a:ext uri="{FF2B5EF4-FFF2-40B4-BE49-F238E27FC236}">
                <a16:creationId xmlns:a16="http://schemas.microsoft.com/office/drawing/2014/main" id="{6CA9F75F-BF70-4CD6-9400-979281CE9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618" y="81520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2" name="path-6280">
            <a:extLst xmlns:a="http://schemas.openxmlformats.org/drawingml/2006/main">
              <a:ext uri="{FF2B5EF4-FFF2-40B4-BE49-F238E27FC236}">
                <a16:creationId xmlns:a16="http://schemas.microsoft.com/office/drawing/2014/main" id="{FCF4E010-E0D7-4E5F-991B-FF9A687B5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1701" y="8124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3" name="path-6281">
            <a:extLst xmlns:a="http://schemas.openxmlformats.org/drawingml/2006/main">
              <a:ext uri="{FF2B5EF4-FFF2-40B4-BE49-F238E27FC236}">
                <a16:creationId xmlns:a16="http://schemas.microsoft.com/office/drawing/2014/main" id="{72CB2D4F-98EB-456D-8EB0-FC729AD17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933" y="81525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4" name="path-6282">
            <a:extLst xmlns:a="http://schemas.openxmlformats.org/drawingml/2006/main">
              <a:ext uri="{FF2B5EF4-FFF2-40B4-BE49-F238E27FC236}">
                <a16:creationId xmlns:a16="http://schemas.microsoft.com/office/drawing/2014/main" id="{D479935F-5D09-4529-BD7C-01D6A3806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412" y="81380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5" name="path-6283">
            <a:extLst xmlns:a="http://schemas.openxmlformats.org/drawingml/2006/main">
              <a:ext uri="{FF2B5EF4-FFF2-40B4-BE49-F238E27FC236}">
                <a16:creationId xmlns:a16="http://schemas.microsoft.com/office/drawing/2014/main" id="{5FBE15AA-7D98-41DB-8ED7-F197E5967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532" y="81505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6" name="path-6284">
            <a:extLst xmlns:a="http://schemas.openxmlformats.org/drawingml/2006/main">
              <a:ext uri="{FF2B5EF4-FFF2-40B4-BE49-F238E27FC236}">
                <a16:creationId xmlns:a16="http://schemas.microsoft.com/office/drawing/2014/main" id="{C45EBD17-93FF-4BB2-A252-0015B7D06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701" y="81560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7" name="path-6285">
            <a:extLst xmlns:a="http://schemas.openxmlformats.org/drawingml/2006/main">
              <a:ext uri="{FF2B5EF4-FFF2-40B4-BE49-F238E27FC236}">
                <a16:creationId xmlns:a16="http://schemas.microsoft.com/office/drawing/2014/main" id="{73A5B4EA-3F33-4A55-A9E3-176CB1BB5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967" y="8127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8" name="path-6286">
            <a:extLst xmlns:a="http://schemas.openxmlformats.org/drawingml/2006/main">
              <a:ext uri="{FF2B5EF4-FFF2-40B4-BE49-F238E27FC236}">
                <a16:creationId xmlns:a16="http://schemas.microsoft.com/office/drawing/2014/main" id="{B46F5C64-93FE-4274-B51A-C6645119E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14" y="81635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79" name="path-6287">
            <a:extLst xmlns:a="http://schemas.openxmlformats.org/drawingml/2006/main">
              <a:ext uri="{FF2B5EF4-FFF2-40B4-BE49-F238E27FC236}">
                <a16:creationId xmlns:a16="http://schemas.microsoft.com/office/drawing/2014/main" id="{98B8AC91-46AE-4701-9D4C-F2D1601708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0998" y="81197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0" name="path-6288">
            <a:extLst xmlns:a="http://schemas.openxmlformats.org/drawingml/2006/main">
              <a:ext uri="{FF2B5EF4-FFF2-40B4-BE49-F238E27FC236}">
                <a16:creationId xmlns:a16="http://schemas.microsoft.com/office/drawing/2014/main" id="{3A01DD8F-C3C2-4AE2-89F7-98266713B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853" y="81723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1" name="path-6289">
            <a:extLst xmlns:a="http://schemas.openxmlformats.org/drawingml/2006/main">
              <a:ext uri="{FF2B5EF4-FFF2-40B4-BE49-F238E27FC236}">
                <a16:creationId xmlns:a16="http://schemas.microsoft.com/office/drawing/2014/main" id="{257A8179-3307-4210-A1F6-0DE6CE81F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146" y="8153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2" name="path-6290">
            <a:extLst xmlns:a="http://schemas.openxmlformats.org/drawingml/2006/main">
              <a:ext uri="{FF2B5EF4-FFF2-40B4-BE49-F238E27FC236}">
                <a16:creationId xmlns:a16="http://schemas.microsoft.com/office/drawing/2014/main" id="{3CA40DAB-41EF-4C79-8721-8978A30664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079" y="81323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3" name="path-6291">
            <a:extLst xmlns:a="http://schemas.openxmlformats.org/drawingml/2006/main">
              <a:ext uri="{FF2B5EF4-FFF2-40B4-BE49-F238E27FC236}">
                <a16:creationId xmlns:a16="http://schemas.microsoft.com/office/drawing/2014/main" id="{E44B3D57-B127-4DDE-A4E4-D80700DFC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291" y="8119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4" name="path-6292">
            <a:extLst xmlns:a="http://schemas.openxmlformats.org/drawingml/2006/main">
              <a:ext uri="{FF2B5EF4-FFF2-40B4-BE49-F238E27FC236}">
                <a16:creationId xmlns:a16="http://schemas.microsoft.com/office/drawing/2014/main" id="{CDD35496-B7BA-4DE8-830B-64BCBDC90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240" y="81182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5" name="path-6293">
            <a:extLst xmlns:a="http://schemas.openxmlformats.org/drawingml/2006/main">
              <a:ext uri="{FF2B5EF4-FFF2-40B4-BE49-F238E27FC236}">
                <a16:creationId xmlns:a16="http://schemas.microsoft.com/office/drawing/2014/main" id="{C084A606-D259-4566-9546-AD62DCBD6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1190" y="81555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6" name="path-6294">
            <a:extLst xmlns:a="http://schemas.openxmlformats.org/drawingml/2006/main">
              <a:ext uri="{FF2B5EF4-FFF2-40B4-BE49-F238E27FC236}">
                <a16:creationId xmlns:a16="http://schemas.microsoft.com/office/drawing/2014/main" id="{8E064058-FA7C-4593-B444-4E4FD50A2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280" y="8159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7" name="path-6295">
            <a:extLst xmlns:a="http://schemas.openxmlformats.org/drawingml/2006/main">
              <a:ext uri="{FF2B5EF4-FFF2-40B4-BE49-F238E27FC236}">
                <a16:creationId xmlns:a16="http://schemas.microsoft.com/office/drawing/2014/main" id="{3BE2EF16-CE15-4289-99DF-5C56DD8AB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938" y="81429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8" name="path-6296">
            <a:extLst xmlns:a="http://schemas.openxmlformats.org/drawingml/2006/main">
              <a:ext uri="{FF2B5EF4-FFF2-40B4-BE49-F238E27FC236}">
                <a16:creationId xmlns:a16="http://schemas.microsoft.com/office/drawing/2014/main" id="{EAE55DF5-9CD8-433A-BB07-3CE5A7D0B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6428" y="81468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89" name="path-6297">
            <a:extLst xmlns:a="http://schemas.openxmlformats.org/drawingml/2006/main">
              <a:ext uri="{FF2B5EF4-FFF2-40B4-BE49-F238E27FC236}">
                <a16:creationId xmlns:a16="http://schemas.microsoft.com/office/drawing/2014/main" id="{BCAAAA71-BE35-48F4-A20C-49287CE18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789" y="81715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0" name="path-6298">
            <a:extLst xmlns:a="http://schemas.openxmlformats.org/drawingml/2006/main">
              <a:ext uri="{FF2B5EF4-FFF2-40B4-BE49-F238E27FC236}">
                <a16:creationId xmlns:a16="http://schemas.microsoft.com/office/drawing/2014/main" id="{DD8DCE26-112F-4002-B904-427C1BC52A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98" y="81272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1" name="path-6299">
            <a:extLst xmlns:a="http://schemas.openxmlformats.org/drawingml/2006/main">
              <a:ext uri="{FF2B5EF4-FFF2-40B4-BE49-F238E27FC236}">
                <a16:creationId xmlns:a16="http://schemas.microsoft.com/office/drawing/2014/main" id="{3F3DDA2E-1B8F-416D-82C5-9B5F3D2F8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049" y="81208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2" name="path-6300">
            <a:extLst xmlns:a="http://schemas.openxmlformats.org/drawingml/2006/main">
              <a:ext uri="{FF2B5EF4-FFF2-40B4-BE49-F238E27FC236}">
                <a16:creationId xmlns:a16="http://schemas.microsoft.com/office/drawing/2014/main" id="{07BFFEFD-AE71-4375-9940-69C54BF6AB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9129" y="8135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3" name="path-6301">
            <a:extLst xmlns:a="http://schemas.openxmlformats.org/drawingml/2006/main">
              <a:ext uri="{FF2B5EF4-FFF2-40B4-BE49-F238E27FC236}">
                <a16:creationId xmlns:a16="http://schemas.microsoft.com/office/drawing/2014/main" id="{B815946E-4139-45D5-A503-73845887E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955" y="8143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4" name="path-6302">
            <a:extLst xmlns:a="http://schemas.openxmlformats.org/drawingml/2006/main">
              <a:ext uri="{FF2B5EF4-FFF2-40B4-BE49-F238E27FC236}">
                <a16:creationId xmlns:a16="http://schemas.microsoft.com/office/drawing/2014/main" id="{A26B48A8-0BEF-4C96-BB90-DA863718B4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50" y="8148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5" name="path-6303">
            <a:extLst xmlns:a="http://schemas.openxmlformats.org/drawingml/2006/main">
              <a:ext uri="{FF2B5EF4-FFF2-40B4-BE49-F238E27FC236}">
                <a16:creationId xmlns:a16="http://schemas.microsoft.com/office/drawing/2014/main" id="{197BE352-1C68-48CE-8D14-1A77A649D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713" y="8145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6" name="path-6304">
            <a:extLst xmlns:a="http://schemas.openxmlformats.org/drawingml/2006/main">
              <a:ext uri="{FF2B5EF4-FFF2-40B4-BE49-F238E27FC236}">
                <a16:creationId xmlns:a16="http://schemas.microsoft.com/office/drawing/2014/main" id="{6CE8D872-9C6E-49C1-8069-5FC1E6B3F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480" y="81375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7" name="path-6305">
            <a:extLst xmlns:a="http://schemas.openxmlformats.org/drawingml/2006/main">
              <a:ext uri="{FF2B5EF4-FFF2-40B4-BE49-F238E27FC236}">
                <a16:creationId xmlns:a16="http://schemas.microsoft.com/office/drawing/2014/main" id="{8C5DF72B-A21F-4C12-89CC-D4CBC5421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8436" y="81368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8" name="path-6306">
            <a:extLst xmlns:a="http://schemas.openxmlformats.org/drawingml/2006/main">
              <a:ext uri="{FF2B5EF4-FFF2-40B4-BE49-F238E27FC236}">
                <a16:creationId xmlns:a16="http://schemas.microsoft.com/office/drawing/2014/main" id="{AA6C5651-4F21-470F-BBDC-30802A271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913" y="81391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99" name="path-6307">
            <a:extLst xmlns:a="http://schemas.openxmlformats.org/drawingml/2006/main">
              <a:ext uri="{FF2B5EF4-FFF2-40B4-BE49-F238E27FC236}">
                <a16:creationId xmlns:a16="http://schemas.microsoft.com/office/drawing/2014/main" id="{947F61A8-78BA-4526-998A-24A3449E9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27" y="81843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0" name="path-6308">
            <a:extLst xmlns:a="http://schemas.openxmlformats.org/drawingml/2006/main">
              <a:ext uri="{FF2B5EF4-FFF2-40B4-BE49-F238E27FC236}">
                <a16:creationId xmlns:a16="http://schemas.microsoft.com/office/drawing/2014/main" id="{FD5A8966-E6C6-470D-A8E6-21D356231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547" y="81480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1" name="path-6309">
            <a:extLst xmlns:a="http://schemas.openxmlformats.org/drawingml/2006/main">
              <a:ext uri="{FF2B5EF4-FFF2-40B4-BE49-F238E27FC236}">
                <a16:creationId xmlns:a16="http://schemas.microsoft.com/office/drawing/2014/main" id="{1C81981D-C0A1-4ED5-997D-814F4F436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4790" y="81385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2" name="path-6310">
            <a:extLst xmlns:a="http://schemas.openxmlformats.org/drawingml/2006/main">
              <a:ext uri="{FF2B5EF4-FFF2-40B4-BE49-F238E27FC236}">
                <a16:creationId xmlns:a16="http://schemas.microsoft.com/office/drawing/2014/main" id="{795B0CDD-B218-4445-B135-A3BB1A7C1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041" y="81516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3" name="path-6311">
            <a:extLst xmlns:a="http://schemas.openxmlformats.org/drawingml/2006/main">
              <a:ext uri="{FF2B5EF4-FFF2-40B4-BE49-F238E27FC236}">
                <a16:creationId xmlns:a16="http://schemas.microsoft.com/office/drawing/2014/main" id="{2C820049-A593-4EE0-8A88-9F7AA55D6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5747" y="81214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4" name="path-6312">
            <a:extLst xmlns:a="http://schemas.openxmlformats.org/drawingml/2006/main">
              <a:ext uri="{FF2B5EF4-FFF2-40B4-BE49-F238E27FC236}">
                <a16:creationId xmlns:a16="http://schemas.microsoft.com/office/drawing/2014/main" id="{357536DE-9B56-457C-9033-4DDFD689B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5055" y="81510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5" name="path-6313">
            <a:extLst xmlns:a="http://schemas.openxmlformats.org/drawingml/2006/main">
              <a:ext uri="{FF2B5EF4-FFF2-40B4-BE49-F238E27FC236}">
                <a16:creationId xmlns:a16="http://schemas.microsoft.com/office/drawing/2014/main" id="{E15DFA71-5343-49B6-8266-3D1CFC67F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589" y="81256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6" name="path-6314">
            <a:extLst xmlns:a="http://schemas.openxmlformats.org/drawingml/2006/main">
              <a:ext uri="{FF2B5EF4-FFF2-40B4-BE49-F238E27FC236}">
                <a16:creationId xmlns:a16="http://schemas.microsoft.com/office/drawing/2014/main" id="{C0CC6F6B-4103-493E-9022-2556889C4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853" y="81545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7" name="path-6315">
            <a:extLst xmlns:a="http://schemas.openxmlformats.org/drawingml/2006/main">
              <a:ext uri="{FF2B5EF4-FFF2-40B4-BE49-F238E27FC236}">
                <a16:creationId xmlns:a16="http://schemas.microsoft.com/office/drawing/2014/main" id="{78CAF6D5-DC6A-41F6-8040-9D744119F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9" y="81444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8" name="path-6316">
            <a:extLst xmlns:a="http://schemas.openxmlformats.org/drawingml/2006/main">
              <a:ext uri="{FF2B5EF4-FFF2-40B4-BE49-F238E27FC236}">
                <a16:creationId xmlns:a16="http://schemas.microsoft.com/office/drawing/2014/main" id="{677070BB-48C5-4C22-A0E7-87993C10E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839" y="81672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09" name="path-6317">
            <a:extLst xmlns:a="http://schemas.openxmlformats.org/drawingml/2006/main">
              <a:ext uri="{FF2B5EF4-FFF2-40B4-BE49-F238E27FC236}">
                <a16:creationId xmlns:a16="http://schemas.microsoft.com/office/drawing/2014/main" id="{3E44011F-82C3-4553-8410-F834A2CE6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322" y="81572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0" name="path-6318">
            <a:extLst xmlns:a="http://schemas.openxmlformats.org/drawingml/2006/main">
              <a:ext uri="{FF2B5EF4-FFF2-40B4-BE49-F238E27FC236}">
                <a16:creationId xmlns:a16="http://schemas.microsoft.com/office/drawing/2014/main" id="{4B04AAA9-157D-4035-8B13-FD60BA0CC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593" y="81626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1" name="path-6319">
            <a:extLst xmlns:a="http://schemas.openxmlformats.org/drawingml/2006/main">
              <a:ext uri="{FF2B5EF4-FFF2-40B4-BE49-F238E27FC236}">
                <a16:creationId xmlns:a16="http://schemas.microsoft.com/office/drawing/2014/main" id="{7A1AFF81-A1D0-4F5C-8C82-A0A8D3C7E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8321" y="81485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2" name="path-6320">
            <a:extLst xmlns:a="http://schemas.openxmlformats.org/drawingml/2006/main">
              <a:ext uri="{FF2B5EF4-FFF2-40B4-BE49-F238E27FC236}">
                <a16:creationId xmlns:a16="http://schemas.microsoft.com/office/drawing/2014/main" id="{753C350B-54F8-4FDC-952B-95DD60B36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213" y="8153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3" name="path-6321">
            <a:extLst xmlns:a="http://schemas.openxmlformats.org/drawingml/2006/main">
              <a:ext uri="{FF2B5EF4-FFF2-40B4-BE49-F238E27FC236}">
                <a16:creationId xmlns:a16="http://schemas.microsoft.com/office/drawing/2014/main" id="{42D97A00-1430-4A0A-9AE7-EFA6093B4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877" y="81548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4" name="path-6322">
            <a:extLst xmlns:a="http://schemas.openxmlformats.org/drawingml/2006/main">
              <a:ext uri="{FF2B5EF4-FFF2-40B4-BE49-F238E27FC236}">
                <a16:creationId xmlns:a16="http://schemas.microsoft.com/office/drawing/2014/main" id="{27CCAF00-834D-4EEB-BC95-1CBB27D79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09" y="8137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5" name="path-6323">
            <a:extLst xmlns:a="http://schemas.openxmlformats.org/drawingml/2006/main">
              <a:ext uri="{FF2B5EF4-FFF2-40B4-BE49-F238E27FC236}">
                <a16:creationId xmlns:a16="http://schemas.microsoft.com/office/drawing/2014/main" id="{455CB34B-0F53-455F-A6D7-06AAC9ECB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052" y="81219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6" name="path-6324">
            <a:extLst xmlns:a="http://schemas.openxmlformats.org/drawingml/2006/main">
              <a:ext uri="{FF2B5EF4-FFF2-40B4-BE49-F238E27FC236}">
                <a16:creationId xmlns:a16="http://schemas.microsoft.com/office/drawing/2014/main" id="{D7D0D256-DDA0-4E7C-96D9-9156E6E0F1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325" y="81499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7" name="path-6325">
            <a:extLst xmlns:a="http://schemas.openxmlformats.org/drawingml/2006/main">
              <a:ext uri="{FF2B5EF4-FFF2-40B4-BE49-F238E27FC236}">
                <a16:creationId xmlns:a16="http://schemas.microsoft.com/office/drawing/2014/main" id="{38A262E8-C0AF-4107-8ABC-35FE58499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388" y="81528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8" name="path-6326">
            <a:extLst xmlns:a="http://schemas.openxmlformats.org/drawingml/2006/main">
              <a:ext uri="{FF2B5EF4-FFF2-40B4-BE49-F238E27FC236}">
                <a16:creationId xmlns:a16="http://schemas.microsoft.com/office/drawing/2014/main" id="{07D508DB-A88C-436E-B71D-F9774F6CB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380" y="81298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19" name="path-6327">
            <a:extLst xmlns:a="http://schemas.openxmlformats.org/drawingml/2006/main">
              <a:ext uri="{FF2B5EF4-FFF2-40B4-BE49-F238E27FC236}">
                <a16:creationId xmlns:a16="http://schemas.microsoft.com/office/drawing/2014/main" id="{1C7E5257-2F37-4C52-8D57-33D4EC713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0211" y="8151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0" name="path-6328">
            <a:extLst xmlns:a="http://schemas.openxmlformats.org/drawingml/2006/main">
              <a:ext uri="{FF2B5EF4-FFF2-40B4-BE49-F238E27FC236}">
                <a16:creationId xmlns:a16="http://schemas.microsoft.com/office/drawing/2014/main" id="{A398A5B6-BF7A-4A09-8EDE-1A4F470A9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673" y="81715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1" name="path-6329">
            <a:extLst xmlns:a="http://schemas.openxmlformats.org/drawingml/2006/main">
              <a:ext uri="{FF2B5EF4-FFF2-40B4-BE49-F238E27FC236}">
                <a16:creationId xmlns:a16="http://schemas.microsoft.com/office/drawing/2014/main" id="{9DE344F7-819A-4E74-BD7C-65C22099D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486" y="8139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2" name="path-6330">
            <a:extLst xmlns:a="http://schemas.openxmlformats.org/drawingml/2006/main">
              <a:ext uri="{FF2B5EF4-FFF2-40B4-BE49-F238E27FC236}">
                <a16:creationId xmlns:a16="http://schemas.microsoft.com/office/drawing/2014/main" id="{13BDD8C6-F3F5-4550-A43C-E0A566EA9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12" y="81206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3" name="path-6331">
            <a:extLst xmlns:a="http://schemas.openxmlformats.org/drawingml/2006/main">
              <a:ext uri="{FF2B5EF4-FFF2-40B4-BE49-F238E27FC236}">
                <a16:creationId xmlns:a16="http://schemas.microsoft.com/office/drawing/2014/main" id="{2C21524B-818F-4E03-9F72-B9F031597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689" y="81527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4" name="path-6332">
            <a:extLst xmlns:a="http://schemas.openxmlformats.org/drawingml/2006/main">
              <a:ext uri="{FF2B5EF4-FFF2-40B4-BE49-F238E27FC236}">
                <a16:creationId xmlns:a16="http://schemas.microsoft.com/office/drawing/2014/main" id="{8A8B2888-FF47-4ECC-B676-50E1AE784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575" y="8193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5" name="path-6333">
            <a:extLst xmlns:a="http://schemas.openxmlformats.org/drawingml/2006/main">
              <a:ext uri="{FF2B5EF4-FFF2-40B4-BE49-F238E27FC236}">
                <a16:creationId xmlns:a16="http://schemas.microsoft.com/office/drawing/2014/main" id="{7A71BE3D-2500-4FD6-B0AF-223725AAF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931" y="8142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6" name="path-6334">
            <a:extLst xmlns:a="http://schemas.openxmlformats.org/drawingml/2006/main">
              <a:ext uri="{FF2B5EF4-FFF2-40B4-BE49-F238E27FC236}">
                <a16:creationId xmlns:a16="http://schemas.microsoft.com/office/drawing/2014/main" id="{EEC6CC4C-3927-4A7E-A8E5-64304A80A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456" y="8171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7" name="path-6335">
            <a:extLst xmlns:a="http://schemas.openxmlformats.org/drawingml/2006/main">
              <a:ext uri="{FF2B5EF4-FFF2-40B4-BE49-F238E27FC236}">
                <a16:creationId xmlns:a16="http://schemas.microsoft.com/office/drawing/2014/main" id="{29F3085E-2EC7-4C73-A28D-C8EB2DAB7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670" y="81306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8" name="path-6336">
            <a:extLst xmlns:a="http://schemas.openxmlformats.org/drawingml/2006/main">
              <a:ext uri="{FF2B5EF4-FFF2-40B4-BE49-F238E27FC236}">
                <a16:creationId xmlns:a16="http://schemas.microsoft.com/office/drawing/2014/main" id="{DAAA10A4-AF46-44D8-B286-F596A6823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719" y="81612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9" name="path-6337">
            <a:extLst xmlns:a="http://schemas.openxmlformats.org/drawingml/2006/main">
              <a:ext uri="{FF2B5EF4-FFF2-40B4-BE49-F238E27FC236}">
                <a16:creationId xmlns:a16="http://schemas.microsoft.com/office/drawing/2014/main" id="{33680047-C262-4A8A-9FEA-1BC35FA77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686" y="81506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0" name="path-6338">
            <a:extLst xmlns:a="http://schemas.openxmlformats.org/drawingml/2006/main">
              <a:ext uri="{FF2B5EF4-FFF2-40B4-BE49-F238E27FC236}">
                <a16:creationId xmlns:a16="http://schemas.microsoft.com/office/drawing/2014/main" id="{B66BB941-A3E3-466F-BE57-7C3509610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073" y="8152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1" name="path-6339">
            <a:extLst xmlns:a="http://schemas.openxmlformats.org/drawingml/2006/main">
              <a:ext uri="{FF2B5EF4-FFF2-40B4-BE49-F238E27FC236}">
                <a16:creationId xmlns:a16="http://schemas.microsoft.com/office/drawing/2014/main" id="{6489C199-7B73-40C5-B3B4-742E04716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3785" y="81318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2" name="path-6340">
            <a:extLst xmlns:a="http://schemas.openxmlformats.org/drawingml/2006/main">
              <a:ext uri="{FF2B5EF4-FFF2-40B4-BE49-F238E27FC236}">
                <a16:creationId xmlns:a16="http://schemas.microsoft.com/office/drawing/2014/main" id="{808B4B92-891B-494D-99E2-C0FCA76DA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6794" y="81561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3" name="path-6341">
            <a:extLst xmlns:a="http://schemas.openxmlformats.org/drawingml/2006/main">
              <a:ext uri="{FF2B5EF4-FFF2-40B4-BE49-F238E27FC236}">
                <a16:creationId xmlns:a16="http://schemas.microsoft.com/office/drawing/2014/main" id="{9ECF0AA7-5E49-4778-85E3-299F9BDAD7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154" y="81383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4" name="path-6342">
            <a:extLst xmlns:a="http://schemas.openxmlformats.org/drawingml/2006/main">
              <a:ext uri="{FF2B5EF4-FFF2-40B4-BE49-F238E27FC236}">
                <a16:creationId xmlns:a16="http://schemas.microsoft.com/office/drawing/2014/main" id="{BC873C0E-BD8D-442C-83FE-70A838BE6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058" y="81485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5" name="path-6343">
            <a:extLst xmlns:a="http://schemas.openxmlformats.org/drawingml/2006/main">
              <a:ext uri="{FF2B5EF4-FFF2-40B4-BE49-F238E27FC236}">
                <a16:creationId xmlns:a16="http://schemas.microsoft.com/office/drawing/2014/main" id="{934186BE-5453-4D34-8D6B-67A1E1A88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650" y="81478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6" name="path-6344">
            <a:extLst xmlns:a="http://schemas.openxmlformats.org/drawingml/2006/main">
              <a:ext uri="{FF2B5EF4-FFF2-40B4-BE49-F238E27FC236}">
                <a16:creationId xmlns:a16="http://schemas.microsoft.com/office/drawing/2014/main" id="{86A05C60-9D28-478E-A7ED-822114A44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194" y="81297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7" name="path-6345">
            <a:extLst xmlns:a="http://schemas.openxmlformats.org/drawingml/2006/main">
              <a:ext uri="{FF2B5EF4-FFF2-40B4-BE49-F238E27FC236}">
                <a16:creationId xmlns:a16="http://schemas.microsoft.com/office/drawing/2014/main" id="{5E7F1AFC-A683-4DF6-8CB7-3E4152F96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037" y="81476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8" name="path-6346">
            <a:extLst xmlns:a="http://schemas.openxmlformats.org/drawingml/2006/main">
              <a:ext uri="{FF2B5EF4-FFF2-40B4-BE49-F238E27FC236}">
                <a16:creationId xmlns:a16="http://schemas.microsoft.com/office/drawing/2014/main" id="{1A395A52-E0AF-4932-A9EF-FF4B2D5F9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671" y="8176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39" name="path-6347">
            <a:extLst xmlns:a="http://schemas.openxmlformats.org/drawingml/2006/main">
              <a:ext uri="{FF2B5EF4-FFF2-40B4-BE49-F238E27FC236}">
                <a16:creationId xmlns:a16="http://schemas.microsoft.com/office/drawing/2014/main" id="{2102541F-C96A-4963-B254-6A9AD0DEA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9839" y="81403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0" name="path-6348">
            <a:extLst xmlns:a="http://schemas.openxmlformats.org/drawingml/2006/main">
              <a:ext uri="{FF2B5EF4-FFF2-40B4-BE49-F238E27FC236}">
                <a16:creationId xmlns:a16="http://schemas.microsoft.com/office/drawing/2014/main" id="{6037E21F-FE27-4F60-BA30-C9A6CF2E2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421" y="81179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1" name="path-6349">
            <a:extLst xmlns:a="http://schemas.openxmlformats.org/drawingml/2006/main">
              <a:ext uri="{FF2B5EF4-FFF2-40B4-BE49-F238E27FC236}">
                <a16:creationId xmlns:a16="http://schemas.microsoft.com/office/drawing/2014/main" id="{DBB653BF-47E7-4EDF-9E1A-4DDAF6BBF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477" y="81149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2" name="path-6350">
            <a:extLst xmlns:a="http://schemas.openxmlformats.org/drawingml/2006/main">
              <a:ext uri="{FF2B5EF4-FFF2-40B4-BE49-F238E27FC236}">
                <a16:creationId xmlns:a16="http://schemas.microsoft.com/office/drawing/2014/main" id="{786D50AF-1F09-449C-9704-5281FAC50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2243" y="81305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3" name="path-6351">
            <a:extLst xmlns:a="http://schemas.openxmlformats.org/drawingml/2006/main">
              <a:ext uri="{FF2B5EF4-FFF2-40B4-BE49-F238E27FC236}">
                <a16:creationId xmlns:a16="http://schemas.microsoft.com/office/drawing/2014/main" id="{10C685B0-BC1C-469B-865E-FA11D397A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159" y="8160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4" name="path-6352">
            <a:extLst xmlns:a="http://schemas.openxmlformats.org/drawingml/2006/main">
              <a:ext uri="{FF2B5EF4-FFF2-40B4-BE49-F238E27FC236}">
                <a16:creationId xmlns:a16="http://schemas.microsoft.com/office/drawing/2014/main" id="{40F8FB00-2970-4A45-A841-D9EAF7D240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218" y="81543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5" name="path-6353">
            <a:extLst xmlns:a="http://schemas.openxmlformats.org/drawingml/2006/main">
              <a:ext uri="{FF2B5EF4-FFF2-40B4-BE49-F238E27FC236}">
                <a16:creationId xmlns:a16="http://schemas.microsoft.com/office/drawing/2014/main" id="{6F45D855-EE36-4B1F-B6C6-A2A9B9BC6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364" y="8139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6" name="path-6354">
            <a:extLst xmlns:a="http://schemas.openxmlformats.org/drawingml/2006/main">
              <a:ext uri="{FF2B5EF4-FFF2-40B4-BE49-F238E27FC236}">
                <a16:creationId xmlns:a16="http://schemas.microsoft.com/office/drawing/2014/main" id="{D273E5DE-7B47-4F4D-A74E-B87CF3A57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30" y="8121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7" name="path-6355">
            <a:extLst xmlns:a="http://schemas.openxmlformats.org/drawingml/2006/main">
              <a:ext uri="{FF2B5EF4-FFF2-40B4-BE49-F238E27FC236}">
                <a16:creationId xmlns:a16="http://schemas.microsoft.com/office/drawing/2014/main" id="{F7D4DAD7-A28E-49B9-B255-3D822E778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1306" y="81072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8" name="path-6356">
            <a:extLst xmlns:a="http://schemas.openxmlformats.org/drawingml/2006/main">
              <a:ext uri="{FF2B5EF4-FFF2-40B4-BE49-F238E27FC236}">
                <a16:creationId xmlns:a16="http://schemas.microsoft.com/office/drawing/2014/main" id="{380C0652-59D9-49F1-97A6-D57A07A8E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845" y="8120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49" name="path-6357">
            <a:extLst xmlns:a="http://schemas.openxmlformats.org/drawingml/2006/main">
              <a:ext uri="{FF2B5EF4-FFF2-40B4-BE49-F238E27FC236}">
                <a16:creationId xmlns:a16="http://schemas.microsoft.com/office/drawing/2014/main" id="{64FB1C1B-E7B7-4303-A8C0-F18167A35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934" y="8170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0" name="path-6358">
            <a:extLst xmlns:a="http://schemas.openxmlformats.org/drawingml/2006/main">
              <a:ext uri="{FF2B5EF4-FFF2-40B4-BE49-F238E27FC236}">
                <a16:creationId xmlns:a16="http://schemas.microsoft.com/office/drawing/2014/main" id="{08BBF4EF-CD1E-43C0-AA55-6596295B9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09" y="8142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1" name="path-6359">
            <a:extLst xmlns:a="http://schemas.openxmlformats.org/drawingml/2006/main">
              <a:ext uri="{FF2B5EF4-FFF2-40B4-BE49-F238E27FC236}">
                <a16:creationId xmlns:a16="http://schemas.microsoft.com/office/drawing/2014/main" id="{F8E0B2E5-6DAA-4B88-BF0E-61E6AFBF0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094" y="81542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2" name="path-6360">
            <a:extLst xmlns:a="http://schemas.openxmlformats.org/drawingml/2006/main">
              <a:ext uri="{FF2B5EF4-FFF2-40B4-BE49-F238E27FC236}">
                <a16:creationId xmlns:a16="http://schemas.microsoft.com/office/drawing/2014/main" id="{01EC6A28-3DDE-4D69-9FA6-F70B896CA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955" y="81307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3" name="path-6361">
            <a:extLst xmlns:a="http://schemas.openxmlformats.org/drawingml/2006/main">
              <a:ext uri="{FF2B5EF4-FFF2-40B4-BE49-F238E27FC236}">
                <a16:creationId xmlns:a16="http://schemas.microsoft.com/office/drawing/2014/main" id="{781F59D9-D8B7-4400-93D9-7ADCEDE15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2074" y="81578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4" name="path-6362">
            <a:extLst xmlns:a="http://schemas.openxmlformats.org/drawingml/2006/main">
              <a:ext uri="{FF2B5EF4-FFF2-40B4-BE49-F238E27FC236}">
                <a16:creationId xmlns:a16="http://schemas.microsoft.com/office/drawing/2014/main" id="{43962675-A5FF-40F0-9A76-23862657C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976" y="81456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5" name="path-6363">
            <a:extLst xmlns:a="http://schemas.openxmlformats.org/drawingml/2006/main">
              <a:ext uri="{FF2B5EF4-FFF2-40B4-BE49-F238E27FC236}">
                <a16:creationId xmlns:a16="http://schemas.microsoft.com/office/drawing/2014/main" id="{ECC6B3F0-C340-436B-A9FF-F015C993E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949" y="8155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6" name="path-6364">
            <a:extLst xmlns:a="http://schemas.openxmlformats.org/drawingml/2006/main">
              <a:ext uri="{FF2B5EF4-FFF2-40B4-BE49-F238E27FC236}">
                <a16:creationId xmlns:a16="http://schemas.microsoft.com/office/drawing/2014/main" id="{C66B48DF-244A-4DB9-BEBD-719BFC69A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7149" y="8126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7" name="path-6365">
            <a:extLst xmlns:a="http://schemas.openxmlformats.org/drawingml/2006/main">
              <a:ext uri="{FF2B5EF4-FFF2-40B4-BE49-F238E27FC236}">
                <a16:creationId xmlns:a16="http://schemas.microsoft.com/office/drawing/2014/main" id="{B8057F6C-8DAA-4747-A40F-DCFCAD5B7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387" y="81462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8" name="path-6366">
            <a:extLst xmlns:a="http://schemas.openxmlformats.org/drawingml/2006/main">
              <a:ext uri="{FF2B5EF4-FFF2-40B4-BE49-F238E27FC236}">
                <a16:creationId xmlns:a16="http://schemas.microsoft.com/office/drawing/2014/main" id="{AE54CD83-1042-49AA-818F-E723B8BEB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4284" y="81550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59" name="path-6367">
            <a:extLst xmlns:a="http://schemas.openxmlformats.org/drawingml/2006/main">
              <a:ext uri="{FF2B5EF4-FFF2-40B4-BE49-F238E27FC236}">
                <a16:creationId xmlns:a16="http://schemas.microsoft.com/office/drawing/2014/main" id="{A853E5F5-B0D4-4EC8-92EA-8384642DA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3" y="81741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0" name="path-6368">
            <a:extLst xmlns:a="http://schemas.openxmlformats.org/drawingml/2006/main">
              <a:ext uri="{FF2B5EF4-FFF2-40B4-BE49-F238E27FC236}">
                <a16:creationId xmlns:a16="http://schemas.microsoft.com/office/drawing/2014/main" id="{9993187D-03CB-4D3E-8D7C-5CA230F95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7894" y="81384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1" name="path-6369">
            <a:extLst xmlns:a="http://schemas.openxmlformats.org/drawingml/2006/main">
              <a:ext uri="{FF2B5EF4-FFF2-40B4-BE49-F238E27FC236}">
                <a16:creationId xmlns:a16="http://schemas.microsoft.com/office/drawing/2014/main" id="{180DB455-DC8F-485E-BC88-68EF39B7F2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0107" y="81673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2" name="path-6370">
            <a:extLst xmlns:a="http://schemas.openxmlformats.org/drawingml/2006/main">
              <a:ext uri="{FF2B5EF4-FFF2-40B4-BE49-F238E27FC236}">
                <a16:creationId xmlns:a16="http://schemas.microsoft.com/office/drawing/2014/main" id="{DDC2A160-AAA2-42E0-8566-5EE13E205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087" y="81145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3" name="path-6371">
            <a:extLst xmlns:a="http://schemas.openxmlformats.org/drawingml/2006/main">
              <a:ext uri="{FF2B5EF4-FFF2-40B4-BE49-F238E27FC236}">
                <a16:creationId xmlns:a16="http://schemas.microsoft.com/office/drawing/2014/main" id="{172D1F60-A281-4AB2-B7C9-CE29021DF0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882" y="81404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4" name="path-6372">
            <a:extLst xmlns:a="http://schemas.openxmlformats.org/drawingml/2006/main">
              <a:ext uri="{FF2B5EF4-FFF2-40B4-BE49-F238E27FC236}">
                <a16:creationId xmlns:a16="http://schemas.microsoft.com/office/drawing/2014/main" id="{103DBAE9-FAAC-466A-BC14-048E3F13F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908" y="81453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5" name="path-6373">
            <a:extLst xmlns:a="http://schemas.openxmlformats.org/drawingml/2006/main">
              <a:ext uri="{FF2B5EF4-FFF2-40B4-BE49-F238E27FC236}">
                <a16:creationId xmlns:a16="http://schemas.microsoft.com/office/drawing/2014/main" id="{B1BC35F7-CD90-4592-9E6B-E52B7075F9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635" y="81530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6" name="path-6374">
            <a:extLst xmlns:a="http://schemas.openxmlformats.org/drawingml/2006/main">
              <a:ext uri="{FF2B5EF4-FFF2-40B4-BE49-F238E27FC236}">
                <a16:creationId xmlns:a16="http://schemas.microsoft.com/office/drawing/2014/main" id="{0B8FB4C1-22A0-4F2E-82A8-33B535DDE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434" y="8146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7" name="path-6375">
            <a:extLst xmlns:a="http://schemas.openxmlformats.org/drawingml/2006/main">
              <a:ext uri="{FF2B5EF4-FFF2-40B4-BE49-F238E27FC236}">
                <a16:creationId xmlns:a16="http://schemas.microsoft.com/office/drawing/2014/main" id="{E91CD022-E99A-42EB-BDBE-F0A9E03316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522" y="8147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8" name="path-6376">
            <a:extLst xmlns:a="http://schemas.openxmlformats.org/drawingml/2006/main">
              <a:ext uri="{FF2B5EF4-FFF2-40B4-BE49-F238E27FC236}">
                <a16:creationId xmlns:a16="http://schemas.microsoft.com/office/drawing/2014/main" id="{DAC01E6A-6B78-4280-B9F4-C3D34908B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524" y="8146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69" name="path-6377">
            <a:extLst xmlns:a="http://schemas.openxmlformats.org/drawingml/2006/main">
              <a:ext uri="{FF2B5EF4-FFF2-40B4-BE49-F238E27FC236}">
                <a16:creationId xmlns:a16="http://schemas.microsoft.com/office/drawing/2014/main" id="{1835CECC-9FB9-4AA4-AF12-4EA141B82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498" y="81355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0" name="path-6378">
            <a:extLst xmlns:a="http://schemas.openxmlformats.org/drawingml/2006/main">
              <a:ext uri="{FF2B5EF4-FFF2-40B4-BE49-F238E27FC236}">
                <a16:creationId xmlns:a16="http://schemas.microsoft.com/office/drawing/2014/main" id="{BB65C4E0-D568-4513-A7B0-028D2D4FC1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2167" y="81398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1" name="path-6379">
            <a:extLst xmlns:a="http://schemas.openxmlformats.org/drawingml/2006/main">
              <a:ext uri="{FF2B5EF4-FFF2-40B4-BE49-F238E27FC236}">
                <a16:creationId xmlns:a16="http://schemas.microsoft.com/office/drawing/2014/main" id="{A41B93AD-2DB9-4127-B212-1835224AE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915" y="81159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2" name="path-6380">
            <a:extLst xmlns:a="http://schemas.openxmlformats.org/drawingml/2006/main">
              <a:ext uri="{FF2B5EF4-FFF2-40B4-BE49-F238E27FC236}">
                <a16:creationId xmlns:a16="http://schemas.microsoft.com/office/drawing/2014/main" id="{B0985D53-22C7-44D6-B80B-1A6A8525F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717" y="81592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3" name="path-6381">
            <a:extLst xmlns:a="http://schemas.openxmlformats.org/drawingml/2006/main">
              <a:ext uri="{FF2B5EF4-FFF2-40B4-BE49-F238E27FC236}">
                <a16:creationId xmlns:a16="http://schemas.microsoft.com/office/drawing/2014/main" id="{3ED807D2-DDC0-430C-A0BF-FCC0884B4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905" y="81476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4" name="path-6382">
            <a:extLst xmlns:a="http://schemas.openxmlformats.org/drawingml/2006/main">
              <a:ext uri="{FF2B5EF4-FFF2-40B4-BE49-F238E27FC236}">
                <a16:creationId xmlns:a16="http://schemas.microsoft.com/office/drawing/2014/main" id="{FDFD8386-2930-48A1-B720-74D8C50CE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422" y="8112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5" name="path-6383">
            <a:extLst xmlns:a="http://schemas.openxmlformats.org/drawingml/2006/main">
              <a:ext uri="{FF2B5EF4-FFF2-40B4-BE49-F238E27FC236}">
                <a16:creationId xmlns:a16="http://schemas.microsoft.com/office/drawing/2014/main" id="{9948F9B2-2E72-40EF-8EF9-EDC88E732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21" y="8146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6" name="path-6384">
            <a:extLst xmlns:a="http://schemas.openxmlformats.org/drawingml/2006/main">
              <a:ext uri="{FF2B5EF4-FFF2-40B4-BE49-F238E27FC236}">
                <a16:creationId xmlns:a16="http://schemas.microsoft.com/office/drawing/2014/main" id="{68A7C0A6-5099-47DE-AC82-DD87022AA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647" y="81599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7" name="path-6385">
            <a:extLst xmlns:a="http://schemas.openxmlformats.org/drawingml/2006/main">
              <a:ext uri="{FF2B5EF4-FFF2-40B4-BE49-F238E27FC236}">
                <a16:creationId xmlns:a16="http://schemas.microsoft.com/office/drawing/2014/main" id="{02AE640C-2B75-42E3-B63C-0EF68CE5D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826" y="81412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8" name="path-6386">
            <a:extLst xmlns:a="http://schemas.openxmlformats.org/drawingml/2006/main">
              <a:ext uri="{FF2B5EF4-FFF2-40B4-BE49-F238E27FC236}">
                <a16:creationId xmlns:a16="http://schemas.microsoft.com/office/drawing/2014/main" id="{33D6EEF9-3434-40B2-AB73-ABA7AEBCB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8870" y="81357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79" name="path-6387">
            <a:extLst xmlns:a="http://schemas.openxmlformats.org/drawingml/2006/main">
              <a:ext uri="{FF2B5EF4-FFF2-40B4-BE49-F238E27FC236}">
                <a16:creationId xmlns:a16="http://schemas.microsoft.com/office/drawing/2014/main" id="{2EDBD4A1-E4D3-40C4-9BBF-6CAC1CFC8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209" y="81602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0" name="path-6388">
            <a:extLst xmlns:a="http://schemas.openxmlformats.org/drawingml/2006/main">
              <a:ext uri="{FF2B5EF4-FFF2-40B4-BE49-F238E27FC236}">
                <a16:creationId xmlns:a16="http://schemas.microsoft.com/office/drawing/2014/main" id="{386FB338-1425-4C82-B177-875344863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062" y="81453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1" name="path-6389">
            <a:extLst xmlns:a="http://schemas.openxmlformats.org/drawingml/2006/main">
              <a:ext uri="{FF2B5EF4-FFF2-40B4-BE49-F238E27FC236}">
                <a16:creationId xmlns:a16="http://schemas.microsoft.com/office/drawing/2014/main" id="{C9BF7CEE-E49A-402B-A9B0-D0DCEEA02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6" y="8150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2" name="path-6390">
            <a:extLst xmlns:a="http://schemas.openxmlformats.org/drawingml/2006/main">
              <a:ext uri="{FF2B5EF4-FFF2-40B4-BE49-F238E27FC236}">
                <a16:creationId xmlns:a16="http://schemas.microsoft.com/office/drawing/2014/main" id="{2BD081BD-690C-41FB-A58D-BEC526B6F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1781" y="81543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3" name="path-6391">
            <a:extLst xmlns:a="http://schemas.openxmlformats.org/drawingml/2006/main">
              <a:ext uri="{FF2B5EF4-FFF2-40B4-BE49-F238E27FC236}">
                <a16:creationId xmlns:a16="http://schemas.microsoft.com/office/drawing/2014/main" id="{1B3FFE91-C9FE-497E-ADEB-E2518213E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2780" y="81393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4" name="path-6392">
            <a:extLst xmlns:a="http://schemas.openxmlformats.org/drawingml/2006/main">
              <a:ext uri="{FF2B5EF4-FFF2-40B4-BE49-F238E27FC236}">
                <a16:creationId xmlns:a16="http://schemas.microsoft.com/office/drawing/2014/main" id="{7A70700E-B3D7-4F9A-B172-781525DCA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85" y="81630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5" name="path-6393">
            <a:extLst xmlns:a="http://schemas.openxmlformats.org/drawingml/2006/main">
              <a:ext uri="{FF2B5EF4-FFF2-40B4-BE49-F238E27FC236}">
                <a16:creationId xmlns:a16="http://schemas.microsoft.com/office/drawing/2014/main" id="{2BE3A699-B9E1-4998-8A37-816754C3E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076" y="8157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6" name="path-6394">
            <a:extLst xmlns:a="http://schemas.openxmlformats.org/drawingml/2006/main">
              <a:ext uri="{FF2B5EF4-FFF2-40B4-BE49-F238E27FC236}">
                <a16:creationId xmlns:a16="http://schemas.microsoft.com/office/drawing/2014/main" id="{2A0EDFC8-6922-4E69-A7E2-BDB5427EB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599" y="81383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7" name="path-6395">
            <a:extLst xmlns:a="http://schemas.openxmlformats.org/drawingml/2006/main">
              <a:ext uri="{FF2B5EF4-FFF2-40B4-BE49-F238E27FC236}">
                <a16:creationId xmlns:a16="http://schemas.microsoft.com/office/drawing/2014/main" id="{F760E745-4791-46EB-87C4-66DAA292D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404" y="81517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8" name="path-6396">
            <a:extLst xmlns:a="http://schemas.openxmlformats.org/drawingml/2006/main">
              <a:ext uri="{FF2B5EF4-FFF2-40B4-BE49-F238E27FC236}">
                <a16:creationId xmlns:a16="http://schemas.microsoft.com/office/drawing/2014/main" id="{6CA71CAD-8693-4423-9895-AC0722F9E0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2485" y="81373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89" name="path-6397">
            <a:extLst xmlns:a="http://schemas.openxmlformats.org/drawingml/2006/main">
              <a:ext uri="{FF2B5EF4-FFF2-40B4-BE49-F238E27FC236}">
                <a16:creationId xmlns:a16="http://schemas.microsoft.com/office/drawing/2014/main" id="{ABB83784-EB71-47C1-9908-13094BAFEB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610" y="81837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0" name="path-6398">
            <a:extLst xmlns:a="http://schemas.openxmlformats.org/drawingml/2006/main">
              <a:ext uri="{FF2B5EF4-FFF2-40B4-BE49-F238E27FC236}">
                <a16:creationId xmlns:a16="http://schemas.microsoft.com/office/drawing/2014/main" id="{709C9000-AEA5-4A22-BF80-3972E9C6C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292" y="81383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1" name="path-6399">
            <a:extLst xmlns:a="http://schemas.openxmlformats.org/drawingml/2006/main">
              <a:ext uri="{FF2B5EF4-FFF2-40B4-BE49-F238E27FC236}">
                <a16:creationId xmlns:a16="http://schemas.microsoft.com/office/drawing/2014/main" id="{DA0159F9-071D-4018-A848-9178E5836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457" y="81473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2" name="path-6400">
            <a:extLst xmlns:a="http://schemas.openxmlformats.org/drawingml/2006/main">
              <a:ext uri="{FF2B5EF4-FFF2-40B4-BE49-F238E27FC236}">
                <a16:creationId xmlns:a16="http://schemas.microsoft.com/office/drawing/2014/main" id="{2B3D9BC9-80AC-41B7-98B6-4DC12C9FB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622" y="81380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3" name="path-6401">
            <a:extLst xmlns:a="http://schemas.openxmlformats.org/drawingml/2006/main">
              <a:ext uri="{FF2B5EF4-FFF2-40B4-BE49-F238E27FC236}">
                <a16:creationId xmlns:a16="http://schemas.microsoft.com/office/drawing/2014/main" id="{A14E5B20-42E1-4C12-A5E6-889461673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4555" y="81591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4" name="path-6402">
            <a:extLst xmlns:a="http://schemas.openxmlformats.org/drawingml/2006/main">
              <a:ext uri="{FF2B5EF4-FFF2-40B4-BE49-F238E27FC236}">
                <a16:creationId xmlns:a16="http://schemas.microsoft.com/office/drawing/2014/main" id="{857C9B6E-1052-4D83-9318-4E00A76E7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110" y="81358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5" name="path-6403">
            <a:extLst xmlns:a="http://schemas.openxmlformats.org/drawingml/2006/main">
              <a:ext uri="{FF2B5EF4-FFF2-40B4-BE49-F238E27FC236}">
                <a16:creationId xmlns:a16="http://schemas.microsoft.com/office/drawing/2014/main" id="{ED904BC7-3D98-4A19-9983-A14F6A4E3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2293" y="81468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6" name="path-6404">
            <a:extLst xmlns:a="http://schemas.openxmlformats.org/drawingml/2006/main">
              <a:ext uri="{FF2B5EF4-FFF2-40B4-BE49-F238E27FC236}">
                <a16:creationId xmlns:a16="http://schemas.microsoft.com/office/drawing/2014/main" id="{0E2DBBFA-1000-4CDE-84C1-3DF5E8AB6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835" y="8136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7" name="path-6405">
            <a:extLst xmlns:a="http://schemas.openxmlformats.org/drawingml/2006/main">
              <a:ext uri="{FF2B5EF4-FFF2-40B4-BE49-F238E27FC236}">
                <a16:creationId xmlns:a16="http://schemas.microsoft.com/office/drawing/2014/main" id="{0CA0406A-E604-4D72-893B-36B992000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88" y="81164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8" name="path-6406">
            <a:extLst xmlns:a="http://schemas.openxmlformats.org/drawingml/2006/main">
              <a:ext uri="{FF2B5EF4-FFF2-40B4-BE49-F238E27FC236}">
                <a16:creationId xmlns:a16="http://schemas.microsoft.com/office/drawing/2014/main" id="{B1C8127D-E419-4971-A19E-B22FFC550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3" y="81680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99" name="path-6407">
            <a:extLst xmlns:a="http://schemas.openxmlformats.org/drawingml/2006/main">
              <a:ext uri="{FF2B5EF4-FFF2-40B4-BE49-F238E27FC236}">
                <a16:creationId xmlns:a16="http://schemas.microsoft.com/office/drawing/2014/main" id="{25D87338-92B0-4FCA-B7C0-FBDADB97D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671" y="81451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0" name="path-6408">
            <a:extLst xmlns:a="http://schemas.openxmlformats.org/drawingml/2006/main">
              <a:ext uri="{FF2B5EF4-FFF2-40B4-BE49-F238E27FC236}">
                <a16:creationId xmlns:a16="http://schemas.microsoft.com/office/drawing/2014/main" id="{A68BF37A-45E4-4278-8CCC-AA6201917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726" y="8126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1" name="path-6409">
            <a:extLst xmlns:a="http://schemas.openxmlformats.org/drawingml/2006/main">
              <a:ext uri="{FF2B5EF4-FFF2-40B4-BE49-F238E27FC236}">
                <a16:creationId xmlns:a16="http://schemas.microsoft.com/office/drawing/2014/main" id="{5947CEB1-7899-42D3-9E9D-384EBFB5A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4291" y="81503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2" name="path-6410">
            <a:extLst xmlns:a="http://schemas.openxmlformats.org/drawingml/2006/main">
              <a:ext uri="{FF2B5EF4-FFF2-40B4-BE49-F238E27FC236}">
                <a16:creationId xmlns:a16="http://schemas.microsoft.com/office/drawing/2014/main" id="{FBA70D5D-A71F-4FC3-90C5-C09624317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329" y="81211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3" name="path-6411">
            <a:extLst xmlns:a="http://schemas.openxmlformats.org/drawingml/2006/main">
              <a:ext uri="{FF2B5EF4-FFF2-40B4-BE49-F238E27FC236}">
                <a16:creationId xmlns:a16="http://schemas.microsoft.com/office/drawing/2014/main" id="{14E52DF0-7A63-435A-AEC2-290EE51935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822" y="8147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4" name="path-6412">
            <a:extLst xmlns:a="http://schemas.openxmlformats.org/drawingml/2006/main">
              <a:ext uri="{FF2B5EF4-FFF2-40B4-BE49-F238E27FC236}">
                <a16:creationId xmlns:a16="http://schemas.microsoft.com/office/drawing/2014/main" id="{B046411A-8B89-4F09-B6A2-C6BC93443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6695" y="81339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5" name="path-6413">
            <a:extLst xmlns:a="http://schemas.openxmlformats.org/drawingml/2006/main">
              <a:ext uri="{FF2B5EF4-FFF2-40B4-BE49-F238E27FC236}">
                <a16:creationId xmlns:a16="http://schemas.microsoft.com/office/drawing/2014/main" id="{7F040A46-96AE-49DC-8544-41CD3759E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771" y="81736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6" name="path-6414">
            <a:extLst xmlns:a="http://schemas.openxmlformats.org/drawingml/2006/main">
              <a:ext uri="{FF2B5EF4-FFF2-40B4-BE49-F238E27FC236}">
                <a16:creationId xmlns:a16="http://schemas.microsoft.com/office/drawing/2014/main" id="{BF867F7A-848C-47DB-94EC-151863EF6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939" y="81825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7" name="path-6415">
            <a:extLst xmlns:a="http://schemas.openxmlformats.org/drawingml/2006/main">
              <a:ext uri="{FF2B5EF4-FFF2-40B4-BE49-F238E27FC236}">
                <a16:creationId xmlns:a16="http://schemas.microsoft.com/office/drawing/2014/main" id="{91288463-0C60-4E9C-969D-3240D22F8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893" y="81376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8" name="path-6416">
            <a:extLst xmlns:a="http://schemas.openxmlformats.org/drawingml/2006/main">
              <a:ext uri="{FF2B5EF4-FFF2-40B4-BE49-F238E27FC236}">
                <a16:creationId xmlns:a16="http://schemas.microsoft.com/office/drawing/2014/main" id="{2C95C209-ADFB-4B0A-93E4-4A758833C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422" y="81401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09" name="path-6417">
            <a:extLst xmlns:a="http://schemas.openxmlformats.org/drawingml/2006/main">
              <a:ext uri="{FF2B5EF4-FFF2-40B4-BE49-F238E27FC236}">
                <a16:creationId xmlns:a16="http://schemas.microsoft.com/office/drawing/2014/main" id="{4D1C12AD-4753-45E4-AF79-D56CE67136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431" y="81548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0" name="path-6418">
            <a:extLst xmlns:a="http://schemas.openxmlformats.org/drawingml/2006/main">
              <a:ext uri="{FF2B5EF4-FFF2-40B4-BE49-F238E27FC236}">
                <a16:creationId xmlns:a16="http://schemas.microsoft.com/office/drawing/2014/main" id="{D8D83D83-19B4-49CF-B318-BB6D5FE7B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452" y="80998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1" name="path-6419">
            <a:extLst xmlns:a="http://schemas.openxmlformats.org/drawingml/2006/main">
              <a:ext uri="{FF2B5EF4-FFF2-40B4-BE49-F238E27FC236}">
                <a16:creationId xmlns:a16="http://schemas.microsoft.com/office/drawing/2014/main" id="{AAC2B6B9-81C0-4EBA-AF13-3093E77B8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795" y="81233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2" name="path-6420">
            <a:extLst xmlns:a="http://schemas.openxmlformats.org/drawingml/2006/main">
              <a:ext uri="{FF2B5EF4-FFF2-40B4-BE49-F238E27FC236}">
                <a16:creationId xmlns:a16="http://schemas.microsoft.com/office/drawing/2014/main" id="{EE171AEE-7EB9-43A7-9316-A87BD4F54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066" y="8132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3" name="path-6421">
            <a:extLst xmlns:a="http://schemas.openxmlformats.org/drawingml/2006/main">
              <a:ext uri="{FF2B5EF4-FFF2-40B4-BE49-F238E27FC236}">
                <a16:creationId xmlns:a16="http://schemas.microsoft.com/office/drawing/2014/main" id="{81E7CA83-694E-46F9-9B59-6315D2D90E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126" y="81411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4" name="path-6422">
            <a:extLst xmlns:a="http://schemas.openxmlformats.org/drawingml/2006/main">
              <a:ext uri="{FF2B5EF4-FFF2-40B4-BE49-F238E27FC236}">
                <a16:creationId xmlns:a16="http://schemas.microsoft.com/office/drawing/2014/main" id="{470264B6-F045-48DB-A29A-2EFE56F03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339" y="81284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5" name="path-6423">
            <a:extLst xmlns:a="http://schemas.openxmlformats.org/drawingml/2006/main">
              <a:ext uri="{FF2B5EF4-FFF2-40B4-BE49-F238E27FC236}">
                <a16:creationId xmlns:a16="http://schemas.microsoft.com/office/drawing/2014/main" id="{F0B8C60A-FCE9-4827-B5E0-9FBB1664C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840" y="81437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6" name="path-6424">
            <a:extLst xmlns:a="http://schemas.openxmlformats.org/drawingml/2006/main">
              <a:ext uri="{FF2B5EF4-FFF2-40B4-BE49-F238E27FC236}">
                <a16:creationId xmlns:a16="http://schemas.microsoft.com/office/drawing/2014/main" id="{3E364999-6321-47BB-A8BC-77AB05D1F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212" y="81509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7" name="path-6425">
            <a:extLst xmlns:a="http://schemas.openxmlformats.org/drawingml/2006/main">
              <a:ext uri="{FF2B5EF4-FFF2-40B4-BE49-F238E27FC236}">
                <a16:creationId xmlns:a16="http://schemas.microsoft.com/office/drawing/2014/main" id="{C4E6E868-9327-4B52-B987-D8C703574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191" y="8135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8" name="path-6426">
            <a:extLst xmlns:a="http://schemas.openxmlformats.org/drawingml/2006/main">
              <a:ext uri="{FF2B5EF4-FFF2-40B4-BE49-F238E27FC236}">
                <a16:creationId xmlns:a16="http://schemas.microsoft.com/office/drawing/2014/main" id="{85F73364-3803-46D5-95EA-0F453F12B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5427" y="81589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19" name="path-6427">
            <a:extLst xmlns:a="http://schemas.openxmlformats.org/drawingml/2006/main">
              <a:ext uri="{FF2B5EF4-FFF2-40B4-BE49-F238E27FC236}">
                <a16:creationId xmlns:a16="http://schemas.microsoft.com/office/drawing/2014/main" id="{1C98D560-1FE7-444E-ACC8-1DFFAD4D5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280" y="81445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0" name="path-6428">
            <a:extLst xmlns:a="http://schemas.openxmlformats.org/drawingml/2006/main">
              <a:ext uri="{FF2B5EF4-FFF2-40B4-BE49-F238E27FC236}">
                <a16:creationId xmlns:a16="http://schemas.microsoft.com/office/drawing/2014/main" id="{C21A1C20-07A9-4A01-BE15-E1BC9FBF7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148" y="81048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1" name="path-6429">
            <a:extLst xmlns:a="http://schemas.openxmlformats.org/drawingml/2006/main">
              <a:ext uri="{FF2B5EF4-FFF2-40B4-BE49-F238E27FC236}">
                <a16:creationId xmlns:a16="http://schemas.microsoft.com/office/drawing/2014/main" id="{E8C519EE-579C-4327-915D-8FB7B7363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115" y="81516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2" name="path-6430">
            <a:extLst xmlns:a="http://schemas.openxmlformats.org/drawingml/2006/main">
              <a:ext uri="{FF2B5EF4-FFF2-40B4-BE49-F238E27FC236}">
                <a16:creationId xmlns:a16="http://schemas.microsoft.com/office/drawing/2014/main" id="{01A7B18F-9E75-4436-8D3A-0422216B4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2993" y="81422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3" name="path-6431">
            <a:extLst xmlns:a="http://schemas.openxmlformats.org/drawingml/2006/main">
              <a:ext uri="{FF2B5EF4-FFF2-40B4-BE49-F238E27FC236}">
                <a16:creationId xmlns:a16="http://schemas.microsoft.com/office/drawing/2014/main" id="{9D2F6D0D-EFEC-48E3-9415-4D4881763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326" y="81282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4" name="path-6432">
            <a:extLst xmlns:a="http://schemas.openxmlformats.org/drawingml/2006/main">
              <a:ext uri="{FF2B5EF4-FFF2-40B4-BE49-F238E27FC236}">
                <a16:creationId xmlns:a16="http://schemas.microsoft.com/office/drawing/2014/main" id="{D7D1436E-C459-4DEF-930A-F5D854167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2374" y="81561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5" name="path-6433">
            <a:extLst xmlns:a="http://schemas.openxmlformats.org/drawingml/2006/main">
              <a:ext uri="{FF2B5EF4-FFF2-40B4-BE49-F238E27FC236}">
                <a16:creationId xmlns:a16="http://schemas.microsoft.com/office/drawing/2014/main" id="{08D7B223-1E77-40F2-BC4B-7A2E41C7B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3501" y="81288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6" name="path-6434">
            <a:extLst xmlns:a="http://schemas.openxmlformats.org/drawingml/2006/main">
              <a:ext uri="{FF2B5EF4-FFF2-40B4-BE49-F238E27FC236}">
                <a16:creationId xmlns:a16="http://schemas.microsoft.com/office/drawing/2014/main" id="{89500284-C024-4EAA-AC80-6A574360A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072" y="81272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7" name="path-6435">
            <a:extLst xmlns:a="http://schemas.openxmlformats.org/drawingml/2006/main">
              <a:ext uri="{FF2B5EF4-FFF2-40B4-BE49-F238E27FC236}">
                <a16:creationId xmlns:a16="http://schemas.microsoft.com/office/drawing/2014/main" id="{EE68E41B-F51F-4F6C-83F9-78D2C7B5D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967" y="81568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8" name="path-6436">
            <a:extLst xmlns:a="http://schemas.openxmlformats.org/drawingml/2006/main">
              <a:ext uri="{FF2B5EF4-FFF2-40B4-BE49-F238E27FC236}">
                <a16:creationId xmlns:a16="http://schemas.microsoft.com/office/drawing/2014/main" id="{F764F5B3-912D-4B76-82AC-3F49B68051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030" y="8165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29" name="path-6437">
            <a:extLst xmlns:a="http://schemas.openxmlformats.org/drawingml/2006/main">
              <a:ext uri="{FF2B5EF4-FFF2-40B4-BE49-F238E27FC236}">
                <a16:creationId xmlns:a16="http://schemas.microsoft.com/office/drawing/2014/main" id="{EE16A79B-5E88-4DF2-9A96-843BE6D36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5034" y="81413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0" name="path-6438">
            <a:extLst xmlns:a="http://schemas.openxmlformats.org/drawingml/2006/main">
              <a:ext uri="{FF2B5EF4-FFF2-40B4-BE49-F238E27FC236}">
                <a16:creationId xmlns:a16="http://schemas.microsoft.com/office/drawing/2014/main" id="{FF5F03A7-6EBE-4BE6-8147-B407E4E19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8317" y="81458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1" name="path-6439">
            <a:extLst xmlns:a="http://schemas.openxmlformats.org/drawingml/2006/main">
              <a:ext uri="{FF2B5EF4-FFF2-40B4-BE49-F238E27FC236}">
                <a16:creationId xmlns:a16="http://schemas.microsoft.com/office/drawing/2014/main" id="{EC8702B3-497B-467E-91B0-90A2657E27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9750" y="8134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2" name="path-6440">
            <a:extLst xmlns:a="http://schemas.openxmlformats.org/drawingml/2006/main">
              <a:ext uri="{FF2B5EF4-FFF2-40B4-BE49-F238E27FC236}">
                <a16:creationId xmlns:a16="http://schemas.microsoft.com/office/drawing/2014/main" id="{58C3135A-8128-4848-A780-385C03128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113" y="81119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3" name="path-6441">
            <a:extLst xmlns:a="http://schemas.openxmlformats.org/drawingml/2006/main">
              <a:ext uri="{FF2B5EF4-FFF2-40B4-BE49-F238E27FC236}">
                <a16:creationId xmlns:a16="http://schemas.microsoft.com/office/drawing/2014/main" id="{77CB5B6A-731C-4477-AF78-31558147C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133" y="8143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4" name="path-6442">
            <a:extLst xmlns:a="http://schemas.openxmlformats.org/drawingml/2006/main">
              <a:ext uri="{FF2B5EF4-FFF2-40B4-BE49-F238E27FC236}">
                <a16:creationId xmlns:a16="http://schemas.microsoft.com/office/drawing/2014/main" id="{72FFD822-F9DA-4E69-8B04-0678919DC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724" y="8121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5" name="path-6443">
            <a:extLst xmlns:a="http://schemas.openxmlformats.org/drawingml/2006/main">
              <a:ext uri="{FF2B5EF4-FFF2-40B4-BE49-F238E27FC236}">
                <a16:creationId xmlns:a16="http://schemas.microsoft.com/office/drawing/2014/main" id="{8F490200-2596-43E8-934F-F2AB0F6F04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382" y="81370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6" name="path-6444">
            <a:extLst xmlns:a="http://schemas.openxmlformats.org/drawingml/2006/main">
              <a:ext uri="{FF2B5EF4-FFF2-40B4-BE49-F238E27FC236}">
                <a16:creationId xmlns:a16="http://schemas.microsoft.com/office/drawing/2014/main" id="{20A6BB55-07A8-43A5-B7D4-DDAE50108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130" y="81296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7" name="path-6445">
            <a:extLst xmlns:a="http://schemas.openxmlformats.org/drawingml/2006/main">
              <a:ext uri="{FF2B5EF4-FFF2-40B4-BE49-F238E27FC236}">
                <a16:creationId xmlns:a16="http://schemas.microsoft.com/office/drawing/2014/main" id="{DA17DE2D-19A9-4B37-B4EB-7BFA8887E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201" y="81607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8" name="path-6446">
            <a:extLst xmlns:a="http://schemas.openxmlformats.org/drawingml/2006/main">
              <a:ext uri="{FF2B5EF4-FFF2-40B4-BE49-F238E27FC236}">
                <a16:creationId xmlns:a16="http://schemas.microsoft.com/office/drawing/2014/main" id="{C389AE0A-2DBD-430D-9C30-D45BCFA41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6456" y="81555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39" name="path-6447">
            <a:extLst xmlns:a="http://schemas.openxmlformats.org/drawingml/2006/main">
              <a:ext uri="{FF2B5EF4-FFF2-40B4-BE49-F238E27FC236}">
                <a16:creationId xmlns:a16="http://schemas.microsoft.com/office/drawing/2014/main" id="{77DAA3FD-DC69-4ACB-B0CA-91FF7E9E4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108" y="81348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0" name="path-6448">
            <a:extLst xmlns:a="http://schemas.openxmlformats.org/drawingml/2006/main">
              <a:ext uri="{FF2B5EF4-FFF2-40B4-BE49-F238E27FC236}">
                <a16:creationId xmlns:a16="http://schemas.microsoft.com/office/drawing/2014/main" id="{E13DBE1F-FD37-4E3F-B08F-593ACC13B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60" y="81345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1" name="path-6449">
            <a:extLst xmlns:a="http://schemas.openxmlformats.org/drawingml/2006/main">
              <a:ext uri="{FF2B5EF4-FFF2-40B4-BE49-F238E27FC236}">
                <a16:creationId xmlns:a16="http://schemas.microsoft.com/office/drawing/2014/main" id="{1DFAA4D1-A1FD-45A5-A6F8-CA0A7DC6D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067" y="81521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2" name="path-6450">
            <a:extLst xmlns:a="http://schemas.openxmlformats.org/drawingml/2006/main">
              <a:ext uri="{FF2B5EF4-FFF2-40B4-BE49-F238E27FC236}">
                <a16:creationId xmlns:a16="http://schemas.microsoft.com/office/drawing/2014/main" id="{667BAC65-0CF8-4364-A3F4-1D1D3CF6B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216" y="8150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3" name="path-6451">
            <a:extLst xmlns:a="http://schemas.openxmlformats.org/drawingml/2006/main">
              <a:ext uri="{FF2B5EF4-FFF2-40B4-BE49-F238E27FC236}">
                <a16:creationId xmlns:a16="http://schemas.microsoft.com/office/drawing/2014/main" id="{3FE60A60-978D-487D-9245-B9C3A4FA8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514" y="81705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4" name="path-6452">
            <a:extLst xmlns:a="http://schemas.openxmlformats.org/drawingml/2006/main">
              <a:ext uri="{FF2B5EF4-FFF2-40B4-BE49-F238E27FC236}">
                <a16:creationId xmlns:a16="http://schemas.microsoft.com/office/drawing/2014/main" id="{81B9EA41-2699-4F90-ACE5-DFC2813F7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552" y="8188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5" name="path-6453">
            <a:extLst xmlns:a="http://schemas.openxmlformats.org/drawingml/2006/main">
              <a:ext uri="{FF2B5EF4-FFF2-40B4-BE49-F238E27FC236}">
                <a16:creationId xmlns:a16="http://schemas.microsoft.com/office/drawing/2014/main" id="{9F4CBD49-6E06-4D94-88A2-FD5FF273A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826" y="81456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6" name="path-6454">
            <a:extLst xmlns:a="http://schemas.openxmlformats.org/drawingml/2006/main">
              <a:ext uri="{FF2B5EF4-FFF2-40B4-BE49-F238E27FC236}">
                <a16:creationId xmlns:a16="http://schemas.microsoft.com/office/drawing/2014/main" id="{0991547A-80CD-4229-8B8B-B70B93A80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414" y="81484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7" name="path-6455">
            <a:extLst xmlns:a="http://schemas.openxmlformats.org/drawingml/2006/main">
              <a:ext uri="{FF2B5EF4-FFF2-40B4-BE49-F238E27FC236}">
                <a16:creationId xmlns:a16="http://schemas.microsoft.com/office/drawing/2014/main" id="{85B8F75F-DC77-4F96-ABDE-DA7652DFE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08" y="81270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8" name="path-6456">
            <a:extLst xmlns:a="http://schemas.openxmlformats.org/drawingml/2006/main">
              <a:ext uri="{FF2B5EF4-FFF2-40B4-BE49-F238E27FC236}">
                <a16:creationId xmlns:a16="http://schemas.microsoft.com/office/drawing/2014/main" id="{609F5F93-15C5-426B-9D22-3C052E87D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848" y="8184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49" name="path-6457">
            <a:extLst xmlns:a="http://schemas.openxmlformats.org/drawingml/2006/main">
              <a:ext uri="{FF2B5EF4-FFF2-40B4-BE49-F238E27FC236}">
                <a16:creationId xmlns:a16="http://schemas.microsoft.com/office/drawing/2014/main" id="{D60CE381-B670-4389-A59A-17FBE4D92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346" y="81478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0" name="path-6458">
            <a:extLst xmlns:a="http://schemas.openxmlformats.org/drawingml/2006/main">
              <a:ext uri="{FF2B5EF4-FFF2-40B4-BE49-F238E27FC236}">
                <a16:creationId xmlns:a16="http://schemas.microsoft.com/office/drawing/2014/main" id="{14572EB6-A9DF-4E58-9F2E-F566B32CE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1" y="8143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1" name="path-6459">
            <a:extLst xmlns:a="http://schemas.openxmlformats.org/drawingml/2006/main">
              <a:ext uri="{FF2B5EF4-FFF2-40B4-BE49-F238E27FC236}">
                <a16:creationId xmlns:a16="http://schemas.microsoft.com/office/drawing/2014/main" id="{8B6C5B2A-8403-4EFF-8D70-BD04C0B7F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0131" y="81446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2" name="path-6460">
            <a:extLst xmlns:a="http://schemas.openxmlformats.org/drawingml/2006/main">
              <a:ext uri="{FF2B5EF4-FFF2-40B4-BE49-F238E27FC236}">
                <a16:creationId xmlns:a16="http://schemas.microsoft.com/office/drawing/2014/main" id="{B26CAE8B-6CCA-41D7-B93B-BD0BD23EA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7110" y="81411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3" name="path-6461">
            <a:extLst xmlns:a="http://schemas.openxmlformats.org/drawingml/2006/main">
              <a:ext uri="{FF2B5EF4-FFF2-40B4-BE49-F238E27FC236}">
                <a16:creationId xmlns:a16="http://schemas.microsoft.com/office/drawing/2014/main" id="{021E0608-8587-448D-A73B-2A494CC28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8527" y="81436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4" name="path-6462">
            <a:extLst xmlns:a="http://schemas.openxmlformats.org/drawingml/2006/main">
              <a:ext uri="{FF2B5EF4-FFF2-40B4-BE49-F238E27FC236}">
                <a16:creationId xmlns:a16="http://schemas.microsoft.com/office/drawing/2014/main" id="{3FADFF55-0050-4C44-BB24-37DC6C9AC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0998" y="81408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5" name="path-6463">
            <a:extLst xmlns:a="http://schemas.openxmlformats.org/drawingml/2006/main">
              <a:ext uri="{FF2B5EF4-FFF2-40B4-BE49-F238E27FC236}">
                <a16:creationId xmlns:a16="http://schemas.microsoft.com/office/drawing/2014/main" id="{BB70FF52-7A7B-4845-9708-491151488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4550" y="81525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6" name="path-6464">
            <a:extLst xmlns:a="http://schemas.openxmlformats.org/drawingml/2006/main">
              <a:ext uri="{FF2B5EF4-FFF2-40B4-BE49-F238E27FC236}">
                <a16:creationId xmlns:a16="http://schemas.microsoft.com/office/drawing/2014/main" id="{5952779E-C690-4388-B8D6-F0048BF1C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03" y="81214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7" name="path-6465">
            <a:extLst xmlns:a="http://schemas.openxmlformats.org/drawingml/2006/main">
              <a:ext uri="{FF2B5EF4-FFF2-40B4-BE49-F238E27FC236}">
                <a16:creationId xmlns:a16="http://schemas.microsoft.com/office/drawing/2014/main" id="{6FBD87B7-17FE-4C1D-B9BC-6CE30F594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881" y="8119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8" name="path-6466">
            <a:extLst xmlns:a="http://schemas.openxmlformats.org/drawingml/2006/main">
              <a:ext uri="{FF2B5EF4-FFF2-40B4-BE49-F238E27FC236}">
                <a16:creationId xmlns:a16="http://schemas.microsoft.com/office/drawing/2014/main" id="{A98A93C3-1A13-4D5B-B506-94E4489C4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162" y="81448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9" name="path-6467">
            <a:extLst xmlns:a="http://schemas.openxmlformats.org/drawingml/2006/main">
              <a:ext uri="{FF2B5EF4-FFF2-40B4-BE49-F238E27FC236}">
                <a16:creationId xmlns:a16="http://schemas.microsoft.com/office/drawing/2014/main" id="{E556E0EA-D45B-45F8-98F7-AC2D5450D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292" y="81455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0" name="path-6468">
            <a:extLst xmlns:a="http://schemas.openxmlformats.org/drawingml/2006/main">
              <a:ext uri="{FF2B5EF4-FFF2-40B4-BE49-F238E27FC236}">
                <a16:creationId xmlns:a16="http://schemas.microsoft.com/office/drawing/2014/main" id="{603DDA62-9A8F-42C1-BE5C-B5F09139A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925" y="8118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1" name="path-6469">
            <a:extLst xmlns:a="http://schemas.openxmlformats.org/drawingml/2006/main">
              <a:ext uri="{FF2B5EF4-FFF2-40B4-BE49-F238E27FC236}">
                <a16:creationId xmlns:a16="http://schemas.microsoft.com/office/drawing/2014/main" id="{4EEF4544-6087-4C46-ADA4-5EBCD1B0B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299" y="81361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2" name="path-6470">
            <a:extLst xmlns:a="http://schemas.openxmlformats.org/drawingml/2006/main">
              <a:ext uri="{FF2B5EF4-FFF2-40B4-BE49-F238E27FC236}">
                <a16:creationId xmlns:a16="http://schemas.microsoft.com/office/drawing/2014/main" id="{0CDB75FF-BF80-4F0F-B8EA-DF86C30D0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310" y="81498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3" name="path-6471">
            <a:extLst xmlns:a="http://schemas.openxmlformats.org/drawingml/2006/main">
              <a:ext uri="{FF2B5EF4-FFF2-40B4-BE49-F238E27FC236}">
                <a16:creationId xmlns:a16="http://schemas.microsoft.com/office/drawing/2014/main" id="{786C1AD1-CAD6-4FC1-9284-3DE8B1612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173" y="81613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4" name="path-6472">
            <a:extLst xmlns:a="http://schemas.openxmlformats.org/drawingml/2006/main">
              <a:ext uri="{FF2B5EF4-FFF2-40B4-BE49-F238E27FC236}">
                <a16:creationId xmlns:a16="http://schemas.microsoft.com/office/drawing/2014/main" id="{953AFB0B-4230-4178-BED0-AFFE41782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8871" y="81427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5" name="path-6473">
            <a:extLst xmlns:a="http://schemas.openxmlformats.org/drawingml/2006/main">
              <a:ext uri="{FF2B5EF4-FFF2-40B4-BE49-F238E27FC236}">
                <a16:creationId xmlns:a16="http://schemas.microsoft.com/office/drawing/2014/main" id="{3A553334-0525-43EF-B94E-660532B3C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168" y="81521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6" name="path-6474">
            <a:extLst xmlns:a="http://schemas.openxmlformats.org/drawingml/2006/main">
              <a:ext uri="{FF2B5EF4-FFF2-40B4-BE49-F238E27FC236}">
                <a16:creationId xmlns:a16="http://schemas.microsoft.com/office/drawing/2014/main" id="{44C1060A-5C1A-4235-B615-290013716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4298" y="81758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7" name="path-6475">
            <a:extLst xmlns:a="http://schemas.openxmlformats.org/drawingml/2006/main">
              <a:ext uri="{FF2B5EF4-FFF2-40B4-BE49-F238E27FC236}">
                <a16:creationId xmlns:a16="http://schemas.microsoft.com/office/drawing/2014/main" id="{9997519C-7BAB-4963-AEC1-23AFCD028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758" y="81378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8" name="path-6476">
            <a:extLst xmlns:a="http://schemas.openxmlformats.org/drawingml/2006/main">
              <a:ext uri="{FF2B5EF4-FFF2-40B4-BE49-F238E27FC236}">
                <a16:creationId xmlns:a16="http://schemas.microsoft.com/office/drawing/2014/main" id="{FF68DA8B-DC57-4033-BC96-821C82DC3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57" y="81098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69" name="path-6477">
            <a:extLst xmlns:a="http://schemas.openxmlformats.org/drawingml/2006/main">
              <a:ext uri="{FF2B5EF4-FFF2-40B4-BE49-F238E27FC236}">
                <a16:creationId xmlns:a16="http://schemas.microsoft.com/office/drawing/2014/main" id="{D540C439-7002-49E0-A08A-F21DB1F234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778" y="81492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0" name="path-6478">
            <a:extLst xmlns:a="http://schemas.openxmlformats.org/drawingml/2006/main">
              <a:ext uri="{FF2B5EF4-FFF2-40B4-BE49-F238E27FC236}">
                <a16:creationId xmlns:a16="http://schemas.microsoft.com/office/drawing/2014/main" id="{245A476D-9401-4526-8BB0-8A5A3FD67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8235" y="8143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1" name="path-6479">
            <a:extLst xmlns:a="http://schemas.openxmlformats.org/drawingml/2006/main">
              <a:ext uri="{FF2B5EF4-FFF2-40B4-BE49-F238E27FC236}">
                <a16:creationId xmlns:a16="http://schemas.microsoft.com/office/drawing/2014/main" id="{EE17BC1D-C299-4BCC-87F3-426E2F825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9160" y="81598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2" name="path-6480">
            <a:extLst xmlns:a="http://schemas.openxmlformats.org/drawingml/2006/main">
              <a:ext uri="{FF2B5EF4-FFF2-40B4-BE49-F238E27FC236}">
                <a16:creationId xmlns:a16="http://schemas.microsoft.com/office/drawing/2014/main" id="{D8BC0968-04EA-4283-8087-A9F363660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023" y="81424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3" name="path-6481">
            <a:extLst xmlns:a="http://schemas.openxmlformats.org/drawingml/2006/main">
              <a:ext uri="{FF2B5EF4-FFF2-40B4-BE49-F238E27FC236}">
                <a16:creationId xmlns:a16="http://schemas.microsoft.com/office/drawing/2014/main" id="{E032A40F-2ECE-4CD2-B59E-F994EEC73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1619" y="8142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4" name="path-6482">
            <a:extLst xmlns:a="http://schemas.openxmlformats.org/drawingml/2006/main">
              <a:ext uri="{FF2B5EF4-FFF2-40B4-BE49-F238E27FC236}">
                <a16:creationId xmlns:a16="http://schemas.microsoft.com/office/drawing/2014/main" id="{44C9B95A-025C-42BD-8469-30B90C0957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516" y="81556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5" name="path-6483">
            <a:extLst xmlns:a="http://schemas.openxmlformats.org/drawingml/2006/main">
              <a:ext uri="{FF2B5EF4-FFF2-40B4-BE49-F238E27FC236}">
                <a16:creationId xmlns:a16="http://schemas.microsoft.com/office/drawing/2014/main" id="{66685C2D-D4B6-4F27-887A-23CD82B30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676" y="8127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6" name="path-6484">
            <a:extLst xmlns:a="http://schemas.openxmlformats.org/drawingml/2006/main">
              <a:ext uri="{FF2B5EF4-FFF2-40B4-BE49-F238E27FC236}">
                <a16:creationId xmlns:a16="http://schemas.microsoft.com/office/drawing/2014/main" id="{4D7DB066-6C52-4711-BDEF-3F9E12557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4323" y="8156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7" name="path-6485">
            <a:extLst xmlns:a="http://schemas.openxmlformats.org/drawingml/2006/main">
              <a:ext uri="{FF2B5EF4-FFF2-40B4-BE49-F238E27FC236}">
                <a16:creationId xmlns:a16="http://schemas.microsoft.com/office/drawing/2014/main" id="{9EDF50F1-B058-431D-9D9F-7625AAC0D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49" y="81285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8" name="path-6486">
            <a:extLst xmlns:a="http://schemas.openxmlformats.org/drawingml/2006/main">
              <a:ext uri="{FF2B5EF4-FFF2-40B4-BE49-F238E27FC236}">
                <a16:creationId xmlns:a16="http://schemas.microsoft.com/office/drawing/2014/main" id="{DA24471A-D9E6-44C1-BAA8-0CF33ECA2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237" y="81858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9" name="path-6487">
            <a:extLst xmlns:a="http://schemas.openxmlformats.org/drawingml/2006/main">
              <a:ext uri="{FF2B5EF4-FFF2-40B4-BE49-F238E27FC236}">
                <a16:creationId xmlns:a16="http://schemas.microsoft.com/office/drawing/2014/main" id="{D847C81E-2220-4111-9564-717976B75B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46" y="8150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0" name="path-6488">
            <a:extLst xmlns:a="http://schemas.openxmlformats.org/drawingml/2006/main">
              <a:ext uri="{FF2B5EF4-FFF2-40B4-BE49-F238E27FC236}">
                <a16:creationId xmlns:a16="http://schemas.microsoft.com/office/drawing/2014/main" id="{2802BFA5-F2B9-4DD2-9425-0423ED451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531" y="81675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1" name="path-6489">
            <a:extLst xmlns:a="http://schemas.openxmlformats.org/drawingml/2006/main">
              <a:ext uri="{FF2B5EF4-FFF2-40B4-BE49-F238E27FC236}">
                <a16:creationId xmlns:a16="http://schemas.microsoft.com/office/drawing/2014/main" id="{548986A7-CD11-404B-A0D4-41D2449DB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647" y="81467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2" name="path-6490">
            <a:extLst xmlns:a="http://schemas.openxmlformats.org/drawingml/2006/main">
              <a:ext uri="{FF2B5EF4-FFF2-40B4-BE49-F238E27FC236}">
                <a16:creationId xmlns:a16="http://schemas.microsoft.com/office/drawing/2014/main" id="{E3828E50-5A99-4CBC-A8E2-778E7FCCF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394" y="81657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3" name="path-6491">
            <a:extLst xmlns:a="http://schemas.openxmlformats.org/drawingml/2006/main">
              <a:ext uri="{FF2B5EF4-FFF2-40B4-BE49-F238E27FC236}">
                <a16:creationId xmlns:a16="http://schemas.microsoft.com/office/drawing/2014/main" id="{270E4B4F-1516-4743-A61C-A73B709A1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838" y="81473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4" name="path-6492">
            <a:extLst xmlns:a="http://schemas.openxmlformats.org/drawingml/2006/main">
              <a:ext uri="{FF2B5EF4-FFF2-40B4-BE49-F238E27FC236}">
                <a16:creationId xmlns:a16="http://schemas.microsoft.com/office/drawing/2014/main" id="{9E47314C-DA6F-4536-950A-46D13B7C3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202" y="81352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5" name="path-6493">
            <a:extLst xmlns:a="http://schemas.openxmlformats.org/drawingml/2006/main">
              <a:ext uri="{FF2B5EF4-FFF2-40B4-BE49-F238E27FC236}">
                <a16:creationId xmlns:a16="http://schemas.microsoft.com/office/drawing/2014/main" id="{47E6E81C-AF95-4E1C-B5C1-EE2EB9F8B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9213" y="81258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6" name="path-6494">
            <a:extLst xmlns:a="http://schemas.openxmlformats.org/drawingml/2006/main">
              <a:ext uri="{FF2B5EF4-FFF2-40B4-BE49-F238E27FC236}">
                <a16:creationId xmlns:a16="http://schemas.microsoft.com/office/drawing/2014/main" id="{BDF79CF1-C227-45D5-8ABD-C5A2F919D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2" y="81747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7" name="path-6495">
            <a:extLst xmlns:a="http://schemas.openxmlformats.org/drawingml/2006/main">
              <a:ext uri="{FF2B5EF4-FFF2-40B4-BE49-F238E27FC236}">
                <a16:creationId xmlns:a16="http://schemas.microsoft.com/office/drawing/2014/main" id="{FD34572E-D875-4A4F-8657-127251572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7858" y="81070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8" name="path-6496">
            <a:extLst xmlns:a="http://schemas.openxmlformats.org/drawingml/2006/main">
              <a:ext uri="{FF2B5EF4-FFF2-40B4-BE49-F238E27FC236}">
                <a16:creationId xmlns:a16="http://schemas.microsoft.com/office/drawing/2014/main" id="{ECC8062F-A033-4FB7-936B-AD8AB936B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3640" y="81606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89" name="path-6497">
            <a:extLst xmlns:a="http://schemas.openxmlformats.org/drawingml/2006/main">
              <a:ext uri="{FF2B5EF4-FFF2-40B4-BE49-F238E27FC236}">
                <a16:creationId xmlns:a16="http://schemas.microsoft.com/office/drawing/2014/main" id="{C2C8C20C-D720-437A-86D5-8E3042CA6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848" y="81093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0" name="path-6498">
            <a:extLst xmlns:a="http://schemas.openxmlformats.org/drawingml/2006/main">
              <a:ext uri="{FF2B5EF4-FFF2-40B4-BE49-F238E27FC236}">
                <a16:creationId xmlns:a16="http://schemas.microsoft.com/office/drawing/2014/main" id="{6E2AA016-5552-4945-8546-96B83ACB2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325" y="81398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1" name="path-6499">
            <a:extLst xmlns:a="http://schemas.openxmlformats.org/drawingml/2006/main">
              <a:ext uri="{FF2B5EF4-FFF2-40B4-BE49-F238E27FC236}">
                <a16:creationId xmlns:a16="http://schemas.microsoft.com/office/drawing/2014/main" id="{668CDEF0-9284-4383-8B9E-A48BA3C10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021" y="81712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2" name="path-6500">
            <a:extLst xmlns:a="http://schemas.openxmlformats.org/drawingml/2006/main">
              <a:ext uri="{FF2B5EF4-FFF2-40B4-BE49-F238E27FC236}">
                <a16:creationId xmlns:a16="http://schemas.microsoft.com/office/drawing/2014/main" id="{04C140FD-57AB-407A-8C6E-3E1858E7B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839" y="81054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3" name="path-6501">
            <a:extLst xmlns:a="http://schemas.openxmlformats.org/drawingml/2006/main">
              <a:ext uri="{FF2B5EF4-FFF2-40B4-BE49-F238E27FC236}">
                <a16:creationId xmlns:a16="http://schemas.microsoft.com/office/drawing/2014/main" id="{FA15B250-D65B-4547-923A-CA6E9D367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469" y="81504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4" name="path-6502">
            <a:extLst xmlns:a="http://schemas.openxmlformats.org/drawingml/2006/main">
              <a:ext uri="{FF2B5EF4-FFF2-40B4-BE49-F238E27FC236}">
                <a16:creationId xmlns:a16="http://schemas.microsoft.com/office/drawing/2014/main" id="{699AE4E8-2A1B-4A56-9EC3-A5A2ED1E1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919" y="81631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5" name="path-6503">
            <a:extLst xmlns:a="http://schemas.openxmlformats.org/drawingml/2006/main">
              <a:ext uri="{FF2B5EF4-FFF2-40B4-BE49-F238E27FC236}">
                <a16:creationId xmlns:a16="http://schemas.microsoft.com/office/drawing/2014/main" id="{1030491C-925D-4BA3-8DD3-2F2788EB2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89" y="81613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6" name="path-6504">
            <a:extLst xmlns:a="http://schemas.openxmlformats.org/drawingml/2006/main">
              <a:ext uri="{FF2B5EF4-FFF2-40B4-BE49-F238E27FC236}">
                <a16:creationId xmlns:a16="http://schemas.microsoft.com/office/drawing/2014/main" id="{DF647ACF-245C-4C62-A6BD-E62A044E9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314" y="81603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7" name="path-6505">
            <a:extLst xmlns:a="http://schemas.openxmlformats.org/drawingml/2006/main">
              <a:ext uri="{FF2B5EF4-FFF2-40B4-BE49-F238E27FC236}">
                <a16:creationId xmlns:a16="http://schemas.microsoft.com/office/drawing/2014/main" id="{3DF263A0-61CB-4994-AB7E-693C3518F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1774" y="8140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8" name="path-6506">
            <a:extLst xmlns:a="http://schemas.openxmlformats.org/drawingml/2006/main">
              <a:ext uri="{FF2B5EF4-FFF2-40B4-BE49-F238E27FC236}">
                <a16:creationId xmlns:a16="http://schemas.microsoft.com/office/drawing/2014/main" id="{86F93CDC-F649-4E43-B795-7733D5532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91" y="81584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99" name="path-6507">
            <a:extLst xmlns:a="http://schemas.openxmlformats.org/drawingml/2006/main">
              <a:ext uri="{FF2B5EF4-FFF2-40B4-BE49-F238E27FC236}">
                <a16:creationId xmlns:a16="http://schemas.microsoft.com/office/drawing/2014/main" id="{7CEE1988-BF6D-4720-B597-AB0BA648D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655" y="81529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0" name="path-6508">
            <a:extLst xmlns:a="http://schemas.openxmlformats.org/drawingml/2006/main">
              <a:ext uri="{FF2B5EF4-FFF2-40B4-BE49-F238E27FC236}">
                <a16:creationId xmlns:a16="http://schemas.microsoft.com/office/drawing/2014/main" id="{E4FE08A9-0196-4E57-AC4D-F757BCD8C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254" y="81266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1" name="path-6509">
            <a:extLst xmlns:a="http://schemas.openxmlformats.org/drawingml/2006/main">
              <a:ext uri="{FF2B5EF4-FFF2-40B4-BE49-F238E27FC236}">
                <a16:creationId xmlns:a16="http://schemas.microsoft.com/office/drawing/2014/main" id="{E61F1223-3292-4624-B096-A671B04F5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97" y="81376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2" name="path-6510">
            <a:extLst xmlns:a="http://schemas.openxmlformats.org/drawingml/2006/main">
              <a:ext uri="{FF2B5EF4-FFF2-40B4-BE49-F238E27FC236}">
                <a16:creationId xmlns:a16="http://schemas.microsoft.com/office/drawing/2014/main" id="{63044317-76C1-4654-B3B3-C6FDBAADF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5" y="8123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3" name="path-6511">
            <a:extLst xmlns:a="http://schemas.openxmlformats.org/drawingml/2006/main">
              <a:ext uri="{FF2B5EF4-FFF2-40B4-BE49-F238E27FC236}">
                <a16:creationId xmlns:a16="http://schemas.microsoft.com/office/drawing/2014/main" id="{4EBF1E71-2EE1-4FAC-8F6E-E5904F409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215" y="81497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4" name="path-6512">
            <a:extLst xmlns:a="http://schemas.openxmlformats.org/drawingml/2006/main">
              <a:ext uri="{FF2B5EF4-FFF2-40B4-BE49-F238E27FC236}">
                <a16:creationId xmlns:a16="http://schemas.microsoft.com/office/drawing/2014/main" id="{587EB456-A867-426C-959E-76BBEBA296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879" y="81190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5" name="path-6513">
            <a:extLst xmlns:a="http://schemas.openxmlformats.org/drawingml/2006/main">
              <a:ext uri="{FF2B5EF4-FFF2-40B4-BE49-F238E27FC236}">
                <a16:creationId xmlns:a16="http://schemas.microsoft.com/office/drawing/2014/main" id="{2814F4FC-547D-46BD-AF7B-D42C3D366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121" y="81645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6" name="path-6514">
            <a:extLst xmlns:a="http://schemas.openxmlformats.org/drawingml/2006/main">
              <a:ext uri="{FF2B5EF4-FFF2-40B4-BE49-F238E27FC236}">
                <a16:creationId xmlns:a16="http://schemas.microsoft.com/office/drawing/2014/main" id="{55016158-38A0-4678-A006-3828297A6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878" y="81367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7" name="path-6515">
            <a:extLst xmlns:a="http://schemas.openxmlformats.org/drawingml/2006/main">
              <a:ext uri="{FF2B5EF4-FFF2-40B4-BE49-F238E27FC236}">
                <a16:creationId xmlns:a16="http://schemas.microsoft.com/office/drawing/2014/main" id="{E6D6DD88-4576-45DD-9B9D-4D234A9BD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794" y="8137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8" name="path-6516">
            <a:extLst xmlns:a="http://schemas.openxmlformats.org/drawingml/2006/main">
              <a:ext uri="{FF2B5EF4-FFF2-40B4-BE49-F238E27FC236}">
                <a16:creationId xmlns:a16="http://schemas.microsoft.com/office/drawing/2014/main" id="{420F55EA-EC76-45FF-B2C4-DF38B3579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2966" y="81411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09" name="path-6517">
            <a:extLst xmlns:a="http://schemas.openxmlformats.org/drawingml/2006/main">
              <a:ext uri="{FF2B5EF4-FFF2-40B4-BE49-F238E27FC236}">
                <a16:creationId xmlns:a16="http://schemas.microsoft.com/office/drawing/2014/main" id="{13CA11F5-A6C8-4B91-92C5-D764275DF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182" y="81349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0" name="path-6518">
            <a:extLst xmlns:a="http://schemas.openxmlformats.org/drawingml/2006/main">
              <a:ext uri="{FF2B5EF4-FFF2-40B4-BE49-F238E27FC236}">
                <a16:creationId xmlns:a16="http://schemas.microsoft.com/office/drawing/2014/main" id="{19E3262F-183E-4712-B617-49E7BDB22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8557" y="81278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1" name="path-6519">
            <a:extLst xmlns:a="http://schemas.openxmlformats.org/drawingml/2006/main">
              <a:ext uri="{FF2B5EF4-FFF2-40B4-BE49-F238E27FC236}">
                <a16:creationId xmlns:a16="http://schemas.microsoft.com/office/drawing/2014/main" id="{D809C564-550E-4150-8D9A-B3EB363E9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1009" y="81541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2" name="path-6520">
            <a:extLst xmlns:a="http://schemas.openxmlformats.org/drawingml/2006/main">
              <a:ext uri="{FF2B5EF4-FFF2-40B4-BE49-F238E27FC236}">
                <a16:creationId xmlns:a16="http://schemas.microsoft.com/office/drawing/2014/main" id="{0A080481-BB87-4E1C-916D-F1BF23D37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172" y="81456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3" name="path-6521">
            <a:extLst xmlns:a="http://schemas.openxmlformats.org/drawingml/2006/main">
              <a:ext uri="{FF2B5EF4-FFF2-40B4-BE49-F238E27FC236}">
                <a16:creationId xmlns:a16="http://schemas.microsoft.com/office/drawing/2014/main" id="{99680756-13FB-4119-881F-8EE7D8D42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5496" y="81621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4" name="path-6522">
            <a:extLst xmlns:a="http://schemas.openxmlformats.org/drawingml/2006/main">
              <a:ext uri="{FF2B5EF4-FFF2-40B4-BE49-F238E27FC236}">
                <a16:creationId xmlns:a16="http://schemas.microsoft.com/office/drawing/2014/main" id="{84FE17F1-E13A-432D-B5BD-199E621812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0539" y="81492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5" name="path-6523">
            <a:extLst xmlns:a="http://schemas.openxmlformats.org/drawingml/2006/main">
              <a:ext uri="{FF2B5EF4-FFF2-40B4-BE49-F238E27FC236}">
                <a16:creationId xmlns:a16="http://schemas.microsoft.com/office/drawing/2014/main" id="{CF94FDD3-F30A-4FD3-9143-4A8846CFC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82" y="81372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6" name="path-6524">
            <a:extLst xmlns:a="http://schemas.openxmlformats.org/drawingml/2006/main">
              <a:ext uri="{FF2B5EF4-FFF2-40B4-BE49-F238E27FC236}">
                <a16:creationId xmlns:a16="http://schemas.microsoft.com/office/drawing/2014/main" id="{6344F439-989C-4EFC-ACFC-E1D5DF562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547" y="81428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7" name="path-6525">
            <a:extLst xmlns:a="http://schemas.openxmlformats.org/drawingml/2006/main">
              <a:ext uri="{FF2B5EF4-FFF2-40B4-BE49-F238E27FC236}">
                <a16:creationId xmlns:a16="http://schemas.microsoft.com/office/drawing/2014/main" id="{799980F3-AA42-4754-8511-C24B65E22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01" y="81519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8" name="path-6526">
            <a:extLst xmlns:a="http://schemas.openxmlformats.org/drawingml/2006/main">
              <a:ext uri="{FF2B5EF4-FFF2-40B4-BE49-F238E27FC236}">
                <a16:creationId xmlns:a16="http://schemas.microsoft.com/office/drawing/2014/main" id="{25A1376D-B6EC-47C7-9E44-62B381C78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5" y="81327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19" name="path-6527">
            <a:extLst xmlns:a="http://schemas.openxmlformats.org/drawingml/2006/main">
              <a:ext uri="{FF2B5EF4-FFF2-40B4-BE49-F238E27FC236}">
                <a16:creationId xmlns:a16="http://schemas.microsoft.com/office/drawing/2014/main" id="{9D0701AC-2D7F-45AE-920A-2FA2DBAFC7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94" y="8132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0" name="path-6528">
            <a:extLst xmlns:a="http://schemas.openxmlformats.org/drawingml/2006/main">
              <a:ext uri="{FF2B5EF4-FFF2-40B4-BE49-F238E27FC236}">
                <a16:creationId xmlns:a16="http://schemas.microsoft.com/office/drawing/2014/main" id="{61896025-FF0C-41CB-8584-BE8A2A5B4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045" y="81414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1" name="path-6529">
            <a:extLst xmlns:a="http://schemas.openxmlformats.org/drawingml/2006/main">
              <a:ext uri="{FF2B5EF4-FFF2-40B4-BE49-F238E27FC236}">
                <a16:creationId xmlns:a16="http://schemas.microsoft.com/office/drawing/2014/main" id="{DE3D7649-F4E4-440E-8253-A1B91EB5E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891" y="8148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2" name="path-6530">
            <a:extLst xmlns:a="http://schemas.openxmlformats.org/drawingml/2006/main">
              <a:ext uri="{FF2B5EF4-FFF2-40B4-BE49-F238E27FC236}">
                <a16:creationId xmlns:a16="http://schemas.microsoft.com/office/drawing/2014/main" id="{C38910A2-0665-4912-9FE1-0409E8188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187" y="81420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3" name="path-6531">
            <a:extLst xmlns:a="http://schemas.openxmlformats.org/drawingml/2006/main">
              <a:ext uri="{FF2B5EF4-FFF2-40B4-BE49-F238E27FC236}">
                <a16:creationId xmlns:a16="http://schemas.microsoft.com/office/drawing/2014/main" id="{1FB64E92-D431-436C-9DC8-9FA1B9BFC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26" y="81306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4" name="path-6532">
            <a:extLst xmlns:a="http://schemas.openxmlformats.org/drawingml/2006/main">
              <a:ext uri="{FF2B5EF4-FFF2-40B4-BE49-F238E27FC236}">
                <a16:creationId xmlns:a16="http://schemas.microsoft.com/office/drawing/2014/main" id="{316E7466-24AD-4A81-8715-6F8BC133D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331" y="81592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5" name="path-6533">
            <a:extLst xmlns:a="http://schemas.openxmlformats.org/drawingml/2006/main">
              <a:ext uri="{FF2B5EF4-FFF2-40B4-BE49-F238E27FC236}">
                <a16:creationId xmlns:a16="http://schemas.microsoft.com/office/drawing/2014/main" id="{32DDC3FC-591E-49ED-B4DE-477FCAFBF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5458" y="81241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6" name="path-6534">
            <a:extLst xmlns:a="http://schemas.openxmlformats.org/drawingml/2006/main">
              <a:ext uri="{FF2B5EF4-FFF2-40B4-BE49-F238E27FC236}">
                <a16:creationId xmlns:a16="http://schemas.microsoft.com/office/drawing/2014/main" id="{16428505-B320-4854-AA61-729CE333F0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850" y="81721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7" name="path-6535">
            <a:extLst xmlns:a="http://schemas.openxmlformats.org/drawingml/2006/main">
              <a:ext uri="{FF2B5EF4-FFF2-40B4-BE49-F238E27FC236}">
                <a16:creationId xmlns:a16="http://schemas.microsoft.com/office/drawing/2014/main" id="{7CE23EF4-F17A-42DF-AFE7-78EC6F4D2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582" y="81183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8" name="path-6536">
            <a:extLst xmlns:a="http://schemas.openxmlformats.org/drawingml/2006/main">
              <a:ext uri="{FF2B5EF4-FFF2-40B4-BE49-F238E27FC236}">
                <a16:creationId xmlns:a16="http://schemas.microsoft.com/office/drawing/2014/main" id="{5C7B91A3-51E6-48BD-9342-4BF2A0474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113" y="81444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29" name="path-6537">
            <a:extLst xmlns:a="http://schemas.openxmlformats.org/drawingml/2006/main">
              <a:ext uri="{FF2B5EF4-FFF2-40B4-BE49-F238E27FC236}">
                <a16:creationId xmlns:a16="http://schemas.microsoft.com/office/drawing/2014/main" id="{7FC52087-38E4-49CD-BCF3-D6403B4E3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9264" y="8143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0" name="path-6538">
            <a:extLst xmlns:a="http://schemas.openxmlformats.org/drawingml/2006/main">
              <a:ext uri="{FF2B5EF4-FFF2-40B4-BE49-F238E27FC236}">
                <a16:creationId xmlns:a16="http://schemas.microsoft.com/office/drawing/2014/main" id="{B48469F4-4852-445C-98F0-4650217B9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751" y="8146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1" name="path-6539">
            <a:extLst xmlns:a="http://schemas.openxmlformats.org/drawingml/2006/main">
              <a:ext uri="{FF2B5EF4-FFF2-40B4-BE49-F238E27FC236}">
                <a16:creationId xmlns:a16="http://schemas.microsoft.com/office/drawing/2014/main" id="{161A11FA-E790-47A0-BDAB-2672BD24C0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7" y="81371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2" name="path-6540">
            <a:extLst xmlns:a="http://schemas.openxmlformats.org/drawingml/2006/main">
              <a:ext uri="{FF2B5EF4-FFF2-40B4-BE49-F238E27FC236}">
                <a16:creationId xmlns:a16="http://schemas.microsoft.com/office/drawing/2014/main" id="{07B7ACA8-67C4-45D3-A13D-3BBFEDA16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586" y="81516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3" name="path-6541">
            <a:extLst xmlns:a="http://schemas.openxmlformats.org/drawingml/2006/main">
              <a:ext uri="{FF2B5EF4-FFF2-40B4-BE49-F238E27FC236}">
                <a16:creationId xmlns:a16="http://schemas.microsoft.com/office/drawing/2014/main" id="{09B0715F-948C-475B-AD53-624363E3D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115" y="81151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4" name="path-6542">
            <a:extLst xmlns:a="http://schemas.openxmlformats.org/drawingml/2006/main">
              <a:ext uri="{FF2B5EF4-FFF2-40B4-BE49-F238E27FC236}">
                <a16:creationId xmlns:a16="http://schemas.microsoft.com/office/drawing/2014/main" id="{083603CC-69C2-447A-8053-5A35E5C6C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12" y="81367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5" name="path-6543">
            <a:extLst xmlns:a="http://schemas.openxmlformats.org/drawingml/2006/main">
              <a:ext uri="{FF2B5EF4-FFF2-40B4-BE49-F238E27FC236}">
                <a16:creationId xmlns:a16="http://schemas.microsoft.com/office/drawing/2014/main" id="{5AECD57E-43C0-41EF-9189-F01227F4C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240" y="8191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6" name="path-6544">
            <a:extLst xmlns:a="http://schemas.openxmlformats.org/drawingml/2006/main">
              <a:ext uri="{FF2B5EF4-FFF2-40B4-BE49-F238E27FC236}">
                <a16:creationId xmlns:a16="http://schemas.microsoft.com/office/drawing/2014/main" id="{1ED8CA13-48DD-47E1-920D-37EEE6CE85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816" y="8108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7" name="path-6545">
            <a:extLst xmlns:a="http://schemas.openxmlformats.org/drawingml/2006/main">
              <a:ext uri="{FF2B5EF4-FFF2-40B4-BE49-F238E27FC236}">
                <a16:creationId xmlns:a16="http://schemas.microsoft.com/office/drawing/2014/main" id="{F3239C87-3E4B-4D7C-9DD9-05F83D14E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93" y="8182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8" name="path-6546">
            <a:extLst xmlns:a="http://schemas.openxmlformats.org/drawingml/2006/main">
              <a:ext uri="{FF2B5EF4-FFF2-40B4-BE49-F238E27FC236}">
                <a16:creationId xmlns:a16="http://schemas.microsoft.com/office/drawing/2014/main" id="{D4C87F1F-0843-42F8-BFA7-EFDEA3DDC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5528" y="8158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39" name="path-6547">
            <a:extLst xmlns:a="http://schemas.openxmlformats.org/drawingml/2006/main">
              <a:ext uri="{FF2B5EF4-FFF2-40B4-BE49-F238E27FC236}">
                <a16:creationId xmlns:a16="http://schemas.microsoft.com/office/drawing/2014/main" id="{BEA1F1A3-4778-4E02-9E9D-C4EC842977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785" y="81165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0" name="path-6548">
            <a:extLst xmlns:a="http://schemas.openxmlformats.org/drawingml/2006/main">
              <a:ext uri="{FF2B5EF4-FFF2-40B4-BE49-F238E27FC236}">
                <a16:creationId xmlns:a16="http://schemas.microsoft.com/office/drawing/2014/main" id="{986B110A-A634-4057-A9DD-C8199F6A62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256" y="81326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1" name="path-6549">
            <a:extLst xmlns:a="http://schemas.openxmlformats.org/drawingml/2006/main">
              <a:ext uri="{FF2B5EF4-FFF2-40B4-BE49-F238E27FC236}">
                <a16:creationId xmlns:a16="http://schemas.microsoft.com/office/drawing/2014/main" id="{40CA33FC-4D01-463A-8155-6A29D9584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835" y="81312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2" name="path-6550">
            <a:extLst xmlns:a="http://schemas.openxmlformats.org/drawingml/2006/main">
              <a:ext uri="{FF2B5EF4-FFF2-40B4-BE49-F238E27FC236}">
                <a16:creationId xmlns:a16="http://schemas.microsoft.com/office/drawing/2014/main" id="{924E3638-827C-455F-8877-1580C3E1BC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732" y="8155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3" name="path-6551">
            <a:extLst xmlns:a="http://schemas.openxmlformats.org/drawingml/2006/main">
              <a:ext uri="{FF2B5EF4-FFF2-40B4-BE49-F238E27FC236}">
                <a16:creationId xmlns:a16="http://schemas.microsoft.com/office/drawing/2014/main" id="{6CCDB2B8-3E87-4511-9706-8834AEBEC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0567" y="81632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4" name="path-6552">
            <a:extLst xmlns:a="http://schemas.openxmlformats.org/drawingml/2006/main">
              <a:ext uri="{FF2B5EF4-FFF2-40B4-BE49-F238E27FC236}">
                <a16:creationId xmlns:a16="http://schemas.microsoft.com/office/drawing/2014/main" id="{D5B4FF62-2ABF-45DC-996E-0C4E1ECC1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073" y="81377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5" name="path-6553">
            <a:extLst xmlns:a="http://schemas.openxmlformats.org/drawingml/2006/main">
              <a:ext uri="{FF2B5EF4-FFF2-40B4-BE49-F238E27FC236}">
                <a16:creationId xmlns:a16="http://schemas.microsoft.com/office/drawing/2014/main" id="{6436D7C1-C996-435C-B795-BDF04ED1A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453" y="81431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6" name="path-6554">
            <a:extLst xmlns:a="http://schemas.openxmlformats.org/drawingml/2006/main">
              <a:ext uri="{FF2B5EF4-FFF2-40B4-BE49-F238E27FC236}">
                <a16:creationId xmlns:a16="http://schemas.microsoft.com/office/drawing/2014/main" id="{4F8BF347-1E71-4E68-8513-313C13A20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189" y="81431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7" name="path-6555">
            <a:extLst xmlns:a="http://schemas.openxmlformats.org/drawingml/2006/main">
              <a:ext uri="{FF2B5EF4-FFF2-40B4-BE49-F238E27FC236}">
                <a16:creationId xmlns:a16="http://schemas.microsoft.com/office/drawing/2014/main" id="{0027F8F6-5626-4D97-9D8F-37DA6BD66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72" y="81237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8" name="path-6556">
            <a:extLst xmlns:a="http://schemas.openxmlformats.org/drawingml/2006/main">
              <a:ext uri="{FF2B5EF4-FFF2-40B4-BE49-F238E27FC236}">
                <a16:creationId xmlns:a16="http://schemas.microsoft.com/office/drawing/2014/main" id="{46804DE7-DED5-44BA-85DD-58ED13453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425" y="81272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49" name="path-6557">
            <a:extLst xmlns:a="http://schemas.openxmlformats.org/drawingml/2006/main">
              <a:ext uri="{FF2B5EF4-FFF2-40B4-BE49-F238E27FC236}">
                <a16:creationId xmlns:a16="http://schemas.microsoft.com/office/drawing/2014/main" id="{C20D4AD0-1314-49E9-B97F-6981617E5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660" y="81344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0" name="path-6558">
            <a:extLst xmlns:a="http://schemas.openxmlformats.org/drawingml/2006/main">
              <a:ext uri="{FF2B5EF4-FFF2-40B4-BE49-F238E27FC236}">
                <a16:creationId xmlns:a16="http://schemas.microsoft.com/office/drawing/2014/main" id="{AF2969E0-BB84-4514-94C0-54629936D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069" y="8144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1" name="path-6559">
            <a:extLst xmlns:a="http://schemas.openxmlformats.org/drawingml/2006/main">
              <a:ext uri="{FF2B5EF4-FFF2-40B4-BE49-F238E27FC236}">
                <a16:creationId xmlns:a16="http://schemas.microsoft.com/office/drawing/2014/main" id="{C335C023-5E5B-4D0A-942C-15D0344A0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853" y="81491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2" name="path-6560">
            <a:extLst xmlns:a="http://schemas.openxmlformats.org/drawingml/2006/main">
              <a:ext uri="{FF2B5EF4-FFF2-40B4-BE49-F238E27FC236}">
                <a16:creationId xmlns:a16="http://schemas.microsoft.com/office/drawing/2014/main" id="{A6297A2F-9775-4A05-82F9-3F8A82CC7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877" y="81546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3" name="path-6561">
            <a:extLst xmlns:a="http://schemas.openxmlformats.org/drawingml/2006/main">
              <a:ext uri="{FF2B5EF4-FFF2-40B4-BE49-F238E27FC236}">
                <a16:creationId xmlns:a16="http://schemas.microsoft.com/office/drawing/2014/main" id="{E91F4743-0900-48D0-8636-B38F8A0E3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50" y="81598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4" name="path-6562">
            <a:extLst xmlns:a="http://schemas.openxmlformats.org/drawingml/2006/main">
              <a:ext uri="{FF2B5EF4-FFF2-40B4-BE49-F238E27FC236}">
                <a16:creationId xmlns:a16="http://schemas.microsoft.com/office/drawing/2014/main" id="{3C773CC8-CC06-4BEE-A855-47D73981F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248" y="81571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5" name="path-6563">
            <a:extLst xmlns:a="http://schemas.openxmlformats.org/drawingml/2006/main">
              <a:ext uri="{FF2B5EF4-FFF2-40B4-BE49-F238E27FC236}">
                <a16:creationId xmlns:a16="http://schemas.microsoft.com/office/drawing/2014/main" id="{49E4BC81-7C6E-47B6-BCC3-9A7C73812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586" y="81428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6" name="path-6564">
            <a:extLst xmlns:a="http://schemas.openxmlformats.org/drawingml/2006/main">
              <a:ext uri="{FF2B5EF4-FFF2-40B4-BE49-F238E27FC236}">
                <a16:creationId xmlns:a16="http://schemas.microsoft.com/office/drawing/2014/main" id="{384DF7F2-8005-42B2-81B9-0ECF8D5B9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9691" y="81386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7" name="path-6565">
            <a:extLst xmlns:a="http://schemas.openxmlformats.org/drawingml/2006/main">
              <a:ext uri="{FF2B5EF4-FFF2-40B4-BE49-F238E27FC236}">
                <a16:creationId xmlns:a16="http://schemas.microsoft.com/office/drawing/2014/main" id="{5AF45742-5108-4657-8F30-F0DCE3F93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1938" y="81272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8" name="path-6566">
            <a:extLst xmlns:a="http://schemas.openxmlformats.org/drawingml/2006/main">
              <a:ext uri="{FF2B5EF4-FFF2-40B4-BE49-F238E27FC236}">
                <a16:creationId xmlns:a16="http://schemas.microsoft.com/office/drawing/2014/main" id="{A922BBCD-0479-43F0-8F91-22C982628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633" y="8144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59" name="path-6567">
            <a:extLst xmlns:a="http://schemas.openxmlformats.org/drawingml/2006/main">
              <a:ext uri="{FF2B5EF4-FFF2-40B4-BE49-F238E27FC236}">
                <a16:creationId xmlns:a16="http://schemas.microsoft.com/office/drawing/2014/main" id="{2E08B5ED-C1A4-4434-9133-46E5F6C92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343" y="81463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0" name="path-6568">
            <a:extLst xmlns:a="http://schemas.openxmlformats.org/drawingml/2006/main">
              <a:ext uri="{FF2B5EF4-FFF2-40B4-BE49-F238E27FC236}">
                <a16:creationId xmlns:a16="http://schemas.microsoft.com/office/drawing/2014/main" id="{011440B8-9524-4BDB-BF76-6FA0EDC6B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011" y="81577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1" name="path-6569">
            <a:extLst xmlns:a="http://schemas.openxmlformats.org/drawingml/2006/main">
              <a:ext uri="{FF2B5EF4-FFF2-40B4-BE49-F238E27FC236}">
                <a16:creationId xmlns:a16="http://schemas.microsoft.com/office/drawing/2014/main" id="{16A1B108-7149-4D9A-A6D9-15A4A8B75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7187" y="81391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2" name="path-6570">
            <a:extLst xmlns:a="http://schemas.openxmlformats.org/drawingml/2006/main">
              <a:ext uri="{FF2B5EF4-FFF2-40B4-BE49-F238E27FC236}">
                <a16:creationId xmlns:a16="http://schemas.microsoft.com/office/drawing/2014/main" id="{68F7AB08-85FE-4811-9B5F-703126006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9088" y="81525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3" name="path-6571">
            <a:extLst xmlns:a="http://schemas.openxmlformats.org/drawingml/2006/main">
              <a:ext uri="{FF2B5EF4-FFF2-40B4-BE49-F238E27FC236}">
                <a16:creationId xmlns:a16="http://schemas.microsoft.com/office/drawing/2014/main" id="{D2C8EB61-AC78-4888-898B-F6F4273D2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113" y="81379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4" name="path-6572">
            <a:extLst xmlns:a="http://schemas.openxmlformats.org/drawingml/2006/main">
              <a:ext uri="{FF2B5EF4-FFF2-40B4-BE49-F238E27FC236}">
                <a16:creationId xmlns:a16="http://schemas.microsoft.com/office/drawing/2014/main" id="{77AF410A-A2B7-48E4-9634-8E1D78DA3D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1730" y="8163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5" name="path-6573">
            <a:extLst xmlns:a="http://schemas.openxmlformats.org/drawingml/2006/main">
              <a:ext uri="{FF2B5EF4-FFF2-40B4-BE49-F238E27FC236}">
                <a16:creationId xmlns:a16="http://schemas.microsoft.com/office/drawing/2014/main" id="{CEF8A690-5789-4E36-B882-03F73E5A7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803" y="81475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6" name="path-6574">
            <a:extLst xmlns:a="http://schemas.openxmlformats.org/drawingml/2006/main">
              <a:ext uri="{FF2B5EF4-FFF2-40B4-BE49-F238E27FC236}">
                <a16:creationId xmlns:a16="http://schemas.microsoft.com/office/drawing/2014/main" id="{CE2F4EEE-5393-44B4-BF7A-6E68DF733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24" y="81283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7" name="path-6575">
            <a:extLst xmlns:a="http://schemas.openxmlformats.org/drawingml/2006/main">
              <a:ext uri="{FF2B5EF4-FFF2-40B4-BE49-F238E27FC236}">
                <a16:creationId xmlns:a16="http://schemas.microsoft.com/office/drawing/2014/main" id="{D8B8106C-E647-4587-A971-327899829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133" y="81393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8" name="path-6576">
            <a:extLst xmlns:a="http://schemas.openxmlformats.org/drawingml/2006/main">
              <a:ext uri="{FF2B5EF4-FFF2-40B4-BE49-F238E27FC236}">
                <a16:creationId xmlns:a16="http://schemas.microsoft.com/office/drawing/2014/main" id="{DA64BFB1-DBC0-4431-8CF4-565D5B4507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8323" y="81495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69" name="path-6577">
            <a:extLst xmlns:a="http://schemas.openxmlformats.org/drawingml/2006/main">
              <a:ext uri="{FF2B5EF4-FFF2-40B4-BE49-F238E27FC236}">
                <a16:creationId xmlns:a16="http://schemas.microsoft.com/office/drawing/2014/main" id="{DEF84BDB-65BF-40E5-B7AA-C753AAF54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109" y="8152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0" name="path-6578">
            <a:extLst xmlns:a="http://schemas.openxmlformats.org/drawingml/2006/main">
              <a:ext uri="{FF2B5EF4-FFF2-40B4-BE49-F238E27FC236}">
                <a16:creationId xmlns:a16="http://schemas.microsoft.com/office/drawing/2014/main" id="{8A77F534-6F73-4176-8A1B-DF9E3C27E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672" y="81587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1" name="path-6579">
            <a:extLst xmlns:a="http://schemas.openxmlformats.org/drawingml/2006/main">
              <a:ext uri="{FF2B5EF4-FFF2-40B4-BE49-F238E27FC236}">
                <a16:creationId xmlns:a16="http://schemas.microsoft.com/office/drawing/2014/main" id="{9B5E1169-85E6-46B7-803D-0F86C25BB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310" y="81506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2" name="path-6580">
            <a:extLst xmlns:a="http://schemas.openxmlformats.org/drawingml/2006/main">
              <a:ext uri="{FF2B5EF4-FFF2-40B4-BE49-F238E27FC236}">
                <a16:creationId xmlns:a16="http://schemas.microsoft.com/office/drawing/2014/main" id="{8AA1996D-1315-4458-AAB0-00F06AE8D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529" y="81491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3" name="path-6581">
            <a:extLst xmlns:a="http://schemas.openxmlformats.org/drawingml/2006/main">
              <a:ext uri="{FF2B5EF4-FFF2-40B4-BE49-F238E27FC236}">
                <a16:creationId xmlns:a16="http://schemas.microsoft.com/office/drawing/2014/main" id="{CDF4731E-D7EA-4742-AFA5-BC4F68814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669" y="81062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4" name="path-6582">
            <a:extLst xmlns:a="http://schemas.openxmlformats.org/drawingml/2006/main">
              <a:ext uri="{FF2B5EF4-FFF2-40B4-BE49-F238E27FC236}">
                <a16:creationId xmlns:a16="http://schemas.microsoft.com/office/drawing/2014/main" id="{28FCFB26-FDCD-4DFC-907F-60A224E2B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6706" y="81800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5" name="path-6583">
            <a:extLst xmlns:a="http://schemas.openxmlformats.org/drawingml/2006/main">
              <a:ext uri="{FF2B5EF4-FFF2-40B4-BE49-F238E27FC236}">
                <a16:creationId xmlns:a16="http://schemas.microsoft.com/office/drawing/2014/main" id="{9597AEF5-B182-4F97-9688-69F9337A6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465" y="8143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6" name="path-6584">
            <a:extLst xmlns:a="http://schemas.openxmlformats.org/drawingml/2006/main">
              <a:ext uri="{FF2B5EF4-FFF2-40B4-BE49-F238E27FC236}">
                <a16:creationId xmlns:a16="http://schemas.microsoft.com/office/drawing/2014/main" id="{9038784C-C45A-479B-BA4E-2C87838C2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761" y="81602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7" name="path-6585">
            <a:extLst xmlns:a="http://schemas.openxmlformats.org/drawingml/2006/main">
              <a:ext uri="{FF2B5EF4-FFF2-40B4-BE49-F238E27FC236}">
                <a16:creationId xmlns:a16="http://schemas.microsoft.com/office/drawing/2014/main" id="{A4E197DF-1E74-4575-B982-95C76B7B02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35" y="81138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8" name="path-6586">
            <a:extLst xmlns:a="http://schemas.openxmlformats.org/drawingml/2006/main">
              <a:ext uri="{FF2B5EF4-FFF2-40B4-BE49-F238E27FC236}">
                <a16:creationId xmlns:a16="http://schemas.microsoft.com/office/drawing/2014/main" id="{03A5A681-26C8-4DA9-88F8-92FE762E4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80731" y="81433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79" name="path-6587">
            <a:extLst xmlns:a="http://schemas.openxmlformats.org/drawingml/2006/main">
              <a:ext uri="{FF2B5EF4-FFF2-40B4-BE49-F238E27FC236}">
                <a16:creationId xmlns:a16="http://schemas.microsoft.com/office/drawing/2014/main" id="{3CB758CD-EA76-49BD-9627-ED437F359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3904" y="8171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0" name="path-6588">
            <a:extLst xmlns:a="http://schemas.openxmlformats.org/drawingml/2006/main">
              <a:ext uri="{FF2B5EF4-FFF2-40B4-BE49-F238E27FC236}">
                <a16:creationId xmlns:a16="http://schemas.microsoft.com/office/drawing/2014/main" id="{A6B82586-BF79-4FA7-AFC5-1ED805FA10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246" y="81630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1" name="path-6589">
            <a:extLst xmlns:a="http://schemas.openxmlformats.org/drawingml/2006/main">
              <a:ext uri="{FF2B5EF4-FFF2-40B4-BE49-F238E27FC236}">
                <a16:creationId xmlns:a16="http://schemas.microsoft.com/office/drawing/2014/main" id="{E359F81C-0AC2-460B-8325-073F8F0F4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4335" y="81398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2" name="path-6590">
            <a:extLst xmlns:a="http://schemas.openxmlformats.org/drawingml/2006/main">
              <a:ext uri="{FF2B5EF4-FFF2-40B4-BE49-F238E27FC236}">
                <a16:creationId xmlns:a16="http://schemas.microsoft.com/office/drawing/2014/main" id="{744A55C1-BFAE-4666-9D27-2CE742C47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1" y="81174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3" name="path-6591">
            <a:extLst xmlns:a="http://schemas.openxmlformats.org/drawingml/2006/main">
              <a:ext uri="{FF2B5EF4-FFF2-40B4-BE49-F238E27FC236}">
                <a16:creationId xmlns:a16="http://schemas.microsoft.com/office/drawing/2014/main" id="{5509F05C-67BB-4BCD-80C2-373ADACF5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381" y="81593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4" name="path-6592">
            <a:extLst xmlns:a="http://schemas.openxmlformats.org/drawingml/2006/main">
              <a:ext uri="{FF2B5EF4-FFF2-40B4-BE49-F238E27FC236}">
                <a16:creationId xmlns:a16="http://schemas.microsoft.com/office/drawing/2014/main" id="{19B0EA7F-171D-4A72-9930-017473DEB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75442" y="8093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5" name="path-6593">
            <a:extLst xmlns:a="http://schemas.openxmlformats.org/drawingml/2006/main">
              <a:ext uri="{FF2B5EF4-FFF2-40B4-BE49-F238E27FC236}">
                <a16:creationId xmlns:a16="http://schemas.microsoft.com/office/drawing/2014/main" id="{1FA7DD73-4026-4CEB-843D-B5A88827F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966" y="81374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6" name="path-6594">
            <a:extLst xmlns:a="http://schemas.openxmlformats.org/drawingml/2006/main">
              <a:ext uri="{FF2B5EF4-FFF2-40B4-BE49-F238E27FC236}">
                <a16:creationId xmlns:a16="http://schemas.microsoft.com/office/drawing/2014/main" id="{4D774F60-2764-4BC8-81DA-29F3BEA09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340" y="81389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7" name="path-6595">
            <a:extLst xmlns:a="http://schemas.openxmlformats.org/drawingml/2006/main">
              <a:ext uri="{FF2B5EF4-FFF2-40B4-BE49-F238E27FC236}">
                <a16:creationId xmlns:a16="http://schemas.microsoft.com/office/drawing/2014/main" id="{5D0C625C-8513-4449-8A73-598295347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4674" y="81752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8" name="path-6596">
            <a:extLst xmlns:a="http://schemas.openxmlformats.org/drawingml/2006/main">
              <a:ext uri="{FF2B5EF4-FFF2-40B4-BE49-F238E27FC236}">
                <a16:creationId xmlns:a16="http://schemas.microsoft.com/office/drawing/2014/main" id="{85BED21A-B5FF-4F33-B377-406BA85C9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4" y="8156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89" name="path-6597">
            <a:extLst xmlns:a="http://schemas.openxmlformats.org/drawingml/2006/main">
              <a:ext uri="{FF2B5EF4-FFF2-40B4-BE49-F238E27FC236}">
                <a16:creationId xmlns:a16="http://schemas.microsoft.com/office/drawing/2014/main" id="{09F230C2-8686-4509-B8B4-F309969C6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332" y="81487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0" name="path-6598">
            <a:extLst xmlns:a="http://schemas.openxmlformats.org/drawingml/2006/main">
              <a:ext uri="{FF2B5EF4-FFF2-40B4-BE49-F238E27FC236}">
                <a16:creationId xmlns:a16="http://schemas.microsoft.com/office/drawing/2014/main" id="{60F58677-1D0C-4982-9203-0501FF0F1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174" y="81726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1" name="path-6599">
            <a:extLst xmlns:a="http://schemas.openxmlformats.org/drawingml/2006/main">
              <a:ext uri="{FF2B5EF4-FFF2-40B4-BE49-F238E27FC236}">
                <a16:creationId xmlns:a16="http://schemas.microsoft.com/office/drawing/2014/main" id="{8B1E5AC4-95F5-4C15-9DF4-4F729D5EDD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116" y="81482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2" name="path-6600">
            <a:extLst xmlns:a="http://schemas.openxmlformats.org/drawingml/2006/main">
              <a:ext uri="{FF2B5EF4-FFF2-40B4-BE49-F238E27FC236}">
                <a16:creationId xmlns:a16="http://schemas.microsoft.com/office/drawing/2014/main" id="{30394F07-FB18-42D0-AA9C-761FEAE6D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176" y="81563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3" name="path-6601">
            <a:extLst xmlns:a="http://schemas.openxmlformats.org/drawingml/2006/main">
              <a:ext uri="{FF2B5EF4-FFF2-40B4-BE49-F238E27FC236}">
                <a16:creationId xmlns:a16="http://schemas.microsoft.com/office/drawing/2014/main" id="{1E36731D-749A-46F8-9926-D6FDE3182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811" y="81162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4" name="path-6602">
            <a:extLst xmlns:a="http://schemas.openxmlformats.org/drawingml/2006/main">
              <a:ext uri="{FF2B5EF4-FFF2-40B4-BE49-F238E27FC236}">
                <a16:creationId xmlns:a16="http://schemas.microsoft.com/office/drawing/2014/main" id="{C998928F-6AD0-4946-8120-DF4FAF28C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796" y="8134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5" name="path-6603">
            <a:extLst xmlns:a="http://schemas.openxmlformats.org/drawingml/2006/main">
              <a:ext uri="{FF2B5EF4-FFF2-40B4-BE49-F238E27FC236}">
                <a16:creationId xmlns:a16="http://schemas.microsoft.com/office/drawing/2014/main" id="{60FE70B9-A36C-41F5-B144-918A0D501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3931" y="81519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6" name="path-6604">
            <a:extLst xmlns:a="http://schemas.openxmlformats.org/drawingml/2006/main">
              <a:ext uri="{FF2B5EF4-FFF2-40B4-BE49-F238E27FC236}">
                <a16:creationId xmlns:a16="http://schemas.microsoft.com/office/drawing/2014/main" id="{F22CCD03-506F-4D74-8B64-798758F86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174" y="81680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7" name="path-6605">
            <a:extLst xmlns:a="http://schemas.openxmlformats.org/drawingml/2006/main">
              <a:ext uri="{FF2B5EF4-FFF2-40B4-BE49-F238E27FC236}">
                <a16:creationId xmlns:a16="http://schemas.microsoft.com/office/drawing/2014/main" id="{440C8F3A-724E-457E-9243-EB764F83F4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447" y="81719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8" name="path-6606">
            <a:extLst xmlns:a="http://schemas.openxmlformats.org/drawingml/2006/main">
              <a:ext uri="{FF2B5EF4-FFF2-40B4-BE49-F238E27FC236}">
                <a16:creationId xmlns:a16="http://schemas.microsoft.com/office/drawing/2014/main" id="{146A652E-090A-4479-B042-A92D49FF6C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909" y="8134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99" name="path-6607">
            <a:extLst xmlns:a="http://schemas.openxmlformats.org/drawingml/2006/main">
              <a:ext uri="{FF2B5EF4-FFF2-40B4-BE49-F238E27FC236}">
                <a16:creationId xmlns:a16="http://schemas.microsoft.com/office/drawing/2014/main" id="{AFED313C-2601-4877-9BF1-E235D3BDA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76" y="81324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0" name="path-6608">
            <a:extLst xmlns:a="http://schemas.openxmlformats.org/drawingml/2006/main">
              <a:ext uri="{FF2B5EF4-FFF2-40B4-BE49-F238E27FC236}">
                <a16:creationId xmlns:a16="http://schemas.microsoft.com/office/drawing/2014/main" id="{5DCE8755-1A6A-4057-9648-315FF4615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12" y="81489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1" name="path-6609">
            <a:extLst xmlns:a="http://schemas.openxmlformats.org/drawingml/2006/main">
              <a:ext uri="{FF2B5EF4-FFF2-40B4-BE49-F238E27FC236}">
                <a16:creationId xmlns:a16="http://schemas.microsoft.com/office/drawing/2014/main" id="{FD36DAE4-AEA9-4CE6-808F-976CDABAA4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765" y="81430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2" name="path-6610">
            <a:extLst xmlns:a="http://schemas.openxmlformats.org/drawingml/2006/main">
              <a:ext uri="{FF2B5EF4-FFF2-40B4-BE49-F238E27FC236}">
                <a16:creationId xmlns:a16="http://schemas.microsoft.com/office/drawing/2014/main" id="{98B76148-DF41-41FE-B62F-073A6E31E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3506" y="8134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3" name="path-6611">
            <a:extLst xmlns:a="http://schemas.openxmlformats.org/drawingml/2006/main">
              <a:ext uri="{FF2B5EF4-FFF2-40B4-BE49-F238E27FC236}">
                <a16:creationId xmlns:a16="http://schemas.microsoft.com/office/drawing/2014/main" id="{712023C8-17A0-4881-9E2F-88E709557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0027" y="81615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4" name="path-6612">
            <a:extLst xmlns:a="http://schemas.openxmlformats.org/drawingml/2006/main">
              <a:ext uri="{FF2B5EF4-FFF2-40B4-BE49-F238E27FC236}">
                <a16:creationId xmlns:a16="http://schemas.microsoft.com/office/drawing/2014/main" id="{16118A1A-CB4F-466C-82C9-227D4D50C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9916" y="81330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5" name="path-6613">
            <a:extLst xmlns:a="http://schemas.openxmlformats.org/drawingml/2006/main">
              <a:ext uri="{FF2B5EF4-FFF2-40B4-BE49-F238E27FC236}">
                <a16:creationId xmlns:a16="http://schemas.microsoft.com/office/drawing/2014/main" id="{69C9C512-161E-496C-853D-E33E3CD046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5812" y="81597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6" name="path-6614">
            <a:extLst xmlns:a="http://schemas.openxmlformats.org/drawingml/2006/main">
              <a:ext uri="{FF2B5EF4-FFF2-40B4-BE49-F238E27FC236}">
                <a16:creationId xmlns:a16="http://schemas.microsoft.com/office/drawing/2014/main" id="{9D03E907-174A-4971-A05C-9425A2CA6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8976" y="81220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7" name="path-6615">
            <a:extLst xmlns:a="http://schemas.openxmlformats.org/drawingml/2006/main">
              <a:ext uri="{FF2B5EF4-FFF2-40B4-BE49-F238E27FC236}">
                <a16:creationId xmlns:a16="http://schemas.microsoft.com/office/drawing/2014/main" id="{8CBA359A-845C-475B-B2A4-FE175027B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439" y="81317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8" name="path-6616">
            <a:extLst xmlns:a="http://schemas.openxmlformats.org/drawingml/2006/main">
              <a:ext uri="{FF2B5EF4-FFF2-40B4-BE49-F238E27FC236}">
                <a16:creationId xmlns:a16="http://schemas.microsoft.com/office/drawing/2014/main" id="{4F9B018C-286E-4CA0-8CA6-0634EFACA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718" y="81464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09" name="path-6617">
            <a:extLst xmlns:a="http://schemas.openxmlformats.org/drawingml/2006/main">
              <a:ext uri="{FF2B5EF4-FFF2-40B4-BE49-F238E27FC236}">
                <a16:creationId xmlns:a16="http://schemas.microsoft.com/office/drawing/2014/main" id="{47A2DFE9-D7C0-4B9E-8A4D-F9E12B3BC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578" y="81336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0" name="path-6618">
            <a:extLst xmlns:a="http://schemas.openxmlformats.org/drawingml/2006/main">
              <a:ext uri="{FF2B5EF4-FFF2-40B4-BE49-F238E27FC236}">
                <a16:creationId xmlns:a16="http://schemas.microsoft.com/office/drawing/2014/main" id="{95303EA2-4472-4B28-A157-BF5E4DAF31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070" y="8151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1" name="path-6619">
            <a:extLst xmlns:a="http://schemas.openxmlformats.org/drawingml/2006/main">
              <a:ext uri="{FF2B5EF4-FFF2-40B4-BE49-F238E27FC236}">
                <a16:creationId xmlns:a16="http://schemas.microsoft.com/office/drawing/2014/main" id="{46C026C3-4A96-4E2D-8D8F-9C79780D53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709" y="81490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2" name="path-6620">
            <a:extLst xmlns:a="http://schemas.openxmlformats.org/drawingml/2006/main">
              <a:ext uri="{FF2B5EF4-FFF2-40B4-BE49-F238E27FC236}">
                <a16:creationId xmlns:a16="http://schemas.microsoft.com/office/drawing/2014/main" id="{E27127A7-EA9A-4437-A043-960CE38A6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7153" y="81209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3" name="path-6621">
            <a:extLst xmlns:a="http://schemas.openxmlformats.org/drawingml/2006/main">
              <a:ext uri="{FF2B5EF4-FFF2-40B4-BE49-F238E27FC236}">
                <a16:creationId xmlns:a16="http://schemas.microsoft.com/office/drawing/2014/main" id="{AE05658A-1B99-4C40-BE7F-AD0E9A36D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250" y="8149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4" name="path-6622">
            <a:extLst xmlns:a="http://schemas.openxmlformats.org/drawingml/2006/main">
              <a:ext uri="{FF2B5EF4-FFF2-40B4-BE49-F238E27FC236}">
                <a16:creationId xmlns:a16="http://schemas.microsoft.com/office/drawing/2014/main" id="{6E2C7D61-9BDC-4A16-983C-738864A61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826" y="81278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5" name="path-6623">
            <a:extLst xmlns:a="http://schemas.openxmlformats.org/drawingml/2006/main">
              <a:ext uri="{FF2B5EF4-FFF2-40B4-BE49-F238E27FC236}">
                <a16:creationId xmlns:a16="http://schemas.microsoft.com/office/drawing/2014/main" id="{4532207C-F301-4B44-8B15-7B5875A1E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606" y="81360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6" name="path-6624">
            <a:extLst xmlns:a="http://schemas.openxmlformats.org/drawingml/2006/main">
              <a:ext uri="{FF2B5EF4-FFF2-40B4-BE49-F238E27FC236}">
                <a16:creationId xmlns:a16="http://schemas.microsoft.com/office/drawing/2014/main" id="{D0F5A53B-D02F-4CAF-9DD9-B22588F60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32" y="81511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7" name="path-6625">
            <a:extLst xmlns:a="http://schemas.openxmlformats.org/drawingml/2006/main">
              <a:ext uri="{FF2B5EF4-FFF2-40B4-BE49-F238E27FC236}">
                <a16:creationId xmlns:a16="http://schemas.microsoft.com/office/drawing/2014/main" id="{24FD0F13-5701-490F-872F-5261AEF2DA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0432" y="81403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8" name="path-6626">
            <a:extLst xmlns:a="http://schemas.openxmlformats.org/drawingml/2006/main">
              <a:ext uri="{FF2B5EF4-FFF2-40B4-BE49-F238E27FC236}">
                <a16:creationId xmlns:a16="http://schemas.microsoft.com/office/drawing/2014/main" id="{5B3B40BB-EBD5-475F-BC2D-15E3FD674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897" y="81416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19" name="path-6627">
            <a:extLst xmlns:a="http://schemas.openxmlformats.org/drawingml/2006/main">
              <a:ext uri="{FF2B5EF4-FFF2-40B4-BE49-F238E27FC236}">
                <a16:creationId xmlns:a16="http://schemas.microsoft.com/office/drawing/2014/main" id="{61C071EE-03E6-48B5-AF2B-58D25FA20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7872" y="81407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0" name="path-6628">
            <a:extLst xmlns:a="http://schemas.openxmlformats.org/drawingml/2006/main">
              <a:ext uri="{FF2B5EF4-FFF2-40B4-BE49-F238E27FC236}">
                <a16:creationId xmlns:a16="http://schemas.microsoft.com/office/drawing/2014/main" id="{78289316-CD43-480F-928B-BECAA6721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933" y="81391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1" name="path-6629">
            <a:extLst xmlns:a="http://schemas.openxmlformats.org/drawingml/2006/main">
              <a:ext uri="{FF2B5EF4-FFF2-40B4-BE49-F238E27FC236}">
                <a16:creationId xmlns:a16="http://schemas.microsoft.com/office/drawing/2014/main" id="{ECDF0ADA-41AD-4827-B96C-C75FF5453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369" y="81556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2" name="path-6630">
            <a:extLst xmlns:a="http://schemas.openxmlformats.org/drawingml/2006/main">
              <a:ext uri="{FF2B5EF4-FFF2-40B4-BE49-F238E27FC236}">
                <a16:creationId xmlns:a16="http://schemas.microsoft.com/office/drawing/2014/main" id="{8D327EE3-764D-493C-92E8-275AC179E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9604" y="81151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3" name="path-6631">
            <a:extLst xmlns:a="http://schemas.openxmlformats.org/drawingml/2006/main">
              <a:ext uri="{FF2B5EF4-FFF2-40B4-BE49-F238E27FC236}">
                <a16:creationId xmlns:a16="http://schemas.microsoft.com/office/drawing/2014/main" id="{5F18B032-4D34-457A-BDDC-245DC4415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1580" y="81530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4" name="path-6632">
            <a:extLst xmlns:a="http://schemas.openxmlformats.org/drawingml/2006/main">
              <a:ext uri="{FF2B5EF4-FFF2-40B4-BE49-F238E27FC236}">
                <a16:creationId xmlns:a16="http://schemas.microsoft.com/office/drawing/2014/main" id="{5B9D2DA3-455B-4F36-804B-6271B1F89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83" y="8162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5" name="path-6633">
            <a:extLst xmlns:a="http://schemas.openxmlformats.org/drawingml/2006/main">
              <a:ext uri="{FF2B5EF4-FFF2-40B4-BE49-F238E27FC236}">
                <a16:creationId xmlns:a16="http://schemas.microsoft.com/office/drawing/2014/main" id="{B399181F-042B-4746-BFF6-90B326D4B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902" y="81193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6" name="path-6634">
            <a:extLst xmlns:a="http://schemas.openxmlformats.org/drawingml/2006/main">
              <a:ext uri="{FF2B5EF4-FFF2-40B4-BE49-F238E27FC236}">
                <a16:creationId xmlns:a16="http://schemas.microsoft.com/office/drawing/2014/main" id="{F104B8E9-A2E1-44DD-8D6F-CD90D3C872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262" y="81321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7" name="path-6635">
            <a:extLst xmlns:a="http://schemas.openxmlformats.org/drawingml/2006/main">
              <a:ext uri="{FF2B5EF4-FFF2-40B4-BE49-F238E27FC236}">
                <a16:creationId xmlns:a16="http://schemas.microsoft.com/office/drawing/2014/main" id="{FA969BD4-35D3-44AB-B12C-B2C121D03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32" y="81725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8" name="path-6636">
            <a:extLst xmlns:a="http://schemas.openxmlformats.org/drawingml/2006/main">
              <a:ext uri="{FF2B5EF4-FFF2-40B4-BE49-F238E27FC236}">
                <a16:creationId xmlns:a16="http://schemas.microsoft.com/office/drawing/2014/main" id="{0F7749EF-2723-49D3-B2A4-10F0DF945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1629" y="81662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29" name="path-6637">
            <a:extLst xmlns:a="http://schemas.openxmlformats.org/drawingml/2006/main">
              <a:ext uri="{FF2B5EF4-FFF2-40B4-BE49-F238E27FC236}">
                <a16:creationId xmlns:a16="http://schemas.microsoft.com/office/drawing/2014/main" id="{8B59704B-395C-4666-8767-E53165149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287" y="81421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0" name="path-6638">
            <a:extLst xmlns:a="http://schemas.openxmlformats.org/drawingml/2006/main">
              <a:ext uri="{FF2B5EF4-FFF2-40B4-BE49-F238E27FC236}">
                <a16:creationId xmlns:a16="http://schemas.microsoft.com/office/drawing/2014/main" id="{37D04719-F52E-4746-A220-F73C36838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590" y="81284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1" name="path-6639">
            <a:extLst xmlns:a="http://schemas.openxmlformats.org/drawingml/2006/main">
              <a:ext uri="{FF2B5EF4-FFF2-40B4-BE49-F238E27FC236}">
                <a16:creationId xmlns:a16="http://schemas.microsoft.com/office/drawing/2014/main" id="{C22427F5-7BE0-4DCB-BC1E-8CB2C3AC4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8928" y="81695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2" name="path-6640">
            <a:extLst xmlns:a="http://schemas.openxmlformats.org/drawingml/2006/main">
              <a:ext uri="{FF2B5EF4-FFF2-40B4-BE49-F238E27FC236}">
                <a16:creationId xmlns:a16="http://schemas.microsoft.com/office/drawing/2014/main" id="{C86A64BE-34B9-49A2-A56B-3780EE012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66" y="81643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3" name="path-6641">
            <a:extLst xmlns:a="http://schemas.openxmlformats.org/drawingml/2006/main">
              <a:ext uri="{FF2B5EF4-FFF2-40B4-BE49-F238E27FC236}">
                <a16:creationId xmlns:a16="http://schemas.microsoft.com/office/drawing/2014/main" id="{A7576FAF-231B-4E46-9102-971B81596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9035" y="81455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4" name="path-6642">
            <a:extLst xmlns:a="http://schemas.openxmlformats.org/drawingml/2006/main">
              <a:ext uri="{FF2B5EF4-FFF2-40B4-BE49-F238E27FC236}">
                <a16:creationId xmlns:a16="http://schemas.microsoft.com/office/drawing/2014/main" id="{E4AAD7DC-1544-4BC0-A427-A7FC45BBE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495" y="8131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5" name="path-6643">
            <a:extLst xmlns:a="http://schemas.openxmlformats.org/drawingml/2006/main">
              <a:ext uri="{FF2B5EF4-FFF2-40B4-BE49-F238E27FC236}">
                <a16:creationId xmlns:a16="http://schemas.microsoft.com/office/drawing/2014/main" id="{1B2228D1-79E3-4D2E-A1BF-ADB1393EA1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81" y="81614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6" name="path-6644">
            <a:extLst xmlns:a="http://schemas.openxmlformats.org/drawingml/2006/main">
              <a:ext uri="{FF2B5EF4-FFF2-40B4-BE49-F238E27FC236}">
                <a16:creationId xmlns:a16="http://schemas.microsoft.com/office/drawing/2014/main" id="{627193A0-B46E-464C-9CA1-E65A4A37A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231" y="81637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7" name="path-6645">
            <a:extLst xmlns:a="http://schemas.openxmlformats.org/drawingml/2006/main">
              <a:ext uri="{FF2B5EF4-FFF2-40B4-BE49-F238E27FC236}">
                <a16:creationId xmlns:a16="http://schemas.microsoft.com/office/drawing/2014/main" id="{0E85BC31-6BC9-4DDA-B20F-91821B21A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167" y="81389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8" name="path-6646">
            <a:extLst xmlns:a="http://schemas.openxmlformats.org/drawingml/2006/main">
              <a:ext uri="{FF2B5EF4-FFF2-40B4-BE49-F238E27FC236}">
                <a16:creationId xmlns:a16="http://schemas.microsoft.com/office/drawing/2014/main" id="{BB3C3669-6F45-44FC-B8EF-C689441C3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3389" y="81759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39" name="path-6647">
            <a:extLst xmlns:a="http://schemas.openxmlformats.org/drawingml/2006/main">
              <a:ext uri="{FF2B5EF4-FFF2-40B4-BE49-F238E27FC236}">
                <a16:creationId xmlns:a16="http://schemas.microsoft.com/office/drawing/2014/main" id="{DC43DB77-69B9-4EE2-A9B0-C409DCB4B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250" y="8126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0" name="path-6648">
            <a:extLst xmlns:a="http://schemas.openxmlformats.org/drawingml/2006/main">
              <a:ext uri="{FF2B5EF4-FFF2-40B4-BE49-F238E27FC236}">
                <a16:creationId xmlns:a16="http://schemas.microsoft.com/office/drawing/2014/main" id="{BCD21F7B-165C-43FF-A544-BF88ED262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722" y="81582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1" name="path-6649">
            <a:extLst xmlns:a="http://schemas.openxmlformats.org/drawingml/2006/main">
              <a:ext uri="{FF2B5EF4-FFF2-40B4-BE49-F238E27FC236}">
                <a16:creationId xmlns:a16="http://schemas.microsoft.com/office/drawing/2014/main" id="{C5012B77-06C2-44E4-B8F1-D1C383CCA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2639" y="81547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2" name="path-6650">
            <a:extLst xmlns:a="http://schemas.openxmlformats.org/drawingml/2006/main">
              <a:ext uri="{FF2B5EF4-FFF2-40B4-BE49-F238E27FC236}">
                <a16:creationId xmlns:a16="http://schemas.microsoft.com/office/drawing/2014/main" id="{3808C5EA-1CDD-4CFD-B8AB-7836923766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786" y="8162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3" name="path-6651">
            <a:extLst xmlns:a="http://schemas.openxmlformats.org/drawingml/2006/main">
              <a:ext uri="{FF2B5EF4-FFF2-40B4-BE49-F238E27FC236}">
                <a16:creationId xmlns:a16="http://schemas.microsoft.com/office/drawing/2014/main" id="{0D588E21-6000-4A19-8248-5F79E00696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249" y="81582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4" name="path-6652">
            <a:extLst xmlns:a="http://schemas.openxmlformats.org/drawingml/2006/main">
              <a:ext uri="{FF2B5EF4-FFF2-40B4-BE49-F238E27FC236}">
                <a16:creationId xmlns:a16="http://schemas.microsoft.com/office/drawing/2014/main" id="{6850F5A3-D538-4B75-83D6-CE885D18F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9275" y="81160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5" name="path-6653">
            <a:extLst xmlns:a="http://schemas.openxmlformats.org/drawingml/2006/main">
              <a:ext uri="{FF2B5EF4-FFF2-40B4-BE49-F238E27FC236}">
                <a16:creationId xmlns:a16="http://schemas.microsoft.com/office/drawing/2014/main" id="{08260D0C-8F9E-45DE-A1C0-B0B50A8E2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817" y="81069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6" name="path-6654">
            <a:extLst xmlns:a="http://schemas.openxmlformats.org/drawingml/2006/main">
              <a:ext uri="{FF2B5EF4-FFF2-40B4-BE49-F238E27FC236}">
                <a16:creationId xmlns:a16="http://schemas.microsoft.com/office/drawing/2014/main" id="{2C15638C-2A74-4A78-9C11-EC06DB223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397" y="81495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7" name="path-6655">
            <a:extLst xmlns:a="http://schemas.openxmlformats.org/drawingml/2006/main">
              <a:ext uri="{FF2B5EF4-FFF2-40B4-BE49-F238E27FC236}">
                <a16:creationId xmlns:a16="http://schemas.microsoft.com/office/drawing/2014/main" id="{FFCA4847-6006-4BD6-A5E4-53FFF5AB2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5962" y="81458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8" name="path-6656">
            <a:extLst xmlns:a="http://schemas.openxmlformats.org/drawingml/2006/main">
              <a:ext uri="{FF2B5EF4-FFF2-40B4-BE49-F238E27FC236}">
                <a16:creationId xmlns:a16="http://schemas.microsoft.com/office/drawing/2014/main" id="{D6B36459-79D2-45AF-80B9-842404839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980" y="81357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49" name="path-6657">
            <a:extLst xmlns:a="http://schemas.openxmlformats.org/drawingml/2006/main">
              <a:ext uri="{FF2B5EF4-FFF2-40B4-BE49-F238E27FC236}">
                <a16:creationId xmlns:a16="http://schemas.microsoft.com/office/drawing/2014/main" id="{839EEF29-D674-4860-A883-66801F922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336" y="81546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0" name="path-6658">
            <a:extLst xmlns:a="http://schemas.openxmlformats.org/drawingml/2006/main">
              <a:ext uri="{FF2B5EF4-FFF2-40B4-BE49-F238E27FC236}">
                <a16:creationId xmlns:a16="http://schemas.microsoft.com/office/drawing/2014/main" id="{9174A889-8DE8-4E9F-A3AB-5D2CBF9AC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47" y="8156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1" name="path-6659">
            <a:extLst xmlns:a="http://schemas.openxmlformats.org/drawingml/2006/main">
              <a:ext uri="{FF2B5EF4-FFF2-40B4-BE49-F238E27FC236}">
                <a16:creationId xmlns:a16="http://schemas.microsoft.com/office/drawing/2014/main" id="{08AEA5C6-8FF7-4EC6-9CC9-3A86FF7E7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048" y="81439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2" name="path-6660">
            <a:extLst xmlns:a="http://schemas.openxmlformats.org/drawingml/2006/main">
              <a:ext uri="{FF2B5EF4-FFF2-40B4-BE49-F238E27FC236}">
                <a16:creationId xmlns:a16="http://schemas.microsoft.com/office/drawing/2014/main" id="{A047FE2D-C527-4295-9FEF-FA879DAEF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356" y="81415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3" name="path-6661">
            <a:extLst xmlns:a="http://schemas.openxmlformats.org/drawingml/2006/main">
              <a:ext uri="{FF2B5EF4-FFF2-40B4-BE49-F238E27FC236}">
                <a16:creationId xmlns:a16="http://schemas.microsoft.com/office/drawing/2014/main" id="{48406C7A-7AFF-4128-8514-60C35BE0B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7702" y="81582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4" name="path-6662">
            <a:extLst xmlns:a="http://schemas.openxmlformats.org/drawingml/2006/main">
              <a:ext uri="{FF2B5EF4-FFF2-40B4-BE49-F238E27FC236}">
                <a16:creationId xmlns:a16="http://schemas.microsoft.com/office/drawing/2014/main" id="{516666C1-03F9-4CD9-8290-D6CF7239E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239" y="81541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5" name="path-6663">
            <a:extLst xmlns:a="http://schemas.openxmlformats.org/drawingml/2006/main">
              <a:ext uri="{FF2B5EF4-FFF2-40B4-BE49-F238E27FC236}">
                <a16:creationId xmlns:a16="http://schemas.microsoft.com/office/drawing/2014/main" id="{0DC31EE5-0800-4407-AF73-EEAB656A4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306" y="81614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6" name="path-6664">
            <a:extLst xmlns:a="http://schemas.openxmlformats.org/drawingml/2006/main">
              <a:ext uri="{FF2B5EF4-FFF2-40B4-BE49-F238E27FC236}">
                <a16:creationId xmlns:a16="http://schemas.microsoft.com/office/drawing/2014/main" id="{F09177A7-65B6-4D2E-B0EF-811200D3D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0088" y="81442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7" name="path-6665">
            <a:extLst xmlns:a="http://schemas.openxmlformats.org/drawingml/2006/main">
              <a:ext uri="{FF2B5EF4-FFF2-40B4-BE49-F238E27FC236}">
                <a16:creationId xmlns:a16="http://schemas.microsoft.com/office/drawing/2014/main" id="{88B737FE-AFF1-41F7-8E3E-8A4C993A6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0992" y="81203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8" name="path-6666">
            <a:extLst xmlns:a="http://schemas.openxmlformats.org/drawingml/2006/main">
              <a:ext uri="{FF2B5EF4-FFF2-40B4-BE49-F238E27FC236}">
                <a16:creationId xmlns:a16="http://schemas.microsoft.com/office/drawing/2014/main" id="{ED4402BC-6347-4105-9C74-8BBF94F88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586" y="81470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59" name="path-6667">
            <a:extLst xmlns:a="http://schemas.openxmlformats.org/drawingml/2006/main">
              <a:ext uri="{FF2B5EF4-FFF2-40B4-BE49-F238E27FC236}">
                <a16:creationId xmlns:a16="http://schemas.microsoft.com/office/drawing/2014/main" id="{3D74F929-7E1E-441F-A5D9-6CC2149B1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974" y="8135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0" name="path-6668">
            <a:extLst xmlns:a="http://schemas.openxmlformats.org/drawingml/2006/main">
              <a:ext uri="{FF2B5EF4-FFF2-40B4-BE49-F238E27FC236}">
                <a16:creationId xmlns:a16="http://schemas.microsoft.com/office/drawing/2014/main" id="{686E4477-D87C-4C5E-8C00-3DDDC8DCBB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339" y="81548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1" name="path-6669">
            <a:extLst xmlns:a="http://schemas.openxmlformats.org/drawingml/2006/main">
              <a:ext uri="{FF2B5EF4-FFF2-40B4-BE49-F238E27FC236}">
                <a16:creationId xmlns:a16="http://schemas.microsoft.com/office/drawing/2014/main" id="{A06688EF-0221-4876-A9F9-7FFAF580C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531" y="81193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2" name="path-6670">
            <a:extLst xmlns:a="http://schemas.openxmlformats.org/drawingml/2006/main">
              <a:ext uri="{FF2B5EF4-FFF2-40B4-BE49-F238E27FC236}">
                <a16:creationId xmlns:a16="http://schemas.microsoft.com/office/drawing/2014/main" id="{4CA777AE-B55D-4340-84B2-8F2FCBED2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608" y="81637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3" name="path-6671">
            <a:extLst xmlns:a="http://schemas.openxmlformats.org/drawingml/2006/main">
              <a:ext uri="{FF2B5EF4-FFF2-40B4-BE49-F238E27FC236}">
                <a16:creationId xmlns:a16="http://schemas.microsoft.com/office/drawing/2014/main" id="{8ACDB48C-12EB-4B8E-87AB-0F4F65019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284" y="81209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4" name="path-6672">
            <a:extLst xmlns:a="http://schemas.openxmlformats.org/drawingml/2006/main">
              <a:ext uri="{FF2B5EF4-FFF2-40B4-BE49-F238E27FC236}">
                <a16:creationId xmlns:a16="http://schemas.microsoft.com/office/drawing/2014/main" id="{F73C6D95-837A-4E35-AA0B-1EF82F682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7174" y="81247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5" name="path-6673">
            <a:extLst xmlns:a="http://schemas.openxmlformats.org/drawingml/2006/main">
              <a:ext uri="{FF2B5EF4-FFF2-40B4-BE49-F238E27FC236}">
                <a16:creationId xmlns:a16="http://schemas.microsoft.com/office/drawing/2014/main" id="{F13FC96D-6903-4811-8102-F92FBC986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100" y="81178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6" name="path-6674">
            <a:extLst xmlns:a="http://schemas.openxmlformats.org/drawingml/2006/main">
              <a:ext uri="{FF2B5EF4-FFF2-40B4-BE49-F238E27FC236}">
                <a16:creationId xmlns:a16="http://schemas.microsoft.com/office/drawing/2014/main" id="{9368C628-0559-42C7-B825-3489A8699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4605" y="8165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7" name="path-6675">
            <a:extLst xmlns:a="http://schemas.openxmlformats.org/drawingml/2006/main">
              <a:ext uri="{FF2B5EF4-FFF2-40B4-BE49-F238E27FC236}">
                <a16:creationId xmlns:a16="http://schemas.microsoft.com/office/drawing/2014/main" id="{E23DDE03-2651-48B8-9653-4C2E0667E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887" y="81365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8" name="path-6676">
            <a:extLst xmlns:a="http://schemas.openxmlformats.org/drawingml/2006/main">
              <a:ext uri="{FF2B5EF4-FFF2-40B4-BE49-F238E27FC236}">
                <a16:creationId xmlns:a16="http://schemas.microsoft.com/office/drawing/2014/main" id="{02DAC58C-7BF7-4FD0-B661-1B4798246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3115" y="81391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69" name="path-6677">
            <a:extLst xmlns:a="http://schemas.openxmlformats.org/drawingml/2006/main">
              <a:ext uri="{FF2B5EF4-FFF2-40B4-BE49-F238E27FC236}">
                <a16:creationId xmlns:a16="http://schemas.microsoft.com/office/drawing/2014/main" id="{849AAF29-10FB-41A5-A6A3-D93B99CB5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5547" y="81438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0" name="path-6678">
            <a:extLst xmlns:a="http://schemas.openxmlformats.org/drawingml/2006/main">
              <a:ext uri="{FF2B5EF4-FFF2-40B4-BE49-F238E27FC236}">
                <a16:creationId xmlns:a16="http://schemas.microsoft.com/office/drawing/2014/main" id="{066AB101-D74B-4BDB-8FCC-528795946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161" y="81270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1" name="path-6679">
            <a:extLst xmlns:a="http://schemas.openxmlformats.org/drawingml/2006/main">
              <a:ext uri="{FF2B5EF4-FFF2-40B4-BE49-F238E27FC236}">
                <a16:creationId xmlns:a16="http://schemas.microsoft.com/office/drawing/2014/main" id="{870C23E4-72C0-4889-A28B-97362525D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196" y="8117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2" name="path-6680">
            <a:extLst xmlns:a="http://schemas.openxmlformats.org/drawingml/2006/main">
              <a:ext uri="{FF2B5EF4-FFF2-40B4-BE49-F238E27FC236}">
                <a16:creationId xmlns:a16="http://schemas.microsoft.com/office/drawing/2014/main" id="{00CB9F50-0DF8-4EF5-ACC3-9D4D7A27B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84524" y="81447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3" name="path-6681">
            <a:extLst xmlns:a="http://schemas.openxmlformats.org/drawingml/2006/main">
              <a:ext uri="{FF2B5EF4-FFF2-40B4-BE49-F238E27FC236}">
                <a16:creationId xmlns:a16="http://schemas.microsoft.com/office/drawing/2014/main" id="{BA913905-B24D-48D8-84B6-15F9D2FC5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679" y="81688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4" name="path-6682">
            <a:extLst xmlns:a="http://schemas.openxmlformats.org/drawingml/2006/main">
              <a:ext uri="{FF2B5EF4-FFF2-40B4-BE49-F238E27FC236}">
                <a16:creationId xmlns:a16="http://schemas.microsoft.com/office/drawing/2014/main" id="{991DF652-256F-48F1-A511-4846BF417D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5" y="81408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5" name="path-6683">
            <a:extLst xmlns:a="http://schemas.openxmlformats.org/drawingml/2006/main">
              <a:ext uri="{FF2B5EF4-FFF2-40B4-BE49-F238E27FC236}">
                <a16:creationId xmlns:a16="http://schemas.microsoft.com/office/drawing/2014/main" id="{95B23AC6-B699-4394-88CF-6EE73A23D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160" y="81320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6" name="path-6684">
            <a:extLst xmlns:a="http://schemas.openxmlformats.org/drawingml/2006/main">
              <a:ext uri="{FF2B5EF4-FFF2-40B4-BE49-F238E27FC236}">
                <a16:creationId xmlns:a16="http://schemas.microsoft.com/office/drawing/2014/main" id="{F7326A12-E4F2-4707-B442-781780662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933" y="81362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7" name="path-6685">
            <a:extLst xmlns:a="http://schemas.openxmlformats.org/drawingml/2006/main">
              <a:ext uri="{FF2B5EF4-FFF2-40B4-BE49-F238E27FC236}">
                <a16:creationId xmlns:a16="http://schemas.microsoft.com/office/drawing/2014/main" id="{4979F049-043F-461F-9E35-ED892D6D7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43" y="81534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8" name="path-6686">
            <a:extLst xmlns:a="http://schemas.openxmlformats.org/drawingml/2006/main">
              <a:ext uri="{FF2B5EF4-FFF2-40B4-BE49-F238E27FC236}">
                <a16:creationId xmlns:a16="http://schemas.microsoft.com/office/drawing/2014/main" id="{395CDC65-7379-4DA6-8B7F-C4B871D3D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641" y="8154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79" name="path-6687">
            <a:extLst xmlns:a="http://schemas.openxmlformats.org/drawingml/2006/main">
              <a:ext uri="{FF2B5EF4-FFF2-40B4-BE49-F238E27FC236}">
                <a16:creationId xmlns:a16="http://schemas.microsoft.com/office/drawing/2014/main" id="{A9F87459-7657-4111-8ADC-B526F1713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348" y="81222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0" name="path-6688">
            <a:extLst xmlns:a="http://schemas.openxmlformats.org/drawingml/2006/main">
              <a:ext uri="{FF2B5EF4-FFF2-40B4-BE49-F238E27FC236}">
                <a16:creationId xmlns:a16="http://schemas.microsoft.com/office/drawing/2014/main" id="{E0644E91-F2AE-45D0-B881-9261DD6ED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010" y="81700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1" name="path-6689">
            <a:extLst xmlns:a="http://schemas.openxmlformats.org/drawingml/2006/main">
              <a:ext uri="{FF2B5EF4-FFF2-40B4-BE49-F238E27FC236}">
                <a16:creationId xmlns:a16="http://schemas.microsoft.com/office/drawing/2014/main" id="{D3E1F6DE-CB2C-42DC-8B9D-B67175275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45" y="81489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2" name="path-6690">
            <a:extLst xmlns:a="http://schemas.openxmlformats.org/drawingml/2006/main">
              <a:ext uri="{FF2B5EF4-FFF2-40B4-BE49-F238E27FC236}">
                <a16:creationId xmlns:a16="http://schemas.microsoft.com/office/drawing/2014/main" id="{5E6FCE74-48C6-4C4C-8D74-85831F2DC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557" y="81369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3" name="path-6691">
            <a:extLst xmlns:a="http://schemas.openxmlformats.org/drawingml/2006/main">
              <a:ext uri="{FF2B5EF4-FFF2-40B4-BE49-F238E27FC236}">
                <a16:creationId xmlns:a16="http://schemas.microsoft.com/office/drawing/2014/main" id="{26C7B2C9-79FB-4CBA-AB47-AF484A631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393" y="81363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4" name="path-6692">
            <a:extLst xmlns:a="http://schemas.openxmlformats.org/drawingml/2006/main">
              <a:ext uri="{FF2B5EF4-FFF2-40B4-BE49-F238E27FC236}">
                <a16:creationId xmlns:a16="http://schemas.microsoft.com/office/drawing/2014/main" id="{E67AF99A-5A27-48F2-A329-7DB04103E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149" y="81410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5" name="path-6693">
            <a:extLst xmlns:a="http://schemas.openxmlformats.org/drawingml/2006/main">
              <a:ext uri="{FF2B5EF4-FFF2-40B4-BE49-F238E27FC236}">
                <a16:creationId xmlns:a16="http://schemas.microsoft.com/office/drawing/2014/main" id="{9A3BFF14-6D7E-4230-BE6D-A1EE53E72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7491" y="81092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6" name="path-6694">
            <a:extLst xmlns:a="http://schemas.openxmlformats.org/drawingml/2006/main">
              <a:ext uri="{FF2B5EF4-FFF2-40B4-BE49-F238E27FC236}">
                <a16:creationId xmlns:a16="http://schemas.microsoft.com/office/drawing/2014/main" id="{6423459B-51D4-4FD2-A224-510E1B0EF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008" y="81256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7" name="path-6695">
            <a:extLst xmlns:a="http://schemas.openxmlformats.org/drawingml/2006/main">
              <a:ext uri="{FF2B5EF4-FFF2-40B4-BE49-F238E27FC236}">
                <a16:creationId xmlns:a16="http://schemas.microsoft.com/office/drawing/2014/main" id="{C7DD6DAF-A1C0-4B8E-9993-46E374D62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421" y="81574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8" name="path-6696">
            <a:extLst xmlns:a="http://schemas.openxmlformats.org/drawingml/2006/main">
              <a:ext uri="{FF2B5EF4-FFF2-40B4-BE49-F238E27FC236}">
                <a16:creationId xmlns:a16="http://schemas.microsoft.com/office/drawing/2014/main" id="{19326C0A-7587-42FC-967E-6A5ACA52A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022" y="81702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89" name="path-6697">
            <a:extLst xmlns:a="http://schemas.openxmlformats.org/drawingml/2006/main">
              <a:ext uri="{FF2B5EF4-FFF2-40B4-BE49-F238E27FC236}">
                <a16:creationId xmlns:a16="http://schemas.microsoft.com/office/drawing/2014/main" id="{4709B696-08E8-48D2-8E65-D86BF73F6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207" y="81107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0" name="path-6698">
            <a:extLst xmlns:a="http://schemas.openxmlformats.org/drawingml/2006/main">
              <a:ext uri="{FF2B5EF4-FFF2-40B4-BE49-F238E27FC236}">
                <a16:creationId xmlns:a16="http://schemas.microsoft.com/office/drawing/2014/main" id="{27A51394-F30D-42A5-BC08-D01DE831B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414" y="8143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1" name="path-6699">
            <a:extLst xmlns:a="http://schemas.openxmlformats.org/drawingml/2006/main">
              <a:ext uri="{FF2B5EF4-FFF2-40B4-BE49-F238E27FC236}">
                <a16:creationId xmlns:a16="http://schemas.microsoft.com/office/drawing/2014/main" id="{7035FA6B-D08F-4213-BE47-E7FD35CCE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950" y="81677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2" name="path-6700">
            <a:extLst xmlns:a="http://schemas.openxmlformats.org/drawingml/2006/main">
              <a:ext uri="{FF2B5EF4-FFF2-40B4-BE49-F238E27FC236}">
                <a16:creationId xmlns:a16="http://schemas.microsoft.com/office/drawing/2014/main" id="{A5563518-10D3-4B9F-B88A-987452DB3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697" y="81309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3" name="path-6701">
            <a:extLst xmlns:a="http://schemas.openxmlformats.org/drawingml/2006/main">
              <a:ext uri="{FF2B5EF4-FFF2-40B4-BE49-F238E27FC236}">
                <a16:creationId xmlns:a16="http://schemas.microsoft.com/office/drawing/2014/main" id="{D600E7B5-4E06-4D1A-8363-AC5685BFA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303" y="8141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4" name="path-6702">
            <a:extLst xmlns:a="http://schemas.openxmlformats.org/drawingml/2006/main">
              <a:ext uri="{FF2B5EF4-FFF2-40B4-BE49-F238E27FC236}">
                <a16:creationId xmlns:a16="http://schemas.microsoft.com/office/drawing/2014/main" id="{AD8BB3F9-F38E-4023-9246-EEBFDC86B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602" y="81596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5" name="path-6703">
            <a:extLst xmlns:a="http://schemas.openxmlformats.org/drawingml/2006/main">
              <a:ext uri="{FF2B5EF4-FFF2-40B4-BE49-F238E27FC236}">
                <a16:creationId xmlns:a16="http://schemas.microsoft.com/office/drawing/2014/main" id="{24E2FCC7-52E7-43D9-BC60-A5D90FB58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26" y="80958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6" name="path-6704">
            <a:extLst xmlns:a="http://schemas.openxmlformats.org/drawingml/2006/main">
              <a:ext uri="{FF2B5EF4-FFF2-40B4-BE49-F238E27FC236}">
                <a16:creationId xmlns:a16="http://schemas.microsoft.com/office/drawing/2014/main" id="{A2337ABF-7BC4-4361-B61F-2D4295B5A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547" y="81641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7" name="path-6705">
            <a:extLst xmlns:a="http://schemas.openxmlformats.org/drawingml/2006/main">
              <a:ext uri="{FF2B5EF4-FFF2-40B4-BE49-F238E27FC236}">
                <a16:creationId xmlns:a16="http://schemas.microsoft.com/office/drawing/2014/main" id="{FD7D593C-DD73-4853-8698-93BEE0E2F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246" y="8140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8" name="path-6706">
            <a:extLst xmlns:a="http://schemas.openxmlformats.org/drawingml/2006/main">
              <a:ext uri="{FF2B5EF4-FFF2-40B4-BE49-F238E27FC236}">
                <a16:creationId xmlns:a16="http://schemas.microsoft.com/office/drawing/2014/main" id="{D4F37A00-BFDE-476C-998A-7C4934D6A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5642" y="81212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99" name="path-6707">
            <a:extLst xmlns:a="http://schemas.openxmlformats.org/drawingml/2006/main">
              <a:ext uri="{FF2B5EF4-FFF2-40B4-BE49-F238E27FC236}">
                <a16:creationId xmlns:a16="http://schemas.microsoft.com/office/drawing/2014/main" id="{54709EBD-BB2C-42FB-8C22-4FF562901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782" y="81628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0" name="path-6708">
            <a:extLst xmlns:a="http://schemas.openxmlformats.org/drawingml/2006/main">
              <a:ext uri="{FF2B5EF4-FFF2-40B4-BE49-F238E27FC236}">
                <a16:creationId xmlns:a16="http://schemas.microsoft.com/office/drawing/2014/main" id="{430DDCDC-94F8-45E8-A825-5A939ED8C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970" y="81708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1" name="path-6709">
            <a:extLst xmlns:a="http://schemas.openxmlformats.org/drawingml/2006/main">
              <a:ext uri="{FF2B5EF4-FFF2-40B4-BE49-F238E27FC236}">
                <a16:creationId xmlns:a16="http://schemas.microsoft.com/office/drawing/2014/main" id="{D9170BCD-C724-4CAA-86E8-0A2A2DF70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627" y="81529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2" name="path-6710">
            <a:extLst xmlns:a="http://schemas.openxmlformats.org/drawingml/2006/main">
              <a:ext uri="{FF2B5EF4-FFF2-40B4-BE49-F238E27FC236}">
                <a16:creationId xmlns:a16="http://schemas.microsoft.com/office/drawing/2014/main" id="{56B3743A-4A92-439D-B114-64896ACA9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46675" y="81441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3" name="path-6711">
            <a:extLst xmlns:a="http://schemas.openxmlformats.org/drawingml/2006/main">
              <a:ext uri="{FF2B5EF4-FFF2-40B4-BE49-F238E27FC236}">
                <a16:creationId xmlns:a16="http://schemas.microsoft.com/office/drawing/2014/main" id="{5248F70A-2B6F-403B-B7AA-1E3764C26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300" y="81175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4" name="path-6712">
            <a:extLst xmlns:a="http://schemas.openxmlformats.org/drawingml/2006/main">
              <a:ext uri="{FF2B5EF4-FFF2-40B4-BE49-F238E27FC236}">
                <a16:creationId xmlns:a16="http://schemas.microsoft.com/office/drawing/2014/main" id="{104F7029-8820-4BD6-AA0A-F4DFB21F2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112" y="8161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5" name="path-6713">
            <a:extLst xmlns:a="http://schemas.openxmlformats.org/drawingml/2006/main">
              <a:ext uri="{FF2B5EF4-FFF2-40B4-BE49-F238E27FC236}">
                <a16:creationId xmlns:a16="http://schemas.microsoft.com/office/drawing/2014/main" id="{6E1FB724-C4EE-4C15-A766-B6F96F2FB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938" y="81474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6" name="path-6714">
            <a:extLst xmlns:a="http://schemas.openxmlformats.org/drawingml/2006/main">
              <a:ext uri="{FF2B5EF4-FFF2-40B4-BE49-F238E27FC236}">
                <a16:creationId xmlns:a16="http://schemas.microsoft.com/office/drawing/2014/main" id="{3A3DA851-F8DE-4E26-9D5F-3DC92E1AA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2629" y="81204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7" name="path-6715">
            <a:extLst xmlns:a="http://schemas.openxmlformats.org/drawingml/2006/main">
              <a:ext uri="{FF2B5EF4-FFF2-40B4-BE49-F238E27FC236}">
                <a16:creationId xmlns:a16="http://schemas.microsoft.com/office/drawing/2014/main" id="{8987345C-0C57-4418-80ED-5B7958D21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122" y="81280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8" name="path-6716">
            <a:extLst xmlns:a="http://schemas.openxmlformats.org/drawingml/2006/main">
              <a:ext uri="{FF2B5EF4-FFF2-40B4-BE49-F238E27FC236}">
                <a16:creationId xmlns:a16="http://schemas.microsoft.com/office/drawing/2014/main" id="{720B2B5E-8FDB-41F3-936E-43DB717B4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207" y="81193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09" name="path-6717">
            <a:extLst xmlns:a="http://schemas.openxmlformats.org/drawingml/2006/main">
              <a:ext uri="{FF2B5EF4-FFF2-40B4-BE49-F238E27FC236}">
                <a16:creationId xmlns:a16="http://schemas.microsoft.com/office/drawing/2014/main" id="{600AC038-B822-47F1-BB5A-10E99291D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425" y="81251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0" name="path-6718">
            <a:extLst xmlns:a="http://schemas.openxmlformats.org/drawingml/2006/main">
              <a:ext uri="{FF2B5EF4-FFF2-40B4-BE49-F238E27FC236}">
                <a16:creationId xmlns:a16="http://schemas.microsoft.com/office/drawing/2014/main" id="{9D720D9C-A3E0-4E47-9998-FE865FD11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044" y="81135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1" name="path-6719">
            <a:extLst xmlns:a="http://schemas.openxmlformats.org/drawingml/2006/main">
              <a:ext uri="{FF2B5EF4-FFF2-40B4-BE49-F238E27FC236}">
                <a16:creationId xmlns:a16="http://schemas.microsoft.com/office/drawing/2014/main" id="{211BA063-6089-4A9F-AEE7-E871461EA4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88" y="81809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2" name="path-6720">
            <a:extLst xmlns:a="http://schemas.openxmlformats.org/drawingml/2006/main">
              <a:ext uri="{FF2B5EF4-FFF2-40B4-BE49-F238E27FC236}">
                <a16:creationId xmlns:a16="http://schemas.microsoft.com/office/drawing/2014/main" id="{D7E2DB99-12F4-43DC-999C-1418C7CD3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390" y="81420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3" name="path-6721">
            <a:extLst xmlns:a="http://schemas.openxmlformats.org/drawingml/2006/main">
              <a:ext uri="{FF2B5EF4-FFF2-40B4-BE49-F238E27FC236}">
                <a16:creationId xmlns:a16="http://schemas.microsoft.com/office/drawing/2014/main" id="{8464A6AD-BFC0-4FCF-915B-BE2B2F5F5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910" y="81693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4" name="path-6722">
            <a:extLst xmlns:a="http://schemas.openxmlformats.org/drawingml/2006/main">
              <a:ext uri="{FF2B5EF4-FFF2-40B4-BE49-F238E27FC236}">
                <a16:creationId xmlns:a16="http://schemas.microsoft.com/office/drawing/2014/main" id="{48D2F777-AC9A-45E0-8BC0-3DDE7CD4E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800" y="81515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5" name="path-6723">
            <a:extLst xmlns:a="http://schemas.openxmlformats.org/drawingml/2006/main">
              <a:ext uri="{FF2B5EF4-FFF2-40B4-BE49-F238E27FC236}">
                <a16:creationId xmlns:a16="http://schemas.microsoft.com/office/drawing/2014/main" id="{52A6B69C-90B9-45BD-92B0-513C506E4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457" y="81602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6" name="path-6724">
            <a:extLst xmlns:a="http://schemas.openxmlformats.org/drawingml/2006/main">
              <a:ext uri="{FF2B5EF4-FFF2-40B4-BE49-F238E27FC236}">
                <a16:creationId xmlns:a16="http://schemas.microsoft.com/office/drawing/2014/main" id="{0DA33D9C-F7FE-46BA-AE39-3E417650D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2262" y="81641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7" name="path-6725">
            <a:extLst xmlns:a="http://schemas.openxmlformats.org/drawingml/2006/main">
              <a:ext uri="{FF2B5EF4-FFF2-40B4-BE49-F238E27FC236}">
                <a16:creationId xmlns:a16="http://schemas.microsoft.com/office/drawing/2014/main" id="{4972E6A4-5291-4121-9B6C-214BF3104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31" y="8147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8" name="path-6726">
            <a:extLst xmlns:a="http://schemas.openxmlformats.org/drawingml/2006/main">
              <a:ext uri="{FF2B5EF4-FFF2-40B4-BE49-F238E27FC236}">
                <a16:creationId xmlns:a16="http://schemas.microsoft.com/office/drawing/2014/main" id="{CC077556-A760-4712-A0FF-1D76F3F09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444" y="8162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19" name="path-6727">
            <a:extLst xmlns:a="http://schemas.openxmlformats.org/drawingml/2006/main">
              <a:ext uri="{FF2B5EF4-FFF2-40B4-BE49-F238E27FC236}">
                <a16:creationId xmlns:a16="http://schemas.microsoft.com/office/drawing/2014/main" id="{62290BAB-AAB1-4BBE-AEA4-679FEDA0E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1" y="81383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0" name="path-6728">
            <a:extLst xmlns:a="http://schemas.openxmlformats.org/drawingml/2006/main">
              <a:ext uri="{FF2B5EF4-FFF2-40B4-BE49-F238E27FC236}">
                <a16:creationId xmlns:a16="http://schemas.microsoft.com/office/drawing/2014/main" id="{31C06E90-0252-48A0-924E-EA6BE9312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314" y="8152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1" name="path-6729">
            <a:extLst xmlns:a="http://schemas.openxmlformats.org/drawingml/2006/main">
              <a:ext uri="{FF2B5EF4-FFF2-40B4-BE49-F238E27FC236}">
                <a16:creationId xmlns:a16="http://schemas.microsoft.com/office/drawing/2014/main" id="{27C6D6BB-D4BA-466F-9C99-59FA27C9B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253" y="81544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2" name="path-6730">
            <a:extLst xmlns:a="http://schemas.openxmlformats.org/drawingml/2006/main">
              <a:ext uri="{FF2B5EF4-FFF2-40B4-BE49-F238E27FC236}">
                <a16:creationId xmlns:a16="http://schemas.microsoft.com/office/drawing/2014/main" id="{D7A43F49-30E9-4463-9596-F52C582F71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87" y="81295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3" name="path-6731">
            <a:extLst xmlns:a="http://schemas.openxmlformats.org/drawingml/2006/main">
              <a:ext uri="{FF2B5EF4-FFF2-40B4-BE49-F238E27FC236}">
                <a16:creationId xmlns:a16="http://schemas.microsoft.com/office/drawing/2014/main" id="{695A8231-CCF0-4360-A168-CA6A866AC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2370" y="81057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4" name="path-6732">
            <a:extLst xmlns:a="http://schemas.openxmlformats.org/drawingml/2006/main">
              <a:ext uri="{FF2B5EF4-FFF2-40B4-BE49-F238E27FC236}">
                <a16:creationId xmlns:a16="http://schemas.microsoft.com/office/drawing/2014/main" id="{2A9A08CC-F5C8-4687-BDFE-DEE57095A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395" y="81538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5" name="path-6733">
            <a:extLst xmlns:a="http://schemas.openxmlformats.org/drawingml/2006/main">
              <a:ext uri="{FF2B5EF4-FFF2-40B4-BE49-F238E27FC236}">
                <a16:creationId xmlns:a16="http://schemas.microsoft.com/office/drawing/2014/main" id="{E6CBE8D4-93FC-4FF0-848B-2D9A478BF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920" y="8132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6" name="path-6734">
            <a:extLst xmlns:a="http://schemas.openxmlformats.org/drawingml/2006/main">
              <a:ext uri="{FF2B5EF4-FFF2-40B4-BE49-F238E27FC236}">
                <a16:creationId xmlns:a16="http://schemas.microsoft.com/office/drawing/2014/main" id="{4D27B179-F70D-461E-A1FE-46B77AEB6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404" y="81277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7" name="path-6735">
            <a:extLst xmlns:a="http://schemas.openxmlformats.org/drawingml/2006/main">
              <a:ext uri="{FF2B5EF4-FFF2-40B4-BE49-F238E27FC236}">
                <a16:creationId xmlns:a16="http://schemas.microsoft.com/office/drawing/2014/main" id="{B556389C-25E6-42C3-AC5F-6E4781871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59" y="81230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8" name="path-6736">
            <a:extLst xmlns:a="http://schemas.openxmlformats.org/drawingml/2006/main">
              <a:ext uri="{FF2B5EF4-FFF2-40B4-BE49-F238E27FC236}">
                <a16:creationId xmlns:a16="http://schemas.microsoft.com/office/drawing/2014/main" id="{466BEC27-6EA3-4125-8210-A6F59AE33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369" y="81300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29" name="path-6737">
            <a:extLst xmlns:a="http://schemas.openxmlformats.org/drawingml/2006/main">
              <a:ext uri="{FF2B5EF4-FFF2-40B4-BE49-F238E27FC236}">
                <a16:creationId xmlns:a16="http://schemas.microsoft.com/office/drawing/2014/main" id="{9386132B-4419-4D80-9DB6-3CFA89CDF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681" y="81528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0" name="path-6738">
            <a:extLst xmlns:a="http://schemas.openxmlformats.org/drawingml/2006/main">
              <a:ext uri="{FF2B5EF4-FFF2-40B4-BE49-F238E27FC236}">
                <a16:creationId xmlns:a16="http://schemas.microsoft.com/office/drawing/2014/main" id="{BF1573FF-A803-463A-841D-85A11FBC1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7287" y="81730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1" name="path-6739">
            <a:extLst xmlns:a="http://schemas.openxmlformats.org/drawingml/2006/main">
              <a:ext uri="{FF2B5EF4-FFF2-40B4-BE49-F238E27FC236}">
                <a16:creationId xmlns:a16="http://schemas.microsoft.com/office/drawing/2014/main" id="{3E5B048B-398F-4588-9A0C-44EAE62DC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368" y="81294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2" name="path-6740">
            <a:extLst xmlns:a="http://schemas.openxmlformats.org/drawingml/2006/main">
              <a:ext uri="{FF2B5EF4-FFF2-40B4-BE49-F238E27FC236}">
                <a16:creationId xmlns:a16="http://schemas.microsoft.com/office/drawing/2014/main" id="{83FAE49E-A1B0-4098-B316-B9D4A5015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747" y="81484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3" name="path-6741">
            <a:extLst xmlns:a="http://schemas.openxmlformats.org/drawingml/2006/main">
              <a:ext uri="{FF2B5EF4-FFF2-40B4-BE49-F238E27FC236}">
                <a16:creationId xmlns:a16="http://schemas.microsoft.com/office/drawing/2014/main" id="{280374F1-255B-4B59-B598-9767DF1C11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79" y="81487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4" name="path-6742">
            <a:extLst xmlns:a="http://schemas.openxmlformats.org/drawingml/2006/main">
              <a:ext uri="{FF2B5EF4-FFF2-40B4-BE49-F238E27FC236}">
                <a16:creationId xmlns:a16="http://schemas.microsoft.com/office/drawing/2014/main" id="{30AA3056-23A5-4BEF-A720-F7D7D3433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1343" y="81478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5" name="path-6743">
            <a:extLst xmlns:a="http://schemas.openxmlformats.org/drawingml/2006/main">
              <a:ext uri="{FF2B5EF4-FFF2-40B4-BE49-F238E27FC236}">
                <a16:creationId xmlns:a16="http://schemas.microsoft.com/office/drawing/2014/main" id="{354C2E2B-4B95-45CF-BA0D-7E55112D5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562" y="81371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6" name="path-6744">
            <a:extLst xmlns:a="http://schemas.openxmlformats.org/drawingml/2006/main">
              <a:ext uri="{FF2B5EF4-FFF2-40B4-BE49-F238E27FC236}">
                <a16:creationId xmlns:a16="http://schemas.microsoft.com/office/drawing/2014/main" id="{D5E8C1C2-DB76-4F0A-A02E-44B30ACA89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609" y="81606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7" name="path-6745">
            <a:extLst xmlns:a="http://schemas.openxmlformats.org/drawingml/2006/main">
              <a:ext uri="{FF2B5EF4-FFF2-40B4-BE49-F238E27FC236}">
                <a16:creationId xmlns:a16="http://schemas.microsoft.com/office/drawing/2014/main" id="{6C350088-3DC9-4101-B44F-84EFA881C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3892" y="8178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8" name="path-6746">
            <a:extLst xmlns:a="http://schemas.openxmlformats.org/drawingml/2006/main">
              <a:ext uri="{FF2B5EF4-FFF2-40B4-BE49-F238E27FC236}">
                <a16:creationId xmlns:a16="http://schemas.microsoft.com/office/drawing/2014/main" id="{0E8BCA24-2459-4629-9B2A-55E359706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4008" y="81375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39" name="path-6747">
            <a:extLst xmlns:a="http://schemas.openxmlformats.org/drawingml/2006/main">
              <a:ext uri="{FF2B5EF4-FFF2-40B4-BE49-F238E27FC236}">
                <a16:creationId xmlns:a16="http://schemas.microsoft.com/office/drawing/2014/main" id="{A3647CEE-EE9D-4C1F-B2A2-F2B27D0E0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538" y="81759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0" name="path-6748">
            <a:extLst xmlns:a="http://schemas.openxmlformats.org/drawingml/2006/main">
              <a:ext uri="{FF2B5EF4-FFF2-40B4-BE49-F238E27FC236}">
                <a16:creationId xmlns:a16="http://schemas.microsoft.com/office/drawing/2014/main" id="{11C1805B-A2B1-40AA-8478-FB40DEF48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5218" y="81519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1" name="path-6749">
            <a:extLst xmlns:a="http://schemas.openxmlformats.org/drawingml/2006/main">
              <a:ext uri="{FF2B5EF4-FFF2-40B4-BE49-F238E27FC236}">
                <a16:creationId xmlns:a16="http://schemas.microsoft.com/office/drawing/2014/main" id="{ED588FF1-C9D1-4B60-BEAB-178C97C34D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590" y="81650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2" name="path-6750">
            <a:extLst xmlns:a="http://schemas.openxmlformats.org/drawingml/2006/main">
              <a:ext uri="{FF2B5EF4-FFF2-40B4-BE49-F238E27FC236}">
                <a16:creationId xmlns:a16="http://schemas.microsoft.com/office/drawing/2014/main" id="{1E4F514C-D23B-481E-A337-AB5B5D502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769" y="81350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3" name="path-6751">
            <a:extLst xmlns:a="http://schemas.openxmlformats.org/drawingml/2006/main">
              <a:ext uri="{FF2B5EF4-FFF2-40B4-BE49-F238E27FC236}">
                <a16:creationId xmlns:a16="http://schemas.microsoft.com/office/drawing/2014/main" id="{E02426EA-1506-4C55-9D99-A04A26E73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189" y="81528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4" name="path-6752">
            <a:extLst xmlns:a="http://schemas.openxmlformats.org/drawingml/2006/main">
              <a:ext uri="{FF2B5EF4-FFF2-40B4-BE49-F238E27FC236}">
                <a16:creationId xmlns:a16="http://schemas.microsoft.com/office/drawing/2014/main" id="{980BDD46-80DE-4D83-A438-1430440A6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2140" y="81752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5" name="path-6753">
            <a:extLst xmlns:a="http://schemas.openxmlformats.org/drawingml/2006/main">
              <a:ext uri="{FF2B5EF4-FFF2-40B4-BE49-F238E27FC236}">
                <a16:creationId xmlns:a16="http://schemas.microsoft.com/office/drawing/2014/main" id="{7B634ED7-703A-42AF-9AAA-1B9DA96EF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014" y="81570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6" name="path-6754">
            <a:extLst xmlns:a="http://schemas.openxmlformats.org/drawingml/2006/main">
              <a:ext uri="{FF2B5EF4-FFF2-40B4-BE49-F238E27FC236}">
                <a16:creationId xmlns:a16="http://schemas.microsoft.com/office/drawing/2014/main" id="{F6DACBDB-A9EC-4DAD-9AEE-3F43184C5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8490" y="81429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7" name="path-6755">
            <a:extLst xmlns:a="http://schemas.openxmlformats.org/drawingml/2006/main">
              <a:ext uri="{FF2B5EF4-FFF2-40B4-BE49-F238E27FC236}">
                <a16:creationId xmlns:a16="http://schemas.microsoft.com/office/drawing/2014/main" id="{3642F97A-8E3B-4045-B097-4466BF169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542" y="81649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8" name="path-6756">
            <a:extLst xmlns:a="http://schemas.openxmlformats.org/drawingml/2006/main">
              <a:ext uri="{FF2B5EF4-FFF2-40B4-BE49-F238E27FC236}">
                <a16:creationId xmlns:a16="http://schemas.microsoft.com/office/drawing/2014/main" id="{9BB0F136-0307-45C2-B83F-D03B6A0FA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841" y="81619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9" name="path-6757">
            <a:extLst xmlns:a="http://schemas.openxmlformats.org/drawingml/2006/main">
              <a:ext uri="{FF2B5EF4-FFF2-40B4-BE49-F238E27FC236}">
                <a16:creationId xmlns:a16="http://schemas.microsoft.com/office/drawing/2014/main" id="{7ABCF3BD-D1D9-47B8-8BC8-F4FC0A8B5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942" y="81218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0" name="path-6758">
            <a:extLst xmlns:a="http://schemas.openxmlformats.org/drawingml/2006/main">
              <a:ext uri="{FF2B5EF4-FFF2-40B4-BE49-F238E27FC236}">
                <a16:creationId xmlns:a16="http://schemas.microsoft.com/office/drawing/2014/main" id="{BC0041DB-8EB9-4382-B229-0C90445FE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178" y="81271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1" name="path-6759">
            <a:extLst xmlns:a="http://schemas.openxmlformats.org/drawingml/2006/main">
              <a:ext uri="{FF2B5EF4-FFF2-40B4-BE49-F238E27FC236}">
                <a16:creationId xmlns:a16="http://schemas.microsoft.com/office/drawing/2014/main" id="{516689EF-46CA-491D-90C8-EA4A73E28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3117" y="81509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2" name="path-6760">
            <a:extLst xmlns:a="http://schemas.openxmlformats.org/drawingml/2006/main">
              <a:ext uri="{FF2B5EF4-FFF2-40B4-BE49-F238E27FC236}">
                <a16:creationId xmlns:a16="http://schemas.microsoft.com/office/drawing/2014/main" id="{CAB63C8B-3F61-45A9-B0C4-56393A8F5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46" y="81842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3" name="path-6761">
            <a:extLst xmlns:a="http://schemas.openxmlformats.org/drawingml/2006/main">
              <a:ext uri="{FF2B5EF4-FFF2-40B4-BE49-F238E27FC236}">
                <a16:creationId xmlns:a16="http://schemas.microsoft.com/office/drawing/2014/main" id="{0F5369DC-E29D-40CD-B3B9-B477FAC0E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810" y="8144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4" name="path-6762">
            <a:extLst xmlns:a="http://schemas.openxmlformats.org/drawingml/2006/main">
              <a:ext uri="{FF2B5EF4-FFF2-40B4-BE49-F238E27FC236}">
                <a16:creationId xmlns:a16="http://schemas.microsoft.com/office/drawing/2014/main" id="{085FED34-320E-4A61-8296-CED6E498B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9064" y="81335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5" name="path-6763">
            <a:extLst xmlns:a="http://schemas.openxmlformats.org/drawingml/2006/main">
              <a:ext uri="{FF2B5EF4-FFF2-40B4-BE49-F238E27FC236}">
                <a16:creationId xmlns:a16="http://schemas.microsoft.com/office/drawing/2014/main" id="{A3D260CE-E1B5-4BCD-ABAD-435587AA7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107" y="81528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6" name="path-6764">
            <a:extLst xmlns:a="http://schemas.openxmlformats.org/drawingml/2006/main">
              <a:ext uri="{FF2B5EF4-FFF2-40B4-BE49-F238E27FC236}">
                <a16:creationId xmlns:a16="http://schemas.microsoft.com/office/drawing/2014/main" id="{11235235-9CBF-4060-91B0-6A5351E8B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140" y="81114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7" name="path-6765">
            <a:extLst xmlns:a="http://schemas.openxmlformats.org/drawingml/2006/main">
              <a:ext uri="{FF2B5EF4-FFF2-40B4-BE49-F238E27FC236}">
                <a16:creationId xmlns:a16="http://schemas.microsoft.com/office/drawing/2014/main" id="{DC869997-DD1B-4427-9BBC-EED43C5E3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272" y="81476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8" name="path-6766">
            <a:extLst xmlns:a="http://schemas.openxmlformats.org/drawingml/2006/main">
              <a:ext uri="{FF2B5EF4-FFF2-40B4-BE49-F238E27FC236}">
                <a16:creationId xmlns:a16="http://schemas.microsoft.com/office/drawing/2014/main" id="{45B0765D-4A8A-4E34-BE2A-3656B0253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417" y="81500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59" name="path-6767">
            <a:extLst xmlns:a="http://schemas.openxmlformats.org/drawingml/2006/main">
              <a:ext uri="{FF2B5EF4-FFF2-40B4-BE49-F238E27FC236}">
                <a16:creationId xmlns:a16="http://schemas.microsoft.com/office/drawing/2014/main" id="{BA0210A4-9237-452E-B792-381F4A3CB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5478" y="81807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0" name="path-6768">
            <a:extLst xmlns:a="http://schemas.openxmlformats.org/drawingml/2006/main">
              <a:ext uri="{FF2B5EF4-FFF2-40B4-BE49-F238E27FC236}">
                <a16:creationId xmlns:a16="http://schemas.microsoft.com/office/drawing/2014/main" id="{999D04FB-9D8B-4B69-A6F3-F7060626E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457" y="81450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1" name="path-6769">
            <a:extLst xmlns:a="http://schemas.openxmlformats.org/drawingml/2006/main">
              <a:ext uri="{FF2B5EF4-FFF2-40B4-BE49-F238E27FC236}">
                <a16:creationId xmlns:a16="http://schemas.microsoft.com/office/drawing/2014/main" id="{791BE5C1-FAB4-4F67-A56B-78777527D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818" y="81435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2" name="path-6770">
            <a:extLst xmlns:a="http://schemas.openxmlformats.org/drawingml/2006/main">
              <a:ext uri="{FF2B5EF4-FFF2-40B4-BE49-F238E27FC236}">
                <a16:creationId xmlns:a16="http://schemas.microsoft.com/office/drawing/2014/main" id="{DDDA21E3-560D-44AB-B624-CE4FA61AA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1087" y="81546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3" name="path-6771">
            <a:extLst xmlns:a="http://schemas.openxmlformats.org/drawingml/2006/main">
              <a:ext uri="{FF2B5EF4-FFF2-40B4-BE49-F238E27FC236}">
                <a16:creationId xmlns:a16="http://schemas.microsoft.com/office/drawing/2014/main" id="{59CA2414-E565-439A-95D9-DB0CC60A0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48" y="81241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4" name="path-6772">
            <a:extLst xmlns:a="http://schemas.openxmlformats.org/drawingml/2006/main">
              <a:ext uri="{FF2B5EF4-FFF2-40B4-BE49-F238E27FC236}">
                <a16:creationId xmlns:a16="http://schemas.microsoft.com/office/drawing/2014/main" id="{FEE5CA6C-E4D6-4B43-8BF0-C70213369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674" y="81452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5" name="path-6773">
            <a:extLst xmlns:a="http://schemas.openxmlformats.org/drawingml/2006/main">
              <a:ext uri="{FF2B5EF4-FFF2-40B4-BE49-F238E27FC236}">
                <a16:creationId xmlns:a16="http://schemas.microsoft.com/office/drawing/2014/main" id="{732445B4-4B7F-462E-B837-66EF1EC79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8884" y="81483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6" name="path-6774">
            <a:extLst xmlns:a="http://schemas.openxmlformats.org/drawingml/2006/main">
              <a:ext uri="{FF2B5EF4-FFF2-40B4-BE49-F238E27FC236}">
                <a16:creationId xmlns:a16="http://schemas.microsoft.com/office/drawing/2014/main" id="{3D5BA0F5-2608-483E-A8E0-9FAEC297F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7" y="81179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7" name="path-6775">
            <a:extLst xmlns:a="http://schemas.openxmlformats.org/drawingml/2006/main">
              <a:ext uri="{FF2B5EF4-FFF2-40B4-BE49-F238E27FC236}">
                <a16:creationId xmlns:a16="http://schemas.microsoft.com/office/drawing/2014/main" id="{FD1639C5-A45E-4860-9882-C187D2C00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862" y="81171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8" name="path-6776">
            <a:extLst xmlns:a="http://schemas.openxmlformats.org/drawingml/2006/main">
              <a:ext uri="{FF2B5EF4-FFF2-40B4-BE49-F238E27FC236}">
                <a16:creationId xmlns:a16="http://schemas.microsoft.com/office/drawing/2014/main" id="{185EDDE5-B969-41C9-8FD6-E89959317E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115" y="81356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69" name="path-6777">
            <a:extLst xmlns:a="http://schemas.openxmlformats.org/drawingml/2006/main">
              <a:ext uri="{FF2B5EF4-FFF2-40B4-BE49-F238E27FC236}">
                <a16:creationId xmlns:a16="http://schemas.microsoft.com/office/drawing/2014/main" id="{009EE182-9AF4-4602-A215-9AA1543BE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501" y="81585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0" name="path-6778">
            <a:extLst xmlns:a="http://schemas.openxmlformats.org/drawingml/2006/main">
              <a:ext uri="{FF2B5EF4-FFF2-40B4-BE49-F238E27FC236}">
                <a16:creationId xmlns:a16="http://schemas.microsoft.com/office/drawing/2014/main" id="{A7659454-9E80-4879-BEF8-30ECDF0AB3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8889" y="81331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1" name="path-6779">
            <a:extLst xmlns:a="http://schemas.openxmlformats.org/drawingml/2006/main">
              <a:ext uri="{FF2B5EF4-FFF2-40B4-BE49-F238E27FC236}">
                <a16:creationId xmlns:a16="http://schemas.microsoft.com/office/drawing/2014/main" id="{00309B69-C483-49E3-9AD5-A15D53949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101" y="81595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2" name="path-6780">
            <a:extLst xmlns:a="http://schemas.openxmlformats.org/drawingml/2006/main">
              <a:ext uri="{FF2B5EF4-FFF2-40B4-BE49-F238E27FC236}">
                <a16:creationId xmlns:a16="http://schemas.microsoft.com/office/drawing/2014/main" id="{F4CCD3C0-A1B1-4B6B-ACC7-11EEB5AB9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5" y="81237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3" name="path-6781">
            <a:extLst xmlns:a="http://schemas.openxmlformats.org/drawingml/2006/main">
              <a:ext uri="{FF2B5EF4-FFF2-40B4-BE49-F238E27FC236}">
                <a16:creationId xmlns:a16="http://schemas.microsoft.com/office/drawing/2014/main" id="{85844BA5-497C-405B-961E-BC909D1D0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820" y="81508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4" name="path-6782">
            <a:extLst xmlns:a="http://schemas.openxmlformats.org/drawingml/2006/main">
              <a:ext uri="{FF2B5EF4-FFF2-40B4-BE49-F238E27FC236}">
                <a16:creationId xmlns:a16="http://schemas.microsoft.com/office/drawing/2014/main" id="{D26758BF-8536-47E3-AC5C-86DEF7816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949" y="81302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5" name="path-6783">
            <a:extLst xmlns:a="http://schemas.openxmlformats.org/drawingml/2006/main">
              <a:ext uri="{FF2B5EF4-FFF2-40B4-BE49-F238E27FC236}">
                <a16:creationId xmlns:a16="http://schemas.microsoft.com/office/drawing/2014/main" id="{E8F71E95-76D3-43E9-B84E-DDE166424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515" y="8158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6" name="path-6784">
            <a:extLst xmlns:a="http://schemas.openxmlformats.org/drawingml/2006/main">
              <a:ext uri="{FF2B5EF4-FFF2-40B4-BE49-F238E27FC236}">
                <a16:creationId xmlns:a16="http://schemas.microsoft.com/office/drawing/2014/main" id="{6525D4A8-7F81-4D7E-B467-AE16E0048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050" y="81403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7" name="path-6785">
            <a:extLst xmlns:a="http://schemas.openxmlformats.org/drawingml/2006/main">
              <a:ext uri="{FF2B5EF4-FFF2-40B4-BE49-F238E27FC236}">
                <a16:creationId xmlns:a16="http://schemas.microsoft.com/office/drawing/2014/main" id="{F8712832-ED10-473D-857D-08FB60DEE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63" y="8143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8" name="path-6786">
            <a:extLst xmlns:a="http://schemas.openxmlformats.org/drawingml/2006/main">
              <a:ext uri="{FF2B5EF4-FFF2-40B4-BE49-F238E27FC236}">
                <a16:creationId xmlns:a16="http://schemas.microsoft.com/office/drawing/2014/main" id="{4BFF2033-3F26-4AD9-8E23-18C1A7DCC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890" y="81384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79" name="path-6787">
            <a:extLst xmlns:a="http://schemas.openxmlformats.org/drawingml/2006/main">
              <a:ext uri="{FF2B5EF4-FFF2-40B4-BE49-F238E27FC236}">
                <a16:creationId xmlns:a16="http://schemas.microsoft.com/office/drawing/2014/main" id="{E6A5DF28-32AB-4D20-907A-E07F8D3F3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693" y="8138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0" name="path-6788">
            <a:extLst xmlns:a="http://schemas.openxmlformats.org/drawingml/2006/main">
              <a:ext uri="{FF2B5EF4-FFF2-40B4-BE49-F238E27FC236}">
                <a16:creationId xmlns:a16="http://schemas.microsoft.com/office/drawing/2014/main" id="{5B587120-77B0-48A8-B1ED-05085B361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9415" y="81299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1" name="path-6789">
            <a:extLst xmlns:a="http://schemas.openxmlformats.org/drawingml/2006/main">
              <a:ext uri="{FF2B5EF4-FFF2-40B4-BE49-F238E27FC236}">
                <a16:creationId xmlns:a16="http://schemas.microsoft.com/office/drawing/2014/main" id="{E95AE62A-898A-4ACD-A9D0-76C01BE92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124" y="81628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2" name="path-6790">
            <a:extLst xmlns:a="http://schemas.openxmlformats.org/drawingml/2006/main">
              <a:ext uri="{FF2B5EF4-FFF2-40B4-BE49-F238E27FC236}">
                <a16:creationId xmlns:a16="http://schemas.microsoft.com/office/drawing/2014/main" id="{E00009F6-1130-45C2-9095-EEC8288C1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65" y="81679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3" name="path-6791">
            <a:extLst xmlns:a="http://schemas.openxmlformats.org/drawingml/2006/main">
              <a:ext uri="{FF2B5EF4-FFF2-40B4-BE49-F238E27FC236}">
                <a16:creationId xmlns:a16="http://schemas.microsoft.com/office/drawing/2014/main" id="{70280B91-9AC3-4754-8CF7-2B8B4C831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684" y="81260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4" name="path-6792">
            <a:extLst xmlns:a="http://schemas.openxmlformats.org/drawingml/2006/main">
              <a:ext uri="{FF2B5EF4-FFF2-40B4-BE49-F238E27FC236}">
                <a16:creationId xmlns:a16="http://schemas.microsoft.com/office/drawing/2014/main" id="{64905051-DCE3-49FC-9C13-CB6001DE6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616" y="81455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5" name="path-6793">
            <a:extLst xmlns:a="http://schemas.openxmlformats.org/drawingml/2006/main">
              <a:ext uri="{FF2B5EF4-FFF2-40B4-BE49-F238E27FC236}">
                <a16:creationId xmlns:a16="http://schemas.microsoft.com/office/drawing/2014/main" id="{2E751F1F-5BC0-460A-BF32-A6737194E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305" y="81574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6" name="path-6794">
            <a:extLst xmlns:a="http://schemas.openxmlformats.org/drawingml/2006/main">
              <a:ext uri="{FF2B5EF4-FFF2-40B4-BE49-F238E27FC236}">
                <a16:creationId xmlns:a16="http://schemas.microsoft.com/office/drawing/2014/main" id="{5A13BA2C-6AD1-4C7A-B9FB-3BEF0D5F1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030" y="81355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7" name="path-6795">
            <a:extLst xmlns:a="http://schemas.openxmlformats.org/drawingml/2006/main">
              <a:ext uri="{FF2B5EF4-FFF2-40B4-BE49-F238E27FC236}">
                <a16:creationId xmlns:a16="http://schemas.microsoft.com/office/drawing/2014/main" id="{D647CF93-23B2-4666-8402-7FEC3EDFD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451" y="81255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8" name="path-6796">
            <a:extLst xmlns:a="http://schemas.openxmlformats.org/drawingml/2006/main">
              <a:ext uri="{FF2B5EF4-FFF2-40B4-BE49-F238E27FC236}">
                <a16:creationId xmlns:a16="http://schemas.microsoft.com/office/drawing/2014/main" id="{D228600E-AAE8-4FD7-B950-BC7B9C79D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466" y="80989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89" name="path-6797">
            <a:extLst xmlns:a="http://schemas.openxmlformats.org/drawingml/2006/main">
              <a:ext uri="{FF2B5EF4-FFF2-40B4-BE49-F238E27FC236}">
                <a16:creationId xmlns:a16="http://schemas.microsoft.com/office/drawing/2014/main" id="{D5A49E91-9E96-4C22-8605-5376F0897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368" y="81364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0" name="path-6798">
            <a:extLst xmlns:a="http://schemas.openxmlformats.org/drawingml/2006/main">
              <a:ext uri="{FF2B5EF4-FFF2-40B4-BE49-F238E27FC236}">
                <a16:creationId xmlns:a16="http://schemas.microsoft.com/office/drawing/2014/main" id="{7258278E-64DD-4A01-BA27-4F181927D6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858" y="81249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1" name="path-6799">
            <a:extLst xmlns:a="http://schemas.openxmlformats.org/drawingml/2006/main">
              <a:ext uri="{FF2B5EF4-FFF2-40B4-BE49-F238E27FC236}">
                <a16:creationId xmlns:a16="http://schemas.microsoft.com/office/drawing/2014/main" id="{235DD0F7-C955-4675-9C16-5F582563B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681" y="8132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2" name="path-6800">
            <a:extLst xmlns:a="http://schemas.openxmlformats.org/drawingml/2006/main">
              <a:ext uri="{FF2B5EF4-FFF2-40B4-BE49-F238E27FC236}">
                <a16:creationId xmlns:a16="http://schemas.microsoft.com/office/drawing/2014/main" id="{05BF6582-0BD2-4425-9931-3AC7099EB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521" y="81326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3" name="path-6801">
            <a:extLst xmlns:a="http://schemas.openxmlformats.org/drawingml/2006/main">
              <a:ext uri="{FF2B5EF4-FFF2-40B4-BE49-F238E27FC236}">
                <a16:creationId xmlns:a16="http://schemas.microsoft.com/office/drawing/2014/main" id="{98F25B61-BDE2-4106-B1AB-FC419DDBD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794" y="81335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4" name="path-6802">
            <a:extLst xmlns:a="http://schemas.openxmlformats.org/drawingml/2006/main">
              <a:ext uri="{FF2B5EF4-FFF2-40B4-BE49-F238E27FC236}">
                <a16:creationId xmlns:a16="http://schemas.microsoft.com/office/drawing/2014/main" id="{47771B58-248C-4E09-B29C-83F765653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214" y="81701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5" name="path-6803">
            <a:extLst xmlns:a="http://schemas.openxmlformats.org/drawingml/2006/main">
              <a:ext uri="{FF2B5EF4-FFF2-40B4-BE49-F238E27FC236}">
                <a16:creationId xmlns:a16="http://schemas.microsoft.com/office/drawing/2014/main" id="{DA631415-450A-41FA-B502-F6F332643B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7990" y="81438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6" name="path-6804">
            <a:extLst xmlns:a="http://schemas.openxmlformats.org/drawingml/2006/main">
              <a:ext uri="{FF2B5EF4-FFF2-40B4-BE49-F238E27FC236}">
                <a16:creationId xmlns:a16="http://schemas.microsoft.com/office/drawing/2014/main" id="{F0305344-2BD2-4EC8-878C-7EDA0F7B2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9808" y="81581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7" name="path-6805">
            <a:extLst xmlns:a="http://schemas.openxmlformats.org/drawingml/2006/main">
              <a:ext uri="{FF2B5EF4-FFF2-40B4-BE49-F238E27FC236}">
                <a16:creationId xmlns:a16="http://schemas.microsoft.com/office/drawing/2014/main" id="{608DD265-7F8B-4129-A14A-485DDD49A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031" y="81343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8" name="path-6806">
            <a:extLst xmlns:a="http://schemas.openxmlformats.org/drawingml/2006/main">
              <a:ext uri="{FF2B5EF4-FFF2-40B4-BE49-F238E27FC236}">
                <a16:creationId xmlns:a16="http://schemas.microsoft.com/office/drawing/2014/main" id="{B9578584-1EF1-4E97-9E6F-E2D1AD376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070" y="81712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99" name="path-6807">
            <a:extLst xmlns:a="http://schemas.openxmlformats.org/drawingml/2006/main">
              <a:ext uri="{FF2B5EF4-FFF2-40B4-BE49-F238E27FC236}">
                <a16:creationId xmlns:a16="http://schemas.microsoft.com/office/drawing/2014/main" id="{F38424F4-17E1-4099-A5FF-1525944CF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692" y="81399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0" name="path-6808">
            <a:extLst xmlns:a="http://schemas.openxmlformats.org/drawingml/2006/main">
              <a:ext uri="{FF2B5EF4-FFF2-40B4-BE49-F238E27FC236}">
                <a16:creationId xmlns:a16="http://schemas.microsoft.com/office/drawing/2014/main" id="{85E55C56-F374-4724-96F6-0C22863DE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933" y="81330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1" name="path-6809">
            <a:extLst xmlns:a="http://schemas.openxmlformats.org/drawingml/2006/main">
              <a:ext uri="{FF2B5EF4-FFF2-40B4-BE49-F238E27FC236}">
                <a16:creationId xmlns:a16="http://schemas.microsoft.com/office/drawing/2014/main" id="{027D1281-3D0F-4929-97B9-8E455CB3D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651" y="81345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2" name="path-6810">
            <a:extLst xmlns:a="http://schemas.openxmlformats.org/drawingml/2006/main">
              <a:ext uri="{FF2B5EF4-FFF2-40B4-BE49-F238E27FC236}">
                <a16:creationId xmlns:a16="http://schemas.microsoft.com/office/drawing/2014/main" id="{1CFAD4A8-C8CA-4CC9-A81F-5341323D9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22" y="8126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3" name="path-6811">
            <a:extLst xmlns:a="http://schemas.openxmlformats.org/drawingml/2006/main">
              <a:ext uri="{FF2B5EF4-FFF2-40B4-BE49-F238E27FC236}">
                <a16:creationId xmlns:a16="http://schemas.microsoft.com/office/drawing/2014/main" id="{708C64DE-FA11-49B6-B527-4DB96BE0E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862" y="81491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4" name="path-6812">
            <a:extLst xmlns:a="http://schemas.openxmlformats.org/drawingml/2006/main">
              <a:ext uri="{FF2B5EF4-FFF2-40B4-BE49-F238E27FC236}">
                <a16:creationId xmlns:a16="http://schemas.microsoft.com/office/drawing/2014/main" id="{706F501E-E81E-4859-B6B9-5DA0E4596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431" y="8129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5" name="path-6813">
            <a:extLst xmlns:a="http://schemas.openxmlformats.org/drawingml/2006/main">
              <a:ext uri="{FF2B5EF4-FFF2-40B4-BE49-F238E27FC236}">
                <a16:creationId xmlns:a16="http://schemas.microsoft.com/office/drawing/2014/main" id="{29C221B2-289D-4428-B214-A36607443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407" y="8180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6" name="path-6814">
            <a:extLst xmlns:a="http://schemas.openxmlformats.org/drawingml/2006/main">
              <a:ext uri="{FF2B5EF4-FFF2-40B4-BE49-F238E27FC236}">
                <a16:creationId xmlns:a16="http://schemas.microsoft.com/office/drawing/2014/main" id="{6C65C180-8C30-4535-A33D-A0CEF31ED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9272" y="81400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7" name="path-6815">
            <a:extLst xmlns:a="http://schemas.openxmlformats.org/drawingml/2006/main">
              <a:ext uri="{FF2B5EF4-FFF2-40B4-BE49-F238E27FC236}">
                <a16:creationId xmlns:a16="http://schemas.microsoft.com/office/drawing/2014/main" id="{AC237D3C-97A9-4B91-82D6-EB14CA510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8" y="81317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8" name="path-6816">
            <a:extLst xmlns:a="http://schemas.openxmlformats.org/drawingml/2006/main">
              <a:ext uri="{FF2B5EF4-FFF2-40B4-BE49-F238E27FC236}">
                <a16:creationId xmlns:a16="http://schemas.microsoft.com/office/drawing/2014/main" id="{2F579B91-6D2A-4750-8744-9CEF27A04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511" y="8137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09" name="path-6817">
            <a:extLst xmlns:a="http://schemas.openxmlformats.org/drawingml/2006/main">
              <a:ext uri="{FF2B5EF4-FFF2-40B4-BE49-F238E27FC236}">
                <a16:creationId xmlns:a16="http://schemas.microsoft.com/office/drawing/2014/main" id="{918813F4-326A-45C3-81FC-2585A44EA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294" y="81673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0" name="path-6818">
            <a:extLst xmlns:a="http://schemas.openxmlformats.org/drawingml/2006/main">
              <a:ext uri="{FF2B5EF4-FFF2-40B4-BE49-F238E27FC236}">
                <a16:creationId xmlns:a16="http://schemas.microsoft.com/office/drawing/2014/main" id="{F88FC935-6F67-4449-B193-10D1312169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13" y="81389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1" name="path-6819">
            <a:extLst xmlns:a="http://schemas.openxmlformats.org/drawingml/2006/main">
              <a:ext uri="{FF2B5EF4-FFF2-40B4-BE49-F238E27FC236}">
                <a16:creationId xmlns:a16="http://schemas.microsoft.com/office/drawing/2014/main" id="{D6B9C4D5-6F7A-44BA-9BBE-C3BCC2819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7092" y="8158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2" name="path-6820">
            <a:extLst xmlns:a="http://schemas.openxmlformats.org/drawingml/2006/main">
              <a:ext uri="{FF2B5EF4-FFF2-40B4-BE49-F238E27FC236}">
                <a16:creationId xmlns:a16="http://schemas.microsoft.com/office/drawing/2014/main" id="{B523A93C-E601-48BC-8648-E6D0186C9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022" y="81241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3" name="path-6821">
            <a:extLst xmlns:a="http://schemas.openxmlformats.org/drawingml/2006/main">
              <a:ext uri="{FF2B5EF4-FFF2-40B4-BE49-F238E27FC236}">
                <a16:creationId xmlns:a16="http://schemas.microsoft.com/office/drawing/2014/main" id="{36D30534-DEF1-47AB-AA0F-24663179E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400" y="81195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4" name="path-6822">
            <a:extLst xmlns:a="http://schemas.openxmlformats.org/drawingml/2006/main">
              <a:ext uri="{FF2B5EF4-FFF2-40B4-BE49-F238E27FC236}">
                <a16:creationId xmlns:a16="http://schemas.microsoft.com/office/drawing/2014/main" id="{CE593674-6405-4191-ABAA-DFA975F2E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53" y="81522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5" name="path-6823">
            <a:extLst xmlns:a="http://schemas.openxmlformats.org/drawingml/2006/main">
              <a:ext uri="{FF2B5EF4-FFF2-40B4-BE49-F238E27FC236}">
                <a16:creationId xmlns:a16="http://schemas.microsoft.com/office/drawing/2014/main" id="{69D7B5FD-A156-478B-B028-EE6E63FE9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2747" y="81430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6" name="path-6824">
            <a:extLst xmlns:a="http://schemas.openxmlformats.org/drawingml/2006/main">
              <a:ext uri="{FF2B5EF4-FFF2-40B4-BE49-F238E27FC236}">
                <a16:creationId xmlns:a16="http://schemas.microsoft.com/office/drawing/2014/main" id="{249C75CD-3EC3-4F32-AB5B-2F041B6B2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146" y="81576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7" name="path-6825">
            <a:extLst xmlns:a="http://schemas.openxmlformats.org/drawingml/2006/main">
              <a:ext uri="{FF2B5EF4-FFF2-40B4-BE49-F238E27FC236}">
                <a16:creationId xmlns:a16="http://schemas.microsoft.com/office/drawing/2014/main" id="{FEAD18F3-77BC-4379-AA60-0CDC3EB32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218" y="81597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8" name="path-6826">
            <a:extLst xmlns:a="http://schemas.openxmlformats.org/drawingml/2006/main">
              <a:ext uri="{FF2B5EF4-FFF2-40B4-BE49-F238E27FC236}">
                <a16:creationId xmlns:a16="http://schemas.microsoft.com/office/drawing/2014/main" id="{C8A092BA-3640-4885-A4C7-CDFBD8871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065" y="81439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19" name="path-6827">
            <a:extLst xmlns:a="http://schemas.openxmlformats.org/drawingml/2006/main">
              <a:ext uri="{FF2B5EF4-FFF2-40B4-BE49-F238E27FC236}">
                <a16:creationId xmlns:a16="http://schemas.microsoft.com/office/drawing/2014/main" id="{F0B89082-14C1-4DD0-BD06-87BF88CCB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903" y="81496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0" name="path-6828">
            <a:extLst xmlns:a="http://schemas.openxmlformats.org/drawingml/2006/main">
              <a:ext uri="{FF2B5EF4-FFF2-40B4-BE49-F238E27FC236}">
                <a16:creationId xmlns:a16="http://schemas.microsoft.com/office/drawing/2014/main" id="{B1EFAF47-56B3-43B1-8CBE-667E8AFB2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855" y="81387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1" name="path-6829">
            <a:extLst xmlns:a="http://schemas.openxmlformats.org/drawingml/2006/main">
              <a:ext uri="{FF2B5EF4-FFF2-40B4-BE49-F238E27FC236}">
                <a16:creationId xmlns:a16="http://schemas.microsoft.com/office/drawing/2014/main" id="{4E93B1E3-C609-4EFC-AC12-9F0CC7147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19" y="81280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2" name="path-6830">
            <a:extLst xmlns:a="http://schemas.openxmlformats.org/drawingml/2006/main">
              <a:ext uri="{FF2B5EF4-FFF2-40B4-BE49-F238E27FC236}">
                <a16:creationId xmlns:a16="http://schemas.microsoft.com/office/drawing/2014/main" id="{5A3F5771-FC1D-4BF1-8FBF-206DD6098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2848" y="80995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3" name="path-6831">
            <a:extLst xmlns:a="http://schemas.openxmlformats.org/drawingml/2006/main">
              <a:ext uri="{FF2B5EF4-FFF2-40B4-BE49-F238E27FC236}">
                <a16:creationId xmlns:a16="http://schemas.microsoft.com/office/drawing/2014/main" id="{EC454A3C-2E82-41D6-8AE5-1EE44782D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4699" y="81562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4" name="path-6832">
            <a:extLst xmlns:a="http://schemas.openxmlformats.org/drawingml/2006/main">
              <a:ext uri="{FF2B5EF4-FFF2-40B4-BE49-F238E27FC236}">
                <a16:creationId xmlns:a16="http://schemas.microsoft.com/office/drawing/2014/main" id="{59E2195E-EC4C-4338-B294-981A23F76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67708" y="81820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5" name="path-6833">
            <a:extLst xmlns:a="http://schemas.openxmlformats.org/drawingml/2006/main">
              <a:ext uri="{FF2B5EF4-FFF2-40B4-BE49-F238E27FC236}">
                <a16:creationId xmlns:a16="http://schemas.microsoft.com/office/drawing/2014/main" id="{777A383D-A777-4540-8D1E-C27CCB891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058" y="8143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6" name="path-6834">
            <a:extLst xmlns:a="http://schemas.openxmlformats.org/drawingml/2006/main">
              <a:ext uri="{FF2B5EF4-FFF2-40B4-BE49-F238E27FC236}">
                <a16:creationId xmlns:a16="http://schemas.microsoft.com/office/drawing/2014/main" id="{C0669C72-1B82-4695-BC0B-A3AF422E0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367" y="8147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7" name="path-6835">
            <a:extLst xmlns:a="http://schemas.openxmlformats.org/drawingml/2006/main">
              <a:ext uri="{FF2B5EF4-FFF2-40B4-BE49-F238E27FC236}">
                <a16:creationId xmlns:a16="http://schemas.microsoft.com/office/drawing/2014/main" id="{98979743-B501-45C0-A903-2C609B9A6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704" y="8152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8" name="path-6836">
            <a:extLst xmlns:a="http://schemas.openxmlformats.org/drawingml/2006/main">
              <a:ext uri="{FF2B5EF4-FFF2-40B4-BE49-F238E27FC236}">
                <a16:creationId xmlns:a16="http://schemas.microsoft.com/office/drawing/2014/main" id="{43158154-460D-4132-B3A4-628AE5817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722" y="8145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29" name="path-6837">
            <a:extLst xmlns:a="http://schemas.openxmlformats.org/drawingml/2006/main">
              <a:ext uri="{FF2B5EF4-FFF2-40B4-BE49-F238E27FC236}">
                <a16:creationId xmlns:a16="http://schemas.microsoft.com/office/drawing/2014/main" id="{A135FD90-21FD-422A-A2C5-D5FFD5578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996" y="81414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0" name="path-6838">
            <a:extLst xmlns:a="http://schemas.openxmlformats.org/drawingml/2006/main">
              <a:ext uri="{FF2B5EF4-FFF2-40B4-BE49-F238E27FC236}">
                <a16:creationId xmlns:a16="http://schemas.microsoft.com/office/drawing/2014/main" id="{16246D95-8B43-4525-9A52-64D0AF094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0661" y="8126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1" name="path-6839">
            <a:extLst xmlns:a="http://schemas.openxmlformats.org/drawingml/2006/main">
              <a:ext uri="{FF2B5EF4-FFF2-40B4-BE49-F238E27FC236}">
                <a16:creationId xmlns:a16="http://schemas.microsoft.com/office/drawing/2014/main" id="{3E6EC6E7-3A0B-4D0A-9204-B42517B8F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123" y="8139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2" name="path-6840">
            <a:extLst xmlns:a="http://schemas.openxmlformats.org/drawingml/2006/main">
              <a:ext uri="{FF2B5EF4-FFF2-40B4-BE49-F238E27FC236}">
                <a16:creationId xmlns:a16="http://schemas.microsoft.com/office/drawing/2014/main" id="{C24AEB9A-6AC8-439A-BE33-E92627979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137" y="81512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3" name="path-6841">
            <a:extLst xmlns:a="http://schemas.openxmlformats.org/drawingml/2006/main">
              <a:ext uri="{FF2B5EF4-FFF2-40B4-BE49-F238E27FC236}">
                <a16:creationId xmlns:a16="http://schemas.microsoft.com/office/drawing/2014/main" id="{2CB91325-CA01-4902-B69D-021566F50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313" y="81325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4" name="path-6842">
            <a:extLst xmlns:a="http://schemas.openxmlformats.org/drawingml/2006/main">
              <a:ext uri="{FF2B5EF4-FFF2-40B4-BE49-F238E27FC236}">
                <a16:creationId xmlns:a16="http://schemas.microsoft.com/office/drawing/2014/main" id="{32777315-468A-477D-93CF-80393D33C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14" y="81538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5" name="path-6843">
            <a:extLst xmlns:a="http://schemas.openxmlformats.org/drawingml/2006/main">
              <a:ext uri="{FF2B5EF4-FFF2-40B4-BE49-F238E27FC236}">
                <a16:creationId xmlns:a16="http://schemas.microsoft.com/office/drawing/2014/main" id="{53D2E4D5-30ED-4317-80B7-7E8397ABD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669" y="8125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6" name="path-6844">
            <a:extLst xmlns:a="http://schemas.openxmlformats.org/drawingml/2006/main">
              <a:ext uri="{FF2B5EF4-FFF2-40B4-BE49-F238E27FC236}">
                <a16:creationId xmlns:a16="http://schemas.microsoft.com/office/drawing/2014/main" id="{76327B6B-0257-41DC-B979-21F249295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206" y="81366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7" name="path-6845">
            <a:extLst xmlns:a="http://schemas.openxmlformats.org/drawingml/2006/main">
              <a:ext uri="{FF2B5EF4-FFF2-40B4-BE49-F238E27FC236}">
                <a16:creationId xmlns:a16="http://schemas.microsoft.com/office/drawing/2014/main" id="{A80CCBD2-DB6E-4FF7-92D8-F7E468947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902" y="81409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8" name="path-6846">
            <a:extLst xmlns:a="http://schemas.openxmlformats.org/drawingml/2006/main">
              <a:ext uri="{FF2B5EF4-FFF2-40B4-BE49-F238E27FC236}">
                <a16:creationId xmlns:a16="http://schemas.microsoft.com/office/drawing/2014/main" id="{1A4D7CE1-6461-4DEE-81A6-3FDACF4EC2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270" y="81444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39" name="path-6847">
            <a:extLst xmlns:a="http://schemas.openxmlformats.org/drawingml/2006/main">
              <a:ext uri="{FF2B5EF4-FFF2-40B4-BE49-F238E27FC236}">
                <a16:creationId xmlns:a16="http://schemas.microsoft.com/office/drawing/2014/main" id="{14E7871A-E332-407C-9B22-1E97352D6F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136" y="81372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0" name="path-6848">
            <a:extLst xmlns:a="http://schemas.openxmlformats.org/drawingml/2006/main">
              <a:ext uri="{FF2B5EF4-FFF2-40B4-BE49-F238E27FC236}">
                <a16:creationId xmlns:a16="http://schemas.microsoft.com/office/drawing/2014/main" id="{0EB3ED76-7248-4B54-B075-C41054EB2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3343" y="81546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1" name="path-6849">
            <a:extLst xmlns:a="http://schemas.openxmlformats.org/drawingml/2006/main">
              <a:ext uri="{FF2B5EF4-FFF2-40B4-BE49-F238E27FC236}">
                <a16:creationId xmlns:a16="http://schemas.microsoft.com/office/drawing/2014/main" id="{67C2AA08-84B9-4428-A92C-6ED03C1D2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4731" y="81745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2" name="path-6850">
            <a:extLst xmlns:a="http://schemas.openxmlformats.org/drawingml/2006/main">
              <a:ext uri="{FF2B5EF4-FFF2-40B4-BE49-F238E27FC236}">
                <a16:creationId xmlns:a16="http://schemas.microsoft.com/office/drawing/2014/main" id="{E907743C-F44C-479F-AD23-2DA51CD3B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4046" y="81539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3" name="path-6851">
            <a:extLst xmlns:a="http://schemas.openxmlformats.org/drawingml/2006/main">
              <a:ext uri="{FF2B5EF4-FFF2-40B4-BE49-F238E27FC236}">
                <a16:creationId xmlns:a16="http://schemas.microsoft.com/office/drawing/2014/main" id="{D3EF216A-3436-4532-BB46-027C4BF30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07" y="8157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4" name="path-6852">
            <a:extLst xmlns:a="http://schemas.openxmlformats.org/drawingml/2006/main">
              <a:ext uri="{FF2B5EF4-FFF2-40B4-BE49-F238E27FC236}">
                <a16:creationId xmlns:a16="http://schemas.microsoft.com/office/drawing/2014/main" id="{CB4B86C5-AC4D-4651-8B9D-B9E367547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673" y="8126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5" name="path-6853">
            <a:extLst xmlns:a="http://schemas.openxmlformats.org/drawingml/2006/main">
              <a:ext uri="{FF2B5EF4-FFF2-40B4-BE49-F238E27FC236}">
                <a16:creationId xmlns:a16="http://schemas.microsoft.com/office/drawing/2014/main" id="{BF03B49F-0FC3-49B2-8C59-B089B9986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137" y="81388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6" name="path-6854">
            <a:extLst xmlns:a="http://schemas.openxmlformats.org/drawingml/2006/main">
              <a:ext uri="{FF2B5EF4-FFF2-40B4-BE49-F238E27FC236}">
                <a16:creationId xmlns:a16="http://schemas.microsoft.com/office/drawing/2014/main" id="{CB904DC3-CF56-486E-B7A6-3FC09C319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944" y="81191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7" name="path-6855">
            <a:extLst xmlns:a="http://schemas.openxmlformats.org/drawingml/2006/main">
              <a:ext uri="{FF2B5EF4-FFF2-40B4-BE49-F238E27FC236}">
                <a16:creationId xmlns:a16="http://schemas.microsoft.com/office/drawing/2014/main" id="{C44B26B3-32F5-4756-9B73-534781077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680" y="81356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8" name="path-6856">
            <a:extLst xmlns:a="http://schemas.openxmlformats.org/drawingml/2006/main">
              <a:ext uri="{FF2B5EF4-FFF2-40B4-BE49-F238E27FC236}">
                <a16:creationId xmlns:a16="http://schemas.microsoft.com/office/drawing/2014/main" id="{C0F0788B-866C-476A-83C4-213C4697A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74" y="81225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49" name="path-6857">
            <a:extLst xmlns:a="http://schemas.openxmlformats.org/drawingml/2006/main">
              <a:ext uri="{FF2B5EF4-FFF2-40B4-BE49-F238E27FC236}">
                <a16:creationId xmlns:a16="http://schemas.microsoft.com/office/drawing/2014/main" id="{3BD3FB57-8E6A-4A46-AB01-A786AF293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538" y="81483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0" name="path-6858">
            <a:extLst xmlns:a="http://schemas.openxmlformats.org/drawingml/2006/main">
              <a:ext uri="{FF2B5EF4-FFF2-40B4-BE49-F238E27FC236}">
                <a16:creationId xmlns:a16="http://schemas.microsoft.com/office/drawing/2014/main" id="{8BF880ED-33F0-4F51-9301-57B4D40FB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139" y="81472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1" name="path-6859">
            <a:extLst xmlns:a="http://schemas.openxmlformats.org/drawingml/2006/main">
              <a:ext uri="{FF2B5EF4-FFF2-40B4-BE49-F238E27FC236}">
                <a16:creationId xmlns:a16="http://schemas.microsoft.com/office/drawing/2014/main" id="{49F7BD90-7980-4EC0-9293-D721F4E03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2988" y="81338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2" name="path-6860">
            <a:extLst xmlns:a="http://schemas.openxmlformats.org/drawingml/2006/main">
              <a:ext uri="{FF2B5EF4-FFF2-40B4-BE49-F238E27FC236}">
                <a16:creationId xmlns:a16="http://schemas.microsoft.com/office/drawing/2014/main" id="{1BBF94D0-6F48-44C6-BF06-F5A71D38A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19" y="80880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3" name="path-6861">
            <a:extLst xmlns:a="http://schemas.openxmlformats.org/drawingml/2006/main">
              <a:ext uri="{FF2B5EF4-FFF2-40B4-BE49-F238E27FC236}">
                <a16:creationId xmlns:a16="http://schemas.microsoft.com/office/drawing/2014/main" id="{FCA933ED-44BB-426C-B7B0-A3651E47D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825" y="81651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4" name="path-6862">
            <a:extLst xmlns:a="http://schemas.openxmlformats.org/drawingml/2006/main">
              <a:ext uri="{FF2B5EF4-FFF2-40B4-BE49-F238E27FC236}">
                <a16:creationId xmlns:a16="http://schemas.microsoft.com/office/drawing/2014/main" id="{71633CFD-1B50-478C-B23C-E11079080C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4402" y="81528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5" name="path-6863">
            <a:extLst xmlns:a="http://schemas.openxmlformats.org/drawingml/2006/main">
              <a:ext uri="{FF2B5EF4-FFF2-40B4-BE49-F238E27FC236}">
                <a16:creationId xmlns:a16="http://schemas.microsoft.com/office/drawing/2014/main" id="{DCA57433-C85D-418E-B185-5963D45A2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029" y="81313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6" name="path-6864">
            <a:extLst xmlns:a="http://schemas.openxmlformats.org/drawingml/2006/main">
              <a:ext uri="{FF2B5EF4-FFF2-40B4-BE49-F238E27FC236}">
                <a16:creationId xmlns:a16="http://schemas.microsoft.com/office/drawing/2014/main" id="{8E9859D1-4FA7-44F5-9983-AD32903E5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527" y="81605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7" name="path-6865">
            <a:extLst xmlns:a="http://schemas.openxmlformats.org/drawingml/2006/main">
              <a:ext uri="{FF2B5EF4-FFF2-40B4-BE49-F238E27FC236}">
                <a16:creationId xmlns:a16="http://schemas.microsoft.com/office/drawing/2014/main" id="{70F9A3D7-6D08-4EE5-86F4-E9FBC51054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653" y="81326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8" name="path-6866">
            <a:extLst xmlns:a="http://schemas.openxmlformats.org/drawingml/2006/main">
              <a:ext uri="{FF2B5EF4-FFF2-40B4-BE49-F238E27FC236}">
                <a16:creationId xmlns:a16="http://schemas.microsoft.com/office/drawing/2014/main" id="{FC753331-9175-4463-9919-16A0290D2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567" y="81541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59" name="path-6867">
            <a:extLst xmlns:a="http://schemas.openxmlformats.org/drawingml/2006/main">
              <a:ext uri="{FF2B5EF4-FFF2-40B4-BE49-F238E27FC236}">
                <a16:creationId xmlns:a16="http://schemas.microsoft.com/office/drawing/2014/main" id="{508060A4-0D11-4A69-AC39-B22F555D5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211" y="81642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0" name="path-6868">
            <a:extLst xmlns:a="http://schemas.openxmlformats.org/drawingml/2006/main">
              <a:ext uri="{FF2B5EF4-FFF2-40B4-BE49-F238E27FC236}">
                <a16:creationId xmlns:a16="http://schemas.microsoft.com/office/drawing/2014/main" id="{DEE8074E-ABB7-450E-A49B-156D8D8CB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384" y="81543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1" name="path-6869">
            <a:extLst xmlns:a="http://schemas.openxmlformats.org/drawingml/2006/main">
              <a:ext uri="{FF2B5EF4-FFF2-40B4-BE49-F238E27FC236}">
                <a16:creationId xmlns:a16="http://schemas.microsoft.com/office/drawing/2014/main" id="{3C32CE32-200F-440A-88DB-E5602D7B4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3628" y="81363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2" name="path-6870">
            <a:extLst xmlns:a="http://schemas.openxmlformats.org/drawingml/2006/main">
              <a:ext uri="{FF2B5EF4-FFF2-40B4-BE49-F238E27FC236}">
                <a16:creationId xmlns:a16="http://schemas.microsoft.com/office/drawing/2014/main" id="{B39BC077-1115-4265-8AFE-3FE012633D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56" y="8175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3" name="path-6871">
            <a:extLst xmlns:a="http://schemas.openxmlformats.org/drawingml/2006/main">
              <a:ext uri="{FF2B5EF4-FFF2-40B4-BE49-F238E27FC236}">
                <a16:creationId xmlns:a16="http://schemas.microsoft.com/office/drawing/2014/main" id="{EE19CA8D-B6B8-4979-A823-F29F503F4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750" y="81430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4" name="path-6872">
            <a:extLst xmlns:a="http://schemas.openxmlformats.org/drawingml/2006/main">
              <a:ext uri="{FF2B5EF4-FFF2-40B4-BE49-F238E27FC236}">
                <a16:creationId xmlns:a16="http://schemas.microsoft.com/office/drawing/2014/main" id="{F3052FAC-9EFC-4D08-BA99-FE7A84339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3586" y="81415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5" name="path-6873">
            <a:extLst xmlns:a="http://schemas.openxmlformats.org/drawingml/2006/main">
              <a:ext uri="{FF2B5EF4-FFF2-40B4-BE49-F238E27FC236}">
                <a16:creationId xmlns:a16="http://schemas.microsoft.com/office/drawing/2014/main" id="{32779319-0481-440F-B5DF-6BA4693D9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194" y="81361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6" name="path-6874">
            <a:extLst xmlns:a="http://schemas.openxmlformats.org/drawingml/2006/main">
              <a:ext uri="{FF2B5EF4-FFF2-40B4-BE49-F238E27FC236}">
                <a16:creationId xmlns:a16="http://schemas.microsoft.com/office/drawing/2014/main" id="{A10D495F-74C6-4086-922D-0CFFCAFFF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5466" y="81410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7" name="path-6875">
            <a:extLst xmlns:a="http://schemas.openxmlformats.org/drawingml/2006/main">
              <a:ext uri="{FF2B5EF4-FFF2-40B4-BE49-F238E27FC236}">
                <a16:creationId xmlns:a16="http://schemas.microsoft.com/office/drawing/2014/main" id="{5F36DA6C-50BB-48A0-994C-D424B8E01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6462" y="81295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8" name="path-6876">
            <a:extLst xmlns:a="http://schemas.openxmlformats.org/drawingml/2006/main">
              <a:ext uri="{FF2B5EF4-FFF2-40B4-BE49-F238E27FC236}">
                <a16:creationId xmlns:a16="http://schemas.microsoft.com/office/drawing/2014/main" id="{7E4192C6-65AC-4CCF-878F-6DDB2EC1C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8" y="81381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69" name="path-6877">
            <a:extLst xmlns:a="http://schemas.openxmlformats.org/drawingml/2006/main">
              <a:ext uri="{FF2B5EF4-FFF2-40B4-BE49-F238E27FC236}">
                <a16:creationId xmlns:a16="http://schemas.microsoft.com/office/drawing/2014/main" id="{53E8280B-7AB3-469F-AA3A-4741E6014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151" y="81301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0" name="path-6878">
            <a:extLst xmlns:a="http://schemas.openxmlformats.org/drawingml/2006/main">
              <a:ext uri="{FF2B5EF4-FFF2-40B4-BE49-F238E27FC236}">
                <a16:creationId xmlns:a16="http://schemas.microsoft.com/office/drawing/2014/main" id="{DE4E2C96-5343-4A8F-A3B0-385CBB0DC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258" y="81542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1" name="path-6879">
            <a:extLst xmlns:a="http://schemas.openxmlformats.org/drawingml/2006/main">
              <a:ext uri="{FF2B5EF4-FFF2-40B4-BE49-F238E27FC236}">
                <a16:creationId xmlns:a16="http://schemas.microsoft.com/office/drawing/2014/main" id="{BC6B8A6B-AE06-4B28-BE67-1F47DB976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041" y="81282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2" name="path-6880">
            <a:extLst xmlns:a="http://schemas.openxmlformats.org/drawingml/2006/main">
              <a:ext uri="{FF2B5EF4-FFF2-40B4-BE49-F238E27FC236}">
                <a16:creationId xmlns:a16="http://schemas.microsoft.com/office/drawing/2014/main" id="{7DDA5748-70B7-4857-B9DD-00B2AA545F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9052" y="81440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3" name="path-6881">
            <a:extLst xmlns:a="http://schemas.openxmlformats.org/drawingml/2006/main">
              <a:ext uri="{FF2B5EF4-FFF2-40B4-BE49-F238E27FC236}">
                <a16:creationId xmlns:a16="http://schemas.microsoft.com/office/drawing/2014/main" id="{EE116C8C-E622-4101-B0F0-E65021AF1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5391" y="81598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4" name="path-6882">
            <a:extLst xmlns:a="http://schemas.openxmlformats.org/drawingml/2006/main">
              <a:ext uri="{FF2B5EF4-FFF2-40B4-BE49-F238E27FC236}">
                <a16:creationId xmlns:a16="http://schemas.microsoft.com/office/drawing/2014/main" id="{60629A08-D28E-43EF-9254-D11B2847C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769" y="81434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5" name="path-6883">
            <a:extLst xmlns:a="http://schemas.openxmlformats.org/drawingml/2006/main">
              <a:ext uri="{FF2B5EF4-FFF2-40B4-BE49-F238E27FC236}">
                <a16:creationId xmlns:a16="http://schemas.microsoft.com/office/drawing/2014/main" id="{A3ABC7D5-A7A7-4F28-BD37-D49E52007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9158" y="81564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6" name="path-6884">
            <a:extLst xmlns:a="http://schemas.openxmlformats.org/drawingml/2006/main">
              <a:ext uri="{FF2B5EF4-FFF2-40B4-BE49-F238E27FC236}">
                <a16:creationId xmlns:a16="http://schemas.microsoft.com/office/drawing/2014/main" id="{3809CD46-3A80-4099-85DD-CE5FFC159A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258" y="81672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7" name="path-6885">
            <a:extLst xmlns:a="http://schemas.openxmlformats.org/drawingml/2006/main">
              <a:ext uri="{FF2B5EF4-FFF2-40B4-BE49-F238E27FC236}">
                <a16:creationId xmlns:a16="http://schemas.microsoft.com/office/drawing/2014/main" id="{EC2BB4D4-3639-4181-BB8A-D4889C3DA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72" y="81299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8" name="path-6886">
            <a:extLst xmlns:a="http://schemas.openxmlformats.org/drawingml/2006/main">
              <a:ext uri="{FF2B5EF4-FFF2-40B4-BE49-F238E27FC236}">
                <a16:creationId xmlns:a16="http://schemas.microsoft.com/office/drawing/2014/main" id="{089901FD-7EFC-4C65-A531-718A948B5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164" y="81249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79" name="path-6887">
            <a:extLst xmlns:a="http://schemas.openxmlformats.org/drawingml/2006/main">
              <a:ext uri="{FF2B5EF4-FFF2-40B4-BE49-F238E27FC236}">
                <a16:creationId xmlns:a16="http://schemas.microsoft.com/office/drawing/2014/main" id="{5C0AC6A3-97C0-4E33-AC48-B24841847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440" y="81332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0" name="path-6888">
            <a:extLst xmlns:a="http://schemas.openxmlformats.org/drawingml/2006/main">
              <a:ext uri="{FF2B5EF4-FFF2-40B4-BE49-F238E27FC236}">
                <a16:creationId xmlns:a16="http://schemas.microsoft.com/office/drawing/2014/main" id="{65954680-C224-43B9-B8B5-55B405F94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158" y="81650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1" name="path-6889">
            <a:extLst xmlns:a="http://schemas.openxmlformats.org/drawingml/2006/main">
              <a:ext uri="{FF2B5EF4-FFF2-40B4-BE49-F238E27FC236}">
                <a16:creationId xmlns:a16="http://schemas.microsoft.com/office/drawing/2014/main" id="{F274D37C-1601-4E3C-9B37-1E53E9FAE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419" y="81619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2" name="path-6890">
            <a:extLst xmlns:a="http://schemas.openxmlformats.org/drawingml/2006/main">
              <a:ext uri="{FF2B5EF4-FFF2-40B4-BE49-F238E27FC236}">
                <a16:creationId xmlns:a16="http://schemas.microsoft.com/office/drawing/2014/main" id="{980F75F8-D8E6-40E4-8C3B-5DCBA6CD4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65" y="81645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3" name="path-6891">
            <a:extLst xmlns:a="http://schemas.openxmlformats.org/drawingml/2006/main">
              <a:ext uri="{FF2B5EF4-FFF2-40B4-BE49-F238E27FC236}">
                <a16:creationId xmlns:a16="http://schemas.microsoft.com/office/drawing/2014/main" id="{7EF5A2A5-6C42-4504-A372-188B63F8D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787" y="81245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4" name="path-6892">
            <a:extLst xmlns:a="http://schemas.openxmlformats.org/drawingml/2006/main">
              <a:ext uri="{FF2B5EF4-FFF2-40B4-BE49-F238E27FC236}">
                <a16:creationId xmlns:a16="http://schemas.microsoft.com/office/drawing/2014/main" id="{0963E665-0461-4642-9D11-EDF64FAB8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0969" y="81256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5" name="path-6893">
            <a:extLst xmlns:a="http://schemas.openxmlformats.org/drawingml/2006/main">
              <a:ext uri="{FF2B5EF4-FFF2-40B4-BE49-F238E27FC236}">
                <a16:creationId xmlns:a16="http://schemas.microsoft.com/office/drawing/2014/main" id="{562E35F5-B085-4100-9436-470DCDE69B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811" y="81645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6" name="path-6894">
            <a:extLst xmlns:a="http://schemas.openxmlformats.org/drawingml/2006/main">
              <a:ext uri="{FF2B5EF4-FFF2-40B4-BE49-F238E27FC236}">
                <a16:creationId xmlns:a16="http://schemas.microsoft.com/office/drawing/2014/main" id="{7D18CED9-1306-4C61-A09C-09AA5597F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341" y="8167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7" name="path-6895">
            <a:extLst xmlns:a="http://schemas.openxmlformats.org/drawingml/2006/main">
              <a:ext uri="{FF2B5EF4-FFF2-40B4-BE49-F238E27FC236}">
                <a16:creationId xmlns:a16="http://schemas.microsoft.com/office/drawing/2014/main" id="{C62A0D08-D5FD-4750-8E7C-4F0F2424AE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459" y="81339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8" name="path-6896">
            <a:extLst xmlns:a="http://schemas.openxmlformats.org/drawingml/2006/main">
              <a:ext uri="{FF2B5EF4-FFF2-40B4-BE49-F238E27FC236}">
                <a16:creationId xmlns:a16="http://schemas.microsoft.com/office/drawing/2014/main" id="{3D564DC2-085B-4826-8232-C8CBC8669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9263" y="81363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89" name="path-6897">
            <a:extLst xmlns:a="http://schemas.openxmlformats.org/drawingml/2006/main">
              <a:ext uri="{FF2B5EF4-FFF2-40B4-BE49-F238E27FC236}">
                <a16:creationId xmlns:a16="http://schemas.microsoft.com/office/drawing/2014/main" id="{6B5EFD9D-0FF2-4B7A-B6E9-EE3C3C5B6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384" y="81578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0" name="path-6898">
            <a:extLst xmlns:a="http://schemas.openxmlformats.org/drawingml/2006/main">
              <a:ext uri="{FF2B5EF4-FFF2-40B4-BE49-F238E27FC236}">
                <a16:creationId xmlns:a16="http://schemas.microsoft.com/office/drawing/2014/main" id="{1C3F116B-AA20-4643-8B16-6A9CEBADB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6109" y="81369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1" name="path-6899">
            <a:extLst xmlns:a="http://schemas.openxmlformats.org/drawingml/2006/main">
              <a:ext uri="{FF2B5EF4-FFF2-40B4-BE49-F238E27FC236}">
                <a16:creationId xmlns:a16="http://schemas.microsoft.com/office/drawing/2014/main" id="{80F80EF7-1193-4772-9311-F7ECCD836F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984" y="81340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2" name="path-6900">
            <a:extLst xmlns:a="http://schemas.openxmlformats.org/drawingml/2006/main">
              <a:ext uri="{FF2B5EF4-FFF2-40B4-BE49-F238E27FC236}">
                <a16:creationId xmlns:a16="http://schemas.microsoft.com/office/drawing/2014/main" id="{13622ADD-A5F3-44EA-BD52-96E33FEF9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5258" y="81538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3" name="path-6901">
            <a:extLst xmlns:a="http://schemas.openxmlformats.org/drawingml/2006/main">
              <a:ext uri="{FF2B5EF4-FFF2-40B4-BE49-F238E27FC236}">
                <a16:creationId xmlns:a16="http://schemas.microsoft.com/office/drawing/2014/main" id="{A02B4B7D-2318-49FF-9A96-53C753F08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469" y="81540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4" name="path-6902">
            <a:extLst xmlns:a="http://schemas.openxmlformats.org/drawingml/2006/main">
              <a:ext uri="{FF2B5EF4-FFF2-40B4-BE49-F238E27FC236}">
                <a16:creationId xmlns:a16="http://schemas.microsoft.com/office/drawing/2014/main" id="{6541846F-75DD-48E5-9966-93823F571B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3770" y="81377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5" name="path-6903">
            <a:extLst xmlns:a="http://schemas.openxmlformats.org/drawingml/2006/main">
              <a:ext uri="{FF2B5EF4-FFF2-40B4-BE49-F238E27FC236}">
                <a16:creationId xmlns:a16="http://schemas.microsoft.com/office/drawing/2014/main" id="{4671853E-E43B-4CFC-B63B-5A52607EB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033" y="81722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6" name="path-6904">
            <a:extLst xmlns:a="http://schemas.openxmlformats.org/drawingml/2006/main">
              <a:ext uri="{FF2B5EF4-FFF2-40B4-BE49-F238E27FC236}">
                <a16:creationId xmlns:a16="http://schemas.microsoft.com/office/drawing/2014/main" id="{4BB18FD8-6E2D-4E80-9311-13283CD166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38" y="81311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7" name="path-6905">
            <a:extLst xmlns:a="http://schemas.openxmlformats.org/drawingml/2006/main">
              <a:ext uri="{FF2B5EF4-FFF2-40B4-BE49-F238E27FC236}">
                <a16:creationId xmlns:a16="http://schemas.microsoft.com/office/drawing/2014/main" id="{333C053E-44FF-470D-ABFE-BDB12ACAC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557" y="81701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8" name="path-6906">
            <a:extLst xmlns:a="http://schemas.openxmlformats.org/drawingml/2006/main">
              <a:ext uri="{FF2B5EF4-FFF2-40B4-BE49-F238E27FC236}">
                <a16:creationId xmlns:a16="http://schemas.microsoft.com/office/drawing/2014/main" id="{6B9D1433-1F50-4B73-A5E4-86264CA2F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98172" y="8128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99" name="path-6907">
            <a:extLst xmlns:a="http://schemas.openxmlformats.org/drawingml/2006/main">
              <a:ext uri="{FF2B5EF4-FFF2-40B4-BE49-F238E27FC236}">
                <a16:creationId xmlns:a16="http://schemas.microsoft.com/office/drawing/2014/main" id="{63A3B913-924B-48CB-9C1C-6248E5570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587" y="81519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0" name="path-6908">
            <a:extLst xmlns:a="http://schemas.openxmlformats.org/drawingml/2006/main">
              <a:ext uri="{FF2B5EF4-FFF2-40B4-BE49-F238E27FC236}">
                <a16:creationId xmlns:a16="http://schemas.microsoft.com/office/drawing/2014/main" id="{915AC0B8-BD0A-423B-841E-CC46D0BBF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796" y="81488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1" name="path-6909">
            <a:extLst xmlns:a="http://schemas.openxmlformats.org/drawingml/2006/main">
              <a:ext uri="{FF2B5EF4-FFF2-40B4-BE49-F238E27FC236}">
                <a16:creationId xmlns:a16="http://schemas.microsoft.com/office/drawing/2014/main" id="{461D2C82-7B32-43C7-B6FB-49FA75A11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620" y="8161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2" name="path-6910">
            <a:extLst xmlns:a="http://schemas.openxmlformats.org/drawingml/2006/main">
              <a:ext uri="{FF2B5EF4-FFF2-40B4-BE49-F238E27FC236}">
                <a16:creationId xmlns:a16="http://schemas.microsoft.com/office/drawing/2014/main" id="{E5876A8A-A5CF-426D-9D53-3FA708282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9741" y="81274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3" name="path-6911">
            <a:extLst xmlns:a="http://schemas.openxmlformats.org/drawingml/2006/main">
              <a:ext uri="{FF2B5EF4-FFF2-40B4-BE49-F238E27FC236}">
                <a16:creationId xmlns:a16="http://schemas.microsoft.com/office/drawing/2014/main" id="{D1FE7040-0471-4B30-95A5-AFC2E9A7D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1846" y="81383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4" name="path-6912">
            <a:extLst xmlns:a="http://schemas.openxmlformats.org/drawingml/2006/main">
              <a:ext uri="{FF2B5EF4-FFF2-40B4-BE49-F238E27FC236}">
                <a16:creationId xmlns:a16="http://schemas.microsoft.com/office/drawing/2014/main" id="{6D7D6AA2-B324-4FF0-AC20-6EC9758BAA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910" y="81586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5" name="path-6913">
            <a:extLst xmlns:a="http://schemas.openxmlformats.org/drawingml/2006/main">
              <a:ext uri="{FF2B5EF4-FFF2-40B4-BE49-F238E27FC236}">
                <a16:creationId xmlns:a16="http://schemas.microsoft.com/office/drawing/2014/main" id="{8AF28920-AF7E-4F6B-BE45-AE7A94253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2010" y="81876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6" name="path-6914">
            <a:extLst xmlns:a="http://schemas.openxmlformats.org/drawingml/2006/main">
              <a:ext uri="{FF2B5EF4-FFF2-40B4-BE49-F238E27FC236}">
                <a16:creationId xmlns:a16="http://schemas.microsoft.com/office/drawing/2014/main" id="{F8B9F165-7707-4319-9CBB-A0FB3C98A3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255" y="8153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7" name="path-6915">
            <a:extLst xmlns:a="http://schemas.openxmlformats.org/drawingml/2006/main">
              <a:ext uri="{FF2B5EF4-FFF2-40B4-BE49-F238E27FC236}">
                <a16:creationId xmlns:a16="http://schemas.microsoft.com/office/drawing/2014/main" id="{5A196175-478A-449F-979F-486414DD6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6595" y="8143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8" name="path-6916">
            <a:extLst xmlns:a="http://schemas.openxmlformats.org/drawingml/2006/main">
              <a:ext uri="{FF2B5EF4-FFF2-40B4-BE49-F238E27FC236}">
                <a16:creationId xmlns:a16="http://schemas.microsoft.com/office/drawing/2014/main" id="{BE40DE03-3D70-476F-9BC0-8F87FFB04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315" y="81328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09" name="path-6917">
            <a:extLst xmlns:a="http://schemas.openxmlformats.org/drawingml/2006/main">
              <a:ext uri="{FF2B5EF4-FFF2-40B4-BE49-F238E27FC236}">
                <a16:creationId xmlns:a16="http://schemas.microsoft.com/office/drawing/2014/main" id="{59525B71-425A-4E0B-BF94-58060A560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957" y="81346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0" name="path-6918">
            <a:extLst xmlns:a="http://schemas.openxmlformats.org/drawingml/2006/main">
              <a:ext uri="{FF2B5EF4-FFF2-40B4-BE49-F238E27FC236}">
                <a16:creationId xmlns:a16="http://schemas.microsoft.com/office/drawing/2014/main" id="{2B7833BF-4A06-494E-A949-84F4D0C80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5553" y="81456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1" name="path-6919">
            <a:extLst xmlns:a="http://schemas.openxmlformats.org/drawingml/2006/main">
              <a:ext uri="{FF2B5EF4-FFF2-40B4-BE49-F238E27FC236}">
                <a16:creationId xmlns:a16="http://schemas.microsoft.com/office/drawing/2014/main" id="{00E71180-704C-4CEB-A87E-E8F9FAECC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786" y="81464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2" name="path-6920">
            <a:extLst xmlns:a="http://schemas.openxmlformats.org/drawingml/2006/main">
              <a:ext uri="{FF2B5EF4-FFF2-40B4-BE49-F238E27FC236}">
                <a16:creationId xmlns:a16="http://schemas.microsoft.com/office/drawing/2014/main" id="{9C9E713F-13F7-4788-8DEF-2B35BAA099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1448" y="81441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3" name="path-6921">
            <a:extLst xmlns:a="http://schemas.openxmlformats.org/drawingml/2006/main">
              <a:ext uri="{FF2B5EF4-FFF2-40B4-BE49-F238E27FC236}">
                <a16:creationId xmlns:a16="http://schemas.microsoft.com/office/drawing/2014/main" id="{746FDFE7-D079-48DD-B507-A7EBD794F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76" y="81390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4" name="path-6922">
            <a:extLst xmlns:a="http://schemas.openxmlformats.org/drawingml/2006/main">
              <a:ext uri="{FF2B5EF4-FFF2-40B4-BE49-F238E27FC236}">
                <a16:creationId xmlns:a16="http://schemas.microsoft.com/office/drawing/2014/main" id="{393F577D-D9D4-4C63-A2A1-29AE24160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744" y="8144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5" name="path-6923">
            <a:extLst xmlns:a="http://schemas.openxmlformats.org/drawingml/2006/main">
              <a:ext uri="{FF2B5EF4-FFF2-40B4-BE49-F238E27FC236}">
                <a16:creationId xmlns:a16="http://schemas.microsoft.com/office/drawing/2014/main" id="{C844A2F6-56FA-4093-B4E7-C73AEBEDE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6926" y="81420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6" name="path-6924">
            <a:extLst xmlns:a="http://schemas.openxmlformats.org/drawingml/2006/main">
              <a:ext uri="{FF2B5EF4-FFF2-40B4-BE49-F238E27FC236}">
                <a16:creationId xmlns:a16="http://schemas.microsoft.com/office/drawing/2014/main" id="{729D0B54-7027-43DE-A43E-4D698196C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293" y="81712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7" name="path-6925">
            <a:extLst xmlns:a="http://schemas.openxmlformats.org/drawingml/2006/main">
              <a:ext uri="{FF2B5EF4-FFF2-40B4-BE49-F238E27FC236}">
                <a16:creationId xmlns:a16="http://schemas.microsoft.com/office/drawing/2014/main" id="{E2DD2D30-875A-4098-B6D0-68E455315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4237" y="81705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8" name="path-6926">
            <a:extLst xmlns:a="http://schemas.openxmlformats.org/drawingml/2006/main">
              <a:ext uri="{FF2B5EF4-FFF2-40B4-BE49-F238E27FC236}">
                <a16:creationId xmlns:a16="http://schemas.microsoft.com/office/drawing/2014/main" id="{3A462D12-1E12-4983-B2DC-8DF4CED0E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3813" y="8157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19" name="path-6927">
            <a:extLst xmlns:a="http://schemas.openxmlformats.org/drawingml/2006/main">
              <a:ext uri="{FF2B5EF4-FFF2-40B4-BE49-F238E27FC236}">
                <a16:creationId xmlns:a16="http://schemas.microsoft.com/office/drawing/2014/main" id="{2C2992AE-E8DB-4620-A349-50C1847FD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0318" y="81474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0" name="path-6928">
            <a:extLst xmlns:a="http://schemas.openxmlformats.org/drawingml/2006/main">
              <a:ext uri="{FF2B5EF4-FFF2-40B4-BE49-F238E27FC236}">
                <a16:creationId xmlns:a16="http://schemas.microsoft.com/office/drawing/2014/main" id="{F2833BF9-9BF5-4397-8D2C-E14AB0C19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557" y="81501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1" name="path-6929">
            <a:extLst xmlns:a="http://schemas.openxmlformats.org/drawingml/2006/main">
              <a:ext uri="{FF2B5EF4-FFF2-40B4-BE49-F238E27FC236}">
                <a16:creationId xmlns:a16="http://schemas.microsoft.com/office/drawing/2014/main" id="{264310ED-7624-4BF3-8D6E-18E427042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1434" y="81258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2" name="path-6930">
            <a:extLst xmlns:a="http://schemas.openxmlformats.org/drawingml/2006/main">
              <a:ext uri="{FF2B5EF4-FFF2-40B4-BE49-F238E27FC236}">
                <a16:creationId xmlns:a16="http://schemas.microsoft.com/office/drawing/2014/main" id="{A8A8BBBC-2BB1-42A3-97E9-0746A945A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9313" y="81501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3" name="path-6931">
            <a:extLst xmlns:a="http://schemas.openxmlformats.org/drawingml/2006/main">
              <a:ext uri="{FF2B5EF4-FFF2-40B4-BE49-F238E27FC236}">
                <a16:creationId xmlns:a16="http://schemas.microsoft.com/office/drawing/2014/main" id="{E71A5EEF-122F-4878-9E77-4406F6A71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278" y="81716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4" name="path-6932">
            <a:extLst xmlns:a="http://schemas.openxmlformats.org/drawingml/2006/main">
              <a:ext uri="{FF2B5EF4-FFF2-40B4-BE49-F238E27FC236}">
                <a16:creationId xmlns:a16="http://schemas.microsoft.com/office/drawing/2014/main" id="{08B352BE-761B-482A-A9F5-4545B41CA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4356" y="8146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5" name="path-6933">
            <a:extLst xmlns:a="http://schemas.openxmlformats.org/drawingml/2006/main">
              <a:ext uri="{FF2B5EF4-FFF2-40B4-BE49-F238E27FC236}">
                <a16:creationId xmlns:a16="http://schemas.microsoft.com/office/drawing/2014/main" id="{B3231EDA-BDD1-471F-AF5D-C0F848E5A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3347" y="81478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6" name="path-6934">
            <a:extLst xmlns:a="http://schemas.openxmlformats.org/drawingml/2006/main">
              <a:ext uri="{FF2B5EF4-FFF2-40B4-BE49-F238E27FC236}">
                <a16:creationId xmlns:a16="http://schemas.microsoft.com/office/drawing/2014/main" id="{F6102F1B-79D7-4FD7-9647-3BED7E065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30" y="81231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7" name="path-6935">
            <a:extLst xmlns:a="http://schemas.openxmlformats.org/drawingml/2006/main">
              <a:ext uri="{FF2B5EF4-FFF2-40B4-BE49-F238E27FC236}">
                <a16:creationId xmlns:a16="http://schemas.microsoft.com/office/drawing/2014/main" id="{AFDF30FA-DDB9-4888-8924-B2D45379F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365" y="81318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8" name="path-6936">
            <a:extLst xmlns:a="http://schemas.openxmlformats.org/drawingml/2006/main">
              <a:ext uri="{FF2B5EF4-FFF2-40B4-BE49-F238E27FC236}">
                <a16:creationId xmlns:a16="http://schemas.microsoft.com/office/drawing/2014/main" id="{F64BC36B-D2D9-44AD-AF57-0ACCA2F56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866" y="81613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29" name="path-6937">
            <a:extLst xmlns:a="http://schemas.openxmlformats.org/drawingml/2006/main">
              <a:ext uri="{FF2B5EF4-FFF2-40B4-BE49-F238E27FC236}">
                <a16:creationId xmlns:a16="http://schemas.microsoft.com/office/drawing/2014/main" id="{9C41D2F3-0738-45F1-A932-4FAE227ED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1733" y="81191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0" name="path-6938">
            <a:extLst xmlns:a="http://schemas.openxmlformats.org/drawingml/2006/main">
              <a:ext uri="{FF2B5EF4-FFF2-40B4-BE49-F238E27FC236}">
                <a16:creationId xmlns:a16="http://schemas.microsoft.com/office/drawing/2014/main" id="{7034D269-2D3B-4A69-AFE9-638811D55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279" y="81505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1" name="path-6939">
            <a:extLst xmlns:a="http://schemas.openxmlformats.org/drawingml/2006/main">
              <a:ext uri="{FF2B5EF4-FFF2-40B4-BE49-F238E27FC236}">
                <a16:creationId xmlns:a16="http://schemas.microsoft.com/office/drawing/2014/main" id="{0AA460DF-CCDF-474B-80CF-6EF6277C0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288" y="81643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2" name="path-6940">
            <a:extLst xmlns:a="http://schemas.openxmlformats.org/drawingml/2006/main">
              <a:ext uri="{FF2B5EF4-FFF2-40B4-BE49-F238E27FC236}">
                <a16:creationId xmlns:a16="http://schemas.microsoft.com/office/drawing/2014/main" id="{B4693BC7-F23F-48B2-AC32-DF3B4AA48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24" y="81408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3" name="path-6941">
            <a:extLst xmlns:a="http://schemas.openxmlformats.org/drawingml/2006/main">
              <a:ext uri="{FF2B5EF4-FFF2-40B4-BE49-F238E27FC236}">
                <a16:creationId xmlns:a16="http://schemas.microsoft.com/office/drawing/2014/main" id="{BCC36A99-57B4-493B-8B60-6C0E1C967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6432" y="81445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4" name="path-6942">
            <a:extLst xmlns:a="http://schemas.openxmlformats.org/drawingml/2006/main">
              <a:ext uri="{FF2B5EF4-FFF2-40B4-BE49-F238E27FC236}">
                <a16:creationId xmlns:a16="http://schemas.microsoft.com/office/drawing/2014/main" id="{54CC2A3F-325A-492E-98D3-B562C61EF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820" y="81617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5" name="path-6943">
            <a:extLst xmlns:a="http://schemas.openxmlformats.org/drawingml/2006/main">
              <a:ext uri="{FF2B5EF4-FFF2-40B4-BE49-F238E27FC236}">
                <a16:creationId xmlns:a16="http://schemas.microsoft.com/office/drawing/2014/main" id="{B98D1244-A2FB-407C-9DFA-0EF20A6DB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4774" y="81839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6" name="path-6944">
            <a:extLst xmlns:a="http://schemas.openxmlformats.org/drawingml/2006/main">
              <a:ext uri="{FF2B5EF4-FFF2-40B4-BE49-F238E27FC236}">
                <a16:creationId xmlns:a16="http://schemas.microsoft.com/office/drawing/2014/main" id="{486ECBA4-4B1F-4D1D-AB02-37F3A0071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565" y="81420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7" name="path-6945">
            <a:extLst xmlns:a="http://schemas.openxmlformats.org/drawingml/2006/main">
              <a:ext uri="{FF2B5EF4-FFF2-40B4-BE49-F238E27FC236}">
                <a16:creationId xmlns:a16="http://schemas.microsoft.com/office/drawing/2014/main" id="{0B90728C-7200-4294-BAF3-B9FB1E8D1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928" y="81340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8" name="path-6946">
            <a:extLst xmlns:a="http://schemas.openxmlformats.org/drawingml/2006/main">
              <a:ext uri="{FF2B5EF4-FFF2-40B4-BE49-F238E27FC236}">
                <a16:creationId xmlns:a16="http://schemas.microsoft.com/office/drawing/2014/main" id="{D45AFF5B-F096-4209-A2F6-7EB33A77F9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887" y="81571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39" name="path-6947">
            <a:extLst xmlns:a="http://schemas.openxmlformats.org/drawingml/2006/main">
              <a:ext uri="{FF2B5EF4-FFF2-40B4-BE49-F238E27FC236}">
                <a16:creationId xmlns:a16="http://schemas.microsoft.com/office/drawing/2014/main" id="{818E3DFE-554B-46F3-B802-D17B53502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178" y="81478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0" name="path-6948">
            <a:extLst xmlns:a="http://schemas.openxmlformats.org/drawingml/2006/main">
              <a:ext uri="{FF2B5EF4-FFF2-40B4-BE49-F238E27FC236}">
                <a16:creationId xmlns:a16="http://schemas.microsoft.com/office/drawing/2014/main" id="{59A1D95E-CA9F-4BCC-B7D7-9C4E93B4E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518" y="81442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1" name="path-6949">
            <a:extLst xmlns:a="http://schemas.openxmlformats.org/drawingml/2006/main">
              <a:ext uri="{FF2B5EF4-FFF2-40B4-BE49-F238E27FC236}">
                <a16:creationId xmlns:a16="http://schemas.microsoft.com/office/drawing/2014/main" id="{4219457D-4AF5-474D-B4E7-084A2EBAF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797" y="81336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2" name="path-6950">
            <a:extLst xmlns:a="http://schemas.openxmlformats.org/drawingml/2006/main">
              <a:ext uri="{FF2B5EF4-FFF2-40B4-BE49-F238E27FC236}">
                <a16:creationId xmlns:a16="http://schemas.microsoft.com/office/drawing/2014/main" id="{10F74454-B023-4775-9FB1-20F5B1C1F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2849" y="8142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3" name="path-6951">
            <a:extLst xmlns:a="http://schemas.openxmlformats.org/drawingml/2006/main">
              <a:ext uri="{FF2B5EF4-FFF2-40B4-BE49-F238E27FC236}">
                <a16:creationId xmlns:a16="http://schemas.microsoft.com/office/drawing/2014/main" id="{1A006011-D693-4BEA-B9D6-3E6544ACC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9382" y="81535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4" name="path-6952">
            <a:extLst xmlns:a="http://schemas.openxmlformats.org/drawingml/2006/main">
              <a:ext uri="{FF2B5EF4-FFF2-40B4-BE49-F238E27FC236}">
                <a16:creationId xmlns:a16="http://schemas.microsoft.com/office/drawing/2014/main" id="{AB0B6813-D309-4B96-8E1A-6D667CA4F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2077" y="81246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5" name="path-6953">
            <a:extLst xmlns:a="http://schemas.openxmlformats.org/drawingml/2006/main">
              <a:ext uri="{FF2B5EF4-FFF2-40B4-BE49-F238E27FC236}">
                <a16:creationId xmlns:a16="http://schemas.microsoft.com/office/drawing/2014/main" id="{4DD439B9-EA80-4214-9F0E-BA77A8E144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439" y="81325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6" name="path-6954">
            <a:extLst xmlns:a="http://schemas.openxmlformats.org/drawingml/2006/main">
              <a:ext uri="{FF2B5EF4-FFF2-40B4-BE49-F238E27FC236}">
                <a16:creationId xmlns:a16="http://schemas.microsoft.com/office/drawing/2014/main" id="{9BA55855-788A-48E9-A3CB-CC256268C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90" y="81649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7" name="path-6955">
            <a:extLst xmlns:a="http://schemas.openxmlformats.org/drawingml/2006/main">
              <a:ext uri="{FF2B5EF4-FFF2-40B4-BE49-F238E27FC236}">
                <a16:creationId xmlns:a16="http://schemas.microsoft.com/office/drawing/2014/main" id="{C6471AA1-C6F6-427C-B978-A82FB7811E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5568" y="8145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8" name="path-6956">
            <a:extLst xmlns:a="http://schemas.openxmlformats.org/drawingml/2006/main">
              <a:ext uri="{FF2B5EF4-FFF2-40B4-BE49-F238E27FC236}">
                <a16:creationId xmlns:a16="http://schemas.microsoft.com/office/drawing/2014/main" id="{FD042597-6CF0-4846-8F18-7500C2190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506" y="81710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49" name="path-6957">
            <a:extLst xmlns:a="http://schemas.openxmlformats.org/drawingml/2006/main">
              <a:ext uri="{FF2B5EF4-FFF2-40B4-BE49-F238E27FC236}">
                <a16:creationId xmlns:a16="http://schemas.microsoft.com/office/drawing/2014/main" id="{EDE1CE9B-47B8-43C4-872D-570073FA9B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518" y="81809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0" name="path-6958">
            <a:extLst xmlns:a="http://schemas.openxmlformats.org/drawingml/2006/main">
              <a:ext uri="{FF2B5EF4-FFF2-40B4-BE49-F238E27FC236}">
                <a16:creationId xmlns:a16="http://schemas.microsoft.com/office/drawing/2014/main" id="{86F5101D-26BE-4904-B174-8A0C907C6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9522" y="81579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1" name="path-6959">
            <a:extLst xmlns:a="http://schemas.openxmlformats.org/drawingml/2006/main">
              <a:ext uri="{FF2B5EF4-FFF2-40B4-BE49-F238E27FC236}">
                <a16:creationId xmlns:a16="http://schemas.microsoft.com/office/drawing/2014/main" id="{CF44F9E9-6C52-41AC-9248-DEA66BD37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535" y="81402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2" name="path-6960">
            <a:extLst xmlns:a="http://schemas.openxmlformats.org/drawingml/2006/main">
              <a:ext uri="{FF2B5EF4-FFF2-40B4-BE49-F238E27FC236}">
                <a16:creationId xmlns:a16="http://schemas.microsoft.com/office/drawing/2014/main" id="{FFA5D574-CF72-410E-B8BD-0BF08E36C1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3155" y="81352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3" name="path-6961">
            <a:extLst xmlns:a="http://schemas.openxmlformats.org/drawingml/2006/main">
              <a:ext uri="{FF2B5EF4-FFF2-40B4-BE49-F238E27FC236}">
                <a16:creationId xmlns:a16="http://schemas.microsoft.com/office/drawing/2014/main" id="{1804A9D3-70A1-49BC-8A93-16A63D1B2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6488" y="81609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4" name="path-6962">
            <a:extLst xmlns:a="http://schemas.openxmlformats.org/drawingml/2006/main">
              <a:ext uri="{FF2B5EF4-FFF2-40B4-BE49-F238E27FC236}">
                <a16:creationId xmlns:a16="http://schemas.microsoft.com/office/drawing/2014/main" id="{6E7A75D1-CB9A-44FB-B90E-45AF23A4F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2933" y="81204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5" name="path-6963">
            <a:extLst xmlns:a="http://schemas.openxmlformats.org/drawingml/2006/main">
              <a:ext uri="{FF2B5EF4-FFF2-40B4-BE49-F238E27FC236}">
                <a16:creationId xmlns:a16="http://schemas.microsoft.com/office/drawing/2014/main" id="{EC9BA8C2-8967-4C43-90F2-F741FC29C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0" y="81341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6" name="path-6964">
            <a:extLst xmlns:a="http://schemas.openxmlformats.org/drawingml/2006/main">
              <a:ext uri="{FF2B5EF4-FFF2-40B4-BE49-F238E27FC236}">
                <a16:creationId xmlns:a16="http://schemas.microsoft.com/office/drawing/2014/main" id="{E265B16E-A6A7-4037-8B76-11A127CC7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503" y="8158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7" name="path-6965">
            <a:extLst xmlns:a="http://schemas.openxmlformats.org/drawingml/2006/main">
              <a:ext uri="{FF2B5EF4-FFF2-40B4-BE49-F238E27FC236}">
                <a16:creationId xmlns:a16="http://schemas.microsoft.com/office/drawing/2014/main" id="{E0C59E63-B35F-4834-9F91-01157BA64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608" y="81685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8" name="path-6966">
            <a:extLst xmlns:a="http://schemas.openxmlformats.org/drawingml/2006/main">
              <a:ext uri="{FF2B5EF4-FFF2-40B4-BE49-F238E27FC236}">
                <a16:creationId xmlns:a16="http://schemas.microsoft.com/office/drawing/2014/main" id="{882C2020-9DDA-4F03-AD31-5C1D06877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229" y="81453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59" name="path-6967">
            <a:extLst xmlns:a="http://schemas.openxmlformats.org/drawingml/2006/main">
              <a:ext uri="{FF2B5EF4-FFF2-40B4-BE49-F238E27FC236}">
                <a16:creationId xmlns:a16="http://schemas.microsoft.com/office/drawing/2014/main" id="{07FED200-DB29-4313-8EFD-23D3433AB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8546" y="81756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0" name="path-6968">
            <a:extLst xmlns:a="http://schemas.openxmlformats.org/drawingml/2006/main">
              <a:ext uri="{FF2B5EF4-FFF2-40B4-BE49-F238E27FC236}">
                <a16:creationId xmlns:a16="http://schemas.microsoft.com/office/drawing/2014/main" id="{43BCCDEF-64FE-4977-B546-05677FB41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186" y="81486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1" name="path-6969">
            <a:extLst xmlns:a="http://schemas.openxmlformats.org/drawingml/2006/main">
              <a:ext uri="{FF2B5EF4-FFF2-40B4-BE49-F238E27FC236}">
                <a16:creationId xmlns:a16="http://schemas.microsoft.com/office/drawing/2014/main" id="{DFC645D3-93D2-4D64-888A-6AD111C92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96" y="81289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2" name="path-6970">
            <a:extLst xmlns:a="http://schemas.openxmlformats.org/drawingml/2006/main">
              <a:ext uri="{FF2B5EF4-FFF2-40B4-BE49-F238E27FC236}">
                <a16:creationId xmlns:a16="http://schemas.microsoft.com/office/drawing/2014/main" id="{25F53B17-4039-4755-9035-64C1985A31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89" y="81391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3" name="path-6971">
            <a:extLst xmlns:a="http://schemas.openxmlformats.org/drawingml/2006/main">
              <a:ext uri="{FF2B5EF4-FFF2-40B4-BE49-F238E27FC236}">
                <a16:creationId xmlns:a16="http://schemas.microsoft.com/office/drawing/2014/main" id="{3927CDFC-A2A7-4354-8045-F4BDA7665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5611" y="81549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4" name="path-6972">
            <a:extLst xmlns:a="http://schemas.openxmlformats.org/drawingml/2006/main">
              <a:ext uri="{FF2B5EF4-FFF2-40B4-BE49-F238E27FC236}">
                <a16:creationId xmlns:a16="http://schemas.microsoft.com/office/drawing/2014/main" id="{FB0933C0-4DD3-4764-9374-80F92DF4D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72" y="81403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5" name="path-6973">
            <a:extLst xmlns:a="http://schemas.openxmlformats.org/drawingml/2006/main">
              <a:ext uri="{FF2B5EF4-FFF2-40B4-BE49-F238E27FC236}">
                <a16:creationId xmlns:a16="http://schemas.microsoft.com/office/drawing/2014/main" id="{9EF190F7-D973-4204-92D8-874674639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7637" y="81520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6" name="path-6974">
            <a:extLst xmlns:a="http://schemas.openxmlformats.org/drawingml/2006/main">
              <a:ext uri="{FF2B5EF4-FFF2-40B4-BE49-F238E27FC236}">
                <a16:creationId xmlns:a16="http://schemas.microsoft.com/office/drawing/2014/main" id="{61B17F21-707A-437B-9976-B38C76C78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427" y="81598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7" name="path-6975">
            <a:extLst xmlns:a="http://schemas.openxmlformats.org/drawingml/2006/main">
              <a:ext uri="{FF2B5EF4-FFF2-40B4-BE49-F238E27FC236}">
                <a16:creationId xmlns:a16="http://schemas.microsoft.com/office/drawing/2014/main" id="{5DB0F922-DBE0-4248-815F-46E360B51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2895" y="81522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8" name="path-6976">
            <a:extLst xmlns:a="http://schemas.openxmlformats.org/drawingml/2006/main">
              <a:ext uri="{FF2B5EF4-FFF2-40B4-BE49-F238E27FC236}">
                <a16:creationId xmlns:a16="http://schemas.microsoft.com/office/drawing/2014/main" id="{D3F58588-2B8C-4DB1-B486-B1ADDCEC3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113" y="81587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69" name="path-6977">
            <a:extLst xmlns:a="http://schemas.openxmlformats.org/drawingml/2006/main">
              <a:ext uri="{FF2B5EF4-FFF2-40B4-BE49-F238E27FC236}">
                <a16:creationId xmlns:a16="http://schemas.microsoft.com/office/drawing/2014/main" id="{66A23D3A-C4DE-4AD7-B5BF-0C2303FF4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227" y="81624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0" name="path-6978">
            <a:extLst xmlns:a="http://schemas.openxmlformats.org/drawingml/2006/main">
              <a:ext uri="{FF2B5EF4-FFF2-40B4-BE49-F238E27FC236}">
                <a16:creationId xmlns:a16="http://schemas.microsoft.com/office/drawing/2014/main" id="{5B79D093-4D98-46B3-942F-7789F2477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5985" y="81589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1" name="path-6979">
            <a:extLst xmlns:a="http://schemas.openxmlformats.org/drawingml/2006/main">
              <a:ext uri="{FF2B5EF4-FFF2-40B4-BE49-F238E27FC236}">
                <a16:creationId xmlns:a16="http://schemas.microsoft.com/office/drawing/2014/main" id="{551F7169-E750-4AC2-A90E-AAE5ED4E6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7362" y="81358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2" name="path-6980">
            <a:extLst xmlns:a="http://schemas.openxmlformats.org/drawingml/2006/main">
              <a:ext uri="{FF2B5EF4-FFF2-40B4-BE49-F238E27FC236}">
                <a16:creationId xmlns:a16="http://schemas.microsoft.com/office/drawing/2014/main" id="{C2C85FC5-9A42-4B07-9C6B-FBF50E03B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500" y="81519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3" name="path-6981">
            <a:extLst xmlns:a="http://schemas.openxmlformats.org/drawingml/2006/main">
              <a:ext uri="{FF2B5EF4-FFF2-40B4-BE49-F238E27FC236}">
                <a16:creationId xmlns:a16="http://schemas.microsoft.com/office/drawing/2014/main" id="{018A0E68-CF18-48E3-95A4-AF32775F0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7962" y="8173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4" name="path-6982">
            <a:extLst xmlns:a="http://schemas.openxmlformats.org/drawingml/2006/main">
              <a:ext uri="{FF2B5EF4-FFF2-40B4-BE49-F238E27FC236}">
                <a16:creationId xmlns:a16="http://schemas.microsoft.com/office/drawing/2014/main" id="{D9D1F5C5-A497-47DD-BD28-C0A6B27F2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3463" y="8152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5" name="path-6983">
            <a:extLst xmlns:a="http://schemas.openxmlformats.org/drawingml/2006/main">
              <a:ext uri="{FF2B5EF4-FFF2-40B4-BE49-F238E27FC236}">
                <a16:creationId xmlns:a16="http://schemas.microsoft.com/office/drawing/2014/main" id="{52D4D07A-D6F0-46E9-98B0-D608AC285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839" y="81492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6" name="path-6984">
            <a:extLst xmlns:a="http://schemas.openxmlformats.org/drawingml/2006/main">
              <a:ext uri="{FF2B5EF4-FFF2-40B4-BE49-F238E27FC236}">
                <a16:creationId xmlns:a16="http://schemas.microsoft.com/office/drawing/2014/main" id="{43B026FB-D2CB-49C7-9261-4C74386386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0391" y="81838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7" name="path-6985">
            <a:extLst xmlns:a="http://schemas.openxmlformats.org/drawingml/2006/main">
              <a:ext uri="{FF2B5EF4-FFF2-40B4-BE49-F238E27FC236}">
                <a16:creationId xmlns:a16="http://schemas.microsoft.com/office/drawing/2014/main" id="{6C520FAD-E208-4DA9-8603-05B4BC7CC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387" y="81042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8" name="path-6986">
            <a:extLst xmlns:a="http://schemas.openxmlformats.org/drawingml/2006/main">
              <a:ext uri="{FF2B5EF4-FFF2-40B4-BE49-F238E27FC236}">
                <a16:creationId xmlns:a16="http://schemas.microsoft.com/office/drawing/2014/main" id="{E80F13B0-1179-4E4E-9714-8D5BF6B6B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335" y="81527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79" name="path-6987">
            <a:extLst xmlns:a="http://schemas.openxmlformats.org/drawingml/2006/main">
              <a:ext uri="{FF2B5EF4-FFF2-40B4-BE49-F238E27FC236}">
                <a16:creationId xmlns:a16="http://schemas.microsoft.com/office/drawing/2014/main" id="{3627EF12-FAD8-4CB5-9C30-2B2812E03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7583" y="81279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0" name="path-6988">
            <a:extLst xmlns:a="http://schemas.openxmlformats.org/drawingml/2006/main">
              <a:ext uri="{FF2B5EF4-FFF2-40B4-BE49-F238E27FC236}">
                <a16:creationId xmlns:a16="http://schemas.microsoft.com/office/drawing/2014/main" id="{C032506A-FD8B-44E4-BCD6-132777BC3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804" y="81374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1" name="path-6989">
            <a:extLst xmlns:a="http://schemas.openxmlformats.org/drawingml/2006/main">
              <a:ext uri="{FF2B5EF4-FFF2-40B4-BE49-F238E27FC236}">
                <a16:creationId xmlns:a16="http://schemas.microsoft.com/office/drawing/2014/main" id="{C0E149C0-9690-4C13-AB60-3C4AFDE5F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36" y="8186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2" name="path-6990">
            <a:extLst xmlns:a="http://schemas.openxmlformats.org/drawingml/2006/main">
              <a:ext uri="{FF2B5EF4-FFF2-40B4-BE49-F238E27FC236}">
                <a16:creationId xmlns:a16="http://schemas.microsoft.com/office/drawing/2014/main" id="{72481421-E694-4A6A-BB5A-66AC19086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623" y="81257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3" name="path-6991">
            <a:extLst xmlns:a="http://schemas.openxmlformats.org/drawingml/2006/main">
              <a:ext uri="{FF2B5EF4-FFF2-40B4-BE49-F238E27FC236}">
                <a16:creationId xmlns:a16="http://schemas.microsoft.com/office/drawing/2014/main" id="{37D1FEA0-ACCF-4489-9AD0-9C16F0036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4514" y="81620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4" name="path-6992">
            <a:extLst xmlns:a="http://schemas.openxmlformats.org/drawingml/2006/main">
              <a:ext uri="{FF2B5EF4-FFF2-40B4-BE49-F238E27FC236}">
                <a16:creationId xmlns:a16="http://schemas.microsoft.com/office/drawing/2014/main" id="{6CD30F47-0CC0-4171-8B34-08920D803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881" y="8137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5" name="path-6993">
            <a:extLst xmlns:a="http://schemas.openxmlformats.org/drawingml/2006/main">
              <a:ext uri="{FF2B5EF4-FFF2-40B4-BE49-F238E27FC236}">
                <a16:creationId xmlns:a16="http://schemas.microsoft.com/office/drawing/2014/main" id="{15C0B14D-5ABF-419F-A83F-3C8005721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9685" y="81393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6" name="path-6994">
            <a:extLst xmlns:a="http://schemas.openxmlformats.org/drawingml/2006/main">
              <a:ext uri="{FF2B5EF4-FFF2-40B4-BE49-F238E27FC236}">
                <a16:creationId xmlns:a16="http://schemas.microsoft.com/office/drawing/2014/main" id="{18B5B579-C6EA-45AB-80F0-AA6B347CC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87045" y="81153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7" name="path-6995">
            <a:extLst xmlns:a="http://schemas.openxmlformats.org/drawingml/2006/main">
              <a:ext uri="{FF2B5EF4-FFF2-40B4-BE49-F238E27FC236}">
                <a16:creationId xmlns:a16="http://schemas.microsoft.com/office/drawing/2014/main" id="{F5B83526-9012-46D9-85FD-47A0814CB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214" y="81514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8" name="path-6996">
            <a:extLst xmlns:a="http://schemas.openxmlformats.org/drawingml/2006/main">
              <a:ext uri="{FF2B5EF4-FFF2-40B4-BE49-F238E27FC236}">
                <a16:creationId xmlns:a16="http://schemas.microsoft.com/office/drawing/2014/main" id="{33B43819-D19F-4BA5-9CD0-6FAD194AC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928" y="8128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89" name="path-6997">
            <a:extLst xmlns:a="http://schemas.openxmlformats.org/drawingml/2006/main">
              <a:ext uri="{FF2B5EF4-FFF2-40B4-BE49-F238E27FC236}">
                <a16:creationId xmlns:a16="http://schemas.microsoft.com/office/drawing/2014/main" id="{6FF1574B-B1CF-448E-800E-051C73200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6455" y="81154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0" name="path-6998">
            <a:extLst xmlns:a="http://schemas.openxmlformats.org/drawingml/2006/main">
              <a:ext uri="{FF2B5EF4-FFF2-40B4-BE49-F238E27FC236}">
                <a16:creationId xmlns:a16="http://schemas.microsoft.com/office/drawing/2014/main" id="{1B1EBB82-A3DF-4300-BD2A-055EB684B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915" y="81468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1" name="path-6999">
            <a:extLst xmlns:a="http://schemas.openxmlformats.org/drawingml/2006/main">
              <a:ext uri="{FF2B5EF4-FFF2-40B4-BE49-F238E27FC236}">
                <a16:creationId xmlns:a16="http://schemas.microsoft.com/office/drawing/2014/main" id="{6DA0FFCD-79B6-4532-9F50-A27DF8D20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346" y="81365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2" name="path-7000">
            <a:extLst xmlns:a="http://schemas.openxmlformats.org/drawingml/2006/main">
              <a:ext uri="{FF2B5EF4-FFF2-40B4-BE49-F238E27FC236}">
                <a16:creationId xmlns:a16="http://schemas.microsoft.com/office/drawing/2014/main" id="{EE4FCDE5-B6F6-4EA1-934D-033307D72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85" y="81474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3" name="path-7001">
            <a:extLst xmlns:a="http://schemas.openxmlformats.org/drawingml/2006/main">
              <a:ext uri="{FF2B5EF4-FFF2-40B4-BE49-F238E27FC236}">
                <a16:creationId xmlns:a16="http://schemas.microsoft.com/office/drawing/2014/main" id="{B22CF7E4-BCA9-481A-8AA1-6F5DE6F215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9171" y="81566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4" name="path-7002">
            <a:extLst xmlns:a="http://schemas.openxmlformats.org/drawingml/2006/main">
              <a:ext uri="{FF2B5EF4-FFF2-40B4-BE49-F238E27FC236}">
                <a16:creationId xmlns:a16="http://schemas.microsoft.com/office/drawing/2014/main" id="{D8C5C4A5-EB98-4944-9120-B7E756135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620" y="81661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5" name="path-7003">
            <a:extLst xmlns:a="http://schemas.openxmlformats.org/drawingml/2006/main">
              <a:ext uri="{FF2B5EF4-FFF2-40B4-BE49-F238E27FC236}">
                <a16:creationId xmlns:a16="http://schemas.microsoft.com/office/drawing/2014/main" id="{D4F1C977-5FBE-4FBA-80E6-40B0AC95C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96" y="81813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6" name="path-7004">
            <a:extLst xmlns:a="http://schemas.openxmlformats.org/drawingml/2006/main">
              <a:ext uri="{FF2B5EF4-FFF2-40B4-BE49-F238E27FC236}">
                <a16:creationId xmlns:a16="http://schemas.microsoft.com/office/drawing/2014/main" id="{252BF828-808B-4F29-832A-277128C1A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65" y="81026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7" name="path-7005">
            <a:extLst xmlns:a="http://schemas.openxmlformats.org/drawingml/2006/main">
              <a:ext uri="{FF2B5EF4-FFF2-40B4-BE49-F238E27FC236}">
                <a16:creationId xmlns:a16="http://schemas.microsoft.com/office/drawing/2014/main" id="{1B5ECF89-8FD7-4263-B374-E3193CC964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3386" y="81345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8" name="path-7006">
            <a:extLst xmlns:a="http://schemas.openxmlformats.org/drawingml/2006/main">
              <a:ext uri="{FF2B5EF4-FFF2-40B4-BE49-F238E27FC236}">
                <a16:creationId xmlns:a16="http://schemas.microsoft.com/office/drawing/2014/main" id="{BEA90FDB-EECA-4453-83A6-81A9C9AB3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343" y="8115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99" name="path-7007">
            <a:extLst xmlns:a="http://schemas.openxmlformats.org/drawingml/2006/main">
              <a:ext uri="{FF2B5EF4-FFF2-40B4-BE49-F238E27FC236}">
                <a16:creationId xmlns:a16="http://schemas.microsoft.com/office/drawing/2014/main" id="{CDC92803-7863-430E-AFDE-28326BF95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167" y="81292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0" name="path-7008">
            <a:extLst xmlns:a="http://schemas.openxmlformats.org/drawingml/2006/main">
              <a:ext uri="{FF2B5EF4-FFF2-40B4-BE49-F238E27FC236}">
                <a16:creationId xmlns:a16="http://schemas.microsoft.com/office/drawing/2014/main" id="{026B7607-0F79-4DA7-951C-87B1AF2ED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450" y="81141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1" name="path-7009">
            <a:extLst xmlns:a="http://schemas.openxmlformats.org/drawingml/2006/main">
              <a:ext uri="{FF2B5EF4-FFF2-40B4-BE49-F238E27FC236}">
                <a16:creationId xmlns:a16="http://schemas.microsoft.com/office/drawing/2014/main" id="{5821A3C8-3F3F-4A34-8552-9001801EC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40" y="81423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2" name="path-7010">
            <a:extLst xmlns:a="http://schemas.openxmlformats.org/drawingml/2006/main">
              <a:ext uri="{FF2B5EF4-FFF2-40B4-BE49-F238E27FC236}">
                <a16:creationId xmlns:a16="http://schemas.microsoft.com/office/drawing/2014/main" id="{C5BFB909-E3A4-46FB-96BD-FD5EFC5DA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04" y="81698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3" name="path-7011">
            <a:extLst xmlns:a="http://schemas.openxmlformats.org/drawingml/2006/main">
              <a:ext uri="{FF2B5EF4-FFF2-40B4-BE49-F238E27FC236}">
                <a16:creationId xmlns:a16="http://schemas.microsoft.com/office/drawing/2014/main" id="{1F4970A5-6C7E-4F7F-BF7E-43FCAB01D9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006" y="81597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4" name="path-7012">
            <a:extLst xmlns:a="http://schemas.openxmlformats.org/drawingml/2006/main">
              <a:ext uri="{FF2B5EF4-FFF2-40B4-BE49-F238E27FC236}">
                <a16:creationId xmlns:a16="http://schemas.microsoft.com/office/drawing/2014/main" id="{AC886C07-2FBB-4492-AFB1-D65654E63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4894" y="81419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5" name="path-7013">
            <a:extLst xmlns:a="http://schemas.openxmlformats.org/drawingml/2006/main">
              <a:ext uri="{FF2B5EF4-FFF2-40B4-BE49-F238E27FC236}">
                <a16:creationId xmlns:a16="http://schemas.microsoft.com/office/drawing/2014/main" id="{2FD7D065-841B-4AC5-BDF9-5B486EC72E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9100" y="81211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6" name="path-7014">
            <a:extLst xmlns:a="http://schemas.openxmlformats.org/drawingml/2006/main">
              <a:ext uri="{FF2B5EF4-FFF2-40B4-BE49-F238E27FC236}">
                <a16:creationId xmlns:a16="http://schemas.microsoft.com/office/drawing/2014/main" id="{B619A2F7-5D0A-43A8-80AA-00ADEE838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7392" y="81580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7" name="path-7015">
            <a:extLst xmlns:a="http://schemas.openxmlformats.org/drawingml/2006/main">
              <a:ext uri="{FF2B5EF4-FFF2-40B4-BE49-F238E27FC236}">
                <a16:creationId xmlns:a16="http://schemas.microsoft.com/office/drawing/2014/main" id="{84689316-5857-4D4F-ABE8-B09A58491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434" y="81565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8" name="path-7016">
            <a:extLst xmlns:a="http://schemas.openxmlformats.org/drawingml/2006/main">
              <a:ext uri="{FF2B5EF4-FFF2-40B4-BE49-F238E27FC236}">
                <a16:creationId xmlns:a16="http://schemas.microsoft.com/office/drawing/2014/main" id="{900696FD-35F5-43E5-ACC0-BF2F6F10B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296" y="81444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09" name="path-7017">
            <a:extLst xmlns:a="http://schemas.openxmlformats.org/drawingml/2006/main">
              <a:ext uri="{FF2B5EF4-FFF2-40B4-BE49-F238E27FC236}">
                <a16:creationId xmlns:a16="http://schemas.microsoft.com/office/drawing/2014/main" id="{E4B0BE99-9CD0-4138-8776-642517E2E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033" y="81522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0" name="path-7018">
            <a:extLst xmlns:a="http://schemas.openxmlformats.org/drawingml/2006/main">
              <a:ext uri="{FF2B5EF4-FFF2-40B4-BE49-F238E27FC236}">
                <a16:creationId xmlns:a16="http://schemas.microsoft.com/office/drawing/2014/main" id="{3EAB3981-3A2F-4D12-8F58-BC39173EE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599" y="81418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1" name="path-7019">
            <a:extLst xmlns:a="http://schemas.openxmlformats.org/drawingml/2006/main">
              <a:ext uri="{FF2B5EF4-FFF2-40B4-BE49-F238E27FC236}">
                <a16:creationId xmlns:a16="http://schemas.microsoft.com/office/drawing/2014/main" id="{022F5475-20A0-462D-B797-DD1FA969C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5" y="81343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2" name="path-7020">
            <a:extLst xmlns:a="http://schemas.openxmlformats.org/drawingml/2006/main">
              <a:ext uri="{FF2B5EF4-FFF2-40B4-BE49-F238E27FC236}">
                <a16:creationId xmlns:a16="http://schemas.microsoft.com/office/drawing/2014/main" id="{03E270A5-4F09-45FC-857C-5DC3DE2D4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466" y="81265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3" name="path-7021">
            <a:extLst xmlns:a="http://schemas.openxmlformats.org/drawingml/2006/main">
              <a:ext uri="{FF2B5EF4-FFF2-40B4-BE49-F238E27FC236}">
                <a16:creationId xmlns:a16="http://schemas.microsoft.com/office/drawing/2014/main" id="{4FC3BF4A-77D0-400A-A7AE-29C139C92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565" y="81412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4" name="path-7022">
            <a:extLst xmlns:a="http://schemas.openxmlformats.org/drawingml/2006/main">
              <a:ext uri="{FF2B5EF4-FFF2-40B4-BE49-F238E27FC236}">
                <a16:creationId xmlns:a16="http://schemas.microsoft.com/office/drawing/2014/main" id="{9210D0D8-93AC-458F-A649-0D717212B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972" y="81365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5" name="path-7023">
            <a:extLst xmlns:a="http://schemas.openxmlformats.org/drawingml/2006/main">
              <a:ext uri="{FF2B5EF4-FFF2-40B4-BE49-F238E27FC236}">
                <a16:creationId xmlns:a16="http://schemas.microsoft.com/office/drawing/2014/main" id="{AF4F9DAB-61F9-4F07-918F-5BDEDA3DA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4350" y="81596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6" name="path-7024">
            <a:extLst xmlns:a="http://schemas.openxmlformats.org/drawingml/2006/main">
              <a:ext uri="{FF2B5EF4-FFF2-40B4-BE49-F238E27FC236}">
                <a16:creationId xmlns:a16="http://schemas.microsoft.com/office/drawing/2014/main" id="{E5CDB167-DCEE-45CC-828E-EB300AA0F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104" y="81395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7" name="path-7025">
            <a:extLst xmlns:a="http://schemas.openxmlformats.org/drawingml/2006/main">
              <a:ext uri="{FF2B5EF4-FFF2-40B4-BE49-F238E27FC236}">
                <a16:creationId xmlns:a16="http://schemas.microsoft.com/office/drawing/2014/main" id="{277B3A5E-BB39-4ACC-A595-F4E94D5FE8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1897" y="81494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8" name="path-7026">
            <a:extLst xmlns:a="http://schemas.openxmlformats.org/drawingml/2006/main">
              <a:ext uri="{FF2B5EF4-FFF2-40B4-BE49-F238E27FC236}">
                <a16:creationId xmlns:a16="http://schemas.microsoft.com/office/drawing/2014/main" id="{956B37BE-A242-46D9-B121-08EDDA777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828" y="81516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19" name="path-7027">
            <a:extLst xmlns:a="http://schemas.openxmlformats.org/drawingml/2006/main">
              <a:ext uri="{FF2B5EF4-FFF2-40B4-BE49-F238E27FC236}">
                <a16:creationId xmlns:a16="http://schemas.microsoft.com/office/drawing/2014/main" id="{4E0D53CC-9A78-4271-B322-7A282CDD02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73" y="81531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0" name="path-7028">
            <a:extLst xmlns:a="http://schemas.openxmlformats.org/drawingml/2006/main">
              <a:ext uri="{FF2B5EF4-FFF2-40B4-BE49-F238E27FC236}">
                <a16:creationId xmlns:a16="http://schemas.microsoft.com/office/drawing/2014/main" id="{42AE2048-E517-48DF-BBC6-5E124ABC3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7942" y="8140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1" name="path-7029">
            <a:extLst xmlns:a="http://schemas.openxmlformats.org/drawingml/2006/main">
              <a:ext uri="{FF2B5EF4-FFF2-40B4-BE49-F238E27FC236}">
                <a16:creationId xmlns:a16="http://schemas.microsoft.com/office/drawing/2014/main" id="{C18BB2EA-D120-4B89-B128-482684E59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165" y="81247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2" name="path-7030">
            <a:extLst xmlns:a="http://schemas.openxmlformats.org/drawingml/2006/main">
              <a:ext uri="{FF2B5EF4-FFF2-40B4-BE49-F238E27FC236}">
                <a16:creationId xmlns:a16="http://schemas.microsoft.com/office/drawing/2014/main" id="{DA5C629E-38F9-46CA-8D68-546D4791FE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59" y="81383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3" name="path-7031">
            <a:extLst xmlns:a="http://schemas.openxmlformats.org/drawingml/2006/main">
              <a:ext uri="{FF2B5EF4-FFF2-40B4-BE49-F238E27FC236}">
                <a16:creationId xmlns:a16="http://schemas.microsoft.com/office/drawing/2014/main" id="{3C6176CA-0D94-4D0F-862F-137E56B50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742" y="8167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4" name="path-7032">
            <a:extLst xmlns:a="http://schemas.openxmlformats.org/drawingml/2006/main">
              <a:ext uri="{FF2B5EF4-FFF2-40B4-BE49-F238E27FC236}">
                <a16:creationId xmlns:a16="http://schemas.microsoft.com/office/drawing/2014/main" id="{29871FD8-3DFF-4339-8312-6C24FEEDC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983" y="81376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5" name="path-7033">
            <a:extLst xmlns:a="http://schemas.openxmlformats.org/drawingml/2006/main">
              <a:ext uri="{FF2B5EF4-FFF2-40B4-BE49-F238E27FC236}">
                <a16:creationId xmlns:a16="http://schemas.microsoft.com/office/drawing/2014/main" id="{18FA083E-B52A-45A8-8600-15E272E41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10" y="81241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6" name="path-7034">
            <a:extLst xmlns:a="http://schemas.openxmlformats.org/drawingml/2006/main">
              <a:ext uri="{FF2B5EF4-FFF2-40B4-BE49-F238E27FC236}">
                <a16:creationId xmlns:a16="http://schemas.microsoft.com/office/drawing/2014/main" id="{7F6E8FC2-4F58-4B25-8A8B-2AAC9CF7C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759" y="81503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7" name="path-7035">
            <a:extLst xmlns:a="http://schemas.openxmlformats.org/drawingml/2006/main">
              <a:ext uri="{FF2B5EF4-FFF2-40B4-BE49-F238E27FC236}">
                <a16:creationId xmlns:a16="http://schemas.microsoft.com/office/drawing/2014/main" id="{DF10131B-B35C-4505-B3D2-A0C0BAC07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028" y="81398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8" name="path-7036">
            <a:extLst xmlns:a="http://schemas.openxmlformats.org/drawingml/2006/main">
              <a:ext uri="{FF2B5EF4-FFF2-40B4-BE49-F238E27FC236}">
                <a16:creationId xmlns:a16="http://schemas.microsoft.com/office/drawing/2014/main" id="{468DD355-8BC5-4BBF-A240-749140400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8433" y="8132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29" name="path-7037">
            <a:extLst xmlns:a="http://schemas.openxmlformats.org/drawingml/2006/main">
              <a:ext uri="{FF2B5EF4-FFF2-40B4-BE49-F238E27FC236}">
                <a16:creationId xmlns:a16="http://schemas.microsoft.com/office/drawing/2014/main" id="{79E9B8BE-E0C9-4B6F-BB3A-CE57D2AF5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6527" y="81459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0" name="path-7038">
            <a:extLst xmlns:a="http://schemas.openxmlformats.org/drawingml/2006/main">
              <a:ext uri="{FF2B5EF4-FFF2-40B4-BE49-F238E27FC236}">
                <a16:creationId xmlns:a16="http://schemas.microsoft.com/office/drawing/2014/main" id="{A7EE9D3B-8453-447F-AA56-E293FC812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1620" y="8203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1" name="path-7039">
            <a:extLst xmlns:a="http://schemas.openxmlformats.org/drawingml/2006/main">
              <a:ext uri="{FF2B5EF4-FFF2-40B4-BE49-F238E27FC236}">
                <a16:creationId xmlns:a16="http://schemas.microsoft.com/office/drawing/2014/main" id="{EE01D62B-D2F1-4CA8-92C1-90B52A748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480" y="81191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2" name="path-7040">
            <a:extLst xmlns:a="http://schemas.openxmlformats.org/drawingml/2006/main">
              <a:ext uri="{FF2B5EF4-FFF2-40B4-BE49-F238E27FC236}">
                <a16:creationId xmlns:a16="http://schemas.microsoft.com/office/drawing/2014/main" id="{0764005A-5BEF-4617-B20D-9633EDB09E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16" y="81598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3" name="path-7041">
            <a:extLst xmlns:a="http://schemas.openxmlformats.org/drawingml/2006/main">
              <a:ext uri="{FF2B5EF4-FFF2-40B4-BE49-F238E27FC236}">
                <a16:creationId xmlns:a16="http://schemas.microsoft.com/office/drawing/2014/main" id="{BB01A80B-1781-4946-9D88-8D08E20CD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3981" y="8166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4" name="path-7042">
            <a:extLst xmlns:a="http://schemas.openxmlformats.org/drawingml/2006/main">
              <a:ext uri="{FF2B5EF4-FFF2-40B4-BE49-F238E27FC236}">
                <a16:creationId xmlns:a16="http://schemas.microsoft.com/office/drawing/2014/main" id="{88E4D6BE-CA42-4350-959C-0432F7423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51" y="81388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5" name="path-7043">
            <a:extLst xmlns:a="http://schemas.openxmlformats.org/drawingml/2006/main">
              <a:ext uri="{FF2B5EF4-FFF2-40B4-BE49-F238E27FC236}">
                <a16:creationId xmlns:a16="http://schemas.microsoft.com/office/drawing/2014/main" id="{E372CC88-B565-4A3B-8C27-AA03DF25E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5985" y="81400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6" name="path-7044">
            <a:extLst xmlns:a="http://schemas.openxmlformats.org/drawingml/2006/main">
              <a:ext uri="{FF2B5EF4-FFF2-40B4-BE49-F238E27FC236}">
                <a16:creationId xmlns:a16="http://schemas.microsoft.com/office/drawing/2014/main" id="{F70B099D-522D-48F1-B5DE-E587D66C68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65" y="8133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7" name="path-7045">
            <a:extLst xmlns:a="http://schemas.openxmlformats.org/drawingml/2006/main">
              <a:ext uri="{FF2B5EF4-FFF2-40B4-BE49-F238E27FC236}">
                <a16:creationId xmlns:a16="http://schemas.microsoft.com/office/drawing/2014/main" id="{CD96C53C-E8AC-4E00-A318-1B4709A83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461" y="81503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8" name="path-7046">
            <a:extLst xmlns:a="http://schemas.openxmlformats.org/drawingml/2006/main">
              <a:ext uri="{FF2B5EF4-FFF2-40B4-BE49-F238E27FC236}">
                <a16:creationId xmlns:a16="http://schemas.microsoft.com/office/drawing/2014/main" id="{5C8D329E-B651-4FDD-8657-573AC8718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2464" y="81604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39" name="path-7047">
            <a:extLst xmlns:a="http://schemas.openxmlformats.org/drawingml/2006/main">
              <a:ext uri="{FF2B5EF4-FFF2-40B4-BE49-F238E27FC236}">
                <a16:creationId xmlns:a16="http://schemas.microsoft.com/office/drawing/2014/main" id="{F72E97F8-9DFC-43B3-887E-6E696CB7B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6134" y="81566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0" name="path-7048">
            <a:extLst xmlns:a="http://schemas.openxmlformats.org/drawingml/2006/main">
              <a:ext uri="{FF2B5EF4-FFF2-40B4-BE49-F238E27FC236}">
                <a16:creationId xmlns:a16="http://schemas.microsoft.com/office/drawing/2014/main" id="{62C05A6F-64F4-4197-B472-10932BF7C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159" y="81347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1" name="path-7049">
            <a:extLst xmlns:a="http://schemas.openxmlformats.org/drawingml/2006/main">
              <a:ext uri="{FF2B5EF4-FFF2-40B4-BE49-F238E27FC236}">
                <a16:creationId xmlns:a16="http://schemas.microsoft.com/office/drawing/2014/main" id="{A4D8E4A7-5FC2-4FC5-8011-6A9DF0CB3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27" y="81416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2" name="path-7050">
            <a:extLst xmlns:a="http://schemas.openxmlformats.org/drawingml/2006/main">
              <a:ext uri="{FF2B5EF4-FFF2-40B4-BE49-F238E27FC236}">
                <a16:creationId xmlns:a16="http://schemas.microsoft.com/office/drawing/2014/main" id="{53F95AFA-D8C7-4F4D-92AA-FFBED4B9A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716" y="8157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3" name="path-7051">
            <a:extLst xmlns:a="http://schemas.openxmlformats.org/drawingml/2006/main">
              <a:ext uri="{FF2B5EF4-FFF2-40B4-BE49-F238E27FC236}">
                <a16:creationId xmlns:a16="http://schemas.microsoft.com/office/drawing/2014/main" id="{6C9ECFDF-01CC-4D96-9EE0-A37314D46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36" y="81489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4" name="path-7052">
            <a:extLst xmlns:a="http://schemas.openxmlformats.org/drawingml/2006/main">
              <a:ext uri="{FF2B5EF4-FFF2-40B4-BE49-F238E27FC236}">
                <a16:creationId xmlns:a16="http://schemas.microsoft.com/office/drawing/2014/main" id="{99FFBCA2-1C8E-4A56-A104-0CBFF51D73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918" y="81401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5" name="path-7053">
            <a:extLst xmlns:a="http://schemas.openxmlformats.org/drawingml/2006/main">
              <a:ext uri="{FF2B5EF4-FFF2-40B4-BE49-F238E27FC236}">
                <a16:creationId xmlns:a16="http://schemas.microsoft.com/office/drawing/2014/main" id="{9DB9657A-5B46-4C09-A44E-A9DB206D4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2678" y="81599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6" name="path-7054">
            <a:extLst xmlns:a="http://schemas.openxmlformats.org/drawingml/2006/main">
              <a:ext uri="{FF2B5EF4-FFF2-40B4-BE49-F238E27FC236}">
                <a16:creationId xmlns:a16="http://schemas.microsoft.com/office/drawing/2014/main" id="{17823B44-3519-4193-986B-912785A95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8705" y="81661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7" name="path-7055">
            <a:extLst xmlns:a="http://schemas.openxmlformats.org/drawingml/2006/main">
              <a:ext uri="{FF2B5EF4-FFF2-40B4-BE49-F238E27FC236}">
                <a16:creationId xmlns:a16="http://schemas.microsoft.com/office/drawing/2014/main" id="{8719BC64-E710-424D-97DF-A169348C8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27" y="81421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8" name="path-7056">
            <a:extLst xmlns:a="http://schemas.openxmlformats.org/drawingml/2006/main">
              <a:ext uri="{FF2B5EF4-FFF2-40B4-BE49-F238E27FC236}">
                <a16:creationId xmlns:a16="http://schemas.microsoft.com/office/drawing/2014/main" id="{C72A4ABD-4549-4926-9E4F-8CF522CEE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575" y="81581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49" name="path-7057">
            <a:extLst xmlns:a="http://schemas.openxmlformats.org/drawingml/2006/main">
              <a:ext uri="{FF2B5EF4-FFF2-40B4-BE49-F238E27FC236}">
                <a16:creationId xmlns:a16="http://schemas.microsoft.com/office/drawing/2014/main" id="{7FE33A39-17D9-43E1-A2CE-4F69A82C23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065" y="81384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0" name="path-7058">
            <a:extLst xmlns:a="http://schemas.openxmlformats.org/drawingml/2006/main">
              <a:ext uri="{FF2B5EF4-FFF2-40B4-BE49-F238E27FC236}">
                <a16:creationId xmlns:a16="http://schemas.microsoft.com/office/drawing/2014/main" id="{4A77048A-0AA7-4A2A-91D2-14BE3EBA7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977" y="81418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1" name="path-7059">
            <a:extLst xmlns:a="http://schemas.openxmlformats.org/drawingml/2006/main">
              <a:ext uri="{FF2B5EF4-FFF2-40B4-BE49-F238E27FC236}">
                <a16:creationId xmlns:a16="http://schemas.microsoft.com/office/drawing/2014/main" id="{5AD5240F-5E2C-4861-AB6F-2F3236347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3267" y="81505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2" name="path-7060">
            <a:extLst xmlns:a="http://schemas.openxmlformats.org/drawingml/2006/main">
              <a:ext uri="{FF2B5EF4-FFF2-40B4-BE49-F238E27FC236}">
                <a16:creationId xmlns:a16="http://schemas.microsoft.com/office/drawing/2014/main" id="{BAC7E646-EDC9-4933-95FF-B8CD5BE1C7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061" y="81669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3" name="path-7061">
            <a:extLst xmlns:a="http://schemas.openxmlformats.org/drawingml/2006/main">
              <a:ext uri="{FF2B5EF4-FFF2-40B4-BE49-F238E27FC236}">
                <a16:creationId xmlns:a16="http://schemas.microsoft.com/office/drawing/2014/main" id="{49621BC5-B9EB-4EB4-9C47-6E6D923C4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088" y="81229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4" name="path-7062">
            <a:extLst xmlns:a="http://schemas.openxmlformats.org/drawingml/2006/main">
              <a:ext uri="{FF2B5EF4-FFF2-40B4-BE49-F238E27FC236}">
                <a16:creationId xmlns:a16="http://schemas.microsoft.com/office/drawing/2014/main" id="{1457E04F-D042-48F3-A1B3-CD1AA104B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691" y="81538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5" name="path-7063">
            <a:extLst xmlns:a="http://schemas.openxmlformats.org/drawingml/2006/main">
              <a:ext uri="{FF2B5EF4-FFF2-40B4-BE49-F238E27FC236}">
                <a16:creationId xmlns:a16="http://schemas.microsoft.com/office/drawing/2014/main" id="{2DFE9019-5FCC-4F9D-B2E5-9EBE519D9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5374" y="81427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6" name="path-7064">
            <a:extLst xmlns:a="http://schemas.openxmlformats.org/drawingml/2006/main">
              <a:ext uri="{FF2B5EF4-FFF2-40B4-BE49-F238E27FC236}">
                <a16:creationId xmlns:a16="http://schemas.microsoft.com/office/drawing/2014/main" id="{AF3413B5-3BC7-4764-988B-76C2A7D86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775" y="81658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7" name="path-7065">
            <a:extLst xmlns:a="http://schemas.openxmlformats.org/drawingml/2006/main">
              <a:ext uri="{FF2B5EF4-FFF2-40B4-BE49-F238E27FC236}">
                <a16:creationId xmlns:a16="http://schemas.microsoft.com/office/drawing/2014/main" id="{BB5F3727-B122-4A22-BFC5-79D6BACCC0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8005" y="81794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8" name="path-7066">
            <a:extLst xmlns:a="http://schemas.openxmlformats.org/drawingml/2006/main">
              <a:ext uri="{FF2B5EF4-FFF2-40B4-BE49-F238E27FC236}">
                <a16:creationId xmlns:a16="http://schemas.microsoft.com/office/drawing/2014/main" id="{D83BA3C9-5ABC-49F2-B717-842CBD652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89" y="81643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59" name="path-7067">
            <a:extLst xmlns:a="http://schemas.openxmlformats.org/drawingml/2006/main">
              <a:ext uri="{FF2B5EF4-FFF2-40B4-BE49-F238E27FC236}">
                <a16:creationId xmlns:a16="http://schemas.microsoft.com/office/drawing/2014/main" id="{FD6DE40A-2F4F-497A-B231-A399E6D0F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83" y="8135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0" name="path-7068">
            <a:extLst xmlns:a="http://schemas.openxmlformats.org/drawingml/2006/main">
              <a:ext uri="{FF2B5EF4-FFF2-40B4-BE49-F238E27FC236}">
                <a16:creationId xmlns:a16="http://schemas.microsoft.com/office/drawing/2014/main" id="{CDB2F1BF-C055-4104-9DED-280D63D698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976" y="81414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1" name="path-7069">
            <a:extLst xmlns:a="http://schemas.openxmlformats.org/drawingml/2006/main">
              <a:ext uri="{FF2B5EF4-FFF2-40B4-BE49-F238E27FC236}">
                <a16:creationId xmlns:a16="http://schemas.microsoft.com/office/drawing/2014/main" id="{936F646D-E362-47C9-8490-571C799B5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867" y="81654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2" name="path-7070">
            <a:extLst xmlns:a="http://schemas.openxmlformats.org/drawingml/2006/main">
              <a:ext uri="{FF2B5EF4-FFF2-40B4-BE49-F238E27FC236}">
                <a16:creationId xmlns:a16="http://schemas.microsoft.com/office/drawing/2014/main" id="{561503ED-46C5-406E-901C-601A772EE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8113" y="81298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3" name="path-7071">
            <a:extLst xmlns:a="http://schemas.openxmlformats.org/drawingml/2006/main">
              <a:ext uri="{FF2B5EF4-FFF2-40B4-BE49-F238E27FC236}">
                <a16:creationId xmlns:a16="http://schemas.microsoft.com/office/drawing/2014/main" id="{244C302C-D759-4A99-9BC6-CDB8B7D8C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11" y="81420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4" name="path-7072">
            <a:extLst xmlns:a="http://schemas.openxmlformats.org/drawingml/2006/main">
              <a:ext uri="{FF2B5EF4-FFF2-40B4-BE49-F238E27FC236}">
                <a16:creationId xmlns:a16="http://schemas.microsoft.com/office/drawing/2014/main" id="{C9B54EED-12AB-441F-966C-A0A67BDB9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1361" y="81765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5" name="path-7073">
            <a:extLst xmlns:a="http://schemas.openxmlformats.org/drawingml/2006/main">
              <a:ext uri="{FF2B5EF4-FFF2-40B4-BE49-F238E27FC236}">
                <a16:creationId xmlns:a16="http://schemas.microsoft.com/office/drawing/2014/main" id="{B9EAEF45-DFF1-414A-8FF9-2F53CB682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5731" y="81307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6" name="path-7074">
            <a:extLst xmlns:a="http://schemas.openxmlformats.org/drawingml/2006/main">
              <a:ext uri="{FF2B5EF4-FFF2-40B4-BE49-F238E27FC236}">
                <a16:creationId xmlns:a16="http://schemas.microsoft.com/office/drawing/2014/main" id="{FC2B0D26-7945-4F29-924A-9631A50CB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0611" y="81243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7" name="path-7075">
            <a:extLst xmlns:a="http://schemas.openxmlformats.org/drawingml/2006/main">
              <a:ext uri="{FF2B5EF4-FFF2-40B4-BE49-F238E27FC236}">
                <a16:creationId xmlns:a16="http://schemas.microsoft.com/office/drawing/2014/main" id="{EFB64E5F-3C91-436E-B754-384E1982C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2043" y="81087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8" name="path-7076">
            <a:extLst xmlns:a="http://schemas.openxmlformats.org/drawingml/2006/main">
              <a:ext uri="{FF2B5EF4-FFF2-40B4-BE49-F238E27FC236}">
                <a16:creationId xmlns:a16="http://schemas.microsoft.com/office/drawing/2014/main" id="{14C26C78-D8CD-418D-A684-561E8644E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6865" y="81569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69" name="path-7077">
            <a:extLst xmlns:a="http://schemas.openxmlformats.org/drawingml/2006/main">
              <a:ext uri="{FF2B5EF4-FFF2-40B4-BE49-F238E27FC236}">
                <a16:creationId xmlns:a16="http://schemas.microsoft.com/office/drawing/2014/main" id="{16927F68-4F87-429C-8A19-95A688F8C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037" y="81226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0" name="path-7078">
            <a:extLst xmlns:a="http://schemas.openxmlformats.org/drawingml/2006/main">
              <a:ext uri="{FF2B5EF4-FFF2-40B4-BE49-F238E27FC236}">
                <a16:creationId xmlns:a16="http://schemas.microsoft.com/office/drawing/2014/main" id="{562AFB2F-D16E-42B8-94B1-73FF3B4CC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303" y="81568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1" name="path-7079">
            <a:extLst xmlns:a="http://schemas.openxmlformats.org/drawingml/2006/main">
              <a:ext uri="{FF2B5EF4-FFF2-40B4-BE49-F238E27FC236}">
                <a16:creationId xmlns:a16="http://schemas.microsoft.com/office/drawing/2014/main" id="{CE8C070F-5B23-4B53-B332-F83F11B67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815" y="81501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2" name="path-7080">
            <a:extLst xmlns:a="http://schemas.openxmlformats.org/drawingml/2006/main">
              <a:ext uri="{FF2B5EF4-FFF2-40B4-BE49-F238E27FC236}">
                <a16:creationId xmlns:a16="http://schemas.microsoft.com/office/drawing/2014/main" id="{BD99A2E5-C9BF-408C-964B-22A907CF9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289" y="81016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3" name="path-7081">
            <a:extLst xmlns:a="http://schemas.openxmlformats.org/drawingml/2006/main">
              <a:ext uri="{FF2B5EF4-FFF2-40B4-BE49-F238E27FC236}">
                <a16:creationId xmlns:a16="http://schemas.microsoft.com/office/drawing/2014/main" id="{A197B9AC-0F2D-4C04-9ADE-61FE1256C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6592" y="81358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4" name="path-7082">
            <a:extLst xmlns:a="http://schemas.openxmlformats.org/drawingml/2006/main">
              <a:ext uri="{FF2B5EF4-FFF2-40B4-BE49-F238E27FC236}">
                <a16:creationId xmlns:a16="http://schemas.microsoft.com/office/drawing/2014/main" id="{2BC1F5F4-D16B-4B6F-8828-85C6F87F2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486" y="81407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5" name="path-7083">
            <a:extLst xmlns:a="http://schemas.openxmlformats.org/drawingml/2006/main">
              <a:ext uri="{FF2B5EF4-FFF2-40B4-BE49-F238E27FC236}">
                <a16:creationId xmlns:a16="http://schemas.microsoft.com/office/drawing/2014/main" id="{544861D6-8CBB-4E95-A0BF-711DCD1D5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109" y="81415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6" name="path-7084">
            <a:extLst xmlns:a="http://schemas.openxmlformats.org/drawingml/2006/main">
              <a:ext uri="{FF2B5EF4-FFF2-40B4-BE49-F238E27FC236}">
                <a16:creationId xmlns:a16="http://schemas.microsoft.com/office/drawing/2014/main" id="{423C95A2-AA2D-4C66-9D6B-219948760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624" y="81576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7" name="path-7085">
            <a:extLst xmlns:a="http://schemas.openxmlformats.org/drawingml/2006/main">
              <a:ext uri="{FF2B5EF4-FFF2-40B4-BE49-F238E27FC236}">
                <a16:creationId xmlns:a16="http://schemas.microsoft.com/office/drawing/2014/main" id="{AF9661FF-879D-467A-A920-5CE90F538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547" y="8148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8" name="path-7086">
            <a:extLst xmlns:a="http://schemas.openxmlformats.org/drawingml/2006/main">
              <a:ext uri="{FF2B5EF4-FFF2-40B4-BE49-F238E27FC236}">
                <a16:creationId xmlns:a16="http://schemas.microsoft.com/office/drawing/2014/main" id="{E2E4B7B2-21E4-4A8E-8C8C-54169313E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3612" y="81781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79" name="path-7087">
            <a:extLst xmlns:a="http://schemas.openxmlformats.org/drawingml/2006/main">
              <a:ext uri="{FF2B5EF4-FFF2-40B4-BE49-F238E27FC236}">
                <a16:creationId xmlns:a16="http://schemas.microsoft.com/office/drawing/2014/main" id="{F9FF83F4-7F91-485B-AA53-DE050A62D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09" y="8150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0" name="path-7088">
            <a:extLst xmlns:a="http://schemas.openxmlformats.org/drawingml/2006/main">
              <a:ext uri="{FF2B5EF4-FFF2-40B4-BE49-F238E27FC236}">
                <a16:creationId xmlns:a16="http://schemas.microsoft.com/office/drawing/2014/main" id="{75B68D7B-BEFD-45DC-8DE4-728A1A6B80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2962" y="81442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1" name="path-7089">
            <a:extLst xmlns:a="http://schemas.openxmlformats.org/drawingml/2006/main">
              <a:ext uri="{FF2B5EF4-FFF2-40B4-BE49-F238E27FC236}">
                <a16:creationId xmlns:a16="http://schemas.microsoft.com/office/drawing/2014/main" id="{D3F26214-B896-4ACD-B843-AE8FB4C93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981" y="8150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2" name="path-7090">
            <a:extLst xmlns:a="http://schemas.openxmlformats.org/drawingml/2006/main">
              <a:ext uri="{FF2B5EF4-FFF2-40B4-BE49-F238E27FC236}">
                <a16:creationId xmlns:a16="http://schemas.microsoft.com/office/drawing/2014/main" id="{DD1487B3-8376-44BE-AB43-6A2219295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136" y="8146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3" name="path-7091">
            <a:extLst xmlns:a="http://schemas.openxmlformats.org/drawingml/2006/main">
              <a:ext uri="{FF2B5EF4-FFF2-40B4-BE49-F238E27FC236}">
                <a16:creationId xmlns:a16="http://schemas.microsoft.com/office/drawing/2014/main" id="{7F1DF94F-061F-4D28-9417-88FE2D356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9700" y="81530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4" name="path-7092">
            <a:extLst xmlns:a="http://schemas.openxmlformats.org/drawingml/2006/main">
              <a:ext uri="{FF2B5EF4-FFF2-40B4-BE49-F238E27FC236}">
                <a16:creationId xmlns:a16="http://schemas.microsoft.com/office/drawing/2014/main" id="{03B432D2-53FC-4A7C-84AF-FA4698B08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3404" y="81656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5" name="path-7093">
            <a:extLst xmlns:a="http://schemas.openxmlformats.org/drawingml/2006/main">
              <a:ext uri="{FF2B5EF4-FFF2-40B4-BE49-F238E27FC236}">
                <a16:creationId xmlns:a16="http://schemas.microsoft.com/office/drawing/2014/main" id="{3E64FBA7-D379-4206-8F4E-644680CF9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1869" y="81561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6" name="path-7094">
            <a:extLst xmlns:a="http://schemas.openxmlformats.org/drawingml/2006/main">
              <a:ext uri="{FF2B5EF4-FFF2-40B4-BE49-F238E27FC236}">
                <a16:creationId xmlns:a16="http://schemas.microsoft.com/office/drawing/2014/main" id="{B6507811-BE7C-46FE-A689-E661977CE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699" y="81482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7" name="path-7095">
            <a:extLst xmlns:a="http://schemas.openxmlformats.org/drawingml/2006/main">
              <a:ext uri="{FF2B5EF4-FFF2-40B4-BE49-F238E27FC236}">
                <a16:creationId xmlns:a16="http://schemas.microsoft.com/office/drawing/2014/main" id="{6D8F0A84-C6EA-4D4C-B868-CA96DAE45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8285" y="81095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8" name="path-7096">
            <a:extLst xmlns:a="http://schemas.openxmlformats.org/drawingml/2006/main">
              <a:ext uri="{FF2B5EF4-FFF2-40B4-BE49-F238E27FC236}">
                <a16:creationId xmlns:a16="http://schemas.microsoft.com/office/drawing/2014/main" id="{D16BD174-B504-44FA-9A14-97E8C6A8A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869" y="81285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89" name="path-7097">
            <a:extLst xmlns:a="http://schemas.openxmlformats.org/drawingml/2006/main">
              <a:ext uri="{FF2B5EF4-FFF2-40B4-BE49-F238E27FC236}">
                <a16:creationId xmlns:a16="http://schemas.microsoft.com/office/drawing/2014/main" id="{7BB0C981-461E-4B97-966B-078E8E833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07" y="81446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0" name="path-7098">
            <a:extLst xmlns:a="http://schemas.openxmlformats.org/drawingml/2006/main">
              <a:ext uri="{FF2B5EF4-FFF2-40B4-BE49-F238E27FC236}">
                <a16:creationId xmlns:a16="http://schemas.microsoft.com/office/drawing/2014/main" id="{CCF061B4-4A71-4957-B8B3-A81418AED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481" y="81613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1" name="path-7099">
            <a:extLst xmlns:a="http://schemas.openxmlformats.org/drawingml/2006/main">
              <a:ext uri="{FF2B5EF4-FFF2-40B4-BE49-F238E27FC236}">
                <a16:creationId xmlns:a16="http://schemas.microsoft.com/office/drawing/2014/main" id="{78FE66A7-8016-4534-8260-E673DD587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9645" y="81402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2" name="path-7100">
            <a:extLst xmlns:a="http://schemas.openxmlformats.org/drawingml/2006/main">
              <a:ext uri="{FF2B5EF4-FFF2-40B4-BE49-F238E27FC236}">
                <a16:creationId xmlns:a16="http://schemas.microsoft.com/office/drawing/2014/main" id="{215BC7B8-C310-462C-9523-D16B783E1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646" y="8113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3" name="path-7101">
            <a:extLst xmlns:a="http://schemas.openxmlformats.org/drawingml/2006/main">
              <a:ext uri="{FF2B5EF4-FFF2-40B4-BE49-F238E27FC236}">
                <a16:creationId xmlns:a16="http://schemas.microsoft.com/office/drawing/2014/main" id="{C6592E64-19A3-4A36-9F55-3C9F8C4A9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063" y="81552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4" name="path-7102">
            <a:extLst xmlns:a="http://schemas.openxmlformats.org/drawingml/2006/main">
              <a:ext uri="{FF2B5EF4-FFF2-40B4-BE49-F238E27FC236}">
                <a16:creationId xmlns:a16="http://schemas.microsoft.com/office/drawing/2014/main" id="{6B46DC57-82B2-460F-BD74-4A94E90E8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627" y="81097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5" name="path-7103">
            <a:extLst xmlns:a="http://schemas.openxmlformats.org/drawingml/2006/main">
              <a:ext uri="{FF2B5EF4-FFF2-40B4-BE49-F238E27FC236}">
                <a16:creationId xmlns:a16="http://schemas.microsoft.com/office/drawing/2014/main" id="{782D6B5B-6D29-4B5A-BD83-69D4446DA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52" y="81424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6" name="path-7104">
            <a:extLst xmlns:a="http://schemas.openxmlformats.org/drawingml/2006/main">
              <a:ext uri="{FF2B5EF4-FFF2-40B4-BE49-F238E27FC236}">
                <a16:creationId xmlns:a16="http://schemas.microsoft.com/office/drawing/2014/main" id="{E8AC0DFA-BC04-4D3C-B0D4-05DA868FA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5167" y="8118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7" name="path-7105">
            <a:extLst xmlns:a="http://schemas.openxmlformats.org/drawingml/2006/main">
              <a:ext uri="{FF2B5EF4-FFF2-40B4-BE49-F238E27FC236}">
                <a16:creationId xmlns:a16="http://schemas.microsoft.com/office/drawing/2014/main" id="{734D5B9F-EB11-4CE7-B6DD-C671B25AF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956" y="81231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8" name="path-7106">
            <a:extLst xmlns:a="http://schemas.openxmlformats.org/drawingml/2006/main">
              <a:ext uri="{FF2B5EF4-FFF2-40B4-BE49-F238E27FC236}">
                <a16:creationId xmlns:a16="http://schemas.microsoft.com/office/drawing/2014/main" id="{5B0178FB-C1AA-43C4-91F0-3BAE155B0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513" y="81655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99" name="path-7107">
            <a:extLst xmlns:a="http://schemas.openxmlformats.org/drawingml/2006/main">
              <a:ext uri="{FF2B5EF4-FFF2-40B4-BE49-F238E27FC236}">
                <a16:creationId xmlns:a16="http://schemas.microsoft.com/office/drawing/2014/main" id="{2A0005D4-D1C7-4DB7-AEBE-CD2A4FE09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232" y="8125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0" name="path-7108">
            <a:extLst xmlns:a="http://schemas.openxmlformats.org/drawingml/2006/main">
              <a:ext uri="{FF2B5EF4-FFF2-40B4-BE49-F238E27FC236}">
                <a16:creationId xmlns:a16="http://schemas.microsoft.com/office/drawing/2014/main" id="{755CF8B9-E946-43E1-8FE1-AAD8D714C2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260" y="8168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1" name="path-7109">
            <a:extLst xmlns:a="http://schemas.openxmlformats.org/drawingml/2006/main">
              <a:ext uri="{FF2B5EF4-FFF2-40B4-BE49-F238E27FC236}">
                <a16:creationId xmlns:a16="http://schemas.microsoft.com/office/drawing/2014/main" id="{549A0BD2-6EB9-4AB8-8DAB-1CF366A4CD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5607" y="81205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2" name="path-7110">
            <a:extLst xmlns:a="http://schemas.openxmlformats.org/drawingml/2006/main">
              <a:ext uri="{FF2B5EF4-FFF2-40B4-BE49-F238E27FC236}">
                <a16:creationId xmlns:a16="http://schemas.microsoft.com/office/drawing/2014/main" id="{39C13138-D3CB-4C93-BA0C-F1FD48AAD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703" y="81287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3" name="path-7111">
            <a:extLst xmlns:a="http://schemas.openxmlformats.org/drawingml/2006/main">
              <a:ext uri="{FF2B5EF4-FFF2-40B4-BE49-F238E27FC236}">
                <a16:creationId xmlns:a16="http://schemas.microsoft.com/office/drawing/2014/main" id="{92840B59-0C87-495E-A215-A1DF52C7D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95" y="81443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4" name="path-7112">
            <a:extLst xmlns:a="http://schemas.openxmlformats.org/drawingml/2006/main">
              <a:ext uri="{FF2B5EF4-FFF2-40B4-BE49-F238E27FC236}">
                <a16:creationId xmlns:a16="http://schemas.microsoft.com/office/drawing/2014/main" id="{EC3C6FE6-0A65-4A86-955F-3A7AD30C3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025" y="81272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5" name="path-7113">
            <a:extLst xmlns:a="http://schemas.openxmlformats.org/drawingml/2006/main">
              <a:ext uri="{FF2B5EF4-FFF2-40B4-BE49-F238E27FC236}">
                <a16:creationId xmlns:a16="http://schemas.microsoft.com/office/drawing/2014/main" id="{17D82CD0-0F58-4BAE-AC1C-D6C181C4E3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754" y="8178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6" name="path-7114">
            <a:extLst xmlns:a="http://schemas.openxmlformats.org/drawingml/2006/main">
              <a:ext uri="{FF2B5EF4-FFF2-40B4-BE49-F238E27FC236}">
                <a16:creationId xmlns:a16="http://schemas.microsoft.com/office/drawing/2014/main" id="{F97B86AB-53F1-441B-B280-820738AAAC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1249" y="81487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7" name="path-7115">
            <a:extLst xmlns:a="http://schemas.openxmlformats.org/drawingml/2006/main">
              <a:ext uri="{FF2B5EF4-FFF2-40B4-BE49-F238E27FC236}">
                <a16:creationId xmlns:a16="http://schemas.microsoft.com/office/drawing/2014/main" id="{E607CF58-C140-41D2-8C73-2B723A2A8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256" y="81531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8" name="path-7116">
            <a:extLst xmlns:a="http://schemas.openxmlformats.org/drawingml/2006/main">
              <a:ext uri="{FF2B5EF4-FFF2-40B4-BE49-F238E27FC236}">
                <a16:creationId xmlns:a16="http://schemas.microsoft.com/office/drawing/2014/main" id="{8CA8EFF7-5F62-4807-8615-15B7CDF33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06" y="81363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09" name="path-7117">
            <a:extLst xmlns:a="http://schemas.openxmlformats.org/drawingml/2006/main">
              <a:ext uri="{FF2B5EF4-FFF2-40B4-BE49-F238E27FC236}">
                <a16:creationId xmlns:a16="http://schemas.microsoft.com/office/drawing/2014/main" id="{F4CCA39B-C6D2-4ED1-B913-7133ACF52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97" y="81548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0" name="path-7118">
            <a:extLst xmlns:a="http://schemas.openxmlformats.org/drawingml/2006/main">
              <a:ext uri="{FF2B5EF4-FFF2-40B4-BE49-F238E27FC236}">
                <a16:creationId xmlns:a16="http://schemas.microsoft.com/office/drawing/2014/main" id="{D29114BD-1E72-4485-9198-7EF76D4BE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4226" y="8167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1" name="path-7119">
            <a:extLst xmlns:a="http://schemas.openxmlformats.org/drawingml/2006/main">
              <a:ext uri="{FF2B5EF4-FFF2-40B4-BE49-F238E27FC236}">
                <a16:creationId xmlns:a16="http://schemas.microsoft.com/office/drawing/2014/main" id="{06FC1742-A118-493A-8223-4A67EFDE9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37" y="81722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2" name="path-7120">
            <a:extLst xmlns:a="http://schemas.openxmlformats.org/drawingml/2006/main">
              <a:ext uri="{FF2B5EF4-FFF2-40B4-BE49-F238E27FC236}">
                <a16:creationId xmlns:a16="http://schemas.microsoft.com/office/drawing/2014/main" id="{695F498F-BE0C-4FCC-8D6C-B7F404B03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9453" y="81224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3" name="path-7121">
            <a:extLst xmlns:a="http://schemas.openxmlformats.org/drawingml/2006/main">
              <a:ext uri="{FF2B5EF4-FFF2-40B4-BE49-F238E27FC236}">
                <a16:creationId xmlns:a16="http://schemas.microsoft.com/office/drawing/2014/main" id="{8E6DD5A1-DF51-4773-A5F0-98C3E48B0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9472" y="8138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4" name="path-7122">
            <a:extLst xmlns:a="http://schemas.openxmlformats.org/drawingml/2006/main">
              <a:ext uri="{FF2B5EF4-FFF2-40B4-BE49-F238E27FC236}">
                <a16:creationId xmlns:a16="http://schemas.microsoft.com/office/drawing/2014/main" id="{33C5D5E7-F6B3-4989-A980-42CCB7B30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317" y="8124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5" name="path-7123">
            <a:extLst xmlns:a="http://schemas.openxmlformats.org/drawingml/2006/main">
              <a:ext uri="{FF2B5EF4-FFF2-40B4-BE49-F238E27FC236}">
                <a16:creationId xmlns:a16="http://schemas.microsoft.com/office/drawing/2014/main" id="{E46E207E-4B9A-4F18-B101-F392DE576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468" y="8168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6" name="path-7124">
            <a:extLst xmlns:a="http://schemas.openxmlformats.org/drawingml/2006/main">
              <a:ext uri="{FF2B5EF4-FFF2-40B4-BE49-F238E27FC236}">
                <a16:creationId xmlns:a16="http://schemas.microsoft.com/office/drawing/2014/main" id="{A37ACEFE-3966-461F-A7A2-73C492C59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952" y="81686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7" name="path-7125">
            <a:extLst xmlns:a="http://schemas.openxmlformats.org/drawingml/2006/main">
              <a:ext uri="{FF2B5EF4-FFF2-40B4-BE49-F238E27FC236}">
                <a16:creationId xmlns:a16="http://schemas.microsoft.com/office/drawing/2014/main" id="{4E7D43BC-09C1-42C5-91E2-D0AF79901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1888" y="81236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8" name="path-7126">
            <a:extLst xmlns:a="http://schemas.openxmlformats.org/drawingml/2006/main">
              <a:ext uri="{FF2B5EF4-FFF2-40B4-BE49-F238E27FC236}">
                <a16:creationId xmlns:a16="http://schemas.microsoft.com/office/drawing/2014/main" id="{8FC15CA4-C568-4993-8096-FA053F495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551" y="81516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19" name="path-7127">
            <a:extLst xmlns:a="http://schemas.openxmlformats.org/drawingml/2006/main">
              <a:ext uri="{FF2B5EF4-FFF2-40B4-BE49-F238E27FC236}">
                <a16:creationId xmlns:a16="http://schemas.microsoft.com/office/drawing/2014/main" id="{B1D5FCE9-D0BC-4188-BAFF-107407E39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654" y="81500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0" name="path-7128">
            <a:extLst xmlns:a="http://schemas.openxmlformats.org/drawingml/2006/main">
              <a:ext uri="{FF2B5EF4-FFF2-40B4-BE49-F238E27FC236}">
                <a16:creationId xmlns:a16="http://schemas.microsoft.com/office/drawing/2014/main" id="{4925D7A5-52EC-481A-9916-DE029BA7E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14" y="81582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1" name="path-7129">
            <a:extLst xmlns:a="http://schemas.openxmlformats.org/drawingml/2006/main">
              <a:ext uri="{FF2B5EF4-FFF2-40B4-BE49-F238E27FC236}">
                <a16:creationId xmlns:a16="http://schemas.microsoft.com/office/drawing/2014/main" id="{807596E4-2207-4E46-96AA-B1525A949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5" y="81369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2" name="path-7130">
            <a:extLst xmlns:a="http://schemas.openxmlformats.org/drawingml/2006/main">
              <a:ext uri="{FF2B5EF4-FFF2-40B4-BE49-F238E27FC236}">
                <a16:creationId xmlns:a16="http://schemas.microsoft.com/office/drawing/2014/main" id="{8FC50383-67CF-4206-A422-FFF38E43F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908" y="8135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3" name="path-7131">
            <a:extLst xmlns:a="http://schemas.openxmlformats.org/drawingml/2006/main">
              <a:ext uri="{FF2B5EF4-FFF2-40B4-BE49-F238E27FC236}">
                <a16:creationId xmlns:a16="http://schemas.microsoft.com/office/drawing/2014/main" id="{EF791CB7-415D-4E43-A345-EC5665756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6446" y="81176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4" name="path-7132">
            <a:extLst xmlns:a="http://schemas.openxmlformats.org/drawingml/2006/main">
              <a:ext uri="{FF2B5EF4-FFF2-40B4-BE49-F238E27FC236}">
                <a16:creationId xmlns:a16="http://schemas.microsoft.com/office/drawing/2014/main" id="{55D71FAD-3830-45F9-99A5-A8C9C2AC6C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960" y="81482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5" name="path-7133">
            <a:extLst xmlns:a="http://schemas.openxmlformats.org/drawingml/2006/main">
              <a:ext uri="{FF2B5EF4-FFF2-40B4-BE49-F238E27FC236}">
                <a16:creationId xmlns:a16="http://schemas.microsoft.com/office/drawing/2014/main" id="{C122902D-BFD5-4F6B-B828-F2B27ABC58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9876" y="81642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6" name="path-7134">
            <a:extLst xmlns:a="http://schemas.openxmlformats.org/drawingml/2006/main">
              <a:ext uri="{FF2B5EF4-FFF2-40B4-BE49-F238E27FC236}">
                <a16:creationId xmlns:a16="http://schemas.microsoft.com/office/drawing/2014/main" id="{C1750488-B62C-44AF-B8EF-90BAB911F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3984" y="81418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7" name="path-7135">
            <a:extLst xmlns:a="http://schemas.openxmlformats.org/drawingml/2006/main">
              <a:ext uri="{FF2B5EF4-FFF2-40B4-BE49-F238E27FC236}">
                <a16:creationId xmlns:a16="http://schemas.microsoft.com/office/drawing/2014/main" id="{5E75E7D8-AABB-4F2A-AE35-10C062E90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895" y="8161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8" name="path-7136">
            <a:extLst xmlns:a="http://schemas.openxmlformats.org/drawingml/2006/main">
              <a:ext uri="{FF2B5EF4-FFF2-40B4-BE49-F238E27FC236}">
                <a16:creationId xmlns:a16="http://schemas.microsoft.com/office/drawing/2014/main" id="{E385F07A-B808-4079-A8E1-C8A810F22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1401" y="81484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29" name="path-7137">
            <a:extLst xmlns:a="http://schemas.openxmlformats.org/drawingml/2006/main">
              <a:ext uri="{FF2B5EF4-FFF2-40B4-BE49-F238E27FC236}">
                <a16:creationId xmlns:a16="http://schemas.microsoft.com/office/drawing/2014/main" id="{54218B4B-0C77-44B4-903D-C2DB018E92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803" y="81324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0" name="path-7138">
            <a:extLst xmlns:a="http://schemas.openxmlformats.org/drawingml/2006/main">
              <a:ext uri="{FF2B5EF4-FFF2-40B4-BE49-F238E27FC236}">
                <a16:creationId xmlns:a16="http://schemas.microsoft.com/office/drawing/2014/main" id="{D6DE8B6C-E36E-4049-A068-7F6A4DAA5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52" y="81452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1" name="path-7139">
            <a:extLst xmlns:a="http://schemas.openxmlformats.org/drawingml/2006/main">
              <a:ext uri="{FF2B5EF4-FFF2-40B4-BE49-F238E27FC236}">
                <a16:creationId xmlns:a16="http://schemas.microsoft.com/office/drawing/2014/main" id="{CA25CDAA-5473-4799-A51B-1EEBEFCEA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353" y="81350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2" name="path-7140">
            <a:extLst xmlns:a="http://schemas.openxmlformats.org/drawingml/2006/main">
              <a:ext uri="{FF2B5EF4-FFF2-40B4-BE49-F238E27FC236}">
                <a16:creationId xmlns:a16="http://schemas.microsoft.com/office/drawing/2014/main" id="{2E0A70E3-116C-4094-84FD-E54B37D21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141" y="81467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3" name="path-7141">
            <a:extLst xmlns:a="http://schemas.openxmlformats.org/drawingml/2006/main">
              <a:ext uri="{FF2B5EF4-FFF2-40B4-BE49-F238E27FC236}">
                <a16:creationId xmlns:a16="http://schemas.microsoft.com/office/drawing/2014/main" id="{0F7D1A7C-0D72-4A88-B7F7-00EDF3729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195" y="81265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4" name="path-7142">
            <a:extLst xmlns:a="http://schemas.openxmlformats.org/drawingml/2006/main">
              <a:ext uri="{FF2B5EF4-FFF2-40B4-BE49-F238E27FC236}">
                <a16:creationId xmlns:a16="http://schemas.microsoft.com/office/drawing/2014/main" id="{2D6E6AE2-C844-4D87-9C65-33C707680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68" y="81623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5" name="path-7143">
            <a:extLst xmlns:a="http://schemas.openxmlformats.org/drawingml/2006/main">
              <a:ext uri="{FF2B5EF4-FFF2-40B4-BE49-F238E27FC236}">
                <a16:creationId xmlns:a16="http://schemas.microsoft.com/office/drawing/2014/main" id="{24D37ADC-6EE4-42CA-B587-BFBC7E070C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5420" y="81277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6" name="path-7144">
            <a:extLst xmlns:a="http://schemas.openxmlformats.org/drawingml/2006/main">
              <a:ext uri="{FF2B5EF4-FFF2-40B4-BE49-F238E27FC236}">
                <a16:creationId xmlns:a16="http://schemas.microsoft.com/office/drawing/2014/main" id="{01FFCD8A-56BD-4C47-8C4F-EADC9C618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059" y="81391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7" name="path-7145">
            <a:extLst xmlns:a="http://schemas.openxmlformats.org/drawingml/2006/main">
              <a:ext uri="{FF2B5EF4-FFF2-40B4-BE49-F238E27FC236}">
                <a16:creationId xmlns:a16="http://schemas.microsoft.com/office/drawing/2014/main" id="{492CCE23-8F3A-4E0C-9C25-32764B4C2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234" y="81602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8" name="path-7146">
            <a:extLst xmlns:a="http://schemas.openxmlformats.org/drawingml/2006/main">
              <a:ext uri="{FF2B5EF4-FFF2-40B4-BE49-F238E27FC236}">
                <a16:creationId xmlns:a16="http://schemas.microsoft.com/office/drawing/2014/main" id="{5791E4DE-1F3C-44B2-B55F-84C8B36F5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6246" y="81727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39" name="path-7147">
            <a:extLst xmlns:a="http://schemas.openxmlformats.org/drawingml/2006/main">
              <a:ext uri="{FF2B5EF4-FFF2-40B4-BE49-F238E27FC236}">
                <a16:creationId xmlns:a16="http://schemas.microsoft.com/office/drawing/2014/main" id="{EC5166F0-870D-4E75-ABDF-1E088F168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86" y="81195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0" name="path-7148">
            <a:extLst xmlns:a="http://schemas.openxmlformats.org/drawingml/2006/main">
              <a:ext uri="{FF2B5EF4-FFF2-40B4-BE49-F238E27FC236}">
                <a16:creationId xmlns:a16="http://schemas.microsoft.com/office/drawing/2014/main" id="{D6F998A1-1F7C-43FF-9124-BC9D5B822C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044" y="81583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1" name="path-7149">
            <a:extLst xmlns:a="http://schemas.openxmlformats.org/drawingml/2006/main">
              <a:ext uri="{FF2B5EF4-FFF2-40B4-BE49-F238E27FC236}">
                <a16:creationId xmlns:a16="http://schemas.microsoft.com/office/drawing/2014/main" id="{12618BF3-1690-4E9D-B346-E07639769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318" y="8149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2" name="path-7150">
            <a:extLst xmlns:a="http://schemas.openxmlformats.org/drawingml/2006/main">
              <a:ext uri="{FF2B5EF4-FFF2-40B4-BE49-F238E27FC236}">
                <a16:creationId xmlns:a16="http://schemas.microsoft.com/office/drawing/2014/main" id="{E4B91C54-8C8E-4D1E-A3AB-EECBC82D2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0" y="81450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3" name="path-7151">
            <a:extLst xmlns:a="http://schemas.openxmlformats.org/drawingml/2006/main">
              <a:ext uri="{FF2B5EF4-FFF2-40B4-BE49-F238E27FC236}">
                <a16:creationId xmlns:a16="http://schemas.microsoft.com/office/drawing/2014/main" id="{86AB7CE9-89A4-43E4-8E12-3963E395A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8129" y="81580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4" name="path-7152">
            <a:extLst xmlns:a="http://schemas.openxmlformats.org/drawingml/2006/main">
              <a:ext uri="{FF2B5EF4-FFF2-40B4-BE49-F238E27FC236}">
                <a16:creationId xmlns:a16="http://schemas.microsoft.com/office/drawing/2014/main" id="{97EC5232-CECE-448E-B4E7-36285CCFF2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05" y="81526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5" name="path-7153">
            <a:extLst xmlns:a="http://schemas.openxmlformats.org/drawingml/2006/main">
              <a:ext uri="{FF2B5EF4-FFF2-40B4-BE49-F238E27FC236}">
                <a16:creationId xmlns:a16="http://schemas.microsoft.com/office/drawing/2014/main" id="{7206E55B-E19F-4285-A943-3A72A064B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1382" y="81252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6" name="path-7154">
            <a:extLst xmlns:a="http://schemas.openxmlformats.org/drawingml/2006/main">
              <a:ext uri="{FF2B5EF4-FFF2-40B4-BE49-F238E27FC236}">
                <a16:creationId xmlns:a16="http://schemas.microsoft.com/office/drawing/2014/main" id="{26238C9B-00CC-4316-90E4-E3CD155DE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308" y="81537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7" name="path-7155">
            <a:extLst xmlns:a="http://schemas.openxmlformats.org/drawingml/2006/main">
              <a:ext uri="{FF2B5EF4-FFF2-40B4-BE49-F238E27FC236}">
                <a16:creationId xmlns:a16="http://schemas.microsoft.com/office/drawing/2014/main" id="{77F8B8CD-79DF-4D17-A7EE-98D11D1C1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703" y="81250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8" name="path-7156">
            <a:extLst xmlns:a="http://schemas.openxmlformats.org/drawingml/2006/main">
              <a:ext uri="{FF2B5EF4-FFF2-40B4-BE49-F238E27FC236}">
                <a16:creationId xmlns:a16="http://schemas.microsoft.com/office/drawing/2014/main" id="{D042E12E-8D4C-4AA6-8025-85A4B12C0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5212" y="81789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49" name="path-7157">
            <a:extLst xmlns:a="http://schemas.openxmlformats.org/drawingml/2006/main">
              <a:ext uri="{FF2B5EF4-FFF2-40B4-BE49-F238E27FC236}">
                <a16:creationId xmlns:a16="http://schemas.microsoft.com/office/drawing/2014/main" id="{0250D683-D7B7-454F-A4EB-D3DDA046C7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3392" y="81566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0" name="path-7158">
            <a:extLst xmlns:a="http://schemas.openxmlformats.org/drawingml/2006/main">
              <a:ext uri="{FF2B5EF4-FFF2-40B4-BE49-F238E27FC236}">
                <a16:creationId xmlns:a16="http://schemas.microsoft.com/office/drawing/2014/main" id="{EC8B7FD2-F28F-44A9-B7E2-41A3C4B1B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288" y="81748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1" name="path-7159">
            <a:extLst xmlns:a="http://schemas.openxmlformats.org/drawingml/2006/main">
              <a:ext uri="{FF2B5EF4-FFF2-40B4-BE49-F238E27FC236}">
                <a16:creationId xmlns:a16="http://schemas.microsoft.com/office/drawing/2014/main" id="{2A4F3D4F-D4FE-4F6B-A830-937C4307B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3079" y="81347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2" name="path-7160">
            <a:extLst xmlns:a="http://schemas.openxmlformats.org/drawingml/2006/main">
              <a:ext uri="{FF2B5EF4-FFF2-40B4-BE49-F238E27FC236}">
                <a16:creationId xmlns:a16="http://schemas.microsoft.com/office/drawing/2014/main" id="{6077CFE1-8836-41D2-A23B-5770D8BA7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2629" y="81309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3" name="path-7161">
            <a:extLst xmlns:a="http://schemas.openxmlformats.org/drawingml/2006/main">
              <a:ext uri="{FF2B5EF4-FFF2-40B4-BE49-F238E27FC236}">
                <a16:creationId xmlns:a16="http://schemas.microsoft.com/office/drawing/2014/main" id="{FD427474-4AA2-48AF-B2A9-1667A6E12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1136" y="8156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4" name="path-7162">
            <a:extLst xmlns:a="http://schemas.openxmlformats.org/drawingml/2006/main">
              <a:ext uri="{FF2B5EF4-FFF2-40B4-BE49-F238E27FC236}">
                <a16:creationId xmlns:a16="http://schemas.microsoft.com/office/drawing/2014/main" id="{222D65D8-0D7D-402B-8ABE-4BF1F38AD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59" y="81330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5" name="path-7163">
            <a:extLst xmlns:a="http://schemas.openxmlformats.org/drawingml/2006/main">
              <a:ext uri="{FF2B5EF4-FFF2-40B4-BE49-F238E27FC236}">
                <a16:creationId xmlns:a16="http://schemas.microsoft.com/office/drawing/2014/main" id="{33F54CAA-29B1-4134-958E-AFD1ECC72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346" y="8171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6" name="path-7164">
            <a:extLst xmlns:a="http://schemas.openxmlformats.org/drawingml/2006/main">
              <a:ext uri="{FF2B5EF4-FFF2-40B4-BE49-F238E27FC236}">
                <a16:creationId xmlns:a16="http://schemas.microsoft.com/office/drawing/2014/main" id="{895A84CA-D4C3-4179-8807-171BC21F9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183" y="81475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7" name="path-7165">
            <a:extLst xmlns:a="http://schemas.openxmlformats.org/drawingml/2006/main">
              <a:ext uri="{FF2B5EF4-FFF2-40B4-BE49-F238E27FC236}">
                <a16:creationId xmlns:a16="http://schemas.microsoft.com/office/drawing/2014/main" id="{28C826AE-20F7-4837-9D78-4451F553D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1922" y="81636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8" name="path-7166">
            <a:extLst xmlns:a="http://schemas.openxmlformats.org/drawingml/2006/main">
              <a:ext uri="{FF2B5EF4-FFF2-40B4-BE49-F238E27FC236}">
                <a16:creationId xmlns:a16="http://schemas.microsoft.com/office/drawing/2014/main" id="{A4618195-ABFC-4D12-9054-C1931BC5D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8473" y="81636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59" name="path-7167">
            <a:extLst xmlns:a="http://schemas.openxmlformats.org/drawingml/2006/main">
              <a:ext uri="{FF2B5EF4-FFF2-40B4-BE49-F238E27FC236}">
                <a16:creationId xmlns:a16="http://schemas.microsoft.com/office/drawing/2014/main" id="{9A47AD63-AE41-461A-952B-EA01D56CF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548" y="81407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0" name="path-7168">
            <a:extLst xmlns:a="http://schemas.openxmlformats.org/drawingml/2006/main">
              <a:ext uri="{FF2B5EF4-FFF2-40B4-BE49-F238E27FC236}">
                <a16:creationId xmlns:a16="http://schemas.microsoft.com/office/drawing/2014/main" id="{F237E6B4-550B-4FC1-A55F-78C86EADAE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217" y="81418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1" name="path-7169">
            <a:extLst xmlns:a="http://schemas.openxmlformats.org/drawingml/2006/main">
              <a:ext uri="{FF2B5EF4-FFF2-40B4-BE49-F238E27FC236}">
                <a16:creationId xmlns:a16="http://schemas.microsoft.com/office/drawing/2014/main" id="{CA08EE81-FEF3-49AB-86B2-672F4ADB15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7693" y="8146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2" name="path-7170">
            <a:extLst xmlns:a="http://schemas.openxmlformats.org/drawingml/2006/main">
              <a:ext uri="{FF2B5EF4-FFF2-40B4-BE49-F238E27FC236}">
                <a16:creationId xmlns:a16="http://schemas.microsoft.com/office/drawing/2014/main" id="{63E4D561-7465-42A8-8949-1A56F4542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9443" y="81604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3" name="path-7171">
            <a:extLst xmlns:a="http://schemas.openxmlformats.org/drawingml/2006/main">
              <a:ext uri="{FF2B5EF4-FFF2-40B4-BE49-F238E27FC236}">
                <a16:creationId xmlns:a16="http://schemas.microsoft.com/office/drawing/2014/main" id="{D39DEF74-86BD-43FF-ACC4-8B6B8FF91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863" y="8137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4" name="path-7172">
            <a:extLst xmlns:a="http://schemas.openxmlformats.org/drawingml/2006/main">
              <a:ext uri="{FF2B5EF4-FFF2-40B4-BE49-F238E27FC236}">
                <a16:creationId xmlns:a16="http://schemas.microsoft.com/office/drawing/2014/main" id="{270731C7-45EC-48C7-B637-2173FC928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63" y="8134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5" name="path-7173">
            <a:extLst xmlns:a="http://schemas.openxmlformats.org/drawingml/2006/main">
              <a:ext uri="{FF2B5EF4-FFF2-40B4-BE49-F238E27FC236}">
                <a16:creationId xmlns:a16="http://schemas.microsoft.com/office/drawing/2014/main" id="{0D3B4643-6845-4EB0-A87B-A27C42413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92" y="81313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6" name="path-7174">
            <a:extLst xmlns:a="http://schemas.openxmlformats.org/drawingml/2006/main">
              <a:ext uri="{FF2B5EF4-FFF2-40B4-BE49-F238E27FC236}">
                <a16:creationId xmlns:a16="http://schemas.microsoft.com/office/drawing/2014/main" id="{907DE1E8-B272-4933-AC2B-E5A77E4F5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589" y="81461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7" name="path-7175">
            <a:extLst xmlns:a="http://schemas.openxmlformats.org/drawingml/2006/main">
              <a:ext uri="{FF2B5EF4-FFF2-40B4-BE49-F238E27FC236}">
                <a16:creationId xmlns:a16="http://schemas.microsoft.com/office/drawing/2014/main" id="{CD555721-E9AD-4BA7-BD73-8F48C37F3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3145" y="81440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8" name="path-7176">
            <a:extLst xmlns:a="http://schemas.openxmlformats.org/drawingml/2006/main">
              <a:ext uri="{FF2B5EF4-FFF2-40B4-BE49-F238E27FC236}">
                <a16:creationId xmlns:a16="http://schemas.microsoft.com/office/drawing/2014/main" id="{0AE9EC1A-FAF0-473D-A864-1EB22B738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35" y="81437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9" name="path-7177">
            <a:extLst xmlns:a="http://schemas.openxmlformats.org/drawingml/2006/main">
              <a:ext uri="{FF2B5EF4-FFF2-40B4-BE49-F238E27FC236}">
                <a16:creationId xmlns:a16="http://schemas.microsoft.com/office/drawing/2014/main" id="{ECA973CE-6516-45BE-9488-2272FC6A1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527" y="81537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0" name="path-7178">
            <a:extLst xmlns:a="http://schemas.openxmlformats.org/drawingml/2006/main">
              <a:ext uri="{FF2B5EF4-FFF2-40B4-BE49-F238E27FC236}">
                <a16:creationId xmlns:a16="http://schemas.microsoft.com/office/drawing/2014/main" id="{636A68FF-7E46-4BA9-9F8B-481F560DF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640" y="81692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1" name="path-7179">
            <a:extLst xmlns:a="http://schemas.openxmlformats.org/drawingml/2006/main">
              <a:ext uri="{FF2B5EF4-FFF2-40B4-BE49-F238E27FC236}">
                <a16:creationId xmlns:a16="http://schemas.microsoft.com/office/drawing/2014/main" id="{F2B8ECB8-6FDF-4B50-A150-00BC9BBB7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713" y="81228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2" name="path-7180">
            <a:extLst xmlns:a="http://schemas.openxmlformats.org/drawingml/2006/main">
              <a:ext uri="{FF2B5EF4-FFF2-40B4-BE49-F238E27FC236}">
                <a16:creationId xmlns:a16="http://schemas.microsoft.com/office/drawing/2014/main" id="{FB58BF7F-FCBD-4F1C-B0AF-936957E0EB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40" y="81412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3" name="path-7181">
            <a:extLst xmlns:a="http://schemas.openxmlformats.org/drawingml/2006/main">
              <a:ext uri="{FF2B5EF4-FFF2-40B4-BE49-F238E27FC236}">
                <a16:creationId xmlns:a16="http://schemas.microsoft.com/office/drawing/2014/main" id="{2172AA99-4802-42CE-9715-7E093F0FF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542" y="8168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4" name="path-7182">
            <a:extLst xmlns:a="http://schemas.openxmlformats.org/drawingml/2006/main">
              <a:ext uri="{FF2B5EF4-FFF2-40B4-BE49-F238E27FC236}">
                <a16:creationId xmlns:a16="http://schemas.microsoft.com/office/drawing/2014/main" id="{16F1699F-C997-4E49-AFCE-85843BC14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620" y="81236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5" name="path-7183">
            <a:extLst xmlns:a="http://schemas.openxmlformats.org/drawingml/2006/main">
              <a:ext uri="{FF2B5EF4-FFF2-40B4-BE49-F238E27FC236}">
                <a16:creationId xmlns:a16="http://schemas.microsoft.com/office/drawing/2014/main" id="{270363B9-881B-483B-9971-861828A95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1872" y="81499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6" name="path-7184">
            <a:extLst xmlns:a="http://schemas.openxmlformats.org/drawingml/2006/main">
              <a:ext uri="{FF2B5EF4-FFF2-40B4-BE49-F238E27FC236}">
                <a16:creationId xmlns:a16="http://schemas.microsoft.com/office/drawing/2014/main" id="{3B6B53BB-BBD2-433C-B672-F296EC0D4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093" y="8153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7" name="path-7185">
            <a:extLst xmlns:a="http://schemas.openxmlformats.org/drawingml/2006/main">
              <a:ext uri="{FF2B5EF4-FFF2-40B4-BE49-F238E27FC236}">
                <a16:creationId xmlns:a16="http://schemas.microsoft.com/office/drawing/2014/main" id="{164473E9-711B-47FF-B130-A288AAFE6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6900" y="81410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8" name="path-7186">
            <a:extLst xmlns:a="http://schemas.openxmlformats.org/drawingml/2006/main">
              <a:ext uri="{FF2B5EF4-FFF2-40B4-BE49-F238E27FC236}">
                <a16:creationId xmlns:a16="http://schemas.microsoft.com/office/drawing/2014/main" id="{65ABC739-BCB2-458B-9514-FB4524736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7" y="81406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79" name="path-7187">
            <a:extLst xmlns:a="http://schemas.openxmlformats.org/drawingml/2006/main">
              <a:ext uri="{FF2B5EF4-FFF2-40B4-BE49-F238E27FC236}">
                <a16:creationId xmlns:a16="http://schemas.microsoft.com/office/drawing/2014/main" id="{D8084CEA-3512-4332-84C3-E515A0AF4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7935" y="81218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0" name="path-7188">
            <a:extLst xmlns:a="http://schemas.openxmlformats.org/drawingml/2006/main">
              <a:ext uri="{FF2B5EF4-FFF2-40B4-BE49-F238E27FC236}">
                <a16:creationId xmlns:a16="http://schemas.microsoft.com/office/drawing/2014/main" id="{540388E8-94B8-4F34-AF77-435F2761D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041" y="81315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1" name="path-7189">
            <a:extLst xmlns:a="http://schemas.openxmlformats.org/drawingml/2006/main">
              <a:ext uri="{FF2B5EF4-FFF2-40B4-BE49-F238E27FC236}">
                <a16:creationId xmlns:a16="http://schemas.microsoft.com/office/drawing/2014/main" id="{5F67CD97-1220-4942-B3C9-F17285853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033" y="81521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2" name="path-7190">
            <a:extLst xmlns:a="http://schemas.openxmlformats.org/drawingml/2006/main">
              <a:ext uri="{FF2B5EF4-FFF2-40B4-BE49-F238E27FC236}">
                <a16:creationId xmlns:a16="http://schemas.microsoft.com/office/drawing/2014/main" id="{B49535D6-D09D-4858-8296-A0A5BDE5A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6926" y="81418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3" name="path-7191">
            <a:extLst xmlns:a="http://schemas.openxmlformats.org/drawingml/2006/main">
              <a:ext uri="{FF2B5EF4-FFF2-40B4-BE49-F238E27FC236}">
                <a16:creationId xmlns:a16="http://schemas.microsoft.com/office/drawing/2014/main" id="{2B2931AE-0848-4935-B19F-9200D12E95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381" y="8144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4" name="path-7192">
            <a:extLst xmlns:a="http://schemas.openxmlformats.org/drawingml/2006/main">
              <a:ext uri="{FF2B5EF4-FFF2-40B4-BE49-F238E27FC236}">
                <a16:creationId xmlns:a16="http://schemas.microsoft.com/office/drawing/2014/main" id="{D7F67172-F74E-46CD-8385-A170D6382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2098" y="8155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5" name="path-7193">
            <a:extLst xmlns:a="http://schemas.openxmlformats.org/drawingml/2006/main">
              <a:ext uri="{FF2B5EF4-FFF2-40B4-BE49-F238E27FC236}">
                <a16:creationId xmlns:a16="http://schemas.microsoft.com/office/drawing/2014/main" id="{D0B29B34-0FFF-4D82-8249-6EA80D23B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723" y="81303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6" name="path-7194">
            <a:extLst xmlns:a="http://schemas.openxmlformats.org/drawingml/2006/main">
              <a:ext uri="{FF2B5EF4-FFF2-40B4-BE49-F238E27FC236}">
                <a16:creationId xmlns:a16="http://schemas.microsoft.com/office/drawing/2014/main" id="{B65FBA44-99D2-4FA3-9332-1A22CA75A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901" y="81293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7" name="path-7195">
            <a:extLst xmlns:a="http://schemas.openxmlformats.org/drawingml/2006/main">
              <a:ext uri="{FF2B5EF4-FFF2-40B4-BE49-F238E27FC236}">
                <a16:creationId xmlns:a16="http://schemas.microsoft.com/office/drawing/2014/main" id="{0641264F-1FF1-4F75-BEA3-111A00FEC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080" y="81674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8" name="path-7196">
            <a:extLst xmlns:a="http://schemas.openxmlformats.org/drawingml/2006/main">
              <a:ext uri="{FF2B5EF4-FFF2-40B4-BE49-F238E27FC236}">
                <a16:creationId xmlns:a16="http://schemas.microsoft.com/office/drawing/2014/main" id="{F9BB244C-E026-4084-BF78-E95E71B79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0420" y="81732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89" name="path-7197">
            <a:extLst xmlns:a="http://schemas.openxmlformats.org/drawingml/2006/main">
              <a:ext uri="{FF2B5EF4-FFF2-40B4-BE49-F238E27FC236}">
                <a16:creationId xmlns:a16="http://schemas.microsoft.com/office/drawing/2014/main" id="{D87CE858-D818-4B9E-AB7F-906364194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73" y="81423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0" name="path-7198">
            <a:extLst xmlns:a="http://schemas.openxmlformats.org/drawingml/2006/main">
              <a:ext uri="{FF2B5EF4-FFF2-40B4-BE49-F238E27FC236}">
                <a16:creationId xmlns:a16="http://schemas.microsoft.com/office/drawing/2014/main" id="{F14B203F-9D69-4C99-A39E-DF3967F1A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559" y="81447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1" name="path-7199">
            <a:extLst xmlns:a="http://schemas.openxmlformats.org/drawingml/2006/main">
              <a:ext uri="{FF2B5EF4-FFF2-40B4-BE49-F238E27FC236}">
                <a16:creationId xmlns:a16="http://schemas.microsoft.com/office/drawing/2014/main" id="{E3D00C1E-A5AF-4882-9224-2CFB98302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7998" y="8124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2" name="path-7200">
            <a:extLst xmlns:a="http://schemas.openxmlformats.org/drawingml/2006/main">
              <a:ext uri="{FF2B5EF4-FFF2-40B4-BE49-F238E27FC236}">
                <a16:creationId xmlns:a16="http://schemas.microsoft.com/office/drawing/2014/main" id="{7DE3904A-BD05-4AD8-8DBC-BF541B6AD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748" y="81411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3" name="path-7201">
            <a:extLst xmlns:a="http://schemas.openxmlformats.org/drawingml/2006/main">
              <a:ext uri="{FF2B5EF4-FFF2-40B4-BE49-F238E27FC236}">
                <a16:creationId xmlns:a16="http://schemas.microsoft.com/office/drawing/2014/main" id="{7CF1407C-140C-4257-A434-D9A5189AB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303" y="81343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4" name="path-7202">
            <a:extLst xmlns:a="http://schemas.openxmlformats.org/drawingml/2006/main">
              <a:ext uri="{FF2B5EF4-FFF2-40B4-BE49-F238E27FC236}">
                <a16:creationId xmlns:a16="http://schemas.microsoft.com/office/drawing/2014/main" id="{EC5738D6-935F-452E-8899-29EADE369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452" y="81543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5" name="path-7203">
            <a:extLst xmlns:a="http://schemas.openxmlformats.org/drawingml/2006/main">
              <a:ext uri="{FF2B5EF4-FFF2-40B4-BE49-F238E27FC236}">
                <a16:creationId xmlns:a16="http://schemas.microsoft.com/office/drawing/2014/main" id="{EDEF2E44-95E2-46C2-BE4C-7B90A53E4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418" y="81196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6" name="path-7204">
            <a:extLst xmlns:a="http://schemas.openxmlformats.org/drawingml/2006/main">
              <a:ext uri="{FF2B5EF4-FFF2-40B4-BE49-F238E27FC236}">
                <a16:creationId xmlns:a16="http://schemas.microsoft.com/office/drawing/2014/main" id="{7F18CC1A-2C88-490C-9CE2-CE97DEE86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776" y="81303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7" name="path-7205">
            <a:extLst xmlns:a="http://schemas.openxmlformats.org/drawingml/2006/main">
              <a:ext uri="{FF2B5EF4-FFF2-40B4-BE49-F238E27FC236}">
                <a16:creationId xmlns:a16="http://schemas.microsoft.com/office/drawing/2014/main" id="{4E5510C8-DDD6-4B87-8A47-E4C1C0A72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22" y="81590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8" name="path-7206">
            <a:extLst xmlns:a="http://schemas.openxmlformats.org/drawingml/2006/main">
              <a:ext uri="{FF2B5EF4-FFF2-40B4-BE49-F238E27FC236}">
                <a16:creationId xmlns:a16="http://schemas.microsoft.com/office/drawing/2014/main" id="{C004CF10-2AC8-4885-8A81-414FDDEBB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772" y="81242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99" name="path-7207">
            <a:extLst xmlns:a="http://schemas.openxmlformats.org/drawingml/2006/main">
              <a:ext uri="{FF2B5EF4-FFF2-40B4-BE49-F238E27FC236}">
                <a16:creationId xmlns:a16="http://schemas.microsoft.com/office/drawing/2014/main" id="{ECCB97CF-79D2-4B0A-9C5D-5F4C51D7F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1285" y="81397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0" name="path-7208">
            <a:extLst xmlns:a="http://schemas.openxmlformats.org/drawingml/2006/main">
              <a:ext uri="{FF2B5EF4-FFF2-40B4-BE49-F238E27FC236}">
                <a16:creationId xmlns:a16="http://schemas.microsoft.com/office/drawing/2014/main" id="{8ADE54AC-B2DC-452F-ACA8-7D751B7C9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640" y="81379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1" name="path-7209">
            <a:extLst xmlns:a="http://schemas.openxmlformats.org/drawingml/2006/main">
              <a:ext uri="{FF2B5EF4-FFF2-40B4-BE49-F238E27FC236}">
                <a16:creationId xmlns:a16="http://schemas.microsoft.com/office/drawing/2014/main" id="{734D3566-3E6B-4578-8534-9968CA7B9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8493" y="81520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2" name="path-7210">
            <a:extLst xmlns:a="http://schemas.openxmlformats.org/drawingml/2006/main">
              <a:ext uri="{FF2B5EF4-FFF2-40B4-BE49-F238E27FC236}">
                <a16:creationId xmlns:a16="http://schemas.microsoft.com/office/drawing/2014/main" id="{EBBC4B2B-4768-4644-B963-4255EF455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912" y="8158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3" name="path-7211">
            <a:extLst xmlns:a="http://schemas.openxmlformats.org/drawingml/2006/main">
              <a:ext uri="{FF2B5EF4-FFF2-40B4-BE49-F238E27FC236}">
                <a16:creationId xmlns:a16="http://schemas.microsoft.com/office/drawing/2014/main" id="{FA98C8C0-1923-471E-BFB5-357404F27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026" y="81645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4" name="path-7212">
            <a:extLst xmlns:a="http://schemas.openxmlformats.org/drawingml/2006/main">
              <a:ext uri="{FF2B5EF4-FFF2-40B4-BE49-F238E27FC236}">
                <a16:creationId xmlns:a16="http://schemas.microsoft.com/office/drawing/2014/main" id="{35DAAD53-1474-4E80-AD5E-648BF9CDA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452" y="81660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5" name="path-7213">
            <a:extLst xmlns:a="http://schemas.openxmlformats.org/drawingml/2006/main">
              <a:ext uri="{FF2B5EF4-FFF2-40B4-BE49-F238E27FC236}">
                <a16:creationId xmlns:a16="http://schemas.microsoft.com/office/drawing/2014/main" id="{2A9EA95B-8A5A-42D4-AE80-BC4CA1400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4197" y="81499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6" name="path-7214">
            <a:extLst xmlns:a="http://schemas.openxmlformats.org/drawingml/2006/main">
              <a:ext uri="{FF2B5EF4-FFF2-40B4-BE49-F238E27FC236}">
                <a16:creationId xmlns:a16="http://schemas.microsoft.com/office/drawing/2014/main" id="{7018E602-5684-4D8A-A78A-2CAE3F30E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069" y="81678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7" name="path-7215">
            <a:extLst xmlns:a="http://schemas.openxmlformats.org/drawingml/2006/main">
              <a:ext uri="{FF2B5EF4-FFF2-40B4-BE49-F238E27FC236}">
                <a16:creationId xmlns:a16="http://schemas.microsoft.com/office/drawing/2014/main" id="{4F707743-3DF0-46A9-BBA3-25880BAE0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080" y="81609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8" name="path-7216">
            <a:extLst xmlns:a="http://schemas.openxmlformats.org/drawingml/2006/main">
              <a:ext uri="{FF2B5EF4-FFF2-40B4-BE49-F238E27FC236}">
                <a16:creationId xmlns:a16="http://schemas.microsoft.com/office/drawing/2014/main" id="{053868A1-7880-478B-A41A-6D5B9BF5D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698" y="8159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09" name="path-7217">
            <a:extLst xmlns:a="http://schemas.openxmlformats.org/drawingml/2006/main">
              <a:ext uri="{FF2B5EF4-FFF2-40B4-BE49-F238E27FC236}">
                <a16:creationId xmlns:a16="http://schemas.microsoft.com/office/drawing/2014/main" id="{1593A9CE-86D5-4C67-87FC-B26FB6DC8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104" y="81629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0" name="path-7218">
            <a:extLst xmlns:a="http://schemas.openxmlformats.org/drawingml/2006/main">
              <a:ext uri="{FF2B5EF4-FFF2-40B4-BE49-F238E27FC236}">
                <a16:creationId xmlns:a16="http://schemas.microsoft.com/office/drawing/2014/main" id="{2D79FB8B-3532-4D63-B544-A0A7FA29B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7433" y="81590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1" name="path-7219">
            <a:extLst xmlns:a="http://schemas.openxmlformats.org/drawingml/2006/main">
              <a:ext uri="{FF2B5EF4-FFF2-40B4-BE49-F238E27FC236}">
                <a16:creationId xmlns:a16="http://schemas.microsoft.com/office/drawing/2014/main" id="{41FB1FF7-9827-47CC-8BCF-BC3349388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4788" y="81240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2" name="path-7220">
            <a:extLst xmlns:a="http://schemas.openxmlformats.org/drawingml/2006/main">
              <a:ext uri="{FF2B5EF4-FFF2-40B4-BE49-F238E27FC236}">
                <a16:creationId xmlns:a16="http://schemas.microsoft.com/office/drawing/2014/main" id="{37B7271F-9B75-46B2-BB94-EA89691D0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2105" y="81291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3" name="path-7221">
            <a:extLst xmlns:a="http://schemas.openxmlformats.org/drawingml/2006/main">
              <a:ext uri="{FF2B5EF4-FFF2-40B4-BE49-F238E27FC236}">
                <a16:creationId xmlns:a16="http://schemas.microsoft.com/office/drawing/2014/main" id="{2F894A26-3A9D-4184-88B2-3F0F2CFA6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475" y="8130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4" name="path-7222">
            <a:extLst xmlns:a="http://schemas.openxmlformats.org/drawingml/2006/main">
              <a:ext uri="{FF2B5EF4-FFF2-40B4-BE49-F238E27FC236}">
                <a16:creationId xmlns:a16="http://schemas.microsoft.com/office/drawing/2014/main" id="{6B3AF300-8B0D-47E0-8658-F14C5AF74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3236" y="8147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5" name="path-7223">
            <a:extLst xmlns:a="http://schemas.openxmlformats.org/drawingml/2006/main">
              <a:ext uri="{FF2B5EF4-FFF2-40B4-BE49-F238E27FC236}">
                <a16:creationId xmlns:a16="http://schemas.microsoft.com/office/drawing/2014/main" id="{7B29E30B-510C-4255-AD7C-EF2978ED3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5231" y="81243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6" name="path-7224">
            <a:extLst xmlns:a="http://schemas.openxmlformats.org/drawingml/2006/main">
              <a:ext uri="{FF2B5EF4-FFF2-40B4-BE49-F238E27FC236}">
                <a16:creationId xmlns:a16="http://schemas.microsoft.com/office/drawing/2014/main" id="{58776B5D-D550-4C07-A973-B0E48A5AE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0441" y="81260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7" name="path-7225">
            <a:extLst xmlns:a="http://schemas.openxmlformats.org/drawingml/2006/main">
              <a:ext uri="{FF2B5EF4-FFF2-40B4-BE49-F238E27FC236}">
                <a16:creationId xmlns:a16="http://schemas.microsoft.com/office/drawing/2014/main" id="{6BF6B7E7-9BE8-4C9D-BD55-DEBCC7710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065" y="81304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8" name="path-7226">
            <a:extLst xmlns:a="http://schemas.openxmlformats.org/drawingml/2006/main">
              <a:ext uri="{FF2B5EF4-FFF2-40B4-BE49-F238E27FC236}">
                <a16:creationId xmlns:a16="http://schemas.microsoft.com/office/drawing/2014/main" id="{193D7119-D719-4357-B166-A14AA979E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724" y="8135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19" name="path-7227">
            <a:extLst xmlns:a="http://schemas.openxmlformats.org/drawingml/2006/main">
              <a:ext uri="{FF2B5EF4-FFF2-40B4-BE49-F238E27FC236}">
                <a16:creationId xmlns:a16="http://schemas.microsoft.com/office/drawing/2014/main" id="{FB2F742B-71CE-4A51-B676-278800521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736" y="81384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0" name="path-7228">
            <a:extLst xmlns:a="http://schemas.openxmlformats.org/drawingml/2006/main">
              <a:ext uri="{FF2B5EF4-FFF2-40B4-BE49-F238E27FC236}">
                <a16:creationId xmlns:a16="http://schemas.microsoft.com/office/drawing/2014/main" id="{DF7DF9A4-459E-4106-9FEA-15BF7491A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04" y="8149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1" name="path-7229">
            <a:extLst xmlns:a="http://schemas.openxmlformats.org/drawingml/2006/main">
              <a:ext uri="{FF2B5EF4-FFF2-40B4-BE49-F238E27FC236}">
                <a16:creationId xmlns:a16="http://schemas.microsoft.com/office/drawing/2014/main" id="{30CA11FC-84FC-4384-915F-895B2D116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383" y="81475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2" name="path-7230">
            <a:extLst xmlns:a="http://schemas.openxmlformats.org/drawingml/2006/main">
              <a:ext uri="{FF2B5EF4-FFF2-40B4-BE49-F238E27FC236}">
                <a16:creationId xmlns:a16="http://schemas.microsoft.com/office/drawing/2014/main" id="{CBD86DE7-3A5F-41B2-88D8-F5216D0ECF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112" y="8143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3" name="path-7231">
            <a:extLst xmlns:a="http://schemas.openxmlformats.org/drawingml/2006/main">
              <a:ext uri="{FF2B5EF4-FFF2-40B4-BE49-F238E27FC236}">
                <a16:creationId xmlns:a16="http://schemas.microsoft.com/office/drawing/2014/main" id="{18CDB0B7-A4C5-4552-BF6C-8A6BAFE17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4970" y="8133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4" name="path-7232">
            <a:extLst xmlns:a="http://schemas.openxmlformats.org/drawingml/2006/main">
              <a:ext uri="{FF2B5EF4-FFF2-40B4-BE49-F238E27FC236}">
                <a16:creationId xmlns:a16="http://schemas.microsoft.com/office/drawing/2014/main" id="{21033F06-18E0-4B28-9551-D6E76A7E8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9223" y="8161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5" name="path-7233">
            <a:extLst xmlns:a="http://schemas.openxmlformats.org/drawingml/2006/main">
              <a:ext uri="{FF2B5EF4-FFF2-40B4-BE49-F238E27FC236}">
                <a16:creationId xmlns:a16="http://schemas.microsoft.com/office/drawing/2014/main" id="{B365ABA4-A0CD-4DBA-8D6B-BE481ED91D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648" y="81302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6" name="path-7234">
            <a:extLst xmlns:a="http://schemas.openxmlformats.org/drawingml/2006/main">
              <a:ext uri="{FF2B5EF4-FFF2-40B4-BE49-F238E27FC236}">
                <a16:creationId xmlns:a16="http://schemas.microsoft.com/office/drawing/2014/main" id="{51F32C68-FBAD-4599-8411-B70E548337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890" y="81249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7" name="path-7235">
            <a:extLst xmlns:a="http://schemas.openxmlformats.org/drawingml/2006/main">
              <a:ext uri="{FF2B5EF4-FFF2-40B4-BE49-F238E27FC236}">
                <a16:creationId xmlns:a16="http://schemas.microsoft.com/office/drawing/2014/main" id="{956C73E0-1716-4D6A-9D14-442344B4E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7795" y="81403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8" name="path-7236">
            <a:extLst xmlns:a="http://schemas.openxmlformats.org/drawingml/2006/main">
              <a:ext uri="{FF2B5EF4-FFF2-40B4-BE49-F238E27FC236}">
                <a16:creationId xmlns:a16="http://schemas.microsoft.com/office/drawing/2014/main" id="{F50AD8AF-455D-4822-B965-424740ACDE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0444" y="81279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29" name="path-7237">
            <a:extLst xmlns:a="http://schemas.openxmlformats.org/drawingml/2006/main">
              <a:ext uri="{FF2B5EF4-FFF2-40B4-BE49-F238E27FC236}">
                <a16:creationId xmlns:a16="http://schemas.microsoft.com/office/drawing/2014/main" id="{F8844991-E605-46DE-9C00-AB19F06FA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181" y="81480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0" name="path-7238">
            <a:extLst xmlns:a="http://schemas.openxmlformats.org/drawingml/2006/main">
              <a:ext uri="{FF2B5EF4-FFF2-40B4-BE49-F238E27FC236}">
                <a16:creationId xmlns:a16="http://schemas.microsoft.com/office/drawing/2014/main" id="{3E885758-A6E5-4A9D-A70F-5F4635AA9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630" y="81244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1" name="path-7239">
            <a:extLst xmlns:a="http://schemas.openxmlformats.org/drawingml/2006/main">
              <a:ext uri="{FF2B5EF4-FFF2-40B4-BE49-F238E27FC236}">
                <a16:creationId xmlns:a16="http://schemas.microsoft.com/office/drawing/2014/main" id="{9D5DE59C-B33E-4642-82E7-CD685DA78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0333" y="81431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2" name="path-7240">
            <a:extLst xmlns:a="http://schemas.openxmlformats.org/drawingml/2006/main">
              <a:ext uri="{FF2B5EF4-FFF2-40B4-BE49-F238E27FC236}">
                <a16:creationId xmlns:a16="http://schemas.microsoft.com/office/drawing/2014/main" id="{A8FAF192-ADF3-4A1A-9723-35416BD66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433" y="81330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3" name="path-7241">
            <a:extLst xmlns:a="http://schemas.openxmlformats.org/drawingml/2006/main">
              <a:ext uri="{FF2B5EF4-FFF2-40B4-BE49-F238E27FC236}">
                <a16:creationId xmlns:a16="http://schemas.microsoft.com/office/drawing/2014/main" id="{D31425DB-7BF9-4C79-BEAA-447CDF986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1361" y="81199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4" name="path-7242">
            <a:extLst xmlns:a="http://schemas.openxmlformats.org/drawingml/2006/main">
              <a:ext uri="{FF2B5EF4-FFF2-40B4-BE49-F238E27FC236}">
                <a16:creationId xmlns:a16="http://schemas.microsoft.com/office/drawing/2014/main" id="{C8D7A80B-F147-4E23-998C-C729C838B3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382" y="81475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5" name="path-7243">
            <a:extLst xmlns:a="http://schemas.openxmlformats.org/drawingml/2006/main">
              <a:ext uri="{FF2B5EF4-FFF2-40B4-BE49-F238E27FC236}">
                <a16:creationId xmlns:a16="http://schemas.microsoft.com/office/drawing/2014/main" id="{AAA8F5AA-348A-4FB5-9C85-CFFD6704D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8147" y="81156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6" name="path-7244">
            <a:extLst xmlns:a="http://schemas.openxmlformats.org/drawingml/2006/main">
              <a:ext uri="{FF2B5EF4-FFF2-40B4-BE49-F238E27FC236}">
                <a16:creationId xmlns:a16="http://schemas.microsoft.com/office/drawing/2014/main" id="{43EA8225-9AF1-4EA0-BE87-3F72C1E8C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6751" y="81544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7" name="path-7245">
            <a:extLst xmlns:a="http://schemas.openxmlformats.org/drawingml/2006/main">
              <a:ext uri="{FF2B5EF4-FFF2-40B4-BE49-F238E27FC236}">
                <a16:creationId xmlns:a16="http://schemas.microsoft.com/office/drawing/2014/main" id="{3491602F-EDD1-411F-945C-2F1F5ACCF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0665" y="8126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8" name="path-7246">
            <a:extLst xmlns:a="http://schemas.openxmlformats.org/drawingml/2006/main">
              <a:ext uri="{FF2B5EF4-FFF2-40B4-BE49-F238E27FC236}">
                <a16:creationId xmlns:a16="http://schemas.microsoft.com/office/drawing/2014/main" id="{116CBAAC-632D-4750-AB2C-BDA1B39CB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342" y="81661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9" name="path-7247">
            <a:extLst xmlns:a="http://schemas.openxmlformats.org/drawingml/2006/main">
              <a:ext uri="{FF2B5EF4-FFF2-40B4-BE49-F238E27FC236}">
                <a16:creationId xmlns:a16="http://schemas.microsoft.com/office/drawing/2014/main" id="{B345E112-EA8E-45D5-ACCC-E29AC85AE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0776" y="81498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0" name="path-7248">
            <a:extLst xmlns:a="http://schemas.openxmlformats.org/drawingml/2006/main">
              <a:ext uri="{FF2B5EF4-FFF2-40B4-BE49-F238E27FC236}">
                <a16:creationId xmlns:a16="http://schemas.microsoft.com/office/drawing/2014/main" id="{26D6B20C-FCB2-46E4-B15A-A7B7E6FC3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305" y="8160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1" name="path-7249">
            <a:extLst xmlns:a="http://schemas.openxmlformats.org/drawingml/2006/main">
              <a:ext uri="{FF2B5EF4-FFF2-40B4-BE49-F238E27FC236}">
                <a16:creationId xmlns:a16="http://schemas.microsoft.com/office/drawing/2014/main" id="{03F80423-103A-4034-980C-A1AC40779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0676" y="81379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2" name="path-7250">
            <a:extLst xmlns:a="http://schemas.openxmlformats.org/drawingml/2006/main">
              <a:ext uri="{FF2B5EF4-FFF2-40B4-BE49-F238E27FC236}">
                <a16:creationId xmlns:a16="http://schemas.microsoft.com/office/drawing/2014/main" id="{164EBC04-653D-4F5E-86D8-0E8ADECF1F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644" y="81472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3" name="path-7251">
            <a:extLst xmlns:a="http://schemas.openxmlformats.org/drawingml/2006/main">
              <a:ext uri="{FF2B5EF4-FFF2-40B4-BE49-F238E27FC236}">
                <a16:creationId xmlns:a16="http://schemas.microsoft.com/office/drawing/2014/main" id="{F9652A0A-B1F2-49BD-8FD5-8A7F939A8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264" y="81348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4" name="path-7252">
            <a:extLst xmlns:a="http://schemas.openxmlformats.org/drawingml/2006/main">
              <a:ext uri="{FF2B5EF4-FFF2-40B4-BE49-F238E27FC236}">
                <a16:creationId xmlns:a16="http://schemas.microsoft.com/office/drawing/2014/main" id="{D12557F6-664F-41C0-8F86-788AAF749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58811" y="8137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5" name="path-7253">
            <a:extLst xmlns:a="http://schemas.openxmlformats.org/drawingml/2006/main">
              <a:ext uri="{FF2B5EF4-FFF2-40B4-BE49-F238E27FC236}">
                <a16:creationId xmlns:a16="http://schemas.microsoft.com/office/drawing/2014/main" id="{EB1FDF3A-427E-4B81-85DD-D9C48DA6F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554" y="81538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6" name="path-7254">
            <a:extLst xmlns:a="http://schemas.openxmlformats.org/drawingml/2006/main">
              <a:ext uri="{FF2B5EF4-FFF2-40B4-BE49-F238E27FC236}">
                <a16:creationId xmlns:a16="http://schemas.microsoft.com/office/drawing/2014/main" id="{E9781055-DC4A-4067-85C7-2F3D84F453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3537" y="81376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7" name="path-7255">
            <a:extLst xmlns:a="http://schemas.openxmlformats.org/drawingml/2006/main">
              <a:ext uri="{FF2B5EF4-FFF2-40B4-BE49-F238E27FC236}">
                <a16:creationId xmlns:a16="http://schemas.microsoft.com/office/drawing/2014/main" id="{E3CE2858-A107-4072-80F7-0EF246DF0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406" y="8123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8" name="path-7256">
            <a:extLst xmlns:a="http://schemas.openxmlformats.org/drawingml/2006/main">
              <a:ext uri="{FF2B5EF4-FFF2-40B4-BE49-F238E27FC236}">
                <a16:creationId xmlns:a16="http://schemas.microsoft.com/office/drawing/2014/main" id="{3431FD70-6527-445D-9752-F76BC5A76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1890" y="8162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49" name="path-7257">
            <a:extLst xmlns:a="http://schemas.openxmlformats.org/drawingml/2006/main">
              <a:ext uri="{FF2B5EF4-FFF2-40B4-BE49-F238E27FC236}">
                <a16:creationId xmlns:a16="http://schemas.microsoft.com/office/drawing/2014/main" id="{275DBFFF-48B8-4003-94C9-A6F967E43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3192" y="81283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0" name="path-7258">
            <a:extLst xmlns:a="http://schemas.openxmlformats.org/drawingml/2006/main">
              <a:ext uri="{FF2B5EF4-FFF2-40B4-BE49-F238E27FC236}">
                <a16:creationId xmlns:a16="http://schemas.microsoft.com/office/drawing/2014/main" id="{7EBF06C3-8457-42AA-88F6-A4C967E6C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4652" y="81437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1" name="path-7259">
            <a:extLst xmlns:a="http://schemas.openxmlformats.org/drawingml/2006/main">
              <a:ext uri="{FF2B5EF4-FFF2-40B4-BE49-F238E27FC236}">
                <a16:creationId xmlns:a16="http://schemas.microsoft.com/office/drawing/2014/main" id="{7A185311-41F2-43D2-BC9D-4A48B3512D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287" y="81699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2" name="path-7260">
            <a:extLst xmlns:a="http://schemas.openxmlformats.org/drawingml/2006/main">
              <a:ext uri="{FF2B5EF4-FFF2-40B4-BE49-F238E27FC236}">
                <a16:creationId xmlns:a16="http://schemas.microsoft.com/office/drawing/2014/main" id="{60BC68B8-6B2B-4D5C-BF3C-2B1F7E55A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8319" y="81493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3" name="path-7261">
            <a:extLst xmlns:a="http://schemas.openxmlformats.org/drawingml/2006/main">
              <a:ext uri="{FF2B5EF4-FFF2-40B4-BE49-F238E27FC236}">
                <a16:creationId xmlns:a16="http://schemas.microsoft.com/office/drawing/2014/main" id="{B9401EB8-997F-4618-9B97-F20032882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757" y="8137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4" name="path-7262">
            <a:extLst xmlns:a="http://schemas.openxmlformats.org/drawingml/2006/main">
              <a:ext uri="{FF2B5EF4-FFF2-40B4-BE49-F238E27FC236}">
                <a16:creationId xmlns:a16="http://schemas.microsoft.com/office/drawing/2014/main" id="{B95EC351-3B95-4C09-AC16-FD8670B78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504" y="8128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5" name="path-7263">
            <a:extLst xmlns:a="http://schemas.openxmlformats.org/drawingml/2006/main">
              <a:ext uri="{FF2B5EF4-FFF2-40B4-BE49-F238E27FC236}">
                <a16:creationId xmlns:a16="http://schemas.microsoft.com/office/drawing/2014/main" id="{BAC2D7E7-8279-4658-9070-0D48B6978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4919" y="81166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6" name="path-7264">
            <a:extLst xmlns:a="http://schemas.openxmlformats.org/drawingml/2006/main">
              <a:ext uri="{FF2B5EF4-FFF2-40B4-BE49-F238E27FC236}">
                <a16:creationId xmlns:a16="http://schemas.microsoft.com/office/drawing/2014/main" id="{F49443BB-3CFF-404C-88BB-459A25B36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9983" y="8133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7" name="path-7265">
            <a:extLst xmlns:a="http://schemas.openxmlformats.org/drawingml/2006/main">
              <a:ext uri="{FF2B5EF4-FFF2-40B4-BE49-F238E27FC236}">
                <a16:creationId xmlns:a16="http://schemas.microsoft.com/office/drawing/2014/main" id="{D02F1E6D-E4DA-46C3-A211-01F8DDA36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1186" y="81338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8" name="path-7266">
            <a:extLst xmlns:a="http://schemas.openxmlformats.org/drawingml/2006/main">
              <a:ext uri="{FF2B5EF4-FFF2-40B4-BE49-F238E27FC236}">
                <a16:creationId xmlns:a16="http://schemas.microsoft.com/office/drawing/2014/main" id="{DADB3984-3D31-43B3-8D3E-13DA6FA7A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46230" y="81192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59" name="path-7267">
            <a:extLst xmlns:a="http://schemas.openxmlformats.org/drawingml/2006/main">
              <a:ext uri="{FF2B5EF4-FFF2-40B4-BE49-F238E27FC236}">
                <a16:creationId xmlns:a16="http://schemas.microsoft.com/office/drawing/2014/main" id="{391E1618-8691-4F6B-B90C-4FC430DDB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9314" y="81270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0" name="path-7268">
            <a:extLst xmlns:a="http://schemas.openxmlformats.org/drawingml/2006/main">
              <a:ext uri="{FF2B5EF4-FFF2-40B4-BE49-F238E27FC236}">
                <a16:creationId xmlns:a16="http://schemas.microsoft.com/office/drawing/2014/main" id="{C693E982-CD2C-4400-AEF2-AE326BA8D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965" y="81626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1" name="path-7269">
            <a:extLst xmlns:a="http://schemas.openxmlformats.org/drawingml/2006/main">
              <a:ext uri="{FF2B5EF4-FFF2-40B4-BE49-F238E27FC236}">
                <a16:creationId xmlns:a16="http://schemas.microsoft.com/office/drawing/2014/main" id="{DA68F1BB-1044-4294-BBBB-A515707F8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61" y="81690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2" name="path-7270">
            <a:extLst xmlns:a="http://schemas.openxmlformats.org/drawingml/2006/main">
              <a:ext uri="{FF2B5EF4-FFF2-40B4-BE49-F238E27FC236}">
                <a16:creationId xmlns:a16="http://schemas.microsoft.com/office/drawing/2014/main" id="{F1BE8676-C54C-41A2-9AE8-E9C0D440A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17" y="8150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3" name="path-7271">
            <a:extLst xmlns:a="http://schemas.openxmlformats.org/drawingml/2006/main">
              <a:ext uri="{FF2B5EF4-FFF2-40B4-BE49-F238E27FC236}">
                <a16:creationId xmlns:a16="http://schemas.microsoft.com/office/drawing/2014/main" id="{2EAB580D-94B1-4A45-B5A4-7ED8159133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979" y="81379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4" name="path-7272">
            <a:extLst xmlns:a="http://schemas.openxmlformats.org/drawingml/2006/main">
              <a:ext uri="{FF2B5EF4-FFF2-40B4-BE49-F238E27FC236}">
                <a16:creationId xmlns:a16="http://schemas.microsoft.com/office/drawing/2014/main" id="{E074EBF2-29A4-43E5-99DE-B9F8C5563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8553" y="81015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5" name="path-7273">
            <a:extLst xmlns:a="http://schemas.openxmlformats.org/drawingml/2006/main">
              <a:ext uri="{FF2B5EF4-FFF2-40B4-BE49-F238E27FC236}">
                <a16:creationId xmlns:a16="http://schemas.microsoft.com/office/drawing/2014/main" id="{17C6D36A-FC37-4118-8475-24A48857D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8171" y="81732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6" name="path-7274">
            <a:extLst xmlns:a="http://schemas.openxmlformats.org/drawingml/2006/main">
              <a:ext uri="{FF2B5EF4-FFF2-40B4-BE49-F238E27FC236}">
                <a16:creationId xmlns:a16="http://schemas.microsoft.com/office/drawing/2014/main" id="{939D6E47-9CF4-42AB-A926-52C923DB5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302" y="8141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7" name="path-7275">
            <a:extLst xmlns:a="http://schemas.openxmlformats.org/drawingml/2006/main">
              <a:ext uri="{FF2B5EF4-FFF2-40B4-BE49-F238E27FC236}">
                <a16:creationId xmlns:a16="http://schemas.microsoft.com/office/drawing/2014/main" id="{0C9B4C30-F497-4AA2-AC70-5A792E0D8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3479" y="81705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8" name="path-7276">
            <a:extLst xmlns:a="http://schemas.openxmlformats.org/drawingml/2006/main">
              <a:ext uri="{FF2B5EF4-FFF2-40B4-BE49-F238E27FC236}">
                <a16:creationId xmlns:a16="http://schemas.microsoft.com/office/drawing/2014/main" id="{744F1415-C4AE-4B49-8C05-AF154CC70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444" y="81651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69" name="path-7277">
            <a:extLst xmlns:a="http://schemas.openxmlformats.org/drawingml/2006/main">
              <a:ext uri="{FF2B5EF4-FFF2-40B4-BE49-F238E27FC236}">
                <a16:creationId xmlns:a16="http://schemas.microsoft.com/office/drawing/2014/main" id="{1872A05F-D9F3-49CD-843E-4C806BFB0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80970" y="8158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0" name="path-7278">
            <a:extLst xmlns:a="http://schemas.openxmlformats.org/drawingml/2006/main">
              <a:ext uri="{FF2B5EF4-FFF2-40B4-BE49-F238E27FC236}">
                <a16:creationId xmlns:a16="http://schemas.microsoft.com/office/drawing/2014/main" id="{58343D21-7234-468B-8E9B-7D4F75EBC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0204" y="8148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1" name="path-7279">
            <a:extLst xmlns:a="http://schemas.openxmlformats.org/drawingml/2006/main">
              <a:ext uri="{FF2B5EF4-FFF2-40B4-BE49-F238E27FC236}">
                <a16:creationId xmlns:a16="http://schemas.microsoft.com/office/drawing/2014/main" id="{0C7B0AC3-D5DB-408E-A8C3-7EBB544E72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1134" y="81403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2" name="path-7280">
            <a:extLst xmlns:a="http://schemas.openxmlformats.org/drawingml/2006/main">
              <a:ext uri="{FF2B5EF4-FFF2-40B4-BE49-F238E27FC236}">
                <a16:creationId xmlns:a16="http://schemas.microsoft.com/office/drawing/2014/main" id="{9452C885-E2E1-4FAB-BA9A-4D23E8E99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4374" y="81179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3" name="path-7281">
            <a:extLst xmlns:a="http://schemas.openxmlformats.org/drawingml/2006/main">
              <a:ext uri="{FF2B5EF4-FFF2-40B4-BE49-F238E27FC236}">
                <a16:creationId xmlns:a16="http://schemas.microsoft.com/office/drawing/2014/main" id="{11E08C5A-3027-45DB-AE4F-4AB2796D3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682" y="81476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4" name="path-7282">
            <a:extLst xmlns:a="http://schemas.openxmlformats.org/drawingml/2006/main">
              <a:ext uri="{FF2B5EF4-FFF2-40B4-BE49-F238E27FC236}">
                <a16:creationId xmlns:a16="http://schemas.microsoft.com/office/drawing/2014/main" id="{2E21B5AC-E7E5-4C19-9B1D-BB3E81B36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148" y="81446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5" name="path-7283">
            <a:extLst xmlns:a="http://schemas.openxmlformats.org/drawingml/2006/main">
              <a:ext uri="{FF2B5EF4-FFF2-40B4-BE49-F238E27FC236}">
                <a16:creationId xmlns:a16="http://schemas.microsoft.com/office/drawing/2014/main" id="{F35FB31A-3763-478E-A0EA-C843486D2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293" y="81217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6" name="path-7284">
            <a:extLst xmlns:a="http://schemas.openxmlformats.org/drawingml/2006/main">
              <a:ext uri="{FF2B5EF4-FFF2-40B4-BE49-F238E27FC236}">
                <a16:creationId xmlns:a16="http://schemas.microsoft.com/office/drawing/2014/main" id="{6BF444DC-9BAD-4BC4-B5B5-37D5E015F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47" y="81504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7" name="path-7285">
            <a:extLst xmlns:a="http://schemas.openxmlformats.org/drawingml/2006/main">
              <a:ext uri="{FF2B5EF4-FFF2-40B4-BE49-F238E27FC236}">
                <a16:creationId xmlns:a16="http://schemas.microsoft.com/office/drawing/2014/main" id="{15A50CDA-43FB-40C8-A537-FDB09F253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898" y="8098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8" name="path-7286">
            <a:extLst xmlns:a="http://schemas.openxmlformats.org/drawingml/2006/main">
              <a:ext uri="{FF2B5EF4-FFF2-40B4-BE49-F238E27FC236}">
                <a16:creationId xmlns:a16="http://schemas.microsoft.com/office/drawing/2014/main" id="{F6CE9178-307D-4936-B62A-B387AB2F2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892" y="81586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79" name="path-7287">
            <a:extLst xmlns:a="http://schemas.openxmlformats.org/drawingml/2006/main">
              <a:ext uri="{FF2B5EF4-FFF2-40B4-BE49-F238E27FC236}">
                <a16:creationId xmlns:a16="http://schemas.microsoft.com/office/drawing/2014/main" id="{0FBCAB24-9EC7-4F30-9646-F78359581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3478" y="81444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0" name="path-7288">
            <a:extLst xmlns:a="http://schemas.openxmlformats.org/drawingml/2006/main">
              <a:ext uri="{FF2B5EF4-FFF2-40B4-BE49-F238E27FC236}">
                <a16:creationId xmlns:a16="http://schemas.microsoft.com/office/drawing/2014/main" id="{11485D67-C47B-4524-8244-320BFDE87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863" y="81727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1" name="path-7289">
            <a:extLst xmlns:a="http://schemas.openxmlformats.org/drawingml/2006/main">
              <a:ext uri="{FF2B5EF4-FFF2-40B4-BE49-F238E27FC236}">
                <a16:creationId xmlns:a16="http://schemas.microsoft.com/office/drawing/2014/main" id="{D7E6CF1F-7925-4208-A358-42F337F21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266" y="81442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2" name="path-7290">
            <a:extLst xmlns:a="http://schemas.openxmlformats.org/drawingml/2006/main">
              <a:ext uri="{FF2B5EF4-FFF2-40B4-BE49-F238E27FC236}">
                <a16:creationId xmlns:a16="http://schemas.microsoft.com/office/drawing/2014/main" id="{3E72586B-26A0-4949-9BD2-3008F4056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8869" y="81684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3" name="path-7291">
            <a:extLst xmlns:a="http://schemas.openxmlformats.org/drawingml/2006/main">
              <a:ext uri="{FF2B5EF4-FFF2-40B4-BE49-F238E27FC236}">
                <a16:creationId xmlns:a16="http://schemas.microsoft.com/office/drawing/2014/main" id="{FD7FE221-DCCF-4096-B67E-C41753A3F2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3593" y="81460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4" name="path-7292">
            <a:extLst xmlns:a="http://schemas.openxmlformats.org/drawingml/2006/main">
              <a:ext uri="{FF2B5EF4-FFF2-40B4-BE49-F238E27FC236}">
                <a16:creationId xmlns:a16="http://schemas.microsoft.com/office/drawing/2014/main" id="{53AE3933-B226-4E4C-8D71-21ADB28BD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91200" y="81390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5" name="path-7293">
            <a:extLst xmlns:a="http://schemas.openxmlformats.org/drawingml/2006/main">
              <a:ext uri="{FF2B5EF4-FFF2-40B4-BE49-F238E27FC236}">
                <a16:creationId xmlns:a16="http://schemas.microsoft.com/office/drawing/2014/main" id="{40345E30-1D60-4233-9687-9E639AD68B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5999" y="81398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6" name="path-7294">
            <a:extLst xmlns:a="http://schemas.openxmlformats.org/drawingml/2006/main">
              <a:ext uri="{FF2B5EF4-FFF2-40B4-BE49-F238E27FC236}">
                <a16:creationId xmlns:a16="http://schemas.microsoft.com/office/drawing/2014/main" id="{D67CBC81-D45D-4547-916E-3C0B052A0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928" y="81322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7" name="path-7295">
            <a:extLst xmlns:a="http://schemas.openxmlformats.org/drawingml/2006/main">
              <a:ext uri="{FF2B5EF4-FFF2-40B4-BE49-F238E27FC236}">
                <a16:creationId xmlns:a16="http://schemas.microsoft.com/office/drawing/2014/main" id="{A3FE7DA3-E8D7-48E2-A906-6F96DA27D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3387" y="81632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8" name="path-7296">
            <a:extLst xmlns:a="http://schemas.openxmlformats.org/drawingml/2006/main">
              <a:ext uri="{FF2B5EF4-FFF2-40B4-BE49-F238E27FC236}">
                <a16:creationId xmlns:a16="http://schemas.microsoft.com/office/drawing/2014/main" id="{A7A75F20-DD23-4E09-81A7-CDE4C0BC1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053" y="81487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89" name="path-7297">
            <a:extLst xmlns:a="http://schemas.openxmlformats.org/drawingml/2006/main">
              <a:ext uri="{FF2B5EF4-FFF2-40B4-BE49-F238E27FC236}">
                <a16:creationId xmlns:a16="http://schemas.microsoft.com/office/drawing/2014/main" id="{21751EF3-15E0-49C8-9C66-80196C23D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5063" y="81380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0" name="path-7298">
            <a:extLst xmlns:a="http://schemas.openxmlformats.org/drawingml/2006/main">
              <a:ext uri="{FF2B5EF4-FFF2-40B4-BE49-F238E27FC236}">
                <a16:creationId xmlns:a16="http://schemas.microsoft.com/office/drawing/2014/main" id="{2991230E-06CC-4FA9-B484-9051D2C3E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6162" y="81658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1" name="path-7299">
            <a:extLst xmlns:a="http://schemas.openxmlformats.org/drawingml/2006/main">
              <a:ext uri="{FF2B5EF4-FFF2-40B4-BE49-F238E27FC236}">
                <a16:creationId xmlns:a16="http://schemas.microsoft.com/office/drawing/2014/main" id="{675BFFF0-40B8-4910-A483-3F92FC798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738" y="81431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2" name="path-7300">
            <a:extLst xmlns:a="http://schemas.openxmlformats.org/drawingml/2006/main">
              <a:ext uri="{FF2B5EF4-FFF2-40B4-BE49-F238E27FC236}">
                <a16:creationId xmlns:a16="http://schemas.microsoft.com/office/drawing/2014/main" id="{0F7FBE0C-9E66-4B90-9781-0CA833BCF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832" y="81324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3" name="path-7301">
            <a:extLst xmlns:a="http://schemas.openxmlformats.org/drawingml/2006/main">
              <a:ext uri="{FF2B5EF4-FFF2-40B4-BE49-F238E27FC236}">
                <a16:creationId xmlns:a16="http://schemas.microsoft.com/office/drawing/2014/main" id="{C96D9759-F025-43D1-BADB-64C6D0C25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2021" y="81427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4" name="path-7302">
            <a:extLst xmlns:a="http://schemas.openxmlformats.org/drawingml/2006/main">
              <a:ext uri="{FF2B5EF4-FFF2-40B4-BE49-F238E27FC236}">
                <a16:creationId xmlns:a16="http://schemas.microsoft.com/office/drawing/2014/main" id="{BE00938E-6F22-4C66-AE04-4B8526790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0286" y="81241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5" name="path-7303">
            <a:extLst xmlns:a="http://schemas.openxmlformats.org/drawingml/2006/main">
              <a:ext uri="{FF2B5EF4-FFF2-40B4-BE49-F238E27FC236}">
                <a16:creationId xmlns:a16="http://schemas.microsoft.com/office/drawing/2014/main" id="{624DED21-0186-438E-A0D5-069F95C26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99" y="81837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6" name="path-7304">
            <a:extLst xmlns:a="http://schemas.openxmlformats.org/drawingml/2006/main">
              <a:ext uri="{FF2B5EF4-FFF2-40B4-BE49-F238E27FC236}">
                <a16:creationId xmlns:a16="http://schemas.microsoft.com/office/drawing/2014/main" id="{92E0E413-6412-42C1-8E98-0580F0F71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0825" y="81184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7" name="path-7305">
            <a:extLst xmlns:a="http://schemas.openxmlformats.org/drawingml/2006/main">
              <a:ext uri="{FF2B5EF4-FFF2-40B4-BE49-F238E27FC236}">
                <a16:creationId xmlns:a16="http://schemas.microsoft.com/office/drawing/2014/main" id="{D225DA18-606E-4C4A-98B1-64D624762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295" y="81293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8" name="path-7306">
            <a:extLst xmlns:a="http://schemas.openxmlformats.org/drawingml/2006/main">
              <a:ext uri="{FF2B5EF4-FFF2-40B4-BE49-F238E27FC236}">
                <a16:creationId xmlns:a16="http://schemas.microsoft.com/office/drawing/2014/main" id="{F8DD12EE-876B-4D23-9CEF-6D6A3A9DF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6768" y="81230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99" name="path-7307">
            <a:extLst xmlns:a="http://schemas.openxmlformats.org/drawingml/2006/main">
              <a:ext uri="{FF2B5EF4-FFF2-40B4-BE49-F238E27FC236}">
                <a16:creationId xmlns:a16="http://schemas.microsoft.com/office/drawing/2014/main" id="{6BFE6B7F-1936-4745-A65C-084547DF7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7118" y="81330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0" name="path-7308">
            <a:extLst xmlns:a="http://schemas.openxmlformats.org/drawingml/2006/main">
              <a:ext uri="{FF2B5EF4-FFF2-40B4-BE49-F238E27FC236}">
                <a16:creationId xmlns:a16="http://schemas.microsoft.com/office/drawing/2014/main" id="{0E87668F-B609-4636-A2AA-C92D89E36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591" y="81029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1" name="path-7309">
            <a:extLst xmlns:a="http://schemas.openxmlformats.org/drawingml/2006/main">
              <a:ext uri="{FF2B5EF4-FFF2-40B4-BE49-F238E27FC236}">
                <a16:creationId xmlns:a16="http://schemas.microsoft.com/office/drawing/2014/main" id="{C86FD1E6-B055-412E-924B-AAB3CEE11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7655" y="81255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2" name="path-7310">
            <a:extLst xmlns:a="http://schemas.openxmlformats.org/drawingml/2006/main">
              <a:ext uri="{FF2B5EF4-FFF2-40B4-BE49-F238E27FC236}">
                <a16:creationId xmlns:a16="http://schemas.microsoft.com/office/drawing/2014/main" id="{2E3FE7C1-62C3-4370-BC5E-F1B0C7AF9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863" y="81598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3" name="path-7311">
            <a:extLst xmlns:a="http://schemas.openxmlformats.org/drawingml/2006/main">
              <a:ext uri="{FF2B5EF4-FFF2-40B4-BE49-F238E27FC236}">
                <a16:creationId xmlns:a16="http://schemas.microsoft.com/office/drawing/2014/main" id="{5DE2480C-E07F-47D8-BBE9-617773B7E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447" y="81509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4" name="path-7312">
            <a:extLst xmlns:a="http://schemas.openxmlformats.org/drawingml/2006/main">
              <a:ext uri="{FF2B5EF4-FFF2-40B4-BE49-F238E27FC236}">
                <a16:creationId xmlns:a16="http://schemas.microsoft.com/office/drawing/2014/main" id="{BF54219F-E441-4B4E-BA6E-5BBC6F906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4695" y="81212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5" name="path-7313">
            <a:extLst xmlns:a="http://schemas.openxmlformats.org/drawingml/2006/main">
              <a:ext uri="{FF2B5EF4-FFF2-40B4-BE49-F238E27FC236}">
                <a16:creationId xmlns:a16="http://schemas.microsoft.com/office/drawing/2014/main" id="{3A2B4351-DDC7-4769-B9B6-CA203EF0D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6843" y="81544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6" name="path-7314">
            <a:extLst xmlns:a="http://schemas.openxmlformats.org/drawingml/2006/main">
              <a:ext uri="{FF2B5EF4-FFF2-40B4-BE49-F238E27FC236}">
                <a16:creationId xmlns:a16="http://schemas.microsoft.com/office/drawing/2014/main" id="{7BB09802-61F7-4DB1-A0A4-509DF0AC6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34" y="80934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7" name="path-7315">
            <a:extLst xmlns:a="http://schemas.openxmlformats.org/drawingml/2006/main">
              <a:ext uri="{FF2B5EF4-FFF2-40B4-BE49-F238E27FC236}">
                <a16:creationId xmlns:a16="http://schemas.microsoft.com/office/drawing/2014/main" id="{58B00F66-6F99-4248-9771-934265776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756" y="81431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8" name="path-7316">
            <a:extLst xmlns:a="http://schemas.openxmlformats.org/drawingml/2006/main">
              <a:ext uri="{FF2B5EF4-FFF2-40B4-BE49-F238E27FC236}">
                <a16:creationId xmlns:a16="http://schemas.microsoft.com/office/drawing/2014/main" id="{45FBFFBF-A2E4-4DDB-BA1C-DC4BFE397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0982" y="8095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09" name="path-7317">
            <a:extLst xmlns:a="http://schemas.openxmlformats.org/drawingml/2006/main">
              <a:ext uri="{FF2B5EF4-FFF2-40B4-BE49-F238E27FC236}">
                <a16:creationId xmlns:a16="http://schemas.microsoft.com/office/drawing/2014/main" id="{FB8E4FC1-539A-4815-9404-77319A470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9471" y="81185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0" name="path-7318">
            <a:extLst xmlns:a="http://schemas.openxmlformats.org/drawingml/2006/main">
              <a:ext uri="{FF2B5EF4-FFF2-40B4-BE49-F238E27FC236}">
                <a16:creationId xmlns:a16="http://schemas.microsoft.com/office/drawing/2014/main" id="{7149D109-1228-4138-AF9E-22AF9C3A7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8969" y="81289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1" name="path-7319">
            <a:extLst xmlns:a="http://schemas.openxmlformats.org/drawingml/2006/main">
              <a:ext uri="{FF2B5EF4-FFF2-40B4-BE49-F238E27FC236}">
                <a16:creationId xmlns:a16="http://schemas.microsoft.com/office/drawing/2014/main" id="{BC261D11-3754-40A7-B377-A11C4D2E7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130" y="81139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2" name="path-7320">
            <a:extLst xmlns:a="http://schemas.openxmlformats.org/drawingml/2006/main">
              <a:ext uri="{FF2B5EF4-FFF2-40B4-BE49-F238E27FC236}">
                <a16:creationId xmlns:a16="http://schemas.microsoft.com/office/drawing/2014/main" id="{1589D09A-CE0E-4C49-8F16-51947165C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3379" y="81343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3" name="path-7321">
            <a:extLst xmlns:a="http://schemas.openxmlformats.org/drawingml/2006/main">
              <a:ext uri="{FF2B5EF4-FFF2-40B4-BE49-F238E27FC236}">
                <a16:creationId xmlns:a16="http://schemas.microsoft.com/office/drawing/2014/main" id="{82A450DC-2725-443D-9F5F-813FD79E4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8776" y="81642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4" name="path-7322">
            <a:extLst xmlns:a="http://schemas.openxmlformats.org/drawingml/2006/main">
              <a:ext uri="{FF2B5EF4-FFF2-40B4-BE49-F238E27FC236}">
                <a16:creationId xmlns:a16="http://schemas.microsoft.com/office/drawing/2014/main" id="{87AFA208-68B1-4EAC-BF29-2D92EB413C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184" y="81391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5" name="path-7323">
            <a:extLst xmlns:a="http://schemas.openxmlformats.org/drawingml/2006/main">
              <a:ext uri="{FF2B5EF4-FFF2-40B4-BE49-F238E27FC236}">
                <a16:creationId xmlns:a16="http://schemas.microsoft.com/office/drawing/2014/main" id="{EC1881E1-D244-4810-A8D0-0723EEE08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269" y="8154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6" name="path-7324">
            <a:extLst xmlns:a="http://schemas.openxmlformats.org/drawingml/2006/main">
              <a:ext uri="{FF2B5EF4-FFF2-40B4-BE49-F238E27FC236}">
                <a16:creationId xmlns:a16="http://schemas.microsoft.com/office/drawing/2014/main" id="{218259A4-5600-4832-AA7A-9B09931B1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8595" y="81422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7" name="path-7325">
            <a:extLst xmlns:a="http://schemas.openxmlformats.org/drawingml/2006/main">
              <a:ext uri="{FF2B5EF4-FFF2-40B4-BE49-F238E27FC236}">
                <a16:creationId xmlns:a16="http://schemas.microsoft.com/office/drawing/2014/main" id="{2CA0F2A6-D58A-40D0-BC55-395409B86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727" y="81249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8" name="path-7326">
            <a:extLst xmlns:a="http://schemas.openxmlformats.org/drawingml/2006/main">
              <a:ext uri="{FF2B5EF4-FFF2-40B4-BE49-F238E27FC236}">
                <a16:creationId xmlns:a16="http://schemas.microsoft.com/office/drawing/2014/main" id="{2D753AD1-CB92-48BA-BF7D-2CB4BC928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9652" y="8133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19" name="path-7327">
            <a:extLst xmlns:a="http://schemas.openxmlformats.org/drawingml/2006/main">
              <a:ext uri="{FF2B5EF4-FFF2-40B4-BE49-F238E27FC236}">
                <a16:creationId xmlns:a16="http://schemas.microsoft.com/office/drawing/2014/main" id="{5D223A57-B504-452A-9650-FF1249EE3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336" y="81678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0" name="path-7328">
            <a:extLst xmlns:a="http://schemas.openxmlformats.org/drawingml/2006/main">
              <a:ext uri="{FF2B5EF4-FFF2-40B4-BE49-F238E27FC236}">
                <a16:creationId xmlns:a16="http://schemas.microsoft.com/office/drawing/2014/main" id="{7E116321-680A-4823-B2BE-55DC0AC37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9840" y="81752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1" name="path-7329">
            <a:extLst xmlns:a="http://schemas.openxmlformats.org/drawingml/2006/main">
              <a:ext uri="{FF2B5EF4-FFF2-40B4-BE49-F238E27FC236}">
                <a16:creationId xmlns:a16="http://schemas.microsoft.com/office/drawing/2014/main" id="{0AE71EE2-5837-44C6-BB7D-BB293B216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281" y="8152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2" name="path-7330">
            <a:extLst xmlns:a="http://schemas.openxmlformats.org/drawingml/2006/main">
              <a:ext uri="{FF2B5EF4-FFF2-40B4-BE49-F238E27FC236}">
                <a16:creationId xmlns:a16="http://schemas.microsoft.com/office/drawing/2014/main" id="{63D77D0C-9F0D-4386-837B-74B2A28CB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09079" y="81257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3" name="path-7331">
            <a:extLst xmlns:a="http://schemas.openxmlformats.org/drawingml/2006/main">
              <a:ext uri="{FF2B5EF4-FFF2-40B4-BE49-F238E27FC236}">
                <a16:creationId xmlns:a16="http://schemas.microsoft.com/office/drawing/2014/main" id="{3162A079-3FEF-4912-9DAF-AAACE820E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136" y="81273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4" name="path-7332">
            <a:extLst xmlns:a="http://schemas.openxmlformats.org/drawingml/2006/main">
              <a:ext uri="{FF2B5EF4-FFF2-40B4-BE49-F238E27FC236}">
                <a16:creationId xmlns:a16="http://schemas.microsoft.com/office/drawing/2014/main" id="{1B7B3EF1-C3CB-4391-A847-E0A3995FA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522" y="81376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5" name="path-7333">
            <a:extLst xmlns:a="http://schemas.openxmlformats.org/drawingml/2006/main">
              <a:ext uri="{FF2B5EF4-FFF2-40B4-BE49-F238E27FC236}">
                <a16:creationId xmlns:a16="http://schemas.microsoft.com/office/drawing/2014/main" id="{0F83A9E7-B85A-4D92-A221-1C9F8DD97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6969" y="81383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6" name="path-7334">
            <a:extLst xmlns:a="http://schemas.openxmlformats.org/drawingml/2006/main">
              <a:ext uri="{FF2B5EF4-FFF2-40B4-BE49-F238E27FC236}">
                <a16:creationId xmlns:a16="http://schemas.microsoft.com/office/drawing/2014/main" id="{C38E298E-4ABA-4B46-8420-C9D6D258F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0641" y="81644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7" name="path-7335">
            <a:extLst xmlns:a="http://schemas.openxmlformats.org/drawingml/2006/main">
              <a:ext uri="{FF2B5EF4-FFF2-40B4-BE49-F238E27FC236}">
                <a16:creationId xmlns:a16="http://schemas.microsoft.com/office/drawing/2014/main" id="{83862D04-582C-41BB-9456-21F2A2227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9152" y="8160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8" name="path-7336">
            <a:extLst xmlns:a="http://schemas.openxmlformats.org/drawingml/2006/main">
              <a:ext uri="{FF2B5EF4-FFF2-40B4-BE49-F238E27FC236}">
                <a16:creationId xmlns:a16="http://schemas.microsoft.com/office/drawing/2014/main" id="{ACBE1A10-0019-4836-BB49-DFE3EFB9F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6490" y="81665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FF4500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29" name="path-7337">
            <a:extLst xmlns:a="http://schemas.openxmlformats.org/drawingml/2006/main">
              <a:ext uri="{FF2B5EF4-FFF2-40B4-BE49-F238E27FC236}">
                <a16:creationId xmlns:a16="http://schemas.microsoft.com/office/drawing/2014/main" id="{7E2A6ABB-2A83-4358-87F2-492E964A7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0523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0" y="186212"/>
                </a:moveTo>
                <a:lnTo>
                  <a:pt x="186211" y="186212"/>
                </a:lnTo>
                <a:lnTo>
                  <a:pt x="186211" y="0"/>
                </a:lnTo>
                <a:lnTo>
                  <a:pt x="0" y="0"/>
                </a:lnTo>
                <a:lnTo>
                  <a:pt x="0" y="186212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0" name="path-7338">
            <a:extLst xmlns:a="http://schemas.openxmlformats.org/drawingml/2006/main">
              <a:ext uri="{FF2B5EF4-FFF2-40B4-BE49-F238E27FC236}">
                <a16:creationId xmlns:a16="http://schemas.microsoft.com/office/drawing/2014/main" id="{1D1C9652-B7EA-4171-90CA-95EB12FE3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6157" y="8066032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1" name="path-7339">
            <a:extLst xmlns:a="http://schemas.openxmlformats.org/drawingml/2006/main">
              <a:ext uri="{FF2B5EF4-FFF2-40B4-BE49-F238E27FC236}">
                <a16:creationId xmlns:a16="http://schemas.microsoft.com/office/drawing/2014/main" id="{AB58D7FD-F192-41CC-B203-0F7DE89912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89654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0" y="186212"/>
                </a:moveTo>
                <a:lnTo>
                  <a:pt x="186211" y="186212"/>
                </a:lnTo>
                <a:lnTo>
                  <a:pt x="186211" y="0"/>
                </a:lnTo>
                <a:lnTo>
                  <a:pt x="0" y="0"/>
                </a:lnTo>
                <a:lnTo>
                  <a:pt x="0" y="186212"/>
                </a:lnTo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2" name="path-7340">
            <a:extLst xmlns:a="http://schemas.openxmlformats.org/drawingml/2006/main">
              <a:ext uri="{FF2B5EF4-FFF2-40B4-BE49-F238E27FC236}">
                <a16:creationId xmlns:a16="http://schemas.microsoft.com/office/drawing/2014/main" id="{4CBFAD2B-03B7-43F4-AD5F-AC8167772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5288" y="8066032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3" name="path-7341">
            <a:extLst xmlns:a="http://schemas.openxmlformats.org/drawingml/2006/main">
              <a:ext uri="{FF2B5EF4-FFF2-40B4-BE49-F238E27FC236}">
                <a16:creationId xmlns:a16="http://schemas.microsoft.com/office/drawing/2014/main" id="{7ABCF874-1377-4A5C-AE4E-FE5CE0AE5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0956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93105" y="0"/>
                </a:moveTo>
                <a:lnTo>
                  <a:pt x="0" y="186212"/>
                </a:lnTo>
                <a:lnTo>
                  <a:pt x="186211" y="186212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4" name="path-7342">
            <a:extLst xmlns:a="http://schemas.openxmlformats.org/drawingml/2006/main">
              <a:ext uri="{FF2B5EF4-FFF2-40B4-BE49-F238E27FC236}">
                <a16:creationId xmlns:a16="http://schemas.microsoft.com/office/drawing/2014/main" id="{BCC4BD8B-8C27-4C93-B9EC-86DB237E8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711" y="8048275"/>
            <a:ext cx="264360" cy="264360"/>
          </a:xfrm>
          <a:custGeom xmlns:a="http://schemas.openxmlformats.org/drawingml/2006/main">
            <a:pathLst>
              <a:path w="225946" h="225945">
                <a:moveTo>
                  <a:pt x="112973" y="27455"/>
                </a:moveTo>
                <a:lnTo>
                  <a:pt x="123955" y="21964"/>
                </a:lnTo>
                <a:lnTo>
                  <a:pt x="112973" y="0"/>
                </a:lnTo>
                <a:lnTo>
                  <a:pt x="101991" y="21964"/>
                </a:lnTo>
                <a:lnTo>
                  <a:pt x="112973" y="27455"/>
                </a:lnTo>
                <a:moveTo>
                  <a:pt x="19867" y="213667"/>
                </a:moveTo>
                <a:lnTo>
                  <a:pt x="8885" y="208176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06078" y="225945"/>
                </a:lnTo>
                <a:lnTo>
                  <a:pt x="225946" y="225945"/>
                </a:lnTo>
                <a:lnTo>
                  <a:pt x="217060" y="208176"/>
                </a:lnTo>
                <a:lnTo>
                  <a:pt x="206078" y="213667"/>
                </a:lnTo>
                <a:moveTo>
                  <a:pt x="112973" y="27455"/>
                </a:moveTo>
                <a:lnTo>
                  <a:pt x="101991" y="21964"/>
                </a:lnTo>
                <a:lnTo>
                  <a:pt x="8885" y="208176"/>
                </a:lnTo>
                <a:lnTo>
                  <a:pt x="19867" y="213667"/>
                </a:lnTo>
                <a:lnTo>
                  <a:pt x="30849" y="219158"/>
                </a:lnTo>
                <a:lnTo>
                  <a:pt x="123955" y="32947"/>
                </a:lnTo>
                <a:lnTo>
                  <a:pt x="112973" y="27455"/>
                </a:lnTo>
                <a:moveTo>
                  <a:pt x="19867" y="213667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7"/>
                </a:lnTo>
                <a:lnTo>
                  <a:pt x="206078" y="201389"/>
                </a:lnTo>
                <a:lnTo>
                  <a:pt x="19867" y="201389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17060" y="208176"/>
                </a:lnTo>
                <a:lnTo>
                  <a:pt x="123955" y="21964"/>
                </a:lnTo>
                <a:lnTo>
                  <a:pt x="112973" y="27455"/>
                </a:lnTo>
                <a:lnTo>
                  <a:pt x="101991" y="32947"/>
                </a:lnTo>
                <a:lnTo>
                  <a:pt x="195096" y="219158"/>
                </a:lnTo>
                <a:lnTo>
                  <a:pt x="206078" y="2136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5" name="path-7343">
            <a:extLst xmlns:a="http://schemas.openxmlformats.org/drawingml/2006/main">
              <a:ext uri="{FF2B5EF4-FFF2-40B4-BE49-F238E27FC236}">
                <a16:creationId xmlns:a16="http://schemas.microsoft.com/office/drawing/2014/main" id="{A5A57722-DBE6-4EC5-B197-7CECFB3C8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1825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93105" y="0"/>
                </a:moveTo>
                <a:lnTo>
                  <a:pt x="0" y="186212"/>
                </a:lnTo>
                <a:lnTo>
                  <a:pt x="186211" y="186212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6" name="path-7344">
            <a:extLst xmlns:a="http://schemas.openxmlformats.org/drawingml/2006/main">
              <a:ext uri="{FF2B5EF4-FFF2-40B4-BE49-F238E27FC236}">
                <a16:creationId xmlns:a16="http://schemas.microsoft.com/office/drawing/2014/main" id="{6C0C3F10-036B-4769-9FA3-955197EBC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8580" y="8048275"/>
            <a:ext cx="264360" cy="264360"/>
          </a:xfrm>
          <a:custGeom xmlns:a="http://schemas.openxmlformats.org/drawingml/2006/main">
            <a:pathLst>
              <a:path w="225946" h="225945">
                <a:moveTo>
                  <a:pt x="112973" y="27455"/>
                </a:moveTo>
                <a:lnTo>
                  <a:pt x="123955" y="21964"/>
                </a:lnTo>
                <a:lnTo>
                  <a:pt x="112973" y="0"/>
                </a:lnTo>
                <a:lnTo>
                  <a:pt x="101991" y="21964"/>
                </a:lnTo>
                <a:lnTo>
                  <a:pt x="112973" y="27455"/>
                </a:lnTo>
                <a:moveTo>
                  <a:pt x="19867" y="213667"/>
                </a:moveTo>
                <a:lnTo>
                  <a:pt x="8885" y="208176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06078" y="225945"/>
                </a:lnTo>
                <a:lnTo>
                  <a:pt x="225946" y="225945"/>
                </a:lnTo>
                <a:lnTo>
                  <a:pt x="217060" y="208176"/>
                </a:lnTo>
                <a:lnTo>
                  <a:pt x="206078" y="213667"/>
                </a:lnTo>
                <a:moveTo>
                  <a:pt x="112973" y="27455"/>
                </a:moveTo>
                <a:lnTo>
                  <a:pt x="101991" y="21964"/>
                </a:lnTo>
                <a:lnTo>
                  <a:pt x="8885" y="208176"/>
                </a:lnTo>
                <a:lnTo>
                  <a:pt x="19867" y="213667"/>
                </a:lnTo>
                <a:lnTo>
                  <a:pt x="30849" y="219158"/>
                </a:lnTo>
                <a:lnTo>
                  <a:pt x="123955" y="32947"/>
                </a:lnTo>
                <a:lnTo>
                  <a:pt x="112973" y="27455"/>
                </a:lnTo>
                <a:moveTo>
                  <a:pt x="19867" y="213667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7"/>
                </a:lnTo>
                <a:lnTo>
                  <a:pt x="206078" y="201389"/>
                </a:lnTo>
                <a:lnTo>
                  <a:pt x="19867" y="201389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17060" y="208176"/>
                </a:lnTo>
                <a:lnTo>
                  <a:pt x="123955" y="21964"/>
                </a:lnTo>
                <a:lnTo>
                  <a:pt x="112973" y="27455"/>
                </a:lnTo>
                <a:lnTo>
                  <a:pt x="101991" y="32947"/>
                </a:lnTo>
                <a:lnTo>
                  <a:pt x="195096" y="219158"/>
                </a:lnTo>
                <a:lnTo>
                  <a:pt x="206078" y="2136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7" name="path-7345">
            <a:extLst xmlns:a="http://schemas.openxmlformats.org/drawingml/2006/main">
              <a:ext uri="{FF2B5EF4-FFF2-40B4-BE49-F238E27FC236}">
                <a16:creationId xmlns:a16="http://schemas.microsoft.com/office/drawing/2014/main" id="{A3274B63-E443-49C2-8A77-3728184E1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8415595"/>
            <a:ext cx="106398" cy="118519"/>
          </a:xfrm>
          <a:custGeom xmlns:a="http://schemas.openxmlformats.org/drawingml/2006/main">
            <a:pathLst>
              <a:path w="90937" h="101297">
                <a:moveTo>
                  <a:pt x="90937" y="92088"/>
                </a:moveTo>
                <a:lnTo>
                  <a:pt x="90937" y="82879"/>
                </a:lnTo>
                <a:lnTo>
                  <a:pt x="36836" y="82879"/>
                </a:lnTo>
                <a:lnTo>
                  <a:pt x="27540" y="80365"/>
                </a:lnTo>
                <a:lnTo>
                  <a:pt x="20932" y="73757"/>
                </a:lnTo>
                <a:lnTo>
                  <a:pt x="18417" y="64462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64462"/>
                </a:lnTo>
                <a:lnTo>
                  <a:pt x="2895" y="78800"/>
                </a:lnTo>
                <a:lnTo>
                  <a:pt x="10789" y="90508"/>
                </a:lnTo>
                <a:lnTo>
                  <a:pt x="22497" y="98402"/>
                </a:lnTo>
                <a:lnTo>
                  <a:pt x="36836" y="101297"/>
                </a:lnTo>
                <a:lnTo>
                  <a:pt x="90937" y="101297"/>
                </a:lnTo>
                <a:lnTo>
                  <a:pt x="90937" y="9208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8" name="path-7346">
            <a:extLst xmlns:a="http://schemas.openxmlformats.org/drawingml/2006/main">
              <a:ext uri="{FF2B5EF4-FFF2-40B4-BE49-F238E27FC236}">
                <a16:creationId xmlns:a16="http://schemas.microsoft.com/office/drawing/2014/main" id="{55AF7ECD-2851-4548-BB79-BBEE597EC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8113910"/>
            <a:ext cx="21548" cy="150843"/>
          </a:xfrm>
          <a:custGeom xmlns:a="http://schemas.openxmlformats.org/drawingml/2006/main">
            <a:pathLst>
              <a:path w="18417" h="128923">
                <a:moveTo>
                  <a:pt x="9209" y="128923"/>
                </a:moveTo>
                <a:lnTo>
                  <a:pt x="18417" y="128923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39" name="path-7347">
            <a:extLst xmlns:a="http://schemas.openxmlformats.org/drawingml/2006/main">
              <a:ext uri="{FF2B5EF4-FFF2-40B4-BE49-F238E27FC236}">
                <a16:creationId xmlns:a16="http://schemas.microsoft.com/office/drawing/2014/main" id="{DA5E6F6E-2613-4076-B46C-279ED7DB2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7844548"/>
            <a:ext cx="106398" cy="118519"/>
          </a:xfrm>
          <a:custGeom xmlns:a="http://schemas.openxmlformats.org/drawingml/2006/main">
            <a:pathLst>
              <a:path w="90937" h="101297">
                <a:moveTo>
                  <a:pt x="9209" y="101297"/>
                </a:moveTo>
                <a:lnTo>
                  <a:pt x="18417" y="101297"/>
                </a:lnTo>
                <a:lnTo>
                  <a:pt x="18417" y="36836"/>
                </a:lnTo>
                <a:lnTo>
                  <a:pt x="20932" y="27540"/>
                </a:lnTo>
                <a:lnTo>
                  <a:pt x="27540" y="20932"/>
                </a:lnTo>
                <a:lnTo>
                  <a:pt x="36836" y="18418"/>
                </a:lnTo>
                <a:lnTo>
                  <a:pt x="90937" y="18418"/>
                </a:lnTo>
                <a:lnTo>
                  <a:pt x="90937" y="9209"/>
                </a:lnTo>
                <a:lnTo>
                  <a:pt x="90937" y="0"/>
                </a:lnTo>
                <a:lnTo>
                  <a:pt x="36836" y="0"/>
                </a:lnTo>
                <a:lnTo>
                  <a:pt x="22497" y="2895"/>
                </a:lnTo>
                <a:lnTo>
                  <a:pt x="10789" y="10789"/>
                </a:lnTo>
                <a:lnTo>
                  <a:pt x="2895" y="22498"/>
                </a:lnTo>
                <a:lnTo>
                  <a:pt x="0" y="36836"/>
                </a:lnTo>
                <a:lnTo>
                  <a:pt x="0" y="101297"/>
                </a:lnTo>
                <a:lnTo>
                  <a:pt x="9209" y="101297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0" name="path-7348">
            <a:extLst xmlns:a="http://schemas.openxmlformats.org/drawingml/2006/main">
              <a:ext uri="{FF2B5EF4-FFF2-40B4-BE49-F238E27FC236}">
                <a16:creationId xmlns:a16="http://schemas.microsoft.com/office/drawing/2014/main" id="{3905322C-E487-441E-BFB6-AB4E42C00E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8974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1" name="path-7349">
            <a:extLst xmlns:a="http://schemas.openxmlformats.org/drawingml/2006/main">
              <a:ext uri="{FF2B5EF4-FFF2-40B4-BE49-F238E27FC236}">
                <a16:creationId xmlns:a16="http://schemas.microsoft.com/office/drawing/2014/main" id="{475424AE-2DF5-429C-B69D-651FF19FD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2175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2" name="path-7350">
            <a:extLst xmlns:a="http://schemas.openxmlformats.org/drawingml/2006/main">
              <a:ext uri="{FF2B5EF4-FFF2-40B4-BE49-F238E27FC236}">
                <a16:creationId xmlns:a16="http://schemas.microsoft.com/office/drawing/2014/main" id="{3ACAA3B8-61FB-4620-ABB6-5C8BD544A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375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3" name="path-7351">
            <a:extLst xmlns:a="http://schemas.openxmlformats.org/drawingml/2006/main">
              <a:ext uri="{FF2B5EF4-FFF2-40B4-BE49-F238E27FC236}">
                <a16:creationId xmlns:a16="http://schemas.microsoft.com/office/drawing/2014/main" id="{32276394-26C1-4217-B680-A0540E871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5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4" name="path-7352">
            <a:extLst xmlns:a="http://schemas.openxmlformats.org/drawingml/2006/main">
              <a:ext uri="{FF2B5EF4-FFF2-40B4-BE49-F238E27FC236}">
                <a16:creationId xmlns:a16="http://schemas.microsoft.com/office/drawing/2014/main" id="{78109E53-42AA-446F-81C2-3A065FD00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1775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5" name="path-7353">
            <a:extLst xmlns:a="http://schemas.openxmlformats.org/drawingml/2006/main">
              <a:ext uri="{FF2B5EF4-FFF2-40B4-BE49-F238E27FC236}">
                <a16:creationId xmlns:a16="http://schemas.microsoft.com/office/drawing/2014/main" id="{785734C1-F431-4942-B239-C29E20680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974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6" name="path-7354">
            <a:extLst xmlns:a="http://schemas.openxmlformats.org/drawingml/2006/main">
              <a:ext uri="{FF2B5EF4-FFF2-40B4-BE49-F238E27FC236}">
                <a16:creationId xmlns:a16="http://schemas.microsoft.com/office/drawing/2014/main" id="{EC166A8D-F738-4153-8540-7CB001AAA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175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18418"/>
                </a:move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7" name="path-7355">
            <a:extLst xmlns:a="http://schemas.openxmlformats.org/drawingml/2006/main">
              <a:ext uri="{FF2B5EF4-FFF2-40B4-BE49-F238E27FC236}">
                <a16:creationId xmlns:a16="http://schemas.microsoft.com/office/drawing/2014/main" id="{A692AE4D-67E3-4EEF-94E7-89347F16D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374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8" name="path-7356">
            <a:extLst xmlns:a="http://schemas.openxmlformats.org/drawingml/2006/main">
              <a:ext uri="{FF2B5EF4-FFF2-40B4-BE49-F238E27FC236}">
                <a16:creationId xmlns:a16="http://schemas.microsoft.com/office/drawing/2014/main" id="{D313679B-9980-42D2-8DEC-8EE7A2AC2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4574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49" name="path-7357">
            <a:extLst xmlns:a="http://schemas.openxmlformats.org/drawingml/2006/main">
              <a:ext uri="{FF2B5EF4-FFF2-40B4-BE49-F238E27FC236}">
                <a16:creationId xmlns:a16="http://schemas.microsoft.com/office/drawing/2014/main" id="{3C3C288F-24A6-42F2-9CFF-B02B2328B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7775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0" name="path-7358">
            <a:extLst xmlns:a="http://schemas.openxmlformats.org/drawingml/2006/main">
              <a:ext uri="{FF2B5EF4-FFF2-40B4-BE49-F238E27FC236}">
                <a16:creationId xmlns:a16="http://schemas.microsoft.com/office/drawing/2014/main" id="{A80F9A00-EAFF-4F6E-AE18-6E32B244A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74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18418"/>
                </a:move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1" name="path-7359">
            <a:extLst xmlns:a="http://schemas.openxmlformats.org/drawingml/2006/main">
              <a:ext uri="{FF2B5EF4-FFF2-40B4-BE49-F238E27FC236}">
                <a16:creationId xmlns:a16="http://schemas.microsoft.com/office/drawing/2014/main" id="{393B930C-F0C3-42A8-88EF-582D2EBED3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4175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18418"/>
                </a:move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2" name="path-7360">
            <a:extLst xmlns:a="http://schemas.openxmlformats.org/drawingml/2006/main">
              <a:ext uri="{FF2B5EF4-FFF2-40B4-BE49-F238E27FC236}">
                <a16:creationId xmlns:a16="http://schemas.microsoft.com/office/drawing/2014/main" id="{7E9A8C11-E986-47D3-B628-EFA9993AC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7374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3" name="path-7361">
            <a:extLst xmlns:a="http://schemas.openxmlformats.org/drawingml/2006/main">
              <a:ext uri="{FF2B5EF4-FFF2-40B4-BE49-F238E27FC236}">
                <a16:creationId xmlns:a16="http://schemas.microsoft.com/office/drawing/2014/main" id="{C5905BE3-FF69-47F7-9C0C-6B278FF602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0575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4" name="path-7362">
            <a:extLst xmlns:a="http://schemas.openxmlformats.org/drawingml/2006/main">
              <a:ext uri="{FF2B5EF4-FFF2-40B4-BE49-F238E27FC236}">
                <a16:creationId xmlns:a16="http://schemas.microsoft.com/office/drawing/2014/main" id="{66EA2739-539A-4C3D-8350-862CF9222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3775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5" name="path-7363">
            <a:extLst xmlns:a="http://schemas.openxmlformats.org/drawingml/2006/main">
              <a:ext uri="{FF2B5EF4-FFF2-40B4-BE49-F238E27FC236}">
                <a16:creationId xmlns:a16="http://schemas.microsoft.com/office/drawing/2014/main" id="{20B4C535-F2BE-40D7-B126-EA18FB9D7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6974" y="7844548"/>
            <a:ext cx="106398" cy="118519"/>
          </a:xfrm>
          <a:custGeom xmlns:a="http://schemas.openxmlformats.org/drawingml/2006/main">
            <a:pathLst>
              <a:path w="90937" h="101297">
                <a:moveTo>
                  <a:pt x="0" y="9209"/>
                </a:moveTo>
                <a:lnTo>
                  <a:pt x="0" y="18418"/>
                </a:lnTo>
                <a:lnTo>
                  <a:pt x="54102" y="18418"/>
                </a:lnTo>
                <a:lnTo>
                  <a:pt x="63398" y="20932"/>
                </a:lnTo>
                <a:lnTo>
                  <a:pt x="70005" y="27540"/>
                </a:lnTo>
                <a:lnTo>
                  <a:pt x="72519" y="36836"/>
                </a:lnTo>
                <a:lnTo>
                  <a:pt x="72519" y="101297"/>
                </a:lnTo>
                <a:lnTo>
                  <a:pt x="81728" y="101297"/>
                </a:lnTo>
                <a:lnTo>
                  <a:pt x="90937" y="101297"/>
                </a:lnTo>
                <a:lnTo>
                  <a:pt x="90937" y="36836"/>
                </a:lnTo>
                <a:lnTo>
                  <a:pt x="88043" y="22498"/>
                </a:lnTo>
                <a:lnTo>
                  <a:pt x="80149" y="10789"/>
                </a:lnTo>
                <a:lnTo>
                  <a:pt x="68440" y="2895"/>
                </a:lnTo>
                <a:lnTo>
                  <a:pt x="54102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6" name="path-7364">
            <a:extLst xmlns:a="http://schemas.openxmlformats.org/drawingml/2006/main">
              <a:ext uri="{FF2B5EF4-FFF2-40B4-BE49-F238E27FC236}">
                <a16:creationId xmlns:a16="http://schemas.microsoft.com/office/drawing/2014/main" id="{6775B4C4-3D0B-4615-9E5E-16A8DA161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21823" y="8113910"/>
            <a:ext cx="21550" cy="150843"/>
          </a:xfrm>
          <a:custGeom xmlns:a="http://schemas.openxmlformats.org/drawingml/2006/main">
            <a:pathLst>
              <a:path w="18418" h="128923">
                <a:moveTo>
                  <a:pt x="18418" y="128923"/>
                </a:move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lnTo>
                  <a:pt x="18418" y="128923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7" name="path-7365">
            <a:extLst xmlns:a="http://schemas.openxmlformats.org/drawingml/2006/main">
              <a:ext uri="{FF2B5EF4-FFF2-40B4-BE49-F238E27FC236}">
                <a16:creationId xmlns:a16="http://schemas.microsoft.com/office/drawing/2014/main" id="{5F8AC8C2-BB42-493D-869B-9AA0CBA2A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6974" y="8415595"/>
            <a:ext cx="106398" cy="118519"/>
          </a:xfrm>
          <a:custGeom xmlns:a="http://schemas.openxmlformats.org/drawingml/2006/main">
            <a:pathLst>
              <a:path w="90937" h="101297">
                <a:moveTo>
                  <a:pt x="81728" y="0"/>
                </a:moveTo>
                <a:lnTo>
                  <a:pt x="72519" y="0"/>
                </a:lnTo>
                <a:lnTo>
                  <a:pt x="72519" y="64462"/>
                </a:lnTo>
                <a:lnTo>
                  <a:pt x="70005" y="73757"/>
                </a:lnTo>
                <a:lnTo>
                  <a:pt x="63398" y="80365"/>
                </a:lnTo>
                <a:lnTo>
                  <a:pt x="54102" y="82879"/>
                </a:lnTo>
                <a:lnTo>
                  <a:pt x="0" y="82879"/>
                </a:lnTo>
                <a:lnTo>
                  <a:pt x="0" y="92088"/>
                </a:lnTo>
                <a:lnTo>
                  <a:pt x="0" y="101297"/>
                </a:lnTo>
                <a:lnTo>
                  <a:pt x="54102" y="101297"/>
                </a:lnTo>
                <a:lnTo>
                  <a:pt x="68440" y="98402"/>
                </a:lnTo>
                <a:lnTo>
                  <a:pt x="80149" y="90508"/>
                </a:lnTo>
                <a:lnTo>
                  <a:pt x="88043" y="78800"/>
                </a:lnTo>
                <a:lnTo>
                  <a:pt x="90937" y="64462"/>
                </a:lnTo>
                <a:lnTo>
                  <a:pt x="90937" y="0"/>
                </a:lnTo>
                <a:lnTo>
                  <a:pt x="81728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8" name="path-7366">
            <a:extLst xmlns:a="http://schemas.openxmlformats.org/drawingml/2006/main">
              <a:ext uri="{FF2B5EF4-FFF2-40B4-BE49-F238E27FC236}">
                <a16:creationId xmlns:a16="http://schemas.microsoft.com/office/drawing/2014/main" id="{422F65C3-526C-4799-B9D8-2C04EFB7B2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3775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59" name="path-7367">
            <a:extLst xmlns:a="http://schemas.openxmlformats.org/drawingml/2006/main">
              <a:ext uri="{FF2B5EF4-FFF2-40B4-BE49-F238E27FC236}">
                <a16:creationId xmlns:a16="http://schemas.microsoft.com/office/drawing/2014/main" id="{E2FC8CB8-4BF4-4D42-A240-BA765BD72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0575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0" name="path-7368">
            <a:extLst xmlns:a="http://schemas.openxmlformats.org/drawingml/2006/main">
              <a:ext uri="{FF2B5EF4-FFF2-40B4-BE49-F238E27FC236}">
                <a16:creationId xmlns:a16="http://schemas.microsoft.com/office/drawing/2014/main" id="{5EA1DC73-2491-48A5-9992-FF2B74C54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7374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1" name="path-7369">
            <a:extLst xmlns:a="http://schemas.openxmlformats.org/drawingml/2006/main">
              <a:ext uri="{FF2B5EF4-FFF2-40B4-BE49-F238E27FC236}">
                <a16:creationId xmlns:a16="http://schemas.microsoft.com/office/drawing/2014/main" id="{1BDD872A-C3B0-4361-95F3-C96D63407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4175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2" name="path-7370">
            <a:extLst xmlns:a="http://schemas.openxmlformats.org/drawingml/2006/main">
              <a:ext uri="{FF2B5EF4-FFF2-40B4-BE49-F238E27FC236}">
                <a16:creationId xmlns:a16="http://schemas.microsoft.com/office/drawing/2014/main" id="{DEBBCA9D-DDBA-4154-8B0D-FF0C8E1D9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74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3" name="path-7371">
            <a:extLst xmlns:a="http://schemas.openxmlformats.org/drawingml/2006/main">
              <a:ext uri="{FF2B5EF4-FFF2-40B4-BE49-F238E27FC236}">
                <a16:creationId xmlns:a16="http://schemas.microsoft.com/office/drawing/2014/main" id="{D2930D6F-A34F-4F15-BF8D-59AA113FE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7775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4" name="path-7372">
            <a:extLst xmlns:a="http://schemas.openxmlformats.org/drawingml/2006/main">
              <a:ext uri="{FF2B5EF4-FFF2-40B4-BE49-F238E27FC236}">
                <a16:creationId xmlns:a16="http://schemas.microsoft.com/office/drawing/2014/main" id="{7C55FABD-2FBB-42F1-B710-8136C1FF2F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4574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18418"/>
                </a:move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5" name="path-7373">
            <a:extLst xmlns:a="http://schemas.openxmlformats.org/drawingml/2006/main">
              <a:ext uri="{FF2B5EF4-FFF2-40B4-BE49-F238E27FC236}">
                <a16:creationId xmlns:a16="http://schemas.microsoft.com/office/drawing/2014/main" id="{30A845A1-3524-481C-AC44-34F1EC516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374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6" name="path-7374">
            <a:extLst xmlns:a="http://schemas.openxmlformats.org/drawingml/2006/main">
              <a:ext uri="{FF2B5EF4-FFF2-40B4-BE49-F238E27FC236}">
                <a16:creationId xmlns:a16="http://schemas.microsoft.com/office/drawing/2014/main" id="{FCCB4474-81F8-4632-A946-093925D739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8175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0"/>
                </a:move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7" name="path-7375">
            <a:extLst xmlns:a="http://schemas.openxmlformats.org/drawingml/2006/main">
              <a:ext uri="{FF2B5EF4-FFF2-40B4-BE49-F238E27FC236}">
                <a16:creationId xmlns:a16="http://schemas.microsoft.com/office/drawing/2014/main" id="{AFE18C3C-9081-4A80-A76A-84D339FD3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974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8" name="path-7376">
            <a:extLst xmlns:a="http://schemas.openxmlformats.org/drawingml/2006/main">
              <a:ext uri="{FF2B5EF4-FFF2-40B4-BE49-F238E27FC236}">
                <a16:creationId xmlns:a16="http://schemas.microsoft.com/office/drawing/2014/main" id="{8260F4A8-241D-42D0-A009-69AA86465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1775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69" name="path-7377">
            <a:extLst xmlns:a="http://schemas.openxmlformats.org/drawingml/2006/main">
              <a:ext uri="{FF2B5EF4-FFF2-40B4-BE49-F238E27FC236}">
                <a16:creationId xmlns:a16="http://schemas.microsoft.com/office/drawing/2014/main" id="{246A94C3-7522-4326-8015-797CC6F57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5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0" name="path-7378">
            <a:extLst xmlns:a="http://schemas.openxmlformats.org/drawingml/2006/main">
              <a:ext uri="{FF2B5EF4-FFF2-40B4-BE49-F238E27FC236}">
                <a16:creationId xmlns:a16="http://schemas.microsoft.com/office/drawing/2014/main" id="{10A5AC92-5AF7-4A3A-9DD2-78ED9E5D4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375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1" name="path-7379">
            <a:extLst xmlns:a="http://schemas.openxmlformats.org/drawingml/2006/main">
              <a:ext uri="{FF2B5EF4-FFF2-40B4-BE49-F238E27FC236}">
                <a16:creationId xmlns:a16="http://schemas.microsoft.com/office/drawing/2014/main" id="{A185372B-5F8F-4979-A4F9-2ABEDE750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2175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2" name="path-7380">
            <a:extLst xmlns:a="http://schemas.openxmlformats.org/drawingml/2006/main">
              <a:ext uri="{FF2B5EF4-FFF2-40B4-BE49-F238E27FC236}">
                <a16:creationId xmlns:a16="http://schemas.microsoft.com/office/drawing/2014/main" id="{CBAECAAB-6A9B-4A79-BB89-36D80B643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8974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3" name="path-7381">
            <a:extLst xmlns:a="http://schemas.openxmlformats.org/drawingml/2006/main">
              <a:ext uri="{FF2B5EF4-FFF2-40B4-BE49-F238E27FC236}">
                <a16:creationId xmlns:a16="http://schemas.microsoft.com/office/drawing/2014/main" id="{219D986D-6025-40F2-A62A-DF3E0925E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7197" y="5401596"/>
            <a:ext cx="3467758" cy="283482"/>
          </a:xfrm>
          <a:custGeom xmlns:a="http://schemas.openxmlformats.org/drawingml/2006/main">
            <a:pathLst>
              <a:path w="2963849" h="242289">
                <a:moveTo>
                  <a:pt x="45621" y="242289"/>
                </a:moveTo>
                <a:lnTo>
                  <a:pt x="61342" y="44084"/>
                </a:lnTo>
                <a:cubicBezTo>
                  <a:pt x="61797" y="38274"/>
                  <a:pt x="62024" y="33490"/>
                  <a:pt x="62024" y="29731"/>
                </a:cubicBezTo>
                <a:cubicBezTo>
                  <a:pt x="62024" y="23694"/>
                  <a:pt x="60601" y="19251"/>
                  <a:pt x="57753" y="16403"/>
                </a:cubicBezTo>
                <a:cubicBezTo>
                  <a:pt x="55020" y="13555"/>
                  <a:pt x="50121" y="11961"/>
                  <a:pt x="43058" y="11619"/>
                </a:cubicBezTo>
                <a:lnTo>
                  <a:pt x="45621" y="5297"/>
                </a:lnTo>
                <a:lnTo>
                  <a:pt x="139257" y="5297"/>
                </a:lnTo>
                <a:lnTo>
                  <a:pt x="137377" y="11619"/>
                </a:lnTo>
                <a:lnTo>
                  <a:pt x="132763" y="11619"/>
                </a:lnTo>
                <a:cubicBezTo>
                  <a:pt x="126613" y="11619"/>
                  <a:pt x="121600" y="13669"/>
                  <a:pt x="117728" y="17770"/>
                </a:cubicBezTo>
                <a:cubicBezTo>
                  <a:pt x="113968" y="21757"/>
                  <a:pt x="111689" y="29275"/>
                  <a:pt x="110892" y="40325"/>
                </a:cubicBezTo>
                <a:lnTo>
                  <a:pt x="101837" y="157881"/>
                </a:lnTo>
                <a:lnTo>
                  <a:pt x="171721" y="62367"/>
                </a:lnTo>
                <a:lnTo>
                  <a:pt x="173430" y="40325"/>
                </a:lnTo>
                <a:cubicBezTo>
                  <a:pt x="173885" y="35768"/>
                  <a:pt x="174113" y="32123"/>
                  <a:pt x="174113" y="29389"/>
                </a:cubicBezTo>
                <a:cubicBezTo>
                  <a:pt x="174113" y="23808"/>
                  <a:pt x="172576" y="19536"/>
                  <a:pt x="169499" y="16574"/>
                </a:cubicBezTo>
                <a:cubicBezTo>
                  <a:pt x="166538" y="13613"/>
                  <a:pt x="161583" y="11961"/>
                  <a:pt x="154634" y="11619"/>
                </a:cubicBezTo>
                <a:lnTo>
                  <a:pt x="156343" y="5297"/>
                </a:lnTo>
                <a:lnTo>
                  <a:pt x="250661" y="5297"/>
                </a:lnTo>
                <a:lnTo>
                  <a:pt x="248782" y="11619"/>
                </a:lnTo>
                <a:cubicBezTo>
                  <a:pt x="240467" y="11619"/>
                  <a:pt x="234315" y="13669"/>
                  <a:pt x="230328" y="17770"/>
                </a:cubicBezTo>
                <a:cubicBezTo>
                  <a:pt x="226342" y="21757"/>
                  <a:pt x="223892" y="29275"/>
                  <a:pt x="222980" y="40325"/>
                </a:cubicBezTo>
                <a:lnTo>
                  <a:pt x="214095" y="157881"/>
                </a:lnTo>
                <a:lnTo>
                  <a:pt x="281417" y="65271"/>
                </a:lnTo>
                <a:cubicBezTo>
                  <a:pt x="292922" y="49438"/>
                  <a:pt x="300041" y="38673"/>
                  <a:pt x="302776" y="32977"/>
                </a:cubicBezTo>
                <a:cubicBezTo>
                  <a:pt x="304712" y="29104"/>
                  <a:pt x="305681" y="25801"/>
                  <a:pt x="305681" y="23067"/>
                </a:cubicBezTo>
                <a:cubicBezTo>
                  <a:pt x="305681" y="20447"/>
                  <a:pt x="304370" y="18112"/>
                  <a:pt x="301750" y="16062"/>
                </a:cubicBezTo>
                <a:cubicBezTo>
                  <a:pt x="299244" y="13897"/>
                  <a:pt x="294346" y="12416"/>
                  <a:pt x="287055" y="11619"/>
                </a:cubicBezTo>
                <a:lnTo>
                  <a:pt x="288765" y="5297"/>
                </a:lnTo>
                <a:lnTo>
                  <a:pt x="350618" y="5297"/>
                </a:lnTo>
                <a:lnTo>
                  <a:pt x="349081" y="11619"/>
                </a:lnTo>
                <a:cubicBezTo>
                  <a:pt x="343499" y="12644"/>
                  <a:pt x="338885" y="14581"/>
                  <a:pt x="335240" y="17428"/>
                </a:cubicBezTo>
                <a:cubicBezTo>
                  <a:pt x="330114" y="21416"/>
                  <a:pt x="323450" y="29047"/>
                  <a:pt x="315248" y="40325"/>
                </a:cubicBezTo>
                <a:lnTo>
                  <a:pt x="168133" y="242289"/>
                </a:lnTo>
                <a:lnTo>
                  <a:pt x="158051" y="242289"/>
                </a:lnTo>
                <a:lnTo>
                  <a:pt x="169841" y="85946"/>
                </a:lnTo>
                <a:lnTo>
                  <a:pt x="55874" y="242289"/>
                </a:lnTo>
                <a:lnTo>
                  <a:pt x="45621" y="242289"/>
                </a:lnTo>
                <a:moveTo>
                  <a:pt x="340024" y="172917"/>
                </a:moveTo>
                <a:cubicBezTo>
                  <a:pt x="338999" y="180321"/>
                  <a:pt x="338487" y="186416"/>
                  <a:pt x="338487" y="191200"/>
                </a:cubicBezTo>
                <a:cubicBezTo>
                  <a:pt x="338487" y="199743"/>
                  <a:pt x="340936" y="206578"/>
                  <a:pt x="345834" y="211704"/>
                </a:cubicBezTo>
                <a:cubicBezTo>
                  <a:pt x="350846" y="216830"/>
                  <a:pt x="357509" y="219393"/>
                  <a:pt x="365826" y="219393"/>
                </a:cubicBezTo>
                <a:cubicBezTo>
                  <a:pt x="373799" y="219393"/>
                  <a:pt x="381773" y="217456"/>
                  <a:pt x="389746" y="213583"/>
                </a:cubicBezTo>
                <a:cubicBezTo>
                  <a:pt x="397834" y="209710"/>
                  <a:pt x="407175" y="202933"/>
                  <a:pt x="417769" y="193250"/>
                </a:cubicBezTo>
                <a:lnTo>
                  <a:pt x="422895" y="197864"/>
                </a:lnTo>
                <a:cubicBezTo>
                  <a:pt x="409795" y="213697"/>
                  <a:pt x="397037" y="224974"/>
                  <a:pt x="384620" y="231695"/>
                </a:cubicBezTo>
                <a:cubicBezTo>
                  <a:pt x="372204" y="238416"/>
                  <a:pt x="358478" y="241776"/>
                  <a:pt x="343441" y="241776"/>
                </a:cubicBezTo>
                <a:cubicBezTo>
                  <a:pt x="324419" y="241776"/>
                  <a:pt x="311262" y="237220"/>
                  <a:pt x="303972" y="228107"/>
                </a:cubicBezTo>
                <a:cubicBezTo>
                  <a:pt x="296681" y="218994"/>
                  <a:pt x="293036" y="208457"/>
                  <a:pt x="293036" y="196497"/>
                </a:cubicBezTo>
                <a:cubicBezTo>
                  <a:pt x="293036" y="177815"/>
                  <a:pt x="298447" y="159134"/>
                  <a:pt x="309268" y="140452"/>
                </a:cubicBezTo>
                <a:cubicBezTo>
                  <a:pt x="320204" y="121771"/>
                  <a:pt x="335013" y="106792"/>
                  <a:pt x="353694" y="95514"/>
                </a:cubicBezTo>
                <a:cubicBezTo>
                  <a:pt x="372489" y="84238"/>
                  <a:pt x="391342" y="78599"/>
                  <a:pt x="410251" y="78599"/>
                </a:cubicBezTo>
                <a:cubicBezTo>
                  <a:pt x="419819" y="78599"/>
                  <a:pt x="427053" y="80877"/>
                  <a:pt x="431951" y="85433"/>
                </a:cubicBezTo>
                <a:cubicBezTo>
                  <a:pt x="436848" y="89990"/>
                  <a:pt x="439298" y="95743"/>
                  <a:pt x="439298" y="102691"/>
                </a:cubicBezTo>
                <a:cubicBezTo>
                  <a:pt x="439298" y="111006"/>
                  <a:pt x="436905" y="119094"/>
                  <a:pt x="432121" y="126954"/>
                </a:cubicBezTo>
                <a:cubicBezTo>
                  <a:pt x="425515" y="137662"/>
                  <a:pt x="417199" y="146319"/>
                  <a:pt x="407175" y="152926"/>
                </a:cubicBezTo>
                <a:cubicBezTo>
                  <a:pt x="397151" y="159418"/>
                  <a:pt x="385931" y="164374"/>
                  <a:pt x="373514" y="167791"/>
                </a:cubicBezTo>
                <a:cubicBezTo>
                  <a:pt x="365199" y="170069"/>
                  <a:pt x="354036" y="171778"/>
                  <a:pt x="340024" y="172917"/>
                </a:cubicBezTo>
                <a:moveTo>
                  <a:pt x="341562" y="164032"/>
                </a:moveTo>
                <a:cubicBezTo>
                  <a:pt x="351586" y="162551"/>
                  <a:pt x="359332" y="160558"/>
                  <a:pt x="364800" y="158052"/>
                </a:cubicBezTo>
                <a:cubicBezTo>
                  <a:pt x="370382" y="155432"/>
                  <a:pt x="375793" y="151331"/>
                  <a:pt x="381033" y="145749"/>
                </a:cubicBezTo>
                <a:cubicBezTo>
                  <a:pt x="386386" y="140054"/>
                  <a:pt x="391000" y="132934"/>
                  <a:pt x="394872" y="124391"/>
                </a:cubicBezTo>
                <a:cubicBezTo>
                  <a:pt x="398745" y="115734"/>
                  <a:pt x="400682" y="107646"/>
                  <a:pt x="400682" y="100128"/>
                </a:cubicBezTo>
                <a:cubicBezTo>
                  <a:pt x="400682" y="96938"/>
                  <a:pt x="399770" y="94433"/>
                  <a:pt x="397948" y="92610"/>
                </a:cubicBezTo>
                <a:cubicBezTo>
                  <a:pt x="396240" y="90787"/>
                  <a:pt x="394019" y="89876"/>
                  <a:pt x="391284" y="89876"/>
                </a:cubicBezTo>
                <a:cubicBezTo>
                  <a:pt x="385817" y="89876"/>
                  <a:pt x="379665" y="93692"/>
                  <a:pt x="372831" y="101324"/>
                </a:cubicBezTo>
                <a:cubicBezTo>
                  <a:pt x="360301" y="115221"/>
                  <a:pt x="349878" y="136123"/>
                  <a:pt x="341562" y="164032"/>
                </a:cubicBezTo>
                <a:moveTo>
                  <a:pt x="608456" y="80991"/>
                </a:moveTo>
                <a:lnTo>
                  <a:pt x="575308" y="194617"/>
                </a:lnTo>
                <a:lnTo>
                  <a:pt x="571890" y="208457"/>
                </a:lnTo>
                <a:cubicBezTo>
                  <a:pt x="571548" y="210166"/>
                  <a:pt x="571378" y="211419"/>
                  <a:pt x="571378" y="212216"/>
                </a:cubicBezTo>
                <a:cubicBezTo>
                  <a:pt x="571378" y="213583"/>
                  <a:pt x="571833" y="214779"/>
                  <a:pt x="572745" y="215804"/>
                </a:cubicBezTo>
                <a:cubicBezTo>
                  <a:pt x="573769" y="216830"/>
                  <a:pt x="574795" y="217343"/>
                  <a:pt x="575820" y="217343"/>
                </a:cubicBezTo>
                <a:cubicBezTo>
                  <a:pt x="578212" y="217343"/>
                  <a:pt x="581515" y="215520"/>
                  <a:pt x="585731" y="211875"/>
                </a:cubicBezTo>
                <a:cubicBezTo>
                  <a:pt x="587439" y="210394"/>
                  <a:pt x="591539" y="205154"/>
                  <a:pt x="598033" y="196155"/>
                </a:cubicBezTo>
                <a:lnTo>
                  <a:pt x="604013" y="199231"/>
                </a:lnTo>
                <a:cubicBezTo>
                  <a:pt x="595925" y="214039"/>
                  <a:pt x="587268" y="224860"/>
                  <a:pt x="578041" y="231695"/>
                </a:cubicBezTo>
                <a:cubicBezTo>
                  <a:pt x="568928" y="238416"/>
                  <a:pt x="559075" y="241776"/>
                  <a:pt x="548481" y="241776"/>
                </a:cubicBezTo>
                <a:cubicBezTo>
                  <a:pt x="541989" y="241776"/>
                  <a:pt x="537033" y="240124"/>
                  <a:pt x="533616" y="236821"/>
                </a:cubicBezTo>
                <a:cubicBezTo>
                  <a:pt x="530199" y="233404"/>
                  <a:pt x="528490" y="229132"/>
                  <a:pt x="528490" y="224006"/>
                </a:cubicBezTo>
                <a:cubicBezTo>
                  <a:pt x="528490" y="219564"/>
                  <a:pt x="530312" y="211305"/>
                  <a:pt x="533958" y="199231"/>
                </a:cubicBezTo>
                <a:lnTo>
                  <a:pt x="538058" y="185390"/>
                </a:lnTo>
                <a:cubicBezTo>
                  <a:pt x="524845" y="208058"/>
                  <a:pt x="512144" y="224120"/>
                  <a:pt x="499955" y="233575"/>
                </a:cubicBezTo>
                <a:cubicBezTo>
                  <a:pt x="492892" y="239043"/>
                  <a:pt x="485375" y="241776"/>
                  <a:pt x="477401" y="241776"/>
                </a:cubicBezTo>
                <a:cubicBezTo>
                  <a:pt x="466921" y="241776"/>
                  <a:pt x="459346" y="237504"/>
                  <a:pt x="454675" y="228961"/>
                </a:cubicBezTo>
                <a:cubicBezTo>
                  <a:pt x="450006" y="220304"/>
                  <a:pt x="447670" y="210565"/>
                  <a:pt x="447670" y="199743"/>
                </a:cubicBezTo>
                <a:cubicBezTo>
                  <a:pt x="447670" y="183682"/>
                  <a:pt x="452569" y="165285"/>
                  <a:pt x="462365" y="144553"/>
                </a:cubicBezTo>
                <a:cubicBezTo>
                  <a:pt x="472161" y="123708"/>
                  <a:pt x="485033" y="106962"/>
                  <a:pt x="500980" y="94318"/>
                </a:cubicBezTo>
                <a:cubicBezTo>
                  <a:pt x="514081" y="83838"/>
                  <a:pt x="526383" y="78599"/>
                  <a:pt x="537888" y="78599"/>
                </a:cubicBezTo>
                <a:cubicBezTo>
                  <a:pt x="544267" y="78599"/>
                  <a:pt x="549393" y="80478"/>
                  <a:pt x="553265" y="84238"/>
                </a:cubicBezTo>
                <a:cubicBezTo>
                  <a:pt x="557139" y="87882"/>
                  <a:pt x="559986" y="94603"/>
                  <a:pt x="561809" y="104399"/>
                </a:cubicBezTo>
                <a:lnTo>
                  <a:pt x="567960" y="83383"/>
                </a:lnTo>
                <a:lnTo>
                  <a:pt x="608456" y="80991"/>
                </a:lnTo>
                <a:moveTo>
                  <a:pt x="553779" y="113455"/>
                </a:moveTo>
                <a:cubicBezTo>
                  <a:pt x="553779" y="104228"/>
                  <a:pt x="552355" y="97565"/>
                  <a:pt x="549507" y="93464"/>
                </a:cubicBezTo>
                <a:cubicBezTo>
                  <a:pt x="547457" y="90616"/>
                  <a:pt x="544665" y="89192"/>
                  <a:pt x="541134" y="89192"/>
                </a:cubicBezTo>
                <a:cubicBezTo>
                  <a:pt x="537603" y="89192"/>
                  <a:pt x="533958" y="90901"/>
                  <a:pt x="530199" y="94318"/>
                </a:cubicBezTo>
                <a:cubicBezTo>
                  <a:pt x="522566" y="101381"/>
                  <a:pt x="514308" y="115734"/>
                  <a:pt x="505423" y="137377"/>
                </a:cubicBezTo>
                <a:cubicBezTo>
                  <a:pt x="496651" y="158906"/>
                  <a:pt x="492267" y="177531"/>
                  <a:pt x="492267" y="193250"/>
                </a:cubicBezTo>
                <a:cubicBezTo>
                  <a:pt x="492267" y="199287"/>
                  <a:pt x="493234" y="203673"/>
                  <a:pt x="495171" y="206407"/>
                </a:cubicBezTo>
                <a:cubicBezTo>
                  <a:pt x="497221" y="209027"/>
                  <a:pt x="499443" y="210337"/>
                  <a:pt x="501834" y="210337"/>
                </a:cubicBezTo>
                <a:cubicBezTo>
                  <a:pt x="506961" y="210337"/>
                  <a:pt x="512144" y="207375"/>
                  <a:pt x="517383" y="201452"/>
                </a:cubicBezTo>
                <a:cubicBezTo>
                  <a:pt x="524902" y="193022"/>
                  <a:pt x="531680" y="182713"/>
                  <a:pt x="537717" y="170525"/>
                </a:cubicBezTo>
                <a:cubicBezTo>
                  <a:pt x="548424" y="149110"/>
                  <a:pt x="553779" y="130087"/>
                  <a:pt x="553779" y="113455"/>
                </a:cubicBezTo>
                <a:moveTo>
                  <a:pt x="729771" y="0"/>
                </a:moveTo>
                <a:lnTo>
                  <a:pt x="682612" y="161640"/>
                </a:lnTo>
                <a:lnTo>
                  <a:pt x="721741" y="125416"/>
                </a:lnTo>
                <a:lnTo>
                  <a:pt x="734726" y="113797"/>
                </a:lnTo>
                <a:cubicBezTo>
                  <a:pt x="738485" y="109924"/>
                  <a:pt x="741105" y="106621"/>
                  <a:pt x="742586" y="103887"/>
                </a:cubicBezTo>
                <a:cubicBezTo>
                  <a:pt x="743497" y="102178"/>
                  <a:pt x="743952" y="100584"/>
                  <a:pt x="743952" y="99103"/>
                </a:cubicBezTo>
                <a:cubicBezTo>
                  <a:pt x="743952" y="96711"/>
                  <a:pt x="742813" y="94717"/>
                  <a:pt x="740535" y="93123"/>
                </a:cubicBezTo>
                <a:cubicBezTo>
                  <a:pt x="738257" y="91528"/>
                  <a:pt x="732732" y="90445"/>
                  <a:pt x="723962" y="89876"/>
                </a:cubicBezTo>
                <a:lnTo>
                  <a:pt x="725841" y="83383"/>
                </a:lnTo>
                <a:lnTo>
                  <a:pt x="795383" y="83383"/>
                </a:lnTo>
                <a:lnTo>
                  <a:pt x="793675" y="89876"/>
                </a:lnTo>
                <a:cubicBezTo>
                  <a:pt x="785473" y="91812"/>
                  <a:pt x="778809" y="94033"/>
                  <a:pt x="773684" y="96540"/>
                </a:cubicBezTo>
                <a:cubicBezTo>
                  <a:pt x="769697" y="98476"/>
                  <a:pt x="764799" y="101666"/>
                  <a:pt x="758989" y="106108"/>
                </a:cubicBezTo>
                <a:cubicBezTo>
                  <a:pt x="750332" y="112829"/>
                  <a:pt x="744124" y="118012"/>
                  <a:pt x="740365" y="121657"/>
                </a:cubicBezTo>
                <a:lnTo>
                  <a:pt x="732847" y="128662"/>
                </a:lnTo>
                <a:lnTo>
                  <a:pt x="743270" y="175822"/>
                </a:lnTo>
                <a:cubicBezTo>
                  <a:pt x="747256" y="194048"/>
                  <a:pt x="750217" y="204584"/>
                  <a:pt x="752155" y="207432"/>
                </a:cubicBezTo>
                <a:cubicBezTo>
                  <a:pt x="753407" y="209141"/>
                  <a:pt x="754888" y="209995"/>
                  <a:pt x="756597" y="209995"/>
                </a:cubicBezTo>
                <a:cubicBezTo>
                  <a:pt x="760583" y="209995"/>
                  <a:pt x="765311" y="205325"/>
                  <a:pt x="770779" y="195984"/>
                </a:cubicBezTo>
                <a:cubicBezTo>
                  <a:pt x="771576" y="194731"/>
                  <a:pt x="772658" y="192965"/>
                  <a:pt x="774026" y="190687"/>
                </a:cubicBezTo>
                <a:lnTo>
                  <a:pt x="780348" y="194617"/>
                </a:lnTo>
                <a:cubicBezTo>
                  <a:pt x="771804" y="210565"/>
                  <a:pt x="762179" y="222696"/>
                  <a:pt x="751471" y="231011"/>
                </a:cubicBezTo>
                <a:cubicBezTo>
                  <a:pt x="744294" y="236593"/>
                  <a:pt x="737802" y="239384"/>
                  <a:pt x="731992" y="239384"/>
                </a:cubicBezTo>
                <a:cubicBezTo>
                  <a:pt x="726183" y="239384"/>
                  <a:pt x="721341" y="237333"/>
                  <a:pt x="717468" y="233233"/>
                </a:cubicBezTo>
                <a:cubicBezTo>
                  <a:pt x="713596" y="229018"/>
                  <a:pt x="709722" y="218083"/>
                  <a:pt x="705850" y="200426"/>
                </a:cubicBezTo>
                <a:lnTo>
                  <a:pt x="697307" y="161640"/>
                </a:lnTo>
                <a:lnTo>
                  <a:pt x="678511" y="178384"/>
                </a:lnTo>
                <a:lnTo>
                  <a:pt x="661424" y="236992"/>
                </a:lnTo>
                <a:lnTo>
                  <a:pt x="617853" y="236992"/>
                </a:lnTo>
                <a:lnTo>
                  <a:pt x="674580" y="44084"/>
                </a:lnTo>
                <a:cubicBezTo>
                  <a:pt x="676973" y="35882"/>
                  <a:pt x="678169" y="30357"/>
                  <a:pt x="678169" y="27510"/>
                </a:cubicBezTo>
                <a:cubicBezTo>
                  <a:pt x="678169" y="24890"/>
                  <a:pt x="677599" y="22782"/>
                  <a:pt x="676460" y="21188"/>
                </a:cubicBezTo>
                <a:cubicBezTo>
                  <a:pt x="675321" y="19479"/>
                  <a:pt x="673727" y="18226"/>
                  <a:pt x="671677" y="17428"/>
                </a:cubicBezTo>
                <a:cubicBezTo>
                  <a:pt x="669739" y="16631"/>
                  <a:pt x="665810" y="16233"/>
                  <a:pt x="659887" y="16233"/>
                </a:cubicBezTo>
                <a:lnTo>
                  <a:pt x="661424" y="9911"/>
                </a:lnTo>
                <a:lnTo>
                  <a:pt x="719519" y="0"/>
                </a:lnTo>
                <a:lnTo>
                  <a:pt x="729771" y="0"/>
                </a:lnTo>
                <a:moveTo>
                  <a:pt x="926609" y="11619"/>
                </a:moveTo>
                <a:lnTo>
                  <a:pt x="928488" y="5297"/>
                </a:lnTo>
                <a:lnTo>
                  <a:pt x="1041602" y="5297"/>
                </a:lnTo>
                <a:lnTo>
                  <a:pt x="1039381" y="11619"/>
                </a:lnTo>
                <a:cubicBezTo>
                  <a:pt x="1029128" y="11619"/>
                  <a:pt x="1021269" y="13897"/>
                  <a:pt x="1015802" y="18454"/>
                </a:cubicBezTo>
                <a:cubicBezTo>
                  <a:pt x="1010447" y="23010"/>
                  <a:pt x="1005720" y="32522"/>
                  <a:pt x="1001619" y="46989"/>
                </a:cubicBezTo>
                <a:lnTo>
                  <a:pt x="959244" y="195301"/>
                </a:lnTo>
                <a:cubicBezTo>
                  <a:pt x="956169" y="205780"/>
                  <a:pt x="954631" y="212786"/>
                  <a:pt x="954631" y="216317"/>
                </a:cubicBezTo>
                <a:cubicBezTo>
                  <a:pt x="954631" y="220418"/>
                  <a:pt x="956226" y="223607"/>
                  <a:pt x="959415" y="225886"/>
                </a:cubicBezTo>
                <a:cubicBezTo>
                  <a:pt x="963517" y="228848"/>
                  <a:pt x="971261" y="230442"/>
                  <a:pt x="982653" y="230670"/>
                </a:cubicBezTo>
                <a:lnTo>
                  <a:pt x="980945" y="236992"/>
                </a:lnTo>
                <a:lnTo>
                  <a:pt x="865951" y="236992"/>
                </a:lnTo>
                <a:lnTo>
                  <a:pt x="867831" y="230670"/>
                </a:lnTo>
                <a:cubicBezTo>
                  <a:pt x="879336" y="230670"/>
                  <a:pt x="887765" y="228506"/>
                  <a:pt x="893119" y="224177"/>
                </a:cubicBezTo>
                <a:cubicBezTo>
                  <a:pt x="898473" y="219734"/>
                  <a:pt x="903314" y="210109"/>
                  <a:pt x="907643" y="195301"/>
                </a:cubicBezTo>
                <a:lnTo>
                  <a:pt x="950359" y="46989"/>
                </a:lnTo>
                <a:cubicBezTo>
                  <a:pt x="952979" y="37876"/>
                  <a:pt x="954290" y="30984"/>
                  <a:pt x="954290" y="26313"/>
                </a:cubicBezTo>
                <a:cubicBezTo>
                  <a:pt x="954290" y="22099"/>
                  <a:pt x="952694" y="18796"/>
                  <a:pt x="949505" y="16403"/>
                </a:cubicBezTo>
                <a:cubicBezTo>
                  <a:pt x="946315" y="14011"/>
                  <a:pt x="938684" y="12416"/>
                  <a:pt x="926609" y="11619"/>
                </a:cubicBezTo>
                <a:moveTo>
                  <a:pt x="1108069" y="78599"/>
                </a:moveTo>
                <a:lnTo>
                  <a:pt x="1086881" y="151901"/>
                </a:lnTo>
                <a:cubicBezTo>
                  <a:pt x="1101121" y="130485"/>
                  <a:pt x="1111772" y="115848"/>
                  <a:pt x="1118833" y="107988"/>
                </a:cubicBezTo>
                <a:cubicBezTo>
                  <a:pt x="1129199" y="96596"/>
                  <a:pt x="1138141" y="88851"/>
                  <a:pt x="1145660" y="84750"/>
                </a:cubicBezTo>
                <a:cubicBezTo>
                  <a:pt x="1153178" y="80649"/>
                  <a:pt x="1160240" y="78599"/>
                  <a:pt x="1166847" y="78599"/>
                </a:cubicBezTo>
                <a:cubicBezTo>
                  <a:pt x="1172771" y="78599"/>
                  <a:pt x="1177840" y="80820"/>
                  <a:pt x="1182054" y="85262"/>
                </a:cubicBezTo>
                <a:cubicBezTo>
                  <a:pt x="1186269" y="89591"/>
                  <a:pt x="1188376" y="95287"/>
                  <a:pt x="1188376" y="102349"/>
                </a:cubicBezTo>
                <a:cubicBezTo>
                  <a:pt x="1188376" y="108728"/>
                  <a:pt x="1187009" y="116474"/>
                  <a:pt x="1184276" y="125587"/>
                </a:cubicBezTo>
                <a:lnTo>
                  <a:pt x="1162405" y="198547"/>
                </a:lnTo>
                <a:cubicBezTo>
                  <a:pt x="1160582" y="204926"/>
                  <a:pt x="1159671" y="209084"/>
                  <a:pt x="1159671" y="211020"/>
                </a:cubicBezTo>
                <a:cubicBezTo>
                  <a:pt x="1159671" y="212160"/>
                  <a:pt x="1160070" y="213184"/>
                  <a:pt x="1160867" y="214096"/>
                </a:cubicBezTo>
                <a:cubicBezTo>
                  <a:pt x="1161778" y="215007"/>
                  <a:pt x="1162690" y="215463"/>
                  <a:pt x="1163600" y="215463"/>
                </a:cubicBezTo>
                <a:cubicBezTo>
                  <a:pt x="1164740" y="215463"/>
                  <a:pt x="1165937" y="215007"/>
                  <a:pt x="1167189" y="214096"/>
                </a:cubicBezTo>
                <a:cubicBezTo>
                  <a:pt x="1171176" y="210792"/>
                  <a:pt x="1175219" y="206122"/>
                  <a:pt x="1179321" y="200085"/>
                </a:cubicBezTo>
                <a:cubicBezTo>
                  <a:pt x="1180345" y="198490"/>
                  <a:pt x="1181998" y="196098"/>
                  <a:pt x="1184276" y="192909"/>
                </a:cubicBezTo>
                <a:lnTo>
                  <a:pt x="1190768" y="196838"/>
                </a:lnTo>
                <a:cubicBezTo>
                  <a:pt x="1174023" y="224974"/>
                  <a:pt x="1156425" y="239043"/>
                  <a:pt x="1137971" y="239043"/>
                </a:cubicBezTo>
                <a:cubicBezTo>
                  <a:pt x="1130908" y="239043"/>
                  <a:pt x="1125383" y="237220"/>
                  <a:pt x="1121396" y="233575"/>
                </a:cubicBezTo>
                <a:cubicBezTo>
                  <a:pt x="1117410" y="229929"/>
                  <a:pt x="1115416" y="225373"/>
                  <a:pt x="1115416" y="219905"/>
                </a:cubicBezTo>
                <a:cubicBezTo>
                  <a:pt x="1115416" y="215121"/>
                  <a:pt x="1116783" y="208001"/>
                  <a:pt x="1119517" y="198547"/>
                </a:cubicBezTo>
                <a:lnTo>
                  <a:pt x="1140876" y="125587"/>
                </a:lnTo>
                <a:cubicBezTo>
                  <a:pt x="1142356" y="120803"/>
                  <a:pt x="1143097" y="117272"/>
                  <a:pt x="1143097" y="114994"/>
                </a:cubicBezTo>
                <a:cubicBezTo>
                  <a:pt x="1143097" y="113740"/>
                  <a:pt x="1142584" y="112658"/>
                  <a:pt x="1141559" y="111747"/>
                </a:cubicBezTo>
                <a:cubicBezTo>
                  <a:pt x="1140534" y="110721"/>
                  <a:pt x="1139338" y="110209"/>
                  <a:pt x="1137971" y="110209"/>
                </a:cubicBezTo>
                <a:cubicBezTo>
                  <a:pt x="1133642" y="110209"/>
                  <a:pt x="1128402" y="113171"/>
                  <a:pt x="1122251" y="119094"/>
                </a:cubicBezTo>
                <a:cubicBezTo>
                  <a:pt x="1106531" y="134130"/>
                  <a:pt x="1091324" y="156514"/>
                  <a:pt x="1076630" y="186245"/>
                </a:cubicBezTo>
                <a:lnTo>
                  <a:pt x="1062619" y="236992"/>
                </a:lnTo>
                <a:lnTo>
                  <a:pt x="1019047" y="236992"/>
                </a:lnTo>
                <a:lnTo>
                  <a:pt x="1051000" y="127296"/>
                </a:lnTo>
                <a:cubicBezTo>
                  <a:pt x="1054076" y="116474"/>
                  <a:pt x="1055613" y="108785"/>
                  <a:pt x="1055613" y="104228"/>
                </a:cubicBezTo>
                <a:cubicBezTo>
                  <a:pt x="1055613" y="102292"/>
                  <a:pt x="1055158" y="100697"/>
                  <a:pt x="1054246" y="99445"/>
                </a:cubicBezTo>
                <a:cubicBezTo>
                  <a:pt x="1053335" y="98077"/>
                  <a:pt x="1051854" y="97052"/>
                  <a:pt x="1049803" y="96369"/>
                </a:cubicBezTo>
                <a:cubicBezTo>
                  <a:pt x="1047754" y="95572"/>
                  <a:pt x="1043880" y="95173"/>
                  <a:pt x="1038185" y="95173"/>
                </a:cubicBezTo>
                <a:lnTo>
                  <a:pt x="1040064" y="88680"/>
                </a:lnTo>
                <a:lnTo>
                  <a:pt x="1097646" y="78599"/>
                </a:lnTo>
                <a:lnTo>
                  <a:pt x="1108069" y="78599"/>
                </a:lnTo>
                <a:moveTo>
                  <a:pt x="1400250" y="0"/>
                </a:moveTo>
                <a:lnTo>
                  <a:pt x="1344720" y="191200"/>
                </a:lnTo>
                <a:cubicBezTo>
                  <a:pt x="1341188" y="203160"/>
                  <a:pt x="1339422" y="210394"/>
                  <a:pt x="1339422" y="212900"/>
                </a:cubicBezTo>
                <a:cubicBezTo>
                  <a:pt x="1339422" y="214153"/>
                  <a:pt x="1339878" y="215235"/>
                  <a:pt x="1340789" y="216146"/>
                </a:cubicBezTo>
                <a:cubicBezTo>
                  <a:pt x="1341701" y="217058"/>
                  <a:pt x="1342669" y="217513"/>
                  <a:pt x="1343694" y="217513"/>
                </a:cubicBezTo>
                <a:cubicBezTo>
                  <a:pt x="1345630" y="217513"/>
                  <a:pt x="1347852" y="216545"/>
                  <a:pt x="1350358" y="214609"/>
                </a:cubicBezTo>
                <a:cubicBezTo>
                  <a:pt x="1354572" y="211419"/>
                  <a:pt x="1359698" y="205382"/>
                  <a:pt x="1365735" y="196497"/>
                </a:cubicBezTo>
                <a:lnTo>
                  <a:pt x="1371887" y="199743"/>
                </a:lnTo>
                <a:cubicBezTo>
                  <a:pt x="1355826" y="227765"/>
                  <a:pt x="1338169" y="241776"/>
                  <a:pt x="1318918" y="241776"/>
                </a:cubicBezTo>
                <a:cubicBezTo>
                  <a:pt x="1312084" y="241776"/>
                  <a:pt x="1306786" y="240011"/>
                  <a:pt x="1303028" y="236479"/>
                </a:cubicBezTo>
                <a:cubicBezTo>
                  <a:pt x="1299382" y="232834"/>
                  <a:pt x="1297559" y="228221"/>
                  <a:pt x="1297559" y="222639"/>
                </a:cubicBezTo>
                <a:cubicBezTo>
                  <a:pt x="1297559" y="217285"/>
                  <a:pt x="1299040" y="209653"/>
                  <a:pt x="1302002" y="199743"/>
                </a:cubicBezTo>
                <a:lnTo>
                  <a:pt x="1307128" y="182315"/>
                </a:lnTo>
                <a:cubicBezTo>
                  <a:pt x="1292890" y="207489"/>
                  <a:pt x="1280530" y="224234"/>
                  <a:pt x="1270050" y="232550"/>
                </a:cubicBezTo>
                <a:cubicBezTo>
                  <a:pt x="1262077" y="238701"/>
                  <a:pt x="1254331" y="241776"/>
                  <a:pt x="1246813" y="241776"/>
                </a:cubicBezTo>
                <a:cubicBezTo>
                  <a:pt x="1238269" y="241776"/>
                  <a:pt x="1231036" y="238302"/>
                  <a:pt x="1225113" y="231353"/>
                </a:cubicBezTo>
                <a:cubicBezTo>
                  <a:pt x="1219303" y="224405"/>
                  <a:pt x="1216399" y="214267"/>
                  <a:pt x="1216399" y="200939"/>
                </a:cubicBezTo>
                <a:cubicBezTo>
                  <a:pt x="1216399" y="183967"/>
                  <a:pt x="1220158" y="167221"/>
                  <a:pt x="1227676" y="150704"/>
                </a:cubicBezTo>
                <a:cubicBezTo>
                  <a:pt x="1235193" y="134187"/>
                  <a:pt x="1243851" y="120404"/>
                  <a:pt x="1253647" y="109355"/>
                </a:cubicBezTo>
                <a:cubicBezTo>
                  <a:pt x="1263558" y="98306"/>
                  <a:pt x="1272955" y="90445"/>
                  <a:pt x="1281840" y="85775"/>
                </a:cubicBezTo>
                <a:cubicBezTo>
                  <a:pt x="1290839" y="80991"/>
                  <a:pt x="1299667" y="78599"/>
                  <a:pt x="1308325" y="78599"/>
                </a:cubicBezTo>
                <a:cubicBezTo>
                  <a:pt x="1312768" y="78599"/>
                  <a:pt x="1316697" y="79510"/>
                  <a:pt x="1320114" y="81333"/>
                </a:cubicBezTo>
                <a:cubicBezTo>
                  <a:pt x="1323646" y="83155"/>
                  <a:pt x="1327633" y="86572"/>
                  <a:pt x="1332076" y="91584"/>
                </a:cubicBezTo>
                <a:lnTo>
                  <a:pt x="1344720" y="49039"/>
                </a:lnTo>
                <a:cubicBezTo>
                  <a:pt x="1347795" y="38559"/>
                  <a:pt x="1349332" y="31041"/>
                  <a:pt x="1349332" y="26484"/>
                </a:cubicBezTo>
                <a:cubicBezTo>
                  <a:pt x="1349332" y="23750"/>
                  <a:pt x="1348307" y="21416"/>
                  <a:pt x="1346257" y="19479"/>
                </a:cubicBezTo>
                <a:cubicBezTo>
                  <a:pt x="1344206" y="17543"/>
                  <a:pt x="1341473" y="16574"/>
                  <a:pt x="1338056" y="16574"/>
                </a:cubicBezTo>
                <a:cubicBezTo>
                  <a:pt x="1336460" y="16574"/>
                  <a:pt x="1334467" y="16745"/>
                  <a:pt x="1332076" y="17087"/>
                </a:cubicBezTo>
                <a:lnTo>
                  <a:pt x="1333784" y="10423"/>
                </a:lnTo>
                <a:lnTo>
                  <a:pt x="1389999" y="0"/>
                </a:lnTo>
                <a:lnTo>
                  <a:pt x="1400250" y="0"/>
                </a:lnTo>
                <a:moveTo>
                  <a:pt x="1325070" y="108330"/>
                </a:moveTo>
                <a:cubicBezTo>
                  <a:pt x="1325070" y="101381"/>
                  <a:pt x="1323703" y="96312"/>
                  <a:pt x="1320969" y="93123"/>
                </a:cubicBezTo>
                <a:cubicBezTo>
                  <a:pt x="1318235" y="89933"/>
                  <a:pt x="1315046" y="88338"/>
                  <a:pt x="1311400" y="88338"/>
                </a:cubicBezTo>
                <a:cubicBezTo>
                  <a:pt x="1307755" y="88338"/>
                  <a:pt x="1303825" y="90218"/>
                  <a:pt x="1299610" y="93977"/>
                </a:cubicBezTo>
                <a:cubicBezTo>
                  <a:pt x="1291523" y="101267"/>
                  <a:pt x="1283036" y="115962"/>
                  <a:pt x="1274151" y="138060"/>
                </a:cubicBezTo>
                <a:cubicBezTo>
                  <a:pt x="1265381" y="160045"/>
                  <a:pt x="1260995" y="178555"/>
                  <a:pt x="1260995" y="193592"/>
                </a:cubicBezTo>
                <a:cubicBezTo>
                  <a:pt x="1260995" y="199060"/>
                  <a:pt x="1261962" y="203104"/>
                  <a:pt x="1263900" y="205723"/>
                </a:cubicBezTo>
                <a:cubicBezTo>
                  <a:pt x="1265836" y="208343"/>
                  <a:pt x="1268000" y="209653"/>
                  <a:pt x="1270392" y="209653"/>
                </a:cubicBezTo>
                <a:cubicBezTo>
                  <a:pt x="1274379" y="209653"/>
                  <a:pt x="1278366" y="207831"/>
                  <a:pt x="1282352" y="204186"/>
                </a:cubicBezTo>
                <a:cubicBezTo>
                  <a:pt x="1292036" y="195528"/>
                  <a:pt x="1301547" y="180663"/>
                  <a:pt x="1310887" y="159589"/>
                </a:cubicBezTo>
                <a:cubicBezTo>
                  <a:pt x="1320342" y="138402"/>
                  <a:pt x="1325070" y="121316"/>
                  <a:pt x="1325070" y="108330"/>
                </a:cubicBezTo>
                <a:moveTo>
                  <a:pt x="1477311" y="78599"/>
                </a:moveTo>
                <a:lnTo>
                  <a:pt x="1444164" y="194788"/>
                </a:lnTo>
                <a:cubicBezTo>
                  <a:pt x="1442569" y="200142"/>
                  <a:pt x="1441771" y="203844"/>
                  <a:pt x="1441771" y="205894"/>
                </a:cubicBezTo>
                <a:cubicBezTo>
                  <a:pt x="1441771" y="206919"/>
                  <a:pt x="1442169" y="207717"/>
                  <a:pt x="1442968" y="208287"/>
                </a:cubicBezTo>
                <a:cubicBezTo>
                  <a:pt x="1443879" y="209198"/>
                  <a:pt x="1444961" y="209653"/>
                  <a:pt x="1446213" y="209653"/>
                </a:cubicBezTo>
                <a:cubicBezTo>
                  <a:pt x="1451454" y="209653"/>
                  <a:pt x="1458459" y="204983"/>
                  <a:pt x="1467230" y="195643"/>
                </a:cubicBezTo>
                <a:cubicBezTo>
                  <a:pt x="1479761" y="182087"/>
                  <a:pt x="1492917" y="162608"/>
                  <a:pt x="1506700" y="137206"/>
                </a:cubicBezTo>
                <a:lnTo>
                  <a:pt x="1522249" y="84921"/>
                </a:lnTo>
                <a:lnTo>
                  <a:pt x="1565479" y="83383"/>
                </a:lnTo>
                <a:lnTo>
                  <a:pt x="1532672" y="196155"/>
                </a:lnTo>
                <a:cubicBezTo>
                  <a:pt x="1529938" y="205723"/>
                  <a:pt x="1528572" y="211191"/>
                  <a:pt x="1528572" y="212558"/>
                </a:cubicBezTo>
                <a:cubicBezTo>
                  <a:pt x="1528572" y="213470"/>
                  <a:pt x="1528970" y="214438"/>
                  <a:pt x="1529768" y="215463"/>
                </a:cubicBezTo>
                <a:cubicBezTo>
                  <a:pt x="1530679" y="216374"/>
                  <a:pt x="1531591" y="216830"/>
                  <a:pt x="1532501" y="216830"/>
                </a:cubicBezTo>
                <a:cubicBezTo>
                  <a:pt x="1534096" y="216830"/>
                  <a:pt x="1535633" y="216146"/>
                  <a:pt x="1537114" y="214779"/>
                </a:cubicBezTo>
                <a:cubicBezTo>
                  <a:pt x="1541216" y="211476"/>
                  <a:pt x="1546626" y="204812"/>
                  <a:pt x="1553347" y="194788"/>
                </a:cubicBezTo>
                <a:lnTo>
                  <a:pt x="1559157" y="198889"/>
                </a:lnTo>
                <a:cubicBezTo>
                  <a:pt x="1543323" y="227480"/>
                  <a:pt x="1525894" y="241776"/>
                  <a:pt x="1506872" y="241776"/>
                </a:cubicBezTo>
                <a:cubicBezTo>
                  <a:pt x="1499809" y="241776"/>
                  <a:pt x="1494228" y="240011"/>
                  <a:pt x="1490127" y="236479"/>
                </a:cubicBezTo>
                <a:cubicBezTo>
                  <a:pt x="1486140" y="232834"/>
                  <a:pt x="1484147" y="228107"/>
                  <a:pt x="1484147" y="222297"/>
                </a:cubicBezTo>
                <a:cubicBezTo>
                  <a:pt x="1484147" y="216146"/>
                  <a:pt x="1485569" y="208343"/>
                  <a:pt x="1488418" y="198889"/>
                </a:cubicBezTo>
                <a:lnTo>
                  <a:pt x="1496791" y="170012"/>
                </a:lnTo>
                <a:cubicBezTo>
                  <a:pt x="1481982" y="191541"/>
                  <a:pt x="1471218" y="206065"/>
                  <a:pt x="1464497" y="213583"/>
                </a:cubicBezTo>
                <a:cubicBezTo>
                  <a:pt x="1454245" y="224860"/>
                  <a:pt x="1445588" y="232379"/>
                  <a:pt x="1438525" y="236138"/>
                </a:cubicBezTo>
                <a:cubicBezTo>
                  <a:pt x="1431576" y="239897"/>
                  <a:pt x="1424913" y="241776"/>
                  <a:pt x="1418534" y="241776"/>
                </a:cubicBezTo>
                <a:cubicBezTo>
                  <a:pt x="1412496" y="241776"/>
                  <a:pt x="1407256" y="239555"/>
                  <a:pt x="1402813" y="235112"/>
                </a:cubicBezTo>
                <a:cubicBezTo>
                  <a:pt x="1398486" y="230670"/>
                  <a:pt x="1396321" y="225031"/>
                  <a:pt x="1396321" y="218197"/>
                </a:cubicBezTo>
                <a:cubicBezTo>
                  <a:pt x="1396321" y="212387"/>
                  <a:pt x="1397745" y="204584"/>
                  <a:pt x="1400592" y="194788"/>
                </a:cubicBezTo>
                <a:lnTo>
                  <a:pt x="1419900" y="126441"/>
                </a:lnTo>
                <a:cubicBezTo>
                  <a:pt x="1423090" y="115278"/>
                  <a:pt x="1424684" y="107760"/>
                  <a:pt x="1424684" y="103887"/>
                </a:cubicBezTo>
                <a:cubicBezTo>
                  <a:pt x="1424684" y="102178"/>
                  <a:pt x="1424229" y="100697"/>
                  <a:pt x="1423318" y="99445"/>
                </a:cubicBezTo>
                <a:cubicBezTo>
                  <a:pt x="1422406" y="98077"/>
                  <a:pt x="1420869" y="97052"/>
                  <a:pt x="1418704" y="96369"/>
                </a:cubicBezTo>
                <a:cubicBezTo>
                  <a:pt x="1416654" y="95572"/>
                  <a:pt x="1412781" y="95173"/>
                  <a:pt x="1407086" y="95173"/>
                </a:cubicBezTo>
                <a:lnTo>
                  <a:pt x="1408794" y="88680"/>
                </a:lnTo>
                <a:lnTo>
                  <a:pt x="1467060" y="78599"/>
                </a:lnTo>
                <a:lnTo>
                  <a:pt x="1477311" y="78599"/>
                </a:lnTo>
                <a:moveTo>
                  <a:pt x="1710544" y="195813"/>
                </a:moveTo>
                <a:lnTo>
                  <a:pt x="1715670" y="200426"/>
                </a:lnTo>
                <a:cubicBezTo>
                  <a:pt x="1704621" y="213640"/>
                  <a:pt x="1693742" y="223323"/>
                  <a:pt x="1683035" y="229474"/>
                </a:cubicBezTo>
                <a:cubicBezTo>
                  <a:pt x="1668796" y="237675"/>
                  <a:pt x="1654045" y="241776"/>
                  <a:pt x="1638781" y="241776"/>
                </a:cubicBezTo>
                <a:cubicBezTo>
                  <a:pt x="1628528" y="241776"/>
                  <a:pt x="1619415" y="239612"/>
                  <a:pt x="1611442" y="235283"/>
                </a:cubicBezTo>
                <a:cubicBezTo>
                  <a:pt x="1603582" y="230841"/>
                  <a:pt x="1597772" y="224689"/>
                  <a:pt x="1594013" y="216830"/>
                </a:cubicBezTo>
                <a:cubicBezTo>
                  <a:pt x="1590254" y="208856"/>
                  <a:pt x="1588375" y="200711"/>
                  <a:pt x="1588375" y="192396"/>
                </a:cubicBezTo>
                <a:cubicBezTo>
                  <a:pt x="1588375" y="173714"/>
                  <a:pt x="1593443" y="155375"/>
                  <a:pt x="1603582" y="137377"/>
                </a:cubicBezTo>
                <a:cubicBezTo>
                  <a:pt x="1613720" y="119265"/>
                  <a:pt x="1627104" y="104969"/>
                  <a:pt x="1643735" y="94489"/>
                </a:cubicBezTo>
                <a:cubicBezTo>
                  <a:pt x="1660367" y="83896"/>
                  <a:pt x="1676713" y="78599"/>
                  <a:pt x="1692774" y="78599"/>
                </a:cubicBezTo>
                <a:cubicBezTo>
                  <a:pt x="1705646" y="78599"/>
                  <a:pt x="1715328" y="81447"/>
                  <a:pt x="1721822" y="87142"/>
                </a:cubicBezTo>
                <a:cubicBezTo>
                  <a:pt x="1728314" y="92838"/>
                  <a:pt x="1731561" y="99900"/>
                  <a:pt x="1731561" y="108330"/>
                </a:cubicBezTo>
                <a:cubicBezTo>
                  <a:pt x="1731561" y="115962"/>
                  <a:pt x="1729111" y="122455"/>
                  <a:pt x="1724213" y="127808"/>
                </a:cubicBezTo>
                <a:cubicBezTo>
                  <a:pt x="1719316" y="133162"/>
                  <a:pt x="1713848" y="135839"/>
                  <a:pt x="1707811" y="135839"/>
                </a:cubicBezTo>
                <a:cubicBezTo>
                  <a:pt x="1702571" y="135839"/>
                  <a:pt x="1698185" y="134130"/>
                  <a:pt x="1694653" y="130713"/>
                </a:cubicBezTo>
                <a:cubicBezTo>
                  <a:pt x="1691236" y="127296"/>
                  <a:pt x="1689528" y="123252"/>
                  <a:pt x="1689528" y="118582"/>
                </a:cubicBezTo>
                <a:cubicBezTo>
                  <a:pt x="1689528" y="112430"/>
                  <a:pt x="1692603" y="107077"/>
                  <a:pt x="1698754" y="102520"/>
                </a:cubicBezTo>
                <a:cubicBezTo>
                  <a:pt x="1702969" y="99331"/>
                  <a:pt x="1705077" y="96540"/>
                  <a:pt x="1705077" y="94148"/>
                </a:cubicBezTo>
                <a:cubicBezTo>
                  <a:pt x="1705077" y="92097"/>
                  <a:pt x="1704222" y="90445"/>
                  <a:pt x="1702513" y="89192"/>
                </a:cubicBezTo>
                <a:cubicBezTo>
                  <a:pt x="1700235" y="87370"/>
                  <a:pt x="1697273" y="86459"/>
                  <a:pt x="1693629" y="86459"/>
                </a:cubicBezTo>
                <a:cubicBezTo>
                  <a:pt x="1684060" y="86459"/>
                  <a:pt x="1675060" y="90332"/>
                  <a:pt x="1666632" y="98077"/>
                </a:cubicBezTo>
                <a:cubicBezTo>
                  <a:pt x="1655469" y="108330"/>
                  <a:pt x="1646925" y="121316"/>
                  <a:pt x="1641002" y="137035"/>
                </a:cubicBezTo>
                <a:cubicBezTo>
                  <a:pt x="1635079" y="152755"/>
                  <a:pt x="1632117" y="167677"/>
                  <a:pt x="1632117" y="181802"/>
                </a:cubicBezTo>
                <a:cubicBezTo>
                  <a:pt x="1632117" y="192965"/>
                  <a:pt x="1635135" y="201907"/>
                  <a:pt x="1641172" y="208628"/>
                </a:cubicBezTo>
                <a:cubicBezTo>
                  <a:pt x="1647209" y="215235"/>
                  <a:pt x="1654386" y="218538"/>
                  <a:pt x="1662701" y="218538"/>
                </a:cubicBezTo>
                <a:cubicBezTo>
                  <a:pt x="1669992" y="218538"/>
                  <a:pt x="1677852" y="216659"/>
                  <a:pt x="1686281" y="212900"/>
                </a:cubicBezTo>
                <a:cubicBezTo>
                  <a:pt x="1694825" y="209141"/>
                  <a:pt x="1702913" y="203445"/>
                  <a:pt x="1710544" y="195813"/>
                </a:cubicBezTo>
                <a:moveTo>
                  <a:pt x="1834935" y="36907"/>
                </a:moveTo>
                <a:lnTo>
                  <a:pt x="1821266" y="83383"/>
                </a:lnTo>
                <a:lnTo>
                  <a:pt x="1843649" y="83383"/>
                </a:lnTo>
                <a:lnTo>
                  <a:pt x="1837669" y="103033"/>
                </a:lnTo>
                <a:lnTo>
                  <a:pt x="1815628" y="103033"/>
                </a:lnTo>
                <a:lnTo>
                  <a:pt x="1787093" y="202135"/>
                </a:lnTo>
                <a:cubicBezTo>
                  <a:pt x="1785270" y="208287"/>
                  <a:pt x="1784358" y="212957"/>
                  <a:pt x="1784358" y="216146"/>
                </a:cubicBezTo>
                <a:cubicBezTo>
                  <a:pt x="1784358" y="217627"/>
                  <a:pt x="1784872" y="218937"/>
                  <a:pt x="1785896" y="220076"/>
                </a:cubicBezTo>
                <a:cubicBezTo>
                  <a:pt x="1786921" y="221101"/>
                  <a:pt x="1788060" y="221614"/>
                  <a:pt x="1789314" y="221614"/>
                </a:cubicBezTo>
                <a:cubicBezTo>
                  <a:pt x="1791250" y="221614"/>
                  <a:pt x="1793243" y="220816"/>
                  <a:pt x="1795294" y="219222"/>
                </a:cubicBezTo>
                <a:cubicBezTo>
                  <a:pt x="1800534" y="215235"/>
                  <a:pt x="1806628" y="208287"/>
                  <a:pt x="1813577" y="198376"/>
                </a:cubicBezTo>
                <a:lnTo>
                  <a:pt x="1819557" y="202135"/>
                </a:lnTo>
                <a:cubicBezTo>
                  <a:pt x="1811697" y="215804"/>
                  <a:pt x="1803040" y="225828"/>
                  <a:pt x="1793585" y="232208"/>
                </a:cubicBezTo>
                <a:cubicBezTo>
                  <a:pt x="1784131" y="238587"/>
                  <a:pt x="1774847" y="241776"/>
                  <a:pt x="1765734" y="241776"/>
                </a:cubicBezTo>
                <a:cubicBezTo>
                  <a:pt x="1757988" y="241776"/>
                  <a:pt x="1751951" y="239840"/>
                  <a:pt x="1747622" y="235967"/>
                </a:cubicBezTo>
                <a:cubicBezTo>
                  <a:pt x="1743408" y="231980"/>
                  <a:pt x="1741300" y="226967"/>
                  <a:pt x="1741300" y="220931"/>
                </a:cubicBezTo>
                <a:cubicBezTo>
                  <a:pt x="1741300" y="214323"/>
                  <a:pt x="1742781" y="205837"/>
                  <a:pt x="1745743" y="195472"/>
                </a:cubicBezTo>
                <a:lnTo>
                  <a:pt x="1772740" y="103033"/>
                </a:lnTo>
                <a:lnTo>
                  <a:pt x="1749501" y="103033"/>
                </a:lnTo>
                <a:lnTo>
                  <a:pt x="1752919" y="90389"/>
                </a:lnTo>
                <a:cubicBezTo>
                  <a:pt x="1767500" y="85035"/>
                  <a:pt x="1779802" y="78770"/>
                  <a:pt x="1789826" y="71593"/>
                </a:cubicBezTo>
                <a:cubicBezTo>
                  <a:pt x="1799850" y="64417"/>
                  <a:pt x="1811925" y="52855"/>
                  <a:pt x="1826050" y="36907"/>
                </a:cubicBezTo>
                <a:lnTo>
                  <a:pt x="1834935" y="36907"/>
                </a:lnTo>
                <a:moveTo>
                  <a:pt x="1910629" y="0"/>
                </a:moveTo>
                <a:cubicBezTo>
                  <a:pt x="1917692" y="0"/>
                  <a:pt x="1923615" y="2449"/>
                  <a:pt x="1928399" y="7347"/>
                </a:cubicBezTo>
                <a:cubicBezTo>
                  <a:pt x="1933297" y="12245"/>
                  <a:pt x="1935747" y="18169"/>
                  <a:pt x="1935747" y="25118"/>
                </a:cubicBezTo>
                <a:cubicBezTo>
                  <a:pt x="1935747" y="32066"/>
                  <a:pt x="1933297" y="37989"/>
                  <a:pt x="1928399" y="42888"/>
                </a:cubicBezTo>
                <a:cubicBezTo>
                  <a:pt x="1923500" y="47786"/>
                  <a:pt x="1917578" y="50235"/>
                  <a:pt x="1910629" y="50235"/>
                </a:cubicBezTo>
                <a:cubicBezTo>
                  <a:pt x="1903794" y="50235"/>
                  <a:pt x="1897928" y="47786"/>
                  <a:pt x="1893029" y="42888"/>
                </a:cubicBezTo>
                <a:cubicBezTo>
                  <a:pt x="1888131" y="37989"/>
                  <a:pt x="1885682" y="32066"/>
                  <a:pt x="1885682" y="25118"/>
                </a:cubicBezTo>
                <a:cubicBezTo>
                  <a:pt x="1885682" y="18169"/>
                  <a:pt x="1888075" y="12245"/>
                  <a:pt x="1892859" y="7347"/>
                </a:cubicBezTo>
                <a:cubicBezTo>
                  <a:pt x="1897757" y="2449"/>
                  <a:pt x="1903680" y="0"/>
                  <a:pt x="1910629" y="0"/>
                </a:cubicBezTo>
                <a:moveTo>
                  <a:pt x="1921222" y="78599"/>
                </a:moveTo>
                <a:lnTo>
                  <a:pt x="1886195" y="200085"/>
                </a:lnTo>
                <a:cubicBezTo>
                  <a:pt x="1884259" y="207033"/>
                  <a:pt x="1883290" y="211590"/>
                  <a:pt x="1883290" y="213754"/>
                </a:cubicBezTo>
                <a:cubicBezTo>
                  <a:pt x="1883290" y="215007"/>
                  <a:pt x="1883803" y="216203"/>
                  <a:pt x="1884828" y="217343"/>
                </a:cubicBezTo>
                <a:cubicBezTo>
                  <a:pt x="1885853" y="218367"/>
                  <a:pt x="1886935" y="218880"/>
                  <a:pt x="1888075" y="218880"/>
                </a:cubicBezTo>
                <a:cubicBezTo>
                  <a:pt x="1890011" y="218880"/>
                  <a:pt x="1891948" y="218026"/>
                  <a:pt x="1893884" y="216317"/>
                </a:cubicBezTo>
                <a:cubicBezTo>
                  <a:pt x="1899009" y="212102"/>
                  <a:pt x="1905161" y="204470"/>
                  <a:pt x="1912337" y="193421"/>
                </a:cubicBezTo>
                <a:lnTo>
                  <a:pt x="1918147" y="196838"/>
                </a:lnTo>
                <a:cubicBezTo>
                  <a:pt x="1900947" y="226797"/>
                  <a:pt x="1882663" y="241776"/>
                  <a:pt x="1863299" y="241776"/>
                </a:cubicBezTo>
                <a:cubicBezTo>
                  <a:pt x="1855894" y="241776"/>
                  <a:pt x="1849971" y="239726"/>
                  <a:pt x="1845528" y="235625"/>
                </a:cubicBezTo>
                <a:cubicBezTo>
                  <a:pt x="1841201" y="231410"/>
                  <a:pt x="1839036" y="226114"/>
                  <a:pt x="1839036" y="219734"/>
                </a:cubicBezTo>
                <a:cubicBezTo>
                  <a:pt x="1839036" y="215520"/>
                  <a:pt x="1840004" y="210166"/>
                  <a:pt x="1841940" y="203673"/>
                </a:cubicBezTo>
                <a:lnTo>
                  <a:pt x="1865691" y="121999"/>
                </a:lnTo>
                <a:cubicBezTo>
                  <a:pt x="1867969" y="114139"/>
                  <a:pt x="1869109" y="108216"/>
                  <a:pt x="1869109" y="104228"/>
                </a:cubicBezTo>
                <a:cubicBezTo>
                  <a:pt x="1869109" y="101723"/>
                  <a:pt x="1868026" y="99501"/>
                  <a:pt x="1865862" y="97565"/>
                </a:cubicBezTo>
                <a:cubicBezTo>
                  <a:pt x="1863697" y="95628"/>
                  <a:pt x="1860736" y="94660"/>
                  <a:pt x="1856977" y="94660"/>
                </a:cubicBezTo>
                <a:cubicBezTo>
                  <a:pt x="1855268" y="94660"/>
                  <a:pt x="1853218" y="94717"/>
                  <a:pt x="1850825" y="94831"/>
                </a:cubicBezTo>
                <a:lnTo>
                  <a:pt x="1853046" y="87996"/>
                </a:lnTo>
                <a:lnTo>
                  <a:pt x="1910971" y="78599"/>
                </a:lnTo>
                <a:lnTo>
                  <a:pt x="1921222" y="78599"/>
                </a:lnTo>
                <a:moveTo>
                  <a:pt x="1977608" y="241776"/>
                </a:moveTo>
                <a:lnTo>
                  <a:pt x="1971457" y="241776"/>
                </a:lnTo>
                <a:cubicBezTo>
                  <a:pt x="1971799" y="232436"/>
                  <a:pt x="1971970" y="225373"/>
                  <a:pt x="1971970" y="220589"/>
                </a:cubicBezTo>
                <a:cubicBezTo>
                  <a:pt x="1971970" y="207603"/>
                  <a:pt x="1970944" y="188865"/>
                  <a:pt x="1968894" y="164374"/>
                </a:cubicBezTo>
                <a:cubicBezTo>
                  <a:pt x="1966958" y="139769"/>
                  <a:pt x="1964737" y="123366"/>
                  <a:pt x="1962231" y="115164"/>
                </a:cubicBezTo>
                <a:cubicBezTo>
                  <a:pt x="1960294" y="109127"/>
                  <a:pt x="1957731" y="104741"/>
                  <a:pt x="1954541" y="102007"/>
                </a:cubicBezTo>
                <a:cubicBezTo>
                  <a:pt x="1952377" y="100185"/>
                  <a:pt x="1949587" y="99274"/>
                  <a:pt x="1946169" y="99274"/>
                </a:cubicBezTo>
                <a:cubicBezTo>
                  <a:pt x="1944232" y="99274"/>
                  <a:pt x="1941897" y="99501"/>
                  <a:pt x="1939164" y="99957"/>
                </a:cubicBezTo>
                <a:lnTo>
                  <a:pt x="1939164" y="93806"/>
                </a:lnTo>
                <a:lnTo>
                  <a:pt x="1996062" y="78599"/>
                </a:lnTo>
                <a:cubicBezTo>
                  <a:pt x="2007453" y="109696"/>
                  <a:pt x="2012978" y="149509"/>
                  <a:pt x="2012636" y="198034"/>
                </a:cubicBezTo>
                <a:cubicBezTo>
                  <a:pt x="2029381" y="182087"/>
                  <a:pt x="2040886" y="169158"/>
                  <a:pt x="2047151" y="159248"/>
                </a:cubicBezTo>
                <a:cubicBezTo>
                  <a:pt x="2053530" y="149338"/>
                  <a:pt x="2056720" y="141079"/>
                  <a:pt x="2056720" y="134472"/>
                </a:cubicBezTo>
                <a:cubicBezTo>
                  <a:pt x="2056720" y="129232"/>
                  <a:pt x="2054726" y="123935"/>
                  <a:pt x="2050740" y="118582"/>
                </a:cubicBezTo>
                <a:cubicBezTo>
                  <a:pt x="2046866" y="113114"/>
                  <a:pt x="2044418" y="109240"/>
                  <a:pt x="2043392" y="106962"/>
                </a:cubicBezTo>
                <a:cubicBezTo>
                  <a:pt x="2042480" y="104684"/>
                  <a:pt x="2042025" y="102178"/>
                  <a:pt x="2042025" y="99445"/>
                </a:cubicBezTo>
                <a:cubicBezTo>
                  <a:pt x="2042025" y="93521"/>
                  <a:pt x="2043961" y="88566"/>
                  <a:pt x="2047835" y="84579"/>
                </a:cubicBezTo>
                <a:cubicBezTo>
                  <a:pt x="2051707" y="80592"/>
                  <a:pt x="2056605" y="78599"/>
                  <a:pt x="2062530" y="78599"/>
                </a:cubicBezTo>
                <a:cubicBezTo>
                  <a:pt x="2068794" y="78599"/>
                  <a:pt x="2073635" y="80592"/>
                  <a:pt x="2077053" y="84579"/>
                </a:cubicBezTo>
                <a:cubicBezTo>
                  <a:pt x="2081838" y="90161"/>
                  <a:pt x="2084229" y="96767"/>
                  <a:pt x="2084229" y="104399"/>
                </a:cubicBezTo>
                <a:cubicBezTo>
                  <a:pt x="2084229" y="112260"/>
                  <a:pt x="2082805" y="120006"/>
                  <a:pt x="2079957" y="127638"/>
                </a:cubicBezTo>
                <a:cubicBezTo>
                  <a:pt x="2077224" y="135155"/>
                  <a:pt x="2072439" y="144098"/>
                  <a:pt x="2065605" y="154463"/>
                </a:cubicBezTo>
                <a:cubicBezTo>
                  <a:pt x="2058884" y="164716"/>
                  <a:pt x="2051365" y="174056"/>
                  <a:pt x="2043050" y="182486"/>
                </a:cubicBezTo>
                <a:cubicBezTo>
                  <a:pt x="2027787" y="197977"/>
                  <a:pt x="2005972" y="217741"/>
                  <a:pt x="1977608" y="241776"/>
                </a:cubicBezTo>
                <a:moveTo>
                  <a:pt x="2139590" y="172917"/>
                </a:moveTo>
                <a:cubicBezTo>
                  <a:pt x="2138564" y="180321"/>
                  <a:pt x="2138052" y="186416"/>
                  <a:pt x="2138052" y="191200"/>
                </a:cubicBezTo>
                <a:cubicBezTo>
                  <a:pt x="2138052" y="199743"/>
                  <a:pt x="2140502" y="206578"/>
                  <a:pt x="2145399" y="211704"/>
                </a:cubicBezTo>
                <a:cubicBezTo>
                  <a:pt x="2150411" y="216830"/>
                  <a:pt x="2157075" y="219393"/>
                  <a:pt x="2165391" y="219393"/>
                </a:cubicBezTo>
                <a:cubicBezTo>
                  <a:pt x="2173364" y="219393"/>
                  <a:pt x="2181338" y="217456"/>
                  <a:pt x="2189312" y="213583"/>
                </a:cubicBezTo>
                <a:cubicBezTo>
                  <a:pt x="2197400" y="209710"/>
                  <a:pt x="2206740" y="202933"/>
                  <a:pt x="2217334" y="193250"/>
                </a:cubicBezTo>
                <a:lnTo>
                  <a:pt x="2222460" y="197864"/>
                </a:lnTo>
                <a:cubicBezTo>
                  <a:pt x="2209361" y="213697"/>
                  <a:pt x="2196602" y="224974"/>
                  <a:pt x="2184187" y="231695"/>
                </a:cubicBezTo>
                <a:cubicBezTo>
                  <a:pt x="2171770" y="238416"/>
                  <a:pt x="2158043" y="241776"/>
                  <a:pt x="2143007" y="241776"/>
                </a:cubicBezTo>
                <a:cubicBezTo>
                  <a:pt x="2123984" y="241776"/>
                  <a:pt x="2110828" y="237220"/>
                  <a:pt x="2103537" y="228107"/>
                </a:cubicBezTo>
                <a:cubicBezTo>
                  <a:pt x="2096246" y="218994"/>
                  <a:pt x="2092601" y="208457"/>
                  <a:pt x="2092601" y="196497"/>
                </a:cubicBezTo>
                <a:cubicBezTo>
                  <a:pt x="2092601" y="177815"/>
                  <a:pt x="2098012" y="159134"/>
                  <a:pt x="2108834" y="140452"/>
                </a:cubicBezTo>
                <a:cubicBezTo>
                  <a:pt x="2119770" y="121771"/>
                  <a:pt x="2134578" y="106792"/>
                  <a:pt x="2153259" y="95514"/>
                </a:cubicBezTo>
                <a:cubicBezTo>
                  <a:pt x="2172055" y="84238"/>
                  <a:pt x="2190907" y="78599"/>
                  <a:pt x="2209816" y="78599"/>
                </a:cubicBezTo>
                <a:cubicBezTo>
                  <a:pt x="2219384" y="78599"/>
                  <a:pt x="2226618" y="80877"/>
                  <a:pt x="2231516" y="85433"/>
                </a:cubicBezTo>
                <a:cubicBezTo>
                  <a:pt x="2236414" y="89990"/>
                  <a:pt x="2238863" y="95743"/>
                  <a:pt x="2238863" y="102691"/>
                </a:cubicBezTo>
                <a:cubicBezTo>
                  <a:pt x="2238863" y="111006"/>
                  <a:pt x="2236471" y="119094"/>
                  <a:pt x="2231687" y="126954"/>
                </a:cubicBezTo>
                <a:cubicBezTo>
                  <a:pt x="2225080" y="137662"/>
                  <a:pt x="2216764" y="146319"/>
                  <a:pt x="2206740" y="152926"/>
                </a:cubicBezTo>
                <a:cubicBezTo>
                  <a:pt x="2196716" y="159418"/>
                  <a:pt x="2185496" y="164374"/>
                  <a:pt x="2173080" y="167791"/>
                </a:cubicBezTo>
                <a:cubicBezTo>
                  <a:pt x="2164764" y="170069"/>
                  <a:pt x="2153601" y="171778"/>
                  <a:pt x="2139590" y="172917"/>
                </a:cubicBezTo>
                <a:moveTo>
                  <a:pt x="2141127" y="164032"/>
                </a:moveTo>
                <a:cubicBezTo>
                  <a:pt x="2151151" y="162551"/>
                  <a:pt x="2158897" y="160558"/>
                  <a:pt x="2164365" y="158052"/>
                </a:cubicBezTo>
                <a:cubicBezTo>
                  <a:pt x="2169947" y="155432"/>
                  <a:pt x="2175358" y="151331"/>
                  <a:pt x="2180598" y="145749"/>
                </a:cubicBezTo>
                <a:cubicBezTo>
                  <a:pt x="2185951" y="140054"/>
                  <a:pt x="2190565" y="132934"/>
                  <a:pt x="2194438" y="124391"/>
                </a:cubicBezTo>
                <a:cubicBezTo>
                  <a:pt x="2198311" y="115734"/>
                  <a:pt x="2200248" y="107646"/>
                  <a:pt x="2200248" y="100128"/>
                </a:cubicBezTo>
                <a:cubicBezTo>
                  <a:pt x="2200248" y="96938"/>
                  <a:pt x="2199336" y="94433"/>
                  <a:pt x="2197514" y="92610"/>
                </a:cubicBezTo>
                <a:cubicBezTo>
                  <a:pt x="2195805" y="90787"/>
                  <a:pt x="2193584" y="89876"/>
                  <a:pt x="2190850" y="89876"/>
                </a:cubicBezTo>
                <a:cubicBezTo>
                  <a:pt x="2185382" y="89876"/>
                  <a:pt x="2179231" y="93692"/>
                  <a:pt x="2172397" y="101324"/>
                </a:cubicBezTo>
                <a:cubicBezTo>
                  <a:pt x="2159866" y="115221"/>
                  <a:pt x="2149443" y="136123"/>
                  <a:pt x="2141127" y="164032"/>
                </a:cubicBezTo>
                <a:moveTo>
                  <a:pt x="2382049" y="5297"/>
                </a:moveTo>
                <a:lnTo>
                  <a:pt x="2473634" y="5297"/>
                </a:lnTo>
                <a:cubicBezTo>
                  <a:pt x="2494024" y="5297"/>
                  <a:pt x="2508604" y="6379"/>
                  <a:pt x="2517376" y="8543"/>
                </a:cubicBezTo>
                <a:cubicBezTo>
                  <a:pt x="2528880" y="11277"/>
                  <a:pt x="2537766" y="16631"/>
                  <a:pt x="2544031" y="24605"/>
                </a:cubicBezTo>
                <a:cubicBezTo>
                  <a:pt x="2550410" y="32465"/>
                  <a:pt x="2553600" y="41407"/>
                  <a:pt x="2553600" y="51431"/>
                </a:cubicBezTo>
                <a:cubicBezTo>
                  <a:pt x="2553600" y="59633"/>
                  <a:pt x="2551093" y="68005"/>
                  <a:pt x="2546082" y="76548"/>
                </a:cubicBezTo>
                <a:cubicBezTo>
                  <a:pt x="2541069" y="85092"/>
                  <a:pt x="2533551" y="92154"/>
                  <a:pt x="2523527" y="97736"/>
                </a:cubicBezTo>
                <a:cubicBezTo>
                  <a:pt x="2513617" y="103204"/>
                  <a:pt x="2498353" y="108272"/>
                  <a:pt x="2477734" y="112943"/>
                </a:cubicBezTo>
                <a:cubicBezTo>
                  <a:pt x="2499150" y="118980"/>
                  <a:pt x="2514015" y="126726"/>
                  <a:pt x="2522331" y="136181"/>
                </a:cubicBezTo>
                <a:cubicBezTo>
                  <a:pt x="2530646" y="145635"/>
                  <a:pt x="2534804" y="156628"/>
                  <a:pt x="2534804" y="169158"/>
                </a:cubicBezTo>
                <a:cubicBezTo>
                  <a:pt x="2534804" y="180891"/>
                  <a:pt x="2530703" y="192510"/>
                  <a:pt x="2522502" y="204015"/>
                </a:cubicBezTo>
                <a:cubicBezTo>
                  <a:pt x="2514300" y="215406"/>
                  <a:pt x="2503421" y="223778"/>
                  <a:pt x="2489866" y="229132"/>
                </a:cubicBezTo>
                <a:cubicBezTo>
                  <a:pt x="2476310" y="234372"/>
                  <a:pt x="2451478" y="236992"/>
                  <a:pt x="2415368" y="236992"/>
                </a:cubicBezTo>
                <a:lnTo>
                  <a:pt x="2319000" y="236992"/>
                </a:lnTo>
                <a:lnTo>
                  <a:pt x="2321221" y="230670"/>
                </a:lnTo>
                <a:cubicBezTo>
                  <a:pt x="2330561" y="230670"/>
                  <a:pt x="2337225" y="229816"/>
                  <a:pt x="2341212" y="228107"/>
                </a:cubicBezTo>
                <a:cubicBezTo>
                  <a:pt x="2345313" y="226398"/>
                  <a:pt x="2348560" y="223778"/>
                  <a:pt x="2350951" y="220247"/>
                </a:cubicBezTo>
                <a:cubicBezTo>
                  <a:pt x="2353458" y="216602"/>
                  <a:pt x="2356363" y="209084"/>
                  <a:pt x="2359666" y="197693"/>
                </a:cubicBezTo>
                <a:lnTo>
                  <a:pt x="2401015" y="55190"/>
                </a:lnTo>
                <a:cubicBezTo>
                  <a:pt x="2405231" y="40723"/>
                  <a:pt x="2407337" y="31041"/>
                  <a:pt x="2407337" y="26143"/>
                </a:cubicBezTo>
                <a:cubicBezTo>
                  <a:pt x="2407337" y="22156"/>
                  <a:pt x="2405629" y="18852"/>
                  <a:pt x="2402212" y="16233"/>
                </a:cubicBezTo>
                <a:cubicBezTo>
                  <a:pt x="2398907" y="13613"/>
                  <a:pt x="2391618" y="12074"/>
                  <a:pt x="2380340" y="11619"/>
                </a:cubicBezTo>
                <a:lnTo>
                  <a:pt x="2382049" y="5297"/>
                </a:lnTo>
                <a:moveTo>
                  <a:pt x="2434505" y="107646"/>
                </a:moveTo>
                <a:cubicBezTo>
                  <a:pt x="2449997" y="107418"/>
                  <a:pt x="2462185" y="104969"/>
                  <a:pt x="2471071" y="100299"/>
                </a:cubicBezTo>
                <a:cubicBezTo>
                  <a:pt x="2480070" y="95628"/>
                  <a:pt x="2487246" y="87996"/>
                  <a:pt x="2492600" y="77403"/>
                </a:cubicBezTo>
                <a:cubicBezTo>
                  <a:pt x="2498068" y="66695"/>
                  <a:pt x="2500802" y="56614"/>
                  <a:pt x="2500802" y="47160"/>
                </a:cubicBezTo>
                <a:cubicBezTo>
                  <a:pt x="2500802" y="38274"/>
                  <a:pt x="2498011" y="31041"/>
                  <a:pt x="2492429" y="25460"/>
                </a:cubicBezTo>
                <a:cubicBezTo>
                  <a:pt x="2486848" y="19877"/>
                  <a:pt x="2479387" y="17201"/>
                  <a:pt x="2470045" y="17428"/>
                </a:cubicBezTo>
                <a:lnTo>
                  <a:pt x="2460648" y="17770"/>
                </a:lnTo>
                <a:lnTo>
                  <a:pt x="2434505" y="107646"/>
                </a:lnTo>
                <a:moveTo>
                  <a:pt x="2430405" y="120461"/>
                </a:moveTo>
                <a:lnTo>
                  <a:pt x="2400845" y="223494"/>
                </a:lnTo>
                <a:cubicBezTo>
                  <a:pt x="2406540" y="223721"/>
                  <a:pt x="2410812" y="223835"/>
                  <a:pt x="2413659" y="223835"/>
                </a:cubicBezTo>
                <a:cubicBezTo>
                  <a:pt x="2439062" y="223835"/>
                  <a:pt x="2456717" y="216772"/>
                  <a:pt x="2466628" y="202648"/>
                </a:cubicBezTo>
                <a:cubicBezTo>
                  <a:pt x="2476539" y="188409"/>
                  <a:pt x="2481493" y="173202"/>
                  <a:pt x="2481493" y="157026"/>
                </a:cubicBezTo>
                <a:cubicBezTo>
                  <a:pt x="2481493" y="149280"/>
                  <a:pt x="2479557" y="142446"/>
                  <a:pt x="2475685" y="136523"/>
                </a:cubicBezTo>
                <a:cubicBezTo>
                  <a:pt x="2471926" y="130485"/>
                  <a:pt x="2467027" y="126328"/>
                  <a:pt x="2460990" y="124049"/>
                </a:cubicBezTo>
                <a:cubicBezTo>
                  <a:pt x="2454953" y="121657"/>
                  <a:pt x="2444757" y="120461"/>
                  <a:pt x="2430405" y="120461"/>
                </a:cubicBezTo>
                <a:moveTo>
                  <a:pt x="2639886" y="0"/>
                </a:moveTo>
                <a:cubicBezTo>
                  <a:pt x="2646950" y="0"/>
                  <a:pt x="2652873" y="2449"/>
                  <a:pt x="2657656" y="7347"/>
                </a:cubicBezTo>
                <a:cubicBezTo>
                  <a:pt x="2662556" y="12245"/>
                  <a:pt x="2665004" y="18169"/>
                  <a:pt x="2665004" y="25118"/>
                </a:cubicBezTo>
                <a:cubicBezTo>
                  <a:pt x="2665004" y="32066"/>
                  <a:pt x="2662556" y="37989"/>
                  <a:pt x="2657656" y="42888"/>
                </a:cubicBezTo>
                <a:cubicBezTo>
                  <a:pt x="2652759" y="47786"/>
                  <a:pt x="2646835" y="50235"/>
                  <a:pt x="2639886" y="50235"/>
                </a:cubicBezTo>
                <a:cubicBezTo>
                  <a:pt x="2633052" y="50235"/>
                  <a:pt x="2627186" y="47786"/>
                  <a:pt x="2622288" y="42888"/>
                </a:cubicBezTo>
                <a:cubicBezTo>
                  <a:pt x="2617390" y="37989"/>
                  <a:pt x="2614940" y="32066"/>
                  <a:pt x="2614940" y="25118"/>
                </a:cubicBezTo>
                <a:cubicBezTo>
                  <a:pt x="2614940" y="18169"/>
                  <a:pt x="2617333" y="12245"/>
                  <a:pt x="2622116" y="7347"/>
                </a:cubicBezTo>
                <a:cubicBezTo>
                  <a:pt x="2627015" y="2449"/>
                  <a:pt x="2632939" y="0"/>
                  <a:pt x="2639886" y="0"/>
                </a:cubicBezTo>
                <a:moveTo>
                  <a:pt x="2650481" y="78599"/>
                </a:moveTo>
                <a:lnTo>
                  <a:pt x="2615452" y="200085"/>
                </a:lnTo>
                <a:cubicBezTo>
                  <a:pt x="2613516" y="207033"/>
                  <a:pt x="2612549" y="211590"/>
                  <a:pt x="2612549" y="213754"/>
                </a:cubicBezTo>
                <a:cubicBezTo>
                  <a:pt x="2612549" y="215007"/>
                  <a:pt x="2613061" y="216203"/>
                  <a:pt x="2614086" y="217343"/>
                </a:cubicBezTo>
                <a:cubicBezTo>
                  <a:pt x="2615112" y="218367"/>
                  <a:pt x="2616194" y="218880"/>
                  <a:pt x="2617333" y="218880"/>
                </a:cubicBezTo>
                <a:cubicBezTo>
                  <a:pt x="2619269" y="218880"/>
                  <a:pt x="2621205" y="218026"/>
                  <a:pt x="2623142" y="216317"/>
                </a:cubicBezTo>
                <a:cubicBezTo>
                  <a:pt x="2628268" y="212102"/>
                  <a:pt x="2634419" y="204470"/>
                  <a:pt x="2641595" y="193421"/>
                </a:cubicBezTo>
                <a:lnTo>
                  <a:pt x="2647405" y="196838"/>
                </a:lnTo>
                <a:cubicBezTo>
                  <a:pt x="2630204" y="226797"/>
                  <a:pt x="2611922" y="241776"/>
                  <a:pt x="2592557" y="241776"/>
                </a:cubicBezTo>
                <a:cubicBezTo>
                  <a:pt x="2585153" y="241776"/>
                  <a:pt x="2579229" y="239726"/>
                  <a:pt x="2574787" y="235625"/>
                </a:cubicBezTo>
                <a:cubicBezTo>
                  <a:pt x="2570458" y="231410"/>
                  <a:pt x="2568295" y="226114"/>
                  <a:pt x="2568295" y="219734"/>
                </a:cubicBezTo>
                <a:cubicBezTo>
                  <a:pt x="2568295" y="215520"/>
                  <a:pt x="2569262" y="210166"/>
                  <a:pt x="2571198" y="203673"/>
                </a:cubicBezTo>
                <a:lnTo>
                  <a:pt x="2594949" y="121999"/>
                </a:lnTo>
                <a:cubicBezTo>
                  <a:pt x="2597228" y="114139"/>
                  <a:pt x="2598366" y="108216"/>
                  <a:pt x="2598366" y="104228"/>
                </a:cubicBezTo>
                <a:cubicBezTo>
                  <a:pt x="2598366" y="101723"/>
                  <a:pt x="2597285" y="99501"/>
                  <a:pt x="2595120" y="97565"/>
                </a:cubicBezTo>
                <a:cubicBezTo>
                  <a:pt x="2592956" y="95628"/>
                  <a:pt x="2589994" y="94660"/>
                  <a:pt x="2586235" y="94660"/>
                </a:cubicBezTo>
                <a:cubicBezTo>
                  <a:pt x="2584526" y="94660"/>
                  <a:pt x="2582476" y="94717"/>
                  <a:pt x="2580083" y="94831"/>
                </a:cubicBezTo>
                <a:lnTo>
                  <a:pt x="2582305" y="87996"/>
                </a:lnTo>
                <a:lnTo>
                  <a:pt x="2640229" y="78599"/>
                </a:lnTo>
                <a:lnTo>
                  <a:pt x="2650481" y="78599"/>
                </a:lnTo>
                <a:moveTo>
                  <a:pt x="2826302" y="80991"/>
                </a:moveTo>
                <a:lnTo>
                  <a:pt x="2793154" y="194617"/>
                </a:lnTo>
                <a:lnTo>
                  <a:pt x="2789736" y="208457"/>
                </a:lnTo>
                <a:cubicBezTo>
                  <a:pt x="2789395" y="210166"/>
                  <a:pt x="2789224" y="211419"/>
                  <a:pt x="2789224" y="212216"/>
                </a:cubicBezTo>
                <a:cubicBezTo>
                  <a:pt x="2789224" y="213583"/>
                  <a:pt x="2789679" y="214779"/>
                  <a:pt x="2790591" y="215804"/>
                </a:cubicBezTo>
                <a:cubicBezTo>
                  <a:pt x="2791617" y="216830"/>
                  <a:pt x="2792641" y="217343"/>
                  <a:pt x="2793666" y="217343"/>
                </a:cubicBezTo>
                <a:cubicBezTo>
                  <a:pt x="2796059" y="217343"/>
                  <a:pt x="2799363" y="215520"/>
                  <a:pt x="2803577" y="211875"/>
                </a:cubicBezTo>
                <a:cubicBezTo>
                  <a:pt x="2805285" y="210394"/>
                  <a:pt x="2809387" y="205154"/>
                  <a:pt x="2815879" y="196155"/>
                </a:cubicBezTo>
                <a:lnTo>
                  <a:pt x="2821859" y="199231"/>
                </a:lnTo>
                <a:cubicBezTo>
                  <a:pt x="2813771" y="214039"/>
                  <a:pt x="2805115" y="224860"/>
                  <a:pt x="2795888" y="231695"/>
                </a:cubicBezTo>
                <a:cubicBezTo>
                  <a:pt x="2786774" y="238416"/>
                  <a:pt x="2776922" y="241776"/>
                  <a:pt x="2766329" y="241776"/>
                </a:cubicBezTo>
                <a:cubicBezTo>
                  <a:pt x="2759835" y="241776"/>
                  <a:pt x="2754879" y="240124"/>
                  <a:pt x="2751463" y="236821"/>
                </a:cubicBezTo>
                <a:cubicBezTo>
                  <a:pt x="2748045" y="233404"/>
                  <a:pt x="2746337" y="229132"/>
                  <a:pt x="2746337" y="224006"/>
                </a:cubicBezTo>
                <a:cubicBezTo>
                  <a:pt x="2746337" y="219564"/>
                  <a:pt x="2748159" y="211305"/>
                  <a:pt x="2751804" y="199231"/>
                </a:cubicBezTo>
                <a:lnTo>
                  <a:pt x="2755905" y="185390"/>
                </a:lnTo>
                <a:cubicBezTo>
                  <a:pt x="2742692" y="208058"/>
                  <a:pt x="2729991" y="224120"/>
                  <a:pt x="2717801" y="233575"/>
                </a:cubicBezTo>
                <a:cubicBezTo>
                  <a:pt x="2710740" y="239043"/>
                  <a:pt x="2703221" y="241776"/>
                  <a:pt x="2695248" y="241776"/>
                </a:cubicBezTo>
                <a:cubicBezTo>
                  <a:pt x="2684768" y="241776"/>
                  <a:pt x="2677193" y="237504"/>
                  <a:pt x="2672522" y="228961"/>
                </a:cubicBezTo>
                <a:cubicBezTo>
                  <a:pt x="2667852" y="220304"/>
                  <a:pt x="2665517" y="210565"/>
                  <a:pt x="2665517" y="199743"/>
                </a:cubicBezTo>
                <a:cubicBezTo>
                  <a:pt x="2665517" y="183682"/>
                  <a:pt x="2670415" y="165285"/>
                  <a:pt x="2680211" y="144553"/>
                </a:cubicBezTo>
                <a:cubicBezTo>
                  <a:pt x="2690008" y="123708"/>
                  <a:pt x="2702879" y="106962"/>
                  <a:pt x="2718827" y="94318"/>
                </a:cubicBezTo>
                <a:cubicBezTo>
                  <a:pt x="2731926" y="83838"/>
                  <a:pt x="2744229" y="78599"/>
                  <a:pt x="2755734" y="78599"/>
                </a:cubicBezTo>
                <a:cubicBezTo>
                  <a:pt x="2762113" y="78599"/>
                  <a:pt x="2767239" y="80478"/>
                  <a:pt x="2771112" y="84238"/>
                </a:cubicBezTo>
                <a:cubicBezTo>
                  <a:pt x="2774985" y="87882"/>
                  <a:pt x="2777832" y="94603"/>
                  <a:pt x="2779656" y="104399"/>
                </a:cubicBezTo>
                <a:lnTo>
                  <a:pt x="2785807" y="83383"/>
                </a:lnTo>
                <a:lnTo>
                  <a:pt x="2826302" y="80991"/>
                </a:lnTo>
                <a:moveTo>
                  <a:pt x="2771625" y="113455"/>
                </a:moveTo>
                <a:cubicBezTo>
                  <a:pt x="2771625" y="104228"/>
                  <a:pt x="2770201" y="97565"/>
                  <a:pt x="2767353" y="93464"/>
                </a:cubicBezTo>
                <a:cubicBezTo>
                  <a:pt x="2765303" y="90616"/>
                  <a:pt x="2762512" y="89192"/>
                  <a:pt x="2758981" y="89192"/>
                </a:cubicBezTo>
                <a:cubicBezTo>
                  <a:pt x="2755449" y="89192"/>
                  <a:pt x="2751804" y="90901"/>
                  <a:pt x="2748045" y="94318"/>
                </a:cubicBezTo>
                <a:cubicBezTo>
                  <a:pt x="2740414" y="101381"/>
                  <a:pt x="2732154" y="115734"/>
                  <a:pt x="2723269" y="137377"/>
                </a:cubicBezTo>
                <a:cubicBezTo>
                  <a:pt x="2714499" y="158906"/>
                  <a:pt x="2710113" y="177531"/>
                  <a:pt x="2710113" y="193250"/>
                </a:cubicBezTo>
                <a:cubicBezTo>
                  <a:pt x="2710113" y="199287"/>
                  <a:pt x="2711081" y="203673"/>
                  <a:pt x="2713018" y="206407"/>
                </a:cubicBezTo>
                <a:cubicBezTo>
                  <a:pt x="2715068" y="209027"/>
                  <a:pt x="2717289" y="210337"/>
                  <a:pt x="2719682" y="210337"/>
                </a:cubicBezTo>
                <a:cubicBezTo>
                  <a:pt x="2724808" y="210337"/>
                  <a:pt x="2729991" y="207375"/>
                  <a:pt x="2735231" y="201452"/>
                </a:cubicBezTo>
                <a:cubicBezTo>
                  <a:pt x="2742749" y="193022"/>
                  <a:pt x="2749526" y="182713"/>
                  <a:pt x="2755563" y="170525"/>
                </a:cubicBezTo>
                <a:cubicBezTo>
                  <a:pt x="2766271" y="149110"/>
                  <a:pt x="2771625" y="130087"/>
                  <a:pt x="2771625" y="113455"/>
                </a:cubicBezTo>
                <a:moveTo>
                  <a:pt x="2963849" y="78599"/>
                </a:moveTo>
                <a:lnTo>
                  <a:pt x="2956332" y="131396"/>
                </a:lnTo>
                <a:lnTo>
                  <a:pt x="2950010" y="131396"/>
                </a:lnTo>
                <a:cubicBezTo>
                  <a:pt x="2949098" y="117727"/>
                  <a:pt x="2944883" y="106962"/>
                  <a:pt x="2937366" y="99103"/>
                </a:cubicBezTo>
                <a:cubicBezTo>
                  <a:pt x="2929961" y="91243"/>
                  <a:pt x="2921987" y="87313"/>
                  <a:pt x="2913444" y="87313"/>
                </a:cubicBezTo>
                <a:cubicBezTo>
                  <a:pt x="2908204" y="87313"/>
                  <a:pt x="2903875" y="88851"/>
                  <a:pt x="2900458" y="91926"/>
                </a:cubicBezTo>
                <a:cubicBezTo>
                  <a:pt x="2897041" y="95002"/>
                  <a:pt x="2895332" y="98704"/>
                  <a:pt x="2895332" y="103033"/>
                </a:cubicBezTo>
                <a:cubicBezTo>
                  <a:pt x="2895332" y="106678"/>
                  <a:pt x="2896073" y="110095"/>
                  <a:pt x="2897553" y="113284"/>
                </a:cubicBezTo>
                <a:cubicBezTo>
                  <a:pt x="2899034" y="116474"/>
                  <a:pt x="2902337" y="120803"/>
                  <a:pt x="2907464" y="126270"/>
                </a:cubicBezTo>
                <a:cubicBezTo>
                  <a:pt x="2925462" y="145635"/>
                  <a:pt x="2936397" y="158963"/>
                  <a:pt x="2940269" y="166253"/>
                </a:cubicBezTo>
                <a:cubicBezTo>
                  <a:pt x="2944143" y="173543"/>
                  <a:pt x="2946079" y="181346"/>
                  <a:pt x="2946079" y="189662"/>
                </a:cubicBezTo>
                <a:cubicBezTo>
                  <a:pt x="2946079" y="198661"/>
                  <a:pt x="2943801" y="207204"/>
                  <a:pt x="2939245" y="215292"/>
                </a:cubicBezTo>
                <a:cubicBezTo>
                  <a:pt x="2934689" y="223266"/>
                  <a:pt x="2927854" y="229702"/>
                  <a:pt x="2918740" y="234600"/>
                </a:cubicBezTo>
                <a:cubicBezTo>
                  <a:pt x="2909742" y="239384"/>
                  <a:pt x="2900344" y="241776"/>
                  <a:pt x="2890547" y="241776"/>
                </a:cubicBezTo>
                <a:cubicBezTo>
                  <a:pt x="2883942" y="241776"/>
                  <a:pt x="2875796" y="240466"/>
                  <a:pt x="2866113" y="237846"/>
                </a:cubicBezTo>
                <a:cubicBezTo>
                  <a:pt x="2859735" y="236024"/>
                  <a:pt x="2854950" y="235112"/>
                  <a:pt x="2851761" y="235112"/>
                </a:cubicBezTo>
                <a:cubicBezTo>
                  <a:pt x="2848913" y="235112"/>
                  <a:pt x="2846692" y="235568"/>
                  <a:pt x="2845098" y="236479"/>
                </a:cubicBezTo>
                <a:cubicBezTo>
                  <a:pt x="2843503" y="237277"/>
                  <a:pt x="2841737" y="239043"/>
                  <a:pt x="2839801" y="241776"/>
                </a:cubicBezTo>
                <a:lnTo>
                  <a:pt x="2833478" y="241776"/>
                </a:lnTo>
                <a:lnTo>
                  <a:pt x="2841851" y="184877"/>
                </a:lnTo>
                <a:lnTo>
                  <a:pt x="2847319" y="184877"/>
                </a:lnTo>
                <a:cubicBezTo>
                  <a:pt x="2851306" y="198661"/>
                  <a:pt x="2855008" y="208514"/>
                  <a:pt x="2858425" y="214438"/>
                </a:cubicBezTo>
                <a:cubicBezTo>
                  <a:pt x="2861956" y="220247"/>
                  <a:pt x="2866627" y="224917"/>
                  <a:pt x="2872437" y="228448"/>
                </a:cubicBezTo>
                <a:cubicBezTo>
                  <a:pt x="2878245" y="231866"/>
                  <a:pt x="2883827" y="233575"/>
                  <a:pt x="2889181" y="233575"/>
                </a:cubicBezTo>
                <a:cubicBezTo>
                  <a:pt x="2895446" y="233575"/>
                  <a:pt x="2900629" y="231638"/>
                  <a:pt x="2904730" y="227765"/>
                </a:cubicBezTo>
                <a:cubicBezTo>
                  <a:pt x="2908831" y="223778"/>
                  <a:pt x="2910881" y="219051"/>
                  <a:pt x="2910881" y="213583"/>
                </a:cubicBezTo>
                <a:cubicBezTo>
                  <a:pt x="2910881" y="208229"/>
                  <a:pt x="2909515" y="203046"/>
                  <a:pt x="2906780" y="198034"/>
                </a:cubicBezTo>
                <a:cubicBezTo>
                  <a:pt x="2904160" y="193022"/>
                  <a:pt x="2898008" y="185219"/>
                  <a:pt x="2888326" y="174626"/>
                </a:cubicBezTo>
                <a:cubicBezTo>
                  <a:pt x="2874998" y="160159"/>
                  <a:pt x="2866228" y="148996"/>
                  <a:pt x="2862014" y="141136"/>
                </a:cubicBezTo>
                <a:cubicBezTo>
                  <a:pt x="2859052" y="135440"/>
                  <a:pt x="2857571" y="128948"/>
                  <a:pt x="2857571" y="121657"/>
                </a:cubicBezTo>
                <a:cubicBezTo>
                  <a:pt x="2857571" y="109355"/>
                  <a:pt x="2862014" y="99103"/>
                  <a:pt x="2870899" y="90901"/>
                </a:cubicBezTo>
                <a:cubicBezTo>
                  <a:pt x="2879898" y="82699"/>
                  <a:pt x="2892485" y="78599"/>
                  <a:pt x="2908659" y="78599"/>
                </a:cubicBezTo>
                <a:cubicBezTo>
                  <a:pt x="2915722" y="78599"/>
                  <a:pt x="2924380" y="79852"/>
                  <a:pt x="2934631" y="82358"/>
                </a:cubicBezTo>
                <a:cubicBezTo>
                  <a:pt x="2939757" y="83611"/>
                  <a:pt x="2943858" y="84238"/>
                  <a:pt x="2946933" y="84238"/>
                </a:cubicBezTo>
                <a:cubicBezTo>
                  <a:pt x="2951376" y="84238"/>
                  <a:pt x="2954964" y="82358"/>
                  <a:pt x="2957699" y="78599"/>
                </a:cubicBezTo>
                <a:lnTo>
                  <a:pt x="2963849" y="78599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4" name="path-7383">
            <a:extLst xmlns:a="http://schemas.openxmlformats.org/drawingml/2006/main">
              <a:ext uri="{FF2B5EF4-FFF2-40B4-BE49-F238E27FC236}">
                <a16:creationId xmlns:a16="http://schemas.microsoft.com/office/drawing/2014/main" id="{3D5236DD-6102-4716-ACDF-2E8A44896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2986" y="6443984"/>
            <a:ext cx="2179597" cy="657011"/>
          </a:xfrm>
          <a:custGeom xmlns:a="http://schemas.openxmlformats.org/drawingml/2006/main">
            <a:pathLst>
              <a:path w="1862874" h="561539">
                <a:moveTo>
                  <a:pt x="1348" y="9110"/>
                </a:moveTo>
                <a:lnTo>
                  <a:pt x="0" y="18219"/>
                </a:lnTo>
                <a:lnTo>
                  <a:pt x="35773" y="28668"/>
                </a:lnTo>
                <a:lnTo>
                  <a:pt x="37122" y="19558"/>
                </a:lnTo>
                <a:lnTo>
                  <a:pt x="38470" y="10449"/>
                </a:lnTo>
                <a:lnTo>
                  <a:pt x="2697" y="0"/>
                </a:lnTo>
                <a:lnTo>
                  <a:pt x="1348" y="9110"/>
                </a:lnTo>
                <a:moveTo>
                  <a:pt x="108666" y="40455"/>
                </a:moveTo>
                <a:lnTo>
                  <a:pt x="107318" y="49565"/>
                </a:lnTo>
                <a:lnTo>
                  <a:pt x="178864" y="70462"/>
                </a:lnTo>
                <a:lnTo>
                  <a:pt x="180212" y="61352"/>
                </a:lnTo>
                <a:lnTo>
                  <a:pt x="181560" y="52243"/>
                </a:lnTo>
                <a:lnTo>
                  <a:pt x="110015" y="31346"/>
                </a:lnTo>
                <a:lnTo>
                  <a:pt x="108666" y="40455"/>
                </a:lnTo>
                <a:moveTo>
                  <a:pt x="251758" y="82249"/>
                </a:moveTo>
                <a:lnTo>
                  <a:pt x="250409" y="91359"/>
                </a:lnTo>
                <a:lnTo>
                  <a:pt x="321955" y="112255"/>
                </a:lnTo>
                <a:lnTo>
                  <a:pt x="323302" y="103146"/>
                </a:lnTo>
                <a:lnTo>
                  <a:pt x="324650" y="94036"/>
                </a:lnTo>
                <a:lnTo>
                  <a:pt x="253106" y="73139"/>
                </a:lnTo>
                <a:lnTo>
                  <a:pt x="251758" y="82249"/>
                </a:lnTo>
                <a:moveTo>
                  <a:pt x="394848" y="124042"/>
                </a:moveTo>
                <a:lnTo>
                  <a:pt x="393499" y="133152"/>
                </a:lnTo>
                <a:lnTo>
                  <a:pt x="465045" y="154049"/>
                </a:lnTo>
                <a:lnTo>
                  <a:pt x="466393" y="144939"/>
                </a:lnTo>
                <a:lnTo>
                  <a:pt x="467742" y="135830"/>
                </a:lnTo>
                <a:lnTo>
                  <a:pt x="396196" y="114933"/>
                </a:lnTo>
                <a:lnTo>
                  <a:pt x="394848" y="124042"/>
                </a:lnTo>
                <a:moveTo>
                  <a:pt x="537939" y="165837"/>
                </a:moveTo>
                <a:lnTo>
                  <a:pt x="536591" y="174946"/>
                </a:lnTo>
                <a:lnTo>
                  <a:pt x="608135" y="195843"/>
                </a:lnTo>
                <a:lnTo>
                  <a:pt x="609483" y="186733"/>
                </a:lnTo>
                <a:lnTo>
                  <a:pt x="610832" y="177624"/>
                </a:lnTo>
                <a:lnTo>
                  <a:pt x="539286" y="156727"/>
                </a:lnTo>
                <a:lnTo>
                  <a:pt x="537939" y="165837"/>
                </a:lnTo>
                <a:moveTo>
                  <a:pt x="681029" y="207631"/>
                </a:moveTo>
                <a:lnTo>
                  <a:pt x="679681" y="216740"/>
                </a:lnTo>
                <a:lnTo>
                  <a:pt x="751226" y="237637"/>
                </a:lnTo>
                <a:lnTo>
                  <a:pt x="752575" y="228527"/>
                </a:lnTo>
                <a:lnTo>
                  <a:pt x="753923" y="219418"/>
                </a:lnTo>
                <a:lnTo>
                  <a:pt x="682377" y="198521"/>
                </a:lnTo>
                <a:lnTo>
                  <a:pt x="681029" y="207631"/>
                </a:lnTo>
                <a:moveTo>
                  <a:pt x="824119" y="249424"/>
                </a:moveTo>
                <a:lnTo>
                  <a:pt x="822771" y="258534"/>
                </a:lnTo>
                <a:lnTo>
                  <a:pt x="894316" y="279431"/>
                </a:lnTo>
                <a:lnTo>
                  <a:pt x="895665" y="270321"/>
                </a:lnTo>
                <a:lnTo>
                  <a:pt x="897013" y="261212"/>
                </a:lnTo>
                <a:lnTo>
                  <a:pt x="825468" y="240315"/>
                </a:lnTo>
                <a:lnTo>
                  <a:pt x="824119" y="249424"/>
                </a:lnTo>
                <a:moveTo>
                  <a:pt x="967210" y="291218"/>
                </a:moveTo>
                <a:lnTo>
                  <a:pt x="965862" y="300328"/>
                </a:lnTo>
                <a:lnTo>
                  <a:pt x="1037407" y="321224"/>
                </a:lnTo>
                <a:lnTo>
                  <a:pt x="1038755" y="312115"/>
                </a:lnTo>
                <a:lnTo>
                  <a:pt x="1040103" y="303005"/>
                </a:lnTo>
                <a:lnTo>
                  <a:pt x="968559" y="282108"/>
                </a:lnTo>
                <a:lnTo>
                  <a:pt x="967210" y="291218"/>
                </a:lnTo>
                <a:moveTo>
                  <a:pt x="1110301" y="333012"/>
                </a:moveTo>
                <a:lnTo>
                  <a:pt x="1108952" y="342121"/>
                </a:lnTo>
                <a:lnTo>
                  <a:pt x="1180498" y="363018"/>
                </a:lnTo>
                <a:lnTo>
                  <a:pt x="1181846" y="353909"/>
                </a:lnTo>
                <a:lnTo>
                  <a:pt x="1183195" y="344799"/>
                </a:lnTo>
                <a:lnTo>
                  <a:pt x="1111649" y="323902"/>
                </a:lnTo>
                <a:lnTo>
                  <a:pt x="1110301" y="333012"/>
                </a:lnTo>
                <a:moveTo>
                  <a:pt x="1253391" y="374806"/>
                </a:moveTo>
                <a:lnTo>
                  <a:pt x="1252042" y="383915"/>
                </a:lnTo>
                <a:lnTo>
                  <a:pt x="1323588" y="404812"/>
                </a:lnTo>
                <a:lnTo>
                  <a:pt x="1324936" y="395702"/>
                </a:lnTo>
                <a:lnTo>
                  <a:pt x="1326285" y="386593"/>
                </a:lnTo>
                <a:lnTo>
                  <a:pt x="1254739" y="365696"/>
                </a:lnTo>
                <a:lnTo>
                  <a:pt x="1253391" y="374806"/>
                </a:lnTo>
                <a:moveTo>
                  <a:pt x="1396482" y="416600"/>
                </a:moveTo>
                <a:lnTo>
                  <a:pt x="1395134" y="425709"/>
                </a:lnTo>
                <a:lnTo>
                  <a:pt x="1466678" y="446606"/>
                </a:lnTo>
                <a:lnTo>
                  <a:pt x="1468026" y="437496"/>
                </a:lnTo>
                <a:lnTo>
                  <a:pt x="1469375" y="428387"/>
                </a:lnTo>
                <a:lnTo>
                  <a:pt x="1397830" y="407490"/>
                </a:lnTo>
                <a:lnTo>
                  <a:pt x="1396482" y="416600"/>
                </a:lnTo>
                <a:moveTo>
                  <a:pt x="1539572" y="458394"/>
                </a:moveTo>
                <a:lnTo>
                  <a:pt x="1538224" y="467503"/>
                </a:lnTo>
                <a:lnTo>
                  <a:pt x="1609769" y="488400"/>
                </a:lnTo>
                <a:lnTo>
                  <a:pt x="1611118" y="479290"/>
                </a:lnTo>
                <a:lnTo>
                  <a:pt x="1612466" y="470181"/>
                </a:lnTo>
                <a:lnTo>
                  <a:pt x="1540920" y="449284"/>
                </a:lnTo>
                <a:lnTo>
                  <a:pt x="1539572" y="458394"/>
                </a:lnTo>
                <a:moveTo>
                  <a:pt x="1682662" y="500187"/>
                </a:moveTo>
                <a:lnTo>
                  <a:pt x="1681314" y="509297"/>
                </a:lnTo>
                <a:lnTo>
                  <a:pt x="1752859" y="530193"/>
                </a:lnTo>
                <a:lnTo>
                  <a:pt x="1754208" y="521084"/>
                </a:lnTo>
                <a:lnTo>
                  <a:pt x="1755556" y="511974"/>
                </a:lnTo>
                <a:lnTo>
                  <a:pt x="1684011" y="491077"/>
                </a:lnTo>
                <a:lnTo>
                  <a:pt x="1682662" y="500187"/>
                </a:lnTo>
                <a:moveTo>
                  <a:pt x="1825753" y="541981"/>
                </a:moveTo>
                <a:lnTo>
                  <a:pt x="1824405" y="551090"/>
                </a:lnTo>
                <a:lnTo>
                  <a:pt x="1860177" y="561539"/>
                </a:lnTo>
                <a:lnTo>
                  <a:pt x="1861526" y="552429"/>
                </a:lnTo>
                <a:lnTo>
                  <a:pt x="1862874" y="543320"/>
                </a:lnTo>
                <a:lnTo>
                  <a:pt x="1827102" y="532871"/>
                </a:lnTo>
                <a:lnTo>
                  <a:pt x="1825753" y="541981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5" name="path-7384">
            <a:extLst xmlns:a="http://schemas.openxmlformats.org/drawingml/2006/main">
              <a:ext uri="{FF2B5EF4-FFF2-40B4-BE49-F238E27FC236}">
                <a16:creationId xmlns:a16="http://schemas.microsoft.com/office/drawing/2014/main" id="{82BDA735-27B2-43FE-8C32-853C20BE11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4123" y="6444124"/>
            <a:ext cx="1459212" cy="656733"/>
          </a:xfrm>
          <a:custGeom xmlns:a="http://schemas.openxmlformats.org/drawingml/2006/main">
            <a:pathLst>
              <a:path w="1247170" h="561301">
                <a:moveTo>
                  <a:pt x="1991" y="8991"/>
                </a:moveTo>
                <a:lnTo>
                  <a:pt x="0" y="17982"/>
                </a:lnTo>
                <a:lnTo>
                  <a:pt x="34533" y="33074"/>
                </a:lnTo>
                <a:lnTo>
                  <a:pt x="36524" y="24083"/>
                </a:lnTo>
                <a:lnTo>
                  <a:pt x="38515" y="15092"/>
                </a:lnTo>
                <a:lnTo>
                  <a:pt x="3982" y="0"/>
                </a:lnTo>
                <a:lnTo>
                  <a:pt x="1991" y="8991"/>
                </a:lnTo>
                <a:moveTo>
                  <a:pt x="105590" y="54267"/>
                </a:moveTo>
                <a:lnTo>
                  <a:pt x="103599" y="63258"/>
                </a:lnTo>
                <a:lnTo>
                  <a:pt x="172665" y="93443"/>
                </a:lnTo>
                <a:lnTo>
                  <a:pt x="174656" y="84452"/>
                </a:lnTo>
                <a:lnTo>
                  <a:pt x="176647" y="75461"/>
                </a:lnTo>
                <a:lnTo>
                  <a:pt x="107582" y="45277"/>
                </a:lnTo>
                <a:lnTo>
                  <a:pt x="105590" y="54267"/>
                </a:lnTo>
                <a:moveTo>
                  <a:pt x="243722" y="114636"/>
                </a:moveTo>
                <a:lnTo>
                  <a:pt x="241731" y="123627"/>
                </a:lnTo>
                <a:lnTo>
                  <a:pt x="310798" y="153811"/>
                </a:lnTo>
                <a:lnTo>
                  <a:pt x="312788" y="144821"/>
                </a:lnTo>
                <a:lnTo>
                  <a:pt x="314779" y="135830"/>
                </a:lnTo>
                <a:lnTo>
                  <a:pt x="245713" y="105645"/>
                </a:lnTo>
                <a:lnTo>
                  <a:pt x="243722" y="114636"/>
                </a:lnTo>
                <a:moveTo>
                  <a:pt x="381855" y="175005"/>
                </a:moveTo>
                <a:lnTo>
                  <a:pt x="379863" y="183996"/>
                </a:lnTo>
                <a:lnTo>
                  <a:pt x="448929" y="214180"/>
                </a:lnTo>
                <a:lnTo>
                  <a:pt x="450920" y="205189"/>
                </a:lnTo>
                <a:lnTo>
                  <a:pt x="452912" y="196198"/>
                </a:lnTo>
                <a:lnTo>
                  <a:pt x="383845" y="166014"/>
                </a:lnTo>
                <a:lnTo>
                  <a:pt x="381855" y="175005"/>
                </a:lnTo>
                <a:moveTo>
                  <a:pt x="519987" y="235374"/>
                </a:moveTo>
                <a:lnTo>
                  <a:pt x="517995" y="244365"/>
                </a:lnTo>
                <a:lnTo>
                  <a:pt x="587061" y="274549"/>
                </a:lnTo>
                <a:lnTo>
                  <a:pt x="589052" y="265558"/>
                </a:lnTo>
                <a:lnTo>
                  <a:pt x="591044" y="256567"/>
                </a:lnTo>
                <a:lnTo>
                  <a:pt x="521977" y="226383"/>
                </a:lnTo>
                <a:lnTo>
                  <a:pt x="519987" y="235374"/>
                </a:lnTo>
                <a:moveTo>
                  <a:pt x="658118" y="295743"/>
                </a:moveTo>
                <a:lnTo>
                  <a:pt x="656127" y="304734"/>
                </a:lnTo>
                <a:lnTo>
                  <a:pt x="725193" y="334918"/>
                </a:lnTo>
                <a:lnTo>
                  <a:pt x="727184" y="325927"/>
                </a:lnTo>
                <a:lnTo>
                  <a:pt x="729176" y="316936"/>
                </a:lnTo>
                <a:lnTo>
                  <a:pt x="660109" y="286752"/>
                </a:lnTo>
                <a:lnTo>
                  <a:pt x="658118" y="295743"/>
                </a:lnTo>
                <a:moveTo>
                  <a:pt x="796250" y="356112"/>
                </a:moveTo>
                <a:lnTo>
                  <a:pt x="794260" y="365102"/>
                </a:lnTo>
                <a:lnTo>
                  <a:pt x="863325" y="395287"/>
                </a:lnTo>
                <a:lnTo>
                  <a:pt x="865317" y="386296"/>
                </a:lnTo>
                <a:lnTo>
                  <a:pt x="867307" y="377305"/>
                </a:lnTo>
                <a:lnTo>
                  <a:pt x="798241" y="347121"/>
                </a:lnTo>
                <a:lnTo>
                  <a:pt x="796250" y="356112"/>
                </a:lnTo>
                <a:moveTo>
                  <a:pt x="934382" y="416481"/>
                </a:moveTo>
                <a:lnTo>
                  <a:pt x="932392" y="425472"/>
                </a:lnTo>
                <a:lnTo>
                  <a:pt x="1001457" y="455656"/>
                </a:lnTo>
                <a:lnTo>
                  <a:pt x="1003449" y="446665"/>
                </a:lnTo>
                <a:lnTo>
                  <a:pt x="1005439" y="437674"/>
                </a:lnTo>
                <a:lnTo>
                  <a:pt x="936374" y="407490"/>
                </a:lnTo>
                <a:lnTo>
                  <a:pt x="934382" y="416481"/>
                </a:lnTo>
                <a:moveTo>
                  <a:pt x="1072514" y="476849"/>
                </a:moveTo>
                <a:lnTo>
                  <a:pt x="1070523" y="485840"/>
                </a:lnTo>
                <a:lnTo>
                  <a:pt x="1139589" y="516025"/>
                </a:lnTo>
                <a:lnTo>
                  <a:pt x="1141581" y="507034"/>
                </a:lnTo>
                <a:lnTo>
                  <a:pt x="1143571" y="498043"/>
                </a:lnTo>
                <a:lnTo>
                  <a:pt x="1074506" y="467858"/>
                </a:lnTo>
                <a:lnTo>
                  <a:pt x="1072514" y="476849"/>
                </a:lnTo>
                <a:moveTo>
                  <a:pt x="1210646" y="537218"/>
                </a:moveTo>
                <a:lnTo>
                  <a:pt x="1208655" y="546209"/>
                </a:lnTo>
                <a:lnTo>
                  <a:pt x="1243188" y="561301"/>
                </a:lnTo>
                <a:lnTo>
                  <a:pt x="1245180" y="552310"/>
                </a:lnTo>
                <a:lnTo>
                  <a:pt x="1247170" y="543319"/>
                </a:lnTo>
                <a:lnTo>
                  <a:pt x="1212638" y="528227"/>
                </a:lnTo>
                <a:lnTo>
                  <a:pt x="1210646" y="537218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6" name="path-7385">
            <a:extLst xmlns:a="http://schemas.openxmlformats.org/drawingml/2006/main">
              <a:ext uri="{FF2B5EF4-FFF2-40B4-BE49-F238E27FC236}">
                <a16:creationId xmlns:a16="http://schemas.microsoft.com/office/drawing/2014/main" id="{C4E46AF7-CD35-4EF2-8047-EA013B5E1C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4006" y="6444779"/>
            <a:ext cx="741337" cy="655420"/>
          </a:xfrm>
          <a:custGeom xmlns:a="http://schemas.openxmlformats.org/drawingml/2006/main">
            <a:pathLst>
              <a:path w="633611" h="560179">
                <a:moveTo>
                  <a:pt x="3707" y="8430"/>
                </a:moveTo>
                <a:lnTo>
                  <a:pt x="0" y="16860"/>
                </a:lnTo>
                <a:lnTo>
                  <a:pt x="26091" y="39498"/>
                </a:lnTo>
                <a:lnTo>
                  <a:pt x="29798" y="31068"/>
                </a:lnTo>
                <a:lnTo>
                  <a:pt x="33505" y="22639"/>
                </a:lnTo>
                <a:lnTo>
                  <a:pt x="7413" y="0"/>
                </a:lnTo>
                <a:lnTo>
                  <a:pt x="3707" y="8430"/>
                </a:lnTo>
                <a:moveTo>
                  <a:pt x="81981" y="76345"/>
                </a:moveTo>
                <a:lnTo>
                  <a:pt x="78275" y="84775"/>
                </a:lnTo>
                <a:lnTo>
                  <a:pt x="130458" y="130051"/>
                </a:lnTo>
                <a:lnTo>
                  <a:pt x="134165" y="121621"/>
                </a:lnTo>
                <a:lnTo>
                  <a:pt x="137870" y="113192"/>
                </a:lnTo>
                <a:lnTo>
                  <a:pt x="85687" y="67915"/>
                </a:lnTo>
                <a:lnTo>
                  <a:pt x="81981" y="76345"/>
                </a:lnTo>
                <a:moveTo>
                  <a:pt x="186347" y="166898"/>
                </a:moveTo>
                <a:lnTo>
                  <a:pt x="182641" y="175328"/>
                </a:lnTo>
                <a:lnTo>
                  <a:pt x="234825" y="220605"/>
                </a:lnTo>
                <a:lnTo>
                  <a:pt x="238530" y="212174"/>
                </a:lnTo>
                <a:lnTo>
                  <a:pt x="242237" y="203745"/>
                </a:lnTo>
                <a:lnTo>
                  <a:pt x="190054" y="158468"/>
                </a:lnTo>
                <a:lnTo>
                  <a:pt x="186347" y="166898"/>
                </a:lnTo>
                <a:moveTo>
                  <a:pt x="290714" y="257451"/>
                </a:moveTo>
                <a:lnTo>
                  <a:pt x="287007" y="265881"/>
                </a:lnTo>
                <a:lnTo>
                  <a:pt x="339190" y="311158"/>
                </a:lnTo>
                <a:lnTo>
                  <a:pt x="342897" y="302728"/>
                </a:lnTo>
                <a:lnTo>
                  <a:pt x="346604" y="294298"/>
                </a:lnTo>
                <a:lnTo>
                  <a:pt x="294421" y="249021"/>
                </a:lnTo>
                <a:lnTo>
                  <a:pt x="290714" y="257451"/>
                </a:lnTo>
                <a:moveTo>
                  <a:pt x="395081" y="348005"/>
                </a:moveTo>
                <a:lnTo>
                  <a:pt x="391374" y="356434"/>
                </a:lnTo>
                <a:lnTo>
                  <a:pt x="443557" y="401711"/>
                </a:lnTo>
                <a:lnTo>
                  <a:pt x="447263" y="393281"/>
                </a:lnTo>
                <a:lnTo>
                  <a:pt x="450970" y="384851"/>
                </a:lnTo>
                <a:lnTo>
                  <a:pt x="398786" y="339574"/>
                </a:lnTo>
                <a:lnTo>
                  <a:pt x="395081" y="348005"/>
                </a:lnTo>
                <a:moveTo>
                  <a:pt x="499446" y="438558"/>
                </a:moveTo>
                <a:lnTo>
                  <a:pt x="495741" y="446987"/>
                </a:lnTo>
                <a:lnTo>
                  <a:pt x="547923" y="492264"/>
                </a:lnTo>
                <a:lnTo>
                  <a:pt x="551630" y="483834"/>
                </a:lnTo>
                <a:lnTo>
                  <a:pt x="555337" y="475404"/>
                </a:lnTo>
                <a:lnTo>
                  <a:pt x="503153" y="430128"/>
                </a:lnTo>
                <a:lnTo>
                  <a:pt x="499446" y="438558"/>
                </a:lnTo>
                <a:moveTo>
                  <a:pt x="603813" y="529111"/>
                </a:moveTo>
                <a:lnTo>
                  <a:pt x="600106" y="537541"/>
                </a:lnTo>
                <a:lnTo>
                  <a:pt x="626199" y="560179"/>
                </a:lnTo>
                <a:lnTo>
                  <a:pt x="629904" y="551749"/>
                </a:lnTo>
                <a:lnTo>
                  <a:pt x="633611" y="543319"/>
                </a:lnTo>
                <a:lnTo>
                  <a:pt x="607520" y="520681"/>
                </a:lnTo>
                <a:lnTo>
                  <a:pt x="603813" y="529111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7" name="path-7386">
            <a:extLst xmlns:a="http://schemas.openxmlformats.org/drawingml/2006/main">
              <a:ext uri="{FF2B5EF4-FFF2-40B4-BE49-F238E27FC236}">
                <a16:creationId xmlns:a16="http://schemas.microsoft.com/office/drawing/2014/main" id="{96918BE8-F50C-4954-81AC-20AC8CE32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6617" y="6444803"/>
            <a:ext cx="730670" cy="655372"/>
          </a:xfrm>
          <a:custGeom xmlns:a="http://schemas.openxmlformats.org/drawingml/2006/main">
            <a:pathLst>
              <a:path w="624494" h="560138">
                <a:moveTo>
                  <a:pt x="620742" y="8409"/>
                </a:moveTo>
                <a:lnTo>
                  <a:pt x="616989" y="0"/>
                </a:lnTo>
                <a:lnTo>
                  <a:pt x="591281" y="22638"/>
                </a:lnTo>
                <a:lnTo>
                  <a:pt x="595034" y="31048"/>
                </a:lnTo>
                <a:lnTo>
                  <a:pt x="598786" y="39457"/>
                </a:lnTo>
                <a:lnTo>
                  <a:pt x="624494" y="16819"/>
                </a:lnTo>
                <a:lnTo>
                  <a:pt x="620742" y="8409"/>
                </a:lnTo>
                <a:moveTo>
                  <a:pt x="543619" y="76324"/>
                </a:moveTo>
                <a:lnTo>
                  <a:pt x="539866" y="67914"/>
                </a:lnTo>
                <a:lnTo>
                  <a:pt x="488450" y="113192"/>
                </a:lnTo>
                <a:lnTo>
                  <a:pt x="492203" y="121601"/>
                </a:lnTo>
                <a:lnTo>
                  <a:pt x="495955" y="130010"/>
                </a:lnTo>
                <a:lnTo>
                  <a:pt x="547370" y="84734"/>
                </a:lnTo>
                <a:lnTo>
                  <a:pt x="543619" y="76324"/>
                </a:lnTo>
                <a:moveTo>
                  <a:pt x="440787" y="166878"/>
                </a:moveTo>
                <a:lnTo>
                  <a:pt x="437034" y="158468"/>
                </a:lnTo>
                <a:lnTo>
                  <a:pt x="385618" y="203745"/>
                </a:lnTo>
                <a:lnTo>
                  <a:pt x="389371" y="212154"/>
                </a:lnTo>
                <a:lnTo>
                  <a:pt x="393123" y="220563"/>
                </a:lnTo>
                <a:lnTo>
                  <a:pt x="444539" y="175287"/>
                </a:lnTo>
                <a:lnTo>
                  <a:pt x="440787" y="166878"/>
                </a:lnTo>
                <a:moveTo>
                  <a:pt x="337956" y="257431"/>
                </a:moveTo>
                <a:lnTo>
                  <a:pt x="334203" y="249021"/>
                </a:lnTo>
                <a:lnTo>
                  <a:pt x="282787" y="294298"/>
                </a:lnTo>
                <a:lnTo>
                  <a:pt x="286540" y="302707"/>
                </a:lnTo>
                <a:lnTo>
                  <a:pt x="290292" y="311116"/>
                </a:lnTo>
                <a:lnTo>
                  <a:pt x="341707" y="265840"/>
                </a:lnTo>
                <a:lnTo>
                  <a:pt x="337956" y="257431"/>
                </a:lnTo>
                <a:moveTo>
                  <a:pt x="235124" y="347984"/>
                </a:moveTo>
                <a:lnTo>
                  <a:pt x="231371" y="339574"/>
                </a:lnTo>
                <a:lnTo>
                  <a:pt x="179955" y="384851"/>
                </a:lnTo>
                <a:lnTo>
                  <a:pt x="183708" y="393260"/>
                </a:lnTo>
                <a:lnTo>
                  <a:pt x="187460" y="401670"/>
                </a:lnTo>
                <a:lnTo>
                  <a:pt x="238876" y="356393"/>
                </a:lnTo>
                <a:lnTo>
                  <a:pt x="235124" y="347984"/>
                </a:lnTo>
                <a:moveTo>
                  <a:pt x="132292" y="438537"/>
                </a:moveTo>
                <a:lnTo>
                  <a:pt x="128539" y="430127"/>
                </a:lnTo>
                <a:lnTo>
                  <a:pt x="77124" y="475404"/>
                </a:lnTo>
                <a:lnTo>
                  <a:pt x="80875" y="483813"/>
                </a:lnTo>
                <a:lnTo>
                  <a:pt x="84628" y="492223"/>
                </a:lnTo>
                <a:lnTo>
                  <a:pt x="136044" y="446946"/>
                </a:lnTo>
                <a:lnTo>
                  <a:pt x="132292" y="438537"/>
                </a:lnTo>
                <a:moveTo>
                  <a:pt x="29460" y="529090"/>
                </a:moveTo>
                <a:lnTo>
                  <a:pt x="25708" y="520681"/>
                </a:lnTo>
                <a:lnTo>
                  <a:pt x="0" y="543319"/>
                </a:lnTo>
                <a:lnTo>
                  <a:pt x="3753" y="551728"/>
                </a:lnTo>
                <a:lnTo>
                  <a:pt x="7505" y="560138"/>
                </a:lnTo>
                <a:lnTo>
                  <a:pt x="33213" y="537500"/>
                </a:lnTo>
                <a:lnTo>
                  <a:pt x="29460" y="529090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8" name="path-7387">
            <a:extLst xmlns:a="http://schemas.openxmlformats.org/drawingml/2006/main">
              <a:ext uri="{FF2B5EF4-FFF2-40B4-BE49-F238E27FC236}">
                <a16:creationId xmlns:a16="http://schemas.microsoft.com/office/drawing/2014/main" id="{1D693B6E-C62C-4CF7-9933-937CF46D8D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8661" y="6444126"/>
            <a:ext cx="1448472" cy="656725"/>
          </a:xfrm>
          <a:custGeom xmlns:a="http://schemas.openxmlformats.org/drawingml/2006/main">
            <a:pathLst>
              <a:path w="1237991" h="561294">
                <a:moveTo>
                  <a:pt x="1235985" y="8988"/>
                </a:moveTo>
                <a:lnTo>
                  <a:pt x="1233980" y="0"/>
                </a:lnTo>
                <a:lnTo>
                  <a:pt x="1199703" y="15092"/>
                </a:lnTo>
                <a:lnTo>
                  <a:pt x="1201708" y="24080"/>
                </a:lnTo>
                <a:lnTo>
                  <a:pt x="1203714" y="33068"/>
                </a:lnTo>
                <a:lnTo>
                  <a:pt x="1237991" y="17975"/>
                </a:lnTo>
                <a:lnTo>
                  <a:pt x="1235985" y="8988"/>
                </a:lnTo>
                <a:moveTo>
                  <a:pt x="1133153" y="54265"/>
                </a:moveTo>
                <a:lnTo>
                  <a:pt x="1131148" y="45277"/>
                </a:lnTo>
                <a:lnTo>
                  <a:pt x="1062594" y="75461"/>
                </a:lnTo>
                <a:lnTo>
                  <a:pt x="1064599" y="84449"/>
                </a:lnTo>
                <a:lnTo>
                  <a:pt x="1066605" y="93437"/>
                </a:lnTo>
                <a:lnTo>
                  <a:pt x="1135159" y="63253"/>
                </a:lnTo>
                <a:lnTo>
                  <a:pt x="1133153" y="54265"/>
                </a:lnTo>
                <a:moveTo>
                  <a:pt x="996044" y="114633"/>
                </a:moveTo>
                <a:lnTo>
                  <a:pt x="994040" y="105645"/>
                </a:lnTo>
                <a:lnTo>
                  <a:pt x="925485" y="135830"/>
                </a:lnTo>
                <a:lnTo>
                  <a:pt x="927490" y="144818"/>
                </a:lnTo>
                <a:lnTo>
                  <a:pt x="929496" y="153806"/>
                </a:lnTo>
                <a:lnTo>
                  <a:pt x="998050" y="123621"/>
                </a:lnTo>
                <a:lnTo>
                  <a:pt x="996044" y="114633"/>
                </a:lnTo>
                <a:moveTo>
                  <a:pt x="858936" y="175002"/>
                </a:moveTo>
                <a:lnTo>
                  <a:pt x="856931" y="166014"/>
                </a:lnTo>
                <a:lnTo>
                  <a:pt x="788376" y="196198"/>
                </a:lnTo>
                <a:lnTo>
                  <a:pt x="790381" y="205186"/>
                </a:lnTo>
                <a:lnTo>
                  <a:pt x="792386" y="214174"/>
                </a:lnTo>
                <a:lnTo>
                  <a:pt x="860941" y="183990"/>
                </a:lnTo>
                <a:lnTo>
                  <a:pt x="858936" y="175002"/>
                </a:lnTo>
                <a:moveTo>
                  <a:pt x="721827" y="235371"/>
                </a:moveTo>
                <a:lnTo>
                  <a:pt x="719821" y="226383"/>
                </a:lnTo>
                <a:lnTo>
                  <a:pt x="651267" y="256567"/>
                </a:lnTo>
                <a:lnTo>
                  <a:pt x="653273" y="265555"/>
                </a:lnTo>
                <a:lnTo>
                  <a:pt x="655277" y="274543"/>
                </a:lnTo>
                <a:lnTo>
                  <a:pt x="723832" y="244359"/>
                </a:lnTo>
                <a:lnTo>
                  <a:pt x="721827" y="235371"/>
                </a:lnTo>
                <a:moveTo>
                  <a:pt x="584718" y="295740"/>
                </a:moveTo>
                <a:lnTo>
                  <a:pt x="582712" y="286751"/>
                </a:lnTo>
                <a:lnTo>
                  <a:pt x="514158" y="316936"/>
                </a:lnTo>
                <a:lnTo>
                  <a:pt x="516164" y="325924"/>
                </a:lnTo>
                <a:lnTo>
                  <a:pt x="518169" y="334912"/>
                </a:lnTo>
                <a:lnTo>
                  <a:pt x="586723" y="304728"/>
                </a:lnTo>
                <a:lnTo>
                  <a:pt x="584718" y="295740"/>
                </a:lnTo>
                <a:moveTo>
                  <a:pt x="447609" y="356108"/>
                </a:moveTo>
                <a:lnTo>
                  <a:pt x="445603" y="347120"/>
                </a:lnTo>
                <a:lnTo>
                  <a:pt x="377049" y="377305"/>
                </a:lnTo>
                <a:lnTo>
                  <a:pt x="379055" y="386293"/>
                </a:lnTo>
                <a:lnTo>
                  <a:pt x="381060" y="395281"/>
                </a:lnTo>
                <a:lnTo>
                  <a:pt x="449614" y="365096"/>
                </a:lnTo>
                <a:lnTo>
                  <a:pt x="447609" y="356108"/>
                </a:lnTo>
                <a:moveTo>
                  <a:pt x="310501" y="416477"/>
                </a:moveTo>
                <a:lnTo>
                  <a:pt x="308495" y="407489"/>
                </a:lnTo>
                <a:lnTo>
                  <a:pt x="239940" y="437673"/>
                </a:lnTo>
                <a:lnTo>
                  <a:pt x="241946" y="446661"/>
                </a:lnTo>
                <a:lnTo>
                  <a:pt x="243951" y="455649"/>
                </a:lnTo>
                <a:lnTo>
                  <a:pt x="312506" y="425465"/>
                </a:lnTo>
                <a:lnTo>
                  <a:pt x="310501" y="416477"/>
                </a:lnTo>
                <a:moveTo>
                  <a:pt x="173392" y="476846"/>
                </a:moveTo>
                <a:lnTo>
                  <a:pt x="171386" y="467858"/>
                </a:lnTo>
                <a:lnTo>
                  <a:pt x="102832" y="498042"/>
                </a:lnTo>
                <a:lnTo>
                  <a:pt x="104838" y="507030"/>
                </a:lnTo>
                <a:lnTo>
                  <a:pt x="106842" y="516018"/>
                </a:lnTo>
                <a:lnTo>
                  <a:pt x="175397" y="485834"/>
                </a:lnTo>
                <a:lnTo>
                  <a:pt x="173392" y="476846"/>
                </a:lnTo>
                <a:moveTo>
                  <a:pt x="36283" y="537214"/>
                </a:moveTo>
                <a:lnTo>
                  <a:pt x="34277" y="528226"/>
                </a:lnTo>
                <a:lnTo>
                  <a:pt x="0" y="543319"/>
                </a:lnTo>
                <a:lnTo>
                  <a:pt x="2006" y="552307"/>
                </a:lnTo>
                <a:lnTo>
                  <a:pt x="4011" y="561294"/>
                </a:lnTo>
                <a:lnTo>
                  <a:pt x="38288" y="546202"/>
                </a:lnTo>
                <a:lnTo>
                  <a:pt x="36283" y="537214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9" name="path-7388">
            <a:extLst xmlns:a="http://schemas.openxmlformats.org/drawingml/2006/main">
              <a:ext uri="{FF2B5EF4-FFF2-40B4-BE49-F238E27FC236}">
                <a16:creationId xmlns:a16="http://schemas.microsoft.com/office/drawing/2014/main" id="{08DB8803-47CC-4A87-82A3-D45D91AC3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232" y="6454643"/>
            <a:ext cx="21550" cy="635694"/>
          </a:xfrm>
          <a:custGeom xmlns:a="http://schemas.openxmlformats.org/drawingml/2006/main">
            <a:pathLst>
              <a:path w="18418" h="543319">
                <a:moveTo>
                  <a:pt x="9209" y="0"/>
                </a:moveTo>
                <a:lnTo>
                  <a:pt x="0" y="0"/>
                </a:lnTo>
                <a:lnTo>
                  <a:pt x="0" y="33957"/>
                </a:lnTo>
                <a:lnTo>
                  <a:pt x="9209" y="33957"/>
                </a:lnTo>
                <a:lnTo>
                  <a:pt x="18418" y="33957"/>
                </a:lnTo>
                <a:lnTo>
                  <a:pt x="18418" y="0"/>
                </a:lnTo>
                <a:lnTo>
                  <a:pt x="9209" y="0"/>
                </a:lnTo>
                <a:moveTo>
                  <a:pt x="9209" y="101872"/>
                </a:moveTo>
                <a:lnTo>
                  <a:pt x="0" y="101872"/>
                </a:lnTo>
                <a:lnTo>
                  <a:pt x="0" y="169787"/>
                </a:lnTo>
                <a:lnTo>
                  <a:pt x="9209" y="169787"/>
                </a:lnTo>
                <a:lnTo>
                  <a:pt x="18418" y="169787"/>
                </a:lnTo>
                <a:lnTo>
                  <a:pt x="18418" y="101872"/>
                </a:lnTo>
                <a:lnTo>
                  <a:pt x="9209" y="101872"/>
                </a:lnTo>
                <a:moveTo>
                  <a:pt x="9209" y="237702"/>
                </a:moveTo>
                <a:lnTo>
                  <a:pt x="0" y="237702"/>
                </a:lnTo>
                <a:lnTo>
                  <a:pt x="0" y="305617"/>
                </a:lnTo>
                <a:lnTo>
                  <a:pt x="9209" y="305617"/>
                </a:lnTo>
                <a:lnTo>
                  <a:pt x="18418" y="305617"/>
                </a:lnTo>
                <a:lnTo>
                  <a:pt x="18418" y="237702"/>
                </a:lnTo>
                <a:lnTo>
                  <a:pt x="9209" y="237702"/>
                </a:lnTo>
                <a:moveTo>
                  <a:pt x="9209" y="373532"/>
                </a:moveTo>
                <a:lnTo>
                  <a:pt x="0" y="373532"/>
                </a:lnTo>
                <a:lnTo>
                  <a:pt x="0" y="441447"/>
                </a:lnTo>
                <a:lnTo>
                  <a:pt x="9209" y="441447"/>
                </a:lnTo>
                <a:lnTo>
                  <a:pt x="18418" y="441447"/>
                </a:lnTo>
                <a:lnTo>
                  <a:pt x="18418" y="373532"/>
                </a:lnTo>
                <a:lnTo>
                  <a:pt x="9209" y="373532"/>
                </a:lnTo>
                <a:moveTo>
                  <a:pt x="9209" y="509362"/>
                </a:moveTo>
                <a:lnTo>
                  <a:pt x="0" y="509362"/>
                </a:lnTo>
                <a:lnTo>
                  <a:pt x="0" y="543319"/>
                </a:lnTo>
                <a:lnTo>
                  <a:pt x="9209" y="543319"/>
                </a:lnTo>
                <a:lnTo>
                  <a:pt x="18418" y="543319"/>
                </a:lnTo>
                <a:lnTo>
                  <a:pt x="18418" y="509362"/>
                </a:lnTo>
                <a:lnTo>
                  <a:pt x="9209" y="509362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0" name="path-7389">
            <a:extLst xmlns:a="http://schemas.openxmlformats.org/drawingml/2006/main">
              <a:ext uri="{FF2B5EF4-FFF2-40B4-BE49-F238E27FC236}">
                <a16:creationId xmlns:a16="http://schemas.microsoft.com/office/drawing/2014/main" id="{57FAFB96-DDC0-49B3-A7AF-EB7995B3D0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5948242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1" name="path-7390">
            <a:extLst xmlns:a="http://schemas.openxmlformats.org/drawingml/2006/main">
              <a:ext uri="{FF2B5EF4-FFF2-40B4-BE49-F238E27FC236}">
                <a16:creationId xmlns:a16="http://schemas.microsoft.com/office/drawing/2014/main" id="{AAEB69CB-D554-4A60-99D8-BF59AC275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59345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2" name="path-7391">
            <a:extLst xmlns:a="http://schemas.openxmlformats.org/drawingml/2006/main">
              <a:ext uri="{FF2B5EF4-FFF2-40B4-BE49-F238E27FC236}">
                <a16:creationId xmlns:a16="http://schemas.microsoft.com/office/drawing/2014/main" id="{99FC7FA0-292C-4512-8D8C-6A9ED18B5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3" name="path-7392">
            <a:extLst xmlns:a="http://schemas.openxmlformats.org/drawingml/2006/main">
              <a:ext uri="{FF2B5EF4-FFF2-40B4-BE49-F238E27FC236}">
                <a16:creationId xmlns:a16="http://schemas.microsoft.com/office/drawing/2014/main" id="{83DD5983-08D0-4CCC-B179-07ABD7E00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4" name="path-7393">
            <a:extLst xmlns:a="http://schemas.openxmlformats.org/drawingml/2006/main">
              <a:ext uri="{FF2B5EF4-FFF2-40B4-BE49-F238E27FC236}">
                <a16:creationId xmlns:a16="http://schemas.microsoft.com/office/drawing/2014/main" id="{547E1FE1-5216-48E2-A5E4-08C8D0C8A2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5" name="path-7394">
            <a:extLst xmlns:a="http://schemas.openxmlformats.org/drawingml/2006/main">
              <a:ext uri="{FF2B5EF4-FFF2-40B4-BE49-F238E27FC236}">
                <a16:creationId xmlns:a16="http://schemas.microsoft.com/office/drawing/2014/main" id="{344462CD-07BE-4E7B-9D54-D1BB52B71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59345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9209"/>
                </a:move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lnTo>
                  <a:pt x="64892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6" name="path-7395">
            <a:extLst xmlns:a="http://schemas.openxmlformats.org/drawingml/2006/main">
              <a:ext uri="{FF2B5EF4-FFF2-40B4-BE49-F238E27FC236}">
                <a16:creationId xmlns:a16="http://schemas.microsoft.com/office/drawing/2014/main" id="{722D12C0-AD0E-4D62-83E7-B07CA9FE2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1467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7" name="path-7396">
            <a:extLst xmlns:a="http://schemas.openxmlformats.org/drawingml/2006/main">
              <a:ext uri="{FF2B5EF4-FFF2-40B4-BE49-F238E27FC236}">
                <a16:creationId xmlns:a16="http://schemas.microsoft.com/office/drawing/2014/main" id="{D99D25FF-EEAB-4E45-9D78-46FFF955F1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857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8" name="path-7397">
            <a:extLst xmlns:a="http://schemas.openxmlformats.org/drawingml/2006/main">
              <a:ext uri="{FF2B5EF4-FFF2-40B4-BE49-F238E27FC236}">
                <a16:creationId xmlns:a16="http://schemas.microsoft.com/office/drawing/2014/main" id="{EA7DF5F1-CE09-4A39-9ED6-14995B44E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6706" y="6001612"/>
            <a:ext cx="26445" cy="75924"/>
          </a:xfrm>
          <a:custGeom xmlns:a="http://schemas.openxmlformats.org/drawingml/2006/main">
            <a:pathLst>
              <a:path w="22602" h="64891">
                <a:moveTo>
                  <a:pt x="3698" y="20672"/>
                </a:move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5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lnTo>
                  <a:pt x="3698" y="2067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89" name="path-7398">
            <a:extLst xmlns:a="http://schemas.openxmlformats.org/drawingml/2006/main">
              <a:ext uri="{FF2B5EF4-FFF2-40B4-BE49-F238E27FC236}">
                <a16:creationId xmlns:a16="http://schemas.microsoft.com/office/drawing/2014/main" id="{1E0042A7-5104-42F1-8B09-08B7194C2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602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0" name="path-7399">
            <a:extLst xmlns:a="http://schemas.openxmlformats.org/drawingml/2006/main">
              <a:ext uri="{FF2B5EF4-FFF2-40B4-BE49-F238E27FC236}">
                <a16:creationId xmlns:a16="http://schemas.microsoft.com/office/drawing/2014/main" id="{D5F9902A-9EAB-4DF9-BFCE-77EB5AD88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6706" y="6336123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1" name="path-7400">
            <a:extLst xmlns:a="http://schemas.openxmlformats.org/drawingml/2006/main">
              <a:ext uri="{FF2B5EF4-FFF2-40B4-BE49-F238E27FC236}">
                <a16:creationId xmlns:a16="http://schemas.microsoft.com/office/drawing/2014/main" id="{06CCAEFC-3732-4230-950D-6177696B1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857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2" name="path-7401">
            <a:extLst xmlns:a="http://schemas.openxmlformats.org/drawingml/2006/main">
              <a:ext uri="{FF2B5EF4-FFF2-40B4-BE49-F238E27FC236}">
                <a16:creationId xmlns:a16="http://schemas.microsoft.com/office/drawing/2014/main" id="{F3D156FE-57DF-4485-B1F8-F807BBA9B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1467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3" name="path-7402">
            <a:extLst xmlns:a="http://schemas.openxmlformats.org/drawingml/2006/main">
              <a:ext uri="{FF2B5EF4-FFF2-40B4-BE49-F238E27FC236}">
                <a16:creationId xmlns:a16="http://schemas.microsoft.com/office/drawing/2014/main" id="{131585B7-FD34-4137-86DC-C8D179522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0020" y="5948242"/>
            <a:ext cx="517175" cy="517174"/>
          </a:xfrm>
          <a:custGeom xmlns:a="http://schemas.openxmlformats.org/drawingml/2006/main">
            <a:pathLst>
              <a:path w="442023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3" y="32983"/>
                  <a:pt x="442023" y="73671"/>
                </a:cubicBezTo>
                <a:lnTo>
                  <a:pt x="442023" y="368352"/>
                </a:lnTo>
                <a:cubicBezTo>
                  <a:pt x="442023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4" name="path-7403">
            <a:extLst xmlns:a="http://schemas.openxmlformats.org/drawingml/2006/main">
              <a:ext uri="{FF2B5EF4-FFF2-40B4-BE49-F238E27FC236}">
                <a16:creationId xmlns:a16="http://schemas.microsoft.com/office/drawing/2014/main" id="{F2F8387D-F04E-4B74-8188-D120263B8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389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6" y="20657"/>
                </a:lnTo>
                <a:lnTo>
                  <a:pt x="28057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5" name="path-7404">
            <a:extLst xmlns:a="http://schemas.openxmlformats.org/drawingml/2006/main">
              <a:ext uri="{FF2B5EF4-FFF2-40B4-BE49-F238E27FC236}">
                <a16:creationId xmlns:a16="http://schemas.microsoft.com/office/drawing/2014/main" id="{D68F6B05-0AB6-41C0-8D0C-1C731E759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0020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6" name="path-7405">
            <a:extLst xmlns:a="http://schemas.openxmlformats.org/drawingml/2006/main">
              <a:ext uri="{FF2B5EF4-FFF2-40B4-BE49-F238E27FC236}">
                <a16:creationId xmlns:a16="http://schemas.microsoft.com/office/drawing/2014/main" id="{E5671D88-381E-482A-9889-40858EC86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0020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7" name="path-7406">
            <a:extLst xmlns:a="http://schemas.openxmlformats.org/drawingml/2006/main">
              <a:ext uri="{FF2B5EF4-FFF2-40B4-BE49-F238E27FC236}">
                <a16:creationId xmlns:a16="http://schemas.microsoft.com/office/drawing/2014/main" id="{106254E7-C0DF-4BDD-8176-238C8B594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0020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3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1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8" name="path-7407">
            <a:extLst xmlns:a="http://schemas.openxmlformats.org/drawingml/2006/main">
              <a:ext uri="{FF2B5EF4-FFF2-40B4-BE49-F238E27FC236}">
                <a16:creationId xmlns:a16="http://schemas.microsoft.com/office/drawing/2014/main" id="{C95267BC-D3CD-4B19-8464-5D037208A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389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8" y="0"/>
                </a:lnTo>
                <a:lnTo>
                  <a:pt x="11166" y="1946"/>
                </a:lnTo>
                <a:lnTo>
                  <a:pt x="0" y="5937"/>
                </a:lnTo>
                <a:lnTo>
                  <a:pt x="6912" y="22603"/>
                </a:lnTo>
                <a:lnTo>
                  <a:pt x="13605" y="20322"/>
                </a:lnTo>
                <a:lnTo>
                  <a:pt x="20672" y="18905"/>
                </a:lnTo>
                <a:lnTo>
                  <a:pt x="28056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99" name="path-7408">
            <a:extLst xmlns:a="http://schemas.openxmlformats.org/drawingml/2006/main">
              <a:ext uri="{FF2B5EF4-FFF2-40B4-BE49-F238E27FC236}">
                <a16:creationId xmlns:a16="http://schemas.microsoft.com/office/drawing/2014/main" id="{2947B216-9E3C-40A6-A875-2BE88E1D8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510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0" name="path-7409">
            <a:extLst xmlns:a="http://schemas.openxmlformats.org/drawingml/2006/main">
              <a:ext uri="{FF2B5EF4-FFF2-40B4-BE49-F238E27FC236}">
                <a16:creationId xmlns:a16="http://schemas.microsoft.com/office/drawing/2014/main" id="{244819F2-35D6-4A72-9D81-533C9F01ED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7901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0" y="9209"/>
                </a:moveTo>
                <a:lnTo>
                  <a:pt x="0" y="18418"/>
                </a:lnTo>
                <a:lnTo>
                  <a:pt x="36836" y="18418"/>
                </a:lnTo>
                <a:lnTo>
                  <a:pt x="44221" y="18905"/>
                </a:lnTo>
                <a:lnTo>
                  <a:pt x="51287" y="20322"/>
                </a:lnTo>
                <a:lnTo>
                  <a:pt x="57981" y="22603"/>
                </a:lnTo>
                <a:lnTo>
                  <a:pt x="64892" y="5936"/>
                </a:lnTo>
                <a:lnTo>
                  <a:pt x="53728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1" name="path-7410">
            <a:extLst xmlns:a="http://schemas.openxmlformats.org/drawingml/2006/main">
              <a:ext uri="{FF2B5EF4-FFF2-40B4-BE49-F238E27FC236}">
                <a16:creationId xmlns:a16="http://schemas.microsoft.com/office/drawing/2014/main" id="{233C02EA-A720-4A99-8D7C-A70593753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749" y="6001611"/>
            <a:ext cx="26446" cy="75925"/>
          </a:xfrm>
          <a:custGeom xmlns:a="http://schemas.openxmlformats.org/drawingml/2006/main">
            <a:pathLst>
              <a:path w="22603" h="64892">
                <a:moveTo>
                  <a:pt x="3698" y="20672"/>
                </a:moveTo>
                <a:lnTo>
                  <a:pt x="4185" y="28057"/>
                </a:lnTo>
                <a:lnTo>
                  <a:pt x="4185" y="64892"/>
                </a:lnTo>
                <a:lnTo>
                  <a:pt x="13394" y="64892"/>
                </a:lnTo>
                <a:lnTo>
                  <a:pt x="22603" y="64892"/>
                </a:lnTo>
                <a:lnTo>
                  <a:pt x="22603" y="28057"/>
                </a:lnTo>
                <a:lnTo>
                  <a:pt x="20657" y="11165"/>
                </a:lnTo>
                <a:lnTo>
                  <a:pt x="16667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2"/>
                </a:lnTo>
                <a:lnTo>
                  <a:pt x="2281" y="13605"/>
                </a:lnTo>
                <a:lnTo>
                  <a:pt x="3698" y="2067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2" name="path-7411">
            <a:extLst xmlns:a="http://schemas.openxmlformats.org/drawingml/2006/main">
              <a:ext uri="{FF2B5EF4-FFF2-40B4-BE49-F238E27FC236}">
                <a16:creationId xmlns:a16="http://schemas.microsoft.com/office/drawing/2014/main" id="{BDC9AE9D-1D2D-470F-B597-645BDC2B2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646" y="6163732"/>
            <a:ext cx="21550" cy="86196"/>
          </a:xfrm>
          <a:custGeom xmlns:a="http://schemas.openxmlformats.org/drawingml/2006/main">
            <a:pathLst>
              <a:path w="18418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8" y="73671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3" name="path-7412">
            <a:extLst xmlns:a="http://schemas.openxmlformats.org/drawingml/2006/main">
              <a:ext uri="{FF2B5EF4-FFF2-40B4-BE49-F238E27FC236}">
                <a16:creationId xmlns:a16="http://schemas.microsoft.com/office/drawing/2014/main" id="{C96935A9-DFC1-43AF-B4A0-E7C240211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749" y="6336123"/>
            <a:ext cx="26446" cy="75925"/>
          </a:xfrm>
          <a:custGeom xmlns:a="http://schemas.openxmlformats.org/drawingml/2006/main">
            <a:pathLst>
              <a:path w="22603" h="64892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7" y="64892"/>
                </a:lnTo>
                <a:lnTo>
                  <a:pt x="20657" y="53727"/>
                </a:lnTo>
                <a:lnTo>
                  <a:pt x="22603" y="36835"/>
                </a:lnTo>
                <a:lnTo>
                  <a:pt x="22603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4" name="path-7413">
            <a:extLst xmlns:a="http://schemas.openxmlformats.org/drawingml/2006/main">
              <a:ext uri="{FF2B5EF4-FFF2-40B4-BE49-F238E27FC236}">
                <a16:creationId xmlns:a16="http://schemas.microsoft.com/office/drawing/2014/main" id="{E1035EB0-3D9D-426A-A93D-0088956A2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7901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44220" y="3698"/>
                </a:move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8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lnTo>
                  <a:pt x="51287" y="2281"/>
                </a:lnTo>
                <a:lnTo>
                  <a:pt x="44220" y="369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5" name="path-7414">
            <a:extLst xmlns:a="http://schemas.openxmlformats.org/drawingml/2006/main">
              <a:ext uri="{FF2B5EF4-FFF2-40B4-BE49-F238E27FC236}">
                <a16:creationId xmlns:a16="http://schemas.microsoft.com/office/drawing/2014/main" id="{BEF36A63-57C5-498D-A81A-6919E2123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510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6" name="path-7415">
            <a:extLst xmlns:a="http://schemas.openxmlformats.org/drawingml/2006/main">
              <a:ext uri="{FF2B5EF4-FFF2-40B4-BE49-F238E27FC236}">
                <a16:creationId xmlns:a16="http://schemas.microsoft.com/office/drawing/2014/main" id="{BDE1E8AB-FCA4-4BC9-860D-A41D422D2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4065" y="5948242"/>
            <a:ext cx="517175" cy="517174"/>
          </a:xfrm>
          <a:custGeom xmlns:a="http://schemas.openxmlformats.org/drawingml/2006/main">
            <a:pathLst>
              <a:path w="442023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3" y="32983"/>
                  <a:pt x="442023" y="73671"/>
                </a:cubicBezTo>
                <a:lnTo>
                  <a:pt x="442023" y="368352"/>
                </a:lnTo>
                <a:cubicBezTo>
                  <a:pt x="442023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7" name="path-7416">
            <a:extLst xmlns:a="http://schemas.openxmlformats.org/drawingml/2006/main">
              <a:ext uri="{FF2B5EF4-FFF2-40B4-BE49-F238E27FC236}">
                <a16:creationId xmlns:a16="http://schemas.microsoft.com/office/drawing/2014/main" id="{C4B94759-D9A7-42BB-A987-AD24E88F3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7434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8" name="path-7417">
            <a:extLst xmlns:a="http://schemas.openxmlformats.org/drawingml/2006/main">
              <a:ext uri="{FF2B5EF4-FFF2-40B4-BE49-F238E27FC236}">
                <a16:creationId xmlns:a16="http://schemas.microsoft.com/office/drawing/2014/main" id="{35CD28EF-E2A8-49AD-ADAA-0A3F079B1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4065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09" name="path-7418">
            <a:extLst xmlns:a="http://schemas.openxmlformats.org/drawingml/2006/main">
              <a:ext uri="{FF2B5EF4-FFF2-40B4-BE49-F238E27FC236}">
                <a16:creationId xmlns:a16="http://schemas.microsoft.com/office/drawing/2014/main" id="{9666CB37-E78A-4633-9FCB-956E3F4F9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4065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0" name="path-7419">
            <a:extLst xmlns:a="http://schemas.openxmlformats.org/drawingml/2006/main">
              <a:ext uri="{FF2B5EF4-FFF2-40B4-BE49-F238E27FC236}">
                <a16:creationId xmlns:a16="http://schemas.microsoft.com/office/drawing/2014/main" id="{056E92AF-58E4-46CB-BA0D-2049EBD00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4065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1" name="path-7420">
            <a:extLst xmlns:a="http://schemas.openxmlformats.org/drawingml/2006/main">
              <a:ext uri="{FF2B5EF4-FFF2-40B4-BE49-F238E27FC236}">
                <a16:creationId xmlns:a16="http://schemas.microsoft.com/office/drawing/2014/main" id="{644A138C-3302-4B7F-9AD8-A2D98BEE4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7434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2" name="path-7421">
            <a:extLst xmlns:a="http://schemas.openxmlformats.org/drawingml/2006/main">
              <a:ext uri="{FF2B5EF4-FFF2-40B4-BE49-F238E27FC236}">
                <a16:creationId xmlns:a16="http://schemas.microsoft.com/office/drawing/2014/main" id="{598F1670-88D6-4199-B813-295E861B5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555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3" name="path-7422">
            <a:extLst xmlns:a="http://schemas.openxmlformats.org/drawingml/2006/main">
              <a:ext uri="{FF2B5EF4-FFF2-40B4-BE49-F238E27FC236}">
                <a16:creationId xmlns:a16="http://schemas.microsoft.com/office/drawing/2014/main" id="{1F1CC4A9-39B3-48AD-83D5-979E550C6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1946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0" y="9209"/>
                </a:moveTo>
                <a:lnTo>
                  <a:pt x="0" y="18418"/>
                </a:lnTo>
                <a:lnTo>
                  <a:pt x="36836" y="18418"/>
                </a:lnTo>
                <a:lnTo>
                  <a:pt x="44221" y="18905"/>
                </a:lnTo>
                <a:lnTo>
                  <a:pt x="51287" y="20322"/>
                </a:lnTo>
                <a:lnTo>
                  <a:pt x="57981" y="22603"/>
                </a:lnTo>
                <a:lnTo>
                  <a:pt x="64892" y="5936"/>
                </a:lnTo>
                <a:lnTo>
                  <a:pt x="53727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4" name="path-7423">
            <a:extLst xmlns:a="http://schemas.openxmlformats.org/drawingml/2006/main">
              <a:ext uri="{FF2B5EF4-FFF2-40B4-BE49-F238E27FC236}">
                <a16:creationId xmlns:a16="http://schemas.microsoft.com/office/drawing/2014/main" id="{373AEDE1-BEA7-4E51-94AC-ED7D06B4F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4794" y="6001612"/>
            <a:ext cx="26445" cy="75924"/>
          </a:xfrm>
          <a:custGeom xmlns:a="http://schemas.openxmlformats.org/drawingml/2006/main">
            <a:pathLst>
              <a:path w="22602" h="64891">
                <a:moveTo>
                  <a:pt x="2281" y="13605"/>
                </a:move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5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5" name="path-7424">
            <a:extLst xmlns:a="http://schemas.openxmlformats.org/drawingml/2006/main">
              <a:ext uri="{FF2B5EF4-FFF2-40B4-BE49-F238E27FC236}">
                <a16:creationId xmlns:a16="http://schemas.microsoft.com/office/drawing/2014/main" id="{6D17A14D-5097-4A57-9913-98EFC466E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691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6" name="path-7425">
            <a:extLst xmlns:a="http://schemas.openxmlformats.org/drawingml/2006/main">
              <a:ext uri="{FF2B5EF4-FFF2-40B4-BE49-F238E27FC236}">
                <a16:creationId xmlns:a16="http://schemas.microsoft.com/office/drawing/2014/main" id="{78F19896-1D7D-44E8-BFD3-E5C88DF12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4794" y="6336123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7" name="path-7426">
            <a:extLst xmlns:a="http://schemas.openxmlformats.org/drawingml/2006/main">
              <a:ext uri="{FF2B5EF4-FFF2-40B4-BE49-F238E27FC236}">
                <a16:creationId xmlns:a16="http://schemas.microsoft.com/office/drawing/2014/main" id="{A1541E6B-B330-4B3C-B7B0-263C3E632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1946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44220" y="3698"/>
                </a:move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lnTo>
                  <a:pt x="51287" y="2281"/>
                </a:lnTo>
                <a:lnTo>
                  <a:pt x="44220" y="369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8" name="path-7427">
            <a:extLst xmlns:a="http://schemas.openxmlformats.org/drawingml/2006/main">
              <a:ext uri="{FF2B5EF4-FFF2-40B4-BE49-F238E27FC236}">
                <a16:creationId xmlns:a16="http://schemas.microsoft.com/office/drawing/2014/main" id="{493C84E2-87A8-40E2-A97E-4DCB55A2B9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555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19" name="path-7428">
            <a:extLst xmlns:a="http://schemas.openxmlformats.org/drawingml/2006/main">
              <a:ext uri="{FF2B5EF4-FFF2-40B4-BE49-F238E27FC236}">
                <a16:creationId xmlns:a16="http://schemas.microsoft.com/office/drawing/2014/main" id="{6FF2B46D-0534-4893-83AC-4C3366029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8109" y="5948242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0" name="path-7429">
            <a:extLst xmlns:a="http://schemas.openxmlformats.org/drawingml/2006/main">
              <a:ext uri="{FF2B5EF4-FFF2-40B4-BE49-F238E27FC236}">
                <a16:creationId xmlns:a16="http://schemas.microsoft.com/office/drawing/2014/main" id="{C6CE4C21-8586-4B9A-8B91-E73CC0325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1478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8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1" name="path-7430">
            <a:extLst xmlns:a="http://schemas.openxmlformats.org/drawingml/2006/main">
              <a:ext uri="{FF2B5EF4-FFF2-40B4-BE49-F238E27FC236}">
                <a16:creationId xmlns:a16="http://schemas.microsoft.com/office/drawing/2014/main" id="{F21DF341-B0B5-4946-BAA0-5D65EE34F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8109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2" name="path-7431">
            <a:extLst xmlns:a="http://schemas.openxmlformats.org/drawingml/2006/main">
              <a:ext uri="{FF2B5EF4-FFF2-40B4-BE49-F238E27FC236}">
                <a16:creationId xmlns:a16="http://schemas.microsoft.com/office/drawing/2014/main" id="{40896552-7C90-4BDF-BB3C-EF83136E6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8109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3" name="path-7432">
            <a:extLst xmlns:a="http://schemas.openxmlformats.org/drawingml/2006/main">
              <a:ext uri="{FF2B5EF4-FFF2-40B4-BE49-F238E27FC236}">
                <a16:creationId xmlns:a16="http://schemas.microsoft.com/office/drawing/2014/main" id="{EEAB657E-3F2D-46EB-A62F-FBD4907F9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8109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4" name="path-7433">
            <a:extLst xmlns:a="http://schemas.openxmlformats.org/drawingml/2006/main">
              <a:ext uri="{FF2B5EF4-FFF2-40B4-BE49-F238E27FC236}">
                <a16:creationId xmlns:a16="http://schemas.microsoft.com/office/drawing/2014/main" id="{BB8EE096-128B-438E-8EBD-F72E5E26E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1477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8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5" name="path-7434">
            <a:extLst xmlns:a="http://schemas.openxmlformats.org/drawingml/2006/main">
              <a:ext uri="{FF2B5EF4-FFF2-40B4-BE49-F238E27FC236}">
                <a16:creationId xmlns:a16="http://schemas.microsoft.com/office/drawing/2014/main" id="{73C1FB0B-A865-4C8D-9451-A315E3FB8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599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6" name="path-7435">
            <a:extLst xmlns:a="http://schemas.openxmlformats.org/drawingml/2006/main">
              <a:ext uri="{FF2B5EF4-FFF2-40B4-BE49-F238E27FC236}">
                <a16:creationId xmlns:a16="http://schemas.microsoft.com/office/drawing/2014/main" id="{E30AEB7B-8C53-487A-8F42-C55CBF525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5989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8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7" name="path-7436">
            <a:extLst xmlns:a="http://schemas.openxmlformats.org/drawingml/2006/main">
              <a:ext uri="{FF2B5EF4-FFF2-40B4-BE49-F238E27FC236}">
                <a16:creationId xmlns:a16="http://schemas.microsoft.com/office/drawing/2014/main" id="{145EBB49-FD25-4D61-95DB-ACE795C313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8838" y="6001611"/>
            <a:ext cx="26446" cy="75925"/>
          </a:xfrm>
          <a:custGeom xmlns:a="http://schemas.openxmlformats.org/drawingml/2006/main">
            <a:pathLst>
              <a:path w="22603" h="64892">
                <a:moveTo>
                  <a:pt x="2281" y="13605"/>
                </a:moveTo>
                <a:lnTo>
                  <a:pt x="3698" y="20672"/>
                </a:lnTo>
                <a:lnTo>
                  <a:pt x="4185" y="28057"/>
                </a:lnTo>
                <a:lnTo>
                  <a:pt x="4185" y="64892"/>
                </a:lnTo>
                <a:lnTo>
                  <a:pt x="13394" y="64892"/>
                </a:lnTo>
                <a:lnTo>
                  <a:pt x="22602" y="64892"/>
                </a:lnTo>
                <a:lnTo>
                  <a:pt x="22603" y="64892"/>
                </a:lnTo>
                <a:lnTo>
                  <a:pt x="22603" y="28057"/>
                </a:lnTo>
                <a:lnTo>
                  <a:pt x="20657" y="11165"/>
                </a:lnTo>
                <a:lnTo>
                  <a:pt x="16667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2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8" name="path-7437">
            <a:extLst xmlns:a="http://schemas.openxmlformats.org/drawingml/2006/main">
              <a:ext uri="{FF2B5EF4-FFF2-40B4-BE49-F238E27FC236}">
                <a16:creationId xmlns:a16="http://schemas.microsoft.com/office/drawing/2014/main" id="{4D2A8AB9-38C0-4570-A078-D43801F40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73734" y="6163732"/>
            <a:ext cx="21550" cy="86196"/>
          </a:xfrm>
          <a:custGeom xmlns:a="http://schemas.openxmlformats.org/drawingml/2006/main">
            <a:pathLst>
              <a:path w="18418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8" y="73671"/>
                </a:lnTo>
                <a:lnTo>
                  <a:pt x="18418" y="0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29" name="path-7438">
            <a:extLst xmlns:a="http://schemas.openxmlformats.org/drawingml/2006/main">
              <a:ext uri="{FF2B5EF4-FFF2-40B4-BE49-F238E27FC236}">
                <a16:creationId xmlns:a16="http://schemas.microsoft.com/office/drawing/2014/main" id="{8521C32C-F6E2-4006-936F-8D8C66AA7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8838" y="6336123"/>
            <a:ext cx="26446" cy="75925"/>
          </a:xfrm>
          <a:custGeom xmlns:a="http://schemas.openxmlformats.org/drawingml/2006/main">
            <a:pathLst>
              <a:path w="22603" h="64892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7" y="64892"/>
                </a:lnTo>
                <a:lnTo>
                  <a:pt x="20657" y="53727"/>
                </a:lnTo>
                <a:lnTo>
                  <a:pt x="22603" y="36835"/>
                </a:lnTo>
                <a:lnTo>
                  <a:pt x="22603" y="0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0" name="path-7439">
            <a:extLst xmlns:a="http://schemas.openxmlformats.org/drawingml/2006/main">
              <a:ext uri="{FF2B5EF4-FFF2-40B4-BE49-F238E27FC236}">
                <a16:creationId xmlns:a16="http://schemas.microsoft.com/office/drawing/2014/main" id="{4748710C-4627-418F-8B5B-737A9314D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5989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8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1" name="path-7440">
            <a:extLst xmlns:a="http://schemas.openxmlformats.org/drawingml/2006/main">
              <a:ext uri="{FF2B5EF4-FFF2-40B4-BE49-F238E27FC236}">
                <a16:creationId xmlns:a16="http://schemas.microsoft.com/office/drawing/2014/main" id="{A36F5E8C-2673-4DDB-81E4-0777EA4F8F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3599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2" name="path-7441">
            <a:extLst xmlns:a="http://schemas.openxmlformats.org/drawingml/2006/main">
              <a:ext uri="{FF2B5EF4-FFF2-40B4-BE49-F238E27FC236}">
                <a16:creationId xmlns:a16="http://schemas.microsoft.com/office/drawing/2014/main" id="{38062F63-CB6D-4333-8C04-222A8EC4F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2154" y="5948242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3" name="path-7442">
            <a:extLst xmlns:a="http://schemas.openxmlformats.org/drawingml/2006/main">
              <a:ext uri="{FF2B5EF4-FFF2-40B4-BE49-F238E27FC236}">
                <a16:creationId xmlns:a16="http://schemas.microsoft.com/office/drawing/2014/main" id="{1490EA25-1219-4BA1-A229-6316AAAABA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55522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4" name="path-7443">
            <a:extLst xmlns:a="http://schemas.openxmlformats.org/drawingml/2006/main">
              <a:ext uri="{FF2B5EF4-FFF2-40B4-BE49-F238E27FC236}">
                <a16:creationId xmlns:a16="http://schemas.microsoft.com/office/drawing/2014/main" id="{BB989684-0B5A-477D-8096-985C8DC440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2154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5" name="path-7444">
            <a:extLst xmlns:a="http://schemas.openxmlformats.org/drawingml/2006/main">
              <a:ext uri="{FF2B5EF4-FFF2-40B4-BE49-F238E27FC236}">
                <a16:creationId xmlns:a16="http://schemas.microsoft.com/office/drawing/2014/main" id="{162D8D57-12ED-4025-B4DA-6EECDD4FE1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2154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6" name="path-7445">
            <a:extLst xmlns:a="http://schemas.openxmlformats.org/drawingml/2006/main">
              <a:ext uri="{FF2B5EF4-FFF2-40B4-BE49-F238E27FC236}">
                <a16:creationId xmlns:a16="http://schemas.microsoft.com/office/drawing/2014/main" id="{8319F6E3-DEB7-4F5C-9693-C9CF43A94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2154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7" name="path-7446">
            <a:extLst xmlns:a="http://schemas.openxmlformats.org/drawingml/2006/main">
              <a:ext uri="{FF2B5EF4-FFF2-40B4-BE49-F238E27FC236}">
                <a16:creationId xmlns:a16="http://schemas.microsoft.com/office/drawing/2014/main" id="{E1715909-D49C-4B82-AF0E-19A2B9257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55522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8" name="path-7447">
            <a:extLst xmlns:a="http://schemas.openxmlformats.org/drawingml/2006/main">
              <a:ext uri="{FF2B5EF4-FFF2-40B4-BE49-F238E27FC236}">
                <a16:creationId xmlns:a16="http://schemas.microsoft.com/office/drawing/2014/main" id="{4CB5339D-4280-43CB-B713-30D2D1BEA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17644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39" name="path-7448">
            <a:extLst xmlns:a="http://schemas.openxmlformats.org/drawingml/2006/main">
              <a:ext uri="{FF2B5EF4-FFF2-40B4-BE49-F238E27FC236}">
                <a16:creationId xmlns:a16="http://schemas.microsoft.com/office/drawing/2014/main" id="{CDCCE019-21C4-44A5-B83D-B7FD9D8EA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90034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0" name="path-7449">
            <a:extLst xmlns:a="http://schemas.openxmlformats.org/drawingml/2006/main">
              <a:ext uri="{FF2B5EF4-FFF2-40B4-BE49-F238E27FC236}">
                <a16:creationId xmlns:a16="http://schemas.microsoft.com/office/drawing/2014/main" id="{8C33A0F7-72F2-4DF9-9450-2E2191CA8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92883" y="6001612"/>
            <a:ext cx="26445" cy="75924"/>
          </a:xfrm>
          <a:custGeom xmlns:a="http://schemas.openxmlformats.org/drawingml/2006/main">
            <a:pathLst>
              <a:path w="22602" h="64891">
                <a:moveTo>
                  <a:pt x="3698" y="20672"/>
                </a:move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5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lnTo>
                  <a:pt x="3698" y="2067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1" name="path-7450">
            <a:extLst xmlns:a="http://schemas.openxmlformats.org/drawingml/2006/main">
              <a:ext uri="{FF2B5EF4-FFF2-40B4-BE49-F238E27FC236}">
                <a16:creationId xmlns:a16="http://schemas.microsoft.com/office/drawing/2014/main" id="{A9D7372C-0963-47EE-B7D2-C721DB758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97779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2" name="path-7451">
            <a:extLst xmlns:a="http://schemas.openxmlformats.org/drawingml/2006/main">
              <a:ext uri="{FF2B5EF4-FFF2-40B4-BE49-F238E27FC236}">
                <a16:creationId xmlns:a16="http://schemas.microsoft.com/office/drawing/2014/main" id="{F9ABCDF3-7ADD-4109-9154-6FE8C0712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92883" y="6336123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3" name="path-7452">
            <a:extLst xmlns:a="http://schemas.openxmlformats.org/drawingml/2006/main">
              <a:ext uri="{FF2B5EF4-FFF2-40B4-BE49-F238E27FC236}">
                <a16:creationId xmlns:a16="http://schemas.microsoft.com/office/drawing/2014/main" id="{1D8380A5-1D47-4D9D-BC4A-614B9D8F8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90034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4" name="path-7453">
            <a:extLst xmlns:a="http://schemas.openxmlformats.org/drawingml/2006/main">
              <a:ext uri="{FF2B5EF4-FFF2-40B4-BE49-F238E27FC236}">
                <a16:creationId xmlns:a16="http://schemas.microsoft.com/office/drawing/2014/main" id="{75F980F4-E9CA-47CC-8F7B-E7FDA94DE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17644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5" name="path-7454">
            <a:extLst xmlns:a="http://schemas.openxmlformats.org/drawingml/2006/main">
              <a:ext uri="{FF2B5EF4-FFF2-40B4-BE49-F238E27FC236}">
                <a16:creationId xmlns:a16="http://schemas.microsoft.com/office/drawing/2014/main" id="{32E09763-DF36-4F84-B74A-457F72C3D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26199" y="5948242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6" name="path-7455">
            <a:extLst xmlns:a="http://schemas.openxmlformats.org/drawingml/2006/main">
              <a:ext uri="{FF2B5EF4-FFF2-40B4-BE49-F238E27FC236}">
                <a16:creationId xmlns:a16="http://schemas.microsoft.com/office/drawing/2014/main" id="{566F4B54-F581-4337-BB80-16C421B9B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9567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7" name="path-7456">
            <a:extLst xmlns:a="http://schemas.openxmlformats.org/drawingml/2006/main">
              <a:ext uri="{FF2B5EF4-FFF2-40B4-BE49-F238E27FC236}">
                <a16:creationId xmlns:a16="http://schemas.microsoft.com/office/drawing/2014/main" id="{63A865A3-8A60-47F5-8F38-BE5BAFF3B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26199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8" name="path-7457">
            <a:extLst xmlns:a="http://schemas.openxmlformats.org/drawingml/2006/main">
              <a:ext uri="{FF2B5EF4-FFF2-40B4-BE49-F238E27FC236}">
                <a16:creationId xmlns:a16="http://schemas.microsoft.com/office/drawing/2014/main" id="{DBB5250A-44B1-4181-8205-E88B5D461E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26199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49" name="path-7458">
            <a:extLst xmlns:a="http://schemas.openxmlformats.org/drawingml/2006/main">
              <a:ext uri="{FF2B5EF4-FFF2-40B4-BE49-F238E27FC236}">
                <a16:creationId xmlns:a16="http://schemas.microsoft.com/office/drawing/2014/main" id="{01326A91-BA52-46DC-9787-AE17E04C5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26199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0" name="path-7459">
            <a:extLst xmlns:a="http://schemas.openxmlformats.org/drawingml/2006/main">
              <a:ext uri="{FF2B5EF4-FFF2-40B4-BE49-F238E27FC236}">
                <a16:creationId xmlns:a16="http://schemas.microsoft.com/office/drawing/2014/main" id="{18E01F60-9465-49B4-B427-ABCA1867F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9567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28057" y="18418"/>
                </a:moveTo>
                <a:lnTo>
                  <a:pt x="64892" y="18418"/>
                </a:ln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1" name="path-7460">
            <a:extLst xmlns:a="http://schemas.openxmlformats.org/drawingml/2006/main">
              <a:ext uri="{FF2B5EF4-FFF2-40B4-BE49-F238E27FC236}">
                <a16:creationId xmlns:a16="http://schemas.microsoft.com/office/drawing/2014/main" id="{FC78BA43-D33E-4F24-AAE2-4D4FC5016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41689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2" name="path-7461">
            <a:extLst xmlns:a="http://schemas.openxmlformats.org/drawingml/2006/main">
              <a:ext uri="{FF2B5EF4-FFF2-40B4-BE49-F238E27FC236}">
                <a16:creationId xmlns:a16="http://schemas.microsoft.com/office/drawing/2014/main" id="{AEBEB552-0970-4A92-BA6D-CCEF4AE7DD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14079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3" name="path-7462">
            <a:extLst xmlns:a="http://schemas.openxmlformats.org/drawingml/2006/main">
              <a:ext uri="{FF2B5EF4-FFF2-40B4-BE49-F238E27FC236}">
                <a16:creationId xmlns:a16="http://schemas.microsoft.com/office/drawing/2014/main" id="{F71D35E5-5757-4AF7-95DD-5B8EB1DAC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16928" y="6001612"/>
            <a:ext cx="26445" cy="75924"/>
          </a:xfrm>
          <a:custGeom xmlns:a="http://schemas.openxmlformats.org/drawingml/2006/main">
            <a:pathLst>
              <a:path w="22602" h="64891">
                <a:moveTo>
                  <a:pt x="3698" y="20672"/>
                </a:move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5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lnTo>
                  <a:pt x="3698" y="20672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4" name="path-7463">
            <a:extLst xmlns:a="http://schemas.openxmlformats.org/drawingml/2006/main">
              <a:ext uri="{FF2B5EF4-FFF2-40B4-BE49-F238E27FC236}">
                <a16:creationId xmlns:a16="http://schemas.microsoft.com/office/drawing/2014/main" id="{938D39BA-E015-44F5-9B0E-95F825416E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21824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5" name="path-7464">
            <a:extLst xmlns:a="http://schemas.openxmlformats.org/drawingml/2006/main">
              <a:ext uri="{FF2B5EF4-FFF2-40B4-BE49-F238E27FC236}">
                <a16:creationId xmlns:a16="http://schemas.microsoft.com/office/drawing/2014/main" id="{5D502E68-D225-47B1-BF8A-2D0B6F5755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16928" y="6336123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6" name="path-7465">
            <a:extLst xmlns:a="http://schemas.openxmlformats.org/drawingml/2006/main">
              <a:ext uri="{FF2B5EF4-FFF2-40B4-BE49-F238E27FC236}">
                <a16:creationId xmlns:a16="http://schemas.microsoft.com/office/drawing/2014/main" id="{DD9E4D95-3B73-41E1-A7CA-C56551AE74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14079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4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7" name="path-7466">
            <a:extLst xmlns:a="http://schemas.openxmlformats.org/drawingml/2006/main">
              <a:ext uri="{FF2B5EF4-FFF2-40B4-BE49-F238E27FC236}">
                <a16:creationId xmlns:a16="http://schemas.microsoft.com/office/drawing/2014/main" id="{A0C56F09-D1EF-4C20-BBF2-853889EC6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41689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8" name="path-7467">
            <a:extLst xmlns:a="http://schemas.openxmlformats.org/drawingml/2006/main">
              <a:ext uri="{FF2B5EF4-FFF2-40B4-BE49-F238E27FC236}">
                <a16:creationId xmlns:a16="http://schemas.microsoft.com/office/drawing/2014/main" id="{BBDBB696-6DC6-4B9F-90E7-866AAA3A9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7084949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59" name="path-7468">
            <a:extLst xmlns:a="http://schemas.openxmlformats.org/drawingml/2006/main">
              <a:ext uri="{FF2B5EF4-FFF2-40B4-BE49-F238E27FC236}">
                <a16:creationId xmlns:a16="http://schemas.microsoft.com/office/drawing/2014/main" id="{BD4F79C6-CD3C-476A-9E1B-57386F250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59345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0" name="path-7469">
            <a:extLst xmlns:a="http://schemas.openxmlformats.org/drawingml/2006/main">
              <a:ext uri="{FF2B5EF4-FFF2-40B4-BE49-F238E27FC236}">
                <a16:creationId xmlns:a16="http://schemas.microsoft.com/office/drawing/2014/main" id="{361F0AA1-1888-4D2A-AB71-6B8F35092A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1" name="path-7470">
            <a:extLst xmlns:a="http://schemas.openxmlformats.org/drawingml/2006/main">
              <a:ext uri="{FF2B5EF4-FFF2-40B4-BE49-F238E27FC236}">
                <a16:creationId xmlns:a16="http://schemas.microsoft.com/office/drawing/2014/main" id="{A801971A-DCA8-4233-9D07-35D3D7AED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2" name="path-7471">
            <a:extLst xmlns:a="http://schemas.openxmlformats.org/drawingml/2006/main">
              <a:ext uri="{FF2B5EF4-FFF2-40B4-BE49-F238E27FC236}">
                <a16:creationId xmlns:a16="http://schemas.microsoft.com/office/drawing/2014/main" id="{27C9B714-FCA5-4908-BD3D-409909D8E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3" name="path-7472">
            <a:extLst xmlns:a="http://schemas.openxmlformats.org/drawingml/2006/main">
              <a:ext uri="{FF2B5EF4-FFF2-40B4-BE49-F238E27FC236}">
                <a16:creationId xmlns:a16="http://schemas.microsoft.com/office/drawing/2014/main" id="{C5C7C494-0F81-43AE-AEDE-AA68B6F55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59345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9209"/>
                </a:move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lnTo>
                  <a:pt x="64892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4" name="path-7473">
            <a:extLst xmlns:a="http://schemas.openxmlformats.org/drawingml/2006/main">
              <a:ext uri="{FF2B5EF4-FFF2-40B4-BE49-F238E27FC236}">
                <a16:creationId xmlns:a16="http://schemas.microsoft.com/office/drawing/2014/main" id="{12E9017D-5A4F-4F88-938D-8D315C428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1467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5" name="path-7474">
            <a:extLst xmlns:a="http://schemas.openxmlformats.org/drawingml/2006/main">
              <a:ext uri="{FF2B5EF4-FFF2-40B4-BE49-F238E27FC236}">
                <a16:creationId xmlns:a16="http://schemas.microsoft.com/office/drawing/2014/main" id="{A2328E16-637D-4EC6-9D19-D759181D1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857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6" name="path-7475">
            <a:extLst xmlns:a="http://schemas.openxmlformats.org/drawingml/2006/main">
              <a:ext uri="{FF2B5EF4-FFF2-40B4-BE49-F238E27FC236}">
                <a16:creationId xmlns:a16="http://schemas.microsoft.com/office/drawing/2014/main" id="{52CC0EA9-93DC-4DCC-9AF2-943DE9672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6706" y="7138318"/>
            <a:ext cx="26445" cy="75924"/>
          </a:xfrm>
          <a:custGeom xmlns:a="http://schemas.openxmlformats.org/drawingml/2006/main">
            <a:pathLst>
              <a:path w="22602" h="64891">
                <a:moveTo>
                  <a:pt x="2281" y="13605"/>
                </a:move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4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7" name="path-7476">
            <a:extLst xmlns:a="http://schemas.openxmlformats.org/drawingml/2006/main">
              <a:ext uri="{FF2B5EF4-FFF2-40B4-BE49-F238E27FC236}">
                <a16:creationId xmlns:a16="http://schemas.microsoft.com/office/drawing/2014/main" id="{754D1D89-98FB-47D2-A5FA-6F7FCFC79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602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8" name="path-7477">
            <a:extLst xmlns:a="http://schemas.openxmlformats.org/drawingml/2006/main">
              <a:ext uri="{FF2B5EF4-FFF2-40B4-BE49-F238E27FC236}">
                <a16:creationId xmlns:a16="http://schemas.microsoft.com/office/drawing/2014/main" id="{6E93B689-2B6F-468A-8C1F-504FA72A6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6706" y="7472830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69" name="path-7478">
            <a:extLst xmlns:a="http://schemas.openxmlformats.org/drawingml/2006/main">
              <a:ext uri="{FF2B5EF4-FFF2-40B4-BE49-F238E27FC236}">
                <a16:creationId xmlns:a16="http://schemas.microsoft.com/office/drawing/2014/main" id="{057CF819-B58F-4507-AE0C-5BCCFC5C9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857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0" name="path-7479">
            <a:extLst xmlns:a="http://schemas.openxmlformats.org/drawingml/2006/main">
              <a:ext uri="{FF2B5EF4-FFF2-40B4-BE49-F238E27FC236}">
                <a16:creationId xmlns:a16="http://schemas.microsoft.com/office/drawing/2014/main" id="{417BD36B-4D32-47DC-AD8A-0E44F8164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1467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1" name="path-7480">
            <a:extLst xmlns:a="http://schemas.openxmlformats.org/drawingml/2006/main">
              <a:ext uri="{FF2B5EF4-FFF2-40B4-BE49-F238E27FC236}">
                <a16:creationId xmlns:a16="http://schemas.microsoft.com/office/drawing/2014/main" id="{DDA5470F-E631-46A1-ABEF-1DF62815E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0020" y="7084949"/>
            <a:ext cx="517175" cy="517174"/>
          </a:xfrm>
          <a:custGeom xmlns:a="http://schemas.openxmlformats.org/drawingml/2006/main">
            <a:pathLst>
              <a:path w="442023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3" y="32983"/>
                  <a:pt x="442023" y="73671"/>
                </a:cubicBezTo>
                <a:lnTo>
                  <a:pt x="442023" y="368352"/>
                </a:lnTo>
                <a:cubicBezTo>
                  <a:pt x="442023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2" name="path-7481">
            <a:extLst xmlns:a="http://schemas.openxmlformats.org/drawingml/2006/main">
              <a:ext uri="{FF2B5EF4-FFF2-40B4-BE49-F238E27FC236}">
                <a16:creationId xmlns:a16="http://schemas.microsoft.com/office/drawing/2014/main" id="{A1A193D8-437A-4F8F-A771-7136CF26B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389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6" y="20657"/>
                </a:lnTo>
                <a:lnTo>
                  <a:pt x="28057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3" name="path-7482">
            <a:extLst xmlns:a="http://schemas.openxmlformats.org/drawingml/2006/main">
              <a:ext uri="{FF2B5EF4-FFF2-40B4-BE49-F238E27FC236}">
                <a16:creationId xmlns:a16="http://schemas.microsoft.com/office/drawing/2014/main" id="{41CAE2F3-AC1E-40D3-8FD3-82C9E4AFF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0020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4" name="path-7483">
            <a:extLst xmlns:a="http://schemas.openxmlformats.org/drawingml/2006/main">
              <a:ext uri="{FF2B5EF4-FFF2-40B4-BE49-F238E27FC236}">
                <a16:creationId xmlns:a16="http://schemas.microsoft.com/office/drawing/2014/main" id="{401AD1DD-5093-4218-AAAE-8B29A2438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0020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5" name="path-7484">
            <a:extLst xmlns:a="http://schemas.openxmlformats.org/drawingml/2006/main">
              <a:ext uri="{FF2B5EF4-FFF2-40B4-BE49-F238E27FC236}">
                <a16:creationId xmlns:a16="http://schemas.microsoft.com/office/drawing/2014/main" id="{2EACBBC4-6D20-4DBF-A046-1CCBDF8D4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0020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3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1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6" name="path-7485">
            <a:extLst xmlns:a="http://schemas.openxmlformats.org/drawingml/2006/main">
              <a:ext uri="{FF2B5EF4-FFF2-40B4-BE49-F238E27FC236}">
                <a16:creationId xmlns:a16="http://schemas.microsoft.com/office/drawing/2014/main" id="{C8246E31-D914-42CC-9CDB-8656F82C9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389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8" y="0"/>
                </a:lnTo>
                <a:lnTo>
                  <a:pt x="11166" y="1946"/>
                </a:lnTo>
                <a:lnTo>
                  <a:pt x="0" y="5937"/>
                </a:lnTo>
                <a:lnTo>
                  <a:pt x="6912" y="22603"/>
                </a:lnTo>
                <a:lnTo>
                  <a:pt x="13605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7" name="path-7486">
            <a:extLst xmlns:a="http://schemas.openxmlformats.org/drawingml/2006/main">
              <a:ext uri="{FF2B5EF4-FFF2-40B4-BE49-F238E27FC236}">
                <a16:creationId xmlns:a16="http://schemas.microsoft.com/office/drawing/2014/main" id="{3894B5BA-118C-4179-A281-7661CC71C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510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8" name="path-7487">
            <a:extLst xmlns:a="http://schemas.openxmlformats.org/drawingml/2006/main">
              <a:ext uri="{FF2B5EF4-FFF2-40B4-BE49-F238E27FC236}">
                <a16:creationId xmlns:a16="http://schemas.microsoft.com/office/drawing/2014/main" id="{ACAAA72E-CACA-4C88-9996-976167DDA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7901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0" y="9209"/>
                </a:moveTo>
                <a:lnTo>
                  <a:pt x="0" y="18418"/>
                </a:lnTo>
                <a:lnTo>
                  <a:pt x="36836" y="18418"/>
                </a:lnTo>
                <a:lnTo>
                  <a:pt x="44221" y="18905"/>
                </a:lnTo>
                <a:lnTo>
                  <a:pt x="51287" y="20322"/>
                </a:lnTo>
                <a:lnTo>
                  <a:pt x="57981" y="22603"/>
                </a:lnTo>
                <a:lnTo>
                  <a:pt x="64892" y="5936"/>
                </a:lnTo>
                <a:lnTo>
                  <a:pt x="53728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79" name="path-7488">
            <a:extLst xmlns:a="http://schemas.openxmlformats.org/drawingml/2006/main">
              <a:ext uri="{FF2B5EF4-FFF2-40B4-BE49-F238E27FC236}">
                <a16:creationId xmlns:a16="http://schemas.microsoft.com/office/drawing/2014/main" id="{2774D7D6-BB75-4CEE-B9FB-637AA094E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749" y="7138318"/>
            <a:ext cx="26446" cy="75925"/>
          </a:xfrm>
          <a:custGeom xmlns:a="http://schemas.openxmlformats.org/drawingml/2006/main">
            <a:pathLst>
              <a:path w="22603" h="64892">
                <a:moveTo>
                  <a:pt x="2281" y="13605"/>
                </a:moveTo>
                <a:lnTo>
                  <a:pt x="3698" y="20672"/>
                </a:lnTo>
                <a:lnTo>
                  <a:pt x="4185" y="28057"/>
                </a:lnTo>
                <a:lnTo>
                  <a:pt x="4185" y="64892"/>
                </a:lnTo>
                <a:lnTo>
                  <a:pt x="13394" y="64892"/>
                </a:lnTo>
                <a:lnTo>
                  <a:pt x="22603" y="64892"/>
                </a:lnTo>
                <a:lnTo>
                  <a:pt x="22603" y="28057"/>
                </a:lnTo>
                <a:lnTo>
                  <a:pt x="20657" y="11165"/>
                </a:lnTo>
                <a:lnTo>
                  <a:pt x="16667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2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0" name="path-7489">
            <a:extLst xmlns:a="http://schemas.openxmlformats.org/drawingml/2006/main">
              <a:ext uri="{FF2B5EF4-FFF2-40B4-BE49-F238E27FC236}">
                <a16:creationId xmlns:a16="http://schemas.microsoft.com/office/drawing/2014/main" id="{7F2806BF-B63C-4294-B5FA-678BC3B27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646" y="7300438"/>
            <a:ext cx="21550" cy="86196"/>
          </a:xfrm>
          <a:custGeom xmlns:a="http://schemas.openxmlformats.org/drawingml/2006/main">
            <a:pathLst>
              <a:path w="18418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8" y="73671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1" name="path-7490">
            <a:extLst xmlns:a="http://schemas.openxmlformats.org/drawingml/2006/main">
              <a:ext uri="{FF2B5EF4-FFF2-40B4-BE49-F238E27FC236}">
                <a16:creationId xmlns:a16="http://schemas.microsoft.com/office/drawing/2014/main" id="{1F863BF3-07FD-45B9-B282-795C792A2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749" y="7472830"/>
            <a:ext cx="26446" cy="75925"/>
          </a:xfrm>
          <a:custGeom xmlns:a="http://schemas.openxmlformats.org/drawingml/2006/main">
            <a:pathLst>
              <a:path w="22603" h="64892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7" y="64892"/>
                </a:lnTo>
                <a:lnTo>
                  <a:pt x="20657" y="53727"/>
                </a:lnTo>
                <a:lnTo>
                  <a:pt x="22603" y="36835"/>
                </a:lnTo>
                <a:lnTo>
                  <a:pt x="22603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2" name="path-7491">
            <a:extLst xmlns:a="http://schemas.openxmlformats.org/drawingml/2006/main">
              <a:ext uri="{FF2B5EF4-FFF2-40B4-BE49-F238E27FC236}">
                <a16:creationId xmlns:a16="http://schemas.microsoft.com/office/drawing/2014/main" id="{AB834161-B359-45D5-A8E6-BF43E6F53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7901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44220" y="3698"/>
                </a:move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8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lnTo>
                  <a:pt x="51287" y="2281"/>
                </a:lnTo>
                <a:lnTo>
                  <a:pt x="44220" y="369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3" name="path-7492">
            <a:extLst xmlns:a="http://schemas.openxmlformats.org/drawingml/2006/main">
              <a:ext uri="{FF2B5EF4-FFF2-40B4-BE49-F238E27FC236}">
                <a16:creationId xmlns:a16="http://schemas.microsoft.com/office/drawing/2014/main" id="{01D62C70-85DD-431B-A7A0-BCD0668A4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510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4" name="path-7493">
            <a:extLst xmlns:a="http://schemas.openxmlformats.org/drawingml/2006/main">
              <a:ext uri="{FF2B5EF4-FFF2-40B4-BE49-F238E27FC236}">
                <a16:creationId xmlns:a16="http://schemas.microsoft.com/office/drawing/2014/main" id="{0BC05724-8F56-40C6-87A2-948C23733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4065" y="7084949"/>
            <a:ext cx="517175" cy="517174"/>
          </a:xfrm>
          <a:custGeom xmlns:a="http://schemas.openxmlformats.org/drawingml/2006/main">
            <a:pathLst>
              <a:path w="442023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3" y="32983"/>
                  <a:pt x="442023" y="73671"/>
                </a:cubicBezTo>
                <a:lnTo>
                  <a:pt x="442023" y="368352"/>
                </a:lnTo>
                <a:cubicBezTo>
                  <a:pt x="442023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5" name="path-7494">
            <a:extLst xmlns:a="http://schemas.openxmlformats.org/drawingml/2006/main">
              <a:ext uri="{FF2B5EF4-FFF2-40B4-BE49-F238E27FC236}">
                <a16:creationId xmlns:a16="http://schemas.microsoft.com/office/drawing/2014/main" id="{3F4BBD25-BB17-43FA-969A-A9C9725D3A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7434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6" name="path-7495">
            <a:extLst xmlns:a="http://schemas.openxmlformats.org/drawingml/2006/main">
              <a:ext uri="{FF2B5EF4-FFF2-40B4-BE49-F238E27FC236}">
                <a16:creationId xmlns:a16="http://schemas.microsoft.com/office/drawing/2014/main" id="{D5E914A1-C05C-4041-B9F6-26737B8FD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4065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7" name="path-7496">
            <a:extLst xmlns:a="http://schemas.openxmlformats.org/drawingml/2006/main">
              <a:ext uri="{FF2B5EF4-FFF2-40B4-BE49-F238E27FC236}">
                <a16:creationId xmlns:a16="http://schemas.microsoft.com/office/drawing/2014/main" id="{D93EE599-B5F8-4F1A-8CC3-0FD7298737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4065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8" name="path-7497">
            <a:extLst xmlns:a="http://schemas.openxmlformats.org/drawingml/2006/main">
              <a:ext uri="{FF2B5EF4-FFF2-40B4-BE49-F238E27FC236}">
                <a16:creationId xmlns:a16="http://schemas.microsoft.com/office/drawing/2014/main" id="{620915F4-9BBB-4964-9E5D-793552E68C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4065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89" name="path-7498">
            <a:extLst xmlns:a="http://schemas.openxmlformats.org/drawingml/2006/main">
              <a:ext uri="{FF2B5EF4-FFF2-40B4-BE49-F238E27FC236}">
                <a16:creationId xmlns:a16="http://schemas.microsoft.com/office/drawing/2014/main" id="{898EA4D4-0EA6-4857-89CA-A25ABDF237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7434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0" name="path-7499">
            <a:extLst xmlns:a="http://schemas.openxmlformats.org/drawingml/2006/main">
              <a:ext uri="{FF2B5EF4-FFF2-40B4-BE49-F238E27FC236}">
                <a16:creationId xmlns:a16="http://schemas.microsoft.com/office/drawing/2014/main" id="{C45DFC7A-A980-4A26-A5B7-2DC893989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555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1" name="path-7500">
            <a:extLst xmlns:a="http://schemas.openxmlformats.org/drawingml/2006/main">
              <a:ext uri="{FF2B5EF4-FFF2-40B4-BE49-F238E27FC236}">
                <a16:creationId xmlns:a16="http://schemas.microsoft.com/office/drawing/2014/main" id="{49CF77CE-D423-4D06-9C35-130CD9977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1946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0" y="9209"/>
                </a:moveTo>
                <a:lnTo>
                  <a:pt x="0" y="18418"/>
                </a:lnTo>
                <a:lnTo>
                  <a:pt x="36836" y="18418"/>
                </a:lnTo>
                <a:lnTo>
                  <a:pt x="44221" y="18905"/>
                </a:lnTo>
                <a:lnTo>
                  <a:pt x="51287" y="20322"/>
                </a:lnTo>
                <a:lnTo>
                  <a:pt x="57981" y="22603"/>
                </a:lnTo>
                <a:lnTo>
                  <a:pt x="64892" y="5936"/>
                </a:lnTo>
                <a:lnTo>
                  <a:pt x="53727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2" name="path-7501">
            <a:extLst xmlns:a="http://schemas.openxmlformats.org/drawingml/2006/main">
              <a:ext uri="{FF2B5EF4-FFF2-40B4-BE49-F238E27FC236}">
                <a16:creationId xmlns:a16="http://schemas.microsoft.com/office/drawing/2014/main" id="{6C070903-7C57-4FD7-AFEF-9831300255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4794" y="7138318"/>
            <a:ext cx="26445" cy="75924"/>
          </a:xfrm>
          <a:custGeom xmlns:a="http://schemas.openxmlformats.org/drawingml/2006/main">
            <a:pathLst>
              <a:path w="22602" h="64891">
                <a:moveTo>
                  <a:pt x="0" y="6911"/>
                </a:moveTo>
                <a:lnTo>
                  <a:pt x="2281" y="13605"/>
                </a:ln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4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3" name="path-7502">
            <a:extLst xmlns:a="http://schemas.openxmlformats.org/drawingml/2006/main">
              <a:ext uri="{FF2B5EF4-FFF2-40B4-BE49-F238E27FC236}">
                <a16:creationId xmlns:a16="http://schemas.microsoft.com/office/drawing/2014/main" id="{3D3A42F7-73E9-41E0-8FDE-0028CEA6E8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691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4" name="path-7503">
            <a:extLst xmlns:a="http://schemas.openxmlformats.org/drawingml/2006/main">
              <a:ext uri="{FF2B5EF4-FFF2-40B4-BE49-F238E27FC236}">
                <a16:creationId xmlns:a16="http://schemas.microsoft.com/office/drawing/2014/main" id="{53360E4A-E91B-4E4A-A83B-C2083A822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4794" y="7472830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5" name="path-7504">
            <a:extLst xmlns:a="http://schemas.openxmlformats.org/drawingml/2006/main">
              <a:ext uri="{FF2B5EF4-FFF2-40B4-BE49-F238E27FC236}">
                <a16:creationId xmlns:a16="http://schemas.microsoft.com/office/drawing/2014/main" id="{E689224D-A62D-4F7F-BF2F-0F95A1C3E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1946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44220" y="3698"/>
                </a:move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lnTo>
                  <a:pt x="51287" y="2281"/>
                </a:lnTo>
                <a:lnTo>
                  <a:pt x="44220" y="369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6" name="path-7505">
            <a:extLst xmlns:a="http://schemas.openxmlformats.org/drawingml/2006/main">
              <a:ext uri="{FF2B5EF4-FFF2-40B4-BE49-F238E27FC236}">
                <a16:creationId xmlns:a16="http://schemas.microsoft.com/office/drawing/2014/main" id="{3E039C2F-D92A-4089-BE0B-73B74624F6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9555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7" name="path-7506">
            <a:extLst xmlns:a="http://schemas.openxmlformats.org/drawingml/2006/main">
              <a:ext uri="{FF2B5EF4-FFF2-40B4-BE49-F238E27FC236}">
                <a16:creationId xmlns:a16="http://schemas.microsoft.com/office/drawing/2014/main" id="{7A89D7F4-5ADD-4CFB-BA67-13A9D1E67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8109" y="7084949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FF2121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8" name="path-7507">
            <a:extLst xmlns:a="http://schemas.openxmlformats.org/drawingml/2006/main">
              <a:ext uri="{FF2B5EF4-FFF2-40B4-BE49-F238E27FC236}">
                <a16:creationId xmlns:a16="http://schemas.microsoft.com/office/drawing/2014/main" id="{BA71B428-F061-4075-8B9A-512E11760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8109" y="7084949"/>
            <a:ext cx="517175" cy="517174"/>
          </a:xfrm>
          <a:custGeom xmlns:a="http://schemas.openxmlformats.org/drawingml/2006/main">
            <a:pathLst>
              <a:path w="442023" h="442023">
                <a:moveTo>
                  <a:pt x="1946" y="385244"/>
                </a:moveTo>
                <a:lnTo>
                  <a:pt x="7488" y="400751"/>
                </a:lnTo>
                <a:lnTo>
                  <a:pt x="16185" y="414429"/>
                </a:lnTo>
                <a:lnTo>
                  <a:pt x="27593" y="425838"/>
                </a:lnTo>
                <a:lnTo>
                  <a:pt x="41272" y="434535"/>
                </a:lnTo>
                <a:lnTo>
                  <a:pt x="56779" y="440077"/>
                </a:lnTo>
                <a:lnTo>
                  <a:pt x="73671" y="442023"/>
                </a:lnTo>
                <a:lnTo>
                  <a:pt x="368352" y="442023"/>
                </a:lnTo>
                <a:lnTo>
                  <a:pt x="385244" y="440077"/>
                </a:lnTo>
                <a:lnTo>
                  <a:pt x="400751" y="434535"/>
                </a:lnTo>
                <a:lnTo>
                  <a:pt x="414430" y="425838"/>
                </a:lnTo>
                <a:lnTo>
                  <a:pt x="425839" y="414429"/>
                </a:lnTo>
                <a:lnTo>
                  <a:pt x="434535" y="400751"/>
                </a:lnTo>
                <a:lnTo>
                  <a:pt x="440077" y="385244"/>
                </a:lnTo>
                <a:lnTo>
                  <a:pt x="442023" y="368352"/>
                </a:lnTo>
                <a:lnTo>
                  <a:pt x="442023" y="73671"/>
                </a:lnTo>
                <a:lnTo>
                  <a:pt x="440077" y="56778"/>
                </a:lnTo>
                <a:lnTo>
                  <a:pt x="434535" y="41272"/>
                </a:lnTo>
                <a:lnTo>
                  <a:pt x="425839" y="27593"/>
                </a:lnTo>
                <a:lnTo>
                  <a:pt x="414430" y="16185"/>
                </a:lnTo>
                <a:lnTo>
                  <a:pt x="400751" y="7488"/>
                </a:lnTo>
                <a:lnTo>
                  <a:pt x="385244" y="1946"/>
                </a:lnTo>
                <a:lnTo>
                  <a:pt x="368352" y="0"/>
                </a:lnTo>
                <a:lnTo>
                  <a:pt x="73671" y="0"/>
                </a:lnTo>
                <a:lnTo>
                  <a:pt x="56779" y="1946"/>
                </a:lnTo>
                <a:lnTo>
                  <a:pt x="41272" y="7488"/>
                </a:lnTo>
                <a:lnTo>
                  <a:pt x="27593" y="16185"/>
                </a:lnTo>
                <a:lnTo>
                  <a:pt x="16185" y="27593"/>
                </a:lnTo>
                <a:lnTo>
                  <a:pt x="7488" y="41272"/>
                </a:lnTo>
                <a:lnTo>
                  <a:pt x="1946" y="56778"/>
                </a:lnTo>
                <a:lnTo>
                  <a:pt x="0" y="73671"/>
                </a:lnTo>
                <a:lnTo>
                  <a:pt x="0" y="368352"/>
                </a:lnTo>
                <a:lnTo>
                  <a:pt x="1946" y="385244"/>
                </a:lnTo>
                <a:close/>
                <a:moveTo>
                  <a:pt x="383041" y="20391"/>
                </a:moveTo>
                <a:lnTo>
                  <a:pt x="396239" y="25961"/>
                </a:lnTo>
                <a:lnTo>
                  <a:pt x="407422" y="34601"/>
                </a:lnTo>
                <a:lnTo>
                  <a:pt x="416061" y="45783"/>
                </a:lnTo>
                <a:lnTo>
                  <a:pt x="421631" y="58982"/>
                </a:lnTo>
                <a:lnTo>
                  <a:pt x="423605" y="73671"/>
                </a:lnTo>
                <a:lnTo>
                  <a:pt x="423605" y="368352"/>
                </a:lnTo>
                <a:lnTo>
                  <a:pt x="421631" y="383040"/>
                </a:lnTo>
                <a:lnTo>
                  <a:pt x="416061" y="396239"/>
                </a:lnTo>
                <a:lnTo>
                  <a:pt x="407422" y="407422"/>
                </a:lnTo>
                <a:lnTo>
                  <a:pt x="396239" y="416061"/>
                </a:lnTo>
                <a:lnTo>
                  <a:pt x="383041" y="421631"/>
                </a:lnTo>
                <a:lnTo>
                  <a:pt x="368352" y="423605"/>
                </a:lnTo>
                <a:lnTo>
                  <a:pt x="73670" y="423605"/>
                </a:lnTo>
                <a:lnTo>
                  <a:pt x="58982" y="421631"/>
                </a:lnTo>
                <a:lnTo>
                  <a:pt x="45783" y="416061"/>
                </a:lnTo>
                <a:lnTo>
                  <a:pt x="34601" y="407422"/>
                </a:lnTo>
                <a:lnTo>
                  <a:pt x="25961" y="396239"/>
                </a:lnTo>
                <a:lnTo>
                  <a:pt x="20391" y="383040"/>
                </a:lnTo>
                <a:lnTo>
                  <a:pt x="18417" y="368352"/>
                </a:lnTo>
                <a:lnTo>
                  <a:pt x="18417" y="73671"/>
                </a:lnTo>
                <a:lnTo>
                  <a:pt x="20391" y="58982"/>
                </a:lnTo>
                <a:lnTo>
                  <a:pt x="25961" y="45783"/>
                </a:lnTo>
                <a:lnTo>
                  <a:pt x="34601" y="34601"/>
                </a:lnTo>
                <a:lnTo>
                  <a:pt x="45783" y="25961"/>
                </a:lnTo>
                <a:lnTo>
                  <a:pt x="58982" y="20391"/>
                </a:lnTo>
                <a:lnTo>
                  <a:pt x="73670" y="18418"/>
                </a:lnTo>
                <a:lnTo>
                  <a:pt x="368352" y="18418"/>
                </a:lnTo>
                <a:lnTo>
                  <a:pt x="383041" y="20391"/>
                </a:lnTo>
                <a:close/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99" name="path-7508">
            <a:extLst xmlns:a="http://schemas.openxmlformats.org/drawingml/2006/main">
              <a:ext uri="{FF2B5EF4-FFF2-40B4-BE49-F238E27FC236}">
                <a16:creationId xmlns:a16="http://schemas.microsoft.com/office/drawing/2014/main" id="{7EA488E9-B3C6-4434-BE96-BF05EA962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2154" y="7084949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0" name="path-7509">
            <a:extLst xmlns:a="http://schemas.openxmlformats.org/drawingml/2006/main">
              <a:ext uri="{FF2B5EF4-FFF2-40B4-BE49-F238E27FC236}">
                <a16:creationId xmlns:a16="http://schemas.microsoft.com/office/drawing/2014/main" id="{1974D214-9EC8-4D04-A043-CEC7B087B5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55522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1" name="path-7510">
            <a:extLst xmlns:a="http://schemas.openxmlformats.org/drawingml/2006/main">
              <a:ext uri="{FF2B5EF4-FFF2-40B4-BE49-F238E27FC236}">
                <a16:creationId xmlns:a16="http://schemas.microsoft.com/office/drawing/2014/main" id="{CB3076E8-FA18-4636-A2CF-77F4DF1D2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2154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2" name="path-7511">
            <a:extLst xmlns:a="http://schemas.openxmlformats.org/drawingml/2006/main">
              <a:ext uri="{FF2B5EF4-FFF2-40B4-BE49-F238E27FC236}">
                <a16:creationId xmlns:a16="http://schemas.microsoft.com/office/drawing/2014/main" id="{C7734AEE-20CD-48B7-A58E-B11B3ECE9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2154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3" name="path-7512">
            <a:extLst xmlns:a="http://schemas.openxmlformats.org/drawingml/2006/main">
              <a:ext uri="{FF2B5EF4-FFF2-40B4-BE49-F238E27FC236}">
                <a16:creationId xmlns:a16="http://schemas.microsoft.com/office/drawing/2014/main" id="{53673382-99CD-44A3-B6C6-32E874581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2154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4" name="path-7513">
            <a:extLst xmlns:a="http://schemas.openxmlformats.org/drawingml/2006/main">
              <a:ext uri="{FF2B5EF4-FFF2-40B4-BE49-F238E27FC236}">
                <a16:creationId xmlns:a16="http://schemas.microsoft.com/office/drawing/2014/main" id="{E97D6EE2-508D-498B-814C-1606D03D5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55522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5" name="path-7514">
            <a:extLst xmlns:a="http://schemas.openxmlformats.org/drawingml/2006/main">
              <a:ext uri="{FF2B5EF4-FFF2-40B4-BE49-F238E27FC236}">
                <a16:creationId xmlns:a16="http://schemas.microsoft.com/office/drawing/2014/main" id="{63DCFAD9-9957-4038-9B3C-E9C3DF90D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17644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6" name="path-7515">
            <a:extLst xmlns:a="http://schemas.openxmlformats.org/drawingml/2006/main">
              <a:ext uri="{FF2B5EF4-FFF2-40B4-BE49-F238E27FC236}">
                <a16:creationId xmlns:a16="http://schemas.microsoft.com/office/drawing/2014/main" id="{4EDAA295-1130-439A-8803-6681C0B41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90034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7" name="path-7516">
            <a:extLst xmlns:a="http://schemas.openxmlformats.org/drawingml/2006/main">
              <a:ext uri="{FF2B5EF4-FFF2-40B4-BE49-F238E27FC236}">
                <a16:creationId xmlns:a16="http://schemas.microsoft.com/office/drawing/2014/main" id="{F1ADD412-5EA0-4BAF-9414-408AEDB69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92883" y="7138318"/>
            <a:ext cx="26445" cy="75924"/>
          </a:xfrm>
          <a:custGeom xmlns:a="http://schemas.openxmlformats.org/drawingml/2006/main">
            <a:pathLst>
              <a:path w="22602" h="64891">
                <a:moveTo>
                  <a:pt x="2281" y="13605"/>
                </a:move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4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8" name="path-7517">
            <a:extLst xmlns:a="http://schemas.openxmlformats.org/drawingml/2006/main">
              <a:ext uri="{FF2B5EF4-FFF2-40B4-BE49-F238E27FC236}">
                <a16:creationId xmlns:a16="http://schemas.microsoft.com/office/drawing/2014/main" id="{4213C2F9-EED7-427A-8029-04B34EBB7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97779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09" name="path-7518">
            <a:extLst xmlns:a="http://schemas.openxmlformats.org/drawingml/2006/main">
              <a:ext uri="{FF2B5EF4-FFF2-40B4-BE49-F238E27FC236}">
                <a16:creationId xmlns:a16="http://schemas.microsoft.com/office/drawing/2014/main" id="{86EB3F32-962F-424B-8C8D-C39B8AE39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92883" y="7472830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0" name="path-7519">
            <a:extLst xmlns:a="http://schemas.openxmlformats.org/drawingml/2006/main">
              <a:ext uri="{FF2B5EF4-FFF2-40B4-BE49-F238E27FC236}">
                <a16:creationId xmlns:a16="http://schemas.microsoft.com/office/drawing/2014/main" id="{A6C70C5C-57E3-4BE6-BE15-D2B6BAED9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90034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1" name="path-7520">
            <a:extLst xmlns:a="http://schemas.openxmlformats.org/drawingml/2006/main">
              <a:ext uri="{FF2B5EF4-FFF2-40B4-BE49-F238E27FC236}">
                <a16:creationId xmlns:a16="http://schemas.microsoft.com/office/drawing/2014/main" id="{89795F38-2330-4741-A539-E5325D4CA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17644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2" name="path-7521">
            <a:extLst xmlns:a="http://schemas.openxmlformats.org/drawingml/2006/main">
              <a:ext uri="{FF2B5EF4-FFF2-40B4-BE49-F238E27FC236}">
                <a16:creationId xmlns:a16="http://schemas.microsoft.com/office/drawing/2014/main" id="{2A135B4B-2B8B-4A26-AF6D-BB6F99290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26199" y="7084949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3" name="path-7522">
            <a:extLst xmlns:a="http://schemas.openxmlformats.org/drawingml/2006/main">
              <a:ext uri="{FF2B5EF4-FFF2-40B4-BE49-F238E27FC236}">
                <a16:creationId xmlns:a16="http://schemas.microsoft.com/office/drawing/2014/main" id="{BE885096-9CDC-42BF-B8C9-CA691C34F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9567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4" name="path-7523">
            <a:extLst xmlns:a="http://schemas.openxmlformats.org/drawingml/2006/main">
              <a:ext uri="{FF2B5EF4-FFF2-40B4-BE49-F238E27FC236}">
                <a16:creationId xmlns:a16="http://schemas.microsoft.com/office/drawing/2014/main" id="{9180EB61-5413-4C64-86EB-360E81BF0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26199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5" name="path-7524">
            <a:extLst xmlns:a="http://schemas.openxmlformats.org/drawingml/2006/main">
              <a:ext uri="{FF2B5EF4-FFF2-40B4-BE49-F238E27FC236}">
                <a16:creationId xmlns:a16="http://schemas.microsoft.com/office/drawing/2014/main" id="{807777AE-E361-4193-BB26-29699C2BF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26199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6" name="path-7525">
            <a:extLst xmlns:a="http://schemas.openxmlformats.org/drawingml/2006/main">
              <a:ext uri="{FF2B5EF4-FFF2-40B4-BE49-F238E27FC236}">
                <a16:creationId xmlns:a16="http://schemas.microsoft.com/office/drawing/2014/main" id="{B4CE84B0-BDF9-4044-B59F-4178590A8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26199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7" name="path-7526">
            <a:extLst xmlns:a="http://schemas.openxmlformats.org/drawingml/2006/main">
              <a:ext uri="{FF2B5EF4-FFF2-40B4-BE49-F238E27FC236}">
                <a16:creationId xmlns:a16="http://schemas.microsoft.com/office/drawing/2014/main" id="{3D9ADCB8-CF1D-4B4E-B895-71497734D5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9567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8" name="path-7527">
            <a:extLst xmlns:a="http://schemas.openxmlformats.org/drawingml/2006/main">
              <a:ext uri="{FF2B5EF4-FFF2-40B4-BE49-F238E27FC236}">
                <a16:creationId xmlns:a16="http://schemas.microsoft.com/office/drawing/2014/main" id="{41C10AB9-8FC8-4A26-A371-FF81676C5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41689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19" name="path-7528">
            <a:extLst xmlns:a="http://schemas.openxmlformats.org/drawingml/2006/main">
              <a:ext uri="{FF2B5EF4-FFF2-40B4-BE49-F238E27FC236}">
                <a16:creationId xmlns:a16="http://schemas.microsoft.com/office/drawing/2014/main" id="{904819E7-B108-4F73-9F8A-2813926E7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14079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0" name="path-7529">
            <a:extLst xmlns:a="http://schemas.openxmlformats.org/drawingml/2006/main">
              <a:ext uri="{FF2B5EF4-FFF2-40B4-BE49-F238E27FC236}">
                <a16:creationId xmlns:a16="http://schemas.microsoft.com/office/drawing/2014/main" id="{534882FE-CA99-46DC-B311-54D30DB8E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16928" y="7138318"/>
            <a:ext cx="26445" cy="75924"/>
          </a:xfrm>
          <a:custGeom xmlns:a="http://schemas.openxmlformats.org/drawingml/2006/main">
            <a:pathLst>
              <a:path w="22602" h="64891">
                <a:moveTo>
                  <a:pt x="2281" y="13605"/>
                </a:move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4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1" name="path-7530">
            <a:extLst xmlns:a="http://schemas.openxmlformats.org/drawingml/2006/main">
              <a:ext uri="{FF2B5EF4-FFF2-40B4-BE49-F238E27FC236}">
                <a16:creationId xmlns:a16="http://schemas.microsoft.com/office/drawing/2014/main" id="{AB63A598-5115-4A3F-8B74-30C2419B41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21824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2" name="path-7531">
            <a:extLst xmlns:a="http://schemas.openxmlformats.org/drawingml/2006/main">
              <a:ext uri="{FF2B5EF4-FFF2-40B4-BE49-F238E27FC236}">
                <a16:creationId xmlns:a16="http://schemas.microsoft.com/office/drawing/2014/main" id="{9B543C2C-0384-4AEF-9B17-8F25FE65B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16928" y="7472830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3" name="path-7532">
            <a:extLst xmlns:a="http://schemas.openxmlformats.org/drawingml/2006/main">
              <a:ext uri="{FF2B5EF4-FFF2-40B4-BE49-F238E27FC236}">
                <a16:creationId xmlns:a16="http://schemas.microsoft.com/office/drawing/2014/main" id="{FE8C83F6-7CE1-44B9-852F-169D194E3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14079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4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4" name="path-7533">
            <a:extLst xmlns:a="http://schemas.openxmlformats.org/drawingml/2006/main">
              <a:ext uri="{FF2B5EF4-FFF2-40B4-BE49-F238E27FC236}">
                <a16:creationId xmlns:a16="http://schemas.microsoft.com/office/drawing/2014/main" id="{A938EEA0-4AE8-413B-AF9A-F377293A8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41689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5" name="path-7534">
            <a:extLst xmlns:a="http://schemas.openxmlformats.org/drawingml/2006/main">
              <a:ext uri="{FF2B5EF4-FFF2-40B4-BE49-F238E27FC236}">
                <a16:creationId xmlns:a16="http://schemas.microsoft.com/office/drawing/2014/main" id="{634D4FDE-5B50-42C5-9074-7306B6FD5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977" y="6731075"/>
            <a:ext cx="1212633" cy="223234"/>
          </a:xfrm>
          <a:custGeom xmlns:a="http://schemas.openxmlformats.org/drawingml/2006/main">
            <a:pathLst>
              <a:path w="1036422" h="190795">
                <a:moveTo>
                  <a:pt x="138276" y="57123"/>
                </a:moveTo>
                <a:lnTo>
                  <a:pt x="110218" y="154679"/>
                </a:lnTo>
                <a:lnTo>
                  <a:pt x="107052" y="167773"/>
                </a:lnTo>
                <a:cubicBezTo>
                  <a:pt x="106764" y="169020"/>
                  <a:pt x="106621" y="170075"/>
                  <a:pt x="106621" y="170938"/>
                </a:cubicBezTo>
                <a:cubicBezTo>
                  <a:pt x="106621" y="172473"/>
                  <a:pt x="107100" y="173816"/>
                  <a:pt x="108059" y="174967"/>
                </a:cubicBezTo>
                <a:cubicBezTo>
                  <a:pt x="108827" y="175830"/>
                  <a:pt x="109786" y="176262"/>
                  <a:pt x="110937" y="176262"/>
                </a:cubicBezTo>
                <a:cubicBezTo>
                  <a:pt x="112184" y="176262"/>
                  <a:pt x="113815" y="175494"/>
                  <a:pt x="115829" y="173960"/>
                </a:cubicBezTo>
                <a:cubicBezTo>
                  <a:pt x="119570" y="171178"/>
                  <a:pt x="124558" y="165422"/>
                  <a:pt x="130794" y="156693"/>
                </a:cubicBezTo>
                <a:lnTo>
                  <a:pt x="135686" y="160146"/>
                </a:lnTo>
                <a:cubicBezTo>
                  <a:pt x="129067" y="170123"/>
                  <a:pt x="122256" y="177749"/>
                  <a:pt x="115254" y="183025"/>
                </a:cubicBezTo>
                <a:cubicBezTo>
                  <a:pt x="108251" y="188205"/>
                  <a:pt x="101777" y="190795"/>
                  <a:pt x="95829" y="190795"/>
                </a:cubicBezTo>
                <a:cubicBezTo>
                  <a:pt x="91704" y="190795"/>
                  <a:pt x="88587" y="189739"/>
                  <a:pt x="86476" y="187629"/>
                </a:cubicBezTo>
                <a:cubicBezTo>
                  <a:pt x="84462" y="185615"/>
                  <a:pt x="83455" y="182641"/>
                  <a:pt x="83455" y="178708"/>
                </a:cubicBezTo>
                <a:cubicBezTo>
                  <a:pt x="83455" y="174008"/>
                  <a:pt x="84510" y="167820"/>
                  <a:pt x="86620" y="160146"/>
                </a:cubicBezTo>
                <a:lnTo>
                  <a:pt x="89642" y="149355"/>
                </a:lnTo>
                <a:cubicBezTo>
                  <a:pt x="77075" y="165758"/>
                  <a:pt x="65517" y="177221"/>
                  <a:pt x="54965" y="183744"/>
                </a:cubicBezTo>
                <a:cubicBezTo>
                  <a:pt x="47387" y="188445"/>
                  <a:pt x="39952" y="190795"/>
                  <a:pt x="32663" y="190795"/>
                </a:cubicBezTo>
                <a:cubicBezTo>
                  <a:pt x="25659" y="190795"/>
                  <a:pt x="19617" y="187917"/>
                  <a:pt x="14533" y="182161"/>
                </a:cubicBezTo>
                <a:cubicBezTo>
                  <a:pt x="9448" y="176310"/>
                  <a:pt x="6906" y="168300"/>
                  <a:pt x="6906" y="158132"/>
                </a:cubicBezTo>
                <a:cubicBezTo>
                  <a:pt x="6906" y="142880"/>
                  <a:pt x="11464" y="126813"/>
                  <a:pt x="20576" y="109930"/>
                </a:cubicBezTo>
                <a:cubicBezTo>
                  <a:pt x="29785" y="92951"/>
                  <a:pt x="41440" y="79377"/>
                  <a:pt x="55540" y="69210"/>
                </a:cubicBezTo>
                <a:cubicBezTo>
                  <a:pt x="66572" y="61152"/>
                  <a:pt x="76979" y="57123"/>
                  <a:pt x="86765" y="57123"/>
                </a:cubicBezTo>
                <a:cubicBezTo>
                  <a:pt x="92616" y="57123"/>
                  <a:pt x="97459" y="58658"/>
                  <a:pt x="101296" y="61727"/>
                </a:cubicBezTo>
                <a:cubicBezTo>
                  <a:pt x="105230" y="64797"/>
                  <a:pt x="108204" y="69881"/>
                  <a:pt x="110218" y="76979"/>
                </a:cubicBezTo>
                <a:lnTo>
                  <a:pt x="115397" y="60576"/>
                </a:lnTo>
                <a:lnTo>
                  <a:pt x="138276" y="57123"/>
                </a:lnTo>
                <a:moveTo>
                  <a:pt x="87052" y="64605"/>
                </a:moveTo>
                <a:cubicBezTo>
                  <a:pt x="80913" y="64605"/>
                  <a:pt x="74390" y="67483"/>
                  <a:pt x="67483" y="73238"/>
                </a:cubicBezTo>
                <a:cubicBezTo>
                  <a:pt x="57699" y="81392"/>
                  <a:pt x="48970" y="93479"/>
                  <a:pt x="41296" y="109498"/>
                </a:cubicBezTo>
                <a:cubicBezTo>
                  <a:pt x="33718" y="125517"/>
                  <a:pt x="29928" y="140002"/>
                  <a:pt x="29928" y="152952"/>
                </a:cubicBezTo>
                <a:cubicBezTo>
                  <a:pt x="29928" y="159475"/>
                  <a:pt x="31559" y="164655"/>
                  <a:pt x="34821" y="168492"/>
                </a:cubicBezTo>
                <a:cubicBezTo>
                  <a:pt x="38082" y="172233"/>
                  <a:pt x="41823" y="174103"/>
                  <a:pt x="46044" y="174103"/>
                </a:cubicBezTo>
                <a:cubicBezTo>
                  <a:pt x="56499" y="174103"/>
                  <a:pt x="67867" y="166382"/>
                  <a:pt x="80146" y="150938"/>
                </a:cubicBezTo>
                <a:cubicBezTo>
                  <a:pt x="96549" y="130410"/>
                  <a:pt x="104750" y="109354"/>
                  <a:pt x="104750" y="87771"/>
                </a:cubicBezTo>
                <a:cubicBezTo>
                  <a:pt x="104750" y="79618"/>
                  <a:pt x="103167" y="73718"/>
                  <a:pt x="100002" y="70073"/>
                </a:cubicBezTo>
                <a:cubicBezTo>
                  <a:pt x="96836" y="66428"/>
                  <a:pt x="92520" y="64605"/>
                  <a:pt x="87052" y="64605"/>
                </a:cubicBezTo>
                <a:moveTo>
                  <a:pt x="223889" y="21439"/>
                </a:moveTo>
                <a:lnTo>
                  <a:pt x="212665" y="60576"/>
                </a:lnTo>
                <a:lnTo>
                  <a:pt x="235256" y="60576"/>
                </a:lnTo>
                <a:lnTo>
                  <a:pt x="232810" y="69641"/>
                </a:lnTo>
                <a:lnTo>
                  <a:pt x="210364" y="69641"/>
                </a:lnTo>
                <a:lnTo>
                  <a:pt x="185615" y="154535"/>
                </a:lnTo>
                <a:cubicBezTo>
                  <a:pt x="182929" y="163648"/>
                  <a:pt x="181586" y="169547"/>
                  <a:pt x="181586" y="172233"/>
                </a:cubicBezTo>
                <a:cubicBezTo>
                  <a:pt x="181586" y="173864"/>
                  <a:pt x="181970" y="175111"/>
                  <a:pt x="182737" y="175974"/>
                </a:cubicBezTo>
                <a:cubicBezTo>
                  <a:pt x="183505" y="176837"/>
                  <a:pt x="184416" y="177269"/>
                  <a:pt x="185471" y="177269"/>
                </a:cubicBezTo>
                <a:cubicBezTo>
                  <a:pt x="187869" y="177269"/>
                  <a:pt x="191034" y="175591"/>
                  <a:pt x="194967" y="172233"/>
                </a:cubicBezTo>
                <a:cubicBezTo>
                  <a:pt x="197270" y="170314"/>
                  <a:pt x="202402" y="164415"/>
                  <a:pt x="210364" y="154535"/>
                </a:cubicBezTo>
                <a:lnTo>
                  <a:pt x="215112" y="158132"/>
                </a:lnTo>
                <a:cubicBezTo>
                  <a:pt x="206286" y="170986"/>
                  <a:pt x="197942" y="180051"/>
                  <a:pt x="190075" y="185327"/>
                </a:cubicBezTo>
                <a:cubicBezTo>
                  <a:pt x="184704" y="188972"/>
                  <a:pt x="179283" y="190795"/>
                  <a:pt x="173817" y="190795"/>
                </a:cubicBezTo>
                <a:cubicBezTo>
                  <a:pt x="169595" y="190795"/>
                  <a:pt x="166143" y="189500"/>
                  <a:pt x="163457" y="186909"/>
                </a:cubicBezTo>
                <a:cubicBezTo>
                  <a:pt x="160770" y="184224"/>
                  <a:pt x="159428" y="180819"/>
                  <a:pt x="159428" y="176694"/>
                </a:cubicBezTo>
                <a:cubicBezTo>
                  <a:pt x="159428" y="171514"/>
                  <a:pt x="160962" y="163600"/>
                  <a:pt x="164031" y="152952"/>
                </a:cubicBezTo>
                <a:lnTo>
                  <a:pt x="188061" y="69641"/>
                </a:lnTo>
                <a:lnTo>
                  <a:pt x="166334" y="69641"/>
                </a:lnTo>
                <a:lnTo>
                  <a:pt x="167773" y="64030"/>
                </a:lnTo>
                <a:cubicBezTo>
                  <a:pt x="178324" y="61152"/>
                  <a:pt x="187102" y="56883"/>
                  <a:pt x="194104" y="51224"/>
                </a:cubicBezTo>
                <a:cubicBezTo>
                  <a:pt x="201107" y="45468"/>
                  <a:pt x="208925" y="35540"/>
                  <a:pt x="217558" y="21439"/>
                </a:cubicBezTo>
                <a:lnTo>
                  <a:pt x="223889" y="21439"/>
                </a:lnTo>
                <a:moveTo>
                  <a:pt x="305904" y="21439"/>
                </a:moveTo>
                <a:lnTo>
                  <a:pt x="294682" y="60576"/>
                </a:lnTo>
                <a:lnTo>
                  <a:pt x="317272" y="60576"/>
                </a:lnTo>
                <a:lnTo>
                  <a:pt x="314826" y="69641"/>
                </a:lnTo>
                <a:lnTo>
                  <a:pt x="292379" y="69641"/>
                </a:lnTo>
                <a:lnTo>
                  <a:pt x="267631" y="154535"/>
                </a:lnTo>
                <a:cubicBezTo>
                  <a:pt x="264944" y="163648"/>
                  <a:pt x="263602" y="169547"/>
                  <a:pt x="263602" y="172233"/>
                </a:cubicBezTo>
                <a:cubicBezTo>
                  <a:pt x="263602" y="173864"/>
                  <a:pt x="263985" y="175111"/>
                  <a:pt x="264753" y="175974"/>
                </a:cubicBezTo>
                <a:cubicBezTo>
                  <a:pt x="265520" y="176837"/>
                  <a:pt x="266431" y="177269"/>
                  <a:pt x="267487" y="177269"/>
                </a:cubicBezTo>
                <a:cubicBezTo>
                  <a:pt x="269885" y="177269"/>
                  <a:pt x="273050" y="175591"/>
                  <a:pt x="276984" y="172233"/>
                </a:cubicBezTo>
                <a:cubicBezTo>
                  <a:pt x="279286" y="170314"/>
                  <a:pt x="284418" y="164415"/>
                  <a:pt x="292379" y="154535"/>
                </a:cubicBezTo>
                <a:lnTo>
                  <a:pt x="297128" y="158132"/>
                </a:lnTo>
                <a:cubicBezTo>
                  <a:pt x="288302" y="170986"/>
                  <a:pt x="279958" y="180051"/>
                  <a:pt x="272091" y="185327"/>
                </a:cubicBezTo>
                <a:cubicBezTo>
                  <a:pt x="266720" y="188972"/>
                  <a:pt x="261300" y="190795"/>
                  <a:pt x="255832" y="190795"/>
                </a:cubicBezTo>
                <a:cubicBezTo>
                  <a:pt x="251611" y="190795"/>
                  <a:pt x="248158" y="189500"/>
                  <a:pt x="245472" y="186909"/>
                </a:cubicBezTo>
                <a:cubicBezTo>
                  <a:pt x="242786" y="184224"/>
                  <a:pt x="241444" y="180819"/>
                  <a:pt x="241444" y="176694"/>
                </a:cubicBezTo>
                <a:cubicBezTo>
                  <a:pt x="241444" y="171514"/>
                  <a:pt x="242978" y="163600"/>
                  <a:pt x="246048" y="152952"/>
                </a:cubicBezTo>
                <a:lnTo>
                  <a:pt x="270077" y="69641"/>
                </a:lnTo>
                <a:lnTo>
                  <a:pt x="248350" y="69641"/>
                </a:lnTo>
                <a:lnTo>
                  <a:pt x="249788" y="64030"/>
                </a:lnTo>
                <a:cubicBezTo>
                  <a:pt x="260341" y="61152"/>
                  <a:pt x="269117" y="56883"/>
                  <a:pt x="276121" y="51224"/>
                </a:cubicBezTo>
                <a:cubicBezTo>
                  <a:pt x="283123" y="45468"/>
                  <a:pt x="290941" y="35540"/>
                  <a:pt x="299574" y="21439"/>
                </a:cubicBezTo>
                <a:lnTo>
                  <a:pt x="305904" y="21439"/>
                </a:lnTo>
                <a:moveTo>
                  <a:pt x="346481" y="133096"/>
                </a:moveTo>
                <a:cubicBezTo>
                  <a:pt x="345809" y="137892"/>
                  <a:pt x="345475" y="141873"/>
                  <a:pt x="345475" y="145038"/>
                </a:cubicBezTo>
                <a:cubicBezTo>
                  <a:pt x="345475" y="153576"/>
                  <a:pt x="348495" y="160866"/>
                  <a:pt x="354539" y="166909"/>
                </a:cubicBezTo>
                <a:cubicBezTo>
                  <a:pt x="360582" y="172857"/>
                  <a:pt x="367920" y="175830"/>
                  <a:pt x="376553" y="175830"/>
                </a:cubicBezTo>
                <a:cubicBezTo>
                  <a:pt x="383460" y="175830"/>
                  <a:pt x="390079" y="174439"/>
                  <a:pt x="396410" y="171657"/>
                </a:cubicBezTo>
                <a:cubicBezTo>
                  <a:pt x="402837" y="168780"/>
                  <a:pt x="412334" y="162497"/>
                  <a:pt x="424900" y="152808"/>
                </a:cubicBezTo>
                <a:lnTo>
                  <a:pt x="427922" y="156981"/>
                </a:lnTo>
                <a:cubicBezTo>
                  <a:pt x="405188" y="179524"/>
                  <a:pt x="383508" y="190795"/>
                  <a:pt x="362884" y="190795"/>
                </a:cubicBezTo>
                <a:cubicBezTo>
                  <a:pt x="348880" y="190795"/>
                  <a:pt x="338327" y="186382"/>
                  <a:pt x="331229" y="177557"/>
                </a:cubicBezTo>
                <a:cubicBezTo>
                  <a:pt x="324131" y="168732"/>
                  <a:pt x="320582" y="158996"/>
                  <a:pt x="320582" y="148348"/>
                </a:cubicBezTo>
                <a:cubicBezTo>
                  <a:pt x="320582" y="134055"/>
                  <a:pt x="324995" y="119427"/>
                  <a:pt x="333819" y="104462"/>
                </a:cubicBezTo>
                <a:cubicBezTo>
                  <a:pt x="342644" y="89498"/>
                  <a:pt x="353723" y="77891"/>
                  <a:pt x="367057" y="69641"/>
                </a:cubicBezTo>
                <a:cubicBezTo>
                  <a:pt x="380390" y="61296"/>
                  <a:pt x="394108" y="57123"/>
                  <a:pt x="408208" y="57123"/>
                </a:cubicBezTo>
                <a:cubicBezTo>
                  <a:pt x="418377" y="57123"/>
                  <a:pt x="425908" y="59186"/>
                  <a:pt x="430800" y="63310"/>
                </a:cubicBezTo>
                <a:cubicBezTo>
                  <a:pt x="435692" y="67435"/>
                  <a:pt x="438138" y="72327"/>
                  <a:pt x="438138" y="77987"/>
                </a:cubicBezTo>
                <a:cubicBezTo>
                  <a:pt x="438138" y="85948"/>
                  <a:pt x="434973" y="93574"/>
                  <a:pt x="428641" y="100865"/>
                </a:cubicBezTo>
                <a:cubicBezTo>
                  <a:pt x="420295" y="110361"/>
                  <a:pt x="408017" y="118036"/>
                  <a:pt x="391806" y="123887"/>
                </a:cubicBezTo>
                <a:cubicBezTo>
                  <a:pt x="381062" y="127820"/>
                  <a:pt x="365955" y="130890"/>
                  <a:pt x="346481" y="133096"/>
                </a:cubicBezTo>
                <a:moveTo>
                  <a:pt x="347489" y="126045"/>
                </a:moveTo>
                <a:cubicBezTo>
                  <a:pt x="361686" y="124414"/>
                  <a:pt x="373244" y="121633"/>
                  <a:pt x="382166" y="117700"/>
                </a:cubicBezTo>
                <a:cubicBezTo>
                  <a:pt x="393964" y="112424"/>
                  <a:pt x="402789" y="106141"/>
                  <a:pt x="408640" y="98850"/>
                </a:cubicBezTo>
                <a:cubicBezTo>
                  <a:pt x="414588" y="91464"/>
                  <a:pt x="417562" y="84462"/>
                  <a:pt x="417562" y="77843"/>
                </a:cubicBezTo>
                <a:cubicBezTo>
                  <a:pt x="417562" y="73814"/>
                  <a:pt x="416267" y="70553"/>
                  <a:pt x="413676" y="68059"/>
                </a:cubicBezTo>
                <a:cubicBezTo>
                  <a:pt x="411183" y="65564"/>
                  <a:pt x="407585" y="64318"/>
                  <a:pt x="402885" y="64318"/>
                </a:cubicBezTo>
                <a:cubicBezTo>
                  <a:pt x="393101" y="64318"/>
                  <a:pt x="382693" y="69546"/>
                  <a:pt x="371661" y="80001"/>
                </a:cubicBezTo>
                <a:cubicBezTo>
                  <a:pt x="360727" y="90361"/>
                  <a:pt x="352668" y="105709"/>
                  <a:pt x="347489" y="126045"/>
                </a:cubicBezTo>
                <a:moveTo>
                  <a:pt x="507347" y="57123"/>
                </a:moveTo>
                <a:lnTo>
                  <a:pt x="488211" y="122592"/>
                </a:lnTo>
                <a:cubicBezTo>
                  <a:pt x="506148" y="95829"/>
                  <a:pt x="519866" y="78227"/>
                  <a:pt x="529363" y="69785"/>
                </a:cubicBezTo>
                <a:cubicBezTo>
                  <a:pt x="538955" y="61344"/>
                  <a:pt x="548164" y="57123"/>
                  <a:pt x="556989" y="57123"/>
                </a:cubicBezTo>
                <a:cubicBezTo>
                  <a:pt x="561785" y="57123"/>
                  <a:pt x="565718" y="58706"/>
                  <a:pt x="568787" y="61872"/>
                </a:cubicBezTo>
                <a:cubicBezTo>
                  <a:pt x="571954" y="65037"/>
                  <a:pt x="573536" y="69162"/>
                  <a:pt x="573536" y="74246"/>
                </a:cubicBezTo>
                <a:cubicBezTo>
                  <a:pt x="573536" y="80001"/>
                  <a:pt x="572145" y="87675"/>
                  <a:pt x="569363" y="97268"/>
                </a:cubicBezTo>
                <a:lnTo>
                  <a:pt x="551808" y="157844"/>
                </a:lnTo>
                <a:cubicBezTo>
                  <a:pt x="549794" y="164847"/>
                  <a:pt x="548787" y="169116"/>
                  <a:pt x="548787" y="170650"/>
                </a:cubicBezTo>
                <a:cubicBezTo>
                  <a:pt x="548787" y="171993"/>
                  <a:pt x="549171" y="173144"/>
                  <a:pt x="549938" y="174103"/>
                </a:cubicBezTo>
                <a:cubicBezTo>
                  <a:pt x="550706" y="174967"/>
                  <a:pt x="551521" y="175399"/>
                  <a:pt x="552384" y="175399"/>
                </a:cubicBezTo>
                <a:cubicBezTo>
                  <a:pt x="553535" y="175399"/>
                  <a:pt x="554926" y="174775"/>
                  <a:pt x="556557" y="173528"/>
                </a:cubicBezTo>
                <a:cubicBezTo>
                  <a:pt x="561641" y="169499"/>
                  <a:pt x="567205" y="163360"/>
                  <a:pt x="573248" y="155111"/>
                </a:cubicBezTo>
                <a:lnTo>
                  <a:pt x="577709" y="157844"/>
                </a:lnTo>
                <a:cubicBezTo>
                  <a:pt x="568787" y="170602"/>
                  <a:pt x="560346" y="179715"/>
                  <a:pt x="552384" y="185183"/>
                </a:cubicBezTo>
                <a:cubicBezTo>
                  <a:pt x="546820" y="188924"/>
                  <a:pt x="541833" y="190795"/>
                  <a:pt x="537420" y="190795"/>
                </a:cubicBezTo>
                <a:cubicBezTo>
                  <a:pt x="533870" y="190795"/>
                  <a:pt x="531041" y="189691"/>
                  <a:pt x="528931" y="187485"/>
                </a:cubicBezTo>
                <a:cubicBezTo>
                  <a:pt x="526821" y="185375"/>
                  <a:pt x="525765" y="182497"/>
                  <a:pt x="525765" y="178852"/>
                </a:cubicBezTo>
                <a:cubicBezTo>
                  <a:pt x="525765" y="174248"/>
                  <a:pt x="527396" y="166334"/>
                  <a:pt x="530658" y="155111"/>
                </a:cubicBezTo>
                <a:lnTo>
                  <a:pt x="547348" y="97268"/>
                </a:lnTo>
                <a:cubicBezTo>
                  <a:pt x="549458" y="90073"/>
                  <a:pt x="550514" y="84462"/>
                  <a:pt x="550514" y="80433"/>
                </a:cubicBezTo>
                <a:cubicBezTo>
                  <a:pt x="550514" y="78515"/>
                  <a:pt x="549890" y="76979"/>
                  <a:pt x="548643" y="75829"/>
                </a:cubicBezTo>
                <a:cubicBezTo>
                  <a:pt x="547397" y="74581"/>
                  <a:pt x="545861" y="73958"/>
                  <a:pt x="544039" y="73958"/>
                </a:cubicBezTo>
                <a:cubicBezTo>
                  <a:pt x="541352" y="73958"/>
                  <a:pt x="538140" y="75109"/>
                  <a:pt x="534399" y="77411"/>
                </a:cubicBezTo>
                <a:cubicBezTo>
                  <a:pt x="527300" y="81728"/>
                  <a:pt x="519913" y="88874"/>
                  <a:pt x="512239" y="98850"/>
                </a:cubicBezTo>
                <a:cubicBezTo>
                  <a:pt x="504565" y="108731"/>
                  <a:pt x="496460" y="121393"/>
                  <a:pt x="487922" y="136837"/>
                </a:cubicBezTo>
                <a:cubicBezTo>
                  <a:pt x="483415" y="144990"/>
                  <a:pt x="479674" y="153911"/>
                  <a:pt x="476699" y="163600"/>
                </a:cubicBezTo>
                <a:lnTo>
                  <a:pt x="469505" y="187341"/>
                </a:lnTo>
                <a:lnTo>
                  <a:pt x="447922" y="187341"/>
                </a:lnTo>
                <a:lnTo>
                  <a:pt x="474110" y="97268"/>
                </a:lnTo>
                <a:cubicBezTo>
                  <a:pt x="477179" y="86428"/>
                  <a:pt x="478714" y="79905"/>
                  <a:pt x="478714" y="77699"/>
                </a:cubicBezTo>
                <a:cubicBezTo>
                  <a:pt x="478714" y="75588"/>
                  <a:pt x="477851" y="73766"/>
                  <a:pt x="476124" y="72231"/>
                </a:cubicBezTo>
                <a:cubicBezTo>
                  <a:pt x="474493" y="70601"/>
                  <a:pt x="472430" y="69785"/>
                  <a:pt x="469937" y="69785"/>
                </a:cubicBezTo>
                <a:cubicBezTo>
                  <a:pt x="468786" y="69785"/>
                  <a:pt x="466771" y="69977"/>
                  <a:pt x="463893" y="70360"/>
                </a:cubicBezTo>
                <a:lnTo>
                  <a:pt x="458426" y="71224"/>
                </a:lnTo>
                <a:lnTo>
                  <a:pt x="457563" y="66044"/>
                </a:lnTo>
                <a:lnTo>
                  <a:pt x="507347" y="57123"/>
                </a:lnTo>
                <a:moveTo>
                  <a:pt x="666199" y="21439"/>
                </a:moveTo>
                <a:lnTo>
                  <a:pt x="654976" y="60576"/>
                </a:lnTo>
                <a:lnTo>
                  <a:pt x="677567" y="60576"/>
                </a:lnTo>
                <a:lnTo>
                  <a:pt x="675120" y="69641"/>
                </a:lnTo>
                <a:lnTo>
                  <a:pt x="652674" y="69641"/>
                </a:lnTo>
                <a:lnTo>
                  <a:pt x="627925" y="154535"/>
                </a:lnTo>
                <a:cubicBezTo>
                  <a:pt x="625239" y="163648"/>
                  <a:pt x="623897" y="169547"/>
                  <a:pt x="623897" y="172233"/>
                </a:cubicBezTo>
                <a:cubicBezTo>
                  <a:pt x="623897" y="173864"/>
                  <a:pt x="624280" y="175111"/>
                  <a:pt x="625048" y="175974"/>
                </a:cubicBezTo>
                <a:cubicBezTo>
                  <a:pt x="625815" y="176837"/>
                  <a:pt x="626726" y="177269"/>
                  <a:pt x="627781" y="177269"/>
                </a:cubicBezTo>
                <a:cubicBezTo>
                  <a:pt x="630180" y="177269"/>
                  <a:pt x="633345" y="175591"/>
                  <a:pt x="637278" y="172233"/>
                </a:cubicBezTo>
                <a:cubicBezTo>
                  <a:pt x="639581" y="170314"/>
                  <a:pt x="644712" y="164415"/>
                  <a:pt x="652674" y="154535"/>
                </a:cubicBezTo>
                <a:lnTo>
                  <a:pt x="657422" y="158132"/>
                </a:lnTo>
                <a:cubicBezTo>
                  <a:pt x="648597" y="170986"/>
                  <a:pt x="640251" y="180051"/>
                  <a:pt x="632386" y="185327"/>
                </a:cubicBezTo>
                <a:cubicBezTo>
                  <a:pt x="627013" y="188972"/>
                  <a:pt x="621594" y="190795"/>
                  <a:pt x="616126" y="190795"/>
                </a:cubicBezTo>
                <a:cubicBezTo>
                  <a:pt x="611906" y="190795"/>
                  <a:pt x="608452" y="189500"/>
                  <a:pt x="605767" y="186909"/>
                </a:cubicBezTo>
                <a:cubicBezTo>
                  <a:pt x="603081" y="184224"/>
                  <a:pt x="601737" y="180819"/>
                  <a:pt x="601737" y="176694"/>
                </a:cubicBezTo>
                <a:cubicBezTo>
                  <a:pt x="601737" y="171514"/>
                  <a:pt x="603273" y="163600"/>
                  <a:pt x="606342" y="152952"/>
                </a:cubicBezTo>
                <a:lnTo>
                  <a:pt x="630371" y="69641"/>
                </a:lnTo>
                <a:lnTo>
                  <a:pt x="608645" y="69641"/>
                </a:lnTo>
                <a:lnTo>
                  <a:pt x="610083" y="64030"/>
                </a:lnTo>
                <a:cubicBezTo>
                  <a:pt x="620635" y="61152"/>
                  <a:pt x="629412" y="56883"/>
                  <a:pt x="636414" y="51224"/>
                </a:cubicBezTo>
                <a:cubicBezTo>
                  <a:pt x="643418" y="45468"/>
                  <a:pt x="651235" y="35540"/>
                  <a:pt x="659868" y="21439"/>
                </a:cubicBezTo>
                <a:lnTo>
                  <a:pt x="666199" y="21439"/>
                </a:lnTo>
                <a:moveTo>
                  <a:pt x="737567" y="0"/>
                </a:moveTo>
                <a:cubicBezTo>
                  <a:pt x="741596" y="0"/>
                  <a:pt x="745001" y="1390"/>
                  <a:pt x="747783" y="4172"/>
                </a:cubicBezTo>
                <a:cubicBezTo>
                  <a:pt x="750565" y="6954"/>
                  <a:pt x="751956" y="10359"/>
                  <a:pt x="751956" y="14389"/>
                </a:cubicBezTo>
                <a:cubicBezTo>
                  <a:pt x="751956" y="18321"/>
                  <a:pt x="750518" y="21727"/>
                  <a:pt x="747640" y="24604"/>
                </a:cubicBezTo>
                <a:cubicBezTo>
                  <a:pt x="744858" y="27386"/>
                  <a:pt x="741500" y="28777"/>
                  <a:pt x="737567" y="28777"/>
                </a:cubicBezTo>
                <a:cubicBezTo>
                  <a:pt x="733635" y="28777"/>
                  <a:pt x="730229" y="27386"/>
                  <a:pt x="727352" y="24604"/>
                </a:cubicBezTo>
                <a:cubicBezTo>
                  <a:pt x="724570" y="21727"/>
                  <a:pt x="723179" y="18321"/>
                  <a:pt x="723179" y="14389"/>
                </a:cubicBezTo>
                <a:cubicBezTo>
                  <a:pt x="723179" y="10359"/>
                  <a:pt x="724570" y="6954"/>
                  <a:pt x="727352" y="4172"/>
                </a:cubicBezTo>
                <a:cubicBezTo>
                  <a:pt x="730134" y="1390"/>
                  <a:pt x="733539" y="0"/>
                  <a:pt x="737567" y="0"/>
                </a:cubicBezTo>
                <a:moveTo>
                  <a:pt x="739439" y="57123"/>
                </a:moveTo>
                <a:lnTo>
                  <a:pt x="710949" y="157988"/>
                </a:lnTo>
                <a:cubicBezTo>
                  <a:pt x="709030" y="164799"/>
                  <a:pt x="708071" y="168875"/>
                  <a:pt x="708071" y="170219"/>
                </a:cubicBezTo>
                <a:cubicBezTo>
                  <a:pt x="708071" y="171754"/>
                  <a:pt x="708502" y="173000"/>
                  <a:pt x="709365" y="173960"/>
                </a:cubicBezTo>
                <a:cubicBezTo>
                  <a:pt x="710324" y="174919"/>
                  <a:pt x="711428" y="175399"/>
                  <a:pt x="712675" y="175399"/>
                </a:cubicBezTo>
                <a:cubicBezTo>
                  <a:pt x="714114" y="175399"/>
                  <a:pt x="715841" y="174632"/>
                  <a:pt x="717855" y="173096"/>
                </a:cubicBezTo>
                <a:cubicBezTo>
                  <a:pt x="723323" y="168780"/>
                  <a:pt x="728838" y="162640"/>
                  <a:pt x="734402" y="154679"/>
                </a:cubicBezTo>
                <a:lnTo>
                  <a:pt x="739439" y="157988"/>
                </a:lnTo>
                <a:cubicBezTo>
                  <a:pt x="732916" y="167965"/>
                  <a:pt x="725242" y="176358"/>
                  <a:pt x="716416" y="183169"/>
                </a:cubicBezTo>
                <a:cubicBezTo>
                  <a:pt x="709893" y="188252"/>
                  <a:pt x="703658" y="190795"/>
                  <a:pt x="697711" y="190795"/>
                </a:cubicBezTo>
                <a:cubicBezTo>
                  <a:pt x="693778" y="190795"/>
                  <a:pt x="690565" y="189643"/>
                  <a:pt x="688070" y="187341"/>
                </a:cubicBezTo>
                <a:cubicBezTo>
                  <a:pt x="685576" y="184943"/>
                  <a:pt x="684329" y="181970"/>
                  <a:pt x="684329" y="178421"/>
                </a:cubicBezTo>
                <a:cubicBezTo>
                  <a:pt x="684329" y="174871"/>
                  <a:pt x="685528" y="168972"/>
                  <a:pt x="687926" y="160722"/>
                </a:cubicBezTo>
                <a:lnTo>
                  <a:pt x="706632" y="96261"/>
                </a:lnTo>
                <a:cubicBezTo>
                  <a:pt x="709701" y="85709"/>
                  <a:pt x="711236" y="79090"/>
                  <a:pt x="711236" y="76404"/>
                </a:cubicBezTo>
                <a:cubicBezTo>
                  <a:pt x="711236" y="74294"/>
                  <a:pt x="710469" y="72567"/>
                  <a:pt x="708933" y="71224"/>
                </a:cubicBezTo>
                <a:cubicBezTo>
                  <a:pt x="707495" y="69881"/>
                  <a:pt x="705481" y="69210"/>
                  <a:pt x="702891" y="69210"/>
                </a:cubicBezTo>
                <a:cubicBezTo>
                  <a:pt x="700780" y="69210"/>
                  <a:pt x="696416" y="69737"/>
                  <a:pt x="689797" y="70792"/>
                </a:cubicBezTo>
                <a:lnTo>
                  <a:pt x="689797" y="65181"/>
                </a:lnTo>
                <a:lnTo>
                  <a:pt x="739439" y="57123"/>
                </a:lnTo>
                <a:moveTo>
                  <a:pt x="889945" y="102160"/>
                </a:moveTo>
                <a:cubicBezTo>
                  <a:pt x="889945" y="116548"/>
                  <a:pt x="886108" y="130793"/>
                  <a:pt x="878434" y="144894"/>
                </a:cubicBezTo>
                <a:cubicBezTo>
                  <a:pt x="870856" y="158996"/>
                  <a:pt x="860256" y="170171"/>
                  <a:pt x="846635" y="178421"/>
                </a:cubicBezTo>
                <a:cubicBezTo>
                  <a:pt x="833013" y="186670"/>
                  <a:pt x="819775" y="190795"/>
                  <a:pt x="806921" y="190795"/>
                </a:cubicBezTo>
                <a:cubicBezTo>
                  <a:pt x="793779" y="190795"/>
                  <a:pt x="783036" y="186622"/>
                  <a:pt x="774690" y="178276"/>
                </a:cubicBezTo>
                <a:cubicBezTo>
                  <a:pt x="766441" y="169835"/>
                  <a:pt x="762316" y="158948"/>
                  <a:pt x="762316" y="145614"/>
                </a:cubicBezTo>
                <a:cubicBezTo>
                  <a:pt x="762316" y="131513"/>
                  <a:pt x="766345" y="117364"/>
                  <a:pt x="774403" y="103167"/>
                </a:cubicBezTo>
                <a:cubicBezTo>
                  <a:pt x="782556" y="88970"/>
                  <a:pt x="793396" y="77747"/>
                  <a:pt x="806921" y="69498"/>
                </a:cubicBezTo>
                <a:cubicBezTo>
                  <a:pt x="820542" y="61248"/>
                  <a:pt x="833684" y="57123"/>
                  <a:pt x="846346" y="57123"/>
                </a:cubicBezTo>
                <a:cubicBezTo>
                  <a:pt x="859009" y="57123"/>
                  <a:pt x="869416" y="61296"/>
                  <a:pt x="877571" y="69641"/>
                </a:cubicBezTo>
                <a:cubicBezTo>
                  <a:pt x="885819" y="77987"/>
                  <a:pt x="889945" y="88826"/>
                  <a:pt x="889945" y="102160"/>
                </a:cubicBezTo>
                <a:moveTo>
                  <a:pt x="866060" y="92231"/>
                </a:moveTo>
                <a:cubicBezTo>
                  <a:pt x="866060" y="83311"/>
                  <a:pt x="863853" y="76500"/>
                  <a:pt x="859441" y="71799"/>
                </a:cubicBezTo>
                <a:cubicBezTo>
                  <a:pt x="855124" y="67003"/>
                  <a:pt x="849512" y="64605"/>
                  <a:pt x="842605" y="64605"/>
                </a:cubicBezTo>
                <a:cubicBezTo>
                  <a:pt x="828505" y="64605"/>
                  <a:pt x="815506" y="74726"/>
                  <a:pt x="803612" y="94965"/>
                </a:cubicBezTo>
                <a:cubicBezTo>
                  <a:pt x="791814" y="115109"/>
                  <a:pt x="785914" y="135158"/>
                  <a:pt x="785914" y="155111"/>
                </a:cubicBezTo>
                <a:cubicBezTo>
                  <a:pt x="785914" y="164224"/>
                  <a:pt x="788216" y="171274"/>
                  <a:pt x="792820" y="176262"/>
                </a:cubicBezTo>
                <a:cubicBezTo>
                  <a:pt x="797425" y="181154"/>
                  <a:pt x="803229" y="183600"/>
                  <a:pt x="810231" y="183600"/>
                </a:cubicBezTo>
                <a:cubicBezTo>
                  <a:pt x="823756" y="183600"/>
                  <a:pt x="836418" y="173576"/>
                  <a:pt x="848217" y="153528"/>
                </a:cubicBezTo>
                <a:cubicBezTo>
                  <a:pt x="860111" y="133384"/>
                  <a:pt x="866060" y="112951"/>
                  <a:pt x="866060" y="92231"/>
                </a:cubicBezTo>
                <a:moveTo>
                  <a:pt x="966061" y="57123"/>
                </a:moveTo>
                <a:lnTo>
                  <a:pt x="946924" y="122592"/>
                </a:lnTo>
                <a:cubicBezTo>
                  <a:pt x="964861" y="95829"/>
                  <a:pt x="978579" y="78227"/>
                  <a:pt x="988076" y="69785"/>
                </a:cubicBezTo>
                <a:cubicBezTo>
                  <a:pt x="997668" y="61344"/>
                  <a:pt x="1006876" y="57123"/>
                  <a:pt x="1015702" y="57123"/>
                </a:cubicBezTo>
                <a:cubicBezTo>
                  <a:pt x="1020499" y="57123"/>
                  <a:pt x="1024431" y="58706"/>
                  <a:pt x="1027501" y="61872"/>
                </a:cubicBezTo>
                <a:cubicBezTo>
                  <a:pt x="1030667" y="65037"/>
                  <a:pt x="1032250" y="69162"/>
                  <a:pt x="1032250" y="74246"/>
                </a:cubicBezTo>
                <a:cubicBezTo>
                  <a:pt x="1032250" y="80001"/>
                  <a:pt x="1030859" y="87675"/>
                  <a:pt x="1028077" y="97268"/>
                </a:cubicBezTo>
                <a:lnTo>
                  <a:pt x="1010522" y="157844"/>
                </a:lnTo>
                <a:cubicBezTo>
                  <a:pt x="1008507" y="164847"/>
                  <a:pt x="1007501" y="169116"/>
                  <a:pt x="1007501" y="170650"/>
                </a:cubicBezTo>
                <a:cubicBezTo>
                  <a:pt x="1007501" y="171993"/>
                  <a:pt x="1007884" y="173144"/>
                  <a:pt x="1008652" y="174103"/>
                </a:cubicBezTo>
                <a:cubicBezTo>
                  <a:pt x="1009419" y="174967"/>
                  <a:pt x="1010234" y="175399"/>
                  <a:pt x="1011098" y="175399"/>
                </a:cubicBezTo>
                <a:cubicBezTo>
                  <a:pt x="1012249" y="175399"/>
                  <a:pt x="1013640" y="174775"/>
                  <a:pt x="1015271" y="173528"/>
                </a:cubicBezTo>
                <a:cubicBezTo>
                  <a:pt x="1020354" y="169499"/>
                  <a:pt x="1025918" y="163360"/>
                  <a:pt x="1031961" y="155111"/>
                </a:cubicBezTo>
                <a:lnTo>
                  <a:pt x="1036422" y="157844"/>
                </a:lnTo>
                <a:cubicBezTo>
                  <a:pt x="1027501" y="170602"/>
                  <a:pt x="1019059" y="179715"/>
                  <a:pt x="1011098" y="185183"/>
                </a:cubicBezTo>
                <a:cubicBezTo>
                  <a:pt x="1005534" y="188924"/>
                  <a:pt x="1000546" y="190795"/>
                  <a:pt x="996133" y="190795"/>
                </a:cubicBezTo>
                <a:cubicBezTo>
                  <a:pt x="992585" y="190795"/>
                  <a:pt x="989754" y="189691"/>
                  <a:pt x="987644" y="187485"/>
                </a:cubicBezTo>
                <a:cubicBezTo>
                  <a:pt x="985534" y="185375"/>
                  <a:pt x="984479" y="182497"/>
                  <a:pt x="984479" y="178852"/>
                </a:cubicBezTo>
                <a:cubicBezTo>
                  <a:pt x="984479" y="174248"/>
                  <a:pt x="986109" y="166334"/>
                  <a:pt x="989371" y="155111"/>
                </a:cubicBezTo>
                <a:lnTo>
                  <a:pt x="1006061" y="97268"/>
                </a:lnTo>
                <a:cubicBezTo>
                  <a:pt x="1008172" y="90073"/>
                  <a:pt x="1009228" y="84462"/>
                  <a:pt x="1009228" y="80433"/>
                </a:cubicBezTo>
                <a:cubicBezTo>
                  <a:pt x="1009228" y="78515"/>
                  <a:pt x="1008603" y="76979"/>
                  <a:pt x="1007357" y="75829"/>
                </a:cubicBezTo>
                <a:cubicBezTo>
                  <a:pt x="1006110" y="74581"/>
                  <a:pt x="1004575" y="73958"/>
                  <a:pt x="1002752" y="73958"/>
                </a:cubicBezTo>
                <a:cubicBezTo>
                  <a:pt x="1000066" y="73958"/>
                  <a:pt x="996853" y="75109"/>
                  <a:pt x="993112" y="77411"/>
                </a:cubicBezTo>
                <a:cubicBezTo>
                  <a:pt x="986013" y="81728"/>
                  <a:pt x="978627" y="88874"/>
                  <a:pt x="970953" y="98850"/>
                </a:cubicBezTo>
                <a:cubicBezTo>
                  <a:pt x="963279" y="108731"/>
                  <a:pt x="955173" y="121393"/>
                  <a:pt x="946636" y="136837"/>
                </a:cubicBezTo>
                <a:cubicBezTo>
                  <a:pt x="942128" y="144990"/>
                  <a:pt x="938387" y="153911"/>
                  <a:pt x="935412" y="163600"/>
                </a:cubicBezTo>
                <a:lnTo>
                  <a:pt x="928219" y="187341"/>
                </a:lnTo>
                <a:lnTo>
                  <a:pt x="906635" y="187341"/>
                </a:lnTo>
                <a:lnTo>
                  <a:pt x="932823" y="97268"/>
                </a:lnTo>
                <a:cubicBezTo>
                  <a:pt x="935893" y="86428"/>
                  <a:pt x="937428" y="79905"/>
                  <a:pt x="937428" y="77699"/>
                </a:cubicBezTo>
                <a:cubicBezTo>
                  <a:pt x="937428" y="75588"/>
                  <a:pt x="936564" y="73766"/>
                  <a:pt x="934838" y="72231"/>
                </a:cubicBezTo>
                <a:cubicBezTo>
                  <a:pt x="933206" y="70601"/>
                  <a:pt x="931145" y="69785"/>
                  <a:pt x="928650" y="69785"/>
                </a:cubicBezTo>
                <a:cubicBezTo>
                  <a:pt x="927500" y="69785"/>
                  <a:pt x="925484" y="69977"/>
                  <a:pt x="922608" y="70360"/>
                </a:cubicBezTo>
                <a:lnTo>
                  <a:pt x="917139" y="71224"/>
                </a:lnTo>
                <a:lnTo>
                  <a:pt x="916276" y="66044"/>
                </a:lnTo>
                <a:lnTo>
                  <a:pt x="966061" y="57123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6" name="path-7536">
            <a:extLst xmlns:a="http://schemas.openxmlformats.org/drawingml/2006/main">
              <a:ext uri="{FF2B5EF4-FFF2-40B4-BE49-F238E27FC236}">
                <a16:creationId xmlns:a16="http://schemas.microsoft.com/office/drawing/2014/main" id="{44729742-FECE-407B-86C0-85C71F307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56837" y="6710873"/>
            <a:ext cx="780644" cy="243435"/>
          </a:xfrm>
          <a:custGeom xmlns:a="http://schemas.openxmlformats.org/drawingml/2006/main">
            <a:pathLst>
              <a:path w="667207" h="208061">
                <a:moveTo>
                  <a:pt x="159428" y="0"/>
                </a:moveTo>
                <a:lnTo>
                  <a:pt x="109931" y="169787"/>
                </a:lnTo>
                <a:cubicBezTo>
                  <a:pt x="107245" y="178996"/>
                  <a:pt x="105901" y="185039"/>
                  <a:pt x="105901" y="187917"/>
                </a:cubicBezTo>
                <a:cubicBezTo>
                  <a:pt x="105901" y="188876"/>
                  <a:pt x="106285" y="189788"/>
                  <a:pt x="107052" y="190651"/>
                </a:cubicBezTo>
                <a:cubicBezTo>
                  <a:pt x="107915" y="191514"/>
                  <a:pt x="108779" y="191946"/>
                  <a:pt x="109642" y="191946"/>
                </a:cubicBezTo>
                <a:cubicBezTo>
                  <a:pt x="110890" y="191946"/>
                  <a:pt x="112377" y="191322"/>
                  <a:pt x="114102" y="190075"/>
                </a:cubicBezTo>
                <a:cubicBezTo>
                  <a:pt x="117364" y="187773"/>
                  <a:pt x="122833" y="182018"/>
                  <a:pt x="130506" y="172809"/>
                </a:cubicBezTo>
                <a:lnTo>
                  <a:pt x="135398" y="175831"/>
                </a:lnTo>
                <a:cubicBezTo>
                  <a:pt x="128492" y="185423"/>
                  <a:pt x="121489" y="193193"/>
                  <a:pt x="114391" y="199140"/>
                </a:cubicBezTo>
                <a:cubicBezTo>
                  <a:pt x="107388" y="205088"/>
                  <a:pt x="100817" y="208061"/>
                  <a:pt x="94677" y="208061"/>
                </a:cubicBezTo>
                <a:cubicBezTo>
                  <a:pt x="91416" y="208061"/>
                  <a:pt x="88730" y="206910"/>
                  <a:pt x="86620" y="204608"/>
                </a:cubicBezTo>
                <a:cubicBezTo>
                  <a:pt x="84510" y="202306"/>
                  <a:pt x="83455" y="199044"/>
                  <a:pt x="83455" y="194823"/>
                </a:cubicBezTo>
                <a:cubicBezTo>
                  <a:pt x="83455" y="189356"/>
                  <a:pt x="84893" y="182018"/>
                  <a:pt x="87771" y="172809"/>
                </a:cubicBezTo>
                <a:lnTo>
                  <a:pt x="93383" y="154967"/>
                </a:lnTo>
                <a:cubicBezTo>
                  <a:pt x="79474" y="176454"/>
                  <a:pt x="66812" y="191322"/>
                  <a:pt x="55397" y="199572"/>
                </a:cubicBezTo>
                <a:cubicBezTo>
                  <a:pt x="47530" y="205231"/>
                  <a:pt x="40001" y="208061"/>
                  <a:pt x="32806" y="208061"/>
                </a:cubicBezTo>
                <a:cubicBezTo>
                  <a:pt x="25516" y="208061"/>
                  <a:pt x="19138" y="204848"/>
                  <a:pt x="13669" y="198421"/>
                </a:cubicBezTo>
                <a:cubicBezTo>
                  <a:pt x="8297" y="191898"/>
                  <a:pt x="5611" y="183073"/>
                  <a:pt x="5611" y="171945"/>
                </a:cubicBezTo>
                <a:cubicBezTo>
                  <a:pt x="5611" y="157653"/>
                  <a:pt x="10168" y="142401"/>
                  <a:pt x="19281" y="126189"/>
                </a:cubicBezTo>
                <a:cubicBezTo>
                  <a:pt x="28394" y="109978"/>
                  <a:pt x="40432" y="96788"/>
                  <a:pt x="55397" y="86620"/>
                </a:cubicBezTo>
                <a:cubicBezTo>
                  <a:pt x="67195" y="78467"/>
                  <a:pt x="78036" y="74390"/>
                  <a:pt x="87915" y="74390"/>
                </a:cubicBezTo>
                <a:cubicBezTo>
                  <a:pt x="93095" y="74390"/>
                  <a:pt x="97556" y="75445"/>
                  <a:pt x="101296" y="77555"/>
                </a:cubicBezTo>
                <a:cubicBezTo>
                  <a:pt x="105037" y="79665"/>
                  <a:pt x="108731" y="83167"/>
                  <a:pt x="112377" y="88059"/>
                </a:cubicBezTo>
                <a:lnTo>
                  <a:pt x="126477" y="37986"/>
                </a:lnTo>
                <a:cubicBezTo>
                  <a:pt x="127533" y="34437"/>
                  <a:pt x="128395" y="31607"/>
                  <a:pt x="129067" y="29497"/>
                </a:cubicBezTo>
                <a:cubicBezTo>
                  <a:pt x="130218" y="25660"/>
                  <a:pt x="130794" y="22494"/>
                  <a:pt x="130794" y="20000"/>
                </a:cubicBezTo>
                <a:cubicBezTo>
                  <a:pt x="130794" y="17986"/>
                  <a:pt x="130075" y="16307"/>
                  <a:pt x="128635" y="14964"/>
                </a:cubicBezTo>
                <a:cubicBezTo>
                  <a:pt x="126621" y="13334"/>
                  <a:pt x="124031" y="12518"/>
                  <a:pt x="120866" y="12518"/>
                </a:cubicBezTo>
                <a:cubicBezTo>
                  <a:pt x="118660" y="12518"/>
                  <a:pt x="115014" y="12854"/>
                  <a:pt x="109931" y="13525"/>
                </a:cubicBezTo>
                <a:lnTo>
                  <a:pt x="109931" y="8201"/>
                </a:lnTo>
                <a:lnTo>
                  <a:pt x="159428" y="0"/>
                </a:lnTo>
                <a:moveTo>
                  <a:pt x="106045" y="102160"/>
                </a:moveTo>
                <a:cubicBezTo>
                  <a:pt x="106045" y="96021"/>
                  <a:pt x="104271" y="91081"/>
                  <a:pt x="100721" y="87340"/>
                </a:cubicBezTo>
                <a:cubicBezTo>
                  <a:pt x="97172" y="83599"/>
                  <a:pt x="92663" y="81728"/>
                  <a:pt x="87196" y="81728"/>
                </a:cubicBezTo>
                <a:cubicBezTo>
                  <a:pt x="75109" y="81728"/>
                  <a:pt x="62495" y="91704"/>
                  <a:pt x="49353" y="111657"/>
                </a:cubicBezTo>
                <a:cubicBezTo>
                  <a:pt x="36308" y="131609"/>
                  <a:pt x="29785" y="150698"/>
                  <a:pt x="29785" y="168924"/>
                </a:cubicBezTo>
                <a:cubicBezTo>
                  <a:pt x="29785" y="176118"/>
                  <a:pt x="31368" y="181634"/>
                  <a:pt x="34533" y="185471"/>
                </a:cubicBezTo>
                <a:cubicBezTo>
                  <a:pt x="37699" y="189212"/>
                  <a:pt x="41487" y="191083"/>
                  <a:pt x="45900" y="191083"/>
                </a:cubicBezTo>
                <a:cubicBezTo>
                  <a:pt x="55876" y="191083"/>
                  <a:pt x="68395" y="180291"/>
                  <a:pt x="83455" y="158708"/>
                </a:cubicBezTo>
                <a:cubicBezTo>
                  <a:pt x="98516" y="137125"/>
                  <a:pt x="106045" y="118276"/>
                  <a:pt x="106045" y="102160"/>
                </a:cubicBezTo>
                <a:moveTo>
                  <a:pt x="182450" y="150362"/>
                </a:moveTo>
                <a:cubicBezTo>
                  <a:pt x="181778" y="155159"/>
                  <a:pt x="181442" y="159139"/>
                  <a:pt x="181442" y="162305"/>
                </a:cubicBezTo>
                <a:cubicBezTo>
                  <a:pt x="181442" y="170842"/>
                  <a:pt x="184464" y="178133"/>
                  <a:pt x="190507" y="184176"/>
                </a:cubicBezTo>
                <a:cubicBezTo>
                  <a:pt x="196551" y="190124"/>
                  <a:pt x="203889" y="193097"/>
                  <a:pt x="212522" y="193097"/>
                </a:cubicBezTo>
                <a:cubicBezTo>
                  <a:pt x="219428" y="193097"/>
                  <a:pt x="226047" y="191706"/>
                  <a:pt x="232379" y="188924"/>
                </a:cubicBezTo>
                <a:cubicBezTo>
                  <a:pt x="238805" y="186047"/>
                  <a:pt x="248301" y="179764"/>
                  <a:pt x="260869" y="170075"/>
                </a:cubicBezTo>
                <a:lnTo>
                  <a:pt x="263889" y="174248"/>
                </a:lnTo>
                <a:cubicBezTo>
                  <a:pt x="241155" y="196790"/>
                  <a:pt x="219477" y="208061"/>
                  <a:pt x="198853" y="208061"/>
                </a:cubicBezTo>
                <a:cubicBezTo>
                  <a:pt x="184847" y="208061"/>
                  <a:pt x="174296" y="203649"/>
                  <a:pt x="167198" y="194823"/>
                </a:cubicBezTo>
                <a:cubicBezTo>
                  <a:pt x="160099" y="185999"/>
                  <a:pt x="156549" y="176262"/>
                  <a:pt x="156549" y="165615"/>
                </a:cubicBezTo>
                <a:cubicBezTo>
                  <a:pt x="156549" y="151322"/>
                  <a:pt x="160962" y="136693"/>
                  <a:pt x="169787" y="121729"/>
                </a:cubicBezTo>
                <a:cubicBezTo>
                  <a:pt x="178613" y="106764"/>
                  <a:pt x="189692" y="95158"/>
                  <a:pt x="203026" y="86908"/>
                </a:cubicBezTo>
                <a:cubicBezTo>
                  <a:pt x="216359" y="78563"/>
                  <a:pt x="230076" y="74390"/>
                  <a:pt x="244177" y="74390"/>
                </a:cubicBezTo>
                <a:cubicBezTo>
                  <a:pt x="254345" y="74390"/>
                  <a:pt x="261875" y="76452"/>
                  <a:pt x="266767" y="80577"/>
                </a:cubicBezTo>
                <a:cubicBezTo>
                  <a:pt x="271659" y="84702"/>
                  <a:pt x="274106" y="89594"/>
                  <a:pt x="274106" y="95253"/>
                </a:cubicBezTo>
                <a:cubicBezTo>
                  <a:pt x="274106" y="103215"/>
                  <a:pt x="270940" y="110841"/>
                  <a:pt x="264610" y="118132"/>
                </a:cubicBezTo>
                <a:cubicBezTo>
                  <a:pt x="256264" y="127628"/>
                  <a:pt x="243985" y="135302"/>
                  <a:pt x="227774" y="141154"/>
                </a:cubicBezTo>
                <a:cubicBezTo>
                  <a:pt x="217031" y="145087"/>
                  <a:pt x="201922" y="148156"/>
                  <a:pt x="182450" y="150362"/>
                </a:cubicBezTo>
                <a:moveTo>
                  <a:pt x="183456" y="143312"/>
                </a:moveTo>
                <a:cubicBezTo>
                  <a:pt x="197653" y="141681"/>
                  <a:pt x="209213" y="138899"/>
                  <a:pt x="218133" y="134967"/>
                </a:cubicBezTo>
                <a:cubicBezTo>
                  <a:pt x="229933" y="129691"/>
                  <a:pt x="238758" y="123407"/>
                  <a:pt x="244609" y="116117"/>
                </a:cubicBezTo>
                <a:cubicBezTo>
                  <a:pt x="250556" y="108731"/>
                  <a:pt x="253529" y="101729"/>
                  <a:pt x="253529" y="95110"/>
                </a:cubicBezTo>
                <a:cubicBezTo>
                  <a:pt x="253529" y="91081"/>
                  <a:pt x="252235" y="87820"/>
                  <a:pt x="249645" y="85325"/>
                </a:cubicBezTo>
                <a:cubicBezTo>
                  <a:pt x="247151" y="82831"/>
                  <a:pt x="243554" y="81584"/>
                  <a:pt x="238853" y="81584"/>
                </a:cubicBezTo>
                <a:cubicBezTo>
                  <a:pt x="229069" y="81584"/>
                  <a:pt x="218661" y="86812"/>
                  <a:pt x="207630" y="97268"/>
                </a:cubicBezTo>
                <a:cubicBezTo>
                  <a:pt x="196694" y="107628"/>
                  <a:pt x="188637" y="122976"/>
                  <a:pt x="183456" y="143312"/>
                </a:cubicBezTo>
                <a:moveTo>
                  <a:pt x="343316" y="74390"/>
                </a:moveTo>
                <a:lnTo>
                  <a:pt x="324178" y="139859"/>
                </a:lnTo>
                <a:cubicBezTo>
                  <a:pt x="342117" y="113096"/>
                  <a:pt x="355833" y="95494"/>
                  <a:pt x="365330" y="87052"/>
                </a:cubicBezTo>
                <a:cubicBezTo>
                  <a:pt x="374922" y="78610"/>
                  <a:pt x="384132" y="74390"/>
                  <a:pt x="392956" y="74390"/>
                </a:cubicBezTo>
                <a:cubicBezTo>
                  <a:pt x="397753" y="74390"/>
                  <a:pt x="401687" y="75973"/>
                  <a:pt x="404756" y="79138"/>
                </a:cubicBezTo>
                <a:cubicBezTo>
                  <a:pt x="407921" y="82304"/>
                  <a:pt x="409504" y="86429"/>
                  <a:pt x="409504" y="91512"/>
                </a:cubicBezTo>
                <a:cubicBezTo>
                  <a:pt x="409504" y="97268"/>
                  <a:pt x="408113" y="104942"/>
                  <a:pt x="405331" y="114535"/>
                </a:cubicBezTo>
                <a:lnTo>
                  <a:pt x="387777" y="175111"/>
                </a:lnTo>
                <a:cubicBezTo>
                  <a:pt x="385763" y="182114"/>
                  <a:pt x="384755" y="186382"/>
                  <a:pt x="384755" y="187917"/>
                </a:cubicBezTo>
                <a:cubicBezTo>
                  <a:pt x="384755" y="189260"/>
                  <a:pt x="385139" y="190411"/>
                  <a:pt x="385907" y="191370"/>
                </a:cubicBezTo>
                <a:cubicBezTo>
                  <a:pt x="386673" y="192234"/>
                  <a:pt x="387490" y="192665"/>
                  <a:pt x="388353" y="192665"/>
                </a:cubicBezTo>
                <a:cubicBezTo>
                  <a:pt x="389504" y="192665"/>
                  <a:pt x="390895" y="192042"/>
                  <a:pt x="392525" y="190795"/>
                </a:cubicBezTo>
                <a:cubicBezTo>
                  <a:pt x="397609" y="186766"/>
                  <a:pt x="403173" y="180627"/>
                  <a:pt x="409216" y="172377"/>
                </a:cubicBezTo>
                <a:lnTo>
                  <a:pt x="413676" y="175111"/>
                </a:lnTo>
                <a:cubicBezTo>
                  <a:pt x="404756" y="187869"/>
                  <a:pt x="396314" y="196982"/>
                  <a:pt x="388353" y="202449"/>
                </a:cubicBezTo>
                <a:cubicBezTo>
                  <a:pt x="382789" y="206191"/>
                  <a:pt x="377801" y="208061"/>
                  <a:pt x="373388" y="208061"/>
                </a:cubicBezTo>
                <a:cubicBezTo>
                  <a:pt x="369839" y="208061"/>
                  <a:pt x="367010" y="206958"/>
                  <a:pt x="364898" y="204752"/>
                </a:cubicBezTo>
                <a:cubicBezTo>
                  <a:pt x="362788" y="202642"/>
                  <a:pt x="361733" y="199764"/>
                  <a:pt x="361733" y="196119"/>
                </a:cubicBezTo>
                <a:cubicBezTo>
                  <a:pt x="361733" y="191514"/>
                  <a:pt x="363364" y="183601"/>
                  <a:pt x="366625" y="172377"/>
                </a:cubicBezTo>
                <a:lnTo>
                  <a:pt x="383317" y="114535"/>
                </a:lnTo>
                <a:cubicBezTo>
                  <a:pt x="385427" y="107340"/>
                  <a:pt x="386482" y="101729"/>
                  <a:pt x="386482" y="97699"/>
                </a:cubicBezTo>
                <a:cubicBezTo>
                  <a:pt x="386482" y="95781"/>
                  <a:pt x="385858" y="94246"/>
                  <a:pt x="384612" y="93095"/>
                </a:cubicBezTo>
                <a:cubicBezTo>
                  <a:pt x="383364" y="91848"/>
                  <a:pt x="381830" y="91225"/>
                  <a:pt x="380007" y="91225"/>
                </a:cubicBezTo>
                <a:cubicBezTo>
                  <a:pt x="377321" y="91225"/>
                  <a:pt x="374107" y="92376"/>
                  <a:pt x="370366" y="94678"/>
                </a:cubicBezTo>
                <a:cubicBezTo>
                  <a:pt x="363268" y="98995"/>
                  <a:pt x="355882" y="106141"/>
                  <a:pt x="348208" y="116117"/>
                </a:cubicBezTo>
                <a:cubicBezTo>
                  <a:pt x="340534" y="125998"/>
                  <a:pt x="332428" y="138659"/>
                  <a:pt x="323891" y="154104"/>
                </a:cubicBezTo>
                <a:cubicBezTo>
                  <a:pt x="319382" y="162257"/>
                  <a:pt x="315641" y="171178"/>
                  <a:pt x="312668" y="180867"/>
                </a:cubicBezTo>
                <a:lnTo>
                  <a:pt x="305474" y="204608"/>
                </a:lnTo>
                <a:lnTo>
                  <a:pt x="283890" y="204608"/>
                </a:lnTo>
                <a:lnTo>
                  <a:pt x="310077" y="114535"/>
                </a:lnTo>
                <a:cubicBezTo>
                  <a:pt x="313148" y="103695"/>
                  <a:pt x="314682" y="97172"/>
                  <a:pt x="314682" y="94966"/>
                </a:cubicBezTo>
                <a:cubicBezTo>
                  <a:pt x="314682" y="92855"/>
                  <a:pt x="313818" y="91033"/>
                  <a:pt x="312092" y="89498"/>
                </a:cubicBezTo>
                <a:cubicBezTo>
                  <a:pt x="310462" y="87868"/>
                  <a:pt x="308399" y="87052"/>
                  <a:pt x="305904" y="87052"/>
                </a:cubicBezTo>
                <a:cubicBezTo>
                  <a:pt x="304754" y="87052"/>
                  <a:pt x="302739" y="87244"/>
                  <a:pt x="299862" y="87627"/>
                </a:cubicBezTo>
                <a:lnTo>
                  <a:pt x="294393" y="88491"/>
                </a:lnTo>
                <a:lnTo>
                  <a:pt x="293530" y="83311"/>
                </a:lnTo>
                <a:lnTo>
                  <a:pt x="343316" y="74390"/>
                </a:lnTo>
                <a:moveTo>
                  <a:pt x="532528" y="74390"/>
                </a:moveTo>
                <a:lnTo>
                  <a:pt x="523750" y="118563"/>
                </a:lnTo>
                <a:lnTo>
                  <a:pt x="518426" y="118563"/>
                </a:lnTo>
                <a:cubicBezTo>
                  <a:pt x="517947" y="105709"/>
                  <a:pt x="515213" y="96356"/>
                  <a:pt x="510225" y="90505"/>
                </a:cubicBezTo>
                <a:cubicBezTo>
                  <a:pt x="505237" y="84654"/>
                  <a:pt x="499050" y="81728"/>
                  <a:pt x="491664" y="81728"/>
                </a:cubicBezTo>
                <a:cubicBezTo>
                  <a:pt x="485716" y="81728"/>
                  <a:pt x="480968" y="83359"/>
                  <a:pt x="477419" y="86620"/>
                </a:cubicBezTo>
                <a:cubicBezTo>
                  <a:pt x="473965" y="89882"/>
                  <a:pt x="472239" y="93815"/>
                  <a:pt x="472239" y="98419"/>
                </a:cubicBezTo>
                <a:cubicBezTo>
                  <a:pt x="472239" y="101584"/>
                  <a:pt x="472910" y="104606"/>
                  <a:pt x="474253" y="107484"/>
                </a:cubicBezTo>
                <a:cubicBezTo>
                  <a:pt x="475692" y="110362"/>
                  <a:pt x="478762" y="114390"/>
                  <a:pt x="483462" y="119570"/>
                </a:cubicBezTo>
                <a:cubicBezTo>
                  <a:pt x="495932" y="133192"/>
                  <a:pt x="503991" y="143456"/>
                  <a:pt x="507635" y="150362"/>
                </a:cubicBezTo>
                <a:cubicBezTo>
                  <a:pt x="511280" y="157269"/>
                  <a:pt x="513103" y="163792"/>
                  <a:pt x="513103" y="169931"/>
                </a:cubicBezTo>
                <a:cubicBezTo>
                  <a:pt x="513103" y="179907"/>
                  <a:pt x="508930" y="188781"/>
                  <a:pt x="500585" y="196550"/>
                </a:cubicBezTo>
                <a:cubicBezTo>
                  <a:pt x="492335" y="204224"/>
                  <a:pt x="481880" y="208061"/>
                  <a:pt x="469218" y="208061"/>
                </a:cubicBezTo>
                <a:cubicBezTo>
                  <a:pt x="462310" y="208061"/>
                  <a:pt x="454349" y="206431"/>
                  <a:pt x="445331" y="203169"/>
                </a:cubicBezTo>
                <a:cubicBezTo>
                  <a:pt x="442166" y="202018"/>
                  <a:pt x="439720" y="201442"/>
                  <a:pt x="437993" y="201442"/>
                </a:cubicBezTo>
                <a:cubicBezTo>
                  <a:pt x="433677" y="201442"/>
                  <a:pt x="430415" y="203649"/>
                  <a:pt x="428209" y="208061"/>
                </a:cubicBezTo>
                <a:lnTo>
                  <a:pt x="422886" y="208061"/>
                </a:lnTo>
                <a:lnTo>
                  <a:pt x="431663" y="161442"/>
                </a:lnTo>
                <a:lnTo>
                  <a:pt x="436987" y="161442"/>
                </a:lnTo>
                <a:cubicBezTo>
                  <a:pt x="437562" y="176022"/>
                  <a:pt x="440584" y="186335"/>
                  <a:pt x="446052" y="192377"/>
                </a:cubicBezTo>
                <a:cubicBezTo>
                  <a:pt x="451519" y="198421"/>
                  <a:pt x="459001" y="201442"/>
                  <a:pt x="468497" y="201442"/>
                </a:cubicBezTo>
                <a:cubicBezTo>
                  <a:pt x="475788" y="201442"/>
                  <a:pt x="481544" y="199428"/>
                  <a:pt x="485764" y="195399"/>
                </a:cubicBezTo>
                <a:cubicBezTo>
                  <a:pt x="490081" y="191275"/>
                  <a:pt x="492240" y="186238"/>
                  <a:pt x="492240" y="180291"/>
                </a:cubicBezTo>
                <a:cubicBezTo>
                  <a:pt x="492240" y="176454"/>
                  <a:pt x="491472" y="172905"/>
                  <a:pt x="489937" y="169643"/>
                </a:cubicBezTo>
                <a:cubicBezTo>
                  <a:pt x="487252" y="163888"/>
                  <a:pt x="481592" y="155926"/>
                  <a:pt x="472959" y="145758"/>
                </a:cubicBezTo>
                <a:cubicBezTo>
                  <a:pt x="464422" y="135590"/>
                  <a:pt x="458905" y="127964"/>
                  <a:pt x="456412" y="122880"/>
                </a:cubicBezTo>
                <a:cubicBezTo>
                  <a:pt x="454013" y="117796"/>
                  <a:pt x="452814" y="112712"/>
                  <a:pt x="452814" y="107628"/>
                </a:cubicBezTo>
                <a:cubicBezTo>
                  <a:pt x="452814" y="98323"/>
                  <a:pt x="456172" y="90457"/>
                  <a:pt x="462886" y="84031"/>
                </a:cubicBezTo>
                <a:cubicBezTo>
                  <a:pt x="469697" y="77603"/>
                  <a:pt x="478426" y="74390"/>
                  <a:pt x="489073" y="74390"/>
                </a:cubicBezTo>
                <a:cubicBezTo>
                  <a:pt x="492144" y="74390"/>
                  <a:pt x="494926" y="74630"/>
                  <a:pt x="497419" y="75109"/>
                </a:cubicBezTo>
                <a:cubicBezTo>
                  <a:pt x="498763" y="75397"/>
                  <a:pt x="501879" y="76500"/>
                  <a:pt x="506772" y="78419"/>
                </a:cubicBezTo>
                <a:cubicBezTo>
                  <a:pt x="511760" y="80241"/>
                  <a:pt x="515070" y="81153"/>
                  <a:pt x="516700" y="81153"/>
                </a:cubicBezTo>
                <a:cubicBezTo>
                  <a:pt x="520825" y="81153"/>
                  <a:pt x="524278" y="78898"/>
                  <a:pt x="527060" y="74390"/>
                </a:cubicBezTo>
                <a:lnTo>
                  <a:pt x="532528" y="74390"/>
                </a:lnTo>
                <a:moveTo>
                  <a:pt x="575550" y="150362"/>
                </a:moveTo>
                <a:cubicBezTo>
                  <a:pt x="574879" y="155159"/>
                  <a:pt x="574543" y="159139"/>
                  <a:pt x="574543" y="162305"/>
                </a:cubicBezTo>
                <a:cubicBezTo>
                  <a:pt x="574543" y="170842"/>
                  <a:pt x="577565" y="178133"/>
                  <a:pt x="583608" y="184176"/>
                </a:cubicBezTo>
                <a:cubicBezTo>
                  <a:pt x="589652" y="190124"/>
                  <a:pt x="596990" y="193097"/>
                  <a:pt x="605623" y="193097"/>
                </a:cubicBezTo>
                <a:cubicBezTo>
                  <a:pt x="612529" y="193097"/>
                  <a:pt x="619148" y="191706"/>
                  <a:pt x="625479" y="188924"/>
                </a:cubicBezTo>
                <a:cubicBezTo>
                  <a:pt x="631907" y="186047"/>
                  <a:pt x="641402" y="179764"/>
                  <a:pt x="653969" y="170075"/>
                </a:cubicBezTo>
                <a:lnTo>
                  <a:pt x="656990" y="174248"/>
                </a:lnTo>
                <a:cubicBezTo>
                  <a:pt x="634256" y="196790"/>
                  <a:pt x="612578" y="208061"/>
                  <a:pt x="591953" y="208061"/>
                </a:cubicBezTo>
                <a:cubicBezTo>
                  <a:pt x="577948" y="208061"/>
                  <a:pt x="567396" y="203649"/>
                  <a:pt x="560298" y="194823"/>
                </a:cubicBezTo>
                <a:cubicBezTo>
                  <a:pt x="553199" y="185999"/>
                  <a:pt x="549651" y="176262"/>
                  <a:pt x="549651" y="165615"/>
                </a:cubicBezTo>
                <a:cubicBezTo>
                  <a:pt x="549651" y="151322"/>
                  <a:pt x="554063" y="136693"/>
                  <a:pt x="562889" y="121729"/>
                </a:cubicBezTo>
                <a:cubicBezTo>
                  <a:pt x="571713" y="106764"/>
                  <a:pt x="582793" y="95158"/>
                  <a:pt x="596126" y="86908"/>
                </a:cubicBezTo>
                <a:cubicBezTo>
                  <a:pt x="609460" y="78563"/>
                  <a:pt x="623177" y="74390"/>
                  <a:pt x="637278" y="74390"/>
                </a:cubicBezTo>
                <a:cubicBezTo>
                  <a:pt x="647446" y="74390"/>
                  <a:pt x="654976" y="76452"/>
                  <a:pt x="659868" y="80577"/>
                </a:cubicBezTo>
                <a:cubicBezTo>
                  <a:pt x="664761" y="84702"/>
                  <a:pt x="667207" y="89594"/>
                  <a:pt x="667207" y="95253"/>
                </a:cubicBezTo>
                <a:cubicBezTo>
                  <a:pt x="667207" y="103215"/>
                  <a:pt x="664041" y="110841"/>
                  <a:pt x="657710" y="118132"/>
                </a:cubicBezTo>
                <a:cubicBezTo>
                  <a:pt x="649365" y="127628"/>
                  <a:pt x="637086" y="135302"/>
                  <a:pt x="620875" y="141154"/>
                </a:cubicBezTo>
                <a:cubicBezTo>
                  <a:pt x="610132" y="145087"/>
                  <a:pt x="595023" y="148156"/>
                  <a:pt x="575550" y="150362"/>
                </a:cubicBezTo>
                <a:moveTo>
                  <a:pt x="576557" y="143312"/>
                </a:moveTo>
                <a:cubicBezTo>
                  <a:pt x="590754" y="141681"/>
                  <a:pt x="602313" y="138899"/>
                  <a:pt x="611234" y="134967"/>
                </a:cubicBezTo>
                <a:cubicBezTo>
                  <a:pt x="623033" y="129691"/>
                  <a:pt x="631858" y="123407"/>
                  <a:pt x="637709" y="116117"/>
                </a:cubicBezTo>
                <a:cubicBezTo>
                  <a:pt x="643656" y="108731"/>
                  <a:pt x="646630" y="101729"/>
                  <a:pt x="646630" y="95110"/>
                </a:cubicBezTo>
                <a:cubicBezTo>
                  <a:pt x="646630" y="91081"/>
                  <a:pt x="645336" y="87820"/>
                  <a:pt x="642746" y="85325"/>
                </a:cubicBezTo>
                <a:cubicBezTo>
                  <a:pt x="640251" y="82831"/>
                  <a:pt x="636654" y="81584"/>
                  <a:pt x="631954" y="81584"/>
                </a:cubicBezTo>
                <a:cubicBezTo>
                  <a:pt x="622170" y="81584"/>
                  <a:pt x="611761" y="86812"/>
                  <a:pt x="600731" y="97268"/>
                </a:cubicBezTo>
                <a:cubicBezTo>
                  <a:pt x="589795" y="107628"/>
                  <a:pt x="581738" y="122976"/>
                  <a:pt x="576557" y="143312"/>
                </a:cubicBez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7" name="path-7538">
            <a:extLst xmlns:a="http://schemas.openxmlformats.org/drawingml/2006/main">
              <a:ext uri="{FF2B5EF4-FFF2-40B4-BE49-F238E27FC236}">
                <a16:creationId xmlns:a16="http://schemas.microsoft.com/office/drawing/2014/main" id="{910481E2-558B-4C7F-BACB-BDA814B21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4564" y="6454643"/>
            <a:ext cx="3620222" cy="635694"/>
          </a:xfrm>
          <a:custGeom xmlns:a="http://schemas.openxmlformats.org/drawingml/2006/main">
            <a:pathLst>
              <a:path w="3094158" h="543319">
                <a:moveTo>
                  <a:pt x="1862951" y="543319"/>
                </a:moveTo>
                <a:lnTo>
                  <a:pt x="0" y="0"/>
                </a:lnTo>
                <a:lnTo>
                  <a:pt x="3094158" y="0"/>
                </a:lnTo>
                <a:lnTo>
                  <a:pt x="1862951" y="543319"/>
                </a:lnTo>
              </a:path>
            </a:pathLst>
          </a:custGeom>
          <a:solidFill xmlns:a="http://schemas.openxmlformats.org/drawingml/2006/main">
            <a:srgbClr val="FF2121">
              <a:alpha val="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8" name="path-7539">
            <a:extLst xmlns:a="http://schemas.openxmlformats.org/drawingml/2006/main">
              <a:ext uri="{FF2B5EF4-FFF2-40B4-BE49-F238E27FC236}">
                <a16:creationId xmlns:a16="http://schemas.microsoft.com/office/drawing/2014/main" id="{03176992-6E77-49A2-9BAE-BC5062AD8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5301774"/>
            <a:ext cx="4137396" cy="3232340"/>
          </a:xfrm>
          <a:custGeom xmlns:a="http://schemas.openxmlformats.org/drawingml/2006/main">
            <a:pathLst>
              <a:path w="3536180" h="2762641">
                <a:moveTo>
                  <a:pt x="0" y="0"/>
                </a:moveTo>
                <a:lnTo>
                  <a:pt x="3536180" y="0"/>
                </a:lnTo>
                <a:lnTo>
                  <a:pt x="3536180" y="2762641"/>
                </a:lnTo>
                <a:lnTo>
                  <a:pt x="0" y="2762641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29" name="path-7540">
            <a:extLst xmlns:a="http://schemas.openxmlformats.org/drawingml/2006/main">
              <a:ext uri="{FF2B5EF4-FFF2-40B4-BE49-F238E27FC236}">
                <a16:creationId xmlns:a16="http://schemas.microsoft.com/office/drawing/2014/main" id="{F81CFE92-6D80-415E-9579-E84D18E80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7844548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0" name="path-7541">
            <a:extLst xmlns:a="http://schemas.openxmlformats.org/drawingml/2006/main">
              <a:ext uri="{FF2B5EF4-FFF2-40B4-BE49-F238E27FC236}">
                <a16:creationId xmlns:a16="http://schemas.microsoft.com/office/drawing/2014/main" id="{4845D1DE-3AA2-4EE9-B1A3-4500A96DE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7844548"/>
            <a:ext cx="4137396" cy="689566"/>
          </a:xfrm>
          <a:custGeom xmlns:a="http://schemas.openxmlformats.org/drawingml/2006/main">
            <a:pathLst>
              <a:path w="3536180" h="589364">
                <a:moveTo>
                  <a:pt x="0" y="589364"/>
                </a:moveTo>
                <a:lnTo>
                  <a:pt x="3536180" y="589364"/>
                </a:lnTo>
                <a:lnTo>
                  <a:pt x="3536180" y="0"/>
                </a:lnTo>
                <a:lnTo>
                  <a:pt x="0" y="0"/>
                </a:lnTo>
                <a:lnTo>
                  <a:pt x="0" y="5893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1" name="path-7542">
            <a:extLst xmlns:a="http://schemas.openxmlformats.org/drawingml/2006/main">
              <a:ext uri="{FF2B5EF4-FFF2-40B4-BE49-F238E27FC236}">
                <a16:creationId xmlns:a16="http://schemas.microsoft.com/office/drawing/2014/main" id="{7C60EF55-A949-4256-A261-99265B1FF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1869" y="81003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2" name="path-7543">
            <a:extLst xmlns:a="http://schemas.openxmlformats.org/drawingml/2006/main">
              <a:ext uri="{FF2B5EF4-FFF2-40B4-BE49-F238E27FC236}">
                <a16:creationId xmlns:a16="http://schemas.microsoft.com/office/drawing/2014/main" id="{EE59E3AA-768B-41A9-981E-E3EDD97DE4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4228" y="81400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3" name="path-7544">
            <a:extLst xmlns:a="http://schemas.openxmlformats.org/drawingml/2006/main">
              <a:ext uri="{FF2B5EF4-FFF2-40B4-BE49-F238E27FC236}">
                <a16:creationId xmlns:a16="http://schemas.microsoft.com/office/drawing/2014/main" id="{B207501B-6CED-4CF9-84DD-9907248D1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89798" y="8156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4" name="path-7545">
            <a:extLst xmlns:a="http://schemas.openxmlformats.org/drawingml/2006/main">
              <a:ext uri="{FF2B5EF4-FFF2-40B4-BE49-F238E27FC236}">
                <a16:creationId xmlns:a16="http://schemas.microsoft.com/office/drawing/2014/main" id="{165CB351-9090-4147-B5E9-FBD8EF58F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38476" y="81580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5" name="path-7546">
            <a:extLst xmlns:a="http://schemas.openxmlformats.org/drawingml/2006/main">
              <a:ext uri="{FF2B5EF4-FFF2-40B4-BE49-F238E27FC236}">
                <a16:creationId xmlns:a16="http://schemas.microsoft.com/office/drawing/2014/main" id="{4A5B5DD2-4BEA-49C2-A2E8-FD1E507E5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8405" y="8145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6" name="path-7547">
            <a:extLst xmlns:a="http://schemas.openxmlformats.org/drawingml/2006/main">
              <a:ext uri="{FF2B5EF4-FFF2-40B4-BE49-F238E27FC236}">
                <a16:creationId xmlns:a16="http://schemas.microsoft.com/office/drawing/2014/main" id="{0EB71AC4-3D3B-4569-9DF2-55D45F4FA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1068" y="8137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7" name="path-7548">
            <a:extLst xmlns:a="http://schemas.openxmlformats.org/drawingml/2006/main">
              <a:ext uri="{FF2B5EF4-FFF2-40B4-BE49-F238E27FC236}">
                <a16:creationId xmlns:a16="http://schemas.microsoft.com/office/drawing/2014/main" id="{6B518A78-6A5A-44E1-91C3-2047BEE09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6962" y="8149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8" name="path-7549">
            <a:extLst xmlns:a="http://schemas.openxmlformats.org/drawingml/2006/main">
              <a:ext uri="{FF2B5EF4-FFF2-40B4-BE49-F238E27FC236}">
                <a16:creationId xmlns:a16="http://schemas.microsoft.com/office/drawing/2014/main" id="{AEEAEB53-72DE-4E10-A3D0-376DF9B542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1952" y="81653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39" name="path-7550">
            <a:extLst xmlns:a="http://schemas.openxmlformats.org/drawingml/2006/main">
              <a:ext uri="{FF2B5EF4-FFF2-40B4-BE49-F238E27FC236}">
                <a16:creationId xmlns:a16="http://schemas.microsoft.com/office/drawing/2014/main" id="{E9C3ABB1-8E50-4B18-9A17-CEFD27EC77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0096" y="81569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0" name="path-7551">
            <a:extLst xmlns:a="http://schemas.openxmlformats.org/drawingml/2006/main">
              <a:ext uri="{FF2B5EF4-FFF2-40B4-BE49-F238E27FC236}">
                <a16:creationId xmlns:a16="http://schemas.microsoft.com/office/drawing/2014/main" id="{2F0DFA12-45E1-491B-9D57-F6DBF9EF8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1024" y="8122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1" name="path-7552">
            <a:extLst xmlns:a="http://schemas.openxmlformats.org/drawingml/2006/main">
              <a:ext uri="{FF2B5EF4-FFF2-40B4-BE49-F238E27FC236}">
                <a16:creationId xmlns:a16="http://schemas.microsoft.com/office/drawing/2014/main" id="{E907DF9B-D8ED-419B-93B3-7C871E06B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8121" y="81156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2" name="path-7553">
            <a:extLst xmlns:a="http://schemas.openxmlformats.org/drawingml/2006/main">
              <a:ext uri="{FF2B5EF4-FFF2-40B4-BE49-F238E27FC236}">
                <a16:creationId xmlns:a16="http://schemas.microsoft.com/office/drawing/2014/main" id="{B85B7DDF-DA64-417E-B020-E0EA4137C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04451" y="81535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3" name="path-7554">
            <a:extLst xmlns:a="http://schemas.openxmlformats.org/drawingml/2006/main">
              <a:ext uri="{FF2B5EF4-FFF2-40B4-BE49-F238E27FC236}">
                <a16:creationId xmlns:a16="http://schemas.microsoft.com/office/drawing/2014/main" id="{924066CF-590B-4E9A-B5FD-E8590A547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6176" y="81420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4" name="path-7555">
            <a:extLst xmlns:a="http://schemas.openxmlformats.org/drawingml/2006/main">
              <a:ext uri="{FF2B5EF4-FFF2-40B4-BE49-F238E27FC236}">
                <a16:creationId xmlns:a16="http://schemas.microsoft.com/office/drawing/2014/main" id="{74940545-558C-4BE2-96BC-51C52CEDF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17320" y="81599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5" name="path-7556">
            <a:extLst xmlns:a="http://schemas.openxmlformats.org/drawingml/2006/main">
              <a:ext uri="{FF2B5EF4-FFF2-40B4-BE49-F238E27FC236}">
                <a16:creationId xmlns:a16="http://schemas.microsoft.com/office/drawing/2014/main" id="{C4EADB4D-952D-4173-93F9-86227E48D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8788" y="81416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6" name="path-7557">
            <a:extLst xmlns:a="http://schemas.openxmlformats.org/drawingml/2006/main">
              <a:ext uri="{FF2B5EF4-FFF2-40B4-BE49-F238E27FC236}">
                <a16:creationId xmlns:a16="http://schemas.microsoft.com/office/drawing/2014/main" id="{0FC16B55-168C-45C1-8F84-212BFC7FA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84777" y="81167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7" name="path-7558">
            <a:extLst xmlns:a="http://schemas.openxmlformats.org/drawingml/2006/main">
              <a:ext uri="{FF2B5EF4-FFF2-40B4-BE49-F238E27FC236}">
                <a16:creationId xmlns:a16="http://schemas.microsoft.com/office/drawing/2014/main" id="{C3829971-4251-47B6-9DBD-4032E729C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7359" y="81557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8" name="path-7559">
            <a:extLst xmlns:a="http://schemas.openxmlformats.org/drawingml/2006/main">
              <a:ext uri="{FF2B5EF4-FFF2-40B4-BE49-F238E27FC236}">
                <a16:creationId xmlns:a16="http://schemas.microsoft.com/office/drawing/2014/main" id="{EC033646-837E-4F1C-9F7D-06F310393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1380" y="81427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49" name="path-7560">
            <a:extLst xmlns:a="http://schemas.openxmlformats.org/drawingml/2006/main">
              <a:ext uri="{FF2B5EF4-FFF2-40B4-BE49-F238E27FC236}">
                <a16:creationId xmlns:a16="http://schemas.microsoft.com/office/drawing/2014/main" id="{DDF82BDD-8472-43F6-A3AA-5248DC1C6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00088" y="81248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0" name="path-7561">
            <a:extLst xmlns:a="http://schemas.openxmlformats.org/drawingml/2006/main">
              <a:ext uri="{FF2B5EF4-FFF2-40B4-BE49-F238E27FC236}">
                <a16:creationId xmlns:a16="http://schemas.microsoft.com/office/drawing/2014/main" id="{F899E759-1AE0-4D9F-A365-FF53BD9F3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0973" y="81327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1" name="path-7562">
            <a:extLst xmlns:a="http://schemas.openxmlformats.org/drawingml/2006/main">
              <a:ext uri="{FF2B5EF4-FFF2-40B4-BE49-F238E27FC236}">
                <a16:creationId xmlns:a16="http://schemas.microsoft.com/office/drawing/2014/main" id="{8B8F30B7-F915-4EA3-B612-25F96EED0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3356" y="81537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2" name="path-7563">
            <a:extLst xmlns:a="http://schemas.openxmlformats.org/drawingml/2006/main">
              <a:ext uri="{FF2B5EF4-FFF2-40B4-BE49-F238E27FC236}">
                <a16:creationId xmlns:a16="http://schemas.microsoft.com/office/drawing/2014/main" id="{CE476497-168F-41F3-8643-33BB6660D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0194" y="81197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3" name="path-7564">
            <a:extLst xmlns:a="http://schemas.openxmlformats.org/drawingml/2006/main">
              <a:ext uri="{FF2B5EF4-FFF2-40B4-BE49-F238E27FC236}">
                <a16:creationId xmlns:a16="http://schemas.microsoft.com/office/drawing/2014/main" id="{00175313-A02F-4D30-BA29-C7AB3AEDA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9795" y="8139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4" name="path-7565">
            <a:extLst xmlns:a="http://schemas.openxmlformats.org/drawingml/2006/main">
              <a:ext uri="{FF2B5EF4-FFF2-40B4-BE49-F238E27FC236}">
                <a16:creationId xmlns:a16="http://schemas.microsoft.com/office/drawing/2014/main" id="{DD934DDF-DA53-496E-9B62-37D3A6CCC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90022" y="81169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5" name="path-7566">
            <a:extLst xmlns:a="http://schemas.openxmlformats.org/drawingml/2006/main">
              <a:ext uri="{FF2B5EF4-FFF2-40B4-BE49-F238E27FC236}">
                <a16:creationId xmlns:a16="http://schemas.microsoft.com/office/drawing/2014/main" id="{651963F0-D1D0-481C-905C-B61D1E4F8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1265" y="81376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6" name="path-7567">
            <a:extLst xmlns:a="http://schemas.openxmlformats.org/drawingml/2006/main">
              <a:ext uri="{FF2B5EF4-FFF2-40B4-BE49-F238E27FC236}">
                <a16:creationId xmlns:a16="http://schemas.microsoft.com/office/drawing/2014/main" id="{9FC87ACF-07AD-4F33-A276-2E57BDAC63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34793" y="81866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7" name="path-7568">
            <a:extLst xmlns:a="http://schemas.openxmlformats.org/drawingml/2006/main">
              <a:ext uri="{FF2B5EF4-FFF2-40B4-BE49-F238E27FC236}">
                <a16:creationId xmlns:a16="http://schemas.microsoft.com/office/drawing/2014/main" id="{0DF33CD9-0BE9-4AD2-8F55-EB9DD1B9E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0170" y="81348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8" name="path-7569">
            <a:extLst xmlns:a="http://schemas.openxmlformats.org/drawingml/2006/main">
              <a:ext uri="{FF2B5EF4-FFF2-40B4-BE49-F238E27FC236}">
                <a16:creationId xmlns:a16="http://schemas.microsoft.com/office/drawing/2014/main" id="{22A51254-78B4-4011-AD8E-FAE11A967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436" y="81766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59" name="path-7570">
            <a:extLst xmlns:a="http://schemas.openxmlformats.org/drawingml/2006/main">
              <a:ext uri="{FF2B5EF4-FFF2-40B4-BE49-F238E27FC236}">
                <a16:creationId xmlns:a16="http://schemas.microsoft.com/office/drawing/2014/main" id="{F267CF58-C057-4CE5-A041-ACFB4D20A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6134" y="81802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0" name="path-7571">
            <a:extLst xmlns:a="http://schemas.openxmlformats.org/drawingml/2006/main">
              <a:ext uri="{FF2B5EF4-FFF2-40B4-BE49-F238E27FC236}">
                <a16:creationId xmlns:a16="http://schemas.microsoft.com/office/drawing/2014/main" id="{258EE0AA-740C-4F6A-8372-C844C5940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6578" y="81396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1" name="path-7572">
            <a:extLst xmlns:a="http://schemas.openxmlformats.org/drawingml/2006/main">
              <a:ext uri="{FF2B5EF4-FFF2-40B4-BE49-F238E27FC236}">
                <a16:creationId xmlns:a16="http://schemas.microsoft.com/office/drawing/2014/main" id="{3EA4B8B0-2B12-4E12-8248-276E9B784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68546" y="81635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2" name="path-7573">
            <a:extLst xmlns:a="http://schemas.openxmlformats.org/drawingml/2006/main">
              <a:ext uri="{FF2B5EF4-FFF2-40B4-BE49-F238E27FC236}">
                <a16:creationId xmlns:a16="http://schemas.microsoft.com/office/drawing/2014/main" id="{1BB981DC-D91C-4020-B2B2-A03B0E0AF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6272" y="8125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3" name="path-7574">
            <a:extLst xmlns:a="http://schemas.openxmlformats.org/drawingml/2006/main">
              <a:ext uri="{FF2B5EF4-FFF2-40B4-BE49-F238E27FC236}">
                <a16:creationId xmlns:a16="http://schemas.microsoft.com/office/drawing/2014/main" id="{F77FE3F0-D832-4118-AD00-075B56113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38904" y="81100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4" name="path-7575">
            <a:extLst xmlns:a="http://schemas.openxmlformats.org/drawingml/2006/main">
              <a:ext uri="{FF2B5EF4-FFF2-40B4-BE49-F238E27FC236}">
                <a16:creationId xmlns:a16="http://schemas.microsoft.com/office/drawing/2014/main" id="{2267595A-D63F-4199-BBA9-DC9042598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4150" y="81682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5" name="path-7576">
            <a:extLst xmlns:a="http://schemas.openxmlformats.org/drawingml/2006/main">
              <a:ext uri="{FF2B5EF4-FFF2-40B4-BE49-F238E27FC236}">
                <a16:creationId xmlns:a16="http://schemas.microsoft.com/office/drawing/2014/main" id="{A65DCB2E-C86A-4798-B361-856AB52E2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0032" y="81700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6" name="path-7577">
            <a:extLst xmlns:a="http://schemas.openxmlformats.org/drawingml/2006/main">
              <a:ext uri="{FF2B5EF4-FFF2-40B4-BE49-F238E27FC236}">
                <a16:creationId xmlns:a16="http://schemas.microsoft.com/office/drawing/2014/main" id="{64531BCA-704B-411B-8B93-F27EBB035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10186" y="81565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7" name="path-7578">
            <a:extLst xmlns:a="http://schemas.openxmlformats.org/drawingml/2006/main">
              <a:ext uri="{FF2B5EF4-FFF2-40B4-BE49-F238E27FC236}">
                <a16:creationId xmlns:a16="http://schemas.microsoft.com/office/drawing/2014/main" id="{86CF9F08-8091-4F50-B4C0-AB0B5AAB3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30614" y="81316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8" name="path-7579">
            <a:extLst xmlns:a="http://schemas.openxmlformats.org/drawingml/2006/main">
              <a:ext uri="{FF2B5EF4-FFF2-40B4-BE49-F238E27FC236}">
                <a16:creationId xmlns:a16="http://schemas.microsoft.com/office/drawing/2014/main" id="{3582E03E-8A40-4B2D-AD6D-DDF187903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99251" y="81317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69" name="path-7580">
            <a:extLst xmlns:a="http://schemas.openxmlformats.org/drawingml/2006/main">
              <a:ext uri="{FF2B5EF4-FFF2-40B4-BE49-F238E27FC236}">
                <a16:creationId xmlns:a16="http://schemas.microsoft.com/office/drawing/2014/main" id="{3867DA94-CF69-48A9-9AFA-372EC2F4B4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47610" y="8160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0" name="path-7581">
            <a:extLst xmlns:a="http://schemas.openxmlformats.org/drawingml/2006/main">
              <a:ext uri="{FF2B5EF4-FFF2-40B4-BE49-F238E27FC236}">
                <a16:creationId xmlns:a16="http://schemas.microsoft.com/office/drawing/2014/main" id="{31FAD375-AF89-4446-B4A6-8E99714E3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8844" y="81378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1" name="path-7582">
            <a:extLst xmlns:a="http://schemas.openxmlformats.org/drawingml/2006/main">
              <a:ext uri="{FF2B5EF4-FFF2-40B4-BE49-F238E27FC236}">
                <a16:creationId xmlns:a16="http://schemas.microsoft.com/office/drawing/2014/main" id="{79035660-1FF0-47FC-BEC8-A6D7888F6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1279" y="81517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2" name="path-7583">
            <a:extLst xmlns:a="http://schemas.openxmlformats.org/drawingml/2006/main">
              <a:ext uri="{FF2B5EF4-FFF2-40B4-BE49-F238E27FC236}">
                <a16:creationId xmlns:a16="http://schemas.microsoft.com/office/drawing/2014/main" id="{F09774AB-3EAA-46FE-9A03-D2C12E313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400" y="81634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3" name="path-7584">
            <a:extLst xmlns:a="http://schemas.openxmlformats.org/drawingml/2006/main">
              <a:ext uri="{FF2B5EF4-FFF2-40B4-BE49-F238E27FC236}">
                <a16:creationId xmlns:a16="http://schemas.microsoft.com/office/drawing/2014/main" id="{FC319FA4-6266-4CE0-B018-80FC7C1FD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5991" y="81199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4" name="path-7585">
            <a:extLst xmlns:a="http://schemas.openxmlformats.org/drawingml/2006/main">
              <a:ext uri="{FF2B5EF4-FFF2-40B4-BE49-F238E27FC236}">
                <a16:creationId xmlns:a16="http://schemas.microsoft.com/office/drawing/2014/main" id="{ADBCD08C-E1FA-440B-80AD-F202C966B8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21581" y="8162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5" name="path-7586">
            <a:extLst xmlns:a="http://schemas.openxmlformats.org/drawingml/2006/main">
              <a:ext uri="{FF2B5EF4-FFF2-40B4-BE49-F238E27FC236}">
                <a16:creationId xmlns:a16="http://schemas.microsoft.com/office/drawing/2014/main" id="{A69B8C5E-FB52-4312-B38F-E838DACAA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2385" y="8118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6" name="path-7587">
            <a:extLst xmlns:a="http://schemas.openxmlformats.org/drawingml/2006/main">
              <a:ext uri="{FF2B5EF4-FFF2-40B4-BE49-F238E27FC236}">
                <a16:creationId xmlns:a16="http://schemas.microsoft.com/office/drawing/2014/main" id="{06FFC125-AAE1-489F-8147-89B0C6F00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23702" y="8151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7" name="path-7588">
            <a:extLst xmlns:a="http://schemas.openxmlformats.org/drawingml/2006/main">
              <a:ext uri="{FF2B5EF4-FFF2-40B4-BE49-F238E27FC236}">
                <a16:creationId xmlns:a16="http://schemas.microsoft.com/office/drawing/2014/main" id="{42E61548-E53C-4A92-BD19-36CA55579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9274" y="814660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8" name="path-7589">
            <a:extLst xmlns:a="http://schemas.openxmlformats.org/drawingml/2006/main">
              <a:ext uri="{FF2B5EF4-FFF2-40B4-BE49-F238E27FC236}">
                <a16:creationId xmlns:a16="http://schemas.microsoft.com/office/drawing/2014/main" id="{CEF7A5B4-7710-4ADC-970D-2830118772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98620" y="81235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79" name="path-7590">
            <a:extLst xmlns:a="http://schemas.openxmlformats.org/drawingml/2006/main">
              <a:ext uri="{FF2B5EF4-FFF2-40B4-BE49-F238E27FC236}">
                <a16:creationId xmlns:a16="http://schemas.microsoft.com/office/drawing/2014/main" id="{3088703C-8AFB-4B03-8F4F-9CB737BA0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8790" y="81611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0" name="path-7591">
            <a:extLst xmlns:a="http://schemas.openxmlformats.org/drawingml/2006/main">
              <a:ext uri="{FF2B5EF4-FFF2-40B4-BE49-F238E27FC236}">
                <a16:creationId xmlns:a16="http://schemas.microsoft.com/office/drawing/2014/main" id="{FA93B0E6-5CFA-4F0E-8F02-6BF65A3CC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71124" y="81547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1" name="path-7592">
            <a:extLst xmlns:a="http://schemas.openxmlformats.org/drawingml/2006/main">
              <a:ext uri="{FF2B5EF4-FFF2-40B4-BE49-F238E27FC236}">
                <a16:creationId xmlns:a16="http://schemas.microsoft.com/office/drawing/2014/main" id="{B6045270-78A8-4318-8F68-CDA9EF8D8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78779" y="81083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2" name="path-7593">
            <a:extLst xmlns:a="http://schemas.openxmlformats.org/drawingml/2006/main">
              <a:ext uri="{FF2B5EF4-FFF2-40B4-BE49-F238E27FC236}">
                <a16:creationId xmlns:a16="http://schemas.microsoft.com/office/drawing/2014/main" id="{BA2BF9A7-82BB-4246-8D47-E64BA4BBB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5038" y="8152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3" name="path-7594">
            <a:extLst xmlns:a="http://schemas.openxmlformats.org/drawingml/2006/main">
              <a:ext uri="{FF2B5EF4-FFF2-40B4-BE49-F238E27FC236}">
                <a16:creationId xmlns:a16="http://schemas.microsoft.com/office/drawing/2014/main" id="{0CF34AE1-E7E5-4030-802F-7368C2ACB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8168" y="8118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4" name="path-7595">
            <a:extLst xmlns:a="http://schemas.openxmlformats.org/drawingml/2006/main">
              <a:ext uri="{FF2B5EF4-FFF2-40B4-BE49-F238E27FC236}">
                <a16:creationId xmlns:a16="http://schemas.microsoft.com/office/drawing/2014/main" id="{AEBFD9DB-58B4-4EB4-966E-E4E3FB946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1422" y="81404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5" name="path-7596">
            <a:extLst xmlns:a="http://schemas.openxmlformats.org/drawingml/2006/main">
              <a:ext uri="{FF2B5EF4-FFF2-40B4-BE49-F238E27FC236}">
                <a16:creationId xmlns:a16="http://schemas.microsoft.com/office/drawing/2014/main" id="{9690326F-7BA8-4A11-B9EF-4F406308F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1092" y="81889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6" name="path-7597">
            <a:extLst xmlns:a="http://schemas.openxmlformats.org/drawingml/2006/main">
              <a:ext uri="{FF2B5EF4-FFF2-40B4-BE49-F238E27FC236}">
                <a16:creationId xmlns:a16="http://schemas.microsoft.com/office/drawing/2014/main" id="{DE8CD4DD-46DD-4637-8CED-62B3DF177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4982" y="81149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7" name="path-7598">
            <a:extLst xmlns:a="http://schemas.openxmlformats.org/drawingml/2006/main">
              <a:ext uri="{FF2B5EF4-FFF2-40B4-BE49-F238E27FC236}">
                <a16:creationId xmlns:a16="http://schemas.microsoft.com/office/drawing/2014/main" id="{3250C4DD-6BD2-4BB1-9028-5B3D633A6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89291" y="8160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8" name="path-7599">
            <a:extLst xmlns:a="http://schemas.openxmlformats.org/drawingml/2006/main">
              <a:ext uri="{FF2B5EF4-FFF2-40B4-BE49-F238E27FC236}">
                <a16:creationId xmlns:a16="http://schemas.microsoft.com/office/drawing/2014/main" id="{C1FE0D2F-494D-4C9A-A190-15919BDF9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2735" y="81349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89" name="path-7600">
            <a:extLst xmlns:a="http://schemas.openxmlformats.org/drawingml/2006/main">
              <a:ext uri="{FF2B5EF4-FFF2-40B4-BE49-F238E27FC236}">
                <a16:creationId xmlns:a16="http://schemas.microsoft.com/office/drawing/2014/main" id="{11139A28-B38E-429B-B355-CBB9EBB25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3272" y="81355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0" name="path-7601">
            <a:extLst xmlns:a="http://schemas.openxmlformats.org/drawingml/2006/main">
              <a:ext uri="{FF2B5EF4-FFF2-40B4-BE49-F238E27FC236}">
                <a16:creationId xmlns:a16="http://schemas.microsoft.com/office/drawing/2014/main" id="{A0BC0337-A568-40AA-845A-7961FCAF7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3409" y="81381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1" name="path-7602">
            <a:extLst xmlns:a="http://schemas.openxmlformats.org/drawingml/2006/main">
              <a:ext uri="{FF2B5EF4-FFF2-40B4-BE49-F238E27FC236}">
                <a16:creationId xmlns:a16="http://schemas.microsoft.com/office/drawing/2014/main" id="{B102291B-3515-4A61-8744-25347D14E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09743" y="81266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2" name="path-7603">
            <a:extLst xmlns:a="http://schemas.openxmlformats.org/drawingml/2006/main">
              <a:ext uri="{FF2B5EF4-FFF2-40B4-BE49-F238E27FC236}">
                <a16:creationId xmlns:a16="http://schemas.microsoft.com/office/drawing/2014/main" id="{D49FE69E-E9BF-4E58-A51B-EDCD07EC3A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5449" y="81307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3" name="path-7604">
            <a:extLst xmlns:a="http://schemas.openxmlformats.org/drawingml/2006/main">
              <a:ext uri="{FF2B5EF4-FFF2-40B4-BE49-F238E27FC236}">
                <a16:creationId xmlns:a16="http://schemas.microsoft.com/office/drawing/2014/main" id="{6530C699-E736-4B02-87A4-F73F5182A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6603" y="81449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4" name="path-7605">
            <a:extLst xmlns:a="http://schemas.openxmlformats.org/drawingml/2006/main">
              <a:ext uri="{FF2B5EF4-FFF2-40B4-BE49-F238E27FC236}">
                <a16:creationId xmlns:a16="http://schemas.microsoft.com/office/drawing/2014/main" id="{72407BD5-94E4-41BD-A0C5-071A2F8D8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7624" y="81700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5" name="path-7606">
            <a:extLst xmlns:a="http://schemas.openxmlformats.org/drawingml/2006/main">
              <a:ext uri="{FF2B5EF4-FFF2-40B4-BE49-F238E27FC236}">
                <a16:creationId xmlns:a16="http://schemas.microsoft.com/office/drawing/2014/main" id="{D9891EF5-6363-4269-BCD3-3A1D76A8F2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20010" y="81208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6" name="path-7607">
            <a:extLst xmlns:a="http://schemas.openxmlformats.org/drawingml/2006/main">
              <a:ext uri="{FF2B5EF4-FFF2-40B4-BE49-F238E27FC236}">
                <a16:creationId xmlns:a16="http://schemas.microsoft.com/office/drawing/2014/main" id="{43A50037-FFEE-45B0-ACA6-26C0FBACD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85849" y="81313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7" name="path-7608">
            <a:extLst xmlns:a="http://schemas.openxmlformats.org/drawingml/2006/main">
              <a:ext uri="{FF2B5EF4-FFF2-40B4-BE49-F238E27FC236}">
                <a16:creationId xmlns:a16="http://schemas.microsoft.com/office/drawing/2014/main" id="{5D9B8559-3022-491C-AA29-A6590DCBB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01144" y="8153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8" name="path-7609">
            <a:extLst xmlns:a="http://schemas.openxmlformats.org/drawingml/2006/main">
              <a:ext uri="{FF2B5EF4-FFF2-40B4-BE49-F238E27FC236}">
                <a16:creationId xmlns:a16="http://schemas.microsoft.com/office/drawing/2014/main" id="{97C6ABB7-9D45-4369-9A2C-9762DCF1B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02481" y="81780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99" name="path-7610">
            <a:extLst xmlns:a="http://schemas.openxmlformats.org/drawingml/2006/main">
              <a:ext uri="{FF2B5EF4-FFF2-40B4-BE49-F238E27FC236}">
                <a16:creationId xmlns:a16="http://schemas.microsoft.com/office/drawing/2014/main" id="{CB23AB92-578D-4F7F-9141-EE578E2B9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5433" y="81646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0" name="path-7611">
            <a:extLst xmlns:a="http://schemas.openxmlformats.org/drawingml/2006/main">
              <a:ext uri="{FF2B5EF4-FFF2-40B4-BE49-F238E27FC236}">
                <a16:creationId xmlns:a16="http://schemas.microsoft.com/office/drawing/2014/main" id="{3E162935-A17B-4B5D-B507-4E44450FF2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08148" y="81241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1" name="path-7612">
            <a:extLst xmlns:a="http://schemas.openxmlformats.org/drawingml/2006/main">
              <a:ext uri="{FF2B5EF4-FFF2-40B4-BE49-F238E27FC236}">
                <a16:creationId xmlns:a16="http://schemas.microsoft.com/office/drawing/2014/main" id="{69989A49-7C95-4102-BAB4-ECE6814EF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39973" y="81727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2" name="path-7613">
            <a:extLst xmlns:a="http://schemas.openxmlformats.org/drawingml/2006/main">
              <a:ext uri="{FF2B5EF4-FFF2-40B4-BE49-F238E27FC236}">
                <a16:creationId xmlns:a16="http://schemas.microsoft.com/office/drawing/2014/main" id="{215A4876-0A4D-4A13-8AF9-5B42F25E2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5044" y="81487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3" name="path-7614">
            <a:extLst xmlns:a="http://schemas.openxmlformats.org/drawingml/2006/main">
              <a:ext uri="{FF2B5EF4-FFF2-40B4-BE49-F238E27FC236}">
                <a16:creationId xmlns:a16="http://schemas.microsoft.com/office/drawing/2014/main" id="{6E0A36B9-89D7-4359-985A-4BEE0ABA5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4133" y="81350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4" name="path-7615">
            <a:extLst xmlns:a="http://schemas.openxmlformats.org/drawingml/2006/main">
              <a:ext uri="{FF2B5EF4-FFF2-40B4-BE49-F238E27FC236}">
                <a16:creationId xmlns:a16="http://schemas.microsoft.com/office/drawing/2014/main" id="{FD9A5797-5348-4638-AE1C-144D9873E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7927" y="81499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5" name="path-7616">
            <a:extLst xmlns:a="http://schemas.openxmlformats.org/drawingml/2006/main">
              <a:ext uri="{FF2B5EF4-FFF2-40B4-BE49-F238E27FC236}">
                <a16:creationId xmlns:a16="http://schemas.microsoft.com/office/drawing/2014/main" id="{8B296A19-F903-43F6-A167-2065BF970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16320" y="81324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6" name="path-7617">
            <a:extLst xmlns:a="http://schemas.openxmlformats.org/drawingml/2006/main">
              <a:ext uri="{FF2B5EF4-FFF2-40B4-BE49-F238E27FC236}">
                <a16:creationId xmlns:a16="http://schemas.microsoft.com/office/drawing/2014/main" id="{11090E0E-E8BD-4BCD-9690-57274E6FF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3806" y="8143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7" name="path-7618">
            <a:extLst xmlns:a="http://schemas.openxmlformats.org/drawingml/2006/main">
              <a:ext uri="{FF2B5EF4-FFF2-40B4-BE49-F238E27FC236}">
                <a16:creationId xmlns:a16="http://schemas.microsoft.com/office/drawing/2014/main" id="{B3AD6B57-CF96-42CE-8232-DE95F85F0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81119" y="81561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8" name="path-7619">
            <a:extLst xmlns:a="http://schemas.openxmlformats.org/drawingml/2006/main">
              <a:ext uri="{FF2B5EF4-FFF2-40B4-BE49-F238E27FC236}">
                <a16:creationId xmlns:a16="http://schemas.microsoft.com/office/drawing/2014/main" id="{0043BEF0-D6EC-4476-849D-94680466A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1589" y="81477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09" name="path-7620">
            <a:extLst xmlns:a="http://schemas.openxmlformats.org/drawingml/2006/main">
              <a:ext uri="{FF2B5EF4-FFF2-40B4-BE49-F238E27FC236}">
                <a16:creationId xmlns:a16="http://schemas.microsoft.com/office/drawing/2014/main" id="{BACE5869-ED9D-4E55-9B85-2855B4839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3973" y="81373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0" name="path-7621">
            <a:extLst xmlns:a="http://schemas.openxmlformats.org/drawingml/2006/main">
              <a:ext uri="{FF2B5EF4-FFF2-40B4-BE49-F238E27FC236}">
                <a16:creationId xmlns:a16="http://schemas.microsoft.com/office/drawing/2014/main" id="{72F1367A-1844-4D91-BCC4-CC0C3B7BB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8609" y="81682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1" name="path-7622">
            <a:extLst xmlns:a="http://schemas.openxmlformats.org/drawingml/2006/main">
              <a:ext uri="{FF2B5EF4-FFF2-40B4-BE49-F238E27FC236}">
                <a16:creationId xmlns:a16="http://schemas.microsoft.com/office/drawing/2014/main" id="{41C2A11B-1074-46D1-BCDC-3658B9919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0349" y="81491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2" name="path-7623">
            <a:extLst xmlns:a="http://schemas.openxmlformats.org/drawingml/2006/main">
              <a:ext uri="{FF2B5EF4-FFF2-40B4-BE49-F238E27FC236}">
                <a16:creationId xmlns:a16="http://schemas.microsoft.com/office/drawing/2014/main" id="{4202ED07-042E-4D7F-B12F-F624318F2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2158" y="8111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3" name="path-7624">
            <a:extLst xmlns:a="http://schemas.openxmlformats.org/drawingml/2006/main">
              <a:ext uri="{FF2B5EF4-FFF2-40B4-BE49-F238E27FC236}">
                <a16:creationId xmlns:a16="http://schemas.microsoft.com/office/drawing/2014/main" id="{772EA0A0-B0C3-4D95-AA98-36F8B6DE4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8327" y="81468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4" name="path-7625">
            <a:extLst xmlns:a="http://schemas.openxmlformats.org/drawingml/2006/main">
              <a:ext uri="{FF2B5EF4-FFF2-40B4-BE49-F238E27FC236}">
                <a16:creationId xmlns:a16="http://schemas.microsoft.com/office/drawing/2014/main" id="{DB0F956E-B843-4261-A007-CF4834C79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1789" y="81382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5" name="path-7626">
            <a:extLst xmlns:a="http://schemas.openxmlformats.org/drawingml/2006/main">
              <a:ext uri="{FF2B5EF4-FFF2-40B4-BE49-F238E27FC236}">
                <a16:creationId xmlns:a16="http://schemas.microsoft.com/office/drawing/2014/main" id="{5D764CEF-79B9-4EC2-A070-8ABE5418A5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07337" y="81020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6" name="path-7627">
            <a:extLst xmlns:a="http://schemas.openxmlformats.org/drawingml/2006/main">
              <a:ext uri="{FF2B5EF4-FFF2-40B4-BE49-F238E27FC236}">
                <a16:creationId xmlns:a16="http://schemas.microsoft.com/office/drawing/2014/main" id="{06F1C82D-9A43-44B6-AA14-701E64988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5981" y="81719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7" name="path-7628">
            <a:extLst xmlns:a="http://schemas.openxmlformats.org/drawingml/2006/main">
              <a:ext uri="{FF2B5EF4-FFF2-40B4-BE49-F238E27FC236}">
                <a16:creationId xmlns:a16="http://schemas.microsoft.com/office/drawing/2014/main" id="{A50B65A0-3809-44DA-974A-DECE56610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8200" y="81404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8" name="path-7629">
            <a:extLst xmlns:a="http://schemas.openxmlformats.org/drawingml/2006/main">
              <a:ext uri="{FF2B5EF4-FFF2-40B4-BE49-F238E27FC236}">
                <a16:creationId xmlns:a16="http://schemas.microsoft.com/office/drawing/2014/main" id="{71A4052D-A9AB-4581-91C9-728C144F4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23286" y="81455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19" name="path-7630">
            <a:extLst xmlns:a="http://schemas.openxmlformats.org/drawingml/2006/main">
              <a:ext uri="{FF2B5EF4-FFF2-40B4-BE49-F238E27FC236}">
                <a16:creationId xmlns:a16="http://schemas.microsoft.com/office/drawing/2014/main" id="{A4AFB6CB-D9AB-4938-9920-FB03814931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0620" y="814430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0" name="path-7631">
            <a:extLst xmlns:a="http://schemas.openxmlformats.org/drawingml/2006/main">
              <a:ext uri="{FF2B5EF4-FFF2-40B4-BE49-F238E27FC236}">
                <a16:creationId xmlns:a16="http://schemas.microsoft.com/office/drawing/2014/main" id="{A89263B9-D4CD-48EF-BE11-E7DFD625B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2376" y="81478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1" name="path-7632">
            <a:extLst xmlns:a="http://schemas.openxmlformats.org/drawingml/2006/main">
              <a:ext uri="{FF2B5EF4-FFF2-40B4-BE49-F238E27FC236}">
                <a16:creationId xmlns:a16="http://schemas.microsoft.com/office/drawing/2014/main" id="{8D2666C8-98F5-4648-9D02-1B221B875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15483" y="81666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2" name="path-7633">
            <a:extLst xmlns:a="http://schemas.openxmlformats.org/drawingml/2006/main">
              <a:ext uri="{FF2B5EF4-FFF2-40B4-BE49-F238E27FC236}">
                <a16:creationId xmlns:a16="http://schemas.microsoft.com/office/drawing/2014/main" id="{A9F822A3-F108-406D-ACDC-F94F5FA28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29538" y="8158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3" name="path-7634">
            <a:extLst xmlns:a="http://schemas.openxmlformats.org/drawingml/2006/main">
              <a:ext uri="{FF2B5EF4-FFF2-40B4-BE49-F238E27FC236}">
                <a16:creationId xmlns:a16="http://schemas.microsoft.com/office/drawing/2014/main" id="{251BE342-BB42-4DC9-A4CC-9712E7154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4730" y="81197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4" name="path-7635">
            <a:extLst xmlns:a="http://schemas.openxmlformats.org/drawingml/2006/main">
              <a:ext uri="{FF2B5EF4-FFF2-40B4-BE49-F238E27FC236}">
                <a16:creationId xmlns:a16="http://schemas.microsoft.com/office/drawing/2014/main" id="{7EACEBAE-7BAA-491B-BC2C-C026B0D7B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70201" y="81489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5" name="path-7636">
            <a:extLst xmlns:a="http://schemas.openxmlformats.org/drawingml/2006/main">
              <a:ext uri="{FF2B5EF4-FFF2-40B4-BE49-F238E27FC236}">
                <a16:creationId xmlns:a16="http://schemas.microsoft.com/office/drawing/2014/main" id="{6D27FF10-D9B5-4A0C-9A4D-FC9D9848F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7299" y="81573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6" name="path-7637">
            <a:extLst xmlns:a="http://schemas.openxmlformats.org/drawingml/2006/main">
              <a:ext uri="{FF2B5EF4-FFF2-40B4-BE49-F238E27FC236}">
                <a16:creationId xmlns:a16="http://schemas.microsoft.com/office/drawing/2014/main" id="{2D8B4465-6E6E-4CB5-8F1E-50E42994D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3305" y="81731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7" name="path-7638">
            <a:extLst xmlns:a="http://schemas.openxmlformats.org/drawingml/2006/main">
              <a:ext uri="{FF2B5EF4-FFF2-40B4-BE49-F238E27FC236}">
                <a16:creationId xmlns:a16="http://schemas.microsoft.com/office/drawing/2014/main" id="{A0125233-9629-468B-8647-B41CA9C6DC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6365" y="81567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8" name="path-7639">
            <a:extLst xmlns:a="http://schemas.openxmlformats.org/drawingml/2006/main">
              <a:ext uri="{FF2B5EF4-FFF2-40B4-BE49-F238E27FC236}">
                <a16:creationId xmlns:a16="http://schemas.microsoft.com/office/drawing/2014/main" id="{A4F62ADD-BC44-4835-9290-AA77715C1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0712" y="81174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29" name="path-7640">
            <a:extLst xmlns:a="http://schemas.openxmlformats.org/drawingml/2006/main">
              <a:ext uri="{FF2B5EF4-FFF2-40B4-BE49-F238E27FC236}">
                <a16:creationId xmlns:a16="http://schemas.microsoft.com/office/drawing/2014/main" id="{EFB174BB-EC7B-4D18-9BCB-20929797E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65707" y="816118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0" name="path-7641">
            <a:extLst xmlns:a="http://schemas.openxmlformats.org/drawingml/2006/main">
              <a:ext uri="{FF2B5EF4-FFF2-40B4-BE49-F238E27FC236}">
                <a16:creationId xmlns:a16="http://schemas.microsoft.com/office/drawing/2014/main" id="{4271FC98-D0DA-4941-B27E-F189C8F98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86375" y="81182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1" name="path-7642">
            <a:extLst xmlns:a="http://schemas.openxmlformats.org/drawingml/2006/main">
              <a:ext uri="{FF2B5EF4-FFF2-40B4-BE49-F238E27FC236}">
                <a16:creationId xmlns:a16="http://schemas.microsoft.com/office/drawing/2014/main" id="{D6D5B15A-B5B8-41E7-BA71-033BABDEC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4965" y="81500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2" name="path-7643">
            <a:extLst xmlns:a="http://schemas.openxmlformats.org/drawingml/2006/main">
              <a:ext uri="{FF2B5EF4-FFF2-40B4-BE49-F238E27FC236}">
                <a16:creationId xmlns:a16="http://schemas.microsoft.com/office/drawing/2014/main" id="{3F145999-99A9-4A92-A056-47FD677F7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5955" y="81415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3" name="path-7644">
            <a:extLst xmlns:a="http://schemas.openxmlformats.org/drawingml/2006/main">
              <a:ext uri="{FF2B5EF4-FFF2-40B4-BE49-F238E27FC236}">
                <a16:creationId xmlns:a16="http://schemas.microsoft.com/office/drawing/2014/main" id="{CD8AE09D-490B-403D-A2AE-A7879E99EF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07459" y="81559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4" name="path-7645">
            <a:extLst xmlns:a="http://schemas.openxmlformats.org/drawingml/2006/main">
              <a:ext uri="{FF2B5EF4-FFF2-40B4-BE49-F238E27FC236}">
                <a16:creationId xmlns:a16="http://schemas.microsoft.com/office/drawing/2014/main" id="{A6D7D386-57B6-4C74-9BE9-4DB224415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7140" y="81190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5" name="path-7646">
            <a:extLst xmlns:a="http://schemas.openxmlformats.org/drawingml/2006/main">
              <a:ext uri="{FF2B5EF4-FFF2-40B4-BE49-F238E27FC236}">
                <a16:creationId xmlns:a16="http://schemas.microsoft.com/office/drawing/2014/main" id="{71B15E57-9FDE-437F-8A5E-76A1E5BBF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4872" y="81505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6" name="path-7647">
            <a:extLst xmlns:a="http://schemas.openxmlformats.org/drawingml/2006/main">
              <a:ext uri="{FF2B5EF4-FFF2-40B4-BE49-F238E27FC236}">
                <a16:creationId xmlns:a16="http://schemas.microsoft.com/office/drawing/2014/main" id="{249B6A22-C723-41B8-9347-62B216948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14230" y="81530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7" name="path-7648">
            <a:extLst xmlns:a="http://schemas.openxmlformats.org/drawingml/2006/main">
              <a:ext uri="{FF2B5EF4-FFF2-40B4-BE49-F238E27FC236}">
                <a16:creationId xmlns:a16="http://schemas.microsoft.com/office/drawing/2014/main" id="{53F7D6B6-F7DC-4F75-8EF5-7A0EF910C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8651" y="81412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8" name="path-7649">
            <a:extLst xmlns:a="http://schemas.openxmlformats.org/drawingml/2006/main">
              <a:ext uri="{FF2B5EF4-FFF2-40B4-BE49-F238E27FC236}">
                <a16:creationId xmlns:a16="http://schemas.microsoft.com/office/drawing/2014/main" id="{B0030483-1A57-41B1-B9EB-8C4469909D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2868" y="8177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39" name="path-7650">
            <a:extLst xmlns:a="http://schemas.openxmlformats.org/drawingml/2006/main">
              <a:ext uri="{FF2B5EF4-FFF2-40B4-BE49-F238E27FC236}">
                <a16:creationId xmlns:a16="http://schemas.microsoft.com/office/drawing/2014/main" id="{A2C40C58-C4F3-4A8B-98B6-46A757BEF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87504" y="81318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0" name="path-7651">
            <a:extLst xmlns:a="http://schemas.openxmlformats.org/drawingml/2006/main">
              <a:ext uri="{FF2B5EF4-FFF2-40B4-BE49-F238E27FC236}">
                <a16:creationId xmlns:a16="http://schemas.microsoft.com/office/drawing/2014/main" id="{66F56640-3500-4EFD-8365-34BA91AF47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2038" y="81329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1" name="path-7652">
            <a:extLst xmlns:a="http://schemas.openxmlformats.org/drawingml/2006/main">
              <a:ext uri="{FF2B5EF4-FFF2-40B4-BE49-F238E27FC236}">
                <a16:creationId xmlns:a16="http://schemas.microsoft.com/office/drawing/2014/main" id="{E8007C57-3D33-47E3-AC00-F921FA235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69942" y="81745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2" name="path-7653">
            <a:extLst xmlns:a="http://schemas.openxmlformats.org/drawingml/2006/main">
              <a:ext uri="{FF2B5EF4-FFF2-40B4-BE49-F238E27FC236}">
                <a16:creationId xmlns:a16="http://schemas.microsoft.com/office/drawing/2014/main" id="{F7322B7A-756B-4E9D-B5B6-3F9A0C219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2912" y="8179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3" name="path-7654">
            <a:extLst xmlns:a="http://schemas.openxmlformats.org/drawingml/2006/main">
              <a:ext uri="{FF2B5EF4-FFF2-40B4-BE49-F238E27FC236}">
                <a16:creationId xmlns:a16="http://schemas.microsoft.com/office/drawing/2014/main" id="{5F3B3956-E1D7-4E05-B506-2CD219BFA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46627" y="8137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4" name="path-7655">
            <a:extLst xmlns:a="http://schemas.openxmlformats.org/drawingml/2006/main">
              <a:ext uri="{FF2B5EF4-FFF2-40B4-BE49-F238E27FC236}">
                <a16:creationId xmlns:a16="http://schemas.microsoft.com/office/drawing/2014/main" id="{2003D9A0-8A0B-4820-972B-C080C6F8B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4278" y="81624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5" name="path-7656">
            <a:extLst xmlns:a="http://schemas.openxmlformats.org/drawingml/2006/main">
              <a:ext uri="{FF2B5EF4-FFF2-40B4-BE49-F238E27FC236}">
                <a16:creationId xmlns:a16="http://schemas.microsoft.com/office/drawing/2014/main" id="{6485624F-E195-404D-82B2-145C38DC3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48595" y="81384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6" name="path-7657">
            <a:extLst xmlns:a="http://schemas.openxmlformats.org/drawingml/2006/main">
              <a:ext uri="{FF2B5EF4-FFF2-40B4-BE49-F238E27FC236}">
                <a16:creationId xmlns:a16="http://schemas.microsoft.com/office/drawing/2014/main" id="{5F42EC23-C8DE-40B0-8BB7-8F998176D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8129" y="81408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7" name="path-7658">
            <a:extLst xmlns:a="http://schemas.openxmlformats.org/drawingml/2006/main">
              <a:ext uri="{FF2B5EF4-FFF2-40B4-BE49-F238E27FC236}">
                <a16:creationId xmlns:a16="http://schemas.microsoft.com/office/drawing/2014/main" id="{349A0975-86C1-4589-AD31-B19FBEC4D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8946" y="81324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8" name="path-7659">
            <a:extLst xmlns:a="http://schemas.openxmlformats.org/drawingml/2006/main">
              <a:ext uri="{FF2B5EF4-FFF2-40B4-BE49-F238E27FC236}">
                <a16:creationId xmlns:a16="http://schemas.microsoft.com/office/drawing/2014/main" id="{8E652B10-2689-4732-9B8A-BB5A53C52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02766" y="81547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49" name="path-7660">
            <a:extLst xmlns:a="http://schemas.openxmlformats.org/drawingml/2006/main">
              <a:ext uri="{FF2B5EF4-FFF2-40B4-BE49-F238E27FC236}">
                <a16:creationId xmlns:a16="http://schemas.microsoft.com/office/drawing/2014/main" id="{293AF3B1-1BE3-4231-8A80-5711727F8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9196" y="81617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0" name="path-7661">
            <a:extLst xmlns:a="http://schemas.openxmlformats.org/drawingml/2006/main">
              <a:ext uri="{FF2B5EF4-FFF2-40B4-BE49-F238E27FC236}">
                <a16:creationId xmlns:a16="http://schemas.microsoft.com/office/drawing/2014/main" id="{BB582152-52D2-4BAB-B2BD-066B3FE4B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85213" y="81586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1" name="path-7662">
            <a:extLst xmlns:a="http://schemas.openxmlformats.org/drawingml/2006/main">
              <a:ext uri="{FF2B5EF4-FFF2-40B4-BE49-F238E27FC236}">
                <a16:creationId xmlns:a16="http://schemas.microsoft.com/office/drawing/2014/main" id="{0AA56658-CACE-407B-997B-B2902CC47A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34810" y="81612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2" name="path-7663">
            <a:extLst xmlns:a="http://schemas.openxmlformats.org/drawingml/2006/main">
              <a:ext uri="{FF2B5EF4-FFF2-40B4-BE49-F238E27FC236}">
                <a16:creationId xmlns:a16="http://schemas.microsoft.com/office/drawing/2014/main" id="{5A3319EC-BE33-4FD4-9042-8161B8EB4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7806" y="81558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3" name="path-7664">
            <a:extLst xmlns:a="http://schemas.openxmlformats.org/drawingml/2006/main">
              <a:ext uri="{FF2B5EF4-FFF2-40B4-BE49-F238E27FC236}">
                <a16:creationId xmlns:a16="http://schemas.microsoft.com/office/drawing/2014/main" id="{0A9BF924-DB0E-493A-965F-6269C5DC2B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4915" y="818208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4" name="path-7665">
            <a:extLst xmlns:a="http://schemas.openxmlformats.org/drawingml/2006/main">
              <a:ext uri="{FF2B5EF4-FFF2-40B4-BE49-F238E27FC236}">
                <a16:creationId xmlns:a16="http://schemas.microsoft.com/office/drawing/2014/main" id="{9E2047BD-4565-43F7-BF84-8EDC7C25E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5904" y="81441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5" name="path-7666">
            <a:extLst xmlns:a="http://schemas.openxmlformats.org/drawingml/2006/main">
              <a:ext uri="{FF2B5EF4-FFF2-40B4-BE49-F238E27FC236}">
                <a16:creationId xmlns:a16="http://schemas.microsoft.com/office/drawing/2014/main" id="{8C72BC4E-362D-4E73-A320-00AFE0198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45904" y="81248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6" name="path-7667">
            <a:extLst xmlns:a="http://schemas.openxmlformats.org/drawingml/2006/main">
              <a:ext uri="{FF2B5EF4-FFF2-40B4-BE49-F238E27FC236}">
                <a16:creationId xmlns:a16="http://schemas.microsoft.com/office/drawing/2014/main" id="{C0F76924-9A0B-43E3-A06A-40EE23B64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2907" y="81219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7" name="path-7668">
            <a:extLst xmlns:a="http://schemas.openxmlformats.org/drawingml/2006/main">
              <a:ext uri="{FF2B5EF4-FFF2-40B4-BE49-F238E27FC236}">
                <a16:creationId xmlns:a16="http://schemas.microsoft.com/office/drawing/2014/main" id="{38A60AC8-EEA6-4696-969A-115AC3886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72409" y="8118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8" name="path-7669">
            <a:extLst xmlns:a="http://schemas.openxmlformats.org/drawingml/2006/main">
              <a:ext uri="{FF2B5EF4-FFF2-40B4-BE49-F238E27FC236}">
                <a16:creationId xmlns:a16="http://schemas.microsoft.com/office/drawing/2014/main" id="{C9619D18-934E-405D-B26A-AD540FF23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68891" y="81556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59" name="path-7670">
            <a:extLst xmlns:a="http://schemas.openxmlformats.org/drawingml/2006/main">
              <a:ext uri="{FF2B5EF4-FFF2-40B4-BE49-F238E27FC236}">
                <a16:creationId xmlns:a16="http://schemas.microsoft.com/office/drawing/2014/main" id="{F66AED23-C0B1-41B8-9600-A3508696C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1271" y="81655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0" name="path-7671">
            <a:extLst xmlns:a="http://schemas.openxmlformats.org/drawingml/2006/main">
              <a:ext uri="{FF2B5EF4-FFF2-40B4-BE49-F238E27FC236}">
                <a16:creationId xmlns:a16="http://schemas.microsoft.com/office/drawing/2014/main" id="{511AD569-A97F-43EF-BC66-45D99ABE1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3171" y="81644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1" name="path-7672">
            <a:extLst xmlns:a="http://schemas.openxmlformats.org/drawingml/2006/main">
              <a:ext uri="{FF2B5EF4-FFF2-40B4-BE49-F238E27FC236}">
                <a16:creationId xmlns:a16="http://schemas.microsoft.com/office/drawing/2014/main" id="{AFB5A8C9-CF9A-45EE-835B-114CB192E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8435" y="81086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2" name="path-7673">
            <a:extLst xmlns:a="http://schemas.openxmlformats.org/drawingml/2006/main">
              <a:ext uri="{FF2B5EF4-FFF2-40B4-BE49-F238E27FC236}">
                <a16:creationId xmlns:a16="http://schemas.microsoft.com/office/drawing/2014/main" id="{083AD65E-F7C0-4997-95A3-F28BC5EB8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6770" y="81167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3" name="path-7674">
            <a:extLst xmlns:a="http://schemas.openxmlformats.org/drawingml/2006/main">
              <a:ext uri="{FF2B5EF4-FFF2-40B4-BE49-F238E27FC236}">
                <a16:creationId xmlns:a16="http://schemas.microsoft.com/office/drawing/2014/main" id="{51364FC9-FE84-4070-A8FD-E50F232DF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33281" y="81337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4" name="path-7675">
            <a:extLst xmlns:a="http://schemas.openxmlformats.org/drawingml/2006/main">
              <a:ext uri="{FF2B5EF4-FFF2-40B4-BE49-F238E27FC236}">
                <a16:creationId xmlns:a16="http://schemas.microsoft.com/office/drawing/2014/main" id="{29361019-942B-40F9-976A-07641EA8C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1352" y="81523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5" name="path-7676">
            <a:extLst xmlns:a="http://schemas.openxmlformats.org/drawingml/2006/main">
              <a:ext uri="{FF2B5EF4-FFF2-40B4-BE49-F238E27FC236}">
                <a16:creationId xmlns:a16="http://schemas.microsoft.com/office/drawing/2014/main" id="{FA0E3D9B-A793-4028-A92D-E51F23978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7520" y="81431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6" name="path-7677">
            <a:extLst xmlns:a="http://schemas.openxmlformats.org/drawingml/2006/main">
              <a:ext uri="{FF2B5EF4-FFF2-40B4-BE49-F238E27FC236}">
                <a16:creationId xmlns:a16="http://schemas.microsoft.com/office/drawing/2014/main" id="{1C5A3223-4B84-40E4-B555-25A0699B5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98570" y="81647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7" name="path-7678">
            <a:extLst xmlns:a="http://schemas.openxmlformats.org/drawingml/2006/main">
              <a:ext uri="{FF2B5EF4-FFF2-40B4-BE49-F238E27FC236}">
                <a16:creationId xmlns:a16="http://schemas.microsoft.com/office/drawing/2014/main" id="{96EB9B9F-BC82-41B9-8DA8-B1FF29ED0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7685" y="81502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8" name="path-7679">
            <a:extLst xmlns:a="http://schemas.openxmlformats.org/drawingml/2006/main">
              <a:ext uri="{FF2B5EF4-FFF2-40B4-BE49-F238E27FC236}">
                <a16:creationId xmlns:a16="http://schemas.microsoft.com/office/drawing/2014/main" id="{81ADB765-7EC9-4F9A-8844-B5636D5A8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75608" y="812206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69" name="path-7680">
            <a:extLst xmlns:a="http://schemas.openxmlformats.org/drawingml/2006/main">
              <a:ext uri="{FF2B5EF4-FFF2-40B4-BE49-F238E27FC236}">
                <a16:creationId xmlns:a16="http://schemas.microsoft.com/office/drawing/2014/main" id="{66A147EB-76C1-4A2F-9DA4-49E2709E2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7126" y="81695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0" name="path-7681">
            <a:extLst xmlns:a="http://schemas.openxmlformats.org/drawingml/2006/main">
              <a:ext uri="{FF2B5EF4-FFF2-40B4-BE49-F238E27FC236}">
                <a16:creationId xmlns:a16="http://schemas.microsoft.com/office/drawing/2014/main" id="{F6AEBC00-F307-41DE-9205-EEBA68798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7255" y="81345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1" name="path-7682">
            <a:extLst xmlns:a="http://schemas.openxmlformats.org/drawingml/2006/main">
              <a:ext uri="{FF2B5EF4-FFF2-40B4-BE49-F238E27FC236}">
                <a16:creationId xmlns:a16="http://schemas.microsoft.com/office/drawing/2014/main" id="{B40B7529-552F-4697-BA09-95EB2FBE4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6024" y="8143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2" name="path-7683">
            <a:extLst xmlns:a="http://schemas.openxmlformats.org/drawingml/2006/main">
              <a:ext uri="{FF2B5EF4-FFF2-40B4-BE49-F238E27FC236}">
                <a16:creationId xmlns:a16="http://schemas.microsoft.com/office/drawing/2014/main" id="{473D1F16-2716-401E-99EC-F3B8F47FD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36753" y="81686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3" name="path-7684">
            <a:extLst xmlns:a="http://schemas.openxmlformats.org/drawingml/2006/main">
              <a:ext uri="{FF2B5EF4-FFF2-40B4-BE49-F238E27FC236}">
                <a16:creationId xmlns:a16="http://schemas.microsoft.com/office/drawing/2014/main" id="{6FFB2EDF-D359-4A40-9CA5-73DEBCACE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8362" y="81560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4" name="path-7685">
            <a:extLst xmlns:a="http://schemas.openxmlformats.org/drawingml/2006/main">
              <a:ext uri="{FF2B5EF4-FFF2-40B4-BE49-F238E27FC236}">
                <a16:creationId xmlns:a16="http://schemas.microsoft.com/office/drawing/2014/main" id="{E1DC1826-56A4-4D43-A321-2136877596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46112" y="81333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5" name="path-7686">
            <a:extLst xmlns:a="http://schemas.openxmlformats.org/drawingml/2006/main">
              <a:ext uri="{FF2B5EF4-FFF2-40B4-BE49-F238E27FC236}">
                <a16:creationId xmlns:a16="http://schemas.microsoft.com/office/drawing/2014/main" id="{4856D51F-5EB4-4021-BD4B-BF49EDB37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20434" y="81769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6" name="path-7687">
            <a:extLst xmlns:a="http://schemas.openxmlformats.org/drawingml/2006/main">
              <a:ext uri="{FF2B5EF4-FFF2-40B4-BE49-F238E27FC236}">
                <a16:creationId xmlns:a16="http://schemas.microsoft.com/office/drawing/2014/main" id="{C66D0B29-7538-49E9-8E91-37565F7A4B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75187" y="8127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7" name="path-7688">
            <a:extLst xmlns:a="http://schemas.openxmlformats.org/drawingml/2006/main">
              <a:ext uri="{FF2B5EF4-FFF2-40B4-BE49-F238E27FC236}">
                <a16:creationId xmlns:a16="http://schemas.microsoft.com/office/drawing/2014/main" id="{31CBCD9C-9602-4D9B-978E-74EC48AEB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2450" y="8143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8" name="path-7689">
            <a:extLst xmlns:a="http://schemas.openxmlformats.org/drawingml/2006/main">
              <a:ext uri="{FF2B5EF4-FFF2-40B4-BE49-F238E27FC236}">
                <a16:creationId xmlns:a16="http://schemas.microsoft.com/office/drawing/2014/main" id="{3A09B611-0265-4962-A3BB-C0F0D62C8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7369" y="81491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79" name="path-7690">
            <a:extLst xmlns:a="http://schemas.openxmlformats.org/drawingml/2006/main">
              <a:ext uri="{FF2B5EF4-FFF2-40B4-BE49-F238E27FC236}">
                <a16:creationId xmlns:a16="http://schemas.microsoft.com/office/drawing/2014/main" id="{23DC3FC8-B817-46CC-9109-F7D50AC32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0299" y="81291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0" name="path-7691">
            <a:extLst xmlns:a="http://schemas.openxmlformats.org/drawingml/2006/main">
              <a:ext uri="{FF2B5EF4-FFF2-40B4-BE49-F238E27FC236}">
                <a16:creationId xmlns:a16="http://schemas.microsoft.com/office/drawing/2014/main" id="{814010DF-1586-453D-9824-2405DECF06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0782" y="81615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1" name="path-7692">
            <a:extLst xmlns:a="http://schemas.openxmlformats.org/drawingml/2006/main">
              <a:ext uri="{FF2B5EF4-FFF2-40B4-BE49-F238E27FC236}">
                <a16:creationId xmlns:a16="http://schemas.microsoft.com/office/drawing/2014/main" id="{43FE9F05-B213-41B2-8BEC-7D450226B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1377" y="81348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2" name="path-7693">
            <a:extLst xmlns:a="http://schemas.openxmlformats.org/drawingml/2006/main">
              <a:ext uri="{FF2B5EF4-FFF2-40B4-BE49-F238E27FC236}">
                <a16:creationId xmlns:a16="http://schemas.microsoft.com/office/drawing/2014/main" id="{4D7EA332-F6A6-4092-B0C1-3DAB0D56F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12052" y="816504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3" name="path-7694">
            <a:extLst xmlns:a="http://schemas.openxmlformats.org/drawingml/2006/main">
              <a:ext uri="{FF2B5EF4-FFF2-40B4-BE49-F238E27FC236}">
                <a16:creationId xmlns:a16="http://schemas.microsoft.com/office/drawing/2014/main" id="{0D719654-5499-44D8-AC56-C94D7E87E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2678" y="81273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4" name="path-7695">
            <a:extLst xmlns:a="http://schemas.openxmlformats.org/drawingml/2006/main">
              <a:ext uri="{FF2B5EF4-FFF2-40B4-BE49-F238E27FC236}">
                <a16:creationId xmlns:a16="http://schemas.microsoft.com/office/drawing/2014/main" id="{934B827A-84D4-4E3E-BDF7-E055EE2EB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86736" y="81591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5" name="path-7696">
            <a:extLst xmlns:a="http://schemas.openxmlformats.org/drawingml/2006/main">
              <a:ext uri="{FF2B5EF4-FFF2-40B4-BE49-F238E27FC236}">
                <a16:creationId xmlns:a16="http://schemas.microsoft.com/office/drawing/2014/main" id="{12BA6A52-68D4-4BB5-8BE2-A9BA25173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6563" y="81489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6" name="path-7697">
            <a:extLst xmlns:a="http://schemas.openxmlformats.org/drawingml/2006/main">
              <a:ext uri="{FF2B5EF4-FFF2-40B4-BE49-F238E27FC236}">
                <a16:creationId xmlns:a16="http://schemas.microsoft.com/office/drawing/2014/main" id="{9A585EE5-5178-4F4E-A4FD-2F097D76A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58243" y="815434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7" name="path-7698">
            <a:extLst xmlns:a="http://schemas.openxmlformats.org/drawingml/2006/main">
              <a:ext uri="{FF2B5EF4-FFF2-40B4-BE49-F238E27FC236}">
                <a16:creationId xmlns:a16="http://schemas.microsoft.com/office/drawing/2014/main" id="{A437BD69-A8F0-42FE-A268-BDCE3DE3C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5777" y="8168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8" name="path-7699">
            <a:extLst xmlns:a="http://schemas.openxmlformats.org/drawingml/2006/main">
              <a:ext uri="{FF2B5EF4-FFF2-40B4-BE49-F238E27FC236}">
                <a16:creationId xmlns:a16="http://schemas.microsoft.com/office/drawing/2014/main" id="{31A6CC0A-B488-4911-AEAD-205CD299E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7675" y="81428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89" name="path-7700">
            <a:extLst xmlns:a="http://schemas.openxmlformats.org/drawingml/2006/main">
              <a:ext uri="{FF2B5EF4-FFF2-40B4-BE49-F238E27FC236}">
                <a16:creationId xmlns:a16="http://schemas.microsoft.com/office/drawing/2014/main" id="{F789EFA6-B2C6-4B2B-8E04-E845D086F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19422" y="81327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0" name="path-7701">
            <a:extLst xmlns:a="http://schemas.openxmlformats.org/drawingml/2006/main">
              <a:ext uri="{FF2B5EF4-FFF2-40B4-BE49-F238E27FC236}">
                <a16:creationId xmlns:a16="http://schemas.microsoft.com/office/drawing/2014/main" id="{746B1396-1C89-4E5B-94E0-926288B9C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7230" y="8126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1" name="path-7702">
            <a:extLst xmlns:a="http://schemas.openxmlformats.org/drawingml/2006/main">
              <a:ext uri="{FF2B5EF4-FFF2-40B4-BE49-F238E27FC236}">
                <a16:creationId xmlns:a16="http://schemas.microsoft.com/office/drawing/2014/main" id="{5ECD38C6-9D7C-444F-A70F-771C5BC80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5643" y="813870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2" name="path-7703">
            <a:extLst xmlns:a="http://schemas.openxmlformats.org/drawingml/2006/main">
              <a:ext uri="{FF2B5EF4-FFF2-40B4-BE49-F238E27FC236}">
                <a16:creationId xmlns:a16="http://schemas.microsoft.com/office/drawing/2014/main" id="{3BA91B5C-5551-4990-A51C-64C1AF64E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93361" y="81131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3" name="path-7704">
            <a:extLst xmlns:a="http://schemas.openxmlformats.org/drawingml/2006/main">
              <a:ext uri="{FF2B5EF4-FFF2-40B4-BE49-F238E27FC236}">
                <a16:creationId xmlns:a16="http://schemas.microsoft.com/office/drawing/2014/main" id="{E5260DB0-0E32-48DF-B276-D36A9E659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2598" y="81437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4" name="path-7705">
            <a:extLst xmlns:a="http://schemas.openxmlformats.org/drawingml/2006/main">
              <a:ext uri="{FF2B5EF4-FFF2-40B4-BE49-F238E27FC236}">
                <a16:creationId xmlns:a16="http://schemas.microsoft.com/office/drawing/2014/main" id="{8743239D-06FB-4218-8E44-5573D31EB9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7130" y="81060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5" name="path-7706">
            <a:extLst xmlns:a="http://schemas.openxmlformats.org/drawingml/2006/main">
              <a:ext uri="{FF2B5EF4-FFF2-40B4-BE49-F238E27FC236}">
                <a16:creationId xmlns:a16="http://schemas.microsoft.com/office/drawing/2014/main" id="{F388D90C-79B9-42CF-9168-55C1CF766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1172" y="81465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6" name="path-7707">
            <a:extLst xmlns:a="http://schemas.openxmlformats.org/drawingml/2006/main">
              <a:ext uri="{FF2B5EF4-FFF2-40B4-BE49-F238E27FC236}">
                <a16:creationId xmlns:a16="http://schemas.microsoft.com/office/drawing/2014/main" id="{8D18FEF6-4E7F-43C5-AA6B-FF00CAFC3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59843" y="81582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7" name="path-7708">
            <a:extLst xmlns:a="http://schemas.openxmlformats.org/drawingml/2006/main">
              <a:ext uri="{FF2B5EF4-FFF2-40B4-BE49-F238E27FC236}">
                <a16:creationId xmlns:a16="http://schemas.microsoft.com/office/drawing/2014/main" id="{99424A0F-BD02-4D92-8C5A-30795E170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5782" y="81617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8" name="path-7709">
            <a:extLst xmlns:a="http://schemas.openxmlformats.org/drawingml/2006/main">
              <a:ext uri="{FF2B5EF4-FFF2-40B4-BE49-F238E27FC236}">
                <a16:creationId xmlns:a16="http://schemas.microsoft.com/office/drawing/2014/main" id="{C0A3EA29-C658-4C3C-A868-709EFC7EA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3979" y="81467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99" name="path-7710">
            <a:extLst xmlns:a="http://schemas.openxmlformats.org/drawingml/2006/main">
              <a:ext uri="{FF2B5EF4-FFF2-40B4-BE49-F238E27FC236}">
                <a16:creationId xmlns:a16="http://schemas.microsoft.com/office/drawing/2014/main" id="{8BE7DAE1-564F-4997-BD8B-2163F9255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43460" y="81391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0" name="path-7711">
            <a:extLst xmlns:a="http://schemas.openxmlformats.org/drawingml/2006/main">
              <a:ext uri="{FF2B5EF4-FFF2-40B4-BE49-F238E27FC236}">
                <a16:creationId xmlns:a16="http://schemas.microsoft.com/office/drawing/2014/main" id="{53BF2643-6A90-4077-8E2B-1BB395111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0007" y="81424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1" name="path-7712">
            <a:extLst xmlns:a="http://schemas.openxmlformats.org/drawingml/2006/main">
              <a:ext uri="{FF2B5EF4-FFF2-40B4-BE49-F238E27FC236}">
                <a16:creationId xmlns:a16="http://schemas.microsoft.com/office/drawing/2014/main" id="{A37D9E1B-1179-42CB-888E-8E434F6ADB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2937" y="81410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2" name="path-7713">
            <a:extLst xmlns:a="http://schemas.openxmlformats.org/drawingml/2006/main">
              <a:ext uri="{FF2B5EF4-FFF2-40B4-BE49-F238E27FC236}">
                <a16:creationId xmlns:a16="http://schemas.microsoft.com/office/drawing/2014/main" id="{CC06F579-E3B1-4831-9DCC-05BE44378F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88797" y="81183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3" name="path-7714">
            <a:extLst xmlns:a="http://schemas.openxmlformats.org/drawingml/2006/main">
              <a:ext uri="{FF2B5EF4-FFF2-40B4-BE49-F238E27FC236}">
                <a16:creationId xmlns:a16="http://schemas.microsoft.com/office/drawing/2014/main" id="{7798BC2E-273A-4CDD-8F76-1E7B89494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32481" y="81317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4" name="path-7715">
            <a:extLst xmlns:a="http://schemas.openxmlformats.org/drawingml/2006/main">
              <a:ext uri="{FF2B5EF4-FFF2-40B4-BE49-F238E27FC236}">
                <a16:creationId xmlns:a16="http://schemas.microsoft.com/office/drawing/2014/main" id="{38596642-1364-4035-978F-6FC389050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22347" y="81483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5" name="path-7716">
            <a:extLst xmlns:a="http://schemas.openxmlformats.org/drawingml/2006/main">
              <a:ext uri="{FF2B5EF4-FFF2-40B4-BE49-F238E27FC236}">
                <a16:creationId xmlns:a16="http://schemas.microsoft.com/office/drawing/2014/main" id="{2375BE96-737D-40B0-AF0C-6BEFE9F42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69832" y="81342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6" name="path-7717">
            <a:extLst xmlns:a="http://schemas.openxmlformats.org/drawingml/2006/main">
              <a:ext uri="{FF2B5EF4-FFF2-40B4-BE49-F238E27FC236}">
                <a16:creationId xmlns:a16="http://schemas.microsoft.com/office/drawing/2014/main" id="{F759596F-95B0-4F26-A407-4B8F9AFD6F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9722" y="81605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7" name="path-7718">
            <a:extLst xmlns:a="http://schemas.openxmlformats.org/drawingml/2006/main">
              <a:ext uri="{FF2B5EF4-FFF2-40B4-BE49-F238E27FC236}">
                <a16:creationId xmlns:a16="http://schemas.microsoft.com/office/drawing/2014/main" id="{819FAF70-F1EC-497A-9A31-54FC05D8C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6994" y="81709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8" name="path-7719">
            <a:extLst xmlns:a="http://schemas.openxmlformats.org/drawingml/2006/main">
              <a:ext uri="{FF2B5EF4-FFF2-40B4-BE49-F238E27FC236}">
                <a16:creationId xmlns:a16="http://schemas.microsoft.com/office/drawing/2014/main" id="{3336D949-1E1F-4157-9DA9-1554CB2C5D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4920" y="81408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09" name="path-7720">
            <a:extLst xmlns:a="http://schemas.openxmlformats.org/drawingml/2006/main">
              <a:ext uri="{FF2B5EF4-FFF2-40B4-BE49-F238E27FC236}">
                <a16:creationId xmlns:a16="http://schemas.microsoft.com/office/drawing/2014/main" id="{3B648520-4B2E-4223-9F16-7FBC987EF7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42306" y="81220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0" name="path-7721">
            <a:extLst xmlns:a="http://schemas.openxmlformats.org/drawingml/2006/main">
              <a:ext uri="{FF2B5EF4-FFF2-40B4-BE49-F238E27FC236}">
                <a16:creationId xmlns:a16="http://schemas.microsoft.com/office/drawing/2014/main" id="{93A85C9E-33F3-4FAF-8108-7370CA750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29545" y="81585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1" name="path-7722">
            <a:extLst xmlns:a="http://schemas.openxmlformats.org/drawingml/2006/main">
              <a:ext uri="{FF2B5EF4-FFF2-40B4-BE49-F238E27FC236}">
                <a16:creationId xmlns:a16="http://schemas.microsoft.com/office/drawing/2014/main" id="{2C00A200-A191-47C5-A770-5E221BD538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50313" y="81507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2" name="path-7723">
            <a:extLst xmlns:a="http://schemas.openxmlformats.org/drawingml/2006/main">
              <a:ext uri="{FF2B5EF4-FFF2-40B4-BE49-F238E27FC236}">
                <a16:creationId xmlns:a16="http://schemas.microsoft.com/office/drawing/2014/main" id="{3D8E2D3C-50B2-49F2-A7A0-B0C5FD714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3007" y="81479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3" name="path-7724">
            <a:extLst xmlns:a="http://schemas.openxmlformats.org/drawingml/2006/main">
              <a:ext uri="{FF2B5EF4-FFF2-40B4-BE49-F238E27FC236}">
                <a16:creationId xmlns:a16="http://schemas.microsoft.com/office/drawing/2014/main" id="{66483FE9-2AA2-409A-BA3B-375B6B8D5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7001" y="8144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4" name="path-7725">
            <a:extLst xmlns:a="http://schemas.openxmlformats.org/drawingml/2006/main">
              <a:ext uri="{FF2B5EF4-FFF2-40B4-BE49-F238E27FC236}">
                <a16:creationId xmlns:a16="http://schemas.microsoft.com/office/drawing/2014/main" id="{771CFC4B-59E7-45EB-993A-B93AE05DB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609" y="81297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5" name="path-7726">
            <a:extLst xmlns:a="http://schemas.openxmlformats.org/drawingml/2006/main">
              <a:ext uri="{FF2B5EF4-FFF2-40B4-BE49-F238E27FC236}">
                <a16:creationId xmlns:a16="http://schemas.microsoft.com/office/drawing/2014/main" id="{4745F564-6507-4B87-928D-E073E39EA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5221" y="81354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6" name="path-7727">
            <a:extLst xmlns:a="http://schemas.openxmlformats.org/drawingml/2006/main">
              <a:ext uri="{FF2B5EF4-FFF2-40B4-BE49-F238E27FC236}">
                <a16:creationId xmlns:a16="http://schemas.microsoft.com/office/drawing/2014/main" id="{424ADCE0-909E-446E-9E39-246F74FC2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5825" y="81708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7" name="path-7728">
            <a:extLst xmlns:a="http://schemas.openxmlformats.org/drawingml/2006/main">
              <a:ext uri="{FF2B5EF4-FFF2-40B4-BE49-F238E27FC236}">
                <a16:creationId xmlns:a16="http://schemas.microsoft.com/office/drawing/2014/main" id="{09B39DE3-8DE2-4F61-9BB2-DA64BA0B0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0612" y="81437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8" name="path-7729">
            <a:extLst xmlns:a="http://schemas.openxmlformats.org/drawingml/2006/main">
              <a:ext uri="{FF2B5EF4-FFF2-40B4-BE49-F238E27FC236}">
                <a16:creationId xmlns:a16="http://schemas.microsoft.com/office/drawing/2014/main" id="{4B2DCCDE-FAB4-46C1-9ED7-4F02737C7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04107" y="81343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19" name="path-7730">
            <a:extLst xmlns:a="http://schemas.openxmlformats.org/drawingml/2006/main">
              <a:ext uri="{FF2B5EF4-FFF2-40B4-BE49-F238E27FC236}">
                <a16:creationId xmlns:a16="http://schemas.microsoft.com/office/drawing/2014/main" id="{F5E98A90-04FD-464C-B6D6-623F2C5AA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00281" y="8156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0" name="path-7731">
            <a:extLst xmlns:a="http://schemas.openxmlformats.org/drawingml/2006/main">
              <a:ext uri="{FF2B5EF4-FFF2-40B4-BE49-F238E27FC236}">
                <a16:creationId xmlns:a16="http://schemas.microsoft.com/office/drawing/2014/main" id="{CEB66651-89F6-44C3-82C8-431946EBE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06173" y="81373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1" name="path-7732">
            <a:extLst xmlns:a="http://schemas.openxmlformats.org/drawingml/2006/main">
              <a:ext uri="{FF2B5EF4-FFF2-40B4-BE49-F238E27FC236}">
                <a16:creationId xmlns:a16="http://schemas.microsoft.com/office/drawing/2014/main" id="{3E8535DD-1874-4168-A525-086C949EC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83006" y="8156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2" name="path-7733">
            <a:extLst xmlns:a="http://schemas.openxmlformats.org/drawingml/2006/main">
              <a:ext uri="{FF2B5EF4-FFF2-40B4-BE49-F238E27FC236}">
                <a16:creationId xmlns:a16="http://schemas.microsoft.com/office/drawing/2014/main" id="{46ACA934-6974-4B8C-AE0B-86B780396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1833" y="81481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3" name="path-7734">
            <a:extLst xmlns:a="http://schemas.openxmlformats.org/drawingml/2006/main">
              <a:ext uri="{FF2B5EF4-FFF2-40B4-BE49-F238E27FC236}">
                <a16:creationId xmlns:a16="http://schemas.microsoft.com/office/drawing/2014/main" id="{2D22DB8A-43FC-4F9C-B207-87330C5E6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3052" y="81462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4" name="path-7735">
            <a:extLst xmlns:a="http://schemas.openxmlformats.org/drawingml/2006/main">
              <a:ext uri="{FF2B5EF4-FFF2-40B4-BE49-F238E27FC236}">
                <a16:creationId xmlns:a16="http://schemas.microsoft.com/office/drawing/2014/main" id="{A7CA745A-28DB-4ED7-81C4-291F51983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3655" y="8132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5" name="path-7736">
            <a:extLst xmlns:a="http://schemas.openxmlformats.org/drawingml/2006/main">
              <a:ext uri="{FF2B5EF4-FFF2-40B4-BE49-F238E27FC236}">
                <a16:creationId xmlns:a16="http://schemas.microsoft.com/office/drawing/2014/main" id="{94A4E304-33C6-402E-8729-3F68C6905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4045" y="81784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6" name="path-7737">
            <a:extLst xmlns:a="http://schemas.openxmlformats.org/drawingml/2006/main">
              <a:ext uri="{FF2B5EF4-FFF2-40B4-BE49-F238E27FC236}">
                <a16:creationId xmlns:a16="http://schemas.microsoft.com/office/drawing/2014/main" id="{EF1E38D1-0188-4C97-B431-86F38F9F36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02711" y="81316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7" name="path-7738">
            <a:extLst xmlns:a="http://schemas.openxmlformats.org/drawingml/2006/main">
              <a:ext uri="{FF2B5EF4-FFF2-40B4-BE49-F238E27FC236}">
                <a16:creationId xmlns:a16="http://schemas.microsoft.com/office/drawing/2014/main" id="{DB2A3A4C-50AB-4331-8161-2FFD3B0A3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9050" y="81133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8" name="path-7739">
            <a:extLst xmlns:a="http://schemas.openxmlformats.org/drawingml/2006/main">
              <a:ext uri="{FF2B5EF4-FFF2-40B4-BE49-F238E27FC236}">
                <a16:creationId xmlns:a16="http://schemas.microsoft.com/office/drawing/2014/main" id="{EECD8116-21B6-435E-B11A-DAAD02E5A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56585" y="81665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29" name="path-7740">
            <a:extLst xmlns:a="http://schemas.openxmlformats.org/drawingml/2006/main">
              <a:ext uri="{FF2B5EF4-FFF2-40B4-BE49-F238E27FC236}">
                <a16:creationId xmlns:a16="http://schemas.microsoft.com/office/drawing/2014/main" id="{BF1356E5-FE58-47EE-B22A-3AA04A4B17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5660" y="81817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0" name="path-7741">
            <a:extLst xmlns:a="http://schemas.openxmlformats.org/drawingml/2006/main">
              <a:ext uri="{FF2B5EF4-FFF2-40B4-BE49-F238E27FC236}">
                <a16:creationId xmlns:a16="http://schemas.microsoft.com/office/drawing/2014/main" id="{85435F79-0613-4606-922C-8D49E335E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27606" y="81612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1" name="path-7742">
            <a:extLst xmlns:a="http://schemas.openxmlformats.org/drawingml/2006/main">
              <a:ext uri="{FF2B5EF4-FFF2-40B4-BE49-F238E27FC236}">
                <a16:creationId xmlns:a16="http://schemas.microsoft.com/office/drawing/2014/main" id="{09FF9F23-F3FC-49E9-B9CE-7CC367CF0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28473" y="81625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2" name="path-7743">
            <a:extLst xmlns:a="http://schemas.openxmlformats.org/drawingml/2006/main">
              <a:ext uri="{FF2B5EF4-FFF2-40B4-BE49-F238E27FC236}">
                <a16:creationId xmlns:a16="http://schemas.microsoft.com/office/drawing/2014/main" id="{DC584FA0-21F8-44A6-91D9-A3956B899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1740" y="81599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3" name="path-7744">
            <a:extLst xmlns:a="http://schemas.openxmlformats.org/drawingml/2006/main">
              <a:ext uri="{FF2B5EF4-FFF2-40B4-BE49-F238E27FC236}">
                <a16:creationId xmlns:a16="http://schemas.microsoft.com/office/drawing/2014/main" id="{41DE067B-2405-4EC0-B8CF-97458D0BC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12150" y="81231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4" name="path-7745">
            <a:extLst xmlns:a="http://schemas.openxmlformats.org/drawingml/2006/main">
              <a:ext uri="{FF2B5EF4-FFF2-40B4-BE49-F238E27FC236}">
                <a16:creationId xmlns:a16="http://schemas.microsoft.com/office/drawing/2014/main" id="{3140CE7C-A854-4754-B946-D1506BFE6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0211" y="81416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5" name="path-7746">
            <a:extLst xmlns:a="http://schemas.openxmlformats.org/drawingml/2006/main">
              <a:ext uri="{FF2B5EF4-FFF2-40B4-BE49-F238E27FC236}">
                <a16:creationId xmlns:a16="http://schemas.microsoft.com/office/drawing/2014/main" id="{C067F4A7-E075-4E7B-BBC2-6E6B7F448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75028" y="81306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6" name="path-7747">
            <a:extLst xmlns:a="http://schemas.openxmlformats.org/drawingml/2006/main">
              <a:ext uri="{FF2B5EF4-FFF2-40B4-BE49-F238E27FC236}">
                <a16:creationId xmlns:a16="http://schemas.microsoft.com/office/drawing/2014/main" id="{E963D414-697B-4720-A61D-405AF548F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41260" y="81258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7" name="path-7748">
            <a:extLst xmlns:a="http://schemas.openxmlformats.org/drawingml/2006/main">
              <a:ext uri="{FF2B5EF4-FFF2-40B4-BE49-F238E27FC236}">
                <a16:creationId xmlns:a16="http://schemas.microsoft.com/office/drawing/2014/main" id="{5CC4077A-6466-42C6-9A76-6CE50C675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1533" y="8138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8" name="path-7749">
            <a:extLst xmlns:a="http://schemas.openxmlformats.org/drawingml/2006/main">
              <a:ext uri="{FF2B5EF4-FFF2-40B4-BE49-F238E27FC236}">
                <a16:creationId xmlns:a16="http://schemas.microsoft.com/office/drawing/2014/main" id="{C2B3AB14-9D37-4E4E-8200-33FC7A295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5191" y="8168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39" name="path-7750">
            <a:extLst xmlns:a="http://schemas.openxmlformats.org/drawingml/2006/main">
              <a:ext uri="{FF2B5EF4-FFF2-40B4-BE49-F238E27FC236}">
                <a16:creationId xmlns:a16="http://schemas.microsoft.com/office/drawing/2014/main" id="{B42F639E-1127-4E8B-8F4A-86D3DC977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33542" y="81592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0" name="path-7751">
            <a:extLst xmlns:a="http://schemas.openxmlformats.org/drawingml/2006/main">
              <a:ext uri="{FF2B5EF4-FFF2-40B4-BE49-F238E27FC236}">
                <a16:creationId xmlns:a16="http://schemas.microsoft.com/office/drawing/2014/main" id="{DE76729A-F85C-43A0-861C-12F658450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0481" y="81513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1" name="path-7752">
            <a:extLst xmlns:a="http://schemas.openxmlformats.org/drawingml/2006/main">
              <a:ext uri="{FF2B5EF4-FFF2-40B4-BE49-F238E27FC236}">
                <a16:creationId xmlns:a16="http://schemas.microsoft.com/office/drawing/2014/main" id="{2578631A-8501-45F6-B85A-E1C541297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2399" y="81517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2" name="path-7753">
            <a:extLst xmlns:a="http://schemas.openxmlformats.org/drawingml/2006/main">
              <a:ext uri="{FF2B5EF4-FFF2-40B4-BE49-F238E27FC236}">
                <a16:creationId xmlns:a16="http://schemas.microsoft.com/office/drawing/2014/main" id="{644DDD9D-9435-4A6D-9310-9A1B55005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2584" y="81378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3" name="path-7754">
            <a:extLst xmlns:a="http://schemas.openxmlformats.org/drawingml/2006/main">
              <a:ext uri="{FF2B5EF4-FFF2-40B4-BE49-F238E27FC236}">
                <a16:creationId xmlns:a16="http://schemas.microsoft.com/office/drawing/2014/main" id="{B6B6C7D2-A97E-4832-B8D8-B73530917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1473" y="81454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4" name="path-7755">
            <a:extLst xmlns:a="http://schemas.openxmlformats.org/drawingml/2006/main">
              <a:ext uri="{FF2B5EF4-FFF2-40B4-BE49-F238E27FC236}">
                <a16:creationId xmlns:a16="http://schemas.microsoft.com/office/drawing/2014/main" id="{CE35C6BE-11E6-4468-BAD0-C268C9A36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34948" y="81327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5" name="path-7756">
            <a:extLst xmlns:a="http://schemas.openxmlformats.org/drawingml/2006/main">
              <a:ext uri="{FF2B5EF4-FFF2-40B4-BE49-F238E27FC236}">
                <a16:creationId xmlns:a16="http://schemas.microsoft.com/office/drawing/2014/main" id="{D7072D79-E244-493D-A3F7-47213A9E7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206" y="81662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6" name="path-7757">
            <a:extLst xmlns:a="http://schemas.openxmlformats.org/drawingml/2006/main">
              <a:ext uri="{FF2B5EF4-FFF2-40B4-BE49-F238E27FC236}">
                <a16:creationId xmlns:a16="http://schemas.microsoft.com/office/drawing/2014/main" id="{8061C42F-2B1B-443D-ABE1-250AB6479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58139" y="81631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7" name="path-7758">
            <a:extLst xmlns:a="http://schemas.openxmlformats.org/drawingml/2006/main">
              <a:ext uri="{FF2B5EF4-FFF2-40B4-BE49-F238E27FC236}">
                <a16:creationId xmlns:a16="http://schemas.microsoft.com/office/drawing/2014/main" id="{598E81CC-7107-45F1-8B2B-451E5F146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5486" y="81269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8" name="path-7759">
            <a:extLst xmlns:a="http://schemas.openxmlformats.org/drawingml/2006/main">
              <a:ext uri="{FF2B5EF4-FFF2-40B4-BE49-F238E27FC236}">
                <a16:creationId xmlns:a16="http://schemas.microsoft.com/office/drawing/2014/main" id="{00A29638-C2C5-4608-BE28-9392EC22F4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66614" y="8122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49" name="path-7760">
            <a:extLst xmlns:a="http://schemas.openxmlformats.org/drawingml/2006/main">
              <a:ext uri="{FF2B5EF4-FFF2-40B4-BE49-F238E27FC236}">
                <a16:creationId xmlns:a16="http://schemas.microsoft.com/office/drawing/2014/main" id="{B515900A-396A-44D7-80E9-CD1450727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2859" y="81484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0" name="path-7761">
            <a:extLst xmlns:a="http://schemas.openxmlformats.org/drawingml/2006/main">
              <a:ext uri="{FF2B5EF4-FFF2-40B4-BE49-F238E27FC236}">
                <a16:creationId xmlns:a16="http://schemas.microsoft.com/office/drawing/2014/main" id="{79D1A8E8-F522-4FAF-9D21-F417A1A7F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5201" y="8120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1" name="path-7762">
            <a:extLst xmlns:a="http://schemas.openxmlformats.org/drawingml/2006/main">
              <a:ext uri="{FF2B5EF4-FFF2-40B4-BE49-F238E27FC236}">
                <a16:creationId xmlns:a16="http://schemas.microsoft.com/office/drawing/2014/main" id="{F20E8DE0-E3C1-4E11-BB5D-865FED4A7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7061" y="81472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2" name="path-7763">
            <a:extLst xmlns:a="http://schemas.openxmlformats.org/drawingml/2006/main">
              <a:ext uri="{FF2B5EF4-FFF2-40B4-BE49-F238E27FC236}">
                <a16:creationId xmlns:a16="http://schemas.microsoft.com/office/drawing/2014/main" id="{43AE3EFA-D8CD-4587-BF65-826461F2F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6470" y="81497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3" name="path-7764">
            <a:extLst xmlns:a="http://schemas.openxmlformats.org/drawingml/2006/main">
              <a:ext uri="{FF2B5EF4-FFF2-40B4-BE49-F238E27FC236}">
                <a16:creationId xmlns:a16="http://schemas.microsoft.com/office/drawing/2014/main" id="{0F41F777-A7A0-4F40-A211-09AB7FFC4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4191" y="81532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4" name="path-7765">
            <a:extLst xmlns:a="http://schemas.openxmlformats.org/drawingml/2006/main">
              <a:ext uri="{FF2B5EF4-FFF2-40B4-BE49-F238E27FC236}">
                <a16:creationId xmlns:a16="http://schemas.microsoft.com/office/drawing/2014/main" id="{587324E4-1B46-4600-AF91-8FDAC2971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81277" y="81275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5" name="path-7766">
            <a:extLst xmlns:a="http://schemas.openxmlformats.org/drawingml/2006/main">
              <a:ext uri="{FF2B5EF4-FFF2-40B4-BE49-F238E27FC236}">
                <a16:creationId xmlns:a16="http://schemas.microsoft.com/office/drawing/2014/main" id="{83C75503-4E8D-46D7-8F5E-D7E5E39FA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92280" y="81115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6" name="path-7767">
            <a:extLst xmlns:a="http://schemas.openxmlformats.org/drawingml/2006/main">
              <a:ext uri="{FF2B5EF4-FFF2-40B4-BE49-F238E27FC236}">
                <a16:creationId xmlns:a16="http://schemas.microsoft.com/office/drawing/2014/main" id="{48FEFAC1-9CE6-481E-8773-F3E64CFD52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120" y="81674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7" name="path-7768">
            <a:extLst xmlns:a="http://schemas.openxmlformats.org/drawingml/2006/main">
              <a:ext uri="{FF2B5EF4-FFF2-40B4-BE49-F238E27FC236}">
                <a16:creationId xmlns:a16="http://schemas.microsoft.com/office/drawing/2014/main" id="{7AC17148-EA01-4715-9916-B538B8CB41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4574" y="81478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8" name="path-7769">
            <a:extLst xmlns:a="http://schemas.openxmlformats.org/drawingml/2006/main">
              <a:ext uri="{FF2B5EF4-FFF2-40B4-BE49-F238E27FC236}">
                <a16:creationId xmlns:a16="http://schemas.microsoft.com/office/drawing/2014/main" id="{FF714209-0CB1-4025-938D-11171B6B2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16415" y="81587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59" name="path-7770">
            <a:extLst xmlns:a="http://schemas.openxmlformats.org/drawingml/2006/main">
              <a:ext uri="{FF2B5EF4-FFF2-40B4-BE49-F238E27FC236}">
                <a16:creationId xmlns:a16="http://schemas.microsoft.com/office/drawing/2014/main" id="{FDBAE7DC-D80A-4F8F-B6F0-1C5CBB288E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10764" y="81669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0" name="path-7771">
            <a:extLst xmlns:a="http://schemas.openxmlformats.org/drawingml/2006/main">
              <a:ext uri="{FF2B5EF4-FFF2-40B4-BE49-F238E27FC236}">
                <a16:creationId xmlns:a16="http://schemas.microsoft.com/office/drawing/2014/main" id="{9BB073AD-8A4E-4D63-B2BB-E957A90C7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2284" y="81526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1" name="path-7772">
            <a:extLst xmlns:a="http://schemas.openxmlformats.org/drawingml/2006/main">
              <a:ext uri="{FF2B5EF4-FFF2-40B4-BE49-F238E27FC236}">
                <a16:creationId xmlns:a16="http://schemas.microsoft.com/office/drawing/2014/main" id="{62E97095-FF7E-4067-B735-80C852A8B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3046" y="81356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2" name="path-7773">
            <a:extLst xmlns:a="http://schemas.openxmlformats.org/drawingml/2006/main">
              <a:ext uri="{FF2B5EF4-FFF2-40B4-BE49-F238E27FC236}">
                <a16:creationId xmlns:a16="http://schemas.microsoft.com/office/drawing/2014/main" id="{01EFA505-963F-44F6-BD0E-FB2B5429FD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46966" y="81629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3" name="path-7774">
            <a:extLst xmlns:a="http://schemas.openxmlformats.org/drawingml/2006/main">
              <a:ext uri="{FF2B5EF4-FFF2-40B4-BE49-F238E27FC236}">
                <a16:creationId xmlns:a16="http://schemas.microsoft.com/office/drawing/2014/main" id="{3A6E13AC-B1B7-4349-85D1-A9457AF67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43593" y="81524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4" name="path-7775">
            <a:extLst xmlns:a="http://schemas.openxmlformats.org/drawingml/2006/main">
              <a:ext uri="{FF2B5EF4-FFF2-40B4-BE49-F238E27FC236}">
                <a16:creationId xmlns:a16="http://schemas.microsoft.com/office/drawing/2014/main" id="{D9B418AF-2DF6-4A5E-BCD3-61B65066D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3848" y="81517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5" name="path-7776">
            <a:extLst xmlns:a="http://schemas.openxmlformats.org/drawingml/2006/main">
              <a:ext uri="{FF2B5EF4-FFF2-40B4-BE49-F238E27FC236}">
                <a16:creationId xmlns:a16="http://schemas.microsoft.com/office/drawing/2014/main" id="{11C2DABB-975F-49BB-9955-3C70C91D10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65511" y="81805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6" name="path-7777">
            <a:extLst xmlns:a="http://schemas.openxmlformats.org/drawingml/2006/main">
              <a:ext uri="{FF2B5EF4-FFF2-40B4-BE49-F238E27FC236}">
                <a16:creationId xmlns:a16="http://schemas.microsoft.com/office/drawing/2014/main" id="{D577336F-858C-4BF7-9346-1A3BD025A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2725" y="81473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7" name="path-7778">
            <a:extLst xmlns:a="http://schemas.openxmlformats.org/drawingml/2006/main">
              <a:ext uri="{FF2B5EF4-FFF2-40B4-BE49-F238E27FC236}">
                <a16:creationId xmlns:a16="http://schemas.microsoft.com/office/drawing/2014/main" id="{093EE452-32B1-49DE-8D15-FF229262B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6071" y="81294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8" name="path-7779">
            <a:extLst xmlns:a="http://schemas.openxmlformats.org/drawingml/2006/main">
              <a:ext uri="{FF2B5EF4-FFF2-40B4-BE49-F238E27FC236}">
                <a16:creationId xmlns:a16="http://schemas.microsoft.com/office/drawing/2014/main" id="{E83D429A-6898-4F74-A835-4D043A20A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0571" y="81402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69" name="path-7780">
            <a:extLst xmlns:a="http://schemas.openxmlformats.org/drawingml/2006/main">
              <a:ext uri="{FF2B5EF4-FFF2-40B4-BE49-F238E27FC236}">
                <a16:creationId xmlns:a16="http://schemas.microsoft.com/office/drawing/2014/main" id="{24EEC7E6-BD0C-4117-B66F-ACF20A737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5788" y="81477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0" name="path-7781">
            <a:extLst xmlns:a="http://schemas.openxmlformats.org/drawingml/2006/main">
              <a:ext uri="{FF2B5EF4-FFF2-40B4-BE49-F238E27FC236}">
                <a16:creationId xmlns:a16="http://schemas.microsoft.com/office/drawing/2014/main" id="{8DFF2BD3-2D17-40FC-A2FC-0D487351E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60804" y="81766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1" name="path-7782">
            <a:extLst xmlns:a="http://schemas.openxmlformats.org/drawingml/2006/main">
              <a:ext uri="{FF2B5EF4-FFF2-40B4-BE49-F238E27FC236}">
                <a16:creationId xmlns:a16="http://schemas.microsoft.com/office/drawing/2014/main" id="{E7B228DC-2A18-4188-A6C9-E2F02BC1E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1849" y="81396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2" name="path-7783">
            <a:extLst xmlns:a="http://schemas.openxmlformats.org/drawingml/2006/main">
              <a:ext uri="{FF2B5EF4-FFF2-40B4-BE49-F238E27FC236}">
                <a16:creationId xmlns:a16="http://schemas.microsoft.com/office/drawing/2014/main" id="{2C5EA1CF-4E79-4AB9-AB5B-71964A306D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9777" y="8176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3" name="path-7784">
            <a:extLst xmlns:a="http://schemas.openxmlformats.org/drawingml/2006/main">
              <a:ext uri="{FF2B5EF4-FFF2-40B4-BE49-F238E27FC236}">
                <a16:creationId xmlns:a16="http://schemas.microsoft.com/office/drawing/2014/main" id="{4ADC3FB7-AF85-4EE1-99F8-F7284A100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1675" y="81271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4" name="path-7785">
            <a:extLst xmlns:a="http://schemas.openxmlformats.org/drawingml/2006/main">
              <a:ext uri="{FF2B5EF4-FFF2-40B4-BE49-F238E27FC236}">
                <a16:creationId xmlns:a16="http://schemas.microsoft.com/office/drawing/2014/main" id="{6BC572B5-9639-4B56-B9ED-62FB1DD55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6165" y="81079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5" name="path-7786">
            <a:extLst xmlns:a="http://schemas.openxmlformats.org/drawingml/2006/main">
              <a:ext uri="{FF2B5EF4-FFF2-40B4-BE49-F238E27FC236}">
                <a16:creationId xmlns:a16="http://schemas.microsoft.com/office/drawing/2014/main" id="{650F6AE0-FF4A-463D-98D2-E410C0E0FC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73180" y="81790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6" name="path-7787">
            <a:extLst xmlns:a="http://schemas.openxmlformats.org/drawingml/2006/main">
              <a:ext uri="{FF2B5EF4-FFF2-40B4-BE49-F238E27FC236}">
                <a16:creationId xmlns:a16="http://schemas.microsoft.com/office/drawing/2014/main" id="{8596EBE3-8140-4BA2-943F-86C0DE106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8547" y="8144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7" name="path-7788">
            <a:extLst xmlns:a="http://schemas.openxmlformats.org/drawingml/2006/main">
              <a:ext uri="{FF2B5EF4-FFF2-40B4-BE49-F238E27FC236}">
                <a16:creationId xmlns:a16="http://schemas.microsoft.com/office/drawing/2014/main" id="{9109F6C9-24BB-49C6-A237-7ABF3ED49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1489" y="8144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8" name="path-7789">
            <a:extLst xmlns:a="http://schemas.openxmlformats.org/drawingml/2006/main">
              <a:ext uri="{FF2B5EF4-FFF2-40B4-BE49-F238E27FC236}">
                <a16:creationId xmlns:a16="http://schemas.microsoft.com/office/drawing/2014/main" id="{D2101B98-B96E-4BD9-B20C-74507429E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6649" y="81325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79" name="path-7790">
            <a:extLst xmlns:a="http://schemas.openxmlformats.org/drawingml/2006/main">
              <a:ext uri="{FF2B5EF4-FFF2-40B4-BE49-F238E27FC236}">
                <a16:creationId xmlns:a16="http://schemas.microsoft.com/office/drawing/2014/main" id="{48476822-A79E-420D-95DF-3716CE4F3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8914" y="813617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0" name="path-7791">
            <a:extLst xmlns:a="http://schemas.openxmlformats.org/drawingml/2006/main">
              <a:ext uri="{FF2B5EF4-FFF2-40B4-BE49-F238E27FC236}">
                <a16:creationId xmlns:a16="http://schemas.microsoft.com/office/drawing/2014/main" id="{25B0DD56-9A43-4875-B83B-39CC4D5CD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712" y="81254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1" name="path-7792">
            <a:extLst xmlns:a="http://schemas.openxmlformats.org/drawingml/2006/main">
              <a:ext uri="{FF2B5EF4-FFF2-40B4-BE49-F238E27FC236}">
                <a16:creationId xmlns:a16="http://schemas.microsoft.com/office/drawing/2014/main" id="{BDA79E57-F717-4B64-A299-62A6B70FD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62257" y="81208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2" name="path-7793">
            <a:extLst xmlns:a="http://schemas.openxmlformats.org/drawingml/2006/main">
              <a:ext uri="{FF2B5EF4-FFF2-40B4-BE49-F238E27FC236}">
                <a16:creationId xmlns:a16="http://schemas.microsoft.com/office/drawing/2014/main" id="{388C237D-5C42-49E5-AC3C-A568B7E4B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0465" y="81433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3" name="path-7794">
            <a:extLst xmlns:a="http://schemas.openxmlformats.org/drawingml/2006/main">
              <a:ext uri="{FF2B5EF4-FFF2-40B4-BE49-F238E27FC236}">
                <a16:creationId xmlns:a16="http://schemas.microsoft.com/office/drawing/2014/main" id="{387FAF5F-1BB9-42DD-9CFE-765042BC8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7122" y="81161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4" name="path-7795">
            <a:extLst xmlns:a="http://schemas.openxmlformats.org/drawingml/2006/main">
              <a:ext uri="{FF2B5EF4-FFF2-40B4-BE49-F238E27FC236}">
                <a16:creationId xmlns:a16="http://schemas.microsoft.com/office/drawing/2014/main" id="{D51736FA-5B8B-45EF-A2CD-87CA87EEC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16231" y="81653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5" name="path-7796">
            <a:extLst xmlns:a="http://schemas.openxmlformats.org/drawingml/2006/main">
              <a:ext uri="{FF2B5EF4-FFF2-40B4-BE49-F238E27FC236}">
                <a16:creationId xmlns:a16="http://schemas.microsoft.com/office/drawing/2014/main" id="{8E786C02-2DE7-443C-9A64-7C4D3F90C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7419" y="81287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6" name="path-7797">
            <a:extLst xmlns:a="http://schemas.openxmlformats.org/drawingml/2006/main">
              <a:ext uri="{FF2B5EF4-FFF2-40B4-BE49-F238E27FC236}">
                <a16:creationId xmlns:a16="http://schemas.microsoft.com/office/drawing/2014/main" id="{EF8751FD-ADE1-4AD8-ABDF-4BB1761BB0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93719" y="81285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7" name="path-7798">
            <a:extLst xmlns:a="http://schemas.openxmlformats.org/drawingml/2006/main">
              <a:ext uri="{FF2B5EF4-FFF2-40B4-BE49-F238E27FC236}">
                <a16:creationId xmlns:a16="http://schemas.microsoft.com/office/drawing/2014/main" id="{06CDE37D-0DB3-4CF7-B5DE-9701D71E2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72304" y="81250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8" name="path-7799">
            <a:extLst xmlns:a="http://schemas.openxmlformats.org/drawingml/2006/main">
              <a:ext uri="{FF2B5EF4-FFF2-40B4-BE49-F238E27FC236}">
                <a16:creationId xmlns:a16="http://schemas.microsoft.com/office/drawing/2014/main" id="{874F448E-F9D7-419B-B8A2-C3AF2E833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34222" y="81351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89" name="path-7800">
            <a:extLst xmlns:a="http://schemas.openxmlformats.org/drawingml/2006/main">
              <a:ext uri="{FF2B5EF4-FFF2-40B4-BE49-F238E27FC236}">
                <a16:creationId xmlns:a16="http://schemas.microsoft.com/office/drawing/2014/main" id="{7A8F46F4-241A-4FC7-AF11-526B75A5B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65471" y="81291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0" name="path-7801">
            <a:extLst xmlns:a="http://schemas.openxmlformats.org/drawingml/2006/main">
              <a:ext uri="{FF2B5EF4-FFF2-40B4-BE49-F238E27FC236}">
                <a16:creationId xmlns:a16="http://schemas.microsoft.com/office/drawing/2014/main" id="{91CDFA6D-9AD0-4EA5-8C39-5087685B0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6121" y="81526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1" name="path-7802">
            <a:extLst xmlns:a="http://schemas.openxmlformats.org/drawingml/2006/main">
              <a:ext uri="{FF2B5EF4-FFF2-40B4-BE49-F238E27FC236}">
                <a16:creationId xmlns:a16="http://schemas.microsoft.com/office/drawing/2014/main" id="{6C4432A1-24AB-4912-94B0-B88443C4DC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22574" y="8160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2" name="path-7803">
            <a:extLst xmlns:a="http://schemas.openxmlformats.org/drawingml/2006/main">
              <a:ext uri="{FF2B5EF4-FFF2-40B4-BE49-F238E27FC236}">
                <a16:creationId xmlns:a16="http://schemas.microsoft.com/office/drawing/2014/main" id="{4ACDD722-8E17-49C5-A31C-493DC528D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9033" y="81638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3" name="path-7804">
            <a:extLst xmlns:a="http://schemas.openxmlformats.org/drawingml/2006/main">
              <a:ext uri="{FF2B5EF4-FFF2-40B4-BE49-F238E27FC236}">
                <a16:creationId xmlns:a16="http://schemas.microsoft.com/office/drawing/2014/main" id="{94F0EA6A-8429-48A0-B30F-D479A8027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40817" y="81372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4" name="path-7805">
            <a:extLst xmlns:a="http://schemas.openxmlformats.org/drawingml/2006/main">
              <a:ext uri="{FF2B5EF4-FFF2-40B4-BE49-F238E27FC236}">
                <a16:creationId xmlns:a16="http://schemas.microsoft.com/office/drawing/2014/main" id="{01A7A0A7-2E72-4C69-B376-715D32B8BD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458" y="815665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5" name="path-7806">
            <a:extLst xmlns:a="http://schemas.openxmlformats.org/drawingml/2006/main">
              <a:ext uri="{FF2B5EF4-FFF2-40B4-BE49-F238E27FC236}">
                <a16:creationId xmlns:a16="http://schemas.microsoft.com/office/drawing/2014/main" id="{37B1EED6-E41D-4860-B981-0ADB3E642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6218" y="81546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6" name="path-7807">
            <a:extLst xmlns:a="http://schemas.openxmlformats.org/drawingml/2006/main">
              <a:ext uri="{FF2B5EF4-FFF2-40B4-BE49-F238E27FC236}">
                <a16:creationId xmlns:a16="http://schemas.microsoft.com/office/drawing/2014/main" id="{32CF4C44-42B8-4AB2-8576-962F23464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527" y="81561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7" name="path-7808">
            <a:extLst xmlns:a="http://schemas.openxmlformats.org/drawingml/2006/main">
              <a:ext uri="{FF2B5EF4-FFF2-40B4-BE49-F238E27FC236}">
                <a16:creationId xmlns:a16="http://schemas.microsoft.com/office/drawing/2014/main" id="{E3099776-A78E-4F2B-A888-5F9AD9365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1162" y="8134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8" name="path-7809">
            <a:extLst xmlns:a="http://schemas.openxmlformats.org/drawingml/2006/main">
              <a:ext uri="{FF2B5EF4-FFF2-40B4-BE49-F238E27FC236}">
                <a16:creationId xmlns:a16="http://schemas.microsoft.com/office/drawing/2014/main" id="{3FE996A5-F955-40C6-9DEB-991A029FE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7461" y="81098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99" name="path-7810">
            <a:extLst xmlns:a="http://schemas.openxmlformats.org/drawingml/2006/main">
              <a:ext uri="{FF2B5EF4-FFF2-40B4-BE49-F238E27FC236}">
                <a16:creationId xmlns:a16="http://schemas.microsoft.com/office/drawing/2014/main" id="{B9003F19-357B-4BD0-BF43-6093CC8A1B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4563" y="81006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0" name="path-7811">
            <a:extLst xmlns:a="http://schemas.openxmlformats.org/drawingml/2006/main">
              <a:ext uri="{FF2B5EF4-FFF2-40B4-BE49-F238E27FC236}">
                <a16:creationId xmlns:a16="http://schemas.microsoft.com/office/drawing/2014/main" id="{BC22F6CD-CA4D-47C9-8C4B-55100B1D2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7559" y="81517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1" name="path-7812">
            <a:extLst xmlns:a="http://schemas.openxmlformats.org/drawingml/2006/main">
              <a:ext uri="{FF2B5EF4-FFF2-40B4-BE49-F238E27FC236}">
                <a16:creationId xmlns:a16="http://schemas.microsoft.com/office/drawing/2014/main" id="{90D35586-C3EE-4B52-AF66-6C47238FE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5085" y="81445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2" name="path-7813">
            <a:extLst xmlns:a="http://schemas.openxmlformats.org/drawingml/2006/main">
              <a:ext uri="{FF2B5EF4-FFF2-40B4-BE49-F238E27FC236}">
                <a16:creationId xmlns:a16="http://schemas.microsoft.com/office/drawing/2014/main" id="{A9C6E30B-D50C-48A5-B061-B5704C1DC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3821" y="81415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3" name="path-7814">
            <a:extLst xmlns:a="http://schemas.openxmlformats.org/drawingml/2006/main">
              <a:ext uri="{FF2B5EF4-FFF2-40B4-BE49-F238E27FC236}">
                <a16:creationId xmlns:a16="http://schemas.microsoft.com/office/drawing/2014/main" id="{766D7511-240D-4338-A671-6BE52F742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95454" y="81384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4" name="path-7815">
            <a:extLst xmlns:a="http://schemas.openxmlformats.org/drawingml/2006/main">
              <a:ext uri="{FF2B5EF4-FFF2-40B4-BE49-F238E27FC236}">
                <a16:creationId xmlns:a16="http://schemas.microsoft.com/office/drawing/2014/main" id="{9308B4F0-E604-4BAE-B288-CA05AE4BC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5586" y="81255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5" name="path-7816">
            <a:extLst xmlns:a="http://schemas.openxmlformats.org/drawingml/2006/main">
              <a:ext uri="{FF2B5EF4-FFF2-40B4-BE49-F238E27FC236}">
                <a16:creationId xmlns:a16="http://schemas.microsoft.com/office/drawing/2014/main" id="{3DBF8677-C300-4C0C-B7CE-280B1C92D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23408" y="81624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6" name="path-7817">
            <a:extLst xmlns:a="http://schemas.openxmlformats.org/drawingml/2006/main">
              <a:ext uri="{FF2B5EF4-FFF2-40B4-BE49-F238E27FC236}">
                <a16:creationId xmlns:a16="http://schemas.microsoft.com/office/drawing/2014/main" id="{59B9D65F-1747-4223-A475-ED499D6D0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3746" y="813632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7" name="path-7818">
            <a:extLst xmlns:a="http://schemas.openxmlformats.org/drawingml/2006/main">
              <a:ext uri="{FF2B5EF4-FFF2-40B4-BE49-F238E27FC236}">
                <a16:creationId xmlns:a16="http://schemas.microsoft.com/office/drawing/2014/main" id="{E54F617A-0069-411F-8AB9-2312B0762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77894" y="81346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8" name="path-7819">
            <a:extLst xmlns:a="http://schemas.openxmlformats.org/drawingml/2006/main">
              <a:ext uri="{FF2B5EF4-FFF2-40B4-BE49-F238E27FC236}">
                <a16:creationId xmlns:a16="http://schemas.microsoft.com/office/drawing/2014/main" id="{D7E4A065-BBA0-4E32-8B0A-4EF52BB16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1570" y="81698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9" name="path-7820">
            <a:extLst xmlns:a="http://schemas.openxmlformats.org/drawingml/2006/main">
              <a:ext uri="{FF2B5EF4-FFF2-40B4-BE49-F238E27FC236}">
                <a16:creationId xmlns:a16="http://schemas.microsoft.com/office/drawing/2014/main" id="{1FBBFB07-8246-4BDE-8608-C42453B5A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01562" y="81522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0" name="path-7821">
            <a:extLst xmlns:a="http://schemas.openxmlformats.org/drawingml/2006/main">
              <a:ext uri="{FF2B5EF4-FFF2-40B4-BE49-F238E27FC236}">
                <a16:creationId xmlns:a16="http://schemas.microsoft.com/office/drawing/2014/main" id="{BB88C797-D719-4C91-9B02-8AFFE45FFF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2812" y="81744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1" name="path-7822">
            <a:extLst xmlns:a="http://schemas.openxmlformats.org/drawingml/2006/main">
              <a:ext uri="{FF2B5EF4-FFF2-40B4-BE49-F238E27FC236}">
                <a16:creationId xmlns:a16="http://schemas.microsoft.com/office/drawing/2014/main" id="{EA27AAFE-ECBA-431B-8F18-78D92C425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94355" y="81184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2" name="path-7823">
            <a:extLst xmlns:a="http://schemas.openxmlformats.org/drawingml/2006/main">
              <a:ext uri="{FF2B5EF4-FFF2-40B4-BE49-F238E27FC236}">
                <a16:creationId xmlns:a16="http://schemas.microsoft.com/office/drawing/2014/main" id="{62029FAA-0A40-4F82-A6B1-E51B4AA93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42937" y="81707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3" name="path-7824">
            <a:extLst xmlns:a="http://schemas.openxmlformats.org/drawingml/2006/main">
              <a:ext uri="{FF2B5EF4-FFF2-40B4-BE49-F238E27FC236}">
                <a16:creationId xmlns:a16="http://schemas.microsoft.com/office/drawing/2014/main" id="{8850D5F4-E9B9-4A32-B4B3-1DF2C82E8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8316" y="81187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4" name="path-7825">
            <a:extLst xmlns:a="http://schemas.openxmlformats.org/drawingml/2006/main">
              <a:ext uri="{FF2B5EF4-FFF2-40B4-BE49-F238E27FC236}">
                <a16:creationId xmlns:a16="http://schemas.microsoft.com/office/drawing/2014/main" id="{AD42DF33-CEC8-4E62-B402-AEBB20D814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5014" y="81458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5" name="path-7826">
            <a:extLst xmlns:a="http://schemas.openxmlformats.org/drawingml/2006/main">
              <a:ext uri="{FF2B5EF4-FFF2-40B4-BE49-F238E27FC236}">
                <a16:creationId xmlns:a16="http://schemas.microsoft.com/office/drawing/2014/main" id="{0336076A-5297-4088-9772-35D9A1BE4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0167" y="81685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6" name="path-7827">
            <a:extLst xmlns:a="http://schemas.openxmlformats.org/drawingml/2006/main">
              <a:ext uri="{FF2B5EF4-FFF2-40B4-BE49-F238E27FC236}">
                <a16:creationId xmlns:a16="http://schemas.microsoft.com/office/drawing/2014/main" id="{5B759C42-2E82-43C6-BD1B-A31B82975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2585" y="81497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7" name="path-7828">
            <a:extLst xmlns:a="http://schemas.openxmlformats.org/drawingml/2006/main">
              <a:ext uri="{FF2B5EF4-FFF2-40B4-BE49-F238E27FC236}">
                <a16:creationId xmlns:a16="http://schemas.microsoft.com/office/drawing/2014/main" id="{189D071F-71E9-4905-83AD-E9E1D7DA6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2242" y="8151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8" name="path-7829">
            <a:extLst xmlns:a="http://schemas.openxmlformats.org/drawingml/2006/main">
              <a:ext uri="{FF2B5EF4-FFF2-40B4-BE49-F238E27FC236}">
                <a16:creationId xmlns:a16="http://schemas.microsoft.com/office/drawing/2014/main" id="{98849FF4-51EC-45CB-805F-2E0494352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829" y="81594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19" name="path-7830">
            <a:extLst xmlns:a="http://schemas.openxmlformats.org/drawingml/2006/main">
              <a:ext uri="{FF2B5EF4-FFF2-40B4-BE49-F238E27FC236}">
                <a16:creationId xmlns:a16="http://schemas.microsoft.com/office/drawing/2014/main" id="{4267BA50-B16E-4202-A619-642E00FBE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6243" y="813683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0" name="path-7831">
            <a:extLst xmlns:a="http://schemas.openxmlformats.org/drawingml/2006/main">
              <a:ext uri="{FF2B5EF4-FFF2-40B4-BE49-F238E27FC236}">
                <a16:creationId xmlns:a16="http://schemas.microsoft.com/office/drawing/2014/main" id="{E57C77D8-5101-4D09-BF21-FFD09EEE24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19109" y="81555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1" name="path-7832">
            <a:extLst xmlns:a="http://schemas.openxmlformats.org/drawingml/2006/main">
              <a:ext uri="{FF2B5EF4-FFF2-40B4-BE49-F238E27FC236}">
                <a16:creationId xmlns:a16="http://schemas.microsoft.com/office/drawing/2014/main" id="{7CF20F12-3E46-44B0-92CA-D9AD811252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30902" y="81621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2" name="path-7833">
            <a:extLst xmlns:a="http://schemas.openxmlformats.org/drawingml/2006/main">
              <a:ext uri="{FF2B5EF4-FFF2-40B4-BE49-F238E27FC236}">
                <a16:creationId xmlns:a16="http://schemas.microsoft.com/office/drawing/2014/main" id="{0439EAC7-B0E4-4BFB-9054-8C9FB80C2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05051" y="8126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3" name="path-7834">
            <a:extLst xmlns:a="http://schemas.openxmlformats.org/drawingml/2006/main">
              <a:ext uri="{FF2B5EF4-FFF2-40B4-BE49-F238E27FC236}">
                <a16:creationId xmlns:a16="http://schemas.microsoft.com/office/drawing/2014/main" id="{FCA1BD6A-E6B6-4FCD-8CF5-F5A09B2A4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0967" y="81558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4" name="path-7835">
            <a:extLst xmlns:a="http://schemas.openxmlformats.org/drawingml/2006/main">
              <a:ext uri="{FF2B5EF4-FFF2-40B4-BE49-F238E27FC236}">
                <a16:creationId xmlns:a16="http://schemas.microsoft.com/office/drawing/2014/main" id="{B7142DDD-B211-4DA4-B74C-B32094C92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3352" y="81647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5" name="path-7836">
            <a:extLst xmlns:a="http://schemas.openxmlformats.org/drawingml/2006/main">
              <a:ext uri="{FF2B5EF4-FFF2-40B4-BE49-F238E27FC236}">
                <a16:creationId xmlns:a16="http://schemas.microsoft.com/office/drawing/2014/main" id="{6F9E42BA-831B-4216-9FD9-2FB782C04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5692" y="81417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6" name="path-7837">
            <a:extLst xmlns:a="http://schemas.openxmlformats.org/drawingml/2006/main">
              <a:ext uri="{FF2B5EF4-FFF2-40B4-BE49-F238E27FC236}">
                <a16:creationId xmlns:a16="http://schemas.microsoft.com/office/drawing/2014/main" id="{76838915-9B86-40DD-8CC1-C54E6D0BED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3911" y="81265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7" name="path-7838">
            <a:extLst xmlns:a="http://schemas.openxmlformats.org/drawingml/2006/main">
              <a:ext uri="{FF2B5EF4-FFF2-40B4-BE49-F238E27FC236}">
                <a16:creationId xmlns:a16="http://schemas.microsoft.com/office/drawing/2014/main" id="{289EAC7A-340B-4442-A2B7-B18DF64AA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4289" y="81401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8" name="path-7839">
            <a:extLst xmlns:a="http://schemas.openxmlformats.org/drawingml/2006/main">
              <a:ext uri="{FF2B5EF4-FFF2-40B4-BE49-F238E27FC236}">
                <a16:creationId xmlns:a16="http://schemas.microsoft.com/office/drawing/2014/main" id="{CE125308-BF5D-4EFA-8EE3-129D1CE89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6929" y="80954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29" name="path-7840">
            <a:extLst xmlns:a="http://schemas.openxmlformats.org/drawingml/2006/main">
              <a:ext uri="{FF2B5EF4-FFF2-40B4-BE49-F238E27FC236}">
                <a16:creationId xmlns:a16="http://schemas.microsoft.com/office/drawing/2014/main" id="{8BFC11AC-02EA-46C2-8D27-656ACBEAB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37435" y="81188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0" name="path-7841">
            <a:extLst xmlns:a="http://schemas.openxmlformats.org/drawingml/2006/main">
              <a:ext uri="{FF2B5EF4-FFF2-40B4-BE49-F238E27FC236}">
                <a16:creationId xmlns:a16="http://schemas.microsoft.com/office/drawing/2014/main" id="{94E01FA5-3320-4C4A-8676-0D167A4C2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89461" y="81572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1" name="path-7842">
            <a:extLst xmlns:a="http://schemas.openxmlformats.org/drawingml/2006/main">
              <a:ext uri="{FF2B5EF4-FFF2-40B4-BE49-F238E27FC236}">
                <a16:creationId xmlns:a16="http://schemas.microsoft.com/office/drawing/2014/main" id="{1A413F0B-9B0F-4882-9656-184BFD7574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17820" y="81556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2" name="path-7843">
            <a:extLst xmlns:a="http://schemas.openxmlformats.org/drawingml/2006/main">
              <a:ext uri="{FF2B5EF4-FFF2-40B4-BE49-F238E27FC236}">
                <a16:creationId xmlns:a16="http://schemas.microsoft.com/office/drawing/2014/main" id="{753B2AD5-48D2-4154-AF7A-0B1FC5E78B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31308" y="81291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3" name="path-7844">
            <a:extLst xmlns:a="http://schemas.openxmlformats.org/drawingml/2006/main">
              <a:ext uri="{FF2B5EF4-FFF2-40B4-BE49-F238E27FC236}">
                <a16:creationId xmlns:a16="http://schemas.microsoft.com/office/drawing/2014/main" id="{21BFA8E2-EF3B-49EC-BD9D-D5D4E940D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5353" y="81452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4" name="path-7845">
            <a:extLst xmlns:a="http://schemas.openxmlformats.org/drawingml/2006/main">
              <a:ext uri="{FF2B5EF4-FFF2-40B4-BE49-F238E27FC236}">
                <a16:creationId xmlns:a16="http://schemas.microsoft.com/office/drawing/2014/main" id="{8755DC49-B98C-4572-A998-7AB402BCE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5259" y="814617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5" name="path-7846">
            <a:extLst xmlns:a="http://schemas.openxmlformats.org/drawingml/2006/main">
              <a:ext uri="{FF2B5EF4-FFF2-40B4-BE49-F238E27FC236}">
                <a16:creationId xmlns:a16="http://schemas.microsoft.com/office/drawing/2014/main" id="{3C32AD64-9BE8-4440-A273-14E738DFB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2365" y="81497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6" name="path-7847">
            <a:extLst xmlns:a="http://schemas.openxmlformats.org/drawingml/2006/main">
              <a:ext uri="{FF2B5EF4-FFF2-40B4-BE49-F238E27FC236}">
                <a16:creationId xmlns:a16="http://schemas.microsoft.com/office/drawing/2014/main" id="{949D78F8-D22F-4E79-91C0-50AB54355E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49961" y="812281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7" name="path-7848">
            <a:extLst xmlns:a="http://schemas.openxmlformats.org/drawingml/2006/main">
              <a:ext uri="{FF2B5EF4-FFF2-40B4-BE49-F238E27FC236}">
                <a16:creationId xmlns:a16="http://schemas.microsoft.com/office/drawing/2014/main" id="{2E7A992B-08E6-4B2A-BBC4-B5B2D3C20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1647" y="81161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8" name="path-7849">
            <a:extLst xmlns:a="http://schemas.openxmlformats.org/drawingml/2006/main">
              <a:ext uri="{FF2B5EF4-FFF2-40B4-BE49-F238E27FC236}">
                <a16:creationId xmlns:a16="http://schemas.microsoft.com/office/drawing/2014/main" id="{3DE836F3-412F-41CA-A567-DB37E2DDE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2970" y="813027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39" name="path-7850">
            <a:extLst xmlns:a="http://schemas.openxmlformats.org/drawingml/2006/main">
              <a:ext uri="{FF2B5EF4-FFF2-40B4-BE49-F238E27FC236}">
                <a16:creationId xmlns:a16="http://schemas.microsoft.com/office/drawing/2014/main" id="{ED29492C-A413-4877-A056-702588EC8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59201" y="81547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0" name="path-7851">
            <a:extLst xmlns:a="http://schemas.openxmlformats.org/drawingml/2006/main">
              <a:ext uri="{FF2B5EF4-FFF2-40B4-BE49-F238E27FC236}">
                <a16:creationId xmlns:a16="http://schemas.microsoft.com/office/drawing/2014/main" id="{FB62D28A-FE0F-44A9-89B5-337495E63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3287" y="81187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1" name="path-7852">
            <a:extLst xmlns:a="http://schemas.openxmlformats.org/drawingml/2006/main">
              <a:ext uri="{FF2B5EF4-FFF2-40B4-BE49-F238E27FC236}">
                <a16:creationId xmlns:a16="http://schemas.microsoft.com/office/drawing/2014/main" id="{26365465-9CF9-4E20-A569-E39195B69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3749" y="81494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2" name="path-7853">
            <a:extLst xmlns:a="http://schemas.openxmlformats.org/drawingml/2006/main">
              <a:ext uri="{FF2B5EF4-FFF2-40B4-BE49-F238E27FC236}">
                <a16:creationId xmlns:a16="http://schemas.microsoft.com/office/drawing/2014/main" id="{60FE457D-52E5-4C48-B94D-376869A34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8049" y="81385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3" name="path-7854">
            <a:extLst xmlns:a="http://schemas.openxmlformats.org/drawingml/2006/main">
              <a:ext uri="{FF2B5EF4-FFF2-40B4-BE49-F238E27FC236}">
                <a16:creationId xmlns:a16="http://schemas.microsoft.com/office/drawing/2014/main" id="{ADBCE7AA-811C-4985-8325-54732FEA7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4371" y="813382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4" name="path-7855">
            <a:extLst xmlns:a="http://schemas.openxmlformats.org/drawingml/2006/main">
              <a:ext uri="{FF2B5EF4-FFF2-40B4-BE49-F238E27FC236}">
                <a16:creationId xmlns:a16="http://schemas.microsoft.com/office/drawing/2014/main" id="{6B61670B-7EEC-4F38-BB8F-B6EB980F8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1192" y="817185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5" name="path-7856">
            <a:extLst xmlns:a="http://schemas.openxmlformats.org/drawingml/2006/main">
              <a:ext uri="{FF2B5EF4-FFF2-40B4-BE49-F238E27FC236}">
                <a16:creationId xmlns:a16="http://schemas.microsoft.com/office/drawing/2014/main" id="{08E06430-BFD8-40C1-838B-E699F7C2D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6023" y="81454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6" name="path-7857">
            <a:extLst xmlns:a="http://schemas.openxmlformats.org/drawingml/2006/main">
              <a:ext uri="{FF2B5EF4-FFF2-40B4-BE49-F238E27FC236}">
                <a16:creationId xmlns:a16="http://schemas.microsoft.com/office/drawing/2014/main" id="{193B2221-7A27-4FB4-8D97-468699AEAE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8248" y="810737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7" name="path-7858">
            <a:extLst xmlns:a="http://schemas.openxmlformats.org/drawingml/2006/main">
              <a:ext uri="{FF2B5EF4-FFF2-40B4-BE49-F238E27FC236}">
                <a16:creationId xmlns:a16="http://schemas.microsoft.com/office/drawing/2014/main" id="{DF973BC0-31C7-4448-8C83-90F81441F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6405" y="81465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8" name="path-7859">
            <a:extLst xmlns:a="http://schemas.openxmlformats.org/drawingml/2006/main">
              <a:ext uri="{FF2B5EF4-FFF2-40B4-BE49-F238E27FC236}">
                <a16:creationId xmlns:a16="http://schemas.microsoft.com/office/drawing/2014/main" id="{FE59B2F9-C8B6-4B4B-8A99-1AC1F630D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6453" y="81502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49" name="path-7860">
            <a:extLst xmlns:a="http://schemas.openxmlformats.org/drawingml/2006/main">
              <a:ext uri="{FF2B5EF4-FFF2-40B4-BE49-F238E27FC236}">
                <a16:creationId xmlns:a16="http://schemas.microsoft.com/office/drawing/2014/main" id="{67A16131-0174-42A7-87B7-8472EB2733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2987" y="81373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0" name="path-7861">
            <a:extLst xmlns:a="http://schemas.openxmlformats.org/drawingml/2006/main">
              <a:ext uri="{FF2B5EF4-FFF2-40B4-BE49-F238E27FC236}">
                <a16:creationId xmlns:a16="http://schemas.microsoft.com/office/drawing/2014/main" id="{A5FF5B45-C521-4874-A275-0E92B7068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0482" y="814745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1" name="path-7862">
            <a:extLst xmlns:a="http://schemas.openxmlformats.org/drawingml/2006/main">
              <a:ext uri="{FF2B5EF4-FFF2-40B4-BE49-F238E27FC236}">
                <a16:creationId xmlns:a16="http://schemas.microsoft.com/office/drawing/2014/main" id="{6261F969-F5D6-4270-87CE-7A692BD24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03651" y="81272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2" name="path-7863">
            <a:extLst xmlns:a="http://schemas.openxmlformats.org/drawingml/2006/main">
              <a:ext uri="{FF2B5EF4-FFF2-40B4-BE49-F238E27FC236}">
                <a16:creationId xmlns:a16="http://schemas.microsoft.com/office/drawing/2014/main" id="{C5D7EF96-EE18-45C7-8648-1A93CFD37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47005" y="81576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3" name="path-7864">
            <a:extLst xmlns:a="http://schemas.openxmlformats.org/drawingml/2006/main">
              <a:ext uri="{FF2B5EF4-FFF2-40B4-BE49-F238E27FC236}">
                <a16:creationId xmlns:a16="http://schemas.microsoft.com/office/drawing/2014/main" id="{1810C1B3-AC67-4C3B-936C-84BF8B812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1894" y="81320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4" name="path-7865">
            <a:extLst xmlns:a="http://schemas.openxmlformats.org/drawingml/2006/main">
              <a:ext uri="{FF2B5EF4-FFF2-40B4-BE49-F238E27FC236}">
                <a16:creationId xmlns:a16="http://schemas.microsoft.com/office/drawing/2014/main" id="{F511C534-CF82-4558-B59C-4685BE64F1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17333" y="8169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5" name="path-7866">
            <a:extLst xmlns:a="http://schemas.openxmlformats.org/drawingml/2006/main">
              <a:ext uri="{FF2B5EF4-FFF2-40B4-BE49-F238E27FC236}">
                <a16:creationId xmlns:a16="http://schemas.microsoft.com/office/drawing/2014/main" id="{8C7F6C20-5802-4C06-B38B-BA34CD6389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3106" y="81455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6" name="path-7867">
            <a:extLst xmlns:a="http://schemas.openxmlformats.org/drawingml/2006/main">
              <a:ext uri="{FF2B5EF4-FFF2-40B4-BE49-F238E27FC236}">
                <a16:creationId xmlns:a16="http://schemas.microsoft.com/office/drawing/2014/main" id="{9BDFFDD9-0793-4850-8F53-DFC0CEA11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2749" y="81494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7" name="path-7868">
            <a:extLst xmlns:a="http://schemas.openxmlformats.org/drawingml/2006/main">
              <a:ext uri="{FF2B5EF4-FFF2-40B4-BE49-F238E27FC236}">
                <a16:creationId xmlns:a16="http://schemas.microsoft.com/office/drawing/2014/main" id="{DC93B2A0-3EE1-482A-995A-83C42DC79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6109" y="81579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8" name="path-7869">
            <a:extLst xmlns:a="http://schemas.openxmlformats.org/drawingml/2006/main">
              <a:ext uri="{FF2B5EF4-FFF2-40B4-BE49-F238E27FC236}">
                <a16:creationId xmlns:a16="http://schemas.microsoft.com/office/drawing/2014/main" id="{28AEBA3E-9E49-4EC1-A9E8-1EB166AE6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5048" y="81323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59" name="path-7870">
            <a:extLst xmlns:a="http://schemas.openxmlformats.org/drawingml/2006/main">
              <a:ext uri="{FF2B5EF4-FFF2-40B4-BE49-F238E27FC236}">
                <a16:creationId xmlns:a16="http://schemas.microsoft.com/office/drawing/2014/main" id="{DFFF6313-8D55-4EEC-9CBB-BFD8ABF0B9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4618" y="81494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0" name="path-7871">
            <a:extLst xmlns:a="http://schemas.openxmlformats.org/drawingml/2006/main">
              <a:ext uri="{FF2B5EF4-FFF2-40B4-BE49-F238E27FC236}">
                <a16:creationId xmlns:a16="http://schemas.microsoft.com/office/drawing/2014/main" id="{59C9DC63-877D-4A71-8148-A44180366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2246" y="8151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1" name="path-7872">
            <a:extLst xmlns:a="http://schemas.openxmlformats.org/drawingml/2006/main">
              <a:ext uri="{FF2B5EF4-FFF2-40B4-BE49-F238E27FC236}">
                <a16:creationId xmlns:a16="http://schemas.microsoft.com/office/drawing/2014/main" id="{A4C094D2-B749-4B84-B0B3-7C740C0C4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1800" y="81497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2" name="path-7873">
            <a:extLst xmlns:a="http://schemas.openxmlformats.org/drawingml/2006/main">
              <a:ext uri="{FF2B5EF4-FFF2-40B4-BE49-F238E27FC236}">
                <a16:creationId xmlns:a16="http://schemas.microsoft.com/office/drawing/2014/main" id="{5C2E3B9D-54A6-42F1-B3C7-78404961E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4199" y="81456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3" name="path-7874">
            <a:extLst xmlns:a="http://schemas.openxmlformats.org/drawingml/2006/main">
              <a:ext uri="{FF2B5EF4-FFF2-40B4-BE49-F238E27FC236}">
                <a16:creationId xmlns:a16="http://schemas.microsoft.com/office/drawing/2014/main" id="{0EF490E8-366F-42E3-9CEB-9C8909A93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4823" y="813917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4" name="path-7875">
            <a:extLst xmlns:a="http://schemas.openxmlformats.org/drawingml/2006/main">
              <a:ext uri="{FF2B5EF4-FFF2-40B4-BE49-F238E27FC236}">
                <a16:creationId xmlns:a16="http://schemas.microsoft.com/office/drawing/2014/main" id="{2CC44B1E-8113-477C-BCD6-DCB837700D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39799" y="81191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5" name="path-7876">
            <a:extLst xmlns:a="http://schemas.openxmlformats.org/drawingml/2006/main">
              <a:ext uri="{FF2B5EF4-FFF2-40B4-BE49-F238E27FC236}">
                <a16:creationId xmlns:a16="http://schemas.microsoft.com/office/drawing/2014/main" id="{34D268EB-BD50-4A16-9DA9-72D7C3D4B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98493" y="8131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6" name="path-7877">
            <a:extLst xmlns:a="http://schemas.openxmlformats.org/drawingml/2006/main">
              <a:ext uri="{FF2B5EF4-FFF2-40B4-BE49-F238E27FC236}">
                <a16:creationId xmlns:a16="http://schemas.microsoft.com/office/drawing/2014/main" id="{345F2DDB-B0F0-4B35-9C19-BA078A2C53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5493" y="81751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7" name="path-7878">
            <a:extLst xmlns:a="http://schemas.openxmlformats.org/drawingml/2006/main">
              <a:ext uri="{FF2B5EF4-FFF2-40B4-BE49-F238E27FC236}">
                <a16:creationId xmlns:a16="http://schemas.microsoft.com/office/drawing/2014/main" id="{3C95C18B-3D2D-403E-B29C-63636A0AA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8276" y="81426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8" name="path-7879">
            <a:extLst xmlns:a="http://schemas.openxmlformats.org/drawingml/2006/main">
              <a:ext uri="{FF2B5EF4-FFF2-40B4-BE49-F238E27FC236}">
                <a16:creationId xmlns:a16="http://schemas.microsoft.com/office/drawing/2014/main" id="{0F3B06CD-7AD6-40DA-A730-C911D0D32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1558" y="81512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69" name="path-7880">
            <a:extLst xmlns:a="http://schemas.openxmlformats.org/drawingml/2006/main">
              <a:ext uri="{FF2B5EF4-FFF2-40B4-BE49-F238E27FC236}">
                <a16:creationId xmlns:a16="http://schemas.microsoft.com/office/drawing/2014/main" id="{14E6BED1-DDC1-4F42-8E21-FCCED6A64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85961" y="81535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0" name="path-7881">
            <a:extLst xmlns:a="http://schemas.openxmlformats.org/drawingml/2006/main">
              <a:ext uri="{FF2B5EF4-FFF2-40B4-BE49-F238E27FC236}">
                <a16:creationId xmlns:a16="http://schemas.microsoft.com/office/drawing/2014/main" id="{83586D72-EF32-4A59-9BE4-00AF424DD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6828" y="81411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1" name="path-7882">
            <a:extLst xmlns:a="http://schemas.openxmlformats.org/drawingml/2006/main">
              <a:ext uri="{FF2B5EF4-FFF2-40B4-BE49-F238E27FC236}">
                <a16:creationId xmlns:a16="http://schemas.microsoft.com/office/drawing/2014/main" id="{4A8236EE-7E25-4AD9-B599-D9408504A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06166" y="81611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2" name="path-7883">
            <a:extLst xmlns:a="http://schemas.openxmlformats.org/drawingml/2006/main">
              <a:ext uri="{FF2B5EF4-FFF2-40B4-BE49-F238E27FC236}">
                <a16:creationId xmlns:a16="http://schemas.microsoft.com/office/drawing/2014/main" id="{FC0A311B-ACB4-4203-8E14-A6FCB8780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6888" y="81422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3" name="path-7884">
            <a:extLst xmlns:a="http://schemas.openxmlformats.org/drawingml/2006/main">
              <a:ext uri="{FF2B5EF4-FFF2-40B4-BE49-F238E27FC236}">
                <a16:creationId xmlns:a16="http://schemas.microsoft.com/office/drawing/2014/main" id="{146F018E-5D04-41F9-8CCE-8D6981F8B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5247" y="81440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4" name="path-7885">
            <a:extLst xmlns:a="http://schemas.openxmlformats.org/drawingml/2006/main">
              <a:ext uri="{FF2B5EF4-FFF2-40B4-BE49-F238E27FC236}">
                <a16:creationId xmlns:a16="http://schemas.microsoft.com/office/drawing/2014/main" id="{75AE6F11-3AE1-4057-A540-535D2EBF9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0710" y="81652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5" name="path-7886">
            <a:extLst xmlns:a="http://schemas.openxmlformats.org/drawingml/2006/main">
              <a:ext uri="{FF2B5EF4-FFF2-40B4-BE49-F238E27FC236}">
                <a16:creationId xmlns:a16="http://schemas.microsoft.com/office/drawing/2014/main" id="{239EC199-F3E1-4FEE-8F6D-4587419C2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9496" y="81427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6" name="path-7887">
            <a:extLst xmlns:a="http://schemas.openxmlformats.org/drawingml/2006/main">
              <a:ext uri="{FF2B5EF4-FFF2-40B4-BE49-F238E27FC236}">
                <a16:creationId xmlns:a16="http://schemas.microsoft.com/office/drawing/2014/main" id="{392227F7-BD75-456B-BA76-AA109A410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4699" y="814353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7" name="path-7888">
            <a:extLst xmlns:a="http://schemas.openxmlformats.org/drawingml/2006/main">
              <a:ext uri="{FF2B5EF4-FFF2-40B4-BE49-F238E27FC236}">
                <a16:creationId xmlns:a16="http://schemas.microsoft.com/office/drawing/2014/main" id="{CE58EEFB-1D97-475A-9410-4B94B20AE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3645" y="813648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8" name="path-7889">
            <a:extLst xmlns:a="http://schemas.openxmlformats.org/drawingml/2006/main">
              <a:ext uri="{FF2B5EF4-FFF2-40B4-BE49-F238E27FC236}">
                <a16:creationId xmlns:a16="http://schemas.microsoft.com/office/drawing/2014/main" id="{EC383287-5B07-4BED-9971-1C150B99E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1506" y="81423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79" name="path-7890">
            <a:extLst xmlns:a="http://schemas.openxmlformats.org/drawingml/2006/main">
              <a:ext uri="{FF2B5EF4-FFF2-40B4-BE49-F238E27FC236}">
                <a16:creationId xmlns:a16="http://schemas.microsoft.com/office/drawing/2014/main" id="{34F4E877-3304-4609-B60F-4B8650AE5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815" y="812932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0" name="path-7891">
            <a:extLst xmlns:a="http://schemas.openxmlformats.org/drawingml/2006/main">
              <a:ext uri="{FF2B5EF4-FFF2-40B4-BE49-F238E27FC236}">
                <a16:creationId xmlns:a16="http://schemas.microsoft.com/office/drawing/2014/main" id="{4F306687-9621-48F8-A10E-EFF0FC511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1494" y="814492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1" name="path-7892">
            <a:extLst xmlns:a="http://schemas.openxmlformats.org/drawingml/2006/main">
              <a:ext uri="{FF2B5EF4-FFF2-40B4-BE49-F238E27FC236}">
                <a16:creationId xmlns:a16="http://schemas.microsoft.com/office/drawing/2014/main" id="{C6B62C03-14FD-46D5-9D2E-D9D2D36D5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76700" y="816176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2" name="path-7893">
            <a:extLst xmlns:a="http://schemas.openxmlformats.org/drawingml/2006/main">
              <a:ext uri="{FF2B5EF4-FFF2-40B4-BE49-F238E27FC236}">
                <a16:creationId xmlns:a16="http://schemas.microsoft.com/office/drawing/2014/main" id="{109CA601-CE24-4EDD-86CE-FF7BD1230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9258" y="81354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3" name="path-7894">
            <a:extLst xmlns:a="http://schemas.openxmlformats.org/drawingml/2006/main">
              <a:ext uri="{FF2B5EF4-FFF2-40B4-BE49-F238E27FC236}">
                <a16:creationId xmlns:a16="http://schemas.microsoft.com/office/drawing/2014/main" id="{6623CCBE-5CB4-48C9-8998-F59F08F00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30500" y="81192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4" name="path-7895">
            <a:extLst xmlns:a="http://schemas.openxmlformats.org/drawingml/2006/main">
              <a:ext uri="{FF2B5EF4-FFF2-40B4-BE49-F238E27FC236}">
                <a16:creationId xmlns:a16="http://schemas.microsoft.com/office/drawing/2014/main" id="{A90BE9C2-6819-4EAD-9360-CA52D0133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2073" y="814623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5" name="path-7896">
            <a:extLst xmlns:a="http://schemas.openxmlformats.org/drawingml/2006/main">
              <a:ext uri="{FF2B5EF4-FFF2-40B4-BE49-F238E27FC236}">
                <a16:creationId xmlns:a16="http://schemas.microsoft.com/office/drawing/2014/main" id="{8FE60923-82D0-4BA3-9ADC-56B4EBE84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9196" y="813958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6" name="path-7897">
            <a:extLst xmlns:a="http://schemas.openxmlformats.org/drawingml/2006/main">
              <a:ext uri="{FF2B5EF4-FFF2-40B4-BE49-F238E27FC236}">
                <a16:creationId xmlns:a16="http://schemas.microsoft.com/office/drawing/2014/main" id="{A10CD784-D31D-4965-9155-F209ECDA0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09249" y="81341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7" name="path-7898">
            <a:extLst xmlns:a="http://schemas.openxmlformats.org/drawingml/2006/main">
              <a:ext uri="{FF2B5EF4-FFF2-40B4-BE49-F238E27FC236}">
                <a16:creationId xmlns:a16="http://schemas.microsoft.com/office/drawing/2014/main" id="{6C90645F-B9F8-4672-9D46-F5F81A3EF9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9862" y="81199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8" name="path-7899">
            <a:extLst xmlns:a="http://schemas.openxmlformats.org/drawingml/2006/main">
              <a:ext uri="{FF2B5EF4-FFF2-40B4-BE49-F238E27FC236}">
                <a16:creationId xmlns:a16="http://schemas.microsoft.com/office/drawing/2014/main" id="{82FF582E-CCA1-4CB4-ACFB-9773A11E6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3009" y="81265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89" name="path-7900">
            <a:extLst xmlns:a="http://schemas.openxmlformats.org/drawingml/2006/main">
              <a:ext uri="{FF2B5EF4-FFF2-40B4-BE49-F238E27FC236}">
                <a16:creationId xmlns:a16="http://schemas.microsoft.com/office/drawing/2014/main" id="{16B0132A-CE2B-41EE-94DA-20ECA3E26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4402" y="81480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0" name="path-7901">
            <a:extLst xmlns:a="http://schemas.openxmlformats.org/drawingml/2006/main">
              <a:ext uri="{FF2B5EF4-FFF2-40B4-BE49-F238E27FC236}">
                <a16:creationId xmlns:a16="http://schemas.microsoft.com/office/drawing/2014/main" id="{52128E02-5DC1-4A27-819F-8B144EC1F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3024" y="811905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1" name="path-7902">
            <a:extLst xmlns:a="http://schemas.openxmlformats.org/drawingml/2006/main">
              <a:ext uri="{FF2B5EF4-FFF2-40B4-BE49-F238E27FC236}">
                <a16:creationId xmlns:a16="http://schemas.microsoft.com/office/drawing/2014/main" id="{5535D343-F9D9-4BCA-AEC3-061B771DA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4847" y="81405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2" name="path-7903">
            <a:extLst xmlns:a="http://schemas.openxmlformats.org/drawingml/2006/main">
              <a:ext uri="{FF2B5EF4-FFF2-40B4-BE49-F238E27FC236}">
                <a16:creationId xmlns:a16="http://schemas.microsoft.com/office/drawing/2014/main" id="{AD202D28-1DD9-44CC-8B43-7748716C3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9563" y="81276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3" name="path-7904">
            <a:extLst xmlns:a="http://schemas.openxmlformats.org/drawingml/2006/main">
              <a:ext uri="{FF2B5EF4-FFF2-40B4-BE49-F238E27FC236}">
                <a16:creationId xmlns:a16="http://schemas.microsoft.com/office/drawing/2014/main" id="{CEDB0A14-CCAF-43FF-86EB-EB9F51CE6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86270" y="81339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4" name="path-7905">
            <a:extLst xmlns:a="http://schemas.openxmlformats.org/drawingml/2006/main">
              <a:ext uri="{FF2B5EF4-FFF2-40B4-BE49-F238E27FC236}">
                <a16:creationId xmlns:a16="http://schemas.microsoft.com/office/drawing/2014/main" id="{A0B86B2E-C373-4FEC-ADBC-BCFA7AE01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01146" y="81534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5" name="path-7906">
            <a:extLst xmlns:a="http://schemas.openxmlformats.org/drawingml/2006/main">
              <a:ext uri="{FF2B5EF4-FFF2-40B4-BE49-F238E27FC236}">
                <a16:creationId xmlns:a16="http://schemas.microsoft.com/office/drawing/2014/main" id="{0310E1EC-9D3C-49A2-ADD8-3601297CF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6370" y="81331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6" name="path-7907">
            <a:extLst xmlns:a="http://schemas.openxmlformats.org/drawingml/2006/main">
              <a:ext uri="{FF2B5EF4-FFF2-40B4-BE49-F238E27FC236}">
                <a16:creationId xmlns:a16="http://schemas.microsoft.com/office/drawing/2014/main" id="{747EC8D5-7931-441F-AD5B-31D746901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2375" y="81428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7" name="path-7908">
            <a:extLst xmlns:a="http://schemas.openxmlformats.org/drawingml/2006/main">
              <a:ext uri="{FF2B5EF4-FFF2-40B4-BE49-F238E27FC236}">
                <a16:creationId xmlns:a16="http://schemas.microsoft.com/office/drawing/2014/main" id="{10C41DCE-8242-48F1-8616-4602AFFCE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10943" y="815376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8" name="path-7909">
            <a:extLst xmlns:a="http://schemas.openxmlformats.org/drawingml/2006/main">
              <a:ext uri="{FF2B5EF4-FFF2-40B4-BE49-F238E27FC236}">
                <a16:creationId xmlns:a16="http://schemas.microsoft.com/office/drawing/2014/main" id="{5B5CCCD5-BB6E-4726-A3A9-03689450E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99335" y="81291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99" name="path-7910">
            <a:extLst xmlns:a="http://schemas.openxmlformats.org/drawingml/2006/main">
              <a:ext uri="{FF2B5EF4-FFF2-40B4-BE49-F238E27FC236}">
                <a16:creationId xmlns:a16="http://schemas.microsoft.com/office/drawing/2014/main" id="{4B36BE4C-EF7A-4851-AE39-DEC7E3898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2549" y="8172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0" name="path-7911">
            <a:extLst xmlns:a="http://schemas.openxmlformats.org/drawingml/2006/main">
              <a:ext uri="{FF2B5EF4-FFF2-40B4-BE49-F238E27FC236}">
                <a16:creationId xmlns:a16="http://schemas.microsoft.com/office/drawing/2014/main" id="{01D76606-C2AD-4B71-8B2F-0BC815F79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5493" y="81458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1" name="path-7912">
            <a:extLst xmlns:a="http://schemas.openxmlformats.org/drawingml/2006/main">
              <a:ext uri="{FF2B5EF4-FFF2-40B4-BE49-F238E27FC236}">
                <a16:creationId xmlns:a16="http://schemas.microsoft.com/office/drawing/2014/main" id="{796179F6-7561-4C62-BAB9-3BE3D77BB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0019" y="81360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2" name="path-7913">
            <a:extLst xmlns:a="http://schemas.openxmlformats.org/drawingml/2006/main">
              <a:ext uri="{FF2B5EF4-FFF2-40B4-BE49-F238E27FC236}">
                <a16:creationId xmlns:a16="http://schemas.microsoft.com/office/drawing/2014/main" id="{5375DF3D-8B00-40DF-9445-4E1DC161D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39880" y="813310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3" name="path-7914">
            <a:extLst xmlns:a="http://schemas.openxmlformats.org/drawingml/2006/main">
              <a:ext uri="{FF2B5EF4-FFF2-40B4-BE49-F238E27FC236}">
                <a16:creationId xmlns:a16="http://schemas.microsoft.com/office/drawing/2014/main" id="{A6E6E238-F1B8-49FC-A2A2-E698BF454E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19464" y="816343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4" name="path-7915">
            <a:extLst xmlns:a="http://schemas.openxmlformats.org/drawingml/2006/main">
              <a:ext uri="{FF2B5EF4-FFF2-40B4-BE49-F238E27FC236}">
                <a16:creationId xmlns:a16="http://schemas.microsoft.com/office/drawing/2014/main" id="{107569D9-86AE-4EE3-B170-BF7C496A3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9238" y="81653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5" name="path-7916">
            <a:extLst xmlns:a="http://schemas.openxmlformats.org/drawingml/2006/main">
              <a:ext uri="{FF2B5EF4-FFF2-40B4-BE49-F238E27FC236}">
                <a16:creationId xmlns:a16="http://schemas.microsoft.com/office/drawing/2014/main" id="{1FB3437A-3A62-4552-ACE5-FE850AB1B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36458" y="81345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6" name="path-7917">
            <a:extLst xmlns:a="http://schemas.openxmlformats.org/drawingml/2006/main">
              <a:ext uri="{FF2B5EF4-FFF2-40B4-BE49-F238E27FC236}">
                <a16:creationId xmlns:a16="http://schemas.microsoft.com/office/drawing/2014/main" id="{0BAAB158-F0F0-4688-8CE1-3D38ABB59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1597" y="81442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7" name="path-7918">
            <a:extLst xmlns:a="http://schemas.openxmlformats.org/drawingml/2006/main">
              <a:ext uri="{FF2B5EF4-FFF2-40B4-BE49-F238E27FC236}">
                <a16:creationId xmlns:a16="http://schemas.microsoft.com/office/drawing/2014/main" id="{E6DDB9B9-8154-4A35-91E8-77004B954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8083" y="81756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8" name="path-7919">
            <a:extLst xmlns:a="http://schemas.openxmlformats.org/drawingml/2006/main">
              <a:ext uri="{FF2B5EF4-FFF2-40B4-BE49-F238E27FC236}">
                <a16:creationId xmlns:a16="http://schemas.microsoft.com/office/drawing/2014/main" id="{5B45656E-8613-4F96-BA2C-7BD113599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8373" y="81161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9" name="path-7920">
            <a:extLst xmlns:a="http://schemas.openxmlformats.org/drawingml/2006/main">
              <a:ext uri="{FF2B5EF4-FFF2-40B4-BE49-F238E27FC236}">
                <a16:creationId xmlns:a16="http://schemas.microsoft.com/office/drawing/2014/main" id="{3F75F6F7-6E9D-4108-9646-B4BD88178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0094" y="81167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0" name="path-7921">
            <a:extLst xmlns:a="http://schemas.openxmlformats.org/drawingml/2006/main">
              <a:ext uri="{FF2B5EF4-FFF2-40B4-BE49-F238E27FC236}">
                <a16:creationId xmlns:a16="http://schemas.microsoft.com/office/drawing/2014/main" id="{28516D56-9033-48B6-98C4-22577B9C60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9286" y="81329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1" name="path-7922">
            <a:extLst xmlns:a="http://schemas.openxmlformats.org/drawingml/2006/main">
              <a:ext uri="{FF2B5EF4-FFF2-40B4-BE49-F238E27FC236}">
                <a16:creationId xmlns:a16="http://schemas.microsoft.com/office/drawing/2014/main" id="{385DC323-C379-4320-A68D-EF8D25A28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9688" y="81391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2" name="path-7923">
            <a:extLst xmlns:a="http://schemas.openxmlformats.org/drawingml/2006/main">
              <a:ext uri="{FF2B5EF4-FFF2-40B4-BE49-F238E27FC236}">
                <a16:creationId xmlns:a16="http://schemas.microsoft.com/office/drawing/2014/main" id="{4B37DD42-DFAD-411E-96C3-5CD2656D4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4630" y="81137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3" name="path-7924">
            <a:extLst xmlns:a="http://schemas.openxmlformats.org/drawingml/2006/main">
              <a:ext uri="{FF2B5EF4-FFF2-40B4-BE49-F238E27FC236}">
                <a16:creationId xmlns:a16="http://schemas.microsoft.com/office/drawing/2014/main" id="{5E651D1D-B82E-4A5A-B9BB-D4879BD8B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06256" y="81319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4" name="path-7925">
            <a:extLst xmlns:a="http://schemas.openxmlformats.org/drawingml/2006/main">
              <a:ext uri="{FF2B5EF4-FFF2-40B4-BE49-F238E27FC236}">
                <a16:creationId xmlns:a16="http://schemas.microsoft.com/office/drawing/2014/main" id="{B18FBFAC-B073-4823-8F5D-7C67DDA75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12591" y="81347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5" name="path-7926">
            <a:extLst xmlns:a="http://schemas.openxmlformats.org/drawingml/2006/main">
              <a:ext uri="{FF2B5EF4-FFF2-40B4-BE49-F238E27FC236}">
                <a16:creationId xmlns:a16="http://schemas.microsoft.com/office/drawing/2014/main" id="{96A4FA40-B46B-46F7-BB97-2F1437006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1191" y="81546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6" name="path-7927">
            <a:extLst xmlns:a="http://schemas.openxmlformats.org/drawingml/2006/main">
              <a:ext uri="{FF2B5EF4-FFF2-40B4-BE49-F238E27FC236}">
                <a16:creationId xmlns:a16="http://schemas.microsoft.com/office/drawing/2014/main" id="{48734CF8-59A1-4C3C-972F-F57F39FD23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3377" y="81446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7" name="path-7928">
            <a:extLst xmlns:a="http://schemas.openxmlformats.org/drawingml/2006/main">
              <a:ext uri="{FF2B5EF4-FFF2-40B4-BE49-F238E27FC236}">
                <a16:creationId xmlns:a16="http://schemas.microsoft.com/office/drawing/2014/main" id="{4C60E50B-B7CE-44FB-9B05-4575269F8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8362" y="81403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8" name="path-7929">
            <a:extLst xmlns:a="http://schemas.openxmlformats.org/drawingml/2006/main">
              <a:ext uri="{FF2B5EF4-FFF2-40B4-BE49-F238E27FC236}">
                <a16:creationId xmlns:a16="http://schemas.microsoft.com/office/drawing/2014/main" id="{1644A04B-1BE9-4B9A-9C45-B94E3EC16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4065" y="815252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19" name="path-7930">
            <a:extLst xmlns:a="http://schemas.openxmlformats.org/drawingml/2006/main">
              <a:ext uri="{FF2B5EF4-FFF2-40B4-BE49-F238E27FC236}">
                <a16:creationId xmlns:a16="http://schemas.microsoft.com/office/drawing/2014/main" id="{522171CA-EE93-415C-A615-7FFBDF876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5439" y="81733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0" name="path-7931">
            <a:extLst xmlns:a="http://schemas.openxmlformats.org/drawingml/2006/main">
              <a:ext uri="{FF2B5EF4-FFF2-40B4-BE49-F238E27FC236}">
                <a16:creationId xmlns:a16="http://schemas.microsoft.com/office/drawing/2014/main" id="{49084154-E50B-4559-897E-17B2D2A82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6266" y="81285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1" name="path-7932">
            <a:extLst xmlns:a="http://schemas.openxmlformats.org/drawingml/2006/main">
              <a:ext uri="{FF2B5EF4-FFF2-40B4-BE49-F238E27FC236}">
                <a16:creationId xmlns:a16="http://schemas.microsoft.com/office/drawing/2014/main" id="{2C75DFAD-BEB8-4DCE-B1AA-A6D5BB4C8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4463" y="81419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2" name="path-7933">
            <a:extLst xmlns:a="http://schemas.openxmlformats.org/drawingml/2006/main">
              <a:ext uri="{FF2B5EF4-FFF2-40B4-BE49-F238E27FC236}">
                <a16:creationId xmlns:a16="http://schemas.microsoft.com/office/drawing/2014/main" id="{45FA13FD-D958-493F-9C32-18E171662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4695" y="81370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3" name="path-7934">
            <a:extLst xmlns:a="http://schemas.openxmlformats.org/drawingml/2006/main">
              <a:ext uri="{FF2B5EF4-FFF2-40B4-BE49-F238E27FC236}">
                <a16:creationId xmlns:a16="http://schemas.microsoft.com/office/drawing/2014/main" id="{8483465E-30EE-4186-B892-4DCC4A65D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3358" y="811705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4" name="path-7935">
            <a:extLst xmlns:a="http://schemas.openxmlformats.org/drawingml/2006/main">
              <a:ext uri="{FF2B5EF4-FFF2-40B4-BE49-F238E27FC236}">
                <a16:creationId xmlns:a16="http://schemas.microsoft.com/office/drawing/2014/main" id="{89E98312-E5E0-486F-BEB1-886FA0EDF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1205" y="817906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5" name="path-7936">
            <a:extLst xmlns:a="http://schemas.openxmlformats.org/drawingml/2006/main">
              <a:ext uri="{FF2B5EF4-FFF2-40B4-BE49-F238E27FC236}">
                <a16:creationId xmlns:a16="http://schemas.microsoft.com/office/drawing/2014/main" id="{80BC2F44-8C31-4815-9A7B-48178868B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9170" y="8098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6" name="path-7937">
            <a:extLst xmlns:a="http://schemas.openxmlformats.org/drawingml/2006/main">
              <a:ext uri="{FF2B5EF4-FFF2-40B4-BE49-F238E27FC236}">
                <a16:creationId xmlns:a16="http://schemas.microsoft.com/office/drawing/2014/main" id="{4DEF7E1B-8CB6-44A0-9C3A-D8854A4F7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6260" y="812644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7" name="path-7938">
            <a:extLst xmlns:a="http://schemas.openxmlformats.org/drawingml/2006/main">
              <a:ext uri="{FF2B5EF4-FFF2-40B4-BE49-F238E27FC236}">
                <a16:creationId xmlns:a16="http://schemas.microsoft.com/office/drawing/2014/main" id="{0E1CF22E-1DE3-4BC3-AE37-194CB17EE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6417" y="81311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8" name="path-7939">
            <a:extLst xmlns:a="http://schemas.openxmlformats.org/drawingml/2006/main">
              <a:ext uri="{FF2B5EF4-FFF2-40B4-BE49-F238E27FC236}">
                <a16:creationId xmlns:a16="http://schemas.microsoft.com/office/drawing/2014/main" id="{C36F7075-3764-4AA2-A727-5C484159E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7128" y="81481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29" name="path-7940">
            <a:extLst xmlns:a="http://schemas.openxmlformats.org/drawingml/2006/main">
              <a:ext uri="{FF2B5EF4-FFF2-40B4-BE49-F238E27FC236}">
                <a16:creationId xmlns:a16="http://schemas.microsoft.com/office/drawing/2014/main" id="{6EA743F7-5122-49D7-A382-A667ED087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0266" y="81869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0" name="path-7941">
            <a:extLst xmlns:a="http://schemas.openxmlformats.org/drawingml/2006/main">
              <a:ext uri="{FF2B5EF4-FFF2-40B4-BE49-F238E27FC236}">
                <a16:creationId xmlns:a16="http://schemas.microsoft.com/office/drawing/2014/main" id="{3502EDBF-7788-4512-9764-EA2ED0B7B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7973" y="816281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1" name="path-7942">
            <a:extLst xmlns:a="http://schemas.openxmlformats.org/drawingml/2006/main">
              <a:ext uri="{FF2B5EF4-FFF2-40B4-BE49-F238E27FC236}">
                <a16:creationId xmlns:a16="http://schemas.microsoft.com/office/drawing/2014/main" id="{04E68E42-ECB7-43C4-9CB0-CF8686CE4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49457" y="81219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2" name="path-7943">
            <a:extLst xmlns:a="http://schemas.openxmlformats.org/drawingml/2006/main">
              <a:ext uri="{FF2B5EF4-FFF2-40B4-BE49-F238E27FC236}">
                <a16:creationId xmlns:a16="http://schemas.microsoft.com/office/drawing/2014/main" id="{F373A27C-50C1-403A-8CA8-BF65F6609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39394" y="811855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3" name="path-7944">
            <a:extLst xmlns:a="http://schemas.openxmlformats.org/drawingml/2006/main">
              <a:ext uri="{FF2B5EF4-FFF2-40B4-BE49-F238E27FC236}">
                <a16:creationId xmlns:a16="http://schemas.microsoft.com/office/drawing/2014/main" id="{58B4182F-E1FD-4B40-8906-75B3C94FF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29861" y="81595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4" name="path-7945">
            <a:extLst xmlns:a="http://schemas.openxmlformats.org/drawingml/2006/main">
              <a:ext uri="{FF2B5EF4-FFF2-40B4-BE49-F238E27FC236}">
                <a16:creationId xmlns:a16="http://schemas.microsoft.com/office/drawing/2014/main" id="{0308754A-D89B-43F3-8A98-5B1717BFFA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0173" y="815914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5" name="path-7946">
            <a:extLst xmlns:a="http://schemas.openxmlformats.org/drawingml/2006/main">
              <a:ext uri="{FF2B5EF4-FFF2-40B4-BE49-F238E27FC236}">
                <a16:creationId xmlns:a16="http://schemas.microsoft.com/office/drawing/2014/main" id="{93910458-820A-4E65-A083-2F33D4598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8647" y="81433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6" name="path-7947">
            <a:extLst xmlns:a="http://schemas.openxmlformats.org/drawingml/2006/main">
              <a:ext uri="{FF2B5EF4-FFF2-40B4-BE49-F238E27FC236}">
                <a16:creationId xmlns:a16="http://schemas.microsoft.com/office/drawing/2014/main" id="{CDF8B655-6BF6-4BB2-AD67-79016C295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3200" y="81475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7" name="path-7948">
            <a:extLst xmlns:a="http://schemas.openxmlformats.org/drawingml/2006/main">
              <a:ext uri="{FF2B5EF4-FFF2-40B4-BE49-F238E27FC236}">
                <a16:creationId xmlns:a16="http://schemas.microsoft.com/office/drawing/2014/main" id="{D8498599-E348-42C3-A3B4-06D55A5D0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9225" y="814120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8" name="path-7949">
            <a:extLst xmlns:a="http://schemas.openxmlformats.org/drawingml/2006/main">
              <a:ext uri="{FF2B5EF4-FFF2-40B4-BE49-F238E27FC236}">
                <a16:creationId xmlns:a16="http://schemas.microsoft.com/office/drawing/2014/main" id="{89F59A36-2E88-471D-83B1-7627604D0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1058" y="81434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39" name="path-7950">
            <a:extLst xmlns:a="http://schemas.openxmlformats.org/drawingml/2006/main">
              <a:ext uri="{FF2B5EF4-FFF2-40B4-BE49-F238E27FC236}">
                <a16:creationId xmlns:a16="http://schemas.microsoft.com/office/drawing/2014/main" id="{79E3733D-9365-45A6-99C7-2B5C7FAD2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88000" y="81259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0" name="path-7951">
            <a:extLst xmlns:a="http://schemas.openxmlformats.org/drawingml/2006/main">
              <a:ext uri="{FF2B5EF4-FFF2-40B4-BE49-F238E27FC236}">
                <a16:creationId xmlns:a16="http://schemas.microsoft.com/office/drawing/2014/main" id="{39A72C56-8C8F-4195-A2FA-0EF3724E92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14269" y="815634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1" name="path-7952">
            <a:extLst xmlns:a="http://schemas.openxmlformats.org/drawingml/2006/main">
              <a:ext uri="{FF2B5EF4-FFF2-40B4-BE49-F238E27FC236}">
                <a16:creationId xmlns:a16="http://schemas.microsoft.com/office/drawing/2014/main" id="{3E027D23-AE72-4D91-92BF-D5E31CC53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1852" y="81399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2" name="path-7953">
            <a:extLst xmlns:a="http://schemas.openxmlformats.org/drawingml/2006/main">
              <a:ext uri="{FF2B5EF4-FFF2-40B4-BE49-F238E27FC236}">
                <a16:creationId xmlns:a16="http://schemas.microsoft.com/office/drawing/2014/main" id="{A56FCCE8-0B20-45D8-8FC9-87613164ED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2511" y="81166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3" name="path-7954">
            <a:extLst xmlns:a="http://schemas.openxmlformats.org/drawingml/2006/main">
              <a:ext uri="{FF2B5EF4-FFF2-40B4-BE49-F238E27FC236}">
                <a16:creationId xmlns:a16="http://schemas.microsoft.com/office/drawing/2014/main" id="{9FD7CC49-62DC-4DD3-8F2C-68B1B9446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2137" y="811468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4" name="path-7955">
            <a:extLst xmlns:a="http://schemas.openxmlformats.org/drawingml/2006/main">
              <a:ext uri="{FF2B5EF4-FFF2-40B4-BE49-F238E27FC236}">
                <a16:creationId xmlns:a16="http://schemas.microsoft.com/office/drawing/2014/main" id="{10380EAD-E752-4806-B909-CAE72F6FD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5301" y="81242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5" name="path-7956">
            <a:extLst xmlns:a="http://schemas.openxmlformats.org/drawingml/2006/main">
              <a:ext uri="{FF2B5EF4-FFF2-40B4-BE49-F238E27FC236}">
                <a16:creationId xmlns:a16="http://schemas.microsoft.com/office/drawing/2014/main" id="{CA5A3B24-ED82-468E-B350-477232A0E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8412" y="81821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6" name="path-7957">
            <a:extLst xmlns:a="http://schemas.openxmlformats.org/drawingml/2006/main">
              <a:ext uri="{FF2B5EF4-FFF2-40B4-BE49-F238E27FC236}">
                <a16:creationId xmlns:a16="http://schemas.microsoft.com/office/drawing/2014/main" id="{740C1D67-66D1-47F0-83E2-8355377FF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1099" y="8175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7" name="path-7958">
            <a:extLst xmlns:a="http://schemas.openxmlformats.org/drawingml/2006/main">
              <a:ext uri="{FF2B5EF4-FFF2-40B4-BE49-F238E27FC236}">
                <a16:creationId xmlns:a16="http://schemas.microsoft.com/office/drawing/2014/main" id="{BB97C194-D1F6-4B02-BAC6-EE9612E13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82610" y="81602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8" name="path-7959">
            <a:extLst xmlns:a="http://schemas.openxmlformats.org/drawingml/2006/main">
              <a:ext uri="{FF2B5EF4-FFF2-40B4-BE49-F238E27FC236}">
                <a16:creationId xmlns:a16="http://schemas.microsoft.com/office/drawing/2014/main" id="{F4CA0769-16D7-4D5D-8312-46DCC2374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86210" y="81490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49" name="path-7960">
            <a:extLst xmlns:a="http://schemas.openxmlformats.org/drawingml/2006/main">
              <a:ext uri="{FF2B5EF4-FFF2-40B4-BE49-F238E27FC236}">
                <a16:creationId xmlns:a16="http://schemas.microsoft.com/office/drawing/2014/main" id="{0FCFE5E8-F192-484F-A3C8-16F0B9802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3507" y="813512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0" name="path-7961">
            <a:extLst xmlns:a="http://schemas.openxmlformats.org/drawingml/2006/main">
              <a:ext uri="{FF2B5EF4-FFF2-40B4-BE49-F238E27FC236}">
                <a16:creationId xmlns:a16="http://schemas.microsoft.com/office/drawing/2014/main" id="{A526CFAA-0328-4423-8B92-109C39761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5172" y="815779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1" name="path-7962">
            <a:extLst xmlns:a="http://schemas.openxmlformats.org/drawingml/2006/main">
              <a:ext uri="{FF2B5EF4-FFF2-40B4-BE49-F238E27FC236}">
                <a16:creationId xmlns:a16="http://schemas.microsoft.com/office/drawing/2014/main" id="{8ED8DF81-02AD-47BA-A020-1C237852D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68481" y="81261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2" name="path-7963">
            <a:extLst xmlns:a="http://schemas.openxmlformats.org/drawingml/2006/main">
              <a:ext uri="{FF2B5EF4-FFF2-40B4-BE49-F238E27FC236}">
                <a16:creationId xmlns:a16="http://schemas.microsoft.com/office/drawing/2014/main" id="{4C86E8CE-6147-4941-93D8-2AF77BAFA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8503" y="814192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3" name="path-7964">
            <a:extLst xmlns:a="http://schemas.openxmlformats.org/drawingml/2006/main">
              <a:ext uri="{FF2B5EF4-FFF2-40B4-BE49-F238E27FC236}">
                <a16:creationId xmlns:a16="http://schemas.microsoft.com/office/drawing/2014/main" id="{4A191387-420C-42D7-B4E0-A36CF6662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00223" y="812933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4" name="path-7965">
            <a:extLst xmlns:a="http://schemas.openxmlformats.org/drawingml/2006/main">
              <a:ext uri="{FF2B5EF4-FFF2-40B4-BE49-F238E27FC236}">
                <a16:creationId xmlns:a16="http://schemas.microsoft.com/office/drawing/2014/main" id="{5604BDB8-EBEF-4992-BEFC-8FDB3CAF7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37847" y="815800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5" name="path-7966">
            <a:extLst xmlns:a="http://schemas.openxmlformats.org/drawingml/2006/main">
              <a:ext uri="{FF2B5EF4-FFF2-40B4-BE49-F238E27FC236}">
                <a16:creationId xmlns:a16="http://schemas.microsoft.com/office/drawing/2014/main" id="{9BB6EA55-95BB-4F1D-8C61-89A195639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3567" y="813321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6" name="path-7967">
            <a:extLst xmlns:a="http://schemas.openxmlformats.org/drawingml/2006/main">
              <a:ext uri="{FF2B5EF4-FFF2-40B4-BE49-F238E27FC236}">
                <a16:creationId xmlns:a16="http://schemas.microsoft.com/office/drawing/2014/main" id="{31EFFD32-AA89-42CC-A097-96718430B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4932" y="814743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7" name="path-7968">
            <a:extLst xmlns:a="http://schemas.openxmlformats.org/drawingml/2006/main">
              <a:ext uri="{FF2B5EF4-FFF2-40B4-BE49-F238E27FC236}">
                <a16:creationId xmlns:a16="http://schemas.microsoft.com/office/drawing/2014/main" id="{2FCBB350-3622-4537-B78F-2C20A22389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4321" y="8126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8" name="path-7969">
            <a:extLst xmlns:a="http://schemas.openxmlformats.org/drawingml/2006/main">
              <a:ext uri="{FF2B5EF4-FFF2-40B4-BE49-F238E27FC236}">
                <a16:creationId xmlns:a16="http://schemas.microsoft.com/office/drawing/2014/main" id="{24873605-C0F2-4E99-8EC9-54E80B0F3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8756" y="813454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59" name="path-7970">
            <a:extLst xmlns:a="http://schemas.openxmlformats.org/drawingml/2006/main">
              <a:ext uri="{FF2B5EF4-FFF2-40B4-BE49-F238E27FC236}">
                <a16:creationId xmlns:a16="http://schemas.microsoft.com/office/drawing/2014/main" id="{2A9CF0AC-BC02-4099-95DA-7F10875A4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8976" y="81443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0" name="path-7971">
            <a:extLst xmlns:a="http://schemas.openxmlformats.org/drawingml/2006/main">
              <a:ext uri="{FF2B5EF4-FFF2-40B4-BE49-F238E27FC236}">
                <a16:creationId xmlns:a16="http://schemas.microsoft.com/office/drawing/2014/main" id="{10A2AA85-089E-40D9-98A8-D3FDF975B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05604" y="81582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1" name="path-7972">
            <a:extLst xmlns:a="http://schemas.openxmlformats.org/drawingml/2006/main">
              <a:ext uri="{FF2B5EF4-FFF2-40B4-BE49-F238E27FC236}">
                <a16:creationId xmlns:a16="http://schemas.microsoft.com/office/drawing/2014/main" id="{EAA24B05-4BE7-494B-BB8B-B16BBFE63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69540" y="815043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2" name="path-7973">
            <a:extLst xmlns:a="http://schemas.openxmlformats.org/drawingml/2006/main">
              <a:ext uri="{FF2B5EF4-FFF2-40B4-BE49-F238E27FC236}">
                <a16:creationId xmlns:a16="http://schemas.microsoft.com/office/drawing/2014/main" id="{8E576367-D5BC-4821-A47B-48A0D061D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95188" y="812901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3" name="path-7974">
            <a:extLst xmlns:a="http://schemas.openxmlformats.org/drawingml/2006/main">
              <a:ext uri="{FF2B5EF4-FFF2-40B4-BE49-F238E27FC236}">
                <a16:creationId xmlns:a16="http://schemas.microsoft.com/office/drawing/2014/main" id="{CB1EBDDB-0B78-4AD3-AC93-216C263D1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41467" y="816709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4" name="path-7975">
            <a:extLst xmlns:a="http://schemas.openxmlformats.org/drawingml/2006/main">
              <a:ext uri="{FF2B5EF4-FFF2-40B4-BE49-F238E27FC236}">
                <a16:creationId xmlns:a16="http://schemas.microsoft.com/office/drawing/2014/main" id="{0A09D8FE-5486-438A-925E-83DA85749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05160" y="816065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5" name="path-7976">
            <a:extLst xmlns:a="http://schemas.openxmlformats.org/drawingml/2006/main">
              <a:ext uri="{FF2B5EF4-FFF2-40B4-BE49-F238E27FC236}">
                <a16:creationId xmlns:a16="http://schemas.microsoft.com/office/drawing/2014/main" id="{307046A0-F9B6-4D9D-92DE-F4954BD88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6350" y="814308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6" name="path-7977">
            <a:extLst xmlns:a="http://schemas.openxmlformats.org/drawingml/2006/main">
              <a:ext uri="{FF2B5EF4-FFF2-40B4-BE49-F238E27FC236}">
                <a16:creationId xmlns:a16="http://schemas.microsoft.com/office/drawing/2014/main" id="{D92EAA44-4EFC-4728-9547-E8F39A9FE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3171" y="816743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7" name="path-7978">
            <a:extLst xmlns:a="http://schemas.openxmlformats.org/drawingml/2006/main">
              <a:ext uri="{FF2B5EF4-FFF2-40B4-BE49-F238E27FC236}">
                <a16:creationId xmlns:a16="http://schemas.microsoft.com/office/drawing/2014/main" id="{E7F9A506-B255-48D5-A400-DE6E2C674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3754" y="810484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8" name="path-7979">
            <a:extLst xmlns:a="http://schemas.openxmlformats.org/drawingml/2006/main">
              <a:ext uri="{FF2B5EF4-FFF2-40B4-BE49-F238E27FC236}">
                <a16:creationId xmlns:a16="http://schemas.microsoft.com/office/drawing/2014/main" id="{6B7E66C4-7DCD-4815-90DC-BB369E5370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1028" y="81054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69" name="path-7980">
            <a:extLst xmlns:a="http://schemas.openxmlformats.org/drawingml/2006/main">
              <a:ext uri="{FF2B5EF4-FFF2-40B4-BE49-F238E27FC236}">
                <a16:creationId xmlns:a16="http://schemas.microsoft.com/office/drawing/2014/main" id="{51EBA38E-F7B8-4C44-BA9F-C0CF2D56B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52324" y="81391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0" name="path-7981">
            <a:extLst xmlns:a="http://schemas.openxmlformats.org/drawingml/2006/main">
              <a:ext uri="{FF2B5EF4-FFF2-40B4-BE49-F238E27FC236}">
                <a16:creationId xmlns:a16="http://schemas.microsoft.com/office/drawing/2014/main" id="{3A7404D4-B3EB-4FF2-BD87-5155A871E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6556" y="81800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1" name="path-7982">
            <a:extLst xmlns:a="http://schemas.openxmlformats.org/drawingml/2006/main">
              <a:ext uri="{FF2B5EF4-FFF2-40B4-BE49-F238E27FC236}">
                <a16:creationId xmlns:a16="http://schemas.microsoft.com/office/drawing/2014/main" id="{64965291-67F3-4C43-9A22-1378B305D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2775" y="81425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2" name="path-7983">
            <a:extLst xmlns:a="http://schemas.openxmlformats.org/drawingml/2006/main">
              <a:ext uri="{FF2B5EF4-FFF2-40B4-BE49-F238E27FC236}">
                <a16:creationId xmlns:a16="http://schemas.microsoft.com/office/drawing/2014/main" id="{D8C61C3C-E3C8-4A5C-9026-5A3D1E8EA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44399" y="815789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3" name="path-7984">
            <a:extLst xmlns:a="http://schemas.openxmlformats.org/drawingml/2006/main">
              <a:ext uri="{FF2B5EF4-FFF2-40B4-BE49-F238E27FC236}">
                <a16:creationId xmlns:a16="http://schemas.microsoft.com/office/drawing/2014/main" id="{DBF967B9-AAD5-4BCE-B2D0-EAC6E48F9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9921" y="81581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4" name="path-7985">
            <a:extLst xmlns:a="http://schemas.openxmlformats.org/drawingml/2006/main">
              <a:ext uri="{FF2B5EF4-FFF2-40B4-BE49-F238E27FC236}">
                <a16:creationId xmlns:a16="http://schemas.microsoft.com/office/drawing/2014/main" id="{36847D23-E102-4A3B-B270-EFFC910C7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6938" y="81369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5" name="path-7986">
            <a:extLst xmlns:a="http://schemas.openxmlformats.org/drawingml/2006/main">
              <a:ext uri="{FF2B5EF4-FFF2-40B4-BE49-F238E27FC236}">
                <a16:creationId xmlns:a16="http://schemas.microsoft.com/office/drawing/2014/main" id="{C43CE77E-1931-4DC2-B76D-4FD3BA2ACB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7283" y="81207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6" name="path-7987">
            <a:extLst xmlns:a="http://schemas.openxmlformats.org/drawingml/2006/main">
              <a:ext uri="{FF2B5EF4-FFF2-40B4-BE49-F238E27FC236}">
                <a16:creationId xmlns:a16="http://schemas.microsoft.com/office/drawing/2014/main" id="{451940DA-9213-404F-BC80-822C887A3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2375" y="814877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7" name="path-7988">
            <a:extLst xmlns:a="http://schemas.openxmlformats.org/drawingml/2006/main">
              <a:ext uri="{FF2B5EF4-FFF2-40B4-BE49-F238E27FC236}">
                <a16:creationId xmlns:a16="http://schemas.microsoft.com/office/drawing/2014/main" id="{B947C6EC-94DA-4EFC-8398-E115DD77F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4776" y="814940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8" name="path-7989">
            <a:extLst xmlns:a="http://schemas.openxmlformats.org/drawingml/2006/main">
              <a:ext uri="{FF2B5EF4-FFF2-40B4-BE49-F238E27FC236}">
                <a16:creationId xmlns:a16="http://schemas.microsoft.com/office/drawing/2014/main" id="{43E18D1D-326C-48DF-B869-D56FC8595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2877" y="81417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79" name="path-7990">
            <a:extLst xmlns:a="http://schemas.openxmlformats.org/drawingml/2006/main">
              <a:ext uri="{FF2B5EF4-FFF2-40B4-BE49-F238E27FC236}">
                <a16:creationId xmlns:a16="http://schemas.microsoft.com/office/drawing/2014/main" id="{F270A6BB-B451-400E-A3CE-BDF3C85A6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1686" y="81463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0" name="path-7991">
            <a:extLst xmlns:a="http://schemas.openxmlformats.org/drawingml/2006/main">
              <a:ext uri="{FF2B5EF4-FFF2-40B4-BE49-F238E27FC236}">
                <a16:creationId xmlns:a16="http://schemas.microsoft.com/office/drawing/2014/main" id="{2822F8C4-2D3E-4E2D-BA2C-52CE74537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6040" y="813348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1" name="path-7992">
            <a:extLst xmlns:a="http://schemas.openxmlformats.org/drawingml/2006/main">
              <a:ext uri="{FF2B5EF4-FFF2-40B4-BE49-F238E27FC236}">
                <a16:creationId xmlns:a16="http://schemas.microsoft.com/office/drawing/2014/main" id="{26072742-9F88-4BA7-A47E-8E662338A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2899" y="81412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2" name="path-7993">
            <a:extLst xmlns:a="http://schemas.openxmlformats.org/drawingml/2006/main">
              <a:ext uri="{FF2B5EF4-FFF2-40B4-BE49-F238E27FC236}">
                <a16:creationId xmlns:a16="http://schemas.microsoft.com/office/drawing/2014/main" id="{8460756D-7EE8-4DDC-87AF-F88EC4247A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5914" y="81424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3" name="path-7994">
            <a:extLst xmlns:a="http://schemas.openxmlformats.org/drawingml/2006/main">
              <a:ext uri="{FF2B5EF4-FFF2-40B4-BE49-F238E27FC236}">
                <a16:creationId xmlns:a16="http://schemas.microsoft.com/office/drawing/2014/main" id="{CC3C1D55-D703-4FA3-AA8B-5B961FED9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40594" y="81325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4" name="path-7995">
            <a:extLst xmlns:a="http://schemas.openxmlformats.org/drawingml/2006/main">
              <a:ext uri="{FF2B5EF4-FFF2-40B4-BE49-F238E27FC236}">
                <a16:creationId xmlns:a16="http://schemas.microsoft.com/office/drawing/2014/main" id="{C1D2AEAA-BC48-4E35-AD47-C2D73EC25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7393" y="817605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5" name="path-7996">
            <a:extLst xmlns:a="http://schemas.openxmlformats.org/drawingml/2006/main">
              <a:ext uri="{FF2B5EF4-FFF2-40B4-BE49-F238E27FC236}">
                <a16:creationId xmlns:a16="http://schemas.microsoft.com/office/drawing/2014/main" id="{B33828D1-0DF3-4F1B-93BC-1F10B43E1B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24615" y="813876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6" name="path-7997">
            <a:extLst xmlns:a="http://schemas.openxmlformats.org/drawingml/2006/main">
              <a:ext uri="{FF2B5EF4-FFF2-40B4-BE49-F238E27FC236}">
                <a16:creationId xmlns:a16="http://schemas.microsoft.com/office/drawing/2014/main" id="{7E866874-920A-4368-BD1A-D85CD4E9A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2569" y="81449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7" name="path-7998">
            <a:extLst xmlns:a="http://schemas.openxmlformats.org/drawingml/2006/main">
              <a:ext uri="{FF2B5EF4-FFF2-40B4-BE49-F238E27FC236}">
                <a16:creationId xmlns:a16="http://schemas.microsoft.com/office/drawing/2014/main" id="{4E567E7B-4272-4FBC-9E90-9F7E133EC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8358" y="809120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8" name="path-7999">
            <a:extLst xmlns:a="http://schemas.openxmlformats.org/drawingml/2006/main">
              <a:ext uri="{FF2B5EF4-FFF2-40B4-BE49-F238E27FC236}">
                <a16:creationId xmlns:a16="http://schemas.microsoft.com/office/drawing/2014/main" id="{76B26F3F-7AD0-43FF-868E-CDFB7D4B9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71084" y="81296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89" name="path-8000">
            <a:extLst xmlns:a="http://schemas.openxmlformats.org/drawingml/2006/main">
              <a:ext uri="{FF2B5EF4-FFF2-40B4-BE49-F238E27FC236}">
                <a16:creationId xmlns:a16="http://schemas.microsoft.com/office/drawing/2014/main" id="{BCCE74A0-614D-4D71-A6D1-5E7990291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47625" y="816320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0" name="path-8001">
            <a:extLst xmlns:a="http://schemas.openxmlformats.org/drawingml/2006/main">
              <a:ext uri="{FF2B5EF4-FFF2-40B4-BE49-F238E27FC236}">
                <a16:creationId xmlns:a16="http://schemas.microsoft.com/office/drawing/2014/main" id="{788FE570-4D69-4B2B-95D9-62CE1C59C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5027" y="810089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1" name="path-8002">
            <a:extLst xmlns:a="http://schemas.openxmlformats.org/drawingml/2006/main">
              <a:ext uri="{FF2B5EF4-FFF2-40B4-BE49-F238E27FC236}">
                <a16:creationId xmlns:a16="http://schemas.microsoft.com/office/drawing/2014/main" id="{87CE5586-E7B4-4698-90A2-D81FBE6B81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98738" y="812917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2" name="path-8003">
            <a:extLst xmlns:a="http://schemas.openxmlformats.org/drawingml/2006/main">
              <a:ext uri="{FF2B5EF4-FFF2-40B4-BE49-F238E27FC236}">
                <a16:creationId xmlns:a16="http://schemas.microsoft.com/office/drawing/2014/main" id="{9DE33616-243E-4F6E-9D96-90ABC5B39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15668" y="81227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3" name="path-8004">
            <a:extLst xmlns:a="http://schemas.openxmlformats.org/drawingml/2006/main">
              <a:ext uri="{FF2B5EF4-FFF2-40B4-BE49-F238E27FC236}">
                <a16:creationId xmlns:a16="http://schemas.microsoft.com/office/drawing/2014/main" id="{2D93824F-0F9B-4E31-AD16-4719B6865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32562" y="815596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4" name="path-8005">
            <a:extLst xmlns:a="http://schemas.openxmlformats.org/drawingml/2006/main">
              <a:ext uri="{FF2B5EF4-FFF2-40B4-BE49-F238E27FC236}">
                <a16:creationId xmlns:a16="http://schemas.microsoft.com/office/drawing/2014/main" id="{CE8E469F-FDD8-40F2-B280-DFD78DD67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5752" y="814487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5" name="path-8006">
            <a:extLst xmlns:a="http://schemas.openxmlformats.org/drawingml/2006/main">
              <a:ext uri="{FF2B5EF4-FFF2-40B4-BE49-F238E27FC236}">
                <a16:creationId xmlns:a16="http://schemas.microsoft.com/office/drawing/2014/main" id="{25545773-5021-4734-A92F-AD808B0DE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64273" y="81622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6" name="path-8007">
            <a:extLst xmlns:a="http://schemas.openxmlformats.org/drawingml/2006/main">
              <a:ext uri="{FF2B5EF4-FFF2-40B4-BE49-F238E27FC236}">
                <a16:creationId xmlns:a16="http://schemas.microsoft.com/office/drawing/2014/main" id="{87D3680E-0115-4EE2-B425-CAB126150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1467" y="814673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7" name="path-8008">
            <a:extLst xmlns:a="http://schemas.openxmlformats.org/drawingml/2006/main">
              <a:ext uri="{FF2B5EF4-FFF2-40B4-BE49-F238E27FC236}">
                <a16:creationId xmlns:a16="http://schemas.microsoft.com/office/drawing/2014/main" id="{016AAD29-3108-41F7-AEF1-9B883A385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9074" y="81392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8" name="path-8009">
            <a:extLst xmlns:a="http://schemas.openxmlformats.org/drawingml/2006/main">
              <a:ext uri="{FF2B5EF4-FFF2-40B4-BE49-F238E27FC236}">
                <a16:creationId xmlns:a16="http://schemas.microsoft.com/office/drawing/2014/main" id="{674735D3-DCDF-43C9-B132-10073EAEA2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26254" y="813092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99" name="path-8010">
            <a:extLst xmlns:a="http://schemas.openxmlformats.org/drawingml/2006/main">
              <a:ext uri="{FF2B5EF4-FFF2-40B4-BE49-F238E27FC236}">
                <a16:creationId xmlns:a16="http://schemas.microsoft.com/office/drawing/2014/main" id="{E6B67009-B46A-4CAF-A8BA-E7DC0A47A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7465" y="812803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0" name="path-8011">
            <a:extLst xmlns:a="http://schemas.openxmlformats.org/drawingml/2006/main">
              <a:ext uri="{FF2B5EF4-FFF2-40B4-BE49-F238E27FC236}">
                <a16:creationId xmlns:a16="http://schemas.microsoft.com/office/drawing/2014/main" id="{08446CE6-12F8-4AA3-9680-9161D28312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5346" y="817439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1" name="path-8012">
            <a:extLst xmlns:a="http://schemas.openxmlformats.org/drawingml/2006/main">
              <a:ext uri="{FF2B5EF4-FFF2-40B4-BE49-F238E27FC236}">
                <a16:creationId xmlns:a16="http://schemas.microsoft.com/office/drawing/2014/main" id="{E5CD027B-416F-4610-B3A5-19593BF63A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7022" y="817230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2" name="path-8013">
            <a:extLst xmlns:a="http://schemas.openxmlformats.org/drawingml/2006/main">
              <a:ext uri="{FF2B5EF4-FFF2-40B4-BE49-F238E27FC236}">
                <a16:creationId xmlns:a16="http://schemas.microsoft.com/office/drawing/2014/main" id="{81278B45-E86C-4566-AB4B-FE9C075AA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46994" y="813221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3" name="path-8014">
            <a:extLst xmlns:a="http://schemas.openxmlformats.org/drawingml/2006/main">
              <a:ext uri="{FF2B5EF4-FFF2-40B4-BE49-F238E27FC236}">
                <a16:creationId xmlns:a16="http://schemas.microsoft.com/office/drawing/2014/main" id="{C121B4E0-1662-4258-AB75-A5EF6643C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45169" y="81429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4" name="path-8015">
            <a:extLst xmlns:a="http://schemas.openxmlformats.org/drawingml/2006/main">
              <a:ext uri="{FF2B5EF4-FFF2-40B4-BE49-F238E27FC236}">
                <a16:creationId xmlns:a16="http://schemas.microsoft.com/office/drawing/2014/main" id="{B5716AA3-BC9F-4E07-9E31-17EEEFE19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22768" y="812811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5" name="path-8016">
            <a:extLst xmlns:a="http://schemas.openxmlformats.org/drawingml/2006/main">
              <a:ext uri="{FF2B5EF4-FFF2-40B4-BE49-F238E27FC236}">
                <a16:creationId xmlns:a16="http://schemas.microsoft.com/office/drawing/2014/main" id="{2C22FE93-68E4-446D-BD8F-8F928D10B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1788" y="815309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6" name="path-8017">
            <a:extLst xmlns:a="http://schemas.openxmlformats.org/drawingml/2006/main">
              <a:ext uri="{FF2B5EF4-FFF2-40B4-BE49-F238E27FC236}">
                <a16:creationId xmlns:a16="http://schemas.microsoft.com/office/drawing/2014/main" id="{D41F8079-C3E3-4DE1-8A96-8243C5905E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4353" y="8144014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7" name="path-8018">
            <a:extLst xmlns:a="http://schemas.openxmlformats.org/drawingml/2006/main">
              <a:ext uri="{FF2B5EF4-FFF2-40B4-BE49-F238E27FC236}">
                <a16:creationId xmlns:a16="http://schemas.microsoft.com/office/drawing/2014/main" id="{C310E1EE-64C6-4481-A26A-1263143A4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22108" y="815858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8" name="path-8019">
            <a:extLst xmlns:a="http://schemas.openxmlformats.org/drawingml/2006/main">
              <a:ext uri="{FF2B5EF4-FFF2-40B4-BE49-F238E27FC236}">
                <a16:creationId xmlns:a16="http://schemas.microsoft.com/office/drawing/2014/main" id="{B00876D8-73B4-4E9E-8890-9706595E2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59985" y="8153052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09" name="path-8020">
            <a:extLst xmlns:a="http://schemas.openxmlformats.org/drawingml/2006/main">
              <a:ext uri="{FF2B5EF4-FFF2-40B4-BE49-F238E27FC236}">
                <a16:creationId xmlns:a16="http://schemas.microsoft.com/office/drawing/2014/main" id="{D6747212-FC6E-4BDF-AC26-5DD7FA197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80849" y="815256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0" name="path-8021">
            <a:extLst xmlns:a="http://schemas.openxmlformats.org/drawingml/2006/main">
              <a:ext uri="{FF2B5EF4-FFF2-40B4-BE49-F238E27FC236}">
                <a16:creationId xmlns:a16="http://schemas.microsoft.com/office/drawing/2014/main" id="{5D4AB4A0-36CC-4C09-B5EB-68E793BF3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3670" y="81373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1" name="path-8022">
            <a:extLst xmlns:a="http://schemas.openxmlformats.org/drawingml/2006/main">
              <a:ext uri="{FF2B5EF4-FFF2-40B4-BE49-F238E27FC236}">
                <a16:creationId xmlns:a16="http://schemas.microsoft.com/office/drawing/2014/main" id="{57ABB8A6-73FB-406B-8C30-7052C384A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8048" y="814329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2" name="path-8023">
            <a:extLst xmlns:a="http://schemas.openxmlformats.org/drawingml/2006/main">
              <a:ext uri="{FF2B5EF4-FFF2-40B4-BE49-F238E27FC236}">
                <a16:creationId xmlns:a16="http://schemas.microsoft.com/office/drawing/2014/main" id="{1257D03E-9CB0-4589-839D-13C9B394E7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7904" y="814956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3" name="path-8024">
            <a:extLst xmlns:a="http://schemas.openxmlformats.org/drawingml/2006/main">
              <a:ext uri="{FF2B5EF4-FFF2-40B4-BE49-F238E27FC236}">
                <a16:creationId xmlns:a16="http://schemas.microsoft.com/office/drawing/2014/main" id="{BFBE0A1D-657D-4EFF-935A-89D88069B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22612" y="812562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4" name="path-8025">
            <a:extLst xmlns:a="http://schemas.openxmlformats.org/drawingml/2006/main">
              <a:ext uri="{FF2B5EF4-FFF2-40B4-BE49-F238E27FC236}">
                <a16:creationId xmlns:a16="http://schemas.microsoft.com/office/drawing/2014/main" id="{07E92A55-126E-4ADF-98D4-6C7BD709C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7720" y="814198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5" name="path-8026">
            <a:extLst xmlns:a="http://schemas.openxmlformats.org/drawingml/2006/main">
              <a:ext uri="{FF2B5EF4-FFF2-40B4-BE49-F238E27FC236}">
                <a16:creationId xmlns:a16="http://schemas.microsoft.com/office/drawing/2014/main" id="{BB81102A-B71E-4590-9C9E-F5276507A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02425" y="815566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6" name="path-8027">
            <a:extLst xmlns:a="http://schemas.openxmlformats.org/drawingml/2006/main">
              <a:ext uri="{FF2B5EF4-FFF2-40B4-BE49-F238E27FC236}">
                <a16:creationId xmlns:a16="http://schemas.microsoft.com/office/drawing/2014/main" id="{114F8BD3-1DF9-409C-B130-0E31DE678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57283" y="812154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7" name="path-8028">
            <a:extLst xmlns:a="http://schemas.openxmlformats.org/drawingml/2006/main">
              <a:ext uri="{FF2B5EF4-FFF2-40B4-BE49-F238E27FC236}">
                <a16:creationId xmlns:a16="http://schemas.microsoft.com/office/drawing/2014/main" id="{13E836E6-2DE4-4B03-833B-B823432B6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3768" y="8188385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8" name="path-8029">
            <a:extLst xmlns:a="http://schemas.openxmlformats.org/drawingml/2006/main">
              <a:ext uri="{FF2B5EF4-FFF2-40B4-BE49-F238E27FC236}">
                <a16:creationId xmlns:a16="http://schemas.microsoft.com/office/drawing/2014/main" id="{6F4B2A0E-A469-4F35-B2C0-F16456FC6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8980" y="8126358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19" name="path-8030">
            <a:extLst xmlns:a="http://schemas.openxmlformats.org/drawingml/2006/main">
              <a:ext uri="{FF2B5EF4-FFF2-40B4-BE49-F238E27FC236}">
                <a16:creationId xmlns:a16="http://schemas.microsoft.com/office/drawing/2014/main" id="{9D619000-3104-463A-B281-1CB0305E10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05752" y="8136027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0" name="path-8031">
            <a:extLst xmlns:a="http://schemas.openxmlformats.org/drawingml/2006/main">
              <a:ext uri="{FF2B5EF4-FFF2-40B4-BE49-F238E27FC236}">
                <a16:creationId xmlns:a16="http://schemas.microsoft.com/office/drawing/2014/main" id="{0FB5A38E-F3FE-4F2A-98A7-9F98DEABB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07190" y="814809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1" name="path-8032">
            <a:extLst xmlns:a="http://schemas.openxmlformats.org/drawingml/2006/main">
              <a:ext uri="{FF2B5EF4-FFF2-40B4-BE49-F238E27FC236}">
                <a16:creationId xmlns:a16="http://schemas.microsoft.com/office/drawing/2014/main" id="{6BA93830-6FAE-4B17-BCBA-A0CF2354F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76470" y="8151316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2" name="path-8033">
            <a:extLst xmlns:a="http://schemas.openxmlformats.org/drawingml/2006/main">
              <a:ext uri="{FF2B5EF4-FFF2-40B4-BE49-F238E27FC236}">
                <a16:creationId xmlns:a16="http://schemas.microsoft.com/office/drawing/2014/main" id="{8E2F71E2-A182-4EB6-A3DD-44B891A4F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92838" y="811919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3" name="path-8034">
            <a:extLst xmlns:a="http://schemas.openxmlformats.org/drawingml/2006/main">
              <a:ext uri="{FF2B5EF4-FFF2-40B4-BE49-F238E27FC236}">
                <a16:creationId xmlns:a16="http://schemas.microsoft.com/office/drawing/2014/main" id="{D3B35C1E-C169-43EF-B6E6-7B20AE4464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4665" y="814097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4" name="path-8035">
            <a:extLst xmlns:a="http://schemas.openxmlformats.org/drawingml/2006/main">
              <a:ext uri="{FF2B5EF4-FFF2-40B4-BE49-F238E27FC236}">
                <a16:creationId xmlns:a16="http://schemas.microsoft.com/office/drawing/2014/main" id="{DCA5C1EC-C3C1-41BC-B573-B25685FE6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32096" y="815971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5" name="path-8036">
            <a:extLst xmlns:a="http://schemas.openxmlformats.org/drawingml/2006/main">
              <a:ext uri="{FF2B5EF4-FFF2-40B4-BE49-F238E27FC236}">
                <a16:creationId xmlns:a16="http://schemas.microsoft.com/office/drawing/2014/main" id="{82C9B080-1768-4AAC-9D2B-CB76A55E3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8275" y="8125443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6" name="path-8037">
            <a:extLst xmlns:a="http://schemas.openxmlformats.org/drawingml/2006/main">
              <a:ext uri="{FF2B5EF4-FFF2-40B4-BE49-F238E27FC236}">
                <a16:creationId xmlns:a16="http://schemas.microsoft.com/office/drawing/2014/main" id="{039E4AC5-6C7D-4B38-B3D3-BE3B2B6B1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8043" y="8125579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7" name="path-8038">
            <a:extLst xmlns:a="http://schemas.openxmlformats.org/drawingml/2006/main">
              <a:ext uri="{FF2B5EF4-FFF2-40B4-BE49-F238E27FC236}">
                <a16:creationId xmlns:a16="http://schemas.microsoft.com/office/drawing/2014/main" id="{8062F492-82F4-4AC5-B139-77DE1D8CC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23909" y="813304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8" name="path-8039">
            <a:extLst xmlns:a="http://schemas.openxmlformats.org/drawingml/2006/main">
              <a:ext uri="{FF2B5EF4-FFF2-40B4-BE49-F238E27FC236}">
                <a16:creationId xmlns:a16="http://schemas.microsoft.com/office/drawing/2014/main" id="{6D090D8A-6BFB-42AF-BE00-4E8C3B1EE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3816" y="8125411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29" name="path-8040">
            <a:extLst xmlns:a="http://schemas.openxmlformats.org/drawingml/2006/main">
              <a:ext uri="{FF2B5EF4-FFF2-40B4-BE49-F238E27FC236}">
                <a16:creationId xmlns:a16="http://schemas.microsoft.com/office/drawing/2014/main" id="{3DEF9030-D2EB-4AAD-BBF4-65F153A63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1669" y="813286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0" name="path-8041">
            <a:extLst xmlns:a="http://schemas.openxmlformats.org/drawingml/2006/main">
              <a:ext uri="{FF2B5EF4-FFF2-40B4-BE49-F238E27FC236}">
                <a16:creationId xmlns:a16="http://schemas.microsoft.com/office/drawing/2014/main" id="{CFEFD992-4320-47CA-A71C-6ACFB1A66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275" y="8164090"/>
            <a:ext cx="90859" cy="90858"/>
          </a:xfrm>
          <a:custGeom xmlns:a="http://schemas.openxmlformats.org/drawingml/2006/main">
            <a:pathLst>
              <a:path w="77656" h="77655">
                <a:moveTo>
                  <a:pt x="38827" y="77655"/>
                </a:moveTo>
                <a:cubicBezTo>
                  <a:pt x="49125" y="77655"/>
                  <a:pt x="59002" y="73564"/>
                  <a:pt x="66283" y="66283"/>
                </a:cubicBezTo>
                <a:cubicBezTo>
                  <a:pt x="73565" y="59002"/>
                  <a:pt x="77656" y="49125"/>
                  <a:pt x="77656" y="38827"/>
                </a:cubicBezTo>
                <a:cubicBezTo>
                  <a:pt x="77656" y="28531"/>
                  <a:pt x="73565" y="18654"/>
                  <a:pt x="66283" y="11373"/>
                </a:cubicBezTo>
                <a:cubicBezTo>
                  <a:pt x="59002" y="4091"/>
                  <a:pt x="49125" y="0"/>
                  <a:pt x="38827" y="0"/>
                </a:cubicBezTo>
                <a:cubicBezTo>
                  <a:pt x="28530" y="0"/>
                  <a:pt x="18654" y="4091"/>
                  <a:pt x="11373" y="11373"/>
                </a:cubicBezTo>
                <a:cubicBezTo>
                  <a:pt x="4091" y="18654"/>
                  <a:pt x="0" y="28531"/>
                  <a:pt x="0" y="38827"/>
                </a:cubicBezTo>
                <a:cubicBezTo>
                  <a:pt x="0" y="49125"/>
                  <a:pt x="4091" y="59002"/>
                  <a:pt x="11373" y="66283"/>
                </a:cubicBezTo>
                <a:cubicBezTo>
                  <a:pt x="18654" y="73564"/>
                  <a:pt x="28530" y="77655"/>
                  <a:pt x="38827" y="77655"/>
                </a:cubicBezTo>
              </a:path>
            </a:pathLst>
          </a:custGeom>
          <a:solidFill xmlns:a="http://schemas.openxmlformats.org/drawingml/2006/main">
            <a:srgbClr val="009F86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1" name="path-8042">
            <a:extLst xmlns:a="http://schemas.openxmlformats.org/drawingml/2006/main">
              <a:ext uri="{FF2B5EF4-FFF2-40B4-BE49-F238E27FC236}">
                <a16:creationId xmlns:a16="http://schemas.microsoft.com/office/drawing/2014/main" id="{8636C203-7E49-4C62-9CD4-9E4ACAE2E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2701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0" y="186212"/>
                </a:moveTo>
                <a:lnTo>
                  <a:pt x="186211" y="186212"/>
                </a:lnTo>
                <a:lnTo>
                  <a:pt x="186211" y="0"/>
                </a:lnTo>
                <a:lnTo>
                  <a:pt x="0" y="0"/>
                </a:lnTo>
                <a:lnTo>
                  <a:pt x="0" y="186212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2" name="path-8043">
            <a:extLst xmlns:a="http://schemas.openxmlformats.org/drawingml/2006/main">
              <a:ext uri="{FF2B5EF4-FFF2-40B4-BE49-F238E27FC236}">
                <a16:creationId xmlns:a16="http://schemas.microsoft.com/office/drawing/2014/main" id="{41F6E751-9170-45FC-87E3-7614C1F0F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78334" y="8066032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3" name="path-8044">
            <a:extLst xmlns:a="http://schemas.openxmlformats.org/drawingml/2006/main">
              <a:ext uri="{FF2B5EF4-FFF2-40B4-BE49-F238E27FC236}">
                <a16:creationId xmlns:a16="http://schemas.microsoft.com/office/drawing/2014/main" id="{7BE3A626-DA88-4C29-AB3C-E058257F02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833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0" y="186212"/>
                </a:moveTo>
                <a:lnTo>
                  <a:pt x="186211" y="186212"/>
                </a:lnTo>
                <a:lnTo>
                  <a:pt x="186211" y="0"/>
                </a:lnTo>
                <a:lnTo>
                  <a:pt x="0" y="0"/>
                </a:lnTo>
                <a:lnTo>
                  <a:pt x="0" y="186212"/>
                </a:lnTo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4" name="path-8045">
            <a:extLst xmlns:a="http://schemas.openxmlformats.org/drawingml/2006/main">
              <a:ext uri="{FF2B5EF4-FFF2-40B4-BE49-F238E27FC236}">
                <a16:creationId xmlns:a16="http://schemas.microsoft.com/office/drawing/2014/main" id="{F6509BB1-2F4E-48D8-B9AD-55243CDFA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57467" y="8066032"/>
            <a:ext cx="246602" cy="246602"/>
          </a:xfrm>
          <a:custGeom xmlns:a="http://schemas.openxmlformats.org/drawingml/2006/main">
            <a:pathLst>
              <a:path w="210768" h="210768">
                <a:moveTo>
                  <a:pt x="12279" y="198490"/>
                </a:moveTo>
                <a:lnTo>
                  <a:pt x="0" y="198490"/>
                </a:lnTo>
                <a:lnTo>
                  <a:pt x="0" y="210768"/>
                </a:lnTo>
                <a:lnTo>
                  <a:pt x="12279" y="210768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198490" y="210768"/>
                </a:lnTo>
                <a:lnTo>
                  <a:pt x="210768" y="210768"/>
                </a:lnTo>
                <a:lnTo>
                  <a:pt x="210768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210768" y="12279"/>
                </a:lnTo>
                <a:lnTo>
                  <a:pt x="210768" y="0"/>
                </a:lnTo>
                <a:lnTo>
                  <a:pt x="198490" y="0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12279" y="0"/>
                </a:lnTo>
                <a:lnTo>
                  <a:pt x="0" y="0"/>
                </a:lnTo>
                <a:lnTo>
                  <a:pt x="0" y="12279"/>
                </a:lnTo>
                <a:lnTo>
                  <a:pt x="12279" y="12279"/>
                </a:lnTo>
                <a:moveTo>
                  <a:pt x="12279" y="198490"/>
                </a:moveTo>
                <a:lnTo>
                  <a:pt x="12279" y="210768"/>
                </a:lnTo>
                <a:lnTo>
                  <a:pt x="198490" y="210768"/>
                </a:lnTo>
                <a:lnTo>
                  <a:pt x="198490" y="198490"/>
                </a:lnTo>
                <a:lnTo>
                  <a:pt x="198490" y="186211"/>
                </a:lnTo>
                <a:lnTo>
                  <a:pt x="12279" y="186211"/>
                </a:lnTo>
                <a:lnTo>
                  <a:pt x="12279" y="198490"/>
                </a:lnTo>
                <a:moveTo>
                  <a:pt x="198490" y="198490"/>
                </a:moveTo>
                <a:lnTo>
                  <a:pt x="210768" y="198490"/>
                </a:lnTo>
                <a:lnTo>
                  <a:pt x="210768" y="12279"/>
                </a:lnTo>
                <a:lnTo>
                  <a:pt x="198490" y="12279"/>
                </a:lnTo>
                <a:lnTo>
                  <a:pt x="186211" y="12279"/>
                </a:lnTo>
                <a:lnTo>
                  <a:pt x="186211" y="198490"/>
                </a:lnTo>
                <a:lnTo>
                  <a:pt x="198490" y="198490"/>
                </a:lnTo>
                <a:moveTo>
                  <a:pt x="198490" y="12279"/>
                </a:moveTo>
                <a:lnTo>
                  <a:pt x="198490" y="0"/>
                </a:lnTo>
                <a:lnTo>
                  <a:pt x="12279" y="0"/>
                </a:lnTo>
                <a:lnTo>
                  <a:pt x="12279" y="12279"/>
                </a:lnTo>
                <a:lnTo>
                  <a:pt x="12279" y="24556"/>
                </a:lnTo>
                <a:lnTo>
                  <a:pt x="198490" y="24556"/>
                </a:lnTo>
                <a:lnTo>
                  <a:pt x="198490" y="12279"/>
                </a:lnTo>
                <a:moveTo>
                  <a:pt x="12279" y="12279"/>
                </a:moveTo>
                <a:lnTo>
                  <a:pt x="0" y="12279"/>
                </a:lnTo>
                <a:lnTo>
                  <a:pt x="0" y="198490"/>
                </a:lnTo>
                <a:lnTo>
                  <a:pt x="12279" y="198490"/>
                </a:lnTo>
                <a:lnTo>
                  <a:pt x="24557" y="198490"/>
                </a:lnTo>
                <a:lnTo>
                  <a:pt x="24557" y="12279"/>
                </a:lnTo>
                <a:lnTo>
                  <a:pt x="12279" y="1227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5" name="path-8046">
            <a:extLst xmlns:a="http://schemas.openxmlformats.org/drawingml/2006/main">
              <a:ext uri="{FF2B5EF4-FFF2-40B4-BE49-F238E27FC236}">
                <a16:creationId xmlns:a16="http://schemas.microsoft.com/office/drawing/2014/main" id="{2488DC45-6884-4A7E-9546-2138DDF98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3135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93105" y="0"/>
                </a:moveTo>
                <a:lnTo>
                  <a:pt x="0" y="186212"/>
                </a:lnTo>
                <a:lnTo>
                  <a:pt x="186211" y="186212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6" name="path-8047">
            <a:extLst xmlns:a="http://schemas.openxmlformats.org/drawingml/2006/main">
              <a:ext uri="{FF2B5EF4-FFF2-40B4-BE49-F238E27FC236}">
                <a16:creationId xmlns:a16="http://schemas.microsoft.com/office/drawing/2014/main" id="{E41B2EE5-6EB7-42FE-B21C-A6D5D35838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79890" y="8048275"/>
            <a:ext cx="264360" cy="264360"/>
          </a:xfrm>
          <a:custGeom xmlns:a="http://schemas.openxmlformats.org/drawingml/2006/main">
            <a:pathLst>
              <a:path w="225946" h="225945">
                <a:moveTo>
                  <a:pt x="112973" y="27455"/>
                </a:moveTo>
                <a:lnTo>
                  <a:pt x="123955" y="21964"/>
                </a:lnTo>
                <a:lnTo>
                  <a:pt x="112973" y="0"/>
                </a:lnTo>
                <a:lnTo>
                  <a:pt x="101991" y="21964"/>
                </a:lnTo>
                <a:lnTo>
                  <a:pt x="112973" y="27455"/>
                </a:lnTo>
                <a:moveTo>
                  <a:pt x="19867" y="213667"/>
                </a:moveTo>
                <a:lnTo>
                  <a:pt x="8885" y="208176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06078" y="225945"/>
                </a:lnTo>
                <a:lnTo>
                  <a:pt x="225946" y="225945"/>
                </a:lnTo>
                <a:lnTo>
                  <a:pt x="217060" y="208176"/>
                </a:lnTo>
                <a:lnTo>
                  <a:pt x="206078" y="213667"/>
                </a:lnTo>
                <a:moveTo>
                  <a:pt x="112973" y="27455"/>
                </a:moveTo>
                <a:lnTo>
                  <a:pt x="101991" y="21964"/>
                </a:lnTo>
                <a:lnTo>
                  <a:pt x="8885" y="208176"/>
                </a:lnTo>
                <a:lnTo>
                  <a:pt x="19867" y="213667"/>
                </a:lnTo>
                <a:lnTo>
                  <a:pt x="30849" y="219158"/>
                </a:lnTo>
                <a:lnTo>
                  <a:pt x="123955" y="32947"/>
                </a:lnTo>
                <a:lnTo>
                  <a:pt x="112973" y="27455"/>
                </a:lnTo>
                <a:moveTo>
                  <a:pt x="19867" y="213667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7"/>
                </a:lnTo>
                <a:lnTo>
                  <a:pt x="206078" y="201389"/>
                </a:lnTo>
                <a:lnTo>
                  <a:pt x="19867" y="201389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17060" y="208176"/>
                </a:lnTo>
                <a:lnTo>
                  <a:pt x="123955" y="21964"/>
                </a:lnTo>
                <a:lnTo>
                  <a:pt x="112973" y="27455"/>
                </a:lnTo>
                <a:lnTo>
                  <a:pt x="101991" y="32947"/>
                </a:lnTo>
                <a:lnTo>
                  <a:pt x="195096" y="219158"/>
                </a:lnTo>
                <a:lnTo>
                  <a:pt x="206078" y="2136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7" name="path-8048">
            <a:extLst xmlns:a="http://schemas.openxmlformats.org/drawingml/2006/main">
              <a:ext uri="{FF2B5EF4-FFF2-40B4-BE49-F238E27FC236}">
                <a16:creationId xmlns:a16="http://schemas.microsoft.com/office/drawing/2014/main" id="{D24063F4-F26C-4C92-BB1F-BD981D283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24003" y="8080398"/>
            <a:ext cx="217870" cy="217871"/>
          </a:xfrm>
          <a:custGeom xmlns:a="http://schemas.openxmlformats.org/drawingml/2006/main">
            <a:pathLst>
              <a:path w="186211" h="186212">
                <a:moveTo>
                  <a:pt x="93105" y="0"/>
                </a:moveTo>
                <a:lnTo>
                  <a:pt x="0" y="186212"/>
                </a:lnTo>
                <a:lnTo>
                  <a:pt x="186211" y="186212"/>
                </a:lnTo>
                <a:lnTo>
                  <a:pt x="93105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8" name="path-8049">
            <a:extLst xmlns:a="http://schemas.openxmlformats.org/drawingml/2006/main">
              <a:ext uri="{FF2B5EF4-FFF2-40B4-BE49-F238E27FC236}">
                <a16:creationId xmlns:a16="http://schemas.microsoft.com/office/drawing/2014/main" id="{867BB16A-B5AF-46BB-A90A-B8C4BE8DC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0758" y="8048275"/>
            <a:ext cx="264360" cy="264360"/>
          </a:xfrm>
          <a:custGeom xmlns:a="http://schemas.openxmlformats.org/drawingml/2006/main">
            <a:pathLst>
              <a:path w="225946" h="225945">
                <a:moveTo>
                  <a:pt x="112973" y="27455"/>
                </a:moveTo>
                <a:lnTo>
                  <a:pt x="123955" y="21964"/>
                </a:lnTo>
                <a:lnTo>
                  <a:pt x="112973" y="0"/>
                </a:lnTo>
                <a:lnTo>
                  <a:pt x="101991" y="21964"/>
                </a:lnTo>
                <a:lnTo>
                  <a:pt x="112973" y="27455"/>
                </a:lnTo>
                <a:moveTo>
                  <a:pt x="19867" y="213667"/>
                </a:moveTo>
                <a:lnTo>
                  <a:pt x="8885" y="208176"/>
                </a:lnTo>
                <a:lnTo>
                  <a:pt x="0" y="225945"/>
                </a:lnTo>
                <a:lnTo>
                  <a:pt x="19867" y="225945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06078" y="225945"/>
                </a:lnTo>
                <a:lnTo>
                  <a:pt x="225946" y="225945"/>
                </a:lnTo>
                <a:lnTo>
                  <a:pt x="217060" y="208176"/>
                </a:lnTo>
                <a:lnTo>
                  <a:pt x="206078" y="213667"/>
                </a:lnTo>
                <a:moveTo>
                  <a:pt x="112973" y="27455"/>
                </a:moveTo>
                <a:lnTo>
                  <a:pt x="101991" y="21964"/>
                </a:lnTo>
                <a:lnTo>
                  <a:pt x="8885" y="208176"/>
                </a:lnTo>
                <a:lnTo>
                  <a:pt x="19867" y="213667"/>
                </a:lnTo>
                <a:lnTo>
                  <a:pt x="30849" y="219158"/>
                </a:lnTo>
                <a:lnTo>
                  <a:pt x="123955" y="32947"/>
                </a:lnTo>
                <a:lnTo>
                  <a:pt x="112973" y="27455"/>
                </a:lnTo>
                <a:moveTo>
                  <a:pt x="19867" y="213667"/>
                </a:moveTo>
                <a:lnTo>
                  <a:pt x="19867" y="225945"/>
                </a:lnTo>
                <a:lnTo>
                  <a:pt x="206078" y="225945"/>
                </a:lnTo>
                <a:lnTo>
                  <a:pt x="206078" y="213667"/>
                </a:lnTo>
                <a:lnTo>
                  <a:pt x="206078" y="201389"/>
                </a:lnTo>
                <a:lnTo>
                  <a:pt x="19867" y="201389"/>
                </a:lnTo>
                <a:lnTo>
                  <a:pt x="19867" y="213667"/>
                </a:lnTo>
                <a:moveTo>
                  <a:pt x="206078" y="213667"/>
                </a:moveTo>
                <a:lnTo>
                  <a:pt x="217060" y="208176"/>
                </a:lnTo>
                <a:lnTo>
                  <a:pt x="123955" y="21964"/>
                </a:lnTo>
                <a:lnTo>
                  <a:pt x="112973" y="27455"/>
                </a:lnTo>
                <a:lnTo>
                  <a:pt x="101991" y="32947"/>
                </a:lnTo>
                <a:lnTo>
                  <a:pt x="195096" y="219158"/>
                </a:lnTo>
                <a:lnTo>
                  <a:pt x="206078" y="21366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9" name="path-8050">
            <a:extLst xmlns:a="http://schemas.openxmlformats.org/drawingml/2006/main">
              <a:ext uri="{FF2B5EF4-FFF2-40B4-BE49-F238E27FC236}">
                <a16:creationId xmlns:a16="http://schemas.microsoft.com/office/drawing/2014/main" id="{09599E15-F22D-425A-A54C-6B93C2814B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8415595"/>
            <a:ext cx="106398" cy="118519"/>
          </a:xfrm>
          <a:custGeom xmlns:a="http://schemas.openxmlformats.org/drawingml/2006/main">
            <a:pathLst>
              <a:path w="90937" h="101297">
                <a:moveTo>
                  <a:pt x="90937" y="92088"/>
                </a:moveTo>
                <a:lnTo>
                  <a:pt x="90937" y="82879"/>
                </a:lnTo>
                <a:lnTo>
                  <a:pt x="36836" y="82879"/>
                </a:lnTo>
                <a:lnTo>
                  <a:pt x="27540" y="80365"/>
                </a:lnTo>
                <a:lnTo>
                  <a:pt x="20932" y="73757"/>
                </a:lnTo>
                <a:lnTo>
                  <a:pt x="18417" y="64462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64462"/>
                </a:lnTo>
                <a:lnTo>
                  <a:pt x="2895" y="78800"/>
                </a:lnTo>
                <a:lnTo>
                  <a:pt x="10788" y="90508"/>
                </a:lnTo>
                <a:lnTo>
                  <a:pt x="22496" y="98402"/>
                </a:lnTo>
                <a:lnTo>
                  <a:pt x="36834" y="101297"/>
                </a:lnTo>
                <a:lnTo>
                  <a:pt x="90937" y="101297"/>
                </a:lnTo>
                <a:lnTo>
                  <a:pt x="90937" y="9208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0" name="path-8051">
            <a:extLst xmlns:a="http://schemas.openxmlformats.org/drawingml/2006/main">
              <a:ext uri="{FF2B5EF4-FFF2-40B4-BE49-F238E27FC236}">
                <a16:creationId xmlns:a16="http://schemas.microsoft.com/office/drawing/2014/main" id="{0CB2C822-B60F-489F-9FB3-69522160F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8113910"/>
            <a:ext cx="21548" cy="150843"/>
          </a:xfrm>
          <a:custGeom xmlns:a="http://schemas.openxmlformats.org/drawingml/2006/main">
            <a:pathLst>
              <a:path w="18417" h="128923">
                <a:moveTo>
                  <a:pt x="9209" y="128923"/>
                </a:moveTo>
                <a:lnTo>
                  <a:pt x="18417" y="128923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1" name="path-8052">
            <a:extLst xmlns:a="http://schemas.openxmlformats.org/drawingml/2006/main">
              <a:ext uri="{FF2B5EF4-FFF2-40B4-BE49-F238E27FC236}">
                <a16:creationId xmlns:a16="http://schemas.microsoft.com/office/drawing/2014/main" id="{4970411C-F294-49C0-B94D-A87883314B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7844548"/>
            <a:ext cx="106398" cy="118519"/>
          </a:xfrm>
          <a:custGeom xmlns:a="http://schemas.openxmlformats.org/drawingml/2006/main">
            <a:pathLst>
              <a:path w="90937" h="101297">
                <a:moveTo>
                  <a:pt x="9209" y="101297"/>
                </a:moveTo>
                <a:lnTo>
                  <a:pt x="18417" y="101297"/>
                </a:lnTo>
                <a:lnTo>
                  <a:pt x="18417" y="36836"/>
                </a:lnTo>
                <a:lnTo>
                  <a:pt x="20932" y="27540"/>
                </a:lnTo>
                <a:lnTo>
                  <a:pt x="27540" y="20932"/>
                </a:lnTo>
                <a:lnTo>
                  <a:pt x="36836" y="18418"/>
                </a:lnTo>
                <a:lnTo>
                  <a:pt x="90937" y="18418"/>
                </a:lnTo>
                <a:lnTo>
                  <a:pt x="90937" y="9209"/>
                </a:lnTo>
                <a:lnTo>
                  <a:pt x="90937" y="0"/>
                </a:lnTo>
                <a:lnTo>
                  <a:pt x="36834" y="0"/>
                </a:lnTo>
                <a:lnTo>
                  <a:pt x="22496" y="2895"/>
                </a:lnTo>
                <a:lnTo>
                  <a:pt x="10788" y="10789"/>
                </a:lnTo>
                <a:lnTo>
                  <a:pt x="2895" y="22498"/>
                </a:lnTo>
                <a:lnTo>
                  <a:pt x="0" y="36836"/>
                </a:lnTo>
                <a:lnTo>
                  <a:pt x="0" y="101297"/>
                </a:lnTo>
                <a:lnTo>
                  <a:pt x="9209" y="101297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2" name="path-8053">
            <a:extLst xmlns:a="http://schemas.openxmlformats.org/drawingml/2006/main">
              <a:ext uri="{FF2B5EF4-FFF2-40B4-BE49-F238E27FC236}">
                <a16:creationId xmlns:a16="http://schemas.microsoft.com/office/drawing/2014/main" id="{9E4D14DB-A7A2-4DE1-9438-02A993A98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21153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3" name="path-8054">
            <a:extLst xmlns:a="http://schemas.openxmlformats.org/drawingml/2006/main">
              <a:ext uri="{FF2B5EF4-FFF2-40B4-BE49-F238E27FC236}">
                <a16:creationId xmlns:a16="http://schemas.microsoft.com/office/drawing/2014/main" id="{BC5F4295-5092-47EE-9EA4-6F2EE2699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4354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4" name="path-8055">
            <a:extLst xmlns:a="http://schemas.openxmlformats.org/drawingml/2006/main">
              <a:ext uri="{FF2B5EF4-FFF2-40B4-BE49-F238E27FC236}">
                <a16:creationId xmlns:a16="http://schemas.microsoft.com/office/drawing/2014/main" id="{717CA636-DD8B-4425-83BD-BBB6C8037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7554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5" name="path-8056">
            <a:extLst xmlns:a="http://schemas.openxmlformats.org/drawingml/2006/main">
              <a:ext uri="{FF2B5EF4-FFF2-40B4-BE49-F238E27FC236}">
                <a16:creationId xmlns:a16="http://schemas.microsoft.com/office/drawing/2014/main" id="{D17C1CF5-EB4C-424B-A28B-F871EE80F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80754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9209"/>
                </a:move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6" name="path-8057">
            <a:extLst xmlns:a="http://schemas.openxmlformats.org/drawingml/2006/main">
              <a:ext uri="{FF2B5EF4-FFF2-40B4-BE49-F238E27FC236}">
                <a16:creationId xmlns:a16="http://schemas.microsoft.com/office/drawing/2014/main" id="{52ADF600-715E-4A0C-826D-F47695702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33954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7" name="path-8058">
            <a:extLst xmlns:a="http://schemas.openxmlformats.org/drawingml/2006/main">
              <a:ext uri="{FF2B5EF4-FFF2-40B4-BE49-F238E27FC236}">
                <a16:creationId xmlns:a16="http://schemas.microsoft.com/office/drawing/2014/main" id="{732A5166-DFFB-483E-995E-0F77D524A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7153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8" name="path-8059">
            <a:extLst xmlns:a="http://schemas.openxmlformats.org/drawingml/2006/main">
              <a:ext uri="{FF2B5EF4-FFF2-40B4-BE49-F238E27FC236}">
                <a16:creationId xmlns:a16="http://schemas.microsoft.com/office/drawing/2014/main" id="{6EF0C80D-B706-43B9-A52F-70D271CCA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0354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18418"/>
                </a:move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49" name="path-8060">
            <a:extLst xmlns:a="http://schemas.openxmlformats.org/drawingml/2006/main">
              <a:ext uri="{FF2B5EF4-FFF2-40B4-BE49-F238E27FC236}">
                <a16:creationId xmlns:a16="http://schemas.microsoft.com/office/drawing/2014/main" id="{0DEA2AC6-4CF8-4340-B65D-33EC51FD4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93553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0" name="path-8061">
            <a:extLst xmlns:a="http://schemas.openxmlformats.org/drawingml/2006/main">
              <a:ext uri="{FF2B5EF4-FFF2-40B4-BE49-F238E27FC236}">
                <a16:creationId xmlns:a16="http://schemas.microsoft.com/office/drawing/2014/main" id="{98FD507C-0F17-4C2C-B22F-86920B420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46753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1" name="path-8062">
            <a:extLst xmlns:a="http://schemas.openxmlformats.org/drawingml/2006/main">
              <a:ext uri="{FF2B5EF4-FFF2-40B4-BE49-F238E27FC236}">
                <a16:creationId xmlns:a16="http://schemas.microsoft.com/office/drawing/2014/main" id="{5F9A2040-2063-4EA2-842C-55BC58C2E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9954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2" name="path-8063">
            <a:extLst xmlns:a="http://schemas.openxmlformats.org/drawingml/2006/main">
              <a:ext uri="{FF2B5EF4-FFF2-40B4-BE49-F238E27FC236}">
                <a16:creationId xmlns:a16="http://schemas.microsoft.com/office/drawing/2014/main" id="{9D4B376B-3C8C-4787-A90B-544CEA517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53153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18418"/>
                </a:move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3" name="path-8064">
            <a:extLst xmlns:a="http://schemas.openxmlformats.org/drawingml/2006/main">
              <a:ext uri="{FF2B5EF4-FFF2-40B4-BE49-F238E27FC236}">
                <a16:creationId xmlns:a16="http://schemas.microsoft.com/office/drawing/2014/main" id="{659DE44B-272E-4134-A9DE-528223C71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06354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18418"/>
                </a:move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4" name="path-8065">
            <a:extLst xmlns:a="http://schemas.openxmlformats.org/drawingml/2006/main">
              <a:ext uri="{FF2B5EF4-FFF2-40B4-BE49-F238E27FC236}">
                <a16:creationId xmlns:a16="http://schemas.microsoft.com/office/drawing/2014/main" id="{F4B4C2E4-A836-43A1-AEB2-00FBEEAC68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59553" y="7844548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5" name="path-8066">
            <a:extLst xmlns:a="http://schemas.openxmlformats.org/drawingml/2006/main">
              <a:ext uri="{FF2B5EF4-FFF2-40B4-BE49-F238E27FC236}">
                <a16:creationId xmlns:a16="http://schemas.microsoft.com/office/drawing/2014/main" id="{2020E5CA-064F-4F0C-B3B3-7EB2305D8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2754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6" name="path-8067">
            <a:extLst xmlns:a="http://schemas.openxmlformats.org/drawingml/2006/main">
              <a:ext uri="{FF2B5EF4-FFF2-40B4-BE49-F238E27FC236}">
                <a16:creationId xmlns:a16="http://schemas.microsoft.com/office/drawing/2014/main" id="{B6623BDC-1218-4CF7-BA73-20169A40A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65954" y="7844548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7" name="path-8068">
            <a:extLst xmlns:a="http://schemas.openxmlformats.org/drawingml/2006/main">
              <a:ext uri="{FF2B5EF4-FFF2-40B4-BE49-F238E27FC236}">
                <a16:creationId xmlns:a16="http://schemas.microsoft.com/office/drawing/2014/main" id="{62D3A6A7-B757-4988-8180-FCE798313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19153" y="7844548"/>
            <a:ext cx="106398" cy="118519"/>
          </a:xfrm>
          <a:custGeom xmlns:a="http://schemas.openxmlformats.org/drawingml/2006/main">
            <a:pathLst>
              <a:path w="90937" h="101297">
                <a:moveTo>
                  <a:pt x="0" y="9209"/>
                </a:moveTo>
                <a:lnTo>
                  <a:pt x="0" y="18418"/>
                </a:lnTo>
                <a:lnTo>
                  <a:pt x="54102" y="18418"/>
                </a:lnTo>
                <a:lnTo>
                  <a:pt x="63398" y="20932"/>
                </a:lnTo>
                <a:lnTo>
                  <a:pt x="70005" y="27540"/>
                </a:lnTo>
                <a:lnTo>
                  <a:pt x="72519" y="36836"/>
                </a:lnTo>
                <a:lnTo>
                  <a:pt x="72519" y="101297"/>
                </a:lnTo>
                <a:lnTo>
                  <a:pt x="81728" y="101297"/>
                </a:lnTo>
                <a:lnTo>
                  <a:pt x="90937" y="101297"/>
                </a:lnTo>
                <a:lnTo>
                  <a:pt x="90937" y="36836"/>
                </a:lnTo>
                <a:lnTo>
                  <a:pt x="88043" y="22498"/>
                </a:lnTo>
                <a:lnTo>
                  <a:pt x="80148" y="10789"/>
                </a:lnTo>
                <a:lnTo>
                  <a:pt x="68439" y="2895"/>
                </a:lnTo>
                <a:lnTo>
                  <a:pt x="54101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8" name="path-8069">
            <a:extLst xmlns:a="http://schemas.openxmlformats.org/drawingml/2006/main">
              <a:ext uri="{FF2B5EF4-FFF2-40B4-BE49-F238E27FC236}">
                <a16:creationId xmlns:a16="http://schemas.microsoft.com/office/drawing/2014/main" id="{1ADE084E-75B8-464F-905D-14F87F1B0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04002" y="8113910"/>
            <a:ext cx="21550" cy="150843"/>
          </a:xfrm>
          <a:custGeom xmlns:a="http://schemas.openxmlformats.org/drawingml/2006/main">
            <a:pathLst>
              <a:path w="18418" h="128923">
                <a:moveTo>
                  <a:pt x="18418" y="128923"/>
                </a:move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lnTo>
                  <a:pt x="0" y="128923"/>
                </a:lnTo>
                <a:lnTo>
                  <a:pt x="9209" y="128923"/>
                </a:lnTo>
                <a:lnTo>
                  <a:pt x="18418" y="128923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59" name="path-8070">
            <a:extLst xmlns:a="http://schemas.openxmlformats.org/drawingml/2006/main">
              <a:ext uri="{FF2B5EF4-FFF2-40B4-BE49-F238E27FC236}">
                <a16:creationId xmlns:a16="http://schemas.microsoft.com/office/drawing/2014/main" id="{04EB17C2-9DAC-4C4C-989A-46D67D9C2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19153" y="8415595"/>
            <a:ext cx="106398" cy="118519"/>
          </a:xfrm>
          <a:custGeom xmlns:a="http://schemas.openxmlformats.org/drawingml/2006/main">
            <a:pathLst>
              <a:path w="90937" h="101297">
                <a:moveTo>
                  <a:pt x="81728" y="0"/>
                </a:moveTo>
                <a:lnTo>
                  <a:pt x="72519" y="0"/>
                </a:lnTo>
                <a:lnTo>
                  <a:pt x="72519" y="64462"/>
                </a:lnTo>
                <a:lnTo>
                  <a:pt x="70005" y="73757"/>
                </a:lnTo>
                <a:lnTo>
                  <a:pt x="63398" y="80365"/>
                </a:lnTo>
                <a:lnTo>
                  <a:pt x="54102" y="82879"/>
                </a:lnTo>
                <a:lnTo>
                  <a:pt x="0" y="82879"/>
                </a:lnTo>
                <a:lnTo>
                  <a:pt x="0" y="92088"/>
                </a:lnTo>
                <a:lnTo>
                  <a:pt x="0" y="101297"/>
                </a:lnTo>
                <a:lnTo>
                  <a:pt x="54101" y="101297"/>
                </a:lnTo>
                <a:lnTo>
                  <a:pt x="68439" y="98402"/>
                </a:lnTo>
                <a:lnTo>
                  <a:pt x="80148" y="90508"/>
                </a:lnTo>
                <a:lnTo>
                  <a:pt x="88043" y="78800"/>
                </a:lnTo>
                <a:lnTo>
                  <a:pt x="90937" y="64462"/>
                </a:lnTo>
                <a:lnTo>
                  <a:pt x="90937" y="0"/>
                </a:lnTo>
                <a:lnTo>
                  <a:pt x="81728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0" name="path-8071">
            <a:extLst xmlns:a="http://schemas.openxmlformats.org/drawingml/2006/main">
              <a:ext uri="{FF2B5EF4-FFF2-40B4-BE49-F238E27FC236}">
                <a16:creationId xmlns:a16="http://schemas.microsoft.com/office/drawing/2014/main" id="{3631072E-40CA-4428-B8BA-ABF446816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65954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1" name="path-8072">
            <a:extLst xmlns:a="http://schemas.openxmlformats.org/drawingml/2006/main">
              <a:ext uri="{FF2B5EF4-FFF2-40B4-BE49-F238E27FC236}">
                <a16:creationId xmlns:a16="http://schemas.microsoft.com/office/drawing/2014/main" id="{566A1251-7ED4-4BB9-94FE-0B25D7088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2754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2" name="path-8073">
            <a:extLst xmlns:a="http://schemas.openxmlformats.org/drawingml/2006/main">
              <a:ext uri="{FF2B5EF4-FFF2-40B4-BE49-F238E27FC236}">
                <a16:creationId xmlns:a16="http://schemas.microsoft.com/office/drawing/2014/main" id="{A4B64D9E-71AD-47AF-A0BD-50B358F57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59553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3" name="path-8074">
            <a:extLst xmlns:a="http://schemas.openxmlformats.org/drawingml/2006/main">
              <a:ext uri="{FF2B5EF4-FFF2-40B4-BE49-F238E27FC236}">
                <a16:creationId xmlns:a16="http://schemas.microsoft.com/office/drawing/2014/main" id="{F66A13C3-3D51-42BD-8F26-F6F2A0913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06354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4" name="path-8075">
            <a:extLst xmlns:a="http://schemas.openxmlformats.org/drawingml/2006/main">
              <a:ext uri="{FF2B5EF4-FFF2-40B4-BE49-F238E27FC236}">
                <a16:creationId xmlns:a16="http://schemas.microsoft.com/office/drawing/2014/main" id="{3E4CDBF5-6CF8-4A4A-98FF-76330D30D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53153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5" name="path-8076">
            <a:extLst xmlns:a="http://schemas.openxmlformats.org/drawingml/2006/main">
              <a:ext uri="{FF2B5EF4-FFF2-40B4-BE49-F238E27FC236}">
                <a16:creationId xmlns:a16="http://schemas.microsoft.com/office/drawing/2014/main" id="{0EB19937-11EB-4681-B44F-6EE6208F5A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9954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6" name="path-8077">
            <a:extLst xmlns:a="http://schemas.openxmlformats.org/drawingml/2006/main">
              <a:ext uri="{FF2B5EF4-FFF2-40B4-BE49-F238E27FC236}">
                <a16:creationId xmlns:a16="http://schemas.microsoft.com/office/drawing/2014/main" id="{4E28C633-E79E-4C71-9269-95AD458E93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46753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18418"/>
                </a:move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7" name="path-8078">
            <a:extLst xmlns:a="http://schemas.openxmlformats.org/drawingml/2006/main">
              <a:ext uri="{FF2B5EF4-FFF2-40B4-BE49-F238E27FC236}">
                <a16:creationId xmlns:a16="http://schemas.microsoft.com/office/drawing/2014/main" id="{121C55E4-7619-48B2-BC4E-55BB4DA62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93553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0" y="9209"/>
                </a:move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8" name="path-8079">
            <a:extLst xmlns:a="http://schemas.openxmlformats.org/drawingml/2006/main">
              <a:ext uri="{FF2B5EF4-FFF2-40B4-BE49-F238E27FC236}">
                <a16:creationId xmlns:a16="http://schemas.microsoft.com/office/drawing/2014/main" id="{A04F3259-E21F-455F-983C-0AED479BC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0354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0" y="0"/>
                </a:move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lnTo>
                  <a:pt x="108203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9" name="path-8080">
            <a:extLst xmlns:a="http://schemas.openxmlformats.org/drawingml/2006/main">
              <a:ext uri="{FF2B5EF4-FFF2-40B4-BE49-F238E27FC236}">
                <a16:creationId xmlns:a16="http://schemas.microsoft.com/office/drawing/2014/main" id="{B3EAF497-5A4F-4E9B-B4C4-8B2B755DB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7153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0"/>
                </a:move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lnTo>
                  <a:pt x="108204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0" name="path-8081">
            <a:extLst xmlns:a="http://schemas.openxmlformats.org/drawingml/2006/main">
              <a:ext uri="{FF2B5EF4-FFF2-40B4-BE49-F238E27FC236}">
                <a16:creationId xmlns:a16="http://schemas.microsoft.com/office/drawing/2014/main" id="{1E85DF2C-08A6-4404-BD8A-CE224E19D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33954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1" name="path-8082">
            <a:extLst xmlns:a="http://schemas.openxmlformats.org/drawingml/2006/main">
              <a:ext uri="{FF2B5EF4-FFF2-40B4-BE49-F238E27FC236}">
                <a16:creationId xmlns:a16="http://schemas.microsoft.com/office/drawing/2014/main" id="{2DFC0D41-5C2D-4324-BAA2-8506C67C1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80754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2" name="path-8083">
            <a:extLst xmlns:a="http://schemas.openxmlformats.org/drawingml/2006/main">
              <a:ext uri="{FF2B5EF4-FFF2-40B4-BE49-F238E27FC236}">
                <a16:creationId xmlns:a16="http://schemas.microsoft.com/office/drawing/2014/main" id="{C2FE7DB6-D9BA-493E-AFE5-DF71CCC2C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7554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3" name="path-8084">
            <a:extLst xmlns:a="http://schemas.openxmlformats.org/drawingml/2006/main">
              <a:ext uri="{FF2B5EF4-FFF2-40B4-BE49-F238E27FC236}">
                <a16:creationId xmlns:a16="http://schemas.microsoft.com/office/drawing/2014/main" id="{E5FFDBC1-E8EC-4EF2-AF22-621A26A2E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4354" y="8512565"/>
            <a:ext cx="126599" cy="21549"/>
          </a:xfrm>
          <a:custGeom xmlns:a="http://schemas.openxmlformats.org/drawingml/2006/main">
            <a:pathLst>
              <a:path w="108203" h="18418">
                <a:moveTo>
                  <a:pt x="108203" y="9209"/>
                </a:moveTo>
                <a:lnTo>
                  <a:pt x="108203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3" y="18418"/>
                </a:lnTo>
                <a:lnTo>
                  <a:pt x="108203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4" name="path-8085">
            <a:extLst xmlns:a="http://schemas.openxmlformats.org/drawingml/2006/main">
              <a:ext uri="{FF2B5EF4-FFF2-40B4-BE49-F238E27FC236}">
                <a16:creationId xmlns:a16="http://schemas.microsoft.com/office/drawing/2014/main" id="{CDD6A0B2-8E0B-45D6-A8CC-13124BB4A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21153" y="8512565"/>
            <a:ext cx="126600" cy="21549"/>
          </a:xfrm>
          <a:custGeom xmlns:a="http://schemas.openxmlformats.org/drawingml/2006/main">
            <a:pathLst>
              <a:path w="108204" h="18418">
                <a:moveTo>
                  <a:pt x="108204" y="9209"/>
                </a:moveTo>
                <a:lnTo>
                  <a:pt x="10820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108204" y="18418"/>
                </a:lnTo>
                <a:lnTo>
                  <a:pt x="108204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5" name="path-8086">
            <a:extLst xmlns:a="http://schemas.openxmlformats.org/drawingml/2006/main">
              <a:ext uri="{FF2B5EF4-FFF2-40B4-BE49-F238E27FC236}">
                <a16:creationId xmlns:a16="http://schemas.microsoft.com/office/drawing/2014/main" id="{1107F4A7-ED3E-480A-8FEE-7B89F0529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3624" y="5401597"/>
            <a:ext cx="3690266" cy="365648"/>
          </a:xfrm>
          <a:custGeom xmlns:a="http://schemas.openxmlformats.org/drawingml/2006/main">
            <a:pathLst>
              <a:path w="3154024" h="312514">
                <a:moveTo>
                  <a:pt x="211875" y="0"/>
                </a:moveTo>
                <a:lnTo>
                  <a:pt x="192567" y="78598"/>
                </a:lnTo>
                <a:lnTo>
                  <a:pt x="186928" y="78598"/>
                </a:lnTo>
                <a:cubicBezTo>
                  <a:pt x="185675" y="66296"/>
                  <a:pt x="183454" y="56443"/>
                  <a:pt x="180264" y="49038"/>
                </a:cubicBezTo>
                <a:cubicBezTo>
                  <a:pt x="175481" y="38331"/>
                  <a:pt x="169101" y="30072"/>
                  <a:pt x="161128" y="24263"/>
                </a:cubicBezTo>
                <a:cubicBezTo>
                  <a:pt x="153268" y="18453"/>
                  <a:pt x="144725" y="15548"/>
                  <a:pt x="135498" y="15548"/>
                </a:cubicBezTo>
                <a:cubicBezTo>
                  <a:pt x="126613" y="15548"/>
                  <a:pt x="118810" y="18966"/>
                  <a:pt x="112089" y="25801"/>
                </a:cubicBezTo>
                <a:cubicBezTo>
                  <a:pt x="105482" y="32521"/>
                  <a:pt x="102179" y="40153"/>
                  <a:pt x="102179" y="48697"/>
                </a:cubicBezTo>
                <a:cubicBezTo>
                  <a:pt x="102179" y="57126"/>
                  <a:pt x="104457" y="65441"/>
                  <a:pt x="109013" y="73643"/>
                </a:cubicBezTo>
                <a:cubicBezTo>
                  <a:pt x="113684" y="81731"/>
                  <a:pt x="124619" y="93976"/>
                  <a:pt x="141820" y="110380"/>
                </a:cubicBezTo>
                <a:cubicBezTo>
                  <a:pt x="155603" y="123479"/>
                  <a:pt x="164830" y="134756"/>
                  <a:pt x="169499" y="144211"/>
                </a:cubicBezTo>
                <a:cubicBezTo>
                  <a:pt x="174284" y="153665"/>
                  <a:pt x="176677" y="163918"/>
                  <a:pt x="176677" y="174967"/>
                </a:cubicBezTo>
                <a:cubicBezTo>
                  <a:pt x="176677" y="187383"/>
                  <a:pt x="173373" y="198831"/>
                  <a:pt x="166766" y="209311"/>
                </a:cubicBezTo>
                <a:cubicBezTo>
                  <a:pt x="160159" y="219791"/>
                  <a:pt x="150533" y="227936"/>
                  <a:pt x="137889" y="233745"/>
                </a:cubicBezTo>
                <a:cubicBezTo>
                  <a:pt x="125359" y="239441"/>
                  <a:pt x="111121" y="242288"/>
                  <a:pt x="95173" y="242288"/>
                </a:cubicBezTo>
                <a:cubicBezTo>
                  <a:pt x="85377" y="242288"/>
                  <a:pt x="73017" y="240807"/>
                  <a:pt x="58095" y="237846"/>
                </a:cubicBezTo>
                <a:cubicBezTo>
                  <a:pt x="43286" y="234998"/>
                  <a:pt x="33433" y="233574"/>
                  <a:pt x="28535" y="233574"/>
                </a:cubicBezTo>
                <a:cubicBezTo>
                  <a:pt x="24662" y="233574"/>
                  <a:pt x="21187" y="234201"/>
                  <a:pt x="18112" y="235453"/>
                </a:cubicBezTo>
                <a:cubicBezTo>
                  <a:pt x="15037" y="236593"/>
                  <a:pt x="11221" y="238871"/>
                  <a:pt x="6664" y="242288"/>
                </a:cubicBezTo>
                <a:lnTo>
                  <a:pt x="0" y="242288"/>
                </a:lnTo>
                <a:lnTo>
                  <a:pt x="20675" y="153950"/>
                </a:lnTo>
                <a:lnTo>
                  <a:pt x="27169" y="153950"/>
                </a:lnTo>
                <a:cubicBezTo>
                  <a:pt x="28649" y="169442"/>
                  <a:pt x="31782" y="182656"/>
                  <a:pt x="36566" y="193592"/>
                </a:cubicBezTo>
                <a:cubicBezTo>
                  <a:pt x="41350" y="204413"/>
                  <a:pt x="48184" y="212899"/>
                  <a:pt x="57070" y="219051"/>
                </a:cubicBezTo>
                <a:cubicBezTo>
                  <a:pt x="65955" y="225088"/>
                  <a:pt x="76093" y="228107"/>
                  <a:pt x="87484" y="228107"/>
                </a:cubicBezTo>
                <a:cubicBezTo>
                  <a:pt x="98762" y="228107"/>
                  <a:pt x="108159" y="224404"/>
                  <a:pt x="115677" y="217000"/>
                </a:cubicBezTo>
                <a:cubicBezTo>
                  <a:pt x="123309" y="209482"/>
                  <a:pt x="127125" y="200711"/>
                  <a:pt x="127125" y="190687"/>
                </a:cubicBezTo>
                <a:cubicBezTo>
                  <a:pt x="127125" y="182143"/>
                  <a:pt x="124960" y="173942"/>
                  <a:pt x="120633" y="166082"/>
                </a:cubicBezTo>
                <a:cubicBezTo>
                  <a:pt x="116417" y="158222"/>
                  <a:pt x="106678" y="146774"/>
                  <a:pt x="91414" y="131738"/>
                </a:cubicBezTo>
                <a:cubicBezTo>
                  <a:pt x="76264" y="116702"/>
                  <a:pt x="65784" y="103260"/>
                  <a:pt x="59974" y="91414"/>
                </a:cubicBezTo>
                <a:cubicBezTo>
                  <a:pt x="55760" y="82642"/>
                  <a:pt x="53652" y="73301"/>
                  <a:pt x="53652" y="63391"/>
                </a:cubicBezTo>
                <a:cubicBezTo>
                  <a:pt x="53652" y="46191"/>
                  <a:pt x="60430" y="31325"/>
                  <a:pt x="73986" y="18795"/>
                </a:cubicBezTo>
                <a:cubicBezTo>
                  <a:pt x="87540" y="6265"/>
                  <a:pt x="105254" y="0"/>
                  <a:pt x="127125" y="0"/>
                </a:cubicBezTo>
                <a:cubicBezTo>
                  <a:pt x="137035" y="0"/>
                  <a:pt x="150078" y="2221"/>
                  <a:pt x="166254" y="6663"/>
                </a:cubicBezTo>
                <a:cubicBezTo>
                  <a:pt x="175708" y="9284"/>
                  <a:pt x="182372" y="10594"/>
                  <a:pt x="186245" y="10594"/>
                </a:cubicBezTo>
                <a:cubicBezTo>
                  <a:pt x="189549" y="10594"/>
                  <a:pt x="192511" y="9910"/>
                  <a:pt x="195130" y="8543"/>
                </a:cubicBezTo>
                <a:cubicBezTo>
                  <a:pt x="197750" y="7062"/>
                  <a:pt x="200826" y="4214"/>
                  <a:pt x="204356" y="0"/>
                </a:cubicBezTo>
                <a:lnTo>
                  <a:pt x="211875" y="0"/>
                </a:lnTo>
                <a:moveTo>
                  <a:pt x="302776" y="36907"/>
                </a:moveTo>
                <a:lnTo>
                  <a:pt x="289106" y="83382"/>
                </a:lnTo>
                <a:lnTo>
                  <a:pt x="311490" y="83382"/>
                </a:lnTo>
                <a:lnTo>
                  <a:pt x="305509" y="103032"/>
                </a:lnTo>
                <a:lnTo>
                  <a:pt x="283468" y="103032"/>
                </a:lnTo>
                <a:lnTo>
                  <a:pt x="254933" y="202135"/>
                </a:lnTo>
                <a:cubicBezTo>
                  <a:pt x="253111" y="208286"/>
                  <a:pt x="252199" y="212956"/>
                  <a:pt x="252199" y="216146"/>
                </a:cubicBezTo>
                <a:cubicBezTo>
                  <a:pt x="252199" y="217626"/>
                  <a:pt x="252712" y="218936"/>
                  <a:pt x="253738" y="220076"/>
                </a:cubicBezTo>
                <a:cubicBezTo>
                  <a:pt x="254762" y="221101"/>
                  <a:pt x="255901" y="221614"/>
                  <a:pt x="257155" y="221614"/>
                </a:cubicBezTo>
                <a:cubicBezTo>
                  <a:pt x="259091" y="221614"/>
                  <a:pt x="261084" y="220816"/>
                  <a:pt x="263135" y="219221"/>
                </a:cubicBezTo>
                <a:cubicBezTo>
                  <a:pt x="268375" y="215234"/>
                  <a:pt x="274469" y="208286"/>
                  <a:pt x="281417" y="198375"/>
                </a:cubicBezTo>
                <a:lnTo>
                  <a:pt x="287397" y="202135"/>
                </a:lnTo>
                <a:cubicBezTo>
                  <a:pt x="279538" y="215804"/>
                  <a:pt x="270881" y="225828"/>
                  <a:pt x="261426" y="232207"/>
                </a:cubicBezTo>
                <a:cubicBezTo>
                  <a:pt x="251972" y="238586"/>
                  <a:pt x="242688" y="241776"/>
                  <a:pt x="233575" y="241776"/>
                </a:cubicBezTo>
                <a:cubicBezTo>
                  <a:pt x="225828" y="241776"/>
                  <a:pt x="219792" y="239839"/>
                  <a:pt x="215463" y="235966"/>
                </a:cubicBezTo>
                <a:cubicBezTo>
                  <a:pt x="211248" y="231980"/>
                  <a:pt x="209141" y="226967"/>
                  <a:pt x="209141" y="220930"/>
                </a:cubicBezTo>
                <a:cubicBezTo>
                  <a:pt x="209141" y="214323"/>
                  <a:pt x="210621" y="205837"/>
                  <a:pt x="213583" y="195471"/>
                </a:cubicBezTo>
                <a:lnTo>
                  <a:pt x="240580" y="103032"/>
                </a:lnTo>
                <a:lnTo>
                  <a:pt x="217342" y="103032"/>
                </a:lnTo>
                <a:lnTo>
                  <a:pt x="220760" y="90388"/>
                </a:lnTo>
                <a:cubicBezTo>
                  <a:pt x="235340" y="85034"/>
                  <a:pt x="247643" y="78769"/>
                  <a:pt x="257667" y="71593"/>
                </a:cubicBezTo>
                <a:cubicBezTo>
                  <a:pt x="267691" y="64416"/>
                  <a:pt x="279766" y="52855"/>
                  <a:pt x="293891" y="36907"/>
                </a:cubicBezTo>
                <a:lnTo>
                  <a:pt x="302776" y="36907"/>
                </a:lnTo>
                <a:moveTo>
                  <a:pt x="382742" y="78598"/>
                </a:moveTo>
                <a:lnTo>
                  <a:pt x="356940" y="174625"/>
                </a:lnTo>
                <a:cubicBezTo>
                  <a:pt x="378128" y="127808"/>
                  <a:pt x="394075" y="98988"/>
                  <a:pt x="404783" y="88167"/>
                </a:cubicBezTo>
                <a:cubicBezTo>
                  <a:pt x="411048" y="81788"/>
                  <a:pt x="417655" y="78598"/>
                  <a:pt x="424603" y="78598"/>
                </a:cubicBezTo>
                <a:cubicBezTo>
                  <a:pt x="429387" y="78598"/>
                  <a:pt x="433261" y="80364"/>
                  <a:pt x="436223" y="83895"/>
                </a:cubicBezTo>
                <a:cubicBezTo>
                  <a:pt x="439184" y="87312"/>
                  <a:pt x="440665" y="92211"/>
                  <a:pt x="440665" y="98589"/>
                </a:cubicBezTo>
                <a:cubicBezTo>
                  <a:pt x="440665" y="109639"/>
                  <a:pt x="437989" y="118923"/>
                  <a:pt x="432634" y="126441"/>
                </a:cubicBezTo>
                <a:cubicBezTo>
                  <a:pt x="429217" y="131225"/>
                  <a:pt x="425401" y="133617"/>
                  <a:pt x="421186" y="133617"/>
                </a:cubicBezTo>
                <a:cubicBezTo>
                  <a:pt x="416630" y="133617"/>
                  <a:pt x="413213" y="131510"/>
                  <a:pt x="410935" y="127295"/>
                </a:cubicBezTo>
                <a:cubicBezTo>
                  <a:pt x="408656" y="123080"/>
                  <a:pt x="407061" y="120631"/>
                  <a:pt x="406150" y="119948"/>
                </a:cubicBezTo>
                <a:cubicBezTo>
                  <a:pt x="405238" y="119150"/>
                  <a:pt x="404271" y="118752"/>
                  <a:pt x="403245" y="118752"/>
                </a:cubicBezTo>
                <a:cubicBezTo>
                  <a:pt x="402106" y="118752"/>
                  <a:pt x="400911" y="119094"/>
                  <a:pt x="399657" y="119777"/>
                </a:cubicBezTo>
                <a:cubicBezTo>
                  <a:pt x="397151" y="121144"/>
                  <a:pt x="393847" y="124504"/>
                  <a:pt x="389746" y="129858"/>
                </a:cubicBezTo>
                <a:cubicBezTo>
                  <a:pt x="385760" y="135098"/>
                  <a:pt x="380804" y="143926"/>
                  <a:pt x="374881" y="156343"/>
                </a:cubicBezTo>
                <a:cubicBezTo>
                  <a:pt x="368958" y="168759"/>
                  <a:pt x="364345" y="179296"/>
                  <a:pt x="361041" y="187953"/>
                </a:cubicBezTo>
                <a:cubicBezTo>
                  <a:pt x="357738" y="196496"/>
                  <a:pt x="353125" y="212843"/>
                  <a:pt x="347201" y="236992"/>
                </a:cubicBezTo>
                <a:lnTo>
                  <a:pt x="305851" y="236992"/>
                </a:lnTo>
                <a:lnTo>
                  <a:pt x="334044" y="123707"/>
                </a:lnTo>
                <a:cubicBezTo>
                  <a:pt x="336095" y="115277"/>
                  <a:pt x="337121" y="109696"/>
                  <a:pt x="337121" y="106962"/>
                </a:cubicBezTo>
                <a:cubicBezTo>
                  <a:pt x="337121" y="103887"/>
                  <a:pt x="336550" y="101494"/>
                  <a:pt x="335411" y="99786"/>
                </a:cubicBezTo>
                <a:cubicBezTo>
                  <a:pt x="334386" y="98077"/>
                  <a:pt x="332905" y="96824"/>
                  <a:pt x="330969" y="96026"/>
                </a:cubicBezTo>
                <a:cubicBezTo>
                  <a:pt x="329146" y="95229"/>
                  <a:pt x="325274" y="94831"/>
                  <a:pt x="319350" y="94831"/>
                </a:cubicBezTo>
                <a:lnTo>
                  <a:pt x="320888" y="89875"/>
                </a:lnTo>
                <a:lnTo>
                  <a:pt x="372489" y="78598"/>
                </a:lnTo>
                <a:lnTo>
                  <a:pt x="382742" y="78598"/>
                </a:lnTo>
                <a:moveTo>
                  <a:pt x="551216" y="78598"/>
                </a:moveTo>
                <a:cubicBezTo>
                  <a:pt x="560214" y="78598"/>
                  <a:pt x="568644" y="80706"/>
                  <a:pt x="576504" y="84921"/>
                </a:cubicBezTo>
                <a:cubicBezTo>
                  <a:pt x="584478" y="89021"/>
                  <a:pt x="590458" y="94774"/>
                  <a:pt x="594444" y="102178"/>
                </a:cubicBezTo>
                <a:cubicBezTo>
                  <a:pt x="598545" y="109582"/>
                  <a:pt x="600596" y="117784"/>
                  <a:pt x="600596" y="126782"/>
                </a:cubicBezTo>
                <a:cubicBezTo>
                  <a:pt x="600596" y="145236"/>
                  <a:pt x="595413" y="163690"/>
                  <a:pt x="585047" y="182143"/>
                </a:cubicBezTo>
                <a:cubicBezTo>
                  <a:pt x="574795" y="200597"/>
                  <a:pt x="561240" y="215177"/>
                  <a:pt x="544380" y="225885"/>
                </a:cubicBezTo>
                <a:cubicBezTo>
                  <a:pt x="527522" y="236479"/>
                  <a:pt x="510549" y="241776"/>
                  <a:pt x="493463" y="241776"/>
                </a:cubicBezTo>
                <a:cubicBezTo>
                  <a:pt x="477970" y="241776"/>
                  <a:pt x="465953" y="237163"/>
                  <a:pt x="457410" y="227936"/>
                </a:cubicBezTo>
                <a:cubicBezTo>
                  <a:pt x="448980" y="218709"/>
                  <a:pt x="444766" y="207431"/>
                  <a:pt x="444766" y="194104"/>
                </a:cubicBezTo>
                <a:cubicBezTo>
                  <a:pt x="444766" y="178270"/>
                  <a:pt x="447898" y="163462"/>
                  <a:pt x="454163" y="149679"/>
                </a:cubicBezTo>
                <a:cubicBezTo>
                  <a:pt x="460542" y="135782"/>
                  <a:pt x="468573" y="123707"/>
                  <a:pt x="478255" y="113455"/>
                </a:cubicBezTo>
                <a:cubicBezTo>
                  <a:pt x="488052" y="103089"/>
                  <a:pt x="499272" y="94716"/>
                  <a:pt x="511916" y="88338"/>
                </a:cubicBezTo>
                <a:cubicBezTo>
                  <a:pt x="524560" y="81845"/>
                  <a:pt x="537660" y="78598"/>
                  <a:pt x="551216" y="78598"/>
                </a:cubicBezTo>
                <a:moveTo>
                  <a:pt x="544210" y="87654"/>
                </a:moveTo>
                <a:cubicBezTo>
                  <a:pt x="538173" y="87654"/>
                  <a:pt x="533160" y="89420"/>
                  <a:pt x="529173" y="92951"/>
                </a:cubicBezTo>
                <a:cubicBezTo>
                  <a:pt x="521200" y="100128"/>
                  <a:pt x="512201" y="116929"/>
                  <a:pt x="502177" y="143357"/>
                </a:cubicBezTo>
                <a:cubicBezTo>
                  <a:pt x="492153" y="169670"/>
                  <a:pt x="487141" y="193421"/>
                  <a:pt x="487141" y="214608"/>
                </a:cubicBezTo>
                <a:cubicBezTo>
                  <a:pt x="487141" y="219848"/>
                  <a:pt x="488735" y="224177"/>
                  <a:pt x="491925" y="227594"/>
                </a:cubicBezTo>
                <a:cubicBezTo>
                  <a:pt x="495115" y="231011"/>
                  <a:pt x="498874" y="232720"/>
                  <a:pt x="503202" y="232720"/>
                </a:cubicBezTo>
                <a:cubicBezTo>
                  <a:pt x="507644" y="232720"/>
                  <a:pt x="511575" y="231353"/>
                  <a:pt x="514992" y="228619"/>
                </a:cubicBezTo>
                <a:cubicBezTo>
                  <a:pt x="520004" y="224518"/>
                  <a:pt x="526155" y="215348"/>
                  <a:pt x="533446" y="201109"/>
                </a:cubicBezTo>
                <a:cubicBezTo>
                  <a:pt x="540736" y="186757"/>
                  <a:pt x="546716" y="170980"/>
                  <a:pt x="551386" y="153780"/>
                </a:cubicBezTo>
                <a:cubicBezTo>
                  <a:pt x="556057" y="136465"/>
                  <a:pt x="558392" y="120631"/>
                  <a:pt x="558392" y="106279"/>
                </a:cubicBezTo>
                <a:cubicBezTo>
                  <a:pt x="558392" y="100355"/>
                  <a:pt x="556968" y="95799"/>
                  <a:pt x="554121" y="92609"/>
                </a:cubicBezTo>
                <a:cubicBezTo>
                  <a:pt x="551272" y="89306"/>
                  <a:pt x="547969" y="87654"/>
                  <a:pt x="544210" y="87654"/>
                </a:cubicBezTo>
                <a:moveTo>
                  <a:pt x="704654" y="78598"/>
                </a:moveTo>
                <a:lnTo>
                  <a:pt x="683467" y="151900"/>
                </a:lnTo>
                <a:cubicBezTo>
                  <a:pt x="697705" y="130485"/>
                  <a:pt x="708356" y="115847"/>
                  <a:pt x="715419" y="107987"/>
                </a:cubicBezTo>
                <a:cubicBezTo>
                  <a:pt x="725785" y="96596"/>
                  <a:pt x="734726" y="88850"/>
                  <a:pt x="742244" y="84750"/>
                </a:cubicBezTo>
                <a:cubicBezTo>
                  <a:pt x="749762" y="80649"/>
                  <a:pt x="756824" y="78598"/>
                  <a:pt x="763431" y="78598"/>
                </a:cubicBezTo>
                <a:cubicBezTo>
                  <a:pt x="769355" y="78598"/>
                  <a:pt x="774424" y="80819"/>
                  <a:pt x="778639" y="85262"/>
                </a:cubicBezTo>
                <a:cubicBezTo>
                  <a:pt x="782854" y="89591"/>
                  <a:pt x="784961" y="95286"/>
                  <a:pt x="784961" y="102349"/>
                </a:cubicBezTo>
                <a:cubicBezTo>
                  <a:pt x="784961" y="108728"/>
                  <a:pt x="783594" y="116474"/>
                  <a:pt x="780860" y="125587"/>
                </a:cubicBezTo>
                <a:lnTo>
                  <a:pt x="758989" y="198546"/>
                </a:lnTo>
                <a:cubicBezTo>
                  <a:pt x="757166" y="204926"/>
                  <a:pt x="756256" y="209083"/>
                  <a:pt x="756256" y="211020"/>
                </a:cubicBezTo>
                <a:cubicBezTo>
                  <a:pt x="756256" y="212159"/>
                  <a:pt x="756654" y="213184"/>
                  <a:pt x="757451" y="214095"/>
                </a:cubicBezTo>
                <a:cubicBezTo>
                  <a:pt x="758363" y="215007"/>
                  <a:pt x="759274" y="215463"/>
                  <a:pt x="760185" y="215463"/>
                </a:cubicBezTo>
                <a:cubicBezTo>
                  <a:pt x="761325" y="215463"/>
                  <a:pt x="762521" y="215007"/>
                  <a:pt x="763773" y="214095"/>
                </a:cubicBezTo>
                <a:cubicBezTo>
                  <a:pt x="767760" y="210792"/>
                  <a:pt x="771804" y="206121"/>
                  <a:pt x="775905" y="200085"/>
                </a:cubicBezTo>
                <a:cubicBezTo>
                  <a:pt x="776931" y="198490"/>
                  <a:pt x="778582" y="196097"/>
                  <a:pt x="780860" y="192908"/>
                </a:cubicBezTo>
                <a:lnTo>
                  <a:pt x="787353" y="196838"/>
                </a:lnTo>
                <a:cubicBezTo>
                  <a:pt x="770609" y="224974"/>
                  <a:pt x="753009" y="239042"/>
                  <a:pt x="734555" y="239042"/>
                </a:cubicBezTo>
                <a:cubicBezTo>
                  <a:pt x="727492" y="239042"/>
                  <a:pt x="721968" y="237219"/>
                  <a:pt x="717982" y="233574"/>
                </a:cubicBezTo>
                <a:cubicBezTo>
                  <a:pt x="713995" y="229929"/>
                  <a:pt x="712000" y="225373"/>
                  <a:pt x="712000" y="219905"/>
                </a:cubicBezTo>
                <a:cubicBezTo>
                  <a:pt x="712000" y="215121"/>
                  <a:pt x="713368" y="208001"/>
                  <a:pt x="716102" y="198546"/>
                </a:cubicBezTo>
                <a:lnTo>
                  <a:pt x="737460" y="125587"/>
                </a:lnTo>
                <a:cubicBezTo>
                  <a:pt x="738941" y="120802"/>
                  <a:pt x="739681" y="117271"/>
                  <a:pt x="739681" y="114993"/>
                </a:cubicBezTo>
                <a:cubicBezTo>
                  <a:pt x="739681" y="113740"/>
                  <a:pt x="739169" y="112658"/>
                  <a:pt x="738143" y="111746"/>
                </a:cubicBezTo>
                <a:cubicBezTo>
                  <a:pt x="737118" y="110721"/>
                  <a:pt x="735922" y="110209"/>
                  <a:pt x="734555" y="110209"/>
                </a:cubicBezTo>
                <a:cubicBezTo>
                  <a:pt x="730227" y="110209"/>
                  <a:pt x="724987" y="113170"/>
                  <a:pt x="718836" y="119094"/>
                </a:cubicBezTo>
                <a:cubicBezTo>
                  <a:pt x="703115" y="134130"/>
                  <a:pt x="687909" y="156514"/>
                  <a:pt x="673214" y="186244"/>
                </a:cubicBezTo>
                <a:lnTo>
                  <a:pt x="659203" y="236992"/>
                </a:lnTo>
                <a:lnTo>
                  <a:pt x="615633" y="236992"/>
                </a:lnTo>
                <a:lnTo>
                  <a:pt x="647585" y="127295"/>
                </a:lnTo>
                <a:cubicBezTo>
                  <a:pt x="650660" y="116474"/>
                  <a:pt x="652197" y="108785"/>
                  <a:pt x="652197" y="104228"/>
                </a:cubicBezTo>
                <a:cubicBezTo>
                  <a:pt x="652197" y="102292"/>
                  <a:pt x="651742" y="100697"/>
                  <a:pt x="650831" y="99444"/>
                </a:cubicBezTo>
                <a:cubicBezTo>
                  <a:pt x="649919" y="98077"/>
                  <a:pt x="648439" y="97052"/>
                  <a:pt x="646389" y="96368"/>
                </a:cubicBezTo>
                <a:cubicBezTo>
                  <a:pt x="644338" y="95571"/>
                  <a:pt x="640465" y="95172"/>
                  <a:pt x="634769" y="95172"/>
                </a:cubicBezTo>
                <a:lnTo>
                  <a:pt x="636648" y="88680"/>
                </a:lnTo>
                <a:lnTo>
                  <a:pt x="694231" y="78598"/>
                </a:lnTo>
                <a:lnTo>
                  <a:pt x="704654" y="78598"/>
                </a:lnTo>
                <a:moveTo>
                  <a:pt x="941304" y="89021"/>
                </a:moveTo>
                <a:lnTo>
                  <a:pt x="986754" y="89021"/>
                </a:lnTo>
                <a:lnTo>
                  <a:pt x="981287" y="107816"/>
                </a:lnTo>
                <a:lnTo>
                  <a:pt x="957707" y="107816"/>
                </a:lnTo>
                <a:cubicBezTo>
                  <a:pt x="961352" y="114537"/>
                  <a:pt x="963175" y="120916"/>
                  <a:pt x="963175" y="126953"/>
                </a:cubicBezTo>
                <a:cubicBezTo>
                  <a:pt x="963175" y="137319"/>
                  <a:pt x="960327" y="146888"/>
                  <a:pt x="954631" y="155659"/>
                </a:cubicBezTo>
                <a:cubicBezTo>
                  <a:pt x="949050" y="164430"/>
                  <a:pt x="940734" y="171436"/>
                  <a:pt x="929685" y="176675"/>
                </a:cubicBezTo>
                <a:cubicBezTo>
                  <a:pt x="918749" y="181916"/>
                  <a:pt x="906561" y="184536"/>
                  <a:pt x="893119" y="184536"/>
                </a:cubicBezTo>
                <a:cubicBezTo>
                  <a:pt x="889588" y="184536"/>
                  <a:pt x="885658" y="184308"/>
                  <a:pt x="881329" y="183852"/>
                </a:cubicBezTo>
                <a:cubicBezTo>
                  <a:pt x="877115" y="183282"/>
                  <a:pt x="872501" y="182542"/>
                  <a:pt x="867490" y="181631"/>
                </a:cubicBezTo>
                <a:cubicBezTo>
                  <a:pt x="859972" y="185504"/>
                  <a:pt x="855244" y="188580"/>
                  <a:pt x="853308" y="190858"/>
                </a:cubicBezTo>
                <a:cubicBezTo>
                  <a:pt x="851941" y="192453"/>
                  <a:pt x="851257" y="194104"/>
                  <a:pt x="851257" y="195813"/>
                </a:cubicBezTo>
                <a:cubicBezTo>
                  <a:pt x="851257" y="197863"/>
                  <a:pt x="852111" y="199629"/>
                  <a:pt x="853820" y="201109"/>
                </a:cubicBezTo>
                <a:cubicBezTo>
                  <a:pt x="856782" y="203729"/>
                  <a:pt x="861168" y="205666"/>
                  <a:pt x="866976" y="206919"/>
                </a:cubicBezTo>
                <a:cubicBezTo>
                  <a:pt x="890215" y="211931"/>
                  <a:pt x="905535" y="215975"/>
                  <a:pt x="912939" y="219051"/>
                </a:cubicBezTo>
                <a:cubicBezTo>
                  <a:pt x="923078" y="223265"/>
                  <a:pt x="930710" y="228676"/>
                  <a:pt x="935836" y="235283"/>
                </a:cubicBezTo>
                <a:cubicBezTo>
                  <a:pt x="941076" y="241890"/>
                  <a:pt x="943695" y="249863"/>
                  <a:pt x="943695" y="259204"/>
                </a:cubicBezTo>
                <a:cubicBezTo>
                  <a:pt x="943695" y="273443"/>
                  <a:pt x="937146" y="285859"/>
                  <a:pt x="924046" y="296453"/>
                </a:cubicBezTo>
                <a:cubicBezTo>
                  <a:pt x="910946" y="307160"/>
                  <a:pt x="890670" y="312514"/>
                  <a:pt x="863217" y="312514"/>
                </a:cubicBezTo>
                <a:cubicBezTo>
                  <a:pt x="835538" y="312514"/>
                  <a:pt x="815148" y="307958"/>
                  <a:pt x="802047" y="298845"/>
                </a:cubicBezTo>
                <a:cubicBezTo>
                  <a:pt x="792593" y="292238"/>
                  <a:pt x="787866" y="284378"/>
                  <a:pt x="787866" y="275265"/>
                </a:cubicBezTo>
                <a:cubicBezTo>
                  <a:pt x="787866" y="268317"/>
                  <a:pt x="790999" y="261881"/>
                  <a:pt x="797263" y="255958"/>
                </a:cubicBezTo>
                <a:cubicBezTo>
                  <a:pt x="803414" y="250034"/>
                  <a:pt x="816685" y="244794"/>
                  <a:pt x="837075" y="240238"/>
                </a:cubicBezTo>
                <a:cubicBezTo>
                  <a:pt x="830127" y="236365"/>
                  <a:pt x="825456" y="232834"/>
                  <a:pt x="823064" y="229644"/>
                </a:cubicBezTo>
                <a:cubicBezTo>
                  <a:pt x="819761" y="225316"/>
                  <a:pt x="818109" y="220816"/>
                  <a:pt x="818109" y="216146"/>
                </a:cubicBezTo>
                <a:cubicBezTo>
                  <a:pt x="818109" y="208514"/>
                  <a:pt x="821128" y="201793"/>
                  <a:pt x="827165" y="195984"/>
                </a:cubicBezTo>
                <a:cubicBezTo>
                  <a:pt x="833317" y="190174"/>
                  <a:pt x="843568" y="184421"/>
                  <a:pt x="857921" y="178726"/>
                </a:cubicBezTo>
                <a:cubicBezTo>
                  <a:pt x="846758" y="174284"/>
                  <a:pt x="838670" y="168588"/>
                  <a:pt x="833658" y="161639"/>
                </a:cubicBezTo>
                <a:cubicBezTo>
                  <a:pt x="828759" y="154577"/>
                  <a:pt x="826311" y="146375"/>
                  <a:pt x="826311" y="137035"/>
                </a:cubicBezTo>
                <a:cubicBezTo>
                  <a:pt x="826311" y="127124"/>
                  <a:pt x="829273" y="117726"/>
                  <a:pt x="835196" y="108842"/>
                </a:cubicBezTo>
                <a:cubicBezTo>
                  <a:pt x="841233" y="99843"/>
                  <a:pt x="850061" y="92553"/>
                  <a:pt x="861680" y="86971"/>
                </a:cubicBezTo>
                <a:cubicBezTo>
                  <a:pt x="873413" y="81389"/>
                  <a:pt x="886854" y="78598"/>
                  <a:pt x="902005" y="78598"/>
                </a:cubicBezTo>
                <a:cubicBezTo>
                  <a:pt x="911687" y="78598"/>
                  <a:pt x="920287" y="79680"/>
                  <a:pt x="927805" y="81845"/>
                </a:cubicBezTo>
                <a:cubicBezTo>
                  <a:pt x="931678" y="82984"/>
                  <a:pt x="936178" y="85376"/>
                  <a:pt x="941304" y="89021"/>
                </a:cubicBezTo>
                <a:moveTo>
                  <a:pt x="905593" y="86971"/>
                </a:moveTo>
                <a:cubicBezTo>
                  <a:pt x="900012" y="86971"/>
                  <a:pt x="895284" y="88793"/>
                  <a:pt x="891410" y="92438"/>
                </a:cubicBezTo>
                <a:cubicBezTo>
                  <a:pt x="885260" y="98020"/>
                  <a:pt x="879849" y="107361"/>
                  <a:pt x="875179" y="120460"/>
                </a:cubicBezTo>
                <a:cubicBezTo>
                  <a:pt x="870622" y="133560"/>
                  <a:pt x="868344" y="145977"/>
                  <a:pt x="868344" y="157709"/>
                </a:cubicBezTo>
                <a:cubicBezTo>
                  <a:pt x="868344" y="163291"/>
                  <a:pt x="869938" y="167733"/>
                  <a:pt x="873128" y="171037"/>
                </a:cubicBezTo>
                <a:cubicBezTo>
                  <a:pt x="876431" y="174226"/>
                  <a:pt x="880475" y="175821"/>
                  <a:pt x="885260" y="175821"/>
                </a:cubicBezTo>
                <a:cubicBezTo>
                  <a:pt x="889929" y="175821"/>
                  <a:pt x="893973" y="174226"/>
                  <a:pt x="897390" y="171037"/>
                </a:cubicBezTo>
                <a:cubicBezTo>
                  <a:pt x="903884" y="164772"/>
                  <a:pt x="909522" y="154804"/>
                  <a:pt x="914307" y="141136"/>
                </a:cubicBezTo>
                <a:cubicBezTo>
                  <a:pt x="919091" y="127352"/>
                  <a:pt x="921483" y="114879"/>
                  <a:pt x="921483" y="103716"/>
                </a:cubicBezTo>
                <a:cubicBezTo>
                  <a:pt x="921483" y="98704"/>
                  <a:pt x="919945" y="94660"/>
                  <a:pt x="916870" y="91584"/>
                </a:cubicBezTo>
                <a:cubicBezTo>
                  <a:pt x="913795" y="88509"/>
                  <a:pt x="910036" y="86971"/>
                  <a:pt x="905593" y="86971"/>
                </a:cubicBezTo>
                <a:moveTo>
                  <a:pt x="846644" y="244168"/>
                </a:moveTo>
                <a:cubicBezTo>
                  <a:pt x="835822" y="248382"/>
                  <a:pt x="828417" y="252939"/>
                  <a:pt x="824431" y="257837"/>
                </a:cubicBezTo>
                <a:cubicBezTo>
                  <a:pt x="820558" y="262736"/>
                  <a:pt x="818622" y="268032"/>
                  <a:pt x="818622" y="273728"/>
                </a:cubicBezTo>
                <a:cubicBezTo>
                  <a:pt x="818622" y="281132"/>
                  <a:pt x="822494" y="287796"/>
                  <a:pt x="830240" y="293719"/>
                </a:cubicBezTo>
                <a:cubicBezTo>
                  <a:pt x="838101" y="299756"/>
                  <a:pt x="850573" y="302775"/>
                  <a:pt x="867660" y="302775"/>
                </a:cubicBezTo>
                <a:cubicBezTo>
                  <a:pt x="881900" y="302775"/>
                  <a:pt x="892207" y="300155"/>
                  <a:pt x="898587" y="294915"/>
                </a:cubicBezTo>
                <a:cubicBezTo>
                  <a:pt x="904966" y="289789"/>
                  <a:pt x="908156" y="283752"/>
                  <a:pt x="908156" y="276804"/>
                </a:cubicBezTo>
                <a:cubicBezTo>
                  <a:pt x="908156" y="270652"/>
                  <a:pt x="905195" y="265640"/>
                  <a:pt x="899271" y="261767"/>
                </a:cubicBezTo>
                <a:cubicBezTo>
                  <a:pt x="893461" y="257894"/>
                  <a:pt x="882241" y="253850"/>
                  <a:pt x="865610" y="249636"/>
                </a:cubicBezTo>
                <a:cubicBezTo>
                  <a:pt x="857864" y="247585"/>
                  <a:pt x="851542" y="245763"/>
                  <a:pt x="846644" y="244168"/>
                </a:cubicBezTo>
                <a:moveTo>
                  <a:pt x="1116783" y="11619"/>
                </a:moveTo>
                <a:lnTo>
                  <a:pt x="1118663" y="5297"/>
                </a:lnTo>
                <a:lnTo>
                  <a:pt x="1231776" y="5297"/>
                </a:lnTo>
                <a:lnTo>
                  <a:pt x="1229555" y="11619"/>
                </a:lnTo>
                <a:cubicBezTo>
                  <a:pt x="1219304" y="11619"/>
                  <a:pt x="1211443" y="13897"/>
                  <a:pt x="1205976" y="18453"/>
                </a:cubicBezTo>
                <a:cubicBezTo>
                  <a:pt x="1200622" y="23010"/>
                  <a:pt x="1195895" y="32521"/>
                  <a:pt x="1191793" y="46988"/>
                </a:cubicBezTo>
                <a:lnTo>
                  <a:pt x="1149419" y="195300"/>
                </a:lnTo>
                <a:cubicBezTo>
                  <a:pt x="1146344" y="205780"/>
                  <a:pt x="1144806" y="212785"/>
                  <a:pt x="1144806" y="216316"/>
                </a:cubicBezTo>
                <a:cubicBezTo>
                  <a:pt x="1144806" y="220417"/>
                  <a:pt x="1146400" y="223607"/>
                  <a:pt x="1149590" y="225885"/>
                </a:cubicBezTo>
                <a:cubicBezTo>
                  <a:pt x="1153691" y="228847"/>
                  <a:pt x="1161436" y="230441"/>
                  <a:pt x="1172827" y="230670"/>
                </a:cubicBezTo>
                <a:lnTo>
                  <a:pt x="1171119" y="236992"/>
                </a:lnTo>
                <a:lnTo>
                  <a:pt x="1056125" y="236992"/>
                </a:lnTo>
                <a:lnTo>
                  <a:pt x="1058006" y="230670"/>
                </a:lnTo>
                <a:cubicBezTo>
                  <a:pt x="1069511" y="230670"/>
                  <a:pt x="1077939" y="228505"/>
                  <a:pt x="1083294" y="224177"/>
                </a:cubicBezTo>
                <a:cubicBezTo>
                  <a:pt x="1088647" y="219734"/>
                  <a:pt x="1093488" y="210109"/>
                  <a:pt x="1097817" y="195300"/>
                </a:cubicBezTo>
                <a:lnTo>
                  <a:pt x="1140534" y="46988"/>
                </a:lnTo>
                <a:cubicBezTo>
                  <a:pt x="1143154" y="37875"/>
                  <a:pt x="1144464" y="30984"/>
                  <a:pt x="1144464" y="26313"/>
                </a:cubicBezTo>
                <a:cubicBezTo>
                  <a:pt x="1144464" y="22099"/>
                  <a:pt x="1142869" y="18795"/>
                  <a:pt x="1139680" y="16403"/>
                </a:cubicBezTo>
                <a:cubicBezTo>
                  <a:pt x="1136490" y="14011"/>
                  <a:pt x="1128858" y="12416"/>
                  <a:pt x="1116783" y="11619"/>
                </a:cubicBezTo>
                <a:moveTo>
                  <a:pt x="1298244" y="78598"/>
                </a:moveTo>
                <a:lnTo>
                  <a:pt x="1277056" y="151900"/>
                </a:lnTo>
                <a:cubicBezTo>
                  <a:pt x="1291295" y="130485"/>
                  <a:pt x="1301946" y="115847"/>
                  <a:pt x="1309008" y="107987"/>
                </a:cubicBezTo>
                <a:cubicBezTo>
                  <a:pt x="1319374" y="96596"/>
                  <a:pt x="1328317" y="88850"/>
                  <a:pt x="1335834" y="84750"/>
                </a:cubicBezTo>
                <a:cubicBezTo>
                  <a:pt x="1343352" y="80649"/>
                  <a:pt x="1350415" y="78598"/>
                  <a:pt x="1357022" y="78598"/>
                </a:cubicBezTo>
                <a:cubicBezTo>
                  <a:pt x="1362945" y="78598"/>
                  <a:pt x="1368015" y="80819"/>
                  <a:pt x="1372229" y="85262"/>
                </a:cubicBezTo>
                <a:cubicBezTo>
                  <a:pt x="1376443" y="89591"/>
                  <a:pt x="1378551" y="95286"/>
                  <a:pt x="1378551" y="102349"/>
                </a:cubicBezTo>
                <a:cubicBezTo>
                  <a:pt x="1378551" y="108728"/>
                  <a:pt x="1377184" y="116474"/>
                  <a:pt x="1374450" y="125587"/>
                </a:cubicBezTo>
                <a:lnTo>
                  <a:pt x="1352579" y="198546"/>
                </a:lnTo>
                <a:cubicBezTo>
                  <a:pt x="1350757" y="204926"/>
                  <a:pt x="1349846" y="209083"/>
                  <a:pt x="1349846" y="211020"/>
                </a:cubicBezTo>
                <a:cubicBezTo>
                  <a:pt x="1349846" y="212159"/>
                  <a:pt x="1350244" y="213184"/>
                  <a:pt x="1351042" y="214095"/>
                </a:cubicBezTo>
                <a:cubicBezTo>
                  <a:pt x="1351952" y="215007"/>
                  <a:pt x="1352864" y="215463"/>
                  <a:pt x="1353775" y="215463"/>
                </a:cubicBezTo>
                <a:cubicBezTo>
                  <a:pt x="1354914" y="215463"/>
                  <a:pt x="1356111" y="215007"/>
                  <a:pt x="1357364" y="214095"/>
                </a:cubicBezTo>
                <a:cubicBezTo>
                  <a:pt x="1361351" y="210792"/>
                  <a:pt x="1365395" y="206121"/>
                  <a:pt x="1369495" y="200085"/>
                </a:cubicBezTo>
                <a:cubicBezTo>
                  <a:pt x="1370520" y="198490"/>
                  <a:pt x="1372172" y="196097"/>
                  <a:pt x="1374450" y="192908"/>
                </a:cubicBezTo>
                <a:lnTo>
                  <a:pt x="1380942" y="196838"/>
                </a:lnTo>
                <a:cubicBezTo>
                  <a:pt x="1364198" y="224974"/>
                  <a:pt x="1346599" y="239042"/>
                  <a:pt x="1328145" y="239042"/>
                </a:cubicBezTo>
                <a:cubicBezTo>
                  <a:pt x="1321083" y="239042"/>
                  <a:pt x="1315558" y="237219"/>
                  <a:pt x="1311571" y="233574"/>
                </a:cubicBezTo>
                <a:cubicBezTo>
                  <a:pt x="1307585" y="229929"/>
                  <a:pt x="1305591" y="225373"/>
                  <a:pt x="1305591" y="219905"/>
                </a:cubicBezTo>
                <a:cubicBezTo>
                  <a:pt x="1305591" y="215121"/>
                  <a:pt x="1306958" y="208001"/>
                  <a:pt x="1309691" y="198546"/>
                </a:cubicBezTo>
                <a:lnTo>
                  <a:pt x="1331050" y="125587"/>
                </a:lnTo>
                <a:cubicBezTo>
                  <a:pt x="1332531" y="120802"/>
                  <a:pt x="1333271" y="117271"/>
                  <a:pt x="1333271" y="114993"/>
                </a:cubicBezTo>
                <a:cubicBezTo>
                  <a:pt x="1333271" y="113740"/>
                  <a:pt x="1332759" y="112658"/>
                  <a:pt x="1331734" y="111746"/>
                </a:cubicBezTo>
                <a:cubicBezTo>
                  <a:pt x="1330708" y="110721"/>
                  <a:pt x="1329512" y="110209"/>
                  <a:pt x="1328145" y="110209"/>
                </a:cubicBezTo>
                <a:cubicBezTo>
                  <a:pt x="1323816" y="110209"/>
                  <a:pt x="1318576" y="113170"/>
                  <a:pt x="1312426" y="119094"/>
                </a:cubicBezTo>
                <a:cubicBezTo>
                  <a:pt x="1296706" y="134130"/>
                  <a:pt x="1281498" y="156514"/>
                  <a:pt x="1266805" y="186244"/>
                </a:cubicBezTo>
                <a:lnTo>
                  <a:pt x="1252793" y="236992"/>
                </a:lnTo>
                <a:lnTo>
                  <a:pt x="1209222" y="236992"/>
                </a:lnTo>
                <a:lnTo>
                  <a:pt x="1241175" y="127295"/>
                </a:lnTo>
                <a:cubicBezTo>
                  <a:pt x="1244250" y="116474"/>
                  <a:pt x="1245788" y="108785"/>
                  <a:pt x="1245788" y="104228"/>
                </a:cubicBezTo>
                <a:cubicBezTo>
                  <a:pt x="1245788" y="102292"/>
                  <a:pt x="1245332" y="100697"/>
                  <a:pt x="1244420" y="99444"/>
                </a:cubicBezTo>
                <a:cubicBezTo>
                  <a:pt x="1243510" y="98077"/>
                  <a:pt x="1242029" y="97052"/>
                  <a:pt x="1239978" y="96368"/>
                </a:cubicBezTo>
                <a:cubicBezTo>
                  <a:pt x="1237928" y="95571"/>
                  <a:pt x="1234054" y="95172"/>
                  <a:pt x="1228359" y="95172"/>
                </a:cubicBezTo>
                <a:lnTo>
                  <a:pt x="1230239" y="88680"/>
                </a:lnTo>
                <a:lnTo>
                  <a:pt x="1287820" y="78598"/>
                </a:lnTo>
                <a:lnTo>
                  <a:pt x="1298244" y="78598"/>
                </a:lnTo>
                <a:moveTo>
                  <a:pt x="1590426" y="0"/>
                </a:moveTo>
                <a:lnTo>
                  <a:pt x="1534894" y="191199"/>
                </a:lnTo>
                <a:cubicBezTo>
                  <a:pt x="1531362" y="203160"/>
                  <a:pt x="1529596" y="210393"/>
                  <a:pt x="1529596" y="212899"/>
                </a:cubicBezTo>
                <a:cubicBezTo>
                  <a:pt x="1529596" y="214153"/>
                  <a:pt x="1530053" y="215234"/>
                  <a:pt x="1530964" y="216146"/>
                </a:cubicBezTo>
                <a:cubicBezTo>
                  <a:pt x="1531876" y="217057"/>
                  <a:pt x="1532843" y="217513"/>
                  <a:pt x="1533869" y="217513"/>
                </a:cubicBezTo>
                <a:cubicBezTo>
                  <a:pt x="1535805" y="217513"/>
                  <a:pt x="1538026" y="216544"/>
                  <a:pt x="1540532" y="214608"/>
                </a:cubicBezTo>
                <a:cubicBezTo>
                  <a:pt x="1544747" y="211419"/>
                  <a:pt x="1549873" y="205381"/>
                  <a:pt x="1555910" y="196496"/>
                </a:cubicBezTo>
                <a:lnTo>
                  <a:pt x="1562062" y="199743"/>
                </a:lnTo>
                <a:cubicBezTo>
                  <a:pt x="1546000" y="227765"/>
                  <a:pt x="1528344" y="241776"/>
                  <a:pt x="1509093" y="241776"/>
                </a:cubicBezTo>
                <a:cubicBezTo>
                  <a:pt x="1502259" y="241776"/>
                  <a:pt x="1496961" y="240010"/>
                  <a:pt x="1493202" y="236479"/>
                </a:cubicBezTo>
                <a:cubicBezTo>
                  <a:pt x="1489558" y="232834"/>
                  <a:pt x="1487734" y="228220"/>
                  <a:pt x="1487734" y="222638"/>
                </a:cubicBezTo>
                <a:cubicBezTo>
                  <a:pt x="1487734" y="217285"/>
                  <a:pt x="1489215" y="209653"/>
                  <a:pt x="1492177" y="199743"/>
                </a:cubicBezTo>
                <a:lnTo>
                  <a:pt x="1497303" y="182314"/>
                </a:lnTo>
                <a:cubicBezTo>
                  <a:pt x="1483064" y="207489"/>
                  <a:pt x="1470704" y="224233"/>
                  <a:pt x="1460225" y="232549"/>
                </a:cubicBezTo>
                <a:cubicBezTo>
                  <a:pt x="1452252" y="238700"/>
                  <a:pt x="1444505" y="241776"/>
                  <a:pt x="1436988" y="241776"/>
                </a:cubicBezTo>
                <a:cubicBezTo>
                  <a:pt x="1428444" y="241776"/>
                  <a:pt x="1421210" y="238302"/>
                  <a:pt x="1415287" y="231353"/>
                </a:cubicBezTo>
                <a:cubicBezTo>
                  <a:pt x="1409478" y="224404"/>
                  <a:pt x="1406573" y="214266"/>
                  <a:pt x="1406573" y="200938"/>
                </a:cubicBezTo>
                <a:cubicBezTo>
                  <a:pt x="1406573" y="183966"/>
                  <a:pt x="1410332" y="167221"/>
                  <a:pt x="1417850" y="150704"/>
                </a:cubicBezTo>
                <a:cubicBezTo>
                  <a:pt x="1425368" y="134187"/>
                  <a:pt x="1434026" y="120404"/>
                  <a:pt x="1443822" y="109354"/>
                </a:cubicBezTo>
                <a:cubicBezTo>
                  <a:pt x="1453732" y="98305"/>
                  <a:pt x="1463130" y="90445"/>
                  <a:pt x="1472015" y="85775"/>
                </a:cubicBezTo>
                <a:cubicBezTo>
                  <a:pt x="1481013" y="80990"/>
                  <a:pt x="1489842" y="78598"/>
                  <a:pt x="1498500" y="78598"/>
                </a:cubicBezTo>
                <a:cubicBezTo>
                  <a:pt x="1502942" y="78598"/>
                  <a:pt x="1506872" y="79509"/>
                  <a:pt x="1510289" y="81332"/>
                </a:cubicBezTo>
                <a:cubicBezTo>
                  <a:pt x="1513820" y="83155"/>
                  <a:pt x="1517808" y="86572"/>
                  <a:pt x="1522250" y="91584"/>
                </a:cubicBezTo>
                <a:lnTo>
                  <a:pt x="1534894" y="49038"/>
                </a:lnTo>
                <a:cubicBezTo>
                  <a:pt x="1537969" y="38559"/>
                  <a:pt x="1539507" y="31040"/>
                  <a:pt x="1539507" y="26484"/>
                </a:cubicBezTo>
                <a:cubicBezTo>
                  <a:pt x="1539507" y="23750"/>
                  <a:pt x="1538482" y="21415"/>
                  <a:pt x="1536432" y="19479"/>
                </a:cubicBezTo>
                <a:cubicBezTo>
                  <a:pt x="1534381" y="17542"/>
                  <a:pt x="1531647" y="16574"/>
                  <a:pt x="1528230" y="16574"/>
                </a:cubicBezTo>
                <a:cubicBezTo>
                  <a:pt x="1526636" y="16574"/>
                  <a:pt x="1524642" y="16745"/>
                  <a:pt x="1522250" y="17087"/>
                </a:cubicBezTo>
                <a:lnTo>
                  <a:pt x="1523958" y="10423"/>
                </a:lnTo>
                <a:lnTo>
                  <a:pt x="1580174" y="0"/>
                </a:lnTo>
                <a:lnTo>
                  <a:pt x="1590426" y="0"/>
                </a:lnTo>
                <a:moveTo>
                  <a:pt x="1515244" y="108329"/>
                </a:moveTo>
                <a:cubicBezTo>
                  <a:pt x="1515244" y="101380"/>
                  <a:pt x="1513877" y="96311"/>
                  <a:pt x="1511144" y="93122"/>
                </a:cubicBezTo>
                <a:cubicBezTo>
                  <a:pt x="1508409" y="89933"/>
                  <a:pt x="1505220" y="88338"/>
                  <a:pt x="1501575" y="88338"/>
                </a:cubicBezTo>
                <a:cubicBezTo>
                  <a:pt x="1497930" y="88338"/>
                  <a:pt x="1494000" y="90217"/>
                  <a:pt x="1489785" y="93976"/>
                </a:cubicBezTo>
                <a:cubicBezTo>
                  <a:pt x="1481697" y="101267"/>
                  <a:pt x="1473211" y="115961"/>
                  <a:pt x="1464325" y="138060"/>
                </a:cubicBezTo>
                <a:cubicBezTo>
                  <a:pt x="1455555" y="160045"/>
                  <a:pt x="1451169" y="178555"/>
                  <a:pt x="1451169" y="193592"/>
                </a:cubicBezTo>
                <a:cubicBezTo>
                  <a:pt x="1451169" y="199059"/>
                  <a:pt x="1452137" y="203103"/>
                  <a:pt x="1454074" y="205723"/>
                </a:cubicBezTo>
                <a:cubicBezTo>
                  <a:pt x="1456010" y="208343"/>
                  <a:pt x="1458175" y="209653"/>
                  <a:pt x="1460567" y="209653"/>
                </a:cubicBezTo>
                <a:cubicBezTo>
                  <a:pt x="1464554" y="209653"/>
                  <a:pt x="1468541" y="207830"/>
                  <a:pt x="1472528" y="204185"/>
                </a:cubicBezTo>
                <a:cubicBezTo>
                  <a:pt x="1482210" y="195528"/>
                  <a:pt x="1491721" y="180663"/>
                  <a:pt x="1501062" y="159589"/>
                </a:cubicBezTo>
                <a:cubicBezTo>
                  <a:pt x="1510517" y="138402"/>
                  <a:pt x="1515244" y="121315"/>
                  <a:pt x="1515244" y="108329"/>
                </a:cubicBezTo>
                <a:moveTo>
                  <a:pt x="1667486" y="78598"/>
                </a:moveTo>
                <a:lnTo>
                  <a:pt x="1634338" y="194787"/>
                </a:lnTo>
                <a:cubicBezTo>
                  <a:pt x="1632744" y="200141"/>
                  <a:pt x="1631945" y="203843"/>
                  <a:pt x="1631945" y="205894"/>
                </a:cubicBezTo>
                <a:cubicBezTo>
                  <a:pt x="1631945" y="206919"/>
                  <a:pt x="1632344" y="207716"/>
                  <a:pt x="1633142" y="208286"/>
                </a:cubicBezTo>
                <a:cubicBezTo>
                  <a:pt x="1634053" y="209197"/>
                  <a:pt x="1635135" y="209653"/>
                  <a:pt x="1636388" y="209653"/>
                </a:cubicBezTo>
                <a:cubicBezTo>
                  <a:pt x="1641629" y="209653"/>
                  <a:pt x="1648633" y="204982"/>
                  <a:pt x="1657405" y="195642"/>
                </a:cubicBezTo>
                <a:cubicBezTo>
                  <a:pt x="1669935" y="182087"/>
                  <a:pt x="1683091" y="162608"/>
                  <a:pt x="1696875" y="137206"/>
                </a:cubicBezTo>
                <a:lnTo>
                  <a:pt x="1712423" y="84921"/>
                </a:lnTo>
                <a:lnTo>
                  <a:pt x="1755653" y="83382"/>
                </a:lnTo>
                <a:lnTo>
                  <a:pt x="1722847" y="196155"/>
                </a:lnTo>
                <a:cubicBezTo>
                  <a:pt x="1720113" y="205723"/>
                  <a:pt x="1718747" y="211191"/>
                  <a:pt x="1718747" y="212558"/>
                </a:cubicBezTo>
                <a:cubicBezTo>
                  <a:pt x="1718747" y="213469"/>
                  <a:pt x="1719144" y="214437"/>
                  <a:pt x="1719942" y="215463"/>
                </a:cubicBezTo>
                <a:cubicBezTo>
                  <a:pt x="1720853" y="216374"/>
                  <a:pt x="1721765" y="216829"/>
                  <a:pt x="1722676" y="216829"/>
                </a:cubicBezTo>
                <a:cubicBezTo>
                  <a:pt x="1724270" y="216829"/>
                  <a:pt x="1725808" y="216146"/>
                  <a:pt x="1727289" y="214779"/>
                </a:cubicBezTo>
                <a:cubicBezTo>
                  <a:pt x="1731391" y="211475"/>
                  <a:pt x="1736801" y="204812"/>
                  <a:pt x="1743521" y="194787"/>
                </a:cubicBezTo>
                <a:lnTo>
                  <a:pt x="1749331" y="198888"/>
                </a:lnTo>
                <a:cubicBezTo>
                  <a:pt x="1733497" y="227480"/>
                  <a:pt x="1716069" y="241776"/>
                  <a:pt x="1697046" y="241776"/>
                </a:cubicBezTo>
                <a:cubicBezTo>
                  <a:pt x="1689984" y="241776"/>
                  <a:pt x="1684402" y="240010"/>
                  <a:pt x="1680301" y="236479"/>
                </a:cubicBezTo>
                <a:cubicBezTo>
                  <a:pt x="1676314" y="232834"/>
                  <a:pt x="1674321" y="228107"/>
                  <a:pt x="1674321" y="222297"/>
                </a:cubicBezTo>
                <a:cubicBezTo>
                  <a:pt x="1674321" y="216146"/>
                  <a:pt x="1675745" y="208343"/>
                  <a:pt x="1678592" y="198888"/>
                </a:cubicBezTo>
                <a:lnTo>
                  <a:pt x="1686965" y="170012"/>
                </a:lnTo>
                <a:cubicBezTo>
                  <a:pt x="1672157" y="191541"/>
                  <a:pt x="1661392" y="206065"/>
                  <a:pt x="1654671" y="213583"/>
                </a:cubicBezTo>
                <a:cubicBezTo>
                  <a:pt x="1644419" y="224860"/>
                  <a:pt x="1635762" y="232378"/>
                  <a:pt x="1628700" y="236137"/>
                </a:cubicBezTo>
                <a:cubicBezTo>
                  <a:pt x="1621751" y="239896"/>
                  <a:pt x="1615087" y="241776"/>
                  <a:pt x="1608708" y="241776"/>
                </a:cubicBezTo>
                <a:cubicBezTo>
                  <a:pt x="1602670" y="241776"/>
                  <a:pt x="1597430" y="239555"/>
                  <a:pt x="1592988" y="235112"/>
                </a:cubicBezTo>
                <a:cubicBezTo>
                  <a:pt x="1588660" y="230670"/>
                  <a:pt x="1586496" y="225031"/>
                  <a:pt x="1586496" y="218196"/>
                </a:cubicBezTo>
                <a:cubicBezTo>
                  <a:pt x="1586496" y="212387"/>
                  <a:pt x="1587920" y="204584"/>
                  <a:pt x="1590767" y="194787"/>
                </a:cubicBezTo>
                <a:lnTo>
                  <a:pt x="1610074" y="126441"/>
                </a:lnTo>
                <a:cubicBezTo>
                  <a:pt x="1613264" y="115277"/>
                  <a:pt x="1614859" y="107760"/>
                  <a:pt x="1614859" y="103887"/>
                </a:cubicBezTo>
                <a:cubicBezTo>
                  <a:pt x="1614859" y="102178"/>
                  <a:pt x="1614403" y="100697"/>
                  <a:pt x="1613493" y="99444"/>
                </a:cubicBezTo>
                <a:cubicBezTo>
                  <a:pt x="1612581" y="98077"/>
                  <a:pt x="1611043" y="97052"/>
                  <a:pt x="1608879" y="96368"/>
                </a:cubicBezTo>
                <a:cubicBezTo>
                  <a:pt x="1606829" y="95571"/>
                  <a:pt x="1602955" y="95172"/>
                  <a:pt x="1597260" y="95172"/>
                </a:cubicBezTo>
                <a:lnTo>
                  <a:pt x="1598968" y="88680"/>
                </a:lnTo>
                <a:lnTo>
                  <a:pt x="1657235" y="78598"/>
                </a:lnTo>
                <a:lnTo>
                  <a:pt x="1667486" y="78598"/>
                </a:lnTo>
                <a:moveTo>
                  <a:pt x="1900719" y="195813"/>
                </a:moveTo>
                <a:lnTo>
                  <a:pt x="1905845" y="200426"/>
                </a:lnTo>
                <a:cubicBezTo>
                  <a:pt x="1894795" y="213640"/>
                  <a:pt x="1883917" y="223322"/>
                  <a:pt x="1873209" y="229473"/>
                </a:cubicBezTo>
                <a:cubicBezTo>
                  <a:pt x="1858971" y="237675"/>
                  <a:pt x="1844219" y="241776"/>
                  <a:pt x="1828955" y="241776"/>
                </a:cubicBezTo>
                <a:cubicBezTo>
                  <a:pt x="1818703" y="241776"/>
                  <a:pt x="1809589" y="239611"/>
                  <a:pt x="1801616" y="235283"/>
                </a:cubicBezTo>
                <a:cubicBezTo>
                  <a:pt x="1793757" y="230841"/>
                  <a:pt x="1787947" y="224689"/>
                  <a:pt x="1784188" y="216829"/>
                </a:cubicBezTo>
                <a:cubicBezTo>
                  <a:pt x="1780429" y="208855"/>
                  <a:pt x="1778550" y="200711"/>
                  <a:pt x="1778550" y="192395"/>
                </a:cubicBezTo>
                <a:cubicBezTo>
                  <a:pt x="1778550" y="173714"/>
                  <a:pt x="1783618" y="155375"/>
                  <a:pt x="1793757" y="137376"/>
                </a:cubicBezTo>
                <a:cubicBezTo>
                  <a:pt x="1803894" y="119265"/>
                  <a:pt x="1817279" y="104969"/>
                  <a:pt x="1833910" y="94489"/>
                </a:cubicBezTo>
                <a:cubicBezTo>
                  <a:pt x="1850541" y="83895"/>
                  <a:pt x="1866887" y="78598"/>
                  <a:pt x="1882948" y="78598"/>
                </a:cubicBezTo>
                <a:cubicBezTo>
                  <a:pt x="1895821" y="78598"/>
                  <a:pt x="1905503" y="81446"/>
                  <a:pt x="1911996" y="87142"/>
                </a:cubicBezTo>
                <a:cubicBezTo>
                  <a:pt x="1918489" y="92837"/>
                  <a:pt x="1921735" y="99899"/>
                  <a:pt x="1921735" y="108329"/>
                </a:cubicBezTo>
                <a:cubicBezTo>
                  <a:pt x="1921735" y="115961"/>
                  <a:pt x="1919286" y="122454"/>
                  <a:pt x="1914388" y="127808"/>
                </a:cubicBezTo>
                <a:cubicBezTo>
                  <a:pt x="1909490" y="133162"/>
                  <a:pt x="1904022" y="135838"/>
                  <a:pt x="1897985" y="135838"/>
                </a:cubicBezTo>
                <a:cubicBezTo>
                  <a:pt x="1892745" y="135838"/>
                  <a:pt x="1888360" y="134130"/>
                  <a:pt x="1884828" y="130713"/>
                </a:cubicBezTo>
                <a:cubicBezTo>
                  <a:pt x="1881411" y="127295"/>
                  <a:pt x="1879703" y="123251"/>
                  <a:pt x="1879703" y="118581"/>
                </a:cubicBezTo>
                <a:cubicBezTo>
                  <a:pt x="1879703" y="112430"/>
                  <a:pt x="1882778" y="107076"/>
                  <a:pt x="1888928" y="102519"/>
                </a:cubicBezTo>
                <a:cubicBezTo>
                  <a:pt x="1893144" y="99330"/>
                  <a:pt x="1895252" y="96539"/>
                  <a:pt x="1895252" y="94147"/>
                </a:cubicBezTo>
                <a:cubicBezTo>
                  <a:pt x="1895252" y="92097"/>
                  <a:pt x="1894397" y="90445"/>
                  <a:pt x="1892689" y="89192"/>
                </a:cubicBezTo>
                <a:cubicBezTo>
                  <a:pt x="1890409" y="87370"/>
                  <a:pt x="1887448" y="86458"/>
                  <a:pt x="1883803" y="86458"/>
                </a:cubicBezTo>
                <a:cubicBezTo>
                  <a:pt x="1874235" y="86458"/>
                  <a:pt x="1865235" y="90331"/>
                  <a:pt x="1856806" y="98077"/>
                </a:cubicBezTo>
                <a:cubicBezTo>
                  <a:pt x="1845643" y="108329"/>
                  <a:pt x="1837100" y="121315"/>
                  <a:pt x="1831177" y="137035"/>
                </a:cubicBezTo>
                <a:cubicBezTo>
                  <a:pt x="1825253" y="152754"/>
                  <a:pt x="1822291" y="167677"/>
                  <a:pt x="1822291" y="181802"/>
                </a:cubicBezTo>
                <a:cubicBezTo>
                  <a:pt x="1822291" y="192965"/>
                  <a:pt x="1825310" y="201907"/>
                  <a:pt x="1831347" y="208628"/>
                </a:cubicBezTo>
                <a:cubicBezTo>
                  <a:pt x="1837384" y="215234"/>
                  <a:pt x="1844561" y="218538"/>
                  <a:pt x="1852876" y="218538"/>
                </a:cubicBezTo>
                <a:cubicBezTo>
                  <a:pt x="1860167" y="218538"/>
                  <a:pt x="1868026" y="216658"/>
                  <a:pt x="1876456" y="212899"/>
                </a:cubicBezTo>
                <a:cubicBezTo>
                  <a:pt x="1884999" y="209141"/>
                  <a:pt x="1893087" y="203445"/>
                  <a:pt x="1900719" y="195813"/>
                </a:cubicBezTo>
                <a:moveTo>
                  <a:pt x="2025110" y="36907"/>
                </a:moveTo>
                <a:lnTo>
                  <a:pt x="2011440" y="83382"/>
                </a:lnTo>
                <a:lnTo>
                  <a:pt x="2033824" y="83382"/>
                </a:lnTo>
                <a:lnTo>
                  <a:pt x="2027843" y="103032"/>
                </a:lnTo>
                <a:lnTo>
                  <a:pt x="2005802" y="103032"/>
                </a:lnTo>
                <a:lnTo>
                  <a:pt x="1977267" y="202135"/>
                </a:lnTo>
                <a:cubicBezTo>
                  <a:pt x="1975445" y="208286"/>
                  <a:pt x="1974533" y="212956"/>
                  <a:pt x="1974533" y="216146"/>
                </a:cubicBezTo>
                <a:cubicBezTo>
                  <a:pt x="1974533" y="217626"/>
                  <a:pt x="1975046" y="218936"/>
                  <a:pt x="1976072" y="220076"/>
                </a:cubicBezTo>
                <a:cubicBezTo>
                  <a:pt x="1977096" y="221101"/>
                  <a:pt x="1978235" y="221614"/>
                  <a:pt x="1979489" y="221614"/>
                </a:cubicBezTo>
                <a:cubicBezTo>
                  <a:pt x="1981425" y="221614"/>
                  <a:pt x="1983418" y="220816"/>
                  <a:pt x="1985469" y="219221"/>
                </a:cubicBezTo>
                <a:cubicBezTo>
                  <a:pt x="1990709" y="215234"/>
                  <a:pt x="1996802" y="208286"/>
                  <a:pt x="2003751" y="198375"/>
                </a:cubicBezTo>
                <a:lnTo>
                  <a:pt x="2009731" y="202135"/>
                </a:lnTo>
                <a:cubicBezTo>
                  <a:pt x="2001872" y="215804"/>
                  <a:pt x="1993215" y="225828"/>
                  <a:pt x="1983760" y="232207"/>
                </a:cubicBezTo>
                <a:cubicBezTo>
                  <a:pt x="1974306" y="238586"/>
                  <a:pt x="1965022" y="241776"/>
                  <a:pt x="1955909" y="241776"/>
                </a:cubicBezTo>
                <a:cubicBezTo>
                  <a:pt x="1948162" y="241776"/>
                  <a:pt x="1942126" y="239839"/>
                  <a:pt x="1937797" y="235966"/>
                </a:cubicBezTo>
                <a:cubicBezTo>
                  <a:pt x="1933582" y="231980"/>
                  <a:pt x="1931475" y="226967"/>
                  <a:pt x="1931475" y="220930"/>
                </a:cubicBezTo>
                <a:cubicBezTo>
                  <a:pt x="1931475" y="214323"/>
                  <a:pt x="1932955" y="205837"/>
                  <a:pt x="1935917" y="195471"/>
                </a:cubicBezTo>
                <a:lnTo>
                  <a:pt x="1962914" y="103032"/>
                </a:lnTo>
                <a:lnTo>
                  <a:pt x="1939676" y="103032"/>
                </a:lnTo>
                <a:lnTo>
                  <a:pt x="1943093" y="90388"/>
                </a:lnTo>
                <a:cubicBezTo>
                  <a:pt x="1957674" y="85034"/>
                  <a:pt x="1969977" y="78769"/>
                  <a:pt x="1980001" y="71593"/>
                </a:cubicBezTo>
                <a:cubicBezTo>
                  <a:pt x="1990025" y="64416"/>
                  <a:pt x="2002100" y="52855"/>
                  <a:pt x="2016225" y="36907"/>
                </a:cubicBezTo>
                <a:lnTo>
                  <a:pt x="2025110" y="36907"/>
                </a:lnTo>
                <a:moveTo>
                  <a:pt x="2100804" y="0"/>
                </a:moveTo>
                <a:cubicBezTo>
                  <a:pt x="2107866" y="0"/>
                  <a:pt x="2113789" y="2449"/>
                  <a:pt x="2118574" y="7347"/>
                </a:cubicBezTo>
                <a:cubicBezTo>
                  <a:pt x="2123472" y="12245"/>
                  <a:pt x="2125921" y="18169"/>
                  <a:pt x="2125921" y="25117"/>
                </a:cubicBezTo>
                <a:cubicBezTo>
                  <a:pt x="2125921" y="32065"/>
                  <a:pt x="2123472" y="37989"/>
                  <a:pt x="2118574" y="42887"/>
                </a:cubicBezTo>
                <a:cubicBezTo>
                  <a:pt x="2113675" y="47785"/>
                  <a:pt x="2107752" y="50234"/>
                  <a:pt x="2100804" y="50234"/>
                </a:cubicBezTo>
                <a:cubicBezTo>
                  <a:pt x="2093968" y="50234"/>
                  <a:pt x="2088103" y="47785"/>
                  <a:pt x="2083204" y="42887"/>
                </a:cubicBezTo>
                <a:cubicBezTo>
                  <a:pt x="2078306" y="37989"/>
                  <a:pt x="2075857" y="32065"/>
                  <a:pt x="2075857" y="25117"/>
                </a:cubicBezTo>
                <a:cubicBezTo>
                  <a:pt x="2075857" y="18169"/>
                  <a:pt x="2078249" y="12245"/>
                  <a:pt x="2083033" y="7347"/>
                </a:cubicBezTo>
                <a:cubicBezTo>
                  <a:pt x="2087931" y="2449"/>
                  <a:pt x="2093855" y="0"/>
                  <a:pt x="2100804" y="0"/>
                </a:cubicBezTo>
                <a:moveTo>
                  <a:pt x="2111397" y="78598"/>
                </a:moveTo>
                <a:lnTo>
                  <a:pt x="2076370" y="200085"/>
                </a:lnTo>
                <a:cubicBezTo>
                  <a:pt x="2074433" y="207033"/>
                  <a:pt x="2073465" y="211589"/>
                  <a:pt x="2073465" y="213753"/>
                </a:cubicBezTo>
                <a:cubicBezTo>
                  <a:pt x="2073465" y="215007"/>
                  <a:pt x="2073978" y="216203"/>
                  <a:pt x="2075002" y="217342"/>
                </a:cubicBezTo>
                <a:cubicBezTo>
                  <a:pt x="2076028" y="218367"/>
                  <a:pt x="2077110" y="218880"/>
                  <a:pt x="2078249" y="218880"/>
                </a:cubicBezTo>
                <a:cubicBezTo>
                  <a:pt x="2080185" y="218880"/>
                  <a:pt x="2082123" y="218025"/>
                  <a:pt x="2084059" y="216316"/>
                </a:cubicBezTo>
                <a:cubicBezTo>
                  <a:pt x="2089184" y="212102"/>
                  <a:pt x="2095336" y="204470"/>
                  <a:pt x="2102512" y="193421"/>
                </a:cubicBezTo>
                <a:lnTo>
                  <a:pt x="2108321" y="196838"/>
                </a:lnTo>
                <a:cubicBezTo>
                  <a:pt x="2091121" y="226797"/>
                  <a:pt x="2072838" y="241776"/>
                  <a:pt x="2053473" y="241776"/>
                </a:cubicBezTo>
                <a:cubicBezTo>
                  <a:pt x="2046069" y="241776"/>
                  <a:pt x="2040146" y="239726"/>
                  <a:pt x="2035703" y="235624"/>
                </a:cubicBezTo>
                <a:cubicBezTo>
                  <a:pt x="2031375" y="231410"/>
                  <a:pt x="2029211" y="226113"/>
                  <a:pt x="2029211" y="219734"/>
                </a:cubicBezTo>
                <a:cubicBezTo>
                  <a:pt x="2029211" y="215519"/>
                  <a:pt x="2030178" y="210165"/>
                  <a:pt x="2032116" y="203672"/>
                </a:cubicBezTo>
                <a:lnTo>
                  <a:pt x="2055866" y="121999"/>
                </a:lnTo>
                <a:cubicBezTo>
                  <a:pt x="2058144" y="114138"/>
                  <a:pt x="2059283" y="108215"/>
                  <a:pt x="2059283" y="104228"/>
                </a:cubicBezTo>
                <a:cubicBezTo>
                  <a:pt x="2059283" y="101722"/>
                  <a:pt x="2058201" y="99501"/>
                  <a:pt x="2056036" y="97565"/>
                </a:cubicBezTo>
                <a:cubicBezTo>
                  <a:pt x="2053872" y="95628"/>
                  <a:pt x="2050910" y="94660"/>
                  <a:pt x="2047151" y="94660"/>
                </a:cubicBezTo>
                <a:cubicBezTo>
                  <a:pt x="2045442" y="94660"/>
                  <a:pt x="2043392" y="94716"/>
                  <a:pt x="2041001" y="94831"/>
                </a:cubicBezTo>
                <a:lnTo>
                  <a:pt x="2043222" y="87996"/>
                </a:lnTo>
                <a:lnTo>
                  <a:pt x="2101145" y="78598"/>
                </a:lnTo>
                <a:lnTo>
                  <a:pt x="2111397" y="78598"/>
                </a:lnTo>
                <a:moveTo>
                  <a:pt x="2167783" y="241776"/>
                </a:moveTo>
                <a:lnTo>
                  <a:pt x="2161632" y="241776"/>
                </a:lnTo>
                <a:cubicBezTo>
                  <a:pt x="2161974" y="232435"/>
                  <a:pt x="2162144" y="225373"/>
                  <a:pt x="2162144" y="220588"/>
                </a:cubicBezTo>
                <a:cubicBezTo>
                  <a:pt x="2162144" y="207602"/>
                  <a:pt x="2161119" y="188864"/>
                  <a:pt x="2159069" y="164373"/>
                </a:cubicBezTo>
                <a:cubicBezTo>
                  <a:pt x="2157133" y="139768"/>
                  <a:pt x="2154911" y="123365"/>
                  <a:pt x="2152405" y="115164"/>
                </a:cubicBezTo>
                <a:cubicBezTo>
                  <a:pt x="2150469" y="109126"/>
                  <a:pt x="2147906" y="104741"/>
                  <a:pt x="2144716" y="102007"/>
                </a:cubicBezTo>
                <a:cubicBezTo>
                  <a:pt x="2142551" y="100184"/>
                  <a:pt x="2139761" y="99273"/>
                  <a:pt x="2136344" y="99273"/>
                </a:cubicBezTo>
                <a:cubicBezTo>
                  <a:pt x="2134407" y="99273"/>
                  <a:pt x="2132072" y="99501"/>
                  <a:pt x="2129338" y="99957"/>
                </a:cubicBezTo>
                <a:lnTo>
                  <a:pt x="2129338" y="93805"/>
                </a:lnTo>
                <a:lnTo>
                  <a:pt x="2186236" y="78598"/>
                </a:lnTo>
                <a:cubicBezTo>
                  <a:pt x="2197628" y="109696"/>
                  <a:pt x="2203153" y="149508"/>
                  <a:pt x="2202811" y="198034"/>
                </a:cubicBezTo>
                <a:cubicBezTo>
                  <a:pt x="2219555" y="182087"/>
                  <a:pt x="2231060" y="169158"/>
                  <a:pt x="2237326" y="159247"/>
                </a:cubicBezTo>
                <a:cubicBezTo>
                  <a:pt x="2243704" y="149337"/>
                  <a:pt x="2246894" y="141078"/>
                  <a:pt x="2246894" y="134472"/>
                </a:cubicBezTo>
                <a:cubicBezTo>
                  <a:pt x="2246894" y="129232"/>
                  <a:pt x="2244900" y="123935"/>
                  <a:pt x="2240914" y="118581"/>
                </a:cubicBezTo>
                <a:cubicBezTo>
                  <a:pt x="2237041" y="113114"/>
                  <a:pt x="2234592" y="109240"/>
                  <a:pt x="2233567" y="106962"/>
                </a:cubicBezTo>
                <a:cubicBezTo>
                  <a:pt x="2232655" y="104684"/>
                  <a:pt x="2232199" y="102178"/>
                  <a:pt x="2232199" y="99444"/>
                </a:cubicBezTo>
                <a:cubicBezTo>
                  <a:pt x="2232199" y="93521"/>
                  <a:pt x="2234137" y="88565"/>
                  <a:pt x="2238009" y="84579"/>
                </a:cubicBezTo>
                <a:cubicBezTo>
                  <a:pt x="2241882" y="80592"/>
                  <a:pt x="2246781" y="78598"/>
                  <a:pt x="2252704" y="78598"/>
                </a:cubicBezTo>
                <a:cubicBezTo>
                  <a:pt x="2258968" y="78598"/>
                  <a:pt x="2263811" y="80592"/>
                  <a:pt x="2267228" y="84579"/>
                </a:cubicBezTo>
                <a:cubicBezTo>
                  <a:pt x="2272012" y="90160"/>
                  <a:pt x="2274404" y="96767"/>
                  <a:pt x="2274404" y="104399"/>
                </a:cubicBezTo>
                <a:cubicBezTo>
                  <a:pt x="2274404" y="112259"/>
                  <a:pt x="2272980" y="120005"/>
                  <a:pt x="2270131" y="127637"/>
                </a:cubicBezTo>
                <a:cubicBezTo>
                  <a:pt x="2267398" y="135155"/>
                  <a:pt x="2262614" y="144097"/>
                  <a:pt x="2255780" y="154463"/>
                </a:cubicBezTo>
                <a:cubicBezTo>
                  <a:pt x="2249059" y="164715"/>
                  <a:pt x="2241540" y="174055"/>
                  <a:pt x="2233225" y="182485"/>
                </a:cubicBezTo>
                <a:cubicBezTo>
                  <a:pt x="2217961" y="197977"/>
                  <a:pt x="2196147" y="217741"/>
                  <a:pt x="2167783" y="241776"/>
                </a:cubicBezTo>
                <a:moveTo>
                  <a:pt x="2329764" y="172916"/>
                </a:moveTo>
                <a:cubicBezTo>
                  <a:pt x="2328739" y="180321"/>
                  <a:pt x="2328226" y="186415"/>
                  <a:pt x="2328226" y="191199"/>
                </a:cubicBezTo>
                <a:cubicBezTo>
                  <a:pt x="2328226" y="199743"/>
                  <a:pt x="2330676" y="206577"/>
                  <a:pt x="2335574" y="211703"/>
                </a:cubicBezTo>
                <a:cubicBezTo>
                  <a:pt x="2340585" y="216829"/>
                  <a:pt x="2347249" y="219392"/>
                  <a:pt x="2355565" y="219392"/>
                </a:cubicBezTo>
                <a:cubicBezTo>
                  <a:pt x="2363539" y="219392"/>
                  <a:pt x="2371513" y="217456"/>
                  <a:pt x="2379487" y="213583"/>
                </a:cubicBezTo>
                <a:cubicBezTo>
                  <a:pt x="2387574" y="209710"/>
                  <a:pt x="2396915" y="202932"/>
                  <a:pt x="2407509" y="193250"/>
                </a:cubicBezTo>
                <a:lnTo>
                  <a:pt x="2412635" y="197863"/>
                </a:lnTo>
                <a:cubicBezTo>
                  <a:pt x="2399536" y="213697"/>
                  <a:pt x="2386777" y="224974"/>
                  <a:pt x="2374361" y="231695"/>
                </a:cubicBezTo>
                <a:cubicBezTo>
                  <a:pt x="2361944" y="238415"/>
                  <a:pt x="2348218" y="241776"/>
                  <a:pt x="2333181" y="241776"/>
                </a:cubicBezTo>
                <a:cubicBezTo>
                  <a:pt x="2314158" y="241776"/>
                  <a:pt x="2301002" y="237219"/>
                  <a:pt x="2293712" y="228107"/>
                </a:cubicBezTo>
                <a:cubicBezTo>
                  <a:pt x="2286421" y="218994"/>
                  <a:pt x="2282777" y="208457"/>
                  <a:pt x="2282777" y="196496"/>
                </a:cubicBezTo>
                <a:cubicBezTo>
                  <a:pt x="2282777" y="177815"/>
                  <a:pt x="2288187" y="159133"/>
                  <a:pt x="2299008" y="140452"/>
                </a:cubicBezTo>
                <a:cubicBezTo>
                  <a:pt x="2309944" y="121770"/>
                  <a:pt x="2324753" y="106792"/>
                  <a:pt x="2343434" y="95514"/>
                </a:cubicBezTo>
                <a:cubicBezTo>
                  <a:pt x="2362229" y="84237"/>
                  <a:pt x="2381082" y="78598"/>
                  <a:pt x="2399991" y="78598"/>
                </a:cubicBezTo>
                <a:cubicBezTo>
                  <a:pt x="2409559" y="78598"/>
                  <a:pt x="2416792" y="80877"/>
                  <a:pt x="2421690" y="85433"/>
                </a:cubicBezTo>
                <a:cubicBezTo>
                  <a:pt x="2426588" y="89989"/>
                  <a:pt x="2429038" y="95742"/>
                  <a:pt x="2429038" y="102690"/>
                </a:cubicBezTo>
                <a:cubicBezTo>
                  <a:pt x="2429038" y="111006"/>
                  <a:pt x="2426645" y="119094"/>
                  <a:pt x="2421862" y="126953"/>
                </a:cubicBezTo>
                <a:cubicBezTo>
                  <a:pt x="2415255" y="137661"/>
                  <a:pt x="2406939" y="146319"/>
                  <a:pt x="2396915" y="152925"/>
                </a:cubicBezTo>
                <a:cubicBezTo>
                  <a:pt x="2386892" y="159418"/>
                  <a:pt x="2375670" y="164373"/>
                  <a:pt x="2363255" y="167791"/>
                </a:cubicBezTo>
                <a:cubicBezTo>
                  <a:pt x="2354939" y="170069"/>
                  <a:pt x="2343775" y="171777"/>
                  <a:pt x="2329764" y="172916"/>
                </a:cubicBezTo>
                <a:moveTo>
                  <a:pt x="2331303" y="164031"/>
                </a:moveTo>
                <a:cubicBezTo>
                  <a:pt x="2341326" y="162551"/>
                  <a:pt x="2349073" y="160558"/>
                  <a:pt x="2354540" y="158051"/>
                </a:cubicBezTo>
                <a:cubicBezTo>
                  <a:pt x="2360122" y="155431"/>
                  <a:pt x="2365533" y="151331"/>
                  <a:pt x="2370773" y="145749"/>
                </a:cubicBezTo>
                <a:cubicBezTo>
                  <a:pt x="2376126" y="140053"/>
                  <a:pt x="2380740" y="132934"/>
                  <a:pt x="2384612" y="124390"/>
                </a:cubicBezTo>
                <a:cubicBezTo>
                  <a:pt x="2388486" y="115733"/>
                  <a:pt x="2390422" y="107646"/>
                  <a:pt x="2390422" y="100128"/>
                </a:cubicBezTo>
                <a:cubicBezTo>
                  <a:pt x="2390422" y="96938"/>
                  <a:pt x="2389510" y="94432"/>
                  <a:pt x="2387689" y="92609"/>
                </a:cubicBezTo>
                <a:cubicBezTo>
                  <a:pt x="2385980" y="90787"/>
                  <a:pt x="2383758" y="89875"/>
                  <a:pt x="2381025" y="89875"/>
                </a:cubicBezTo>
                <a:cubicBezTo>
                  <a:pt x="2375557" y="89875"/>
                  <a:pt x="2369405" y="93692"/>
                  <a:pt x="2362571" y="101324"/>
                </a:cubicBezTo>
                <a:cubicBezTo>
                  <a:pt x="2350041" y="115221"/>
                  <a:pt x="2339618" y="136123"/>
                  <a:pt x="2331303" y="164031"/>
                </a:cubicBezTo>
                <a:moveTo>
                  <a:pt x="2572224" y="5297"/>
                </a:moveTo>
                <a:lnTo>
                  <a:pt x="2663808" y="5297"/>
                </a:lnTo>
                <a:cubicBezTo>
                  <a:pt x="2684198" y="5297"/>
                  <a:pt x="2698778" y="6379"/>
                  <a:pt x="2707550" y="8543"/>
                </a:cubicBezTo>
                <a:cubicBezTo>
                  <a:pt x="2719055" y="11277"/>
                  <a:pt x="2727940" y="16631"/>
                  <a:pt x="2734205" y="24604"/>
                </a:cubicBezTo>
                <a:cubicBezTo>
                  <a:pt x="2740584" y="32465"/>
                  <a:pt x="2743774" y="41406"/>
                  <a:pt x="2743774" y="51431"/>
                </a:cubicBezTo>
                <a:cubicBezTo>
                  <a:pt x="2743774" y="59632"/>
                  <a:pt x="2741268" y="68004"/>
                  <a:pt x="2736256" y="76548"/>
                </a:cubicBezTo>
                <a:cubicBezTo>
                  <a:pt x="2731244" y="85091"/>
                  <a:pt x="2723726" y="92154"/>
                  <a:pt x="2713702" y="97736"/>
                </a:cubicBezTo>
                <a:cubicBezTo>
                  <a:pt x="2703791" y="103203"/>
                  <a:pt x="2688527" y="108272"/>
                  <a:pt x="2667909" y="112943"/>
                </a:cubicBezTo>
                <a:cubicBezTo>
                  <a:pt x="2689324" y="118980"/>
                  <a:pt x="2704190" y="126726"/>
                  <a:pt x="2712506" y="136180"/>
                </a:cubicBezTo>
                <a:cubicBezTo>
                  <a:pt x="2720821" y="145635"/>
                  <a:pt x="2724978" y="156627"/>
                  <a:pt x="2724978" y="169158"/>
                </a:cubicBezTo>
                <a:cubicBezTo>
                  <a:pt x="2724978" y="180890"/>
                  <a:pt x="2720878" y="192509"/>
                  <a:pt x="2712676" y="204014"/>
                </a:cubicBezTo>
                <a:cubicBezTo>
                  <a:pt x="2704475" y="215405"/>
                  <a:pt x="2693596" y="223778"/>
                  <a:pt x="2680041" y="229131"/>
                </a:cubicBezTo>
                <a:cubicBezTo>
                  <a:pt x="2666485" y="234372"/>
                  <a:pt x="2641652" y="236992"/>
                  <a:pt x="2605543" y="236992"/>
                </a:cubicBezTo>
                <a:lnTo>
                  <a:pt x="2509174" y="236992"/>
                </a:lnTo>
                <a:lnTo>
                  <a:pt x="2511395" y="230670"/>
                </a:lnTo>
                <a:cubicBezTo>
                  <a:pt x="2520736" y="230670"/>
                  <a:pt x="2527400" y="229815"/>
                  <a:pt x="2531387" y="228107"/>
                </a:cubicBezTo>
                <a:cubicBezTo>
                  <a:pt x="2535488" y="226398"/>
                  <a:pt x="2538734" y="223778"/>
                  <a:pt x="2541126" y="220246"/>
                </a:cubicBezTo>
                <a:cubicBezTo>
                  <a:pt x="2543632" y="216602"/>
                  <a:pt x="2546537" y="209083"/>
                  <a:pt x="2549841" y="197692"/>
                </a:cubicBezTo>
                <a:lnTo>
                  <a:pt x="2591190" y="55189"/>
                </a:lnTo>
                <a:cubicBezTo>
                  <a:pt x="2595405" y="40723"/>
                  <a:pt x="2597513" y="31040"/>
                  <a:pt x="2597513" y="26143"/>
                </a:cubicBezTo>
                <a:cubicBezTo>
                  <a:pt x="2597513" y="22155"/>
                  <a:pt x="2595804" y="18852"/>
                  <a:pt x="2592387" y="16232"/>
                </a:cubicBezTo>
                <a:cubicBezTo>
                  <a:pt x="2589082" y="13612"/>
                  <a:pt x="2581792" y="12074"/>
                  <a:pt x="2570515" y="11619"/>
                </a:cubicBezTo>
                <a:lnTo>
                  <a:pt x="2572224" y="5297"/>
                </a:lnTo>
                <a:moveTo>
                  <a:pt x="2624680" y="107646"/>
                </a:moveTo>
                <a:cubicBezTo>
                  <a:pt x="2640171" y="107418"/>
                  <a:pt x="2652360" y="104969"/>
                  <a:pt x="2661245" y="100298"/>
                </a:cubicBezTo>
                <a:cubicBezTo>
                  <a:pt x="2670245" y="95628"/>
                  <a:pt x="2677421" y="87996"/>
                  <a:pt x="2682774" y="77402"/>
                </a:cubicBezTo>
                <a:cubicBezTo>
                  <a:pt x="2688242" y="66694"/>
                  <a:pt x="2690977" y="56614"/>
                  <a:pt x="2690977" y="47159"/>
                </a:cubicBezTo>
                <a:cubicBezTo>
                  <a:pt x="2690977" y="38274"/>
                  <a:pt x="2688185" y="31040"/>
                  <a:pt x="2682604" y="25459"/>
                </a:cubicBezTo>
                <a:cubicBezTo>
                  <a:pt x="2677022" y="19877"/>
                  <a:pt x="2669561" y="17200"/>
                  <a:pt x="2660220" y="17428"/>
                </a:cubicBezTo>
                <a:lnTo>
                  <a:pt x="2650822" y="17770"/>
                </a:lnTo>
                <a:lnTo>
                  <a:pt x="2624680" y="107646"/>
                </a:lnTo>
                <a:moveTo>
                  <a:pt x="2620580" y="120460"/>
                </a:moveTo>
                <a:lnTo>
                  <a:pt x="2591019" y="223493"/>
                </a:lnTo>
                <a:cubicBezTo>
                  <a:pt x="2596715" y="223721"/>
                  <a:pt x="2600987" y="223835"/>
                  <a:pt x="2603834" y="223835"/>
                </a:cubicBezTo>
                <a:cubicBezTo>
                  <a:pt x="2629236" y="223835"/>
                  <a:pt x="2646892" y="216772"/>
                  <a:pt x="2656803" y="202648"/>
                </a:cubicBezTo>
                <a:cubicBezTo>
                  <a:pt x="2666713" y="188409"/>
                  <a:pt x="2671669" y="173202"/>
                  <a:pt x="2671669" y="157026"/>
                </a:cubicBezTo>
                <a:cubicBezTo>
                  <a:pt x="2671669" y="149280"/>
                  <a:pt x="2669732" y="142445"/>
                  <a:pt x="2665859" y="136522"/>
                </a:cubicBezTo>
                <a:cubicBezTo>
                  <a:pt x="2662100" y="130485"/>
                  <a:pt x="2657201" y="126327"/>
                  <a:pt x="2651164" y="124049"/>
                </a:cubicBezTo>
                <a:cubicBezTo>
                  <a:pt x="2645127" y="121657"/>
                  <a:pt x="2634932" y="120460"/>
                  <a:pt x="2620580" y="120460"/>
                </a:cubicBezTo>
                <a:moveTo>
                  <a:pt x="2830061" y="0"/>
                </a:moveTo>
                <a:cubicBezTo>
                  <a:pt x="2837124" y="0"/>
                  <a:pt x="2843048" y="2449"/>
                  <a:pt x="2847831" y="7347"/>
                </a:cubicBezTo>
                <a:cubicBezTo>
                  <a:pt x="2852730" y="12245"/>
                  <a:pt x="2855178" y="18169"/>
                  <a:pt x="2855178" y="25117"/>
                </a:cubicBezTo>
                <a:cubicBezTo>
                  <a:pt x="2855178" y="32065"/>
                  <a:pt x="2852730" y="37989"/>
                  <a:pt x="2847831" y="42887"/>
                </a:cubicBezTo>
                <a:cubicBezTo>
                  <a:pt x="2842933" y="47785"/>
                  <a:pt x="2837010" y="50234"/>
                  <a:pt x="2830061" y="50234"/>
                </a:cubicBezTo>
                <a:cubicBezTo>
                  <a:pt x="2823227" y="50234"/>
                  <a:pt x="2817360" y="47785"/>
                  <a:pt x="2812462" y="42887"/>
                </a:cubicBezTo>
                <a:cubicBezTo>
                  <a:pt x="2807564" y="37989"/>
                  <a:pt x="2805115" y="32065"/>
                  <a:pt x="2805115" y="25117"/>
                </a:cubicBezTo>
                <a:cubicBezTo>
                  <a:pt x="2805115" y="18169"/>
                  <a:pt x="2807507" y="12245"/>
                  <a:pt x="2812291" y="7347"/>
                </a:cubicBezTo>
                <a:cubicBezTo>
                  <a:pt x="2817190" y="2449"/>
                  <a:pt x="2823113" y="0"/>
                  <a:pt x="2830061" y="0"/>
                </a:cubicBezTo>
                <a:moveTo>
                  <a:pt x="2840655" y="78598"/>
                </a:moveTo>
                <a:lnTo>
                  <a:pt x="2805628" y="200085"/>
                </a:lnTo>
                <a:cubicBezTo>
                  <a:pt x="2803691" y="207033"/>
                  <a:pt x="2802723" y="211589"/>
                  <a:pt x="2802723" y="213753"/>
                </a:cubicBezTo>
                <a:cubicBezTo>
                  <a:pt x="2802723" y="215007"/>
                  <a:pt x="2803235" y="216203"/>
                  <a:pt x="2804261" y="217342"/>
                </a:cubicBezTo>
                <a:cubicBezTo>
                  <a:pt x="2805286" y="218367"/>
                  <a:pt x="2806368" y="218880"/>
                  <a:pt x="2807507" y="218880"/>
                </a:cubicBezTo>
                <a:cubicBezTo>
                  <a:pt x="2809444" y="218880"/>
                  <a:pt x="2811380" y="218025"/>
                  <a:pt x="2813317" y="216316"/>
                </a:cubicBezTo>
                <a:cubicBezTo>
                  <a:pt x="2818442" y="212102"/>
                  <a:pt x="2824594" y="204470"/>
                  <a:pt x="2831770" y="193421"/>
                </a:cubicBezTo>
                <a:lnTo>
                  <a:pt x="2837580" y="196838"/>
                </a:lnTo>
                <a:cubicBezTo>
                  <a:pt x="2820379" y="226797"/>
                  <a:pt x="2802096" y="241776"/>
                  <a:pt x="2782732" y="241776"/>
                </a:cubicBezTo>
                <a:cubicBezTo>
                  <a:pt x="2775327" y="241776"/>
                  <a:pt x="2769404" y="239726"/>
                  <a:pt x="2764961" y="235624"/>
                </a:cubicBezTo>
                <a:cubicBezTo>
                  <a:pt x="2760632" y="231410"/>
                  <a:pt x="2758469" y="226113"/>
                  <a:pt x="2758469" y="219734"/>
                </a:cubicBezTo>
                <a:cubicBezTo>
                  <a:pt x="2758469" y="215519"/>
                  <a:pt x="2759437" y="210165"/>
                  <a:pt x="2761373" y="203672"/>
                </a:cubicBezTo>
                <a:lnTo>
                  <a:pt x="2785123" y="121999"/>
                </a:lnTo>
                <a:cubicBezTo>
                  <a:pt x="2787402" y="114138"/>
                  <a:pt x="2788540" y="108215"/>
                  <a:pt x="2788540" y="104228"/>
                </a:cubicBezTo>
                <a:cubicBezTo>
                  <a:pt x="2788540" y="101722"/>
                  <a:pt x="2787459" y="99501"/>
                  <a:pt x="2785295" y="97565"/>
                </a:cubicBezTo>
                <a:cubicBezTo>
                  <a:pt x="2783130" y="95628"/>
                  <a:pt x="2780168" y="94660"/>
                  <a:pt x="2776410" y="94660"/>
                </a:cubicBezTo>
                <a:cubicBezTo>
                  <a:pt x="2774700" y="94660"/>
                  <a:pt x="2772651" y="94716"/>
                  <a:pt x="2770258" y="94831"/>
                </a:cubicBezTo>
                <a:lnTo>
                  <a:pt x="2772479" y="87996"/>
                </a:lnTo>
                <a:lnTo>
                  <a:pt x="2830404" y="78598"/>
                </a:lnTo>
                <a:lnTo>
                  <a:pt x="2840655" y="78598"/>
                </a:lnTo>
                <a:moveTo>
                  <a:pt x="3016476" y="80990"/>
                </a:moveTo>
                <a:lnTo>
                  <a:pt x="2983329" y="194616"/>
                </a:lnTo>
                <a:lnTo>
                  <a:pt x="2979912" y="208457"/>
                </a:lnTo>
                <a:cubicBezTo>
                  <a:pt x="2979570" y="210165"/>
                  <a:pt x="2979398" y="211419"/>
                  <a:pt x="2979398" y="212216"/>
                </a:cubicBezTo>
                <a:cubicBezTo>
                  <a:pt x="2979398" y="213583"/>
                  <a:pt x="2979854" y="214779"/>
                  <a:pt x="2980766" y="215804"/>
                </a:cubicBezTo>
                <a:cubicBezTo>
                  <a:pt x="2981791" y="216829"/>
                  <a:pt x="2982815" y="217342"/>
                  <a:pt x="2983841" y="217342"/>
                </a:cubicBezTo>
                <a:cubicBezTo>
                  <a:pt x="2986234" y="217342"/>
                  <a:pt x="2989537" y="215519"/>
                  <a:pt x="2993752" y="211874"/>
                </a:cubicBezTo>
                <a:cubicBezTo>
                  <a:pt x="2995459" y="210393"/>
                  <a:pt x="2999561" y="205153"/>
                  <a:pt x="3006054" y="196155"/>
                </a:cubicBezTo>
                <a:lnTo>
                  <a:pt x="3012034" y="199230"/>
                </a:lnTo>
                <a:cubicBezTo>
                  <a:pt x="3003947" y="214038"/>
                  <a:pt x="2995289" y="224860"/>
                  <a:pt x="2986062" y="231695"/>
                </a:cubicBezTo>
                <a:cubicBezTo>
                  <a:pt x="2976949" y="238415"/>
                  <a:pt x="2967096" y="241776"/>
                  <a:pt x="2956503" y="241776"/>
                </a:cubicBezTo>
                <a:cubicBezTo>
                  <a:pt x="2950010" y="241776"/>
                  <a:pt x="2945055" y="240124"/>
                  <a:pt x="2941638" y="236821"/>
                </a:cubicBezTo>
                <a:cubicBezTo>
                  <a:pt x="2938220" y="233403"/>
                  <a:pt x="2936512" y="229131"/>
                  <a:pt x="2936512" y="224006"/>
                </a:cubicBezTo>
                <a:cubicBezTo>
                  <a:pt x="2936512" y="219563"/>
                  <a:pt x="2938333" y="211304"/>
                  <a:pt x="2941979" y="199230"/>
                </a:cubicBezTo>
                <a:lnTo>
                  <a:pt x="2946080" y="185390"/>
                </a:lnTo>
                <a:cubicBezTo>
                  <a:pt x="2932866" y="208058"/>
                  <a:pt x="2920166" y="224119"/>
                  <a:pt x="2907977" y="233574"/>
                </a:cubicBezTo>
                <a:cubicBezTo>
                  <a:pt x="2900915" y="239042"/>
                  <a:pt x="2893396" y="241776"/>
                  <a:pt x="2885422" y="241776"/>
                </a:cubicBezTo>
                <a:cubicBezTo>
                  <a:pt x="2874943" y="241776"/>
                  <a:pt x="2867367" y="237504"/>
                  <a:pt x="2862696" y="228960"/>
                </a:cubicBezTo>
                <a:cubicBezTo>
                  <a:pt x="2858027" y="220304"/>
                  <a:pt x="2855692" y="210564"/>
                  <a:pt x="2855692" y="199743"/>
                </a:cubicBezTo>
                <a:cubicBezTo>
                  <a:pt x="2855692" y="183681"/>
                  <a:pt x="2860590" y="165285"/>
                  <a:pt x="2870386" y="144553"/>
                </a:cubicBezTo>
                <a:cubicBezTo>
                  <a:pt x="2880183" y="123707"/>
                  <a:pt x="2893054" y="106962"/>
                  <a:pt x="2909002" y="94318"/>
                </a:cubicBezTo>
                <a:cubicBezTo>
                  <a:pt x="2922102" y="83838"/>
                  <a:pt x="2934404" y="78598"/>
                  <a:pt x="2945909" y="78598"/>
                </a:cubicBezTo>
                <a:cubicBezTo>
                  <a:pt x="2952288" y="78598"/>
                  <a:pt x="2957414" y="80478"/>
                  <a:pt x="2961286" y="84237"/>
                </a:cubicBezTo>
                <a:cubicBezTo>
                  <a:pt x="2965160" y="87882"/>
                  <a:pt x="2968008" y="94603"/>
                  <a:pt x="2969831" y="104399"/>
                </a:cubicBezTo>
                <a:lnTo>
                  <a:pt x="2975981" y="83382"/>
                </a:lnTo>
                <a:lnTo>
                  <a:pt x="3016476" y="80990"/>
                </a:lnTo>
                <a:moveTo>
                  <a:pt x="2961800" y="113455"/>
                </a:moveTo>
                <a:cubicBezTo>
                  <a:pt x="2961800" y="104228"/>
                  <a:pt x="2960376" y="97565"/>
                  <a:pt x="2957527" y="93464"/>
                </a:cubicBezTo>
                <a:cubicBezTo>
                  <a:pt x="2955478" y="90616"/>
                  <a:pt x="2952686" y="89192"/>
                  <a:pt x="2949156" y="89192"/>
                </a:cubicBezTo>
                <a:cubicBezTo>
                  <a:pt x="2945624" y="89192"/>
                  <a:pt x="2941979" y="90901"/>
                  <a:pt x="2938220" y="94318"/>
                </a:cubicBezTo>
                <a:cubicBezTo>
                  <a:pt x="2930588" y="101380"/>
                  <a:pt x="2922330" y="115733"/>
                  <a:pt x="2913445" y="137376"/>
                </a:cubicBezTo>
                <a:cubicBezTo>
                  <a:pt x="2904673" y="158906"/>
                  <a:pt x="2900288" y="177530"/>
                  <a:pt x="2900288" y="193250"/>
                </a:cubicBezTo>
                <a:cubicBezTo>
                  <a:pt x="2900288" y="199287"/>
                  <a:pt x="2901255" y="203672"/>
                  <a:pt x="2903193" y="206407"/>
                </a:cubicBezTo>
                <a:cubicBezTo>
                  <a:pt x="2905242" y="209026"/>
                  <a:pt x="2907464" y="210336"/>
                  <a:pt x="2909856" y="210336"/>
                </a:cubicBezTo>
                <a:cubicBezTo>
                  <a:pt x="2914983" y="210336"/>
                  <a:pt x="2920166" y="207375"/>
                  <a:pt x="2925405" y="201451"/>
                </a:cubicBezTo>
                <a:cubicBezTo>
                  <a:pt x="2932923" y="193022"/>
                  <a:pt x="2939701" y="182713"/>
                  <a:pt x="2945737" y="170524"/>
                </a:cubicBezTo>
                <a:cubicBezTo>
                  <a:pt x="2956445" y="149109"/>
                  <a:pt x="2961800" y="130086"/>
                  <a:pt x="2961800" y="113455"/>
                </a:cubicBezTo>
                <a:moveTo>
                  <a:pt x="3154024" y="78598"/>
                </a:moveTo>
                <a:lnTo>
                  <a:pt x="3146506" y="131396"/>
                </a:lnTo>
                <a:lnTo>
                  <a:pt x="3140184" y="131396"/>
                </a:lnTo>
                <a:cubicBezTo>
                  <a:pt x="3139272" y="117726"/>
                  <a:pt x="3135058" y="106962"/>
                  <a:pt x="3127540" y="99102"/>
                </a:cubicBezTo>
                <a:cubicBezTo>
                  <a:pt x="3120136" y="91243"/>
                  <a:pt x="3112162" y="87312"/>
                  <a:pt x="3103618" y="87312"/>
                </a:cubicBezTo>
                <a:cubicBezTo>
                  <a:pt x="3098379" y="87312"/>
                  <a:pt x="3094050" y="88850"/>
                  <a:pt x="3090632" y="91926"/>
                </a:cubicBezTo>
                <a:cubicBezTo>
                  <a:pt x="3087215" y="95002"/>
                  <a:pt x="3085507" y="98704"/>
                  <a:pt x="3085507" y="103032"/>
                </a:cubicBezTo>
                <a:cubicBezTo>
                  <a:pt x="3085507" y="106677"/>
                  <a:pt x="3086248" y="110094"/>
                  <a:pt x="3087729" y="113284"/>
                </a:cubicBezTo>
                <a:cubicBezTo>
                  <a:pt x="3089208" y="116474"/>
                  <a:pt x="3092512" y="120802"/>
                  <a:pt x="3097638" y="126270"/>
                </a:cubicBezTo>
                <a:cubicBezTo>
                  <a:pt x="3115637" y="145635"/>
                  <a:pt x="3126571" y="158963"/>
                  <a:pt x="3130445" y="166253"/>
                </a:cubicBezTo>
                <a:cubicBezTo>
                  <a:pt x="3134318" y="173543"/>
                  <a:pt x="3136254" y="181346"/>
                  <a:pt x="3136254" y="189661"/>
                </a:cubicBezTo>
                <a:cubicBezTo>
                  <a:pt x="3136254" y="198660"/>
                  <a:pt x="3133976" y="207204"/>
                  <a:pt x="3129420" y="215292"/>
                </a:cubicBezTo>
                <a:cubicBezTo>
                  <a:pt x="3124864" y="223265"/>
                  <a:pt x="3118028" y="229701"/>
                  <a:pt x="3108915" y="234599"/>
                </a:cubicBezTo>
                <a:cubicBezTo>
                  <a:pt x="3099916" y="239384"/>
                  <a:pt x="3090519" y="241776"/>
                  <a:pt x="3080722" y="241776"/>
                </a:cubicBezTo>
                <a:cubicBezTo>
                  <a:pt x="3074116" y="241776"/>
                  <a:pt x="3065971" y="240465"/>
                  <a:pt x="3056289" y="237846"/>
                </a:cubicBezTo>
                <a:cubicBezTo>
                  <a:pt x="3049909" y="236024"/>
                  <a:pt x="3045125" y="235112"/>
                  <a:pt x="3041936" y="235112"/>
                </a:cubicBezTo>
                <a:cubicBezTo>
                  <a:pt x="3039088" y="235112"/>
                  <a:pt x="3036867" y="235568"/>
                  <a:pt x="3035272" y="236479"/>
                </a:cubicBezTo>
                <a:cubicBezTo>
                  <a:pt x="3033678" y="237276"/>
                  <a:pt x="3031912" y="239042"/>
                  <a:pt x="3029976" y="241776"/>
                </a:cubicBezTo>
                <a:lnTo>
                  <a:pt x="3023654" y="241776"/>
                </a:lnTo>
                <a:lnTo>
                  <a:pt x="3032025" y="184877"/>
                </a:lnTo>
                <a:lnTo>
                  <a:pt x="3037493" y="184877"/>
                </a:lnTo>
                <a:cubicBezTo>
                  <a:pt x="3041481" y="198660"/>
                  <a:pt x="3045183" y="208514"/>
                  <a:pt x="3048600" y="214437"/>
                </a:cubicBezTo>
                <a:cubicBezTo>
                  <a:pt x="3052130" y="220246"/>
                  <a:pt x="3056801" y="224917"/>
                  <a:pt x="3062611" y="228448"/>
                </a:cubicBezTo>
                <a:cubicBezTo>
                  <a:pt x="3068420" y="231865"/>
                  <a:pt x="3074001" y="233574"/>
                  <a:pt x="3079356" y="233574"/>
                </a:cubicBezTo>
                <a:cubicBezTo>
                  <a:pt x="3085621" y="233574"/>
                  <a:pt x="3090804" y="231638"/>
                  <a:pt x="3094905" y="227765"/>
                </a:cubicBezTo>
                <a:cubicBezTo>
                  <a:pt x="3099005" y="223778"/>
                  <a:pt x="3101055" y="219051"/>
                  <a:pt x="3101055" y="213583"/>
                </a:cubicBezTo>
                <a:cubicBezTo>
                  <a:pt x="3101055" y="208229"/>
                  <a:pt x="3099689" y="203046"/>
                  <a:pt x="3096954" y="198034"/>
                </a:cubicBezTo>
                <a:cubicBezTo>
                  <a:pt x="3094335" y="193022"/>
                  <a:pt x="3088183" y="185219"/>
                  <a:pt x="3078501" y="174625"/>
                </a:cubicBezTo>
                <a:cubicBezTo>
                  <a:pt x="3065173" y="160158"/>
                  <a:pt x="3056403" y="148995"/>
                  <a:pt x="3052188" y="141136"/>
                </a:cubicBezTo>
                <a:cubicBezTo>
                  <a:pt x="3049227" y="135440"/>
                  <a:pt x="3047746" y="128947"/>
                  <a:pt x="3047746" y="121657"/>
                </a:cubicBezTo>
                <a:cubicBezTo>
                  <a:pt x="3047746" y="109354"/>
                  <a:pt x="3052188" y="99102"/>
                  <a:pt x="3061073" y="90901"/>
                </a:cubicBezTo>
                <a:cubicBezTo>
                  <a:pt x="3070072" y="82699"/>
                  <a:pt x="3082659" y="78598"/>
                  <a:pt x="3098835" y="78598"/>
                </a:cubicBezTo>
                <a:cubicBezTo>
                  <a:pt x="3105896" y="78598"/>
                  <a:pt x="3114554" y="79851"/>
                  <a:pt x="3124807" y="82358"/>
                </a:cubicBezTo>
                <a:cubicBezTo>
                  <a:pt x="3129932" y="83610"/>
                  <a:pt x="3134033" y="84237"/>
                  <a:pt x="3137108" y="84237"/>
                </a:cubicBezTo>
                <a:cubicBezTo>
                  <a:pt x="3141550" y="84237"/>
                  <a:pt x="3145139" y="82358"/>
                  <a:pt x="3147873" y="78598"/>
                </a:cubicBezTo>
                <a:lnTo>
                  <a:pt x="3154024" y="78598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6" name="path-8088">
            <a:extLst xmlns:a="http://schemas.openxmlformats.org/drawingml/2006/main">
              <a:ext uri="{FF2B5EF4-FFF2-40B4-BE49-F238E27FC236}">
                <a16:creationId xmlns:a16="http://schemas.microsoft.com/office/drawing/2014/main" id="{AF570D20-C6B3-4CA3-B0A6-A82FA2835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86185" y="6444779"/>
            <a:ext cx="741337" cy="655420"/>
          </a:xfrm>
          <a:custGeom xmlns:a="http://schemas.openxmlformats.org/drawingml/2006/main">
            <a:pathLst>
              <a:path w="633611" h="560179">
                <a:moveTo>
                  <a:pt x="3707" y="8430"/>
                </a:moveTo>
                <a:lnTo>
                  <a:pt x="0" y="16860"/>
                </a:lnTo>
                <a:lnTo>
                  <a:pt x="26091" y="39498"/>
                </a:lnTo>
                <a:lnTo>
                  <a:pt x="29798" y="31068"/>
                </a:lnTo>
                <a:lnTo>
                  <a:pt x="33505" y="22639"/>
                </a:lnTo>
                <a:lnTo>
                  <a:pt x="7413" y="0"/>
                </a:lnTo>
                <a:lnTo>
                  <a:pt x="3707" y="8430"/>
                </a:lnTo>
                <a:moveTo>
                  <a:pt x="81981" y="76345"/>
                </a:moveTo>
                <a:lnTo>
                  <a:pt x="78275" y="84775"/>
                </a:lnTo>
                <a:lnTo>
                  <a:pt x="130458" y="130051"/>
                </a:lnTo>
                <a:lnTo>
                  <a:pt x="134165" y="121621"/>
                </a:lnTo>
                <a:lnTo>
                  <a:pt x="137870" y="113192"/>
                </a:lnTo>
                <a:lnTo>
                  <a:pt x="85687" y="67915"/>
                </a:lnTo>
                <a:lnTo>
                  <a:pt x="81981" y="76345"/>
                </a:lnTo>
                <a:moveTo>
                  <a:pt x="186347" y="166898"/>
                </a:moveTo>
                <a:lnTo>
                  <a:pt x="182641" y="175328"/>
                </a:lnTo>
                <a:lnTo>
                  <a:pt x="234825" y="220605"/>
                </a:lnTo>
                <a:lnTo>
                  <a:pt x="238530" y="212174"/>
                </a:lnTo>
                <a:lnTo>
                  <a:pt x="242237" y="203745"/>
                </a:lnTo>
                <a:lnTo>
                  <a:pt x="190054" y="158468"/>
                </a:lnTo>
                <a:lnTo>
                  <a:pt x="186347" y="166898"/>
                </a:lnTo>
                <a:moveTo>
                  <a:pt x="290714" y="257451"/>
                </a:moveTo>
                <a:lnTo>
                  <a:pt x="287007" y="265881"/>
                </a:lnTo>
                <a:lnTo>
                  <a:pt x="339190" y="311158"/>
                </a:lnTo>
                <a:lnTo>
                  <a:pt x="342897" y="302728"/>
                </a:lnTo>
                <a:lnTo>
                  <a:pt x="346604" y="294298"/>
                </a:lnTo>
                <a:lnTo>
                  <a:pt x="294421" y="249021"/>
                </a:lnTo>
                <a:lnTo>
                  <a:pt x="290714" y="257451"/>
                </a:lnTo>
                <a:moveTo>
                  <a:pt x="395081" y="348005"/>
                </a:moveTo>
                <a:lnTo>
                  <a:pt x="391374" y="356434"/>
                </a:lnTo>
                <a:lnTo>
                  <a:pt x="443557" y="401711"/>
                </a:lnTo>
                <a:lnTo>
                  <a:pt x="447263" y="393281"/>
                </a:lnTo>
                <a:lnTo>
                  <a:pt x="450970" y="384851"/>
                </a:lnTo>
                <a:lnTo>
                  <a:pt x="398786" y="339574"/>
                </a:lnTo>
                <a:lnTo>
                  <a:pt x="395081" y="348005"/>
                </a:lnTo>
                <a:moveTo>
                  <a:pt x="499446" y="438558"/>
                </a:moveTo>
                <a:lnTo>
                  <a:pt x="495741" y="446988"/>
                </a:lnTo>
                <a:lnTo>
                  <a:pt x="547923" y="492264"/>
                </a:lnTo>
                <a:lnTo>
                  <a:pt x="551630" y="483834"/>
                </a:lnTo>
                <a:lnTo>
                  <a:pt x="555337" y="475404"/>
                </a:lnTo>
                <a:lnTo>
                  <a:pt x="503153" y="430128"/>
                </a:lnTo>
                <a:lnTo>
                  <a:pt x="499446" y="438558"/>
                </a:lnTo>
                <a:moveTo>
                  <a:pt x="603813" y="529111"/>
                </a:moveTo>
                <a:lnTo>
                  <a:pt x="600106" y="537541"/>
                </a:lnTo>
                <a:lnTo>
                  <a:pt x="626199" y="560179"/>
                </a:lnTo>
                <a:lnTo>
                  <a:pt x="629904" y="551749"/>
                </a:lnTo>
                <a:lnTo>
                  <a:pt x="633611" y="543319"/>
                </a:lnTo>
                <a:lnTo>
                  <a:pt x="607520" y="520681"/>
                </a:lnTo>
                <a:lnTo>
                  <a:pt x="603813" y="529111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7" name="path-8089">
            <a:extLst xmlns:a="http://schemas.openxmlformats.org/drawingml/2006/main">
              <a:ext uri="{FF2B5EF4-FFF2-40B4-BE49-F238E27FC236}">
                <a16:creationId xmlns:a16="http://schemas.microsoft.com/office/drawing/2014/main" id="{E5E51124-486C-4C73-A81C-891993F73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8796" y="6444803"/>
            <a:ext cx="730670" cy="655372"/>
          </a:xfrm>
          <a:custGeom xmlns:a="http://schemas.openxmlformats.org/drawingml/2006/main">
            <a:pathLst>
              <a:path w="624494" h="560138">
                <a:moveTo>
                  <a:pt x="620742" y="8409"/>
                </a:moveTo>
                <a:lnTo>
                  <a:pt x="616989" y="0"/>
                </a:lnTo>
                <a:lnTo>
                  <a:pt x="591281" y="22638"/>
                </a:lnTo>
                <a:lnTo>
                  <a:pt x="595034" y="31048"/>
                </a:lnTo>
                <a:lnTo>
                  <a:pt x="598786" y="39457"/>
                </a:lnTo>
                <a:lnTo>
                  <a:pt x="624494" y="16819"/>
                </a:lnTo>
                <a:lnTo>
                  <a:pt x="620742" y="8409"/>
                </a:lnTo>
                <a:moveTo>
                  <a:pt x="543619" y="76324"/>
                </a:moveTo>
                <a:lnTo>
                  <a:pt x="539866" y="67914"/>
                </a:lnTo>
                <a:lnTo>
                  <a:pt x="488450" y="113192"/>
                </a:lnTo>
                <a:lnTo>
                  <a:pt x="492203" y="121601"/>
                </a:lnTo>
                <a:lnTo>
                  <a:pt x="495955" y="130010"/>
                </a:lnTo>
                <a:lnTo>
                  <a:pt x="547370" y="84734"/>
                </a:lnTo>
                <a:lnTo>
                  <a:pt x="543619" y="76324"/>
                </a:lnTo>
                <a:moveTo>
                  <a:pt x="440787" y="166877"/>
                </a:moveTo>
                <a:lnTo>
                  <a:pt x="437034" y="158468"/>
                </a:lnTo>
                <a:lnTo>
                  <a:pt x="385618" y="203745"/>
                </a:lnTo>
                <a:lnTo>
                  <a:pt x="389371" y="212154"/>
                </a:lnTo>
                <a:lnTo>
                  <a:pt x="393123" y="220563"/>
                </a:lnTo>
                <a:lnTo>
                  <a:pt x="444539" y="175287"/>
                </a:lnTo>
                <a:lnTo>
                  <a:pt x="440787" y="166877"/>
                </a:lnTo>
                <a:moveTo>
                  <a:pt x="337956" y="257431"/>
                </a:moveTo>
                <a:lnTo>
                  <a:pt x="334203" y="249021"/>
                </a:lnTo>
                <a:lnTo>
                  <a:pt x="282787" y="294298"/>
                </a:lnTo>
                <a:lnTo>
                  <a:pt x="286540" y="302707"/>
                </a:lnTo>
                <a:lnTo>
                  <a:pt x="290292" y="311116"/>
                </a:lnTo>
                <a:lnTo>
                  <a:pt x="341707" y="265840"/>
                </a:lnTo>
                <a:lnTo>
                  <a:pt x="337956" y="257431"/>
                </a:lnTo>
                <a:moveTo>
                  <a:pt x="235124" y="347984"/>
                </a:moveTo>
                <a:lnTo>
                  <a:pt x="231371" y="339574"/>
                </a:lnTo>
                <a:lnTo>
                  <a:pt x="179955" y="384851"/>
                </a:lnTo>
                <a:lnTo>
                  <a:pt x="183708" y="393260"/>
                </a:lnTo>
                <a:lnTo>
                  <a:pt x="187460" y="401670"/>
                </a:lnTo>
                <a:lnTo>
                  <a:pt x="238876" y="356393"/>
                </a:lnTo>
                <a:lnTo>
                  <a:pt x="235124" y="347984"/>
                </a:lnTo>
                <a:moveTo>
                  <a:pt x="132292" y="438537"/>
                </a:moveTo>
                <a:lnTo>
                  <a:pt x="128539" y="430127"/>
                </a:lnTo>
                <a:lnTo>
                  <a:pt x="77124" y="475404"/>
                </a:lnTo>
                <a:lnTo>
                  <a:pt x="80875" y="483813"/>
                </a:lnTo>
                <a:lnTo>
                  <a:pt x="84628" y="492223"/>
                </a:lnTo>
                <a:lnTo>
                  <a:pt x="136044" y="446946"/>
                </a:lnTo>
                <a:lnTo>
                  <a:pt x="132292" y="438537"/>
                </a:lnTo>
                <a:moveTo>
                  <a:pt x="29460" y="529090"/>
                </a:moveTo>
                <a:lnTo>
                  <a:pt x="25708" y="520681"/>
                </a:lnTo>
                <a:lnTo>
                  <a:pt x="0" y="543319"/>
                </a:lnTo>
                <a:lnTo>
                  <a:pt x="3753" y="551728"/>
                </a:lnTo>
                <a:lnTo>
                  <a:pt x="7505" y="560138"/>
                </a:lnTo>
                <a:lnTo>
                  <a:pt x="33213" y="537500"/>
                </a:lnTo>
                <a:lnTo>
                  <a:pt x="29460" y="529090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8" name="path-8090">
            <a:extLst xmlns:a="http://schemas.openxmlformats.org/drawingml/2006/main">
              <a:ext uri="{FF2B5EF4-FFF2-40B4-BE49-F238E27FC236}">
                <a16:creationId xmlns:a16="http://schemas.microsoft.com/office/drawing/2014/main" id="{E6596790-A973-40A8-B325-DB8AB0B5A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2411" y="6454643"/>
            <a:ext cx="21550" cy="635694"/>
          </a:xfrm>
          <a:custGeom xmlns:a="http://schemas.openxmlformats.org/drawingml/2006/main">
            <a:pathLst>
              <a:path w="18418" h="543319">
                <a:moveTo>
                  <a:pt x="9209" y="0"/>
                </a:moveTo>
                <a:lnTo>
                  <a:pt x="0" y="0"/>
                </a:lnTo>
                <a:lnTo>
                  <a:pt x="0" y="33957"/>
                </a:lnTo>
                <a:lnTo>
                  <a:pt x="9209" y="33957"/>
                </a:lnTo>
                <a:lnTo>
                  <a:pt x="18418" y="33957"/>
                </a:lnTo>
                <a:lnTo>
                  <a:pt x="18418" y="0"/>
                </a:lnTo>
                <a:lnTo>
                  <a:pt x="9209" y="0"/>
                </a:lnTo>
                <a:moveTo>
                  <a:pt x="9209" y="101872"/>
                </a:moveTo>
                <a:lnTo>
                  <a:pt x="0" y="101872"/>
                </a:lnTo>
                <a:lnTo>
                  <a:pt x="0" y="169787"/>
                </a:lnTo>
                <a:lnTo>
                  <a:pt x="9209" y="169787"/>
                </a:lnTo>
                <a:lnTo>
                  <a:pt x="18418" y="169787"/>
                </a:lnTo>
                <a:lnTo>
                  <a:pt x="18418" y="101872"/>
                </a:lnTo>
                <a:lnTo>
                  <a:pt x="9209" y="101872"/>
                </a:lnTo>
                <a:moveTo>
                  <a:pt x="9209" y="237702"/>
                </a:moveTo>
                <a:lnTo>
                  <a:pt x="0" y="237702"/>
                </a:lnTo>
                <a:lnTo>
                  <a:pt x="0" y="305617"/>
                </a:lnTo>
                <a:lnTo>
                  <a:pt x="9209" y="305617"/>
                </a:lnTo>
                <a:lnTo>
                  <a:pt x="18418" y="305617"/>
                </a:lnTo>
                <a:lnTo>
                  <a:pt x="18418" y="237702"/>
                </a:lnTo>
                <a:lnTo>
                  <a:pt x="9209" y="237702"/>
                </a:lnTo>
                <a:moveTo>
                  <a:pt x="9209" y="373532"/>
                </a:moveTo>
                <a:lnTo>
                  <a:pt x="0" y="373532"/>
                </a:lnTo>
                <a:lnTo>
                  <a:pt x="0" y="441447"/>
                </a:lnTo>
                <a:lnTo>
                  <a:pt x="9209" y="441447"/>
                </a:lnTo>
                <a:lnTo>
                  <a:pt x="18418" y="441447"/>
                </a:lnTo>
                <a:lnTo>
                  <a:pt x="18418" y="373532"/>
                </a:lnTo>
                <a:lnTo>
                  <a:pt x="9209" y="373532"/>
                </a:lnTo>
                <a:moveTo>
                  <a:pt x="9209" y="509362"/>
                </a:moveTo>
                <a:lnTo>
                  <a:pt x="0" y="509362"/>
                </a:lnTo>
                <a:lnTo>
                  <a:pt x="0" y="543319"/>
                </a:lnTo>
                <a:lnTo>
                  <a:pt x="9209" y="543319"/>
                </a:lnTo>
                <a:lnTo>
                  <a:pt x="18418" y="543319"/>
                </a:lnTo>
                <a:lnTo>
                  <a:pt x="18418" y="509362"/>
                </a:lnTo>
                <a:lnTo>
                  <a:pt x="9209" y="509362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79" name="path-8091">
            <a:extLst xmlns:a="http://schemas.openxmlformats.org/drawingml/2006/main">
              <a:ext uri="{FF2B5EF4-FFF2-40B4-BE49-F238E27FC236}">
                <a16:creationId xmlns:a16="http://schemas.microsoft.com/office/drawing/2014/main" id="{F4544A52-6156-4FFD-8C22-798221ADD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5948242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0" name="path-8092">
            <a:extLst xmlns:a="http://schemas.openxmlformats.org/drawingml/2006/main">
              <a:ext uri="{FF2B5EF4-FFF2-40B4-BE49-F238E27FC236}">
                <a16:creationId xmlns:a16="http://schemas.microsoft.com/office/drawing/2014/main" id="{D07AC7EB-873B-4DBB-96F7-B315AA0AC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1524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1" name="path-8093">
            <a:extLst xmlns:a="http://schemas.openxmlformats.org/drawingml/2006/main">
              <a:ext uri="{FF2B5EF4-FFF2-40B4-BE49-F238E27FC236}">
                <a16:creationId xmlns:a16="http://schemas.microsoft.com/office/drawing/2014/main" id="{35574843-2103-4CF8-B4AF-4AA6A59AE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2" name="path-8094">
            <a:extLst xmlns:a="http://schemas.openxmlformats.org/drawingml/2006/main">
              <a:ext uri="{FF2B5EF4-FFF2-40B4-BE49-F238E27FC236}">
                <a16:creationId xmlns:a16="http://schemas.microsoft.com/office/drawing/2014/main" id="{17B5C838-3178-4FAD-A221-7191DF492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3" name="path-8095">
            <a:extLst xmlns:a="http://schemas.openxmlformats.org/drawingml/2006/main">
              <a:ext uri="{FF2B5EF4-FFF2-40B4-BE49-F238E27FC236}">
                <a16:creationId xmlns:a16="http://schemas.microsoft.com/office/drawing/2014/main" id="{CEFF9E41-6C7F-4BE2-B901-15138AB9A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4" name="path-8096">
            <a:extLst xmlns:a="http://schemas.openxmlformats.org/drawingml/2006/main">
              <a:ext uri="{FF2B5EF4-FFF2-40B4-BE49-F238E27FC236}">
                <a16:creationId xmlns:a16="http://schemas.microsoft.com/office/drawing/2014/main" id="{C078DA8A-CA65-4724-8EF7-001ED1EDB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1524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5" name="path-8097">
            <a:extLst xmlns:a="http://schemas.openxmlformats.org/drawingml/2006/main">
              <a:ext uri="{FF2B5EF4-FFF2-40B4-BE49-F238E27FC236}">
                <a16:creationId xmlns:a16="http://schemas.microsoft.com/office/drawing/2014/main" id="{461C4280-38A9-4E87-9015-FBF7AAC21D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3646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6" name="path-8098">
            <a:extLst xmlns:a="http://schemas.openxmlformats.org/drawingml/2006/main">
              <a:ext uri="{FF2B5EF4-FFF2-40B4-BE49-F238E27FC236}">
                <a16:creationId xmlns:a16="http://schemas.microsoft.com/office/drawing/2014/main" id="{79EFA799-16F3-4600-9AFF-738DD74F0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6036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7" name="path-8099">
            <a:extLst xmlns:a="http://schemas.openxmlformats.org/drawingml/2006/main">
              <a:ext uri="{FF2B5EF4-FFF2-40B4-BE49-F238E27FC236}">
                <a16:creationId xmlns:a16="http://schemas.microsoft.com/office/drawing/2014/main" id="{B8637619-CDC2-468B-BFD7-C5609148E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8885" y="6001612"/>
            <a:ext cx="26445" cy="75924"/>
          </a:xfrm>
          <a:custGeom xmlns:a="http://schemas.openxmlformats.org/drawingml/2006/main">
            <a:pathLst>
              <a:path w="22602" h="64891">
                <a:moveTo>
                  <a:pt x="2281" y="13605"/>
                </a:move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5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8" name="path-8100">
            <a:extLst xmlns:a="http://schemas.openxmlformats.org/drawingml/2006/main">
              <a:ext uri="{FF2B5EF4-FFF2-40B4-BE49-F238E27FC236}">
                <a16:creationId xmlns:a16="http://schemas.microsoft.com/office/drawing/2014/main" id="{63DF6F61-8A89-45B6-9008-968F396E4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3781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89" name="path-8101">
            <a:extLst xmlns:a="http://schemas.openxmlformats.org/drawingml/2006/main">
              <a:ext uri="{FF2B5EF4-FFF2-40B4-BE49-F238E27FC236}">
                <a16:creationId xmlns:a16="http://schemas.microsoft.com/office/drawing/2014/main" id="{1A88D60B-0770-45F9-AF7E-6F2CEB100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8885" y="6336123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0" name="path-8102">
            <a:extLst xmlns:a="http://schemas.openxmlformats.org/drawingml/2006/main">
              <a:ext uri="{FF2B5EF4-FFF2-40B4-BE49-F238E27FC236}">
                <a16:creationId xmlns:a16="http://schemas.microsoft.com/office/drawing/2014/main" id="{45027A2D-5A0B-4ECA-896B-7493F2DCD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6036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4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1" name="path-8103">
            <a:extLst xmlns:a="http://schemas.openxmlformats.org/drawingml/2006/main">
              <a:ext uri="{FF2B5EF4-FFF2-40B4-BE49-F238E27FC236}">
                <a16:creationId xmlns:a16="http://schemas.microsoft.com/office/drawing/2014/main" id="{84702877-7DC7-46B7-9A72-6D50381E3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3646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2" name="path-8104">
            <a:extLst xmlns:a="http://schemas.openxmlformats.org/drawingml/2006/main">
              <a:ext uri="{FF2B5EF4-FFF2-40B4-BE49-F238E27FC236}">
                <a16:creationId xmlns:a16="http://schemas.microsoft.com/office/drawing/2014/main" id="{46319538-F58D-4368-B5BC-7424CDD26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199" y="5948242"/>
            <a:ext cx="517175" cy="517174"/>
          </a:xfrm>
          <a:custGeom xmlns:a="http://schemas.openxmlformats.org/drawingml/2006/main">
            <a:pathLst>
              <a:path w="442023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3" y="32983"/>
                  <a:pt x="442023" y="73671"/>
                </a:cubicBezTo>
                <a:lnTo>
                  <a:pt x="442023" y="368352"/>
                </a:lnTo>
                <a:cubicBezTo>
                  <a:pt x="442023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3" name="path-8105">
            <a:extLst xmlns:a="http://schemas.openxmlformats.org/drawingml/2006/main">
              <a:ext uri="{FF2B5EF4-FFF2-40B4-BE49-F238E27FC236}">
                <a16:creationId xmlns:a16="http://schemas.microsoft.com/office/drawing/2014/main" id="{7F0C2292-59B4-41AE-A64E-E635A6330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5568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4" name="path-8106">
            <a:extLst xmlns:a="http://schemas.openxmlformats.org/drawingml/2006/main">
              <a:ext uri="{FF2B5EF4-FFF2-40B4-BE49-F238E27FC236}">
                <a16:creationId xmlns:a16="http://schemas.microsoft.com/office/drawing/2014/main" id="{32F3D644-F559-4C46-BAD6-FC1D630CD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199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5" name="path-8107">
            <a:extLst xmlns:a="http://schemas.openxmlformats.org/drawingml/2006/main">
              <a:ext uri="{FF2B5EF4-FFF2-40B4-BE49-F238E27FC236}">
                <a16:creationId xmlns:a16="http://schemas.microsoft.com/office/drawing/2014/main" id="{2CA3EB88-9CD4-4A03-8E20-293535D6D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199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6" name="path-8108">
            <a:extLst xmlns:a="http://schemas.openxmlformats.org/drawingml/2006/main">
              <a:ext uri="{FF2B5EF4-FFF2-40B4-BE49-F238E27FC236}">
                <a16:creationId xmlns:a16="http://schemas.microsoft.com/office/drawing/2014/main" id="{F4963A9D-E5F1-4362-A1FC-CA044EBAD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199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7" name="path-8109">
            <a:extLst xmlns:a="http://schemas.openxmlformats.org/drawingml/2006/main">
              <a:ext uri="{FF2B5EF4-FFF2-40B4-BE49-F238E27FC236}">
                <a16:creationId xmlns:a16="http://schemas.microsoft.com/office/drawing/2014/main" id="{05F7D681-D8C9-4E6D-AEB1-12EBE153D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5568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8" name="path-8110">
            <a:extLst xmlns:a="http://schemas.openxmlformats.org/drawingml/2006/main">
              <a:ext uri="{FF2B5EF4-FFF2-40B4-BE49-F238E27FC236}">
                <a16:creationId xmlns:a16="http://schemas.microsoft.com/office/drawing/2014/main" id="{16813707-2CD5-4F2C-B785-5FF7D08D4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27689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9" name="path-8111">
            <a:extLst xmlns:a="http://schemas.openxmlformats.org/drawingml/2006/main">
              <a:ext uri="{FF2B5EF4-FFF2-40B4-BE49-F238E27FC236}">
                <a16:creationId xmlns:a16="http://schemas.microsoft.com/office/drawing/2014/main" id="{A3666A65-3F4E-472D-A693-34E4EFCB3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0080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0" y="9209"/>
                </a:moveTo>
                <a:lnTo>
                  <a:pt x="0" y="18418"/>
                </a:lnTo>
                <a:lnTo>
                  <a:pt x="36836" y="18418"/>
                </a:lnTo>
                <a:lnTo>
                  <a:pt x="44221" y="18905"/>
                </a:lnTo>
                <a:lnTo>
                  <a:pt x="51287" y="20322"/>
                </a:lnTo>
                <a:lnTo>
                  <a:pt x="57981" y="22603"/>
                </a:lnTo>
                <a:lnTo>
                  <a:pt x="64892" y="5936"/>
                </a:lnTo>
                <a:lnTo>
                  <a:pt x="53728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0" name="path-8112">
            <a:extLst xmlns:a="http://schemas.openxmlformats.org/drawingml/2006/main">
              <a:ext uri="{FF2B5EF4-FFF2-40B4-BE49-F238E27FC236}">
                <a16:creationId xmlns:a16="http://schemas.microsoft.com/office/drawing/2014/main" id="{D8C1F791-98B7-43CE-9EDC-B87F1814E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2929" y="6001611"/>
            <a:ext cx="26446" cy="75925"/>
          </a:xfrm>
          <a:custGeom xmlns:a="http://schemas.openxmlformats.org/drawingml/2006/main">
            <a:pathLst>
              <a:path w="22603" h="64892">
                <a:moveTo>
                  <a:pt x="3698" y="20672"/>
                </a:moveTo>
                <a:lnTo>
                  <a:pt x="4185" y="28057"/>
                </a:lnTo>
                <a:lnTo>
                  <a:pt x="4185" y="64892"/>
                </a:lnTo>
                <a:lnTo>
                  <a:pt x="13394" y="64892"/>
                </a:lnTo>
                <a:lnTo>
                  <a:pt x="22603" y="64892"/>
                </a:lnTo>
                <a:lnTo>
                  <a:pt x="22603" y="28057"/>
                </a:lnTo>
                <a:lnTo>
                  <a:pt x="20657" y="11165"/>
                </a:lnTo>
                <a:lnTo>
                  <a:pt x="16667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2"/>
                </a:lnTo>
                <a:lnTo>
                  <a:pt x="2281" y="13605"/>
                </a:lnTo>
                <a:lnTo>
                  <a:pt x="3698" y="20672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1" name="path-8113">
            <a:extLst xmlns:a="http://schemas.openxmlformats.org/drawingml/2006/main">
              <a:ext uri="{FF2B5EF4-FFF2-40B4-BE49-F238E27FC236}">
                <a16:creationId xmlns:a16="http://schemas.microsoft.com/office/drawing/2014/main" id="{C59D2A7F-A7BD-4776-9ACF-A7ADF3A9A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7825" y="6163732"/>
            <a:ext cx="21550" cy="86196"/>
          </a:xfrm>
          <a:custGeom xmlns:a="http://schemas.openxmlformats.org/drawingml/2006/main">
            <a:pathLst>
              <a:path w="18418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8" y="73671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2" name="path-8114">
            <a:extLst xmlns:a="http://schemas.openxmlformats.org/drawingml/2006/main">
              <a:ext uri="{FF2B5EF4-FFF2-40B4-BE49-F238E27FC236}">
                <a16:creationId xmlns:a16="http://schemas.microsoft.com/office/drawing/2014/main" id="{A063D19A-8967-455A-B6FC-B940C95D8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2929" y="6336123"/>
            <a:ext cx="26446" cy="75925"/>
          </a:xfrm>
          <a:custGeom xmlns:a="http://schemas.openxmlformats.org/drawingml/2006/main">
            <a:pathLst>
              <a:path w="22603" h="64892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7" y="64892"/>
                </a:lnTo>
                <a:lnTo>
                  <a:pt x="20657" y="53727"/>
                </a:lnTo>
                <a:lnTo>
                  <a:pt x="22603" y="36835"/>
                </a:lnTo>
                <a:lnTo>
                  <a:pt x="22603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3" name="path-8115">
            <a:extLst xmlns:a="http://schemas.openxmlformats.org/drawingml/2006/main">
              <a:ext uri="{FF2B5EF4-FFF2-40B4-BE49-F238E27FC236}">
                <a16:creationId xmlns:a16="http://schemas.microsoft.com/office/drawing/2014/main" id="{A1EBD2E9-09A6-4C2E-B6ED-C29C056E4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0080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44220" y="3698"/>
                </a:move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8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lnTo>
                  <a:pt x="51287" y="2281"/>
                </a:lnTo>
                <a:lnTo>
                  <a:pt x="44220" y="369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4" name="path-8116">
            <a:extLst xmlns:a="http://schemas.openxmlformats.org/drawingml/2006/main">
              <a:ext uri="{FF2B5EF4-FFF2-40B4-BE49-F238E27FC236}">
                <a16:creationId xmlns:a16="http://schemas.microsoft.com/office/drawing/2014/main" id="{0C47A85B-3EEB-4E96-966B-BAA6A0933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27689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5" name="path-8117">
            <a:extLst xmlns:a="http://schemas.openxmlformats.org/drawingml/2006/main">
              <a:ext uri="{FF2B5EF4-FFF2-40B4-BE49-F238E27FC236}">
                <a16:creationId xmlns:a16="http://schemas.microsoft.com/office/drawing/2014/main" id="{92B6F492-5DC6-4A68-84F1-C6C55E82D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36243" y="5948242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009F86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6" name="path-8118">
            <a:extLst xmlns:a="http://schemas.openxmlformats.org/drawingml/2006/main">
              <a:ext uri="{FF2B5EF4-FFF2-40B4-BE49-F238E27FC236}">
                <a16:creationId xmlns:a16="http://schemas.microsoft.com/office/drawing/2014/main" id="{6488B89B-D319-4E98-80E5-481BBAD7C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9612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6" y="20657"/>
                </a:lnTo>
                <a:lnTo>
                  <a:pt x="28057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7" name="path-8119">
            <a:extLst xmlns:a="http://schemas.openxmlformats.org/drawingml/2006/main">
              <a:ext uri="{FF2B5EF4-FFF2-40B4-BE49-F238E27FC236}">
                <a16:creationId xmlns:a16="http://schemas.microsoft.com/office/drawing/2014/main" id="{2C4E0557-2EB8-4510-B0AA-A9FA477C2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36243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8" name="path-8120">
            <a:extLst xmlns:a="http://schemas.openxmlformats.org/drawingml/2006/main">
              <a:ext uri="{FF2B5EF4-FFF2-40B4-BE49-F238E27FC236}">
                <a16:creationId xmlns:a16="http://schemas.microsoft.com/office/drawing/2014/main" id="{AB0E9E03-9BB3-4E31-8DD9-BBA27D6FE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36243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09" name="path-8121">
            <a:extLst xmlns:a="http://schemas.openxmlformats.org/drawingml/2006/main">
              <a:ext uri="{FF2B5EF4-FFF2-40B4-BE49-F238E27FC236}">
                <a16:creationId xmlns:a16="http://schemas.microsoft.com/office/drawing/2014/main" id="{D65832C0-6ED3-4766-B21B-31284D825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36243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3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1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0" name="path-8122">
            <a:extLst xmlns:a="http://schemas.openxmlformats.org/drawingml/2006/main">
              <a:ext uri="{FF2B5EF4-FFF2-40B4-BE49-F238E27FC236}">
                <a16:creationId xmlns:a16="http://schemas.microsoft.com/office/drawing/2014/main" id="{035EF711-DCF9-4B94-9451-9BD97A9EC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9612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28056" y="18418"/>
                </a:moveTo>
                <a:lnTo>
                  <a:pt x="64892" y="18418"/>
                </a:lnTo>
                <a:lnTo>
                  <a:pt x="64892" y="9209"/>
                </a:lnTo>
                <a:lnTo>
                  <a:pt x="64892" y="0"/>
                </a:lnTo>
                <a:lnTo>
                  <a:pt x="28058" y="0"/>
                </a:lnTo>
                <a:lnTo>
                  <a:pt x="11166" y="1946"/>
                </a:lnTo>
                <a:lnTo>
                  <a:pt x="0" y="5937"/>
                </a:lnTo>
                <a:lnTo>
                  <a:pt x="6912" y="22603"/>
                </a:lnTo>
                <a:lnTo>
                  <a:pt x="13605" y="20322"/>
                </a:lnTo>
                <a:lnTo>
                  <a:pt x="20672" y="18905"/>
                </a:lnTo>
                <a:lnTo>
                  <a:pt x="28056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1" name="path-8123">
            <a:extLst xmlns:a="http://schemas.openxmlformats.org/drawingml/2006/main">
              <a:ext uri="{FF2B5EF4-FFF2-40B4-BE49-F238E27FC236}">
                <a16:creationId xmlns:a16="http://schemas.microsoft.com/office/drawing/2014/main" id="{2F94F3E7-4C98-46F0-A257-CB3BAE67C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1733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2" name="path-8124">
            <a:extLst xmlns:a="http://schemas.openxmlformats.org/drawingml/2006/main">
              <a:ext uri="{FF2B5EF4-FFF2-40B4-BE49-F238E27FC236}">
                <a16:creationId xmlns:a16="http://schemas.microsoft.com/office/drawing/2014/main" id="{E6A13EBE-7101-4811-AD7A-48DE935CE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4123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9" y="1946"/>
                </a:lnTo>
                <a:lnTo>
                  <a:pt x="3683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3" name="path-8125">
            <a:extLst xmlns:a="http://schemas.openxmlformats.org/drawingml/2006/main">
              <a:ext uri="{FF2B5EF4-FFF2-40B4-BE49-F238E27FC236}">
                <a16:creationId xmlns:a16="http://schemas.microsoft.com/office/drawing/2014/main" id="{C7106C58-08A1-4418-833F-568D425AC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6972" y="6001611"/>
            <a:ext cx="26446" cy="75925"/>
          </a:xfrm>
          <a:custGeom xmlns:a="http://schemas.openxmlformats.org/drawingml/2006/main">
            <a:pathLst>
              <a:path w="22603" h="64892">
                <a:moveTo>
                  <a:pt x="3698" y="20672"/>
                </a:moveTo>
                <a:lnTo>
                  <a:pt x="4185" y="28057"/>
                </a:lnTo>
                <a:lnTo>
                  <a:pt x="4185" y="64892"/>
                </a:lnTo>
                <a:lnTo>
                  <a:pt x="13394" y="64892"/>
                </a:lnTo>
                <a:lnTo>
                  <a:pt x="22602" y="64892"/>
                </a:lnTo>
                <a:lnTo>
                  <a:pt x="22603" y="64892"/>
                </a:lnTo>
                <a:lnTo>
                  <a:pt x="22603" y="28057"/>
                </a:lnTo>
                <a:lnTo>
                  <a:pt x="20657" y="11165"/>
                </a:lnTo>
                <a:lnTo>
                  <a:pt x="16667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2"/>
                </a:lnTo>
                <a:lnTo>
                  <a:pt x="2281" y="13605"/>
                </a:lnTo>
                <a:lnTo>
                  <a:pt x="3698" y="20672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4" name="path-8126">
            <a:extLst xmlns:a="http://schemas.openxmlformats.org/drawingml/2006/main">
              <a:ext uri="{FF2B5EF4-FFF2-40B4-BE49-F238E27FC236}">
                <a16:creationId xmlns:a16="http://schemas.microsoft.com/office/drawing/2014/main" id="{5639BE96-255E-4FAC-A7A5-D38904C2E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1868" y="6163732"/>
            <a:ext cx="21550" cy="86196"/>
          </a:xfrm>
          <a:custGeom xmlns:a="http://schemas.openxmlformats.org/drawingml/2006/main">
            <a:pathLst>
              <a:path w="18418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8" y="73671"/>
                </a:lnTo>
                <a:lnTo>
                  <a:pt x="18418" y="0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5" name="path-8127">
            <a:extLst xmlns:a="http://schemas.openxmlformats.org/drawingml/2006/main">
              <a:ext uri="{FF2B5EF4-FFF2-40B4-BE49-F238E27FC236}">
                <a16:creationId xmlns:a16="http://schemas.microsoft.com/office/drawing/2014/main" id="{417A6574-4FAE-40E5-B7D3-A43E7B588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6972" y="6336123"/>
            <a:ext cx="26446" cy="75925"/>
          </a:xfrm>
          <a:custGeom xmlns:a="http://schemas.openxmlformats.org/drawingml/2006/main">
            <a:pathLst>
              <a:path w="22603" h="64892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7" y="64892"/>
                </a:lnTo>
                <a:lnTo>
                  <a:pt x="20657" y="53727"/>
                </a:lnTo>
                <a:lnTo>
                  <a:pt x="22603" y="36835"/>
                </a:lnTo>
                <a:lnTo>
                  <a:pt x="22603" y="0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6" name="path-8128">
            <a:extLst xmlns:a="http://schemas.openxmlformats.org/drawingml/2006/main">
              <a:ext uri="{FF2B5EF4-FFF2-40B4-BE49-F238E27FC236}">
                <a16:creationId xmlns:a16="http://schemas.microsoft.com/office/drawing/2014/main" id="{494E37D7-B9A4-40E5-AC90-26D4E1827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4123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7" y="22603"/>
                </a:lnTo>
                <a:lnTo>
                  <a:pt x="53729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7" name="path-8129">
            <a:extLst xmlns:a="http://schemas.openxmlformats.org/drawingml/2006/main">
              <a:ext uri="{FF2B5EF4-FFF2-40B4-BE49-F238E27FC236}">
                <a16:creationId xmlns:a16="http://schemas.microsoft.com/office/drawing/2014/main" id="{4199D46D-6A21-4DC5-86F4-B8CF89E62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1733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8" name="path-8130">
            <a:extLst xmlns:a="http://schemas.openxmlformats.org/drawingml/2006/main">
              <a:ext uri="{FF2B5EF4-FFF2-40B4-BE49-F238E27FC236}">
                <a16:creationId xmlns:a16="http://schemas.microsoft.com/office/drawing/2014/main" id="{0DC1C21D-222E-4D2D-927B-7ABACC612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0288" y="5948242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009F86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19" name="path-8131">
            <a:extLst xmlns:a="http://schemas.openxmlformats.org/drawingml/2006/main">
              <a:ext uri="{FF2B5EF4-FFF2-40B4-BE49-F238E27FC236}">
                <a16:creationId xmlns:a16="http://schemas.microsoft.com/office/drawing/2014/main" id="{DF086E4E-71C0-4ACD-B247-581A8FAEA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3656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0" name="path-8132">
            <a:extLst xmlns:a="http://schemas.openxmlformats.org/drawingml/2006/main">
              <a:ext uri="{FF2B5EF4-FFF2-40B4-BE49-F238E27FC236}">
                <a16:creationId xmlns:a16="http://schemas.microsoft.com/office/drawing/2014/main" id="{34273DCA-5709-4BE8-80A9-355FDFFD8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0288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1" name="path-8133">
            <a:extLst xmlns:a="http://schemas.openxmlformats.org/drawingml/2006/main">
              <a:ext uri="{FF2B5EF4-FFF2-40B4-BE49-F238E27FC236}">
                <a16:creationId xmlns:a16="http://schemas.microsoft.com/office/drawing/2014/main" id="{FEBE72D7-A046-45EE-8D0C-149E50B4A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0288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2" name="path-8134">
            <a:extLst xmlns:a="http://schemas.openxmlformats.org/drawingml/2006/main">
              <a:ext uri="{FF2B5EF4-FFF2-40B4-BE49-F238E27FC236}">
                <a16:creationId xmlns:a16="http://schemas.microsoft.com/office/drawing/2014/main" id="{FD3D3728-19B8-461D-ACE7-C402F922B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0288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3" name="path-8135">
            <a:extLst xmlns:a="http://schemas.openxmlformats.org/drawingml/2006/main">
              <a:ext uri="{FF2B5EF4-FFF2-40B4-BE49-F238E27FC236}">
                <a16:creationId xmlns:a16="http://schemas.microsoft.com/office/drawing/2014/main" id="{9A21AA56-07B9-4BF1-8BAE-053309B6F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3656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28057" y="18418"/>
                </a:moveTo>
                <a:lnTo>
                  <a:pt x="64892" y="18418"/>
                </a:ln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4" name="path-8136">
            <a:extLst xmlns:a="http://schemas.openxmlformats.org/drawingml/2006/main">
              <a:ext uri="{FF2B5EF4-FFF2-40B4-BE49-F238E27FC236}">
                <a16:creationId xmlns:a16="http://schemas.microsoft.com/office/drawing/2014/main" id="{5D12F909-352D-4D30-8A8B-5CBEFA32C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5778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5" name="path-8137">
            <a:extLst xmlns:a="http://schemas.openxmlformats.org/drawingml/2006/main">
              <a:ext uri="{FF2B5EF4-FFF2-40B4-BE49-F238E27FC236}">
                <a16:creationId xmlns:a16="http://schemas.microsoft.com/office/drawing/2014/main" id="{CACA1202-7712-43F2-A1E3-7A1DC3861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8168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6" name="path-8138">
            <a:extLst xmlns:a="http://schemas.openxmlformats.org/drawingml/2006/main">
              <a:ext uri="{FF2B5EF4-FFF2-40B4-BE49-F238E27FC236}">
                <a16:creationId xmlns:a16="http://schemas.microsoft.com/office/drawing/2014/main" id="{0652D07D-1F47-437F-A67F-919E2CED4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51017" y="6001612"/>
            <a:ext cx="26445" cy="75924"/>
          </a:xfrm>
          <a:custGeom xmlns:a="http://schemas.openxmlformats.org/drawingml/2006/main">
            <a:pathLst>
              <a:path w="22602" h="64891">
                <a:moveTo>
                  <a:pt x="2281" y="13605"/>
                </a:move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5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7" name="path-8139">
            <a:extLst xmlns:a="http://schemas.openxmlformats.org/drawingml/2006/main">
              <a:ext uri="{FF2B5EF4-FFF2-40B4-BE49-F238E27FC236}">
                <a16:creationId xmlns:a16="http://schemas.microsoft.com/office/drawing/2014/main" id="{B71A892A-8A23-425B-86F5-6CF85C2F3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55913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8" name="path-8140">
            <a:extLst xmlns:a="http://schemas.openxmlformats.org/drawingml/2006/main">
              <a:ext uri="{FF2B5EF4-FFF2-40B4-BE49-F238E27FC236}">
                <a16:creationId xmlns:a16="http://schemas.microsoft.com/office/drawing/2014/main" id="{C6AA2A93-7718-42A4-8130-E17BC523C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51017" y="6336123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29" name="path-8141">
            <a:extLst xmlns:a="http://schemas.openxmlformats.org/drawingml/2006/main">
              <a:ext uri="{FF2B5EF4-FFF2-40B4-BE49-F238E27FC236}">
                <a16:creationId xmlns:a16="http://schemas.microsoft.com/office/drawing/2014/main" id="{145EA424-E308-47F2-8937-BDA536163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48168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0" name="path-8142">
            <a:extLst xmlns:a="http://schemas.openxmlformats.org/drawingml/2006/main">
              <a:ext uri="{FF2B5EF4-FFF2-40B4-BE49-F238E27FC236}">
                <a16:creationId xmlns:a16="http://schemas.microsoft.com/office/drawing/2014/main" id="{DA0BC9CF-EB86-4D75-A930-9FAB4412A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5778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1" name="path-8143">
            <a:extLst xmlns:a="http://schemas.openxmlformats.org/drawingml/2006/main">
              <a:ext uri="{FF2B5EF4-FFF2-40B4-BE49-F238E27FC236}">
                <a16:creationId xmlns:a16="http://schemas.microsoft.com/office/drawing/2014/main" id="{2DEE19F3-DD0D-49E8-ABF0-646382CFD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4333" y="5948242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009F86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2" name="path-8144">
            <a:extLst xmlns:a="http://schemas.openxmlformats.org/drawingml/2006/main">
              <a:ext uri="{FF2B5EF4-FFF2-40B4-BE49-F238E27FC236}">
                <a16:creationId xmlns:a16="http://schemas.microsoft.com/office/drawing/2014/main" id="{DDD88869-946D-423D-B7BD-D466300F9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37701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3" name="path-8145">
            <a:extLst xmlns:a="http://schemas.openxmlformats.org/drawingml/2006/main">
              <a:ext uri="{FF2B5EF4-FFF2-40B4-BE49-F238E27FC236}">
                <a16:creationId xmlns:a16="http://schemas.microsoft.com/office/drawing/2014/main" id="{A8DA30AE-BE1F-4D33-8DE0-366F82F046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4333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4" name="path-8146">
            <a:extLst xmlns:a="http://schemas.openxmlformats.org/drawingml/2006/main">
              <a:ext uri="{FF2B5EF4-FFF2-40B4-BE49-F238E27FC236}">
                <a16:creationId xmlns:a16="http://schemas.microsoft.com/office/drawing/2014/main" id="{11AA944D-9211-4302-80A2-E02D8814C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4333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5" name="path-8147">
            <a:extLst xmlns:a="http://schemas.openxmlformats.org/drawingml/2006/main">
              <a:ext uri="{FF2B5EF4-FFF2-40B4-BE49-F238E27FC236}">
                <a16:creationId xmlns:a16="http://schemas.microsoft.com/office/drawing/2014/main" id="{8599B734-ADA8-4ED0-AF74-110F909C8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4333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6" name="path-8148">
            <a:extLst xmlns:a="http://schemas.openxmlformats.org/drawingml/2006/main">
              <a:ext uri="{FF2B5EF4-FFF2-40B4-BE49-F238E27FC236}">
                <a16:creationId xmlns:a16="http://schemas.microsoft.com/office/drawing/2014/main" id="{33D24DF7-655B-404B-A56A-5259B9F4D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37701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9209"/>
                </a:move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lnTo>
                  <a:pt x="64892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7" name="path-8149">
            <a:extLst xmlns:a="http://schemas.openxmlformats.org/drawingml/2006/main">
              <a:ext uri="{FF2B5EF4-FFF2-40B4-BE49-F238E27FC236}">
                <a16:creationId xmlns:a16="http://schemas.microsoft.com/office/drawing/2014/main" id="{745B1136-2793-4E11-8C7D-C13F17260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99823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8" name="path-8150">
            <a:extLst xmlns:a="http://schemas.openxmlformats.org/drawingml/2006/main">
              <a:ext uri="{FF2B5EF4-FFF2-40B4-BE49-F238E27FC236}">
                <a16:creationId xmlns:a16="http://schemas.microsoft.com/office/drawing/2014/main" id="{78538B82-09B6-4BB3-BA0A-A761EA8E9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2213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39" name="path-8151">
            <a:extLst xmlns:a="http://schemas.openxmlformats.org/drawingml/2006/main">
              <a:ext uri="{FF2B5EF4-FFF2-40B4-BE49-F238E27FC236}">
                <a16:creationId xmlns:a16="http://schemas.microsoft.com/office/drawing/2014/main" id="{B7959491-AB53-4991-B297-C38931440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5062" y="6001612"/>
            <a:ext cx="26445" cy="75924"/>
          </a:xfrm>
          <a:custGeom xmlns:a="http://schemas.openxmlformats.org/drawingml/2006/main">
            <a:pathLst>
              <a:path w="22602" h="64891">
                <a:moveTo>
                  <a:pt x="2281" y="13605"/>
                </a:move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5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0" name="path-8152">
            <a:extLst xmlns:a="http://schemas.openxmlformats.org/drawingml/2006/main">
              <a:ext uri="{FF2B5EF4-FFF2-40B4-BE49-F238E27FC236}">
                <a16:creationId xmlns:a16="http://schemas.microsoft.com/office/drawing/2014/main" id="{EF88DBB6-4A90-47EA-98A2-4DFBEFFA4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9958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1" name="path-8153">
            <a:extLst xmlns:a="http://schemas.openxmlformats.org/drawingml/2006/main">
              <a:ext uri="{FF2B5EF4-FFF2-40B4-BE49-F238E27FC236}">
                <a16:creationId xmlns:a16="http://schemas.microsoft.com/office/drawing/2014/main" id="{B2867C6E-687B-4B1D-A6D4-9101F576F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5062" y="6336123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2" name="path-8154">
            <a:extLst xmlns:a="http://schemas.openxmlformats.org/drawingml/2006/main">
              <a:ext uri="{FF2B5EF4-FFF2-40B4-BE49-F238E27FC236}">
                <a16:creationId xmlns:a16="http://schemas.microsoft.com/office/drawing/2014/main" id="{6519B754-BF70-4CCC-9D08-31DB0314A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2213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4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3" name="path-8155">
            <a:extLst xmlns:a="http://schemas.openxmlformats.org/drawingml/2006/main">
              <a:ext uri="{FF2B5EF4-FFF2-40B4-BE49-F238E27FC236}">
                <a16:creationId xmlns:a16="http://schemas.microsoft.com/office/drawing/2014/main" id="{76DDFFEC-5D5F-4BD4-A405-CFC50BF12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99823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4" name="path-8156">
            <a:extLst xmlns:a="http://schemas.openxmlformats.org/drawingml/2006/main">
              <a:ext uri="{FF2B5EF4-FFF2-40B4-BE49-F238E27FC236}">
                <a16:creationId xmlns:a16="http://schemas.microsoft.com/office/drawing/2014/main" id="{0601B59C-477A-4CA8-A5C1-7C014107B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8376" y="5948242"/>
            <a:ext cx="517175" cy="517174"/>
          </a:xfrm>
          <a:custGeom xmlns:a="http://schemas.openxmlformats.org/drawingml/2006/main">
            <a:pathLst>
              <a:path w="442023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3" y="32983"/>
                  <a:pt x="442023" y="73671"/>
                </a:cubicBezTo>
                <a:lnTo>
                  <a:pt x="442023" y="368352"/>
                </a:lnTo>
                <a:cubicBezTo>
                  <a:pt x="442023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5" name="path-8157">
            <a:extLst xmlns:a="http://schemas.openxmlformats.org/drawingml/2006/main">
              <a:ext uri="{FF2B5EF4-FFF2-40B4-BE49-F238E27FC236}">
                <a16:creationId xmlns:a16="http://schemas.microsoft.com/office/drawing/2014/main" id="{338EE787-4E61-44B5-81C7-82D2069500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1745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6" name="path-8158">
            <a:extLst xmlns:a="http://schemas.openxmlformats.org/drawingml/2006/main">
              <a:ext uri="{FF2B5EF4-FFF2-40B4-BE49-F238E27FC236}">
                <a16:creationId xmlns:a16="http://schemas.microsoft.com/office/drawing/2014/main" id="{21B66A26-E36B-41C5-8F54-4FEA4B80E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8376" y="6336123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7" name="path-8159">
            <a:extLst xmlns:a="http://schemas.openxmlformats.org/drawingml/2006/main">
              <a:ext uri="{FF2B5EF4-FFF2-40B4-BE49-F238E27FC236}">
                <a16:creationId xmlns:a16="http://schemas.microsoft.com/office/drawing/2014/main" id="{B64832DB-7A97-4F57-AD92-4F5E80315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8376" y="6163732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8" name="path-8160">
            <a:extLst xmlns:a="http://schemas.openxmlformats.org/drawingml/2006/main">
              <a:ext uri="{FF2B5EF4-FFF2-40B4-BE49-F238E27FC236}">
                <a16:creationId xmlns:a16="http://schemas.microsoft.com/office/drawing/2014/main" id="{EACB5494-CA04-48B0-B434-A6408A831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8376" y="6001612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5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49" name="path-8161">
            <a:extLst xmlns:a="http://schemas.openxmlformats.org/drawingml/2006/main">
              <a:ext uri="{FF2B5EF4-FFF2-40B4-BE49-F238E27FC236}">
                <a16:creationId xmlns:a16="http://schemas.microsoft.com/office/drawing/2014/main" id="{CE0B53CD-1D4B-470D-9EEE-680514C44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1745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0" name="path-8162">
            <a:extLst xmlns:a="http://schemas.openxmlformats.org/drawingml/2006/main">
              <a:ext uri="{FF2B5EF4-FFF2-40B4-BE49-F238E27FC236}">
                <a16:creationId xmlns:a16="http://schemas.microsoft.com/office/drawing/2014/main" id="{386C3FA0-B841-4658-9E3D-59AEF752B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23866" y="5948242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1" name="path-8163">
            <a:extLst xmlns:a="http://schemas.openxmlformats.org/drawingml/2006/main">
              <a:ext uri="{FF2B5EF4-FFF2-40B4-BE49-F238E27FC236}">
                <a16:creationId xmlns:a16="http://schemas.microsoft.com/office/drawing/2014/main" id="{AA4DCB1A-A4C6-40E1-895F-8A89DBCFC3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96257" y="5948242"/>
            <a:ext cx="75925" cy="26446"/>
          </a:xfrm>
          <a:custGeom xmlns:a="http://schemas.openxmlformats.org/drawingml/2006/main">
            <a:pathLst>
              <a:path w="64892" h="22603">
                <a:moveTo>
                  <a:pt x="0" y="9209"/>
                </a:moveTo>
                <a:lnTo>
                  <a:pt x="0" y="18418"/>
                </a:lnTo>
                <a:lnTo>
                  <a:pt x="36836" y="18418"/>
                </a:lnTo>
                <a:lnTo>
                  <a:pt x="44221" y="18905"/>
                </a:lnTo>
                <a:lnTo>
                  <a:pt x="51287" y="20322"/>
                </a:lnTo>
                <a:lnTo>
                  <a:pt x="57981" y="22603"/>
                </a:lnTo>
                <a:lnTo>
                  <a:pt x="64892" y="5936"/>
                </a:lnTo>
                <a:lnTo>
                  <a:pt x="53727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2" name="path-8164">
            <a:extLst xmlns:a="http://schemas.openxmlformats.org/drawingml/2006/main">
              <a:ext uri="{FF2B5EF4-FFF2-40B4-BE49-F238E27FC236}">
                <a16:creationId xmlns:a16="http://schemas.microsoft.com/office/drawing/2014/main" id="{3B578655-7B53-4664-A39E-61DA7A3B1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99105" y="6001611"/>
            <a:ext cx="26446" cy="75925"/>
          </a:xfrm>
          <a:custGeom xmlns:a="http://schemas.openxmlformats.org/drawingml/2006/main">
            <a:pathLst>
              <a:path w="22603" h="64892">
                <a:moveTo>
                  <a:pt x="2281" y="13605"/>
                </a:moveTo>
                <a:lnTo>
                  <a:pt x="3698" y="20672"/>
                </a:lnTo>
                <a:lnTo>
                  <a:pt x="4185" y="28057"/>
                </a:lnTo>
                <a:lnTo>
                  <a:pt x="4185" y="64892"/>
                </a:lnTo>
                <a:lnTo>
                  <a:pt x="13394" y="64892"/>
                </a:lnTo>
                <a:lnTo>
                  <a:pt x="22603" y="64892"/>
                </a:lnTo>
                <a:lnTo>
                  <a:pt x="22603" y="28057"/>
                </a:lnTo>
                <a:lnTo>
                  <a:pt x="20657" y="11165"/>
                </a:lnTo>
                <a:lnTo>
                  <a:pt x="16667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2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3" name="path-8165">
            <a:extLst xmlns:a="http://schemas.openxmlformats.org/drawingml/2006/main">
              <a:ext uri="{FF2B5EF4-FFF2-40B4-BE49-F238E27FC236}">
                <a16:creationId xmlns:a16="http://schemas.microsoft.com/office/drawing/2014/main" id="{D140AEAD-E9DF-402E-BDB6-2EDB2D5B9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04002" y="6163732"/>
            <a:ext cx="21550" cy="86196"/>
          </a:xfrm>
          <a:custGeom xmlns:a="http://schemas.openxmlformats.org/drawingml/2006/main">
            <a:pathLst>
              <a:path w="18418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8" y="73671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4" name="path-8166">
            <a:extLst xmlns:a="http://schemas.openxmlformats.org/drawingml/2006/main">
              <a:ext uri="{FF2B5EF4-FFF2-40B4-BE49-F238E27FC236}">
                <a16:creationId xmlns:a16="http://schemas.microsoft.com/office/drawing/2014/main" id="{4FFCED37-1E56-4BD5-8A2A-98F93AD5CD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99105" y="6336123"/>
            <a:ext cx="26446" cy="75925"/>
          </a:xfrm>
          <a:custGeom xmlns:a="http://schemas.openxmlformats.org/drawingml/2006/main">
            <a:pathLst>
              <a:path w="22603" h="64892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7" y="64892"/>
                </a:lnTo>
                <a:lnTo>
                  <a:pt x="20657" y="53727"/>
                </a:lnTo>
                <a:lnTo>
                  <a:pt x="22603" y="36835"/>
                </a:lnTo>
                <a:lnTo>
                  <a:pt x="22603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5" name="path-8167">
            <a:extLst xmlns:a="http://schemas.openxmlformats.org/drawingml/2006/main">
              <a:ext uri="{FF2B5EF4-FFF2-40B4-BE49-F238E27FC236}">
                <a16:creationId xmlns:a16="http://schemas.microsoft.com/office/drawing/2014/main" id="{FA108C33-CED9-42A5-91D7-7A3BD6F09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96257" y="6438971"/>
            <a:ext cx="75925" cy="26446"/>
          </a:xfrm>
          <a:custGeom xmlns:a="http://schemas.openxmlformats.org/drawingml/2006/main">
            <a:pathLst>
              <a:path w="64892" h="22603">
                <a:moveTo>
                  <a:pt x="44220" y="3698"/>
                </a:move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lnTo>
                  <a:pt x="51287" y="2281"/>
                </a:lnTo>
                <a:lnTo>
                  <a:pt x="44220" y="369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6" name="path-8168">
            <a:extLst xmlns:a="http://schemas.openxmlformats.org/drawingml/2006/main">
              <a:ext uri="{FF2B5EF4-FFF2-40B4-BE49-F238E27FC236}">
                <a16:creationId xmlns:a16="http://schemas.microsoft.com/office/drawing/2014/main" id="{0BDD9A89-3D6A-4E59-AED7-00934DAE7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23866" y="6443868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7" name="path-8169">
            <a:extLst xmlns:a="http://schemas.openxmlformats.org/drawingml/2006/main">
              <a:ext uri="{FF2B5EF4-FFF2-40B4-BE49-F238E27FC236}">
                <a16:creationId xmlns:a16="http://schemas.microsoft.com/office/drawing/2014/main" id="{DE4984FA-BCCD-4330-A39A-82621D1486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7084949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8" name="path-8170">
            <a:extLst xmlns:a="http://schemas.openxmlformats.org/drawingml/2006/main">
              <a:ext uri="{FF2B5EF4-FFF2-40B4-BE49-F238E27FC236}">
                <a16:creationId xmlns:a16="http://schemas.microsoft.com/office/drawing/2014/main" id="{69FFB359-5CAC-483E-B1C1-5C524ACC9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1524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59" name="path-8171">
            <a:extLst xmlns:a="http://schemas.openxmlformats.org/drawingml/2006/main">
              <a:ext uri="{FF2B5EF4-FFF2-40B4-BE49-F238E27FC236}">
                <a16:creationId xmlns:a16="http://schemas.microsoft.com/office/drawing/2014/main" id="{359FB28E-E7E2-46E1-BB82-5B8B837C4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0" name="path-8172">
            <a:extLst xmlns:a="http://schemas.openxmlformats.org/drawingml/2006/main">
              <a:ext uri="{FF2B5EF4-FFF2-40B4-BE49-F238E27FC236}">
                <a16:creationId xmlns:a16="http://schemas.microsoft.com/office/drawing/2014/main" id="{43F5B835-D85A-4E8F-B07D-413194CA1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1" name="path-8173">
            <a:extLst xmlns:a="http://schemas.openxmlformats.org/drawingml/2006/main">
              <a:ext uri="{FF2B5EF4-FFF2-40B4-BE49-F238E27FC236}">
                <a16:creationId xmlns:a16="http://schemas.microsoft.com/office/drawing/2014/main" id="{D07AAB45-D55F-49D5-B7EC-FA1E4DBBA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2" name="path-8174">
            <a:extLst xmlns:a="http://schemas.openxmlformats.org/drawingml/2006/main">
              <a:ext uri="{FF2B5EF4-FFF2-40B4-BE49-F238E27FC236}">
                <a16:creationId xmlns:a16="http://schemas.microsoft.com/office/drawing/2014/main" id="{088747AA-BD4F-4F92-81E7-5865E5746F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1524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3" name="path-8175">
            <a:extLst xmlns:a="http://schemas.openxmlformats.org/drawingml/2006/main">
              <a:ext uri="{FF2B5EF4-FFF2-40B4-BE49-F238E27FC236}">
                <a16:creationId xmlns:a16="http://schemas.microsoft.com/office/drawing/2014/main" id="{B8873806-AD52-4F93-BB47-E2B855B61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3646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4" name="path-8176">
            <a:extLst xmlns:a="http://schemas.openxmlformats.org/drawingml/2006/main">
              <a:ext uri="{FF2B5EF4-FFF2-40B4-BE49-F238E27FC236}">
                <a16:creationId xmlns:a16="http://schemas.microsoft.com/office/drawing/2014/main" id="{500B645E-0CCB-4014-961D-CD5A89A18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6036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5" name="path-8177">
            <a:extLst xmlns:a="http://schemas.openxmlformats.org/drawingml/2006/main">
              <a:ext uri="{FF2B5EF4-FFF2-40B4-BE49-F238E27FC236}">
                <a16:creationId xmlns:a16="http://schemas.microsoft.com/office/drawing/2014/main" id="{25DA8919-71CD-4774-9964-25F86D349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8885" y="7138318"/>
            <a:ext cx="26445" cy="75924"/>
          </a:xfrm>
          <a:custGeom xmlns:a="http://schemas.openxmlformats.org/drawingml/2006/main">
            <a:pathLst>
              <a:path w="22602" h="64891">
                <a:moveTo>
                  <a:pt x="0" y="6911"/>
                </a:moveTo>
                <a:lnTo>
                  <a:pt x="2281" y="13605"/>
                </a:ln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4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6" name="path-8178">
            <a:extLst xmlns:a="http://schemas.openxmlformats.org/drawingml/2006/main">
              <a:ext uri="{FF2B5EF4-FFF2-40B4-BE49-F238E27FC236}">
                <a16:creationId xmlns:a16="http://schemas.microsoft.com/office/drawing/2014/main" id="{CDBD9266-6A96-40B4-93CE-3CFACDB9B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3781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7" name="path-8179">
            <a:extLst xmlns:a="http://schemas.openxmlformats.org/drawingml/2006/main">
              <a:ext uri="{FF2B5EF4-FFF2-40B4-BE49-F238E27FC236}">
                <a16:creationId xmlns:a16="http://schemas.microsoft.com/office/drawing/2014/main" id="{D6B1CFA3-CF71-41E5-86BD-B29510427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8885" y="7472830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8" name="path-8180">
            <a:extLst xmlns:a="http://schemas.openxmlformats.org/drawingml/2006/main">
              <a:ext uri="{FF2B5EF4-FFF2-40B4-BE49-F238E27FC236}">
                <a16:creationId xmlns:a16="http://schemas.microsoft.com/office/drawing/2014/main" id="{87254358-6132-4DDD-B4D2-EAD0BC1BFC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6036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4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69" name="path-8181">
            <a:extLst xmlns:a="http://schemas.openxmlformats.org/drawingml/2006/main">
              <a:ext uri="{FF2B5EF4-FFF2-40B4-BE49-F238E27FC236}">
                <a16:creationId xmlns:a16="http://schemas.microsoft.com/office/drawing/2014/main" id="{41B1B4A6-3307-4FC1-8269-C070E7AB6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3646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0" name="path-8182">
            <a:extLst xmlns:a="http://schemas.openxmlformats.org/drawingml/2006/main">
              <a:ext uri="{FF2B5EF4-FFF2-40B4-BE49-F238E27FC236}">
                <a16:creationId xmlns:a16="http://schemas.microsoft.com/office/drawing/2014/main" id="{5071175C-1F1D-43E6-9189-B3031800E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199" y="7084949"/>
            <a:ext cx="517175" cy="517174"/>
          </a:xfrm>
          <a:custGeom xmlns:a="http://schemas.openxmlformats.org/drawingml/2006/main">
            <a:pathLst>
              <a:path w="442023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3" y="32983"/>
                  <a:pt x="442023" y="73671"/>
                </a:cubicBezTo>
                <a:lnTo>
                  <a:pt x="442023" y="368352"/>
                </a:lnTo>
                <a:cubicBezTo>
                  <a:pt x="442023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1" name="path-8183">
            <a:extLst xmlns:a="http://schemas.openxmlformats.org/drawingml/2006/main">
              <a:ext uri="{FF2B5EF4-FFF2-40B4-BE49-F238E27FC236}">
                <a16:creationId xmlns:a16="http://schemas.microsoft.com/office/drawing/2014/main" id="{1A2D0963-22B6-4570-9BC8-829CDFE74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5568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2" name="path-8184">
            <a:extLst xmlns:a="http://schemas.openxmlformats.org/drawingml/2006/main">
              <a:ext uri="{FF2B5EF4-FFF2-40B4-BE49-F238E27FC236}">
                <a16:creationId xmlns:a16="http://schemas.microsoft.com/office/drawing/2014/main" id="{EC75111D-DB45-4344-9117-B4107DAA5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199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3" name="path-8185">
            <a:extLst xmlns:a="http://schemas.openxmlformats.org/drawingml/2006/main">
              <a:ext uri="{FF2B5EF4-FFF2-40B4-BE49-F238E27FC236}">
                <a16:creationId xmlns:a16="http://schemas.microsoft.com/office/drawing/2014/main" id="{AA25DAFA-F87B-40AB-8E97-35DEA6727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199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4" name="path-8186">
            <a:extLst xmlns:a="http://schemas.openxmlformats.org/drawingml/2006/main">
              <a:ext uri="{FF2B5EF4-FFF2-40B4-BE49-F238E27FC236}">
                <a16:creationId xmlns:a16="http://schemas.microsoft.com/office/drawing/2014/main" id="{3A076702-D21C-4A8F-901C-871E462A8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12199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5" name="path-8187">
            <a:extLst xmlns:a="http://schemas.openxmlformats.org/drawingml/2006/main">
              <a:ext uri="{FF2B5EF4-FFF2-40B4-BE49-F238E27FC236}">
                <a16:creationId xmlns:a16="http://schemas.microsoft.com/office/drawing/2014/main" id="{9C69D779-F71D-46E3-B2F9-F5C6B83FA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5568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6" name="path-8188">
            <a:extLst xmlns:a="http://schemas.openxmlformats.org/drawingml/2006/main">
              <a:ext uri="{FF2B5EF4-FFF2-40B4-BE49-F238E27FC236}">
                <a16:creationId xmlns:a16="http://schemas.microsoft.com/office/drawing/2014/main" id="{DBA68074-3019-4EAC-BD5A-484D2CAC3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27689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7" name="path-8189">
            <a:extLst xmlns:a="http://schemas.openxmlformats.org/drawingml/2006/main">
              <a:ext uri="{FF2B5EF4-FFF2-40B4-BE49-F238E27FC236}">
                <a16:creationId xmlns:a16="http://schemas.microsoft.com/office/drawing/2014/main" id="{EFE8AEF9-8A2C-46F7-85AB-2283D4148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0080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0" y="9209"/>
                </a:moveTo>
                <a:lnTo>
                  <a:pt x="0" y="18418"/>
                </a:lnTo>
                <a:lnTo>
                  <a:pt x="36836" y="18418"/>
                </a:lnTo>
                <a:lnTo>
                  <a:pt x="44221" y="18905"/>
                </a:lnTo>
                <a:lnTo>
                  <a:pt x="51287" y="20322"/>
                </a:lnTo>
                <a:lnTo>
                  <a:pt x="57981" y="22603"/>
                </a:lnTo>
                <a:lnTo>
                  <a:pt x="64892" y="5936"/>
                </a:lnTo>
                <a:lnTo>
                  <a:pt x="53728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8" name="path-8190">
            <a:extLst xmlns:a="http://schemas.openxmlformats.org/drawingml/2006/main">
              <a:ext uri="{FF2B5EF4-FFF2-40B4-BE49-F238E27FC236}">
                <a16:creationId xmlns:a16="http://schemas.microsoft.com/office/drawing/2014/main" id="{C9F4A062-1934-46D2-ABFF-70C52DA0B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2929" y="7138318"/>
            <a:ext cx="26446" cy="75925"/>
          </a:xfrm>
          <a:custGeom xmlns:a="http://schemas.openxmlformats.org/drawingml/2006/main">
            <a:pathLst>
              <a:path w="22603" h="64892">
                <a:moveTo>
                  <a:pt x="2281" y="13605"/>
                </a:moveTo>
                <a:lnTo>
                  <a:pt x="3698" y="20672"/>
                </a:lnTo>
                <a:lnTo>
                  <a:pt x="4185" y="28057"/>
                </a:lnTo>
                <a:lnTo>
                  <a:pt x="4185" y="64892"/>
                </a:lnTo>
                <a:lnTo>
                  <a:pt x="13394" y="64892"/>
                </a:lnTo>
                <a:lnTo>
                  <a:pt x="22603" y="64892"/>
                </a:lnTo>
                <a:lnTo>
                  <a:pt x="22603" y="28057"/>
                </a:lnTo>
                <a:lnTo>
                  <a:pt x="20657" y="11165"/>
                </a:lnTo>
                <a:lnTo>
                  <a:pt x="16667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2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79" name="path-8191">
            <a:extLst xmlns:a="http://schemas.openxmlformats.org/drawingml/2006/main">
              <a:ext uri="{FF2B5EF4-FFF2-40B4-BE49-F238E27FC236}">
                <a16:creationId xmlns:a16="http://schemas.microsoft.com/office/drawing/2014/main" id="{A884BC0E-1944-483E-83C3-36825E7899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7825" y="7300438"/>
            <a:ext cx="21550" cy="86196"/>
          </a:xfrm>
          <a:custGeom xmlns:a="http://schemas.openxmlformats.org/drawingml/2006/main">
            <a:pathLst>
              <a:path w="18418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8" y="73671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0" name="path-8192">
            <a:extLst xmlns:a="http://schemas.openxmlformats.org/drawingml/2006/main">
              <a:ext uri="{FF2B5EF4-FFF2-40B4-BE49-F238E27FC236}">
                <a16:creationId xmlns:a16="http://schemas.microsoft.com/office/drawing/2014/main" id="{12A987BD-FD9C-4F7A-9AA4-E0A12AC60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2929" y="7472830"/>
            <a:ext cx="26446" cy="75925"/>
          </a:xfrm>
          <a:custGeom xmlns:a="http://schemas.openxmlformats.org/drawingml/2006/main">
            <a:pathLst>
              <a:path w="22603" h="64892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7" y="64892"/>
                </a:lnTo>
                <a:lnTo>
                  <a:pt x="20657" y="53727"/>
                </a:lnTo>
                <a:lnTo>
                  <a:pt x="22603" y="36835"/>
                </a:lnTo>
                <a:lnTo>
                  <a:pt x="22603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1" name="path-8193">
            <a:extLst xmlns:a="http://schemas.openxmlformats.org/drawingml/2006/main">
              <a:ext uri="{FF2B5EF4-FFF2-40B4-BE49-F238E27FC236}">
                <a16:creationId xmlns:a16="http://schemas.microsoft.com/office/drawing/2014/main" id="{73D680FF-55E6-4A56-A224-3B68763D1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0080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44220" y="3698"/>
                </a:move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8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lnTo>
                  <a:pt x="51287" y="2281"/>
                </a:lnTo>
                <a:lnTo>
                  <a:pt x="44220" y="369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2" name="path-8194">
            <a:extLst xmlns:a="http://schemas.openxmlformats.org/drawingml/2006/main">
              <a:ext uri="{FF2B5EF4-FFF2-40B4-BE49-F238E27FC236}">
                <a16:creationId xmlns:a16="http://schemas.microsoft.com/office/drawing/2014/main" id="{39D83685-4D78-4163-A0D4-4F9953FC6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27689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3" name="path-8195">
            <a:extLst xmlns:a="http://schemas.openxmlformats.org/drawingml/2006/main">
              <a:ext uri="{FF2B5EF4-FFF2-40B4-BE49-F238E27FC236}">
                <a16:creationId xmlns:a16="http://schemas.microsoft.com/office/drawing/2014/main" id="{9F1B3A9A-F9FE-4853-958F-CDC5878A2A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36243" y="7084949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4" name="path-8196">
            <a:extLst xmlns:a="http://schemas.openxmlformats.org/drawingml/2006/main">
              <a:ext uri="{FF2B5EF4-FFF2-40B4-BE49-F238E27FC236}">
                <a16:creationId xmlns:a16="http://schemas.microsoft.com/office/drawing/2014/main" id="{0357743B-4B5C-4360-A6D7-E79F4199E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9612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6" y="20657"/>
                </a:lnTo>
                <a:lnTo>
                  <a:pt x="28057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5" name="path-8197">
            <a:extLst xmlns:a="http://schemas.openxmlformats.org/drawingml/2006/main">
              <a:ext uri="{FF2B5EF4-FFF2-40B4-BE49-F238E27FC236}">
                <a16:creationId xmlns:a16="http://schemas.microsoft.com/office/drawing/2014/main" id="{E405C3C5-72FA-4D9A-81A5-D6DF7A1882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36243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6" name="path-8198">
            <a:extLst xmlns:a="http://schemas.openxmlformats.org/drawingml/2006/main">
              <a:ext uri="{FF2B5EF4-FFF2-40B4-BE49-F238E27FC236}">
                <a16:creationId xmlns:a16="http://schemas.microsoft.com/office/drawing/2014/main" id="{FE6CCD05-F432-488D-8F03-1B0E81C77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36243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7" name="path-8199">
            <a:extLst xmlns:a="http://schemas.openxmlformats.org/drawingml/2006/main">
              <a:ext uri="{FF2B5EF4-FFF2-40B4-BE49-F238E27FC236}">
                <a16:creationId xmlns:a16="http://schemas.microsoft.com/office/drawing/2014/main" id="{FEB3E7EB-0546-4E1E-974F-BA0010CE3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36243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3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1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8" name="path-8200">
            <a:extLst xmlns:a="http://schemas.openxmlformats.org/drawingml/2006/main">
              <a:ext uri="{FF2B5EF4-FFF2-40B4-BE49-F238E27FC236}">
                <a16:creationId xmlns:a16="http://schemas.microsoft.com/office/drawing/2014/main" id="{088D091B-4569-4B25-A534-94D632362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9611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8" y="0"/>
                </a:lnTo>
                <a:lnTo>
                  <a:pt x="11166" y="1946"/>
                </a:lnTo>
                <a:lnTo>
                  <a:pt x="0" y="5937"/>
                </a:lnTo>
                <a:lnTo>
                  <a:pt x="6912" y="22603"/>
                </a:lnTo>
                <a:lnTo>
                  <a:pt x="13605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89" name="path-8201">
            <a:extLst xmlns:a="http://schemas.openxmlformats.org/drawingml/2006/main">
              <a:ext uri="{FF2B5EF4-FFF2-40B4-BE49-F238E27FC236}">
                <a16:creationId xmlns:a16="http://schemas.microsoft.com/office/drawing/2014/main" id="{512FBE1B-9A12-4CE0-A242-477ACA8EC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1733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0" name="path-8202">
            <a:extLst xmlns:a="http://schemas.openxmlformats.org/drawingml/2006/main">
              <a:ext uri="{FF2B5EF4-FFF2-40B4-BE49-F238E27FC236}">
                <a16:creationId xmlns:a16="http://schemas.microsoft.com/office/drawing/2014/main" id="{EF48B78E-5AE9-4440-A933-7BE85ADCF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4123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9" y="1946"/>
                </a:lnTo>
                <a:lnTo>
                  <a:pt x="36837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1" name="path-8203">
            <a:extLst xmlns:a="http://schemas.openxmlformats.org/drawingml/2006/main">
              <a:ext uri="{FF2B5EF4-FFF2-40B4-BE49-F238E27FC236}">
                <a16:creationId xmlns:a16="http://schemas.microsoft.com/office/drawing/2014/main" id="{2FE3663D-54AC-418F-8CDB-65DA258AE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6972" y="7138318"/>
            <a:ext cx="26446" cy="75925"/>
          </a:xfrm>
          <a:custGeom xmlns:a="http://schemas.openxmlformats.org/drawingml/2006/main">
            <a:pathLst>
              <a:path w="22603" h="64892">
                <a:moveTo>
                  <a:pt x="2281" y="13605"/>
                </a:moveTo>
                <a:lnTo>
                  <a:pt x="3698" y="20672"/>
                </a:lnTo>
                <a:lnTo>
                  <a:pt x="4185" y="28057"/>
                </a:lnTo>
                <a:lnTo>
                  <a:pt x="4185" y="64892"/>
                </a:lnTo>
                <a:lnTo>
                  <a:pt x="13394" y="64892"/>
                </a:lnTo>
                <a:lnTo>
                  <a:pt x="22602" y="64892"/>
                </a:lnTo>
                <a:lnTo>
                  <a:pt x="22603" y="64892"/>
                </a:lnTo>
                <a:lnTo>
                  <a:pt x="22603" y="28057"/>
                </a:lnTo>
                <a:lnTo>
                  <a:pt x="20657" y="11165"/>
                </a:lnTo>
                <a:lnTo>
                  <a:pt x="16667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2"/>
                </a:lnTo>
                <a:lnTo>
                  <a:pt x="2281" y="1360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2" name="path-8204">
            <a:extLst xmlns:a="http://schemas.openxmlformats.org/drawingml/2006/main">
              <a:ext uri="{FF2B5EF4-FFF2-40B4-BE49-F238E27FC236}">
                <a16:creationId xmlns:a16="http://schemas.microsoft.com/office/drawing/2014/main" id="{BD646DFC-25A9-4C06-94DD-EC37C8019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31868" y="7300438"/>
            <a:ext cx="21550" cy="86196"/>
          </a:xfrm>
          <a:custGeom xmlns:a="http://schemas.openxmlformats.org/drawingml/2006/main">
            <a:pathLst>
              <a:path w="18418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8" y="73671"/>
                </a:lnTo>
                <a:lnTo>
                  <a:pt x="18418" y="0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3" name="path-8205">
            <a:extLst xmlns:a="http://schemas.openxmlformats.org/drawingml/2006/main">
              <a:ext uri="{FF2B5EF4-FFF2-40B4-BE49-F238E27FC236}">
                <a16:creationId xmlns:a16="http://schemas.microsoft.com/office/drawing/2014/main" id="{F3FC1A2D-6960-4AFF-9B3D-B6BCF4FD8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26972" y="7472830"/>
            <a:ext cx="26446" cy="75925"/>
          </a:xfrm>
          <a:custGeom xmlns:a="http://schemas.openxmlformats.org/drawingml/2006/main">
            <a:pathLst>
              <a:path w="22603" h="64892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7" y="64892"/>
                </a:lnTo>
                <a:lnTo>
                  <a:pt x="20657" y="53727"/>
                </a:lnTo>
                <a:lnTo>
                  <a:pt x="22603" y="36835"/>
                </a:lnTo>
                <a:lnTo>
                  <a:pt x="22603" y="0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4" name="path-8206">
            <a:extLst xmlns:a="http://schemas.openxmlformats.org/drawingml/2006/main">
              <a:ext uri="{FF2B5EF4-FFF2-40B4-BE49-F238E27FC236}">
                <a16:creationId xmlns:a16="http://schemas.microsoft.com/office/drawing/2014/main" id="{797C80E1-DB93-4DC8-84EB-4DE7B9834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24123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7" y="22603"/>
                </a:lnTo>
                <a:lnTo>
                  <a:pt x="53729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5" name="path-8207">
            <a:extLst xmlns:a="http://schemas.openxmlformats.org/drawingml/2006/main">
              <a:ext uri="{FF2B5EF4-FFF2-40B4-BE49-F238E27FC236}">
                <a16:creationId xmlns:a16="http://schemas.microsoft.com/office/drawing/2014/main" id="{9BA664EE-B08D-42DF-8764-92AB1AAFD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1733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6" name="path-8208">
            <a:extLst xmlns:a="http://schemas.openxmlformats.org/drawingml/2006/main">
              <a:ext uri="{FF2B5EF4-FFF2-40B4-BE49-F238E27FC236}">
                <a16:creationId xmlns:a16="http://schemas.microsoft.com/office/drawing/2014/main" id="{520005EB-E108-4198-BF97-82F5E7213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0288" y="7084949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009F86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7" name="path-8209">
            <a:extLst xmlns:a="http://schemas.openxmlformats.org/drawingml/2006/main">
              <a:ext uri="{FF2B5EF4-FFF2-40B4-BE49-F238E27FC236}">
                <a16:creationId xmlns:a16="http://schemas.microsoft.com/office/drawing/2014/main" id="{C298D77D-D1C2-432D-9D9B-6535C0935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0288" y="7084949"/>
            <a:ext cx="517174" cy="517174"/>
          </a:xfrm>
          <a:custGeom xmlns:a="http://schemas.openxmlformats.org/drawingml/2006/main">
            <a:pathLst>
              <a:path w="442022" h="442023">
                <a:moveTo>
                  <a:pt x="1946" y="385244"/>
                </a:moveTo>
                <a:lnTo>
                  <a:pt x="7488" y="400751"/>
                </a:lnTo>
                <a:lnTo>
                  <a:pt x="16184" y="414429"/>
                </a:lnTo>
                <a:lnTo>
                  <a:pt x="27593" y="425838"/>
                </a:lnTo>
                <a:lnTo>
                  <a:pt x="41272" y="434535"/>
                </a:lnTo>
                <a:lnTo>
                  <a:pt x="56778" y="440077"/>
                </a:lnTo>
                <a:lnTo>
                  <a:pt x="73670" y="442023"/>
                </a:lnTo>
                <a:lnTo>
                  <a:pt x="368352" y="442023"/>
                </a:lnTo>
                <a:lnTo>
                  <a:pt x="385244" y="440077"/>
                </a:lnTo>
                <a:lnTo>
                  <a:pt x="400750" y="434535"/>
                </a:lnTo>
                <a:lnTo>
                  <a:pt x="414429" y="425838"/>
                </a:lnTo>
                <a:lnTo>
                  <a:pt x="425837" y="414429"/>
                </a:lnTo>
                <a:lnTo>
                  <a:pt x="434534" y="400751"/>
                </a:lnTo>
                <a:lnTo>
                  <a:pt x="440076" y="385244"/>
                </a:lnTo>
                <a:lnTo>
                  <a:pt x="442022" y="368352"/>
                </a:lnTo>
                <a:lnTo>
                  <a:pt x="442022" y="73671"/>
                </a:lnTo>
                <a:lnTo>
                  <a:pt x="440076" y="56778"/>
                </a:lnTo>
                <a:lnTo>
                  <a:pt x="434534" y="41272"/>
                </a:lnTo>
                <a:lnTo>
                  <a:pt x="425837" y="27593"/>
                </a:lnTo>
                <a:lnTo>
                  <a:pt x="414429" y="16185"/>
                </a:lnTo>
                <a:lnTo>
                  <a:pt x="400750" y="7488"/>
                </a:lnTo>
                <a:lnTo>
                  <a:pt x="385244" y="1946"/>
                </a:lnTo>
                <a:lnTo>
                  <a:pt x="368352" y="0"/>
                </a:lnTo>
                <a:lnTo>
                  <a:pt x="73670" y="0"/>
                </a:lnTo>
                <a:lnTo>
                  <a:pt x="56778" y="1946"/>
                </a:lnTo>
                <a:lnTo>
                  <a:pt x="41272" y="7488"/>
                </a:lnTo>
                <a:lnTo>
                  <a:pt x="27593" y="16185"/>
                </a:lnTo>
                <a:lnTo>
                  <a:pt x="16184" y="27593"/>
                </a:lnTo>
                <a:lnTo>
                  <a:pt x="7488" y="41272"/>
                </a:lnTo>
                <a:lnTo>
                  <a:pt x="1946" y="56778"/>
                </a:lnTo>
                <a:lnTo>
                  <a:pt x="0" y="73671"/>
                </a:lnTo>
                <a:lnTo>
                  <a:pt x="0" y="368352"/>
                </a:lnTo>
                <a:lnTo>
                  <a:pt x="1946" y="385244"/>
                </a:lnTo>
                <a:close/>
                <a:moveTo>
                  <a:pt x="383041" y="20391"/>
                </a:moveTo>
                <a:lnTo>
                  <a:pt x="396239" y="25961"/>
                </a:lnTo>
                <a:lnTo>
                  <a:pt x="407422" y="34601"/>
                </a:lnTo>
                <a:lnTo>
                  <a:pt x="416061" y="45783"/>
                </a:lnTo>
                <a:lnTo>
                  <a:pt x="421631" y="58982"/>
                </a:lnTo>
                <a:lnTo>
                  <a:pt x="423605" y="73671"/>
                </a:lnTo>
                <a:lnTo>
                  <a:pt x="423605" y="368352"/>
                </a:lnTo>
                <a:lnTo>
                  <a:pt x="421631" y="383040"/>
                </a:lnTo>
                <a:lnTo>
                  <a:pt x="416061" y="396239"/>
                </a:lnTo>
                <a:lnTo>
                  <a:pt x="407422" y="407422"/>
                </a:lnTo>
                <a:lnTo>
                  <a:pt x="396239" y="416061"/>
                </a:lnTo>
                <a:lnTo>
                  <a:pt x="383041" y="421631"/>
                </a:lnTo>
                <a:lnTo>
                  <a:pt x="368352" y="423605"/>
                </a:lnTo>
                <a:lnTo>
                  <a:pt x="73670" y="423605"/>
                </a:lnTo>
                <a:lnTo>
                  <a:pt x="58982" y="421631"/>
                </a:lnTo>
                <a:lnTo>
                  <a:pt x="45783" y="416061"/>
                </a:lnTo>
                <a:lnTo>
                  <a:pt x="34601" y="407422"/>
                </a:lnTo>
                <a:lnTo>
                  <a:pt x="25961" y="396239"/>
                </a:lnTo>
                <a:lnTo>
                  <a:pt x="20391" y="383040"/>
                </a:lnTo>
                <a:lnTo>
                  <a:pt x="18417" y="368352"/>
                </a:lnTo>
                <a:lnTo>
                  <a:pt x="18417" y="73671"/>
                </a:lnTo>
                <a:lnTo>
                  <a:pt x="20391" y="58982"/>
                </a:lnTo>
                <a:lnTo>
                  <a:pt x="25961" y="45783"/>
                </a:lnTo>
                <a:lnTo>
                  <a:pt x="34601" y="34601"/>
                </a:lnTo>
                <a:lnTo>
                  <a:pt x="45783" y="25961"/>
                </a:lnTo>
                <a:lnTo>
                  <a:pt x="58982" y="20391"/>
                </a:lnTo>
                <a:lnTo>
                  <a:pt x="73670" y="18418"/>
                </a:lnTo>
                <a:lnTo>
                  <a:pt x="368352" y="18418"/>
                </a:lnTo>
                <a:lnTo>
                  <a:pt x="383041" y="20391"/>
                </a:lnTo>
                <a:close/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8" name="path-8210">
            <a:extLst xmlns:a="http://schemas.openxmlformats.org/drawingml/2006/main">
              <a:ext uri="{FF2B5EF4-FFF2-40B4-BE49-F238E27FC236}">
                <a16:creationId xmlns:a16="http://schemas.microsoft.com/office/drawing/2014/main" id="{C5EFC9C5-8484-4BCB-942C-8557B4344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4333" y="7084949"/>
            <a:ext cx="517174" cy="517174"/>
          </a:xfrm>
          <a:custGeom xmlns:a="http://schemas.openxmlformats.org/drawingml/2006/main">
            <a:pathLst>
              <a:path w="442022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2" y="32983"/>
                  <a:pt x="442022" y="73671"/>
                </a:cubicBezTo>
                <a:lnTo>
                  <a:pt x="442022" y="368352"/>
                </a:lnTo>
                <a:cubicBezTo>
                  <a:pt x="442022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99" name="path-8211">
            <a:extLst xmlns:a="http://schemas.openxmlformats.org/drawingml/2006/main">
              <a:ext uri="{FF2B5EF4-FFF2-40B4-BE49-F238E27FC236}">
                <a16:creationId xmlns:a16="http://schemas.microsoft.com/office/drawing/2014/main" id="{6EBBF9B1-5C4F-4BFD-A9BB-4D695A93E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37701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0" name="path-8212">
            <a:extLst xmlns:a="http://schemas.openxmlformats.org/drawingml/2006/main">
              <a:ext uri="{FF2B5EF4-FFF2-40B4-BE49-F238E27FC236}">
                <a16:creationId xmlns:a16="http://schemas.microsoft.com/office/drawing/2014/main" id="{45E1566C-2F85-4E38-9C1C-1C6C7F1A8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4333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1" name="path-8213">
            <a:extLst xmlns:a="http://schemas.openxmlformats.org/drawingml/2006/main">
              <a:ext uri="{FF2B5EF4-FFF2-40B4-BE49-F238E27FC236}">
                <a16:creationId xmlns:a16="http://schemas.microsoft.com/office/drawing/2014/main" id="{0028795C-FE17-40E1-B425-F777F59C8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4333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2" name="path-8214">
            <a:extLst xmlns:a="http://schemas.openxmlformats.org/drawingml/2006/main">
              <a:ext uri="{FF2B5EF4-FFF2-40B4-BE49-F238E27FC236}">
                <a16:creationId xmlns:a16="http://schemas.microsoft.com/office/drawing/2014/main" id="{84390FBA-9EB6-4B56-B386-7D6619203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4333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3" name="path-8215">
            <a:extLst xmlns:a="http://schemas.openxmlformats.org/drawingml/2006/main">
              <a:ext uri="{FF2B5EF4-FFF2-40B4-BE49-F238E27FC236}">
                <a16:creationId xmlns:a16="http://schemas.microsoft.com/office/drawing/2014/main" id="{9C5DA0A8-64BA-4AEF-A8C0-66B2C7F25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37701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9209"/>
                </a:move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lnTo>
                  <a:pt x="64892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4" name="path-8216">
            <a:extLst xmlns:a="http://schemas.openxmlformats.org/drawingml/2006/main">
              <a:ext uri="{FF2B5EF4-FFF2-40B4-BE49-F238E27FC236}">
                <a16:creationId xmlns:a16="http://schemas.microsoft.com/office/drawing/2014/main" id="{C2557698-6D82-420B-AD7F-3610F843A8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99823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5" name="path-8217">
            <a:extLst xmlns:a="http://schemas.openxmlformats.org/drawingml/2006/main">
              <a:ext uri="{FF2B5EF4-FFF2-40B4-BE49-F238E27FC236}">
                <a16:creationId xmlns:a16="http://schemas.microsoft.com/office/drawing/2014/main" id="{0E300B9F-E0D7-4722-8E5D-CD796324A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2213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36836" y="18418"/>
                </a:moveTo>
                <a:lnTo>
                  <a:pt x="44220" y="18905"/>
                </a:lnTo>
                <a:lnTo>
                  <a:pt x="51287" y="20322"/>
                </a:lnTo>
                <a:lnTo>
                  <a:pt x="57980" y="22603"/>
                </a:lnTo>
                <a:lnTo>
                  <a:pt x="61508" y="14096"/>
                </a:lnTo>
                <a:lnTo>
                  <a:pt x="61509" y="14096"/>
                </a:lnTo>
                <a:lnTo>
                  <a:pt x="64892" y="5936"/>
                </a:lnTo>
                <a:lnTo>
                  <a:pt x="53727" y="1946"/>
                </a:lnTo>
                <a:lnTo>
                  <a:pt x="36834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36836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6" name="path-8218">
            <a:extLst xmlns:a="http://schemas.openxmlformats.org/drawingml/2006/main">
              <a:ext uri="{FF2B5EF4-FFF2-40B4-BE49-F238E27FC236}">
                <a16:creationId xmlns:a16="http://schemas.microsoft.com/office/drawing/2014/main" id="{206D82A9-75D6-465F-8B83-12DAE9DB6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5062" y="7138318"/>
            <a:ext cx="26445" cy="75924"/>
          </a:xfrm>
          <a:custGeom xmlns:a="http://schemas.openxmlformats.org/drawingml/2006/main">
            <a:pathLst>
              <a:path w="22602" h="64891">
                <a:moveTo>
                  <a:pt x="0" y="6911"/>
                </a:moveTo>
                <a:lnTo>
                  <a:pt x="2281" y="13605"/>
                </a:lnTo>
                <a:lnTo>
                  <a:pt x="3698" y="20672"/>
                </a:lnTo>
                <a:lnTo>
                  <a:pt x="4185" y="28056"/>
                </a:lnTo>
                <a:lnTo>
                  <a:pt x="4185" y="64891"/>
                </a:lnTo>
                <a:lnTo>
                  <a:pt x="13394" y="64891"/>
                </a:lnTo>
                <a:lnTo>
                  <a:pt x="22602" y="64891"/>
                </a:lnTo>
                <a:lnTo>
                  <a:pt x="22602" y="28056"/>
                </a:lnTo>
                <a:lnTo>
                  <a:pt x="20656" y="11164"/>
                </a:lnTo>
                <a:lnTo>
                  <a:pt x="16666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7" name="path-8219">
            <a:extLst xmlns:a="http://schemas.openxmlformats.org/drawingml/2006/main">
              <a:ext uri="{FF2B5EF4-FFF2-40B4-BE49-F238E27FC236}">
                <a16:creationId xmlns:a16="http://schemas.microsoft.com/office/drawing/2014/main" id="{4661DCE2-7D74-4A3F-882D-5FDECF0FA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9958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8" name="path-8220">
            <a:extLst xmlns:a="http://schemas.openxmlformats.org/drawingml/2006/main">
              <a:ext uri="{FF2B5EF4-FFF2-40B4-BE49-F238E27FC236}">
                <a16:creationId xmlns:a16="http://schemas.microsoft.com/office/drawing/2014/main" id="{B1232799-EEC3-4DC5-990D-AA22E9DA8F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75062" y="7472830"/>
            <a:ext cx="26445" cy="75924"/>
          </a:xfrm>
          <a:custGeom xmlns:a="http://schemas.openxmlformats.org/drawingml/2006/main">
            <a:pathLst>
              <a:path w="22602" h="64891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6" y="64891"/>
                </a:lnTo>
                <a:lnTo>
                  <a:pt x="20656" y="53727"/>
                </a:lnTo>
                <a:lnTo>
                  <a:pt x="22602" y="36835"/>
                </a:lnTo>
                <a:lnTo>
                  <a:pt x="22602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09" name="path-8221">
            <a:extLst xmlns:a="http://schemas.openxmlformats.org/drawingml/2006/main">
              <a:ext uri="{FF2B5EF4-FFF2-40B4-BE49-F238E27FC236}">
                <a16:creationId xmlns:a16="http://schemas.microsoft.com/office/drawing/2014/main" id="{CA941E3C-A8B5-4304-B528-8B8E2B4CD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2213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57980" y="0"/>
                </a:moveTo>
                <a:lnTo>
                  <a:pt x="51287" y="2281"/>
                </a:lnTo>
                <a:lnTo>
                  <a:pt x="44220" y="3698"/>
                </a:ln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4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0" name="path-8222">
            <a:extLst xmlns:a="http://schemas.openxmlformats.org/drawingml/2006/main">
              <a:ext uri="{FF2B5EF4-FFF2-40B4-BE49-F238E27FC236}">
                <a16:creationId xmlns:a16="http://schemas.microsoft.com/office/drawing/2014/main" id="{3FA7695D-D6E8-4860-8754-8C80727AE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99823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1" name="path-8223">
            <a:extLst xmlns:a="http://schemas.openxmlformats.org/drawingml/2006/main">
              <a:ext uri="{FF2B5EF4-FFF2-40B4-BE49-F238E27FC236}">
                <a16:creationId xmlns:a16="http://schemas.microsoft.com/office/drawing/2014/main" id="{4296A485-DD83-40F9-AA1C-63A4845E1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8376" y="7084949"/>
            <a:ext cx="517175" cy="517174"/>
          </a:xfrm>
          <a:custGeom xmlns:a="http://schemas.openxmlformats.org/drawingml/2006/main">
            <a:pathLst>
              <a:path w="442023" h="442023">
                <a:moveTo>
                  <a:pt x="0" y="73671"/>
                </a:moveTo>
                <a:cubicBezTo>
                  <a:pt x="0" y="32983"/>
                  <a:pt x="32983" y="0"/>
                  <a:pt x="73670" y="0"/>
                </a:cubicBezTo>
                <a:lnTo>
                  <a:pt x="368352" y="0"/>
                </a:lnTo>
                <a:cubicBezTo>
                  <a:pt x="409039" y="0"/>
                  <a:pt x="442023" y="32983"/>
                  <a:pt x="442023" y="73671"/>
                </a:cubicBezTo>
                <a:lnTo>
                  <a:pt x="442023" y="368352"/>
                </a:lnTo>
                <a:cubicBezTo>
                  <a:pt x="442023" y="409039"/>
                  <a:pt x="409039" y="442023"/>
                  <a:pt x="368352" y="442023"/>
                </a:cubicBezTo>
                <a:lnTo>
                  <a:pt x="73670" y="442023"/>
                </a:lnTo>
                <a:cubicBezTo>
                  <a:pt x="32983" y="442023"/>
                  <a:pt x="0" y="409039"/>
                  <a:pt x="0" y="368352"/>
                </a:cubicBezTo>
                <a:lnTo>
                  <a:pt x="0" y="73671"/>
                </a:lnTo>
              </a:path>
            </a:pathLst>
          </a:custGeom>
          <a:solidFill xmlns:a="http://schemas.openxmlformats.org/drawingml/2006/main">
            <a:srgbClr val="8A8A8A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2" name="path-8224">
            <a:extLst xmlns:a="http://schemas.openxmlformats.org/drawingml/2006/main">
              <a:ext uri="{FF2B5EF4-FFF2-40B4-BE49-F238E27FC236}">
                <a16:creationId xmlns:a16="http://schemas.microsoft.com/office/drawing/2014/main" id="{3E824011-1CE6-436F-8F5B-651FF21704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1745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3394"/>
                </a:moveTo>
                <a:lnTo>
                  <a:pt x="64892" y="4185"/>
                </a:lnTo>
                <a:lnTo>
                  <a:pt x="28056" y="4185"/>
                </a:lnTo>
                <a:lnTo>
                  <a:pt x="20672" y="3698"/>
                </a:lnTo>
                <a:lnTo>
                  <a:pt x="13605" y="2281"/>
                </a:lnTo>
                <a:lnTo>
                  <a:pt x="6912" y="0"/>
                </a:lnTo>
                <a:lnTo>
                  <a:pt x="0" y="16667"/>
                </a:lnTo>
                <a:lnTo>
                  <a:pt x="11165" y="20657"/>
                </a:lnTo>
                <a:lnTo>
                  <a:pt x="28056" y="22603"/>
                </a:lnTo>
                <a:lnTo>
                  <a:pt x="64892" y="22603"/>
                </a:lnTo>
                <a:lnTo>
                  <a:pt x="64892" y="1339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3" name="path-8225">
            <a:extLst xmlns:a="http://schemas.openxmlformats.org/drawingml/2006/main">
              <a:ext uri="{FF2B5EF4-FFF2-40B4-BE49-F238E27FC236}">
                <a16:creationId xmlns:a16="http://schemas.microsoft.com/office/drawing/2014/main" id="{8A7CF745-1AEB-4267-AABE-02216C259B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8376" y="7472830"/>
            <a:ext cx="26446" cy="75924"/>
          </a:xfrm>
          <a:custGeom xmlns:a="http://schemas.openxmlformats.org/drawingml/2006/main">
            <a:pathLst>
              <a:path w="22603" h="64891">
                <a:moveTo>
                  <a:pt x="18904" y="44220"/>
                </a:moveTo>
                <a:lnTo>
                  <a:pt x="18417" y="36835"/>
                </a:ln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36835"/>
                </a:lnTo>
                <a:lnTo>
                  <a:pt x="1946" y="53727"/>
                </a:lnTo>
                <a:lnTo>
                  <a:pt x="5936" y="64891"/>
                </a:lnTo>
                <a:lnTo>
                  <a:pt x="14096" y="61508"/>
                </a:lnTo>
                <a:lnTo>
                  <a:pt x="14096" y="61508"/>
                </a:lnTo>
                <a:lnTo>
                  <a:pt x="22603" y="57980"/>
                </a:lnTo>
                <a:lnTo>
                  <a:pt x="20322" y="51286"/>
                </a:lnTo>
                <a:lnTo>
                  <a:pt x="18904" y="4422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4" name="path-8226">
            <a:extLst xmlns:a="http://schemas.openxmlformats.org/drawingml/2006/main">
              <a:ext uri="{FF2B5EF4-FFF2-40B4-BE49-F238E27FC236}">
                <a16:creationId xmlns:a16="http://schemas.microsoft.com/office/drawing/2014/main" id="{EE449073-3114-459F-A7FD-3B4711491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8376" y="7300438"/>
            <a:ext cx="21548" cy="86196"/>
          </a:xfrm>
          <a:custGeom xmlns:a="http://schemas.openxmlformats.org/drawingml/2006/main">
            <a:pathLst>
              <a:path w="18417" h="73671">
                <a:moveTo>
                  <a:pt x="18417" y="73671"/>
                </a:moveTo>
                <a:lnTo>
                  <a:pt x="18417" y="0"/>
                </a:lnTo>
                <a:lnTo>
                  <a:pt x="9209" y="0"/>
                </a:lnTo>
                <a:lnTo>
                  <a:pt x="0" y="0"/>
                </a:lnTo>
                <a:lnTo>
                  <a:pt x="0" y="73671"/>
                </a:lnTo>
                <a:lnTo>
                  <a:pt x="9209" y="73671"/>
                </a:lnTo>
                <a:lnTo>
                  <a:pt x="18417" y="73671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5" name="path-8227">
            <a:extLst xmlns:a="http://schemas.openxmlformats.org/drawingml/2006/main">
              <a:ext uri="{FF2B5EF4-FFF2-40B4-BE49-F238E27FC236}">
                <a16:creationId xmlns:a16="http://schemas.microsoft.com/office/drawing/2014/main" id="{9EB223B8-7FB2-49D6-97D6-23C9EDC04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08376" y="7138318"/>
            <a:ext cx="26446" cy="75924"/>
          </a:xfrm>
          <a:custGeom xmlns:a="http://schemas.openxmlformats.org/drawingml/2006/main">
            <a:pathLst>
              <a:path w="22603" h="64891">
                <a:moveTo>
                  <a:pt x="14096" y="3384"/>
                </a:moveTo>
                <a:lnTo>
                  <a:pt x="14096" y="3384"/>
                </a:lnTo>
                <a:lnTo>
                  <a:pt x="5936" y="0"/>
                </a:lnTo>
                <a:lnTo>
                  <a:pt x="1946" y="11164"/>
                </a:lnTo>
                <a:lnTo>
                  <a:pt x="0" y="28056"/>
                </a:lnTo>
                <a:lnTo>
                  <a:pt x="0" y="64891"/>
                </a:lnTo>
                <a:lnTo>
                  <a:pt x="9209" y="64891"/>
                </a:lnTo>
                <a:lnTo>
                  <a:pt x="18417" y="64891"/>
                </a:lnTo>
                <a:lnTo>
                  <a:pt x="18417" y="28056"/>
                </a:lnTo>
                <a:lnTo>
                  <a:pt x="18904" y="20672"/>
                </a:lnTo>
                <a:lnTo>
                  <a:pt x="20322" y="13605"/>
                </a:lnTo>
                <a:lnTo>
                  <a:pt x="22603" y="6911"/>
                </a:lnTo>
                <a:lnTo>
                  <a:pt x="14096" y="3384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6" name="path-8228">
            <a:extLst xmlns:a="http://schemas.openxmlformats.org/drawingml/2006/main">
              <a:ext uri="{FF2B5EF4-FFF2-40B4-BE49-F238E27FC236}">
                <a16:creationId xmlns:a16="http://schemas.microsoft.com/office/drawing/2014/main" id="{2B86EC21-4792-4A2F-8EC3-87080376BC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1745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64892" y="18418"/>
                </a:moveTo>
                <a:lnTo>
                  <a:pt x="64892" y="9209"/>
                </a:lnTo>
                <a:lnTo>
                  <a:pt x="64892" y="0"/>
                </a:lnTo>
                <a:lnTo>
                  <a:pt x="28057" y="0"/>
                </a:lnTo>
                <a:lnTo>
                  <a:pt x="11165" y="1946"/>
                </a:lnTo>
                <a:lnTo>
                  <a:pt x="0" y="5936"/>
                </a:lnTo>
                <a:lnTo>
                  <a:pt x="6912" y="22603"/>
                </a:lnTo>
                <a:lnTo>
                  <a:pt x="13606" y="20322"/>
                </a:lnTo>
                <a:lnTo>
                  <a:pt x="20672" y="18905"/>
                </a:lnTo>
                <a:lnTo>
                  <a:pt x="28057" y="18418"/>
                </a:lnTo>
                <a:lnTo>
                  <a:pt x="64892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7" name="path-8229">
            <a:extLst xmlns:a="http://schemas.openxmlformats.org/drawingml/2006/main">
              <a:ext uri="{FF2B5EF4-FFF2-40B4-BE49-F238E27FC236}">
                <a16:creationId xmlns:a16="http://schemas.microsoft.com/office/drawing/2014/main" id="{AFB91B35-1FE0-44D4-9761-9E96B51679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23866" y="7084949"/>
            <a:ext cx="86195" cy="21549"/>
          </a:xfrm>
          <a:custGeom xmlns:a="http://schemas.openxmlformats.org/drawingml/2006/main">
            <a:pathLst>
              <a:path w="73670" h="18418">
                <a:moveTo>
                  <a:pt x="0" y="18418"/>
                </a:moveTo>
                <a:lnTo>
                  <a:pt x="73670" y="18418"/>
                </a:lnTo>
                <a:lnTo>
                  <a:pt x="73670" y="9209"/>
                </a:ln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8" name="path-8230">
            <a:extLst xmlns:a="http://schemas.openxmlformats.org/drawingml/2006/main">
              <a:ext uri="{FF2B5EF4-FFF2-40B4-BE49-F238E27FC236}">
                <a16:creationId xmlns:a16="http://schemas.microsoft.com/office/drawing/2014/main" id="{91A2E382-8FC9-4EB7-83CD-B710DF4A6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96257" y="7084949"/>
            <a:ext cx="75925" cy="26446"/>
          </a:xfrm>
          <a:custGeom xmlns:a="http://schemas.openxmlformats.org/drawingml/2006/main">
            <a:pathLst>
              <a:path w="64892" h="22603">
                <a:moveTo>
                  <a:pt x="0" y="9209"/>
                </a:moveTo>
                <a:lnTo>
                  <a:pt x="0" y="18418"/>
                </a:lnTo>
                <a:lnTo>
                  <a:pt x="36836" y="18418"/>
                </a:lnTo>
                <a:lnTo>
                  <a:pt x="44221" y="18905"/>
                </a:lnTo>
                <a:lnTo>
                  <a:pt x="51287" y="20322"/>
                </a:lnTo>
                <a:lnTo>
                  <a:pt x="57981" y="22603"/>
                </a:lnTo>
                <a:lnTo>
                  <a:pt x="64892" y="5936"/>
                </a:lnTo>
                <a:lnTo>
                  <a:pt x="53727" y="1946"/>
                </a:lnTo>
                <a:lnTo>
                  <a:pt x="36836" y="0"/>
                </a:lnTo>
                <a:lnTo>
                  <a:pt x="0" y="0"/>
                </a:lnTo>
                <a:lnTo>
                  <a:pt x="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19" name="path-8231">
            <a:extLst xmlns:a="http://schemas.openxmlformats.org/drawingml/2006/main">
              <a:ext uri="{FF2B5EF4-FFF2-40B4-BE49-F238E27FC236}">
                <a16:creationId xmlns:a16="http://schemas.microsoft.com/office/drawing/2014/main" id="{5812FC3B-9C69-4D87-9596-C5D906840E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99105" y="7138318"/>
            <a:ext cx="26446" cy="75925"/>
          </a:xfrm>
          <a:custGeom xmlns:a="http://schemas.openxmlformats.org/drawingml/2006/main">
            <a:pathLst>
              <a:path w="22603" h="64892">
                <a:moveTo>
                  <a:pt x="0" y="6912"/>
                </a:moveTo>
                <a:lnTo>
                  <a:pt x="2281" y="13605"/>
                </a:lnTo>
                <a:lnTo>
                  <a:pt x="3698" y="20672"/>
                </a:lnTo>
                <a:lnTo>
                  <a:pt x="4185" y="28057"/>
                </a:lnTo>
                <a:lnTo>
                  <a:pt x="4185" y="64892"/>
                </a:lnTo>
                <a:lnTo>
                  <a:pt x="13394" y="64892"/>
                </a:lnTo>
                <a:lnTo>
                  <a:pt x="22603" y="64892"/>
                </a:lnTo>
                <a:lnTo>
                  <a:pt x="22603" y="28057"/>
                </a:lnTo>
                <a:lnTo>
                  <a:pt x="20657" y="11165"/>
                </a:lnTo>
                <a:lnTo>
                  <a:pt x="16667" y="0"/>
                </a:lnTo>
                <a:lnTo>
                  <a:pt x="8505" y="3384"/>
                </a:lnTo>
                <a:lnTo>
                  <a:pt x="8506" y="3384"/>
                </a:lnTo>
                <a:lnTo>
                  <a:pt x="0" y="6912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0" name="path-8232">
            <a:extLst xmlns:a="http://schemas.openxmlformats.org/drawingml/2006/main">
              <a:ext uri="{FF2B5EF4-FFF2-40B4-BE49-F238E27FC236}">
                <a16:creationId xmlns:a16="http://schemas.microsoft.com/office/drawing/2014/main" id="{49492B89-BC74-4C35-BFCF-B00CF2A5C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04002" y="7300438"/>
            <a:ext cx="21550" cy="86196"/>
          </a:xfrm>
          <a:custGeom xmlns:a="http://schemas.openxmlformats.org/drawingml/2006/main">
            <a:pathLst>
              <a:path w="18418" h="73671">
                <a:moveTo>
                  <a:pt x="0" y="0"/>
                </a:moveTo>
                <a:lnTo>
                  <a:pt x="0" y="73671"/>
                </a:lnTo>
                <a:lnTo>
                  <a:pt x="9209" y="73671"/>
                </a:lnTo>
                <a:lnTo>
                  <a:pt x="18418" y="73671"/>
                </a:lnTo>
                <a:lnTo>
                  <a:pt x="18418" y="0"/>
                </a:lnTo>
                <a:lnTo>
                  <a:pt x="9209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1" name="path-8233">
            <a:extLst xmlns:a="http://schemas.openxmlformats.org/drawingml/2006/main">
              <a:ext uri="{FF2B5EF4-FFF2-40B4-BE49-F238E27FC236}">
                <a16:creationId xmlns:a16="http://schemas.microsoft.com/office/drawing/2014/main" id="{28CC9545-52EC-4824-96B7-FCCB41F7E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99105" y="7472830"/>
            <a:ext cx="26446" cy="75925"/>
          </a:xfrm>
          <a:custGeom xmlns:a="http://schemas.openxmlformats.org/drawingml/2006/main">
            <a:pathLst>
              <a:path w="22603" h="64892">
                <a:moveTo>
                  <a:pt x="4185" y="36835"/>
                </a:moveTo>
                <a:lnTo>
                  <a:pt x="3698" y="44220"/>
                </a:lnTo>
                <a:lnTo>
                  <a:pt x="2281" y="51286"/>
                </a:lnTo>
                <a:lnTo>
                  <a:pt x="0" y="57980"/>
                </a:lnTo>
                <a:lnTo>
                  <a:pt x="8506" y="61507"/>
                </a:lnTo>
                <a:lnTo>
                  <a:pt x="8505" y="61508"/>
                </a:lnTo>
                <a:lnTo>
                  <a:pt x="16667" y="64892"/>
                </a:lnTo>
                <a:lnTo>
                  <a:pt x="20657" y="53727"/>
                </a:lnTo>
                <a:lnTo>
                  <a:pt x="22603" y="36835"/>
                </a:lnTo>
                <a:lnTo>
                  <a:pt x="22603" y="0"/>
                </a:lnTo>
                <a:lnTo>
                  <a:pt x="13394" y="0"/>
                </a:lnTo>
                <a:lnTo>
                  <a:pt x="4185" y="0"/>
                </a:lnTo>
                <a:lnTo>
                  <a:pt x="4185" y="36835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2" name="path-8234">
            <a:extLst xmlns:a="http://schemas.openxmlformats.org/drawingml/2006/main">
              <a:ext uri="{FF2B5EF4-FFF2-40B4-BE49-F238E27FC236}">
                <a16:creationId xmlns:a16="http://schemas.microsoft.com/office/drawing/2014/main" id="{586CF86A-7658-4F76-A17B-872BD9478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996257" y="7575677"/>
            <a:ext cx="75925" cy="26446"/>
          </a:xfrm>
          <a:custGeom xmlns:a="http://schemas.openxmlformats.org/drawingml/2006/main">
            <a:pathLst>
              <a:path w="64892" h="22603">
                <a:moveTo>
                  <a:pt x="44220" y="3698"/>
                </a:moveTo>
                <a:lnTo>
                  <a:pt x="36836" y="4185"/>
                </a:lnTo>
                <a:lnTo>
                  <a:pt x="0" y="4185"/>
                </a:lnTo>
                <a:lnTo>
                  <a:pt x="0" y="13394"/>
                </a:lnTo>
                <a:lnTo>
                  <a:pt x="0" y="22603"/>
                </a:lnTo>
                <a:lnTo>
                  <a:pt x="36836" y="22603"/>
                </a:lnTo>
                <a:lnTo>
                  <a:pt x="53727" y="20657"/>
                </a:lnTo>
                <a:lnTo>
                  <a:pt x="64892" y="16667"/>
                </a:lnTo>
                <a:lnTo>
                  <a:pt x="61509" y="8507"/>
                </a:lnTo>
                <a:lnTo>
                  <a:pt x="61508" y="8507"/>
                </a:lnTo>
                <a:lnTo>
                  <a:pt x="57980" y="0"/>
                </a:lnTo>
                <a:lnTo>
                  <a:pt x="51287" y="2281"/>
                </a:lnTo>
                <a:lnTo>
                  <a:pt x="44220" y="3698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3" name="path-8235">
            <a:extLst xmlns:a="http://schemas.openxmlformats.org/drawingml/2006/main">
              <a:ext uri="{FF2B5EF4-FFF2-40B4-BE49-F238E27FC236}">
                <a16:creationId xmlns:a16="http://schemas.microsoft.com/office/drawing/2014/main" id="{FF38A406-A97E-4981-B978-F8CF9B350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23866" y="7580574"/>
            <a:ext cx="86195" cy="21549"/>
          </a:xfrm>
          <a:custGeom xmlns:a="http://schemas.openxmlformats.org/drawingml/2006/main">
            <a:pathLst>
              <a:path w="73670" h="18418">
                <a:moveTo>
                  <a:pt x="73670" y="9209"/>
                </a:moveTo>
                <a:lnTo>
                  <a:pt x="73670" y="0"/>
                </a:lnTo>
                <a:lnTo>
                  <a:pt x="0" y="0"/>
                </a:lnTo>
                <a:lnTo>
                  <a:pt x="0" y="9209"/>
                </a:lnTo>
                <a:lnTo>
                  <a:pt x="0" y="18418"/>
                </a:lnTo>
                <a:lnTo>
                  <a:pt x="73670" y="18418"/>
                </a:lnTo>
                <a:lnTo>
                  <a:pt x="73670" y="9209"/>
                </a:lnTo>
                <a:close/>
              </a:path>
            </a:pathLst>
          </a:custGeom>
          <a:solidFill xmlns:a="http://schemas.openxmlformats.org/drawingml/2006/main">
            <a:srgbClr val="8A8A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4" name="path-8236">
            <a:extLst xmlns:a="http://schemas.openxmlformats.org/drawingml/2006/main">
              <a:ext uri="{FF2B5EF4-FFF2-40B4-BE49-F238E27FC236}">
                <a16:creationId xmlns:a16="http://schemas.microsoft.com/office/drawing/2014/main" id="{1C704565-0C14-46DF-A438-1F202230F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90520" y="6454643"/>
            <a:ext cx="1454553" cy="635694"/>
          </a:xfrm>
          <a:custGeom xmlns:a="http://schemas.openxmlformats.org/drawingml/2006/main">
            <a:pathLst>
              <a:path w="1243188" h="543319">
                <a:moveTo>
                  <a:pt x="626199" y="543319"/>
                </a:moveTo>
                <a:lnTo>
                  <a:pt x="0" y="0"/>
                </a:lnTo>
                <a:lnTo>
                  <a:pt x="1243188" y="0"/>
                </a:lnTo>
                <a:lnTo>
                  <a:pt x="626199" y="543319"/>
                </a:lnTo>
              </a:path>
            </a:pathLst>
          </a:custGeom>
          <a:solidFill xmlns:a="http://schemas.openxmlformats.org/drawingml/2006/main">
            <a:srgbClr val="009F86">
              <a:alpha val="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5" name="path-8237">
            <a:extLst xmlns:a="http://schemas.openxmlformats.org/drawingml/2006/main">
              <a:ext uri="{FF2B5EF4-FFF2-40B4-BE49-F238E27FC236}">
                <a16:creationId xmlns:a16="http://schemas.microsoft.com/office/drawing/2014/main" id="{4110B4E3-D7A7-4346-91EA-72D913501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8156" y="6710873"/>
            <a:ext cx="1614655" cy="243435"/>
          </a:xfrm>
          <a:custGeom xmlns:a="http://schemas.openxmlformats.org/drawingml/2006/main">
            <a:pathLst>
              <a:path w="1380026" h="208061">
                <a:moveTo>
                  <a:pt x="113815" y="173241"/>
                </a:moveTo>
                <a:cubicBezTo>
                  <a:pt x="103839" y="185231"/>
                  <a:pt x="93767" y="194056"/>
                  <a:pt x="83598" y="199716"/>
                </a:cubicBezTo>
                <a:cubicBezTo>
                  <a:pt x="73431" y="205279"/>
                  <a:pt x="62687" y="208061"/>
                  <a:pt x="51367" y="208061"/>
                </a:cubicBezTo>
                <a:cubicBezTo>
                  <a:pt x="37746" y="208061"/>
                  <a:pt x="27099" y="204224"/>
                  <a:pt x="19425" y="196550"/>
                </a:cubicBezTo>
                <a:cubicBezTo>
                  <a:pt x="11847" y="188876"/>
                  <a:pt x="8057" y="178564"/>
                  <a:pt x="8057" y="165615"/>
                </a:cubicBezTo>
                <a:cubicBezTo>
                  <a:pt x="8057" y="150938"/>
                  <a:pt x="12134" y="136501"/>
                  <a:pt x="20288" y="122304"/>
                </a:cubicBezTo>
                <a:cubicBezTo>
                  <a:pt x="28537" y="108107"/>
                  <a:pt x="39569" y="96596"/>
                  <a:pt x="53383" y="87771"/>
                </a:cubicBezTo>
                <a:cubicBezTo>
                  <a:pt x="67291" y="78851"/>
                  <a:pt x="80913" y="74390"/>
                  <a:pt x="94247" y="74390"/>
                </a:cubicBezTo>
                <a:cubicBezTo>
                  <a:pt x="104703" y="74390"/>
                  <a:pt x="112520" y="76596"/>
                  <a:pt x="117700" y="81009"/>
                </a:cubicBezTo>
                <a:cubicBezTo>
                  <a:pt x="122880" y="85325"/>
                  <a:pt x="125470" y="90649"/>
                  <a:pt x="125470" y="96980"/>
                </a:cubicBezTo>
                <a:cubicBezTo>
                  <a:pt x="125470" y="102927"/>
                  <a:pt x="123647" y="108012"/>
                  <a:pt x="120002" y="112232"/>
                </a:cubicBezTo>
                <a:cubicBezTo>
                  <a:pt x="117316" y="115494"/>
                  <a:pt x="114007" y="117124"/>
                  <a:pt x="110074" y="117124"/>
                </a:cubicBezTo>
                <a:cubicBezTo>
                  <a:pt x="107100" y="117124"/>
                  <a:pt x="104606" y="116165"/>
                  <a:pt x="102591" y="114247"/>
                </a:cubicBezTo>
                <a:cubicBezTo>
                  <a:pt x="100673" y="112328"/>
                  <a:pt x="99714" y="109930"/>
                  <a:pt x="99714" y="107052"/>
                </a:cubicBezTo>
                <a:cubicBezTo>
                  <a:pt x="99714" y="105230"/>
                  <a:pt x="100050" y="103551"/>
                  <a:pt x="100721" y="102016"/>
                </a:cubicBezTo>
                <a:cubicBezTo>
                  <a:pt x="101489" y="100481"/>
                  <a:pt x="102976" y="98659"/>
                  <a:pt x="105182" y="96549"/>
                </a:cubicBezTo>
                <a:cubicBezTo>
                  <a:pt x="107483" y="94342"/>
                  <a:pt x="108874" y="92760"/>
                  <a:pt x="109355" y="91800"/>
                </a:cubicBezTo>
                <a:cubicBezTo>
                  <a:pt x="109834" y="90841"/>
                  <a:pt x="110074" y="89834"/>
                  <a:pt x="110074" y="88779"/>
                </a:cubicBezTo>
                <a:cubicBezTo>
                  <a:pt x="110074" y="86764"/>
                  <a:pt x="109163" y="85086"/>
                  <a:pt x="107340" y="83743"/>
                </a:cubicBezTo>
                <a:cubicBezTo>
                  <a:pt x="104558" y="81824"/>
                  <a:pt x="100626" y="80865"/>
                  <a:pt x="95541" y="80865"/>
                </a:cubicBezTo>
                <a:cubicBezTo>
                  <a:pt x="86141" y="80865"/>
                  <a:pt x="76836" y="84174"/>
                  <a:pt x="67627" y="90793"/>
                </a:cubicBezTo>
                <a:cubicBezTo>
                  <a:pt x="58418" y="97412"/>
                  <a:pt x="50552" y="106812"/>
                  <a:pt x="44029" y="118995"/>
                </a:cubicBezTo>
                <a:cubicBezTo>
                  <a:pt x="36164" y="133767"/>
                  <a:pt x="32231" y="148540"/>
                  <a:pt x="32231" y="163312"/>
                </a:cubicBezTo>
                <a:cubicBezTo>
                  <a:pt x="32231" y="173097"/>
                  <a:pt x="35013" y="180867"/>
                  <a:pt x="40577" y="186622"/>
                </a:cubicBezTo>
                <a:cubicBezTo>
                  <a:pt x="46139" y="192282"/>
                  <a:pt x="53717" y="195111"/>
                  <a:pt x="63311" y="195111"/>
                </a:cubicBezTo>
                <a:cubicBezTo>
                  <a:pt x="70696" y="195111"/>
                  <a:pt x="77987" y="193289"/>
                  <a:pt x="85182" y="189644"/>
                </a:cubicBezTo>
                <a:cubicBezTo>
                  <a:pt x="92472" y="185903"/>
                  <a:pt x="100626" y="179188"/>
                  <a:pt x="109642" y="169499"/>
                </a:cubicBezTo>
                <a:lnTo>
                  <a:pt x="113815" y="173241"/>
                </a:lnTo>
                <a:moveTo>
                  <a:pt x="267199" y="119427"/>
                </a:moveTo>
                <a:cubicBezTo>
                  <a:pt x="267199" y="133815"/>
                  <a:pt x="263362" y="148060"/>
                  <a:pt x="255688" y="162161"/>
                </a:cubicBezTo>
                <a:cubicBezTo>
                  <a:pt x="248110" y="176262"/>
                  <a:pt x="237511" y="187438"/>
                  <a:pt x="223889" y="195687"/>
                </a:cubicBezTo>
                <a:cubicBezTo>
                  <a:pt x="210268" y="203937"/>
                  <a:pt x="197030" y="208061"/>
                  <a:pt x="184177" y="208061"/>
                </a:cubicBezTo>
                <a:cubicBezTo>
                  <a:pt x="171035" y="208061"/>
                  <a:pt x="160290" y="203888"/>
                  <a:pt x="151946" y="195543"/>
                </a:cubicBezTo>
                <a:cubicBezTo>
                  <a:pt x="143696" y="187102"/>
                  <a:pt x="139571" y="176214"/>
                  <a:pt x="139571" y="162881"/>
                </a:cubicBezTo>
                <a:cubicBezTo>
                  <a:pt x="139571" y="148780"/>
                  <a:pt x="143600" y="134631"/>
                  <a:pt x="151657" y="120434"/>
                </a:cubicBezTo>
                <a:cubicBezTo>
                  <a:pt x="159811" y="106237"/>
                  <a:pt x="170650" y="95014"/>
                  <a:pt x="184177" y="86764"/>
                </a:cubicBezTo>
                <a:cubicBezTo>
                  <a:pt x="197798" y="78515"/>
                  <a:pt x="210940" y="74390"/>
                  <a:pt x="223601" y="74390"/>
                </a:cubicBezTo>
                <a:cubicBezTo>
                  <a:pt x="236263" y="74390"/>
                  <a:pt x="246672" y="78563"/>
                  <a:pt x="254825" y="86908"/>
                </a:cubicBezTo>
                <a:cubicBezTo>
                  <a:pt x="263074" y="95253"/>
                  <a:pt x="267199" y="106093"/>
                  <a:pt x="267199" y="119427"/>
                </a:cubicBezTo>
                <a:moveTo>
                  <a:pt x="243314" y="109498"/>
                </a:moveTo>
                <a:cubicBezTo>
                  <a:pt x="243314" y="100577"/>
                  <a:pt x="241108" y="93767"/>
                  <a:pt x="236695" y="89066"/>
                </a:cubicBezTo>
                <a:cubicBezTo>
                  <a:pt x="232379" y="84270"/>
                  <a:pt x="226766" y="81872"/>
                  <a:pt x="219860" y="81872"/>
                </a:cubicBezTo>
                <a:cubicBezTo>
                  <a:pt x="205759" y="81872"/>
                  <a:pt x="192761" y="91992"/>
                  <a:pt x="180867" y="112232"/>
                </a:cubicBezTo>
                <a:cubicBezTo>
                  <a:pt x="169068" y="132376"/>
                  <a:pt x="163168" y="152425"/>
                  <a:pt x="163168" y="172377"/>
                </a:cubicBezTo>
                <a:cubicBezTo>
                  <a:pt x="163168" y="181490"/>
                  <a:pt x="165471" y="188540"/>
                  <a:pt x="170075" y="193529"/>
                </a:cubicBezTo>
                <a:cubicBezTo>
                  <a:pt x="174680" y="198421"/>
                  <a:pt x="180483" y="200867"/>
                  <a:pt x="187486" y="200867"/>
                </a:cubicBezTo>
                <a:cubicBezTo>
                  <a:pt x="201011" y="200867"/>
                  <a:pt x="213673" y="190843"/>
                  <a:pt x="225471" y="170795"/>
                </a:cubicBezTo>
                <a:cubicBezTo>
                  <a:pt x="237367" y="150650"/>
                  <a:pt x="243314" y="130218"/>
                  <a:pt x="243314" y="109498"/>
                </a:cubicBezTo>
                <a:moveTo>
                  <a:pt x="343316" y="74390"/>
                </a:moveTo>
                <a:lnTo>
                  <a:pt x="324178" y="139859"/>
                </a:lnTo>
                <a:cubicBezTo>
                  <a:pt x="342117" y="113096"/>
                  <a:pt x="355833" y="95494"/>
                  <a:pt x="365330" y="87052"/>
                </a:cubicBezTo>
                <a:cubicBezTo>
                  <a:pt x="374922" y="78610"/>
                  <a:pt x="384132" y="74390"/>
                  <a:pt x="392956" y="74390"/>
                </a:cubicBezTo>
                <a:cubicBezTo>
                  <a:pt x="397753" y="74390"/>
                  <a:pt x="401687" y="75973"/>
                  <a:pt x="404756" y="79138"/>
                </a:cubicBezTo>
                <a:cubicBezTo>
                  <a:pt x="407921" y="82304"/>
                  <a:pt x="409504" y="86429"/>
                  <a:pt x="409504" y="91512"/>
                </a:cubicBezTo>
                <a:cubicBezTo>
                  <a:pt x="409504" y="97268"/>
                  <a:pt x="408113" y="104942"/>
                  <a:pt x="405331" y="114535"/>
                </a:cubicBezTo>
                <a:lnTo>
                  <a:pt x="387777" y="175111"/>
                </a:lnTo>
                <a:cubicBezTo>
                  <a:pt x="385763" y="182114"/>
                  <a:pt x="384755" y="186382"/>
                  <a:pt x="384755" y="187917"/>
                </a:cubicBezTo>
                <a:cubicBezTo>
                  <a:pt x="384755" y="189260"/>
                  <a:pt x="385139" y="190411"/>
                  <a:pt x="385907" y="191370"/>
                </a:cubicBezTo>
                <a:cubicBezTo>
                  <a:pt x="386673" y="192234"/>
                  <a:pt x="387490" y="192665"/>
                  <a:pt x="388353" y="192665"/>
                </a:cubicBezTo>
                <a:cubicBezTo>
                  <a:pt x="389504" y="192665"/>
                  <a:pt x="390895" y="192042"/>
                  <a:pt x="392525" y="190795"/>
                </a:cubicBezTo>
                <a:cubicBezTo>
                  <a:pt x="397609" y="186766"/>
                  <a:pt x="403173" y="180627"/>
                  <a:pt x="409216" y="172377"/>
                </a:cubicBezTo>
                <a:lnTo>
                  <a:pt x="413676" y="175111"/>
                </a:lnTo>
                <a:cubicBezTo>
                  <a:pt x="404756" y="187869"/>
                  <a:pt x="396314" y="196982"/>
                  <a:pt x="388353" y="202449"/>
                </a:cubicBezTo>
                <a:cubicBezTo>
                  <a:pt x="382789" y="206191"/>
                  <a:pt x="377801" y="208061"/>
                  <a:pt x="373388" y="208061"/>
                </a:cubicBezTo>
                <a:cubicBezTo>
                  <a:pt x="369839" y="208061"/>
                  <a:pt x="367010" y="206958"/>
                  <a:pt x="364898" y="204752"/>
                </a:cubicBezTo>
                <a:cubicBezTo>
                  <a:pt x="362788" y="202642"/>
                  <a:pt x="361733" y="199764"/>
                  <a:pt x="361733" y="196119"/>
                </a:cubicBezTo>
                <a:cubicBezTo>
                  <a:pt x="361733" y="191514"/>
                  <a:pt x="363364" y="183601"/>
                  <a:pt x="366625" y="172377"/>
                </a:cubicBezTo>
                <a:lnTo>
                  <a:pt x="383317" y="114535"/>
                </a:lnTo>
                <a:cubicBezTo>
                  <a:pt x="385427" y="107340"/>
                  <a:pt x="386482" y="101729"/>
                  <a:pt x="386482" y="97699"/>
                </a:cubicBezTo>
                <a:cubicBezTo>
                  <a:pt x="386482" y="95781"/>
                  <a:pt x="385858" y="94246"/>
                  <a:pt x="384612" y="93095"/>
                </a:cubicBezTo>
                <a:cubicBezTo>
                  <a:pt x="383364" y="91848"/>
                  <a:pt x="381830" y="91225"/>
                  <a:pt x="380007" y="91225"/>
                </a:cubicBezTo>
                <a:cubicBezTo>
                  <a:pt x="377321" y="91225"/>
                  <a:pt x="374107" y="92376"/>
                  <a:pt x="370366" y="94678"/>
                </a:cubicBezTo>
                <a:cubicBezTo>
                  <a:pt x="363268" y="98995"/>
                  <a:pt x="355882" y="106141"/>
                  <a:pt x="348208" y="116117"/>
                </a:cubicBezTo>
                <a:cubicBezTo>
                  <a:pt x="340534" y="125998"/>
                  <a:pt x="332428" y="138659"/>
                  <a:pt x="323891" y="154104"/>
                </a:cubicBezTo>
                <a:cubicBezTo>
                  <a:pt x="319382" y="162257"/>
                  <a:pt x="315641" y="171178"/>
                  <a:pt x="312668" y="180867"/>
                </a:cubicBezTo>
                <a:lnTo>
                  <a:pt x="305474" y="204608"/>
                </a:lnTo>
                <a:lnTo>
                  <a:pt x="283890" y="204608"/>
                </a:lnTo>
                <a:lnTo>
                  <a:pt x="310077" y="114535"/>
                </a:lnTo>
                <a:cubicBezTo>
                  <a:pt x="313148" y="103695"/>
                  <a:pt x="314682" y="97172"/>
                  <a:pt x="314682" y="94966"/>
                </a:cubicBezTo>
                <a:cubicBezTo>
                  <a:pt x="314682" y="92855"/>
                  <a:pt x="313818" y="91033"/>
                  <a:pt x="312092" y="89498"/>
                </a:cubicBezTo>
                <a:cubicBezTo>
                  <a:pt x="310462" y="87868"/>
                  <a:pt x="308399" y="87052"/>
                  <a:pt x="305904" y="87052"/>
                </a:cubicBezTo>
                <a:cubicBezTo>
                  <a:pt x="304754" y="87052"/>
                  <a:pt x="302739" y="87244"/>
                  <a:pt x="299862" y="87627"/>
                </a:cubicBezTo>
                <a:lnTo>
                  <a:pt x="294393" y="88491"/>
                </a:lnTo>
                <a:lnTo>
                  <a:pt x="293530" y="83311"/>
                </a:lnTo>
                <a:lnTo>
                  <a:pt x="343316" y="74390"/>
                </a:lnTo>
                <a:moveTo>
                  <a:pt x="431951" y="83311"/>
                </a:moveTo>
                <a:lnTo>
                  <a:pt x="473534" y="74390"/>
                </a:lnTo>
                <a:cubicBezTo>
                  <a:pt x="476507" y="81488"/>
                  <a:pt x="478906" y="88730"/>
                  <a:pt x="480729" y="96117"/>
                </a:cubicBezTo>
                <a:cubicBezTo>
                  <a:pt x="483318" y="106957"/>
                  <a:pt x="485429" y="119810"/>
                  <a:pt x="487059" y="134679"/>
                </a:cubicBezTo>
                <a:cubicBezTo>
                  <a:pt x="487827" y="142161"/>
                  <a:pt x="488882" y="157988"/>
                  <a:pt x="490225" y="182162"/>
                </a:cubicBezTo>
                <a:cubicBezTo>
                  <a:pt x="502215" y="168924"/>
                  <a:pt x="509362" y="160723"/>
                  <a:pt x="511664" y="157557"/>
                </a:cubicBezTo>
                <a:cubicBezTo>
                  <a:pt x="524326" y="140386"/>
                  <a:pt x="531617" y="130314"/>
                  <a:pt x="533535" y="127341"/>
                </a:cubicBezTo>
                <a:cubicBezTo>
                  <a:pt x="536701" y="122256"/>
                  <a:pt x="538906" y="117796"/>
                  <a:pt x="540154" y="113959"/>
                </a:cubicBezTo>
                <a:cubicBezTo>
                  <a:pt x="541209" y="111081"/>
                  <a:pt x="541737" y="108347"/>
                  <a:pt x="541737" y="105757"/>
                </a:cubicBezTo>
                <a:cubicBezTo>
                  <a:pt x="541737" y="103263"/>
                  <a:pt x="539482" y="100386"/>
                  <a:pt x="534974" y="97124"/>
                </a:cubicBezTo>
                <a:cubicBezTo>
                  <a:pt x="530561" y="93862"/>
                  <a:pt x="528355" y="90218"/>
                  <a:pt x="528355" y="86189"/>
                </a:cubicBezTo>
                <a:cubicBezTo>
                  <a:pt x="528355" y="83119"/>
                  <a:pt x="529554" y="80385"/>
                  <a:pt x="531952" y="77987"/>
                </a:cubicBezTo>
                <a:cubicBezTo>
                  <a:pt x="534446" y="75589"/>
                  <a:pt x="537372" y="74390"/>
                  <a:pt x="540729" y="74390"/>
                </a:cubicBezTo>
                <a:cubicBezTo>
                  <a:pt x="544758" y="74390"/>
                  <a:pt x="548307" y="76069"/>
                  <a:pt x="551377" y="79426"/>
                </a:cubicBezTo>
                <a:cubicBezTo>
                  <a:pt x="554447" y="82688"/>
                  <a:pt x="555981" y="86764"/>
                  <a:pt x="555981" y="91657"/>
                </a:cubicBezTo>
                <a:cubicBezTo>
                  <a:pt x="555981" y="96549"/>
                  <a:pt x="555214" y="101249"/>
                  <a:pt x="553679" y="105757"/>
                </a:cubicBezTo>
                <a:cubicBezTo>
                  <a:pt x="551185" y="113048"/>
                  <a:pt x="546533" y="121968"/>
                  <a:pt x="539723" y="132520"/>
                </a:cubicBezTo>
                <a:cubicBezTo>
                  <a:pt x="532912" y="142976"/>
                  <a:pt x="521928" y="157029"/>
                  <a:pt x="506772" y="174679"/>
                </a:cubicBezTo>
                <a:cubicBezTo>
                  <a:pt x="504854" y="176886"/>
                  <a:pt x="494205" y="188013"/>
                  <a:pt x="474829" y="208061"/>
                </a:cubicBezTo>
                <a:lnTo>
                  <a:pt x="469505" y="208061"/>
                </a:lnTo>
                <a:cubicBezTo>
                  <a:pt x="467202" y="147341"/>
                  <a:pt x="462406" y="109450"/>
                  <a:pt x="455117" y="94390"/>
                </a:cubicBezTo>
                <a:cubicBezTo>
                  <a:pt x="452718" y="89498"/>
                  <a:pt x="448738" y="87052"/>
                  <a:pt x="443174" y="87052"/>
                </a:cubicBezTo>
                <a:cubicBezTo>
                  <a:pt x="440775" y="87052"/>
                  <a:pt x="437370" y="87484"/>
                  <a:pt x="432957" y="88347"/>
                </a:cubicBezTo>
                <a:lnTo>
                  <a:pt x="431951" y="83311"/>
                </a:lnTo>
                <a:moveTo>
                  <a:pt x="692818" y="119427"/>
                </a:moveTo>
                <a:cubicBezTo>
                  <a:pt x="692818" y="133815"/>
                  <a:pt x="688981" y="148060"/>
                  <a:pt x="681307" y="162161"/>
                </a:cubicBezTo>
                <a:cubicBezTo>
                  <a:pt x="673730" y="176262"/>
                  <a:pt x="663130" y="187438"/>
                  <a:pt x="649509" y="195687"/>
                </a:cubicBezTo>
                <a:cubicBezTo>
                  <a:pt x="635887" y="203937"/>
                  <a:pt x="622649" y="208061"/>
                  <a:pt x="609796" y="208061"/>
                </a:cubicBezTo>
                <a:cubicBezTo>
                  <a:pt x="596654" y="208061"/>
                  <a:pt x="585910" y="203888"/>
                  <a:pt x="577565" y="195543"/>
                </a:cubicBezTo>
                <a:cubicBezTo>
                  <a:pt x="569315" y="187102"/>
                  <a:pt x="565190" y="176214"/>
                  <a:pt x="565190" y="162881"/>
                </a:cubicBezTo>
                <a:cubicBezTo>
                  <a:pt x="565190" y="148780"/>
                  <a:pt x="569219" y="134631"/>
                  <a:pt x="577277" y="120434"/>
                </a:cubicBezTo>
                <a:cubicBezTo>
                  <a:pt x="585430" y="106237"/>
                  <a:pt x="596270" y="95014"/>
                  <a:pt x="609796" y="86764"/>
                </a:cubicBezTo>
                <a:cubicBezTo>
                  <a:pt x="623417" y="78515"/>
                  <a:pt x="636559" y="74390"/>
                  <a:pt x="649220" y="74390"/>
                </a:cubicBezTo>
                <a:cubicBezTo>
                  <a:pt x="661883" y="74390"/>
                  <a:pt x="672291" y="78563"/>
                  <a:pt x="680444" y="86908"/>
                </a:cubicBezTo>
                <a:cubicBezTo>
                  <a:pt x="688694" y="95253"/>
                  <a:pt x="692818" y="106093"/>
                  <a:pt x="692818" y="119427"/>
                </a:cubicBezTo>
                <a:moveTo>
                  <a:pt x="668933" y="109498"/>
                </a:moveTo>
                <a:cubicBezTo>
                  <a:pt x="668933" y="100577"/>
                  <a:pt x="666727" y="93767"/>
                  <a:pt x="662314" y="89066"/>
                </a:cubicBezTo>
                <a:cubicBezTo>
                  <a:pt x="657998" y="84270"/>
                  <a:pt x="652387" y="81872"/>
                  <a:pt x="645479" y="81872"/>
                </a:cubicBezTo>
                <a:cubicBezTo>
                  <a:pt x="631378" y="81872"/>
                  <a:pt x="618380" y="91992"/>
                  <a:pt x="606486" y="112232"/>
                </a:cubicBezTo>
                <a:cubicBezTo>
                  <a:pt x="594687" y="132376"/>
                  <a:pt x="588788" y="152425"/>
                  <a:pt x="588788" y="172377"/>
                </a:cubicBezTo>
                <a:cubicBezTo>
                  <a:pt x="588788" y="181490"/>
                  <a:pt x="591090" y="188540"/>
                  <a:pt x="595694" y="193529"/>
                </a:cubicBezTo>
                <a:cubicBezTo>
                  <a:pt x="600299" y="198421"/>
                  <a:pt x="606102" y="200867"/>
                  <a:pt x="613105" y="200867"/>
                </a:cubicBezTo>
                <a:cubicBezTo>
                  <a:pt x="626630" y="200867"/>
                  <a:pt x="639292" y="190843"/>
                  <a:pt x="651091" y="170795"/>
                </a:cubicBezTo>
                <a:cubicBezTo>
                  <a:pt x="662986" y="150650"/>
                  <a:pt x="668933" y="130218"/>
                  <a:pt x="668933" y="109498"/>
                </a:cubicBezTo>
                <a:moveTo>
                  <a:pt x="791525" y="0"/>
                </a:moveTo>
                <a:lnTo>
                  <a:pt x="742316" y="171226"/>
                </a:lnTo>
                <a:cubicBezTo>
                  <a:pt x="739918" y="179764"/>
                  <a:pt x="738718" y="184992"/>
                  <a:pt x="738718" y="186910"/>
                </a:cubicBezTo>
                <a:cubicBezTo>
                  <a:pt x="738718" y="188349"/>
                  <a:pt x="739150" y="189548"/>
                  <a:pt x="740013" y="190507"/>
                </a:cubicBezTo>
                <a:cubicBezTo>
                  <a:pt x="740973" y="191466"/>
                  <a:pt x="742124" y="191946"/>
                  <a:pt x="743467" y="191946"/>
                </a:cubicBezTo>
                <a:cubicBezTo>
                  <a:pt x="745290" y="191946"/>
                  <a:pt x="747256" y="191131"/>
                  <a:pt x="749366" y="189500"/>
                </a:cubicBezTo>
                <a:cubicBezTo>
                  <a:pt x="754355" y="185567"/>
                  <a:pt x="759583" y="179476"/>
                  <a:pt x="765050" y="171226"/>
                </a:cubicBezTo>
                <a:lnTo>
                  <a:pt x="769367" y="175687"/>
                </a:lnTo>
                <a:cubicBezTo>
                  <a:pt x="760253" y="188540"/>
                  <a:pt x="751860" y="197510"/>
                  <a:pt x="744186" y="202594"/>
                </a:cubicBezTo>
                <a:cubicBezTo>
                  <a:pt x="738527" y="206239"/>
                  <a:pt x="733154" y="208061"/>
                  <a:pt x="728071" y="208061"/>
                </a:cubicBezTo>
                <a:cubicBezTo>
                  <a:pt x="724426" y="208061"/>
                  <a:pt x="721356" y="206815"/>
                  <a:pt x="718862" y="204320"/>
                </a:cubicBezTo>
                <a:cubicBezTo>
                  <a:pt x="716464" y="201826"/>
                  <a:pt x="715265" y="198948"/>
                  <a:pt x="715265" y="195687"/>
                </a:cubicBezTo>
                <a:cubicBezTo>
                  <a:pt x="715265" y="192234"/>
                  <a:pt x="716800" y="185135"/>
                  <a:pt x="719869" y="174391"/>
                </a:cubicBezTo>
                <a:lnTo>
                  <a:pt x="758862" y="39425"/>
                </a:lnTo>
                <a:cubicBezTo>
                  <a:pt x="762029" y="28394"/>
                  <a:pt x="763611" y="22063"/>
                  <a:pt x="763611" y="20432"/>
                </a:cubicBezTo>
                <a:cubicBezTo>
                  <a:pt x="763611" y="18130"/>
                  <a:pt x="762699" y="16259"/>
                  <a:pt x="760878" y="14820"/>
                </a:cubicBezTo>
                <a:cubicBezTo>
                  <a:pt x="759055" y="13286"/>
                  <a:pt x="756225" y="12518"/>
                  <a:pt x="752388" y="12518"/>
                </a:cubicBezTo>
                <a:cubicBezTo>
                  <a:pt x="750182" y="12518"/>
                  <a:pt x="746824" y="12854"/>
                  <a:pt x="742316" y="13525"/>
                </a:cubicBezTo>
                <a:lnTo>
                  <a:pt x="742316" y="8201"/>
                </a:lnTo>
                <a:lnTo>
                  <a:pt x="791525" y="0"/>
                </a:lnTo>
                <a:moveTo>
                  <a:pt x="924622" y="77843"/>
                </a:moveTo>
                <a:lnTo>
                  <a:pt x="899585" y="163600"/>
                </a:lnTo>
                <a:cubicBezTo>
                  <a:pt x="895843" y="176358"/>
                  <a:pt x="893973" y="184416"/>
                  <a:pt x="893973" y="187773"/>
                </a:cubicBezTo>
                <a:cubicBezTo>
                  <a:pt x="893973" y="189500"/>
                  <a:pt x="894261" y="190795"/>
                  <a:pt x="894837" y="191658"/>
                </a:cubicBezTo>
                <a:cubicBezTo>
                  <a:pt x="895507" y="192425"/>
                  <a:pt x="896371" y="192809"/>
                  <a:pt x="897426" y="192809"/>
                </a:cubicBezTo>
                <a:cubicBezTo>
                  <a:pt x="899057" y="192809"/>
                  <a:pt x="900832" y="192090"/>
                  <a:pt x="902751" y="190651"/>
                </a:cubicBezTo>
                <a:cubicBezTo>
                  <a:pt x="904765" y="189116"/>
                  <a:pt x="909753" y="183169"/>
                  <a:pt x="917714" y="172809"/>
                </a:cubicBezTo>
                <a:lnTo>
                  <a:pt x="922031" y="176118"/>
                </a:lnTo>
                <a:cubicBezTo>
                  <a:pt x="914453" y="188109"/>
                  <a:pt x="906684" y="196934"/>
                  <a:pt x="898721" y="202594"/>
                </a:cubicBezTo>
                <a:cubicBezTo>
                  <a:pt x="893446" y="206239"/>
                  <a:pt x="888361" y="208061"/>
                  <a:pt x="883469" y="208061"/>
                </a:cubicBezTo>
                <a:cubicBezTo>
                  <a:pt x="879728" y="208061"/>
                  <a:pt x="876803" y="207006"/>
                  <a:pt x="874693" y="204896"/>
                </a:cubicBezTo>
                <a:cubicBezTo>
                  <a:pt x="872582" y="202785"/>
                  <a:pt x="871526" y="200051"/>
                  <a:pt x="871526" y="196694"/>
                </a:cubicBezTo>
                <a:cubicBezTo>
                  <a:pt x="871526" y="193433"/>
                  <a:pt x="872150" y="189116"/>
                  <a:pt x="873398" y="183744"/>
                </a:cubicBezTo>
                <a:cubicBezTo>
                  <a:pt x="874932" y="176646"/>
                  <a:pt x="879296" y="161202"/>
                  <a:pt x="886491" y="137413"/>
                </a:cubicBezTo>
                <a:cubicBezTo>
                  <a:pt x="870184" y="164176"/>
                  <a:pt x="856515" y="182641"/>
                  <a:pt x="845483" y="192809"/>
                </a:cubicBezTo>
                <a:cubicBezTo>
                  <a:pt x="834548" y="202978"/>
                  <a:pt x="824379" y="208061"/>
                  <a:pt x="814979" y="208061"/>
                </a:cubicBezTo>
                <a:cubicBezTo>
                  <a:pt x="810567" y="208061"/>
                  <a:pt x="806826" y="206527"/>
                  <a:pt x="803756" y="203457"/>
                </a:cubicBezTo>
                <a:cubicBezTo>
                  <a:pt x="800686" y="200387"/>
                  <a:pt x="799152" y="196502"/>
                  <a:pt x="799152" y="191802"/>
                </a:cubicBezTo>
                <a:cubicBezTo>
                  <a:pt x="799152" y="184608"/>
                  <a:pt x="801262" y="173576"/>
                  <a:pt x="805482" y="158708"/>
                </a:cubicBezTo>
                <a:lnTo>
                  <a:pt x="818001" y="114247"/>
                </a:lnTo>
                <a:cubicBezTo>
                  <a:pt x="821070" y="103599"/>
                  <a:pt x="822605" y="96980"/>
                  <a:pt x="822605" y="94390"/>
                </a:cubicBezTo>
                <a:cubicBezTo>
                  <a:pt x="822605" y="93239"/>
                  <a:pt x="822173" y="92280"/>
                  <a:pt x="821310" y="91512"/>
                </a:cubicBezTo>
                <a:cubicBezTo>
                  <a:pt x="820542" y="90649"/>
                  <a:pt x="819679" y="90218"/>
                  <a:pt x="818720" y="90218"/>
                </a:cubicBezTo>
                <a:cubicBezTo>
                  <a:pt x="816705" y="90218"/>
                  <a:pt x="814691" y="90937"/>
                  <a:pt x="812677" y="92376"/>
                </a:cubicBezTo>
                <a:cubicBezTo>
                  <a:pt x="810663" y="93815"/>
                  <a:pt x="806106" y="99138"/>
                  <a:pt x="799007" y="108347"/>
                </a:cubicBezTo>
                <a:lnTo>
                  <a:pt x="794547" y="105182"/>
                </a:lnTo>
                <a:cubicBezTo>
                  <a:pt x="801741" y="94055"/>
                  <a:pt x="809367" y="85853"/>
                  <a:pt x="817425" y="80577"/>
                </a:cubicBezTo>
                <a:cubicBezTo>
                  <a:pt x="823564" y="76452"/>
                  <a:pt x="829224" y="74390"/>
                  <a:pt x="834403" y="74390"/>
                </a:cubicBezTo>
                <a:cubicBezTo>
                  <a:pt x="837953" y="74390"/>
                  <a:pt x="840831" y="75541"/>
                  <a:pt x="843037" y="77843"/>
                </a:cubicBezTo>
                <a:cubicBezTo>
                  <a:pt x="845340" y="80049"/>
                  <a:pt x="846490" y="82927"/>
                  <a:pt x="846490" y="86477"/>
                </a:cubicBezTo>
                <a:cubicBezTo>
                  <a:pt x="846490" y="91657"/>
                  <a:pt x="844572" y="100913"/>
                  <a:pt x="840735" y="114247"/>
                </a:cubicBezTo>
                <a:lnTo>
                  <a:pt x="827210" y="160723"/>
                </a:lnTo>
                <a:cubicBezTo>
                  <a:pt x="823469" y="173384"/>
                  <a:pt x="821597" y="181394"/>
                  <a:pt x="821597" y="184751"/>
                </a:cubicBezTo>
                <a:cubicBezTo>
                  <a:pt x="821597" y="186574"/>
                  <a:pt x="822173" y="188061"/>
                  <a:pt x="823324" y="189212"/>
                </a:cubicBezTo>
                <a:cubicBezTo>
                  <a:pt x="824571" y="190267"/>
                  <a:pt x="826202" y="190795"/>
                  <a:pt x="828216" y="190795"/>
                </a:cubicBezTo>
                <a:cubicBezTo>
                  <a:pt x="831383" y="190795"/>
                  <a:pt x="835507" y="189212"/>
                  <a:pt x="840591" y="186047"/>
                </a:cubicBezTo>
                <a:cubicBezTo>
                  <a:pt x="845675" y="182881"/>
                  <a:pt x="852437" y="175879"/>
                  <a:pt x="860879" y="165039"/>
                </a:cubicBezTo>
                <a:cubicBezTo>
                  <a:pt x="869416" y="154104"/>
                  <a:pt x="876418" y="143887"/>
                  <a:pt x="881886" y="134391"/>
                </a:cubicBezTo>
                <a:cubicBezTo>
                  <a:pt x="887450" y="124798"/>
                  <a:pt x="893350" y="109594"/>
                  <a:pt x="899585" y="88779"/>
                </a:cubicBezTo>
                <a:lnTo>
                  <a:pt x="902751" y="77843"/>
                </a:lnTo>
                <a:lnTo>
                  <a:pt x="924622" y="77843"/>
                </a:lnTo>
                <a:moveTo>
                  <a:pt x="1009803" y="38706"/>
                </a:moveTo>
                <a:lnTo>
                  <a:pt x="998579" y="77843"/>
                </a:lnTo>
                <a:lnTo>
                  <a:pt x="1021170" y="77843"/>
                </a:lnTo>
                <a:lnTo>
                  <a:pt x="1018723" y="86908"/>
                </a:lnTo>
                <a:lnTo>
                  <a:pt x="996277" y="86908"/>
                </a:lnTo>
                <a:lnTo>
                  <a:pt x="971529" y="171802"/>
                </a:lnTo>
                <a:cubicBezTo>
                  <a:pt x="968843" y="180914"/>
                  <a:pt x="967500" y="186814"/>
                  <a:pt x="967500" y="189500"/>
                </a:cubicBezTo>
                <a:cubicBezTo>
                  <a:pt x="967500" y="191131"/>
                  <a:pt x="967883" y="192377"/>
                  <a:pt x="968651" y="193241"/>
                </a:cubicBezTo>
                <a:cubicBezTo>
                  <a:pt x="969419" y="194104"/>
                  <a:pt x="970329" y="194536"/>
                  <a:pt x="971384" y="194536"/>
                </a:cubicBezTo>
                <a:cubicBezTo>
                  <a:pt x="973783" y="194536"/>
                  <a:pt x="976948" y="192857"/>
                  <a:pt x="980881" y="189500"/>
                </a:cubicBezTo>
                <a:cubicBezTo>
                  <a:pt x="983184" y="187581"/>
                  <a:pt x="988316" y="181682"/>
                  <a:pt x="996277" y="171802"/>
                </a:cubicBezTo>
                <a:lnTo>
                  <a:pt x="1001025" y="175399"/>
                </a:lnTo>
                <a:cubicBezTo>
                  <a:pt x="992200" y="188253"/>
                  <a:pt x="983855" y="197318"/>
                  <a:pt x="975989" y="202594"/>
                </a:cubicBezTo>
                <a:cubicBezTo>
                  <a:pt x="970617" y="206239"/>
                  <a:pt x="965197" y="208061"/>
                  <a:pt x="959730" y="208061"/>
                </a:cubicBezTo>
                <a:cubicBezTo>
                  <a:pt x="955509" y="208061"/>
                  <a:pt x="952055" y="206767"/>
                  <a:pt x="949370" y="204176"/>
                </a:cubicBezTo>
                <a:cubicBezTo>
                  <a:pt x="946684" y="201490"/>
                  <a:pt x="945341" y="198085"/>
                  <a:pt x="945341" y="193961"/>
                </a:cubicBezTo>
                <a:cubicBezTo>
                  <a:pt x="945341" y="188781"/>
                  <a:pt x="946876" y="180867"/>
                  <a:pt x="949945" y="170219"/>
                </a:cubicBezTo>
                <a:lnTo>
                  <a:pt x="973975" y="86908"/>
                </a:lnTo>
                <a:lnTo>
                  <a:pt x="952248" y="86908"/>
                </a:lnTo>
                <a:lnTo>
                  <a:pt x="953686" y="81297"/>
                </a:lnTo>
                <a:cubicBezTo>
                  <a:pt x="964238" y="78419"/>
                  <a:pt x="973016" y="74150"/>
                  <a:pt x="980018" y="68491"/>
                </a:cubicBezTo>
                <a:cubicBezTo>
                  <a:pt x="987021" y="62735"/>
                  <a:pt x="994838" y="52807"/>
                  <a:pt x="1003471" y="38706"/>
                </a:cubicBezTo>
                <a:lnTo>
                  <a:pt x="1009803" y="38706"/>
                </a:lnTo>
                <a:moveTo>
                  <a:pt x="1081171" y="17266"/>
                </a:moveTo>
                <a:cubicBezTo>
                  <a:pt x="1085199" y="17266"/>
                  <a:pt x="1088605" y="18657"/>
                  <a:pt x="1091387" y="21439"/>
                </a:cubicBezTo>
                <a:cubicBezTo>
                  <a:pt x="1094168" y="24221"/>
                  <a:pt x="1095559" y="27626"/>
                  <a:pt x="1095559" y="31656"/>
                </a:cubicBezTo>
                <a:cubicBezTo>
                  <a:pt x="1095559" y="35588"/>
                  <a:pt x="1094121" y="38994"/>
                  <a:pt x="1091243" y="41871"/>
                </a:cubicBezTo>
                <a:cubicBezTo>
                  <a:pt x="1088462" y="44653"/>
                  <a:pt x="1085104" y="46044"/>
                  <a:pt x="1081171" y="46044"/>
                </a:cubicBezTo>
                <a:cubicBezTo>
                  <a:pt x="1077238" y="46044"/>
                  <a:pt x="1073833" y="44653"/>
                  <a:pt x="1070955" y="41871"/>
                </a:cubicBezTo>
                <a:cubicBezTo>
                  <a:pt x="1068173" y="38994"/>
                  <a:pt x="1066782" y="35588"/>
                  <a:pt x="1066782" y="31656"/>
                </a:cubicBezTo>
                <a:cubicBezTo>
                  <a:pt x="1066782" y="27626"/>
                  <a:pt x="1068173" y="24221"/>
                  <a:pt x="1070955" y="21439"/>
                </a:cubicBezTo>
                <a:cubicBezTo>
                  <a:pt x="1073737" y="18657"/>
                  <a:pt x="1077142" y="17266"/>
                  <a:pt x="1081171" y="17266"/>
                </a:cubicBezTo>
                <a:moveTo>
                  <a:pt x="1083042" y="74390"/>
                </a:moveTo>
                <a:lnTo>
                  <a:pt x="1054552" y="175255"/>
                </a:lnTo>
                <a:cubicBezTo>
                  <a:pt x="1052634" y="182066"/>
                  <a:pt x="1051674" y="186142"/>
                  <a:pt x="1051674" y="187485"/>
                </a:cubicBezTo>
                <a:cubicBezTo>
                  <a:pt x="1051674" y="189020"/>
                  <a:pt x="1052106" y="190267"/>
                  <a:pt x="1052970" y="191227"/>
                </a:cubicBezTo>
                <a:cubicBezTo>
                  <a:pt x="1053928" y="192186"/>
                  <a:pt x="1055031" y="192665"/>
                  <a:pt x="1056278" y="192665"/>
                </a:cubicBezTo>
                <a:cubicBezTo>
                  <a:pt x="1057717" y="192665"/>
                  <a:pt x="1059444" y="191898"/>
                  <a:pt x="1061459" y="190363"/>
                </a:cubicBezTo>
                <a:cubicBezTo>
                  <a:pt x="1066927" y="186047"/>
                  <a:pt x="1072442" y="179907"/>
                  <a:pt x="1078006" y="171945"/>
                </a:cubicBezTo>
                <a:lnTo>
                  <a:pt x="1083042" y="175255"/>
                </a:lnTo>
                <a:cubicBezTo>
                  <a:pt x="1076519" y="185231"/>
                  <a:pt x="1068845" y="193625"/>
                  <a:pt x="1060019" y="200435"/>
                </a:cubicBezTo>
                <a:cubicBezTo>
                  <a:pt x="1053497" y="205519"/>
                  <a:pt x="1047262" y="208061"/>
                  <a:pt x="1041314" y="208061"/>
                </a:cubicBezTo>
                <a:cubicBezTo>
                  <a:pt x="1037382" y="208061"/>
                  <a:pt x="1034168" y="206910"/>
                  <a:pt x="1031674" y="204608"/>
                </a:cubicBezTo>
                <a:cubicBezTo>
                  <a:pt x="1029179" y="202210"/>
                  <a:pt x="1027932" y="199236"/>
                  <a:pt x="1027932" y="195687"/>
                </a:cubicBezTo>
                <a:cubicBezTo>
                  <a:pt x="1027932" y="192138"/>
                  <a:pt x="1029132" y="186238"/>
                  <a:pt x="1031529" y="177989"/>
                </a:cubicBezTo>
                <a:lnTo>
                  <a:pt x="1050235" y="113528"/>
                </a:lnTo>
                <a:cubicBezTo>
                  <a:pt x="1053304" y="102975"/>
                  <a:pt x="1054840" y="96356"/>
                  <a:pt x="1054840" y="93671"/>
                </a:cubicBezTo>
                <a:cubicBezTo>
                  <a:pt x="1054840" y="91560"/>
                  <a:pt x="1054072" y="89834"/>
                  <a:pt x="1052537" y="88491"/>
                </a:cubicBezTo>
                <a:cubicBezTo>
                  <a:pt x="1051098" y="87148"/>
                  <a:pt x="1049084" y="86477"/>
                  <a:pt x="1046494" y="86477"/>
                </a:cubicBezTo>
                <a:cubicBezTo>
                  <a:pt x="1044384" y="86477"/>
                  <a:pt x="1040019" y="87004"/>
                  <a:pt x="1033400" y="88059"/>
                </a:cubicBezTo>
                <a:lnTo>
                  <a:pt x="1033400" y="82447"/>
                </a:lnTo>
                <a:lnTo>
                  <a:pt x="1083042" y="74390"/>
                </a:lnTo>
                <a:moveTo>
                  <a:pt x="1233548" y="119427"/>
                </a:moveTo>
                <a:cubicBezTo>
                  <a:pt x="1233548" y="133815"/>
                  <a:pt x="1229711" y="148060"/>
                  <a:pt x="1222037" y="162161"/>
                </a:cubicBezTo>
                <a:cubicBezTo>
                  <a:pt x="1214459" y="176262"/>
                  <a:pt x="1203859" y="187438"/>
                  <a:pt x="1190238" y="195687"/>
                </a:cubicBezTo>
                <a:cubicBezTo>
                  <a:pt x="1176616" y="203937"/>
                  <a:pt x="1163378" y="208061"/>
                  <a:pt x="1150525" y="208061"/>
                </a:cubicBezTo>
                <a:cubicBezTo>
                  <a:pt x="1137383" y="208061"/>
                  <a:pt x="1126640" y="203888"/>
                  <a:pt x="1118294" y="195543"/>
                </a:cubicBezTo>
                <a:cubicBezTo>
                  <a:pt x="1110044" y="187102"/>
                  <a:pt x="1105919" y="176214"/>
                  <a:pt x="1105919" y="162881"/>
                </a:cubicBezTo>
                <a:cubicBezTo>
                  <a:pt x="1105919" y="148780"/>
                  <a:pt x="1109948" y="134631"/>
                  <a:pt x="1118006" y="120434"/>
                </a:cubicBezTo>
                <a:cubicBezTo>
                  <a:pt x="1126159" y="106237"/>
                  <a:pt x="1137000" y="95014"/>
                  <a:pt x="1150525" y="86764"/>
                </a:cubicBezTo>
                <a:cubicBezTo>
                  <a:pt x="1164146" y="78515"/>
                  <a:pt x="1177288" y="74390"/>
                  <a:pt x="1189949" y="74390"/>
                </a:cubicBezTo>
                <a:cubicBezTo>
                  <a:pt x="1202612" y="74390"/>
                  <a:pt x="1213020" y="78563"/>
                  <a:pt x="1221174" y="86908"/>
                </a:cubicBezTo>
                <a:cubicBezTo>
                  <a:pt x="1229423" y="95253"/>
                  <a:pt x="1233548" y="106093"/>
                  <a:pt x="1233548" y="119427"/>
                </a:cubicBezTo>
                <a:moveTo>
                  <a:pt x="1209663" y="109498"/>
                </a:moveTo>
                <a:cubicBezTo>
                  <a:pt x="1209663" y="100577"/>
                  <a:pt x="1207456" y="93767"/>
                  <a:pt x="1203044" y="89066"/>
                </a:cubicBezTo>
                <a:cubicBezTo>
                  <a:pt x="1198727" y="84270"/>
                  <a:pt x="1193116" y="81872"/>
                  <a:pt x="1186208" y="81872"/>
                </a:cubicBezTo>
                <a:cubicBezTo>
                  <a:pt x="1172108" y="81872"/>
                  <a:pt x="1159111" y="91992"/>
                  <a:pt x="1147215" y="112232"/>
                </a:cubicBezTo>
                <a:cubicBezTo>
                  <a:pt x="1135417" y="132376"/>
                  <a:pt x="1129517" y="152425"/>
                  <a:pt x="1129517" y="172377"/>
                </a:cubicBezTo>
                <a:cubicBezTo>
                  <a:pt x="1129517" y="181490"/>
                  <a:pt x="1131819" y="188540"/>
                  <a:pt x="1136424" y="193529"/>
                </a:cubicBezTo>
                <a:cubicBezTo>
                  <a:pt x="1141028" y="198421"/>
                  <a:pt x="1146832" y="200867"/>
                  <a:pt x="1153834" y="200867"/>
                </a:cubicBezTo>
                <a:cubicBezTo>
                  <a:pt x="1167359" y="200867"/>
                  <a:pt x="1180022" y="190843"/>
                  <a:pt x="1191821" y="170795"/>
                </a:cubicBezTo>
                <a:cubicBezTo>
                  <a:pt x="1203715" y="150650"/>
                  <a:pt x="1209663" y="130218"/>
                  <a:pt x="1209663" y="109498"/>
                </a:cubicBezTo>
                <a:moveTo>
                  <a:pt x="1309664" y="74390"/>
                </a:moveTo>
                <a:lnTo>
                  <a:pt x="1290528" y="139859"/>
                </a:lnTo>
                <a:cubicBezTo>
                  <a:pt x="1308466" y="113096"/>
                  <a:pt x="1322183" y="95494"/>
                  <a:pt x="1331679" y="87052"/>
                </a:cubicBezTo>
                <a:cubicBezTo>
                  <a:pt x="1341272" y="78610"/>
                  <a:pt x="1350481" y="74390"/>
                  <a:pt x="1359306" y="74390"/>
                </a:cubicBezTo>
                <a:cubicBezTo>
                  <a:pt x="1364102" y="74390"/>
                  <a:pt x="1368035" y="75973"/>
                  <a:pt x="1371104" y="79138"/>
                </a:cubicBezTo>
                <a:cubicBezTo>
                  <a:pt x="1374270" y="82304"/>
                  <a:pt x="1375853" y="86429"/>
                  <a:pt x="1375853" y="91512"/>
                </a:cubicBezTo>
                <a:cubicBezTo>
                  <a:pt x="1375853" y="97268"/>
                  <a:pt x="1374462" y="104942"/>
                  <a:pt x="1371680" y="114535"/>
                </a:cubicBezTo>
                <a:lnTo>
                  <a:pt x="1354125" y="175111"/>
                </a:lnTo>
                <a:cubicBezTo>
                  <a:pt x="1352111" y="182114"/>
                  <a:pt x="1351104" y="186382"/>
                  <a:pt x="1351104" y="187917"/>
                </a:cubicBezTo>
                <a:cubicBezTo>
                  <a:pt x="1351104" y="189260"/>
                  <a:pt x="1351488" y="190411"/>
                  <a:pt x="1352255" y="191370"/>
                </a:cubicBezTo>
                <a:cubicBezTo>
                  <a:pt x="1353023" y="192234"/>
                  <a:pt x="1353838" y="192665"/>
                  <a:pt x="1354701" y="192665"/>
                </a:cubicBezTo>
                <a:cubicBezTo>
                  <a:pt x="1355852" y="192665"/>
                  <a:pt x="1357243" y="192042"/>
                  <a:pt x="1358874" y="190795"/>
                </a:cubicBezTo>
                <a:cubicBezTo>
                  <a:pt x="1363958" y="186766"/>
                  <a:pt x="1369521" y="180627"/>
                  <a:pt x="1375566" y="172377"/>
                </a:cubicBezTo>
                <a:lnTo>
                  <a:pt x="1380026" y="175111"/>
                </a:lnTo>
                <a:cubicBezTo>
                  <a:pt x="1371104" y="187869"/>
                  <a:pt x="1362662" y="196982"/>
                  <a:pt x="1354701" y="202449"/>
                </a:cubicBezTo>
                <a:cubicBezTo>
                  <a:pt x="1349137" y="206191"/>
                  <a:pt x="1344149" y="208061"/>
                  <a:pt x="1339737" y="208061"/>
                </a:cubicBezTo>
                <a:cubicBezTo>
                  <a:pt x="1336188" y="208061"/>
                  <a:pt x="1333358" y="206958"/>
                  <a:pt x="1331248" y="204752"/>
                </a:cubicBezTo>
                <a:cubicBezTo>
                  <a:pt x="1329138" y="202642"/>
                  <a:pt x="1328083" y="199764"/>
                  <a:pt x="1328083" y="196119"/>
                </a:cubicBezTo>
                <a:cubicBezTo>
                  <a:pt x="1328083" y="191514"/>
                  <a:pt x="1329712" y="183601"/>
                  <a:pt x="1332975" y="172377"/>
                </a:cubicBezTo>
                <a:lnTo>
                  <a:pt x="1349665" y="114535"/>
                </a:lnTo>
                <a:cubicBezTo>
                  <a:pt x="1351775" y="107340"/>
                  <a:pt x="1352831" y="101729"/>
                  <a:pt x="1352831" y="97699"/>
                </a:cubicBezTo>
                <a:cubicBezTo>
                  <a:pt x="1352831" y="95781"/>
                  <a:pt x="1352208" y="94246"/>
                  <a:pt x="1350960" y="93095"/>
                </a:cubicBezTo>
                <a:cubicBezTo>
                  <a:pt x="1349713" y="91848"/>
                  <a:pt x="1348178" y="91225"/>
                  <a:pt x="1346355" y="91225"/>
                </a:cubicBezTo>
                <a:cubicBezTo>
                  <a:pt x="1343669" y="91225"/>
                  <a:pt x="1340457" y="92376"/>
                  <a:pt x="1336716" y="94678"/>
                </a:cubicBezTo>
                <a:cubicBezTo>
                  <a:pt x="1329617" y="98995"/>
                  <a:pt x="1322230" y="106141"/>
                  <a:pt x="1314556" y="116117"/>
                </a:cubicBezTo>
                <a:cubicBezTo>
                  <a:pt x="1306882" y="125998"/>
                  <a:pt x="1298777" y="138659"/>
                  <a:pt x="1290239" y="154104"/>
                </a:cubicBezTo>
                <a:cubicBezTo>
                  <a:pt x="1285732" y="162257"/>
                  <a:pt x="1281990" y="171178"/>
                  <a:pt x="1279017" y="180867"/>
                </a:cubicBezTo>
                <a:lnTo>
                  <a:pt x="1271822" y="204608"/>
                </a:lnTo>
                <a:lnTo>
                  <a:pt x="1250239" y="204608"/>
                </a:lnTo>
                <a:lnTo>
                  <a:pt x="1276427" y="114535"/>
                </a:lnTo>
                <a:cubicBezTo>
                  <a:pt x="1279496" y="103695"/>
                  <a:pt x="1281031" y="97172"/>
                  <a:pt x="1281031" y="94966"/>
                </a:cubicBezTo>
                <a:cubicBezTo>
                  <a:pt x="1281031" y="92855"/>
                  <a:pt x="1280168" y="91033"/>
                  <a:pt x="1278441" y="89498"/>
                </a:cubicBezTo>
                <a:cubicBezTo>
                  <a:pt x="1276810" y="87868"/>
                  <a:pt x="1274747" y="87052"/>
                  <a:pt x="1272254" y="87052"/>
                </a:cubicBezTo>
                <a:cubicBezTo>
                  <a:pt x="1271103" y="87052"/>
                  <a:pt x="1269089" y="87244"/>
                  <a:pt x="1266210" y="87627"/>
                </a:cubicBezTo>
                <a:lnTo>
                  <a:pt x="1260743" y="88491"/>
                </a:lnTo>
                <a:lnTo>
                  <a:pt x="1259879" y="83311"/>
                </a:lnTo>
                <a:lnTo>
                  <a:pt x="1309664" y="74390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26" name="text-8239 (d)">
            <a:extLst xmlns:a="http://schemas.openxmlformats.org/drawingml/2006/main">
              <a:ext uri="{FF2B5EF4-FFF2-40B4-BE49-F238E27FC236}">
                <a16:creationId xmlns:a16="http://schemas.microsoft.com/office/drawing/2014/main" id="{3FB938A7-16C6-46AE-9639-1524816FD4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53935" y="8714774"/>
            <a:ext cx="547288" cy="5692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(d)</a:t>
            </a:r>
          </a:p>
        </p:txBody>
      </p:sp>
      <p:sp>
        <p:nvSpPr>
          <p:cNvPr id="8227" name="text-8240 Aligning">
            <a:extLst xmlns:a="http://schemas.openxmlformats.org/drawingml/2006/main">
              <a:ext uri="{FF2B5EF4-FFF2-40B4-BE49-F238E27FC236}">
                <a16:creationId xmlns:a16="http://schemas.microsoft.com/office/drawing/2014/main" id="{16A182EC-4415-4E0A-A519-2AB7F0C9B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29681" y="8714809"/>
            <a:ext cx="1564595" cy="5692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rPr>
              <a:t>Aligning</a:t>
            </a:r>
          </a:p>
        </p:txBody>
      </p:sp>
      <p:sp>
        <p:nvSpPr>
          <p:cNvPr id="8228" name="text-8240 architectural">
            <a:extLst xmlns:a="http://schemas.openxmlformats.org/drawingml/2006/main">
              <a:ext uri="{FF2B5EF4-FFF2-40B4-BE49-F238E27FC236}">
                <a16:creationId xmlns:a16="http://schemas.microsoft.com/office/drawing/2014/main" id="{519BEC4A-657A-43EE-B454-8A0E32D7F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22739" y="8714737"/>
            <a:ext cx="2324136" cy="5693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2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2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2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rPr>
              <a:t>architectural</a:t>
            </a:r>
          </a:p>
        </p:txBody>
      </p:sp>
      <p:sp>
        <p:nvSpPr>
          <p:cNvPr id="8229" name="text-8240 bias.">
            <a:extLst xmlns:a="http://schemas.openxmlformats.org/drawingml/2006/main">
              <a:ext uri="{FF2B5EF4-FFF2-40B4-BE49-F238E27FC236}">
                <a16:creationId xmlns:a16="http://schemas.microsoft.com/office/drawing/2014/main" id="{2A87EB23-7D08-439C-9285-5BE7E5C61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75325" y="8714839"/>
            <a:ext cx="875404" cy="5691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201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201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201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rPr>
              <a:t>bias.</a:t>
            </a:r>
          </a:p>
        </p:txBody>
      </p:sp>
    </p:spTree>
    <p:extLst>
      <p:ext uri="{BB962C8B-B14F-4D97-AF65-F5344CB8AC3E}">
        <p14:creationId xmlns:p14="http://schemas.microsoft.com/office/powerpoint/2010/main" val="798160633"/>
      </p:ext>
    </p:extLst>
  </p:cSld>
</p:sld>
</file>

<file path=ppt/slides/slide17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71" name="path-1">
            <a:extLst xmlns:a="http://schemas.openxmlformats.org/drawingml/2006/main">
              <a:ext uri="{FF2B5EF4-FFF2-40B4-BE49-F238E27FC236}">
                <a16:creationId xmlns:a16="http://schemas.microsoft.com/office/drawing/2014/main" id="{4C01C614-4797-4265-BCE3-0F713AC15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2209" y="6683101"/>
            <a:ext cx="1010356" cy="308434"/>
          </a:xfrm>
          <a:custGeom xmlns:a="http://schemas.openxmlformats.org/drawingml/2006/main">
            <a:pathLst>
              <a:path w="757241" h="231165">
                <a:moveTo>
                  <a:pt x="249425" y="0"/>
                </a:moveTo>
                <a:lnTo>
                  <a:pt x="234101" y="70915"/>
                </a:lnTo>
                <a:lnTo>
                  <a:pt x="227905" y="70915"/>
                </a:lnTo>
                <a:cubicBezTo>
                  <a:pt x="227036" y="50265"/>
                  <a:pt x="222363" y="35430"/>
                  <a:pt x="213886" y="26408"/>
                </a:cubicBezTo>
                <a:cubicBezTo>
                  <a:pt x="205518" y="17279"/>
                  <a:pt x="193725" y="12715"/>
                  <a:pt x="178510" y="12715"/>
                </a:cubicBezTo>
                <a:cubicBezTo>
                  <a:pt x="162860" y="12715"/>
                  <a:pt x="147210" y="18259"/>
                  <a:pt x="131559" y="29343"/>
                </a:cubicBezTo>
                <a:cubicBezTo>
                  <a:pt x="115909" y="40320"/>
                  <a:pt x="102541" y="57328"/>
                  <a:pt x="91456" y="80369"/>
                </a:cubicBezTo>
                <a:cubicBezTo>
                  <a:pt x="80479" y="103302"/>
                  <a:pt x="74990" y="127428"/>
                  <a:pt x="74990" y="152751"/>
                </a:cubicBezTo>
                <a:cubicBezTo>
                  <a:pt x="74990" y="174487"/>
                  <a:pt x="79881" y="191117"/>
                  <a:pt x="89663" y="202637"/>
                </a:cubicBezTo>
                <a:cubicBezTo>
                  <a:pt x="99444" y="214048"/>
                  <a:pt x="110910" y="219754"/>
                  <a:pt x="124061" y="219754"/>
                </a:cubicBezTo>
                <a:cubicBezTo>
                  <a:pt x="129603" y="219754"/>
                  <a:pt x="136341" y="218179"/>
                  <a:pt x="144275" y="215026"/>
                </a:cubicBezTo>
                <a:lnTo>
                  <a:pt x="161229" y="156663"/>
                </a:lnTo>
                <a:cubicBezTo>
                  <a:pt x="164055" y="146883"/>
                  <a:pt x="165468" y="140470"/>
                  <a:pt x="165468" y="137427"/>
                </a:cubicBezTo>
                <a:cubicBezTo>
                  <a:pt x="165468" y="133406"/>
                  <a:pt x="163729" y="130037"/>
                  <a:pt x="160252" y="127320"/>
                </a:cubicBezTo>
                <a:cubicBezTo>
                  <a:pt x="156882" y="124495"/>
                  <a:pt x="151013" y="123081"/>
                  <a:pt x="142645" y="123081"/>
                </a:cubicBezTo>
                <a:lnTo>
                  <a:pt x="144275" y="116887"/>
                </a:lnTo>
                <a:lnTo>
                  <a:pt x="239643" y="116887"/>
                </a:lnTo>
                <a:lnTo>
                  <a:pt x="238177" y="123081"/>
                </a:lnTo>
                <a:cubicBezTo>
                  <a:pt x="232525" y="123408"/>
                  <a:pt x="228069" y="124495"/>
                  <a:pt x="224808" y="126343"/>
                </a:cubicBezTo>
                <a:cubicBezTo>
                  <a:pt x="221657" y="128081"/>
                  <a:pt x="219157" y="130690"/>
                  <a:pt x="217310" y="134168"/>
                </a:cubicBezTo>
                <a:cubicBezTo>
                  <a:pt x="216223" y="136233"/>
                  <a:pt x="214538" y="141558"/>
                  <a:pt x="212256" y="150142"/>
                </a:cubicBezTo>
                <a:lnTo>
                  <a:pt x="192203" y="218125"/>
                </a:lnTo>
                <a:cubicBezTo>
                  <a:pt x="169381" y="226820"/>
                  <a:pt x="145361" y="231165"/>
                  <a:pt x="120148" y="231165"/>
                </a:cubicBezTo>
                <a:cubicBezTo>
                  <a:pt x="100693" y="231165"/>
                  <a:pt x="84119" y="227633"/>
                  <a:pt x="70425" y="220569"/>
                </a:cubicBezTo>
                <a:cubicBezTo>
                  <a:pt x="56841" y="213505"/>
                  <a:pt x="45538" y="202310"/>
                  <a:pt x="36517" y="186986"/>
                </a:cubicBezTo>
                <a:cubicBezTo>
                  <a:pt x="27605" y="171663"/>
                  <a:pt x="23149" y="154219"/>
                  <a:pt x="23149" y="134656"/>
                </a:cubicBezTo>
                <a:cubicBezTo>
                  <a:pt x="23149" y="92922"/>
                  <a:pt x="41679" y="58524"/>
                  <a:pt x="78740" y="31463"/>
                </a:cubicBezTo>
                <a:cubicBezTo>
                  <a:pt x="107758" y="10488"/>
                  <a:pt x="140689" y="0"/>
                  <a:pt x="177532" y="0"/>
                </a:cubicBezTo>
                <a:cubicBezTo>
                  <a:pt x="183944" y="0"/>
                  <a:pt x="189867" y="327"/>
                  <a:pt x="195302" y="978"/>
                </a:cubicBezTo>
                <a:cubicBezTo>
                  <a:pt x="199322" y="1521"/>
                  <a:pt x="206387" y="3043"/>
                  <a:pt x="216494" y="5543"/>
                </a:cubicBezTo>
                <a:cubicBezTo>
                  <a:pt x="223015" y="7172"/>
                  <a:pt x="227471" y="7987"/>
                  <a:pt x="229862" y="7987"/>
                </a:cubicBezTo>
                <a:cubicBezTo>
                  <a:pt x="234644" y="7987"/>
                  <a:pt x="239154" y="5325"/>
                  <a:pt x="243392" y="0"/>
                </a:cubicBezTo>
                <a:lnTo>
                  <a:pt x="249425" y="0"/>
                </a:lnTo>
                <a:moveTo>
                  <a:pt x="350987" y="74990"/>
                </a:moveTo>
                <a:cubicBezTo>
                  <a:pt x="359574" y="74990"/>
                  <a:pt x="367616" y="77002"/>
                  <a:pt x="375115" y="81022"/>
                </a:cubicBezTo>
                <a:cubicBezTo>
                  <a:pt x="382723" y="84935"/>
                  <a:pt x="388428" y="90422"/>
                  <a:pt x="392233" y="97488"/>
                </a:cubicBezTo>
                <a:cubicBezTo>
                  <a:pt x="396145" y="104552"/>
                  <a:pt x="398102" y="112377"/>
                  <a:pt x="398102" y="120963"/>
                </a:cubicBezTo>
                <a:cubicBezTo>
                  <a:pt x="398102" y="138569"/>
                  <a:pt x="393156" y="156175"/>
                  <a:pt x="383267" y="173782"/>
                </a:cubicBezTo>
                <a:cubicBezTo>
                  <a:pt x="373485" y="191388"/>
                  <a:pt x="360551" y="205299"/>
                  <a:pt x="344467" y="215517"/>
                </a:cubicBezTo>
                <a:cubicBezTo>
                  <a:pt x="328382" y="225624"/>
                  <a:pt x="312188" y="230676"/>
                  <a:pt x="295886" y="230676"/>
                </a:cubicBezTo>
                <a:cubicBezTo>
                  <a:pt x="281106" y="230676"/>
                  <a:pt x="269640" y="226275"/>
                  <a:pt x="261489" y="217472"/>
                </a:cubicBezTo>
                <a:cubicBezTo>
                  <a:pt x="253446" y="208669"/>
                  <a:pt x="249425" y="197909"/>
                  <a:pt x="249425" y="185193"/>
                </a:cubicBezTo>
                <a:cubicBezTo>
                  <a:pt x="249425" y="170086"/>
                  <a:pt x="252414" y="155958"/>
                  <a:pt x="258391" y="142808"/>
                </a:cubicBezTo>
                <a:cubicBezTo>
                  <a:pt x="264477" y="129548"/>
                  <a:pt x="272139" y="118029"/>
                  <a:pt x="281377" y="108246"/>
                </a:cubicBezTo>
                <a:cubicBezTo>
                  <a:pt x="290724" y="98357"/>
                  <a:pt x="301429" y="90368"/>
                  <a:pt x="313492" y="84282"/>
                </a:cubicBezTo>
                <a:cubicBezTo>
                  <a:pt x="325557" y="78087"/>
                  <a:pt x="338055" y="74990"/>
                  <a:pt x="350987" y="74990"/>
                </a:cubicBezTo>
                <a:moveTo>
                  <a:pt x="344304" y="83631"/>
                </a:moveTo>
                <a:cubicBezTo>
                  <a:pt x="338543" y="83631"/>
                  <a:pt x="333761" y="85316"/>
                  <a:pt x="329958" y="88683"/>
                </a:cubicBezTo>
                <a:cubicBezTo>
                  <a:pt x="322350" y="95531"/>
                  <a:pt x="313765" y="111562"/>
                  <a:pt x="304201" y="136776"/>
                </a:cubicBezTo>
                <a:cubicBezTo>
                  <a:pt x="294637" y="161880"/>
                  <a:pt x="289855" y="184540"/>
                  <a:pt x="289855" y="204756"/>
                </a:cubicBezTo>
                <a:cubicBezTo>
                  <a:pt x="289855" y="209755"/>
                  <a:pt x="291376" y="213886"/>
                  <a:pt x="294419" y="217145"/>
                </a:cubicBezTo>
                <a:cubicBezTo>
                  <a:pt x="297462" y="220407"/>
                  <a:pt x="301048" y="222037"/>
                  <a:pt x="305178" y="222037"/>
                </a:cubicBezTo>
                <a:cubicBezTo>
                  <a:pt x="309417" y="222037"/>
                  <a:pt x="313167" y="220733"/>
                  <a:pt x="316427" y="218125"/>
                </a:cubicBezTo>
                <a:cubicBezTo>
                  <a:pt x="321209" y="214212"/>
                  <a:pt x="327078" y="205462"/>
                  <a:pt x="334034" y="191877"/>
                </a:cubicBezTo>
                <a:cubicBezTo>
                  <a:pt x="340990" y="178184"/>
                  <a:pt x="346695" y="163130"/>
                  <a:pt x="351151" y="146721"/>
                </a:cubicBezTo>
                <a:cubicBezTo>
                  <a:pt x="355607" y="130201"/>
                  <a:pt x="357835" y="115094"/>
                  <a:pt x="357835" y="101401"/>
                </a:cubicBezTo>
                <a:cubicBezTo>
                  <a:pt x="357835" y="95749"/>
                  <a:pt x="356477" y="91402"/>
                  <a:pt x="353759" y="88359"/>
                </a:cubicBezTo>
                <a:cubicBezTo>
                  <a:pt x="351042" y="85205"/>
                  <a:pt x="347890" y="83631"/>
                  <a:pt x="344304" y="83631"/>
                </a:cubicBezTo>
                <a:moveTo>
                  <a:pt x="517923" y="74990"/>
                </a:moveTo>
                <a:cubicBezTo>
                  <a:pt x="526509" y="74990"/>
                  <a:pt x="534551" y="77002"/>
                  <a:pt x="542051" y="81022"/>
                </a:cubicBezTo>
                <a:cubicBezTo>
                  <a:pt x="549659" y="84935"/>
                  <a:pt x="555364" y="90422"/>
                  <a:pt x="559168" y="97488"/>
                </a:cubicBezTo>
                <a:cubicBezTo>
                  <a:pt x="563080" y="104552"/>
                  <a:pt x="565036" y="112377"/>
                  <a:pt x="565036" y="120963"/>
                </a:cubicBezTo>
                <a:cubicBezTo>
                  <a:pt x="565036" y="138569"/>
                  <a:pt x="560092" y="156175"/>
                  <a:pt x="550201" y="173782"/>
                </a:cubicBezTo>
                <a:cubicBezTo>
                  <a:pt x="540420" y="191388"/>
                  <a:pt x="527487" y="205299"/>
                  <a:pt x="511402" y="215517"/>
                </a:cubicBezTo>
                <a:cubicBezTo>
                  <a:pt x="495317" y="225624"/>
                  <a:pt x="479124" y="230676"/>
                  <a:pt x="462821" y="230676"/>
                </a:cubicBezTo>
                <a:cubicBezTo>
                  <a:pt x="448041" y="230676"/>
                  <a:pt x="436574" y="226275"/>
                  <a:pt x="428424" y="217472"/>
                </a:cubicBezTo>
                <a:cubicBezTo>
                  <a:pt x="420381" y="208669"/>
                  <a:pt x="416360" y="197909"/>
                  <a:pt x="416360" y="185193"/>
                </a:cubicBezTo>
                <a:cubicBezTo>
                  <a:pt x="416360" y="170086"/>
                  <a:pt x="419348" y="155958"/>
                  <a:pt x="425326" y="142808"/>
                </a:cubicBezTo>
                <a:cubicBezTo>
                  <a:pt x="431413" y="129548"/>
                  <a:pt x="439075" y="118029"/>
                  <a:pt x="448312" y="108246"/>
                </a:cubicBezTo>
                <a:cubicBezTo>
                  <a:pt x="457659" y="98357"/>
                  <a:pt x="468364" y="90368"/>
                  <a:pt x="480428" y="84282"/>
                </a:cubicBezTo>
                <a:cubicBezTo>
                  <a:pt x="492491" y="78087"/>
                  <a:pt x="504990" y="74990"/>
                  <a:pt x="517923" y="74990"/>
                </a:cubicBezTo>
                <a:moveTo>
                  <a:pt x="511239" y="83631"/>
                </a:moveTo>
                <a:cubicBezTo>
                  <a:pt x="505479" y="83631"/>
                  <a:pt x="500697" y="85316"/>
                  <a:pt x="496893" y="88683"/>
                </a:cubicBezTo>
                <a:cubicBezTo>
                  <a:pt x="489285" y="95531"/>
                  <a:pt x="480700" y="111562"/>
                  <a:pt x="471135" y="136776"/>
                </a:cubicBezTo>
                <a:cubicBezTo>
                  <a:pt x="461571" y="161880"/>
                  <a:pt x="456789" y="184540"/>
                  <a:pt x="456789" y="204756"/>
                </a:cubicBezTo>
                <a:cubicBezTo>
                  <a:pt x="456789" y="209755"/>
                  <a:pt x="458311" y="213886"/>
                  <a:pt x="461354" y="217145"/>
                </a:cubicBezTo>
                <a:cubicBezTo>
                  <a:pt x="464397" y="220407"/>
                  <a:pt x="467984" y="222037"/>
                  <a:pt x="472114" y="222037"/>
                </a:cubicBezTo>
                <a:cubicBezTo>
                  <a:pt x="476352" y="222037"/>
                  <a:pt x="480102" y="220733"/>
                  <a:pt x="483362" y="218125"/>
                </a:cubicBezTo>
                <a:cubicBezTo>
                  <a:pt x="488144" y="214212"/>
                  <a:pt x="494013" y="205462"/>
                  <a:pt x="500969" y="191877"/>
                </a:cubicBezTo>
                <a:cubicBezTo>
                  <a:pt x="507924" y="178184"/>
                  <a:pt x="513630" y="163130"/>
                  <a:pt x="518086" y="146721"/>
                </a:cubicBezTo>
                <a:cubicBezTo>
                  <a:pt x="522542" y="130201"/>
                  <a:pt x="524770" y="115094"/>
                  <a:pt x="524770" y="101401"/>
                </a:cubicBezTo>
                <a:cubicBezTo>
                  <a:pt x="524770" y="95749"/>
                  <a:pt x="523411" y="91402"/>
                  <a:pt x="520695" y="88359"/>
                </a:cubicBezTo>
                <a:cubicBezTo>
                  <a:pt x="517977" y="85205"/>
                  <a:pt x="514826" y="83631"/>
                  <a:pt x="511239" y="83631"/>
                </a:cubicBezTo>
                <a:moveTo>
                  <a:pt x="757241" y="0"/>
                </a:moveTo>
                <a:lnTo>
                  <a:pt x="704258" y="182423"/>
                </a:lnTo>
                <a:cubicBezTo>
                  <a:pt x="700889" y="193834"/>
                  <a:pt x="699204" y="200736"/>
                  <a:pt x="699204" y="203126"/>
                </a:cubicBezTo>
                <a:cubicBezTo>
                  <a:pt x="699204" y="204322"/>
                  <a:pt x="699639" y="205353"/>
                  <a:pt x="700508" y="206223"/>
                </a:cubicBezTo>
                <a:cubicBezTo>
                  <a:pt x="701378" y="207092"/>
                  <a:pt x="702301" y="207527"/>
                  <a:pt x="703280" y="207527"/>
                </a:cubicBezTo>
                <a:cubicBezTo>
                  <a:pt x="705127" y="207527"/>
                  <a:pt x="707247" y="206603"/>
                  <a:pt x="709638" y="204756"/>
                </a:cubicBezTo>
                <a:cubicBezTo>
                  <a:pt x="713659" y="201713"/>
                  <a:pt x="718550" y="195954"/>
                  <a:pt x="724310" y="187475"/>
                </a:cubicBezTo>
                <a:lnTo>
                  <a:pt x="730178" y="190573"/>
                </a:lnTo>
                <a:cubicBezTo>
                  <a:pt x="714854" y="217310"/>
                  <a:pt x="698009" y="230676"/>
                  <a:pt x="679641" y="230676"/>
                </a:cubicBezTo>
                <a:cubicBezTo>
                  <a:pt x="673120" y="230676"/>
                  <a:pt x="668067" y="228993"/>
                  <a:pt x="664481" y="225624"/>
                </a:cubicBezTo>
                <a:cubicBezTo>
                  <a:pt x="661003" y="222146"/>
                  <a:pt x="659264" y="217744"/>
                  <a:pt x="659264" y="212417"/>
                </a:cubicBezTo>
                <a:cubicBezTo>
                  <a:pt x="659264" y="207311"/>
                  <a:pt x="660676" y="200028"/>
                  <a:pt x="663502" y="190573"/>
                </a:cubicBezTo>
                <a:lnTo>
                  <a:pt x="668393" y="173945"/>
                </a:lnTo>
                <a:cubicBezTo>
                  <a:pt x="654807" y="197963"/>
                  <a:pt x="643016" y="213940"/>
                  <a:pt x="633017" y="221873"/>
                </a:cubicBezTo>
                <a:cubicBezTo>
                  <a:pt x="625409" y="227743"/>
                  <a:pt x="618020" y="230676"/>
                  <a:pt x="610846" y="230676"/>
                </a:cubicBezTo>
                <a:cubicBezTo>
                  <a:pt x="602695" y="230676"/>
                  <a:pt x="595793" y="227362"/>
                  <a:pt x="590143" y="220733"/>
                </a:cubicBezTo>
                <a:cubicBezTo>
                  <a:pt x="584599" y="214102"/>
                  <a:pt x="581828" y="204430"/>
                  <a:pt x="581828" y="191714"/>
                </a:cubicBezTo>
                <a:cubicBezTo>
                  <a:pt x="581828" y="175521"/>
                  <a:pt x="585415" y="159544"/>
                  <a:pt x="592588" y="143786"/>
                </a:cubicBezTo>
                <a:cubicBezTo>
                  <a:pt x="599761" y="128027"/>
                  <a:pt x="608021" y="114877"/>
                  <a:pt x="617366" y="104333"/>
                </a:cubicBezTo>
                <a:cubicBezTo>
                  <a:pt x="626822" y="93792"/>
                  <a:pt x="635788" y="86293"/>
                  <a:pt x="644266" y="81838"/>
                </a:cubicBezTo>
                <a:cubicBezTo>
                  <a:pt x="652851" y="77272"/>
                  <a:pt x="661274" y="74990"/>
                  <a:pt x="669534" y="74990"/>
                </a:cubicBezTo>
                <a:cubicBezTo>
                  <a:pt x="673772" y="74990"/>
                  <a:pt x="677523" y="75860"/>
                  <a:pt x="680783" y="77599"/>
                </a:cubicBezTo>
                <a:cubicBezTo>
                  <a:pt x="684152" y="79337"/>
                  <a:pt x="687956" y="82597"/>
                  <a:pt x="692194" y="87379"/>
                </a:cubicBezTo>
                <a:lnTo>
                  <a:pt x="704258" y="46787"/>
                </a:lnTo>
                <a:cubicBezTo>
                  <a:pt x="707193" y="36788"/>
                  <a:pt x="708660" y="29616"/>
                  <a:pt x="708660" y="25269"/>
                </a:cubicBezTo>
                <a:cubicBezTo>
                  <a:pt x="708660" y="22660"/>
                  <a:pt x="707681" y="20432"/>
                  <a:pt x="705725" y="18583"/>
                </a:cubicBezTo>
                <a:cubicBezTo>
                  <a:pt x="703769" y="16736"/>
                  <a:pt x="701160" y="15813"/>
                  <a:pt x="697900" y="15813"/>
                </a:cubicBezTo>
                <a:cubicBezTo>
                  <a:pt x="696378" y="15813"/>
                  <a:pt x="694476" y="15977"/>
                  <a:pt x="692194" y="16301"/>
                </a:cubicBezTo>
                <a:lnTo>
                  <a:pt x="693825" y="9945"/>
                </a:lnTo>
                <a:lnTo>
                  <a:pt x="747459" y="0"/>
                </a:lnTo>
                <a:lnTo>
                  <a:pt x="757241" y="0"/>
                </a:lnTo>
                <a:moveTo>
                  <a:pt x="685510" y="103356"/>
                </a:moveTo>
                <a:cubicBezTo>
                  <a:pt x="685510" y="96727"/>
                  <a:pt x="684206" y="91891"/>
                  <a:pt x="681597" y="88847"/>
                </a:cubicBezTo>
                <a:cubicBezTo>
                  <a:pt x="678989" y="85804"/>
                  <a:pt x="675946" y="84282"/>
                  <a:pt x="672469" y="84282"/>
                </a:cubicBezTo>
                <a:cubicBezTo>
                  <a:pt x="668991" y="84282"/>
                  <a:pt x="665241" y="86075"/>
                  <a:pt x="661220" y="89663"/>
                </a:cubicBezTo>
                <a:cubicBezTo>
                  <a:pt x="653503" y="96619"/>
                  <a:pt x="645407" y="110638"/>
                  <a:pt x="636929" y="131722"/>
                </a:cubicBezTo>
                <a:cubicBezTo>
                  <a:pt x="628561" y="152697"/>
                  <a:pt x="624377" y="170359"/>
                  <a:pt x="624377" y="184705"/>
                </a:cubicBezTo>
                <a:cubicBezTo>
                  <a:pt x="624377" y="189921"/>
                  <a:pt x="625301" y="193780"/>
                  <a:pt x="627148" y="196278"/>
                </a:cubicBezTo>
                <a:cubicBezTo>
                  <a:pt x="628996" y="198778"/>
                  <a:pt x="631060" y="200028"/>
                  <a:pt x="633343" y="200028"/>
                </a:cubicBezTo>
                <a:cubicBezTo>
                  <a:pt x="637147" y="200028"/>
                  <a:pt x="640951" y="198290"/>
                  <a:pt x="644754" y="194812"/>
                </a:cubicBezTo>
                <a:cubicBezTo>
                  <a:pt x="653993" y="186552"/>
                  <a:pt x="663067" y="172370"/>
                  <a:pt x="671979" y="152262"/>
                </a:cubicBezTo>
                <a:cubicBezTo>
                  <a:pt x="681000" y="132048"/>
                  <a:pt x="685510" y="115747"/>
                  <a:pt x="685510" y="103356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3">
            <a:extLst xmlns:a="http://schemas.openxmlformats.org/drawingml/2006/main">
              <a:ext uri="{FF2B5EF4-FFF2-40B4-BE49-F238E27FC236}">
                <a16:creationId xmlns:a16="http://schemas.microsoft.com/office/drawing/2014/main" id="{92A9A90E-FF98-4555-A819-19B8375F2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8896" y="6683101"/>
            <a:ext cx="1010356" cy="308434"/>
          </a:xfrm>
          <a:custGeom xmlns:a="http://schemas.openxmlformats.org/drawingml/2006/main">
            <a:pathLst>
              <a:path w="757241" h="231165">
                <a:moveTo>
                  <a:pt x="249425" y="0"/>
                </a:moveTo>
                <a:lnTo>
                  <a:pt x="234101" y="70915"/>
                </a:lnTo>
                <a:lnTo>
                  <a:pt x="227906" y="70915"/>
                </a:lnTo>
                <a:cubicBezTo>
                  <a:pt x="227036" y="50265"/>
                  <a:pt x="222363" y="35430"/>
                  <a:pt x="213886" y="26408"/>
                </a:cubicBezTo>
                <a:cubicBezTo>
                  <a:pt x="205517" y="17279"/>
                  <a:pt x="193725" y="12715"/>
                  <a:pt x="178510" y="12715"/>
                </a:cubicBezTo>
                <a:cubicBezTo>
                  <a:pt x="162859" y="12715"/>
                  <a:pt x="147210" y="18259"/>
                  <a:pt x="131559" y="29343"/>
                </a:cubicBezTo>
                <a:cubicBezTo>
                  <a:pt x="115909" y="40320"/>
                  <a:pt x="102541" y="57328"/>
                  <a:pt x="91456" y="80369"/>
                </a:cubicBezTo>
                <a:cubicBezTo>
                  <a:pt x="80479" y="103302"/>
                  <a:pt x="74991" y="127428"/>
                  <a:pt x="74991" y="152751"/>
                </a:cubicBezTo>
                <a:cubicBezTo>
                  <a:pt x="74991" y="174487"/>
                  <a:pt x="79881" y="191117"/>
                  <a:pt x="89662" y="202637"/>
                </a:cubicBezTo>
                <a:cubicBezTo>
                  <a:pt x="99444" y="214048"/>
                  <a:pt x="110910" y="219754"/>
                  <a:pt x="124060" y="219754"/>
                </a:cubicBezTo>
                <a:cubicBezTo>
                  <a:pt x="129603" y="219754"/>
                  <a:pt x="136341" y="218179"/>
                  <a:pt x="144275" y="215026"/>
                </a:cubicBezTo>
                <a:lnTo>
                  <a:pt x="161229" y="156663"/>
                </a:lnTo>
                <a:cubicBezTo>
                  <a:pt x="164055" y="146883"/>
                  <a:pt x="165468" y="140470"/>
                  <a:pt x="165468" y="137427"/>
                </a:cubicBezTo>
                <a:cubicBezTo>
                  <a:pt x="165468" y="133406"/>
                  <a:pt x="163729" y="130037"/>
                  <a:pt x="160252" y="127320"/>
                </a:cubicBezTo>
                <a:cubicBezTo>
                  <a:pt x="156882" y="124495"/>
                  <a:pt x="151014" y="123081"/>
                  <a:pt x="142645" y="123081"/>
                </a:cubicBezTo>
                <a:lnTo>
                  <a:pt x="144275" y="116887"/>
                </a:lnTo>
                <a:lnTo>
                  <a:pt x="239644" y="116887"/>
                </a:lnTo>
                <a:lnTo>
                  <a:pt x="238176" y="123081"/>
                </a:lnTo>
                <a:cubicBezTo>
                  <a:pt x="232525" y="123408"/>
                  <a:pt x="228069" y="124495"/>
                  <a:pt x="224808" y="126343"/>
                </a:cubicBezTo>
                <a:cubicBezTo>
                  <a:pt x="221656" y="128081"/>
                  <a:pt x="219157" y="130690"/>
                  <a:pt x="217309" y="134168"/>
                </a:cubicBezTo>
                <a:cubicBezTo>
                  <a:pt x="216222" y="136233"/>
                  <a:pt x="214538" y="141558"/>
                  <a:pt x="212256" y="150142"/>
                </a:cubicBezTo>
                <a:lnTo>
                  <a:pt x="192204" y="218125"/>
                </a:lnTo>
                <a:cubicBezTo>
                  <a:pt x="169380" y="226820"/>
                  <a:pt x="145362" y="231165"/>
                  <a:pt x="120148" y="231165"/>
                </a:cubicBezTo>
                <a:cubicBezTo>
                  <a:pt x="100694" y="231165"/>
                  <a:pt x="84119" y="227633"/>
                  <a:pt x="70426" y="220569"/>
                </a:cubicBezTo>
                <a:cubicBezTo>
                  <a:pt x="56841" y="213505"/>
                  <a:pt x="45538" y="202310"/>
                  <a:pt x="36517" y="186986"/>
                </a:cubicBezTo>
                <a:cubicBezTo>
                  <a:pt x="27605" y="171663"/>
                  <a:pt x="23149" y="154219"/>
                  <a:pt x="23149" y="134656"/>
                </a:cubicBezTo>
                <a:cubicBezTo>
                  <a:pt x="23149" y="92922"/>
                  <a:pt x="41680" y="58524"/>
                  <a:pt x="78740" y="31463"/>
                </a:cubicBezTo>
                <a:cubicBezTo>
                  <a:pt x="107758" y="10488"/>
                  <a:pt x="140689" y="0"/>
                  <a:pt x="177532" y="0"/>
                </a:cubicBezTo>
                <a:cubicBezTo>
                  <a:pt x="183944" y="0"/>
                  <a:pt x="189867" y="327"/>
                  <a:pt x="195301" y="978"/>
                </a:cubicBezTo>
                <a:cubicBezTo>
                  <a:pt x="199322" y="1521"/>
                  <a:pt x="206387" y="3043"/>
                  <a:pt x="216494" y="5543"/>
                </a:cubicBezTo>
                <a:cubicBezTo>
                  <a:pt x="223015" y="7172"/>
                  <a:pt x="227471" y="7987"/>
                  <a:pt x="229862" y="7987"/>
                </a:cubicBezTo>
                <a:cubicBezTo>
                  <a:pt x="234644" y="7987"/>
                  <a:pt x="239154" y="5325"/>
                  <a:pt x="243393" y="0"/>
                </a:cubicBezTo>
                <a:lnTo>
                  <a:pt x="249425" y="0"/>
                </a:lnTo>
                <a:moveTo>
                  <a:pt x="350988" y="74990"/>
                </a:moveTo>
                <a:cubicBezTo>
                  <a:pt x="359574" y="74990"/>
                  <a:pt x="367616" y="77002"/>
                  <a:pt x="375115" y="81022"/>
                </a:cubicBezTo>
                <a:cubicBezTo>
                  <a:pt x="382723" y="84935"/>
                  <a:pt x="388428" y="90422"/>
                  <a:pt x="392233" y="97488"/>
                </a:cubicBezTo>
                <a:cubicBezTo>
                  <a:pt x="396145" y="104552"/>
                  <a:pt x="398102" y="112377"/>
                  <a:pt x="398102" y="120963"/>
                </a:cubicBezTo>
                <a:cubicBezTo>
                  <a:pt x="398102" y="138569"/>
                  <a:pt x="393156" y="156175"/>
                  <a:pt x="383267" y="173782"/>
                </a:cubicBezTo>
                <a:cubicBezTo>
                  <a:pt x="373485" y="191388"/>
                  <a:pt x="360552" y="205299"/>
                  <a:pt x="344467" y="215517"/>
                </a:cubicBezTo>
                <a:cubicBezTo>
                  <a:pt x="328382" y="225624"/>
                  <a:pt x="312189" y="230676"/>
                  <a:pt x="295886" y="230676"/>
                </a:cubicBezTo>
                <a:cubicBezTo>
                  <a:pt x="281105" y="230676"/>
                  <a:pt x="269640" y="226275"/>
                  <a:pt x="261488" y="217472"/>
                </a:cubicBezTo>
                <a:cubicBezTo>
                  <a:pt x="253446" y="208669"/>
                  <a:pt x="249425" y="197909"/>
                  <a:pt x="249425" y="185193"/>
                </a:cubicBezTo>
                <a:cubicBezTo>
                  <a:pt x="249425" y="170086"/>
                  <a:pt x="252414" y="155958"/>
                  <a:pt x="258391" y="142808"/>
                </a:cubicBezTo>
                <a:cubicBezTo>
                  <a:pt x="264477" y="129548"/>
                  <a:pt x="272139" y="118029"/>
                  <a:pt x="281377" y="108246"/>
                </a:cubicBezTo>
                <a:cubicBezTo>
                  <a:pt x="290724" y="98357"/>
                  <a:pt x="301429" y="90368"/>
                  <a:pt x="313493" y="84282"/>
                </a:cubicBezTo>
                <a:cubicBezTo>
                  <a:pt x="325556" y="78087"/>
                  <a:pt x="338055" y="74990"/>
                  <a:pt x="350988" y="74990"/>
                </a:cubicBezTo>
                <a:moveTo>
                  <a:pt x="344304" y="83631"/>
                </a:moveTo>
                <a:cubicBezTo>
                  <a:pt x="338544" y="83631"/>
                  <a:pt x="333762" y="85316"/>
                  <a:pt x="329958" y="88683"/>
                </a:cubicBezTo>
                <a:cubicBezTo>
                  <a:pt x="322350" y="95531"/>
                  <a:pt x="313764" y="111562"/>
                  <a:pt x="304200" y="136776"/>
                </a:cubicBezTo>
                <a:cubicBezTo>
                  <a:pt x="294637" y="161880"/>
                  <a:pt x="289855" y="184540"/>
                  <a:pt x="289855" y="204756"/>
                </a:cubicBezTo>
                <a:cubicBezTo>
                  <a:pt x="289855" y="209755"/>
                  <a:pt x="291376" y="213886"/>
                  <a:pt x="294419" y="217145"/>
                </a:cubicBezTo>
                <a:cubicBezTo>
                  <a:pt x="297462" y="220407"/>
                  <a:pt x="301048" y="222037"/>
                  <a:pt x="305178" y="222037"/>
                </a:cubicBezTo>
                <a:cubicBezTo>
                  <a:pt x="309417" y="222037"/>
                  <a:pt x="313167" y="220733"/>
                  <a:pt x="316427" y="218125"/>
                </a:cubicBezTo>
                <a:cubicBezTo>
                  <a:pt x="321209" y="214212"/>
                  <a:pt x="327078" y="205462"/>
                  <a:pt x="334033" y="191877"/>
                </a:cubicBezTo>
                <a:cubicBezTo>
                  <a:pt x="340989" y="178184"/>
                  <a:pt x="346695" y="163130"/>
                  <a:pt x="351151" y="146721"/>
                </a:cubicBezTo>
                <a:cubicBezTo>
                  <a:pt x="355607" y="130201"/>
                  <a:pt x="357835" y="115094"/>
                  <a:pt x="357835" y="101401"/>
                </a:cubicBezTo>
                <a:cubicBezTo>
                  <a:pt x="357835" y="95749"/>
                  <a:pt x="356476" y="91402"/>
                  <a:pt x="353759" y="88359"/>
                </a:cubicBezTo>
                <a:cubicBezTo>
                  <a:pt x="351042" y="85205"/>
                  <a:pt x="347890" y="83631"/>
                  <a:pt x="344304" y="83631"/>
                </a:cubicBezTo>
                <a:moveTo>
                  <a:pt x="517923" y="74990"/>
                </a:moveTo>
                <a:cubicBezTo>
                  <a:pt x="526509" y="74990"/>
                  <a:pt x="534551" y="77002"/>
                  <a:pt x="542051" y="81022"/>
                </a:cubicBezTo>
                <a:cubicBezTo>
                  <a:pt x="549659" y="84935"/>
                  <a:pt x="555364" y="90422"/>
                  <a:pt x="559168" y="97488"/>
                </a:cubicBezTo>
                <a:cubicBezTo>
                  <a:pt x="563080" y="104552"/>
                  <a:pt x="565036" y="112377"/>
                  <a:pt x="565036" y="120963"/>
                </a:cubicBezTo>
                <a:cubicBezTo>
                  <a:pt x="565036" y="138569"/>
                  <a:pt x="560092" y="156175"/>
                  <a:pt x="550201" y="173782"/>
                </a:cubicBezTo>
                <a:cubicBezTo>
                  <a:pt x="540420" y="191388"/>
                  <a:pt x="527487" y="205299"/>
                  <a:pt x="511402" y="215517"/>
                </a:cubicBezTo>
                <a:cubicBezTo>
                  <a:pt x="495317" y="225624"/>
                  <a:pt x="479124" y="230676"/>
                  <a:pt x="462821" y="230676"/>
                </a:cubicBezTo>
                <a:cubicBezTo>
                  <a:pt x="448041" y="230676"/>
                  <a:pt x="436574" y="226275"/>
                  <a:pt x="428424" y="217472"/>
                </a:cubicBezTo>
                <a:cubicBezTo>
                  <a:pt x="420381" y="208669"/>
                  <a:pt x="416360" y="197909"/>
                  <a:pt x="416360" y="185193"/>
                </a:cubicBezTo>
                <a:cubicBezTo>
                  <a:pt x="416360" y="170086"/>
                  <a:pt x="419348" y="155958"/>
                  <a:pt x="425326" y="142808"/>
                </a:cubicBezTo>
                <a:cubicBezTo>
                  <a:pt x="431413" y="129548"/>
                  <a:pt x="439075" y="118029"/>
                  <a:pt x="448312" y="108246"/>
                </a:cubicBezTo>
                <a:cubicBezTo>
                  <a:pt x="457659" y="98357"/>
                  <a:pt x="468364" y="90368"/>
                  <a:pt x="480428" y="84282"/>
                </a:cubicBezTo>
                <a:cubicBezTo>
                  <a:pt x="492491" y="78087"/>
                  <a:pt x="504990" y="74990"/>
                  <a:pt x="517923" y="74990"/>
                </a:cubicBezTo>
                <a:moveTo>
                  <a:pt x="511239" y="83631"/>
                </a:moveTo>
                <a:cubicBezTo>
                  <a:pt x="505479" y="83631"/>
                  <a:pt x="500697" y="85316"/>
                  <a:pt x="496893" y="88683"/>
                </a:cubicBezTo>
                <a:cubicBezTo>
                  <a:pt x="489285" y="95531"/>
                  <a:pt x="480700" y="111562"/>
                  <a:pt x="471135" y="136776"/>
                </a:cubicBezTo>
                <a:cubicBezTo>
                  <a:pt x="461571" y="161880"/>
                  <a:pt x="456789" y="184540"/>
                  <a:pt x="456789" y="204756"/>
                </a:cubicBezTo>
                <a:cubicBezTo>
                  <a:pt x="456789" y="209755"/>
                  <a:pt x="458311" y="213886"/>
                  <a:pt x="461354" y="217145"/>
                </a:cubicBezTo>
                <a:cubicBezTo>
                  <a:pt x="464397" y="220407"/>
                  <a:pt x="467984" y="222037"/>
                  <a:pt x="472114" y="222037"/>
                </a:cubicBezTo>
                <a:cubicBezTo>
                  <a:pt x="476352" y="222037"/>
                  <a:pt x="480102" y="220733"/>
                  <a:pt x="483362" y="218125"/>
                </a:cubicBezTo>
                <a:cubicBezTo>
                  <a:pt x="488144" y="214212"/>
                  <a:pt x="494013" y="205462"/>
                  <a:pt x="500969" y="191877"/>
                </a:cubicBezTo>
                <a:cubicBezTo>
                  <a:pt x="507924" y="178184"/>
                  <a:pt x="513630" y="163130"/>
                  <a:pt x="518086" y="146721"/>
                </a:cubicBezTo>
                <a:cubicBezTo>
                  <a:pt x="522542" y="130201"/>
                  <a:pt x="524770" y="115094"/>
                  <a:pt x="524770" y="101401"/>
                </a:cubicBezTo>
                <a:cubicBezTo>
                  <a:pt x="524770" y="95749"/>
                  <a:pt x="523411" y="91402"/>
                  <a:pt x="520695" y="88359"/>
                </a:cubicBezTo>
                <a:cubicBezTo>
                  <a:pt x="517977" y="85205"/>
                  <a:pt x="514826" y="83631"/>
                  <a:pt x="511239" y="83631"/>
                </a:cubicBezTo>
                <a:moveTo>
                  <a:pt x="757241" y="0"/>
                </a:moveTo>
                <a:lnTo>
                  <a:pt x="704258" y="182423"/>
                </a:lnTo>
                <a:cubicBezTo>
                  <a:pt x="700889" y="193834"/>
                  <a:pt x="699204" y="200736"/>
                  <a:pt x="699204" y="203126"/>
                </a:cubicBezTo>
                <a:cubicBezTo>
                  <a:pt x="699204" y="204322"/>
                  <a:pt x="699639" y="205353"/>
                  <a:pt x="700508" y="206223"/>
                </a:cubicBezTo>
                <a:cubicBezTo>
                  <a:pt x="701378" y="207092"/>
                  <a:pt x="702301" y="207527"/>
                  <a:pt x="703280" y="207527"/>
                </a:cubicBezTo>
                <a:cubicBezTo>
                  <a:pt x="705127" y="207527"/>
                  <a:pt x="707247" y="206603"/>
                  <a:pt x="709638" y="204756"/>
                </a:cubicBezTo>
                <a:cubicBezTo>
                  <a:pt x="713659" y="201713"/>
                  <a:pt x="718550" y="195954"/>
                  <a:pt x="724310" y="187475"/>
                </a:cubicBezTo>
                <a:lnTo>
                  <a:pt x="730178" y="190573"/>
                </a:lnTo>
                <a:cubicBezTo>
                  <a:pt x="714854" y="217310"/>
                  <a:pt x="698009" y="230676"/>
                  <a:pt x="679641" y="230676"/>
                </a:cubicBezTo>
                <a:cubicBezTo>
                  <a:pt x="673120" y="230676"/>
                  <a:pt x="668067" y="228993"/>
                  <a:pt x="664481" y="225624"/>
                </a:cubicBezTo>
                <a:cubicBezTo>
                  <a:pt x="661003" y="222146"/>
                  <a:pt x="659264" y="217744"/>
                  <a:pt x="659264" y="212417"/>
                </a:cubicBezTo>
                <a:cubicBezTo>
                  <a:pt x="659264" y="207311"/>
                  <a:pt x="660676" y="200028"/>
                  <a:pt x="663502" y="190573"/>
                </a:cubicBezTo>
                <a:lnTo>
                  <a:pt x="668393" y="173945"/>
                </a:lnTo>
                <a:cubicBezTo>
                  <a:pt x="654807" y="197963"/>
                  <a:pt x="643016" y="213940"/>
                  <a:pt x="633017" y="221873"/>
                </a:cubicBezTo>
                <a:cubicBezTo>
                  <a:pt x="625409" y="227743"/>
                  <a:pt x="618020" y="230676"/>
                  <a:pt x="610846" y="230676"/>
                </a:cubicBezTo>
                <a:cubicBezTo>
                  <a:pt x="602695" y="230676"/>
                  <a:pt x="595793" y="227362"/>
                  <a:pt x="590143" y="220733"/>
                </a:cubicBezTo>
                <a:cubicBezTo>
                  <a:pt x="584599" y="214102"/>
                  <a:pt x="581828" y="204430"/>
                  <a:pt x="581828" y="191714"/>
                </a:cubicBezTo>
                <a:cubicBezTo>
                  <a:pt x="581828" y="175521"/>
                  <a:pt x="585415" y="159544"/>
                  <a:pt x="592588" y="143786"/>
                </a:cubicBezTo>
                <a:cubicBezTo>
                  <a:pt x="599761" y="128027"/>
                  <a:pt x="608021" y="114877"/>
                  <a:pt x="617366" y="104333"/>
                </a:cubicBezTo>
                <a:cubicBezTo>
                  <a:pt x="626822" y="93792"/>
                  <a:pt x="635788" y="86293"/>
                  <a:pt x="644266" y="81838"/>
                </a:cubicBezTo>
                <a:cubicBezTo>
                  <a:pt x="652851" y="77272"/>
                  <a:pt x="661274" y="74990"/>
                  <a:pt x="669534" y="74990"/>
                </a:cubicBezTo>
                <a:cubicBezTo>
                  <a:pt x="673772" y="74990"/>
                  <a:pt x="677523" y="75860"/>
                  <a:pt x="680783" y="77599"/>
                </a:cubicBezTo>
                <a:cubicBezTo>
                  <a:pt x="684152" y="79337"/>
                  <a:pt x="687956" y="82597"/>
                  <a:pt x="692194" y="87379"/>
                </a:cubicBezTo>
                <a:lnTo>
                  <a:pt x="704258" y="46787"/>
                </a:lnTo>
                <a:cubicBezTo>
                  <a:pt x="707193" y="36788"/>
                  <a:pt x="708660" y="29616"/>
                  <a:pt x="708660" y="25269"/>
                </a:cubicBezTo>
                <a:cubicBezTo>
                  <a:pt x="708660" y="22660"/>
                  <a:pt x="707681" y="20432"/>
                  <a:pt x="705725" y="18583"/>
                </a:cubicBezTo>
                <a:cubicBezTo>
                  <a:pt x="703769" y="16736"/>
                  <a:pt x="701160" y="15813"/>
                  <a:pt x="697900" y="15813"/>
                </a:cubicBezTo>
                <a:cubicBezTo>
                  <a:pt x="696378" y="15813"/>
                  <a:pt x="694476" y="15977"/>
                  <a:pt x="692194" y="16301"/>
                </a:cubicBezTo>
                <a:lnTo>
                  <a:pt x="693825" y="9945"/>
                </a:lnTo>
                <a:lnTo>
                  <a:pt x="747459" y="0"/>
                </a:lnTo>
                <a:lnTo>
                  <a:pt x="757241" y="0"/>
                </a:lnTo>
                <a:moveTo>
                  <a:pt x="685510" y="103356"/>
                </a:moveTo>
                <a:cubicBezTo>
                  <a:pt x="685510" y="96727"/>
                  <a:pt x="684206" y="91891"/>
                  <a:pt x="681597" y="88847"/>
                </a:cubicBezTo>
                <a:cubicBezTo>
                  <a:pt x="678989" y="85804"/>
                  <a:pt x="675946" y="84282"/>
                  <a:pt x="672469" y="84282"/>
                </a:cubicBezTo>
                <a:cubicBezTo>
                  <a:pt x="668991" y="84282"/>
                  <a:pt x="665241" y="86075"/>
                  <a:pt x="661220" y="89663"/>
                </a:cubicBezTo>
                <a:cubicBezTo>
                  <a:pt x="653503" y="96619"/>
                  <a:pt x="645407" y="110638"/>
                  <a:pt x="636929" y="131722"/>
                </a:cubicBezTo>
                <a:cubicBezTo>
                  <a:pt x="628561" y="152697"/>
                  <a:pt x="624377" y="170359"/>
                  <a:pt x="624377" y="184705"/>
                </a:cubicBezTo>
                <a:cubicBezTo>
                  <a:pt x="624377" y="189921"/>
                  <a:pt x="625301" y="193780"/>
                  <a:pt x="627148" y="196278"/>
                </a:cubicBezTo>
                <a:cubicBezTo>
                  <a:pt x="628996" y="198778"/>
                  <a:pt x="631060" y="200028"/>
                  <a:pt x="633343" y="200028"/>
                </a:cubicBezTo>
                <a:cubicBezTo>
                  <a:pt x="637147" y="200028"/>
                  <a:pt x="640951" y="198290"/>
                  <a:pt x="644754" y="194812"/>
                </a:cubicBezTo>
                <a:cubicBezTo>
                  <a:pt x="653993" y="186552"/>
                  <a:pt x="663067" y="172370"/>
                  <a:pt x="671979" y="152262"/>
                </a:cubicBezTo>
                <a:cubicBezTo>
                  <a:pt x="681000" y="132048"/>
                  <a:pt x="685510" y="115747"/>
                  <a:pt x="685510" y="103356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5">
            <a:extLst xmlns:a="http://schemas.openxmlformats.org/drawingml/2006/main">
              <a:ext uri="{FF2B5EF4-FFF2-40B4-BE49-F238E27FC236}">
                <a16:creationId xmlns:a16="http://schemas.microsoft.com/office/drawing/2014/main" id="{31E24734-BB51-4DFF-92ED-1CE8E1153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7332" y="6683101"/>
            <a:ext cx="774135" cy="307782"/>
          </a:xfrm>
          <a:custGeom xmlns:a="http://schemas.openxmlformats.org/drawingml/2006/main">
            <a:pathLst>
              <a:path w="580198" h="230676">
                <a:moveTo>
                  <a:pt x="60155" y="5055"/>
                </a:moveTo>
                <a:lnTo>
                  <a:pt x="147535" y="5055"/>
                </a:lnTo>
                <a:cubicBezTo>
                  <a:pt x="166990" y="5055"/>
                  <a:pt x="180901" y="6086"/>
                  <a:pt x="189269" y="8152"/>
                </a:cubicBezTo>
                <a:cubicBezTo>
                  <a:pt x="200246" y="10760"/>
                  <a:pt x="208723" y="15867"/>
                  <a:pt x="214701" y="23475"/>
                </a:cubicBezTo>
                <a:cubicBezTo>
                  <a:pt x="220787" y="30974"/>
                  <a:pt x="223831" y="39506"/>
                  <a:pt x="223831" y="49071"/>
                </a:cubicBezTo>
                <a:cubicBezTo>
                  <a:pt x="223831" y="56896"/>
                  <a:pt x="221439" y="64883"/>
                  <a:pt x="216657" y="73035"/>
                </a:cubicBezTo>
                <a:cubicBezTo>
                  <a:pt x="211875" y="81185"/>
                  <a:pt x="204702" y="87924"/>
                  <a:pt x="195138" y="93249"/>
                </a:cubicBezTo>
                <a:cubicBezTo>
                  <a:pt x="185683" y="98466"/>
                  <a:pt x="171120" y="103302"/>
                  <a:pt x="151448" y="107757"/>
                </a:cubicBezTo>
                <a:cubicBezTo>
                  <a:pt x="171880" y="113519"/>
                  <a:pt x="186063" y="120909"/>
                  <a:pt x="193997" y="129929"/>
                </a:cubicBezTo>
                <a:cubicBezTo>
                  <a:pt x="201931" y="138950"/>
                  <a:pt x="205897" y="149437"/>
                  <a:pt x="205897" y="161391"/>
                </a:cubicBezTo>
                <a:cubicBezTo>
                  <a:pt x="205897" y="172586"/>
                  <a:pt x="201985" y="183673"/>
                  <a:pt x="194161" y="194649"/>
                </a:cubicBezTo>
                <a:cubicBezTo>
                  <a:pt x="186335" y="205518"/>
                  <a:pt x="175956" y="213505"/>
                  <a:pt x="163023" y="218614"/>
                </a:cubicBezTo>
                <a:cubicBezTo>
                  <a:pt x="150089" y="223612"/>
                  <a:pt x="126397" y="226112"/>
                  <a:pt x="91945" y="226112"/>
                </a:cubicBezTo>
                <a:lnTo>
                  <a:pt x="0" y="226112"/>
                </a:lnTo>
                <a:lnTo>
                  <a:pt x="2120" y="220080"/>
                </a:lnTo>
                <a:cubicBezTo>
                  <a:pt x="11032" y="220080"/>
                  <a:pt x="17389" y="219265"/>
                  <a:pt x="21193" y="217636"/>
                </a:cubicBezTo>
                <a:cubicBezTo>
                  <a:pt x="25105" y="216005"/>
                  <a:pt x="28203" y="213505"/>
                  <a:pt x="30485" y="210135"/>
                </a:cubicBezTo>
                <a:cubicBezTo>
                  <a:pt x="32876" y="206658"/>
                  <a:pt x="35648" y="199486"/>
                  <a:pt x="38799" y="188617"/>
                </a:cubicBezTo>
                <a:lnTo>
                  <a:pt x="78251" y="52657"/>
                </a:lnTo>
                <a:cubicBezTo>
                  <a:pt x="82272" y="38853"/>
                  <a:pt x="84283" y="29616"/>
                  <a:pt x="84283" y="24942"/>
                </a:cubicBezTo>
                <a:cubicBezTo>
                  <a:pt x="84283" y="21138"/>
                  <a:pt x="82653" y="17986"/>
                  <a:pt x="79393" y="15486"/>
                </a:cubicBezTo>
                <a:cubicBezTo>
                  <a:pt x="76240" y="12988"/>
                  <a:pt x="69285" y="11519"/>
                  <a:pt x="58525" y="11085"/>
                </a:cubicBezTo>
                <a:lnTo>
                  <a:pt x="60155" y="5055"/>
                </a:lnTo>
                <a:moveTo>
                  <a:pt x="110203" y="102705"/>
                </a:moveTo>
                <a:cubicBezTo>
                  <a:pt x="124984" y="102486"/>
                  <a:pt x="136613" y="100150"/>
                  <a:pt x="145090" y="95695"/>
                </a:cubicBezTo>
                <a:cubicBezTo>
                  <a:pt x="153677" y="91237"/>
                  <a:pt x="160523" y="83957"/>
                  <a:pt x="165632" y="73848"/>
                </a:cubicBezTo>
                <a:cubicBezTo>
                  <a:pt x="170847" y="63633"/>
                  <a:pt x="173456" y="54015"/>
                  <a:pt x="173456" y="44994"/>
                </a:cubicBezTo>
                <a:cubicBezTo>
                  <a:pt x="173456" y="36517"/>
                  <a:pt x="170793" y="29616"/>
                  <a:pt x="165468" y="24291"/>
                </a:cubicBezTo>
                <a:cubicBezTo>
                  <a:pt x="160142" y="18964"/>
                  <a:pt x="153024" y="16412"/>
                  <a:pt x="144112" y="16628"/>
                </a:cubicBezTo>
                <a:lnTo>
                  <a:pt x="135146" y="16955"/>
                </a:lnTo>
                <a:lnTo>
                  <a:pt x="110203" y="102705"/>
                </a:lnTo>
                <a:moveTo>
                  <a:pt x="106291" y="114931"/>
                </a:moveTo>
                <a:lnTo>
                  <a:pt x="78088" y="213233"/>
                </a:lnTo>
                <a:cubicBezTo>
                  <a:pt x="83523" y="213451"/>
                  <a:pt x="87597" y="213559"/>
                  <a:pt x="90315" y="213559"/>
                </a:cubicBezTo>
                <a:cubicBezTo>
                  <a:pt x="114551" y="213559"/>
                  <a:pt x="131396" y="206822"/>
                  <a:pt x="140852" y="193345"/>
                </a:cubicBezTo>
                <a:cubicBezTo>
                  <a:pt x="150307" y="179760"/>
                  <a:pt x="155035" y="165250"/>
                  <a:pt x="155035" y="149818"/>
                </a:cubicBezTo>
                <a:cubicBezTo>
                  <a:pt x="155035" y="142428"/>
                  <a:pt x="153187" y="135907"/>
                  <a:pt x="149491" y="130255"/>
                </a:cubicBezTo>
                <a:cubicBezTo>
                  <a:pt x="145905" y="124495"/>
                  <a:pt x="141233" y="120529"/>
                  <a:pt x="135472" y="118355"/>
                </a:cubicBezTo>
                <a:cubicBezTo>
                  <a:pt x="129712" y="116071"/>
                  <a:pt x="119985" y="114931"/>
                  <a:pt x="106291" y="114931"/>
                </a:cubicBezTo>
                <a:moveTo>
                  <a:pt x="391092" y="77272"/>
                </a:moveTo>
                <a:lnTo>
                  <a:pt x="359465" y="185682"/>
                </a:lnTo>
                <a:lnTo>
                  <a:pt x="356205" y="198889"/>
                </a:lnTo>
                <a:cubicBezTo>
                  <a:pt x="355879" y="200517"/>
                  <a:pt x="355715" y="201713"/>
                  <a:pt x="355715" y="202475"/>
                </a:cubicBezTo>
                <a:cubicBezTo>
                  <a:pt x="355715" y="203779"/>
                  <a:pt x="356150" y="204919"/>
                  <a:pt x="357020" y="205898"/>
                </a:cubicBezTo>
                <a:cubicBezTo>
                  <a:pt x="357998" y="206876"/>
                  <a:pt x="358976" y="207365"/>
                  <a:pt x="359954" y="207365"/>
                </a:cubicBezTo>
                <a:cubicBezTo>
                  <a:pt x="362236" y="207365"/>
                  <a:pt x="365389" y="205626"/>
                  <a:pt x="369409" y="202148"/>
                </a:cubicBezTo>
                <a:cubicBezTo>
                  <a:pt x="371040" y="200736"/>
                  <a:pt x="374953" y="195735"/>
                  <a:pt x="381147" y="187151"/>
                </a:cubicBezTo>
                <a:lnTo>
                  <a:pt x="386853" y="190084"/>
                </a:lnTo>
                <a:cubicBezTo>
                  <a:pt x="379137" y="204214"/>
                  <a:pt x="370877" y="214537"/>
                  <a:pt x="362073" y="221058"/>
                </a:cubicBezTo>
                <a:cubicBezTo>
                  <a:pt x="353379" y="227471"/>
                  <a:pt x="343978" y="230676"/>
                  <a:pt x="333871" y="230676"/>
                </a:cubicBezTo>
                <a:cubicBezTo>
                  <a:pt x="327676" y="230676"/>
                  <a:pt x="322948" y="229101"/>
                  <a:pt x="319688" y="225950"/>
                </a:cubicBezTo>
                <a:cubicBezTo>
                  <a:pt x="316427" y="222689"/>
                  <a:pt x="314796" y="218614"/>
                  <a:pt x="314796" y="213724"/>
                </a:cubicBezTo>
                <a:cubicBezTo>
                  <a:pt x="314796" y="209484"/>
                  <a:pt x="316535" y="201605"/>
                  <a:pt x="320013" y="190084"/>
                </a:cubicBezTo>
                <a:lnTo>
                  <a:pt x="323926" y="176880"/>
                </a:lnTo>
                <a:cubicBezTo>
                  <a:pt x="311319" y="198508"/>
                  <a:pt x="299201" y="213832"/>
                  <a:pt x="287572" y="222853"/>
                </a:cubicBezTo>
                <a:cubicBezTo>
                  <a:pt x="280833" y="228070"/>
                  <a:pt x="273661" y="230676"/>
                  <a:pt x="266054" y="230676"/>
                </a:cubicBezTo>
                <a:cubicBezTo>
                  <a:pt x="256055" y="230676"/>
                  <a:pt x="248828" y="226601"/>
                  <a:pt x="244371" y="218449"/>
                </a:cubicBezTo>
                <a:cubicBezTo>
                  <a:pt x="239916" y="210190"/>
                  <a:pt x="237687" y="200898"/>
                  <a:pt x="237687" y="190573"/>
                </a:cubicBezTo>
                <a:cubicBezTo>
                  <a:pt x="237687" y="175249"/>
                  <a:pt x="242361" y="157697"/>
                  <a:pt x="251707" y="137918"/>
                </a:cubicBezTo>
                <a:cubicBezTo>
                  <a:pt x="261054" y="118029"/>
                  <a:pt x="273335" y="102052"/>
                  <a:pt x="288550" y="89989"/>
                </a:cubicBezTo>
                <a:cubicBezTo>
                  <a:pt x="301048" y="79991"/>
                  <a:pt x="312786" y="74990"/>
                  <a:pt x="323764" y="74990"/>
                </a:cubicBezTo>
                <a:cubicBezTo>
                  <a:pt x="329849" y="74990"/>
                  <a:pt x="334740" y="76783"/>
                  <a:pt x="338435" y="80369"/>
                </a:cubicBezTo>
                <a:cubicBezTo>
                  <a:pt x="342130" y="83847"/>
                  <a:pt x="344847" y="90260"/>
                  <a:pt x="346586" y="99608"/>
                </a:cubicBezTo>
                <a:lnTo>
                  <a:pt x="352455" y="79556"/>
                </a:lnTo>
                <a:lnTo>
                  <a:pt x="391092" y="77272"/>
                </a:lnTo>
                <a:moveTo>
                  <a:pt x="338924" y="108246"/>
                </a:moveTo>
                <a:cubicBezTo>
                  <a:pt x="338924" y="99443"/>
                  <a:pt x="337566" y="93087"/>
                  <a:pt x="334848" y="89174"/>
                </a:cubicBezTo>
                <a:cubicBezTo>
                  <a:pt x="332892" y="86455"/>
                  <a:pt x="330229" y="85097"/>
                  <a:pt x="326861" y="85097"/>
                </a:cubicBezTo>
                <a:cubicBezTo>
                  <a:pt x="323491" y="85097"/>
                  <a:pt x="320013" y="86728"/>
                  <a:pt x="316427" y="89989"/>
                </a:cubicBezTo>
                <a:cubicBezTo>
                  <a:pt x="309145" y="96727"/>
                  <a:pt x="301266" y="110420"/>
                  <a:pt x="292788" y="131070"/>
                </a:cubicBezTo>
                <a:cubicBezTo>
                  <a:pt x="284420" y="151611"/>
                  <a:pt x="280236" y="169381"/>
                  <a:pt x="280236" y="184378"/>
                </a:cubicBezTo>
                <a:cubicBezTo>
                  <a:pt x="280236" y="190138"/>
                  <a:pt x="281160" y="194323"/>
                  <a:pt x="283007" y="196931"/>
                </a:cubicBezTo>
                <a:cubicBezTo>
                  <a:pt x="284963" y="199431"/>
                  <a:pt x="287083" y="200682"/>
                  <a:pt x="289366" y="200682"/>
                </a:cubicBezTo>
                <a:cubicBezTo>
                  <a:pt x="294256" y="200682"/>
                  <a:pt x="299201" y="197855"/>
                  <a:pt x="304201" y="192203"/>
                </a:cubicBezTo>
                <a:cubicBezTo>
                  <a:pt x="311374" y="184162"/>
                  <a:pt x="317840" y="174325"/>
                  <a:pt x="323600" y="162696"/>
                </a:cubicBezTo>
                <a:cubicBezTo>
                  <a:pt x="333817" y="142265"/>
                  <a:pt x="338924" y="124115"/>
                  <a:pt x="338924" y="108246"/>
                </a:cubicBezTo>
                <a:moveTo>
                  <a:pt x="580198" y="0"/>
                </a:moveTo>
                <a:lnTo>
                  <a:pt x="527216" y="182423"/>
                </a:lnTo>
                <a:cubicBezTo>
                  <a:pt x="523846" y="193834"/>
                  <a:pt x="522161" y="200736"/>
                  <a:pt x="522161" y="203126"/>
                </a:cubicBezTo>
                <a:cubicBezTo>
                  <a:pt x="522161" y="204322"/>
                  <a:pt x="522596" y="205353"/>
                  <a:pt x="523465" y="206223"/>
                </a:cubicBezTo>
                <a:cubicBezTo>
                  <a:pt x="524335" y="207092"/>
                  <a:pt x="525260" y="207527"/>
                  <a:pt x="526237" y="207527"/>
                </a:cubicBezTo>
                <a:cubicBezTo>
                  <a:pt x="528085" y="207527"/>
                  <a:pt x="530204" y="206603"/>
                  <a:pt x="532595" y="204756"/>
                </a:cubicBezTo>
                <a:cubicBezTo>
                  <a:pt x="536617" y="201713"/>
                  <a:pt x="541507" y="195954"/>
                  <a:pt x="547268" y="187475"/>
                </a:cubicBezTo>
                <a:lnTo>
                  <a:pt x="553136" y="190573"/>
                </a:lnTo>
                <a:cubicBezTo>
                  <a:pt x="537812" y="217310"/>
                  <a:pt x="520966" y="230676"/>
                  <a:pt x="502599" y="230676"/>
                </a:cubicBezTo>
                <a:cubicBezTo>
                  <a:pt x="496078" y="230676"/>
                  <a:pt x="491024" y="228993"/>
                  <a:pt x="487438" y="225624"/>
                </a:cubicBezTo>
                <a:cubicBezTo>
                  <a:pt x="483960" y="222146"/>
                  <a:pt x="482221" y="217744"/>
                  <a:pt x="482221" y="212419"/>
                </a:cubicBezTo>
                <a:cubicBezTo>
                  <a:pt x="482221" y="207311"/>
                  <a:pt x="483635" y="200028"/>
                  <a:pt x="486460" y="190573"/>
                </a:cubicBezTo>
                <a:lnTo>
                  <a:pt x="491350" y="173945"/>
                </a:lnTo>
                <a:cubicBezTo>
                  <a:pt x="477766" y="197963"/>
                  <a:pt x="465973" y="213940"/>
                  <a:pt x="455975" y="221873"/>
                </a:cubicBezTo>
                <a:cubicBezTo>
                  <a:pt x="448367" y="227743"/>
                  <a:pt x="440977" y="230676"/>
                  <a:pt x="433804" y="230676"/>
                </a:cubicBezTo>
                <a:cubicBezTo>
                  <a:pt x="425652" y="230676"/>
                  <a:pt x="418751" y="227362"/>
                  <a:pt x="413100" y="220733"/>
                </a:cubicBezTo>
                <a:cubicBezTo>
                  <a:pt x="407557" y="214102"/>
                  <a:pt x="404786" y="204430"/>
                  <a:pt x="404786" y="191714"/>
                </a:cubicBezTo>
                <a:cubicBezTo>
                  <a:pt x="404786" y="175521"/>
                  <a:pt x="408372" y="159544"/>
                  <a:pt x="415545" y="143786"/>
                </a:cubicBezTo>
                <a:cubicBezTo>
                  <a:pt x="422718" y="128027"/>
                  <a:pt x="430978" y="114877"/>
                  <a:pt x="440325" y="104333"/>
                </a:cubicBezTo>
                <a:cubicBezTo>
                  <a:pt x="449780" y="93792"/>
                  <a:pt x="458746" y="86293"/>
                  <a:pt x="467223" y="81838"/>
                </a:cubicBezTo>
                <a:cubicBezTo>
                  <a:pt x="475809" y="77272"/>
                  <a:pt x="484231" y="74990"/>
                  <a:pt x="492491" y="74990"/>
                </a:cubicBezTo>
                <a:cubicBezTo>
                  <a:pt x="496731" y="74990"/>
                  <a:pt x="500480" y="75860"/>
                  <a:pt x="503740" y="77599"/>
                </a:cubicBezTo>
                <a:cubicBezTo>
                  <a:pt x="507109" y="79337"/>
                  <a:pt x="510913" y="82599"/>
                  <a:pt x="515151" y="87381"/>
                </a:cubicBezTo>
                <a:lnTo>
                  <a:pt x="527216" y="46787"/>
                </a:lnTo>
                <a:cubicBezTo>
                  <a:pt x="530150" y="36788"/>
                  <a:pt x="531617" y="29616"/>
                  <a:pt x="531617" y="25269"/>
                </a:cubicBezTo>
                <a:cubicBezTo>
                  <a:pt x="531617" y="22660"/>
                  <a:pt x="530639" y="20432"/>
                  <a:pt x="528682" y="18585"/>
                </a:cubicBezTo>
                <a:cubicBezTo>
                  <a:pt x="526726" y="16736"/>
                  <a:pt x="524118" y="15813"/>
                  <a:pt x="520857" y="15813"/>
                </a:cubicBezTo>
                <a:cubicBezTo>
                  <a:pt x="519336" y="15813"/>
                  <a:pt x="517434" y="15977"/>
                  <a:pt x="515151" y="16301"/>
                </a:cubicBezTo>
                <a:lnTo>
                  <a:pt x="516782" y="9945"/>
                </a:lnTo>
                <a:lnTo>
                  <a:pt x="570416" y="0"/>
                </a:lnTo>
                <a:lnTo>
                  <a:pt x="580198" y="0"/>
                </a:lnTo>
                <a:moveTo>
                  <a:pt x="508468" y="103356"/>
                </a:moveTo>
                <a:cubicBezTo>
                  <a:pt x="508468" y="96727"/>
                  <a:pt x="507164" y="91891"/>
                  <a:pt x="504556" y="88847"/>
                </a:cubicBezTo>
                <a:cubicBezTo>
                  <a:pt x="501947" y="85804"/>
                  <a:pt x="498904" y="84282"/>
                  <a:pt x="495426" y="84282"/>
                </a:cubicBezTo>
                <a:cubicBezTo>
                  <a:pt x="491948" y="84282"/>
                  <a:pt x="488199" y="86077"/>
                  <a:pt x="484177" y="89663"/>
                </a:cubicBezTo>
                <a:cubicBezTo>
                  <a:pt x="476461" y="96619"/>
                  <a:pt x="468364" y="110638"/>
                  <a:pt x="459888" y="131722"/>
                </a:cubicBezTo>
                <a:cubicBezTo>
                  <a:pt x="451518" y="152697"/>
                  <a:pt x="447334" y="170359"/>
                  <a:pt x="447334" y="184705"/>
                </a:cubicBezTo>
                <a:cubicBezTo>
                  <a:pt x="447334" y="189921"/>
                  <a:pt x="448258" y="193780"/>
                  <a:pt x="450106" y="196280"/>
                </a:cubicBezTo>
                <a:cubicBezTo>
                  <a:pt x="451953" y="198778"/>
                  <a:pt x="454019" y="200028"/>
                  <a:pt x="456301" y="200028"/>
                </a:cubicBezTo>
                <a:cubicBezTo>
                  <a:pt x="460105" y="200028"/>
                  <a:pt x="463908" y="198290"/>
                  <a:pt x="467712" y="194812"/>
                </a:cubicBezTo>
                <a:cubicBezTo>
                  <a:pt x="476950" y="186552"/>
                  <a:pt x="486026" y="172370"/>
                  <a:pt x="494936" y="152262"/>
                </a:cubicBezTo>
                <a:cubicBezTo>
                  <a:pt x="503958" y="132048"/>
                  <a:pt x="508468" y="115747"/>
                  <a:pt x="508468" y="103356"/>
                </a:cubicBez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7">
            <a:extLst xmlns:a="http://schemas.openxmlformats.org/drawingml/2006/main">
              <a:ext uri="{FF2B5EF4-FFF2-40B4-BE49-F238E27FC236}">
                <a16:creationId xmlns:a16="http://schemas.microsoft.com/office/drawing/2014/main" id="{F3D0AFB7-E8B9-40C0-BF9D-2C2E5A184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8582" y="7191295"/>
            <a:ext cx="3732117" cy="404577"/>
          </a:xfrm>
          <a:custGeom xmlns:a="http://schemas.openxmlformats.org/drawingml/2006/main">
            <a:pathLst>
              <a:path w="2797144" h="303222">
                <a:moveTo>
                  <a:pt x="103682" y="297192"/>
                </a:moveTo>
                <a:lnTo>
                  <a:pt x="103682" y="303222"/>
                </a:lnTo>
                <a:cubicBezTo>
                  <a:pt x="87272" y="294962"/>
                  <a:pt x="73578" y="285290"/>
                  <a:pt x="62601" y="274205"/>
                </a:cubicBezTo>
                <a:cubicBezTo>
                  <a:pt x="46951" y="258447"/>
                  <a:pt x="34887" y="239861"/>
                  <a:pt x="26409" y="218451"/>
                </a:cubicBezTo>
                <a:cubicBezTo>
                  <a:pt x="17933" y="197041"/>
                  <a:pt x="13694" y="174816"/>
                  <a:pt x="13694" y="151775"/>
                </a:cubicBezTo>
                <a:cubicBezTo>
                  <a:pt x="13694" y="118083"/>
                  <a:pt x="22008" y="87381"/>
                  <a:pt x="38637" y="59666"/>
                </a:cubicBezTo>
                <a:cubicBezTo>
                  <a:pt x="55265" y="31844"/>
                  <a:pt x="76947" y="11956"/>
                  <a:pt x="103682" y="0"/>
                </a:cubicBezTo>
                <a:lnTo>
                  <a:pt x="103682" y="6848"/>
                </a:lnTo>
                <a:cubicBezTo>
                  <a:pt x="90315" y="14238"/>
                  <a:pt x="79338" y="24345"/>
                  <a:pt x="70752" y="37171"/>
                </a:cubicBezTo>
                <a:cubicBezTo>
                  <a:pt x="62167" y="49994"/>
                  <a:pt x="55754" y="66241"/>
                  <a:pt x="51516" y="85915"/>
                </a:cubicBezTo>
                <a:cubicBezTo>
                  <a:pt x="47277" y="105586"/>
                  <a:pt x="45158" y="126126"/>
                  <a:pt x="45158" y="147536"/>
                </a:cubicBezTo>
                <a:cubicBezTo>
                  <a:pt x="45158" y="170793"/>
                  <a:pt x="46951" y="191933"/>
                  <a:pt x="50537" y="210953"/>
                </a:cubicBezTo>
                <a:cubicBezTo>
                  <a:pt x="53363" y="225950"/>
                  <a:pt x="56787" y="237960"/>
                  <a:pt x="60807" y="246979"/>
                </a:cubicBezTo>
                <a:cubicBezTo>
                  <a:pt x="64829" y="256109"/>
                  <a:pt x="70209" y="264857"/>
                  <a:pt x="76947" y="273228"/>
                </a:cubicBezTo>
                <a:cubicBezTo>
                  <a:pt x="83794" y="281596"/>
                  <a:pt x="92706" y="289583"/>
                  <a:pt x="103682" y="297192"/>
                </a:cubicBezTo>
                <a:moveTo>
                  <a:pt x="316102" y="5706"/>
                </a:moveTo>
                <a:lnTo>
                  <a:pt x="321807" y="75481"/>
                </a:lnTo>
                <a:lnTo>
                  <a:pt x="316102" y="75481"/>
                </a:lnTo>
                <a:cubicBezTo>
                  <a:pt x="310341" y="58092"/>
                  <a:pt x="302896" y="44996"/>
                  <a:pt x="293767" y="36191"/>
                </a:cubicBezTo>
                <a:cubicBezTo>
                  <a:pt x="280617" y="23475"/>
                  <a:pt x="263717" y="17119"/>
                  <a:pt x="243067" y="17119"/>
                </a:cubicBezTo>
                <a:cubicBezTo>
                  <a:pt x="214919" y="17119"/>
                  <a:pt x="193509" y="28258"/>
                  <a:pt x="178836" y="50537"/>
                </a:cubicBezTo>
                <a:cubicBezTo>
                  <a:pt x="166555" y="69339"/>
                  <a:pt x="160415" y="91728"/>
                  <a:pt x="160415" y="117704"/>
                </a:cubicBezTo>
                <a:cubicBezTo>
                  <a:pt x="160415" y="138787"/>
                  <a:pt x="164490" y="158024"/>
                  <a:pt x="172641" y="175413"/>
                </a:cubicBezTo>
                <a:cubicBezTo>
                  <a:pt x="180792" y="192802"/>
                  <a:pt x="191443" y="205572"/>
                  <a:pt x="204594" y="213724"/>
                </a:cubicBezTo>
                <a:cubicBezTo>
                  <a:pt x="217852" y="221765"/>
                  <a:pt x="231438" y="225788"/>
                  <a:pt x="245350" y="225788"/>
                </a:cubicBezTo>
                <a:cubicBezTo>
                  <a:pt x="253500" y="225788"/>
                  <a:pt x="261380" y="224754"/>
                  <a:pt x="268987" y="222691"/>
                </a:cubicBezTo>
                <a:cubicBezTo>
                  <a:pt x="276595" y="220625"/>
                  <a:pt x="283932" y="217582"/>
                  <a:pt x="290995" y="213561"/>
                </a:cubicBezTo>
                <a:lnTo>
                  <a:pt x="290995" y="149656"/>
                </a:lnTo>
                <a:cubicBezTo>
                  <a:pt x="290995" y="138569"/>
                  <a:pt x="290126" y="131343"/>
                  <a:pt x="288387" y="127973"/>
                </a:cubicBezTo>
                <a:cubicBezTo>
                  <a:pt x="286757" y="124495"/>
                  <a:pt x="284149" y="121887"/>
                  <a:pt x="280562" y="120148"/>
                </a:cubicBezTo>
                <a:cubicBezTo>
                  <a:pt x="277084" y="118301"/>
                  <a:pt x="270890" y="117377"/>
                  <a:pt x="261978" y="117377"/>
                </a:cubicBezTo>
                <a:lnTo>
                  <a:pt x="261978" y="111183"/>
                </a:lnTo>
                <a:lnTo>
                  <a:pt x="347565" y="111183"/>
                </a:lnTo>
                <a:lnTo>
                  <a:pt x="347565" y="117377"/>
                </a:lnTo>
                <a:lnTo>
                  <a:pt x="343489" y="117377"/>
                </a:lnTo>
                <a:cubicBezTo>
                  <a:pt x="335011" y="117377"/>
                  <a:pt x="329198" y="120202"/>
                  <a:pt x="326045" y="125854"/>
                </a:cubicBezTo>
                <a:cubicBezTo>
                  <a:pt x="323872" y="129874"/>
                  <a:pt x="322785" y="137810"/>
                  <a:pt x="322785" y="149656"/>
                </a:cubicBezTo>
                <a:lnTo>
                  <a:pt x="322785" y="217310"/>
                </a:lnTo>
                <a:cubicBezTo>
                  <a:pt x="310287" y="224049"/>
                  <a:pt x="297951" y="228993"/>
                  <a:pt x="285779" y="232144"/>
                </a:cubicBezTo>
                <a:cubicBezTo>
                  <a:pt x="273606" y="235296"/>
                  <a:pt x="260075" y="236872"/>
                  <a:pt x="245186" y="236872"/>
                </a:cubicBezTo>
                <a:cubicBezTo>
                  <a:pt x="202475" y="236872"/>
                  <a:pt x="170033" y="223179"/>
                  <a:pt x="147862" y="195791"/>
                </a:cubicBezTo>
                <a:cubicBezTo>
                  <a:pt x="131234" y="175251"/>
                  <a:pt x="122920" y="151557"/>
                  <a:pt x="122920" y="124714"/>
                </a:cubicBezTo>
                <a:cubicBezTo>
                  <a:pt x="122920" y="105259"/>
                  <a:pt x="127593" y="86620"/>
                  <a:pt x="136939" y="68796"/>
                </a:cubicBezTo>
                <a:cubicBezTo>
                  <a:pt x="148025" y="47604"/>
                  <a:pt x="163241" y="31301"/>
                  <a:pt x="182586" y="19889"/>
                </a:cubicBezTo>
                <a:cubicBezTo>
                  <a:pt x="198779" y="10434"/>
                  <a:pt x="217908" y="5706"/>
                  <a:pt x="239970" y="5706"/>
                </a:cubicBezTo>
                <a:cubicBezTo>
                  <a:pt x="248012" y="5706"/>
                  <a:pt x="255293" y="6359"/>
                  <a:pt x="261814" y="7663"/>
                </a:cubicBezTo>
                <a:cubicBezTo>
                  <a:pt x="268445" y="8967"/>
                  <a:pt x="277791" y="11848"/>
                  <a:pt x="289855" y="16303"/>
                </a:cubicBezTo>
                <a:cubicBezTo>
                  <a:pt x="295941" y="18585"/>
                  <a:pt x="300017" y="19727"/>
                  <a:pt x="302081" y="19727"/>
                </a:cubicBezTo>
                <a:cubicBezTo>
                  <a:pt x="304147" y="19727"/>
                  <a:pt x="305886" y="18802"/>
                  <a:pt x="307298" y="16955"/>
                </a:cubicBezTo>
                <a:cubicBezTo>
                  <a:pt x="308819" y="14999"/>
                  <a:pt x="309743" y="11249"/>
                  <a:pt x="310070" y="5706"/>
                </a:cubicBezTo>
                <a:lnTo>
                  <a:pt x="316102" y="5706"/>
                </a:lnTo>
                <a:moveTo>
                  <a:pt x="387995" y="138733"/>
                </a:moveTo>
                <a:cubicBezTo>
                  <a:pt x="387885" y="160905"/>
                  <a:pt x="393265" y="178294"/>
                  <a:pt x="404134" y="190901"/>
                </a:cubicBezTo>
                <a:cubicBezTo>
                  <a:pt x="415002" y="203506"/>
                  <a:pt x="427772" y="209811"/>
                  <a:pt x="442444" y="209811"/>
                </a:cubicBezTo>
                <a:cubicBezTo>
                  <a:pt x="452226" y="209811"/>
                  <a:pt x="460702" y="207148"/>
                  <a:pt x="467875" y="201824"/>
                </a:cubicBezTo>
                <a:cubicBezTo>
                  <a:pt x="475157" y="196388"/>
                  <a:pt x="481243" y="187151"/>
                  <a:pt x="486134" y="174109"/>
                </a:cubicBezTo>
                <a:lnTo>
                  <a:pt x="491187" y="177368"/>
                </a:lnTo>
                <a:cubicBezTo>
                  <a:pt x="488905" y="192259"/>
                  <a:pt x="482275" y="205844"/>
                  <a:pt x="471299" y="218125"/>
                </a:cubicBezTo>
                <a:cubicBezTo>
                  <a:pt x="460322" y="230297"/>
                  <a:pt x="446574" y="236384"/>
                  <a:pt x="430054" y="236384"/>
                </a:cubicBezTo>
                <a:cubicBezTo>
                  <a:pt x="412121" y="236384"/>
                  <a:pt x="396743" y="229428"/>
                  <a:pt x="383919" y="215517"/>
                </a:cubicBezTo>
                <a:cubicBezTo>
                  <a:pt x="371203" y="201497"/>
                  <a:pt x="364845" y="182695"/>
                  <a:pt x="364845" y="159112"/>
                </a:cubicBezTo>
                <a:cubicBezTo>
                  <a:pt x="364845" y="133571"/>
                  <a:pt x="371366" y="113681"/>
                  <a:pt x="384408" y="99445"/>
                </a:cubicBezTo>
                <a:cubicBezTo>
                  <a:pt x="397559" y="85099"/>
                  <a:pt x="414023" y="77925"/>
                  <a:pt x="433804" y="77925"/>
                </a:cubicBezTo>
                <a:cubicBezTo>
                  <a:pt x="450541" y="77925"/>
                  <a:pt x="464289" y="83468"/>
                  <a:pt x="475048" y="94553"/>
                </a:cubicBezTo>
                <a:cubicBezTo>
                  <a:pt x="485808" y="105532"/>
                  <a:pt x="491187" y="120256"/>
                  <a:pt x="491187" y="138733"/>
                </a:cubicBezTo>
                <a:lnTo>
                  <a:pt x="387995" y="138733"/>
                </a:lnTo>
                <a:moveTo>
                  <a:pt x="387995" y="129277"/>
                </a:moveTo>
                <a:lnTo>
                  <a:pt x="457116" y="129277"/>
                </a:lnTo>
                <a:cubicBezTo>
                  <a:pt x="456572" y="119713"/>
                  <a:pt x="455431" y="112976"/>
                  <a:pt x="453692" y="109063"/>
                </a:cubicBezTo>
                <a:cubicBezTo>
                  <a:pt x="450976" y="102977"/>
                  <a:pt x="446900" y="98195"/>
                  <a:pt x="441466" y="94717"/>
                </a:cubicBezTo>
                <a:cubicBezTo>
                  <a:pt x="436141" y="91240"/>
                  <a:pt x="430543" y="89501"/>
                  <a:pt x="424674" y="89501"/>
                </a:cubicBezTo>
                <a:cubicBezTo>
                  <a:pt x="415654" y="89501"/>
                  <a:pt x="407557" y="93033"/>
                  <a:pt x="400383" y="100096"/>
                </a:cubicBezTo>
                <a:cubicBezTo>
                  <a:pt x="393320" y="107052"/>
                  <a:pt x="389190" y="116778"/>
                  <a:pt x="387995" y="129277"/>
                </a:cubicBezTo>
                <a:moveTo>
                  <a:pt x="554766" y="109715"/>
                </a:moveTo>
                <a:cubicBezTo>
                  <a:pt x="572265" y="88631"/>
                  <a:pt x="588947" y="78089"/>
                  <a:pt x="604814" y="78089"/>
                </a:cubicBezTo>
                <a:cubicBezTo>
                  <a:pt x="612965" y="78089"/>
                  <a:pt x="619976" y="80153"/>
                  <a:pt x="625845" y="84284"/>
                </a:cubicBezTo>
                <a:cubicBezTo>
                  <a:pt x="631714" y="88305"/>
                  <a:pt x="636386" y="94988"/>
                  <a:pt x="639864" y="104336"/>
                </a:cubicBezTo>
                <a:cubicBezTo>
                  <a:pt x="642255" y="110857"/>
                  <a:pt x="643450" y="120855"/>
                  <a:pt x="643450" y="134332"/>
                </a:cubicBezTo>
                <a:lnTo>
                  <a:pt x="643450" y="198073"/>
                </a:lnTo>
                <a:cubicBezTo>
                  <a:pt x="643450" y="207529"/>
                  <a:pt x="644212" y="213940"/>
                  <a:pt x="645733" y="217310"/>
                </a:cubicBezTo>
                <a:cubicBezTo>
                  <a:pt x="646928" y="220026"/>
                  <a:pt x="648830" y="222146"/>
                  <a:pt x="651439" y="223668"/>
                </a:cubicBezTo>
                <a:cubicBezTo>
                  <a:pt x="654156" y="225189"/>
                  <a:pt x="659101" y="225950"/>
                  <a:pt x="666274" y="225950"/>
                </a:cubicBezTo>
                <a:lnTo>
                  <a:pt x="666274" y="231818"/>
                </a:lnTo>
                <a:lnTo>
                  <a:pt x="592424" y="231818"/>
                </a:lnTo>
                <a:lnTo>
                  <a:pt x="592424" y="225950"/>
                </a:lnTo>
                <a:lnTo>
                  <a:pt x="595522" y="225950"/>
                </a:lnTo>
                <a:cubicBezTo>
                  <a:pt x="602477" y="225950"/>
                  <a:pt x="607315" y="224918"/>
                  <a:pt x="610031" y="222853"/>
                </a:cubicBezTo>
                <a:cubicBezTo>
                  <a:pt x="612857" y="220679"/>
                  <a:pt x="614813" y="217528"/>
                  <a:pt x="615900" y="213397"/>
                </a:cubicBezTo>
                <a:cubicBezTo>
                  <a:pt x="616335" y="211766"/>
                  <a:pt x="616552" y="206660"/>
                  <a:pt x="616552" y="198073"/>
                </a:cubicBezTo>
                <a:lnTo>
                  <a:pt x="616552" y="136940"/>
                </a:lnTo>
                <a:cubicBezTo>
                  <a:pt x="616552" y="123353"/>
                  <a:pt x="614759" y="113519"/>
                  <a:pt x="611172" y="107433"/>
                </a:cubicBezTo>
                <a:cubicBezTo>
                  <a:pt x="607694" y="101238"/>
                  <a:pt x="601771" y="98141"/>
                  <a:pt x="593403" y="98141"/>
                </a:cubicBezTo>
                <a:cubicBezTo>
                  <a:pt x="580469" y="98141"/>
                  <a:pt x="567591" y="105205"/>
                  <a:pt x="554766" y="119333"/>
                </a:cubicBezTo>
                <a:lnTo>
                  <a:pt x="554766" y="198073"/>
                </a:lnTo>
                <a:cubicBezTo>
                  <a:pt x="554766" y="208180"/>
                  <a:pt x="555364" y="214431"/>
                  <a:pt x="556560" y="216821"/>
                </a:cubicBezTo>
                <a:cubicBezTo>
                  <a:pt x="558081" y="219972"/>
                  <a:pt x="560146" y="222310"/>
                  <a:pt x="562755" y="223831"/>
                </a:cubicBezTo>
                <a:cubicBezTo>
                  <a:pt x="565471" y="225243"/>
                  <a:pt x="570905" y="225950"/>
                  <a:pt x="579057" y="225950"/>
                </a:cubicBezTo>
                <a:lnTo>
                  <a:pt x="579057" y="231818"/>
                </a:lnTo>
                <a:lnTo>
                  <a:pt x="505208" y="231818"/>
                </a:lnTo>
                <a:lnTo>
                  <a:pt x="505208" y="225950"/>
                </a:lnTo>
                <a:lnTo>
                  <a:pt x="508468" y="225950"/>
                </a:lnTo>
                <a:cubicBezTo>
                  <a:pt x="516076" y="225950"/>
                  <a:pt x="521184" y="224049"/>
                  <a:pt x="523792" y="220244"/>
                </a:cubicBezTo>
                <a:cubicBezTo>
                  <a:pt x="526510" y="216332"/>
                  <a:pt x="527868" y="208941"/>
                  <a:pt x="527868" y="198073"/>
                </a:cubicBezTo>
                <a:lnTo>
                  <a:pt x="527868" y="142646"/>
                </a:lnTo>
                <a:cubicBezTo>
                  <a:pt x="527868" y="124714"/>
                  <a:pt x="527433" y="113791"/>
                  <a:pt x="526564" y="109879"/>
                </a:cubicBezTo>
                <a:cubicBezTo>
                  <a:pt x="525802" y="105966"/>
                  <a:pt x="524553" y="103302"/>
                  <a:pt x="522814" y="101889"/>
                </a:cubicBezTo>
                <a:cubicBezTo>
                  <a:pt x="521184" y="100477"/>
                  <a:pt x="518956" y="99770"/>
                  <a:pt x="516130" y="99770"/>
                </a:cubicBezTo>
                <a:cubicBezTo>
                  <a:pt x="513087" y="99770"/>
                  <a:pt x="509446" y="100585"/>
                  <a:pt x="505208" y="102216"/>
                </a:cubicBezTo>
                <a:lnTo>
                  <a:pt x="502763" y="96346"/>
                </a:lnTo>
                <a:lnTo>
                  <a:pt x="547756" y="78089"/>
                </a:lnTo>
                <a:lnTo>
                  <a:pt x="554766" y="78089"/>
                </a:lnTo>
                <a:lnTo>
                  <a:pt x="554766" y="109715"/>
                </a:lnTo>
                <a:moveTo>
                  <a:pt x="703280" y="138733"/>
                </a:moveTo>
                <a:cubicBezTo>
                  <a:pt x="703172" y="160905"/>
                  <a:pt x="708551" y="178294"/>
                  <a:pt x="719419" y="190901"/>
                </a:cubicBezTo>
                <a:cubicBezTo>
                  <a:pt x="730287" y="203506"/>
                  <a:pt x="743058" y="209811"/>
                  <a:pt x="757730" y="209811"/>
                </a:cubicBezTo>
                <a:cubicBezTo>
                  <a:pt x="767511" y="209811"/>
                  <a:pt x="775988" y="207148"/>
                  <a:pt x="783161" y="201824"/>
                </a:cubicBezTo>
                <a:cubicBezTo>
                  <a:pt x="790443" y="196388"/>
                  <a:pt x="796529" y="187151"/>
                  <a:pt x="801420" y="174109"/>
                </a:cubicBezTo>
                <a:lnTo>
                  <a:pt x="806474" y="177368"/>
                </a:lnTo>
                <a:cubicBezTo>
                  <a:pt x="804191" y="192259"/>
                  <a:pt x="797562" y="205844"/>
                  <a:pt x="786585" y="218125"/>
                </a:cubicBezTo>
                <a:cubicBezTo>
                  <a:pt x="775608" y="230297"/>
                  <a:pt x="761859" y="236384"/>
                  <a:pt x="745340" y="236384"/>
                </a:cubicBezTo>
                <a:cubicBezTo>
                  <a:pt x="727408" y="236384"/>
                  <a:pt x="712029" y="229428"/>
                  <a:pt x="699204" y="215517"/>
                </a:cubicBezTo>
                <a:cubicBezTo>
                  <a:pt x="686489" y="201497"/>
                  <a:pt x="680131" y="182695"/>
                  <a:pt x="680131" y="159112"/>
                </a:cubicBezTo>
                <a:cubicBezTo>
                  <a:pt x="680131" y="133571"/>
                  <a:pt x="686652" y="113681"/>
                  <a:pt x="699694" y="99445"/>
                </a:cubicBezTo>
                <a:cubicBezTo>
                  <a:pt x="712844" y="85099"/>
                  <a:pt x="729310" y="77925"/>
                  <a:pt x="749090" y="77925"/>
                </a:cubicBezTo>
                <a:cubicBezTo>
                  <a:pt x="765826" y="77925"/>
                  <a:pt x="779574" y="83468"/>
                  <a:pt x="790334" y="94553"/>
                </a:cubicBezTo>
                <a:cubicBezTo>
                  <a:pt x="801093" y="105532"/>
                  <a:pt x="806474" y="120256"/>
                  <a:pt x="806474" y="138733"/>
                </a:cubicBezTo>
                <a:lnTo>
                  <a:pt x="703280" y="138733"/>
                </a:lnTo>
                <a:moveTo>
                  <a:pt x="703280" y="129277"/>
                </a:moveTo>
                <a:lnTo>
                  <a:pt x="772402" y="129277"/>
                </a:lnTo>
                <a:cubicBezTo>
                  <a:pt x="771858" y="119713"/>
                  <a:pt x="770717" y="112976"/>
                  <a:pt x="768978" y="109063"/>
                </a:cubicBezTo>
                <a:cubicBezTo>
                  <a:pt x="766261" y="102977"/>
                  <a:pt x="762186" y="98195"/>
                  <a:pt x="756752" y="94717"/>
                </a:cubicBezTo>
                <a:cubicBezTo>
                  <a:pt x="751426" y="91240"/>
                  <a:pt x="745830" y="89501"/>
                  <a:pt x="739961" y="89501"/>
                </a:cubicBezTo>
                <a:cubicBezTo>
                  <a:pt x="730939" y="89501"/>
                  <a:pt x="722843" y="93033"/>
                  <a:pt x="715670" y="100096"/>
                </a:cubicBezTo>
                <a:cubicBezTo>
                  <a:pt x="708606" y="107052"/>
                  <a:pt x="704476" y="116778"/>
                  <a:pt x="703280" y="129277"/>
                </a:cubicBezTo>
                <a:moveTo>
                  <a:pt x="870216" y="78089"/>
                </a:moveTo>
                <a:lnTo>
                  <a:pt x="870216" y="111672"/>
                </a:lnTo>
                <a:cubicBezTo>
                  <a:pt x="882714" y="89282"/>
                  <a:pt x="895538" y="78089"/>
                  <a:pt x="908688" y="78089"/>
                </a:cubicBezTo>
                <a:cubicBezTo>
                  <a:pt x="914667" y="78089"/>
                  <a:pt x="919611" y="79936"/>
                  <a:pt x="923523" y="83631"/>
                </a:cubicBezTo>
                <a:cubicBezTo>
                  <a:pt x="927436" y="87219"/>
                  <a:pt x="929392" y="91402"/>
                  <a:pt x="929392" y="96184"/>
                </a:cubicBezTo>
                <a:cubicBezTo>
                  <a:pt x="929392" y="100423"/>
                  <a:pt x="927980" y="104009"/>
                  <a:pt x="925154" y="106944"/>
                </a:cubicBezTo>
                <a:cubicBezTo>
                  <a:pt x="922328" y="109879"/>
                  <a:pt x="918959" y="111345"/>
                  <a:pt x="915046" y="111345"/>
                </a:cubicBezTo>
                <a:cubicBezTo>
                  <a:pt x="911243" y="111345"/>
                  <a:pt x="906950" y="109498"/>
                  <a:pt x="902167" y="105802"/>
                </a:cubicBezTo>
                <a:cubicBezTo>
                  <a:pt x="897495" y="101998"/>
                  <a:pt x="894017" y="100096"/>
                  <a:pt x="891734" y="100096"/>
                </a:cubicBezTo>
                <a:cubicBezTo>
                  <a:pt x="889778" y="100096"/>
                  <a:pt x="887659" y="101184"/>
                  <a:pt x="885376" y="103358"/>
                </a:cubicBezTo>
                <a:cubicBezTo>
                  <a:pt x="880486" y="107813"/>
                  <a:pt x="875433" y="115150"/>
                  <a:pt x="870216" y="125365"/>
                </a:cubicBezTo>
                <a:lnTo>
                  <a:pt x="870216" y="196931"/>
                </a:lnTo>
                <a:cubicBezTo>
                  <a:pt x="870216" y="205191"/>
                  <a:pt x="871247" y="211442"/>
                  <a:pt x="873313" y="215679"/>
                </a:cubicBezTo>
                <a:cubicBezTo>
                  <a:pt x="874725" y="218614"/>
                  <a:pt x="877226" y="221060"/>
                  <a:pt x="880812" y="223015"/>
                </a:cubicBezTo>
                <a:cubicBezTo>
                  <a:pt x="884399" y="224972"/>
                  <a:pt x="889560" y="225950"/>
                  <a:pt x="896299" y="225950"/>
                </a:cubicBezTo>
                <a:lnTo>
                  <a:pt x="896299" y="231818"/>
                </a:lnTo>
                <a:lnTo>
                  <a:pt x="819841" y="231818"/>
                </a:lnTo>
                <a:lnTo>
                  <a:pt x="819841" y="225950"/>
                </a:lnTo>
                <a:cubicBezTo>
                  <a:pt x="827449" y="225950"/>
                  <a:pt x="833100" y="224754"/>
                  <a:pt x="836796" y="222364"/>
                </a:cubicBezTo>
                <a:cubicBezTo>
                  <a:pt x="839513" y="220625"/>
                  <a:pt x="841414" y="217852"/>
                  <a:pt x="842501" y="214050"/>
                </a:cubicBezTo>
                <a:cubicBezTo>
                  <a:pt x="843045" y="212201"/>
                  <a:pt x="843316" y="206930"/>
                  <a:pt x="843316" y="198235"/>
                </a:cubicBezTo>
                <a:lnTo>
                  <a:pt x="843316" y="140364"/>
                </a:lnTo>
                <a:cubicBezTo>
                  <a:pt x="843316" y="122975"/>
                  <a:pt x="842936" y="112650"/>
                  <a:pt x="842176" y="109388"/>
                </a:cubicBezTo>
                <a:cubicBezTo>
                  <a:pt x="841523" y="106020"/>
                  <a:pt x="840219" y="103574"/>
                  <a:pt x="838263" y="102054"/>
                </a:cubicBezTo>
                <a:cubicBezTo>
                  <a:pt x="836415" y="100531"/>
                  <a:pt x="834079" y="99770"/>
                  <a:pt x="831253" y="99770"/>
                </a:cubicBezTo>
                <a:cubicBezTo>
                  <a:pt x="827884" y="99770"/>
                  <a:pt x="824080" y="100585"/>
                  <a:pt x="819841" y="102216"/>
                </a:cubicBezTo>
                <a:lnTo>
                  <a:pt x="818211" y="96346"/>
                </a:lnTo>
                <a:lnTo>
                  <a:pt x="863368" y="78089"/>
                </a:lnTo>
                <a:lnTo>
                  <a:pt x="870216" y="78089"/>
                </a:lnTo>
                <a:moveTo>
                  <a:pt x="1022316" y="210300"/>
                </a:moveTo>
                <a:cubicBezTo>
                  <a:pt x="1006992" y="222146"/>
                  <a:pt x="997373" y="228993"/>
                  <a:pt x="993461" y="230840"/>
                </a:cubicBezTo>
                <a:cubicBezTo>
                  <a:pt x="987591" y="233557"/>
                  <a:pt x="981343" y="234917"/>
                  <a:pt x="974712" y="234917"/>
                </a:cubicBezTo>
                <a:cubicBezTo>
                  <a:pt x="964388" y="234917"/>
                  <a:pt x="955857" y="231383"/>
                  <a:pt x="949118" y="224319"/>
                </a:cubicBezTo>
                <a:cubicBezTo>
                  <a:pt x="942488" y="217255"/>
                  <a:pt x="939174" y="207964"/>
                  <a:pt x="939174" y="196442"/>
                </a:cubicBezTo>
                <a:cubicBezTo>
                  <a:pt x="939174" y="189162"/>
                  <a:pt x="940804" y="182858"/>
                  <a:pt x="944065" y="177533"/>
                </a:cubicBezTo>
                <a:cubicBezTo>
                  <a:pt x="948520" y="170142"/>
                  <a:pt x="956237" y="163187"/>
                  <a:pt x="967214" y="156666"/>
                </a:cubicBezTo>
                <a:cubicBezTo>
                  <a:pt x="978300" y="150145"/>
                  <a:pt x="996666" y="142211"/>
                  <a:pt x="1022316" y="132863"/>
                </a:cubicBezTo>
                <a:lnTo>
                  <a:pt x="1022316" y="126996"/>
                </a:lnTo>
                <a:cubicBezTo>
                  <a:pt x="1022316" y="112107"/>
                  <a:pt x="1019925" y="101889"/>
                  <a:pt x="1015143" y="96346"/>
                </a:cubicBezTo>
                <a:cubicBezTo>
                  <a:pt x="1010470" y="90805"/>
                  <a:pt x="1003622" y="88032"/>
                  <a:pt x="994602" y="88032"/>
                </a:cubicBezTo>
                <a:cubicBezTo>
                  <a:pt x="987754" y="88032"/>
                  <a:pt x="982320" y="89881"/>
                  <a:pt x="978300" y="93575"/>
                </a:cubicBezTo>
                <a:cubicBezTo>
                  <a:pt x="974170" y="97272"/>
                  <a:pt x="972104" y="101509"/>
                  <a:pt x="972104" y="106291"/>
                </a:cubicBezTo>
                <a:lnTo>
                  <a:pt x="972431" y="115747"/>
                </a:lnTo>
                <a:cubicBezTo>
                  <a:pt x="972431" y="120745"/>
                  <a:pt x="971126" y="124604"/>
                  <a:pt x="968518" y="127322"/>
                </a:cubicBezTo>
                <a:cubicBezTo>
                  <a:pt x="966018" y="130039"/>
                  <a:pt x="962703" y="131397"/>
                  <a:pt x="958573" y="131397"/>
                </a:cubicBezTo>
                <a:cubicBezTo>
                  <a:pt x="954553" y="131397"/>
                  <a:pt x="951238" y="129985"/>
                  <a:pt x="948630" y="127158"/>
                </a:cubicBezTo>
                <a:cubicBezTo>
                  <a:pt x="946129" y="124333"/>
                  <a:pt x="944879" y="120475"/>
                  <a:pt x="944879" y="115584"/>
                </a:cubicBezTo>
                <a:cubicBezTo>
                  <a:pt x="944879" y="106237"/>
                  <a:pt x="949661" y="97650"/>
                  <a:pt x="959225" y="89827"/>
                </a:cubicBezTo>
                <a:cubicBezTo>
                  <a:pt x="968790" y="82002"/>
                  <a:pt x="982212" y="78089"/>
                  <a:pt x="999492" y="78089"/>
                </a:cubicBezTo>
                <a:cubicBezTo>
                  <a:pt x="1012751" y="78089"/>
                  <a:pt x="1023620" y="80317"/>
                  <a:pt x="1032097" y="84773"/>
                </a:cubicBezTo>
                <a:cubicBezTo>
                  <a:pt x="1038509" y="88142"/>
                  <a:pt x="1043237" y="93413"/>
                  <a:pt x="1046280" y="100585"/>
                </a:cubicBezTo>
                <a:cubicBezTo>
                  <a:pt x="1048236" y="105259"/>
                  <a:pt x="1049214" y="114823"/>
                  <a:pt x="1049214" y="129277"/>
                </a:cubicBezTo>
                <a:lnTo>
                  <a:pt x="1049214" y="179977"/>
                </a:lnTo>
                <a:cubicBezTo>
                  <a:pt x="1049214" y="194215"/>
                  <a:pt x="1049486" y="202963"/>
                  <a:pt x="1050029" y="206225"/>
                </a:cubicBezTo>
                <a:cubicBezTo>
                  <a:pt x="1050573" y="209376"/>
                  <a:pt x="1051443" y="211496"/>
                  <a:pt x="1052638" y="212582"/>
                </a:cubicBezTo>
                <a:cubicBezTo>
                  <a:pt x="1053942" y="213669"/>
                  <a:pt x="1055409" y="214212"/>
                  <a:pt x="1057039" y="214212"/>
                </a:cubicBezTo>
                <a:cubicBezTo>
                  <a:pt x="1058778" y="214212"/>
                  <a:pt x="1060299" y="213832"/>
                  <a:pt x="1061604" y="213070"/>
                </a:cubicBezTo>
                <a:cubicBezTo>
                  <a:pt x="1063887" y="211658"/>
                  <a:pt x="1068288" y="207691"/>
                  <a:pt x="1074809" y="201170"/>
                </a:cubicBezTo>
                <a:lnTo>
                  <a:pt x="1074809" y="210300"/>
                </a:lnTo>
                <a:cubicBezTo>
                  <a:pt x="1062636" y="226603"/>
                  <a:pt x="1051008" y="234753"/>
                  <a:pt x="1039922" y="234753"/>
                </a:cubicBezTo>
                <a:cubicBezTo>
                  <a:pt x="1034596" y="234753"/>
                  <a:pt x="1030358" y="232906"/>
                  <a:pt x="1027206" y="229210"/>
                </a:cubicBezTo>
                <a:cubicBezTo>
                  <a:pt x="1024054" y="225515"/>
                  <a:pt x="1022424" y="219213"/>
                  <a:pt x="1022316" y="210300"/>
                </a:cubicBezTo>
                <a:moveTo>
                  <a:pt x="1022316" y="199704"/>
                </a:moveTo>
                <a:lnTo>
                  <a:pt x="1022316" y="142808"/>
                </a:lnTo>
                <a:cubicBezTo>
                  <a:pt x="1005905" y="149329"/>
                  <a:pt x="995308" y="153949"/>
                  <a:pt x="990526" y="156666"/>
                </a:cubicBezTo>
                <a:cubicBezTo>
                  <a:pt x="981941" y="161448"/>
                  <a:pt x="975799" y="166446"/>
                  <a:pt x="972104" y="171663"/>
                </a:cubicBezTo>
                <a:cubicBezTo>
                  <a:pt x="968409" y="176880"/>
                  <a:pt x="966562" y="182585"/>
                  <a:pt x="966562" y="188782"/>
                </a:cubicBezTo>
                <a:cubicBezTo>
                  <a:pt x="966562" y="196607"/>
                  <a:pt x="968899" y="203128"/>
                  <a:pt x="973572" y="208344"/>
                </a:cubicBezTo>
                <a:cubicBezTo>
                  <a:pt x="978245" y="213451"/>
                  <a:pt x="983624" y="216005"/>
                  <a:pt x="989711" y="216005"/>
                </a:cubicBezTo>
                <a:cubicBezTo>
                  <a:pt x="997971" y="216005"/>
                  <a:pt x="1008839" y="210572"/>
                  <a:pt x="1022316" y="199704"/>
                </a:cubicBezTo>
                <a:moveTo>
                  <a:pt x="1129422" y="33420"/>
                </a:moveTo>
                <a:lnTo>
                  <a:pt x="1129422" y="82491"/>
                </a:lnTo>
                <a:lnTo>
                  <a:pt x="1164308" y="82491"/>
                </a:lnTo>
                <a:lnTo>
                  <a:pt x="1164308" y="93902"/>
                </a:lnTo>
                <a:lnTo>
                  <a:pt x="1129422" y="93902"/>
                </a:lnTo>
                <a:lnTo>
                  <a:pt x="1129422" y="190737"/>
                </a:lnTo>
                <a:cubicBezTo>
                  <a:pt x="1129422" y="200409"/>
                  <a:pt x="1130780" y="206930"/>
                  <a:pt x="1133497" y="210300"/>
                </a:cubicBezTo>
                <a:cubicBezTo>
                  <a:pt x="1136322" y="213669"/>
                  <a:pt x="1139909" y="215354"/>
                  <a:pt x="1144257" y="215354"/>
                </a:cubicBezTo>
                <a:cubicBezTo>
                  <a:pt x="1147843" y="215354"/>
                  <a:pt x="1151321" y="214266"/>
                  <a:pt x="1154690" y="212093"/>
                </a:cubicBezTo>
                <a:cubicBezTo>
                  <a:pt x="1158059" y="209811"/>
                  <a:pt x="1160667" y="206495"/>
                  <a:pt x="1162515" y="202148"/>
                </a:cubicBezTo>
                <a:lnTo>
                  <a:pt x="1168873" y="202148"/>
                </a:lnTo>
                <a:cubicBezTo>
                  <a:pt x="1165069" y="212800"/>
                  <a:pt x="1159690" y="220841"/>
                  <a:pt x="1152734" y="226277"/>
                </a:cubicBezTo>
                <a:cubicBezTo>
                  <a:pt x="1145778" y="231602"/>
                  <a:pt x="1138605" y="234264"/>
                  <a:pt x="1131215" y="234264"/>
                </a:cubicBezTo>
                <a:cubicBezTo>
                  <a:pt x="1126215" y="234264"/>
                  <a:pt x="1121324" y="232906"/>
                  <a:pt x="1116543" y="230189"/>
                </a:cubicBezTo>
                <a:cubicBezTo>
                  <a:pt x="1111761" y="227362"/>
                  <a:pt x="1108228" y="223396"/>
                  <a:pt x="1105946" y="218287"/>
                </a:cubicBezTo>
                <a:cubicBezTo>
                  <a:pt x="1103664" y="213070"/>
                  <a:pt x="1102522" y="205083"/>
                  <a:pt x="1102522" y="194323"/>
                </a:cubicBezTo>
                <a:lnTo>
                  <a:pt x="1102522" y="93902"/>
                </a:lnTo>
                <a:lnTo>
                  <a:pt x="1078885" y="93902"/>
                </a:lnTo>
                <a:lnTo>
                  <a:pt x="1078885" y="88523"/>
                </a:lnTo>
                <a:cubicBezTo>
                  <a:pt x="1084862" y="86131"/>
                  <a:pt x="1090948" y="82110"/>
                  <a:pt x="1097143" y="76459"/>
                </a:cubicBezTo>
                <a:cubicBezTo>
                  <a:pt x="1103446" y="70699"/>
                  <a:pt x="1109043" y="63906"/>
                  <a:pt x="1113935" y="56080"/>
                </a:cubicBezTo>
                <a:cubicBezTo>
                  <a:pt x="1116434" y="51951"/>
                  <a:pt x="1119912" y="44397"/>
                  <a:pt x="1124367" y="33420"/>
                </a:cubicBezTo>
                <a:lnTo>
                  <a:pt x="1129422" y="33420"/>
                </a:lnTo>
                <a:moveTo>
                  <a:pt x="1204085" y="138733"/>
                </a:moveTo>
                <a:cubicBezTo>
                  <a:pt x="1203977" y="160905"/>
                  <a:pt x="1209357" y="178294"/>
                  <a:pt x="1220225" y="190901"/>
                </a:cubicBezTo>
                <a:cubicBezTo>
                  <a:pt x="1231093" y="203506"/>
                  <a:pt x="1243863" y="209811"/>
                  <a:pt x="1258535" y="209811"/>
                </a:cubicBezTo>
                <a:cubicBezTo>
                  <a:pt x="1268316" y="209811"/>
                  <a:pt x="1276794" y="207148"/>
                  <a:pt x="1283967" y="201824"/>
                </a:cubicBezTo>
                <a:cubicBezTo>
                  <a:pt x="1291249" y="196388"/>
                  <a:pt x="1297335" y="187151"/>
                  <a:pt x="1302225" y="174109"/>
                </a:cubicBezTo>
                <a:lnTo>
                  <a:pt x="1307279" y="177368"/>
                </a:lnTo>
                <a:cubicBezTo>
                  <a:pt x="1304997" y="192259"/>
                  <a:pt x="1298367" y="205844"/>
                  <a:pt x="1287390" y="218125"/>
                </a:cubicBezTo>
                <a:cubicBezTo>
                  <a:pt x="1276414" y="230297"/>
                  <a:pt x="1262665" y="236384"/>
                  <a:pt x="1246146" y="236384"/>
                </a:cubicBezTo>
                <a:cubicBezTo>
                  <a:pt x="1228213" y="236384"/>
                  <a:pt x="1212835" y="229428"/>
                  <a:pt x="1200010" y="215517"/>
                </a:cubicBezTo>
                <a:cubicBezTo>
                  <a:pt x="1187294" y="201497"/>
                  <a:pt x="1180936" y="182695"/>
                  <a:pt x="1180936" y="159112"/>
                </a:cubicBezTo>
                <a:cubicBezTo>
                  <a:pt x="1180936" y="133571"/>
                  <a:pt x="1187457" y="113681"/>
                  <a:pt x="1200499" y="99445"/>
                </a:cubicBezTo>
                <a:cubicBezTo>
                  <a:pt x="1213649" y="85099"/>
                  <a:pt x="1230115" y="77925"/>
                  <a:pt x="1249895" y="77925"/>
                </a:cubicBezTo>
                <a:cubicBezTo>
                  <a:pt x="1266633" y="77925"/>
                  <a:pt x="1280381" y="83468"/>
                  <a:pt x="1291140" y="94553"/>
                </a:cubicBezTo>
                <a:cubicBezTo>
                  <a:pt x="1301900" y="105532"/>
                  <a:pt x="1307279" y="120256"/>
                  <a:pt x="1307279" y="138733"/>
                </a:cubicBezTo>
                <a:lnTo>
                  <a:pt x="1204085" y="138733"/>
                </a:lnTo>
                <a:moveTo>
                  <a:pt x="1204085" y="129277"/>
                </a:moveTo>
                <a:lnTo>
                  <a:pt x="1273208" y="129277"/>
                </a:lnTo>
                <a:cubicBezTo>
                  <a:pt x="1272664" y="119713"/>
                  <a:pt x="1271523" y="112976"/>
                  <a:pt x="1269784" y="109063"/>
                </a:cubicBezTo>
                <a:cubicBezTo>
                  <a:pt x="1267067" y="102977"/>
                  <a:pt x="1262991" y="98195"/>
                  <a:pt x="1257557" y="94717"/>
                </a:cubicBezTo>
                <a:cubicBezTo>
                  <a:pt x="1252232" y="91240"/>
                  <a:pt x="1246635" y="89501"/>
                  <a:pt x="1240766" y="89501"/>
                </a:cubicBezTo>
                <a:cubicBezTo>
                  <a:pt x="1231746" y="89501"/>
                  <a:pt x="1223648" y="93033"/>
                  <a:pt x="1216475" y="100096"/>
                </a:cubicBezTo>
                <a:cubicBezTo>
                  <a:pt x="1209411" y="107052"/>
                  <a:pt x="1205281" y="116778"/>
                  <a:pt x="1204085" y="129277"/>
                </a:cubicBezTo>
                <a:moveTo>
                  <a:pt x="1432807" y="215028"/>
                </a:moveTo>
                <a:cubicBezTo>
                  <a:pt x="1425525" y="222634"/>
                  <a:pt x="1418406" y="228124"/>
                  <a:pt x="1411451" y="231493"/>
                </a:cubicBezTo>
                <a:cubicBezTo>
                  <a:pt x="1404495" y="234753"/>
                  <a:pt x="1396996" y="236384"/>
                  <a:pt x="1388953" y="236384"/>
                </a:cubicBezTo>
                <a:cubicBezTo>
                  <a:pt x="1372651" y="236384"/>
                  <a:pt x="1358414" y="229590"/>
                  <a:pt x="1346241" y="216005"/>
                </a:cubicBezTo>
                <a:cubicBezTo>
                  <a:pt x="1334069" y="202312"/>
                  <a:pt x="1327983" y="184759"/>
                  <a:pt x="1327983" y="163349"/>
                </a:cubicBezTo>
                <a:cubicBezTo>
                  <a:pt x="1327983" y="141939"/>
                  <a:pt x="1334721" y="122376"/>
                  <a:pt x="1348198" y="104662"/>
                </a:cubicBezTo>
                <a:cubicBezTo>
                  <a:pt x="1361674" y="86838"/>
                  <a:pt x="1379010" y="77925"/>
                  <a:pt x="1400202" y="77925"/>
                </a:cubicBezTo>
                <a:cubicBezTo>
                  <a:pt x="1413352" y="77925"/>
                  <a:pt x="1424221" y="82110"/>
                  <a:pt x="1432807" y="90478"/>
                </a:cubicBezTo>
                <a:lnTo>
                  <a:pt x="1432807" y="62928"/>
                </a:lnTo>
                <a:cubicBezTo>
                  <a:pt x="1432807" y="45865"/>
                  <a:pt x="1432372" y="35378"/>
                  <a:pt x="1431503" y="31465"/>
                </a:cubicBezTo>
                <a:cubicBezTo>
                  <a:pt x="1430742" y="27552"/>
                  <a:pt x="1429492" y="24888"/>
                  <a:pt x="1427753" y="23475"/>
                </a:cubicBezTo>
                <a:cubicBezTo>
                  <a:pt x="1426014" y="22063"/>
                  <a:pt x="1423841" y="21356"/>
                  <a:pt x="1421233" y="21356"/>
                </a:cubicBezTo>
                <a:cubicBezTo>
                  <a:pt x="1418406" y="21356"/>
                  <a:pt x="1414656" y="22225"/>
                  <a:pt x="1409984" y="23964"/>
                </a:cubicBezTo>
                <a:lnTo>
                  <a:pt x="1407864" y="18259"/>
                </a:lnTo>
                <a:lnTo>
                  <a:pt x="1452369" y="0"/>
                </a:lnTo>
                <a:lnTo>
                  <a:pt x="1459705" y="0"/>
                </a:lnTo>
                <a:lnTo>
                  <a:pt x="1459705" y="172642"/>
                </a:lnTo>
                <a:cubicBezTo>
                  <a:pt x="1459705" y="190140"/>
                  <a:pt x="1460086" y="200844"/>
                  <a:pt x="1460846" y="204756"/>
                </a:cubicBezTo>
                <a:cubicBezTo>
                  <a:pt x="1461716" y="208561"/>
                  <a:pt x="1463020" y="211223"/>
                  <a:pt x="1464759" y="212746"/>
                </a:cubicBezTo>
                <a:cubicBezTo>
                  <a:pt x="1466607" y="214266"/>
                  <a:pt x="1468726" y="215028"/>
                  <a:pt x="1471116" y="215028"/>
                </a:cubicBezTo>
                <a:cubicBezTo>
                  <a:pt x="1474051" y="215028"/>
                  <a:pt x="1477964" y="214104"/>
                  <a:pt x="1482854" y="212257"/>
                </a:cubicBezTo>
                <a:lnTo>
                  <a:pt x="1484648" y="217963"/>
                </a:lnTo>
                <a:lnTo>
                  <a:pt x="1440306" y="236384"/>
                </a:lnTo>
                <a:lnTo>
                  <a:pt x="1432807" y="236384"/>
                </a:lnTo>
                <a:lnTo>
                  <a:pt x="1432807" y="215028"/>
                </a:lnTo>
                <a:moveTo>
                  <a:pt x="1432807" y="203617"/>
                </a:moveTo>
                <a:lnTo>
                  <a:pt x="1432807" y="126669"/>
                </a:lnTo>
                <a:cubicBezTo>
                  <a:pt x="1432155" y="119279"/>
                  <a:pt x="1430199" y="112541"/>
                  <a:pt x="1426938" y="106455"/>
                </a:cubicBezTo>
                <a:cubicBezTo>
                  <a:pt x="1423678" y="100369"/>
                  <a:pt x="1419330" y="95803"/>
                  <a:pt x="1413896" y="92760"/>
                </a:cubicBezTo>
                <a:cubicBezTo>
                  <a:pt x="1408570" y="89609"/>
                  <a:pt x="1403353" y="88032"/>
                  <a:pt x="1398246" y="88032"/>
                </a:cubicBezTo>
                <a:cubicBezTo>
                  <a:pt x="1388682" y="88032"/>
                  <a:pt x="1380150" y="92325"/>
                  <a:pt x="1372651" y="100912"/>
                </a:cubicBezTo>
                <a:cubicBezTo>
                  <a:pt x="1362761" y="112215"/>
                  <a:pt x="1357816" y="128735"/>
                  <a:pt x="1357816" y="150471"/>
                </a:cubicBezTo>
                <a:cubicBezTo>
                  <a:pt x="1357816" y="172424"/>
                  <a:pt x="1362598" y="189270"/>
                  <a:pt x="1372162" y="201008"/>
                </a:cubicBezTo>
                <a:cubicBezTo>
                  <a:pt x="1381726" y="212636"/>
                  <a:pt x="1392377" y="218451"/>
                  <a:pt x="1404115" y="218451"/>
                </a:cubicBezTo>
                <a:cubicBezTo>
                  <a:pt x="1414004" y="218451"/>
                  <a:pt x="1423568" y="213505"/>
                  <a:pt x="1432807" y="203617"/>
                </a:cubicBezTo>
                <a:moveTo>
                  <a:pt x="1720379" y="5706"/>
                </a:moveTo>
                <a:lnTo>
                  <a:pt x="1720379" y="82164"/>
                </a:lnTo>
                <a:lnTo>
                  <a:pt x="1714347" y="82164"/>
                </a:lnTo>
                <a:cubicBezTo>
                  <a:pt x="1712390" y="67492"/>
                  <a:pt x="1708858" y="55808"/>
                  <a:pt x="1703751" y="47113"/>
                </a:cubicBezTo>
                <a:cubicBezTo>
                  <a:pt x="1698751" y="38421"/>
                  <a:pt x="1691578" y="31519"/>
                  <a:pt x="1682232" y="26410"/>
                </a:cubicBezTo>
                <a:cubicBezTo>
                  <a:pt x="1672885" y="21302"/>
                  <a:pt x="1663212" y="18748"/>
                  <a:pt x="1653213" y="18748"/>
                </a:cubicBezTo>
                <a:cubicBezTo>
                  <a:pt x="1641911" y="18748"/>
                  <a:pt x="1632564" y="22225"/>
                  <a:pt x="1625174" y="29181"/>
                </a:cubicBezTo>
                <a:cubicBezTo>
                  <a:pt x="1617783" y="36029"/>
                  <a:pt x="1614088" y="43854"/>
                  <a:pt x="1614088" y="52657"/>
                </a:cubicBezTo>
                <a:cubicBezTo>
                  <a:pt x="1614088" y="59396"/>
                  <a:pt x="1616425" y="65536"/>
                  <a:pt x="1621098" y="71078"/>
                </a:cubicBezTo>
                <a:cubicBezTo>
                  <a:pt x="1627836" y="79229"/>
                  <a:pt x="1643867" y="90098"/>
                  <a:pt x="1669190" y="103682"/>
                </a:cubicBezTo>
                <a:cubicBezTo>
                  <a:pt x="1689839" y="114769"/>
                  <a:pt x="1703913" y="123299"/>
                  <a:pt x="1711413" y="129277"/>
                </a:cubicBezTo>
                <a:cubicBezTo>
                  <a:pt x="1719020" y="135147"/>
                  <a:pt x="1724834" y="142103"/>
                  <a:pt x="1728856" y="150145"/>
                </a:cubicBezTo>
                <a:cubicBezTo>
                  <a:pt x="1732986" y="158186"/>
                  <a:pt x="1735050" y="166610"/>
                  <a:pt x="1735050" y="175413"/>
                </a:cubicBezTo>
                <a:cubicBezTo>
                  <a:pt x="1735050" y="192149"/>
                  <a:pt x="1728529" y="206606"/>
                  <a:pt x="1715487" y="218778"/>
                </a:cubicBezTo>
                <a:cubicBezTo>
                  <a:pt x="1702555" y="230840"/>
                  <a:pt x="1685872" y="236872"/>
                  <a:pt x="1665440" y="236872"/>
                </a:cubicBezTo>
                <a:cubicBezTo>
                  <a:pt x="1659028" y="236872"/>
                  <a:pt x="1652996" y="236384"/>
                  <a:pt x="1647345" y="235406"/>
                </a:cubicBezTo>
                <a:cubicBezTo>
                  <a:pt x="1643975" y="234861"/>
                  <a:pt x="1636965" y="232906"/>
                  <a:pt x="1626315" y="229536"/>
                </a:cubicBezTo>
                <a:cubicBezTo>
                  <a:pt x="1615773" y="226058"/>
                  <a:pt x="1609089" y="224319"/>
                  <a:pt x="1606263" y="224319"/>
                </a:cubicBezTo>
                <a:cubicBezTo>
                  <a:pt x="1603545" y="224319"/>
                  <a:pt x="1601372" y="225135"/>
                  <a:pt x="1599742" y="226765"/>
                </a:cubicBezTo>
                <a:cubicBezTo>
                  <a:pt x="1598220" y="228396"/>
                  <a:pt x="1597079" y="231764"/>
                  <a:pt x="1596318" y="236872"/>
                </a:cubicBezTo>
                <a:lnTo>
                  <a:pt x="1590287" y="236872"/>
                </a:lnTo>
                <a:lnTo>
                  <a:pt x="1590287" y="161067"/>
                </a:lnTo>
                <a:lnTo>
                  <a:pt x="1596318" y="161067"/>
                </a:lnTo>
                <a:cubicBezTo>
                  <a:pt x="1599144" y="176934"/>
                  <a:pt x="1602948" y="188836"/>
                  <a:pt x="1607730" y="196769"/>
                </a:cubicBezTo>
                <a:cubicBezTo>
                  <a:pt x="1612512" y="204594"/>
                  <a:pt x="1619794" y="211115"/>
                  <a:pt x="1629575" y="216332"/>
                </a:cubicBezTo>
                <a:cubicBezTo>
                  <a:pt x="1639466" y="221549"/>
                  <a:pt x="1650279" y="224157"/>
                  <a:pt x="1662017" y="224157"/>
                </a:cubicBezTo>
                <a:cubicBezTo>
                  <a:pt x="1675601" y="224157"/>
                  <a:pt x="1686306" y="220571"/>
                  <a:pt x="1694132" y="213397"/>
                </a:cubicBezTo>
                <a:cubicBezTo>
                  <a:pt x="1702066" y="206225"/>
                  <a:pt x="1706033" y="197747"/>
                  <a:pt x="1706033" y="187966"/>
                </a:cubicBezTo>
                <a:cubicBezTo>
                  <a:pt x="1706033" y="182531"/>
                  <a:pt x="1704511" y="177044"/>
                  <a:pt x="1701468" y="171500"/>
                </a:cubicBezTo>
                <a:cubicBezTo>
                  <a:pt x="1698534" y="165957"/>
                  <a:pt x="1693915" y="160794"/>
                  <a:pt x="1687611" y="156012"/>
                </a:cubicBezTo>
                <a:cubicBezTo>
                  <a:pt x="1683372" y="152753"/>
                  <a:pt x="1671798" y="145851"/>
                  <a:pt x="1652887" y="135310"/>
                </a:cubicBezTo>
                <a:cubicBezTo>
                  <a:pt x="1633976" y="124658"/>
                  <a:pt x="1620500" y="116181"/>
                  <a:pt x="1612458" y="109879"/>
                </a:cubicBezTo>
                <a:cubicBezTo>
                  <a:pt x="1604524" y="103574"/>
                  <a:pt x="1598492" y="96619"/>
                  <a:pt x="1594362" y="89012"/>
                </a:cubicBezTo>
                <a:cubicBezTo>
                  <a:pt x="1590233" y="81403"/>
                  <a:pt x="1588167" y="73035"/>
                  <a:pt x="1588167" y="63906"/>
                </a:cubicBezTo>
                <a:cubicBezTo>
                  <a:pt x="1588167" y="48039"/>
                  <a:pt x="1594254" y="34398"/>
                  <a:pt x="1606426" y="22987"/>
                </a:cubicBezTo>
                <a:cubicBezTo>
                  <a:pt x="1618599" y="11467"/>
                  <a:pt x="1634086" y="5706"/>
                  <a:pt x="1652887" y="5706"/>
                </a:cubicBezTo>
                <a:cubicBezTo>
                  <a:pt x="1664625" y="5706"/>
                  <a:pt x="1677069" y="8586"/>
                  <a:pt x="1690219" y="14346"/>
                </a:cubicBezTo>
                <a:cubicBezTo>
                  <a:pt x="1696305" y="17063"/>
                  <a:pt x="1700598" y="18423"/>
                  <a:pt x="1703099" y="18423"/>
                </a:cubicBezTo>
                <a:cubicBezTo>
                  <a:pt x="1705923" y="18423"/>
                  <a:pt x="1708206" y="17608"/>
                  <a:pt x="1709945" y="15977"/>
                </a:cubicBezTo>
                <a:cubicBezTo>
                  <a:pt x="1711793" y="14238"/>
                  <a:pt x="1713260" y="10814"/>
                  <a:pt x="1714347" y="5706"/>
                </a:cubicBezTo>
                <a:lnTo>
                  <a:pt x="1720379" y="5706"/>
                </a:lnTo>
                <a:moveTo>
                  <a:pt x="1848189" y="210300"/>
                </a:moveTo>
                <a:cubicBezTo>
                  <a:pt x="1832864" y="222146"/>
                  <a:pt x="1823246" y="228993"/>
                  <a:pt x="1819333" y="230840"/>
                </a:cubicBezTo>
                <a:cubicBezTo>
                  <a:pt x="1813464" y="233557"/>
                  <a:pt x="1807216" y="234917"/>
                  <a:pt x="1800586" y="234917"/>
                </a:cubicBezTo>
                <a:cubicBezTo>
                  <a:pt x="1790261" y="234917"/>
                  <a:pt x="1781730" y="231383"/>
                  <a:pt x="1774992" y="224319"/>
                </a:cubicBezTo>
                <a:cubicBezTo>
                  <a:pt x="1768361" y="217255"/>
                  <a:pt x="1765047" y="207964"/>
                  <a:pt x="1765047" y="196442"/>
                </a:cubicBezTo>
                <a:cubicBezTo>
                  <a:pt x="1765047" y="189162"/>
                  <a:pt x="1766678" y="182858"/>
                  <a:pt x="1769937" y="177533"/>
                </a:cubicBezTo>
                <a:cubicBezTo>
                  <a:pt x="1774394" y="170142"/>
                  <a:pt x="1782110" y="163187"/>
                  <a:pt x="1793087" y="156666"/>
                </a:cubicBezTo>
                <a:cubicBezTo>
                  <a:pt x="1804173" y="150145"/>
                  <a:pt x="1822540" y="142211"/>
                  <a:pt x="1848189" y="132863"/>
                </a:cubicBezTo>
                <a:lnTo>
                  <a:pt x="1848189" y="126996"/>
                </a:lnTo>
                <a:cubicBezTo>
                  <a:pt x="1848189" y="112107"/>
                  <a:pt x="1845798" y="101889"/>
                  <a:pt x="1841016" y="96346"/>
                </a:cubicBezTo>
                <a:cubicBezTo>
                  <a:pt x="1836342" y="90805"/>
                  <a:pt x="1829495" y="88032"/>
                  <a:pt x="1820474" y="88032"/>
                </a:cubicBezTo>
                <a:cubicBezTo>
                  <a:pt x="1813628" y="88032"/>
                  <a:pt x="1808193" y="89881"/>
                  <a:pt x="1804173" y="93575"/>
                </a:cubicBezTo>
                <a:cubicBezTo>
                  <a:pt x="1800043" y="97272"/>
                  <a:pt x="1797977" y="101509"/>
                  <a:pt x="1797977" y="106291"/>
                </a:cubicBezTo>
                <a:lnTo>
                  <a:pt x="1798304" y="115747"/>
                </a:lnTo>
                <a:cubicBezTo>
                  <a:pt x="1798304" y="120745"/>
                  <a:pt x="1797000" y="124604"/>
                  <a:pt x="1794391" y="127322"/>
                </a:cubicBezTo>
                <a:cubicBezTo>
                  <a:pt x="1791891" y="130039"/>
                  <a:pt x="1788576" y="131397"/>
                  <a:pt x="1784446" y="131397"/>
                </a:cubicBezTo>
                <a:cubicBezTo>
                  <a:pt x="1780426" y="131397"/>
                  <a:pt x="1777110" y="129985"/>
                  <a:pt x="1774502" y="127158"/>
                </a:cubicBezTo>
                <a:cubicBezTo>
                  <a:pt x="1772003" y="124333"/>
                  <a:pt x="1770752" y="120475"/>
                  <a:pt x="1770752" y="115584"/>
                </a:cubicBezTo>
                <a:cubicBezTo>
                  <a:pt x="1770752" y="106237"/>
                  <a:pt x="1775534" y="97650"/>
                  <a:pt x="1785099" y="89827"/>
                </a:cubicBezTo>
                <a:cubicBezTo>
                  <a:pt x="1794663" y="82002"/>
                  <a:pt x="1808085" y="78089"/>
                  <a:pt x="1825365" y="78089"/>
                </a:cubicBezTo>
                <a:cubicBezTo>
                  <a:pt x="1838625" y="78089"/>
                  <a:pt x="1849493" y="80317"/>
                  <a:pt x="1857970" y="84773"/>
                </a:cubicBezTo>
                <a:cubicBezTo>
                  <a:pt x="1864382" y="88142"/>
                  <a:pt x="1869110" y="93413"/>
                  <a:pt x="1872153" y="100585"/>
                </a:cubicBezTo>
                <a:cubicBezTo>
                  <a:pt x="1874109" y="105259"/>
                  <a:pt x="1875087" y="114823"/>
                  <a:pt x="1875087" y="129277"/>
                </a:cubicBezTo>
                <a:lnTo>
                  <a:pt x="1875087" y="179977"/>
                </a:lnTo>
                <a:cubicBezTo>
                  <a:pt x="1875087" y="194215"/>
                  <a:pt x="1875358" y="202963"/>
                  <a:pt x="1875902" y="206225"/>
                </a:cubicBezTo>
                <a:cubicBezTo>
                  <a:pt x="1876445" y="209376"/>
                  <a:pt x="1877316" y="211496"/>
                  <a:pt x="1878511" y="212582"/>
                </a:cubicBezTo>
                <a:cubicBezTo>
                  <a:pt x="1879815" y="213669"/>
                  <a:pt x="1881282" y="214212"/>
                  <a:pt x="1882912" y="214212"/>
                </a:cubicBezTo>
                <a:cubicBezTo>
                  <a:pt x="1884651" y="214212"/>
                  <a:pt x="1886173" y="213832"/>
                  <a:pt x="1887477" y="213070"/>
                </a:cubicBezTo>
                <a:cubicBezTo>
                  <a:pt x="1889760" y="211658"/>
                  <a:pt x="1894161" y="207691"/>
                  <a:pt x="1900682" y="201170"/>
                </a:cubicBezTo>
                <a:lnTo>
                  <a:pt x="1900682" y="210300"/>
                </a:lnTo>
                <a:cubicBezTo>
                  <a:pt x="1888510" y="226603"/>
                  <a:pt x="1876881" y="234753"/>
                  <a:pt x="1865795" y="234753"/>
                </a:cubicBezTo>
                <a:cubicBezTo>
                  <a:pt x="1860469" y="234753"/>
                  <a:pt x="1856231" y="232906"/>
                  <a:pt x="1853079" y="229210"/>
                </a:cubicBezTo>
                <a:cubicBezTo>
                  <a:pt x="1849928" y="225515"/>
                  <a:pt x="1848297" y="219213"/>
                  <a:pt x="1848189" y="210300"/>
                </a:cubicBezTo>
                <a:moveTo>
                  <a:pt x="1848189" y="199704"/>
                </a:moveTo>
                <a:lnTo>
                  <a:pt x="1848189" y="142808"/>
                </a:lnTo>
                <a:cubicBezTo>
                  <a:pt x="1831777" y="149329"/>
                  <a:pt x="1821181" y="153949"/>
                  <a:pt x="1816399" y="156666"/>
                </a:cubicBezTo>
                <a:cubicBezTo>
                  <a:pt x="1807813" y="161448"/>
                  <a:pt x="1801672" y="166446"/>
                  <a:pt x="1797977" y="171663"/>
                </a:cubicBezTo>
                <a:cubicBezTo>
                  <a:pt x="1794282" y="176880"/>
                  <a:pt x="1792435" y="182585"/>
                  <a:pt x="1792435" y="188782"/>
                </a:cubicBezTo>
                <a:cubicBezTo>
                  <a:pt x="1792435" y="196607"/>
                  <a:pt x="1794771" y="203128"/>
                  <a:pt x="1799445" y="208344"/>
                </a:cubicBezTo>
                <a:cubicBezTo>
                  <a:pt x="1804119" y="213451"/>
                  <a:pt x="1809498" y="216005"/>
                  <a:pt x="1815584" y="216005"/>
                </a:cubicBezTo>
                <a:cubicBezTo>
                  <a:pt x="1823844" y="216005"/>
                  <a:pt x="1834712" y="210572"/>
                  <a:pt x="1848189" y="199704"/>
                </a:cubicBezTo>
                <a:moveTo>
                  <a:pt x="1956273" y="109879"/>
                </a:moveTo>
                <a:cubicBezTo>
                  <a:pt x="1967141" y="99011"/>
                  <a:pt x="1973553" y="92760"/>
                  <a:pt x="1975509" y="91131"/>
                </a:cubicBezTo>
                <a:cubicBezTo>
                  <a:pt x="1980400" y="87000"/>
                  <a:pt x="1985671" y="83795"/>
                  <a:pt x="1991322" y="81511"/>
                </a:cubicBezTo>
                <a:cubicBezTo>
                  <a:pt x="1996974" y="79229"/>
                  <a:pt x="2002570" y="78089"/>
                  <a:pt x="2008114" y="78089"/>
                </a:cubicBezTo>
                <a:cubicBezTo>
                  <a:pt x="2017460" y="78089"/>
                  <a:pt x="2025503" y="80806"/>
                  <a:pt x="2032241" y="86239"/>
                </a:cubicBezTo>
                <a:cubicBezTo>
                  <a:pt x="2038980" y="91674"/>
                  <a:pt x="2043489" y="99553"/>
                  <a:pt x="2045772" y="109879"/>
                </a:cubicBezTo>
                <a:cubicBezTo>
                  <a:pt x="2056966" y="96837"/>
                  <a:pt x="2066422" y="88305"/>
                  <a:pt x="2074138" y="84284"/>
                </a:cubicBezTo>
                <a:cubicBezTo>
                  <a:pt x="2081854" y="80153"/>
                  <a:pt x="2089788" y="78089"/>
                  <a:pt x="2097939" y="78089"/>
                </a:cubicBezTo>
                <a:cubicBezTo>
                  <a:pt x="2105873" y="78089"/>
                  <a:pt x="2112883" y="80153"/>
                  <a:pt x="2118969" y="84284"/>
                </a:cubicBezTo>
                <a:cubicBezTo>
                  <a:pt x="2125164" y="88305"/>
                  <a:pt x="2130055" y="94934"/>
                  <a:pt x="2133641" y="104171"/>
                </a:cubicBezTo>
                <a:cubicBezTo>
                  <a:pt x="2136032" y="110476"/>
                  <a:pt x="2137228" y="120367"/>
                  <a:pt x="2137228" y="133843"/>
                </a:cubicBezTo>
                <a:lnTo>
                  <a:pt x="2137228" y="198073"/>
                </a:lnTo>
                <a:cubicBezTo>
                  <a:pt x="2137228" y="207419"/>
                  <a:pt x="2137934" y="213832"/>
                  <a:pt x="2139346" y="217310"/>
                </a:cubicBezTo>
                <a:cubicBezTo>
                  <a:pt x="2140434" y="219702"/>
                  <a:pt x="2142445" y="221765"/>
                  <a:pt x="2145379" y="223504"/>
                </a:cubicBezTo>
                <a:cubicBezTo>
                  <a:pt x="2148314" y="225135"/>
                  <a:pt x="2153096" y="225950"/>
                  <a:pt x="2159725" y="225950"/>
                </a:cubicBezTo>
                <a:lnTo>
                  <a:pt x="2159725" y="231818"/>
                </a:lnTo>
                <a:lnTo>
                  <a:pt x="2086039" y="231818"/>
                </a:lnTo>
                <a:lnTo>
                  <a:pt x="2086039" y="225950"/>
                </a:lnTo>
                <a:lnTo>
                  <a:pt x="2089136" y="225950"/>
                </a:lnTo>
                <a:cubicBezTo>
                  <a:pt x="2095548" y="225950"/>
                  <a:pt x="2100547" y="224700"/>
                  <a:pt x="2104134" y="222200"/>
                </a:cubicBezTo>
                <a:cubicBezTo>
                  <a:pt x="2106633" y="220461"/>
                  <a:pt x="2108426" y="217690"/>
                  <a:pt x="2109514" y="213886"/>
                </a:cubicBezTo>
                <a:cubicBezTo>
                  <a:pt x="2109949" y="212039"/>
                  <a:pt x="2110165" y="206768"/>
                  <a:pt x="2110165" y="198073"/>
                </a:cubicBezTo>
                <a:lnTo>
                  <a:pt x="2110165" y="133843"/>
                </a:lnTo>
                <a:cubicBezTo>
                  <a:pt x="2110165" y="121671"/>
                  <a:pt x="2108699" y="113084"/>
                  <a:pt x="2105764" y="108084"/>
                </a:cubicBezTo>
                <a:cubicBezTo>
                  <a:pt x="2101526" y="101128"/>
                  <a:pt x="2094733" y="97650"/>
                  <a:pt x="2085387" y="97650"/>
                </a:cubicBezTo>
                <a:cubicBezTo>
                  <a:pt x="2079626" y="97650"/>
                  <a:pt x="2073812" y="99119"/>
                  <a:pt x="2067943" y="102054"/>
                </a:cubicBezTo>
                <a:cubicBezTo>
                  <a:pt x="2062183" y="104878"/>
                  <a:pt x="2055173" y="110203"/>
                  <a:pt x="2046913" y="118029"/>
                </a:cubicBezTo>
                <a:lnTo>
                  <a:pt x="2046587" y="119822"/>
                </a:lnTo>
                <a:lnTo>
                  <a:pt x="2046913" y="126831"/>
                </a:lnTo>
                <a:lnTo>
                  <a:pt x="2046913" y="198073"/>
                </a:lnTo>
                <a:cubicBezTo>
                  <a:pt x="2046913" y="208288"/>
                  <a:pt x="2047457" y="214647"/>
                  <a:pt x="2048544" y="217147"/>
                </a:cubicBezTo>
                <a:cubicBezTo>
                  <a:pt x="2049739" y="219648"/>
                  <a:pt x="2051912" y="221765"/>
                  <a:pt x="2055065" y="223504"/>
                </a:cubicBezTo>
                <a:cubicBezTo>
                  <a:pt x="2058216" y="225135"/>
                  <a:pt x="2063596" y="225950"/>
                  <a:pt x="2071204" y="225950"/>
                </a:cubicBezTo>
                <a:lnTo>
                  <a:pt x="2071204" y="231818"/>
                </a:lnTo>
                <a:lnTo>
                  <a:pt x="1995724" y="231818"/>
                </a:lnTo>
                <a:lnTo>
                  <a:pt x="1995724" y="225950"/>
                </a:lnTo>
                <a:cubicBezTo>
                  <a:pt x="2003984" y="225950"/>
                  <a:pt x="2009635" y="224972"/>
                  <a:pt x="2012678" y="223015"/>
                </a:cubicBezTo>
                <a:cubicBezTo>
                  <a:pt x="2015830" y="221060"/>
                  <a:pt x="2018004" y="218125"/>
                  <a:pt x="2019199" y="214212"/>
                </a:cubicBezTo>
                <a:cubicBezTo>
                  <a:pt x="2019742" y="212365"/>
                  <a:pt x="2020015" y="206984"/>
                  <a:pt x="2020015" y="198073"/>
                </a:cubicBezTo>
                <a:lnTo>
                  <a:pt x="2020015" y="133843"/>
                </a:lnTo>
                <a:cubicBezTo>
                  <a:pt x="2020015" y="121671"/>
                  <a:pt x="2018221" y="112922"/>
                  <a:pt x="2014635" y="107595"/>
                </a:cubicBezTo>
                <a:cubicBezTo>
                  <a:pt x="2009853" y="100639"/>
                  <a:pt x="2003168" y="97161"/>
                  <a:pt x="1994583" y="97161"/>
                </a:cubicBezTo>
                <a:cubicBezTo>
                  <a:pt x="1988714" y="97161"/>
                  <a:pt x="1982899" y="98738"/>
                  <a:pt x="1977140" y="101889"/>
                </a:cubicBezTo>
                <a:cubicBezTo>
                  <a:pt x="1968118" y="106671"/>
                  <a:pt x="1961163" y="112053"/>
                  <a:pt x="1956273" y="118029"/>
                </a:cubicBezTo>
                <a:lnTo>
                  <a:pt x="1956273" y="198073"/>
                </a:lnTo>
                <a:cubicBezTo>
                  <a:pt x="1956273" y="207854"/>
                  <a:pt x="1956925" y="214212"/>
                  <a:pt x="1958229" y="217147"/>
                </a:cubicBezTo>
                <a:cubicBezTo>
                  <a:pt x="1959642" y="220082"/>
                  <a:pt x="1961653" y="222310"/>
                  <a:pt x="1964261" y="223831"/>
                </a:cubicBezTo>
                <a:cubicBezTo>
                  <a:pt x="1966978" y="225243"/>
                  <a:pt x="1972412" y="225950"/>
                  <a:pt x="1980563" y="225950"/>
                </a:cubicBezTo>
                <a:lnTo>
                  <a:pt x="1980563" y="231818"/>
                </a:lnTo>
                <a:lnTo>
                  <a:pt x="1906713" y="231818"/>
                </a:lnTo>
                <a:lnTo>
                  <a:pt x="1906713" y="225950"/>
                </a:lnTo>
                <a:cubicBezTo>
                  <a:pt x="1913561" y="225950"/>
                  <a:pt x="1918343" y="225243"/>
                  <a:pt x="1921059" y="223831"/>
                </a:cubicBezTo>
                <a:cubicBezTo>
                  <a:pt x="1923777" y="222310"/>
                  <a:pt x="1925841" y="219972"/>
                  <a:pt x="1927255" y="216821"/>
                </a:cubicBezTo>
                <a:cubicBezTo>
                  <a:pt x="1928667" y="213561"/>
                  <a:pt x="1929373" y="207311"/>
                  <a:pt x="1929373" y="198073"/>
                </a:cubicBezTo>
                <a:lnTo>
                  <a:pt x="1929373" y="141015"/>
                </a:lnTo>
                <a:cubicBezTo>
                  <a:pt x="1929373" y="124604"/>
                  <a:pt x="1928884" y="114008"/>
                  <a:pt x="1927907" y="109226"/>
                </a:cubicBezTo>
                <a:cubicBezTo>
                  <a:pt x="1927146" y="105640"/>
                  <a:pt x="1925951" y="103194"/>
                  <a:pt x="1924320" y="101889"/>
                </a:cubicBezTo>
                <a:cubicBezTo>
                  <a:pt x="1922690" y="100477"/>
                  <a:pt x="1920462" y="99770"/>
                  <a:pt x="1917637" y="99770"/>
                </a:cubicBezTo>
                <a:cubicBezTo>
                  <a:pt x="1914593" y="99770"/>
                  <a:pt x="1910952" y="100585"/>
                  <a:pt x="1906713" y="102216"/>
                </a:cubicBezTo>
                <a:lnTo>
                  <a:pt x="1904268" y="96346"/>
                </a:lnTo>
                <a:lnTo>
                  <a:pt x="1949263" y="78089"/>
                </a:lnTo>
                <a:lnTo>
                  <a:pt x="1956273" y="78089"/>
                </a:lnTo>
                <a:lnTo>
                  <a:pt x="1956273" y="109879"/>
                </a:lnTo>
                <a:moveTo>
                  <a:pt x="2161029" y="97326"/>
                </a:moveTo>
                <a:lnTo>
                  <a:pt x="2207001" y="78740"/>
                </a:lnTo>
                <a:lnTo>
                  <a:pt x="2213197" y="78740"/>
                </a:lnTo>
                <a:lnTo>
                  <a:pt x="2213197" y="113627"/>
                </a:lnTo>
                <a:cubicBezTo>
                  <a:pt x="2220913" y="100477"/>
                  <a:pt x="2228629" y="91294"/>
                  <a:pt x="2236346" y="86077"/>
                </a:cubicBezTo>
                <a:cubicBezTo>
                  <a:pt x="2244171" y="80752"/>
                  <a:pt x="2252377" y="78089"/>
                  <a:pt x="2260962" y="78089"/>
                </a:cubicBezTo>
                <a:cubicBezTo>
                  <a:pt x="2275960" y="78089"/>
                  <a:pt x="2288458" y="83957"/>
                  <a:pt x="2298457" y="95695"/>
                </a:cubicBezTo>
                <a:cubicBezTo>
                  <a:pt x="2310739" y="110041"/>
                  <a:pt x="2316879" y="128735"/>
                  <a:pt x="2316879" y="151775"/>
                </a:cubicBezTo>
                <a:cubicBezTo>
                  <a:pt x="2316879" y="177533"/>
                  <a:pt x="2309489" y="198834"/>
                  <a:pt x="2294708" y="215679"/>
                </a:cubicBezTo>
                <a:cubicBezTo>
                  <a:pt x="2282535" y="229482"/>
                  <a:pt x="2267212" y="236384"/>
                  <a:pt x="2248735" y="236384"/>
                </a:cubicBezTo>
                <a:cubicBezTo>
                  <a:pt x="2240693" y="236384"/>
                  <a:pt x="2233737" y="235242"/>
                  <a:pt x="2227868" y="232960"/>
                </a:cubicBezTo>
                <a:cubicBezTo>
                  <a:pt x="2223521" y="231329"/>
                  <a:pt x="2218630" y="228070"/>
                  <a:pt x="2213197" y="223179"/>
                </a:cubicBezTo>
                <a:lnTo>
                  <a:pt x="2213197" y="268662"/>
                </a:lnTo>
                <a:cubicBezTo>
                  <a:pt x="2213197" y="278879"/>
                  <a:pt x="2213794" y="285344"/>
                  <a:pt x="2214990" y="288063"/>
                </a:cubicBezTo>
                <a:cubicBezTo>
                  <a:pt x="2216294" y="290887"/>
                  <a:pt x="2218468" y="293115"/>
                  <a:pt x="2221511" y="294746"/>
                </a:cubicBezTo>
                <a:cubicBezTo>
                  <a:pt x="2224662" y="296377"/>
                  <a:pt x="2230313" y="297192"/>
                  <a:pt x="2238465" y="297192"/>
                </a:cubicBezTo>
                <a:lnTo>
                  <a:pt x="2238465" y="303222"/>
                </a:lnTo>
                <a:lnTo>
                  <a:pt x="2160214" y="303222"/>
                </a:lnTo>
                <a:lnTo>
                  <a:pt x="2160214" y="297192"/>
                </a:lnTo>
                <a:lnTo>
                  <a:pt x="2164289" y="297192"/>
                </a:lnTo>
                <a:cubicBezTo>
                  <a:pt x="2170266" y="297300"/>
                  <a:pt x="2175375" y="296158"/>
                  <a:pt x="2179613" y="293768"/>
                </a:cubicBezTo>
                <a:cubicBezTo>
                  <a:pt x="2181679" y="292572"/>
                  <a:pt x="2183254" y="290615"/>
                  <a:pt x="2184341" y="287898"/>
                </a:cubicBezTo>
                <a:cubicBezTo>
                  <a:pt x="2185536" y="285290"/>
                  <a:pt x="2186134" y="278553"/>
                  <a:pt x="2186134" y="267684"/>
                </a:cubicBezTo>
                <a:lnTo>
                  <a:pt x="2186134" y="126507"/>
                </a:lnTo>
                <a:cubicBezTo>
                  <a:pt x="2186134" y="116835"/>
                  <a:pt x="2185699" y="110692"/>
                  <a:pt x="2184830" y="108084"/>
                </a:cubicBezTo>
                <a:cubicBezTo>
                  <a:pt x="2183962" y="105475"/>
                  <a:pt x="2182548" y="103520"/>
                  <a:pt x="2180592" y="102216"/>
                </a:cubicBezTo>
                <a:cubicBezTo>
                  <a:pt x="2178745" y="100912"/>
                  <a:pt x="2176190" y="100259"/>
                  <a:pt x="2172930" y="100259"/>
                </a:cubicBezTo>
                <a:cubicBezTo>
                  <a:pt x="2170322" y="100259"/>
                  <a:pt x="2167007" y="101020"/>
                  <a:pt x="2162985" y="102543"/>
                </a:cubicBezTo>
                <a:lnTo>
                  <a:pt x="2161029" y="97326"/>
                </a:lnTo>
                <a:moveTo>
                  <a:pt x="2213197" y="123245"/>
                </a:moveTo>
                <a:lnTo>
                  <a:pt x="2213197" y="178999"/>
                </a:lnTo>
                <a:cubicBezTo>
                  <a:pt x="2213197" y="191063"/>
                  <a:pt x="2213685" y="198997"/>
                  <a:pt x="2214663" y="202801"/>
                </a:cubicBezTo>
                <a:cubicBezTo>
                  <a:pt x="2216185" y="209104"/>
                  <a:pt x="2219880" y="214647"/>
                  <a:pt x="2225749" y="219429"/>
                </a:cubicBezTo>
                <a:cubicBezTo>
                  <a:pt x="2231727" y="224211"/>
                  <a:pt x="2239225" y="226603"/>
                  <a:pt x="2248246" y="226603"/>
                </a:cubicBezTo>
                <a:cubicBezTo>
                  <a:pt x="2259114" y="226603"/>
                  <a:pt x="2267918" y="222364"/>
                  <a:pt x="2274656" y="213886"/>
                </a:cubicBezTo>
                <a:cubicBezTo>
                  <a:pt x="2283459" y="202801"/>
                  <a:pt x="2287860" y="187205"/>
                  <a:pt x="2287860" y="167099"/>
                </a:cubicBezTo>
                <a:cubicBezTo>
                  <a:pt x="2287860" y="144277"/>
                  <a:pt x="2282862" y="126723"/>
                  <a:pt x="2272863" y="114443"/>
                </a:cubicBezTo>
                <a:cubicBezTo>
                  <a:pt x="2265907" y="105966"/>
                  <a:pt x="2257647" y="101727"/>
                  <a:pt x="2248083" y="101727"/>
                </a:cubicBezTo>
                <a:cubicBezTo>
                  <a:pt x="2242867" y="101727"/>
                  <a:pt x="2237704" y="103031"/>
                  <a:pt x="2232596" y="105640"/>
                </a:cubicBezTo>
                <a:cubicBezTo>
                  <a:pt x="2228684" y="107595"/>
                  <a:pt x="2222217" y="113465"/>
                  <a:pt x="2213197" y="123245"/>
                </a:cubicBezTo>
                <a:moveTo>
                  <a:pt x="2390076" y="0"/>
                </a:moveTo>
                <a:lnTo>
                  <a:pt x="2390076" y="198073"/>
                </a:lnTo>
                <a:cubicBezTo>
                  <a:pt x="2390076" y="207419"/>
                  <a:pt x="2390728" y="213615"/>
                  <a:pt x="2392032" y="216658"/>
                </a:cubicBezTo>
                <a:cubicBezTo>
                  <a:pt x="2393445" y="219702"/>
                  <a:pt x="2395564" y="222037"/>
                  <a:pt x="2398390" y="223668"/>
                </a:cubicBezTo>
                <a:cubicBezTo>
                  <a:pt x="2401216" y="225189"/>
                  <a:pt x="2406487" y="225950"/>
                  <a:pt x="2414203" y="225950"/>
                </a:cubicBezTo>
                <a:lnTo>
                  <a:pt x="2414203" y="231818"/>
                </a:lnTo>
                <a:lnTo>
                  <a:pt x="2341006" y="231818"/>
                </a:lnTo>
                <a:lnTo>
                  <a:pt x="2341006" y="225950"/>
                </a:lnTo>
                <a:cubicBezTo>
                  <a:pt x="2347853" y="225950"/>
                  <a:pt x="2352526" y="225243"/>
                  <a:pt x="2355026" y="223831"/>
                </a:cubicBezTo>
                <a:cubicBezTo>
                  <a:pt x="2357525" y="222418"/>
                  <a:pt x="2359482" y="220082"/>
                  <a:pt x="2360895" y="216821"/>
                </a:cubicBezTo>
                <a:cubicBezTo>
                  <a:pt x="2362307" y="213561"/>
                  <a:pt x="2363015" y="207311"/>
                  <a:pt x="2363015" y="198073"/>
                </a:cubicBezTo>
                <a:lnTo>
                  <a:pt x="2363015" y="62439"/>
                </a:lnTo>
                <a:cubicBezTo>
                  <a:pt x="2363015" y="45593"/>
                  <a:pt x="2362634" y="35267"/>
                  <a:pt x="2361873" y="31465"/>
                </a:cubicBezTo>
                <a:cubicBezTo>
                  <a:pt x="2361112" y="27552"/>
                  <a:pt x="2359862" y="24888"/>
                  <a:pt x="2358123" y="23475"/>
                </a:cubicBezTo>
                <a:cubicBezTo>
                  <a:pt x="2356494" y="22063"/>
                  <a:pt x="2354374" y="21356"/>
                  <a:pt x="2351766" y="21356"/>
                </a:cubicBezTo>
                <a:cubicBezTo>
                  <a:pt x="2348940" y="21356"/>
                  <a:pt x="2345353" y="22225"/>
                  <a:pt x="2341006" y="23964"/>
                </a:cubicBezTo>
                <a:lnTo>
                  <a:pt x="2338235" y="18259"/>
                </a:lnTo>
                <a:lnTo>
                  <a:pt x="2382740" y="0"/>
                </a:lnTo>
                <a:lnTo>
                  <a:pt x="2390076" y="0"/>
                </a:lnTo>
                <a:moveTo>
                  <a:pt x="2456752" y="138733"/>
                </a:moveTo>
                <a:cubicBezTo>
                  <a:pt x="2456644" y="160905"/>
                  <a:pt x="2462023" y="178294"/>
                  <a:pt x="2472891" y="190901"/>
                </a:cubicBezTo>
                <a:cubicBezTo>
                  <a:pt x="2483760" y="203506"/>
                  <a:pt x="2496529" y="209811"/>
                  <a:pt x="2511202" y="209811"/>
                </a:cubicBezTo>
                <a:cubicBezTo>
                  <a:pt x="2520983" y="209811"/>
                  <a:pt x="2529461" y="207148"/>
                  <a:pt x="2536633" y="201824"/>
                </a:cubicBezTo>
                <a:cubicBezTo>
                  <a:pt x="2543915" y="196388"/>
                  <a:pt x="2550001" y="187151"/>
                  <a:pt x="2554891" y="174109"/>
                </a:cubicBezTo>
                <a:lnTo>
                  <a:pt x="2559946" y="177368"/>
                </a:lnTo>
                <a:cubicBezTo>
                  <a:pt x="2557663" y="192259"/>
                  <a:pt x="2551034" y="205844"/>
                  <a:pt x="2540056" y="218125"/>
                </a:cubicBezTo>
                <a:cubicBezTo>
                  <a:pt x="2529080" y="230297"/>
                  <a:pt x="2515332" y="236384"/>
                  <a:pt x="2498812" y="236384"/>
                </a:cubicBezTo>
                <a:cubicBezTo>
                  <a:pt x="2480879" y="236384"/>
                  <a:pt x="2465501" y="229428"/>
                  <a:pt x="2452676" y="215517"/>
                </a:cubicBezTo>
                <a:cubicBezTo>
                  <a:pt x="2439961" y="201497"/>
                  <a:pt x="2433603" y="182695"/>
                  <a:pt x="2433603" y="159112"/>
                </a:cubicBezTo>
                <a:cubicBezTo>
                  <a:pt x="2433603" y="133571"/>
                  <a:pt x="2440124" y="113681"/>
                  <a:pt x="2453165" y="99445"/>
                </a:cubicBezTo>
                <a:cubicBezTo>
                  <a:pt x="2466316" y="85099"/>
                  <a:pt x="2482781" y="77925"/>
                  <a:pt x="2502561" y="77925"/>
                </a:cubicBezTo>
                <a:cubicBezTo>
                  <a:pt x="2519299" y="77925"/>
                  <a:pt x="2533047" y="83468"/>
                  <a:pt x="2543807" y="94553"/>
                </a:cubicBezTo>
                <a:cubicBezTo>
                  <a:pt x="2554566" y="105532"/>
                  <a:pt x="2559946" y="120256"/>
                  <a:pt x="2559946" y="138733"/>
                </a:cubicBezTo>
                <a:lnTo>
                  <a:pt x="2456752" y="138733"/>
                </a:lnTo>
                <a:moveTo>
                  <a:pt x="2456752" y="129277"/>
                </a:moveTo>
                <a:lnTo>
                  <a:pt x="2525874" y="129277"/>
                </a:lnTo>
                <a:cubicBezTo>
                  <a:pt x="2525330" y="119713"/>
                  <a:pt x="2524189" y="112976"/>
                  <a:pt x="2522451" y="109063"/>
                </a:cubicBezTo>
                <a:cubicBezTo>
                  <a:pt x="2519733" y="102977"/>
                  <a:pt x="2515657" y="98195"/>
                  <a:pt x="2510223" y="94717"/>
                </a:cubicBezTo>
                <a:cubicBezTo>
                  <a:pt x="2504898" y="91240"/>
                  <a:pt x="2499301" y="89501"/>
                  <a:pt x="2493432" y="89501"/>
                </a:cubicBezTo>
                <a:cubicBezTo>
                  <a:pt x="2484412" y="89501"/>
                  <a:pt x="2476315" y="93033"/>
                  <a:pt x="2469142" y="100096"/>
                </a:cubicBezTo>
                <a:cubicBezTo>
                  <a:pt x="2462077" y="107052"/>
                  <a:pt x="2457948" y="116778"/>
                  <a:pt x="2456752" y="129277"/>
                </a:cubicBezTo>
                <a:moveTo>
                  <a:pt x="2676507" y="78089"/>
                </a:moveTo>
                <a:lnTo>
                  <a:pt x="2676507" y="128951"/>
                </a:lnTo>
                <a:lnTo>
                  <a:pt x="2671127" y="128951"/>
                </a:lnTo>
                <a:cubicBezTo>
                  <a:pt x="2666997" y="112976"/>
                  <a:pt x="2661672" y="102108"/>
                  <a:pt x="2655151" y="96346"/>
                </a:cubicBezTo>
                <a:cubicBezTo>
                  <a:pt x="2648738" y="90586"/>
                  <a:pt x="2640533" y="87708"/>
                  <a:pt x="2630535" y="87708"/>
                </a:cubicBezTo>
                <a:cubicBezTo>
                  <a:pt x="2622927" y="87708"/>
                  <a:pt x="2616785" y="89717"/>
                  <a:pt x="2612113" y="93740"/>
                </a:cubicBezTo>
                <a:cubicBezTo>
                  <a:pt x="2607440" y="97760"/>
                  <a:pt x="2605103" y="102216"/>
                  <a:pt x="2605103" y="107106"/>
                </a:cubicBezTo>
                <a:cubicBezTo>
                  <a:pt x="2605103" y="113192"/>
                  <a:pt x="2606842" y="118409"/>
                  <a:pt x="2610320" y="122756"/>
                </a:cubicBezTo>
                <a:cubicBezTo>
                  <a:pt x="2613688" y="127212"/>
                  <a:pt x="2620536" y="131940"/>
                  <a:pt x="2630860" y="136940"/>
                </a:cubicBezTo>
                <a:lnTo>
                  <a:pt x="2654661" y="148514"/>
                </a:lnTo>
                <a:cubicBezTo>
                  <a:pt x="2676724" y="159274"/>
                  <a:pt x="2687755" y="173458"/>
                  <a:pt x="2687755" y="191063"/>
                </a:cubicBezTo>
                <a:cubicBezTo>
                  <a:pt x="2687755" y="204648"/>
                  <a:pt x="2682593" y="215625"/>
                  <a:pt x="2672268" y="223995"/>
                </a:cubicBezTo>
                <a:cubicBezTo>
                  <a:pt x="2662052" y="232253"/>
                  <a:pt x="2650586" y="236384"/>
                  <a:pt x="2637870" y="236384"/>
                </a:cubicBezTo>
                <a:cubicBezTo>
                  <a:pt x="2628742" y="236384"/>
                  <a:pt x="2618308" y="234753"/>
                  <a:pt x="2606570" y="231493"/>
                </a:cubicBezTo>
                <a:cubicBezTo>
                  <a:pt x="2602983" y="230406"/>
                  <a:pt x="2600049" y="229863"/>
                  <a:pt x="2597767" y="229863"/>
                </a:cubicBezTo>
                <a:cubicBezTo>
                  <a:pt x="2595267" y="229863"/>
                  <a:pt x="2593311" y="231275"/>
                  <a:pt x="2591898" y="234102"/>
                </a:cubicBezTo>
                <a:lnTo>
                  <a:pt x="2586519" y="234102"/>
                </a:lnTo>
                <a:lnTo>
                  <a:pt x="2586519" y="180792"/>
                </a:lnTo>
                <a:lnTo>
                  <a:pt x="2591898" y="180792"/>
                </a:lnTo>
                <a:cubicBezTo>
                  <a:pt x="2594941" y="196008"/>
                  <a:pt x="2600756" y="207475"/>
                  <a:pt x="2609341" y="215190"/>
                </a:cubicBezTo>
                <a:cubicBezTo>
                  <a:pt x="2617927" y="222907"/>
                  <a:pt x="2627546" y="226765"/>
                  <a:pt x="2638197" y="226765"/>
                </a:cubicBezTo>
                <a:cubicBezTo>
                  <a:pt x="2645695" y="226765"/>
                  <a:pt x="2651781" y="224592"/>
                  <a:pt x="2656455" y="220244"/>
                </a:cubicBezTo>
                <a:cubicBezTo>
                  <a:pt x="2661237" y="215789"/>
                  <a:pt x="2663628" y="210462"/>
                  <a:pt x="2663628" y="204268"/>
                </a:cubicBezTo>
                <a:cubicBezTo>
                  <a:pt x="2663628" y="196769"/>
                  <a:pt x="2660965" y="190466"/>
                  <a:pt x="2655640" y="185358"/>
                </a:cubicBezTo>
                <a:cubicBezTo>
                  <a:pt x="2650423" y="180249"/>
                  <a:pt x="2639935" y="173782"/>
                  <a:pt x="2624176" y="165957"/>
                </a:cubicBezTo>
                <a:cubicBezTo>
                  <a:pt x="2608417" y="158132"/>
                  <a:pt x="2598093" y="151068"/>
                  <a:pt x="2593202" y="144766"/>
                </a:cubicBezTo>
                <a:cubicBezTo>
                  <a:pt x="2588312" y="138569"/>
                  <a:pt x="2585865" y="130744"/>
                  <a:pt x="2585865" y="121290"/>
                </a:cubicBezTo>
                <a:cubicBezTo>
                  <a:pt x="2585865" y="109009"/>
                  <a:pt x="2590051" y="98738"/>
                  <a:pt x="2598419" y="90478"/>
                </a:cubicBezTo>
                <a:cubicBezTo>
                  <a:pt x="2606896" y="82218"/>
                  <a:pt x="2617818" y="78089"/>
                  <a:pt x="2631187" y="78089"/>
                </a:cubicBezTo>
                <a:cubicBezTo>
                  <a:pt x="2637056" y="78089"/>
                  <a:pt x="2644174" y="79337"/>
                  <a:pt x="2652543" y="81838"/>
                </a:cubicBezTo>
                <a:cubicBezTo>
                  <a:pt x="2658085" y="83468"/>
                  <a:pt x="2661780" y="84284"/>
                  <a:pt x="2663628" y="84284"/>
                </a:cubicBezTo>
                <a:cubicBezTo>
                  <a:pt x="2665367" y="84284"/>
                  <a:pt x="2666726" y="83903"/>
                  <a:pt x="2667703" y="83142"/>
                </a:cubicBezTo>
                <a:cubicBezTo>
                  <a:pt x="2668682" y="82381"/>
                  <a:pt x="2669823" y="80698"/>
                  <a:pt x="2671127" y="78089"/>
                </a:cubicBezTo>
                <a:lnTo>
                  <a:pt x="2676507" y="78089"/>
                </a:lnTo>
                <a:moveTo>
                  <a:pt x="2707156" y="6848"/>
                </a:moveTo>
                <a:lnTo>
                  <a:pt x="2707156" y="0"/>
                </a:lnTo>
                <a:cubicBezTo>
                  <a:pt x="2723675" y="8152"/>
                  <a:pt x="2737422" y="17770"/>
                  <a:pt x="2748400" y="28857"/>
                </a:cubicBezTo>
                <a:cubicBezTo>
                  <a:pt x="2763941" y="44723"/>
                  <a:pt x="2775950" y="63363"/>
                  <a:pt x="2784427" y="84773"/>
                </a:cubicBezTo>
                <a:cubicBezTo>
                  <a:pt x="2792905" y="106074"/>
                  <a:pt x="2797144" y="128300"/>
                  <a:pt x="2797144" y="151449"/>
                </a:cubicBezTo>
                <a:cubicBezTo>
                  <a:pt x="2797144" y="185139"/>
                  <a:pt x="2788829" y="215843"/>
                  <a:pt x="2772201" y="243556"/>
                </a:cubicBezTo>
                <a:cubicBezTo>
                  <a:pt x="2755681" y="271378"/>
                  <a:pt x="2734000" y="291268"/>
                  <a:pt x="2707156" y="303222"/>
                </a:cubicBezTo>
                <a:lnTo>
                  <a:pt x="2707156" y="297192"/>
                </a:lnTo>
                <a:cubicBezTo>
                  <a:pt x="2720523" y="289691"/>
                  <a:pt x="2731499" y="279530"/>
                  <a:pt x="2740086" y="266707"/>
                </a:cubicBezTo>
                <a:cubicBezTo>
                  <a:pt x="2748781" y="253989"/>
                  <a:pt x="2755192" y="237796"/>
                  <a:pt x="2759322" y="218125"/>
                </a:cubicBezTo>
                <a:cubicBezTo>
                  <a:pt x="2763560" y="198346"/>
                  <a:pt x="2765680" y="177749"/>
                  <a:pt x="2765680" y="156339"/>
                </a:cubicBezTo>
                <a:cubicBezTo>
                  <a:pt x="2765680" y="133190"/>
                  <a:pt x="2763887" y="112053"/>
                  <a:pt x="2760301" y="92924"/>
                </a:cubicBezTo>
                <a:cubicBezTo>
                  <a:pt x="2757583" y="77925"/>
                  <a:pt x="2754160" y="65917"/>
                  <a:pt x="2750030" y="56896"/>
                </a:cubicBezTo>
                <a:cubicBezTo>
                  <a:pt x="2746009" y="47875"/>
                  <a:pt x="2740629" y="39180"/>
                  <a:pt x="2733890" y="30812"/>
                </a:cubicBezTo>
                <a:cubicBezTo>
                  <a:pt x="2727152" y="22444"/>
                  <a:pt x="2718240" y="14456"/>
                  <a:pt x="2707156" y="684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9">
            <a:extLst xmlns:a="http://schemas.openxmlformats.org/drawingml/2006/main">
              <a:ext uri="{FF2B5EF4-FFF2-40B4-BE49-F238E27FC236}">
                <a16:creationId xmlns:a16="http://schemas.microsoft.com/office/drawing/2014/main" id="{A98F5268-27C5-456B-987D-494132601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07325" y="1787041"/>
            <a:ext cx="2766351" cy="405447"/>
          </a:xfrm>
          <a:custGeom xmlns:a="http://schemas.openxmlformats.org/drawingml/2006/main">
            <a:pathLst>
              <a:path w="2073322" h="303874">
                <a:moveTo>
                  <a:pt x="103682" y="297190"/>
                </a:moveTo>
                <a:lnTo>
                  <a:pt x="103682" y="303222"/>
                </a:lnTo>
                <a:cubicBezTo>
                  <a:pt x="87272" y="294962"/>
                  <a:pt x="73578" y="285289"/>
                  <a:pt x="62601" y="274204"/>
                </a:cubicBezTo>
                <a:cubicBezTo>
                  <a:pt x="46951" y="258445"/>
                  <a:pt x="34887" y="239860"/>
                  <a:pt x="26409" y="218450"/>
                </a:cubicBezTo>
                <a:cubicBezTo>
                  <a:pt x="17933" y="197039"/>
                  <a:pt x="13694" y="174814"/>
                  <a:pt x="13694" y="151773"/>
                </a:cubicBezTo>
                <a:cubicBezTo>
                  <a:pt x="13694" y="118083"/>
                  <a:pt x="22008" y="87380"/>
                  <a:pt x="38637" y="59666"/>
                </a:cubicBezTo>
                <a:cubicBezTo>
                  <a:pt x="55265" y="31844"/>
                  <a:pt x="76947" y="11955"/>
                  <a:pt x="103682" y="0"/>
                </a:cubicBezTo>
                <a:lnTo>
                  <a:pt x="103682" y="6846"/>
                </a:lnTo>
                <a:cubicBezTo>
                  <a:pt x="90315" y="14237"/>
                  <a:pt x="79337" y="24344"/>
                  <a:pt x="70752" y="37168"/>
                </a:cubicBezTo>
                <a:cubicBezTo>
                  <a:pt x="62167" y="49993"/>
                  <a:pt x="55754" y="66241"/>
                  <a:pt x="51516" y="85912"/>
                </a:cubicBezTo>
                <a:cubicBezTo>
                  <a:pt x="47277" y="105584"/>
                  <a:pt x="45158" y="126125"/>
                  <a:pt x="45158" y="147535"/>
                </a:cubicBezTo>
                <a:cubicBezTo>
                  <a:pt x="45158" y="170793"/>
                  <a:pt x="46951" y="191932"/>
                  <a:pt x="50537" y="210951"/>
                </a:cubicBezTo>
                <a:cubicBezTo>
                  <a:pt x="53363" y="225949"/>
                  <a:pt x="56787" y="237958"/>
                  <a:pt x="60807" y="246979"/>
                </a:cubicBezTo>
                <a:cubicBezTo>
                  <a:pt x="64829" y="256108"/>
                  <a:pt x="70209" y="264857"/>
                  <a:pt x="76947" y="273226"/>
                </a:cubicBezTo>
                <a:cubicBezTo>
                  <a:pt x="83794" y="281594"/>
                  <a:pt x="92706" y="289582"/>
                  <a:pt x="103682" y="297190"/>
                </a:cubicBezTo>
                <a:moveTo>
                  <a:pt x="304364" y="10759"/>
                </a:moveTo>
                <a:lnTo>
                  <a:pt x="306809" y="62600"/>
                </a:lnTo>
                <a:lnTo>
                  <a:pt x="300614" y="62600"/>
                </a:lnTo>
                <a:cubicBezTo>
                  <a:pt x="299419" y="53471"/>
                  <a:pt x="297788" y="46950"/>
                  <a:pt x="295723" y="43037"/>
                </a:cubicBezTo>
                <a:cubicBezTo>
                  <a:pt x="292355" y="36734"/>
                  <a:pt x="287844" y="32115"/>
                  <a:pt x="282193" y="29181"/>
                </a:cubicBezTo>
                <a:cubicBezTo>
                  <a:pt x="276649" y="26138"/>
                  <a:pt x="269314" y="24616"/>
                  <a:pt x="260185" y="24616"/>
                </a:cubicBezTo>
                <a:lnTo>
                  <a:pt x="229047" y="24616"/>
                </a:lnTo>
                <a:lnTo>
                  <a:pt x="229047" y="193507"/>
                </a:lnTo>
                <a:cubicBezTo>
                  <a:pt x="229047" y="207092"/>
                  <a:pt x="230515" y="215570"/>
                  <a:pt x="233449" y="218939"/>
                </a:cubicBezTo>
                <a:cubicBezTo>
                  <a:pt x="237579" y="223504"/>
                  <a:pt x="243936" y="225786"/>
                  <a:pt x="252523" y="225786"/>
                </a:cubicBezTo>
                <a:lnTo>
                  <a:pt x="260185" y="225786"/>
                </a:lnTo>
                <a:lnTo>
                  <a:pt x="260185" y="231818"/>
                </a:lnTo>
                <a:lnTo>
                  <a:pt x="166446" y="231818"/>
                </a:lnTo>
                <a:lnTo>
                  <a:pt x="166446" y="225786"/>
                </a:lnTo>
                <a:lnTo>
                  <a:pt x="174271" y="225786"/>
                </a:lnTo>
                <a:cubicBezTo>
                  <a:pt x="183618" y="225786"/>
                  <a:pt x="190248" y="222960"/>
                  <a:pt x="194161" y="217308"/>
                </a:cubicBezTo>
                <a:cubicBezTo>
                  <a:pt x="196552" y="213831"/>
                  <a:pt x="197747" y="205897"/>
                  <a:pt x="197747" y="193507"/>
                </a:cubicBezTo>
                <a:lnTo>
                  <a:pt x="197747" y="24616"/>
                </a:lnTo>
                <a:lnTo>
                  <a:pt x="171174" y="24616"/>
                </a:lnTo>
                <a:cubicBezTo>
                  <a:pt x="160850" y="24616"/>
                  <a:pt x="153513" y="25377"/>
                  <a:pt x="149166" y="26898"/>
                </a:cubicBezTo>
                <a:cubicBezTo>
                  <a:pt x="143514" y="28964"/>
                  <a:pt x="138678" y="32930"/>
                  <a:pt x="134656" y="38799"/>
                </a:cubicBezTo>
                <a:cubicBezTo>
                  <a:pt x="130636" y="44668"/>
                  <a:pt x="128245" y="52601"/>
                  <a:pt x="127484" y="62600"/>
                </a:cubicBezTo>
                <a:lnTo>
                  <a:pt x="121289" y="62600"/>
                </a:lnTo>
                <a:lnTo>
                  <a:pt x="123897" y="10759"/>
                </a:lnTo>
                <a:lnTo>
                  <a:pt x="304364" y="10759"/>
                </a:lnTo>
                <a:moveTo>
                  <a:pt x="369409" y="78087"/>
                </a:moveTo>
                <a:lnTo>
                  <a:pt x="369409" y="111670"/>
                </a:lnTo>
                <a:cubicBezTo>
                  <a:pt x="381908" y="89282"/>
                  <a:pt x="394733" y="78087"/>
                  <a:pt x="407883" y="78087"/>
                </a:cubicBezTo>
                <a:cubicBezTo>
                  <a:pt x="413860" y="78087"/>
                  <a:pt x="418805" y="79935"/>
                  <a:pt x="422718" y="83631"/>
                </a:cubicBezTo>
                <a:cubicBezTo>
                  <a:pt x="426631" y="87217"/>
                  <a:pt x="428587" y="91401"/>
                  <a:pt x="428587" y="96183"/>
                </a:cubicBezTo>
                <a:cubicBezTo>
                  <a:pt x="428587" y="100422"/>
                  <a:pt x="427174" y="104008"/>
                  <a:pt x="424349" y="106943"/>
                </a:cubicBezTo>
                <a:cubicBezTo>
                  <a:pt x="421523" y="109877"/>
                  <a:pt x="418153" y="111344"/>
                  <a:pt x="414241" y="111344"/>
                </a:cubicBezTo>
                <a:cubicBezTo>
                  <a:pt x="410437" y="111344"/>
                  <a:pt x="406144" y="109496"/>
                  <a:pt x="401362" y="105801"/>
                </a:cubicBezTo>
                <a:cubicBezTo>
                  <a:pt x="396689" y="101998"/>
                  <a:pt x="393211" y="100095"/>
                  <a:pt x="390929" y="100095"/>
                </a:cubicBezTo>
                <a:cubicBezTo>
                  <a:pt x="388972" y="100095"/>
                  <a:pt x="386853" y="101182"/>
                  <a:pt x="384571" y="103356"/>
                </a:cubicBezTo>
                <a:cubicBezTo>
                  <a:pt x="379680" y="107812"/>
                  <a:pt x="374626" y="115148"/>
                  <a:pt x="369409" y="125364"/>
                </a:cubicBezTo>
                <a:lnTo>
                  <a:pt x="369409" y="196931"/>
                </a:lnTo>
                <a:cubicBezTo>
                  <a:pt x="369409" y="205191"/>
                  <a:pt x="370442" y="211440"/>
                  <a:pt x="372508" y="215679"/>
                </a:cubicBezTo>
                <a:cubicBezTo>
                  <a:pt x="373920" y="218613"/>
                  <a:pt x="376419" y="221059"/>
                  <a:pt x="380006" y="223015"/>
                </a:cubicBezTo>
                <a:cubicBezTo>
                  <a:pt x="383592" y="224971"/>
                  <a:pt x="388755" y="225949"/>
                  <a:pt x="395493" y="225949"/>
                </a:cubicBezTo>
                <a:lnTo>
                  <a:pt x="395493" y="231818"/>
                </a:lnTo>
                <a:lnTo>
                  <a:pt x="319036" y="231818"/>
                </a:lnTo>
                <a:lnTo>
                  <a:pt x="319036" y="225949"/>
                </a:lnTo>
                <a:cubicBezTo>
                  <a:pt x="326643" y="225949"/>
                  <a:pt x="332295" y="224754"/>
                  <a:pt x="335990" y="222363"/>
                </a:cubicBezTo>
                <a:cubicBezTo>
                  <a:pt x="338707" y="220624"/>
                  <a:pt x="340609" y="217852"/>
                  <a:pt x="341696" y="214048"/>
                </a:cubicBezTo>
                <a:cubicBezTo>
                  <a:pt x="342240" y="212201"/>
                  <a:pt x="342511" y="206930"/>
                  <a:pt x="342511" y="198235"/>
                </a:cubicBezTo>
                <a:lnTo>
                  <a:pt x="342511" y="140362"/>
                </a:lnTo>
                <a:cubicBezTo>
                  <a:pt x="342511" y="122973"/>
                  <a:pt x="342130" y="112648"/>
                  <a:pt x="341370" y="109388"/>
                </a:cubicBezTo>
                <a:cubicBezTo>
                  <a:pt x="340718" y="106018"/>
                  <a:pt x="339414" y="103573"/>
                  <a:pt x="337458" y="102052"/>
                </a:cubicBezTo>
                <a:cubicBezTo>
                  <a:pt x="335610" y="100530"/>
                  <a:pt x="333273" y="99770"/>
                  <a:pt x="330447" y="99770"/>
                </a:cubicBezTo>
                <a:cubicBezTo>
                  <a:pt x="327078" y="99770"/>
                  <a:pt x="323274" y="100584"/>
                  <a:pt x="319036" y="102215"/>
                </a:cubicBezTo>
                <a:lnTo>
                  <a:pt x="317406" y="96346"/>
                </a:lnTo>
                <a:lnTo>
                  <a:pt x="362563" y="78087"/>
                </a:lnTo>
                <a:lnTo>
                  <a:pt x="369409" y="78087"/>
                </a:lnTo>
                <a:moveTo>
                  <a:pt x="521510" y="210299"/>
                </a:moveTo>
                <a:cubicBezTo>
                  <a:pt x="506185" y="222146"/>
                  <a:pt x="496567" y="228992"/>
                  <a:pt x="492655" y="230839"/>
                </a:cubicBezTo>
                <a:cubicBezTo>
                  <a:pt x="486786" y="233557"/>
                  <a:pt x="480537" y="234915"/>
                  <a:pt x="473907" y="234915"/>
                </a:cubicBezTo>
                <a:cubicBezTo>
                  <a:pt x="463583" y="234915"/>
                  <a:pt x="455050" y="231383"/>
                  <a:pt x="448313" y="224319"/>
                </a:cubicBezTo>
                <a:cubicBezTo>
                  <a:pt x="441683" y="217254"/>
                  <a:pt x="438368" y="207962"/>
                  <a:pt x="438368" y="196442"/>
                </a:cubicBezTo>
                <a:cubicBezTo>
                  <a:pt x="438368" y="189160"/>
                  <a:pt x="439998" y="182857"/>
                  <a:pt x="443259" y="177532"/>
                </a:cubicBezTo>
                <a:cubicBezTo>
                  <a:pt x="447715" y="170141"/>
                  <a:pt x="455431" y="163185"/>
                  <a:pt x="466409" y="156665"/>
                </a:cubicBezTo>
                <a:cubicBezTo>
                  <a:pt x="477494" y="150144"/>
                  <a:pt x="495861" y="142210"/>
                  <a:pt x="521510" y="132863"/>
                </a:cubicBezTo>
                <a:lnTo>
                  <a:pt x="521510" y="126995"/>
                </a:lnTo>
                <a:cubicBezTo>
                  <a:pt x="521510" y="112105"/>
                  <a:pt x="519119" y="101888"/>
                  <a:pt x="514337" y="96346"/>
                </a:cubicBezTo>
                <a:cubicBezTo>
                  <a:pt x="509663" y="90804"/>
                  <a:pt x="502817" y="88032"/>
                  <a:pt x="493796" y="88032"/>
                </a:cubicBezTo>
                <a:cubicBezTo>
                  <a:pt x="486949" y="88032"/>
                  <a:pt x="481515" y="89879"/>
                  <a:pt x="477494" y="93574"/>
                </a:cubicBezTo>
                <a:cubicBezTo>
                  <a:pt x="473364" y="97270"/>
                  <a:pt x="471299" y="101509"/>
                  <a:pt x="471299" y="106291"/>
                </a:cubicBezTo>
                <a:lnTo>
                  <a:pt x="471625" y="115746"/>
                </a:lnTo>
                <a:cubicBezTo>
                  <a:pt x="471625" y="120745"/>
                  <a:pt x="470321" y="124604"/>
                  <a:pt x="467713" y="127320"/>
                </a:cubicBezTo>
                <a:cubicBezTo>
                  <a:pt x="465213" y="130038"/>
                  <a:pt x="461898" y="131396"/>
                  <a:pt x="457768" y="131396"/>
                </a:cubicBezTo>
                <a:cubicBezTo>
                  <a:pt x="453746" y="131396"/>
                  <a:pt x="450432" y="129983"/>
                  <a:pt x="447823" y="127157"/>
                </a:cubicBezTo>
                <a:cubicBezTo>
                  <a:pt x="445324" y="124331"/>
                  <a:pt x="444074" y="120474"/>
                  <a:pt x="444074" y="115582"/>
                </a:cubicBezTo>
                <a:cubicBezTo>
                  <a:pt x="444074" y="106236"/>
                  <a:pt x="448856" y="97650"/>
                  <a:pt x="458420" y="89825"/>
                </a:cubicBezTo>
                <a:cubicBezTo>
                  <a:pt x="467984" y="82000"/>
                  <a:pt x="481407" y="78087"/>
                  <a:pt x="498687" y="78087"/>
                </a:cubicBezTo>
                <a:cubicBezTo>
                  <a:pt x="511946" y="78087"/>
                  <a:pt x="522814" y="80315"/>
                  <a:pt x="531292" y="84772"/>
                </a:cubicBezTo>
                <a:cubicBezTo>
                  <a:pt x="537703" y="88140"/>
                  <a:pt x="542431" y="93412"/>
                  <a:pt x="545475" y="100584"/>
                </a:cubicBezTo>
                <a:cubicBezTo>
                  <a:pt x="547431" y="105258"/>
                  <a:pt x="548408" y="114822"/>
                  <a:pt x="548408" y="129276"/>
                </a:cubicBezTo>
                <a:lnTo>
                  <a:pt x="548408" y="179977"/>
                </a:lnTo>
                <a:cubicBezTo>
                  <a:pt x="548408" y="194214"/>
                  <a:pt x="548680" y="202962"/>
                  <a:pt x="549224" y="206223"/>
                </a:cubicBezTo>
                <a:cubicBezTo>
                  <a:pt x="549767" y="209375"/>
                  <a:pt x="550636" y="211495"/>
                  <a:pt x="551832" y="212582"/>
                </a:cubicBezTo>
                <a:cubicBezTo>
                  <a:pt x="553136" y="213668"/>
                  <a:pt x="554604" y="214211"/>
                  <a:pt x="556234" y="214211"/>
                </a:cubicBezTo>
                <a:cubicBezTo>
                  <a:pt x="557973" y="214211"/>
                  <a:pt x="559494" y="213831"/>
                  <a:pt x="560798" y="213070"/>
                </a:cubicBezTo>
                <a:cubicBezTo>
                  <a:pt x="563080" y="211657"/>
                  <a:pt x="567483" y="207690"/>
                  <a:pt x="574004" y="201169"/>
                </a:cubicBezTo>
                <a:lnTo>
                  <a:pt x="574004" y="210299"/>
                </a:lnTo>
                <a:cubicBezTo>
                  <a:pt x="561831" y="226601"/>
                  <a:pt x="550201" y="234752"/>
                  <a:pt x="539116" y="234752"/>
                </a:cubicBezTo>
                <a:cubicBezTo>
                  <a:pt x="533791" y="234752"/>
                  <a:pt x="529553" y="232905"/>
                  <a:pt x="526400" y="229210"/>
                </a:cubicBezTo>
                <a:cubicBezTo>
                  <a:pt x="523249" y="225514"/>
                  <a:pt x="521618" y="219211"/>
                  <a:pt x="521510" y="210299"/>
                </a:cubicBezTo>
                <a:moveTo>
                  <a:pt x="521510" y="199703"/>
                </a:moveTo>
                <a:lnTo>
                  <a:pt x="521510" y="142807"/>
                </a:lnTo>
                <a:cubicBezTo>
                  <a:pt x="505099" y="149328"/>
                  <a:pt x="494503" y="153947"/>
                  <a:pt x="489721" y="156665"/>
                </a:cubicBezTo>
                <a:cubicBezTo>
                  <a:pt x="481134" y="161447"/>
                  <a:pt x="474994" y="166446"/>
                  <a:pt x="471299" y="171663"/>
                </a:cubicBezTo>
                <a:cubicBezTo>
                  <a:pt x="467604" y="176880"/>
                  <a:pt x="465756" y="182585"/>
                  <a:pt x="465756" y="188780"/>
                </a:cubicBezTo>
                <a:cubicBezTo>
                  <a:pt x="465756" y="196605"/>
                  <a:pt x="468092" y="203126"/>
                  <a:pt x="472766" y="208342"/>
                </a:cubicBezTo>
                <a:cubicBezTo>
                  <a:pt x="477439" y="213451"/>
                  <a:pt x="482819" y="216004"/>
                  <a:pt x="488905" y="216004"/>
                </a:cubicBezTo>
                <a:cubicBezTo>
                  <a:pt x="497165" y="216004"/>
                  <a:pt x="508034" y="210570"/>
                  <a:pt x="521510" y="199703"/>
                </a:cubicBezTo>
                <a:moveTo>
                  <a:pt x="623236" y="0"/>
                </a:moveTo>
                <a:cubicBezTo>
                  <a:pt x="627801" y="0"/>
                  <a:pt x="631658" y="1630"/>
                  <a:pt x="634811" y="4890"/>
                </a:cubicBezTo>
                <a:cubicBezTo>
                  <a:pt x="638071" y="8043"/>
                  <a:pt x="639701" y="11900"/>
                  <a:pt x="639701" y="16465"/>
                </a:cubicBezTo>
                <a:cubicBezTo>
                  <a:pt x="639701" y="21029"/>
                  <a:pt x="638071" y="24942"/>
                  <a:pt x="634811" y="28202"/>
                </a:cubicBezTo>
                <a:cubicBezTo>
                  <a:pt x="631658" y="31463"/>
                  <a:pt x="627801" y="33094"/>
                  <a:pt x="623236" y="33094"/>
                </a:cubicBezTo>
                <a:cubicBezTo>
                  <a:pt x="618672" y="33094"/>
                  <a:pt x="614759" y="31463"/>
                  <a:pt x="611499" y="28202"/>
                </a:cubicBezTo>
                <a:cubicBezTo>
                  <a:pt x="608238" y="24942"/>
                  <a:pt x="606607" y="21029"/>
                  <a:pt x="606607" y="16465"/>
                </a:cubicBezTo>
                <a:cubicBezTo>
                  <a:pt x="606607" y="11900"/>
                  <a:pt x="608184" y="8043"/>
                  <a:pt x="611335" y="4890"/>
                </a:cubicBezTo>
                <a:cubicBezTo>
                  <a:pt x="614596" y="1630"/>
                  <a:pt x="618562" y="0"/>
                  <a:pt x="623236" y="0"/>
                </a:cubicBezTo>
                <a:moveTo>
                  <a:pt x="636767" y="78087"/>
                </a:moveTo>
                <a:lnTo>
                  <a:pt x="636767" y="198072"/>
                </a:lnTo>
                <a:cubicBezTo>
                  <a:pt x="636767" y="207419"/>
                  <a:pt x="637419" y="213668"/>
                  <a:pt x="638723" y="216820"/>
                </a:cubicBezTo>
                <a:cubicBezTo>
                  <a:pt x="640136" y="219863"/>
                  <a:pt x="642147" y="222146"/>
                  <a:pt x="644754" y="223667"/>
                </a:cubicBezTo>
                <a:cubicBezTo>
                  <a:pt x="647472" y="225189"/>
                  <a:pt x="652362" y="225949"/>
                  <a:pt x="659427" y="225949"/>
                </a:cubicBezTo>
                <a:lnTo>
                  <a:pt x="659427" y="231818"/>
                </a:lnTo>
                <a:lnTo>
                  <a:pt x="586882" y="231818"/>
                </a:lnTo>
                <a:lnTo>
                  <a:pt x="586882" y="225949"/>
                </a:lnTo>
                <a:cubicBezTo>
                  <a:pt x="594163" y="225949"/>
                  <a:pt x="599055" y="225243"/>
                  <a:pt x="601554" y="223829"/>
                </a:cubicBezTo>
                <a:cubicBezTo>
                  <a:pt x="604054" y="222417"/>
                  <a:pt x="606010" y="220080"/>
                  <a:pt x="607423" y="216820"/>
                </a:cubicBezTo>
                <a:cubicBezTo>
                  <a:pt x="608944" y="213559"/>
                  <a:pt x="609706" y="207310"/>
                  <a:pt x="609706" y="198072"/>
                </a:cubicBezTo>
                <a:lnTo>
                  <a:pt x="609706" y="140525"/>
                </a:lnTo>
                <a:cubicBezTo>
                  <a:pt x="609706" y="124331"/>
                  <a:pt x="609216" y="113843"/>
                  <a:pt x="608238" y="109061"/>
                </a:cubicBezTo>
                <a:cubicBezTo>
                  <a:pt x="607477" y="105584"/>
                  <a:pt x="606282" y="103193"/>
                  <a:pt x="604651" y="101888"/>
                </a:cubicBezTo>
                <a:cubicBezTo>
                  <a:pt x="603021" y="100476"/>
                  <a:pt x="600794" y="99770"/>
                  <a:pt x="597968" y="99770"/>
                </a:cubicBezTo>
                <a:cubicBezTo>
                  <a:pt x="594925" y="99770"/>
                  <a:pt x="591229" y="100584"/>
                  <a:pt x="586882" y="102215"/>
                </a:cubicBezTo>
                <a:lnTo>
                  <a:pt x="584599" y="96346"/>
                </a:lnTo>
                <a:lnTo>
                  <a:pt x="629594" y="78087"/>
                </a:lnTo>
                <a:lnTo>
                  <a:pt x="636767" y="78087"/>
                </a:lnTo>
                <a:moveTo>
                  <a:pt x="721702" y="109714"/>
                </a:moveTo>
                <a:cubicBezTo>
                  <a:pt x="739199" y="88630"/>
                  <a:pt x="755882" y="78087"/>
                  <a:pt x="771749" y="78087"/>
                </a:cubicBezTo>
                <a:cubicBezTo>
                  <a:pt x="779901" y="78087"/>
                  <a:pt x="786911" y="80153"/>
                  <a:pt x="792779" y="84283"/>
                </a:cubicBezTo>
                <a:cubicBezTo>
                  <a:pt x="798648" y="88304"/>
                  <a:pt x="803321" y="94988"/>
                  <a:pt x="806799" y="104334"/>
                </a:cubicBezTo>
                <a:cubicBezTo>
                  <a:pt x="809190" y="110855"/>
                  <a:pt x="810386" y="120854"/>
                  <a:pt x="810386" y="134330"/>
                </a:cubicBezTo>
                <a:lnTo>
                  <a:pt x="810386" y="198072"/>
                </a:lnTo>
                <a:cubicBezTo>
                  <a:pt x="810386" y="207527"/>
                  <a:pt x="811146" y="213940"/>
                  <a:pt x="812668" y="217308"/>
                </a:cubicBezTo>
                <a:cubicBezTo>
                  <a:pt x="813864" y="220026"/>
                  <a:pt x="815766" y="222146"/>
                  <a:pt x="818375" y="223667"/>
                </a:cubicBezTo>
                <a:cubicBezTo>
                  <a:pt x="821091" y="225189"/>
                  <a:pt x="826036" y="225949"/>
                  <a:pt x="833209" y="225949"/>
                </a:cubicBezTo>
                <a:lnTo>
                  <a:pt x="833209" y="231818"/>
                </a:lnTo>
                <a:lnTo>
                  <a:pt x="759360" y="231818"/>
                </a:lnTo>
                <a:lnTo>
                  <a:pt x="759360" y="225949"/>
                </a:lnTo>
                <a:lnTo>
                  <a:pt x="762457" y="225949"/>
                </a:lnTo>
                <a:cubicBezTo>
                  <a:pt x="769413" y="225949"/>
                  <a:pt x="774249" y="224916"/>
                  <a:pt x="776966" y="222852"/>
                </a:cubicBezTo>
                <a:cubicBezTo>
                  <a:pt x="779793" y="220678"/>
                  <a:pt x="781748" y="217526"/>
                  <a:pt x="782835" y="213396"/>
                </a:cubicBezTo>
                <a:cubicBezTo>
                  <a:pt x="783269" y="211766"/>
                  <a:pt x="783487" y="206658"/>
                  <a:pt x="783487" y="198072"/>
                </a:cubicBezTo>
                <a:lnTo>
                  <a:pt x="783487" y="136938"/>
                </a:lnTo>
                <a:cubicBezTo>
                  <a:pt x="783487" y="123353"/>
                  <a:pt x="781694" y="113518"/>
                  <a:pt x="778108" y="107432"/>
                </a:cubicBezTo>
                <a:cubicBezTo>
                  <a:pt x="774630" y="101236"/>
                  <a:pt x="768707" y="98139"/>
                  <a:pt x="760338" y="98139"/>
                </a:cubicBezTo>
                <a:cubicBezTo>
                  <a:pt x="747405" y="98139"/>
                  <a:pt x="734527" y="105204"/>
                  <a:pt x="721702" y="119333"/>
                </a:cubicBezTo>
                <a:lnTo>
                  <a:pt x="721702" y="198072"/>
                </a:lnTo>
                <a:cubicBezTo>
                  <a:pt x="721702" y="208179"/>
                  <a:pt x="722299" y="214429"/>
                  <a:pt x="723495" y="216820"/>
                </a:cubicBezTo>
                <a:cubicBezTo>
                  <a:pt x="725017" y="219972"/>
                  <a:pt x="727081" y="222308"/>
                  <a:pt x="729689" y="223829"/>
                </a:cubicBezTo>
                <a:cubicBezTo>
                  <a:pt x="732407" y="225243"/>
                  <a:pt x="737841" y="225949"/>
                  <a:pt x="745992" y="225949"/>
                </a:cubicBezTo>
                <a:lnTo>
                  <a:pt x="745992" y="231818"/>
                </a:lnTo>
                <a:lnTo>
                  <a:pt x="672143" y="231818"/>
                </a:lnTo>
                <a:lnTo>
                  <a:pt x="672143" y="225949"/>
                </a:lnTo>
                <a:lnTo>
                  <a:pt x="675403" y="225949"/>
                </a:lnTo>
                <a:cubicBezTo>
                  <a:pt x="683011" y="225949"/>
                  <a:pt x="688119" y="224047"/>
                  <a:pt x="690728" y="220243"/>
                </a:cubicBezTo>
                <a:cubicBezTo>
                  <a:pt x="693444" y="216331"/>
                  <a:pt x="694803" y="208940"/>
                  <a:pt x="694803" y="198072"/>
                </a:cubicBezTo>
                <a:lnTo>
                  <a:pt x="694803" y="142645"/>
                </a:lnTo>
                <a:cubicBezTo>
                  <a:pt x="694803" y="124712"/>
                  <a:pt x="694368" y="113789"/>
                  <a:pt x="693498" y="109877"/>
                </a:cubicBezTo>
                <a:cubicBezTo>
                  <a:pt x="692738" y="105964"/>
                  <a:pt x="691488" y="103302"/>
                  <a:pt x="689749" y="101888"/>
                </a:cubicBezTo>
                <a:cubicBezTo>
                  <a:pt x="688119" y="100476"/>
                  <a:pt x="685891" y="99770"/>
                  <a:pt x="683065" y="99770"/>
                </a:cubicBezTo>
                <a:cubicBezTo>
                  <a:pt x="680022" y="99770"/>
                  <a:pt x="676382" y="100584"/>
                  <a:pt x="672143" y="102215"/>
                </a:cubicBezTo>
                <a:lnTo>
                  <a:pt x="669697" y="96346"/>
                </a:lnTo>
                <a:lnTo>
                  <a:pt x="714692" y="78087"/>
                </a:lnTo>
                <a:lnTo>
                  <a:pt x="721702" y="78087"/>
                </a:lnTo>
                <a:lnTo>
                  <a:pt x="721702" y="109714"/>
                </a:lnTo>
                <a:moveTo>
                  <a:pt x="883094" y="0"/>
                </a:moveTo>
                <a:cubicBezTo>
                  <a:pt x="887659" y="0"/>
                  <a:pt x="891517" y="1630"/>
                  <a:pt x="894669" y="4890"/>
                </a:cubicBezTo>
                <a:cubicBezTo>
                  <a:pt x="897929" y="8043"/>
                  <a:pt x="899559" y="11900"/>
                  <a:pt x="899559" y="16465"/>
                </a:cubicBezTo>
                <a:cubicBezTo>
                  <a:pt x="899559" y="21029"/>
                  <a:pt x="897929" y="24942"/>
                  <a:pt x="894669" y="28202"/>
                </a:cubicBezTo>
                <a:cubicBezTo>
                  <a:pt x="891517" y="31463"/>
                  <a:pt x="887659" y="33094"/>
                  <a:pt x="883094" y="33094"/>
                </a:cubicBezTo>
                <a:cubicBezTo>
                  <a:pt x="878530" y="33094"/>
                  <a:pt x="874617" y="31463"/>
                  <a:pt x="871357" y="28202"/>
                </a:cubicBezTo>
                <a:cubicBezTo>
                  <a:pt x="868096" y="24942"/>
                  <a:pt x="866465" y="21029"/>
                  <a:pt x="866465" y="16465"/>
                </a:cubicBezTo>
                <a:cubicBezTo>
                  <a:pt x="866465" y="11900"/>
                  <a:pt x="868042" y="8043"/>
                  <a:pt x="871193" y="4890"/>
                </a:cubicBezTo>
                <a:cubicBezTo>
                  <a:pt x="874454" y="1630"/>
                  <a:pt x="878421" y="0"/>
                  <a:pt x="883094" y="0"/>
                </a:cubicBezTo>
                <a:moveTo>
                  <a:pt x="896625" y="78087"/>
                </a:moveTo>
                <a:lnTo>
                  <a:pt x="896625" y="198072"/>
                </a:lnTo>
                <a:cubicBezTo>
                  <a:pt x="896625" y="207419"/>
                  <a:pt x="897277" y="213668"/>
                  <a:pt x="898581" y="216820"/>
                </a:cubicBezTo>
                <a:cubicBezTo>
                  <a:pt x="899994" y="219863"/>
                  <a:pt x="902005" y="222146"/>
                  <a:pt x="904614" y="223667"/>
                </a:cubicBezTo>
                <a:cubicBezTo>
                  <a:pt x="907330" y="225189"/>
                  <a:pt x="912220" y="225949"/>
                  <a:pt x="919285" y="225949"/>
                </a:cubicBezTo>
                <a:lnTo>
                  <a:pt x="919285" y="231818"/>
                </a:lnTo>
                <a:lnTo>
                  <a:pt x="846740" y="231818"/>
                </a:lnTo>
                <a:lnTo>
                  <a:pt x="846740" y="225949"/>
                </a:lnTo>
                <a:cubicBezTo>
                  <a:pt x="854021" y="225949"/>
                  <a:pt x="858913" y="225243"/>
                  <a:pt x="861412" y="223829"/>
                </a:cubicBezTo>
                <a:cubicBezTo>
                  <a:pt x="863912" y="222417"/>
                  <a:pt x="865868" y="220080"/>
                  <a:pt x="867281" y="216820"/>
                </a:cubicBezTo>
                <a:cubicBezTo>
                  <a:pt x="868802" y="213559"/>
                  <a:pt x="869564" y="207310"/>
                  <a:pt x="869564" y="198072"/>
                </a:cubicBezTo>
                <a:lnTo>
                  <a:pt x="869564" y="140525"/>
                </a:lnTo>
                <a:cubicBezTo>
                  <a:pt x="869564" y="124331"/>
                  <a:pt x="869074" y="113843"/>
                  <a:pt x="868096" y="109061"/>
                </a:cubicBezTo>
                <a:cubicBezTo>
                  <a:pt x="867335" y="105584"/>
                  <a:pt x="866140" y="103193"/>
                  <a:pt x="864509" y="101888"/>
                </a:cubicBezTo>
                <a:cubicBezTo>
                  <a:pt x="862879" y="100476"/>
                  <a:pt x="860652" y="99770"/>
                  <a:pt x="857826" y="99770"/>
                </a:cubicBezTo>
                <a:cubicBezTo>
                  <a:pt x="854783" y="99770"/>
                  <a:pt x="851088" y="100584"/>
                  <a:pt x="846740" y="102215"/>
                </a:cubicBezTo>
                <a:lnTo>
                  <a:pt x="844457" y="96346"/>
                </a:lnTo>
                <a:lnTo>
                  <a:pt x="889452" y="78087"/>
                </a:lnTo>
                <a:lnTo>
                  <a:pt x="896625" y="78087"/>
                </a:lnTo>
                <a:moveTo>
                  <a:pt x="981560" y="109714"/>
                </a:moveTo>
                <a:cubicBezTo>
                  <a:pt x="999057" y="88630"/>
                  <a:pt x="1015741" y="78087"/>
                  <a:pt x="1031608" y="78087"/>
                </a:cubicBezTo>
                <a:cubicBezTo>
                  <a:pt x="1039759" y="78087"/>
                  <a:pt x="1046769" y="80153"/>
                  <a:pt x="1052638" y="84283"/>
                </a:cubicBezTo>
                <a:cubicBezTo>
                  <a:pt x="1058506" y="88304"/>
                  <a:pt x="1063180" y="94988"/>
                  <a:pt x="1066657" y="104334"/>
                </a:cubicBezTo>
                <a:cubicBezTo>
                  <a:pt x="1069049" y="110855"/>
                  <a:pt x="1070244" y="120854"/>
                  <a:pt x="1070244" y="134330"/>
                </a:cubicBezTo>
                <a:lnTo>
                  <a:pt x="1070244" y="198072"/>
                </a:lnTo>
                <a:cubicBezTo>
                  <a:pt x="1070244" y="207527"/>
                  <a:pt x="1071004" y="213940"/>
                  <a:pt x="1072526" y="217308"/>
                </a:cubicBezTo>
                <a:cubicBezTo>
                  <a:pt x="1073722" y="220026"/>
                  <a:pt x="1075624" y="222146"/>
                  <a:pt x="1078233" y="223667"/>
                </a:cubicBezTo>
                <a:cubicBezTo>
                  <a:pt x="1080949" y="225189"/>
                  <a:pt x="1085895" y="225949"/>
                  <a:pt x="1093068" y="225949"/>
                </a:cubicBezTo>
                <a:lnTo>
                  <a:pt x="1093068" y="231818"/>
                </a:lnTo>
                <a:lnTo>
                  <a:pt x="1019218" y="231818"/>
                </a:lnTo>
                <a:lnTo>
                  <a:pt x="1019218" y="225949"/>
                </a:lnTo>
                <a:lnTo>
                  <a:pt x="1022316" y="225949"/>
                </a:lnTo>
                <a:cubicBezTo>
                  <a:pt x="1029271" y="225949"/>
                  <a:pt x="1034107" y="224916"/>
                  <a:pt x="1036825" y="222852"/>
                </a:cubicBezTo>
                <a:cubicBezTo>
                  <a:pt x="1039651" y="220678"/>
                  <a:pt x="1041607" y="217526"/>
                  <a:pt x="1042693" y="213396"/>
                </a:cubicBezTo>
                <a:cubicBezTo>
                  <a:pt x="1043128" y="211766"/>
                  <a:pt x="1043346" y="206658"/>
                  <a:pt x="1043346" y="198072"/>
                </a:cubicBezTo>
                <a:lnTo>
                  <a:pt x="1043346" y="136938"/>
                </a:lnTo>
                <a:cubicBezTo>
                  <a:pt x="1043346" y="123353"/>
                  <a:pt x="1041552" y="113518"/>
                  <a:pt x="1037966" y="107432"/>
                </a:cubicBezTo>
                <a:cubicBezTo>
                  <a:pt x="1034488" y="101236"/>
                  <a:pt x="1028565" y="98139"/>
                  <a:pt x="1020196" y="98139"/>
                </a:cubicBezTo>
                <a:cubicBezTo>
                  <a:pt x="1007263" y="98139"/>
                  <a:pt x="994385" y="105204"/>
                  <a:pt x="981560" y="119333"/>
                </a:cubicBezTo>
                <a:lnTo>
                  <a:pt x="981560" y="198072"/>
                </a:lnTo>
                <a:cubicBezTo>
                  <a:pt x="981560" y="208179"/>
                  <a:pt x="982158" y="214429"/>
                  <a:pt x="983353" y="216820"/>
                </a:cubicBezTo>
                <a:cubicBezTo>
                  <a:pt x="984875" y="219972"/>
                  <a:pt x="986939" y="222308"/>
                  <a:pt x="989547" y="223829"/>
                </a:cubicBezTo>
                <a:cubicBezTo>
                  <a:pt x="992265" y="225243"/>
                  <a:pt x="997699" y="225949"/>
                  <a:pt x="1005850" y="225949"/>
                </a:cubicBezTo>
                <a:lnTo>
                  <a:pt x="1005850" y="231818"/>
                </a:lnTo>
                <a:lnTo>
                  <a:pt x="932001" y="231818"/>
                </a:lnTo>
                <a:lnTo>
                  <a:pt x="932001" y="225949"/>
                </a:lnTo>
                <a:lnTo>
                  <a:pt x="935261" y="225949"/>
                </a:lnTo>
                <a:cubicBezTo>
                  <a:pt x="942869" y="225949"/>
                  <a:pt x="947978" y="224047"/>
                  <a:pt x="950586" y="220243"/>
                </a:cubicBezTo>
                <a:cubicBezTo>
                  <a:pt x="953302" y="216331"/>
                  <a:pt x="954661" y="208940"/>
                  <a:pt x="954661" y="198072"/>
                </a:cubicBezTo>
                <a:lnTo>
                  <a:pt x="954661" y="142645"/>
                </a:lnTo>
                <a:cubicBezTo>
                  <a:pt x="954661" y="124712"/>
                  <a:pt x="954226" y="113789"/>
                  <a:pt x="953357" y="109877"/>
                </a:cubicBezTo>
                <a:cubicBezTo>
                  <a:pt x="952596" y="105964"/>
                  <a:pt x="951346" y="103302"/>
                  <a:pt x="949607" y="101888"/>
                </a:cubicBezTo>
                <a:cubicBezTo>
                  <a:pt x="947978" y="100476"/>
                  <a:pt x="945749" y="99770"/>
                  <a:pt x="942923" y="99770"/>
                </a:cubicBezTo>
                <a:cubicBezTo>
                  <a:pt x="939880" y="99770"/>
                  <a:pt x="936240" y="100584"/>
                  <a:pt x="932001" y="102215"/>
                </a:cubicBezTo>
                <a:lnTo>
                  <a:pt x="929556" y="96346"/>
                </a:lnTo>
                <a:lnTo>
                  <a:pt x="974550" y="78087"/>
                </a:lnTo>
                <a:lnTo>
                  <a:pt x="981560" y="78087"/>
                </a:lnTo>
                <a:lnTo>
                  <a:pt x="981560" y="109714"/>
                </a:lnTo>
                <a:moveTo>
                  <a:pt x="1144909" y="177368"/>
                </a:moveTo>
                <a:cubicBezTo>
                  <a:pt x="1135779" y="172913"/>
                  <a:pt x="1128770" y="166717"/>
                  <a:pt x="1123878" y="158784"/>
                </a:cubicBezTo>
                <a:cubicBezTo>
                  <a:pt x="1118988" y="150742"/>
                  <a:pt x="1116543" y="141884"/>
                  <a:pt x="1116543" y="132211"/>
                </a:cubicBezTo>
                <a:cubicBezTo>
                  <a:pt x="1116543" y="117431"/>
                  <a:pt x="1122085" y="104714"/>
                  <a:pt x="1133171" y="94064"/>
                </a:cubicBezTo>
                <a:cubicBezTo>
                  <a:pt x="1144365" y="83413"/>
                  <a:pt x="1158657" y="78087"/>
                  <a:pt x="1176046" y="78087"/>
                </a:cubicBezTo>
                <a:cubicBezTo>
                  <a:pt x="1190283" y="78087"/>
                  <a:pt x="1202619" y="81565"/>
                  <a:pt x="1213052" y="88521"/>
                </a:cubicBezTo>
                <a:lnTo>
                  <a:pt x="1244679" y="88521"/>
                </a:lnTo>
                <a:cubicBezTo>
                  <a:pt x="1249351" y="88521"/>
                  <a:pt x="1252069" y="88684"/>
                  <a:pt x="1252829" y="89010"/>
                </a:cubicBezTo>
                <a:cubicBezTo>
                  <a:pt x="1253591" y="89227"/>
                  <a:pt x="1254133" y="89662"/>
                  <a:pt x="1254460" y="90314"/>
                </a:cubicBezTo>
                <a:cubicBezTo>
                  <a:pt x="1255112" y="91293"/>
                  <a:pt x="1255438" y="93031"/>
                  <a:pt x="1255438" y="95531"/>
                </a:cubicBezTo>
                <a:cubicBezTo>
                  <a:pt x="1255438" y="98356"/>
                  <a:pt x="1255166" y="100313"/>
                  <a:pt x="1254623" y="101400"/>
                </a:cubicBezTo>
                <a:cubicBezTo>
                  <a:pt x="1254297" y="101943"/>
                  <a:pt x="1253699" y="102378"/>
                  <a:pt x="1252829" y="102704"/>
                </a:cubicBezTo>
                <a:cubicBezTo>
                  <a:pt x="1252069" y="103030"/>
                  <a:pt x="1249351" y="103193"/>
                  <a:pt x="1244679" y="103193"/>
                </a:cubicBezTo>
                <a:lnTo>
                  <a:pt x="1225279" y="103193"/>
                </a:lnTo>
                <a:cubicBezTo>
                  <a:pt x="1231365" y="111018"/>
                  <a:pt x="1234408" y="121017"/>
                  <a:pt x="1234408" y="133189"/>
                </a:cubicBezTo>
                <a:cubicBezTo>
                  <a:pt x="1234408" y="147100"/>
                  <a:pt x="1229082" y="159001"/>
                  <a:pt x="1218431" y="168891"/>
                </a:cubicBezTo>
                <a:cubicBezTo>
                  <a:pt x="1207781" y="178781"/>
                  <a:pt x="1193489" y="183726"/>
                  <a:pt x="1175556" y="183726"/>
                </a:cubicBezTo>
                <a:cubicBezTo>
                  <a:pt x="1168167" y="183726"/>
                  <a:pt x="1160613" y="182639"/>
                  <a:pt x="1152896" y="180466"/>
                </a:cubicBezTo>
                <a:cubicBezTo>
                  <a:pt x="1148114" y="184595"/>
                  <a:pt x="1144855" y="188237"/>
                  <a:pt x="1143116" y="191388"/>
                </a:cubicBezTo>
                <a:cubicBezTo>
                  <a:pt x="1141485" y="194431"/>
                  <a:pt x="1140670" y="197039"/>
                  <a:pt x="1140670" y="199213"/>
                </a:cubicBezTo>
                <a:cubicBezTo>
                  <a:pt x="1140670" y="201061"/>
                  <a:pt x="1141539" y="202854"/>
                  <a:pt x="1143278" y="204593"/>
                </a:cubicBezTo>
                <a:cubicBezTo>
                  <a:pt x="1145126" y="206332"/>
                  <a:pt x="1148658" y="207582"/>
                  <a:pt x="1153875" y="208342"/>
                </a:cubicBezTo>
                <a:cubicBezTo>
                  <a:pt x="1156918" y="208777"/>
                  <a:pt x="1164526" y="209158"/>
                  <a:pt x="1176698" y="209483"/>
                </a:cubicBezTo>
                <a:cubicBezTo>
                  <a:pt x="1199086" y="210027"/>
                  <a:pt x="1213595" y="210788"/>
                  <a:pt x="1220225" y="211766"/>
                </a:cubicBezTo>
                <a:cubicBezTo>
                  <a:pt x="1230332" y="213179"/>
                  <a:pt x="1238375" y="216929"/>
                  <a:pt x="1244352" y="223015"/>
                </a:cubicBezTo>
                <a:cubicBezTo>
                  <a:pt x="1250438" y="229100"/>
                  <a:pt x="1253481" y="236600"/>
                  <a:pt x="1253481" y="245512"/>
                </a:cubicBezTo>
                <a:cubicBezTo>
                  <a:pt x="1253481" y="257793"/>
                  <a:pt x="1247722" y="269313"/>
                  <a:pt x="1236201" y="280073"/>
                </a:cubicBezTo>
                <a:cubicBezTo>
                  <a:pt x="1219247" y="295940"/>
                  <a:pt x="1197131" y="303874"/>
                  <a:pt x="1169851" y="303874"/>
                </a:cubicBezTo>
                <a:cubicBezTo>
                  <a:pt x="1148875" y="303874"/>
                  <a:pt x="1131161" y="299146"/>
                  <a:pt x="1116705" y="289691"/>
                </a:cubicBezTo>
                <a:cubicBezTo>
                  <a:pt x="1108555" y="284257"/>
                  <a:pt x="1104479" y="278606"/>
                  <a:pt x="1104479" y="272737"/>
                </a:cubicBezTo>
                <a:cubicBezTo>
                  <a:pt x="1104479" y="270128"/>
                  <a:pt x="1105077" y="267520"/>
                  <a:pt x="1106272" y="264912"/>
                </a:cubicBezTo>
                <a:cubicBezTo>
                  <a:pt x="1108120" y="260890"/>
                  <a:pt x="1111923" y="255293"/>
                  <a:pt x="1117684" y="248120"/>
                </a:cubicBezTo>
                <a:cubicBezTo>
                  <a:pt x="1118444" y="247142"/>
                  <a:pt x="1123988" y="241273"/>
                  <a:pt x="1134312" y="230514"/>
                </a:cubicBezTo>
                <a:cubicBezTo>
                  <a:pt x="1128660" y="227144"/>
                  <a:pt x="1124640" y="224156"/>
                  <a:pt x="1122249" y="221548"/>
                </a:cubicBezTo>
                <a:cubicBezTo>
                  <a:pt x="1119966" y="218830"/>
                  <a:pt x="1118825" y="215787"/>
                  <a:pt x="1118825" y="212418"/>
                </a:cubicBezTo>
                <a:cubicBezTo>
                  <a:pt x="1118825" y="208614"/>
                  <a:pt x="1120346" y="204158"/>
                  <a:pt x="1123390" y="199051"/>
                </a:cubicBezTo>
                <a:cubicBezTo>
                  <a:pt x="1126541" y="193942"/>
                  <a:pt x="1133714" y="186715"/>
                  <a:pt x="1144909" y="177368"/>
                </a:cubicBezTo>
                <a:moveTo>
                  <a:pt x="1173274" y="85912"/>
                </a:moveTo>
                <a:cubicBezTo>
                  <a:pt x="1165232" y="85912"/>
                  <a:pt x="1158494" y="89119"/>
                  <a:pt x="1153059" y="95531"/>
                </a:cubicBezTo>
                <a:cubicBezTo>
                  <a:pt x="1147625" y="101943"/>
                  <a:pt x="1144909" y="111779"/>
                  <a:pt x="1144909" y="125038"/>
                </a:cubicBezTo>
                <a:cubicBezTo>
                  <a:pt x="1144909" y="142210"/>
                  <a:pt x="1148604" y="155524"/>
                  <a:pt x="1155994" y="164978"/>
                </a:cubicBezTo>
                <a:cubicBezTo>
                  <a:pt x="1161646" y="172152"/>
                  <a:pt x="1168819" y="175738"/>
                  <a:pt x="1177514" y="175738"/>
                </a:cubicBezTo>
                <a:cubicBezTo>
                  <a:pt x="1185774" y="175738"/>
                  <a:pt x="1192565" y="172640"/>
                  <a:pt x="1197891" y="166446"/>
                </a:cubicBezTo>
                <a:cubicBezTo>
                  <a:pt x="1203217" y="160251"/>
                  <a:pt x="1205879" y="150524"/>
                  <a:pt x="1205879" y="137265"/>
                </a:cubicBezTo>
                <a:cubicBezTo>
                  <a:pt x="1205879" y="119985"/>
                  <a:pt x="1202129" y="106453"/>
                  <a:pt x="1194630" y="96672"/>
                </a:cubicBezTo>
                <a:cubicBezTo>
                  <a:pt x="1189088" y="89500"/>
                  <a:pt x="1181969" y="85912"/>
                  <a:pt x="1173274" y="85912"/>
                </a:cubicBezTo>
                <a:moveTo>
                  <a:pt x="1143278" y="231818"/>
                </a:moveTo>
                <a:cubicBezTo>
                  <a:pt x="1138170" y="237360"/>
                  <a:pt x="1134312" y="242523"/>
                  <a:pt x="1131704" y="247305"/>
                </a:cubicBezTo>
                <a:cubicBezTo>
                  <a:pt x="1129095" y="252087"/>
                  <a:pt x="1127791" y="256488"/>
                  <a:pt x="1127791" y="260510"/>
                </a:cubicBezTo>
                <a:cubicBezTo>
                  <a:pt x="1127791" y="265727"/>
                  <a:pt x="1130943" y="270292"/>
                  <a:pt x="1137247" y="274204"/>
                </a:cubicBezTo>
                <a:cubicBezTo>
                  <a:pt x="1148114" y="280942"/>
                  <a:pt x="1163820" y="284311"/>
                  <a:pt x="1184360" y="284311"/>
                </a:cubicBezTo>
                <a:cubicBezTo>
                  <a:pt x="1203923" y="284311"/>
                  <a:pt x="1218323" y="280833"/>
                  <a:pt x="1227561" y="273878"/>
                </a:cubicBezTo>
                <a:cubicBezTo>
                  <a:pt x="1236908" y="267031"/>
                  <a:pt x="1241581" y="259695"/>
                  <a:pt x="1241581" y="251870"/>
                </a:cubicBezTo>
                <a:cubicBezTo>
                  <a:pt x="1241581" y="246218"/>
                  <a:pt x="1238810" y="242197"/>
                  <a:pt x="1233267" y="239806"/>
                </a:cubicBezTo>
                <a:cubicBezTo>
                  <a:pt x="1227616" y="237415"/>
                  <a:pt x="1216421" y="236002"/>
                  <a:pt x="1199684" y="235567"/>
                </a:cubicBezTo>
                <a:cubicBezTo>
                  <a:pt x="1175231" y="234915"/>
                  <a:pt x="1156429" y="233665"/>
                  <a:pt x="1143278" y="231818"/>
                </a:cubicBezTo>
                <a:moveTo>
                  <a:pt x="1350643" y="231818"/>
                </a:moveTo>
                <a:lnTo>
                  <a:pt x="1350643" y="225786"/>
                </a:lnTo>
                <a:lnTo>
                  <a:pt x="1358957" y="225786"/>
                </a:lnTo>
                <a:cubicBezTo>
                  <a:pt x="1368304" y="225786"/>
                  <a:pt x="1374934" y="222798"/>
                  <a:pt x="1378846" y="216820"/>
                </a:cubicBezTo>
                <a:cubicBezTo>
                  <a:pt x="1381237" y="213234"/>
                  <a:pt x="1382432" y="205191"/>
                  <a:pt x="1382432" y="192692"/>
                </a:cubicBezTo>
                <a:lnTo>
                  <a:pt x="1382432" y="49885"/>
                </a:lnTo>
                <a:cubicBezTo>
                  <a:pt x="1382432" y="36082"/>
                  <a:pt x="1380911" y="27442"/>
                  <a:pt x="1377868" y="23964"/>
                </a:cubicBezTo>
                <a:cubicBezTo>
                  <a:pt x="1373629" y="19182"/>
                  <a:pt x="1367326" y="16791"/>
                  <a:pt x="1358957" y="16791"/>
                </a:cubicBezTo>
                <a:lnTo>
                  <a:pt x="1350643" y="16791"/>
                </a:lnTo>
                <a:lnTo>
                  <a:pt x="1350643" y="10759"/>
                </a:lnTo>
                <a:lnTo>
                  <a:pt x="1440632" y="10759"/>
                </a:lnTo>
                <a:cubicBezTo>
                  <a:pt x="1473671" y="10759"/>
                  <a:pt x="1498776" y="14508"/>
                  <a:pt x="1515948" y="22008"/>
                </a:cubicBezTo>
                <a:cubicBezTo>
                  <a:pt x="1533229" y="29507"/>
                  <a:pt x="1547085" y="42005"/>
                  <a:pt x="1557519" y="59503"/>
                </a:cubicBezTo>
                <a:cubicBezTo>
                  <a:pt x="1568062" y="77000"/>
                  <a:pt x="1573332" y="97216"/>
                  <a:pt x="1573332" y="120147"/>
                </a:cubicBezTo>
                <a:cubicBezTo>
                  <a:pt x="1573332" y="150904"/>
                  <a:pt x="1563986" y="176607"/>
                  <a:pt x="1545292" y="197257"/>
                </a:cubicBezTo>
                <a:cubicBezTo>
                  <a:pt x="1524317" y="220298"/>
                  <a:pt x="1492364" y="231818"/>
                  <a:pt x="1449435" y="231818"/>
                </a:cubicBezTo>
                <a:lnTo>
                  <a:pt x="1350643" y="231818"/>
                </a:lnTo>
                <a:moveTo>
                  <a:pt x="1413733" y="215842"/>
                </a:moveTo>
                <a:cubicBezTo>
                  <a:pt x="1427536" y="218885"/>
                  <a:pt x="1439111" y="220407"/>
                  <a:pt x="1448457" y="220407"/>
                </a:cubicBezTo>
                <a:cubicBezTo>
                  <a:pt x="1473671" y="220407"/>
                  <a:pt x="1494592" y="211549"/>
                  <a:pt x="1511221" y="193834"/>
                </a:cubicBezTo>
                <a:cubicBezTo>
                  <a:pt x="1527849" y="176118"/>
                  <a:pt x="1536163" y="152100"/>
                  <a:pt x="1536163" y="121778"/>
                </a:cubicBezTo>
                <a:cubicBezTo>
                  <a:pt x="1536163" y="91238"/>
                  <a:pt x="1527849" y="67165"/>
                  <a:pt x="1511221" y="49558"/>
                </a:cubicBezTo>
                <a:cubicBezTo>
                  <a:pt x="1494592" y="31952"/>
                  <a:pt x="1473236" y="23149"/>
                  <a:pt x="1447153" y="23149"/>
                </a:cubicBezTo>
                <a:cubicBezTo>
                  <a:pt x="1437371" y="23149"/>
                  <a:pt x="1426232" y="24725"/>
                  <a:pt x="1413733" y="27877"/>
                </a:cubicBezTo>
                <a:lnTo>
                  <a:pt x="1413733" y="215842"/>
                </a:lnTo>
                <a:moveTo>
                  <a:pt x="1681253" y="210299"/>
                </a:moveTo>
                <a:cubicBezTo>
                  <a:pt x="1665929" y="222146"/>
                  <a:pt x="1656311" y="228992"/>
                  <a:pt x="1652398" y="230839"/>
                </a:cubicBezTo>
                <a:cubicBezTo>
                  <a:pt x="1646530" y="233557"/>
                  <a:pt x="1640280" y="234915"/>
                  <a:pt x="1633651" y="234915"/>
                </a:cubicBezTo>
                <a:cubicBezTo>
                  <a:pt x="1623325" y="234915"/>
                  <a:pt x="1614794" y="231383"/>
                  <a:pt x="1608056" y="224319"/>
                </a:cubicBezTo>
                <a:cubicBezTo>
                  <a:pt x="1601427" y="217254"/>
                  <a:pt x="1598111" y="207962"/>
                  <a:pt x="1598111" y="196442"/>
                </a:cubicBezTo>
                <a:cubicBezTo>
                  <a:pt x="1598111" y="189160"/>
                  <a:pt x="1599742" y="182857"/>
                  <a:pt x="1603002" y="177532"/>
                </a:cubicBezTo>
                <a:cubicBezTo>
                  <a:pt x="1607458" y="170141"/>
                  <a:pt x="1615175" y="163185"/>
                  <a:pt x="1626151" y="156665"/>
                </a:cubicBezTo>
                <a:cubicBezTo>
                  <a:pt x="1637237" y="150144"/>
                  <a:pt x="1655605" y="142210"/>
                  <a:pt x="1681253" y="132863"/>
                </a:cubicBezTo>
                <a:lnTo>
                  <a:pt x="1681253" y="126995"/>
                </a:lnTo>
                <a:cubicBezTo>
                  <a:pt x="1681253" y="112105"/>
                  <a:pt x="1678862" y="101888"/>
                  <a:pt x="1674080" y="96346"/>
                </a:cubicBezTo>
                <a:cubicBezTo>
                  <a:pt x="1669407" y="90804"/>
                  <a:pt x="1662559" y="88032"/>
                  <a:pt x="1653539" y="88032"/>
                </a:cubicBezTo>
                <a:cubicBezTo>
                  <a:pt x="1646693" y="88032"/>
                  <a:pt x="1641259" y="89879"/>
                  <a:pt x="1637237" y="93574"/>
                </a:cubicBezTo>
                <a:cubicBezTo>
                  <a:pt x="1633107" y="97270"/>
                  <a:pt x="1631042" y="101509"/>
                  <a:pt x="1631042" y="106291"/>
                </a:cubicBezTo>
                <a:lnTo>
                  <a:pt x="1631368" y="115746"/>
                </a:lnTo>
                <a:cubicBezTo>
                  <a:pt x="1631368" y="120745"/>
                  <a:pt x="1630064" y="124604"/>
                  <a:pt x="1627455" y="127320"/>
                </a:cubicBezTo>
                <a:cubicBezTo>
                  <a:pt x="1624956" y="130038"/>
                  <a:pt x="1621641" y="131396"/>
                  <a:pt x="1617512" y="131396"/>
                </a:cubicBezTo>
                <a:cubicBezTo>
                  <a:pt x="1613490" y="131396"/>
                  <a:pt x="1610175" y="129983"/>
                  <a:pt x="1607567" y="127157"/>
                </a:cubicBezTo>
                <a:cubicBezTo>
                  <a:pt x="1605067" y="124331"/>
                  <a:pt x="1603818" y="120474"/>
                  <a:pt x="1603818" y="115582"/>
                </a:cubicBezTo>
                <a:cubicBezTo>
                  <a:pt x="1603818" y="106236"/>
                  <a:pt x="1608600" y="97650"/>
                  <a:pt x="1618164" y="89825"/>
                </a:cubicBezTo>
                <a:cubicBezTo>
                  <a:pt x="1627728" y="82000"/>
                  <a:pt x="1641149" y="78087"/>
                  <a:pt x="1658431" y="78087"/>
                </a:cubicBezTo>
                <a:cubicBezTo>
                  <a:pt x="1671689" y="78087"/>
                  <a:pt x="1682557" y="80315"/>
                  <a:pt x="1691034" y="84772"/>
                </a:cubicBezTo>
                <a:cubicBezTo>
                  <a:pt x="1697447" y="88140"/>
                  <a:pt x="1702174" y="93412"/>
                  <a:pt x="1705217" y="100584"/>
                </a:cubicBezTo>
                <a:cubicBezTo>
                  <a:pt x="1707174" y="105258"/>
                  <a:pt x="1708152" y="114822"/>
                  <a:pt x="1708152" y="129276"/>
                </a:cubicBezTo>
                <a:lnTo>
                  <a:pt x="1708152" y="179977"/>
                </a:lnTo>
                <a:cubicBezTo>
                  <a:pt x="1708152" y="194214"/>
                  <a:pt x="1708424" y="202962"/>
                  <a:pt x="1708968" y="206223"/>
                </a:cubicBezTo>
                <a:cubicBezTo>
                  <a:pt x="1709510" y="209375"/>
                  <a:pt x="1710380" y="211495"/>
                  <a:pt x="1711576" y="212582"/>
                </a:cubicBezTo>
                <a:cubicBezTo>
                  <a:pt x="1712880" y="213668"/>
                  <a:pt x="1714347" y="214211"/>
                  <a:pt x="1715977" y="214211"/>
                </a:cubicBezTo>
                <a:cubicBezTo>
                  <a:pt x="1717716" y="214211"/>
                  <a:pt x="1719238" y="213831"/>
                  <a:pt x="1720542" y="213070"/>
                </a:cubicBezTo>
                <a:cubicBezTo>
                  <a:pt x="1722824" y="211657"/>
                  <a:pt x="1727225" y="207690"/>
                  <a:pt x="1733746" y="201169"/>
                </a:cubicBezTo>
                <a:lnTo>
                  <a:pt x="1733746" y="210299"/>
                </a:lnTo>
                <a:cubicBezTo>
                  <a:pt x="1721574" y="226601"/>
                  <a:pt x="1709945" y="234752"/>
                  <a:pt x="1698860" y="234752"/>
                </a:cubicBezTo>
                <a:cubicBezTo>
                  <a:pt x="1693535" y="234752"/>
                  <a:pt x="1689295" y="232905"/>
                  <a:pt x="1686144" y="229210"/>
                </a:cubicBezTo>
                <a:cubicBezTo>
                  <a:pt x="1682992" y="225514"/>
                  <a:pt x="1681362" y="219211"/>
                  <a:pt x="1681253" y="210299"/>
                </a:cubicBezTo>
                <a:moveTo>
                  <a:pt x="1681253" y="199703"/>
                </a:moveTo>
                <a:lnTo>
                  <a:pt x="1681253" y="142807"/>
                </a:lnTo>
                <a:cubicBezTo>
                  <a:pt x="1664842" y="149328"/>
                  <a:pt x="1654245" y="153947"/>
                  <a:pt x="1649463" y="156665"/>
                </a:cubicBezTo>
                <a:cubicBezTo>
                  <a:pt x="1640878" y="161447"/>
                  <a:pt x="1634738" y="166446"/>
                  <a:pt x="1631042" y="171663"/>
                </a:cubicBezTo>
                <a:cubicBezTo>
                  <a:pt x="1627347" y="176880"/>
                  <a:pt x="1625499" y="182585"/>
                  <a:pt x="1625499" y="188780"/>
                </a:cubicBezTo>
                <a:cubicBezTo>
                  <a:pt x="1625499" y="196605"/>
                  <a:pt x="1627836" y="203126"/>
                  <a:pt x="1632509" y="208342"/>
                </a:cubicBezTo>
                <a:cubicBezTo>
                  <a:pt x="1637183" y="213451"/>
                  <a:pt x="1642563" y="216004"/>
                  <a:pt x="1648649" y="216004"/>
                </a:cubicBezTo>
                <a:cubicBezTo>
                  <a:pt x="1656908" y="216004"/>
                  <a:pt x="1667776" y="210570"/>
                  <a:pt x="1681253" y="199703"/>
                </a:cubicBezTo>
                <a:moveTo>
                  <a:pt x="1788359" y="33419"/>
                </a:moveTo>
                <a:lnTo>
                  <a:pt x="1788359" y="82489"/>
                </a:lnTo>
                <a:lnTo>
                  <a:pt x="1823246" y="82489"/>
                </a:lnTo>
                <a:lnTo>
                  <a:pt x="1823246" y="93901"/>
                </a:lnTo>
                <a:lnTo>
                  <a:pt x="1788359" y="93901"/>
                </a:lnTo>
                <a:lnTo>
                  <a:pt x="1788359" y="190736"/>
                </a:lnTo>
                <a:cubicBezTo>
                  <a:pt x="1788359" y="200409"/>
                  <a:pt x="1789717" y="206930"/>
                  <a:pt x="1792435" y="210299"/>
                </a:cubicBezTo>
                <a:cubicBezTo>
                  <a:pt x="1795261" y="213668"/>
                  <a:pt x="1798847" y="215352"/>
                  <a:pt x="1803194" y="215352"/>
                </a:cubicBezTo>
                <a:cubicBezTo>
                  <a:pt x="1806781" y="215352"/>
                  <a:pt x="1810258" y="214265"/>
                  <a:pt x="1813628" y="212092"/>
                </a:cubicBezTo>
                <a:cubicBezTo>
                  <a:pt x="1816997" y="209810"/>
                  <a:pt x="1819606" y="206495"/>
                  <a:pt x="1821453" y="202148"/>
                </a:cubicBezTo>
                <a:lnTo>
                  <a:pt x="1827810" y="202148"/>
                </a:lnTo>
                <a:cubicBezTo>
                  <a:pt x="1824007" y="212799"/>
                  <a:pt x="1818627" y="220841"/>
                  <a:pt x="1811671" y="226276"/>
                </a:cubicBezTo>
                <a:cubicBezTo>
                  <a:pt x="1804716" y="231601"/>
                  <a:pt x="1797543" y="234263"/>
                  <a:pt x="1790152" y="234263"/>
                </a:cubicBezTo>
                <a:cubicBezTo>
                  <a:pt x="1785153" y="234263"/>
                  <a:pt x="1780262" y="232905"/>
                  <a:pt x="1775480" y="230187"/>
                </a:cubicBezTo>
                <a:cubicBezTo>
                  <a:pt x="1770698" y="227362"/>
                  <a:pt x="1767166" y="223395"/>
                  <a:pt x="1764884" y="218287"/>
                </a:cubicBezTo>
                <a:cubicBezTo>
                  <a:pt x="1762602" y="213070"/>
                  <a:pt x="1761460" y="205082"/>
                  <a:pt x="1761460" y="194323"/>
                </a:cubicBezTo>
                <a:lnTo>
                  <a:pt x="1761460" y="93901"/>
                </a:lnTo>
                <a:lnTo>
                  <a:pt x="1737822" y="93901"/>
                </a:lnTo>
                <a:lnTo>
                  <a:pt x="1737822" y="88521"/>
                </a:lnTo>
                <a:cubicBezTo>
                  <a:pt x="1743800" y="86130"/>
                  <a:pt x="1749885" y="82109"/>
                  <a:pt x="1756081" y="76458"/>
                </a:cubicBezTo>
                <a:cubicBezTo>
                  <a:pt x="1762384" y="70697"/>
                  <a:pt x="1767981" y="63904"/>
                  <a:pt x="1772872" y="56079"/>
                </a:cubicBezTo>
                <a:cubicBezTo>
                  <a:pt x="1775371" y="51949"/>
                  <a:pt x="1778849" y="44396"/>
                  <a:pt x="1783306" y="33419"/>
                </a:cubicBezTo>
                <a:lnTo>
                  <a:pt x="1788359" y="33419"/>
                </a:lnTo>
                <a:moveTo>
                  <a:pt x="1922527" y="210299"/>
                </a:moveTo>
                <a:cubicBezTo>
                  <a:pt x="1907203" y="222146"/>
                  <a:pt x="1897585" y="228992"/>
                  <a:pt x="1893672" y="230839"/>
                </a:cubicBezTo>
                <a:cubicBezTo>
                  <a:pt x="1887803" y="233557"/>
                  <a:pt x="1881554" y="234915"/>
                  <a:pt x="1874925" y="234915"/>
                </a:cubicBezTo>
                <a:cubicBezTo>
                  <a:pt x="1864599" y="234915"/>
                  <a:pt x="1856068" y="231383"/>
                  <a:pt x="1849330" y="224319"/>
                </a:cubicBezTo>
                <a:cubicBezTo>
                  <a:pt x="1842700" y="217254"/>
                  <a:pt x="1839385" y="207962"/>
                  <a:pt x="1839385" y="196442"/>
                </a:cubicBezTo>
                <a:cubicBezTo>
                  <a:pt x="1839385" y="189160"/>
                  <a:pt x="1841016" y="182857"/>
                  <a:pt x="1844276" y="177532"/>
                </a:cubicBezTo>
                <a:cubicBezTo>
                  <a:pt x="1848732" y="170141"/>
                  <a:pt x="1856449" y="163185"/>
                  <a:pt x="1867425" y="156665"/>
                </a:cubicBezTo>
                <a:cubicBezTo>
                  <a:pt x="1878511" y="150144"/>
                  <a:pt x="1896878" y="142210"/>
                  <a:pt x="1922527" y="132863"/>
                </a:cubicBezTo>
                <a:lnTo>
                  <a:pt x="1922527" y="126995"/>
                </a:lnTo>
                <a:cubicBezTo>
                  <a:pt x="1922527" y="112105"/>
                  <a:pt x="1920136" y="101888"/>
                  <a:pt x="1915354" y="96346"/>
                </a:cubicBezTo>
                <a:cubicBezTo>
                  <a:pt x="1910681" y="90804"/>
                  <a:pt x="1903833" y="88032"/>
                  <a:pt x="1894813" y="88032"/>
                </a:cubicBezTo>
                <a:cubicBezTo>
                  <a:pt x="1887966" y="88032"/>
                  <a:pt x="1882531" y="89879"/>
                  <a:pt x="1878511" y="93574"/>
                </a:cubicBezTo>
                <a:cubicBezTo>
                  <a:pt x="1874381" y="97270"/>
                  <a:pt x="1872316" y="101509"/>
                  <a:pt x="1872316" y="106291"/>
                </a:cubicBezTo>
                <a:lnTo>
                  <a:pt x="1872642" y="115746"/>
                </a:lnTo>
                <a:cubicBezTo>
                  <a:pt x="1872642" y="120745"/>
                  <a:pt x="1871338" y="124604"/>
                  <a:pt x="1868729" y="127320"/>
                </a:cubicBezTo>
                <a:cubicBezTo>
                  <a:pt x="1866230" y="130038"/>
                  <a:pt x="1862914" y="131396"/>
                  <a:pt x="1858785" y="131396"/>
                </a:cubicBezTo>
                <a:cubicBezTo>
                  <a:pt x="1854764" y="131396"/>
                  <a:pt x="1851449" y="129983"/>
                  <a:pt x="1848841" y="127157"/>
                </a:cubicBezTo>
                <a:cubicBezTo>
                  <a:pt x="1846341" y="124331"/>
                  <a:pt x="1845090" y="120474"/>
                  <a:pt x="1845090" y="115582"/>
                </a:cubicBezTo>
                <a:cubicBezTo>
                  <a:pt x="1845090" y="106236"/>
                  <a:pt x="1849873" y="97650"/>
                  <a:pt x="1859437" y="89825"/>
                </a:cubicBezTo>
                <a:cubicBezTo>
                  <a:pt x="1869001" y="82000"/>
                  <a:pt x="1882423" y="78087"/>
                  <a:pt x="1899703" y="78087"/>
                </a:cubicBezTo>
                <a:cubicBezTo>
                  <a:pt x="1912963" y="78087"/>
                  <a:pt x="1923831" y="80315"/>
                  <a:pt x="1932308" y="84772"/>
                </a:cubicBezTo>
                <a:cubicBezTo>
                  <a:pt x="1938720" y="88140"/>
                  <a:pt x="1943448" y="93412"/>
                  <a:pt x="1946491" y="100584"/>
                </a:cubicBezTo>
                <a:cubicBezTo>
                  <a:pt x="1948447" y="105258"/>
                  <a:pt x="1949426" y="114822"/>
                  <a:pt x="1949426" y="129276"/>
                </a:cubicBezTo>
                <a:lnTo>
                  <a:pt x="1949426" y="179977"/>
                </a:lnTo>
                <a:cubicBezTo>
                  <a:pt x="1949426" y="194214"/>
                  <a:pt x="1949697" y="202962"/>
                  <a:pt x="1950240" y="206223"/>
                </a:cubicBezTo>
                <a:cubicBezTo>
                  <a:pt x="1950784" y="209375"/>
                  <a:pt x="1951654" y="211495"/>
                  <a:pt x="1952849" y="212582"/>
                </a:cubicBezTo>
                <a:cubicBezTo>
                  <a:pt x="1954153" y="213668"/>
                  <a:pt x="1955620" y="214211"/>
                  <a:pt x="1957251" y="214211"/>
                </a:cubicBezTo>
                <a:cubicBezTo>
                  <a:pt x="1958990" y="214211"/>
                  <a:pt x="1960511" y="213831"/>
                  <a:pt x="1961815" y="213070"/>
                </a:cubicBezTo>
                <a:cubicBezTo>
                  <a:pt x="1964098" y="211657"/>
                  <a:pt x="1968499" y="207690"/>
                  <a:pt x="1975020" y="201169"/>
                </a:cubicBezTo>
                <a:lnTo>
                  <a:pt x="1975020" y="210299"/>
                </a:lnTo>
                <a:cubicBezTo>
                  <a:pt x="1962848" y="226601"/>
                  <a:pt x="1951219" y="234752"/>
                  <a:pt x="1940133" y="234752"/>
                </a:cubicBezTo>
                <a:cubicBezTo>
                  <a:pt x="1934807" y="234752"/>
                  <a:pt x="1930569" y="232905"/>
                  <a:pt x="1927417" y="229210"/>
                </a:cubicBezTo>
                <a:cubicBezTo>
                  <a:pt x="1924266" y="225514"/>
                  <a:pt x="1922636" y="219211"/>
                  <a:pt x="1922527" y="210299"/>
                </a:cubicBezTo>
                <a:moveTo>
                  <a:pt x="1922527" y="199703"/>
                </a:moveTo>
                <a:lnTo>
                  <a:pt x="1922527" y="142807"/>
                </a:lnTo>
                <a:cubicBezTo>
                  <a:pt x="1906116" y="149328"/>
                  <a:pt x="1895519" y="153947"/>
                  <a:pt x="1890737" y="156665"/>
                </a:cubicBezTo>
                <a:cubicBezTo>
                  <a:pt x="1882152" y="161447"/>
                  <a:pt x="1876010" y="166446"/>
                  <a:pt x="1872316" y="171663"/>
                </a:cubicBezTo>
                <a:cubicBezTo>
                  <a:pt x="1868620" y="176880"/>
                  <a:pt x="1866773" y="182585"/>
                  <a:pt x="1866773" y="188780"/>
                </a:cubicBezTo>
                <a:cubicBezTo>
                  <a:pt x="1866773" y="196605"/>
                  <a:pt x="1869110" y="203126"/>
                  <a:pt x="1873783" y="208342"/>
                </a:cubicBezTo>
                <a:cubicBezTo>
                  <a:pt x="1878457" y="213451"/>
                  <a:pt x="1883836" y="216004"/>
                  <a:pt x="1889922" y="216004"/>
                </a:cubicBezTo>
                <a:cubicBezTo>
                  <a:pt x="1898182" y="216004"/>
                  <a:pt x="1909050" y="210570"/>
                  <a:pt x="1922527" y="199703"/>
                </a:cubicBezTo>
                <a:moveTo>
                  <a:pt x="1983334" y="6846"/>
                </a:moveTo>
                <a:lnTo>
                  <a:pt x="1983334" y="0"/>
                </a:lnTo>
                <a:cubicBezTo>
                  <a:pt x="1999854" y="8151"/>
                  <a:pt x="2013602" y="17769"/>
                  <a:pt x="2024579" y="28855"/>
                </a:cubicBezTo>
                <a:cubicBezTo>
                  <a:pt x="2040121" y="44722"/>
                  <a:pt x="2052130" y="63362"/>
                  <a:pt x="2060607" y="84772"/>
                </a:cubicBezTo>
                <a:cubicBezTo>
                  <a:pt x="2069084" y="106073"/>
                  <a:pt x="2073322" y="128299"/>
                  <a:pt x="2073322" y="151448"/>
                </a:cubicBezTo>
                <a:cubicBezTo>
                  <a:pt x="2073322" y="185139"/>
                  <a:pt x="2065008" y="215842"/>
                  <a:pt x="2048380" y="243556"/>
                </a:cubicBezTo>
                <a:cubicBezTo>
                  <a:pt x="2031861" y="271378"/>
                  <a:pt x="2010178" y="291267"/>
                  <a:pt x="1983334" y="303222"/>
                </a:cubicBezTo>
                <a:lnTo>
                  <a:pt x="1983334" y="297190"/>
                </a:lnTo>
                <a:cubicBezTo>
                  <a:pt x="1996703" y="289691"/>
                  <a:pt x="2007679" y="279529"/>
                  <a:pt x="2016264" y="266705"/>
                </a:cubicBezTo>
                <a:cubicBezTo>
                  <a:pt x="2024959" y="253989"/>
                  <a:pt x="2031372" y="237795"/>
                  <a:pt x="2035502" y="218124"/>
                </a:cubicBezTo>
                <a:cubicBezTo>
                  <a:pt x="2039740" y="198344"/>
                  <a:pt x="2041859" y="177749"/>
                  <a:pt x="2041859" y="156338"/>
                </a:cubicBezTo>
                <a:cubicBezTo>
                  <a:pt x="2041859" y="133189"/>
                  <a:pt x="2040066" y="112050"/>
                  <a:pt x="2036479" y="92922"/>
                </a:cubicBezTo>
                <a:cubicBezTo>
                  <a:pt x="2033763" y="77924"/>
                  <a:pt x="2030339" y="65915"/>
                  <a:pt x="2026209" y="56895"/>
                </a:cubicBezTo>
                <a:cubicBezTo>
                  <a:pt x="2022188" y="47873"/>
                  <a:pt x="2016808" y="39180"/>
                  <a:pt x="2010070" y="30811"/>
                </a:cubicBezTo>
                <a:cubicBezTo>
                  <a:pt x="2003332" y="22443"/>
                  <a:pt x="1994420" y="14454"/>
                  <a:pt x="1983334" y="684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11">
            <a:extLst xmlns:a="http://schemas.openxmlformats.org/drawingml/2006/main">
              <a:ext uri="{FF2B5EF4-FFF2-40B4-BE49-F238E27FC236}">
                <a16:creationId xmlns:a16="http://schemas.microsoft.com/office/drawing/2014/main" id="{EC0A5842-82F7-462B-9C63-2CD95EBDE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5003" y="2459757"/>
            <a:ext cx="293072" cy="293072"/>
          </a:xfrm>
          <a:custGeom xmlns:a="http://schemas.openxmlformats.org/drawingml/2006/main">
            <a:pathLst>
              <a:path w="219652" h="219652">
                <a:moveTo>
                  <a:pt x="210866" y="219652"/>
                </a:moveTo>
                <a:lnTo>
                  <a:pt x="202079" y="219652"/>
                </a:lnTo>
                <a:lnTo>
                  <a:pt x="202079" y="35145"/>
                </a:lnTo>
                <a:lnTo>
                  <a:pt x="210866" y="35145"/>
                </a:lnTo>
                <a:lnTo>
                  <a:pt x="219652" y="35145"/>
                </a:lnTo>
                <a:lnTo>
                  <a:pt x="219651" y="219652"/>
                </a:lnTo>
                <a:lnTo>
                  <a:pt x="210866" y="219652"/>
                </a:lnTo>
                <a:moveTo>
                  <a:pt x="184507" y="8786"/>
                </a:moveTo>
                <a:lnTo>
                  <a:pt x="184507" y="17572"/>
                </a:lnTo>
                <a:lnTo>
                  <a:pt x="0" y="17572"/>
                </a:lnTo>
                <a:lnTo>
                  <a:pt x="0" y="8786"/>
                </a:lnTo>
                <a:lnTo>
                  <a:pt x="0" y="0"/>
                </a:lnTo>
                <a:lnTo>
                  <a:pt x="184507" y="0"/>
                </a:lnTo>
                <a:lnTo>
                  <a:pt x="184507" y="8786"/>
                </a:lnTo>
                <a:moveTo>
                  <a:pt x="210866" y="35145"/>
                </a:moveTo>
                <a:lnTo>
                  <a:pt x="202079" y="35145"/>
                </a:lnTo>
                <a:cubicBezTo>
                  <a:pt x="202079" y="25439"/>
                  <a:pt x="194212" y="17572"/>
                  <a:pt x="184507" y="17572"/>
                </a:cubicBezTo>
                <a:lnTo>
                  <a:pt x="184507" y="8786"/>
                </a:lnTo>
                <a:lnTo>
                  <a:pt x="184507" y="0"/>
                </a:lnTo>
                <a:cubicBezTo>
                  <a:pt x="203917" y="0"/>
                  <a:pt x="219652" y="15735"/>
                  <a:pt x="219652" y="35145"/>
                </a:cubicBezTo>
                <a:lnTo>
                  <a:pt x="210866" y="3514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12">
            <a:extLst xmlns:a="http://schemas.openxmlformats.org/drawingml/2006/main">
              <a:ext uri="{FF2B5EF4-FFF2-40B4-BE49-F238E27FC236}">
                <a16:creationId xmlns:a16="http://schemas.microsoft.com/office/drawing/2014/main" id="{93EEB000-49D1-444A-A30F-4639D3FAF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7842" y="2459757"/>
            <a:ext cx="293072" cy="293072"/>
          </a:xfrm>
          <a:custGeom xmlns:a="http://schemas.openxmlformats.org/drawingml/2006/main">
            <a:pathLst>
              <a:path w="219652" h="219652">
                <a:moveTo>
                  <a:pt x="210866" y="219652"/>
                </a:moveTo>
                <a:lnTo>
                  <a:pt x="202079" y="219652"/>
                </a:lnTo>
                <a:lnTo>
                  <a:pt x="202079" y="35145"/>
                </a:lnTo>
                <a:lnTo>
                  <a:pt x="210866" y="35145"/>
                </a:lnTo>
                <a:lnTo>
                  <a:pt x="219652" y="35145"/>
                </a:lnTo>
                <a:lnTo>
                  <a:pt x="219651" y="219652"/>
                </a:lnTo>
                <a:lnTo>
                  <a:pt x="210866" y="219652"/>
                </a:lnTo>
                <a:moveTo>
                  <a:pt x="184507" y="8786"/>
                </a:moveTo>
                <a:lnTo>
                  <a:pt x="184507" y="17572"/>
                </a:lnTo>
                <a:lnTo>
                  <a:pt x="0" y="17572"/>
                </a:lnTo>
                <a:lnTo>
                  <a:pt x="0" y="8786"/>
                </a:lnTo>
                <a:lnTo>
                  <a:pt x="0" y="0"/>
                </a:lnTo>
                <a:lnTo>
                  <a:pt x="184507" y="0"/>
                </a:lnTo>
                <a:lnTo>
                  <a:pt x="184507" y="8786"/>
                </a:lnTo>
                <a:moveTo>
                  <a:pt x="210866" y="35145"/>
                </a:moveTo>
                <a:lnTo>
                  <a:pt x="202079" y="35145"/>
                </a:lnTo>
                <a:cubicBezTo>
                  <a:pt x="202079" y="25439"/>
                  <a:pt x="194212" y="17572"/>
                  <a:pt x="184507" y="17572"/>
                </a:cubicBezTo>
                <a:lnTo>
                  <a:pt x="184507" y="8786"/>
                </a:lnTo>
                <a:lnTo>
                  <a:pt x="184507" y="0"/>
                </a:lnTo>
                <a:cubicBezTo>
                  <a:pt x="203917" y="0"/>
                  <a:pt x="219652" y="15735"/>
                  <a:pt x="219652" y="35145"/>
                </a:cubicBezTo>
                <a:lnTo>
                  <a:pt x="210866" y="3514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13">
            <a:extLst xmlns:a="http://schemas.openxmlformats.org/drawingml/2006/main">
              <a:ext uri="{FF2B5EF4-FFF2-40B4-BE49-F238E27FC236}">
                <a16:creationId xmlns:a16="http://schemas.microsoft.com/office/drawing/2014/main" id="{4BA65068-B57A-4FEC-9372-555479E14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05148" y="2459757"/>
            <a:ext cx="293072" cy="293072"/>
          </a:xfrm>
          <a:custGeom xmlns:a="http://schemas.openxmlformats.org/drawingml/2006/main">
            <a:pathLst>
              <a:path w="219652" h="219652">
                <a:moveTo>
                  <a:pt x="8787" y="219652"/>
                </a:moveTo>
                <a:lnTo>
                  <a:pt x="17573" y="219652"/>
                </a:lnTo>
                <a:lnTo>
                  <a:pt x="17572" y="35145"/>
                </a:lnTo>
                <a:lnTo>
                  <a:pt x="8786" y="35145"/>
                </a:lnTo>
                <a:lnTo>
                  <a:pt x="0" y="35145"/>
                </a:lnTo>
                <a:lnTo>
                  <a:pt x="1" y="219652"/>
                </a:lnTo>
                <a:lnTo>
                  <a:pt x="8787" y="219652"/>
                </a:lnTo>
                <a:moveTo>
                  <a:pt x="35145" y="8786"/>
                </a:moveTo>
                <a:lnTo>
                  <a:pt x="35145" y="17572"/>
                </a:lnTo>
                <a:lnTo>
                  <a:pt x="219652" y="17572"/>
                </a:lnTo>
                <a:lnTo>
                  <a:pt x="219652" y="8786"/>
                </a:lnTo>
                <a:lnTo>
                  <a:pt x="219652" y="0"/>
                </a:lnTo>
                <a:lnTo>
                  <a:pt x="35145" y="0"/>
                </a:lnTo>
                <a:lnTo>
                  <a:pt x="35145" y="8786"/>
                </a:lnTo>
                <a:moveTo>
                  <a:pt x="8786" y="35145"/>
                </a:moveTo>
                <a:lnTo>
                  <a:pt x="17572" y="35145"/>
                </a:lnTo>
                <a:cubicBezTo>
                  <a:pt x="17572" y="25439"/>
                  <a:pt x="25440" y="17572"/>
                  <a:pt x="35145" y="17572"/>
                </a:cubicBezTo>
                <a:lnTo>
                  <a:pt x="35145" y="8786"/>
                </a:lnTo>
                <a:lnTo>
                  <a:pt x="35145" y="0"/>
                </a:lnTo>
                <a:cubicBezTo>
                  <a:pt x="15735" y="0"/>
                  <a:pt x="0" y="15735"/>
                  <a:pt x="0" y="35145"/>
                </a:cubicBezTo>
                <a:lnTo>
                  <a:pt x="8786" y="3514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14">
            <a:extLst xmlns:a="http://schemas.openxmlformats.org/drawingml/2006/main">
              <a:ext uri="{FF2B5EF4-FFF2-40B4-BE49-F238E27FC236}">
                <a16:creationId xmlns:a16="http://schemas.microsoft.com/office/drawing/2014/main" id="{2CD5C578-8646-4661-98CE-DF5B7F6CB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6636" y="2459757"/>
            <a:ext cx="293072" cy="293072"/>
          </a:xfrm>
          <a:custGeom xmlns:a="http://schemas.openxmlformats.org/drawingml/2006/main">
            <a:pathLst>
              <a:path w="219652" h="219652">
                <a:moveTo>
                  <a:pt x="8786" y="219652"/>
                </a:moveTo>
                <a:lnTo>
                  <a:pt x="17572" y="219652"/>
                </a:lnTo>
                <a:lnTo>
                  <a:pt x="17572" y="35145"/>
                </a:lnTo>
                <a:lnTo>
                  <a:pt x="8786" y="35145"/>
                </a:lnTo>
                <a:lnTo>
                  <a:pt x="0" y="35145"/>
                </a:lnTo>
                <a:lnTo>
                  <a:pt x="1" y="219652"/>
                </a:lnTo>
                <a:lnTo>
                  <a:pt x="8786" y="219652"/>
                </a:lnTo>
                <a:moveTo>
                  <a:pt x="35145" y="8786"/>
                </a:moveTo>
                <a:lnTo>
                  <a:pt x="35145" y="17572"/>
                </a:lnTo>
                <a:lnTo>
                  <a:pt x="219652" y="17572"/>
                </a:lnTo>
                <a:lnTo>
                  <a:pt x="219652" y="8786"/>
                </a:lnTo>
                <a:lnTo>
                  <a:pt x="219652" y="0"/>
                </a:lnTo>
                <a:lnTo>
                  <a:pt x="35145" y="0"/>
                </a:lnTo>
                <a:lnTo>
                  <a:pt x="35145" y="8786"/>
                </a:lnTo>
                <a:moveTo>
                  <a:pt x="8786" y="35145"/>
                </a:moveTo>
                <a:lnTo>
                  <a:pt x="17572" y="35145"/>
                </a:lnTo>
                <a:cubicBezTo>
                  <a:pt x="17572" y="25439"/>
                  <a:pt x="25440" y="17572"/>
                  <a:pt x="35145" y="17572"/>
                </a:cubicBezTo>
                <a:lnTo>
                  <a:pt x="35145" y="8786"/>
                </a:lnTo>
                <a:lnTo>
                  <a:pt x="35145" y="0"/>
                </a:lnTo>
                <a:cubicBezTo>
                  <a:pt x="15735" y="0"/>
                  <a:pt x="0" y="15735"/>
                  <a:pt x="0" y="35145"/>
                </a:cubicBezTo>
                <a:lnTo>
                  <a:pt x="8786" y="3514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path-15">
            <a:extLst xmlns:a="http://schemas.openxmlformats.org/drawingml/2006/main">
              <a:ext uri="{FF2B5EF4-FFF2-40B4-BE49-F238E27FC236}">
                <a16:creationId xmlns:a16="http://schemas.microsoft.com/office/drawing/2014/main" id="{897B0E36-2C92-4205-ACDD-62A048F87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0653" y="2295682"/>
            <a:ext cx="955942" cy="299414"/>
          </a:xfrm>
          <a:custGeom xmlns:a="http://schemas.openxmlformats.org/drawingml/2006/main">
            <a:pathLst>
              <a:path w="716459" h="224405">
                <a:moveTo>
                  <a:pt x="222552" y="5405"/>
                </a:moveTo>
                <a:lnTo>
                  <a:pt x="206953" y="73205"/>
                </a:lnTo>
                <a:lnTo>
                  <a:pt x="201393" y="73205"/>
                </a:lnTo>
                <a:lnTo>
                  <a:pt x="200775" y="56217"/>
                </a:lnTo>
                <a:cubicBezTo>
                  <a:pt x="200260" y="50039"/>
                  <a:pt x="199076" y="44531"/>
                  <a:pt x="197223" y="39692"/>
                </a:cubicBezTo>
                <a:cubicBezTo>
                  <a:pt x="195370" y="34852"/>
                  <a:pt x="192590" y="30683"/>
                  <a:pt x="188883" y="27182"/>
                </a:cubicBezTo>
                <a:cubicBezTo>
                  <a:pt x="185176" y="23578"/>
                  <a:pt x="180492" y="20798"/>
                  <a:pt x="174829" y="18842"/>
                </a:cubicBezTo>
                <a:cubicBezTo>
                  <a:pt x="169166" y="16783"/>
                  <a:pt x="162885" y="15753"/>
                  <a:pt x="155987" y="15753"/>
                </a:cubicBezTo>
                <a:cubicBezTo>
                  <a:pt x="137557" y="15753"/>
                  <a:pt x="121443" y="20798"/>
                  <a:pt x="107646" y="30889"/>
                </a:cubicBezTo>
                <a:cubicBezTo>
                  <a:pt x="90040" y="43759"/>
                  <a:pt x="76243" y="61932"/>
                  <a:pt x="66256" y="85407"/>
                </a:cubicBezTo>
                <a:cubicBezTo>
                  <a:pt x="58019" y="104763"/>
                  <a:pt x="53900" y="124378"/>
                  <a:pt x="53900" y="144250"/>
                </a:cubicBezTo>
                <a:cubicBezTo>
                  <a:pt x="53900" y="164532"/>
                  <a:pt x="59821" y="180749"/>
                  <a:pt x="71662" y="192899"/>
                </a:cubicBezTo>
                <a:cubicBezTo>
                  <a:pt x="83502" y="204946"/>
                  <a:pt x="98895" y="210968"/>
                  <a:pt x="117840" y="210968"/>
                </a:cubicBezTo>
                <a:cubicBezTo>
                  <a:pt x="132151" y="210968"/>
                  <a:pt x="144867" y="207777"/>
                  <a:pt x="155987" y="201393"/>
                </a:cubicBezTo>
                <a:cubicBezTo>
                  <a:pt x="167210" y="195009"/>
                  <a:pt x="177609" y="185177"/>
                  <a:pt x="187184" y="171895"/>
                </a:cubicBezTo>
                <a:lnTo>
                  <a:pt x="194443" y="171895"/>
                </a:lnTo>
                <a:cubicBezTo>
                  <a:pt x="183117" y="189913"/>
                  <a:pt x="170556" y="203195"/>
                  <a:pt x="156759" y="211740"/>
                </a:cubicBezTo>
                <a:cubicBezTo>
                  <a:pt x="142962" y="220183"/>
                  <a:pt x="126437" y="224405"/>
                  <a:pt x="107183" y="224405"/>
                </a:cubicBezTo>
                <a:cubicBezTo>
                  <a:pt x="90091" y="224405"/>
                  <a:pt x="74956" y="220853"/>
                  <a:pt x="61777" y="213748"/>
                </a:cubicBezTo>
                <a:cubicBezTo>
                  <a:pt x="48598" y="206541"/>
                  <a:pt x="38559" y="196451"/>
                  <a:pt x="31661" y="183477"/>
                </a:cubicBezTo>
                <a:cubicBezTo>
                  <a:pt x="24762" y="170504"/>
                  <a:pt x="21313" y="156553"/>
                  <a:pt x="21313" y="141624"/>
                </a:cubicBezTo>
                <a:cubicBezTo>
                  <a:pt x="21313" y="118766"/>
                  <a:pt x="27439" y="96527"/>
                  <a:pt x="39692" y="74905"/>
                </a:cubicBezTo>
                <a:cubicBezTo>
                  <a:pt x="51944" y="53283"/>
                  <a:pt x="68727" y="36294"/>
                  <a:pt x="90040" y="23938"/>
                </a:cubicBezTo>
                <a:cubicBezTo>
                  <a:pt x="111456" y="11583"/>
                  <a:pt x="133026" y="5405"/>
                  <a:pt x="154751" y="5405"/>
                </a:cubicBezTo>
                <a:cubicBezTo>
                  <a:pt x="164945" y="5405"/>
                  <a:pt x="176374" y="7825"/>
                  <a:pt x="189037" y="12664"/>
                </a:cubicBezTo>
                <a:cubicBezTo>
                  <a:pt x="194597" y="14724"/>
                  <a:pt x="198613" y="15753"/>
                  <a:pt x="201084" y="15753"/>
                </a:cubicBezTo>
                <a:cubicBezTo>
                  <a:pt x="203555" y="15753"/>
                  <a:pt x="205717" y="15238"/>
                  <a:pt x="207571" y="14209"/>
                </a:cubicBezTo>
                <a:cubicBezTo>
                  <a:pt x="209424" y="13179"/>
                  <a:pt x="212513" y="10244"/>
                  <a:pt x="216837" y="5405"/>
                </a:cubicBezTo>
                <a:lnTo>
                  <a:pt x="222552" y="5405"/>
                </a:lnTo>
                <a:moveTo>
                  <a:pt x="305024" y="0"/>
                </a:moveTo>
                <a:lnTo>
                  <a:pt x="252205" y="183786"/>
                </a:lnTo>
                <a:cubicBezTo>
                  <a:pt x="249630" y="192950"/>
                  <a:pt x="248343" y="198562"/>
                  <a:pt x="248343" y="200621"/>
                </a:cubicBezTo>
                <a:cubicBezTo>
                  <a:pt x="248343" y="202166"/>
                  <a:pt x="248807" y="203452"/>
                  <a:pt x="249733" y="204482"/>
                </a:cubicBezTo>
                <a:cubicBezTo>
                  <a:pt x="250763" y="205511"/>
                  <a:pt x="251999" y="206026"/>
                  <a:pt x="253440" y="206026"/>
                </a:cubicBezTo>
                <a:cubicBezTo>
                  <a:pt x="255396" y="206026"/>
                  <a:pt x="257507" y="205152"/>
                  <a:pt x="259772" y="203401"/>
                </a:cubicBezTo>
                <a:cubicBezTo>
                  <a:pt x="265126" y="199180"/>
                  <a:pt x="270738" y="192641"/>
                  <a:pt x="276607" y="183786"/>
                </a:cubicBezTo>
                <a:lnTo>
                  <a:pt x="281240" y="188575"/>
                </a:lnTo>
                <a:cubicBezTo>
                  <a:pt x="271459" y="202372"/>
                  <a:pt x="262449" y="211998"/>
                  <a:pt x="254212" y="217455"/>
                </a:cubicBezTo>
                <a:cubicBezTo>
                  <a:pt x="248137" y="221368"/>
                  <a:pt x="242372" y="223324"/>
                  <a:pt x="236915" y="223324"/>
                </a:cubicBezTo>
                <a:cubicBezTo>
                  <a:pt x="233003" y="223324"/>
                  <a:pt x="229708" y="221985"/>
                  <a:pt x="227031" y="219308"/>
                </a:cubicBezTo>
                <a:cubicBezTo>
                  <a:pt x="224457" y="216631"/>
                  <a:pt x="223170" y="213543"/>
                  <a:pt x="223170" y="210042"/>
                </a:cubicBezTo>
                <a:cubicBezTo>
                  <a:pt x="223170" y="206335"/>
                  <a:pt x="224817" y="198716"/>
                  <a:pt x="228112" y="187184"/>
                </a:cubicBezTo>
                <a:lnTo>
                  <a:pt x="269966" y="42318"/>
                </a:lnTo>
                <a:cubicBezTo>
                  <a:pt x="273363" y="30477"/>
                  <a:pt x="275062" y="23681"/>
                  <a:pt x="275062" y="21931"/>
                </a:cubicBezTo>
                <a:cubicBezTo>
                  <a:pt x="275062" y="19460"/>
                  <a:pt x="274084" y="17452"/>
                  <a:pt x="272128" y="15907"/>
                </a:cubicBezTo>
                <a:cubicBezTo>
                  <a:pt x="270172" y="14260"/>
                  <a:pt x="267134" y="13436"/>
                  <a:pt x="263016" y="13436"/>
                </a:cubicBezTo>
                <a:cubicBezTo>
                  <a:pt x="260647" y="13436"/>
                  <a:pt x="257044" y="13797"/>
                  <a:pt x="252205" y="14518"/>
                </a:cubicBezTo>
                <a:lnTo>
                  <a:pt x="252205" y="8803"/>
                </a:lnTo>
                <a:lnTo>
                  <a:pt x="305024" y="0"/>
                </a:lnTo>
                <a:moveTo>
                  <a:pt x="445258" y="128188"/>
                </a:moveTo>
                <a:cubicBezTo>
                  <a:pt x="445258" y="143632"/>
                  <a:pt x="441140" y="158921"/>
                  <a:pt x="432902" y="174057"/>
                </a:cubicBezTo>
                <a:cubicBezTo>
                  <a:pt x="424768" y="189192"/>
                  <a:pt x="413391" y="201187"/>
                  <a:pt x="398771" y="210042"/>
                </a:cubicBezTo>
                <a:cubicBezTo>
                  <a:pt x="384150" y="218897"/>
                  <a:pt x="369941" y="223324"/>
                  <a:pt x="356144" y="223324"/>
                </a:cubicBezTo>
                <a:cubicBezTo>
                  <a:pt x="342039" y="223324"/>
                  <a:pt x="330507" y="218845"/>
                  <a:pt x="321549" y="209887"/>
                </a:cubicBezTo>
                <a:cubicBezTo>
                  <a:pt x="312695" y="200827"/>
                  <a:pt x="308267" y="189140"/>
                  <a:pt x="308267" y="174829"/>
                </a:cubicBezTo>
                <a:cubicBezTo>
                  <a:pt x="308267" y="159693"/>
                  <a:pt x="312592" y="144507"/>
                  <a:pt x="321240" y="129268"/>
                </a:cubicBezTo>
                <a:cubicBezTo>
                  <a:pt x="329992" y="114030"/>
                  <a:pt x="341627" y="101983"/>
                  <a:pt x="356144" y="93129"/>
                </a:cubicBezTo>
                <a:cubicBezTo>
                  <a:pt x="370765" y="84274"/>
                  <a:pt x="384871" y="79847"/>
                  <a:pt x="398462" y="79847"/>
                </a:cubicBezTo>
                <a:cubicBezTo>
                  <a:pt x="412053" y="79847"/>
                  <a:pt x="423224" y="84325"/>
                  <a:pt x="431976" y="93283"/>
                </a:cubicBezTo>
                <a:cubicBezTo>
                  <a:pt x="440831" y="102241"/>
                  <a:pt x="445258" y="113876"/>
                  <a:pt x="445258" y="128188"/>
                </a:cubicBezTo>
                <a:moveTo>
                  <a:pt x="419620" y="117530"/>
                </a:moveTo>
                <a:cubicBezTo>
                  <a:pt x="419620" y="107955"/>
                  <a:pt x="417252" y="100646"/>
                  <a:pt x="412516" y="95600"/>
                </a:cubicBezTo>
                <a:cubicBezTo>
                  <a:pt x="407883" y="90452"/>
                  <a:pt x="401859" y="87878"/>
                  <a:pt x="394446" y="87878"/>
                </a:cubicBezTo>
                <a:cubicBezTo>
                  <a:pt x="379311" y="87878"/>
                  <a:pt x="365359" y="98740"/>
                  <a:pt x="352592" y="120465"/>
                </a:cubicBezTo>
                <a:cubicBezTo>
                  <a:pt x="339928" y="142087"/>
                  <a:pt x="333596" y="163606"/>
                  <a:pt x="333596" y="185022"/>
                </a:cubicBezTo>
                <a:cubicBezTo>
                  <a:pt x="333596" y="194803"/>
                  <a:pt x="336067" y="202372"/>
                  <a:pt x="341009" y="207726"/>
                </a:cubicBezTo>
                <a:cubicBezTo>
                  <a:pt x="345951" y="212976"/>
                  <a:pt x="352180" y="215602"/>
                  <a:pt x="359697" y="215602"/>
                </a:cubicBezTo>
                <a:cubicBezTo>
                  <a:pt x="374214" y="215602"/>
                  <a:pt x="387805" y="204843"/>
                  <a:pt x="400469" y="183324"/>
                </a:cubicBezTo>
                <a:cubicBezTo>
                  <a:pt x="413237" y="161701"/>
                  <a:pt x="419620" y="139770"/>
                  <a:pt x="419620" y="117530"/>
                </a:cubicBezTo>
                <a:moveTo>
                  <a:pt x="571901" y="79847"/>
                </a:moveTo>
                <a:lnTo>
                  <a:pt x="562479" y="127261"/>
                </a:lnTo>
                <a:lnTo>
                  <a:pt x="556766" y="127261"/>
                </a:lnTo>
                <a:cubicBezTo>
                  <a:pt x="556251" y="113464"/>
                  <a:pt x="553316" y="103424"/>
                  <a:pt x="547962" y="97145"/>
                </a:cubicBezTo>
                <a:cubicBezTo>
                  <a:pt x="542608" y="90864"/>
                  <a:pt x="535967" y="87723"/>
                  <a:pt x="528039" y="87723"/>
                </a:cubicBezTo>
                <a:cubicBezTo>
                  <a:pt x="521655" y="87723"/>
                  <a:pt x="516559" y="89474"/>
                  <a:pt x="512750" y="92974"/>
                </a:cubicBezTo>
                <a:cubicBezTo>
                  <a:pt x="509043" y="96475"/>
                  <a:pt x="507190" y="100696"/>
                  <a:pt x="507190" y="105639"/>
                </a:cubicBezTo>
                <a:cubicBezTo>
                  <a:pt x="507190" y="109036"/>
                  <a:pt x="507910" y="112279"/>
                  <a:pt x="509352" y="115368"/>
                </a:cubicBezTo>
                <a:cubicBezTo>
                  <a:pt x="510896" y="118457"/>
                  <a:pt x="514191" y="122781"/>
                  <a:pt x="519236" y="128341"/>
                </a:cubicBezTo>
                <a:cubicBezTo>
                  <a:pt x="532621" y="142962"/>
                  <a:pt x="541269" y="153979"/>
                  <a:pt x="545182" y="161392"/>
                </a:cubicBezTo>
                <a:cubicBezTo>
                  <a:pt x="549094" y="168806"/>
                  <a:pt x="551051" y="175807"/>
                  <a:pt x="551051" y="182397"/>
                </a:cubicBezTo>
                <a:cubicBezTo>
                  <a:pt x="551051" y="193105"/>
                  <a:pt x="546572" y="202629"/>
                  <a:pt x="537615" y="210968"/>
                </a:cubicBezTo>
                <a:cubicBezTo>
                  <a:pt x="528760" y="219206"/>
                  <a:pt x="517537" y="223324"/>
                  <a:pt x="503946" y="223324"/>
                </a:cubicBezTo>
                <a:cubicBezTo>
                  <a:pt x="496532" y="223324"/>
                  <a:pt x="487986" y="221574"/>
                  <a:pt x="478309" y="218073"/>
                </a:cubicBezTo>
                <a:cubicBezTo>
                  <a:pt x="474911" y="216837"/>
                  <a:pt x="472285" y="216220"/>
                  <a:pt x="470432" y="216220"/>
                </a:cubicBezTo>
                <a:cubicBezTo>
                  <a:pt x="465799" y="216220"/>
                  <a:pt x="462298" y="218588"/>
                  <a:pt x="459930" y="223324"/>
                </a:cubicBezTo>
                <a:lnTo>
                  <a:pt x="454216" y="223324"/>
                </a:lnTo>
                <a:lnTo>
                  <a:pt x="463636" y="173284"/>
                </a:lnTo>
                <a:lnTo>
                  <a:pt x="469351" y="173284"/>
                </a:lnTo>
                <a:cubicBezTo>
                  <a:pt x="469969" y="188934"/>
                  <a:pt x="473212" y="200003"/>
                  <a:pt x="479081" y="206490"/>
                </a:cubicBezTo>
                <a:cubicBezTo>
                  <a:pt x="484950" y="212976"/>
                  <a:pt x="492981" y="216220"/>
                  <a:pt x="503174" y="216220"/>
                </a:cubicBezTo>
                <a:cubicBezTo>
                  <a:pt x="510999" y="216220"/>
                  <a:pt x="517177" y="214057"/>
                  <a:pt x="521707" y="209733"/>
                </a:cubicBezTo>
                <a:cubicBezTo>
                  <a:pt x="526341" y="205306"/>
                  <a:pt x="528657" y="199901"/>
                  <a:pt x="528657" y="193517"/>
                </a:cubicBezTo>
                <a:cubicBezTo>
                  <a:pt x="528657" y="189398"/>
                  <a:pt x="527833" y="185589"/>
                  <a:pt x="526186" y="182088"/>
                </a:cubicBezTo>
                <a:cubicBezTo>
                  <a:pt x="523303" y="175910"/>
                  <a:pt x="517228" y="167364"/>
                  <a:pt x="507961" y="156450"/>
                </a:cubicBezTo>
                <a:cubicBezTo>
                  <a:pt x="498798" y="145536"/>
                  <a:pt x="492878" y="137351"/>
                  <a:pt x="490201" y="131894"/>
                </a:cubicBezTo>
                <a:cubicBezTo>
                  <a:pt x="487627" y="126437"/>
                  <a:pt x="486339" y="120980"/>
                  <a:pt x="486339" y="115523"/>
                </a:cubicBezTo>
                <a:cubicBezTo>
                  <a:pt x="486339" y="105536"/>
                  <a:pt x="489943" y="97093"/>
                  <a:pt x="497150" y="90194"/>
                </a:cubicBezTo>
                <a:cubicBezTo>
                  <a:pt x="504461" y="83296"/>
                  <a:pt x="513830" y="79847"/>
                  <a:pt x="525259" y="79847"/>
                </a:cubicBezTo>
                <a:cubicBezTo>
                  <a:pt x="528554" y="79847"/>
                  <a:pt x="531540" y="80104"/>
                  <a:pt x="534217" y="80619"/>
                </a:cubicBezTo>
                <a:cubicBezTo>
                  <a:pt x="535658" y="80928"/>
                  <a:pt x="539004" y="82112"/>
                  <a:pt x="544255" y="84171"/>
                </a:cubicBezTo>
                <a:cubicBezTo>
                  <a:pt x="549609" y="86128"/>
                  <a:pt x="553162" y="87105"/>
                  <a:pt x="554912" y="87105"/>
                </a:cubicBezTo>
                <a:cubicBezTo>
                  <a:pt x="559340" y="87105"/>
                  <a:pt x="563046" y="84686"/>
                  <a:pt x="566032" y="79847"/>
                </a:cubicBezTo>
                <a:lnTo>
                  <a:pt x="571901" y="79847"/>
                </a:lnTo>
                <a:moveTo>
                  <a:pt x="618079" y="161392"/>
                </a:moveTo>
                <a:cubicBezTo>
                  <a:pt x="617359" y="166541"/>
                  <a:pt x="616998" y="170813"/>
                  <a:pt x="616998" y="174211"/>
                </a:cubicBezTo>
                <a:cubicBezTo>
                  <a:pt x="616998" y="183374"/>
                  <a:pt x="620242" y="191200"/>
                  <a:pt x="626728" y="197686"/>
                </a:cubicBezTo>
                <a:cubicBezTo>
                  <a:pt x="633215" y="204070"/>
                  <a:pt x="641091" y="207262"/>
                  <a:pt x="650358" y="207262"/>
                </a:cubicBezTo>
                <a:cubicBezTo>
                  <a:pt x="657771" y="207262"/>
                  <a:pt x="664875" y="205769"/>
                  <a:pt x="671671" y="202783"/>
                </a:cubicBezTo>
                <a:cubicBezTo>
                  <a:pt x="678569" y="199695"/>
                  <a:pt x="688763" y="192950"/>
                  <a:pt x="702250" y="182551"/>
                </a:cubicBezTo>
                <a:lnTo>
                  <a:pt x="705494" y="187030"/>
                </a:lnTo>
                <a:cubicBezTo>
                  <a:pt x="681091" y="211225"/>
                  <a:pt x="657822" y="223324"/>
                  <a:pt x="635686" y="223324"/>
                </a:cubicBezTo>
                <a:cubicBezTo>
                  <a:pt x="620653" y="223324"/>
                  <a:pt x="609328" y="218588"/>
                  <a:pt x="601708" y="209115"/>
                </a:cubicBezTo>
                <a:cubicBezTo>
                  <a:pt x="594089" y="199643"/>
                  <a:pt x="590279" y="189192"/>
                  <a:pt x="590279" y="177764"/>
                </a:cubicBezTo>
                <a:cubicBezTo>
                  <a:pt x="590279" y="162422"/>
                  <a:pt x="595016" y="146721"/>
                  <a:pt x="604488" y="130659"/>
                </a:cubicBezTo>
                <a:cubicBezTo>
                  <a:pt x="613961" y="114596"/>
                  <a:pt x="625853" y="102138"/>
                  <a:pt x="640164" y="93283"/>
                </a:cubicBezTo>
                <a:cubicBezTo>
                  <a:pt x="654476" y="84325"/>
                  <a:pt x="669200" y="79847"/>
                  <a:pt x="684335" y="79847"/>
                </a:cubicBezTo>
                <a:cubicBezTo>
                  <a:pt x="695248" y="79847"/>
                  <a:pt x="703331" y="82060"/>
                  <a:pt x="708583" y="86488"/>
                </a:cubicBezTo>
                <a:cubicBezTo>
                  <a:pt x="713834" y="90915"/>
                  <a:pt x="716459" y="96166"/>
                  <a:pt x="716459" y="102241"/>
                </a:cubicBezTo>
                <a:cubicBezTo>
                  <a:pt x="716459" y="110787"/>
                  <a:pt x="713061" y="118972"/>
                  <a:pt x="706265" y="126797"/>
                </a:cubicBezTo>
                <a:cubicBezTo>
                  <a:pt x="697308" y="136990"/>
                  <a:pt x="684129" y="145227"/>
                  <a:pt x="666729" y="151508"/>
                </a:cubicBezTo>
                <a:cubicBezTo>
                  <a:pt x="655197" y="155730"/>
                  <a:pt x="638981" y="159024"/>
                  <a:pt x="618079" y="161392"/>
                </a:cubicBezTo>
                <a:moveTo>
                  <a:pt x="619160" y="153825"/>
                </a:moveTo>
                <a:cubicBezTo>
                  <a:pt x="634398" y="152075"/>
                  <a:pt x="646805" y="149089"/>
                  <a:pt x="656380" y="144867"/>
                </a:cubicBezTo>
                <a:cubicBezTo>
                  <a:pt x="669045" y="139205"/>
                  <a:pt x="678517" y="132460"/>
                  <a:pt x="684798" y="124635"/>
                </a:cubicBezTo>
                <a:cubicBezTo>
                  <a:pt x="691182" y="116707"/>
                  <a:pt x="694374" y="109190"/>
                  <a:pt x="694374" y="102086"/>
                </a:cubicBezTo>
                <a:cubicBezTo>
                  <a:pt x="694374" y="97763"/>
                  <a:pt x="692983" y="94262"/>
                  <a:pt x="690204" y="91585"/>
                </a:cubicBezTo>
                <a:cubicBezTo>
                  <a:pt x="687527" y="88908"/>
                  <a:pt x="683666" y="87569"/>
                  <a:pt x="678620" y="87569"/>
                </a:cubicBezTo>
                <a:cubicBezTo>
                  <a:pt x="668118" y="87569"/>
                  <a:pt x="656947" y="93180"/>
                  <a:pt x="645107" y="104403"/>
                </a:cubicBezTo>
                <a:cubicBezTo>
                  <a:pt x="633369" y="115523"/>
                  <a:pt x="624720" y="131997"/>
                  <a:pt x="619160" y="153825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path-17">
            <a:extLst xmlns:a="http://schemas.openxmlformats.org/drawingml/2006/main">
              <a:ext uri="{FF2B5EF4-FFF2-40B4-BE49-F238E27FC236}">
                <a16:creationId xmlns:a16="http://schemas.microsoft.com/office/drawing/2014/main" id="{7CD13693-5ECA-4F5B-A8EA-7FC288614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9330" y="2459757"/>
            <a:ext cx="293072" cy="293072"/>
          </a:xfrm>
          <a:custGeom xmlns:a="http://schemas.openxmlformats.org/drawingml/2006/main">
            <a:pathLst>
              <a:path w="219652" h="219652">
                <a:moveTo>
                  <a:pt x="210866" y="219652"/>
                </a:moveTo>
                <a:lnTo>
                  <a:pt x="202079" y="219652"/>
                </a:lnTo>
                <a:lnTo>
                  <a:pt x="202079" y="35145"/>
                </a:lnTo>
                <a:lnTo>
                  <a:pt x="210866" y="35145"/>
                </a:lnTo>
                <a:lnTo>
                  <a:pt x="219652" y="35145"/>
                </a:lnTo>
                <a:lnTo>
                  <a:pt x="219651" y="219652"/>
                </a:lnTo>
                <a:lnTo>
                  <a:pt x="210866" y="219652"/>
                </a:lnTo>
                <a:moveTo>
                  <a:pt x="184507" y="8786"/>
                </a:moveTo>
                <a:lnTo>
                  <a:pt x="184507" y="17572"/>
                </a:lnTo>
                <a:lnTo>
                  <a:pt x="0" y="17572"/>
                </a:lnTo>
                <a:lnTo>
                  <a:pt x="0" y="8786"/>
                </a:lnTo>
                <a:lnTo>
                  <a:pt x="0" y="0"/>
                </a:lnTo>
                <a:lnTo>
                  <a:pt x="184507" y="0"/>
                </a:lnTo>
                <a:lnTo>
                  <a:pt x="184507" y="8786"/>
                </a:lnTo>
                <a:moveTo>
                  <a:pt x="210866" y="35145"/>
                </a:moveTo>
                <a:lnTo>
                  <a:pt x="202079" y="35145"/>
                </a:lnTo>
                <a:cubicBezTo>
                  <a:pt x="202079" y="25439"/>
                  <a:pt x="194212" y="17572"/>
                  <a:pt x="184507" y="17572"/>
                </a:cubicBezTo>
                <a:lnTo>
                  <a:pt x="184507" y="8786"/>
                </a:lnTo>
                <a:lnTo>
                  <a:pt x="184507" y="0"/>
                </a:lnTo>
                <a:cubicBezTo>
                  <a:pt x="203917" y="0"/>
                  <a:pt x="219652" y="15735"/>
                  <a:pt x="219652" y="35145"/>
                </a:cubicBezTo>
                <a:lnTo>
                  <a:pt x="210866" y="3514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path-18">
            <a:extLst xmlns:a="http://schemas.openxmlformats.org/drawingml/2006/main">
              <a:ext uri="{FF2B5EF4-FFF2-40B4-BE49-F238E27FC236}">
                <a16:creationId xmlns:a16="http://schemas.microsoft.com/office/drawing/2014/main" id="{7BFD8DEA-3A3E-4EDF-9181-1939AE853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475" y="2459757"/>
            <a:ext cx="293072" cy="293072"/>
          </a:xfrm>
          <a:custGeom xmlns:a="http://schemas.openxmlformats.org/drawingml/2006/main">
            <a:pathLst>
              <a:path w="219652" h="219652">
                <a:moveTo>
                  <a:pt x="8786" y="219652"/>
                </a:moveTo>
                <a:lnTo>
                  <a:pt x="17572" y="219652"/>
                </a:lnTo>
                <a:lnTo>
                  <a:pt x="17572" y="35145"/>
                </a:lnTo>
                <a:lnTo>
                  <a:pt x="8786" y="35145"/>
                </a:lnTo>
                <a:lnTo>
                  <a:pt x="0" y="35145"/>
                </a:lnTo>
                <a:lnTo>
                  <a:pt x="1" y="219652"/>
                </a:lnTo>
                <a:lnTo>
                  <a:pt x="8786" y="219652"/>
                </a:lnTo>
                <a:moveTo>
                  <a:pt x="35145" y="8786"/>
                </a:moveTo>
                <a:lnTo>
                  <a:pt x="35145" y="17572"/>
                </a:lnTo>
                <a:lnTo>
                  <a:pt x="219652" y="17572"/>
                </a:lnTo>
                <a:lnTo>
                  <a:pt x="219652" y="8786"/>
                </a:lnTo>
                <a:lnTo>
                  <a:pt x="219652" y="0"/>
                </a:lnTo>
                <a:lnTo>
                  <a:pt x="35145" y="0"/>
                </a:lnTo>
                <a:lnTo>
                  <a:pt x="35145" y="8786"/>
                </a:lnTo>
                <a:moveTo>
                  <a:pt x="8786" y="35145"/>
                </a:moveTo>
                <a:lnTo>
                  <a:pt x="17572" y="35145"/>
                </a:lnTo>
                <a:cubicBezTo>
                  <a:pt x="17572" y="25439"/>
                  <a:pt x="25440" y="17572"/>
                  <a:pt x="35145" y="17572"/>
                </a:cubicBezTo>
                <a:lnTo>
                  <a:pt x="35145" y="8786"/>
                </a:lnTo>
                <a:lnTo>
                  <a:pt x="35145" y="0"/>
                </a:lnTo>
                <a:cubicBezTo>
                  <a:pt x="15735" y="0"/>
                  <a:pt x="0" y="15735"/>
                  <a:pt x="0" y="35145"/>
                </a:cubicBezTo>
                <a:lnTo>
                  <a:pt x="8786" y="3514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9">
            <a:extLst xmlns:a="http://schemas.openxmlformats.org/drawingml/2006/main">
              <a:ext uri="{FF2B5EF4-FFF2-40B4-BE49-F238E27FC236}">
                <a16:creationId xmlns:a16="http://schemas.microsoft.com/office/drawing/2014/main" id="{99B32EAE-8213-41CC-A993-2FB8FB511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4980" y="2295682"/>
            <a:ext cx="955943" cy="299414"/>
          </a:xfrm>
          <a:custGeom xmlns:a="http://schemas.openxmlformats.org/drawingml/2006/main">
            <a:pathLst>
              <a:path w="716459" h="224405">
                <a:moveTo>
                  <a:pt x="222551" y="5405"/>
                </a:moveTo>
                <a:lnTo>
                  <a:pt x="206953" y="73205"/>
                </a:lnTo>
                <a:lnTo>
                  <a:pt x="201393" y="73205"/>
                </a:lnTo>
                <a:lnTo>
                  <a:pt x="200775" y="56217"/>
                </a:lnTo>
                <a:cubicBezTo>
                  <a:pt x="200260" y="50039"/>
                  <a:pt x="199077" y="44531"/>
                  <a:pt x="197223" y="39692"/>
                </a:cubicBezTo>
                <a:cubicBezTo>
                  <a:pt x="195370" y="34852"/>
                  <a:pt x="192590" y="30683"/>
                  <a:pt x="188884" y="27182"/>
                </a:cubicBezTo>
                <a:cubicBezTo>
                  <a:pt x="185177" y="23578"/>
                  <a:pt x="180492" y="20798"/>
                  <a:pt x="174829" y="18842"/>
                </a:cubicBezTo>
                <a:cubicBezTo>
                  <a:pt x="169166" y="16783"/>
                  <a:pt x="162885" y="15753"/>
                  <a:pt x="155986" y="15753"/>
                </a:cubicBezTo>
                <a:cubicBezTo>
                  <a:pt x="137557" y="15753"/>
                  <a:pt x="121443" y="20798"/>
                  <a:pt x="107646" y="30889"/>
                </a:cubicBezTo>
                <a:cubicBezTo>
                  <a:pt x="90040" y="43759"/>
                  <a:pt x="76243" y="61932"/>
                  <a:pt x="66256" y="85407"/>
                </a:cubicBezTo>
                <a:cubicBezTo>
                  <a:pt x="58019" y="104763"/>
                  <a:pt x="53900" y="124378"/>
                  <a:pt x="53900" y="144250"/>
                </a:cubicBezTo>
                <a:cubicBezTo>
                  <a:pt x="53900" y="164532"/>
                  <a:pt x="59820" y="180749"/>
                  <a:pt x="71661" y="192899"/>
                </a:cubicBezTo>
                <a:cubicBezTo>
                  <a:pt x="83502" y="204946"/>
                  <a:pt x="98895" y="210968"/>
                  <a:pt x="117839" y="210968"/>
                </a:cubicBezTo>
                <a:cubicBezTo>
                  <a:pt x="132151" y="210968"/>
                  <a:pt x="144867" y="207777"/>
                  <a:pt x="155986" y="201393"/>
                </a:cubicBezTo>
                <a:cubicBezTo>
                  <a:pt x="167209" y="195009"/>
                  <a:pt x="177609" y="185177"/>
                  <a:pt x="187184" y="171895"/>
                </a:cubicBezTo>
                <a:lnTo>
                  <a:pt x="194443" y="171895"/>
                </a:lnTo>
                <a:cubicBezTo>
                  <a:pt x="183118" y="189913"/>
                  <a:pt x="170556" y="203195"/>
                  <a:pt x="156759" y="211740"/>
                </a:cubicBezTo>
                <a:cubicBezTo>
                  <a:pt x="142962" y="220183"/>
                  <a:pt x="126437" y="224405"/>
                  <a:pt x="107183" y="224405"/>
                </a:cubicBezTo>
                <a:cubicBezTo>
                  <a:pt x="90091" y="224405"/>
                  <a:pt x="74956" y="220853"/>
                  <a:pt x="61777" y="213748"/>
                </a:cubicBezTo>
                <a:cubicBezTo>
                  <a:pt x="48598" y="206541"/>
                  <a:pt x="38559" y="196451"/>
                  <a:pt x="31661" y="183477"/>
                </a:cubicBezTo>
                <a:cubicBezTo>
                  <a:pt x="24762" y="170504"/>
                  <a:pt x="21313" y="156553"/>
                  <a:pt x="21313" y="141624"/>
                </a:cubicBezTo>
                <a:cubicBezTo>
                  <a:pt x="21313" y="118766"/>
                  <a:pt x="27439" y="96527"/>
                  <a:pt x="39692" y="74905"/>
                </a:cubicBezTo>
                <a:cubicBezTo>
                  <a:pt x="51944" y="53283"/>
                  <a:pt x="68727" y="36294"/>
                  <a:pt x="90040" y="23938"/>
                </a:cubicBezTo>
                <a:cubicBezTo>
                  <a:pt x="111456" y="11583"/>
                  <a:pt x="133027" y="5405"/>
                  <a:pt x="154752" y="5405"/>
                </a:cubicBezTo>
                <a:cubicBezTo>
                  <a:pt x="164944" y="5405"/>
                  <a:pt x="176373" y="7825"/>
                  <a:pt x="189037" y="12664"/>
                </a:cubicBezTo>
                <a:cubicBezTo>
                  <a:pt x="194597" y="14724"/>
                  <a:pt x="198613" y="15753"/>
                  <a:pt x="201084" y="15753"/>
                </a:cubicBezTo>
                <a:cubicBezTo>
                  <a:pt x="203555" y="15753"/>
                  <a:pt x="205717" y="15238"/>
                  <a:pt x="207571" y="14209"/>
                </a:cubicBezTo>
                <a:cubicBezTo>
                  <a:pt x="209424" y="13179"/>
                  <a:pt x="212513" y="10244"/>
                  <a:pt x="216837" y="5405"/>
                </a:cubicBezTo>
                <a:lnTo>
                  <a:pt x="222551" y="5405"/>
                </a:lnTo>
                <a:moveTo>
                  <a:pt x="305024" y="0"/>
                </a:moveTo>
                <a:lnTo>
                  <a:pt x="252205" y="183786"/>
                </a:lnTo>
                <a:cubicBezTo>
                  <a:pt x="249630" y="192950"/>
                  <a:pt x="248344" y="198562"/>
                  <a:pt x="248344" y="200621"/>
                </a:cubicBezTo>
                <a:cubicBezTo>
                  <a:pt x="248344" y="202166"/>
                  <a:pt x="248807" y="203452"/>
                  <a:pt x="249733" y="204482"/>
                </a:cubicBezTo>
                <a:cubicBezTo>
                  <a:pt x="250763" y="205511"/>
                  <a:pt x="251999" y="206026"/>
                  <a:pt x="253440" y="206026"/>
                </a:cubicBezTo>
                <a:cubicBezTo>
                  <a:pt x="255396" y="206026"/>
                  <a:pt x="257508" y="205152"/>
                  <a:pt x="259773" y="203401"/>
                </a:cubicBezTo>
                <a:cubicBezTo>
                  <a:pt x="265126" y="199180"/>
                  <a:pt x="270738" y="192641"/>
                  <a:pt x="276607" y="183786"/>
                </a:cubicBezTo>
                <a:lnTo>
                  <a:pt x="281240" y="188575"/>
                </a:lnTo>
                <a:cubicBezTo>
                  <a:pt x="271459" y="202372"/>
                  <a:pt x="262450" y="211998"/>
                  <a:pt x="254213" y="217455"/>
                </a:cubicBezTo>
                <a:cubicBezTo>
                  <a:pt x="248138" y="221368"/>
                  <a:pt x="242372" y="223324"/>
                  <a:pt x="236915" y="223324"/>
                </a:cubicBezTo>
                <a:cubicBezTo>
                  <a:pt x="233003" y="223324"/>
                  <a:pt x="229708" y="221985"/>
                  <a:pt x="227031" y="219308"/>
                </a:cubicBezTo>
                <a:cubicBezTo>
                  <a:pt x="224457" y="216631"/>
                  <a:pt x="223169" y="213543"/>
                  <a:pt x="223169" y="210042"/>
                </a:cubicBezTo>
                <a:cubicBezTo>
                  <a:pt x="223169" y="206335"/>
                  <a:pt x="224816" y="198716"/>
                  <a:pt x="228111" y="187184"/>
                </a:cubicBezTo>
                <a:lnTo>
                  <a:pt x="269965" y="42318"/>
                </a:lnTo>
                <a:cubicBezTo>
                  <a:pt x="273363" y="30477"/>
                  <a:pt x="275062" y="23681"/>
                  <a:pt x="275062" y="21931"/>
                </a:cubicBezTo>
                <a:cubicBezTo>
                  <a:pt x="275062" y="19460"/>
                  <a:pt x="274084" y="17452"/>
                  <a:pt x="272127" y="15907"/>
                </a:cubicBezTo>
                <a:cubicBezTo>
                  <a:pt x="270171" y="14260"/>
                  <a:pt x="267134" y="13436"/>
                  <a:pt x="263016" y="13436"/>
                </a:cubicBezTo>
                <a:cubicBezTo>
                  <a:pt x="260647" y="13436"/>
                  <a:pt x="257044" y="13797"/>
                  <a:pt x="252205" y="14518"/>
                </a:cubicBezTo>
                <a:lnTo>
                  <a:pt x="252205" y="8803"/>
                </a:lnTo>
                <a:lnTo>
                  <a:pt x="305024" y="0"/>
                </a:lnTo>
                <a:moveTo>
                  <a:pt x="445258" y="128188"/>
                </a:moveTo>
                <a:cubicBezTo>
                  <a:pt x="445258" y="143632"/>
                  <a:pt x="441139" y="158921"/>
                  <a:pt x="432902" y="174057"/>
                </a:cubicBezTo>
                <a:cubicBezTo>
                  <a:pt x="424769" y="189192"/>
                  <a:pt x="413391" y="201187"/>
                  <a:pt x="398770" y="210042"/>
                </a:cubicBezTo>
                <a:cubicBezTo>
                  <a:pt x="384150" y="218897"/>
                  <a:pt x="369941" y="223324"/>
                  <a:pt x="356145" y="223324"/>
                </a:cubicBezTo>
                <a:cubicBezTo>
                  <a:pt x="342039" y="223324"/>
                  <a:pt x="330507" y="218845"/>
                  <a:pt x="321549" y="209887"/>
                </a:cubicBezTo>
                <a:cubicBezTo>
                  <a:pt x="312695" y="200827"/>
                  <a:pt x="308267" y="189140"/>
                  <a:pt x="308267" y="174829"/>
                </a:cubicBezTo>
                <a:cubicBezTo>
                  <a:pt x="308267" y="159693"/>
                  <a:pt x="312592" y="144507"/>
                  <a:pt x="321240" y="129268"/>
                </a:cubicBezTo>
                <a:cubicBezTo>
                  <a:pt x="329992" y="114030"/>
                  <a:pt x="341627" y="101983"/>
                  <a:pt x="356145" y="93129"/>
                </a:cubicBezTo>
                <a:cubicBezTo>
                  <a:pt x="370765" y="84274"/>
                  <a:pt x="384870" y="79847"/>
                  <a:pt x="398461" y="79847"/>
                </a:cubicBezTo>
                <a:cubicBezTo>
                  <a:pt x="412053" y="79847"/>
                  <a:pt x="423223" y="84325"/>
                  <a:pt x="431975" y="93283"/>
                </a:cubicBezTo>
                <a:cubicBezTo>
                  <a:pt x="440830" y="102241"/>
                  <a:pt x="445258" y="113876"/>
                  <a:pt x="445258" y="128188"/>
                </a:cubicBezTo>
                <a:moveTo>
                  <a:pt x="419621" y="117530"/>
                </a:moveTo>
                <a:cubicBezTo>
                  <a:pt x="419621" y="107955"/>
                  <a:pt x="417253" y="100646"/>
                  <a:pt x="412516" y="95600"/>
                </a:cubicBezTo>
                <a:cubicBezTo>
                  <a:pt x="407883" y="90452"/>
                  <a:pt x="401859" y="87878"/>
                  <a:pt x="394446" y="87878"/>
                </a:cubicBezTo>
                <a:cubicBezTo>
                  <a:pt x="379310" y="87878"/>
                  <a:pt x="365359" y="98740"/>
                  <a:pt x="352592" y="120465"/>
                </a:cubicBezTo>
                <a:cubicBezTo>
                  <a:pt x="339928" y="142087"/>
                  <a:pt x="333596" y="163606"/>
                  <a:pt x="333596" y="185022"/>
                </a:cubicBezTo>
                <a:cubicBezTo>
                  <a:pt x="333596" y="194803"/>
                  <a:pt x="336067" y="202372"/>
                  <a:pt x="341009" y="207726"/>
                </a:cubicBezTo>
                <a:cubicBezTo>
                  <a:pt x="345952" y="212976"/>
                  <a:pt x="352180" y="215602"/>
                  <a:pt x="359697" y="215602"/>
                </a:cubicBezTo>
                <a:cubicBezTo>
                  <a:pt x="374214" y="215602"/>
                  <a:pt x="387805" y="204843"/>
                  <a:pt x="400470" y="183324"/>
                </a:cubicBezTo>
                <a:cubicBezTo>
                  <a:pt x="413237" y="161701"/>
                  <a:pt x="419621" y="139770"/>
                  <a:pt x="419621" y="117530"/>
                </a:cubicBezTo>
                <a:moveTo>
                  <a:pt x="571901" y="79847"/>
                </a:moveTo>
                <a:lnTo>
                  <a:pt x="562480" y="127261"/>
                </a:lnTo>
                <a:lnTo>
                  <a:pt x="556765" y="127261"/>
                </a:lnTo>
                <a:cubicBezTo>
                  <a:pt x="556250" y="113464"/>
                  <a:pt x="553316" y="103424"/>
                  <a:pt x="547962" y="97145"/>
                </a:cubicBezTo>
                <a:cubicBezTo>
                  <a:pt x="542608" y="90864"/>
                  <a:pt x="535967" y="87723"/>
                  <a:pt x="528040" y="87723"/>
                </a:cubicBezTo>
                <a:cubicBezTo>
                  <a:pt x="521656" y="87723"/>
                  <a:pt x="516559" y="89474"/>
                  <a:pt x="512749" y="92974"/>
                </a:cubicBezTo>
                <a:cubicBezTo>
                  <a:pt x="509042" y="96475"/>
                  <a:pt x="507189" y="100696"/>
                  <a:pt x="507189" y="105639"/>
                </a:cubicBezTo>
                <a:cubicBezTo>
                  <a:pt x="507189" y="109036"/>
                  <a:pt x="507910" y="112279"/>
                  <a:pt x="509351" y="115368"/>
                </a:cubicBezTo>
                <a:cubicBezTo>
                  <a:pt x="510896" y="118457"/>
                  <a:pt x="514191" y="122781"/>
                  <a:pt x="519236" y="128341"/>
                </a:cubicBezTo>
                <a:cubicBezTo>
                  <a:pt x="532621" y="142962"/>
                  <a:pt x="541270" y="153979"/>
                  <a:pt x="545182" y="161392"/>
                </a:cubicBezTo>
                <a:cubicBezTo>
                  <a:pt x="549095" y="168806"/>
                  <a:pt x="551051" y="175807"/>
                  <a:pt x="551051" y="182397"/>
                </a:cubicBezTo>
                <a:cubicBezTo>
                  <a:pt x="551051" y="193105"/>
                  <a:pt x="546572" y="202629"/>
                  <a:pt x="537614" y="210968"/>
                </a:cubicBezTo>
                <a:cubicBezTo>
                  <a:pt x="528760" y="219206"/>
                  <a:pt x="517537" y="223324"/>
                  <a:pt x="503946" y="223324"/>
                </a:cubicBezTo>
                <a:cubicBezTo>
                  <a:pt x="496533" y="223324"/>
                  <a:pt x="487987" y="221574"/>
                  <a:pt x="478309" y="218073"/>
                </a:cubicBezTo>
                <a:cubicBezTo>
                  <a:pt x="474911" y="216837"/>
                  <a:pt x="472286" y="216220"/>
                  <a:pt x="470432" y="216220"/>
                </a:cubicBezTo>
                <a:cubicBezTo>
                  <a:pt x="465799" y="216220"/>
                  <a:pt x="462298" y="218588"/>
                  <a:pt x="459930" y="223324"/>
                </a:cubicBezTo>
                <a:lnTo>
                  <a:pt x="454215" y="223324"/>
                </a:lnTo>
                <a:lnTo>
                  <a:pt x="463637" y="173284"/>
                </a:lnTo>
                <a:lnTo>
                  <a:pt x="469351" y="173284"/>
                </a:lnTo>
                <a:cubicBezTo>
                  <a:pt x="469969" y="188934"/>
                  <a:pt x="473212" y="200003"/>
                  <a:pt x="479081" y="206490"/>
                </a:cubicBezTo>
                <a:cubicBezTo>
                  <a:pt x="484949" y="212976"/>
                  <a:pt x="492980" y="216220"/>
                  <a:pt x="503173" y="216220"/>
                </a:cubicBezTo>
                <a:cubicBezTo>
                  <a:pt x="510999" y="216220"/>
                  <a:pt x="517176" y="214057"/>
                  <a:pt x="521707" y="209733"/>
                </a:cubicBezTo>
                <a:cubicBezTo>
                  <a:pt x="526340" y="205306"/>
                  <a:pt x="528657" y="199901"/>
                  <a:pt x="528657" y="193517"/>
                </a:cubicBezTo>
                <a:cubicBezTo>
                  <a:pt x="528657" y="189398"/>
                  <a:pt x="527834" y="185589"/>
                  <a:pt x="526186" y="182088"/>
                </a:cubicBezTo>
                <a:cubicBezTo>
                  <a:pt x="523303" y="175910"/>
                  <a:pt x="517228" y="167364"/>
                  <a:pt x="507962" y="156450"/>
                </a:cubicBezTo>
                <a:cubicBezTo>
                  <a:pt x="498798" y="145536"/>
                  <a:pt x="492877" y="137351"/>
                  <a:pt x="490200" y="131894"/>
                </a:cubicBezTo>
                <a:cubicBezTo>
                  <a:pt x="487626" y="126437"/>
                  <a:pt x="486340" y="120980"/>
                  <a:pt x="486340" y="115523"/>
                </a:cubicBezTo>
                <a:cubicBezTo>
                  <a:pt x="486340" y="105536"/>
                  <a:pt x="489943" y="97093"/>
                  <a:pt x="497151" y="90194"/>
                </a:cubicBezTo>
                <a:cubicBezTo>
                  <a:pt x="504461" y="83296"/>
                  <a:pt x="513831" y="79847"/>
                  <a:pt x="525260" y="79847"/>
                </a:cubicBezTo>
                <a:cubicBezTo>
                  <a:pt x="528554" y="79847"/>
                  <a:pt x="531540" y="80104"/>
                  <a:pt x="534216" y="80619"/>
                </a:cubicBezTo>
                <a:cubicBezTo>
                  <a:pt x="535658" y="80928"/>
                  <a:pt x="539005" y="82112"/>
                  <a:pt x="544256" y="84171"/>
                </a:cubicBezTo>
                <a:cubicBezTo>
                  <a:pt x="549610" y="86128"/>
                  <a:pt x="553161" y="87105"/>
                  <a:pt x="554912" y="87105"/>
                </a:cubicBezTo>
                <a:cubicBezTo>
                  <a:pt x="559339" y="87105"/>
                  <a:pt x="563046" y="84686"/>
                  <a:pt x="566032" y="79847"/>
                </a:cubicBezTo>
                <a:lnTo>
                  <a:pt x="571901" y="79847"/>
                </a:lnTo>
                <a:moveTo>
                  <a:pt x="618079" y="161392"/>
                </a:moveTo>
                <a:cubicBezTo>
                  <a:pt x="617358" y="166541"/>
                  <a:pt x="616998" y="170813"/>
                  <a:pt x="616998" y="174211"/>
                </a:cubicBezTo>
                <a:cubicBezTo>
                  <a:pt x="616998" y="183374"/>
                  <a:pt x="620241" y="191200"/>
                  <a:pt x="626728" y="197686"/>
                </a:cubicBezTo>
                <a:cubicBezTo>
                  <a:pt x="633214" y="204070"/>
                  <a:pt x="641090" y="207262"/>
                  <a:pt x="650357" y="207262"/>
                </a:cubicBezTo>
                <a:cubicBezTo>
                  <a:pt x="657770" y="207262"/>
                  <a:pt x="664875" y="205769"/>
                  <a:pt x="671670" y="202783"/>
                </a:cubicBezTo>
                <a:cubicBezTo>
                  <a:pt x="678569" y="199695"/>
                  <a:pt x="688762" y="192950"/>
                  <a:pt x="702250" y="182551"/>
                </a:cubicBezTo>
                <a:lnTo>
                  <a:pt x="705493" y="187030"/>
                </a:lnTo>
                <a:cubicBezTo>
                  <a:pt x="681092" y="211225"/>
                  <a:pt x="657822" y="223324"/>
                  <a:pt x="635685" y="223324"/>
                </a:cubicBezTo>
                <a:cubicBezTo>
                  <a:pt x="620653" y="223324"/>
                  <a:pt x="609327" y="218588"/>
                  <a:pt x="601708" y="209115"/>
                </a:cubicBezTo>
                <a:cubicBezTo>
                  <a:pt x="594089" y="199643"/>
                  <a:pt x="590279" y="189192"/>
                  <a:pt x="590279" y="177764"/>
                </a:cubicBezTo>
                <a:cubicBezTo>
                  <a:pt x="590279" y="162422"/>
                  <a:pt x="595015" y="146721"/>
                  <a:pt x="604488" y="130659"/>
                </a:cubicBezTo>
                <a:cubicBezTo>
                  <a:pt x="613960" y="114596"/>
                  <a:pt x="625853" y="102138"/>
                  <a:pt x="640165" y="93283"/>
                </a:cubicBezTo>
                <a:cubicBezTo>
                  <a:pt x="654476" y="84325"/>
                  <a:pt x="669199" y="79847"/>
                  <a:pt x="684335" y="79847"/>
                </a:cubicBezTo>
                <a:cubicBezTo>
                  <a:pt x="695249" y="79847"/>
                  <a:pt x="703331" y="82060"/>
                  <a:pt x="708582" y="86488"/>
                </a:cubicBezTo>
                <a:cubicBezTo>
                  <a:pt x="713833" y="90915"/>
                  <a:pt x="716459" y="96166"/>
                  <a:pt x="716459" y="102241"/>
                </a:cubicBezTo>
                <a:cubicBezTo>
                  <a:pt x="716459" y="110787"/>
                  <a:pt x="713061" y="118972"/>
                  <a:pt x="706266" y="126797"/>
                </a:cubicBezTo>
                <a:cubicBezTo>
                  <a:pt x="697308" y="136990"/>
                  <a:pt x="684129" y="145227"/>
                  <a:pt x="666728" y="151508"/>
                </a:cubicBezTo>
                <a:cubicBezTo>
                  <a:pt x="655196" y="155730"/>
                  <a:pt x="638980" y="159024"/>
                  <a:pt x="618079" y="161392"/>
                </a:cubicBezTo>
                <a:moveTo>
                  <a:pt x="619160" y="153825"/>
                </a:moveTo>
                <a:cubicBezTo>
                  <a:pt x="634399" y="152075"/>
                  <a:pt x="646805" y="149089"/>
                  <a:pt x="656381" y="144867"/>
                </a:cubicBezTo>
                <a:cubicBezTo>
                  <a:pt x="669045" y="139205"/>
                  <a:pt x="678518" y="132460"/>
                  <a:pt x="684799" y="124635"/>
                </a:cubicBezTo>
                <a:cubicBezTo>
                  <a:pt x="691182" y="116707"/>
                  <a:pt x="694373" y="109190"/>
                  <a:pt x="694373" y="102086"/>
                </a:cubicBezTo>
                <a:cubicBezTo>
                  <a:pt x="694373" y="97763"/>
                  <a:pt x="692984" y="94262"/>
                  <a:pt x="690204" y="91585"/>
                </a:cubicBezTo>
                <a:cubicBezTo>
                  <a:pt x="687527" y="88908"/>
                  <a:pt x="683666" y="87569"/>
                  <a:pt x="678621" y="87569"/>
                </a:cubicBezTo>
                <a:cubicBezTo>
                  <a:pt x="668119" y="87569"/>
                  <a:pt x="656947" y="93180"/>
                  <a:pt x="645106" y="104403"/>
                </a:cubicBezTo>
                <a:cubicBezTo>
                  <a:pt x="633369" y="115523"/>
                  <a:pt x="624720" y="131997"/>
                  <a:pt x="619160" y="153825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21">
            <a:extLst xmlns:a="http://schemas.openxmlformats.org/drawingml/2006/main">
              <a:ext uri="{FF2B5EF4-FFF2-40B4-BE49-F238E27FC236}">
                <a16:creationId xmlns:a16="http://schemas.microsoft.com/office/drawing/2014/main" id="{B7A69023-18C6-4ACB-8A64-84184E2A0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59297" y="2309283"/>
            <a:ext cx="1264836" cy="284372"/>
          </a:xfrm>
          <a:custGeom xmlns:a="http://schemas.openxmlformats.org/drawingml/2006/main">
            <a:pathLst>
              <a:path w="947968" h="213131">
                <a:moveTo>
                  <a:pt x="55754" y="5715"/>
                </a:moveTo>
                <a:lnTo>
                  <a:pt x="57607" y="0"/>
                </a:lnTo>
                <a:lnTo>
                  <a:pt x="124480" y="0"/>
                </a:lnTo>
                <a:cubicBezTo>
                  <a:pt x="152795" y="0"/>
                  <a:pt x="173747" y="3244"/>
                  <a:pt x="187338" y="9730"/>
                </a:cubicBezTo>
                <a:cubicBezTo>
                  <a:pt x="201032" y="16217"/>
                  <a:pt x="211946" y="26461"/>
                  <a:pt x="220080" y="40464"/>
                </a:cubicBezTo>
                <a:cubicBezTo>
                  <a:pt x="228214" y="54364"/>
                  <a:pt x="232281" y="69294"/>
                  <a:pt x="232281" y="85252"/>
                </a:cubicBezTo>
                <a:cubicBezTo>
                  <a:pt x="232281" y="98946"/>
                  <a:pt x="229913" y="112280"/>
                  <a:pt x="225176" y="125254"/>
                </a:cubicBezTo>
                <a:cubicBezTo>
                  <a:pt x="220543" y="138123"/>
                  <a:pt x="215241" y="148471"/>
                  <a:pt x="209269" y="156296"/>
                </a:cubicBezTo>
                <a:cubicBezTo>
                  <a:pt x="203400" y="164019"/>
                  <a:pt x="194339" y="172564"/>
                  <a:pt x="182087" y="181934"/>
                </a:cubicBezTo>
                <a:cubicBezTo>
                  <a:pt x="169834" y="191303"/>
                  <a:pt x="156553" y="198253"/>
                  <a:pt x="142241" y="202783"/>
                </a:cubicBezTo>
                <a:cubicBezTo>
                  <a:pt x="127930" y="207211"/>
                  <a:pt x="110066" y="209424"/>
                  <a:pt x="88650" y="209424"/>
                </a:cubicBezTo>
                <a:lnTo>
                  <a:pt x="0" y="209424"/>
                </a:lnTo>
                <a:lnTo>
                  <a:pt x="2007" y="203710"/>
                </a:lnTo>
                <a:cubicBezTo>
                  <a:pt x="10141" y="203504"/>
                  <a:pt x="15598" y="202783"/>
                  <a:pt x="18378" y="201548"/>
                </a:cubicBezTo>
                <a:cubicBezTo>
                  <a:pt x="22497" y="199798"/>
                  <a:pt x="25534" y="197429"/>
                  <a:pt x="27490" y="194443"/>
                </a:cubicBezTo>
                <a:cubicBezTo>
                  <a:pt x="30476" y="190119"/>
                  <a:pt x="33823" y="181419"/>
                  <a:pt x="37529" y="168343"/>
                </a:cubicBezTo>
                <a:lnTo>
                  <a:pt x="74595" y="41700"/>
                </a:lnTo>
                <a:cubicBezTo>
                  <a:pt x="77478" y="31713"/>
                  <a:pt x="78919" y="23887"/>
                  <a:pt x="78919" y="18224"/>
                </a:cubicBezTo>
                <a:cubicBezTo>
                  <a:pt x="78919" y="14209"/>
                  <a:pt x="77581" y="11120"/>
                  <a:pt x="74904" y="8958"/>
                </a:cubicBezTo>
                <a:cubicBezTo>
                  <a:pt x="72227" y="6796"/>
                  <a:pt x="66976" y="5715"/>
                  <a:pt x="59151" y="5715"/>
                </a:cubicBezTo>
                <a:lnTo>
                  <a:pt x="55754" y="5715"/>
                </a:lnTo>
                <a:moveTo>
                  <a:pt x="110581" y="11584"/>
                </a:moveTo>
                <a:lnTo>
                  <a:pt x="65174" y="168343"/>
                </a:lnTo>
                <a:cubicBezTo>
                  <a:pt x="61777" y="180081"/>
                  <a:pt x="60077" y="187339"/>
                  <a:pt x="60077" y="190119"/>
                </a:cubicBezTo>
                <a:cubicBezTo>
                  <a:pt x="60077" y="191766"/>
                  <a:pt x="60592" y="193362"/>
                  <a:pt x="61622" y="194906"/>
                </a:cubicBezTo>
                <a:cubicBezTo>
                  <a:pt x="62754" y="196451"/>
                  <a:pt x="64248" y="197480"/>
                  <a:pt x="66101" y="197995"/>
                </a:cubicBezTo>
                <a:cubicBezTo>
                  <a:pt x="68778" y="198922"/>
                  <a:pt x="73102" y="199386"/>
                  <a:pt x="79074" y="199386"/>
                </a:cubicBezTo>
                <a:cubicBezTo>
                  <a:pt x="95239" y="199386"/>
                  <a:pt x="110220" y="197738"/>
                  <a:pt x="124017" y="194443"/>
                </a:cubicBezTo>
                <a:cubicBezTo>
                  <a:pt x="137917" y="191046"/>
                  <a:pt x="149294" y="186052"/>
                  <a:pt x="158149" y="179463"/>
                </a:cubicBezTo>
                <a:cubicBezTo>
                  <a:pt x="170710" y="169887"/>
                  <a:pt x="180748" y="156708"/>
                  <a:pt x="188265" y="139925"/>
                </a:cubicBezTo>
                <a:cubicBezTo>
                  <a:pt x="195781" y="123142"/>
                  <a:pt x="199540" y="104043"/>
                  <a:pt x="199540" y="82627"/>
                </a:cubicBezTo>
                <a:cubicBezTo>
                  <a:pt x="199540" y="58431"/>
                  <a:pt x="193774" y="40464"/>
                  <a:pt x="182242" y="28727"/>
                </a:cubicBezTo>
                <a:cubicBezTo>
                  <a:pt x="170710" y="16886"/>
                  <a:pt x="153876" y="10966"/>
                  <a:pt x="131739" y="10966"/>
                </a:cubicBezTo>
                <a:cubicBezTo>
                  <a:pt x="126282" y="10966"/>
                  <a:pt x="119229" y="11172"/>
                  <a:pt x="110581" y="11584"/>
                </a:cubicBezTo>
                <a:moveTo>
                  <a:pt x="308730" y="8340"/>
                </a:moveTo>
                <a:cubicBezTo>
                  <a:pt x="313054" y="8340"/>
                  <a:pt x="316710" y="9833"/>
                  <a:pt x="319696" y="12819"/>
                </a:cubicBezTo>
                <a:cubicBezTo>
                  <a:pt x="322682" y="15805"/>
                  <a:pt x="324174" y="19460"/>
                  <a:pt x="324174" y="23784"/>
                </a:cubicBezTo>
                <a:cubicBezTo>
                  <a:pt x="324174" y="28006"/>
                  <a:pt x="322630" y="31661"/>
                  <a:pt x="319541" y="34749"/>
                </a:cubicBezTo>
                <a:cubicBezTo>
                  <a:pt x="316555" y="37735"/>
                  <a:pt x="312951" y="39229"/>
                  <a:pt x="308730" y="39229"/>
                </a:cubicBezTo>
                <a:cubicBezTo>
                  <a:pt x="304509" y="39229"/>
                  <a:pt x="300854" y="37735"/>
                  <a:pt x="297765" y="34749"/>
                </a:cubicBezTo>
                <a:cubicBezTo>
                  <a:pt x="294779" y="31661"/>
                  <a:pt x="293286" y="28006"/>
                  <a:pt x="293286" y="23784"/>
                </a:cubicBezTo>
                <a:cubicBezTo>
                  <a:pt x="293286" y="19460"/>
                  <a:pt x="294779" y="15805"/>
                  <a:pt x="297765" y="12819"/>
                </a:cubicBezTo>
                <a:cubicBezTo>
                  <a:pt x="300751" y="9833"/>
                  <a:pt x="304406" y="8340"/>
                  <a:pt x="308730" y="8340"/>
                </a:cubicBezTo>
                <a:moveTo>
                  <a:pt x="310738" y="69654"/>
                </a:moveTo>
                <a:lnTo>
                  <a:pt x="280158" y="177918"/>
                </a:lnTo>
                <a:cubicBezTo>
                  <a:pt x="278099" y="185229"/>
                  <a:pt x="277069" y="189604"/>
                  <a:pt x="277069" y="191046"/>
                </a:cubicBezTo>
                <a:cubicBezTo>
                  <a:pt x="277069" y="192693"/>
                  <a:pt x="277532" y="194032"/>
                  <a:pt x="278459" y="195061"/>
                </a:cubicBezTo>
                <a:cubicBezTo>
                  <a:pt x="279489" y="196091"/>
                  <a:pt x="280673" y="196606"/>
                  <a:pt x="282012" y="196606"/>
                </a:cubicBezTo>
                <a:cubicBezTo>
                  <a:pt x="283556" y="196606"/>
                  <a:pt x="285409" y="195782"/>
                  <a:pt x="287572" y="194135"/>
                </a:cubicBezTo>
                <a:cubicBezTo>
                  <a:pt x="293441" y="189501"/>
                  <a:pt x="299360" y="182912"/>
                  <a:pt x="305332" y="174366"/>
                </a:cubicBezTo>
                <a:lnTo>
                  <a:pt x="310738" y="177918"/>
                </a:lnTo>
                <a:cubicBezTo>
                  <a:pt x="303737" y="188626"/>
                  <a:pt x="295500" y="197635"/>
                  <a:pt x="286027" y="204946"/>
                </a:cubicBezTo>
                <a:cubicBezTo>
                  <a:pt x="279026" y="210403"/>
                  <a:pt x="272333" y="213131"/>
                  <a:pt x="265950" y="213131"/>
                </a:cubicBezTo>
                <a:cubicBezTo>
                  <a:pt x="261728" y="213131"/>
                  <a:pt x="258279" y="211895"/>
                  <a:pt x="255602" y="209424"/>
                </a:cubicBezTo>
                <a:cubicBezTo>
                  <a:pt x="252925" y="206850"/>
                  <a:pt x="251587" y="203658"/>
                  <a:pt x="251587" y="199849"/>
                </a:cubicBezTo>
                <a:cubicBezTo>
                  <a:pt x="251587" y="196039"/>
                  <a:pt x="252873" y="189707"/>
                  <a:pt x="255447" y="180852"/>
                </a:cubicBezTo>
                <a:lnTo>
                  <a:pt x="275525" y="111663"/>
                </a:lnTo>
                <a:cubicBezTo>
                  <a:pt x="278820" y="100337"/>
                  <a:pt x="280467" y="93232"/>
                  <a:pt x="280467" y="90349"/>
                </a:cubicBezTo>
                <a:cubicBezTo>
                  <a:pt x="280467" y="88084"/>
                  <a:pt x="279644" y="86231"/>
                  <a:pt x="277996" y="84789"/>
                </a:cubicBezTo>
                <a:cubicBezTo>
                  <a:pt x="276452" y="83348"/>
                  <a:pt x="274290" y="82627"/>
                  <a:pt x="271510" y="82627"/>
                </a:cubicBezTo>
                <a:cubicBezTo>
                  <a:pt x="269244" y="82627"/>
                  <a:pt x="264560" y="83193"/>
                  <a:pt x="257456" y="84325"/>
                </a:cubicBezTo>
                <a:lnTo>
                  <a:pt x="257456" y="78303"/>
                </a:lnTo>
                <a:lnTo>
                  <a:pt x="310738" y="69654"/>
                </a:lnTo>
                <a:moveTo>
                  <a:pt x="440778" y="69654"/>
                </a:moveTo>
                <a:lnTo>
                  <a:pt x="431358" y="117068"/>
                </a:lnTo>
                <a:lnTo>
                  <a:pt x="425644" y="117068"/>
                </a:lnTo>
                <a:cubicBezTo>
                  <a:pt x="425129" y="103271"/>
                  <a:pt x="422194" y="93232"/>
                  <a:pt x="416840" y="86951"/>
                </a:cubicBezTo>
                <a:cubicBezTo>
                  <a:pt x="411486" y="80671"/>
                  <a:pt x="404845" y="77531"/>
                  <a:pt x="396917" y="77531"/>
                </a:cubicBezTo>
                <a:cubicBezTo>
                  <a:pt x="390533" y="77531"/>
                  <a:pt x="385436" y="79281"/>
                  <a:pt x="381628" y="82781"/>
                </a:cubicBezTo>
                <a:cubicBezTo>
                  <a:pt x="377921" y="86282"/>
                  <a:pt x="376068" y="90503"/>
                  <a:pt x="376068" y="95445"/>
                </a:cubicBezTo>
                <a:cubicBezTo>
                  <a:pt x="376068" y="98843"/>
                  <a:pt x="376788" y="102087"/>
                  <a:pt x="378230" y="105176"/>
                </a:cubicBezTo>
                <a:cubicBezTo>
                  <a:pt x="379774" y="108265"/>
                  <a:pt x="383068" y="112589"/>
                  <a:pt x="388113" y="118149"/>
                </a:cubicBezTo>
                <a:cubicBezTo>
                  <a:pt x="401498" y="132769"/>
                  <a:pt x="410147" y="143786"/>
                  <a:pt x="414060" y="151199"/>
                </a:cubicBezTo>
                <a:cubicBezTo>
                  <a:pt x="417972" y="158612"/>
                  <a:pt x="419929" y="165614"/>
                  <a:pt x="419929" y="172204"/>
                </a:cubicBezTo>
                <a:cubicBezTo>
                  <a:pt x="419929" y="182912"/>
                  <a:pt x="415450" y="192435"/>
                  <a:pt x="406493" y="200775"/>
                </a:cubicBezTo>
                <a:cubicBezTo>
                  <a:pt x="397638" y="209012"/>
                  <a:pt x="386415" y="213131"/>
                  <a:pt x="372824" y="213131"/>
                </a:cubicBezTo>
                <a:cubicBezTo>
                  <a:pt x="365410" y="213131"/>
                  <a:pt x="356865" y="211380"/>
                  <a:pt x="347186" y="207880"/>
                </a:cubicBezTo>
                <a:cubicBezTo>
                  <a:pt x="343788" y="206644"/>
                  <a:pt x="341163" y="206026"/>
                  <a:pt x="339310" y="206026"/>
                </a:cubicBezTo>
                <a:cubicBezTo>
                  <a:pt x="334677" y="206026"/>
                  <a:pt x="331176" y="208394"/>
                  <a:pt x="328808" y="213131"/>
                </a:cubicBezTo>
                <a:lnTo>
                  <a:pt x="323094" y="213131"/>
                </a:lnTo>
                <a:lnTo>
                  <a:pt x="332514" y="163092"/>
                </a:lnTo>
                <a:lnTo>
                  <a:pt x="338228" y="163092"/>
                </a:lnTo>
                <a:cubicBezTo>
                  <a:pt x="338846" y="178742"/>
                  <a:pt x="342090" y="189810"/>
                  <a:pt x="347959" y="196297"/>
                </a:cubicBezTo>
                <a:cubicBezTo>
                  <a:pt x="353828" y="202783"/>
                  <a:pt x="361859" y="206026"/>
                  <a:pt x="372052" y="206026"/>
                </a:cubicBezTo>
                <a:cubicBezTo>
                  <a:pt x="379876" y="206026"/>
                  <a:pt x="386054" y="203864"/>
                  <a:pt x="390584" y="199540"/>
                </a:cubicBezTo>
                <a:cubicBezTo>
                  <a:pt x="395218" y="195112"/>
                  <a:pt x="397535" y="189707"/>
                  <a:pt x="397535" y="183324"/>
                </a:cubicBezTo>
                <a:cubicBezTo>
                  <a:pt x="397535" y="179205"/>
                  <a:pt x="396711" y="175395"/>
                  <a:pt x="395064" y="171895"/>
                </a:cubicBezTo>
                <a:cubicBezTo>
                  <a:pt x="392181" y="165717"/>
                  <a:pt x="386106" y="157171"/>
                  <a:pt x="376839" y="146257"/>
                </a:cubicBezTo>
                <a:cubicBezTo>
                  <a:pt x="367676" y="135343"/>
                  <a:pt x="361756" y="127158"/>
                  <a:pt x="359079" y="121701"/>
                </a:cubicBezTo>
                <a:cubicBezTo>
                  <a:pt x="356505" y="116244"/>
                  <a:pt x="355217" y="110787"/>
                  <a:pt x="355217" y="105330"/>
                </a:cubicBezTo>
                <a:cubicBezTo>
                  <a:pt x="355217" y="95342"/>
                  <a:pt x="358821" y="86899"/>
                  <a:pt x="366028" y="80001"/>
                </a:cubicBezTo>
                <a:cubicBezTo>
                  <a:pt x="373339" y="73104"/>
                  <a:pt x="382708" y="69654"/>
                  <a:pt x="394137" y="69654"/>
                </a:cubicBezTo>
                <a:cubicBezTo>
                  <a:pt x="397432" y="69654"/>
                  <a:pt x="400418" y="69912"/>
                  <a:pt x="403095" y="70426"/>
                </a:cubicBezTo>
                <a:cubicBezTo>
                  <a:pt x="404536" y="70735"/>
                  <a:pt x="407882" y="71919"/>
                  <a:pt x="413133" y="73978"/>
                </a:cubicBezTo>
                <a:cubicBezTo>
                  <a:pt x="418487" y="75934"/>
                  <a:pt x="422040" y="76913"/>
                  <a:pt x="423790" y="76913"/>
                </a:cubicBezTo>
                <a:cubicBezTo>
                  <a:pt x="428218" y="76913"/>
                  <a:pt x="431924" y="74493"/>
                  <a:pt x="434910" y="69654"/>
                </a:cubicBezTo>
                <a:lnTo>
                  <a:pt x="440778" y="69654"/>
                </a:lnTo>
                <a:moveTo>
                  <a:pt x="531436" y="31352"/>
                </a:moveTo>
                <a:lnTo>
                  <a:pt x="519390" y="73360"/>
                </a:lnTo>
                <a:lnTo>
                  <a:pt x="543637" y="73360"/>
                </a:lnTo>
                <a:lnTo>
                  <a:pt x="541012" y="83090"/>
                </a:lnTo>
                <a:lnTo>
                  <a:pt x="516918" y="83090"/>
                </a:lnTo>
                <a:lnTo>
                  <a:pt x="490354" y="174212"/>
                </a:lnTo>
                <a:cubicBezTo>
                  <a:pt x="487471" y="183993"/>
                  <a:pt x="486030" y="190325"/>
                  <a:pt x="486030" y="193208"/>
                </a:cubicBezTo>
                <a:cubicBezTo>
                  <a:pt x="486030" y="194958"/>
                  <a:pt x="486442" y="196297"/>
                  <a:pt x="487265" y="197223"/>
                </a:cubicBezTo>
                <a:cubicBezTo>
                  <a:pt x="488089" y="198150"/>
                  <a:pt x="489068" y="198613"/>
                  <a:pt x="490200" y="198613"/>
                </a:cubicBezTo>
                <a:cubicBezTo>
                  <a:pt x="492774" y="198613"/>
                  <a:pt x="496172" y="196812"/>
                  <a:pt x="500394" y="193208"/>
                </a:cubicBezTo>
                <a:cubicBezTo>
                  <a:pt x="502865" y="191149"/>
                  <a:pt x="508373" y="184817"/>
                  <a:pt x="516918" y="174212"/>
                </a:cubicBezTo>
                <a:lnTo>
                  <a:pt x="522016" y="178072"/>
                </a:lnTo>
                <a:cubicBezTo>
                  <a:pt x="512543" y="191869"/>
                  <a:pt x="503585" y="201599"/>
                  <a:pt x="495142" y="207262"/>
                </a:cubicBezTo>
                <a:cubicBezTo>
                  <a:pt x="489376" y="211174"/>
                  <a:pt x="483560" y="213131"/>
                  <a:pt x="477691" y="213131"/>
                </a:cubicBezTo>
                <a:cubicBezTo>
                  <a:pt x="473160" y="213131"/>
                  <a:pt x="469454" y="211741"/>
                  <a:pt x="466571" y="208961"/>
                </a:cubicBezTo>
                <a:cubicBezTo>
                  <a:pt x="463688" y="206078"/>
                  <a:pt x="462246" y="202423"/>
                  <a:pt x="462246" y="197995"/>
                </a:cubicBezTo>
                <a:cubicBezTo>
                  <a:pt x="462246" y="192435"/>
                  <a:pt x="463894" y="183941"/>
                  <a:pt x="467189" y="172512"/>
                </a:cubicBezTo>
                <a:lnTo>
                  <a:pt x="492980" y="83090"/>
                </a:lnTo>
                <a:lnTo>
                  <a:pt x="469660" y="83090"/>
                </a:lnTo>
                <a:lnTo>
                  <a:pt x="471204" y="77067"/>
                </a:lnTo>
                <a:cubicBezTo>
                  <a:pt x="482530" y="73978"/>
                  <a:pt x="491951" y="69397"/>
                  <a:pt x="499467" y="63322"/>
                </a:cubicBezTo>
                <a:cubicBezTo>
                  <a:pt x="506983" y="57144"/>
                  <a:pt x="515374" y="46487"/>
                  <a:pt x="524641" y="31352"/>
                </a:cubicBezTo>
                <a:lnTo>
                  <a:pt x="531436" y="31352"/>
                </a:lnTo>
                <a:moveTo>
                  <a:pt x="685724" y="69654"/>
                </a:moveTo>
                <a:lnTo>
                  <a:pt x="655608" y="174366"/>
                </a:lnTo>
                <a:lnTo>
                  <a:pt x="652210" y="188420"/>
                </a:lnTo>
                <a:cubicBezTo>
                  <a:pt x="651902" y="189758"/>
                  <a:pt x="651747" y="190891"/>
                  <a:pt x="651747" y="191817"/>
                </a:cubicBezTo>
                <a:cubicBezTo>
                  <a:pt x="651747" y="193465"/>
                  <a:pt x="652261" y="194906"/>
                  <a:pt x="653291" y="196142"/>
                </a:cubicBezTo>
                <a:cubicBezTo>
                  <a:pt x="654115" y="197069"/>
                  <a:pt x="655144" y="197532"/>
                  <a:pt x="656380" y="197532"/>
                </a:cubicBezTo>
                <a:cubicBezTo>
                  <a:pt x="657718" y="197532"/>
                  <a:pt x="659469" y="196709"/>
                  <a:pt x="661631" y="195061"/>
                </a:cubicBezTo>
                <a:cubicBezTo>
                  <a:pt x="665647" y="192075"/>
                  <a:pt x="671001" y="185898"/>
                  <a:pt x="677693" y="176528"/>
                </a:cubicBezTo>
                <a:lnTo>
                  <a:pt x="682944" y="180235"/>
                </a:lnTo>
                <a:cubicBezTo>
                  <a:pt x="675840" y="190943"/>
                  <a:pt x="668530" y="199128"/>
                  <a:pt x="661013" y="204791"/>
                </a:cubicBezTo>
                <a:cubicBezTo>
                  <a:pt x="653497" y="210351"/>
                  <a:pt x="646547" y="213131"/>
                  <a:pt x="640164" y="213131"/>
                </a:cubicBezTo>
                <a:cubicBezTo>
                  <a:pt x="635736" y="213131"/>
                  <a:pt x="632391" y="211998"/>
                  <a:pt x="630125" y="209733"/>
                </a:cubicBezTo>
                <a:cubicBezTo>
                  <a:pt x="627963" y="207571"/>
                  <a:pt x="626882" y="204379"/>
                  <a:pt x="626882" y="200157"/>
                </a:cubicBezTo>
                <a:cubicBezTo>
                  <a:pt x="626882" y="195112"/>
                  <a:pt x="628014" y="188472"/>
                  <a:pt x="630279" y="180235"/>
                </a:cubicBezTo>
                <a:lnTo>
                  <a:pt x="633523" y="168652"/>
                </a:lnTo>
                <a:cubicBezTo>
                  <a:pt x="620035" y="186258"/>
                  <a:pt x="607628" y="198562"/>
                  <a:pt x="596302" y="205563"/>
                </a:cubicBezTo>
                <a:cubicBezTo>
                  <a:pt x="588169" y="210609"/>
                  <a:pt x="580189" y="213131"/>
                  <a:pt x="572363" y="213131"/>
                </a:cubicBezTo>
                <a:cubicBezTo>
                  <a:pt x="564847" y="213131"/>
                  <a:pt x="558360" y="210042"/>
                  <a:pt x="552903" y="203864"/>
                </a:cubicBezTo>
                <a:cubicBezTo>
                  <a:pt x="547446" y="197583"/>
                  <a:pt x="544718" y="188986"/>
                  <a:pt x="544718" y="178072"/>
                </a:cubicBezTo>
                <a:cubicBezTo>
                  <a:pt x="544718" y="161701"/>
                  <a:pt x="549609" y="144456"/>
                  <a:pt x="559390" y="126334"/>
                </a:cubicBezTo>
                <a:cubicBezTo>
                  <a:pt x="569275" y="108110"/>
                  <a:pt x="581785" y="93541"/>
                  <a:pt x="596919" y="82627"/>
                </a:cubicBezTo>
                <a:cubicBezTo>
                  <a:pt x="608760" y="73978"/>
                  <a:pt x="619932" y="69654"/>
                  <a:pt x="630434" y="69654"/>
                </a:cubicBezTo>
                <a:cubicBezTo>
                  <a:pt x="636715" y="69654"/>
                  <a:pt x="641914" y="71301"/>
                  <a:pt x="646033" y="74596"/>
                </a:cubicBezTo>
                <a:cubicBezTo>
                  <a:pt x="650254" y="77891"/>
                  <a:pt x="653446" y="83348"/>
                  <a:pt x="655608" y="90967"/>
                </a:cubicBezTo>
                <a:lnTo>
                  <a:pt x="661168" y="73360"/>
                </a:lnTo>
                <a:lnTo>
                  <a:pt x="685724" y="69654"/>
                </a:lnTo>
                <a:moveTo>
                  <a:pt x="630743" y="77685"/>
                </a:moveTo>
                <a:cubicBezTo>
                  <a:pt x="624154" y="77685"/>
                  <a:pt x="617152" y="80774"/>
                  <a:pt x="609739" y="86951"/>
                </a:cubicBezTo>
                <a:cubicBezTo>
                  <a:pt x="599237" y="95703"/>
                  <a:pt x="589867" y="108677"/>
                  <a:pt x="581630" y="125871"/>
                </a:cubicBezTo>
                <a:cubicBezTo>
                  <a:pt x="573496" y="143065"/>
                  <a:pt x="569429" y="158612"/>
                  <a:pt x="569429" y="172512"/>
                </a:cubicBezTo>
                <a:cubicBezTo>
                  <a:pt x="569429" y="179514"/>
                  <a:pt x="571180" y="185074"/>
                  <a:pt x="574681" y="189192"/>
                </a:cubicBezTo>
                <a:cubicBezTo>
                  <a:pt x="578181" y="193208"/>
                  <a:pt x="582197" y="195215"/>
                  <a:pt x="586727" y="195215"/>
                </a:cubicBezTo>
                <a:cubicBezTo>
                  <a:pt x="597949" y="195215"/>
                  <a:pt x="610151" y="186927"/>
                  <a:pt x="623330" y="170350"/>
                </a:cubicBezTo>
                <a:cubicBezTo>
                  <a:pt x="640937" y="148316"/>
                  <a:pt x="649739" y="125716"/>
                  <a:pt x="649739" y="102550"/>
                </a:cubicBezTo>
                <a:cubicBezTo>
                  <a:pt x="649739" y="93798"/>
                  <a:pt x="648041" y="87466"/>
                  <a:pt x="644643" y="83554"/>
                </a:cubicBezTo>
                <a:cubicBezTo>
                  <a:pt x="641245" y="79641"/>
                  <a:pt x="636612" y="77685"/>
                  <a:pt x="630743" y="77685"/>
                </a:cubicBezTo>
                <a:moveTo>
                  <a:pt x="765262" y="69654"/>
                </a:moveTo>
                <a:lnTo>
                  <a:pt x="744722" y="139925"/>
                </a:lnTo>
                <a:cubicBezTo>
                  <a:pt x="763975" y="111199"/>
                  <a:pt x="778699" y="92306"/>
                  <a:pt x="788892" y="83245"/>
                </a:cubicBezTo>
                <a:cubicBezTo>
                  <a:pt x="799188" y="74184"/>
                  <a:pt x="809073" y="69654"/>
                  <a:pt x="818545" y="69654"/>
                </a:cubicBezTo>
                <a:cubicBezTo>
                  <a:pt x="823693" y="69654"/>
                  <a:pt x="827915" y="71353"/>
                  <a:pt x="831210" y="74751"/>
                </a:cubicBezTo>
                <a:cubicBezTo>
                  <a:pt x="834607" y="78149"/>
                  <a:pt x="836306" y="82575"/>
                  <a:pt x="836306" y="88032"/>
                </a:cubicBezTo>
                <a:cubicBezTo>
                  <a:pt x="836306" y="94210"/>
                  <a:pt x="834813" y="102447"/>
                  <a:pt x="831827" y="112743"/>
                </a:cubicBezTo>
                <a:lnTo>
                  <a:pt x="812985" y="177764"/>
                </a:lnTo>
                <a:cubicBezTo>
                  <a:pt x="810823" y="185280"/>
                  <a:pt x="809742" y="189861"/>
                  <a:pt x="809742" y="191509"/>
                </a:cubicBezTo>
                <a:cubicBezTo>
                  <a:pt x="809742" y="192950"/>
                  <a:pt x="810154" y="194186"/>
                  <a:pt x="810978" y="195215"/>
                </a:cubicBezTo>
                <a:cubicBezTo>
                  <a:pt x="811802" y="196142"/>
                  <a:pt x="812676" y="196606"/>
                  <a:pt x="813603" y="196606"/>
                </a:cubicBezTo>
                <a:cubicBezTo>
                  <a:pt x="814838" y="196606"/>
                  <a:pt x="816331" y="195936"/>
                  <a:pt x="818081" y="194597"/>
                </a:cubicBezTo>
                <a:cubicBezTo>
                  <a:pt x="823538" y="190273"/>
                  <a:pt x="829510" y="183684"/>
                  <a:pt x="835997" y="174830"/>
                </a:cubicBezTo>
                <a:lnTo>
                  <a:pt x="840785" y="177764"/>
                </a:lnTo>
                <a:cubicBezTo>
                  <a:pt x="831210" y="191458"/>
                  <a:pt x="822149" y="201239"/>
                  <a:pt x="813603" y="207108"/>
                </a:cubicBezTo>
                <a:cubicBezTo>
                  <a:pt x="807631" y="211123"/>
                  <a:pt x="802277" y="213131"/>
                  <a:pt x="797541" y="213131"/>
                </a:cubicBezTo>
                <a:cubicBezTo>
                  <a:pt x="793731" y="213131"/>
                  <a:pt x="790694" y="211947"/>
                  <a:pt x="788429" y="209579"/>
                </a:cubicBezTo>
                <a:cubicBezTo>
                  <a:pt x="786164" y="207314"/>
                  <a:pt x="785031" y="204225"/>
                  <a:pt x="785031" y="200312"/>
                </a:cubicBezTo>
                <a:cubicBezTo>
                  <a:pt x="785031" y="195370"/>
                  <a:pt x="786782" y="186875"/>
                  <a:pt x="790282" y="174830"/>
                </a:cubicBezTo>
                <a:lnTo>
                  <a:pt x="808197" y="112743"/>
                </a:lnTo>
                <a:cubicBezTo>
                  <a:pt x="810462" y="105021"/>
                  <a:pt x="811596" y="98998"/>
                  <a:pt x="811596" y="94674"/>
                </a:cubicBezTo>
                <a:cubicBezTo>
                  <a:pt x="811596" y="92614"/>
                  <a:pt x="810926" y="90967"/>
                  <a:pt x="809587" y="89731"/>
                </a:cubicBezTo>
                <a:cubicBezTo>
                  <a:pt x="808249" y="88393"/>
                  <a:pt x="806601" y="87723"/>
                  <a:pt x="804645" y="87723"/>
                </a:cubicBezTo>
                <a:cubicBezTo>
                  <a:pt x="801762" y="87723"/>
                  <a:pt x="798313" y="88959"/>
                  <a:pt x="794298" y="91430"/>
                </a:cubicBezTo>
                <a:cubicBezTo>
                  <a:pt x="786679" y="96063"/>
                  <a:pt x="778751" y="103734"/>
                  <a:pt x="770514" y="114443"/>
                </a:cubicBezTo>
                <a:cubicBezTo>
                  <a:pt x="762277" y="125048"/>
                  <a:pt x="753577" y="138638"/>
                  <a:pt x="744413" y="155215"/>
                </a:cubicBezTo>
                <a:cubicBezTo>
                  <a:pt x="739574" y="163967"/>
                  <a:pt x="735558" y="173542"/>
                  <a:pt x="732366" y="183941"/>
                </a:cubicBezTo>
                <a:lnTo>
                  <a:pt x="724644" y="209424"/>
                </a:lnTo>
                <a:lnTo>
                  <a:pt x="701478" y="209424"/>
                </a:lnTo>
                <a:lnTo>
                  <a:pt x="729586" y="112743"/>
                </a:lnTo>
                <a:cubicBezTo>
                  <a:pt x="732881" y="101108"/>
                  <a:pt x="734529" y="94107"/>
                  <a:pt x="734529" y="91739"/>
                </a:cubicBezTo>
                <a:cubicBezTo>
                  <a:pt x="734529" y="89474"/>
                  <a:pt x="733602" y="87517"/>
                  <a:pt x="731749" y="85870"/>
                </a:cubicBezTo>
                <a:cubicBezTo>
                  <a:pt x="729998" y="84119"/>
                  <a:pt x="727784" y="83245"/>
                  <a:pt x="725107" y="83245"/>
                </a:cubicBezTo>
                <a:cubicBezTo>
                  <a:pt x="723871" y="83245"/>
                  <a:pt x="721709" y="83451"/>
                  <a:pt x="718620" y="83863"/>
                </a:cubicBezTo>
                <a:lnTo>
                  <a:pt x="712751" y="84789"/>
                </a:lnTo>
                <a:lnTo>
                  <a:pt x="711825" y="79229"/>
                </a:lnTo>
                <a:lnTo>
                  <a:pt x="765262" y="69654"/>
                </a:lnTo>
                <a:moveTo>
                  <a:pt x="935767" y="31352"/>
                </a:moveTo>
                <a:lnTo>
                  <a:pt x="923720" y="73360"/>
                </a:lnTo>
                <a:lnTo>
                  <a:pt x="947968" y="73360"/>
                </a:lnTo>
                <a:lnTo>
                  <a:pt x="945342" y="83090"/>
                </a:lnTo>
                <a:lnTo>
                  <a:pt x="921249" y="83090"/>
                </a:lnTo>
                <a:lnTo>
                  <a:pt x="894686" y="174212"/>
                </a:lnTo>
                <a:cubicBezTo>
                  <a:pt x="891803" y="183993"/>
                  <a:pt x="890361" y="190325"/>
                  <a:pt x="890361" y="193208"/>
                </a:cubicBezTo>
                <a:cubicBezTo>
                  <a:pt x="890361" y="194958"/>
                  <a:pt x="890773" y="196297"/>
                  <a:pt x="891597" y="197223"/>
                </a:cubicBezTo>
                <a:cubicBezTo>
                  <a:pt x="892420" y="198150"/>
                  <a:pt x="893398" y="198613"/>
                  <a:pt x="894531" y="198613"/>
                </a:cubicBezTo>
                <a:cubicBezTo>
                  <a:pt x="897105" y="198613"/>
                  <a:pt x="900502" y="196812"/>
                  <a:pt x="904724" y="193208"/>
                </a:cubicBezTo>
                <a:cubicBezTo>
                  <a:pt x="907195" y="191149"/>
                  <a:pt x="912703" y="184817"/>
                  <a:pt x="921249" y="174212"/>
                </a:cubicBezTo>
                <a:lnTo>
                  <a:pt x="926346" y="178072"/>
                </a:lnTo>
                <a:cubicBezTo>
                  <a:pt x="916873" y="191869"/>
                  <a:pt x="907916" y="201599"/>
                  <a:pt x="899473" y="207262"/>
                </a:cubicBezTo>
                <a:cubicBezTo>
                  <a:pt x="893707" y="211174"/>
                  <a:pt x="887890" y="213131"/>
                  <a:pt x="882021" y="213131"/>
                </a:cubicBezTo>
                <a:cubicBezTo>
                  <a:pt x="877491" y="213131"/>
                  <a:pt x="873784" y="211741"/>
                  <a:pt x="870901" y="208961"/>
                </a:cubicBezTo>
                <a:cubicBezTo>
                  <a:pt x="868018" y="206078"/>
                  <a:pt x="866577" y="202423"/>
                  <a:pt x="866577" y="197995"/>
                </a:cubicBezTo>
                <a:cubicBezTo>
                  <a:pt x="866577" y="192435"/>
                  <a:pt x="868224" y="183941"/>
                  <a:pt x="871519" y="172512"/>
                </a:cubicBezTo>
                <a:lnTo>
                  <a:pt x="897311" y="83090"/>
                </a:lnTo>
                <a:lnTo>
                  <a:pt x="873990" y="83090"/>
                </a:lnTo>
                <a:lnTo>
                  <a:pt x="875534" y="77067"/>
                </a:lnTo>
                <a:cubicBezTo>
                  <a:pt x="886860" y="73978"/>
                  <a:pt x="896281" y="69397"/>
                  <a:pt x="903797" y="63322"/>
                </a:cubicBezTo>
                <a:cubicBezTo>
                  <a:pt x="911313" y="57144"/>
                  <a:pt x="919704" y="46487"/>
                  <a:pt x="928971" y="31352"/>
                </a:cubicBezTo>
                <a:lnTo>
                  <a:pt x="935767" y="31352"/>
                </a:lnTo>
              </a:path>
            </a:pathLst>
          </a:custGeom>
          <a:solidFill xmlns:a="http://schemas.openxmlformats.org/drawingml/2006/main">
            <a:srgbClr val="FF2121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5" name="">
            <a:extLst xmlns:a="http://schemas.openxmlformats.org/drawingml/2006/main">
              <a:ext uri="{FF2B5EF4-FFF2-40B4-BE49-F238E27FC236}">
                <a16:creationId xmlns:a16="http://schemas.microsoft.com/office/drawing/2014/main" id="{11A8B92F-EC9A-430D-8E1A-F712E492A30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5ad38278c4647c8"/>
          <a:stretch xmlns:a="http://schemas.openxmlformats.org/drawingml/2006/main"/>
        </p:blipFill>
        <p:spPr>
          <a:xfrm xmlns:a="http://schemas.openxmlformats.org/drawingml/2006/main">
            <a:off x="4602776" y="2754763"/>
            <a:ext cx="1537768" cy="1537768"/>
          </a:xfrm>
          <a:prstGeom xmlns:a="http://schemas.openxmlformats.org/drawingml/2006/main" prst="rect">
            <a:avLst/>
          </a:prstGeom>
        </p:spPr>
      </p:pic>
      <p:pic>
        <p:nvPicPr>
          <p:cNvPr id="16" name="">
            <a:extLst xmlns:a="http://schemas.openxmlformats.org/drawingml/2006/main">
              <a:ext uri="{FF2B5EF4-FFF2-40B4-BE49-F238E27FC236}">
                <a16:creationId xmlns:a16="http://schemas.microsoft.com/office/drawing/2014/main" id="{4E7E0E66-BFD9-48A0-8AC7-6E7BF3D5462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2589fdd6ce54e30"/>
          <a:stretch xmlns:a="http://schemas.openxmlformats.org/drawingml/2006/main"/>
        </p:blipFill>
        <p:spPr>
          <a:xfrm xmlns:a="http://schemas.openxmlformats.org/drawingml/2006/main">
            <a:off x="12062856" y="2754763"/>
            <a:ext cx="1537768" cy="1537768"/>
          </a:xfrm>
          <a:prstGeom xmlns:a="http://schemas.openxmlformats.org/drawingml/2006/main" prst="rect">
            <a:avLst/>
          </a:prstGeom>
        </p:spPr>
      </p:pic>
      <p:pic>
        <p:nvPic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5FDB6B0A-9C77-408A-9292-D11AF8369B7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3cf037c861c4ab9"/>
          <a:stretch xmlns:a="http://schemas.openxmlformats.org/drawingml/2006/main"/>
        </p:blipFill>
        <p:spPr>
          <a:xfrm xmlns:a="http://schemas.openxmlformats.org/drawingml/2006/main">
            <a:off x="9343168" y="2754763"/>
            <a:ext cx="1537768" cy="1537768"/>
          </a:xfrm>
          <a:prstGeom xmlns:a="http://schemas.openxmlformats.org/drawingml/2006/main" prst="rect">
            <a:avLst/>
          </a:prstGeom>
        </p:spPr>
      </p:pic>
      <p:pic>
        <p:nvPic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7A74146D-0EF8-4901-B41B-DC47D20D56F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b0091ed86624729"/>
          <a:stretch xmlns:a="http://schemas.openxmlformats.org/drawingml/2006/main"/>
        </p:blipFill>
        <p:spPr>
          <a:xfrm xmlns:a="http://schemas.openxmlformats.org/drawingml/2006/main">
            <a:off x="7322464" y="2754763"/>
            <a:ext cx="1537768" cy="1537768"/>
          </a:xfrm>
          <a:prstGeom xmlns:a="http://schemas.openxmlformats.org/drawingml/2006/main" prst="rect">
            <a:avLst/>
          </a:prstGeom>
        </p:spPr>
      </p:pic>
      <p:pic>
        <p:nvPicPr>
          <p:cNvPr id="19" name="">
            <a:extLst xmlns:a="http://schemas.openxmlformats.org/drawingml/2006/main">
              <a:ext uri="{FF2B5EF4-FFF2-40B4-BE49-F238E27FC236}">
                <a16:creationId xmlns:a16="http://schemas.microsoft.com/office/drawing/2014/main" id="{80850EE5-0276-4028-B3CD-A3681D40CD4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1806c01d9994252"/>
          <a:stretch xmlns:a="http://schemas.openxmlformats.org/drawingml/2006/main"/>
        </p:blipFill>
        <p:spPr>
          <a:xfrm xmlns:a="http://schemas.openxmlformats.org/drawingml/2006/main">
            <a:off x="10575924" y="4966098"/>
            <a:ext cx="1537768" cy="1537768"/>
          </a:xfrm>
          <a:prstGeom xmlns:a="http://schemas.openxmlformats.org/drawingml/2006/main" prst="rect">
            <a:avLst/>
          </a:prstGeom>
        </p:spPr>
      </p:pic>
      <p:pic>
        <p:nvPicPr>
          <p:cNvPr id="20" name="">
            <a:extLst xmlns:a="http://schemas.openxmlformats.org/drawingml/2006/main">
              <a:ext uri="{FF2B5EF4-FFF2-40B4-BE49-F238E27FC236}">
                <a16:creationId xmlns:a16="http://schemas.microsoft.com/office/drawing/2014/main" id="{50B6061D-B1A4-44CC-A571-E7D838F4A66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6e0c10be16643ff"/>
          <a:stretch xmlns:a="http://schemas.openxmlformats.org/drawingml/2006/main"/>
        </p:blipFill>
        <p:spPr>
          <a:xfrm xmlns:a="http://schemas.openxmlformats.org/drawingml/2006/main">
            <a:off x="8326462" y="4966098"/>
            <a:ext cx="1537768" cy="1537768"/>
          </a:xfrm>
          <a:prstGeom xmlns:a="http://schemas.openxmlformats.org/drawingml/2006/main" prst="rect">
            <a:avLst/>
          </a:prstGeom>
        </p:spPr>
      </p:pic>
      <p:pic>
        <p:nvPicPr>
          <p:cNvPr id="21" name="">
            <a:extLst xmlns:a="http://schemas.openxmlformats.org/drawingml/2006/main">
              <a:ext uri="{FF2B5EF4-FFF2-40B4-BE49-F238E27FC236}">
                <a16:creationId xmlns:a16="http://schemas.microsoft.com/office/drawing/2014/main" id="{C59317DB-3A7B-416F-91BC-EBE2F04BA31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3ec069efd6d40e0"/>
          <a:stretch xmlns:a="http://schemas.openxmlformats.org/drawingml/2006/main"/>
        </p:blipFill>
        <p:spPr>
          <a:xfrm xmlns:a="http://schemas.openxmlformats.org/drawingml/2006/main">
            <a:off x="6064291" y="4966098"/>
            <a:ext cx="1537768" cy="1537768"/>
          </a:xfrm>
          <a:prstGeom xmlns:a="http://schemas.openxmlformats.org/drawingml/2006/main" prst="rect">
            <a:avLst/>
          </a:prstGeom>
        </p:spPr>
      </p:pic>
      <p:sp>
        <p:nvSpPr>
          <p:cNvPr id="22" name="path-30">
            <a:extLst xmlns:a="http://schemas.openxmlformats.org/drawingml/2006/main">
              <a:ext uri="{FF2B5EF4-FFF2-40B4-BE49-F238E27FC236}">
                <a16:creationId xmlns:a16="http://schemas.microsoft.com/office/drawing/2014/main" id="{6FE1CFD8-3684-47CC-8C1E-5A9DB1F52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98046" y="4253359"/>
            <a:ext cx="9003183" cy="750266"/>
          </a:xfrm>
          <a:custGeom xmlns:a="http://schemas.openxmlformats.org/drawingml/2006/main">
            <a:pathLst>
              <a:path w="6747698" h="562308">
                <a:moveTo>
                  <a:pt x="0" y="562308"/>
                </a:moveTo>
                <a:lnTo>
                  <a:pt x="6747698" y="562308"/>
                </a:lnTo>
                <a:lnTo>
                  <a:pt x="6747698" y="0"/>
                </a:lnTo>
                <a:lnTo>
                  <a:pt x="0" y="0"/>
                </a:lnTo>
                <a:lnTo>
                  <a:pt x="0" y="56230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path-31">
            <a:extLst xmlns:a="http://schemas.openxmlformats.org/drawingml/2006/main">
              <a:ext uri="{FF2B5EF4-FFF2-40B4-BE49-F238E27FC236}">
                <a16:creationId xmlns:a16="http://schemas.microsoft.com/office/drawing/2014/main" id="{F35E2B1A-7F1E-4F35-8DF3-922AB1990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98046" y="4253359"/>
            <a:ext cx="9003183" cy="750266"/>
          </a:xfrm>
          <a:custGeom xmlns:a="http://schemas.openxmlformats.org/drawingml/2006/main">
            <a:pathLst>
              <a:path w="6747698" h="562308">
                <a:moveTo>
                  <a:pt x="0" y="562308"/>
                </a:moveTo>
                <a:lnTo>
                  <a:pt x="6747698" y="562308"/>
                </a:lnTo>
                <a:lnTo>
                  <a:pt x="6747698" y="0"/>
                </a:lnTo>
                <a:lnTo>
                  <a:pt x="0" y="0"/>
                </a:lnTo>
                <a:lnTo>
                  <a:pt x="0" y="56230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4" name="">
            <a:extLst xmlns:a="http://schemas.openxmlformats.org/drawingml/2006/main">
              <a:ext uri="{FF2B5EF4-FFF2-40B4-BE49-F238E27FC236}">
                <a16:creationId xmlns:a16="http://schemas.microsoft.com/office/drawing/2014/main" id="{EC6F7319-48FB-4055-9BAB-4A77F884DF9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db9b899ef824005"/>
          <a:stretch xmlns:a="http://schemas.openxmlformats.org/drawingml/2006/main"/>
        </p:blipFill>
        <p:spPr>
          <a:xfrm xmlns:a="http://schemas.openxmlformats.org/drawingml/2006/main">
            <a:off x="4590067" y="4241695"/>
            <a:ext cx="9023266" cy="762530"/>
          </a:xfrm>
          <a:prstGeom xmlns:a="http://schemas.openxmlformats.org/drawingml/2006/main" prst="rect">
            <a:avLst/>
          </a:prstGeom>
        </p:spPr>
      </p:pic>
      <p:sp>
        <p:nvSpPr>
          <p:cNvPr id="25" name="path-33">
            <a:extLst xmlns:a="http://schemas.openxmlformats.org/drawingml/2006/main">
              <a:ext uri="{FF2B5EF4-FFF2-40B4-BE49-F238E27FC236}">
                <a16:creationId xmlns:a16="http://schemas.microsoft.com/office/drawing/2014/main" id="{BD8EE7D1-31AF-4BF9-8025-FCF310E18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31377" y="4509969"/>
            <a:ext cx="237048" cy="237048"/>
          </a:xfrm>
          <a:custGeom xmlns:a="http://schemas.openxmlformats.org/drawingml/2006/main">
            <a:pathLst>
              <a:path w="177663" h="177663">
                <a:moveTo>
                  <a:pt x="0" y="177663"/>
                </a:moveTo>
                <a:lnTo>
                  <a:pt x="177663" y="177663"/>
                </a:lnTo>
                <a:lnTo>
                  <a:pt x="177663" y="0"/>
                </a:lnTo>
                <a:lnTo>
                  <a:pt x="0" y="0"/>
                </a:lnTo>
                <a:lnTo>
                  <a:pt x="0" y="177663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path-34">
            <a:extLst xmlns:a="http://schemas.openxmlformats.org/drawingml/2006/main">
              <a:ext uri="{FF2B5EF4-FFF2-40B4-BE49-F238E27FC236}">
                <a16:creationId xmlns:a16="http://schemas.microsoft.com/office/drawing/2014/main" id="{0BE2D3C5-1C8D-4B87-AC25-8106D7A63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746" y="4494340"/>
            <a:ext cx="268310" cy="268310"/>
          </a:xfrm>
          <a:custGeom xmlns:a="http://schemas.openxmlformats.org/drawingml/2006/main">
            <a:pathLst>
              <a:path w="201092" h="201092">
                <a:moveTo>
                  <a:pt x="11715" y="189378"/>
                </a:moveTo>
                <a:lnTo>
                  <a:pt x="0" y="189378"/>
                </a:lnTo>
                <a:lnTo>
                  <a:pt x="0" y="201092"/>
                </a:lnTo>
                <a:lnTo>
                  <a:pt x="11715" y="201092"/>
                </a:lnTo>
                <a:lnTo>
                  <a:pt x="11715" y="189378"/>
                </a:lnTo>
                <a:moveTo>
                  <a:pt x="189378" y="189378"/>
                </a:moveTo>
                <a:lnTo>
                  <a:pt x="189378" y="201092"/>
                </a:lnTo>
                <a:lnTo>
                  <a:pt x="201092" y="201092"/>
                </a:lnTo>
                <a:lnTo>
                  <a:pt x="201092" y="189378"/>
                </a:lnTo>
                <a:lnTo>
                  <a:pt x="189378" y="189378"/>
                </a:lnTo>
                <a:moveTo>
                  <a:pt x="189378" y="11715"/>
                </a:moveTo>
                <a:lnTo>
                  <a:pt x="201092" y="11715"/>
                </a:lnTo>
                <a:lnTo>
                  <a:pt x="201092" y="0"/>
                </a:lnTo>
                <a:lnTo>
                  <a:pt x="189378" y="0"/>
                </a:lnTo>
                <a:lnTo>
                  <a:pt x="189378" y="11715"/>
                </a:lnTo>
                <a:moveTo>
                  <a:pt x="11715" y="11715"/>
                </a:moveTo>
                <a:lnTo>
                  <a:pt x="11715" y="0"/>
                </a:lnTo>
                <a:lnTo>
                  <a:pt x="0" y="0"/>
                </a:lnTo>
                <a:lnTo>
                  <a:pt x="0" y="11715"/>
                </a:lnTo>
                <a:lnTo>
                  <a:pt x="11715" y="11715"/>
                </a:lnTo>
                <a:moveTo>
                  <a:pt x="11715" y="189378"/>
                </a:moveTo>
                <a:lnTo>
                  <a:pt x="11715" y="201092"/>
                </a:lnTo>
                <a:lnTo>
                  <a:pt x="189378" y="201092"/>
                </a:lnTo>
                <a:lnTo>
                  <a:pt x="189378" y="189378"/>
                </a:lnTo>
                <a:lnTo>
                  <a:pt x="189378" y="177663"/>
                </a:lnTo>
                <a:lnTo>
                  <a:pt x="11715" y="177663"/>
                </a:lnTo>
                <a:lnTo>
                  <a:pt x="11715" y="189378"/>
                </a:lnTo>
                <a:moveTo>
                  <a:pt x="189378" y="189378"/>
                </a:moveTo>
                <a:lnTo>
                  <a:pt x="201092" y="189378"/>
                </a:lnTo>
                <a:lnTo>
                  <a:pt x="201092" y="11715"/>
                </a:lnTo>
                <a:lnTo>
                  <a:pt x="189378" y="11715"/>
                </a:lnTo>
                <a:lnTo>
                  <a:pt x="177663" y="11715"/>
                </a:lnTo>
                <a:lnTo>
                  <a:pt x="177663" y="189378"/>
                </a:lnTo>
                <a:lnTo>
                  <a:pt x="189378" y="189378"/>
                </a:lnTo>
                <a:moveTo>
                  <a:pt x="189378" y="11715"/>
                </a:moveTo>
                <a:lnTo>
                  <a:pt x="189378" y="0"/>
                </a:lnTo>
                <a:lnTo>
                  <a:pt x="11715" y="0"/>
                </a:lnTo>
                <a:lnTo>
                  <a:pt x="11715" y="11715"/>
                </a:lnTo>
                <a:lnTo>
                  <a:pt x="11715" y="23430"/>
                </a:lnTo>
                <a:lnTo>
                  <a:pt x="189378" y="23430"/>
                </a:lnTo>
                <a:lnTo>
                  <a:pt x="189378" y="11715"/>
                </a:lnTo>
                <a:moveTo>
                  <a:pt x="11715" y="11715"/>
                </a:moveTo>
                <a:lnTo>
                  <a:pt x="0" y="11715"/>
                </a:lnTo>
                <a:lnTo>
                  <a:pt x="0" y="189378"/>
                </a:lnTo>
                <a:lnTo>
                  <a:pt x="11715" y="189378"/>
                </a:lnTo>
                <a:lnTo>
                  <a:pt x="23430" y="189378"/>
                </a:lnTo>
                <a:lnTo>
                  <a:pt x="23430" y="11715"/>
                </a:lnTo>
                <a:lnTo>
                  <a:pt x="11715" y="1171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35">
            <a:extLst xmlns:a="http://schemas.openxmlformats.org/drawingml/2006/main">
              <a:ext uri="{FF2B5EF4-FFF2-40B4-BE49-F238E27FC236}">
                <a16:creationId xmlns:a16="http://schemas.microsoft.com/office/drawing/2014/main" id="{324655A3-27DC-4329-925F-06455AB6F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32438" y="4509969"/>
            <a:ext cx="237048" cy="237048"/>
          </a:xfrm>
          <a:custGeom xmlns:a="http://schemas.openxmlformats.org/drawingml/2006/main">
            <a:pathLst>
              <a:path w="177663" h="177663">
                <a:moveTo>
                  <a:pt x="0" y="177663"/>
                </a:moveTo>
                <a:lnTo>
                  <a:pt x="177663" y="177663"/>
                </a:lnTo>
                <a:lnTo>
                  <a:pt x="177663" y="0"/>
                </a:lnTo>
                <a:lnTo>
                  <a:pt x="0" y="0"/>
                </a:lnTo>
                <a:lnTo>
                  <a:pt x="0" y="177663"/>
                </a:lnTo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path-36">
            <a:extLst xmlns:a="http://schemas.openxmlformats.org/drawingml/2006/main">
              <a:ext uri="{FF2B5EF4-FFF2-40B4-BE49-F238E27FC236}">
                <a16:creationId xmlns:a16="http://schemas.microsoft.com/office/drawing/2014/main" id="{2A720935-B0C4-4E23-B357-4C08D4A23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16807" y="4494340"/>
            <a:ext cx="268310" cy="268310"/>
          </a:xfrm>
          <a:custGeom xmlns:a="http://schemas.openxmlformats.org/drawingml/2006/main">
            <a:pathLst>
              <a:path w="201092" h="201092">
                <a:moveTo>
                  <a:pt x="11715" y="189378"/>
                </a:moveTo>
                <a:lnTo>
                  <a:pt x="0" y="189378"/>
                </a:lnTo>
                <a:lnTo>
                  <a:pt x="0" y="201092"/>
                </a:lnTo>
                <a:lnTo>
                  <a:pt x="11715" y="201092"/>
                </a:lnTo>
                <a:lnTo>
                  <a:pt x="11715" y="189378"/>
                </a:lnTo>
                <a:moveTo>
                  <a:pt x="189378" y="189378"/>
                </a:moveTo>
                <a:lnTo>
                  <a:pt x="189378" y="201092"/>
                </a:lnTo>
                <a:lnTo>
                  <a:pt x="201092" y="201092"/>
                </a:lnTo>
                <a:lnTo>
                  <a:pt x="201092" y="189378"/>
                </a:lnTo>
                <a:lnTo>
                  <a:pt x="189378" y="189378"/>
                </a:lnTo>
                <a:moveTo>
                  <a:pt x="189378" y="11715"/>
                </a:moveTo>
                <a:lnTo>
                  <a:pt x="201092" y="11715"/>
                </a:lnTo>
                <a:lnTo>
                  <a:pt x="201092" y="0"/>
                </a:lnTo>
                <a:lnTo>
                  <a:pt x="189378" y="0"/>
                </a:lnTo>
                <a:lnTo>
                  <a:pt x="189378" y="11715"/>
                </a:lnTo>
                <a:moveTo>
                  <a:pt x="11715" y="11715"/>
                </a:moveTo>
                <a:lnTo>
                  <a:pt x="11715" y="0"/>
                </a:lnTo>
                <a:lnTo>
                  <a:pt x="0" y="0"/>
                </a:lnTo>
                <a:lnTo>
                  <a:pt x="0" y="11715"/>
                </a:lnTo>
                <a:lnTo>
                  <a:pt x="11715" y="11715"/>
                </a:lnTo>
                <a:moveTo>
                  <a:pt x="11715" y="189378"/>
                </a:moveTo>
                <a:lnTo>
                  <a:pt x="11715" y="201092"/>
                </a:lnTo>
                <a:lnTo>
                  <a:pt x="189378" y="201092"/>
                </a:lnTo>
                <a:lnTo>
                  <a:pt x="189378" y="189378"/>
                </a:lnTo>
                <a:lnTo>
                  <a:pt x="189378" y="177663"/>
                </a:lnTo>
                <a:lnTo>
                  <a:pt x="11715" y="177663"/>
                </a:lnTo>
                <a:lnTo>
                  <a:pt x="11715" y="189378"/>
                </a:lnTo>
                <a:moveTo>
                  <a:pt x="189378" y="189378"/>
                </a:moveTo>
                <a:lnTo>
                  <a:pt x="201092" y="189378"/>
                </a:lnTo>
                <a:lnTo>
                  <a:pt x="201092" y="11715"/>
                </a:lnTo>
                <a:lnTo>
                  <a:pt x="189378" y="11715"/>
                </a:lnTo>
                <a:lnTo>
                  <a:pt x="177663" y="11715"/>
                </a:lnTo>
                <a:lnTo>
                  <a:pt x="177663" y="189378"/>
                </a:lnTo>
                <a:lnTo>
                  <a:pt x="189378" y="189378"/>
                </a:lnTo>
                <a:moveTo>
                  <a:pt x="189378" y="11715"/>
                </a:moveTo>
                <a:lnTo>
                  <a:pt x="189378" y="0"/>
                </a:lnTo>
                <a:lnTo>
                  <a:pt x="11715" y="0"/>
                </a:lnTo>
                <a:lnTo>
                  <a:pt x="11715" y="11715"/>
                </a:lnTo>
                <a:lnTo>
                  <a:pt x="11715" y="23430"/>
                </a:lnTo>
                <a:lnTo>
                  <a:pt x="189378" y="23430"/>
                </a:lnTo>
                <a:lnTo>
                  <a:pt x="189378" y="11715"/>
                </a:lnTo>
                <a:moveTo>
                  <a:pt x="11715" y="11715"/>
                </a:moveTo>
                <a:lnTo>
                  <a:pt x="0" y="11715"/>
                </a:lnTo>
                <a:lnTo>
                  <a:pt x="0" y="189378"/>
                </a:lnTo>
                <a:lnTo>
                  <a:pt x="11715" y="189378"/>
                </a:lnTo>
                <a:lnTo>
                  <a:pt x="23430" y="189378"/>
                </a:lnTo>
                <a:lnTo>
                  <a:pt x="23430" y="11715"/>
                </a:lnTo>
                <a:lnTo>
                  <a:pt x="11715" y="1171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" name="path-37">
            <a:extLst xmlns:a="http://schemas.openxmlformats.org/drawingml/2006/main">
              <a:ext uri="{FF2B5EF4-FFF2-40B4-BE49-F238E27FC236}">
                <a16:creationId xmlns:a16="http://schemas.microsoft.com/office/drawing/2014/main" id="{72B8E9F7-DB69-4B8D-B508-DDA808963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30846" y="4509969"/>
            <a:ext cx="237048" cy="237048"/>
          </a:xfrm>
          <a:custGeom xmlns:a="http://schemas.openxmlformats.org/drawingml/2006/main">
            <a:pathLst>
              <a:path w="177663" h="177663">
                <a:moveTo>
                  <a:pt x="88832" y="0"/>
                </a:moveTo>
                <a:lnTo>
                  <a:pt x="0" y="177663"/>
                </a:lnTo>
                <a:lnTo>
                  <a:pt x="177663" y="177663"/>
                </a:lnTo>
                <a:lnTo>
                  <a:pt x="88832" y="0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path-38">
            <a:extLst xmlns:a="http://schemas.openxmlformats.org/drawingml/2006/main">
              <a:ext uri="{FF2B5EF4-FFF2-40B4-BE49-F238E27FC236}">
                <a16:creationId xmlns:a16="http://schemas.microsoft.com/office/drawing/2014/main" id="{86B93B82-6093-499B-A9A4-DFB90EB24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5556" y="4475018"/>
            <a:ext cx="287630" cy="287630"/>
          </a:xfrm>
          <a:custGeom xmlns:a="http://schemas.openxmlformats.org/drawingml/2006/main">
            <a:pathLst>
              <a:path w="215573" h="215573">
                <a:moveTo>
                  <a:pt x="107786" y="26195"/>
                </a:moveTo>
                <a:lnTo>
                  <a:pt x="118264" y="20957"/>
                </a:lnTo>
                <a:lnTo>
                  <a:pt x="107786" y="0"/>
                </a:lnTo>
                <a:lnTo>
                  <a:pt x="97308" y="20957"/>
                </a:lnTo>
                <a:lnTo>
                  <a:pt x="107786" y="26195"/>
                </a:lnTo>
                <a:moveTo>
                  <a:pt x="18954" y="203858"/>
                </a:moveTo>
                <a:lnTo>
                  <a:pt x="8476" y="198619"/>
                </a:lnTo>
                <a:lnTo>
                  <a:pt x="0" y="215573"/>
                </a:lnTo>
                <a:lnTo>
                  <a:pt x="18954" y="215573"/>
                </a:lnTo>
                <a:lnTo>
                  <a:pt x="18954" y="203858"/>
                </a:lnTo>
                <a:moveTo>
                  <a:pt x="196617" y="203858"/>
                </a:moveTo>
                <a:lnTo>
                  <a:pt x="196617" y="215573"/>
                </a:lnTo>
                <a:lnTo>
                  <a:pt x="215573" y="215573"/>
                </a:lnTo>
                <a:lnTo>
                  <a:pt x="207095" y="198619"/>
                </a:lnTo>
                <a:lnTo>
                  <a:pt x="196617" y="203858"/>
                </a:lnTo>
                <a:moveTo>
                  <a:pt x="107786" y="26195"/>
                </a:moveTo>
                <a:lnTo>
                  <a:pt x="97308" y="20957"/>
                </a:lnTo>
                <a:lnTo>
                  <a:pt x="8476" y="198619"/>
                </a:lnTo>
                <a:lnTo>
                  <a:pt x="18954" y="203858"/>
                </a:lnTo>
                <a:lnTo>
                  <a:pt x="29433" y="209097"/>
                </a:lnTo>
                <a:lnTo>
                  <a:pt x="118264" y="31434"/>
                </a:lnTo>
                <a:lnTo>
                  <a:pt x="107786" y="26195"/>
                </a:lnTo>
                <a:moveTo>
                  <a:pt x="18954" y="203858"/>
                </a:moveTo>
                <a:lnTo>
                  <a:pt x="18954" y="215573"/>
                </a:lnTo>
                <a:lnTo>
                  <a:pt x="196617" y="215573"/>
                </a:lnTo>
                <a:lnTo>
                  <a:pt x="196617" y="203858"/>
                </a:lnTo>
                <a:lnTo>
                  <a:pt x="196617" y="192143"/>
                </a:lnTo>
                <a:lnTo>
                  <a:pt x="18954" y="192143"/>
                </a:lnTo>
                <a:lnTo>
                  <a:pt x="18954" y="203858"/>
                </a:lnTo>
                <a:moveTo>
                  <a:pt x="196617" y="203858"/>
                </a:moveTo>
                <a:lnTo>
                  <a:pt x="207095" y="198619"/>
                </a:lnTo>
                <a:lnTo>
                  <a:pt x="118264" y="20957"/>
                </a:lnTo>
                <a:lnTo>
                  <a:pt x="107786" y="26195"/>
                </a:lnTo>
                <a:lnTo>
                  <a:pt x="97308" y="31434"/>
                </a:lnTo>
                <a:lnTo>
                  <a:pt x="186140" y="209097"/>
                </a:lnTo>
                <a:lnTo>
                  <a:pt x="196617" y="20385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39">
            <a:extLst xmlns:a="http://schemas.openxmlformats.org/drawingml/2006/main">
              <a:ext uri="{FF2B5EF4-FFF2-40B4-BE49-F238E27FC236}">
                <a16:creationId xmlns:a16="http://schemas.microsoft.com/office/drawing/2014/main" id="{C86CA6D0-0DCC-43B7-A2CF-EC1F1C433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9786" y="4509969"/>
            <a:ext cx="237049" cy="237048"/>
          </a:xfrm>
          <a:custGeom xmlns:a="http://schemas.openxmlformats.org/drawingml/2006/main">
            <a:pathLst>
              <a:path w="177663" h="177663">
                <a:moveTo>
                  <a:pt x="88831" y="0"/>
                </a:moveTo>
                <a:lnTo>
                  <a:pt x="0" y="177663"/>
                </a:lnTo>
                <a:lnTo>
                  <a:pt x="177663" y="177663"/>
                </a:lnTo>
                <a:lnTo>
                  <a:pt x="88831" y="0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40">
            <a:extLst xmlns:a="http://schemas.openxmlformats.org/drawingml/2006/main">
              <a:ext uri="{FF2B5EF4-FFF2-40B4-BE49-F238E27FC236}">
                <a16:creationId xmlns:a16="http://schemas.microsoft.com/office/drawing/2014/main" id="{333FF598-6F25-4AB8-9F57-C8120009FE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4495" y="4475018"/>
            <a:ext cx="287630" cy="287630"/>
          </a:xfrm>
          <a:custGeom xmlns:a="http://schemas.openxmlformats.org/drawingml/2006/main">
            <a:pathLst>
              <a:path w="215573" h="215573">
                <a:moveTo>
                  <a:pt x="107786" y="26195"/>
                </a:moveTo>
                <a:lnTo>
                  <a:pt x="118265" y="20957"/>
                </a:lnTo>
                <a:lnTo>
                  <a:pt x="107786" y="0"/>
                </a:lnTo>
                <a:lnTo>
                  <a:pt x="97309" y="20957"/>
                </a:lnTo>
                <a:lnTo>
                  <a:pt x="107786" y="26195"/>
                </a:lnTo>
                <a:moveTo>
                  <a:pt x="18955" y="203858"/>
                </a:moveTo>
                <a:lnTo>
                  <a:pt x="8477" y="198619"/>
                </a:lnTo>
                <a:lnTo>
                  <a:pt x="0" y="215573"/>
                </a:lnTo>
                <a:lnTo>
                  <a:pt x="18955" y="215573"/>
                </a:lnTo>
                <a:lnTo>
                  <a:pt x="18955" y="203858"/>
                </a:lnTo>
                <a:moveTo>
                  <a:pt x="196618" y="203858"/>
                </a:moveTo>
                <a:lnTo>
                  <a:pt x="196618" y="215573"/>
                </a:lnTo>
                <a:lnTo>
                  <a:pt x="215573" y="215573"/>
                </a:lnTo>
                <a:lnTo>
                  <a:pt x="207096" y="198619"/>
                </a:lnTo>
                <a:lnTo>
                  <a:pt x="196618" y="203858"/>
                </a:lnTo>
                <a:moveTo>
                  <a:pt x="107786" y="26195"/>
                </a:moveTo>
                <a:lnTo>
                  <a:pt x="97309" y="20957"/>
                </a:lnTo>
                <a:lnTo>
                  <a:pt x="8477" y="198619"/>
                </a:lnTo>
                <a:lnTo>
                  <a:pt x="18955" y="203858"/>
                </a:lnTo>
                <a:lnTo>
                  <a:pt x="29433" y="209097"/>
                </a:lnTo>
                <a:lnTo>
                  <a:pt x="118265" y="31434"/>
                </a:lnTo>
                <a:lnTo>
                  <a:pt x="107786" y="26195"/>
                </a:lnTo>
                <a:moveTo>
                  <a:pt x="18955" y="203858"/>
                </a:moveTo>
                <a:lnTo>
                  <a:pt x="18955" y="215573"/>
                </a:lnTo>
                <a:lnTo>
                  <a:pt x="196618" y="215573"/>
                </a:lnTo>
                <a:lnTo>
                  <a:pt x="196618" y="203858"/>
                </a:lnTo>
                <a:lnTo>
                  <a:pt x="196618" y="192143"/>
                </a:lnTo>
                <a:lnTo>
                  <a:pt x="18955" y="192143"/>
                </a:lnTo>
                <a:lnTo>
                  <a:pt x="18955" y="203858"/>
                </a:lnTo>
                <a:moveTo>
                  <a:pt x="196618" y="203858"/>
                </a:moveTo>
                <a:lnTo>
                  <a:pt x="207096" y="198619"/>
                </a:lnTo>
                <a:lnTo>
                  <a:pt x="118265" y="20957"/>
                </a:lnTo>
                <a:lnTo>
                  <a:pt x="107786" y="26195"/>
                </a:lnTo>
                <a:lnTo>
                  <a:pt x="97309" y="31434"/>
                </a:lnTo>
                <a:lnTo>
                  <a:pt x="186140" y="209097"/>
                </a:lnTo>
                <a:lnTo>
                  <a:pt x="196618" y="20385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path-41">
            <a:extLst xmlns:a="http://schemas.openxmlformats.org/drawingml/2006/main">
              <a:ext uri="{FF2B5EF4-FFF2-40B4-BE49-F238E27FC236}">
                <a16:creationId xmlns:a16="http://schemas.microsoft.com/office/drawing/2014/main" id="{5E3E843E-3E79-486D-8B7F-7A9293D56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98046" y="2752829"/>
            <a:ext cx="9003183" cy="3751326"/>
          </a:xfrm>
          <a:custGeom xmlns:a="http://schemas.openxmlformats.org/drawingml/2006/main">
            <a:pathLst>
              <a:path w="6747698" h="2811541">
                <a:moveTo>
                  <a:pt x="2048662" y="10294"/>
                </a:moveTo>
                <a:lnTo>
                  <a:pt x="2041130" y="21465"/>
                </a:lnTo>
                <a:lnTo>
                  <a:pt x="2038368" y="35145"/>
                </a:lnTo>
                <a:lnTo>
                  <a:pt x="2038368" y="1107045"/>
                </a:lnTo>
                <a:lnTo>
                  <a:pt x="1159795" y="1107045"/>
                </a:lnTo>
                <a:lnTo>
                  <a:pt x="1164049" y="35284"/>
                </a:lnTo>
                <a:lnTo>
                  <a:pt x="1161328" y="21560"/>
                </a:lnTo>
                <a:lnTo>
                  <a:pt x="1153805" y="10343"/>
                </a:lnTo>
                <a:lnTo>
                  <a:pt x="1142619" y="2776"/>
                </a:lnTo>
                <a:lnTo>
                  <a:pt x="1128905" y="0"/>
                </a:lnTo>
                <a:lnTo>
                  <a:pt x="35145" y="0"/>
                </a:lnTo>
                <a:lnTo>
                  <a:pt x="21465" y="2762"/>
                </a:lnTo>
                <a:lnTo>
                  <a:pt x="10294" y="10294"/>
                </a:lnTo>
                <a:lnTo>
                  <a:pt x="2762" y="21465"/>
                </a:lnTo>
                <a:lnTo>
                  <a:pt x="0" y="35145"/>
                </a:lnTo>
                <a:lnTo>
                  <a:pt x="0" y="1669353"/>
                </a:lnTo>
                <a:lnTo>
                  <a:pt x="2762" y="1683032"/>
                </a:lnTo>
                <a:lnTo>
                  <a:pt x="10294" y="1694203"/>
                </a:lnTo>
                <a:lnTo>
                  <a:pt x="21465" y="1701735"/>
                </a:lnTo>
                <a:lnTo>
                  <a:pt x="35145" y="1704496"/>
                </a:lnTo>
                <a:lnTo>
                  <a:pt x="1098259" y="1704496"/>
                </a:lnTo>
                <a:lnTo>
                  <a:pt x="1098259" y="2776396"/>
                </a:lnTo>
                <a:lnTo>
                  <a:pt x="1101021" y="2790077"/>
                </a:lnTo>
                <a:lnTo>
                  <a:pt x="1108552" y="2801248"/>
                </a:lnTo>
                <a:lnTo>
                  <a:pt x="1119723" y="2808779"/>
                </a:lnTo>
                <a:lnTo>
                  <a:pt x="1133403" y="2811541"/>
                </a:lnTo>
                <a:lnTo>
                  <a:pt x="2222875" y="2811541"/>
                </a:lnTo>
                <a:lnTo>
                  <a:pt x="2236555" y="2808779"/>
                </a:lnTo>
                <a:lnTo>
                  <a:pt x="2247726" y="2801248"/>
                </a:lnTo>
                <a:lnTo>
                  <a:pt x="2255258" y="2790077"/>
                </a:lnTo>
                <a:lnTo>
                  <a:pt x="2258020" y="2776396"/>
                </a:lnTo>
                <a:lnTo>
                  <a:pt x="2258020" y="1704496"/>
                </a:lnTo>
                <a:lnTo>
                  <a:pt x="2789577" y="1704496"/>
                </a:lnTo>
                <a:lnTo>
                  <a:pt x="2789577" y="2776396"/>
                </a:lnTo>
                <a:lnTo>
                  <a:pt x="2792338" y="2790077"/>
                </a:lnTo>
                <a:lnTo>
                  <a:pt x="2799870" y="2801248"/>
                </a:lnTo>
                <a:lnTo>
                  <a:pt x="2811041" y="2808779"/>
                </a:lnTo>
                <a:lnTo>
                  <a:pt x="2824720" y="2811541"/>
                </a:lnTo>
                <a:lnTo>
                  <a:pt x="3914192" y="2811541"/>
                </a:lnTo>
                <a:lnTo>
                  <a:pt x="3927872" y="2808779"/>
                </a:lnTo>
                <a:lnTo>
                  <a:pt x="3939043" y="2801248"/>
                </a:lnTo>
                <a:lnTo>
                  <a:pt x="3946575" y="2790077"/>
                </a:lnTo>
                <a:lnTo>
                  <a:pt x="3949337" y="2776396"/>
                </a:lnTo>
                <a:lnTo>
                  <a:pt x="3949337" y="1704496"/>
                </a:lnTo>
                <a:lnTo>
                  <a:pt x="4480894" y="1704496"/>
                </a:lnTo>
                <a:lnTo>
                  <a:pt x="4480894" y="2776396"/>
                </a:lnTo>
                <a:lnTo>
                  <a:pt x="4483656" y="2790077"/>
                </a:lnTo>
                <a:lnTo>
                  <a:pt x="4491187" y="2801248"/>
                </a:lnTo>
                <a:lnTo>
                  <a:pt x="4502359" y="2808779"/>
                </a:lnTo>
                <a:lnTo>
                  <a:pt x="4516039" y="2811541"/>
                </a:lnTo>
                <a:lnTo>
                  <a:pt x="5605510" y="2811541"/>
                </a:lnTo>
                <a:lnTo>
                  <a:pt x="5619190" y="2808779"/>
                </a:lnTo>
                <a:lnTo>
                  <a:pt x="5630361" y="2801248"/>
                </a:lnTo>
                <a:lnTo>
                  <a:pt x="5637892" y="2790077"/>
                </a:lnTo>
                <a:lnTo>
                  <a:pt x="5640654" y="2776396"/>
                </a:lnTo>
                <a:lnTo>
                  <a:pt x="5640654" y="1704496"/>
                </a:lnTo>
                <a:lnTo>
                  <a:pt x="6712554" y="1704496"/>
                </a:lnTo>
                <a:lnTo>
                  <a:pt x="6726234" y="1701735"/>
                </a:lnTo>
                <a:lnTo>
                  <a:pt x="6737405" y="1694203"/>
                </a:lnTo>
                <a:lnTo>
                  <a:pt x="6744937" y="1683032"/>
                </a:lnTo>
                <a:lnTo>
                  <a:pt x="6747698" y="1669358"/>
                </a:lnTo>
                <a:lnTo>
                  <a:pt x="6747698" y="35139"/>
                </a:lnTo>
                <a:lnTo>
                  <a:pt x="6744937" y="21465"/>
                </a:lnTo>
                <a:lnTo>
                  <a:pt x="6737405" y="10294"/>
                </a:lnTo>
                <a:lnTo>
                  <a:pt x="6726234" y="2762"/>
                </a:lnTo>
                <a:lnTo>
                  <a:pt x="6712554" y="0"/>
                </a:lnTo>
                <a:lnTo>
                  <a:pt x="5623082" y="0"/>
                </a:lnTo>
                <a:lnTo>
                  <a:pt x="5609402" y="2762"/>
                </a:lnTo>
                <a:lnTo>
                  <a:pt x="5598231" y="10294"/>
                </a:lnTo>
                <a:lnTo>
                  <a:pt x="5590699" y="21465"/>
                </a:lnTo>
                <a:lnTo>
                  <a:pt x="5587937" y="35145"/>
                </a:lnTo>
                <a:lnTo>
                  <a:pt x="5587937" y="1107045"/>
                </a:lnTo>
                <a:lnTo>
                  <a:pt x="4709331" y="1107045"/>
                </a:lnTo>
                <a:lnTo>
                  <a:pt x="4709331" y="35145"/>
                </a:lnTo>
                <a:lnTo>
                  <a:pt x="4706569" y="21465"/>
                </a:lnTo>
                <a:lnTo>
                  <a:pt x="4699038" y="10294"/>
                </a:lnTo>
                <a:lnTo>
                  <a:pt x="4687867" y="2762"/>
                </a:lnTo>
                <a:lnTo>
                  <a:pt x="4674187" y="0"/>
                </a:lnTo>
                <a:lnTo>
                  <a:pt x="3584716" y="0"/>
                </a:lnTo>
                <a:lnTo>
                  <a:pt x="3571036" y="2762"/>
                </a:lnTo>
                <a:lnTo>
                  <a:pt x="3559865" y="10294"/>
                </a:lnTo>
                <a:lnTo>
                  <a:pt x="3552333" y="21465"/>
                </a:lnTo>
                <a:lnTo>
                  <a:pt x="3549571" y="35145"/>
                </a:lnTo>
                <a:lnTo>
                  <a:pt x="3549571" y="1107045"/>
                </a:lnTo>
                <a:lnTo>
                  <a:pt x="3198128" y="1107045"/>
                </a:lnTo>
                <a:lnTo>
                  <a:pt x="3198128" y="35145"/>
                </a:lnTo>
                <a:lnTo>
                  <a:pt x="3195367" y="21465"/>
                </a:lnTo>
                <a:lnTo>
                  <a:pt x="3187835" y="10294"/>
                </a:lnTo>
                <a:lnTo>
                  <a:pt x="3176664" y="2762"/>
                </a:lnTo>
                <a:lnTo>
                  <a:pt x="3162984" y="0"/>
                </a:lnTo>
                <a:lnTo>
                  <a:pt x="2073513" y="0"/>
                </a:lnTo>
                <a:lnTo>
                  <a:pt x="2059833" y="2762"/>
                </a:lnTo>
                <a:lnTo>
                  <a:pt x="2048662" y="10294"/>
                </a:lnTo>
                <a:close/>
                <a:moveTo>
                  <a:pt x="1137795" y="19984"/>
                </a:moveTo>
                <a:lnTo>
                  <a:pt x="1144102" y="26315"/>
                </a:lnTo>
                <a:lnTo>
                  <a:pt x="1146477" y="35214"/>
                </a:lnTo>
                <a:lnTo>
                  <a:pt x="1142189" y="1115795"/>
                </a:lnTo>
                <a:lnTo>
                  <a:pt x="1142154" y="1124617"/>
                </a:lnTo>
                <a:lnTo>
                  <a:pt x="1150975" y="1124617"/>
                </a:lnTo>
                <a:lnTo>
                  <a:pt x="2047154" y="1124617"/>
                </a:lnTo>
                <a:lnTo>
                  <a:pt x="2055940" y="1124617"/>
                </a:lnTo>
                <a:lnTo>
                  <a:pt x="2055940" y="1115831"/>
                </a:lnTo>
                <a:lnTo>
                  <a:pt x="2055940" y="35145"/>
                </a:lnTo>
                <a:lnTo>
                  <a:pt x="2058339" y="26276"/>
                </a:lnTo>
                <a:lnTo>
                  <a:pt x="2064643" y="19972"/>
                </a:lnTo>
                <a:lnTo>
                  <a:pt x="2073513" y="17572"/>
                </a:lnTo>
                <a:lnTo>
                  <a:pt x="3162984" y="17572"/>
                </a:lnTo>
                <a:lnTo>
                  <a:pt x="3171853" y="19972"/>
                </a:lnTo>
                <a:lnTo>
                  <a:pt x="3178157" y="26276"/>
                </a:lnTo>
                <a:lnTo>
                  <a:pt x="3180556" y="35145"/>
                </a:lnTo>
                <a:lnTo>
                  <a:pt x="3180556" y="1115831"/>
                </a:lnTo>
                <a:lnTo>
                  <a:pt x="3180556" y="1124617"/>
                </a:lnTo>
                <a:lnTo>
                  <a:pt x="3189342" y="1124617"/>
                </a:lnTo>
                <a:lnTo>
                  <a:pt x="3558358" y="1124617"/>
                </a:lnTo>
                <a:lnTo>
                  <a:pt x="3567144" y="1124617"/>
                </a:lnTo>
                <a:lnTo>
                  <a:pt x="3567144" y="1115831"/>
                </a:lnTo>
                <a:lnTo>
                  <a:pt x="3567144" y="35145"/>
                </a:lnTo>
                <a:lnTo>
                  <a:pt x="3569543" y="26276"/>
                </a:lnTo>
                <a:lnTo>
                  <a:pt x="3575847" y="19972"/>
                </a:lnTo>
                <a:lnTo>
                  <a:pt x="3584716" y="17572"/>
                </a:lnTo>
                <a:lnTo>
                  <a:pt x="4674187" y="17572"/>
                </a:lnTo>
                <a:lnTo>
                  <a:pt x="4683056" y="19972"/>
                </a:lnTo>
                <a:lnTo>
                  <a:pt x="4689360" y="26276"/>
                </a:lnTo>
                <a:lnTo>
                  <a:pt x="4691759" y="35145"/>
                </a:lnTo>
                <a:lnTo>
                  <a:pt x="4691759" y="1115831"/>
                </a:lnTo>
                <a:lnTo>
                  <a:pt x="4691759" y="1124617"/>
                </a:lnTo>
                <a:lnTo>
                  <a:pt x="4700545" y="1124617"/>
                </a:lnTo>
                <a:lnTo>
                  <a:pt x="5596724" y="1124617"/>
                </a:lnTo>
                <a:lnTo>
                  <a:pt x="5605510" y="1124617"/>
                </a:lnTo>
                <a:lnTo>
                  <a:pt x="5605510" y="1115831"/>
                </a:lnTo>
                <a:lnTo>
                  <a:pt x="5605510" y="35145"/>
                </a:lnTo>
                <a:lnTo>
                  <a:pt x="5607909" y="26276"/>
                </a:lnTo>
                <a:lnTo>
                  <a:pt x="5614213" y="19972"/>
                </a:lnTo>
                <a:lnTo>
                  <a:pt x="5623082" y="17572"/>
                </a:lnTo>
                <a:lnTo>
                  <a:pt x="6712554" y="17572"/>
                </a:lnTo>
                <a:lnTo>
                  <a:pt x="6721423" y="19972"/>
                </a:lnTo>
                <a:lnTo>
                  <a:pt x="6727727" y="26276"/>
                </a:lnTo>
                <a:lnTo>
                  <a:pt x="6730126" y="35145"/>
                </a:lnTo>
                <a:lnTo>
                  <a:pt x="6730126" y="1669353"/>
                </a:lnTo>
                <a:lnTo>
                  <a:pt x="6727727" y="1678222"/>
                </a:lnTo>
                <a:lnTo>
                  <a:pt x="6721423" y="1684526"/>
                </a:lnTo>
                <a:lnTo>
                  <a:pt x="6712554" y="1686925"/>
                </a:lnTo>
                <a:lnTo>
                  <a:pt x="5631868" y="1686925"/>
                </a:lnTo>
                <a:lnTo>
                  <a:pt x="5623082" y="1686925"/>
                </a:lnTo>
                <a:lnTo>
                  <a:pt x="5623082" y="1695710"/>
                </a:lnTo>
                <a:lnTo>
                  <a:pt x="5623082" y="2776396"/>
                </a:lnTo>
                <a:lnTo>
                  <a:pt x="5620683" y="2785266"/>
                </a:lnTo>
                <a:lnTo>
                  <a:pt x="5614379" y="2791570"/>
                </a:lnTo>
                <a:lnTo>
                  <a:pt x="5605510" y="2793969"/>
                </a:lnTo>
                <a:lnTo>
                  <a:pt x="4516039" y="2793969"/>
                </a:lnTo>
                <a:lnTo>
                  <a:pt x="4507170" y="2791570"/>
                </a:lnTo>
                <a:lnTo>
                  <a:pt x="4500865" y="2785266"/>
                </a:lnTo>
                <a:lnTo>
                  <a:pt x="4498466" y="2776396"/>
                </a:lnTo>
                <a:lnTo>
                  <a:pt x="4498466" y="1695710"/>
                </a:lnTo>
                <a:lnTo>
                  <a:pt x="4498466" y="1686925"/>
                </a:lnTo>
                <a:lnTo>
                  <a:pt x="4489680" y="1686925"/>
                </a:lnTo>
                <a:lnTo>
                  <a:pt x="3940551" y="1686925"/>
                </a:lnTo>
                <a:lnTo>
                  <a:pt x="3931765" y="1686925"/>
                </a:lnTo>
                <a:lnTo>
                  <a:pt x="3931765" y="1695710"/>
                </a:lnTo>
                <a:lnTo>
                  <a:pt x="3931765" y="2776396"/>
                </a:lnTo>
                <a:lnTo>
                  <a:pt x="3929366" y="2785266"/>
                </a:lnTo>
                <a:lnTo>
                  <a:pt x="3923062" y="2791570"/>
                </a:lnTo>
                <a:lnTo>
                  <a:pt x="3914192" y="2793969"/>
                </a:lnTo>
                <a:lnTo>
                  <a:pt x="2824720" y="2793969"/>
                </a:lnTo>
                <a:lnTo>
                  <a:pt x="2815852" y="2791570"/>
                </a:lnTo>
                <a:lnTo>
                  <a:pt x="2809548" y="2785266"/>
                </a:lnTo>
                <a:lnTo>
                  <a:pt x="2807149" y="2776396"/>
                </a:lnTo>
                <a:lnTo>
                  <a:pt x="2807149" y="1695710"/>
                </a:lnTo>
                <a:lnTo>
                  <a:pt x="2807149" y="1686925"/>
                </a:lnTo>
                <a:lnTo>
                  <a:pt x="2798363" y="1686925"/>
                </a:lnTo>
                <a:lnTo>
                  <a:pt x="2249234" y="1686925"/>
                </a:lnTo>
                <a:lnTo>
                  <a:pt x="2240447" y="1686925"/>
                </a:lnTo>
                <a:lnTo>
                  <a:pt x="2240447" y="1695710"/>
                </a:lnTo>
                <a:lnTo>
                  <a:pt x="2240447" y="2776396"/>
                </a:lnTo>
                <a:lnTo>
                  <a:pt x="2238048" y="2785266"/>
                </a:lnTo>
                <a:lnTo>
                  <a:pt x="2231745" y="2791570"/>
                </a:lnTo>
                <a:lnTo>
                  <a:pt x="2222875" y="2793969"/>
                </a:lnTo>
                <a:lnTo>
                  <a:pt x="1133403" y="2793969"/>
                </a:lnTo>
                <a:lnTo>
                  <a:pt x="1124534" y="2791570"/>
                </a:lnTo>
                <a:lnTo>
                  <a:pt x="1118230" y="2785266"/>
                </a:lnTo>
                <a:lnTo>
                  <a:pt x="1115831" y="2776396"/>
                </a:lnTo>
                <a:lnTo>
                  <a:pt x="1115831" y="1695710"/>
                </a:lnTo>
                <a:lnTo>
                  <a:pt x="1115831" y="1686925"/>
                </a:lnTo>
                <a:lnTo>
                  <a:pt x="1107045" y="1686925"/>
                </a:lnTo>
                <a:lnTo>
                  <a:pt x="35145" y="1686925"/>
                </a:lnTo>
                <a:lnTo>
                  <a:pt x="26275" y="1684526"/>
                </a:lnTo>
                <a:lnTo>
                  <a:pt x="19971" y="1678222"/>
                </a:lnTo>
                <a:lnTo>
                  <a:pt x="17572" y="1669353"/>
                </a:lnTo>
                <a:lnTo>
                  <a:pt x="17572" y="35145"/>
                </a:lnTo>
                <a:lnTo>
                  <a:pt x="19971" y="26275"/>
                </a:lnTo>
                <a:lnTo>
                  <a:pt x="26275" y="19971"/>
                </a:lnTo>
                <a:lnTo>
                  <a:pt x="35145" y="17572"/>
                </a:lnTo>
                <a:lnTo>
                  <a:pt x="1128905" y="17572"/>
                </a:lnTo>
                <a:lnTo>
                  <a:pt x="1137795" y="1998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text-42 Figure">
            <a:extLst xmlns:a="http://schemas.openxmlformats.org/drawingml/2006/main">
              <a:ext uri="{FF2B5EF4-FFF2-40B4-BE49-F238E27FC236}">
                <a16:creationId xmlns:a16="http://schemas.microsoft.com/office/drawing/2014/main" id="{E94B8AA5-427B-4079-89C0-0E91175B6D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411" y="7705608"/>
            <a:ext cx="1264377" cy="6344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Figure</a:t>
            </a:r>
          </a:p>
        </p:txBody>
      </p:sp>
      <p:sp>
        <p:nvSpPr>
          <p:cNvPr id="35" name="text-42 11:">
            <a:extLst xmlns:a="http://schemas.openxmlformats.org/drawingml/2006/main">
              <a:ext uri="{FF2B5EF4-FFF2-40B4-BE49-F238E27FC236}">
                <a16:creationId xmlns:a16="http://schemas.microsoft.com/office/drawing/2014/main" id="{8987A68E-82CE-4967-AB6D-D8ACFD881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6549" y="7691993"/>
            <a:ext cx="662965" cy="653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67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67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67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11:</a:t>
            </a:r>
          </a:p>
        </p:txBody>
      </p:sp>
      <p:sp>
        <p:nvSpPr>
          <p:cNvPr id="36" name="text-43 Comparison">
            <a:extLst xmlns:a="http://schemas.openxmlformats.org/drawingml/2006/main">
              <a:ext uri="{FF2B5EF4-FFF2-40B4-BE49-F238E27FC236}">
                <a16:creationId xmlns:a16="http://schemas.microsoft.com/office/drawing/2014/main" id="{E5183383-7F98-4B7F-A202-49C0FDCE9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23630" y="7705658"/>
            <a:ext cx="2472544" cy="6343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Comparison</a:t>
            </a:r>
          </a:p>
        </p:txBody>
      </p:sp>
      <p:sp>
        <p:nvSpPr>
          <p:cNvPr id="37" name="text-43 of">
            <a:extLst xmlns:a="http://schemas.openxmlformats.org/drawingml/2006/main">
              <a:ext uri="{FF2B5EF4-FFF2-40B4-BE49-F238E27FC236}">
                <a16:creationId xmlns:a16="http://schemas.microsoft.com/office/drawing/2014/main" id="{31ED6715-B91B-4147-867E-B0EF20B3D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31945" y="7705666"/>
            <a:ext cx="458915" cy="6343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of</a:t>
            </a:r>
          </a:p>
        </p:txBody>
      </p:sp>
      <p:sp>
        <p:nvSpPr>
          <p:cNvPr id="38" name="text-44 “good”">
            <a:extLst xmlns:a="http://schemas.openxmlformats.org/drawingml/2006/main">
              <a:ext uri="{FF2B5EF4-FFF2-40B4-BE49-F238E27FC236}">
                <a16:creationId xmlns:a16="http://schemas.microsoft.com/office/drawing/2014/main" id="{E74C76FE-08A5-48D3-B8F1-B965410AE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26631" y="7705648"/>
            <a:ext cx="1465957" cy="6343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1" i="0">
                <a:solidFill>
                  <a:srgbClr val="FF212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1" i="0">
                <a:solidFill>
                  <a:srgbClr val="FF212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1" i="0">
                <a:solidFill>
                  <a:srgbClr val="FF2121"/>
                </a:solidFill>
                <a:latin typeface="Times New Roman"/>
                <a:ea typeface="Times New Roman"/>
                <a:cs typeface="Times New Roman"/>
              </a:rPr>
              <a:t>“good”</a:t>
            </a:r>
          </a:p>
        </p:txBody>
      </p:sp>
      <p:sp>
        <p:nvSpPr>
          <p:cNvPr id="39" name="text-45 vs.">
            <a:extLst xmlns:a="http://schemas.openxmlformats.org/drawingml/2006/main">
              <a:ext uri="{FF2B5EF4-FFF2-40B4-BE49-F238E27FC236}">
                <a16:creationId xmlns:a16="http://schemas.microsoft.com/office/drawing/2014/main" id="{FB6F8F8F-046D-4236-A7E3-74BF048BCC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28357" y="7705660"/>
            <a:ext cx="597537" cy="6343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vs.</a:t>
            </a:r>
          </a:p>
        </p:txBody>
      </p:sp>
      <p:sp>
        <p:nvSpPr>
          <p:cNvPr id="40" name="text-46 “bad”">
            <a:extLst xmlns:a="http://schemas.openxmlformats.org/drawingml/2006/main">
              <a:ext uri="{FF2B5EF4-FFF2-40B4-BE49-F238E27FC236}">
                <a16:creationId xmlns:a16="http://schemas.microsoft.com/office/drawing/2014/main" id="{211B55B2-5AF7-4C23-AC0E-F287869D1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61212" y="7705690"/>
            <a:ext cx="1264815" cy="6343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7" b="1" i="0">
                <a:solidFill>
                  <a:srgbClr val="009F86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7" b="1" i="0">
                <a:solidFill>
                  <a:srgbClr val="009F86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7" b="1" i="0">
                <a:solidFill>
                  <a:srgbClr val="009F86"/>
                </a:solidFill>
                <a:latin typeface="Times New Roman"/>
                <a:ea typeface="Times New Roman"/>
                <a:cs typeface="Times New Roman"/>
              </a:rPr>
              <a:t>“bad”</a:t>
            </a:r>
          </a:p>
        </p:txBody>
      </p:sp>
      <p:sp>
        <p:nvSpPr>
          <p:cNvPr id="41" name="text-47 samples">
            <a:extLst xmlns:a="http://schemas.openxmlformats.org/drawingml/2006/main">
              <a:ext uri="{FF2B5EF4-FFF2-40B4-BE49-F238E27FC236}">
                <a16:creationId xmlns:a16="http://schemas.microsoft.com/office/drawing/2014/main" id="{B97F6784-C944-4C2C-8B8E-A67857D9F9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61804" y="7705636"/>
            <a:ext cx="1616815" cy="6343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samples</a:t>
            </a:r>
          </a:p>
        </p:txBody>
      </p:sp>
      <p:sp>
        <p:nvSpPr>
          <p:cNvPr id="42" name="text-48 on">
            <a:extLst xmlns:a="http://schemas.openxmlformats.org/drawingml/2006/main">
              <a:ext uri="{FF2B5EF4-FFF2-40B4-BE49-F238E27FC236}">
                <a16:creationId xmlns:a16="http://schemas.microsoft.com/office/drawing/2014/main" id="{35F504A4-B99C-4C64-8EC2-A392280285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14386" y="7705657"/>
            <a:ext cx="534568" cy="6343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on</a:t>
            </a:r>
          </a:p>
        </p:txBody>
      </p:sp>
      <p:sp>
        <p:nvSpPr>
          <p:cNvPr id="43" name="text-48 ImageNet,">
            <a:extLst xmlns:a="http://schemas.openxmlformats.org/drawingml/2006/main">
              <a:ext uri="{FF2B5EF4-FFF2-40B4-BE49-F238E27FC236}">
                <a16:creationId xmlns:a16="http://schemas.microsoft.com/office/drawing/2014/main" id="{D973AE02-DC59-4E59-8BF5-E1E5A8A95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84726" y="7705549"/>
            <a:ext cx="1981050" cy="6344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ImageNet,</a:t>
            </a:r>
          </a:p>
        </p:txBody>
      </p:sp>
      <p:sp>
        <p:nvSpPr>
          <p:cNvPr id="44" name="text-48 illustrated">
            <a:extLst xmlns:a="http://schemas.openxmlformats.org/drawingml/2006/main">
              <a:ext uri="{FF2B5EF4-FFF2-40B4-BE49-F238E27FC236}">
                <a16:creationId xmlns:a16="http://schemas.microsoft.com/office/drawing/2014/main" id="{27980ECF-76E2-44CA-9AB0-323CD3685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02433" y="7705514"/>
            <a:ext cx="1893622" cy="6345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illustrated</a:t>
            </a:r>
          </a:p>
        </p:txBody>
      </p:sp>
      <p:sp>
        <p:nvSpPr>
          <p:cNvPr id="45" name="text-48 with">
            <a:extLst xmlns:a="http://schemas.openxmlformats.org/drawingml/2006/main">
              <a:ext uri="{FF2B5EF4-FFF2-40B4-BE49-F238E27FC236}">
                <a16:creationId xmlns:a16="http://schemas.microsoft.com/office/drawing/2014/main" id="{C7CA13A0-0C29-4846-BAEE-2044BD592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31347" y="7705582"/>
            <a:ext cx="887023" cy="6344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with</a:t>
            </a:r>
          </a:p>
        </p:txBody>
      </p:sp>
      <p:sp>
        <p:nvSpPr>
          <p:cNvPr id="46" name="text-48 an">
            <a:extLst xmlns:a="http://schemas.openxmlformats.org/drawingml/2006/main">
              <a:ext uri="{FF2B5EF4-FFF2-40B4-BE49-F238E27FC236}">
                <a16:creationId xmlns:a16="http://schemas.microsoft.com/office/drawing/2014/main" id="{F843E002-F164-460B-A750-EBB31F3B4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54127" y="7705584"/>
            <a:ext cx="509214" cy="634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</a:t>
            </a:r>
          </a:p>
        </p:txBody>
      </p:sp>
      <p:sp>
        <p:nvSpPr>
          <p:cNvPr id="47" name="text-48 analogy">
            <a:extLst xmlns:a="http://schemas.openxmlformats.org/drawingml/2006/main">
              <a:ext uri="{FF2B5EF4-FFF2-40B4-BE49-F238E27FC236}">
                <a16:creationId xmlns:a16="http://schemas.microsoft.com/office/drawing/2014/main" id="{E4FC4765-7CCC-4715-B329-B6C0609EA1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99098" y="7705556"/>
            <a:ext cx="1515806" cy="6344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analogy</a:t>
            </a:r>
          </a:p>
        </p:txBody>
      </p:sp>
      <p:sp>
        <p:nvSpPr>
          <p:cNvPr id="48" name="text-48 to">
            <a:extLst xmlns:a="http://schemas.openxmlformats.org/drawingml/2006/main">
              <a:ext uri="{FF2B5EF4-FFF2-40B4-BE49-F238E27FC236}">
                <a16:creationId xmlns:a16="http://schemas.microsoft.com/office/drawing/2014/main" id="{B5109D23-3F36-43DB-A133-9948B46D1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750657" y="7705487"/>
            <a:ext cx="434031" cy="6345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</a:t>
            </a:r>
          </a:p>
        </p:txBody>
      </p:sp>
      <p:sp>
        <p:nvSpPr>
          <p:cNvPr id="49" name="text-48 a">
            <a:extLst xmlns:a="http://schemas.openxmlformats.org/drawingml/2006/main">
              <a:ext uri="{FF2B5EF4-FFF2-40B4-BE49-F238E27FC236}">
                <a16:creationId xmlns:a16="http://schemas.microsoft.com/office/drawing/2014/main" id="{08E693EF-9FE4-407A-BC05-9C6F1CEFE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411" y="8203714"/>
            <a:ext cx="282743" cy="6347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7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7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7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</a:t>
            </a:r>
          </a:p>
        </p:txBody>
      </p:sp>
      <p:sp>
        <p:nvSpPr>
          <p:cNvPr id="50" name="text-48 2D">
            <a:extLst xmlns:a="http://schemas.openxmlformats.org/drawingml/2006/main">
              <a:ext uri="{FF2B5EF4-FFF2-40B4-BE49-F238E27FC236}">
                <a16:creationId xmlns:a16="http://schemas.microsoft.com/office/drawing/2014/main" id="{9E887D15-0309-4063-9077-4053DCD056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0799" y="8204006"/>
            <a:ext cx="635132" cy="6343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2D</a:t>
            </a:r>
          </a:p>
        </p:txBody>
      </p:sp>
      <p:sp>
        <p:nvSpPr>
          <p:cNvPr id="51" name="text-48 toy">
            <a:extLst xmlns:a="http://schemas.openxmlformats.org/drawingml/2006/main">
              <a:ext uri="{FF2B5EF4-FFF2-40B4-BE49-F238E27FC236}">
                <a16:creationId xmlns:a16="http://schemas.microsoft.com/office/drawing/2014/main" id="{F6BC15F8-100C-47DC-A9D7-516CBF4CF1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7630" y="8207455"/>
            <a:ext cx="655349" cy="6294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toy</a:t>
            </a:r>
          </a:p>
        </p:txBody>
      </p:sp>
      <p:sp>
        <p:nvSpPr>
          <p:cNvPr id="52" name="text-48 example.">
            <a:extLst xmlns:a="http://schemas.openxmlformats.org/drawingml/2006/main">
              <a:ext uri="{FF2B5EF4-FFF2-40B4-BE49-F238E27FC236}">
                <a16:creationId xmlns:a16="http://schemas.microsoft.com/office/drawing/2014/main" id="{F5E54C53-0903-4BC7-AA59-12BAD3AEF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65299" y="8205721"/>
            <a:ext cx="1722500" cy="6319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example.</a:t>
            </a:r>
          </a:p>
        </p:txBody>
      </p:sp>
      <p:sp>
        <p:nvSpPr>
          <p:cNvPr id="53" name="text-48 Toy">
            <a:extLst xmlns:a="http://schemas.openxmlformats.org/drawingml/2006/main">
              <a:ext uri="{FF2B5EF4-FFF2-40B4-BE49-F238E27FC236}">
                <a16:creationId xmlns:a16="http://schemas.microsoft.com/office/drawing/2014/main" id="{B0C6FB3C-1348-47D8-9C83-0C45E86F7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46987" y="8209829"/>
            <a:ext cx="769533" cy="6261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2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Toy</a:t>
            </a:r>
          </a:p>
        </p:txBody>
      </p:sp>
      <p:sp>
        <p:nvSpPr>
          <p:cNvPr id="54" name="text-48 training">
            <a:extLst xmlns:a="http://schemas.openxmlformats.org/drawingml/2006/main">
              <a:ext uri="{FF2B5EF4-FFF2-40B4-BE49-F238E27FC236}">
                <a16:creationId xmlns:a16="http://schemas.microsoft.com/office/drawing/2014/main" id="{50CA49A6-836F-4355-98DC-354DD8944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49267" y="8203859"/>
            <a:ext cx="1490894" cy="6345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training</a:t>
            </a:r>
          </a:p>
        </p:txBody>
      </p:sp>
      <p:sp>
        <p:nvSpPr>
          <p:cNvPr id="55" name="text-48 data:">
            <a:extLst xmlns:a="http://schemas.openxmlformats.org/drawingml/2006/main">
              <a:ext uri="{FF2B5EF4-FFF2-40B4-BE49-F238E27FC236}">
                <a16:creationId xmlns:a16="http://schemas.microsoft.com/office/drawing/2014/main" id="{E363A5A0-AF66-4880-BF8A-7C22EEEA5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71833" y="8203793"/>
            <a:ext cx="962244" cy="6346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data:</a:t>
            </a:r>
          </a:p>
        </p:txBody>
      </p:sp>
      <p:sp>
        <p:nvSpPr>
          <p:cNvPr id="56" name="text-48 (">
            <a:extLst xmlns:a="http://schemas.openxmlformats.org/drawingml/2006/main">
              <a:ext uri="{FF2B5EF4-FFF2-40B4-BE49-F238E27FC236}">
                <a16:creationId xmlns:a16="http://schemas.microsoft.com/office/drawing/2014/main" id="{427A12FE-0F52-4C4C-80ED-5D5805104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92919" y="8203858"/>
            <a:ext cx="232432" cy="6345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</a:t>
            </a:r>
          </a:p>
        </p:txBody>
      </p:sp>
      <p:sp>
        <p:nvSpPr>
          <p:cNvPr id="57" name="path-49">
            <a:extLst xmlns:a="http://schemas.openxmlformats.org/drawingml/2006/main">
              <a:ext uri="{FF2B5EF4-FFF2-40B4-BE49-F238E27FC236}">
                <a16:creationId xmlns:a16="http://schemas.microsoft.com/office/drawing/2014/main" id="{561A8AE3-D0CA-47E6-9592-F85C49E4E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60713" y="8411526"/>
            <a:ext cx="257788" cy="257787"/>
          </a:xfrm>
          <a:custGeom xmlns:a="http://schemas.openxmlformats.org/drawingml/2006/main">
            <a:pathLst>
              <a:path w="193207" h="193206">
                <a:moveTo>
                  <a:pt x="0" y="193206"/>
                </a:moveTo>
                <a:lnTo>
                  <a:pt x="193207" y="193206"/>
                </a:lnTo>
                <a:lnTo>
                  <a:pt x="96610" y="0"/>
                </a:lnTo>
                <a:lnTo>
                  <a:pt x="0" y="193206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33976">
            <a:solidFill>
              <a:srgbClr val="000000"/>
            </a:solidFill>
            <a:prstDash val="solid"/>
          </a:ln>
        </p:spPr>
      </p:sp>
      <p:sp>
        <p:nvSpPr>
          <p:cNvPr id="58" name="text-50 ,">
            <a:extLst xmlns:a="http://schemas.openxmlformats.org/drawingml/2006/main">
              <a:ext uri="{FF2B5EF4-FFF2-40B4-BE49-F238E27FC236}">
                <a16:creationId xmlns:a16="http://schemas.microsoft.com/office/drawing/2014/main" id="{9A9FA5A7-E297-449F-8701-84BDF9A8B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35494" y="8204069"/>
            <a:ext cx="194795" cy="6342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,</a:t>
            </a:r>
          </a:p>
        </p:txBody>
      </p:sp>
      <p:sp>
        <p:nvSpPr>
          <p:cNvPr id="59" name="path-51">
            <a:extLst xmlns:a="http://schemas.openxmlformats.org/drawingml/2006/main">
              <a:ext uri="{FF2B5EF4-FFF2-40B4-BE49-F238E27FC236}">
                <a16:creationId xmlns:a16="http://schemas.microsoft.com/office/drawing/2014/main" id="{1097BDB1-4142-4C10-AC11-6B5A88223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78992" y="8411526"/>
            <a:ext cx="257788" cy="257787"/>
          </a:xfrm>
          <a:custGeom xmlns:a="http://schemas.openxmlformats.org/drawingml/2006/main">
            <a:pathLst>
              <a:path w="193207" h="193206">
                <a:moveTo>
                  <a:pt x="0" y="193206"/>
                </a:moveTo>
                <a:lnTo>
                  <a:pt x="193207" y="193206"/>
                </a:lnTo>
                <a:lnTo>
                  <a:pt x="96610" y="0"/>
                </a:lnTo>
                <a:lnTo>
                  <a:pt x="0" y="193206"/>
                </a:lnTo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33976">
            <a:solidFill>
              <a:srgbClr val="000000"/>
            </a:solidFill>
            <a:prstDash val="solid"/>
          </a:ln>
        </p:spPr>
      </p:sp>
      <p:sp>
        <p:nvSpPr>
          <p:cNvPr id="60" name="text-52 ,">
            <a:extLst xmlns:a="http://schemas.openxmlformats.org/drawingml/2006/main">
              <a:ext uri="{FF2B5EF4-FFF2-40B4-BE49-F238E27FC236}">
                <a16:creationId xmlns:a16="http://schemas.microsoft.com/office/drawing/2014/main" id="{B087FA48-FAFF-4580-8F45-F2080FF6A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53774" y="8204069"/>
            <a:ext cx="194795" cy="6342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,</a:t>
            </a:r>
          </a:p>
        </p:txBody>
      </p:sp>
      <p:sp>
        <p:nvSpPr>
          <p:cNvPr id="61" name="path-53">
            <a:extLst xmlns:a="http://schemas.openxmlformats.org/drawingml/2006/main">
              <a:ext uri="{FF2B5EF4-FFF2-40B4-BE49-F238E27FC236}">
                <a16:creationId xmlns:a16="http://schemas.microsoft.com/office/drawing/2014/main" id="{C5C1B5FE-5C92-4747-8BDE-D21C17150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97270" y="8411526"/>
            <a:ext cx="257788" cy="257787"/>
          </a:xfrm>
          <a:custGeom xmlns:a="http://schemas.openxmlformats.org/drawingml/2006/main">
            <a:pathLst>
              <a:path w="193207" h="193206">
                <a:moveTo>
                  <a:pt x="0" y="0"/>
                </a:moveTo>
                <a:lnTo>
                  <a:pt x="193207" y="0"/>
                </a:lnTo>
                <a:lnTo>
                  <a:pt x="193207" y="193206"/>
                </a:lnTo>
                <a:lnTo>
                  <a:pt x="0" y="193206"/>
                </a:lnTo>
                <a:close/>
              </a:path>
            </a:pathLst>
          </a:custGeom>
          <a:solidFill xmlns:a="http://schemas.openxmlformats.org/drawingml/2006/main">
            <a:srgbClr val="06AEEF"/>
          </a:solidFill>
          <a:ln xmlns:a="http://schemas.openxmlformats.org/drawingml/2006/main" w="33976">
            <a:solidFill>
              <a:srgbClr val="000000"/>
            </a:solidFill>
            <a:prstDash val="solid"/>
          </a:ln>
        </p:spPr>
      </p:sp>
      <p:sp>
        <p:nvSpPr>
          <p:cNvPr id="62" name="text-54 ,">
            <a:extLst xmlns:a="http://schemas.openxmlformats.org/drawingml/2006/main">
              <a:ext uri="{FF2B5EF4-FFF2-40B4-BE49-F238E27FC236}">
                <a16:creationId xmlns:a16="http://schemas.microsoft.com/office/drawing/2014/main" id="{9F2E864A-ABF5-411D-9316-799EB8083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72052" y="8204069"/>
            <a:ext cx="194795" cy="6342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,</a:t>
            </a:r>
          </a:p>
        </p:txBody>
      </p:sp>
      <p:sp>
        <p:nvSpPr>
          <p:cNvPr id="63" name="path-55">
            <a:extLst xmlns:a="http://schemas.openxmlformats.org/drawingml/2006/main">
              <a:ext uri="{FF2B5EF4-FFF2-40B4-BE49-F238E27FC236}">
                <a16:creationId xmlns:a16="http://schemas.microsoft.com/office/drawing/2014/main" id="{EE7E9A11-4060-445C-AA89-81A5FD864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15550" y="8411526"/>
            <a:ext cx="257788" cy="257787"/>
          </a:xfrm>
          <a:custGeom xmlns:a="http://schemas.openxmlformats.org/drawingml/2006/main">
            <a:pathLst>
              <a:path w="193207" h="193206">
                <a:moveTo>
                  <a:pt x="0" y="0"/>
                </a:moveTo>
                <a:lnTo>
                  <a:pt x="193207" y="0"/>
                </a:lnTo>
                <a:lnTo>
                  <a:pt x="193207" y="193206"/>
                </a:lnTo>
                <a:lnTo>
                  <a:pt x="0" y="193206"/>
                </a:lnTo>
                <a:close/>
              </a:path>
            </a:pathLst>
          </a:custGeom>
          <a:solidFill xmlns:a="http://schemas.openxmlformats.org/drawingml/2006/main">
            <a:srgbClr val="CEEFFC"/>
          </a:solidFill>
          <a:ln xmlns:a="http://schemas.openxmlformats.org/drawingml/2006/main" w="33976">
            <a:solidFill>
              <a:srgbClr val="000000"/>
            </a:solidFill>
            <a:prstDash val="solid"/>
          </a:ln>
        </p:spPr>
      </p:sp>
      <p:sp>
        <p:nvSpPr>
          <p:cNvPr id="64" name="text-56 );">
            <a:extLst xmlns:a="http://schemas.openxmlformats.org/drawingml/2006/main">
              <a:ext uri="{FF2B5EF4-FFF2-40B4-BE49-F238E27FC236}">
                <a16:creationId xmlns:a16="http://schemas.microsoft.com/office/drawing/2014/main" id="{B54B12FD-B1ED-440D-BAAE-692182CE8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28028" y="8203774"/>
            <a:ext cx="358384" cy="6346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);</a:t>
            </a:r>
          </a:p>
        </p:txBody>
      </p:sp>
      <p:sp>
        <p:nvSpPr>
          <p:cNvPr id="65" name="text-56 generated">
            <a:extLst xmlns:a="http://schemas.openxmlformats.org/drawingml/2006/main">
              <a:ext uri="{FF2B5EF4-FFF2-40B4-BE49-F238E27FC236}">
                <a16:creationId xmlns:a16="http://schemas.microsoft.com/office/drawing/2014/main" id="{74F6EBD5-CE85-4212-87D5-D5140FD20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18069" y="8203861"/>
            <a:ext cx="1842429" cy="6345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generated</a:t>
            </a:r>
          </a:p>
        </p:txBody>
      </p:sp>
      <p:sp>
        <p:nvSpPr>
          <p:cNvPr id="66" name="text-56 samples:">
            <a:extLst xmlns:a="http://schemas.openxmlformats.org/drawingml/2006/main">
              <a:ext uri="{FF2B5EF4-FFF2-40B4-BE49-F238E27FC236}">
                <a16:creationId xmlns:a16="http://schemas.microsoft.com/office/drawing/2014/main" id="{77E45CBD-D88B-4CD2-891E-A0FD5DD90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92171" y="8203880"/>
            <a:ext cx="1667112" cy="6344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samples:</a:t>
            </a:r>
          </a:p>
        </p:txBody>
      </p:sp>
      <p:pic>
        <p:nvPicPr>
          <p:cNvPr id="67" name="">
            <a:extLst xmlns:a="http://schemas.openxmlformats.org/drawingml/2006/main">
              <a:ext uri="{FF2B5EF4-FFF2-40B4-BE49-F238E27FC236}">
                <a16:creationId xmlns:a16="http://schemas.microsoft.com/office/drawing/2014/main" id="{2F19CAF0-EAA9-4831-8100-67C69C4F0C4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fcf3542ed0640f3"/>
          <a:stretch xmlns:a="http://schemas.openxmlformats.org/drawingml/2006/main"/>
        </p:blipFill>
        <p:spPr>
          <a:xfrm xmlns:a="http://schemas.openxmlformats.org/drawingml/2006/main">
            <a:off x="12863512" y="8308520"/>
            <a:ext cx="965871" cy="470227"/>
          </a:xfrm>
          <a:prstGeom xmlns:a="http://schemas.openxmlformats.org/drawingml/2006/main" prst="rect">
            <a:avLst/>
          </a:prstGeom>
        </p:spPr>
      </p:pic>
      <p:sp>
        <p:nvSpPr>
          <p:cNvPr id="68" name="text-58 ,">
            <a:extLst xmlns:a="http://schemas.openxmlformats.org/drawingml/2006/main">
              <a:ext uri="{FF2B5EF4-FFF2-40B4-BE49-F238E27FC236}">
                <a16:creationId xmlns:a16="http://schemas.microsoft.com/office/drawing/2014/main" id="{DED47916-9FA1-4C45-931A-24C29BCB8E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20395" y="8204069"/>
            <a:ext cx="194795" cy="6342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,</a:t>
            </a:r>
          </a:p>
        </p:txBody>
      </p:sp>
      <p:pic>
        <p:nvPicPr>
          <p:cNvPr id="69" name="">
            <a:extLst xmlns:a="http://schemas.openxmlformats.org/drawingml/2006/main">
              <a:ext uri="{FF2B5EF4-FFF2-40B4-BE49-F238E27FC236}">
                <a16:creationId xmlns:a16="http://schemas.microsoft.com/office/drawing/2014/main" id="{C33C372D-64DF-4625-A22F-047946BBF61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7a1a33acebf4d5e"/>
          <a:stretch xmlns:a="http://schemas.openxmlformats.org/drawingml/2006/main"/>
        </p:blipFill>
        <p:spPr>
          <a:xfrm xmlns:a="http://schemas.openxmlformats.org/drawingml/2006/main">
            <a:off x="14007307" y="8308520"/>
            <a:ext cx="965871" cy="470227"/>
          </a:xfrm>
          <a:prstGeom xmlns:a="http://schemas.openxmlformats.org/drawingml/2006/main" prst="rect">
            <a:avLst/>
          </a:prstGeom>
        </p:spPr>
      </p:pic>
      <p:sp>
        <p:nvSpPr>
          <p:cNvPr id="70" name="text-60 .">
            <a:extLst xmlns:a="http://schemas.openxmlformats.org/drawingml/2006/main">
              <a:ext uri="{FF2B5EF4-FFF2-40B4-BE49-F238E27FC236}">
                <a16:creationId xmlns:a16="http://schemas.microsoft.com/office/drawing/2014/main" id="{23235E62-2DFD-48D5-895A-999AC3C13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49169" y="8204069"/>
            <a:ext cx="194795" cy="6342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417479967"/>
      </p:ext>
    </p:extLst>
  </p:cSld>
</p:sld>
</file>

<file path=ppt/slides/slide18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pic>
        <p:nvPicPr>
          <p:cNvPr id="165" name="">
            <a:extLst xmlns:a="http://schemas.openxmlformats.org/drawingml/2006/main">
              <a:ext uri="{FF2B5EF4-FFF2-40B4-BE49-F238E27FC236}">
                <a16:creationId xmlns:a16="http://schemas.microsoft.com/office/drawing/2014/main" id="{FF2345CE-DB76-40D1-BFBA-3931B83F815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d16dc1df4d44904"/>
          <a:stretch xmlns:a="http://schemas.openxmlformats.org/drawingml/2006/main"/>
        </p:blipFill>
        <p:spPr>
          <a:xfrm xmlns:a="http://schemas.openxmlformats.org/drawingml/2006/main">
            <a:off x="993418" y="534354"/>
            <a:ext cx="7530860" cy="2730260"/>
          </a:xfrm>
          <a:prstGeom xmlns:a="http://schemas.openxmlformats.org/drawingml/2006/main" prst="rect">
            <a:avLst/>
          </a:prstGeom>
        </p:spPr>
      </p:pic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AEBE6895-6900-4ECE-BF65-954F8F6E1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9586" y="74841"/>
            <a:ext cx="6545958" cy="420922"/>
          </a:xfrm>
          <a:custGeom xmlns:a="http://schemas.openxmlformats.org/drawingml/2006/main">
            <a:pathLst>
              <a:path w="4818553" h="309846">
                <a:moveTo>
                  <a:pt x="127210" y="258953"/>
                </a:moveTo>
                <a:cubicBezTo>
                  <a:pt x="121693" y="258953"/>
                  <a:pt x="116831" y="256242"/>
                  <a:pt x="112623" y="250819"/>
                </a:cubicBezTo>
                <a:lnTo>
                  <a:pt x="39832" y="158111"/>
                </a:lnTo>
                <a:cubicBezTo>
                  <a:pt x="38429" y="156430"/>
                  <a:pt x="37401" y="154747"/>
                  <a:pt x="36746" y="153063"/>
                </a:cubicBezTo>
                <a:cubicBezTo>
                  <a:pt x="36092" y="151286"/>
                  <a:pt x="35764" y="149557"/>
                  <a:pt x="35764" y="147873"/>
                </a:cubicBezTo>
                <a:cubicBezTo>
                  <a:pt x="35764" y="144040"/>
                  <a:pt x="37027" y="140909"/>
                  <a:pt x="39552" y="138475"/>
                </a:cubicBezTo>
                <a:cubicBezTo>
                  <a:pt x="42076" y="135951"/>
                  <a:pt x="45302" y="134691"/>
                  <a:pt x="49229" y="134691"/>
                </a:cubicBezTo>
                <a:cubicBezTo>
                  <a:pt x="53904" y="134691"/>
                  <a:pt x="57925" y="136982"/>
                  <a:pt x="61291" y="141562"/>
                </a:cubicBezTo>
                <a:lnTo>
                  <a:pt x="126649" y="227117"/>
                </a:lnTo>
                <a:lnTo>
                  <a:pt x="252596" y="26416"/>
                </a:lnTo>
                <a:cubicBezTo>
                  <a:pt x="254279" y="23795"/>
                  <a:pt x="256009" y="21972"/>
                  <a:pt x="257786" y="20945"/>
                </a:cubicBezTo>
                <a:cubicBezTo>
                  <a:pt x="259562" y="19823"/>
                  <a:pt x="261853" y="19261"/>
                  <a:pt x="264658" y="19261"/>
                </a:cubicBezTo>
                <a:cubicBezTo>
                  <a:pt x="268491" y="19261"/>
                  <a:pt x="271577" y="20431"/>
                  <a:pt x="273915" y="22767"/>
                </a:cubicBezTo>
                <a:cubicBezTo>
                  <a:pt x="276252" y="25104"/>
                  <a:pt x="277421" y="28190"/>
                  <a:pt x="277421" y="32023"/>
                </a:cubicBezTo>
                <a:cubicBezTo>
                  <a:pt x="277421" y="33707"/>
                  <a:pt x="277141" y="35390"/>
                  <a:pt x="276580" y="37074"/>
                </a:cubicBezTo>
                <a:cubicBezTo>
                  <a:pt x="276018" y="38664"/>
                  <a:pt x="275130" y="40438"/>
                  <a:pt x="273915" y="42403"/>
                </a:cubicBezTo>
                <a:lnTo>
                  <a:pt x="141375" y="251100"/>
                </a:lnTo>
                <a:cubicBezTo>
                  <a:pt x="137916" y="256336"/>
                  <a:pt x="133194" y="258953"/>
                  <a:pt x="127210" y="258953"/>
                </a:cubicBezTo>
                <a:moveTo>
                  <a:pt x="448301" y="23273"/>
                </a:moveTo>
                <a:lnTo>
                  <a:pt x="448301" y="112369"/>
                </a:lnTo>
                <a:lnTo>
                  <a:pt x="497837" y="112369"/>
                </a:lnTo>
                <a:cubicBezTo>
                  <a:pt x="510692" y="112369"/>
                  <a:pt x="519280" y="110430"/>
                  <a:pt x="523602" y="106552"/>
                </a:cubicBezTo>
                <a:cubicBezTo>
                  <a:pt x="529364" y="101452"/>
                  <a:pt x="532578" y="92478"/>
                  <a:pt x="533243" y="79622"/>
                </a:cubicBezTo>
                <a:lnTo>
                  <a:pt x="539393" y="79622"/>
                </a:lnTo>
                <a:lnTo>
                  <a:pt x="539393" y="158080"/>
                </a:lnTo>
                <a:lnTo>
                  <a:pt x="533243" y="158080"/>
                </a:lnTo>
                <a:cubicBezTo>
                  <a:pt x="531691" y="147109"/>
                  <a:pt x="530140" y="140074"/>
                  <a:pt x="528589" y="136971"/>
                </a:cubicBezTo>
                <a:cubicBezTo>
                  <a:pt x="526594" y="133092"/>
                  <a:pt x="523325" y="130043"/>
                  <a:pt x="518781" y="127828"/>
                </a:cubicBezTo>
                <a:cubicBezTo>
                  <a:pt x="514238" y="125611"/>
                  <a:pt x="507256" y="124504"/>
                  <a:pt x="497837" y="124504"/>
                </a:cubicBezTo>
                <a:lnTo>
                  <a:pt x="448301" y="124504"/>
                </a:lnTo>
                <a:lnTo>
                  <a:pt x="448301" y="198805"/>
                </a:lnTo>
                <a:cubicBezTo>
                  <a:pt x="448301" y="208779"/>
                  <a:pt x="448745" y="214875"/>
                  <a:pt x="449631" y="217092"/>
                </a:cubicBezTo>
                <a:cubicBezTo>
                  <a:pt x="450518" y="219196"/>
                  <a:pt x="452069" y="220914"/>
                  <a:pt x="454286" y="222245"/>
                </a:cubicBezTo>
                <a:cubicBezTo>
                  <a:pt x="456502" y="223463"/>
                  <a:pt x="460713" y="224074"/>
                  <a:pt x="466919" y="224074"/>
                </a:cubicBezTo>
                <a:lnTo>
                  <a:pt x="505151" y="224074"/>
                </a:lnTo>
                <a:cubicBezTo>
                  <a:pt x="517895" y="224074"/>
                  <a:pt x="527148" y="223185"/>
                  <a:pt x="532910" y="221414"/>
                </a:cubicBezTo>
                <a:cubicBezTo>
                  <a:pt x="538673" y="219639"/>
                  <a:pt x="544214" y="216150"/>
                  <a:pt x="549533" y="210940"/>
                </a:cubicBezTo>
                <a:cubicBezTo>
                  <a:pt x="556404" y="204069"/>
                  <a:pt x="563441" y="193709"/>
                  <a:pt x="570644" y="179856"/>
                </a:cubicBezTo>
                <a:lnTo>
                  <a:pt x="577293" y="179856"/>
                </a:lnTo>
                <a:lnTo>
                  <a:pt x="557845" y="236373"/>
                </a:lnTo>
                <a:lnTo>
                  <a:pt x="384138" y="236373"/>
                </a:lnTo>
                <a:lnTo>
                  <a:pt x="384138" y="230224"/>
                </a:lnTo>
                <a:lnTo>
                  <a:pt x="392117" y="230224"/>
                </a:lnTo>
                <a:cubicBezTo>
                  <a:pt x="397436" y="230224"/>
                  <a:pt x="402478" y="228949"/>
                  <a:pt x="407244" y="226399"/>
                </a:cubicBezTo>
                <a:cubicBezTo>
                  <a:pt x="410790" y="224628"/>
                  <a:pt x="413172" y="221967"/>
                  <a:pt x="414391" y="218421"/>
                </a:cubicBezTo>
                <a:cubicBezTo>
                  <a:pt x="415721" y="214875"/>
                  <a:pt x="416386" y="207615"/>
                  <a:pt x="416386" y="196645"/>
                </a:cubicBezTo>
                <a:lnTo>
                  <a:pt x="416386" y="50200"/>
                </a:lnTo>
                <a:cubicBezTo>
                  <a:pt x="416386" y="35904"/>
                  <a:pt x="414945" y="27094"/>
                  <a:pt x="412064" y="23770"/>
                </a:cubicBezTo>
                <a:cubicBezTo>
                  <a:pt x="408075" y="19338"/>
                  <a:pt x="401426" y="17120"/>
                  <a:pt x="392117" y="17120"/>
                </a:cubicBezTo>
                <a:lnTo>
                  <a:pt x="384138" y="17120"/>
                </a:lnTo>
                <a:lnTo>
                  <a:pt x="384138" y="10971"/>
                </a:lnTo>
                <a:lnTo>
                  <a:pt x="557845" y="10971"/>
                </a:lnTo>
                <a:lnTo>
                  <a:pt x="560338" y="60341"/>
                </a:lnTo>
                <a:lnTo>
                  <a:pt x="553855" y="60341"/>
                </a:lnTo>
                <a:cubicBezTo>
                  <a:pt x="551528" y="48482"/>
                  <a:pt x="548924" y="40336"/>
                  <a:pt x="546042" y="35904"/>
                </a:cubicBezTo>
                <a:cubicBezTo>
                  <a:pt x="543272" y="31472"/>
                  <a:pt x="539116" y="28091"/>
                  <a:pt x="533576" y="25766"/>
                </a:cubicBezTo>
                <a:cubicBezTo>
                  <a:pt x="529143" y="24102"/>
                  <a:pt x="521330" y="23273"/>
                  <a:pt x="510138" y="23273"/>
                </a:cubicBezTo>
                <a:lnTo>
                  <a:pt x="448301" y="23273"/>
                </a:lnTo>
                <a:moveTo>
                  <a:pt x="640293" y="111869"/>
                </a:moveTo>
                <a:cubicBezTo>
                  <a:pt x="658134" y="90371"/>
                  <a:pt x="675145" y="79622"/>
                  <a:pt x="691324" y="79622"/>
                </a:cubicBezTo>
                <a:cubicBezTo>
                  <a:pt x="699635" y="79622"/>
                  <a:pt x="706783" y="81729"/>
                  <a:pt x="712767" y="85939"/>
                </a:cubicBezTo>
                <a:cubicBezTo>
                  <a:pt x="718752" y="90039"/>
                  <a:pt x="723516" y="96856"/>
                  <a:pt x="727063" y="106384"/>
                </a:cubicBezTo>
                <a:cubicBezTo>
                  <a:pt x="729501" y="113033"/>
                  <a:pt x="730719" y="123229"/>
                  <a:pt x="730719" y="136971"/>
                </a:cubicBezTo>
                <a:lnTo>
                  <a:pt x="730719" y="201965"/>
                </a:lnTo>
                <a:cubicBezTo>
                  <a:pt x="730719" y="211607"/>
                  <a:pt x="731495" y="218143"/>
                  <a:pt x="733047" y="221578"/>
                </a:cubicBezTo>
                <a:cubicBezTo>
                  <a:pt x="734266" y="224349"/>
                  <a:pt x="736205" y="226510"/>
                  <a:pt x="738865" y="228063"/>
                </a:cubicBezTo>
                <a:cubicBezTo>
                  <a:pt x="741635" y="229613"/>
                  <a:pt x="746678" y="230388"/>
                  <a:pt x="753992" y="230388"/>
                </a:cubicBezTo>
                <a:lnTo>
                  <a:pt x="753992" y="236373"/>
                </a:lnTo>
                <a:lnTo>
                  <a:pt x="678691" y="236373"/>
                </a:lnTo>
                <a:lnTo>
                  <a:pt x="678691" y="230388"/>
                </a:lnTo>
                <a:lnTo>
                  <a:pt x="681849" y="230388"/>
                </a:lnTo>
                <a:cubicBezTo>
                  <a:pt x="688942" y="230388"/>
                  <a:pt x="693873" y="229338"/>
                  <a:pt x="696644" y="227231"/>
                </a:cubicBezTo>
                <a:cubicBezTo>
                  <a:pt x="699525" y="225014"/>
                  <a:pt x="701519" y="221800"/>
                  <a:pt x="702627" y="217589"/>
                </a:cubicBezTo>
                <a:cubicBezTo>
                  <a:pt x="703071" y="215928"/>
                  <a:pt x="703292" y="210718"/>
                  <a:pt x="703292" y="201965"/>
                </a:cubicBezTo>
                <a:lnTo>
                  <a:pt x="703292" y="139631"/>
                </a:lnTo>
                <a:cubicBezTo>
                  <a:pt x="703292" y="125779"/>
                  <a:pt x="701464" y="115748"/>
                  <a:pt x="697807" y="109544"/>
                </a:cubicBezTo>
                <a:cubicBezTo>
                  <a:pt x="694261" y="103227"/>
                  <a:pt x="688221" y="100067"/>
                  <a:pt x="679688" y="100067"/>
                </a:cubicBezTo>
                <a:cubicBezTo>
                  <a:pt x="666501" y="100067"/>
                  <a:pt x="653369" y="107270"/>
                  <a:pt x="640293" y="121679"/>
                </a:cubicBezTo>
                <a:lnTo>
                  <a:pt x="640293" y="201965"/>
                </a:lnTo>
                <a:cubicBezTo>
                  <a:pt x="640293" y="212271"/>
                  <a:pt x="640902" y="218643"/>
                  <a:pt x="642121" y="221081"/>
                </a:cubicBezTo>
                <a:cubicBezTo>
                  <a:pt x="643672" y="224295"/>
                  <a:pt x="645778" y="226677"/>
                  <a:pt x="648438" y="228228"/>
                </a:cubicBezTo>
                <a:cubicBezTo>
                  <a:pt x="651208" y="229670"/>
                  <a:pt x="656749" y="230388"/>
                  <a:pt x="665061" y="230388"/>
                </a:cubicBezTo>
                <a:lnTo>
                  <a:pt x="665061" y="236373"/>
                </a:lnTo>
                <a:lnTo>
                  <a:pt x="589760" y="236373"/>
                </a:lnTo>
                <a:lnTo>
                  <a:pt x="589760" y="230388"/>
                </a:lnTo>
                <a:lnTo>
                  <a:pt x="593084" y="230388"/>
                </a:lnTo>
                <a:cubicBezTo>
                  <a:pt x="600842" y="230388"/>
                  <a:pt x="606050" y="228449"/>
                  <a:pt x="608710" y="224571"/>
                </a:cubicBezTo>
                <a:cubicBezTo>
                  <a:pt x="611480" y="220582"/>
                  <a:pt x="612865" y="213047"/>
                  <a:pt x="612865" y="201965"/>
                </a:cubicBezTo>
                <a:lnTo>
                  <a:pt x="612865" y="145448"/>
                </a:lnTo>
                <a:cubicBezTo>
                  <a:pt x="612865" y="127164"/>
                  <a:pt x="612422" y="116026"/>
                  <a:pt x="611536" y="112037"/>
                </a:cubicBezTo>
                <a:cubicBezTo>
                  <a:pt x="610760" y="108048"/>
                  <a:pt x="609486" y="105331"/>
                  <a:pt x="607713" y="103891"/>
                </a:cubicBezTo>
                <a:cubicBezTo>
                  <a:pt x="606050" y="102452"/>
                  <a:pt x="603778" y="101731"/>
                  <a:pt x="600897" y="101731"/>
                </a:cubicBezTo>
                <a:cubicBezTo>
                  <a:pt x="597794" y="101731"/>
                  <a:pt x="594082" y="102563"/>
                  <a:pt x="589760" y="104224"/>
                </a:cubicBezTo>
                <a:lnTo>
                  <a:pt x="587267" y="98239"/>
                </a:lnTo>
                <a:lnTo>
                  <a:pt x="633145" y="79622"/>
                </a:lnTo>
                <a:lnTo>
                  <a:pt x="640293" y="79622"/>
                </a:lnTo>
                <a:lnTo>
                  <a:pt x="640293" y="111869"/>
                </a:lnTo>
                <a:moveTo>
                  <a:pt x="840595" y="79622"/>
                </a:moveTo>
                <a:cubicBezTo>
                  <a:pt x="863645" y="79622"/>
                  <a:pt x="882151" y="88378"/>
                  <a:pt x="896115" y="105887"/>
                </a:cubicBezTo>
                <a:cubicBezTo>
                  <a:pt x="907972" y="120847"/>
                  <a:pt x="913901" y="138024"/>
                  <a:pt x="913901" y="157416"/>
                </a:cubicBezTo>
                <a:cubicBezTo>
                  <a:pt x="913901" y="171046"/>
                  <a:pt x="910632" y="184845"/>
                  <a:pt x="904093" y="198805"/>
                </a:cubicBezTo>
                <a:cubicBezTo>
                  <a:pt x="897555" y="212768"/>
                  <a:pt x="888524" y="223296"/>
                  <a:pt x="876999" y="230388"/>
                </a:cubicBezTo>
                <a:cubicBezTo>
                  <a:pt x="865584" y="237481"/>
                  <a:pt x="852840" y="241027"/>
                  <a:pt x="838767" y="241027"/>
                </a:cubicBezTo>
                <a:cubicBezTo>
                  <a:pt x="815827" y="241027"/>
                  <a:pt x="797598" y="231884"/>
                  <a:pt x="784078" y="213600"/>
                </a:cubicBezTo>
                <a:cubicBezTo>
                  <a:pt x="772664" y="198198"/>
                  <a:pt x="766957" y="180910"/>
                  <a:pt x="766957" y="161737"/>
                </a:cubicBezTo>
                <a:cubicBezTo>
                  <a:pt x="766957" y="147774"/>
                  <a:pt x="770392" y="133924"/>
                  <a:pt x="777263" y="120183"/>
                </a:cubicBezTo>
                <a:cubicBezTo>
                  <a:pt x="784244" y="106330"/>
                  <a:pt x="793387" y="96135"/>
                  <a:pt x="804690" y="89596"/>
                </a:cubicBezTo>
                <a:cubicBezTo>
                  <a:pt x="815994" y="82947"/>
                  <a:pt x="827962" y="79622"/>
                  <a:pt x="840595" y="79622"/>
                </a:cubicBezTo>
                <a:moveTo>
                  <a:pt x="835442" y="90428"/>
                </a:moveTo>
                <a:cubicBezTo>
                  <a:pt x="829569" y="90428"/>
                  <a:pt x="823640" y="92200"/>
                  <a:pt x="817656" y="95746"/>
                </a:cubicBezTo>
                <a:cubicBezTo>
                  <a:pt x="811782" y="99181"/>
                  <a:pt x="807017" y="105277"/>
                  <a:pt x="803361" y="114030"/>
                </a:cubicBezTo>
                <a:cubicBezTo>
                  <a:pt x="799704" y="122786"/>
                  <a:pt x="797875" y="134035"/>
                  <a:pt x="797875" y="147774"/>
                </a:cubicBezTo>
                <a:cubicBezTo>
                  <a:pt x="797875" y="169939"/>
                  <a:pt x="802253" y="189055"/>
                  <a:pt x="811007" y="205122"/>
                </a:cubicBezTo>
                <a:cubicBezTo>
                  <a:pt x="819873" y="221192"/>
                  <a:pt x="831508" y="229227"/>
                  <a:pt x="845914" y="229227"/>
                </a:cubicBezTo>
                <a:cubicBezTo>
                  <a:pt x="856663" y="229227"/>
                  <a:pt x="865529" y="224792"/>
                  <a:pt x="872510" y="215928"/>
                </a:cubicBezTo>
                <a:cubicBezTo>
                  <a:pt x="879492" y="207062"/>
                  <a:pt x="882983" y="191824"/>
                  <a:pt x="882983" y="170215"/>
                </a:cubicBezTo>
                <a:cubicBezTo>
                  <a:pt x="882983" y="143177"/>
                  <a:pt x="877165" y="121900"/>
                  <a:pt x="865529" y="106384"/>
                </a:cubicBezTo>
                <a:cubicBezTo>
                  <a:pt x="857661" y="95746"/>
                  <a:pt x="847632" y="90428"/>
                  <a:pt x="835442" y="90428"/>
                </a:cubicBezTo>
                <a:moveTo>
                  <a:pt x="1069821" y="84111"/>
                </a:moveTo>
                <a:lnTo>
                  <a:pt x="1069821" y="176367"/>
                </a:lnTo>
                <a:cubicBezTo>
                  <a:pt x="1069821" y="193987"/>
                  <a:pt x="1070209" y="204790"/>
                  <a:pt x="1070985" y="208779"/>
                </a:cubicBezTo>
                <a:cubicBezTo>
                  <a:pt x="1071871" y="212658"/>
                  <a:pt x="1073201" y="215375"/>
                  <a:pt x="1074974" y="216925"/>
                </a:cubicBezTo>
                <a:cubicBezTo>
                  <a:pt x="1076858" y="218478"/>
                  <a:pt x="1079019" y="219253"/>
                  <a:pt x="1081457" y="219253"/>
                </a:cubicBezTo>
                <a:cubicBezTo>
                  <a:pt x="1084892" y="219253"/>
                  <a:pt x="1088771" y="218310"/>
                  <a:pt x="1093093" y="216425"/>
                </a:cubicBezTo>
                <a:lnTo>
                  <a:pt x="1095420" y="222245"/>
                </a:lnTo>
                <a:lnTo>
                  <a:pt x="1049874" y="241027"/>
                </a:lnTo>
                <a:lnTo>
                  <a:pt x="1042393" y="241027"/>
                </a:lnTo>
                <a:lnTo>
                  <a:pt x="1042393" y="208779"/>
                </a:lnTo>
                <a:cubicBezTo>
                  <a:pt x="1029317" y="222964"/>
                  <a:pt x="1019344" y="231884"/>
                  <a:pt x="1012473" y="235541"/>
                </a:cubicBezTo>
                <a:cubicBezTo>
                  <a:pt x="1005603" y="239198"/>
                  <a:pt x="998344" y="241027"/>
                  <a:pt x="990698" y="241027"/>
                </a:cubicBezTo>
                <a:cubicBezTo>
                  <a:pt x="982164" y="241027"/>
                  <a:pt x="974739" y="238591"/>
                  <a:pt x="968423" y="233713"/>
                </a:cubicBezTo>
                <a:cubicBezTo>
                  <a:pt x="962217" y="228727"/>
                  <a:pt x="957895" y="222356"/>
                  <a:pt x="955458" y="214597"/>
                </a:cubicBezTo>
                <a:cubicBezTo>
                  <a:pt x="953020" y="206840"/>
                  <a:pt x="951800" y="195869"/>
                  <a:pt x="951800" y="181685"/>
                </a:cubicBezTo>
                <a:lnTo>
                  <a:pt x="951800" y="113698"/>
                </a:lnTo>
                <a:cubicBezTo>
                  <a:pt x="951800" y="106495"/>
                  <a:pt x="951025" y="101509"/>
                  <a:pt x="949473" y="98738"/>
                </a:cubicBezTo>
                <a:cubicBezTo>
                  <a:pt x="947922" y="95967"/>
                  <a:pt x="945594" y="93863"/>
                  <a:pt x="942492" y="92421"/>
                </a:cubicBezTo>
                <a:cubicBezTo>
                  <a:pt x="939499" y="90871"/>
                  <a:pt x="934014" y="90150"/>
                  <a:pt x="926035" y="90260"/>
                </a:cubicBezTo>
                <a:lnTo>
                  <a:pt x="926035" y="84111"/>
                </a:lnTo>
                <a:lnTo>
                  <a:pt x="979394" y="84111"/>
                </a:lnTo>
                <a:lnTo>
                  <a:pt x="979394" y="186006"/>
                </a:lnTo>
                <a:cubicBezTo>
                  <a:pt x="979394" y="200191"/>
                  <a:pt x="981832" y="209500"/>
                  <a:pt x="986708" y="213932"/>
                </a:cubicBezTo>
                <a:cubicBezTo>
                  <a:pt x="991695" y="218367"/>
                  <a:pt x="997678" y="220582"/>
                  <a:pt x="1004660" y="220582"/>
                </a:cubicBezTo>
                <a:cubicBezTo>
                  <a:pt x="1009426" y="220582"/>
                  <a:pt x="1014800" y="219085"/>
                  <a:pt x="1020784" y="216093"/>
                </a:cubicBezTo>
                <a:cubicBezTo>
                  <a:pt x="1026879" y="213103"/>
                  <a:pt x="1034082" y="207394"/>
                  <a:pt x="1042393" y="198973"/>
                </a:cubicBezTo>
                <a:lnTo>
                  <a:pt x="1042393" y="112701"/>
                </a:lnTo>
                <a:cubicBezTo>
                  <a:pt x="1042393" y="104059"/>
                  <a:pt x="1040787" y="98239"/>
                  <a:pt x="1037573" y="95249"/>
                </a:cubicBezTo>
                <a:cubicBezTo>
                  <a:pt x="1034470" y="92146"/>
                  <a:pt x="1027932" y="90482"/>
                  <a:pt x="1017959" y="90260"/>
                </a:cubicBezTo>
                <a:lnTo>
                  <a:pt x="1017959" y="84111"/>
                </a:lnTo>
                <a:lnTo>
                  <a:pt x="1069821" y="84111"/>
                </a:lnTo>
                <a:moveTo>
                  <a:pt x="1147282" y="180853"/>
                </a:moveTo>
                <a:cubicBezTo>
                  <a:pt x="1137974" y="176310"/>
                  <a:pt x="1130826" y="169993"/>
                  <a:pt x="1125839" y="161904"/>
                </a:cubicBezTo>
                <a:cubicBezTo>
                  <a:pt x="1120852" y="153705"/>
                  <a:pt x="1118359" y="144673"/>
                  <a:pt x="1118359" y="134810"/>
                </a:cubicBezTo>
                <a:cubicBezTo>
                  <a:pt x="1118359" y="119740"/>
                  <a:pt x="1124011" y="106773"/>
                  <a:pt x="1135314" y="95913"/>
                </a:cubicBezTo>
                <a:cubicBezTo>
                  <a:pt x="1146728" y="85053"/>
                  <a:pt x="1161301" y="79622"/>
                  <a:pt x="1179031" y="79622"/>
                </a:cubicBezTo>
                <a:cubicBezTo>
                  <a:pt x="1193549" y="79622"/>
                  <a:pt x="1206126" y="83168"/>
                  <a:pt x="1216765" y="90260"/>
                </a:cubicBezTo>
                <a:lnTo>
                  <a:pt x="1249013" y="90260"/>
                </a:lnTo>
                <a:cubicBezTo>
                  <a:pt x="1253778" y="90260"/>
                  <a:pt x="1256549" y="90428"/>
                  <a:pt x="1257324" y="90760"/>
                </a:cubicBezTo>
                <a:cubicBezTo>
                  <a:pt x="1258100" y="90982"/>
                  <a:pt x="1258654" y="91424"/>
                  <a:pt x="1258986" y="92089"/>
                </a:cubicBezTo>
                <a:cubicBezTo>
                  <a:pt x="1259651" y="93085"/>
                  <a:pt x="1259983" y="94860"/>
                  <a:pt x="1259983" y="97409"/>
                </a:cubicBezTo>
                <a:cubicBezTo>
                  <a:pt x="1259983" y="100288"/>
                  <a:pt x="1259707" y="102284"/>
                  <a:pt x="1259153" y="103392"/>
                </a:cubicBezTo>
                <a:cubicBezTo>
                  <a:pt x="1258820" y="103948"/>
                  <a:pt x="1258210" y="104391"/>
                  <a:pt x="1257324" y="104723"/>
                </a:cubicBezTo>
                <a:cubicBezTo>
                  <a:pt x="1256549" y="105055"/>
                  <a:pt x="1253778" y="105220"/>
                  <a:pt x="1249013" y="105220"/>
                </a:cubicBezTo>
                <a:lnTo>
                  <a:pt x="1229232" y="105220"/>
                </a:lnTo>
                <a:cubicBezTo>
                  <a:pt x="1235438" y="113201"/>
                  <a:pt x="1238540" y="123397"/>
                  <a:pt x="1238540" y="135807"/>
                </a:cubicBezTo>
                <a:cubicBezTo>
                  <a:pt x="1238540" y="149991"/>
                  <a:pt x="1233111" y="162126"/>
                  <a:pt x="1222251" y="172211"/>
                </a:cubicBezTo>
                <a:cubicBezTo>
                  <a:pt x="1211390" y="182295"/>
                  <a:pt x="1196818" y="187338"/>
                  <a:pt x="1178533" y="187338"/>
                </a:cubicBezTo>
                <a:cubicBezTo>
                  <a:pt x="1170997" y="187338"/>
                  <a:pt x="1163296" y="186228"/>
                  <a:pt x="1155428" y="184013"/>
                </a:cubicBezTo>
                <a:cubicBezTo>
                  <a:pt x="1150551" y="188224"/>
                  <a:pt x="1147227" y="191937"/>
                  <a:pt x="1145454" y="195148"/>
                </a:cubicBezTo>
                <a:cubicBezTo>
                  <a:pt x="1143791" y="198252"/>
                  <a:pt x="1142961" y="200912"/>
                  <a:pt x="1142961" y="203129"/>
                </a:cubicBezTo>
                <a:cubicBezTo>
                  <a:pt x="1142961" y="205012"/>
                  <a:pt x="1143847" y="206840"/>
                  <a:pt x="1145620" y="208615"/>
                </a:cubicBezTo>
                <a:cubicBezTo>
                  <a:pt x="1147504" y="210386"/>
                  <a:pt x="1151106" y="211661"/>
                  <a:pt x="1156425" y="212436"/>
                </a:cubicBezTo>
                <a:cubicBezTo>
                  <a:pt x="1159527" y="212879"/>
                  <a:pt x="1167285" y="213268"/>
                  <a:pt x="1179696" y="213600"/>
                </a:cubicBezTo>
                <a:cubicBezTo>
                  <a:pt x="1202525" y="214154"/>
                  <a:pt x="1217319" y="214932"/>
                  <a:pt x="1224079" y="215928"/>
                </a:cubicBezTo>
                <a:cubicBezTo>
                  <a:pt x="1234385" y="217368"/>
                  <a:pt x="1242586" y="221192"/>
                  <a:pt x="1248681" y="227399"/>
                </a:cubicBezTo>
                <a:cubicBezTo>
                  <a:pt x="1254886" y="233602"/>
                  <a:pt x="1257989" y="241251"/>
                  <a:pt x="1257989" y="250336"/>
                </a:cubicBezTo>
                <a:cubicBezTo>
                  <a:pt x="1257989" y="262860"/>
                  <a:pt x="1252116" y="274606"/>
                  <a:pt x="1240369" y="285576"/>
                </a:cubicBezTo>
                <a:cubicBezTo>
                  <a:pt x="1223081" y="301757"/>
                  <a:pt x="1200530" y="309846"/>
                  <a:pt x="1172715" y="309846"/>
                </a:cubicBezTo>
                <a:cubicBezTo>
                  <a:pt x="1151327" y="309846"/>
                  <a:pt x="1133264" y="305025"/>
                  <a:pt x="1118525" y="295383"/>
                </a:cubicBezTo>
                <a:cubicBezTo>
                  <a:pt x="1110214" y="289844"/>
                  <a:pt x="1106059" y="284080"/>
                  <a:pt x="1106059" y="278095"/>
                </a:cubicBezTo>
                <a:cubicBezTo>
                  <a:pt x="1106059" y="275438"/>
                  <a:pt x="1106668" y="272777"/>
                  <a:pt x="1107887" y="270117"/>
                </a:cubicBezTo>
                <a:cubicBezTo>
                  <a:pt x="1109771" y="266017"/>
                  <a:pt x="1113649" y="260310"/>
                  <a:pt x="1119523" y="252997"/>
                </a:cubicBezTo>
                <a:cubicBezTo>
                  <a:pt x="1120298" y="252000"/>
                  <a:pt x="1125950" y="246015"/>
                  <a:pt x="1136478" y="235044"/>
                </a:cubicBezTo>
                <a:cubicBezTo>
                  <a:pt x="1130715" y="231609"/>
                  <a:pt x="1126615" y="228560"/>
                  <a:pt x="1124177" y="225902"/>
                </a:cubicBezTo>
                <a:cubicBezTo>
                  <a:pt x="1121850" y="223131"/>
                  <a:pt x="1120686" y="220028"/>
                  <a:pt x="1120686" y="216593"/>
                </a:cubicBezTo>
                <a:cubicBezTo>
                  <a:pt x="1120686" y="212714"/>
                  <a:pt x="1122238" y="208172"/>
                  <a:pt x="1125341" y="202962"/>
                </a:cubicBezTo>
                <a:cubicBezTo>
                  <a:pt x="1128554" y="197755"/>
                  <a:pt x="1135869" y="190384"/>
                  <a:pt x="1147282" y="180853"/>
                </a:cubicBezTo>
                <a:moveTo>
                  <a:pt x="1176205" y="87600"/>
                </a:moveTo>
                <a:cubicBezTo>
                  <a:pt x="1168005" y="87600"/>
                  <a:pt x="1161134" y="90871"/>
                  <a:pt x="1155594" y="97409"/>
                </a:cubicBezTo>
                <a:cubicBezTo>
                  <a:pt x="1150053" y="103948"/>
                  <a:pt x="1147282" y="113976"/>
                  <a:pt x="1147282" y="127496"/>
                </a:cubicBezTo>
                <a:cubicBezTo>
                  <a:pt x="1147282" y="145006"/>
                  <a:pt x="1151050" y="158580"/>
                  <a:pt x="1158586" y="168222"/>
                </a:cubicBezTo>
                <a:cubicBezTo>
                  <a:pt x="1164348" y="175535"/>
                  <a:pt x="1171662" y="179192"/>
                  <a:pt x="1180527" y="179192"/>
                </a:cubicBezTo>
                <a:cubicBezTo>
                  <a:pt x="1188950" y="179192"/>
                  <a:pt x="1195876" y="176032"/>
                  <a:pt x="1201306" y="169718"/>
                </a:cubicBezTo>
                <a:cubicBezTo>
                  <a:pt x="1206736" y="163401"/>
                  <a:pt x="1209451" y="153483"/>
                  <a:pt x="1209451" y="139963"/>
                </a:cubicBezTo>
                <a:cubicBezTo>
                  <a:pt x="1209451" y="122343"/>
                  <a:pt x="1205628" y="108545"/>
                  <a:pt x="1197981" y="98574"/>
                </a:cubicBezTo>
                <a:cubicBezTo>
                  <a:pt x="1192330" y="91257"/>
                  <a:pt x="1185071" y="87600"/>
                  <a:pt x="1176205" y="87600"/>
                </a:cubicBezTo>
                <a:moveTo>
                  <a:pt x="1145620" y="236373"/>
                </a:moveTo>
                <a:cubicBezTo>
                  <a:pt x="1140412" y="242026"/>
                  <a:pt x="1136478" y="247290"/>
                  <a:pt x="1133818" y="252165"/>
                </a:cubicBezTo>
                <a:cubicBezTo>
                  <a:pt x="1131158" y="257042"/>
                  <a:pt x="1129829" y="261528"/>
                  <a:pt x="1129829" y="265628"/>
                </a:cubicBezTo>
                <a:cubicBezTo>
                  <a:pt x="1129829" y="270949"/>
                  <a:pt x="1133042" y="275602"/>
                  <a:pt x="1139470" y="279591"/>
                </a:cubicBezTo>
                <a:cubicBezTo>
                  <a:pt x="1150551" y="286462"/>
                  <a:pt x="1166564" y="289897"/>
                  <a:pt x="1187509" y="289897"/>
                </a:cubicBezTo>
                <a:cubicBezTo>
                  <a:pt x="1207456" y="289897"/>
                  <a:pt x="1222140" y="286351"/>
                  <a:pt x="1231559" y="279259"/>
                </a:cubicBezTo>
                <a:cubicBezTo>
                  <a:pt x="1241089" y="272278"/>
                  <a:pt x="1245854" y="264799"/>
                  <a:pt x="1245854" y="256818"/>
                </a:cubicBezTo>
                <a:cubicBezTo>
                  <a:pt x="1245854" y="251057"/>
                  <a:pt x="1243028" y="246958"/>
                  <a:pt x="1237377" y="244519"/>
                </a:cubicBezTo>
                <a:cubicBezTo>
                  <a:pt x="1231614" y="242080"/>
                  <a:pt x="1220200" y="240641"/>
                  <a:pt x="1203134" y="240198"/>
                </a:cubicBezTo>
                <a:cubicBezTo>
                  <a:pt x="1178201" y="239533"/>
                  <a:pt x="1159029" y="238258"/>
                  <a:pt x="1145620" y="236373"/>
                </a:cubicBezTo>
                <a:moveTo>
                  <a:pt x="1321487" y="0"/>
                </a:moveTo>
                <a:lnTo>
                  <a:pt x="1321487" y="111373"/>
                </a:lnTo>
                <a:cubicBezTo>
                  <a:pt x="1333788" y="97852"/>
                  <a:pt x="1343540" y="89207"/>
                  <a:pt x="1350743" y="85439"/>
                </a:cubicBezTo>
                <a:cubicBezTo>
                  <a:pt x="1357946" y="81561"/>
                  <a:pt x="1365149" y="79622"/>
                  <a:pt x="1372352" y="79622"/>
                </a:cubicBezTo>
                <a:cubicBezTo>
                  <a:pt x="1380996" y="79622"/>
                  <a:pt x="1388421" y="82004"/>
                  <a:pt x="1394627" y="86771"/>
                </a:cubicBezTo>
                <a:cubicBezTo>
                  <a:pt x="1400832" y="91535"/>
                  <a:pt x="1405432" y="99016"/>
                  <a:pt x="1408424" y="109212"/>
                </a:cubicBezTo>
                <a:cubicBezTo>
                  <a:pt x="1410530" y="116304"/>
                  <a:pt x="1411582" y="129268"/>
                  <a:pt x="1411582" y="148109"/>
                </a:cubicBezTo>
                <a:lnTo>
                  <a:pt x="1411582" y="201965"/>
                </a:lnTo>
                <a:cubicBezTo>
                  <a:pt x="1411582" y="211607"/>
                  <a:pt x="1412358" y="218200"/>
                  <a:pt x="1413909" y="221746"/>
                </a:cubicBezTo>
                <a:cubicBezTo>
                  <a:pt x="1415018" y="224406"/>
                  <a:pt x="1416901" y="226510"/>
                  <a:pt x="1419561" y="228063"/>
                </a:cubicBezTo>
                <a:cubicBezTo>
                  <a:pt x="1422221" y="229613"/>
                  <a:pt x="1427096" y="230388"/>
                  <a:pt x="1434188" y="230388"/>
                </a:cubicBezTo>
                <a:lnTo>
                  <a:pt x="1434188" y="236373"/>
                </a:lnTo>
                <a:lnTo>
                  <a:pt x="1359387" y="236373"/>
                </a:lnTo>
                <a:lnTo>
                  <a:pt x="1359387" y="230388"/>
                </a:lnTo>
                <a:lnTo>
                  <a:pt x="1362877" y="230388"/>
                </a:lnTo>
                <a:cubicBezTo>
                  <a:pt x="1369970" y="230388"/>
                  <a:pt x="1374901" y="229338"/>
                  <a:pt x="1377672" y="227231"/>
                </a:cubicBezTo>
                <a:cubicBezTo>
                  <a:pt x="1380442" y="225014"/>
                  <a:pt x="1382381" y="221800"/>
                  <a:pt x="1383490" y="217589"/>
                </a:cubicBezTo>
                <a:cubicBezTo>
                  <a:pt x="1383822" y="215818"/>
                  <a:pt x="1383988" y="210608"/>
                  <a:pt x="1383988" y="201965"/>
                </a:cubicBezTo>
                <a:lnTo>
                  <a:pt x="1383988" y="148109"/>
                </a:lnTo>
                <a:cubicBezTo>
                  <a:pt x="1383988" y="131485"/>
                  <a:pt x="1383102" y="120569"/>
                  <a:pt x="1381329" y="115362"/>
                </a:cubicBezTo>
                <a:cubicBezTo>
                  <a:pt x="1379666" y="110152"/>
                  <a:pt x="1376951" y="106273"/>
                  <a:pt x="1373184" y="103724"/>
                </a:cubicBezTo>
                <a:cubicBezTo>
                  <a:pt x="1369416" y="101066"/>
                  <a:pt x="1364873" y="99735"/>
                  <a:pt x="1359553" y="99735"/>
                </a:cubicBezTo>
                <a:cubicBezTo>
                  <a:pt x="1354123" y="99735"/>
                  <a:pt x="1348471" y="101177"/>
                  <a:pt x="1342598" y="104059"/>
                </a:cubicBezTo>
                <a:cubicBezTo>
                  <a:pt x="1336725" y="106938"/>
                  <a:pt x="1329688" y="112758"/>
                  <a:pt x="1321487" y="121511"/>
                </a:cubicBezTo>
                <a:lnTo>
                  <a:pt x="1321487" y="201965"/>
                </a:lnTo>
                <a:cubicBezTo>
                  <a:pt x="1321487" y="212382"/>
                  <a:pt x="1322041" y="218864"/>
                  <a:pt x="1323149" y="221414"/>
                </a:cubicBezTo>
                <a:cubicBezTo>
                  <a:pt x="1324369" y="223963"/>
                  <a:pt x="1326530" y="226124"/>
                  <a:pt x="1329633" y="227895"/>
                </a:cubicBezTo>
                <a:cubicBezTo>
                  <a:pt x="1332846" y="229559"/>
                  <a:pt x="1338332" y="230388"/>
                  <a:pt x="1346089" y="230388"/>
                </a:cubicBezTo>
                <a:lnTo>
                  <a:pt x="1346089" y="236373"/>
                </a:lnTo>
                <a:lnTo>
                  <a:pt x="1270622" y="236373"/>
                </a:lnTo>
                <a:lnTo>
                  <a:pt x="1270622" y="230388"/>
                </a:lnTo>
                <a:cubicBezTo>
                  <a:pt x="1277382" y="230388"/>
                  <a:pt x="1282701" y="229338"/>
                  <a:pt x="1286580" y="227231"/>
                </a:cubicBezTo>
                <a:cubicBezTo>
                  <a:pt x="1288796" y="226124"/>
                  <a:pt x="1290569" y="224017"/>
                  <a:pt x="1291899" y="220914"/>
                </a:cubicBezTo>
                <a:cubicBezTo>
                  <a:pt x="1293229" y="217811"/>
                  <a:pt x="1293894" y="211496"/>
                  <a:pt x="1293894" y="201965"/>
                </a:cubicBezTo>
                <a:lnTo>
                  <a:pt x="1293894" y="64163"/>
                </a:lnTo>
                <a:cubicBezTo>
                  <a:pt x="1293894" y="46764"/>
                  <a:pt x="1293450" y="36072"/>
                  <a:pt x="1292564" y="32083"/>
                </a:cubicBezTo>
                <a:cubicBezTo>
                  <a:pt x="1291789" y="28091"/>
                  <a:pt x="1290514" y="25377"/>
                  <a:pt x="1288741" y="23937"/>
                </a:cubicBezTo>
                <a:cubicBezTo>
                  <a:pt x="1287078" y="22495"/>
                  <a:pt x="1284807" y="21777"/>
                  <a:pt x="1281925" y="21777"/>
                </a:cubicBezTo>
                <a:cubicBezTo>
                  <a:pt x="1279599" y="21777"/>
                  <a:pt x="1275830" y="22662"/>
                  <a:pt x="1270622" y="24434"/>
                </a:cubicBezTo>
                <a:lnTo>
                  <a:pt x="1268295" y="18617"/>
                </a:lnTo>
                <a:lnTo>
                  <a:pt x="1313841" y="0"/>
                </a:lnTo>
                <a:lnTo>
                  <a:pt x="1321487" y="0"/>
                </a:lnTo>
                <a:moveTo>
                  <a:pt x="1632164" y="22941"/>
                </a:moveTo>
                <a:lnTo>
                  <a:pt x="1605568" y="112202"/>
                </a:lnTo>
                <a:lnTo>
                  <a:pt x="1635156" y="112202"/>
                </a:lnTo>
                <a:cubicBezTo>
                  <a:pt x="1648454" y="112202"/>
                  <a:pt x="1658372" y="110152"/>
                  <a:pt x="1664910" y="106052"/>
                </a:cubicBezTo>
                <a:cubicBezTo>
                  <a:pt x="1671560" y="101952"/>
                  <a:pt x="1678375" y="93196"/>
                  <a:pt x="1685357" y="79790"/>
                </a:cubicBezTo>
                <a:lnTo>
                  <a:pt x="1691673" y="79790"/>
                </a:lnTo>
                <a:lnTo>
                  <a:pt x="1668235" y="161904"/>
                </a:lnTo>
                <a:lnTo>
                  <a:pt x="1661586" y="161904"/>
                </a:lnTo>
                <a:cubicBezTo>
                  <a:pt x="1663248" y="155255"/>
                  <a:pt x="1664080" y="149770"/>
                  <a:pt x="1664080" y="145448"/>
                </a:cubicBezTo>
                <a:cubicBezTo>
                  <a:pt x="1664080" y="138688"/>
                  <a:pt x="1661808" y="133478"/>
                  <a:pt x="1657264" y="129822"/>
                </a:cubicBezTo>
                <a:cubicBezTo>
                  <a:pt x="1652831" y="126054"/>
                  <a:pt x="1644465" y="124172"/>
                  <a:pt x="1632164" y="124172"/>
                </a:cubicBezTo>
                <a:lnTo>
                  <a:pt x="1602243" y="124172"/>
                </a:lnTo>
                <a:lnTo>
                  <a:pt x="1582629" y="192159"/>
                </a:lnTo>
                <a:cubicBezTo>
                  <a:pt x="1579083" y="204237"/>
                  <a:pt x="1577309" y="212271"/>
                  <a:pt x="1577309" y="216260"/>
                </a:cubicBezTo>
                <a:cubicBezTo>
                  <a:pt x="1577309" y="220360"/>
                  <a:pt x="1578805" y="223517"/>
                  <a:pt x="1581797" y="225735"/>
                </a:cubicBezTo>
                <a:cubicBezTo>
                  <a:pt x="1584901" y="227952"/>
                  <a:pt x="1592381" y="229448"/>
                  <a:pt x="1604238" y="230224"/>
                </a:cubicBezTo>
                <a:lnTo>
                  <a:pt x="1602243" y="236373"/>
                </a:lnTo>
                <a:lnTo>
                  <a:pt x="1513146" y="236373"/>
                </a:lnTo>
                <a:lnTo>
                  <a:pt x="1515307" y="230224"/>
                </a:lnTo>
                <a:cubicBezTo>
                  <a:pt x="1523951" y="230002"/>
                  <a:pt x="1529713" y="229227"/>
                  <a:pt x="1532594" y="227895"/>
                </a:cubicBezTo>
                <a:cubicBezTo>
                  <a:pt x="1537027" y="226013"/>
                  <a:pt x="1540296" y="223463"/>
                  <a:pt x="1542402" y="220250"/>
                </a:cubicBezTo>
                <a:cubicBezTo>
                  <a:pt x="1545394" y="215707"/>
                  <a:pt x="1548940" y="206343"/>
                  <a:pt x="1553040" y="192159"/>
                </a:cubicBezTo>
                <a:lnTo>
                  <a:pt x="1592768" y="56352"/>
                </a:lnTo>
                <a:cubicBezTo>
                  <a:pt x="1595982" y="45379"/>
                  <a:pt x="1597589" y="36790"/>
                  <a:pt x="1597589" y="30587"/>
                </a:cubicBezTo>
                <a:cubicBezTo>
                  <a:pt x="1597589" y="27705"/>
                  <a:pt x="1596869" y="25266"/>
                  <a:pt x="1595428" y="23273"/>
                </a:cubicBezTo>
                <a:cubicBezTo>
                  <a:pt x="1593988" y="21166"/>
                  <a:pt x="1591826" y="19616"/>
                  <a:pt x="1588945" y="18617"/>
                </a:cubicBezTo>
                <a:cubicBezTo>
                  <a:pt x="1586175" y="17620"/>
                  <a:pt x="1580579" y="17120"/>
                  <a:pt x="1572156" y="17120"/>
                </a:cubicBezTo>
                <a:lnTo>
                  <a:pt x="1574151" y="10971"/>
                </a:lnTo>
                <a:lnTo>
                  <a:pt x="1749021" y="10971"/>
                </a:lnTo>
                <a:lnTo>
                  <a:pt x="1732398" y="67987"/>
                </a:lnTo>
                <a:lnTo>
                  <a:pt x="1726082" y="67987"/>
                </a:lnTo>
                <a:cubicBezTo>
                  <a:pt x="1727301" y="61116"/>
                  <a:pt x="1727910" y="55463"/>
                  <a:pt x="1727910" y="51031"/>
                </a:cubicBezTo>
                <a:cubicBezTo>
                  <a:pt x="1727910" y="43718"/>
                  <a:pt x="1725860" y="37954"/>
                  <a:pt x="1721760" y="33744"/>
                </a:cubicBezTo>
                <a:cubicBezTo>
                  <a:pt x="1717770" y="29422"/>
                  <a:pt x="1712617" y="26376"/>
                  <a:pt x="1706301" y="24602"/>
                </a:cubicBezTo>
                <a:cubicBezTo>
                  <a:pt x="1701868" y="23494"/>
                  <a:pt x="1691950" y="22941"/>
                  <a:pt x="1676547" y="22941"/>
                </a:cubicBezTo>
                <a:lnTo>
                  <a:pt x="1632164" y="22941"/>
                </a:lnTo>
                <a:moveTo>
                  <a:pt x="1747359" y="95249"/>
                </a:moveTo>
                <a:lnTo>
                  <a:pt x="1804707" y="85939"/>
                </a:lnTo>
                <a:lnTo>
                  <a:pt x="1780770" y="166725"/>
                </a:lnTo>
                <a:cubicBezTo>
                  <a:pt x="1800163" y="133589"/>
                  <a:pt x="1817783" y="110430"/>
                  <a:pt x="1833630" y="97242"/>
                </a:cubicBezTo>
                <a:cubicBezTo>
                  <a:pt x="1842606" y="89707"/>
                  <a:pt x="1849920" y="85939"/>
                  <a:pt x="1855572" y="85939"/>
                </a:cubicBezTo>
                <a:cubicBezTo>
                  <a:pt x="1859229" y="85939"/>
                  <a:pt x="1862110" y="87046"/>
                  <a:pt x="1864216" y="89264"/>
                </a:cubicBezTo>
                <a:cubicBezTo>
                  <a:pt x="1866321" y="91368"/>
                  <a:pt x="1867374" y="94471"/>
                  <a:pt x="1867374" y="98574"/>
                </a:cubicBezTo>
                <a:cubicBezTo>
                  <a:pt x="1867374" y="105887"/>
                  <a:pt x="1865490" y="112869"/>
                  <a:pt x="1861722" y="119515"/>
                </a:cubicBezTo>
                <a:cubicBezTo>
                  <a:pt x="1859063" y="124504"/>
                  <a:pt x="1855239" y="126997"/>
                  <a:pt x="1850253" y="126997"/>
                </a:cubicBezTo>
                <a:cubicBezTo>
                  <a:pt x="1847704" y="126997"/>
                  <a:pt x="1845487" y="126165"/>
                  <a:pt x="1843603" y="124504"/>
                </a:cubicBezTo>
                <a:cubicBezTo>
                  <a:pt x="1841830" y="122840"/>
                  <a:pt x="1840722" y="120293"/>
                  <a:pt x="1840279" y="116858"/>
                </a:cubicBezTo>
                <a:cubicBezTo>
                  <a:pt x="1840057" y="114751"/>
                  <a:pt x="1839559" y="113366"/>
                  <a:pt x="1838783" y="112701"/>
                </a:cubicBezTo>
                <a:cubicBezTo>
                  <a:pt x="1837897" y="111815"/>
                  <a:pt x="1836844" y="111373"/>
                  <a:pt x="1835625" y="111373"/>
                </a:cubicBezTo>
                <a:cubicBezTo>
                  <a:pt x="1833741" y="111373"/>
                  <a:pt x="1831968" y="111815"/>
                  <a:pt x="1830305" y="112701"/>
                </a:cubicBezTo>
                <a:cubicBezTo>
                  <a:pt x="1827424" y="114252"/>
                  <a:pt x="1823047" y="118576"/>
                  <a:pt x="1817173" y="125668"/>
                </a:cubicBezTo>
                <a:cubicBezTo>
                  <a:pt x="1807976" y="136528"/>
                  <a:pt x="1798003" y="150602"/>
                  <a:pt x="1787253" y="167889"/>
                </a:cubicBezTo>
                <a:cubicBezTo>
                  <a:pt x="1782599" y="175203"/>
                  <a:pt x="1778610" y="183459"/>
                  <a:pt x="1775285" y="192656"/>
                </a:cubicBezTo>
                <a:cubicBezTo>
                  <a:pt x="1770630" y="205290"/>
                  <a:pt x="1767971" y="212879"/>
                  <a:pt x="1767306" y="215429"/>
                </a:cubicBezTo>
                <a:lnTo>
                  <a:pt x="1761986" y="236373"/>
                </a:lnTo>
                <a:lnTo>
                  <a:pt x="1736554" y="236373"/>
                </a:lnTo>
                <a:lnTo>
                  <a:pt x="1767306" y="133146"/>
                </a:lnTo>
                <a:cubicBezTo>
                  <a:pt x="1770851" y="121179"/>
                  <a:pt x="1772625" y="112645"/>
                  <a:pt x="1772625" y="107548"/>
                </a:cubicBezTo>
                <a:cubicBezTo>
                  <a:pt x="1772625" y="105552"/>
                  <a:pt x="1771794" y="103891"/>
                  <a:pt x="1770132" y="102563"/>
                </a:cubicBezTo>
                <a:cubicBezTo>
                  <a:pt x="1767916" y="100788"/>
                  <a:pt x="1764979" y="99902"/>
                  <a:pt x="1761322" y="99902"/>
                </a:cubicBezTo>
                <a:cubicBezTo>
                  <a:pt x="1758994" y="99902"/>
                  <a:pt x="1754728" y="100402"/>
                  <a:pt x="1748522" y="101399"/>
                </a:cubicBezTo>
                <a:lnTo>
                  <a:pt x="1747359" y="95249"/>
                </a:lnTo>
                <a:moveTo>
                  <a:pt x="1890147" y="173707"/>
                </a:moveTo>
                <a:cubicBezTo>
                  <a:pt x="1889371" y="179246"/>
                  <a:pt x="1888983" y="183846"/>
                  <a:pt x="1888983" y="187502"/>
                </a:cubicBezTo>
                <a:cubicBezTo>
                  <a:pt x="1888983" y="197366"/>
                  <a:pt x="1892474" y="205787"/>
                  <a:pt x="1899456" y="212768"/>
                </a:cubicBezTo>
                <a:cubicBezTo>
                  <a:pt x="1906437" y="219639"/>
                  <a:pt x="1914914" y="223074"/>
                  <a:pt x="1924888" y="223074"/>
                </a:cubicBezTo>
                <a:cubicBezTo>
                  <a:pt x="1932867" y="223074"/>
                  <a:pt x="1940514" y="221468"/>
                  <a:pt x="1947828" y="218254"/>
                </a:cubicBezTo>
                <a:cubicBezTo>
                  <a:pt x="1955252" y="214932"/>
                  <a:pt x="1966223" y="207672"/>
                  <a:pt x="1980740" y="196480"/>
                </a:cubicBezTo>
                <a:lnTo>
                  <a:pt x="1984231" y="201301"/>
                </a:lnTo>
                <a:cubicBezTo>
                  <a:pt x="1957967" y="227342"/>
                  <a:pt x="1932923" y="240362"/>
                  <a:pt x="1909097" y="240362"/>
                </a:cubicBezTo>
                <a:cubicBezTo>
                  <a:pt x="1892918" y="240362"/>
                  <a:pt x="1880728" y="235266"/>
                  <a:pt x="1872527" y="225070"/>
                </a:cubicBezTo>
                <a:cubicBezTo>
                  <a:pt x="1864327" y="214875"/>
                  <a:pt x="1860226" y="203626"/>
                  <a:pt x="1860226" y="191327"/>
                </a:cubicBezTo>
                <a:cubicBezTo>
                  <a:pt x="1860226" y="174814"/>
                  <a:pt x="1865324" y="157915"/>
                  <a:pt x="1875519" y="140628"/>
                </a:cubicBezTo>
                <a:cubicBezTo>
                  <a:pt x="1885714" y="123340"/>
                  <a:pt x="1898514" y="109930"/>
                  <a:pt x="1913917" y="100402"/>
                </a:cubicBezTo>
                <a:cubicBezTo>
                  <a:pt x="1929321" y="90760"/>
                  <a:pt x="1945168" y="85939"/>
                  <a:pt x="1961458" y="85939"/>
                </a:cubicBezTo>
                <a:cubicBezTo>
                  <a:pt x="1973204" y="85939"/>
                  <a:pt x="1981903" y="88321"/>
                  <a:pt x="1987556" y="93085"/>
                </a:cubicBezTo>
                <a:cubicBezTo>
                  <a:pt x="1993207" y="97852"/>
                  <a:pt x="1996033" y="103502"/>
                  <a:pt x="1996033" y="110041"/>
                </a:cubicBezTo>
                <a:cubicBezTo>
                  <a:pt x="1996033" y="119240"/>
                  <a:pt x="1992376" y="128050"/>
                  <a:pt x="1985062" y="136471"/>
                </a:cubicBezTo>
                <a:cubicBezTo>
                  <a:pt x="1975421" y="147442"/>
                  <a:pt x="1961236" y="156308"/>
                  <a:pt x="1942508" y="163068"/>
                </a:cubicBezTo>
                <a:cubicBezTo>
                  <a:pt x="1930097" y="167611"/>
                  <a:pt x="1912643" y="171157"/>
                  <a:pt x="1890147" y="173707"/>
                </a:cubicBezTo>
                <a:moveTo>
                  <a:pt x="1891311" y="165561"/>
                </a:moveTo>
                <a:cubicBezTo>
                  <a:pt x="1907711" y="163676"/>
                  <a:pt x="1921065" y="160465"/>
                  <a:pt x="1931371" y="155919"/>
                </a:cubicBezTo>
                <a:cubicBezTo>
                  <a:pt x="1945001" y="149826"/>
                  <a:pt x="1955197" y="142567"/>
                  <a:pt x="1961957" y="134146"/>
                </a:cubicBezTo>
                <a:cubicBezTo>
                  <a:pt x="1968828" y="125611"/>
                  <a:pt x="1972263" y="117522"/>
                  <a:pt x="1972263" y="109876"/>
                </a:cubicBezTo>
                <a:cubicBezTo>
                  <a:pt x="1972263" y="105220"/>
                  <a:pt x="1970767" y="101452"/>
                  <a:pt x="1967774" y="98574"/>
                </a:cubicBezTo>
                <a:cubicBezTo>
                  <a:pt x="1964893" y="95692"/>
                  <a:pt x="1960737" y="94249"/>
                  <a:pt x="1955307" y="94249"/>
                </a:cubicBezTo>
                <a:cubicBezTo>
                  <a:pt x="1944004" y="94249"/>
                  <a:pt x="1931981" y="100288"/>
                  <a:pt x="1919236" y="112369"/>
                </a:cubicBezTo>
                <a:cubicBezTo>
                  <a:pt x="1906603" y="124336"/>
                  <a:pt x="1897294" y="142067"/>
                  <a:pt x="1891311" y="165561"/>
                </a:cubicBezTo>
                <a:moveTo>
                  <a:pt x="2041413" y="173707"/>
                </a:moveTo>
                <a:cubicBezTo>
                  <a:pt x="2040637" y="179246"/>
                  <a:pt x="2040249" y="183846"/>
                  <a:pt x="2040249" y="187502"/>
                </a:cubicBezTo>
                <a:cubicBezTo>
                  <a:pt x="2040249" y="197366"/>
                  <a:pt x="2043739" y="205787"/>
                  <a:pt x="2050721" y="212768"/>
                </a:cubicBezTo>
                <a:cubicBezTo>
                  <a:pt x="2057703" y="219639"/>
                  <a:pt x="2066180" y="223074"/>
                  <a:pt x="2076154" y="223074"/>
                </a:cubicBezTo>
                <a:cubicBezTo>
                  <a:pt x="2084132" y="223074"/>
                  <a:pt x="2091779" y="221468"/>
                  <a:pt x="2099094" y="218254"/>
                </a:cubicBezTo>
                <a:cubicBezTo>
                  <a:pt x="2106518" y="214932"/>
                  <a:pt x="2117489" y="207672"/>
                  <a:pt x="2132006" y="196480"/>
                </a:cubicBezTo>
                <a:lnTo>
                  <a:pt x="2135497" y="201301"/>
                </a:lnTo>
                <a:cubicBezTo>
                  <a:pt x="2109233" y="227342"/>
                  <a:pt x="2084188" y="240362"/>
                  <a:pt x="2060363" y="240362"/>
                </a:cubicBezTo>
                <a:cubicBezTo>
                  <a:pt x="2044183" y="240362"/>
                  <a:pt x="2031993" y="235266"/>
                  <a:pt x="2023793" y="225070"/>
                </a:cubicBezTo>
                <a:cubicBezTo>
                  <a:pt x="2015592" y="214875"/>
                  <a:pt x="2011492" y="203626"/>
                  <a:pt x="2011492" y="191327"/>
                </a:cubicBezTo>
                <a:cubicBezTo>
                  <a:pt x="2011492" y="174814"/>
                  <a:pt x="2016590" y="157915"/>
                  <a:pt x="2026785" y="140628"/>
                </a:cubicBezTo>
                <a:cubicBezTo>
                  <a:pt x="2036980" y="123340"/>
                  <a:pt x="2049780" y="109930"/>
                  <a:pt x="2065183" y="100402"/>
                </a:cubicBezTo>
                <a:cubicBezTo>
                  <a:pt x="2080586" y="90760"/>
                  <a:pt x="2096433" y="85939"/>
                  <a:pt x="2112724" y="85939"/>
                </a:cubicBezTo>
                <a:cubicBezTo>
                  <a:pt x="2124470" y="85939"/>
                  <a:pt x="2133169" y="88321"/>
                  <a:pt x="2138821" y="93085"/>
                </a:cubicBezTo>
                <a:cubicBezTo>
                  <a:pt x="2144473" y="97852"/>
                  <a:pt x="2147299" y="103502"/>
                  <a:pt x="2147299" y="110041"/>
                </a:cubicBezTo>
                <a:cubicBezTo>
                  <a:pt x="2147299" y="119240"/>
                  <a:pt x="2143642" y="128050"/>
                  <a:pt x="2136328" y="136471"/>
                </a:cubicBezTo>
                <a:cubicBezTo>
                  <a:pt x="2126687" y="147442"/>
                  <a:pt x="2112502" y="156308"/>
                  <a:pt x="2093774" y="163068"/>
                </a:cubicBezTo>
                <a:cubicBezTo>
                  <a:pt x="2081362" y="167611"/>
                  <a:pt x="2063909" y="171157"/>
                  <a:pt x="2041413" y="173707"/>
                </a:cubicBezTo>
                <a:moveTo>
                  <a:pt x="2042576" y="165561"/>
                </a:moveTo>
                <a:cubicBezTo>
                  <a:pt x="2058977" y="163676"/>
                  <a:pt x="2072331" y="160465"/>
                  <a:pt x="2082637" y="155919"/>
                </a:cubicBezTo>
                <a:cubicBezTo>
                  <a:pt x="2096267" y="149826"/>
                  <a:pt x="2106463" y="142567"/>
                  <a:pt x="2113223" y="134146"/>
                </a:cubicBezTo>
                <a:cubicBezTo>
                  <a:pt x="2120093" y="125611"/>
                  <a:pt x="2123528" y="117522"/>
                  <a:pt x="2123528" y="109876"/>
                </a:cubicBezTo>
                <a:cubicBezTo>
                  <a:pt x="2123528" y="105220"/>
                  <a:pt x="2122033" y="101452"/>
                  <a:pt x="2119040" y="98574"/>
                </a:cubicBezTo>
                <a:cubicBezTo>
                  <a:pt x="2116159" y="95692"/>
                  <a:pt x="2112003" y="94249"/>
                  <a:pt x="2106573" y="94249"/>
                </a:cubicBezTo>
                <a:cubicBezTo>
                  <a:pt x="2095270" y="94249"/>
                  <a:pt x="2083247" y="100288"/>
                  <a:pt x="2070502" y="112369"/>
                </a:cubicBezTo>
                <a:cubicBezTo>
                  <a:pt x="2057869" y="124336"/>
                  <a:pt x="2048560" y="142067"/>
                  <a:pt x="2042576" y="165561"/>
                </a:cubicBezTo>
                <a:moveTo>
                  <a:pt x="2336298" y="0"/>
                </a:moveTo>
                <a:lnTo>
                  <a:pt x="2279116" y="196148"/>
                </a:lnTo>
                <a:cubicBezTo>
                  <a:pt x="2276013" y="206786"/>
                  <a:pt x="2274462" y="213768"/>
                  <a:pt x="2274462" y="217092"/>
                </a:cubicBezTo>
                <a:cubicBezTo>
                  <a:pt x="2274462" y="218200"/>
                  <a:pt x="2274905" y="219253"/>
                  <a:pt x="2275791" y="220250"/>
                </a:cubicBezTo>
                <a:cubicBezTo>
                  <a:pt x="2276789" y="221246"/>
                  <a:pt x="2277786" y="221746"/>
                  <a:pt x="2278784" y="221746"/>
                </a:cubicBezTo>
                <a:cubicBezTo>
                  <a:pt x="2280224" y="221746"/>
                  <a:pt x="2281942" y="221025"/>
                  <a:pt x="2283937" y="219585"/>
                </a:cubicBezTo>
                <a:cubicBezTo>
                  <a:pt x="2287705" y="216925"/>
                  <a:pt x="2294021" y="210275"/>
                  <a:pt x="2302886" y="199637"/>
                </a:cubicBezTo>
                <a:lnTo>
                  <a:pt x="2308539" y="203129"/>
                </a:lnTo>
                <a:cubicBezTo>
                  <a:pt x="2300559" y="214211"/>
                  <a:pt x="2292469" y="223185"/>
                  <a:pt x="2284269" y="230056"/>
                </a:cubicBezTo>
                <a:cubicBezTo>
                  <a:pt x="2276179" y="236927"/>
                  <a:pt x="2268588" y="240362"/>
                  <a:pt x="2261496" y="240362"/>
                </a:cubicBezTo>
                <a:cubicBezTo>
                  <a:pt x="2257729" y="240362"/>
                  <a:pt x="2254625" y="239034"/>
                  <a:pt x="2252187" y="236373"/>
                </a:cubicBezTo>
                <a:cubicBezTo>
                  <a:pt x="2249749" y="233713"/>
                  <a:pt x="2248530" y="229945"/>
                  <a:pt x="2248530" y="225070"/>
                </a:cubicBezTo>
                <a:cubicBezTo>
                  <a:pt x="2248530" y="218753"/>
                  <a:pt x="2250193" y="210275"/>
                  <a:pt x="2253517" y="199637"/>
                </a:cubicBezTo>
                <a:lnTo>
                  <a:pt x="2260000" y="179025"/>
                </a:lnTo>
                <a:cubicBezTo>
                  <a:pt x="2243932" y="203848"/>
                  <a:pt x="2229303" y="221025"/>
                  <a:pt x="2216116" y="230556"/>
                </a:cubicBezTo>
                <a:cubicBezTo>
                  <a:pt x="2207029" y="237094"/>
                  <a:pt x="2198330" y="240362"/>
                  <a:pt x="2190019" y="240362"/>
                </a:cubicBezTo>
                <a:cubicBezTo>
                  <a:pt x="2181597" y="240362"/>
                  <a:pt x="2174228" y="236651"/>
                  <a:pt x="2167911" y="229227"/>
                </a:cubicBezTo>
                <a:cubicBezTo>
                  <a:pt x="2161705" y="221689"/>
                  <a:pt x="2158602" y="211496"/>
                  <a:pt x="2158602" y="198640"/>
                </a:cubicBezTo>
                <a:cubicBezTo>
                  <a:pt x="2158602" y="182128"/>
                  <a:pt x="2163866" y="164508"/>
                  <a:pt x="2174394" y="145781"/>
                </a:cubicBezTo>
                <a:cubicBezTo>
                  <a:pt x="2184921" y="127053"/>
                  <a:pt x="2198829" y="111815"/>
                  <a:pt x="2216116" y="100067"/>
                </a:cubicBezTo>
                <a:cubicBezTo>
                  <a:pt x="2229747" y="90649"/>
                  <a:pt x="2242269" y="85939"/>
                  <a:pt x="2253683" y="85939"/>
                </a:cubicBezTo>
                <a:cubicBezTo>
                  <a:pt x="2259668" y="85939"/>
                  <a:pt x="2264821" y="87157"/>
                  <a:pt x="2269143" y="89596"/>
                </a:cubicBezTo>
                <a:cubicBezTo>
                  <a:pt x="2273465" y="92035"/>
                  <a:pt x="2277731" y="96078"/>
                  <a:pt x="2281942" y="101731"/>
                </a:cubicBezTo>
                <a:lnTo>
                  <a:pt x="2298232" y="43882"/>
                </a:lnTo>
                <a:cubicBezTo>
                  <a:pt x="2299451" y="39783"/>
                  <a:pt x="2300448" y="36515"/>
                  <a:pt x="2301224" y="34076"/>
                </a:cubicBezTo>
                <a:cubicBezTo>
                  <a:pt x="2302554" y="29644"/>
                  <a:pt x="2303219" y="25987"/>
                  <a:pt x="2303219" y="23105"/>
                </a:cubicBezTo>
                <a:cubicBezTo>
                  <a:pt x="2303219" y="20777"/>
                  <a:pt x="2302387" y="18838"/>
                  <a:pt x="2300725" y="17288"/>
                </a:cubicBezTo>
                <a:cubicBezTo>
                  <a:pt x="2298398" y="15403"/>
                  <a:pt x="2295406" y="14463"/>
                  <a:pt x="2291749" y="14463"/>
                </a:cubicBezTo>
                <a:cubicBezTo>
                  <a:pt x="2289201" y="14463"/>
                  <a:pt x="2284989" y="14849"/>
                  <a:pt x="2279116" y="15624"/>
                </a:cubicBezTo>
                <a:lnTo>
                  <a:pt x="2279116" y="9474"/>
                </a:lnTo>
                <a:lnTo>
                  <a:pt x="2336298" y="0"/>
                </a:lnTo>
                <a:moveTo>
                  <a:pt x="2274628" y="118022"/>
                </a:moveTo>
                <a:cubicBezTo>
                  <a:pt x="2274628" y="110930"/>
                  <a:pt x="2272577" y="105220"/>
                  <a:pt x="2268478" y="100899"/>
                </a:cubicBezTo>
                <a:cubicBezTo>
                  <a:pt x="2264377" y="96578"/>
                  <a:pt x="2259169" y="94417"/>
                  <a:pt x="2252852" y="94417"/>
                </a:cubicBezTo>
                <a:cubicBezTo>
                  <a:pt x="2238889" y="94417"/>
                  <a:pt x="2224317" y="105941"/>
                  <a:pt x="2209135" y="128993"/>
                </a:cubicBezTo>
                <a:cubicBezTo>
                  <a:pt x="2194063" y="152041"/>
                  <a:pt x="2186528" y="174093"/>
                  <a:pt x="2186528" y="195148"/>
                </a:cubicBezTo>
                <a:cubicBezTo>
                  <a:pt x="2186528" y="203461"/>
                  <a:pt x="2188357" y="209833"/>
                  <a:pt x="2192014" y="214265"/>
                </a:cubicBezTo>
                <a:cubicBezTo>
                  <a:pt x="2195670" y="218589"/>
                  <a:pt x="2200048" y="220749"/>
                  <a:pt x="2205145" y="220749"/>
                </a:cubicBezTo>
                <a:cubicBezTo>
                  <a:pt x="2216670" y="220749"/>
                  <a:pt x="2231133" y="208282"/>
                  <a:pt x="2248530" y="183349"/>
                </a:cubicBezTo>
                <a:cubicBezTo>
                  <a:pt x="2265929" y="158412"/>
                  <a:pt x="2274628" y="136638"/>
                  <a:pt x="2274628" y="118022"/>
                </a:cubicBezTo>
                <a:moveTo>
                  <a:pt x="2479751" y="137967"/>
                </a:moveTo>
                <a:cubicBezTo>
                  <a:pt x="2479751" y="154591"/>
                  <a:pt x="2475318" y="171046"/>
                  <a:pt x="2466453" y="187338"/>
                </a:cubicBezTo>
                <a:cubicBezTo>
                  <a:pt x="2457698" y="203626"/>
                  <a:pt x="2445453" y="216536"/>
                  <a:pt x="2429717" y="226067"/>
                </a:cubicBezTo>
                <a:cubicBezTo>
                  <a:pt x="2413981" y="235598"/>
                  <a:pt x="2398688" y="240362"/>
                  <a:pt x="2383839" y="240362"/>
                </a:cubicBezTo>
                <a:cubicBezTo>
                  <a:pt x="2368657" y="240362"/>
                  <a:pt x="2356245" y="235541"/>
                  <a:pt x="2346603" y="225902"/>
                </a:cubicBezTo>
                <a:cubicBezTo>
                  <a:pt x="2337074" y="216150"/>
                  <a:pt x="2332308" y="203572"/>
                  <a:pt x="2332308" y="188167"/>
                </a:cubicBezTo>
                <a:cubicBezTo>
                  <a:pt x="2332308" y="171878"/>
                  <a:pt x="2336963" y="155533"/>
                  <a:pt x="2346271" y="139131"/>
                </a:cubicBezTo>
                <a:cubicBezTo>
                  <a:pt x="2355691" y="122729"/>
                  <a:pt x="2368213" y="109766"/>
                  <a:pt x="2383839" y="100234"/>
                </a:cubicBezTo>
                <a:cubicBezTo>
                  <a:pt x="2399575" y="90703"/>
                  <a:pt x="2414757" y="85939"/>
                  <a:pt x="2429385" y="85939"/>
                </a:cubicBezTo>
                <a:cubicBezTo>
                  <a:pt x="2444012" y="85939"/>
                  <a:pt x="2456036" y="90760"/>
                  <a:pt x="2465456" y="100402"/>
                </a:cubicBezTo>
                <a:cubicBezTo>
                  <a:pt x="2474986" y="110041"/>
                  <a:pt x="2479751" y="122565"/>
                  <a:pt x="2479751" y="137967"/>
                </a:cubicBezTo>
                <a:moveTo>
                  <a:pt x="2452157" y="126497"/>
                </a:moveTo>
                <a:cubicBezTo>
                  <a:pt x="2452157" y="116194"/>
                  <a:pt x="2449609" y="108323"/>
                  <a:pt x="2444511" y="102895"/>
                </a:cubicBezTo>
                <a:cubicBezTo>
                  <a:pt x="2439524" y="97353"/>
                  <a:pt x="2433042" y="94582"/>
                  <a:pt x="2425063" y="94582"/>
                </a:cubicBezTo>
                <a:cubicBezTo>
                  <a:pt x="2408772" y="94582"/>
                  <a:pt x="2393757" y="106273"/>
                  <a:pt x="2380015" y="129657"/>
                </a:cubicBezTo>
                <a:cubicBezTo>
                  <a:pt x="2366385" y="152927"/>
                  <a:pt x="2359569" y="176089"/>
                  <a:pt x="2359569" y="199140"/>
                </a:cubicBezTo>
                <a:cubicBezTo>
                  <a:pt x="2359569" y="209668"/>
                  <a:pt x="2362229" y="217811"/>
                  <a:pt x="2367548" y="223574"/>
                </a:cubicBezTo>
                <a:cubicBezTo>
                  <a:pt x="2372867" y="229227"/>
                  <a:pt x="2379572" y="232052"/>
                  <a:pt x="2387662" y="232052"/>
                </a:cubicBezTo>
                <a:cubicBezTo>
                  <a:pt x="2403287" y="232052"/>
                  <a:pt x="2417915" y="220471"/>
                  <a:pt x="2431545" y="197312"/>
                </a:cubicBezTo>
                <a:cubicBezTo>
                  <a:pt x="2445287" y="174039"/>
                  <a:pt x="2452157" y="150434"/>
                  <a:pt x="2452157" y="126497"/>
                </a:cubicBezTo>
                <a:moveTo>
                  <a:pt x="2566355" y="85939"/>
                </a:moveTo>
                <a:lnTo>
                  <a:pt x="2544746" y="160908"/>
                </a:lnTo>
                <a:cubicBezTo>
                  <a:pt x="2554386" y="143288"/>
                  <a:pt x="2562587" y="130043"/>
                  <a:pt x="2569347" y="121179"/>
                </a:cubicBezTo>
                <a:cubicBezTo>
                  <a:pt x="2579875" y="107437"/>
                  <a:pt x="2590125" y="97463"/>
                  <a:pt x="2600098" y="91257"/>
                </a:cubicBezTo>
                <a:cubicBezTo>
                  <a:pt x="2605972" y="87711"/>
                  <a:pt x="2612122" y="85939"/>
                  <a:pt x="2618550" y="85939"/>
                </a:cubicBezTo>
                <a:cubicBezTo>
                  <a:pt x="2624091" y="85939"/>
                  <a:pt x="2628690" y="87711"/>
                  <a:pt x="2632346" y="91257"/>
                </a:cubicBezTo>
                <a:cubicBezTo>
                  <a:pt x="2636003" y="94803"/>
                  <a:pt x="2637832" y="99349"/>
                  <a:pt x="2637832" y="104888"/>
                </a:cubicBezTo>
                <a:cubicBezTo>
                  <a:pt x="2637832" y="110319"/>
                  <a:pt x="2636558" y="117412"/>
                  <a:pt x="2634009" y="126165"/>
                </a:cubicBezTo>
                <a:lnTo>
                  <a:pt x="2622207" y="168386"/>
                </a:lnTo>
                <a:cubicBezTo>
                  <a:pt x="2640270" y="134589"/>
                  <a:pt x="2657392" y="110873"/>
                  <a:pt x="2673571" y="97242"/>
                </a:cubicBezTo>
                <a:cubicBezTo>
                  <a:pt x="2682547" y="89707"/>
                  <a:pt x="2691412" y="85939"/>
                  <a:pt x="2700167" y="85939"/>
                </a:cubicBezTo>
                <a:cubicBezTo>
                  <a:pt x="2705264" y="85939"/>
                  <a:pt x="2709420" y="87711"/>
                  <a:pt x="2712634" y="91257"/>
                </a:cubicBezTo>
                <a:cubicBezTo>
                  <a:pt x="2715958" y="94692"/>
                  <a:pt x="2717621" y="100067"/>
                  <a:pt x="2717621" y="107384"/>
                </a:cubicBezTo>
                <a:cubicBezTo>
                  <a:pt x="2717621" y="113809"/>
                  <a:pt x="2716623" y="120625"/>
                  <a:pt x="2714628" y="127828"/>
                </a:cubicBezTo>
                <a:lnTo>
                  <a:pt x="2696344" y="192491"/>
                </a:lnTo>
                <a:cubicBezTo>
                  <a:pt x="2692354" y="206565"/>
                  <a:pt x="2690359" y="214375"/>
                  <a:pt x="2690359" y="215928"/>
                </a:cubicBezTo>
                <a:cubicBezTo>
                  <a:pt x="2690359" y="217478"/>
                  <a:pt x="2690858" y="218810"/>
                  <a:pt x="2691856" y="219917"/>
                </a:cubicBezTo>
                <a:cubicBezTo>
                  <a:pt x="2692521" y="220692"/>
                  <a:pt x="2693407" y="221081"/>
                  <a:pt x="2694515" y="221081"/>
                </a:cubicBezTo>
                <a:cubicBezTo>
                  <a:pt x="2695623" y="221081"/>
                  <a:pt x="2697562" y="220028"/>
                  <a:pt x="2700333" y="217921"/>
                </a:cubicBezTo>
                <a:cubicBezTo>
                  <a:pt x="2706650" y="213047"/>
                  <a:pt x="2712578" y="206619"/>
                  <a:pt x="2718119" y="198640"/>
                </a:cubicBezTo>
                <a:lnTo>
                  <a:pt x="2723605" y="202130"/>
                </a:lnTo>
                <a:cubicBezTo>
                  <a:pt x="2720835" y="206565"/>
                  <a:pt x="2715903" y="212658"/>
                  <a:pt x="2708811" y="220417"/>
                </a:cubicBezTo>
                <a:cubicBezTo>
                  <a:pt x="2701829" y="228174"/>
                  <a:pt x="2695845" y="233438"/>
                  <a:pt x="2690858" y="236209"/>
                </a:cubicBezTo>
                <a:cubicBezTo>
                  <a:pt x="2685871" y="238977"/>
                  <a:pt x="2681273" y="240362"/>
                  <a:pt x="2677061" y="240362"/>
                </a:cubicBezTo>
                <a:cubicBezTo>
                  <a:pt x="2673183" y="240362"/>
                  <a:pt x="2669914" y="239034"/>
                  <a:pt x="2667254" y="236373"/>
                </a:cubicBezTo>
                <a:cubicBezTo>
                  <a:pt x="2664705" y="233713"/>
                  <a:pt x="2663431" y="230445"/>
                  <a:pt x="2663431" y="226567"/>
                </a:cubicBezTo>
                <a:cubicBezTo>
                  <a:pt x="2663431" y="221246"/>
                  <a:pt x="2665703" y="210554"/>
                  <a:pt x="2670246" y="194484"/>
                </a:cubicBezTo>
                <a:lnTo>
                  <a:pt x="2685373" y="141127"/>
                </a:lnTo>
                <a:cubicBezTo>
                  <a:pt x="2688808" y="128825"/>
                  <a:pt x="2690637" y="122011"/>
                  <a:pt x="2690858" y="120679"/>
                </a:cubicBezTo>
                <a:cubicBezTo>
                  <a:pt x="2691191" y="118576"/>
                  <a:pt x="2691357" y="116526"/>
                  <a:pt x="2691357" y="114530"/>
                </a:cubicBezTo>
                <a:cubicBezTo>
                  <a:pt x="2691357" y="111759"/>
                  <a:pt x="2690748" y="109598"/>
                  <a:pt x="2689528" y="108048"/>
                </a:cubicBezTo>
                <a:cubicBezTo>
                  <a:pt x="2688198" y="106495"/>
                  <a:pt x="2686703" y="105720"/>
                  <a:pt x="2685040" y="105720"/>
                </a:cubicBezTo>
                <a:cubicBezTo>
                  <a:pt x="2680386" y="105720"/>
                  <a:pt x="2675454" y="108102"/>
                  <a:pt x="2670246" y="112869"/>
                </a:cubicBezTo>
                <a:cubicBezTo>
                  <a:pt x="2654953" y="126943"/>
                  <a:pt x="2640657" y="146666"/>
                  <a:pt x="2627360" y="172043"/>
                </a:cubicBezTo>
                <a:cubicBezTo>
                  <a:pt x="2618606" y="188777"/>
                  <a:pt x="2610405" y="210222"/>
                  <a:pt x="2602759" y="236373"/>
                </a:cubicBezTo>
                <a:lnTo>
                  <a:pt x="2577658" y="236373"/>
                </a:lnTo>
                <a:lnTo>
                  <a:pt x="2606083" y="135807"/>
                </a:lnTo>
                <a:cubicBezTo>
                  <a:pt x="2609186" y="124947"/>
                  <a:pt x="2610737" y="117687"/>
                  <a:pt x="2610737" y="114030"/>
                </a:cubicBezTo>
                <a:cubicBezTo>
                  <a:pt x="2610737" y="111040"/>
                  <a:pt x="2610128" y="108823"/>
                  <a:pt x="2608908" y="107384"/>
                </a:cubicBezTo>
                <a:cubicBezTo>
                  <a:pt x="2607690" y="105941"/>
                  <a:pt x="2606194" y="105220"/>
                  <a:pt x="2604421" y="105220"/>
                </a:cubicBezTo>
                <a:cubicBezTo>
                  <a:pt x="2600763" y="105220"/>
                  <a:pt x="2596885" y="106552"/>
                  <a:pt x="2592785" y="109212"/>
                </a:cubicBezTo>
                <a:cubicBezTo>
                  <a:pt x="2586136" y="113533"/>
                  <a:pt x="2577547" y="122786"/>
                  <a:pt x="2567020" y="136971"/>
                </a:cubicBezTo>
                <a:cubicBezTo>
                  <a:pt x="2556603" y="151155"/>
                  <a:pt x="2548513" y="164729"/>
                  <a:pt x="2542751" y="177696"/>
                </a:cubicBezTo>
                <a:cubicBezTo>
                  <a:pt x="2539980" y="183792"/>
                  <a:pt x="2533387" y="203351"/>
                  <a:pt x="2522970" y="236373"/>
                </a:cubicBezTo>
                <a:lnTo>
                  <a:pt x="2498368" y="236373"/>
                </a:lnTo>
                <a:lnTo>
                  <a:pt x="2529120" y="128660"/>
                </a:lnTo>
                <a:lnTo>
                  <a:pt x="2533109" y="114697"/>
                </a:lnTo>
                <a:cubicBezTo>
                  <a:pt x="2533886" y="112591"/>
                  <a:pt x="2534273" y="111040"/>
                  <a:pt x="2534273" y="110041"/>
                </a:cubicBezTo>
                <a:cubicBezTo>
                  <a:pt x="2534273" y="107605"/>
                  <a:pt x="2533165" y="105442"/>
                  <a:pt x="2530949" y="103559"/>
                </a:cubicBezTo>
                <a:cubicBezTo>
                  <a:pt x="2528733" y="101563"/>
                  <a:pt x="2525906" y="100567"/>
                  <a:pt x="2522471" y="100567"/>
                </a:cubicBezTo>
                <a:cubicBezTo>
                  <a:pt x="2521031" y="100567"/>
                  <a:pt x="2517041" y="101231"/>
                  <a:pt x="2510503" y="102563"/>
                </a:cubicBezTo>
                <a:lnTo>
                  <a:pt x="2509007" y="96410"/>
                </a:lnTo>
                <a:lnTo>
                  <a:pt x="2566355" y="85939"/>
                </a:lnTo>
                <a:moveTo>
                  <a:pt x="2912105" y="44714"/>
                </a:moveTo>
                <a:lnTo>
                  <a:pt x="2899139" y="89928"/>
                </a:lnTo>
                <a:lnTo>
                  <a:pt x="2925237" y="89928"/>
                </a:lnTo>
                <a:lnTo>
                  <a:pt x="2922411" y="100402"/>
                </a:lnTo>
                <a:lnTo>
                  <a:pt x="2896480" y="100402"/>
                </a:lnTo>
                <a:lnTo>
                  <a:pt x="2867889" y="198473"/>
                </a:lnTo>
                <a:cubicBezTo>
                  <a:pt x="2864786" y="209001"/>
                  <a:pt x="2863235" y="215818"/>
                  <a:pt x="2863235" y="218921"/>
                </a:cubicBezTo>
                <a:cubicBezTo>
                  <a:pt x="2863235" y="220803"/>
                  <a:pt x="2863678" y="222245"/>
                  <a:pt x="2864565" y="223242"/>
                </a:cubicBezTo>
                <a:cubicBezTo>
                  <a:pt x="2865451" y="224239"/>
                  <a:pt x="2866504" y="224738"/>
                  <a:pt x="2867722" y="224738"/>
                </a:cubicBezTo>
                <a:cubicBezTo>
                  <a:pt x="2870493" y="224738"/>
                  <a:pt x="2874150" y="222799"/>
                  <a:pt x="2878694" y="218921"/>
                </a:cubicBezTo>
                <a:cubicBezTo>
                  <a:pt x="2881353" y="216703"/>
                  <a:pt x="2887282" y="209889"/>
                  <a:pt x="2896480" y="198473"/>
                </a:cubicBezTo>
                <a:lnTo>
                  <a:pt x="2901966" y="202630"/>
                </a:lnTo>
                <a:cubicBezTo>
                  <a:pt x="2891770" y="217478"/>
                  <a:pt x="2882129" y="227952"/>
                  <a:pt x="2873042" y="234045"/>
                </a:cubicBezTo>
                <a:cubicBezTo>
                  <a:pt x="2866836" y="238258"/>
                  <a:pt x="2860575" y="240362"/>
                  <a:pt x="2854258" y="240362"/>
                </a:cubicBezTo>
                <a:cubicBezTo>
                  <a:pt x="2849383" y="240362"/>
                  <a:pt x="2845393" y="238866"/>
                  <a:pt x="2842290" y="235874"/>
                </a:cubicBezTo>
                <a:cubicBezTo>
                  <a:pt x="2839187" y="232773"/>
                  <a:pt x="2837636" y="228838"/>
                  <a:pt x="2837636" y="224074"/>
                </a:cubicBezTo>
                <a:cubicBezTo>
                  <a:pt x="2837636" y="218089"/>
                  <a:pt x="2839409" y="208947"/>
                  <a:pt x="2842955" y="196645"/>
                </a:cubicBezTo>
                <a:lnTo>
                  <a:pt x="2870715" y="100402"/>
                </a:lnTo>
                <a:lnTo>
                  <a:pt x="2845615" y="100402"/>
                </a:lnTo>
                <a:lnTo>
                  <a:pt x="2847277" y="93917"/>
                </a:lnTo>
                <a:cubicBezTo>
                  <a:pt x="2859467" y="90593"/>
                  <a:pt x="2869607" y="85661"/>
                  <a:pt x="2877696" y="79122"/>
                </a:cubicBezTo>
                <a:cubicBezTo>
                  <a:pt x="2885786" y="72476"/>
                  <a:pt x="2894817" y="61005"/>
                  <a:pt x="2904791" y="44714"/>
                </a:cubicBezTo>
                <a:lnTo>
                  <a:pt x="2912105" y="44714"/>
                </a:lnTo>
                <a:moveTo>
                  <a:pt x="3075838" y="137967"/>
                </a:moveTo>
                <a:cubicBezTo>
                  <a:pt x="3075838" y="154591"/>
                  <a:pt x="3071405" y="171046"/>
                  <a:pt x="3062540" y="187338"/>
                </a:cubicBezTo>
                <a:cubicBezTo>
                  <a:pt x="3053785" y="203626"/>
                  <a:pt x="3041540" y="216536"/>
                  <a:pt x="3025804" y="226067"/>
                </a:cubicBezTo>
                <a:cubicBezTo>
                  <a:pt x="3010068" y="235598"/>
                  <a:pt x="2994775" y="240362"/>
                  <a:pt x="2979925" y="240362"/>
                </a:cubicBezTo>
                <a:cubicBezTo>
                  <a:pt x="2964743" y="240362"/>
                  <a:pt x="2952331" y="235541"/>
                  <a:pt x="2942691" y="225902"/>
                </a:cubicBezTo>
                <a:cubicBezTo>
                  <a:pt x="2933161" y="216150"/>
                  <a:pt x="2928396" y="203572"/>
                  <a:pt x="2928396" y="188167"/>
                </a:cubicBezTo>
                <a:cubicBezTo>
                  <a:pt x="2928396" y="171878"/>
                  <a:pt x="2933050" y="155533"/>
                  <a:pt x="2942358" y="139131"/>
                </a:cubicBezTo>
                <a:cubicBezTo>
                  <a:pt x="2951778" y="122729"/>
                  <a:pt x="2964300" y="109766"/>
                  <a:pt x="2979925" y="100234"/>
                </a:cubicBezTo>
                <a:cubicBezTo>
                  <a:pt x="2995662" y="90703"/>
                  <a:pt x="3010843" y="85939"/>
                  <a:pt x="3025472" y="85939"/>
                </a:cubicBezTo>
                <a:cubicBezTo>
                  <a:pt x="3040099" y="85939"/>
                  <a:pt x="3052123" y="90760"/>
                  <a:pt x="3061542" y="100402"/>
                </a:cubicBezTo>
                <a:cubicBezTo>
                  <a:pt x="3071073" y="110041"/>
                  <a:pt x="3075838" y="122565"/>
                  <a:pt x="3075838" y="137967"/>
                </a:cubicBezTo>
                <a:moveTo>
                  <a:pt x="3048245" y="126497"/>
                </a:moveTo>
                <a:cubicBezTo>
                  <a:pt x="3048245" y="116194"/>
                  <a:pt x="3045695" y="108323"/>
                  <a:pt x="3040598" y="102895"/>
                </a:cubicBezTo>
                <a:cubicBezTo>
                  <a:pt x="3035611" y="97353"/>
                  <a:pt x="3029129" y="94582"/>
                  <a:pt x="3021149" y="94582"/>
                </a:cubicBezTo>
                <a:cubicBezTo>
                  <a:pt x="3004859" y="94582"/>
                  <a:pt x="2989843" y="106273"/>
                  <a:pt x="2976103" y="129657"/>
                </a:cubicBezTo>
                <a:cubicBezTo>
                  <a:pt x="2962472" y="152927"/>
                  <a:pt x="2955656" y="176089"/>
                  <a:pt x="2955656" y="199140"/>
                </a:cubicBezTo>
                <a:cubicBezTo>
                  <a:pt x="2955656" y="209668"/>
                  <a:pt x="2958316" y="217811"/>
                  <a:pt x="2963636" y="223574"/>
                </a:cubicBezTo>
                <a:cubicBezTo>
                  <a:pt x="2968955" y="229227"/>
                  <a:pt x="2975659" y="232052"/>
                  <a:pt x="2983748" y="232052"/>
                </a:cubicBezTo>
                <a:cubicBezTo>
                  <a:pt x="2999374" y="232052"/>
                  <a:pt x="3014001" y="220471"/>
                  <a:pt x="3027632" y="197312"/>
                </a:cubicBezTo>
                <a:cubicBezTo>
                  <a:pt x="3041374" y="174039"/>
                  <a:pt x="3048245" y="150434"/>
                  <a:pt x="3048245" y="126497"/>
                </a:cubicBezTo>
                <a:moveTo>
                  <a:pt x="3302404" y="23437"/>
                </a:moveTo>
                <a:lnTo>
                  <a:pt x="3277304" y="110873"/>
                </a:lnTo>
                <a:lnTo>
                  <a:pt x="3284950" y="110873"/>
                </a:lnTo>
                <a:cubicBezTo>
                  <a:pt x="3305120" y="110873"/>
                  <a:pt x="3319802" y="108213"/>
                  <a:pt x="3329000" y="102895"/>
                </a:cubicBezTo>
                <a:cubicBezTo>
                  <a:pt x="3338309" y="97574"/>
                  <a:pt x="3346177" y="88157"/>
                  <a:pt x="3352604" y="74636"/>
                </a:cubicBezTo>
                <a:lnTo>
                  <a:pt x="3358755" y="74636"/>
                </a:lnTo>
                <a:lnTo>
                  <a:pt x="3333489" y="162404"/>
                </a:lnTo>
                <a:lnTo>
                  <a:pt x="3327671" y="162404"/>
                </a:lnTo>
                <a:cubicBezTo>
                  <a:pt x="3328668" y="156530"/>
                  <a:pt x="3329166" y="151766"/>
                  <a:pt x="3329166" y="148109"/>
                </a:cubicBezTo>
                <a:cubicBezTo>
                  <a:pt x="3329166" y="142013"/>
                  <a:pt x="3327338" y="137025"/>
                  <a:pt x="3323681" y="133146"/>
                </a:cubicBezTo>
                <a:cubicBezTo>
                  <a:pt x="3320135" y="129268"/>
                  <a:pt x="3315481" y="126497"/>
                  <a:pt x="3309718" y="124836"/>
                </a:cubicBezTo>
                <a:cubicBezTo>
                  <a:pt x="3305950" y="123729"/>
                  <a:pt x="3298138" y="123172"/>
                  <a:pt x="3286280" y="123172"/>
                </a:cubicBezTo>
                <a:lnTo>
                  <a:pt x="3273314" y="123172"/>
                </a:lnTo>
                <a:lnTo>
                  <a:pt x="3251705" y="198805"/>
                </a:lnTo>
                <a:cubicBezTo>
                  <a:pt x="3249821" y="205455"/>
                  <a:pt x="3248880" y="210386"/>
                  <a:pt x="3248880" y="213600"/>
                </a:cubicBezTo>
                <a:cubicBezTo>
                  <a:pt x="3248880" y="216150"/>
                  <a:pt x="3250098" y="218200"/>
                  <a:pt x="3252537" y="219750"/>
                </a:cubicBezTo>
                <a:cubicBezTo>
                  <a:pt x="3256083" y="221967"/>
                  <a:pt x="3262787" y="223074"/>
                  <a:pt x="3272649" y="223074"/>
                </a:cubicBezTo>
                <a:cubicBezTo>
                  <a:pt x="3291599" y="223074"/>
                  <a:pt x="3309441" y="219085"/>
                  <a:pt x="3326174" y="211107"/>
                </a:cubicBezTo>
                <a:cubicBezTo>
                  <a:pt x="3342908" y="203019"/>
                  <a:pt x="3357924" y="190827"/>
                  <a:pt x="3371221" y="174539"/>
                </a:cubicBezTo>
                <a:lnTo>
                  <a:pt x="3378037" y="174539"/>
                </a:lnTo>
                <a:lnTo>
                  <a:pt x="3354600" y="236373"/>
                </a:lnTo>
                <a:lnTo>
                  <a:pt x="3161776" y="236373"/>
                </a:lnTo>
                <a:lnTo>
                  <a:pt x="3163771" y="230224"/>
                </a:lnTo>
                <a:cubicBezTo>
                  <a:pt x="3175075" y="230224"/>
                  <a:pt x="3183331" y="228117"/>
                  <a:pt x="3188539" y="223906"/>
                </a:cubicBezTo>
                <a:cubicBezTo>
                  <a:pt x="3193748" y="219585"/>
                  <a:pt x="3198457" y="210165"/>
                  <a:pt x="3202669" y="195648"/>
                </a:cubicBezTo>
                <a:lnTo>
                  <a:pt x="3245056" y="50532"/>
                </a:lnTo>
                <a:cubicBezTo>
                  <a:pt x="3247383" y="42443"/>
                  <a:pt x="3248547" y="36072"/>
                  <a:pt x="3248547" y="31416"/>
                </a:cubicBezTo>
                <a:cubicBezTo>
                  <a:pt x="3248547" y="27205"/>
                  <a:pt x="3247051" y="23991"/>
                  <a:pt x="3244059" y="21777"/>
                </a:cubicBezTo>
                <a:cubicBezTo>
                  <a:pt x="3241066" y="19448"/>
                  <a:pt x="3234252" y="17898"/>
                  <a:pt x="3223612" y="17120"/>
                </a:cubicBezTo>
                <a:lnTo>
                  <a:pt x="3225442" y="10971"/>
                </a:lnTo>
                <a:lnTo>
                  <a:pt x="3405132" y="10971"/>
                </a:lnTo>
                <a:lnTo>
                  <a:pt x="3390670" y="67323"/>
                </a:lnTo>
                <a:lnTo>
                  <a:pt x="3384686" y="67323"/>
                </a:lnTo>
                <a:cubicBezTo>
                  <a:pt x="3384243" y="56239"/>
                  <a:pt x="3382525" y="48428"/>
                  <a:pt x="3379533" y="43882"/>
                </a:cubicBezTo>
                <a:cubicBezTo>
                  <a:pt x="3374878" y="36790"/>
                  <a:pt x="3368673" y="31637"/>
                  <a:pt x="3360915" y="28426"/>
                </a:cubicBezTo>
                <a:cubicBezTo>
                  <a:pt x="3353269" y="25101"/>
                  <a:pt x="3340803" y="23437"/>
                  <a:pt x="3323515" y="23437"/>
                </a:cubicBezTo>
                <a:lnTo>
                  <a:pt x="3302404" y="23437"/>
                </a:lnTo>
                <a:moveTo>
                  <a:pt x="3416269" y="92256"/>
                </a:moveTo>
                <a:lnTo>
                  <a:pt x="3474282" y="82282"/>
                </a:lnTo>
                <a:cubicBezTo>
                  <a:pt x="3484810" y="98795"/>
                  <a:pt x="3492235" y="116969"/>
                  <a:pt x="3496556" y="136803"/>
                </a:cubicBezTo>
                <a:cubicBezTo>
                  <a:pt x="3507416" y="120736"/>
                  <a:pt x="3515617" y="109487"/>
                  <a:pt x="3521157" y="103059"/>
                </a:cubicBezTo>
                <a:cubicBezTo>
                  <a:pt x="3528582" y="94417"/>
                  <a:pt x="3534677" y="88821"/>
                  <a:pt x="3539443" y="86271"/>
                </a:cubicBezTo>
                <a:cubicBezTo>
                  <a:pt x="3544319" y="83611"/>
                  <a:pt x="3549472" y="82282"/>
                  <a:pt x="3554902" y="82282"/>
                </a:cubicBezTo>
                <a:cubicBezTo>
                  <a:pt x="3560997" y="82282"/>
                  <a:pt x="3565651" y="83943"/>
                  <a:pt x="3568865" y="87268"/>
                </a:cubicBezTo>
                <a:cubicBezTo>
                  <a:pt x="3572189" y="90593"/>
                  <a:pt x="3573851" y="95081"/>
                  <a:pt x="3573851" y="100734"/>
                </a:cubicBezTo>
                <a:cubicBezTo>
                  <a:pt x="3573851" y="106052"/>
                  <a:pt x="3572189" y="110430"/>
                  <a:pt x="3568865" y="113865"/>
                </a:cubicBezTo>
                <a:cubicBezTo>
                  <a:pt x="3565651" y="117190"/>
                  <a:pt x="3561606" y="118851"/>
                  <a:pt x="3556730" y="118851"/>
                </a:cubicBezTo>
                <a:cubicBezTo>
                  <a:pt x="3553184" y="118851"/>
                  <a:pt x="3549083" y="118243"/>
                  <a:pt x="3544429" y="117023"/>
                </a:cubicBezTo>
                <a:cubicBezTo>
                  <a:pt x="3539886" y="115694"/>
                  <a:pt x="3536727" y="115029"/>
                  <a:pt x="3534954" y="115029"/>
                </a:cubicBezTo>
                <a:cubicBezTo>
                  <a:pt x="3530300" y="115029"/>
                  <a:pt x="3525867" y="116690"/>
                  <a:pt x="3521656" y="120015"/>
                </a:cubicBezTo>
                <a:cubicBezTo>
                  <a:pt x="3515894" y="124558"/>
                  <a:pt x="3508801" y="134256"/>
                  <a:pt x="3500379" y="149105"/>
                </a:cubicBezTo>
                <a:cubicBezTo>
                  <a:pt x="3509799" y="182349"/>
                  <a:pt x="3517334" y="202630"/>
                  <a:pt x="3522986" y="209943"/>
                </a:cubicBezTo>
                <a:cubicBezTo>
                  <a:pt x="3526310" y="214265"/>
                  <a:pt x="3529690" y="216425"/>
                  <a:pt x="3533126" y="216425"/>
                </a:cubicBezTo>
                <a:cubicBezTo>
                  <a:pt x="3536008" y="216425"/>
                  <a:pt x="3538500" y="215707"/>
                  <a:pt x="3540606" y="214265"/>
                </a:cubicBezTo>
                <a:cubicBezTo>
                  <a:pt x="3543820" y="211939"/>
                  <a:pt x="3548751" y="206122"/>
                  <a:pt x="3555401" y="196812"/>
                </a:cubicBezTo>
                <a:lnTo>
                  <a:pt x="3561384" y="200301"/>
                </a:lnTo>
                <a:cubicBezTo>
                  <a:pt x="3551633" y="216039"/>
                  <a:pt x="3542102" y="227120"/>
                  <a:pt x="3532794" y="233548"/>
                </a:cubicBezTo>
                <a:cubicBezTo>
                  <a:pt x="3525701" y="238534"/>
                  <a:pt x="3518720" y="241027"/>
                  <a:pt x="3511849" y="241027"/>
                </a:cubicBezTo>
                <a:cubicBezTo>
                  <a:pt x="3504757" y="241027"/>
                  <a:pt x="3498828" y="239476"/>
                  <a:pt x="3494063" y="236373"/>
                </a:cubicBezTo>
                <a:cubicBezTo>
                  <a:pt x="3489408" y="233159"/>
                  <a:pt x="3485253" y="228006"/>
                  <a:pt x="3481596" y="220914"/>
                </a:cubicBezTo>
                <a:cubicBezTo>
                  <a:pt x="3477939" y="213711"/>
                  <a:pt x="3473617" y="202241"/>
                  <a:pt x="3468630" y="186506"/>
                </a:cubicBezTo>
                <a:cubicBezTo>
                  <a:pt x="3455664" y="203019"/>
                  <a:pt x="3445469" y="215096"/>
                  <a:pt x="3438044" y="222742"/>
                </a:cubicBezTo>
                <a:cubicBezTo>
                  <a:pt x="3430731" y="230278"/>
                  <a:pt x="3424636" y="235209"/>
                  <a:pt x="3419760" y="237537"/>
                </a:cubicBezTo>
                <a:cubicBezTo>
                  <a:pt x="3414884" y="239865"/>
                  <a:pt x="3409675" y="241027"/>
                  <a:pt x="3404135" y="241027"/>
                </a:cubicBezTo>
                <a:cubicBezTo>
                  <a:pt x="3398373" y="241027"/>
                  <a:pt x="3393828" y="239366"/>
                  <a:pt x="3390504" y="236041"/>
                </a:cubicBezTo>
                <a:cubicBezTo>
                  <a:pt x="3387068" y="232716"/>
                  <a:pt x="3385351" y="228395"/>
                  <a:pt x="3385351" y="223074"/>
                </a:cubicBezTo>
                <a:cubicBezTo>
                  <a:pt x="3385351" y="217425"/>
                  <a:pt x="3387179" y="212768"/>
                  <a:pt x="3390836" y="209111"/>
                </a:cubicBezTo>
                <a:cubicBezTo>
                  <a:pt x="3394494" y="205455"/>
                  <a:pt x="3399148" y="203626"/>
                  <a:pt x="3404799" y="203626"/>
                </a:cubicBezTo>
                <a:cubicBezTo>
                  <a:pt x="3407792" y="203626"/>
                  <a:pt x="3411172" y="204515"/>
                  <a:pt x="3414939" y="206286"/>
                </a:cubicBezTo>
                <a:cubicBezTo>
                  <a:pt x="3420480" y="208947"/>
                  <a:pt x="3424470" y="210275"/>
                  <a:pt x="3426908" y="210275"/>
                </a:cubicBezTo>
                <a:cubicBezTo>
                  <a:pt x="3430122" y="210275"/>
                  <a:pt x="3433002" y="209611"/>
                  <a:pt x="3435552" y="208282"/>
                </a:cubicBezTo>
                <a:cubicBezTo>
                  <a:pt x="3438876" y="206619"/>
                  <a:pt x="3443087" y="203019"/>
                  <a:pt x="3448185" y="197476"/>
                </a:cubicBezTo>
                <a:cubicBezTo>
                  <a:pt x="3451287" y="194041"/>
                  <a:pt x="3456995" y="186727"/>
                  <a:pt x="3465306" y="175535"/>
                </a:cubicBezTo>
                <a:cubicBezTo>
                  <a:pt x="3454667" y="136085"/>
                  <a:pt x="3446356" y="112480"/>
                  <a:pt x="3440372" y="104723"/>
                </a:cubicBezTo>
                <a:cubicBezTo>
                  <a:pt x="3436604" y="99735"/>
                  <a:pt x="3431839" y="97242"/>
                  <a:pt x="3426076" y="97242"/>
                </a:cubicBezTo>
                <a:cubicBezTo>
                  <a:pt x="3423085" y="97242"/>
                  <a:pt x="3419427" y="97685"/>
                  <a:pt x="3415105" y="98574"/>
                </a:cubicBezTo>
                <a:lnTo>
                  <a:pt x="3416269" y="92256"/>
                </a:lnTo>
                <a:moveTo>
                  <a:pt x="3668600" y="41722"/>
                </a:moveTo>
                <a:lnTo>
                  <a:pt x="3655302" y="86936"/>
                </a:lnTo>
                <a:lnTo>
                  <a:pt x="3677078" y="86936"/>
                </a:lnTo>
                <a:lnTo>
                  <a:pt x="3671260" y="106052"/>
                </a:lnTo>
                <a:lnTo>
                  <a:pt x="3649817" y="106052"/>
                </a:lnTo>
                <a:lnTo>
                  <a:pt x="3622057" y="202465"/>
                </a:lnTo>
                <a:cubicBezTo>
                  <a:pt x="3620284" y="208447"/>
                  <a:pt x="3619397" y="212990"/>
                  <a:pt x="3619397" y="216093"/>
                </a:cubicBezTo>
                <a:cubicBezTo>
                  <a:pt x="3619397" y="217535"/>
                  <a:pt x="3619896" y="218810"/>
                  <a:pt x="3620893" y="219917"/>
                </a:cubicBezTo>
                <a:cubicBezTo>
                  <a:pt x="3621891" y="220914"/>
                  <a:pt x="3622999" y="221414"/>
                  <a:pt x="3624218" y="221414"/>
                </a:cubicBezTo>
                <a:cubicBezTo>
                  <a:pt x="3626102" y="221414"/>
                  <a:pt x="3628041" y="220638"/>
                  <a:pt x="3630036" y="219085"/>
                </a:cubicBezTo>
                <a:cubicBezTo>
                  <a:pt x="3635133" y="215207"/>
                  <a:pt x="3641062" y="208447"/>
                  <a:pt x="3647822" y="198805"/>
                </a:cubicBezTo>
                <a:lnTo>
                  <a:pt x="3653640" y="202465"/>
                </a:lnTo>
                <a:cubicBezTo>
                  <a:pt x="3645993" y="215761"/>
                  <a:pt x="3637572" y="225513"/>
                  <a:pt x="3628373" y="231720"/>
                </a:cubicBezTo>
                <a:cubicBezTo>
                  <a:pt x="3619176" y="237926"/>
                  <a:pt x="3610144" y="241027"/>
                  <a:pt x="3601279" y="241027"/>
                </a:cubicBezTo>
                <a:cubicBezTo>
                  <a:pt x="3593743" y="241027"/>
                  <a:pt x="3587870" y="239144"/>
                  <a:pt x="3583659" y="235377"/>
                </a:cubicBezTo>
                <a:cubicBezTo>
                  <a:pt x="3579559" y="231498"/>
                  <a:pt x="3577508" y="226621"/>
                  <a:pt x="3577508" y="220749"/>
                </a:cubicBezTo>
                <a:cubicBezTo>
                  <a:pt x="3577508" y="214321"/>
                  <a:pt x="3578949" y="206065"/>
                  <a:pt x="3581831" y="195980"/>
                </a:cubicBezTo>
                <a:lnTo>
                  <a:pt x="3608094" y="106052"/>
                </a:lnTo>
                <a:lnTo>
                  <a:pt x="3585487" y="106052"/>
                </a:lnTo>
                <a:lnTo>
                  <a:pt x="3588812" y="93753"/>
                </a:lnTo>
                <a:cubicBezTo>
                  <a:pt x="3602997" y="88543"/>
                  <a:pt x="3614965" y="82447"/>
                  <a:pt x="3624716" y="75465"/>
                </a:cubicBezTo>
                <a:cubicBezTo>
                  <a:pt x="3634468" y="68484"/>
                  <a:pt x="3646215" y="57238"/>
                  <a:pt x="3659956" y="41722"/>
                </a:cubicBezTo>
                <a:lnTo>
                  <a:pt x="3668600" y="41722"/>
                </a:lnTo>
                <a:moveTo>
                  <a:pt x="3746394" y="82282"/>
                </a:moveTo>
                <a:lnTo>
                  <a:pt x="3721294" y="175700"/>
                </a:lnTo>
                <a:cubicBezTo>
                  <a:pt x="3741906" y="130154"/>
                  <a:pt x="3757420" y="102120"/>
                  <a:pt x="3767837" y="91592"/>
                </a:cubicBezTo>
                <a:cubicBezTo>
                  <a:pt x="3773932" y="85386"/>
                  <a:pt x="3780360" y="82282"/>
                  <a:pt x="3787119" y="82282"/>
                </a:cubicBezTo>
                <a:cubicBezTo>
                  <a:pt x="3791774" y="82282"/>
                  <a:pt x="3795541" y="84000"/>
                  <a:pt x="3798423" y="87435"/>
                </a:cubicBezTo>
                <a:cubicBezTo>
                  <a:pt x="3801304" y="90760"/>
                  <a:pt x="3802744" y="95524"/>
                  <a:pt x="3802744" y="101731"/>
                </a:cubicBezTo>
                <a:cubicBezTo>
                  <a:pt x="3802744" y="112480"/>
                  <a:pt x="3800141" y="121511"/>
                  <a:pt x="3794932" y="128825"/>
                </a:cubicBezTo>
                <a:cubicBezTo>
                  <a:pt x="3791608" y="133478"/>
                  <a:pt x="3787896" y="135807"/>
                  <a:pt x="3783795" y="135807"/>
                </a:cubicBezTo>
                <a:cubicBezTo>
                  <a:pt x="3779362" y="135807"/>
                  <a:pt x="3776038" y="133757"/>
                  <a:pt x="3773822" y="129657"/>
                </a:cubicBezTo>
                <a:cubicBezTo>
                  <a:pt x="3771605" y="125557"/>
                  <a:pt x="3770054" y="123172"/>
                  <a:pt x="3769167" y="122508"/>
                </a:cubicBezTo>
                <a:cubicBezTo>
                  <a:pt x="3768280" y="121733"/>
                  <a:pt x="3767338" y="121344"/>
                  <a:pt x="3766341" y="121344"/>
                </a:cubicBezTo>
                <a:cubicBezTo>
                  <a:pt x="3765233" y="121344"/>
                  <a:pt x="3764069" y="121679"/>
                  <a:pt x="3762850" y="122343"/>
                </a:cubicBezTo>
                <a:cubicBezTo>
                  <a:pt x="3760412" y="123672"/>
                  <a:pt x="3757198" y="126943"/>
                  <a:pt x="3753209" y="132150"/>
                </a:cubicBezTo>
                <a:cubicBezTo>
                  <a:pt x="3749331" y="137246"/>
                  <a:pt x="3744510" y="145835"/>
                  <a:pt x="3738748" y="157915"/>
                </a:cubicBezTo>
                <a:cubicBezTo>
                  <a:pt x="3732986" y="169993"/>
                  <a:pt x="3728497" y="180245"/>
                  <a:pt x="3725283" y="188666"/>
                </a:cubicBezTo>
                <a:cubicBezTo>
                  <a:pt x="3722069" y="196977"/>
                  <a:pt x="3717582" y="212879"/>
                  <a:pt x="3711819" y="236373"/>
                </a:cubicBezTo>
                <a:lnTo>
                  <a:pt x="3671593" y="236373"/>
                </a:lnTo>
                <a:lnTo>
                  <a:pt x="3699019" y="126165"/>
                </a:lnTo>
                <a:cubicBezTo>
                  <a:pt x="3701014" y="117965"/>
                  <a:pt x="3702012" y="112534"/>
                  <a:pt x="3702012" y="109876"/>
                </a:cubicBezTo>
                <a:cubicBezTo>
                  <a:pt x="3702012" y="106884"/>
                  <a:pt x="3701458" y="104556"/>
                  <a:pt x="3700349" y="102895"/>
                </a:cubicBezTo>
                <a:cubicBezTo>
                  <a:pt x="3699352" y="101231"/>
                  <a:pt x="3697912" y="100013"/>
                  <a:pt x="3696028" y="99238"/>
                </a:cubicBezTo>
                <a:cubicBezTo>
                  <a:pt x="3694255" y="98460"/>
                  <a:pt x="3690487" y="98074"/>
                  <a:pt x="3684724" y="98074"/>
                </a:cubicBezTo>
                <a:lnTo>
                  <a:pt x="3686220" y="93253"/>
                </a:lnTo>
                <a:lnTo>
                  <a:pt x="3736420" y="82282"/>
                </a:lnTo>
                <a:lnTo>
                  <a:pt x="3746394" y="82282"/>
                </a:lnTo>
                <a:moveTo>
                  <a:pt x="3961491" y="84610"/>
                </a:moveTo>
                <a:lnTo>
                  <a:pt x="3929243" y="195148"/>
                </a:lnTo>
                <a:lnTo>
                  <a:pt x="3925918" y="208615"/>
                </a:lnTo>
                <a:cubicBezTo>
                  <a:pt x="3925586" y="210275"/>
                  <a:pt x="3925420" y="211496"/>
                  <a:pt x="3925420" y="212271"/>
                </a:cubicBezTo>
                <a:cubicBezTo>
                  <a:pt x="3925420" y="213600"/>
                  <a:pt x="3925863" y="214764"/>
                  <a:pt x="3926750" y="215761"/>
                </a:cubicBezTo>
                <a:cubicBezTo>
                  <a:pt x="3927747" y="216760"/>
                  <a:pt x="3928744" y="217257"/>
                  <a:pt x="3929741" y="217257"/>
                </a:cubicBezTo>
                <a:cubicBezTo>
                  <a:pt x="3932069" y="217257"/>
                  <a:pt x="3935282" y="215485"/>
                  <a:pt x="3939383" y="211939"/>
                </a:cubicBezTo>
                <a:cubicBezTo>
                  <a:pt x="3941045" y="210497"/>
                  <a:pt x="3945034" y="205401"/>
                  <a:pt x="3951351" y="196645"/>
                </a:cubicBezTo>
                <a:lnTo>
                  <a:pt x="3957169" y="199637"/>
                </a:lnTo>
                <a:cubicBezTo>
                  <a:pt x="3949301" y="214043"/>
                  <a:pt x="3940879" y="224571"/>
                  <a:pt x="3931902" y="231220"/>
                </a:cubicBezTo>
                <a:cubicBezTo>
                  <a:pt x="3923037" y="237759"/>
                  <a:pt x="3913451" y="241027"/>
                  <a:pt x="3903145" y="241027"/>
                </a:cubicBezTo>
                <a:cubicBezTo>
                  <a:pt x="3896829" y="241027"/>
                  <a:pt x="3892008" y="239423"/>
                  <a:pt x="3888684" y="236209"/>
                </a:cubicBezTo>
                <a:cubicBezTo>
                  <a:pt x="3885359" y="232884"/>
                  <a:pt x="3883697" y="228727"/>
                  <a:pt x="3883697" y="223742"/>
                </a:cubicBezTo>
                <a:cubicBezTo>
                  <a:pt x="3883697" y="219418"/>
                  <a:pt x="3885470" y="211386"/>
                  <a:pt x="3889016" y="199637"/>
                </a:cubicBezTo>
                <a:lnTo>
                  <a:pt x="3893006" y="186174"/>
                </a:lnTo>
                <a:cubicBezTo>
                  <a:pt x="3880150" y="208226"/>
                  <a:pt x="3867794" y="223852"/>
                  <a:pt x="3855937" y="233049"/>
                </a:cubicBezTo>
                <a:cubicBezTo>
                  <a:pt x="3849066" y="238369"/>
                  <a:pt x="3841752" y="241027"/>
                  <a:pt x="3833995" y="241027"/>
                </a:cubicBezTo>
                <a:cubicBezTo>
                  <a:pt x="3823800" y="241027"/>
                  <a:pt x="3816431" y="236873"/>
                  <a:pt x="3811887" y="228560"/>
                </a:cubicBezTo>
                <a:cubicBezTo>
                  <a:pt x="3807344" y="220139"/>
                  <a:pt x="3805072" y="210664"/>
                  <a:pt x="3805072" y="200137"/>
                </a:cubicBezTo>
                <a:cubicBezTo>
                  <a:pt x="3805072" y="184510"/>
                  <a:pt x="3809837" y="166615"/>
                  <a:pt x="3819368" y="146445"/>
                </a:cubicBezTo>
                <a:cubicBezTo>
                  <a:pt x="3828898" y="126165"/>
                  <a:pt x="3841420" y="109876"/>
                  <a:pt x="3856934" y="97574"/>
                </a:cubicBezTo>
                <a:cubicBezTo>
                  <a:pt x="3869678" y="87379"/>
                  <a:pt x="3881647" y="82282"/>
                  <a:pt x="3892839" y="82282"/>
                </a:cubicBezTo>
                <a:cubicBezTo>
                  <a:pt x="3899045" y="82282"/>
                  <a:pt x="3904032" y="84111"/>
                  <a:pt x="3907800" y="87768"/>
                </a:cubicBezTo>
                <a:cubicBezTo>
                  <a:pt x="3911567" y="91314"/>
                  <a:pt x="3914338" y="97852"/>
                  <a:pt x="3916111" y="107384"/>
                </a:cubicBezTo>
                <a:lnTo>
                  <a:pt x="3922095" y="86936"/>
                </a:lnTo>
                <a:lnTo>
                  <a:pt x="3961491" y="84610"/>
                </a:lnTo>
                <a:moveTo>
                  <a:pt x="3908298" y="116194"/>
                </a:moveTo>
                <a:cubicBezTo>
                  <a:pt x="3908298" y="107216"/>
                  <a:pt x="3906913" y="100734"/>
                  <a:pt x="3904143" y="96742"/>
                </a:cubicBezTo>
                <a:cubicBezTo>
                  <a:pt x="3902148" y="93974"/>
                  <a:pt x="3899433" y="92589"/>
                  <a:pt x="3895997" y="92589"/>
                </a:cubicBezTo>
                <a:cubicBezTo>
                  <a:pt x="3892562" y="92589"/>
                  <a:pt x="3889016" y="94249"/>
                  <a:pt x="3885359" y="97574"/>
                </a:cubicBezTo>
                <a:cubicBezTo>
                  <a:pt x="3877934" y="104445"/>
                  <a:pt x="3869900" y="118408"/>
                  <a:pt x="3861256" y="139463"/>
                </a:cubicBezTo>
                <a:cubicBezTo>
                  <a:pt x="3852723" y="160408"/>
                  <a:pt x="3848457" y="178528"/>
                  <a:pt x="3848457" y="193820"/>
                </a:cubicBezTo>
                <a:cubicBezTo>
                  <a:pt x="3848457" y="199694"/>
                  <a:pt x="3849399" y="203958"/>
                  <a:pt x="3851283" y="206619"/>
                </a:cubicBezTo>
                <a:cubicBezTo>
                  <a:pt x="3853278" y="209168"/>
                  <a:pt x="3855438" y="210443"/>
                  <a:pt x="3857766" y="210443"/>
                </a:cubicBezTo>
                <a:cubicBezTo>
                  <a:pt x="3862752" y="210443"/>
                  <a:pt x="3867794" y="207561"/>
                  <a:pt x="3872892" y="201798"/>
                </a:cubicBezTo>
                <a:cubicBezTo>
                  <a:pt x="3880206" y="193598"/>
                  <a:pt x="3886800" y="183570"/>
                  <a:pt x="3892673" y="171711"/>
                </a:cubicBezTo>
                <a:cubicBezTo>
                  <a:pt x="3903090" y="150877"/>
                  <a:pt x="3908298" y="132371"/>
                  <a:pt x="3908298" y="116194"/>
                </a:cubicBezTo>
                <a:moveTo>
                  <a:pt x="3989250" y="91592"/>
                </a:moveTo>
                <a:lnTo>
                  <a:pt x="4044271" y="82282"/>
                </a:lnTo>
                <a:lnTo>
                  <a:pt x="4054245" y="82282"/>
                </a:lnTo>
                <a:lnTo>
                  <a:pt x="4046765" y="109377"/>
                </a:lnTo>
                <a:cubicBezTo>
                  <a:pt x="4058401" y="98738"/>
                  <a:pt x="4067931" y="91592"/>
                  <a:pt x="4075356" y="87932"/>
                </a:cubicBezTo>
                <a:cubicBezTo>
                  <a:pt x="4082780" y="84165"/>
                  <a:pt x="4090150" y="82282"/>
                  <a:pt x="4097464" y="82282"/>
                </a:cubicBezTo>
                <a:cubicBezTo>
                  <a:pt x="4107881" y="82282"/>
                  <a:pt x="4115915" y="86328"/>
                  <a:pt x="4121566" y="94417"/>
                </a:cubicBezTo>
                <a:cubicBezTo>
                  <a:pt x="4127218" y="102395"/>
                  <a:pt x="4130044" y="112202"/>
                  <a:pt x="4130044" y="123839"/>
                </a:cubicBezTo>
                <a:cubicBezTo>
                  <a:pt x="4130044" y="155644"/>
                  <a:pt x="4119018" y="183846"/>
                  <a:pt x="4096965" y="208447"/>
                </a:cubicBezTo>
                <a:cubicBezTo>
                  <a:pt x="4077461" y="230167"/>
                  <a:pt x="4056184" y="241027"/>
                  <a:pt x="4033134" y="241027"/>
                </a:cubicBezTo>
                <a:cubicBezTo>
                  <a:pt x="4029034" y="241027"/>
                  <a:pt x="4025544" y="240641"/>
                  <a:pt x="4022662" y="239865"/>
                </a:cubicBezTo>
                <a:cubicBezTo>
                  <a:pt x="4019781" y="239087"/>
                  <a:pt x="4015736" y="237370"/>
                  <a:pt x="4010527" y="234712"/>
                </a:cubicBezTo>
                <a:lnTo>
                  <a:pt x="4001883" y="264632"/>
                </a:lnTo>
                <a:cubicBezTo>
                  <a:pt x="3998781" y="275491"/>
                  <a:pt x="3997230" y="283748"/>
                  <a:pt x="3997230" y="289401"/>
                </a:cubicBezTo>
                <a:cubicBezTo>
                  <a:pt x="3997230" y="292947"/>
                  <a:pt x="3998449" y="295715"/>
                  <a:pt x="4000887" y="297711"/>
                </a:cubicBezTo>
                <a:cubicBezTo>
                  <a:pt x="4003324" y="299818"/>
                  <a:pt x="4009032" y="301589"/>
                  <a:pt x="4018008" y="303032"/>
                </a:cubicBezTo>
                <a:lnTo>
                  <a:pt x="4016512" y="309181"/>
                </a:lnTo>
                <a:lnTo>
                  <a:pt x="3927082" y="309181"/>
                </a:lnTo>
                <a:lnTo>
                  <a:pt x="3928744" y="303032"/>
                </a:lnTo>
                <a:cubicBezTo>
                  <a:pt x="3935837" y="302810"/>
                  <a:pt x="3941765" y="300536"/>
                  <a:pt x="3946531" y="296215"/>
                </a:cubicBezTo>
                <a:cubicBezTo>
                  <a:pt x="3951185" y="291893"/>
                  <a:pt x="3955562" y="282584"/>
                  <a:pt x="3959662" y="268288"/>
                </a:cubicBezTo>
                <a:lnTo>
                  <a:pt x="4000222" y="128493"/>
                </a:lnTo>
                <a:cubicBezTo>
                  <a:pt x="4003213" y="118076"/>
                  <a:pt x="4004710" y="110705"/>
                  <a:pt x="4004710" y="106384"/>
                </a:cubicBezTo>
                <a:cubicBezTo>
                  <a:pt x="4004710" y="104502"/>
                  <a:pt x="4004267" y="102949"/>
                  <a:pt x="4003379" y="101731"/>
                </a:cubicBezTo>
                <a:cubicBezTo>
                  <a:pt x="4002493" y="100402"/>
                  <a:pt x="4001163" y="99459"/>
                  <a:pt x="3999390" y="98906"/>
                </a:cubicBezTo>
                <a:cubicBezTo>
                  <a:pt x="3997617" y="98349"/>
                  <a:pt x="3993628" y="98074"/>
                  <a:pt x="3987422" y="98074"/>
                </a:cubicBezTo>
                <a:lnTo>
                  <a:pt x="3989250" y="91592"/>
                </a:lnTo>
                <a:moveTo>
                  <a:pt x="4015182" y="219253"/>
                </a:moveTo>
                <a:cubicBezTo>
                  <a:pt x="4018507" y="224681"/>
                  <a:pt x="4021498" y="228338"/>
                  <a:pt x="4024158" y="230224"/>
                </a:cubicBezTo>
                <a:cubicBezTo>
                  <a:pt x="4026818" y="231995"/>
                  <a:pt x="4029920" y="232884"/>
                  <a:pt x="4033466" y="232884"/>
                </a:cubicBezTo>
                <a:cubicBezTo>
                  <a:pt x="4037012" y="232884"/>
                  <a:pt x="4040448" y="231941"/>
                  <a:pt x="4043773" y="230056"/>
                </a:cubicBezTo>
                <a:cubicBezTo>
                  <a:pt x="4047208" y="228063"/>
                  <a:pt x="4051419" y="224128"/>
                  <a:pt x="4056405" y="218254"/>
                </a:cubicBezTo>
                <a:cubicBezTo>
                  <a:pt x="4061392" y="212382"/>
                  <a:pt x="4066158" y="204847"/>
                  <a:pt x="4070701" y="195648"/>
                </a:cubicBezTo>
                <a:cubicBezTo>
                  <a:pt x="4075356" y="186449"/>
                  <a:pt x="4079068" y="176032"/>
                  <a:pt x="4081839" y="164397"/>
                </a:cubicBezTo>
                <a:cubicBezTo>
                  <a:pt x="4084608" y="152651"/>
                  <a:pt x="4085994" y="141459"/>
                  <a:pt x="4085994" y="130821"/>
                </a:cubicBezTo>
                <a:cubicBezTo>
                  <a:pt x="4085994" y="122286"/>
                  <a:pt x="4084442" y="116080"/>
                  <a:pt x="4081340" y="112202"/>
                </a:cubicBezTo>
                <a:cubicBezTo>
                  <a:pt x="4078348" y="108323"/>
                  <a:pt x="4074691" y="106384"/>
                  <a:pt x="4070369" y="106384"/>
                </a:cubicBezTo>
                <a:cubicBezTo>
                  <a:pt x="4066490" y="106384"/>
                  <a:pt x="4062833" y="107384"/>
                  <a:pt x="4059398" y="109377"/>
                </a:cubicBezTo>
                <a:cubicBezTo>
                  <a:pt x="4054411" y="112258"/>
                  <a:pt x="4048538" y="117633"/>
                  <a:pt x="4041778" y="125500"/>
                </a:cubicBezTo>
                <a:lnTo>
                  <a:pt x="4015182" y="219253"/>
                </a:lnTo>
                <a:moveTo>
                  <a:pt x="4250725" y="82282"/>
                </a:moveTo>
                <a:cubicBezTo>
                  <a:pt x="4259479" y="82282"/>
                  <a:pt x="4267679" y="84332"/>
                  <a:pt x="4275326" y="88432"/>
                </a:cubicBezTo>
                <a:cubicBezTo>
                  <a:pt x="4283083" y="92421"/>
                  <a:pt x="4288900" y="98017"/>
                  <a:pt x="4292779" y="105220"/>
                </a:cubicBezTo>
                <a:cubicBezTo>
                  <a:pt x="4296769" y="112423"/>
                  <a:pt x="4298764" y="120404"/>
                  <a:pt x="4298764" y="129157"/>
                </a:cubicBezTo>
                <a:cubicBezTo>
                  <a:pt x="4298764" y="147109"/>
                  <a:pt x="4293721" y="165061"/>
                  <a:pt x="4283636" y="183014"/>
                </a:cubicBezTo>
                <a:cubicBezTo>
                  <a:pt x="4273664" y="200969"/>
                  <a:pt x="4260476" y="215153"/>
                  <a:pt x="4244075" y="225570"/>
                </a:cubicBezTo>
                <a:cubicBezTo>
                  <a:pt x="4227675" y="235874"/>
                  <a:pt x="4211162" y="241027"/>
                  <a:pt x="4194540" y="241027"/>
                </a:cubicBezTo>
                <a:cubicBezTo>
                  <a:pt x="4179468" y="241027"/>
                  <a:pt x="4167777" y="236541"/>
                  <a:pt x="4159466" y="227563"/>
                </a:cubicBezTo>
                <a:cubicBezTo>
                  <a:pt x="4151265" y="218589"/>
                  <a:pt x="4147166" y="207615"/>
                  <a:pt x="4147166" y="194651"/>
                </a:cubicBezTo>
                <a:cubicBezTo>
                  <a:pt x="4147166" y="179246"/>
                  <a:pt x="4150213" y="164840"/>
                  <a:pt x="4156308" y="151433"/>
                </a:cubicBezTo>
                <a:cubicBezTo>
                  <a:pt x="4162513" y="137913"/>
                  <a:pt x="4170326" y="126165"/>
                  <a:pt x="4179745" y="116194"/>
                </a:cubicBezTo>
                <a:cubicBezTo>
                  <a:pt x="4189276" y="106109"/>
                  <a:pt x="4200192" y="97963"/>
                  <a:pt x="4212492" y="91757"/>
                </a:cubicBezTo>
                <a:cubicBezTo>
                  <a:pt x="4224793" y="85439"/>
                  <a:pt x="4237537" y="82282"/>
                  <a:pt x="4250725" y="82282"/>
                </a:cubicBezTo>
                <a:moveTo>
                  <a:pt x="4243909" y="91092"/>
                </a:moveTo>
                <a:cubicBezTo>
                  <a:pt x="4238035" y="91092"/>
                  <a:pt x="4233160" y="92810"/>
                  <a:pt x="4229281" y="96245"/>
                </a:cubicBezTo>
                <a:cubicBezTo>
                  <a:pt x="4221524" y="103227"/>
                  <a:pt x="4212769" y="119572"/>
                  <a:pt x="4203017" y="145281"/>
                </a:cubicBezTo>
                <a:cubicBezTo>
                  <a:pt x="4193265" y="170882"/>
                  <a:pt x="4188389" y="193987"/>
                  <a:pt x="4188389" y="214597"/>
                </a:cubicBezTo>
                <a:cubicBezTo>
                  <a:pt x="4188389" y="219696"/>
                  <a:pt x="4189941" y="223906"/>
                  <a:pt x="4193044" y="227231"/>
                </a:cubicBezTo>
                <a:cubicBezTo>
                  <a:pt x="4196146" y="230556"/>
                  <a:pt x="4199804" y="232217"/>
                  <a:pt x="4204014" y="232217"/>
                </a:cubicBezTo>
                <a:cubicBezTo>
                  <a:pt x="4208336" y="232217"/>
                  <a:pt x="4212160" y="230888"/>
                  <a:pt x="4215485" y="228228"/>
                </a:cubicBezTo>
                <a:cubicBezTo>
                  <a:pt x="4220360" y="224239"/>
                  <a:pt x="4226345" y="215318"/>
                  <a:pt x="4233437" y="201465"/>
                </a:cubicBezTo>
                <a:cubicBezTo>
                  <a:pt x="4240529" y="187502"/>
                  <a:pt x="4246347" y="172154"/>
                  <a:pt x="4250891" y="155422"/>
                </a:cubicBezTo>
                <a:cubicBezTo>
                  <a:pt x="4255434" y="138578"/>
                  <a:pt x="4257706" y="123172"/>
                  <a:pt x="4257706" y="109212"/>
                </a:cubicBezTo>
                <a:cubicBezTo>
                  <a:pt x="4257706" y="103448"/>
                  <a:pt x="4256321" y="99016"/>
                  <a:pt x="4253550" y="95913"/>
                </a:cubicBezTo>
                <a:cubicBezTo>
                  <a:pt x="4250780" y="92699"/>
                  <a:pt x="4247566" y="91092"/>
                  <a:pt x="4243909" y="91092"/>
                </a:cubicBezTo>
                <a:moveTo>
                  <a:pt x="4416784" y="5817"/>
                </a:moveTo>
                <a:lnTo>
                  <a:pt x="4361764" y="192988"/>
                </a:lnTo>
                <a:cubicBezTo>
                  <a:pt x="4358550" y="204069"/>
                  <a:pt x="4356943" y="210997"/>
                  <a:pt x="4356943" y="213768"/>
                </a:cubicBezTo>
                <a:cubicBezTo>
                  <a:pt x="4356943" y="215207"/>
                  <a:pt x="4357386" y="216425"/>
                  <a:pt x="4358273" y="217425"/>
                </a:cubicBezTo>
                <a:cubicBezTo>
                  <a:pt x="4359269" y="218421"/>
                  <a:pt x="4360323" y="218921"/>
                  <a:pt x="4361431" y="218921"/>
                </a:cubicBezTo>
                <a:cubicBezTo>
                  <a:pt x="4363426" y="218921"/>
                  <a:pt x="4365310" y="218143"/>
                  <a:pt x="4367083" y="216593"/>
                </a:cubicBezTo>
                <a:cubicBezTo>
                  <a:pt x="4372402" y="212271"/>
                  <a:pt x="4378330" y="204958"/>
                  <a:pt x="4384869" y="194651"/>
                </a:cubicBezTo>
                <a:lnTo>
                  <a:pt x="4391351" y="197644"/>
                </a:lnTo>
                <a:cubicBezTo>
                  <a:pt x="4380824" y="214486"/>
                  <a:pt x="4370463" y="226510"/>
                  <a:pt x="4360267" y="233713"/>
                </a:cubicBezTo>
                <a:cubicBezTo>
                  <a:pt x="4353286" y="238591"/>
                  <a:pt x="4345861" y="241027"/>
                  <a:pt x="4337993" y="241027"/>
                </a:cubicBezTo>
                <a:cubicBezTo>
                  <a:pt x="4330679" y="241027"/>
                  <a:pt x="4324861" y="239087"/>
                  <a:pt x="4320539" y="235209"/>
                </a:cubicBezTo>
                <a:cubicBezTo>
                  <a:pt x="4316218" y="231220"/>
                  <a:pt x="4314056" y="226456"/>
                  <a:pt x="4314056" y="220914"/>
                </a:cubicBezTo>
                <a:cubicBezTo>
                  <a:pt x="4314056" y="216814"/>
                  <a:pt x="4315386" y="210222"/>
                  <a:pt x="4318046" y="201133"/>
                </a:cubicBezTo>
                <a:lnTo>
                  <a:pt x="4362926" y="47874"/>
                </a:lnTo>
                <a:cubicBezTo>
                  <a:pt x="4365365" y="39450"/>
                  <a:pt x="4366584" y="33854"/>
                  <a:pt x="4366584" y="31083"/>
                </a:cubicBezTo>
                <a:cubicBezTo>
                  <a:pt x="4366584" y="28426"/>
                  <a:pt x="4365421" y="26319"/>
                  <a:pt x="4363093" y="24769"/>
                </a:cubicBezTo>
                <a:cubicBezTo>
                  <a:pt x="4359991" y="22552"/>
                  <a:pt x="4355280" y="21609"/>
                  <a:pt x="4348964" y="21941"/>
                </a:cubicBezTo>
                <a:lnTo>
                  <a:pt x="4350792" y="15624"/>
                </a:lnTo>
                <a:lnTo>
                  <a:pt x="4406810" y="5817"/>
                </a:lnTo>
                <a:lnTo>
                  <a:pt x="4416784" y="5817"/>
                </a:lnTo>
                <a:moveTo>
                  <a:pt x="4566886" y="84610"/>
                </a:moveTo>
                <a:lnTo>
                  <a:pt x="4534639" y="195148"/>
                </a:lnTo>
                <a:lnTo>
                  <a:pt x="4531314" y="208615"/>
                </a:lnTo>
                <a:cubicBezTo>
                  <a:pt x="4530982" y="210275"/>
                  <a:pt x="4530816" y="211496"/>
                  <a:pt x="4530816" y="212271"/>
                </a:cubicBezTo>
                <a:cubicBezTo>
                  <a:pt x="4530816" y="213600"/>
                  <a:pt x="4531259" y="214764"/>
                  <a:pt x="4532145" y="215761"/>
                </a:cubicBezTo>
                <a:cubicBezTo>
                  <a:pt x="4533142" y="216760"/>
                  <a:pt x="4534140" y="217257"/>
                  <a:pt x="4535137" y="217257"/>
                </a:cubicBezTo>
                <a:cubicBezTo>
                  <a:pt x="4537464" y="217257"/>
                  <a:pt x="4540678" y="215485"/>
                  <a:pt x="4544779" y="211939"/>
                </a:cubicBezTo>
                <a:cubicBezTo>
                  <a:pt x="4546440" y="210497"/>
                  <a:pt x="4550430" y="205401"/>
                  <a:pt x="4556747" y="196645"/>
                </a:cubicBezTo>
                <a:lnTo>
                  <a:pt x="4562565" y="199637"/>
                </a:lnTo>
                <a:cubicBezTo>
                  <a:pt x="4554696" y="214043"/>
                  <a:pt x="4546274" y="224571"/>
                  <a:pt x="4537298" y="231220"/>
                </a:cubicBezTo>
                <a:cubicBezTo>
                  <a:pt x="4528432" y="237759"/>
                  <a:pt x="4518847" y="241027"/>
                  <a:pt x="4508541" y="241027"/>
                </a:cubicBezTo>
                <a:cubicBezTo>
                  <a:pt x="4502224" y="241027"/>
                  <a:pt x="4497404" y="239423"/>
                  <a:pt x="4494079" y="236209"/>
                </a:cubicBezTo>
                <a:cubicBezTo>
                  <a:pt x="4490755" y="232884"/>
                  <a:pt x="4489092" y="228727"/>
                  <a:pt x="4489092" y="223742"/>
                </a:cubicBezTo>
                <a:cubicBezTo>
                  <a:pt x="4489092" y="219418"/>
                  <a:pt x="4490866" y="211386"/>
                  <a:pt x="4494412" y="199637"/>
                </a:cubicBezTo>
                <a:lnTo>
                  <a:pt x="4498401" y="186174"/>
                </a:lnTo>
                <a:cubicBezTo>
                  <a:pt x="4485546" y="208226"/>
                  <a:pt x="4473190" y="223852"/>
                  <a:pt x="4461332" y="233049"/>
                </a:cubicBezTo>
                <a:cubicBezTo>
                  <a:pt x="4454462" y="238369"/>
                  <a:pt x="4447148" y="241027"/>
                  <a:pt x="4439391" y="241027"/>
                </a:cubicBezTo>
                <a:cubicBezTo>
                  <a:pt x="4429196" y="241027"/>
                  <a:pt x="4421827" y="236873"/>
                  <a:pt x="4417282" y="228560"/>
                </a:cubicBezTo>
                <a:cubicBezTo>
                  <a:pt x="4412739" y="220139"/>
                  <a:pt x="4410467" y="210664"/>
                  <a:pt x="4410467" y="200137"/>
                </a:cubicBezTo>
                <a:cubicBezTo>
                  <a:pt x="4410467" y="184510"/>
                  <a:pt x="4415233" y="166615"/>
                  <a:pt x="4424763" y="146445"/>
                </a:cubicBezTo>
                <a:cubicBezTo>
                  <a:pt x="4434293" y="126165"/>
                  <a:pt x="4446816" y="109876"/>
                  <a:pt x="4462330" y="97574"/>
                </a:cubicBezTo>
                <a:cubicBezTo>
                  <a:pt x="4475074" y="87379"/>
                  <a:pt x="4487043" y="82282"/>
                  <a:pt x="4498235" y="82282"/>
                </a:cubicBezTo>
                <a:cubicBezTo>
                  <a:pt x="4504441" y="82282"/>
                  <a:pt x="4509428" y="84111"/>
                  <a:pt x="4513196" y="87768"/>
                </a:cubicBezTo>
                <a:cubicBezTo>
                  <a:pt x="4516963" y="91314"/>
                  <a:pt x="4519734" y="97852"/>
                  <a:pt x="4521507" y="107384"/>
                </a:cubicBezTo>
                <a:lnTo>
                  <a:pt x="4527491" y="86936"/>
                </a:lnTo>
                <a:lnTo>
                  <a:pt x="4566886" y="84610"/>
                </a:lnTo>
                <a:moveTo>
                  <a:pt x="4513694" y="116194"/>
                </a:moveTo>
                <a:cubicBezTo>
                  <a:pt x="4513694" y="107216"/>
                  <a:pt x="4512308" y="100734"/>
                  <a:pt x="4509538" y="96742"/>
                </a:cubicBezTo>
                <a:cubicBezTo>
                  <a:pt x="4507544" y="93974"/>
                  <a:pt x="4504829" y="92589"/>
                  <a:pt x="4501393" y="92589"/>
                </a:cubicBezTo>
                <a:cubicBezTo>
                  <a:pt x="4497958" y="92589"/>
                  <a:pt x="4494412" y="94249"/>
                  <a:pt x="4490755" y="97574"/>
                </a:cubicBezTo>
                <a:cubicBezTo>
                  <a:pt x="4483330" y="104445"/>
                  <a:pt x="4475295" y="118408"/>
                  <a:pt x="4466652" y="139463"/>
                </a:cubicBezTo>
                <a:cubicBezTo>
                  <a:pt x="4458118" y="160408"/>
                  <a:pt x="4453853" y="178528"/>
                  <a:pt x="4453853" y="193820"/>
                </a:cubicBezTo>
                <a:cubicBezTo>
                  <a:pt x="4453853" y="199694"/>
                  <a:pt x="4454794" y="203958"/>
                  <a:pt x="4456678" y="206619"/>
                </a:cubicBezTo>
                <a:cubicBezTo>
                  <a:pt x="4458673" y="209168"/>
                  <a:pt x="4460834" y="210443"/>
                  <a:pt x="4463161" y="210443"/>
                </a:cubicBezTo>
                <a:cubicBezTo>
                  <a:pt x="4468148" y="210443"/>
                  <a:pt x="4473190" y="207561"/>
                  <a:pt x="4478288" y="201798"/>
                </a:cubicBezTo>
                <a:cubicBezTo>
                  <a:pt x="4485602" y="193598"/>
                  <a:pt x="4492196" y="183570"/>
                  <a:pt x="4498069" y="171711"/>
                </a:cubicBezTo>
                <a:cubicBezTo>
                  <a:pt x="4508485" y="150877"/>
                  <a:pt x="4513694" y="132371"/>
                  <a:pt x="4513694" y="116194"/>
                </a:cubicBezTo>
                <a:moveTo>
                  <a:pt x="4671609" y="41722"/>
                </a:moveTo>
                <a:lnTo>
                  <a:pt x="4658311" y="86936"/>
                </a:lnTo>
                <a:lnTo>
                  <a:pt x="4680086" y="86936"/>
                </a:lnTo>
                <a:lnTo>
                  <a:pt x="4674268" y="106052"/>
                </a:lnTo>
                <a:lnTo>
                  <a:pt x="4652825" y="106052"/>
                </a:lnTo>
                <a:lnTo>
                  <a:pt x="4625065" y="202465"/>
                </a:lnTo>
                <a:cubicBezTo>
                  <a:pt x="4623292" y="208447"/>
                  <a:pt x="4622406" y="212990"/>
                  <a:pt x="4622406" y="216093"/>
                </a:cubicBezTo>
                <a:cubicBezTo>
                  <a:pt x="4622406" y="217535"/>
                  <a:pt x="4622905" y="218810"/>
                  <a:pt x="4623902" y="219917"/>
                </a:cubicBezTo>
                <a:cubicBezTo>
                  <a:pt x="4624899" y="220914"/>
                  <a:pt x="4626008" y="221414"/>
                  <a:pt x="4627226" y="221414"/>
                </a:cubicBezTo>
                <a:cubicBezTo>
                  <a:pt x="4629110" y="221414"/>
                  <a:pt x="4631049" y="220638"/>
                  <a:pt x="4633045" y="219085"/>
                </a:cubicBezTo>
                <a:cubicBezTo>
                  <a:pt x="4638142" y="215207"/>
                  <a:pt x="4644071" y="208447"/>
                  <a:pt x="4650831" y="198805"/>
                </a:cubicBezTo>
                <a:lnTo>
                  <a:pt x="4656648" y="202465"/>
                </a:lnTo>
                <a:cubicBezTo>
                  <a:pt x="4649002" y="215761"/>
                  <a:pt x="4640580" y="225513"/>
                  <a:pt x="4631382" y="231720"/>
                </a:cubicBezTo>
                <a:cubicBezTo>
                  <a:pt x="4622184" y="237926"/>
                  <a:pt x="4613153" y="241027"/>
                  <a:pt x="4604287" y="241027"/>
                </a:cubicBezTo>
                <a:cubicBezTo>
                  <a:pt x="4596751" y="241027"/>
                  <a:pt x="4590879" y="239144"/>
                  <a:pt x="4586667" y="235377"/>
                </a:cubicBezTo>
                <a:cubicBezTo>
                  <a:pt x="4582567" y="231498"/>
                  <a:pt x="4580517" y="226621"/>
                  <a:pt x="4580517" y="220749"/>
                </a:cubicBezTo>
                <a:cubicBezTo>
                  <a:pt x="4580517" y="214321"/>
                  <a:pt x="4581958" y="206065"/>
                  <a:pt x="4584839" y="195980"/>
                </a:cubicBezTo>
                <a:lnTo>
                  <a:pt x="4611102" y="106052"/>
                </a:lnTo>
                <a:lnTo>
                  <a:pt x="4588496" y="106052"/>
                </a:lnTo>
                <a:lnTo>
                  <a:pt x="4591820" y="93753"/>
                </a:lnTo>
                <a:cubicBezTo>
                  <a:pt x="4606005" y="88543"/>
                  <a:pt x="4617973" y="82447"/>
                  <a:pt x="4627725" y="75465"/>
                </a:cubicBezTo>
                <a:cubicBezTo>
                  <a:pt x="4637477" y="68484"/>
                  <a:pt x="4649224" y="57238"/>
                  <a:pt x="4662965" y="41722"/>
                </a:cubicBezTo>
                <a:lnTo>
                  <a:pt x="4671609" y="41722"/>
                </a:lnTo>
                <a:moveTo>
                  <a:pt x="4721975" y="174039"/>
                </a:moveTo>
                <a:cubicBezTo>
                  <a:pt x="4720978" y="181242"/>
                  <a:pt x="4720479" y="187170"/>
                  <a:pt x="4720479" y="191824"/>
                </a:cubicBezTo>
                <a:cubicBezTo>
                  <a:pt x="4720479" y="200137"/>
                  <a:pt x="4722862" y="206786"/>
                  <a:pt x="4727627" y="211772"/>
                </a:cubicBezTo>
                <a:cubicBezTo>
                  <a:pt x="4732503" y="216760"/>
                  <a:pt x="4738986" y="219253"/>
                  <a:pt x="4747075" y="219253"/>
                </a:cubicBezTo>
                <a:cubicBezTo>
                  <a:pt x="4754833" y="219253"/>
                  <a:pt x="4762590" y="217368"/>
                  <a:pt x="4770347" y="213600"/>
                </a:cubicBezTo>
                <a:cubicBezTo>
                  <a:pt x="4778215" y="209833"/>
                  <a:pt x="4787302" y="203240"/>
                  <a:pt x="4797608" y="193820"/>
                </a:cubicBezTo>
                <a:lnTo>
                  <a:pt x="4802595" y="198308"/>
                </a:lnTo>
                <a:cubicBezTo>
                  <a:pt x="4789851" y="213711"/>
                  <a:pt x="4777440" y="224681"/>
                  <a:pt x="4765360" y="231220"/>
                </a:cubicBezTo>
                <a:cubicBezTo>
                  <a:pt x="4753281" y="237759"/>
                  <a:pt x="4739928" y="241027"/>
                  <a:pt x="4725300" y="241027"/>
                </a:cubicBezTo>
                <a:cubicBezTo>
                  <a:pt x="4706793" y="241027"/>
                  <a:pt x="4693993" y="236595"/>
                  <a:pt x="4686901" y="227731"/>
                </a:cubicBezTo>
                <a:cubicBezTo>
                  <a:pt x="4679810" y="218864"/>
                  <a:pt x="4676263" y="208615"/>
                  <a:pt x="4676263" y="196977"/>
                </a:cubicBezTo>
                <a:cubicBezTo>
                  <a:pt x="4676263" y="178803"/>
                  <a:pt x="4681527" y="160630"/>
                  <a:pt x="4692054" y="142456"/>
                </a:cubicBezTo>
                <a:cubicBezTo>
                  <a:pt x="4702693" y="124282"/>
                  <a:pt x="4717099" y="109709"/>
                  <a:pt x="4735274" y="98738"/>
                </a:cubicBezTo>
                <a:cubicBezTo>
                  <a:pt x="4753558" y="87768"/>
                  <a:pt x="4771899" y="82282"/>
                  <a:pt x="4790294" y="82282"/>
                </a:cubicBezTo>
                <a:cubicBezTo>
                  <a:pt x="4799602" y="82282"/>
                  <a:pt x="4806640" y="84500"/>
                  <a:pt x="4811405" y="88932"/>
                </a:cubicBezTo>
                <a:cubicBezTo>
                  <a:pt x="4816170" y="93364"/>
                  <a:pt x="4818553" y="98960"/>
                  <a:pt x="4818553" y="105720"/>
                </a:cubicBezTo>
                <a:cubicBezTo>
                  <a:pt x="4818553" y="113809"/>
                  <a:pt x="4816226" y="121679"/>
                  <a:pt x="4811571" y="129325"/>
                </a:cubicBezTo>
                <a:cubicBezTo>
                  <a:pt x="4805144" y="139742"/>
                  <a:pt x="4797054" y="148163"/>
                  <a:pt x="4787302" y="154591"/>
                </a:cubicBezTo>
                <a:cubicBezTo>
                  <a:pt x="4777550" y="160908"/>
                  <a:pt x="4766635" y="165729"/>
                  <a:pt x="4754556" y="169053"/>
                </a:cubicBezTo>
                <a:cubicBezTo>
                  <a:pt x="4746466" y="171268"/>
                  <a:pt x="4735606" y="172932"/>
                  <a:pt x="4721975" y="174039"/>
                </a:cubicBezTo>
                <a:moveTo>
                  <a:pt x="4723471" y="165394"/>
                </a:moveTo>
                <a:cubicBezTo>
                  <a:pt x="4733223" y="163954"/>
                  <a:pt x="4740759" y="162015"/>
                  <a:pt x="4746078" y="159576"/>
                </a:cubicBezTo>
                <a:cubicBezTo>
                  <a:pt x="4751508" y="157029"/>
                  <a:pt x="4756772" y="153038"/>
                  <a:pt x="4761870" y="147609"/>
                </a:cubicBezTo>
                <a:cubicBezTo>
                  <a:pt x="4767078" y="142067"/>
                  <a:pt x="4771566" y="135142"/>
                  <a:pt x="4775334" y="126832"/>
                </a:cubicBezTo>
                <a:cubicBezTo>
                  <a:pt x="4779102" y="118408"/>
                  <a:pt x="4780986" y="110541"/>
                  <a:pt x="4780986" y="103227"/>
                </a:cubicBezTo>
                <a:cubicBezTo>
                  <a:pt x="4780986" y="100124"/>
                  <a:pt x="4780099" y="97685"/>
                  <a:pt x="4778326" y="95913"/>
                </a:cubicBezTo>
                <a:cubicBezTo>
                  <a:pt x="4776663" y="94139"/>
                  <a:pt x="4774503" y="93253"/>
                  <a:pt x="4771843" y="93253"/>
                </a:cubicBezTo>
                <a:cubicBezTo>
                  <a:pt x="4766524" y="93253"/>
                  <a:pt x="4760540" y="96967"/>
                  <a:pt x="4753891" y="104391"/>
                </a:cubicBezTo>
                <a:cubicBezTo>
                  <a:pt x="4741701" y="117908"/>
                  <a:pt x="4731561" y="138245"/>
                  <a:pt x="4723471" y="165394"/>
                </a:cubicBezTo>
              </a:path>
            </a:pathLst>
          </a:custGeom>
          <a:solidFill xmlns:a="http://schemas.openxmlformats.org/drawingml/2006/main">
            <a:srgbClr val="A0522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6">
            <a:extLst xmlns:a="http://schemas.openxmlformats.org/drawingml/2006/main">
              <a:ext uri="{FF2B5EF4-FFF2-40B4-BE49-F238E27FC236}">
                <a16:creationId xmlns:a16="http://schemas.microsoft.com/office/drawing/2014/main" id="{5EA65B70-B8FF-492B-AC8E-9C9729B1D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7921" y="1919869"/>
            <a:ext cx="2130046" cy="2130048"/>
          </a:xfrm>
          <a:custGeom xmlns:a="http://schemas.openxmlformats.org/drawingml/2006/main">
            <a:pathLst>
              <a:path w="1567951" h="1567952">
                <a:moveTo>
                  <a:pt x="1546674" y="783978"/>
                </a:moveTo>
                <a:lnTo>
                  <a:pt x="1557312" y="783978"/>
                </a:lnTo>
                <a:cubicBezTo>
                  <a:pt x="1557312" y="769421"/>
                  <a:pt x="1556910" y="754958"/>
                  <a:pt x="1556116" y="740601"/>
                </a:cubicBezTo>
                <a:lnTo>
                  <a:pt x="1545494" y="741188"/>
                </a:lnTo>
                <a:lnTo>
                  <a:pt x="1534872" y="741776"/>
                </a:lnTo>
                <a:cubicBezTo>
                  <a:pt x="1535644" y="755742"/>
                  <a:pt x="1536036" y="769813"/>
                  <a:pt x="1536036" y="783978"/>
                </a:cubicBezTo>
                <a:lnTo>
                  <a:pt x="1546674" y="783978"/>
                </a:lnTo>
                <a:moveTo>
                  <a:pt x="1536011" y="656158"/>
                </a:moveTo>
                <a:lnTo>
                  <a:pt x="1546501" y="654386"/>
                </a:lnTo>
                <a:cubicBezTo>
                  <a:pt x="1541647" y="625625"/>
                  <a:pt x="1535207" y="597401"/>
                  <a:pt x="1527270" y="569807"/>
                </a:cubicBezTo>
                <a:lnTo>
                  <a:pt x="1517046" y="572748"/>
                </a:lnTo>
                <a:lnTo>
                  <a:pt x="1506823" y="575689"/>
                </a:lnTo>
                <a:cubicBezTo>
                  <a:pt x="1514538" y="602517"/>
                  <a:pt x="1520801" y="629958"/>
                  <a:pt x="1525520" y="657926"/>
                </a:cubicBezTo>
                <a:lnTo>
                  <a:pt x="1536011" y="656158"/>
                </a:lnTo>
                <a:moveTo>
                  <a:pt x="1488800" y="492024"/>
                </a:moveTo>
                <a:lnTo>
                  <a:pt x="1498627" y="487950"/>
                </a:lnTo>
                <a:cubicBezTo>
                  <a:pt x="1487498" y="461111"/>
                  <a:pt x="1474902" y="435039"/>
                  <a:pt x="1460940" y="409830"/>
                </a:cubicBezTo>
                <a:lnTo>
                  <a:pt x="1451633" y="414983"/>
                </a:lnTo>
                <a:lnTo>
                  <a:pt x="1442327" y="420136"/>
                </a:lnTo>
                <a:cubicBezTo>
                  <a:pt x="1455905" y="444653"/>
                  <a:pt x="1468153" y="470007"/>
                  <a:pt x="1478973" y="496099"/>
                </a:cubicBezTo>
                <a:lnTo>
                  <a:pt x="1488800" y="492024"/>
                </a:lnTo>
                <a:moveTo>
                  <a:pt x="1406056" y="342596"/>
                </a:moveTo>
                <a:lnTo>
                  <a:pt x="1414727" y="336432"/>
                </a:lnTo>
                <a:cubicBezTo>
                  <a:pt x="1397947" y="312824"/>
                  <a:pt x="1379875" y="290198"/>
                  <a:pt x="1360614" y="268660"/>
                </a:cubicBezTo>
                <a:lnTo>
                  <a:pt x="1352684" y="275753"/>
                </a:lnTo>
                <a:lnTo>
                  <a:pt x="1344754" y="282845"/>
                </a:lnTo>
                <a:cubicBezTo>
                  <a:pt x="1363488" y="303792"/>
                  <a:pt x="1381065" y="325799"/>
                  <a:pt x="1397385" y="348759"/>
                </a:cubicBezTo>
                <a:lnTo>
                  <a:pt x="1406056" y="342596"/>
                </a:lnTo>
                <a:moveTo>
                  <a:pt x="1292199" y="215267"/>
                </a:moveTo>
                <a:lnTo>
                  <a:pt x="1299290" y="207337"/>
                </a:lnTo>
                <a:cubicBezTo>
                  <a:pt x="1277752" y="188076"/>
                  <a:pt x="1255128" y="170005"/>
                  <a:pt x="1231521" y="153225"/>
                </a:cubicBezTo>
                <a:lnTo>
                  <a:pt x="1225357" y="161896"/>
                </a:lnTo>
                <a:lnTo>
                  <a:pt x="1219194" y="170567"/>
                </a:lnTo>
                <a:cubicBezTo>
                  <a:pt x="1242153" y="186886"/>
                  <a:pt x="1264158" y="204464"/>
                  <a:pt x="1285107" y="223197"/>
                </a:cubicBezTo>
                <a:lnTo>
                  <a:pt x="1292199" y="215267"/>
                </a:lnTo>
                <a:moveTo>
                  <a:pt x="1152968" y="116318"/>
                </a:moveTo>
                <a:lnTo>
                  <a:pt x="1158123" y="107012"/>
                </a:lnTo>
                <a:cubicBezTo>
                  <a:pt x="1132912" y="93048"/>
                  <a:pt x="1106839" y="80454"/>
                  <a:pt x="1080003" y="69324"/>
                </a:cubicBezTo>
                <a:lnTo>
                  <a:pt x="1075927" y="79151"/>
                </a:lnTo>
                <a:lnTo>
                  <a:pt x="1071852" y="88980"/>
                </a:lnTo>
                <a:cubicBezTo>
                  <a:pt x="1097946" y="99800"/>
                  <a:pt x="1123299" y="112048"/>
                  <a:pt x="1147814" y="125625"/>
                </a:cubicBezTo>
                <a:lnTo>
                  <a:pt x="1152968" y="116318"/>
                </a:lnTo>
                <a:moveTo>
                  <a:pt x="995203" y="50907"/>
                </a:moveTo>
                <a:lnTo>
                  <a:pt x="998144" y="40683"/>
                </a:lnTo>
                <a:cubicBezTo>
                  <a:pt x="970552" y="32744"/>
                  <a:pt x="942328" y="26305"/>
                  <a:pt x="913566" y="21450"/>
                </a:cubicBezTo>
                <a:lnTo>
                  <a:pt x="911795" y="31941"/>
                </a:lnTo>
                <a:lnTo>
                  <a:pt x="910025" y="42432"/>
                </a:lnTo>
                <a:cubicBezTo>
                  <a:pt x="937993" y="47150"/>
                  <a:pt x="965436" y="53414"/>
                  <a:pt x="992263" y="61130"/>
                </a:cubicBezTo>
                <a:lnTo>
                  <a:pt x="995203" y="50907"/>
                </a:lnTo>
                <a:moveTo>
                  <a:pt x="826764" y="22458"/>
                </a:moveTo>
                <a:lnTo>
                  <a:pt x="827351" y="11837"/>
                </a:lnTo>
                <a:cubicBezTo>
                  <a:pt x="812993" y="11042"/>
                  <a:pt x="798530" y="10638"/>
                  <a:pt x="783975" y="10638"/>
                </a:cubicBezTo>
                <a:lnTo>
                  <a:pt x="783975" y="21277"/>
                </a:lnTo>
                <a:lnTo>
                  <a:pt x="783975" y="31915"/>
                </a:lnTo>
                <a:cubicBezTo>
                  <a:pt x="798139" y="31915"/>
                  <a:pt x="812209" y="32307"/>
                  <a:pt x="826176" y="33079"/>
                </a:cubicBezTo>
                <a:lnTo>
                  <a:pt x="826764" y="22458"/>
                </a:lnTo>
                <a:moveTo>
                  <a:pt x="783975" y="21277"/>
                </a:moveTo>
                <a:lnTo>
                  <a:pt x="783975" y="10638"/>
                </a:lnTo>
                <a:cubicBezTo>
                  <a:pt x="769420" y="10638"/>
                  <a:pt x="754958" y="11042"/>
                  <a:pt x="740600" y="11837"/>
                </a:cubicBezTo>
                <a:lnTo>
                  <a:pt x="741188" y="22458"/>
                </a:lnTo>
                <a:lnTo>
                  <a:pt x="741775" y="33079"/>
                </a:lnTo>
                <a:cubicBezTo>
                  <a:pt x="755743" y="32307"/>
                  <a:pt x="769813" y="31915"/>
                  <a:pt x="783975" y="31915"/>
                </a:cubicBezTo>
                <a:lnTo>
                  <a:pt x="783975" y="21277"/>
                </a:lnTo>
                <a:moveTo>
                  <a:pt x="656156" y="31941"/>
                </a:moveTo>
                <a:lnTo>
                  <a:pt x="654386" y="21450"/>
                </a:lnTo>
                <a:cubicBezTo>
                  <a:pt x="625624" y="26305"/>
                  <a:pt x="597399" y="32744"/>
                  <a:pt x="569807" y="40683"/>
                </a:cubicBezTo>
                <a:lnTo>
                  <a:pt x="572748" y="50907"/>
                </a:lnTo>
                <a:lnTo>
                  <a:pt x="575689" y="61130"/>
                </a:lnTo>
                <a:cubicBezTo>
                  <a:pt x="602515" y="53414"/>
                  <a:pt x="629958" y="47150"/>
                  <a:pt x="657926" y="42432"/>
                </a:cubicBezTo>
                <a:lnTo>
                  <a:pt x="656156" y="31941"/>
                </a:lnTo>
                <a:moveTo>
                  <a:pt x="492024" y="79151"/>
                </a:moveTo>
                <a:lnTo>
                  <a:pt x="487949" y="69324"/>
                </a:lnTo>
                <a:cubicBezTo>
                  <a:pt x="461112" y="80454"/>
                  <a:pt x="435039" y="93048"/>
                  <a:pt x="409828" y="107012"/>
                </a:cubicBezTo>
                <a:lnTo>
                  <a:pt x="414983" y="116318"/>
                </a:lnTo>
                <a:lnTo>
                  <a:pt x="420136" y="125625"/>
                </a:lnTo>
                <a:cubicBezTo>
                  <a:pt x="444652" y="112048"/>
                  <a:pt x="470005" y="99800"/>
                  <a:pt x="496099" y="88980"/>
                </a:cubicBezTo>
                <a:lnTo>
                  <a:pt x="492024" y="79151"/>
                </a:lnTo>
                <a:moveTo>
                  <a:pt x="342593" y="161896"/>
                </a:moveTo>
                <a:lnTo>
                  <a:pt x="336430" y="153225"/>
                </a:lnTo>
                <a:cubicBezTo>
                  <a:pt x="312822" y="170005"/>
                  <a:pt x="290198" y="188076"/>
                  <a:pt x="268660" y="207337"/>
                </a:cubicBezTo>
                <a:lnTo>
                  <a:pt x="275752" y="215267"/>
                </a:lnTo>
                <a:lnTo>
                  <a:pt x="282844" y="223197"/>
                </a:lnTo>
                <a:cubicBezTo>
                  <a:pt x="303792" y="204464"/>
                  <a:pt x="325798" y="186886"/>
                  <a:pt x="348757" y="170567"/>
                </a:cubicBezTo>
                <a:lnTo>
                  <a:pt x="342593" y="161896"/>
                </a:lnTo>
                <a:moveTo>
                  <a:pt x="215267" y="275753"/>
                </a:moveTo>
                <a:lnTo>
                  <a:pt x="207337" y="268660"/>
                </a:lnTo>
                <a:cubicBezTo>
                  <a:pt x="188076" y="290198"/>
                  <a:pt x="170004" y="312824"/>
                  <a:pt x="153224" y="336432"/>
                </a:cubicBezTo>
                <a:lnTo>
                  <a:pt x="161894" y="342596"/>
                </a:lnTo>
                <a:lnTo>
                  <a:pt x="170566" y="348759"/>
                </a:lnTo>
                <a:cubicBezTo>
                  <a:pt x="186886" y="325799"/>
                  <a:pt x="204463" y="303792"/>
                  <a:pt x="223197" y="282845"/>
                </a:cubicBezTo>
                <a:lnTo>
                  <a:pt x="215267" y="275753"/>
                </a:lnTo>
                <a:moveTo>
                  <a:pt x="116318" y="414983"/>
                </a:moveTo>
                <a:lnTo>
                  <a:pt x="107011" y="409830"/>
                </a:lnTo>
                <a:cubicBezTo>
                  <a:pt x="93048" y="435039"/>
                  <a:pt x="80452" y="461111"/>
                  <a:pt x="69324" y="487950"/>
                </a:cubicBezTo>
                <a:lnTo>
                  <a:pt x="79151" y="492024"/>
                </a:lnTo>
                <a:lnTo>
                  <a:pt x="88978" y="496099"/>
                </a:lnTo>
                <a:cubicBezTo>
                  <a:pt x="99799" y="470007"/>
                  <a:pt x="112046" y="444653"/>
                  <a:pt x="125624" y="420136"/>
                </a:cubicBezTo>
                <a:lnTo>
                  <a:pt x="116318" y="414983"/>
                </a:lnTo>
                <a:moveTo>
                  <a:pt x="50904" y="572748"/>
                </a:moveTo>
                <a:lnTo>
                  <a:pt x="40681" y="569807"/>
                </a:lnTo>
                <a:cubicBezTo>
                  <a:pt x="32745" y="597401"/>
                  <a:pt x="26304" y="625625"/>
                  <a:pt x="21450" y="654386"/>
                </a:cubicBezTo>
                <a:lnTo>
                  <a:pt x="31941" y="656158"/>
                </a:lnTo>
                <a:lnTo>
                  <a:pt x="42431" y="657926"/>
                </a:lnTo>
                <a:cubicBezTo>
                  <a:pt x="47150" y="629958"/>
                  <a:pt x="53413" y="602517"/>
                  <a:pt x="61129" y="575689"/>
                </a:cubicBezTo>
                <a:lnTo>
                  <a:pt x="50904" y="572748"/>
                </a:lnTo>
                <a:moveTo>
                  <a:pt x="22457" y="741188"/>
                </a:moveTo>
                <a:lnTo>
                  <a:pt x="11834" y="740601"/>
                </a:lnTo>
                <a:cubicBezTo>
                  <a:pt x="11041" y="754958"/>
                  <a:pt x="10638" y="769421"/>
                  <a:pt x="10638" y="783978"/>
                </a:cubicBezTo>
                <a:lnTo>
                  <a:pt x="21277" y="783978"/>
                </a:lnTo>
                <a:lnTo>
                  <a:pt x="31915" y="783978"/>
                </a:lnTo>
                <a:cubicBezTo>
                  <a:pt x="31915" y="769813"/>
                  <a:pt x="32306" y="755742"/>
                  <a:pt x="33079" y="741776"/>
                </a:cubicBezTo>
                <a:lnTo>
                  <a:pt x="22457" y="741188"/>
                </a:lnTo>
                <a:moveTo>
                  <a:pt x="21277" y="783978"/>
                </a:moveTo>
                <a:lnTo>
                  <a:pt x="10638" y="783978"/>
                </a:lnTo>
                <a:cubicBezTo>
                  <a:pt x="10638" y="798531"/>
                  <a:pt x="11041" y="812994"/>
                  <a:pt x="11834" y="827352"/>
                </a:cubicBezTo>
                <a:lnTo>
                  <a:pt x="22457" y="826764"/>
                </a:lnTo>
                <a:lnTo>
                  <a:pt x="33079" y="826176"/>
                </a:lnTo>
                <a:cubicBezTo>
                  <a:pt x="32306" y="812210"/>
                  <a:pt x="31915" y="798139"/>
                  <a:pt x="31915" y="783978"/>
                </a:cubicBezTo>
                <a:lnTo>
                  <a:pt x="21277" y="783978"/>
                </a:lnTo>
                <a:moveTo>
                  <a:pt x="31941" y="911795"/>
                </a:moveTo>
                <a:lnTo>
                  <a:pt x="21450" y="913566"/>
                </a:lnTo>
                <a:cubicBezTo>
                  <a:pt x="26304" y="942327"/>
                  <a:pt x="32745" y="970552"/>
                  <a:pt x="40681" y="998146"/>
                </a:cubicBezTo>
                <a:lnTo>
                  <a:pt x="50904" y="995204"/>
                </a:lnTo>
                <a:lnTo>
                  <a:pt x="61129" y="992263"/>
                </a:lnTo>
                <a:cubicBezTo>
                  <a:pt x="53413" y="965438"/>
                  <a:pt x="47150" y="937995"/>
                  <a:pt x="42431" y="910026"/>
                </a:cubicBezTo>
                <a:lnTo>
                  <a:pt x="31941" y="911795"/>
                </a:lnTo>
                <a:moveTo>
                  <a:pt x="79151" y="1075928"/>
                </a:moveTo>
                <a:lnTo>
                  <a:pt x="69324" y="1080002"/>
                </a:lnTo>
                <a:cubicBezTo>
                  <a:pt x="80452" y="1106841"/>
                  <a:pt x="93048" y="1132913"/>
                  <a:pt x="107011" y="1158125"/>
                </a:cubicBezTo>
                <a:lnTo>
                  <a:pt x="116318" y="1152969"/>
                </a:lnTo>
                <a:lnTo>
                  <a:pt x="125624" y="1147816"/>
                </a:lnTo>
                <a:cubicBezTo>
                  <a:pt x="112046" y="1123299"/>
                  <a:pt x="99799" y="1097946"/>
                  <a:pt x="88978" y="1071854"/>
                </a:cubicBezTo>
                <a:lnTo>
                  <a:pt x="79151" y="1075928"/>
                </a:lnTo>
                <a:moveTo>
                  <a:pt x="161895" y="1225357"/>
                </a:moveTo>
                <a:lnTo>
                  <a:pt x="153224" y="1231521"/>
                </a:lnTo>
                <a:cubicBezTo>
                  <a:pt x="170004" y="1255128"/>
                  <a:pt x="188076" y="1277754"/>
                  <a:pt x="207337" y="1299292"/>
                </a:cubicBezTo>
                <a:lnTo>
                  <a:pt x="215267" y="1292200"/>
                </a:lnTo>
                <a:lnTo>
                  <a:pt x="223197" y="1285107"/>
                </a:lnTo>
                <a:cubicBezTo>
                  <a:pt x="204463" y="1264160"/>
                  <a:pt x="186886" y="1242153"/>
                  <a:pt x="170566" y="1219196"/>
                </a:cubicBezTo>
                <a:lnTo>
                  <a:pt x="161895" y="1225357"/>
                </a:lnTo>
                <a:moveTo>
                  <a:pt x="275752" y="1352685"/>
                </a:moveTo>
                <a:lnTo>
                  <a:pt x="268660" y="1360615"/>
                </a:lnTo>
                <a:cubicBezTo>
                  <a:pt x="290198" y="1379876"/>
                  <a:pt x="312823" y="1397948"/>
                  <a:pt x="336430" y="1414727"/>
                </a:cubicBezTo>
                <a:lnTo>
                  <a:pt x="342594" y="1406056"/>
                </a:lnTo>
                <a:lnTo>
                  <a:pt x="348757" y="1397386"/>
                </a:lnTo>
                <a:cubicBezTo>
                  <a:pt x="325798" y="1381066"/>
                  <a:pt x="303792" y="1363489"/>
                  <a:pt x="282844" y="1344756"/>
                </a:cubicBezTo>
                <a:lnTo>
                  <a:pt x="275752" y="1352685"/>
                </a:lnTo>
                <a:moveTo>
                  <a:pt x="414983" y="1451634"/>
                </a:moveTo>
                <a:lnTo>
                  <a:pt x="409828" y="1460941"/>
                </a:lnTo>
                <a:cubicBezTo>
                  <a:pt x="435039" y="1474904"/>
                  <a:pt x="461112" y="1487498"/>
                  <a:pt x="487949" y="1498628"/>
                </a:cubicBezTo>
                <a:lnTo>
                  <a:pt x="492024" y="1488802"/>
                </a:lnTo>
                <a:lnTo>
                  <a:pt x="496099" y="1478975"/>
                </a:lnTo>
                <a:cubicBezTo>
                  <a:pt x="470005" y="1468152"/>
                  <a:pt x="444652" y="1455907"/>
                  <a:pt x="420136" y="1442327"/>
                </a:cubicBezTo>
                <a:lnTo>
                  <a:pt x="414983" y="1451634"/>
                </a:lnTo>
                <a:moveTo>
                  <a:pt x="572747" y="1517049"/>
                </a:moveTo>
                <a:lnTo>
                  <a:pt x="569807" y="1527272"/>
                </a:lnTo>
                <a:cubicBezTo>
                  <a:pt x="597399" y="1535208"/>
                  <a:pt x="625624" y="1541647"/>
                  <a:pt x="654386" y="1546502"/>
                </a:cubicBezTo>
                <a:lnTo>
                  <a:pt x="656155" y="1536011"/>
                </a:lnTo>
                <a:lnTo>
                  <a:pt x="657926" y="1525521"/>
                </a:lnTo>
                <a:cubicBezTo>
                  <a:pt x="629958" y="1520802"/>
                  <a:pt x="602515" y="1514539"/>
                  <a:pt x="575688" y="1506822"/>
                </a:cubicBezTo>
                <a:lnTo>
                  <a:pt x="572747" y="1517049"/>
                </a:lnTo>
                <a:moveTo>
                  <a:pt x="741187" y="1545494"/>
                </a:moveTo>
                <a:lnTo>
                  <a:pt x="740600" y="1556119"/>
                </a:lnTo>
                <a:cubicBezTo>
                  <a:pt x="754958" y="1556911"/>
                  <a:pt x="769420" y="1557314"/>
                  <a:pt x="783975" y="1557314"/>
                </a:cubicBezTo>
                <a:lnTo>
                  <a:pt x="783975" y="1546675"/>
                </a:lnTo>
                <a:lnTo>
                  <a:pt x="783975" y="1536037"/>
                </a:lnTo>
                <a:cubicBezTo>
                  <a:pt x="769813" y="1536037"/>
                  <a:pt x="755742" y="1535645"/>
                  <a:pt x="741775" y="1534873"/>
                </a:cubicBezTo>
                <a:lnTo>
                  <a:pt x="741187" y="1545494"/>
                </a:lnTo>
                <a:moveTo>
                  <a:pt x="783975" y="1546675"/>
                </a:moveTo>
                <a:lnTo>
                  <a:pt x="783975" y="1557314"/>
                </a:lnTo>
                <a:cubicBezTo>
                  <a:pt x="798530" y="1557314"/>
                  <a:pt x="812993" y="1556911"/>
                  <a:pt x="827351" y="1556119"/>
                </a:cubicBezTo>
                <a:lnTo>
                  <a:pt x="826764" y="1545494"/>
                </a:lnTo>
                <a:lnTo>
                  <a:pt x="826176" y="1534873"/>
                </a:lnTo>
                <a:cubicBezTo>
                  <a:pt x="812209" y="1535645"/>
                  <a:pt x="798139" y="1536037"/>
                  <a:pt x="783975" y="1536037"/>
                </a:cubicBezTo>
                <a:lnTo>
                  <a:pt x="783975" y="1546675"/>
                </a:lnTo>
                <a:moveTo>
                  <a:pt x="911795" y="1536011"/>
                </a:moveTo>
                <a:lnTo>
                  <a:pt x="913565" y="1546502"/>
                </a:lnTo>
                <a:cubicBezTo>
                  <a:pt x="942328" y="1541647"/>
                  <a:pt x="970552" y="1535208"/>
                  <a:pt x="998144" y="1527272"/>
                </a:cubicBezTo>
                <a:lnTo>
                  <a:pt x="995203" y="1517049"/>
                </a:lnTo>
                <a:lnTo>
                  <a:pt x="992263" y="1506822"/>
                </a:lnTo>
                <a:cubicBezTo>
                  <a:pt x="965436" y="1514539"/>
                  <a:pt x="937993" y="1520802"/>
                  <a:pt x="910025" y="1525521"/>
                </a:cubicBezTo>
                <a:lnTo>
                  <a:pt x="911795" y="1536011"/>
                </a:lnTo>
                <a:moveTo>
                  <a:pt x="1075927" y="1488802"/>
                </a:moveTo>
                <a:lnTo>
                  <a:pt x="1080003" y="1498628"/>
                </a:lnTo>
                <a:cubicBezTo>
                  <a:pt x="1106839" y="1487498"/>
                  <a:pt x="1132913" y="1474904"/>
                  <a:pt x="1158123" y="1460941"/>
                </a:cubicBezTo>
                <a:lnTo>
                  <a:pt x="1152969" y="1451634"/>
                </a:lnTo>
                <a:lnTo>
                  <a:pt x="1147814" y="1442327"/>
                </a:lnTo>
                <a:cubicBezTo>
                  <a:pt x="1123299" y="1455907"/>
                  <a:pt x="1097946" y="1468152"/>
                  <a:pt x="1071852" y="1478975"/>
                </a:cubicBezTo>
                <a:lnTo>
                  <a:pt x="1075927" y="1488802"/>
                </a:lnTo>
                <a:moveTo>
                  <a:pt x="1225357" y="1406056"/>
                </a:moveTo>
                <a:lnTo>
                  <a:pt x="1231521" y="1414727"/>
                </a:lnTo>
                <a:cubicBezTo>
                  <a:pt x="1255128" y="1397948"/>
                  <a:pt x="1277752" y="1379876"/>
                  <a:pt x="1299290" y="1360615"/>
                </a:cubicBezTo>
                <a:lnTo>
                  <a:pt x="1292199" y="1352685"/>
                </a:lnTo>
                <a:lnTo>
                  <a:pt x="1285107" y="1344756"/>
                </a:lnTo>
                <a:cubicBezTo>
                  <a:pt x="1264158" y="1363489"/>
                  <a:pt x="1242154" y="1381066"/>
                  <a:pt x="1219194" y="1397386"/>
                </a:cubicBezTo>
                <a:lnTo>
                  <a:pt x="1225357" y="1406056"/>
                </a:lnTo>
                <a:moveTo>
                  <a:pt x="1352684" y="1292200"/>
                </a:moveTo>
                <a:lnTo>
                  <a:pt x="1360614" y="1299292"/>
                </a:lnTo>
                <a:cubicBezTo>
                  <a:pt x="1379875" y="1277754"/>
                  <a:pt x="1397947" y="1255128"/>
                  <a:pt x="1414727" y="1231521"/>
                </a:cubicBezTo>
                <a:lnTo>
                  <a:pt x="1406056" y="1225357"/>
                </a:lnTo>
                <a:lnTo>
                  <a:pt x="1397385" y="1219196"/>
                </a:lnTo>
                <a:cubicBezTo>
                  <a:pt x="1381065" y="1242153"/>
                  <a:pt x="1363488" y="1264160"/>
                  <a:pt x="1344754" y="1285107"/>
                </a:cubicBezTo>
                <a:lnTo>
                  <a:pt x="1352684" y="1292200"/>
                </a:lnTo>
                <a:moveTo>
                  <a:pt x="1451633" y="1152969"/>
                </a:moveTo>
                <a:lnTo>
                  <a:pt x="1460940" y="1158125"/>
                </a:lnTo>
                <a:cubicBezTo>
                  <a:pt x="1474902" y="1132913"/>
                  <a:pt x="1487498" y="1106841"/>
                  <a:pt x="1498627" y="1080002"/>
                </a:cubicBezTo>
                <a:lnTo>
                  <a:pt x="1488800" y="1075928"/>
                </a:lnTo>
                <a:lnTo>
                  <a:pt x="1478973" y="1071854"/>
                </a:lnTo>
                <a:cubicBezTo>
                  <a:pt x="1468153" y="1097946"/>
                  <a:pt x="1455905" y="1123299"/>
                  <a:pt x="1442327" y="1147816"/>
                </a:cubicBezTo>
                <a:lnTo>
                  <a:pt x="1451633" y="1152969"/>
                </a:lnTo>
                <a:moveTo>
                  <a:pt x="1517046" y="995204"/>
                </a:moveTo>
                <a:lnTo>
                  <a:pt x="1527270" y="998146"/>
                </a:lnTo>
                <a:cubicBezTo>
                  <a:pt x="1535207" y="970552"/>
                  <a:pt x="1541647" y="942327"/>
                  <a:pt x="1546501" y="913566"/>
                </a:cubicBezTo>
                <a:lnTo>
                  <a:pt x="1536011" y="911795"/>
                </a:lnTo>
                <a:lnTo>
                  <a:pt x="1525520" y="910026"/>
                </a:lnTo>
                <a:cubicBezTo>
                  <a:pt x="1520801" y="937995"/>
                  <a:pt x="1514538" y="965438"/>
                  <a:pt x="1506823" y="992263"/>
                </a:cubicBezTo>
                <a:lnTo>
                  <a:pt x="1517046" y="995204"/>
                </a:lnTo>
                <a:moveTo>
                  <a:pt x="1545494" y="826764"/>
                </a:moveTo>
                <a:lnTo>
                  <a:pt x="1556116" y="827352"/>
                </a:lnTo>
                <a:cubicBezTo>
                  <a:pt x="1556910" y="812994"/>
                  <a:pt x="1557312" y="798531"/>
                  <a:pt x="1557312" y="783978"/>
                </a:cubicBezTo>
                <a:lnTo>
                  <a:pt x="1546674" y="783978"/>
                </a:lnTo>
                <a:lnTo>
                  <a:pt x="1536036" y="783978"/>
                </a:lnTo>
                <a:cubicBezTo>
                  <a:pt x="1536036" y="798139"/>
                  <a:pt x="1535644" y="812210"/>
                  <a:pt x="1534872" y="826176"/>
                </a:cubicBezTo>
                <a:lnTo>
                  <a:pt x="1545494" y="826764"/>
                </a:lnTo>
                <a:moveTo>
                  <a:pt x="1546674" y="783978"/>
                </a:moveTo>
                <a:lnTo>
                  <a:pt x="1567951" y="783978"/>
                </a:lnTo>
                <a:cubicBezTo>
                  <a:pt x="1567951" y="769225"/>
                  <a:pt x="1567543" y="754566"/>
                  <a:pt x="1566738" y="740013"/>
                </a:cubicBezTo>
                <a:lnTo>
                  <a:pt x="1545494" y="741188"/>
                </a:lnTo>
                <a:lnTo>
                  <a:pt x="1524249" y="742364"/>
                </a:lnTo>
                <a:cubicBezTo>
                  <a:pt x="1525011" y="756134"/>
                  <a:pt x="1525397" y="770009"/>
                  <a:pt x="1525397" y="783978"/>
                </a:cubicBezTo>
                <a:lnTo>
                  <a:pt x="1546674" y="783978"/>
                </a:lnTo>
                <a:moveTo>
                  <a:pt x="1536011" y="656158"/>
                </a:moveTo>
                <a:lnTo>
                  <a:pt x="1556991" y="652617"/>
                </a:lnTo>
                <a:cubicBezTo>
                  <a:pt x="1552071" y="623456"/>
                  <a:pt x="1545540" y="594843"/>
                  <a:pt x="1537494" y="566868"/>
                </a:cubicBezTo>
                <a:lnTo>
                  <a:pt x="1517046" y="572748"/>
                </a:lnTo>
                <a:lnTo>
                  <a:pt x="1496599" y="578631"/>
                </a:lnTo>
                <a:cubicBezTo>
                  <a:pt x="1504204" y="605075"/>
                  <a:pt x="1510378" y="632127"/>
                  <a:pt x="1515030" y="659698"/>
                </a:cubicBezTo>
                <a:lnTo>
                  <a:pt x="1536011" y="656158"/>
                </a:lnTo>
                <a:moveTo>
                  <a:pt x="1488800" y="492024"/>
                </a:moveTo>
                <a:lnTo>
                  <a:pt x="1508454" y="483873"/>
                </a:lnTo>
                <a:cubicBezTo>
                  <a:pt x="1497171" y="456665"/>
                  <a:pt x="1484401" y="430233"/>
                  <a:pt x="1470246" y="404674"/>
                </a:cubicBezTo>
                <a:lnTo>
                  <a:pt x="1451633" y="414983"/>
                </a:lnTo>
                <a:lnTo>
                  <a:pt x="1433021" y="425292"/>
                </a:lnTo>
                <a:cubicBezTo>
                  <a:pt x="1446406" y="449459"/>
                  <a:pt x="1458480" y="474453"/>
                  <a:pt x="1469146" y="500176"/>
                </a:cubicBezTo>
                <a:lnTo>
                  <a:pt x="1488800" y="492024"/>
                </a:lnTo>
                <a:moveTo>
                  <a:pt x="1406056" y="342596"/>
                </a:moveTo>
                <a:lnTo>
                  <a:pt x="1423399" y="330268"/>
                </a:lnTo>
                <a:cubicBezTo>
                  <a:pt x="1406388" y="306336"/>
                  <a:pt x="1388068" y="283401"/>
                  <a:pt x="1368544" y="261571"/>
                </a:cubicBezTo>
                <a:lnTo>
                  <a:pt x="1352684" y="275753"/>
                </a:lnTo>
                <a:lnTo>
                  <a:pt x="1336824" y="289937"/>
                </a:lnTo>
                <a:cubicBezTo>
                  <a:pt x="1355294" y="310589"/>
                  <a:pt x="1372624" y="332286"/>
                  <a:pt x="1388714" y="354920"/>
                </a:cubicBezTo>
                <a:lnTo>
                  <a:pt x="1406056" y="342596"/>
                </a:lnTo>
                <a:moveTo>
                  <a:pt x="1292199" y="215267"/>
                </a:moveTo>
                <a:lnTo>
                  <a:pt x="1306382" y="199407"/>
                </a:lnTo>
                <a:cubicBezTo>
                  <a:pt x="1284549" y="179882"/>
                  <a:pt x="1261615" y="161564"/>
                  <a:pt x="1237684" y="144554"/>
                </a:cubicBezTo>
                <a:lnTo>
                  <a:pt x="1225357" y="161896"/>
                </a:lnTo>
                <a:lnTo>
                  <a:pt x="1213030" y="179238"/>
                </a:lnTo>
                <a:cubicBezTo>
                  <a:pt x="1235666" y="195327"/>
                  <a:pt x="1257361" y="212658"/>
                  <a:pt x="1278016" y="231129"/>
                </a:cubicBezTo>
                <a:lnTo>
                  <a:pt x="1292199" y="215267"/>
                </a:lnTo>
                <a:moveTo>
                  <a:pt x="1152968" y="116318"/>
                </a:moveTo>
                <a:lnTo>
                  <a:pt x="1163277" y="97705"/>
                </a:lnTo>
                <a:cubicBezTo>
                  <a:pt x="1137720" y="83551"/>
                  <a:pt x="1111285" y="70781"/>
                  <a:pt x="1084078" y="59498"/>
                </a:cubicBezTo>
                <a:lnTo>
                  <a:pt x="1075927" y="79151"/>
                </a:lnTo>
                <a:lnTo>
                  <a:pt x="1067777" y="98806"/>
                </a:lnTo>
                <a:cubicBezTo>
                  <a:pt x="1093499" y="109473"/>
                  <a:pt x="1118492" y="121545"/>
                  <a:pt x="1142660" y="134932"/>
                </a:cubicBezTo>
                <a:lnTo>
                  <a:pt x="1152968" y="116318"/>
                </a:lnTo>
                <a:moveTo>
                  <a:pt x="995203" y="50907"/>
                </a:moveTo>
                <a:lnTo>
                  <a:pt x="1001085" y="30459"/>
                </a:lnTo>
                <a:cubicBezTo>
                  <a:pt x="973110" y="22412"/>
                  <a:pt x="944495" y="15882"/>
                  <a:pt x="915335" y="10962"/>
                </a:cubicBezTo>
                <a:lnTo>
                  <a:pt x="911795" y="31941"/>
                </a:lnTo>
                <a:lnTo>
                  <a:pt x="908255" y="52922"/>
                </a:lnTo>
                <a:cubicBezTo>
                  <a:pt x="935826" y="57573"/>
                  <a:pt x="962878" y="63748"/>
                  <a:pt x="989322" y="71354"/>
                </a:cubicBezTo>
                <a:lnTo>
                  <a:pt x="995203" y="50907"/>
                </a:lnTo>
                <a:moveTo>
                  <a:pt x="826764" y="22458"/>
                </a:moveTo>
                <a:lnTo>
                  <a:pt x="827939" y="1212"/>
                </a:lnTo>
                <a:cubicBezTo>
                  <a:pt x="813384" y="409"/>
                  <a:pt x="798726" y="0"/>
                  <a:pt x="783975" y="0"/>
                </a:cubicBezTo>
                <a:lnTo>
                  <a:pt x="783975" y="21277"/>
                </a:lnTo>
                <a:lnTo>
                  <a:pt x="783975" y="42554"/>
                </a:lnTo>
                <a:cubicBezTo>
                  <a:pt x="797943" y="42554"/>
                  <a:pt x="811816" y="42940"/>
                  <a:pt x="825589" y="43704"/>
                </a:cubicBezTo>
                <a:lnTo>
                  <a:pt x="826764" y="22458"/>
                </a:lnTo>
                <a:moveTo>
                  <a:pt x="783975" y="21277"/>
                </a:moveTo>
                <a:lnTo>
                  <a:pt x="783975" y="0"/>
                </a:lnTo>
                <a:cubicBezTo>
                  <a:pt x="769224" y="0"/>
                  <a:pt x="754566" y="409"/>
                  <a:pt x="740012" y="1212"/>
                </a:cubicBezTo>
                <a:lnTo>
                  <a:pt x="741188" y="22458"/>
                </a:lnTo>
                <a:lnTo>
                  <a:pt x="742362" y="43704"/>
                </a:lnTo>
                <a:cubicBezTo>
                  <a:pt x="756134" y="42940"/>
                  <a:pt x="770009" y="42554"/>
                  <a:pt x="783975" y="42554"/>
                </a:cubicBezTo>
                <a:lnTo>
                  <a:pt x="783975" y="21277"/>
                </a:lnTo>
                <a:moveTo>
                  <a:pt x="656156" y="31941"/>
                </a:moveTo>
                <a:lnTo>
                  <a:pt x="652616" y="10962"/>
                </a:lnTo>
                <a:cubicBezTo>
                  <a:pt x="623457" y="15882"/>
                  <a:pt x="594841" y="22412"/>
                  <a:pt x="566867" y="30459"/>
                </a:cubicBezTo>
                <a:lnTo>
                  <a:pt x="572748" y="50907"/>
                </a:lnTo>
                <a:lnTo>
                  <a:pt x="578629" y="71354"/>
                </a:lnTo>
                <a:cubicBezTo>
                  <a:pt x="605073" y="63748"/>
                  <a:pt x="632125" y="57573"/>
                  <a:pt x="659696" y="52922"/>
                </a:cubicBezTo>
                <a:lnTo>
                  <a:pt x="656156" y="31941"/>
                </a:lnTo>
                <a:moveTo>
                  <a:pt x="492024" y="79151"/>
                </a:moveTo>
                <a:lnTo>
                  <a:pt x="483873" y="59498"/>
                </a:lnTo>
                <a:cubicBezTo>
                  <a:pt x="456665" y="70781"/>
                  <a:pt x="430231" y="83551"/>
                  <a:pt x="404674" y="97705"/>
                </a:cubicBezTo>
                <a:lnTo>
                  <a:pt x="414983" y="116318"/>
                </a:lnTo>
                <a:lnTo>
                  <a:pt x="425291" y="134932"/>
                </a:lnTo>
                <a:cubicBezTo>
                  <a:pt x="449459" y="121545"/>
                  <a:pt x="474452" y="109473"/>
                  <a:pt x="500174" y="98806"/>
                </a:cubicBezTo>
                <a:lnTo>
                  <a:pt x="492024" y="79151"/>
                </a:lnTo>
                <a:moveTo>
                  <a:pt x="342593" y="161896"/>
                </a:moveTo>
                <a:lnTo>
                  <a:pt x="330266" y="144554"/>
                </a:lnTo>
                <a:cubicBezTo>
                  <a:pt x="306336" y="161564"/>
                  <a:pt x="283401" y="179885"/>
                  <a:pt x="261569" y="199407"/>
                </a:cubicBezTo>
                <a:lnTo>
                  <a:pt x="275752" y="215267"/>
                </a:lnTo>
                <a:lnTo>
                  <a:pt x="289935" y="231129"/>
                </a:lnTo>
                <a:cubicBezTo>
                  <a:pt x="310589" y="212658"/>
                  <a:pt x="332284" y="195327"/>
                  <a:pt x="354920" y="179238"/>
                </a:cubicBezTo>
                <a:lnTo>
                  <a:pt x="342593" y="161896"/>
                </a:lnTo>
                <a:moveTo>
                  <a:pt x="215267" y="275753"/>
                </a:moveTo>
                <a:lnTo>
                  <a:pt x="199406" y="261571"/>
                </a:lnTo>
                <a:cubicBezTo>
                  <a:pt x="179883" y="283401"/>
                  <a:pt x="161563" y="306336"/>
                  <a:pt x="144553" y="330268"/>
                </a:cubicBezTo>
                <a:lnTo>
                  <a:pt x="161894" y="342596"/>
                </a:lnTo>
                <a:lnTo>
                  <a:pt x="179237" y="354920"/>
                </a:lnTo>
                <a:cubicBezTo>
                  <a:pt x="195326" y="332286"/>
                  <a:pt x="212657" y="310589"/>
                  <a:pt x="231127" y="289937"/>
                </a:cubicBezTo>
                <a:lnTo>
                  <a:pt x="215267" y="275753"/>
                </a:lnTo>
                <a:moveTo>
                  <a:pt x="116318" y="414983"/>
                </a:moveTo>
                <a:lnTo>
                  <a:pt x="97705" y="404674"/>
                </a:lnTo>
                <a:cubicBezTo>
                  <a:pt x="83549" y="430233"/>
                  <a:pt x="70779" y="456665"/>
                  <a:pt x="59496" y="483873"/>
                </a:cubicBezTo>
                <a:lnTo>
                  <a:pt x="79151" y="492024"/>
                </a:lnTo>
                <a:lnTo>
                  <a:pt x="98805" y="500176"/>
                </a:lnTo>
                <a:cubicBezTo>
                  <a:pt x="109471" y="474453"/>
                  <a:pt x="121545" y="449459"/>
                  <a:pt x="134931" y="425292"/>
                </a:cubicBezTo>
                <a:lnTo>
                  <a:pt x="116318" y="414983"/>
                </a:lnTo>
                <a:moveTo>
                  <a:pt x="50904" y="572748"/>
                </a:moveTo>
                <a:lnTo>
                  <a:pt x="30457" y="566868"/>
                </a:lnTo>
                <a:cubicBezTo>
                  <a:pt x="22410" y="594843"/>
                  <a:pt x="15880" y="623456"/>
                  <a:pt x="10960" y="652617"/>
                </a:cubicBezTo>
                <a:lnTo>
                  <a:pt x="31941" y="656158"/>
                </a:lnTo>
                <a:lnTo>
                  <a:pt x="52921" y="659698"/>
                </a:lnTo>
                <a:cubicBezTo>
                  <a:pt x="57573" y="632127"/>
                  <a:pt x="63747" y="605075"/>
                  <a:pt x="71353" y="578631"/>
                </a:cubicBezTo>
                <a:lnTo>
                  <a:pt x="50904" y="572748"/>
                </a:lnTo>
                <a:moveTo>
                  <a:pt x="22457" y="741188"/>
                </a:moveTo>
                <a:lnTo>
                  <a:pt x="1212" y="740013"/>
                </a:lnTo>
                <a:cubicBezTo>
                  <a:pt x="407" y="754566"/>
                  <a:pt x="0" y="769225"/>
                  <a:pt x="0" y="783978"/>
                </a:cubicBezTo>
                <a:lnTo>
                  <a:pt x="21277" y="783978"/>
                </a:lnTo>
                <a:lnTo>
                  <a:pt x="42554" y="783978"/>
                </a:lnTo>
                <a:cubicBezTo>
                  <a:pt x="42554" y="770009"/>
                  <a:pt x="42940" y="756134"/>
                  <a:pt x="43701" y="742364"/>
                </a:cubicBezTo>
                <a:lnTo>
                  <a:pt x="22457" y="741188"/>
                </a:lnTo>
                <a:moveTo>
                  <a:pt x="21277" y="783978"/>
                </a:moveTo>
                <a:lnTo>
                  <a:pt x="0" y="783978"/>
                </a:lnTo>
                <a:cubicBezTo>
                  <a:pt x="0" y="798727"/>
                  <a:pt x="407" y="813386"/>
                  <a:pt x="1212" y="827939"/>
                </a:cubicBezTo>
                <a:lnTo>
                  <a:pt x="22457" y="826764"/>
                </a:lnTo>
                <a:lnTo>
                  <a:pt x="43701" y="825589"/>
                </a:lnTo>
                <a:cubicBezTo>
                  <a:pt x="42940" y="811819"/>
                  <a:pt x="42554" y="797943"/>
                  <a:pt x="42554" y="783978"/>
                </a:cubicBezTo>
                <a:lnTo>
                  <a:pt x="21277" y="783978"/>
                </a:lnTo>
                <a:moveTo>
                  <a:pt x="31941" y="911795"/>
                </a:moveTo>
                <a:lnTo>
                  <a:pt x="10960" y="915335"/>
                </a:lnTo>
                <a:cubicBezTo>
                  <a:pt x="15880" y="944496"/>
                  <a:pt x="22410" y="973110"/>
                  <a:pt x="30457" y="1001084"/>
                </a:cubicBezTo>
                <a:lnTo>
                  <a:pt x="50904" y="995204"/>
                </a:lnTo>
                <a:lnTo>
                  <a:pt x="71353" y="989324"/>
                </a:lnTo>
                <a:cubicBezTo>
                  <a:pt x="63747" y="962880"/>
                  <a:pt x="57573" y="935828"/>
                  <a:pt x="52921" y="908257"/>
                </a:cubicBezTo>
                <a:lnTo>
                  <a:pt x="31941" y="911795"/>
                </a:lnTo>
                <a:moveTo>
                  <a:pt x="79151" y="1075928"/>
                </a:moveTo>
                <a:lnTo>
                  <a:pt x="59496" y="1084079"/>
                </a:lnTo>
                <a:cubicBezTo>
                  <a:pt x="70779" y="1111287"/>
                  <a:pt x="83549" y="1137720"/>
                  <a:pt x="97705" y="1163278"/>
                </a:cubicBezTo>
                <a:lnTo>
                  <a:pt x="116318" y="1152969"/>
                </a:lnTo>
                <a:lnTo>
                  <a:pt x="134931" y="1142660"/>
                </a:lnTo>
                <a:cubicBezTo>
                  <a:pt x="121545" y="1118493"/>
                  <a:pt x="109471" y="1093499"/>
                  <a:pt x="98805" y="1067779"/>
                </a:cubicBezTo>
                <a:lnTo>
                  <a:pt x="79151" y="1075928"/>
                </a:lnTo>
                <a:moveTo>
                  <a:pt x="161895" y="1225357"/>
                </a:moveTo>
                <a:lnTo>
                  <a:pt x="144553" y="1237684"/>
                </a:lnTo>
                <a:cubicBezTo>
                  <a:pt x="161563" y="1261616"/>
                  <a:pt x="179883" y="1284551"/>
                  <a:pt x="199407" y="1306384"/>
                </a:cubicBezTo>
                <a:lnTo>
                  <a:pt x="215267" y="1292200"/>
                </a:lnTo>
                <a:lnTo>
                  <a:pt x="231127" y="1278018"/>
                </a:lnTo>
                <a:cubicBezTo>
                  <a:pt x="212657" y="1257363"/>
                  <a:pt x="195327" y="1235669"/>
                  <a:pt x="179237" y="1213032"/>
                </a:cubicBezTo>
                <a:lnTo>
                  <a:pt x="161895" y="1225357"/>
                </a:lnTo>
                <a:moveTo>
                  <a:pt x="275752" y="1352685"/>
                </a:moveTo>
                <a:lnTo>
                  <a:pt x="261569" y="1368545"/>
                </a:lnTo>
                <a:cubicBezTo>
                  <a:pt x="283401" y="1388070"/>
                  <a:pt x="306336" y="1406389"/>
                  <a:pt x="330267" y="1423398"/>
                </a:cubicBezTo>
                <a:lnTo>
                  <a:pt x="342594" y="1406056"/>
                </a:lnTo>
                <a:lnTo>
                  <a:pt x="354921" y="1388715"/>
                </a:lnTo>
                <a:cubicBezTo>
                  <a:pt x="332285" y="1372625"/>
                  <a:pt x="310589" y="1355295"/>
                  <a:pt x="289935" y="1336826"/>
                </a:cubicBezTo>
                <a:lnTo>
                  <a:pt x="275752" y="1352685"/>
                </a:lnTo>
                <a:moveTo>
                  <a:pt x="414983" y="1451634"/>
                </a:moveTo>
                <a:lnTo>
                  <a:pt x="404674" y="1470247"/>
                </a:lnTo>
                <a:cubicBezTo>
                  <a:pt x="430232" y="1484404"/>
                  <a:pt x="456665" y="1497171"/>
                  <a:pt x="483873" y="1508454"/>
                </a:cubicBezTo>
                <a:lnTo>
                  <a:pt x="492024" y="1488802"/>
                </a:lnTo>
                <a:lnTo>
                  <a:pt x="500174" y="1469146"/>
                </a:lnTo>
                <a:cubicBezTo>
                  <a:pt x="474452" y="1458482"/>
                  <a:pt x="449459" y="1446407"/>
                  <a:pt x="425291" y="1433020"/>
                </a:cubicBezTo>
                <a:lnTo>
                  <a:pt x="414983" y="1451634"/>
                </a:lnTo>
                <a:moveTo>
                  <a:pt x="572747" y="1517049"/>
                </a:moveTo>
                <a:lnTo>
                  <a:pt x="566867" y="1537496"/>
                </a:lnTo>
                <a:cubicBezTo>
                  <a:pt x="594841" y="1545543"/>
                  <a:pt x="623456" y="1552073"/>
                  <a:pt x="652616" y="1556993"/>
                </a:cubicBezTo>
                <a:lnTo>
                  <a:pt x="656155" y="1536011"/>
                </a:lnTo>
                <a:lnTo>
                  <a:pt x="659696" y="1515030"/>
                </a:lnTo>
                <a:cubicBezTo>
                  <a:pt x="632125" y="1510379"/>
                  <a:pt x="605073" y="1504204"/>
                  <a:pt x="578629" y="1496598"/>
                </a:cubicBezTo>
                <a:lnTo>
                  <a:pt x="572747" y="1517049"/>
                </a:lnTo>
                <a:moveTo>
                  <a:pt x="741187" y="1545494"/>
                </a:moveTo>
                <a:lnTo>
                  <a:pt x="740012" y="1566740"/>
                </a:lnTo>
                <a:cubicBezTo>
                  <a:pt x="754566" y="1567543"/>
                  <a:pt x="769224" y="1567952"/>
                  <a:pt x="783975" y="1567952"/>
                </a:cubicBezTo>
                <a:lnTo>
                  <a:pt x="783975" y="1546675"/>
                </a:lnTo>
                <a:lnTo>
                  <a:pt x="783975" y="1525399"/>
                </a:lnTo>
                <a:cubicBezTo>
                  <a:pt x="770009" y="1525399"/>
                  <a:pt x="756134" y="1525012"/>
                  <a:pt x="742362" y="1524252"/>
                </a:cubicBezTo>
                <a:lnTo>
                  <a:pt x="741187" y="1545494"/>
                </a:lnTo>
                <a:moveTo>
                  <a:pt x="783975" y="1546675"/>
                </a:moveTo>
                <a:lnTo>
                  <a:pt x="783975" y="1567952"/>
                </a:lnTo>
                <a:cubicBezTo>
                  <a:pt x="798726" y="1567952"/>
                  <a:pt x="813384" y="1567543"/>
                  <a:pt x="827939" y="1566740"/>
                </a:cubicBezTo>
                <a:lnTo>
                  <a:pt x="826764" y="1545494"/>
                </a:lnTo>
                <a:lnTo>
                  <a:pt x="825589" y="1524252"/>
                </a:lnTo>
                <a:cubicBezTo>
                  <a:pt x="811816" y="1525012"/>
                  <a:pt x="797942" y="1525399"/>
                  <a:pt x="783975" y="1525399"/>
                </a:cubicBezTo>
                <a:lnTo>
                  <a:pt x="783975" y="1546675"/>
                </a:lnTo>
                <a:moveTo>
                  <a:pt x="911795" y="1536011"/>
                </a:moveTo>
                <a:lnTo>
                  <a:pt x="915335" y="1556993"/>
                </a:lnTo>
                <a:cubicBezTo>
                  <a:pt x="944495" y="1552073"/>
                  <a:pt x="973110" y="1545543"/>
                  <a:pt x="1001085" y="1537496"/>
                </a:cubicBezTo>
                <a:lnTo>
                  <a:pt x="995203" y="1517049"/>
                </a:lnTo>
                <a:lnTo>
                  <a:pt x="989322" y="1496598"/>
                </a:lnTo>
                <a:cubicBezTo>
                  <a:pt x="962878" y="1504204"/>
                  <a:pt x="935826" y="1510379"/>
                  <a:pt x="908255" y="1515030"/>
                </a:cubicBezTo>
                <a:lnTo>
                  <a:pt x="911795" y="1536011"/>
                </a:lnTo>
                <a:moveTo>
                  <a:pt x="1075927" y="1488802"/>
                </a:moveTo>
                <a:lnTo>
                  <a:pt x="1084078" y="1508454"/>
                </a:lnTo>
                <a:cubicBezTo>
                  <a:pt x="1111285" y="1497171"/>
                  <a:pt x="1137720" y="1484404"/>
                  <a:pt x="1163277" y="1470247"/>
                </a:cubicBezTo>
                <a:lnTo>
                  <a:pt x="1152969" y="1451634"/>
                </a:lnTo>
                <a:lnTo>
                  <a:pt x="1142660" y="1433020"/>
                </a:lnTo>
                <a:cubicBezTo>
                  <a:pt x="1118492" y="1446407"/>
                  <a:pt x="1093499" y="1458482"/>
                  <a:pt x="1067777" y="1469146"/>
                </a:cubicBezTo>
                <a:lnTo>
                  <a:pt x="1075927" y="1488802"/>
                </a:lnTo>
                <a:moveTo>
                  <a:pt x="1225357" y="1406056"/>
                </a:moveTo>
                <a:lnTo>
                  <a:pt x="1237684" y="1423398"/>
                </a:lnTo>
                <a:cubicBezTo>
                  <a:pt x="1261615" y="1406389"/>
                  <a:pt x="1284549" y="1388070"/>
                  <a:pt x="1306382" y="1368545"/>
                </a:cubicBezTo>
                <a:lnTo>
                  <a:pt x="1292199" y="1352685"/>
                </a:lnTo>
                <a:lnTo>
                  <a:pt x="1278016" y="1336826"/>
                </a:lnTo>
                <a:cubicBezTo>
                  <a:pt x="1257361" y="1355295"/>
                  <a:pt x="1235666" y="1372625"/>
                  <a:pt x="1213030" y="1388715"/>
                </a:cubicBezTo>
                <a:lnTo>
                  <a:pt x="1225357" y="1406056"/>
                </a:lnTo>
                <a:moveTo>
                  <a:pt x="1352684" y="1292200"/>
                </a:moveTo>
                <a:lnTo>
                  <a:pt x="1368544" y="1306384"/>
                </a:lnTo>
                <a:cubicBezTo>
                  <a:pt x="1388068" y="1284551"/>
                  <a:pt x="1406388" y="1261616"/>
                  <a:pt x="1423399" y="1237684"/>
                </a:cubicBezTo>
                <a:lnTo>
                  <a:pt x="1406056" y="1225357"/>
                </a:lnTo>
                <a:lnTo>
                  <a:pt x="1388714" y="1213032"/>
                </a:lnTo>
                <a:cubicBezTo>
                  <a:pt x="1372624" y="1235666"/>
                  <a:pt x="1355295" y="1257363"/>
                  <a:pt x="1336824" y="1278018"/>
                </a:cubicBezTo>
                <a:lnTo>
                  <a:pt x="1352684" y="1292200"/>
                </a:lnTo>
                <a:moveTo>
                  <a:pt x="1451633" y="1152969"/>
                </a:moveTo>
                <a:lnTo>
                  <a:pt x="1470246" y="1163278"/>
                </a:lnTo>
                <a:cubicBezTo>
                  <a:pt x="1484401" y="1137720"/>
                  <a:pt x="1497171" y="1111287"/>
                  <a:pt x="1508454" y="1084079"/>
                </a:cubicBezTo>
                <a:lnTo>
                  <a:pt x="1488800" y="1075928"/>
                </a:lnTo>
                <a:lnTo>
                  <a:pt x="1469146" y="1067779"/>
                </a:lnTo>
                <a:cubicBezTo>
                  <a:pt x="1458480" y="1093499"/>
                  <a:pt x="1446406" y="1118493"/>
                  <a:pt x="1433021" y="1142660"/>
                </a:cubicBezTo>
                <a:lnTo>
                  <a:pt x="1451633" y="1152969"/>
                </a:lnTo>
                <a:moveTo>
                  <a:pt x="1517046" y="995204"/>
                </a:moveTo>
                <a:lnTo>
                  <a:pt x="1537494" y="1001084"/>
                </a:lnTo>
                <a:cubicBezTo>
                  <a:pt x="1545540" y="973110"/>
                  <a:pt x="1552071" y="944496"/>
                  <a:pt x="1556991" y="915335"/>
                </a:cubicBezTo>
                <a:lnTo>
                  <a:pt x="1536011" y="911795"/>
                </a:lnTo>
                <a:lnTo>
                  <a:pt x="1515030" y="908257"/>
                </a:lnTo>
                <a:cubicBezTo>
                  <a:pt x="1510378" y="935828"/>
                  <a:pt x="1504204" y="962880"/>
                  <a:pt x="1496599" y="989324"/>
                </a:cubicBezTo>
                <a:lnTo>
                  <a:pt x="1517046" y="995204"/>
                </a:lnTo>
                <a:moveTo>
                  <a:pt x="1545494" y="826764"/>
                </a:moveTo>
                <a:lnTo>
                  <a:pt x="1566738" y="827939"/>
                </a:lnTo>
                <a:cubicBezTo>
                  <a:pt x="1567543" y="813386"/>
                  <a:pt x="1567951" y="798727"/>
                  <a:pt x="1567951" y="783978"/>
                </a:cubicBezTo>
                <a:lnTo>
                  <a:pt x="1546674" y="783978"/>
                </a:lnTo>
                <a:lnTo>
                  <a:pt x="1525397" y="783978"/>
                </a:lnTo>
                <a:cubicBezTo>
                  <a:pt x="1525397" y="797943"/>
                  <a:pt x="1525011" y="811819"/>
                  <a:pt x="1524249" y="825589"/>
                </a:cubicBezTo>
                <a:lnTo>
                  <a:pt x="1545494" y="82676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7">
            <a:extLst xmlns:a="http://schemas.openxmlformats.org/drawingml/2006/main">
              <a:ext uri="{FF2B5EF4-FFF2-40B4-BE49-F238E27FC236}">
                <a16:creationId xmlns:a16="http://schemas.microsoft.com/office/drawing/2014/main" id="{9788E6B7-9999-4A93-ABB1-5E1FF6F37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96825" y="1948773"/>
            <a:ext cx="2072238" cy="2072240"/>
          </a:xfrm>
          <a:custGeom xmlns:a="http://schemas.openxmlformats.org/drawingml/2006/main">
            <a:pathLst>
              <a:path w="1525397" h="1525399">
                <a:moveTo>
                  <a:pt x="1525397" y="762701"/>
                </a:moveTo>
                <a:cubicBezTo>
                  <a:pt x="1525397" y="1183927"/>
                  <a:pt x="1183925" y="1525399"/>
                  <a:pt x="762699" y="1525399"/>
                </a:cubicBezTo>
                <a:cubicBezTo>
                  <a:pt x="341472" y="1525399"/>
                  <a:pt x="0" y="1183927"/>
                  <a:pt x="0" y="762701"/>
                </a:cubicBezTo>
                <a:cubicBezTo>
                  <a:pt x="0" y="341474"/>
                  <a:pt x="341472" y="0"/>
                  <a:pt x="762699" y="0"/>
                </a:cubicBezTo>
                <a:cubicBezTo>
                  <a:pt x="1183925" y="0"/>
                  <a:pt x="1525397" y="341474"/>
                  <a:pt x="1525397" y="762701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8">
            <a:extLst xmlns:a="http://schemas.openxmlformats.org/drawingml/2006/main">
              <a:ext uri="{FF2B5EF4-FFF2-40B4-BE49-F238E27FC236}">
                <a16:creationId xmlns:a16="http://schemas.microsoft.com/office/drawing/2014/main" id="{E51DC3FB-1924-4956-A036-9A674A0B5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4959" y="1917142"/>
            <a:ext cx="2130048" cy="2130048"/>
          </a:xfrm>
          <a:custGeom xmlns:a="http://schemas.openxmlformats.org/drawingml/2006/main">
            <a:pathLst>
              <a:path w="1567952" h="1567952">
                <a:moveTo>
                  <a:pt x="783960" y="21277"/>
                </a:moveTo>
                <a:lnTo>
                  <a:pt x="783960" y="10638"/>
                </a:lnTo>
                <a:cubicBezTo>
                  <a:pt x="769405" y="10638"/>
                  <a:pt x="754943" y="11042"/>
                  <a:pt x="740585" y="11837"/>
                </a:cubicBezTo>
                <a:lnTo>
                  <a:pt x="741173" y="22458"/>
                </a:lnTo>
                <a:lnTo>
                  <a:pt x="741760" y="33079"/>
                </a:lnTo>
                <a:cubicBezTo>
                  <a:pt x="755728" y="32307"/>
                  <a:pt x="769798" y="31915"/>
                  <a:pt x="783961" y="31915"/>
                </a:cubicBezTo>
                <a:lnTo>
                  <a:pt x="783960" y="21277"/>
                </a:lnTo>
                <a:moveTo>
                  <a:pt x="656141" y="31944"/>
                </a:moveTo>
                <a:lnTo>
                  <a:pt x="654371" y="21453"/>
                </a:lnTo>
                <a:cubicBezTo>
                  <a:pt x="625609" y="26308"/>
                  <a:pt x="597384" y="32747"/>
                  <a:pt x="569793" y="40685"/>
                </a:cubicBezTo>
                <a:lnTo>
                  <a:pt x="572734" y="50909"/>
                </a:lnTo>
                <a:lnTo>
                  <a:pt x="575675" y="61133"/>
                </a:lnTo>
                <a:cubicBezTo>
                  <a:pt x="602501" y="53416"/>
                  <a:pt x="629943" y="47153"/>
                  <a:pt x="657911" y="42434"/>
                </a:cubicBezTo>
                <a:lnTo>
                  <a:pt x="656141" y="31944"/>
                </a:lnTo>
                <a:moveTo>
                  <a:pt x="492010" y="79156"/>
                </a:moveTo>
                <a:lnTo>
                  <a:pt x="487935" y="69330"/>
                </a:lnTo>
                <a:cubicBezTo>
                  <a:pt x="461098" y="80460"/>
                  <a:pt x="435025" y="93054"/>
                  <a:pt x="409815" y="107020"/>
                </a:cubicBezTo>
                <a:lnTo>
                  <a:pt x="414970" y="116324"/>
                </a:lnTo>
                <a:lnTo>
                  <a:pt x="420124" y="125631"/>
                </a:lnTo>
                <a:cubicBezTo>
                  <a:pt x="444639" y="112054"/>
                  <a:pt x="469992" y="99806"/>
                  <a:pt x="496085" y="88983"/>
                </a:cubicBezTo>
                <a:lnTo>
                  <a:pt x="492010" y="79156"/>
                </a:lnTo>
                <a:moveTo>
                  <a:pt x="342582" y="161904"/>
                </a:moveTo>
                <a:lnTo>
                  <a:pt x="336418" y="153233"/>
                </a:lnTo>
                <a:cubicBezTo>
                  <a:pt x="312811" y="170013"/>
                  <a:pt x="290187" y="188087"/>
                  <a:pt x="268649" y="207348"/>
                </a:cubicBezTo>
                <a:lnTo>
                  <a:pt x="275741" y="215278"/>
                </a:lnTo>
                <a:lnTo>
                  <a:pt x="282833" y="223208"/>
                </a:lnTo>
                <a:cubicBezTo>
                  <a:pt x="303782" y="204472"/>
                  <a:pt x="325786" y="186895"/>
                  <a:pt x="348745" y="170575"/>
                </a:cubicBezTo>
                <a:lnTo>
                  <a:pt x="342582" y="161904"/>
                </a:lnTo>
                <a:moveTo>
                  <a:pt x="215258" y="275764"/>
                </a:moveTo>
                <a:lnTo>
                  <a:pt x="207327" y="268672"/>
                </a:lnTo>
                <a:cubicBezTo>
                  <a:pt x="188067" y="290210"/>
                  <a:pt x="169995" y="312835"/>
                  <a:pt x="153215" y="336443"/>
                </a:cubicBezTo>
                <a:lnTo>
                  <a:pt x="161887" y="342607"/>
                </a:lnTo>
                <a:lnTo>
                  <a:pt x="170557" y="348771"/>
                </a:lnTo>
                <a:cubicBezTo>
                  <a:pt x="186877" y="325810"/>
                  <a:pt x="204454" y="303804"/>
                  <a:pt x="223187" y="282856"/>
                </a:cubicBezTo>
                <a:lnTo>
                  <a:pt x="215258" y="275764"/>
                </a:lnTo>
                <a:moveTo>
                  <a:pt x="116311" y="414995"/>
                </a:moveTo>
                <a:lnTo>
                  <a:pt x="107004" y="409842"/>
                </a:lnTo>
                <a:cubicBezTo>
                  <a:pt x="93042" y="435053"/>
                  <a:pt x="80447" y="461126"/>
                  <a:pt x="69319" y="487964"/>
                </a:cubicBezTo>
                <a:lnTo>
                  <a:pt x="79146" y="492039"/>
                </a:lnTo>
                <a:lnTo>
                  <a:pt x="88973" y="496113"/>
                </a:lnTo>
                <a:cubicBezTo>
                  <a:pt x="99792" y="470018"/>
                  <a:pt x="112040" y="444667"/>
                  <a:pt x="125617" y="420151"/>
                </a:cubicBezTo>
                <a:lnTo>
                  <a:pt x="116311" y="414995"/>
                </a:lnTo>
                <a:moveTo>
                  <a:pt x="50901" y="572762"/>
                </a:moveTo>
                <a:lnTo>
                  <a:pt x="40677" y="569821"/>
                </a:lnTo>
                <a:cubicBezTo>
                  <a:pt x="32741" y="597415"/>
                  <a:pt x="26301" y="625639"/>
                  <a:pt x="21448" y="654400"/>
                </a:cubicBezTo>
                <a:lnTo>
                  <a:pt x="31939" y="656172"/>
                </a:lnTo>
                <a:lnTo>
                  <a:pt x="42429" y="657941"/>
                </a:lnTo>
                <a:cubicBezTo>
                  <a:pt x="47147" y="629972"/>
                  <a:pt x="53410" y="602531"/>
                  <a:pt x="61125" y="575704"/>
                </a:cubicBezTo>
                <a:lnTo>
                  <a:pt x="50901" y="572762"/>
                </a:lnTo>
                <a:moveTo>
                  <a:pt x="22457" y="741202"/>
                </a:moveTo>
                <a:lnTo>
                  <a:pt x="11834" y="740615"/>
                </a:lnTo>
                <a:cubicBezTo>
                  <a:pt x="11041" y="754975"/>
                  <a:pt x="10638" y="769435"/>
                  <a:pt x="10639" y="783992"/>
                </a:cubicBezTo>
                <a:lnTo>
                  <a:pt x="21278" y="783992"/>
                </a:lnTo>
                <a:lnTo>
                  <a:pt x="31916" y="783992"/>
                </a:lnTo>
                <a:cubicBezTo>
                  <a:pt x="31915" y="769827"/>
                  <a:pt x="32306" y="755756"/>
                  <a:pt x="33079" y="741790"/>
                </a:cubicBezTo>
                <a:lnTo>
                  <a:pt x="22457" y="741202"/>
                </a:lnTo>
                <a:moveTo>
                  <a:pt x="21278" y="783992"/>
                </a:moveTo>
                <a:lnTo>
                  <a:pt x="10639" y="783992"/>
                </a:lnTo>
                <a:cubicBezTo>
                  <a:pt x="10639" y="798545"/>
                  <a:pt x="11042" y="813008"/>
                  <a:pt x="11836" y="827366"/>
                </a:cubicBezTo>
                <a:lnTo>
                  <a:pt x="22458" y="826778"/>
                </a:lnTo>
                <a:lnTo>
                  <a:pt x="33080" y="826190"/>
                </a:lnTo>
                <a:cubicBezTo>
                  <a:pt x="32308" y="812225"/>
                  <a:pt x="31916" y="798154"/>
                  <a:pt x="31916" y="783992"/>
                </a:cubicBezTo>
                <a:lnTo>
                  <a:pt x="21278" y="783992"/>
                </a:lnTo>
                <a:moveTo>
                  <a:pt x="31944" y="911812"/>
                </a:moveTo>
                <a:lnTo>
                  <a:pt x="21454" y="913580"/>
                </a:lnTo>
                <a:cubicBezTo>
                  <a:pt x="26307" y="942344"/>
                  <a:pt x="32749" y="970566"/>
                  <a:pt x="40685" y="998160"/>
                </a:cubicBezTo>
                <a:lnTo>
                  <a:pt x="50909" y="995218"/>
                </a:lnTo>
                <a:lnTo>
                  <a:pt x="61133" y="992277"/>
                </a:lnTo>
                <a:cubicBezTo>
                  <a:pt x="53417" y="965449"/>
                  <a:pt x="47153" y="938009"/>
                  <a:pt x="42434" y="910040"/>
                </a:cubicBezTo>
                <a:lnTo>
                  <a:pt x="31944" y="911812"/>
                </a:lnTo>
                <a:moveTo>
                  <a:pt x="79157" y="1075942"/>
                </a:moveTo>
                <a:lnTo>
                  <a:pt x="69330" y="1080016"/>
                </a:lnTo>
                <a:cubicBezTo>
                  <a:pt x="80460" y="1106852"/>
                  <a:pt x="93056" y="1132927"/>
                  <a:pt x="107019" y="1158136"/>
                </a:cubicBezTo>
                <a:lnTo>
                  <a:pt x="116326" y="1152983"/>
                </a:lnTo>
                <a:lnTo>
                  <a:pt x="125632" y="1147827"/>
                </a:lnTo>
                <a:cubicBezTo>
                  <a:pt x="112053" y="1123314"/>
                  <a:pt x="99805" y="1097960"/>
                  <a:pt x="88984" y="1071868"/>
                </a:cubicBezTo>
                <a:lnTo>
                  <a:pt x="79157" y="1075942"/>
                </a:lnTo>
                <a:moveTo>
                  <a:pt x="161904" y="1225371"/>
                </a:moveTo>
                <a:lnTo>
                  <a:pt x="153233" y="1231535"/>
                </a:lnTo>
                <a:cubicBezTo>
                  <a:pt x="170014" y="1255140"/>
                  <a:pt x="188087" y="1277765"/>
                  <a:pt x="207348" y="1299303"/>
                </a:cubicBezTo>
                <a:lnTo>
                  <a:pt x="215277" y="1292211"/>
                </a:lnTo>
                <a:lnTo>
                  <a:pt x="223207" y="1285119"/>
                </a:lnTo>
                <a:cubicBezTo>
                  <a:pt x="204473" y="1264171"/>
                  <a:pt x="186896" y="1242165"/>
                  <a:pt x="170575" y="1219207"/>
                </a:cubicBezTo>
                <a:lnTo>
                  <a:pt x="161904" y="1225371"/>
                </a:lnTo>
                <a:moveTo>
                  <a:pt x="275764" y="1352694"/>
                </a:moveTo>
                <a:lnTo>
                  <a:pt x="268672" y="1360624"/>
                </a:lnTo>
                <a:cubicBezTo>
                  <a:pt x="290211" y="1379885"/>
                  <a:pt x="312836" y="1397956"/>
                  <a:pt x="336444" y="1414736"/>
                </a:cubicBezTo>
                <a:lnTo>
                  <a:pt x="342607" y="1406065"/>
                </a:lnTo>
                <a:lnTo>
                  <a:pt x="348770" y="1397394"/>
                </a:lnTo>
                <a:cubicBezTo>
                  <a:pt x="325810" y="1381074"/>
                  <a:pt x="303804" y="1363497"/>
                  <a:pt x="282856" y="1344764"/>
                </a:cubicBezTo>
                <a:lnTo>
                  <a:pt x="275764" y="1352694"/>
                </a:lnTo>
                <a:moveTo>
                  <a:pt x="414996" y="1451642"/>
                </a:moveTo>
                <a:lnTo>
                  <a:pt x="409842" y="1460946"/>
                </a:lnTo>
                <a:cubicBezTo>
                  <a:pt x="435053" y="1474909"/>
                  <a:pt x="461126" y="1487504"/>
                  <a:pt x="487963" y="1498634"/>
                </a:cubicBezTo>
                <a:lnTo>
                  <a:pt x="492038" y="1488807"/>
                </a:lnTo>
                <a:lnTo>
                  <a:pt x="496114" y="1478978"/>
                </a:lnTo>
                <a:cubicBezTo>
                  <a:pt x="470019" y="1468158"/>
                  <a:pt x="444666" y="1455912"/>
                  <a:pt x="420151" y="1442335"/>
                </a:cubicBezTo>
                <a:lnTo>
                  <a:pt x="414996" y="1451642"/>
                </a:lnTo>
                <a:moveTo>
                  <a:pt x="572763" y="1517051"/>
                </a:moveTo>
                <a:lnTo>
                  <a:pt x="569822" y="1527275"/>
                </a:lnTo>
                <a:cubicBezTo>
                  <a:pt x="597415" y="1535211"/>
                  <a:pt x="625639" y="1541650"/>
                  <a:pt x="654402" y="1546502"/>
                </a:cubicBezTo>
                <a:lnTo>
                  <a:pt x="656171" y="1536014"/>
                </a:lnTo>
                <a:lnTo>
                  <a:pt x="657941" y="1525523"/>
                </a:lnTo>
                <a:cubicBezTo>
                  <a:pt x="629973" y="1520805"/>
                  <a:pt x="602530" y="1514542"/>
                  <a:pt x="575703" y="1506827"/>
                </a:cubicBezTo>
                <a:lnTo>
                  <a:pt x="572763" y="1517051"/>
                </a:lnTo>
                <a:moveTo>
                  <a:pt x="741203" y="1545494"/>
                </a:moveTo>
                <a:lnTo>
                  <a:pt x="740615" y="1556119"/>
                </a:lnTo>
                <a:cubicBezTo>
                  <a:pt x="754975" y="1556911"/>
                  <a:pt x="769437" y="1557314"/>
                  <a:pt x="783992" y="1557314"/>
                </a:cubicBezTo>
                <a:lnTo>
                  <a:pt x="783991" y="1546675"/>
                </a:lnTo>
                <a:lnTo>
                  <a:pt x="783991" y="1536037"/>
                </a:lnTo>
                <a:cubicBezTo>
                  <a:pt x="769828" y="1536037"/>
                  <a:pt x="755757" y="1535645"/>
                  <a:pt x="741790" y="1534873"/>
                </a:cubicBezTo>
                <a:lnTo>
                  <a:pt x="741203" y="1545494"/>
                </a:lnTo>
                <a:moveTo>
                  <a:pt x="783991" y="1546675"/>
                </a:moveTo>
                <a:lnTo>
                  <a:pt x="783992" y="1557314"/>
                </a:lnTo>
                <a:cubicBezTo>
                  <a:pt x="798546" y="1557314"/>
                  <a:pt x="813008" y="1556911"/>
                  <a:pt x="827367" y="1556116"/>
                </a:cubicBezTo>
                <a:lnTo>
                  <a:pt x="826780" y="1545494"/>
                </a:lnTo>
                <a:lnTo>
                  <a:pt x="826192" y="1534870"/>
                </a:lnTo>
                <a:cubicBezTo>
                  <a:pt x="812225" y="1535645"/>
                  <a:pt x="798154" y="1536037"/>
                  <a:pt x="783991" y="1536037"/>
                </a:cubicBezTo>
                <a:lnTo>
                  <a:pt x="783991" y="1546675"/>
                </a:lnTo>
                <a:moveTo>
                  <a:pt x="911811" y="1536009"/>
                </a:moveTo>
                <a:lnTo>
                  <a:pt x="913581" y="1546499"/>
                </a:lnTo>
                <a:cubicBezTo>
                  <a:pt x="942344" y="1541644"/>
                  <a:pt x="970567" y="1535202"/>
                  <a:pt x="998159" y="1527267"/>
                </a:cubicBezTo>
                <a:lnTo>
                  <a:pt x="995218" y="1517043"/>
                </a:lnTo>
                <a:lnTo>
                  <a:pt x="992278" y="1506819"/>
                </a:lnTo>
                <a:cubicBezTo>
                  <a:pt x="965451" y="1514536"/>
                  <a:pt x="938009" y="1520799"/>
                  <a:pt x="910041" y="1525518"/>
                </a:cubicBezTo>
                <a:lnTo>
                  <a:pt x="911811" y="1536009"/>
                </a:lnTo>
                <a:moveTo>
                  <a:pt x="1075942" y="1488796"/>
                </a:moveTo>
                <a:lnTo>
                  <a:pt x="1080018" y="1498622"/>
                </a:lnTo>
                <a:cubicBezTo>
                  <a:pt x="1106854" y="1487493"/>
                  <a:pt x="1132927" y="1474895"/>
                  <a:pt x="1158137" y="1460932"/>
                </a:cubicBezTo>
                <a:lnTo>
                  <a:pt x="1152982" y="1451625"/>
                </a:lnTo>
                <a:lnTo>
                  <a:pt x="1147828" y="1442321"/>
                </a:lnTo>
                <a:cubicBezTo>
                  <a:pt x="1123313" y="1455898"/>
                  <a:pt x="1097960" y="1468146"/>
                  <a:pt x="1071866" y="1478967"/>
                </a:cubicBezTo>
                <a:lnTo>
                  <a:pt x="1075942" y="1488796"/>
                </a:lnTo>
                <a:moveTo>
                  <a:pt x="1225370" y="1406048"/>
                </a:moveTo>
                <a:lnTo>
                  <a:pt x="1231534" y="1414719"/>
                </a:lnTo>
                <a:cubicBezTo>
                  <a:pt x="1255141" y="1397939"/>
                  <a:pt x="1277765" y="1379865"/>
                  <a:pt x="1299302" y="1360604"/>
                </a:cubicBezTo>
                <a:lnTo>
                  <a:pt x="1292211" y="1352674"/>
                </a:lnTo>
                <a:lnTo>
                  <a:pt x="1285119" y="1344744"/>
                </a:lnTo>
                <a:cubicBezTo>
                  <a:pt x="1264170" y="1363477"/>
                  <a:pt x="1242166" y="1381057"/>
                  <a:pt x="1219206" y="1397377"/>
                </a:cubicBezTo>
                <a:lnTo>
                  <a:pt x="1225370" y="1406048"/>
                </a:lnTo>
                <a:moveTo>
                  <a:pt x="1352695" y="1292188"/>
                </a:moveTo>
                <a:lnTo>
                  <a:pt x="1360625" y="1299280"/>
                </a:lnTo>
                <a:cubicBezTo>
                  <a:pt x="1379886" y="1277740"/>
                  <a:pt x="1397957" y="1255117"/>
                  <a:pt x="1414737" y="1231509"/>
                </a:cubicBezTo>
                <a:lnTo>
                  <a:pt x="1406066" y="1225345"/>
                </a:lnTo>
                <a:lnTo>
                  <a:pt x="1397395" y="1219181"/>
                </a:lnTo>
                <a:cubicBezTo>
                  <a:pt x="1381075" y="1242142"/>
                  <a:pt x="1363498" y="1264146"/>
                  <a:pt x="1344765" y="1285096"/>
                </a:cubicBezTo>
                <a:lnTo>
                  <a:pt x="1352695" y="1292188"/>
                </a:lnTo>
                <a:moveTo>
                  <a:pt x="1451642" y="1152955"/>
                </a:moveTo>
                <a:lnTo>
                  <a:pt x="1460948" y="1158111"/>
                </a:lnTo>
                <a:cubicBezTo>
                  <a:pt x="1474910" y="1132899"/>
                  <a:pt x="1487505" y="1106827"/>
                  <a:pt x="1498634" y="1079988"/>
                </a:cubicBezTo>
                <a:lnTo>
                  <a:pt x="1488806" y="1075914"/>
                </a:lnTo>
                <a:lnTo>
                  <a:pt x="1478979" y="1071839"/>
                </a:lnTo>
                <a:cubicBezTo>
                  <a:pt x="1468159" y="1097931"/>
                  <a:pt x="1455912" y="1123285"/>
                  <a:pt x="1442335" y="1147802"/>
                </a:cubicBezTo>
                <a:lnTo>
                  <a:pt x="1451642" y="1152955"/>
                </a:lnTo>
                <a:moveTo>
                  <a:pt x="1517051" y="995190"/>
                </a:moveTo>
                <a:lnTo>
                  <a:pt x="1527275" y="998128"/>
                </a:lnTo>
                <a:cubicBezTo>
                  <a:pt x="1535211" y="970537"/>
                  <a:pt x="1541651" y="942313"/>
                  <a:pt x="1546504" y="913549"/>
                </a:cubicBezTo>
                <a:lnTo>
                  <a:pt x="1536014" y="911780"/>
                </a:lnTo>
                <a:lnTo>
                  <a:pt x="1525523" y="910012"/>
                </a:lnTo>
                <a:cubicBezTo>
                  <a:pt x="1520805" y="937978"/>
                  <a:pt x="1514542" y="965421"/>
                  <a:pt x="1506827" y="992249"/>
                </a:cubicBezTo>
                <a:lnTo>
                  <a:pt x="1517051" y="995190"/>
                </a:lnTo>
                <a:moveTo>
                  <a:pt x="1545496" y="826750"/>
                </a:moveTo>
                <a:lnTo>
                  <a:pt x="1556118" y="827338"/>
                </a:lnTo>
                <a:cubicBezTo>
                  <a:pt x="1556911" y="812977"/>
                  <a:pt x="1557314" y="798514"/>
                  <a:pt x="1557313" y="783960"/>
                </a:cubicBezTo>
                <a:lnTo>
                  <a:pt x="1546675" y="783960"/>
                </a:lnTo>
                <a:lnTo>
                  <a:pt x="1536036" y="783960"/>
                </a:lnTo>
                <a:cubicBezTo>
                  <a:pt x="1536036" y="798122"/>
                  <a:pt x="1535645" y="812193"/>
                  <a:pt x="1534874" y="826162"/>
                </a:cubicBezTo>
                <a:lnTo>
                  <a:pt x="1545496" y="826750"/>
                </a:lnTo>
                <a:moveTo>
                  <a:pt x="1546675" y="783960"/>
                </a:moveTo>
                <a:lnTo>
                  <a:pt x="1557313" y="783960"/>
                </a:lnTo>
                <a:cubicBezTo>
                  <a:pt x="1557313" y="769404"/>
                  <a:pt x="1556911" y="754944"/>
                  <a:pt x="1556116" y="740583"/>
                </a:cubicBezTo>
                <a:lnTo>
                  <a:pt x="1545494" y="741171"/>
                </a:lnTo>
                <a:lnTo>
                  <a:pt x="1534871" y="741759"/>
                </a:lnTo>
                <a:cubicBezTo>
                  <a:pt x="1535644" y="755728"/>
                  <a:pt x="1536036" y="769799"/>
                  <a:pt x="1536036" y="783960"/>
                </a:cubicBezTo>
                <a:lnTo>
                  <a:pt x="1546675" y="783960"/>
                </a:lnTo>
                <a:moveTo>
                  <a:pt x="1536009" y="656141"/>
                </a:moveTo>
                <a:lnTo>
                  <a:pt x="1546499" y="654372"/>
                </a:lnTo>
                <a:cubicBezTo>
                  <a:pt x="1541645" y="625608"/>
                  <a:pt x="1535203" y="597384"/>
                  <a:pt x="1527267" y="569793"/>
                </a:cubicBezTo>
                <a:lnTo>
                  <a:pt x="1517043" y="572734"/>
                </a:lnTo>
                <a:lnTo>
                  <a:pt x="1506819" y="575675"/>
                </a:lnTo>
                <a:cubicBezTo>
                  <a:pt x="1514535" y="602500"/>
                  <a:pt x="1520798" y="629943"/>
                  <a:pt x="1525519" y="657912"/>
                </a:cubicBezTo>
                <a:lnTo>
                  <a:pt x="1536009" y="656141"/>
                </a:lnTo>
                <a:moveTo>
                  <a:pt x="1488795" y="492010"/>
                </a:moveTo>
                <a:lnTo>
                  <a:pt x="1498622" y="487933"/>
                </a:lnTo>
                <a:cubicBezTo>
                  <a:pt x="1487493" y="461097"/>
                  <a:pt x="1474896" y="435025"/>
                  <a:pt x="1460933" y="409816"/>
                </a:cubicBezTo>
                <a:lnTo>
                  <a:pt x="1451627" y="414969"/>
                </a:lnTo>
                <a:lnTo>
                  <a:pt x="1442321" y="420125"/>
                </a:lnTo>
                <a:cubicBezTo>
                  <a:pt x="1455899" y="444639"/>
                  <a:pt x="1468147" y="469992"/>
                  <a:pt x="1478968" y="496085"/>
                </a:cubicBezTo>
                <a:lnTo>
                  <a:pt x="1488795" y="492010"/>
                </a:lnTo>
                <a:moveTo>
                  <a:pt x="1406048" y="342581"/>
                </a:moveTo>
                <a:lnTo>
                  <a:pt x="1414719" y="336417"/>
                </a:lnTo>
                <a:cubicBezTo>
                  <a:pt x="1397938" y="312810"/>
                  <a:pt x="1379866" y="290187"/>
                  <a:pt x="1360605" y="268649"/>
                </a:cubicBezTo>
                <a:lnTo>
                  <a:pt x="1352674" y="275741"/>
                </a:lnTo>
                <a:lnTo>
                  <a:pt x="1344744" y="282834"/>
                </a:lnTo>
                <a:cubicBezTo>
                  <a:pt x="1363479" y="303781"/>
                  <a:pt x="1381057" y="325785"/>
                  <a:pt x="1397377" y="348745"/>
                </a:cubicBezTo>
                <a:lnTo>
                  <a:pt x="1406048" y="342581"/>
                </a:lnTo>
                <a:moveTo>
                  <a:pt x="1292188" y="215258"/>
                </a:moveTo>
                <a:lnTo>
                  <a:pt x="1299280" y="207326"/>
                </a:lnTo>
                <a:cubicBezTo>
                  <a:pt x="1277741" y="188067"/>
                  <a:pt x="1255116" y="169996"/>
                  <a:pt x="1231508" y="153214"/>
                </a:cubicBezTo>
                <a:lnTo>
                  <a:pt x="1225345" y="161887"/>
                </a:lnTo>
                <a:lnTo>
                  <a:pt x="1219182" y="170558"/>
                </a:lnTo>
                <a:cubicBezTo>
                  <a:pt x="1242142" y="186878"/>
                  <a:pt x="1264147" y="204452"/>
                  <a:pt x="1285097" y="223188"/>
                </a:cubicBezTo>
                <a:lnTo>
                  <a:pt x="1292188" y="215258"/>
                </a:lnTo>
                <a:moveTo>
                  <a:pt x="1152956" y="116310"/>
                </a:moveTo>
                <a:lnTo>
                  <a:pt x="1158110" y="107003"/>
                </a:lnTo>
                <a:cubicBezTo>
                  <a:pt x="1132899" y="93043"/>
                  <a:pt x="1106826" y="80445"/>
                  <a:pt x="1079988" y="69319"/>
                </a:cubicBezTo>
                <a:lnTo>
                  <a:pt x="1075914" y="79145"/>
                </a:lnTo>
                <a:lnTo>
                  <a:pt x="1071839" y="88971"/>
                </a:lnTo>
                <a:cubicBezTo>
                  <a:pt x="1097933" y="99792"/>
                  <a:pt x="1123286" y="112040"/>
                  <a:pt x="1147802" y="125617"/>
                </a:cubicBezTo>
                <a:lnTo>
                  <a:pt x="1152956" y="116310"/>
                </a:lnTo>
                <a:moveTo>
                  <a:pt x="995189" y="50901"/>
                </a:moveTo>
                <a:lnTo>
                  <a:pt x="998130" y="40677"/>
                </a:lnTo>
                <a:cubicBezTo>
                  <a:pt x="970537" y="32741"/>
                  <a:pt x="942313" y="26299"/>
                  <a:pt x="913551" y="21447"/>
                </a:cubicBezTo>
                <a:lnTo>
                  <a:pt x="911780" y="31938"/>
                </a:lnTo>
                <a:lnTo>
                  <a:pt x="910011" y="42429"/>
                </a:lnTo>
                <a:cubicBezTo>
                  <a:pt x="937979" y="47147"/>
                  <a:pt x="965422" y="53411"/>
                  <a:pt x="992249" y="61125"/>
                </a:cubicBezTo>
                <a:lnTo>
                  <a:pt x="995189" y="50901"/>
                </a:lnTo>
                <a:moveTo>
                  <a:pt x="826749" y="22455"/>
                </a:moveTo>
                <a:lnTo>
                  <a:pt x="827337" y="11834"/>
                </a:lnTo>
                <a:cubicBezTo>
                  <a:pt x="812978" y="11039"/>
                  <a:pt x="798516" y="10638"/>
                  <a:pt x="783960" y="10638"/>
                </a:cubicBezTo>
                <a:lnTo>
                  <a:pt x="783960" y="21277"/>
                </a:lnTo>
                <a:lnTo>
                  <a:pt x="783961" y="31915"/>
                </a:lnTo>
                <a:cubicBezTo>
                  <a:pt x="798124" y="31915"/>
                  <a:pt x="812194" y="32307"/>
                  <a:pt x="826162" y="33079"/>
                </a:cubicBezTo>
                <a:lnTo>
                  <a:pt x="826749" y="22455"/>
                </a:lnTo>
                <a:moveTo>
                  <a:pt x="783960" y="21277"/>
                </a:moveTo>
                <a:lnTo>
                  <a:pt x="783960" y="0"/>
                </a:lnTo>
                <a:cubicBezTo>
                  <a:pt x="769210" y="0"/>
                  <a:pt x="754552" y="409"/>
                  <a:pt x="739997" y="1212"/>
                </a:cubicBezTo>
                <a:lnTo>
                  <a:pt x="741173" y="22458"/>
                </a:lnTo>
                <a:lnTo>
                  <a:pt x="742347" y="43704"/>
                </a:lnTo>
                <a:cubicBezTo>
                  <a:pt x="756120" y="42940"/>
                  <a:pt x="769995" y="42554"/>
                  <a:pt x="783961" y="42554"/>
                </a:cubicBezTo>
                <a:lnTo>
                  <a:pt x="783960" y="21277"/>
                </a:lnTo>
                <a:moveTo>
                  <a:pt x="656141" y="31944"/>
                </a:moveTo>
                <a:lnTo>
                  <a:pt x="652601" y="10962"/>
                </a:lnTo>
                <a:cubicBezTo>
                  <a:pt x="623442" y="15882"/>
                  <a:pt x="594826" y="22415"/>
                  <a:pt x="566852" y="30462"/>
                </a:cubicBezTo>
                <a:lnTo>
                  <a:pt x="572734" y="50909"/>
                </a:lnTo>
                <a:lnTo>
                  <a:pt x="578615" y="71357"/>
                </a:lnTo>
                <a:cubicBezTo>
                  <a:pt x="605059" y="63751"/>
                  <a:pt x="632110" y="57576"/>
                  <a:pt x="659682" y="52922"/>
                </a:cubicBezTo>
                <a:lnTo>
                  <a:pt x="656141" y="31944"/>
                </a:lnTo>
                <a:moveTo>
                  <a:pt x="492010" y="79156"/>
                </a:moveTo>
                <a:lnTo>
                  <a:pt x="483860" y="59504"/>
                </a:lnTo>
                <a:cubicBezTo>
                  <a:pt x="456652" y="70786"/>
                  <a:pt x="430218" y="83557"/>
                  <a:pt x="404661" y="97713"/>
                </a:cubicBezTo>
                <a:lnTo>
                  <a:pt x="414970" y="116324"/>
                </a:lnTo>
                <a:lnTo>
                  <a:pt x="425279" y="134938"/>
                </a:lnTo>
                <a:cubicBezTo>
                  <a:pt x="449446" y="121551"/>
                  <a:pt x="474439" y="109479"/>
                  <a:pt x="500161" y="98812"/>
                </a:cubicBezTo>
                <a:lnTo>
                  <a:pt x="492010" y="79156"/>
                </a:lnTo>
                <a:moveTo>
                  <a:pt x="342582" y="161904"/>
                </a:moveTo>
                <a:lnTo>
                  <a:pt x="330254" y="144563"/>
                </a:lnTo>
                <a:cubicBezTo>
                  <a:pt x="306324" y="161572"/>
                  <a:pt x="283390" y="179893"/>
                  <a:pt x="261557" y="199418"/>
                </a:cubicBezTo>
                <a:lnTo>
                  <a:pt x="275741" y="215278"/>
                </a:lnTo>
                <a:lnTo>
                  <a:pt x="289924" y="231138"/>
                </a:lnTo>
                <a:cubicBezTo>
                  <a:pt x="310579" y="212666"/>
                  <a:pt x="332273" y="195336"/>
                  <a:pt x="354909" y="179246"/>
                </a:cubicBezTo>
                <a:lnTo>
                  <a:pt x="342582" y="161904"/>
                </a:lnTo>
                <a:moveTo>
                  <a:pt x="215258" y="275764"/>
                </a:moveTo>
                <a:lnTo>
                  <a:pt x="199396" y="261579"/>
                </a:lnTo>
                <a:cubicBezTo>
                  <a:pt x="179873" y="283413"/>
                  <a:pt x="161554" y="306348"/>
                  <a:pt x="144544" y="330279"/>
                </a:cubicBezTo>
                <a:lnTo>
                  <a:pt x="161887" y="342607"/>
                </a:lnTo>
                <a:lnTo>
                  <a:pt x="179229" y="354932"/>
                </a:lnTo>
                <a:cubicBezTo>
                  <a:pt x="195318" y="332298"/>
                  <a:pt x="212648" y="310601"/>
                  <a:pt x="231118" y="289946"/>
                </a:cubicBezTo>
                <a:lnTo>
                  <a:pt x="215258" y="275764"/>
                </a:lnTo>
                <a:moveTo>
                  <a:pt x="116311" y="414995"/>
                </a:moveTo>
                <a:lnTo>
                  <a:pt x="97698" y="404688"/>
                </a:lnTo>
                <a:cubicBezTo>
                  <a:pt x="83543" y="430247"/>
                  <a:pt x="70774" y="456680"/>
                  <a:pt x="59492" y="483887"/>
                </a:cubicBezTo>
                <a:lnTo>
                  <a:pt x="79146" y="492039"/>
                </a:lnTo>
                <a:lnTo>
                  <a:pt x="98800" y="500187"/>
                </a:lnTo>
                <a:cubicBezTo>
                  <a:pt x="109465" y="474467"/>
                  <a:pt x="121539" y="449474"/>
                  <a:pt x="134924" y="425304"/>
                </a:cubicBezTo>
                <a:lnTo>
                  <a:pt x="116311" y="414995"/>
                </a:lnTo>
                <a:moveTo>
                  <a:pt x="50901" y="572762"/>
                </a:moveTo>
                <a:lnTo>
                  <a:pt x="30453" y="566882"/>
                </a:lnTo>
                <a:cubicBezTo>
                  <a:pt x="22408" y="594857"/>
                  <a:pt x="15877" y="623473"/>
                  <a:pt x="10958" y="652631"/>
                </a:cubicBezTo>
                <a:lnTo>
                  <a:pt x="31939" y="656172"/>
                </a:lnTo>
                <a:lnTo>
                  <a:pt x="52919" y="659709"/>
                </a:lnTo>
                <a:cubicBezTo>
                  <a:pt x="57571" y="632138"/>
                  <a:pt x="63744" y="605086"/>
                  <a:pt x="71349" y="578642"/>
                </a:cubicBezTo>
                <a:lnTo>
                  <a:pt x="50901" y="572762"/>
                </a:lnTo>
                <a:moveTo>
                  <a:pt x="22457" y="741202"/>
                </a:moveTo>
                <a:lnTo>
                  <a:pt x="1212" y="740027"/>
                </a:lnTo>
                <a:cubicBezTo>
                  <a:pt x="407" y="754583"/>
                  <a:pt x="0" y="769239"/>
                  <a:pt x="1" y="783992"/>
                </a:cubicBezTo>
                <a:lnTo>
                  <a:pt x="21278" y="783992"/>
                </a:lnTo>
                <a:lnTo>
                  <a:pt x="42554" y="783992"/>
                </a:lnTo>
                <a:cubicBezTo>
                  <a:pt x="42554" y="770023"/>
                  <a:pt x="42940" y="756148"/>
                  <a:pt x="43701" y="742378"/>
                </a:cubicBezTo>
                <a:lnTo>
                  <a:pt x="22457" y="741202"/>
                </a:lnTo>
                <a:moveTo>
                  <a:pt x="21278" y="783992"/>
                </a:moveTo>
                <a:lnTo>
                  <a:pt x="1" y="783992"/>
                </a:lnTo>
                <a:cubicBezTo>
                  <a:pt x="1" y="798741"/>
                  <a:pt x="408" y="813400"/>
                  <a:pt x="1214" y="827954"/>
                </a:cubicBezTo>
                <a:lnTo>
                  <a:pt x="22458" y="826778"/>
                </a:lnTo>
                <a:lnTo>
                  <a:pt x="43703" y="825603"/>
                </a:lnTo>
                <a:cubicBezTo>
                  <a:pt x="42940" y="811833"/>
                  <a:pt x="42554" y="797958"/>
                  <a:pt x="42554" y="783992"/>
                </a:cubicBezTo>
                <a:lnTo>
                  <a:pt x="21278" y="783992"/>
                </a:lnTo>
                <a:moveTo>
                  <a:pt x="31944" y="911812"/>
                </a:moveTo>
                <a:lnTo>
                  <a:pt x="10963" y="915352"/>
                </a:lnTo>
                <a:cubicBezTo>
                  <a:pt x="15884" y="944511"/>
                  <a:pt x="22415" y="973124"/>
                  <a:pt x="30462" y="1001101"/>
                </a:cubicBezTo>
                <a:lnTo>
                  <a:pt x="50909" y="995218"/>
                </a:lnTo>
                <a:lnTo>
                  <a:pt x="71357" y="989336"/>
                </a:lnTo>
                <a:cubicBezTo>
                  <a:pt x="63751" y="962891"/>
                  <a:pt x="57576" y="935840"/>
                  <a:pt x="52924" y="908271"/>
                </a:cubicBezTo>
                <a:lnTo>
                  <a:pt x="31944" y="911812"/>
                </a:lnTo>
                <a:moveTo>
                  <a:pt x="79157" y="1075942"/>
                </a:moveTo>
                <a:lnTo>
                  <a:pt x="59504" y="1084093"/>
                </a:lnTo>
                <a:cubicBezTo>
                  <a:pt x="70786" y="1111301"/>
                  <a:pt x="83557" y="1137734"/>
                  <a:pt x="97713" y="1163292"/>
                </a:cubicBezTo>
                <a:lnTo>
                  <a:pt x="116326" y="1152983"/>
                </a:lnTo>
                <a:lnTo>
                  <a:pt x="134938" y="1142674"/>
                </a:lnTo>
                <a:cubicBezTo>
                  <a:pt x="121552" y="1118507"/>
                  <a:pt x="109478" y="1093514"/>
                  <a:pt x="98811" y="1067791"/>
                </a:cubicBezTo>
                <a:lnTo>
                  <a:pt x="79157" y="1075942"/>
                </a:lnTo>
                <a:moveTo>
                  <a:pt x="161904" y="1225371"/>
                </a:moveTo>
                <a:lnTo>
                  <a:pt x="144562" y="1237699"/>
                </a:lnTo>
                <a:cubicBezTo>
                  <a:pt x="161573" y="1261627"/>
                  <a:pt x="179893" y="1284562"/>
                  <a:pt x="199418" y="1306395"/>
                </a:cubicBezTo>
                <a:lnTo>
                  <a:pt x="215277" y="1292211"/>
                </a:lnTo>
                <a:lnTo>
                  <a:pt x="231138" y="1278026"/>
                </a:lnTo>
                <a:cubicBezTo>
                  <a:pt x="212667" y="1257374"/>
                  <a:pt x="195336" y="1235677"/>
                  <a:pt x="179246" y="1213043"/>
                </a:cubicBezTo>
                <a:lnTo>
                  <a:pt x="161904" y="1225371"/>
                </a:lnTo>
                <a:moveTo>
                  <a:pt x="275764" y="1352694"/>
                </a:moveTo>
                <a:lnTo>
                  <a:pt x="261581" y="1368554"/>
                </a:lnTo>
                <a:cubicBezTo>
                  <a:pt x="283414" y="1388079"/>
                  <a:pt x="306348" y="1406397"/>
                  <a:pt x="330280" y="1423407"/>
                </a:cubicBezTo>
                <a:lnTo>
                  <a:pt x="342607" y="1406065"/>
                </a:lnTo>
                <a:lnTo>
                  <a:pt x="354933" y="1388723"/>
                </a:lnTo>
                <a:cubicBezTo>
                  <a:pt x="332297" y="1372634"/>
                  <a:pt x="310601" y="1355303"/>
                  <a:pt x="289946" y="1336834"/>
                </a:cubicBezTo>
                <a:lnTo>
                  <a:pt x="275764" y="1352694"/>
                </a:lnTo>
                <a:moveTo>
                  <a:pt x="414996" y="1451642"/>
                </a:moveTo>
                <a:lnTo>
                  <a:pt x="404688" y="1470253"/>
                </a:lnTo>
                <a:cubicBezTo>
                  <a:pt x="430246" y="1484409"/>
                  <a:pt x="456680" y="1497177"/>
                  <a:pt x="483888" y="1508460"/>
                </a:cubicBezTo>
                <a:lnTo>
                  <a:pt x="492038" y="1488807"/>
                </a:lnTo>
                <a:lnTo>
                  <a:pt x="500188" y="1469152"/>
                </a:lnTo>
                <a:cubicBezTo>
                  <a:pt x="474466" y="1458485"/>
                  <a:pt x="449473" y="1446413"/>
                  <a:pt x="425304" y="1433029"/>
                </a:cubicBezTo>
                <a:lnTo>
                  <a:pt x="414996" y="1451642"/>
                </a:lnTo>
                <a:moveTo>
                  <a:pt x="572763" y="1517051"/>
                </a:moveTo>
                <a:lnTo>
                  <a:pt x="566882" y="1537499"/>
                </a:lnTo>
                <a:cubicBezTo>
                  <a:pt x="594857" y="1545545"/>
                  <a:pt x="623472" y="1552076"/>
                  <a:pt x="652631" y="1556993"/>
                </a:cubicBezTo>
                <a:lnTo>
                  <a:pt x="656171" y="1536014"/>
                </a:lnTo>
                <a:lnTo>
                  <a:pt x="659711" y="1515033"/>
                </a:lnTo>
                <a:cubicBezTo>
                  <a:pt x="632140" y="1510382"/>
                  <a:pt x="605088" y="1504207"/>
                  <a:pt x="578644" y="1496604"/>
                </a:cubicBezTo>
                <a:lnTo>
                  <a:pt x="572763" y="1517051"/>
                </a:lnTo>
                <a:moveTo>
                  <a:pt x="741203" y="1545494"/>
                </a:moveTo>
                <a:lnTo>
                  <a:pt x="740028" y="1566740"/>
                </a:lnTo>
                <a:cubicBezTo>
                  <a:pt x="754583" y="1567543"/>
                  <a:pt x="769241" y="1567952"/>
                  <a:pt x="783992" y="1567952"/>
                </a:cubicBezTo>
                <a:lnTo>
                  <a:pt x="783991" y="1546675"/>
                </a:lnTo>
                <a:lnTo>
                  <a:pt x="783991" y="1525399"/>
                </a:lnTo>
                <a:cubicBezTo>
                  <a:pt x="770024" y="1525399"/>
                  <a:pt x="756149" y="1525012"/>
                  <a:pt x="742377" y="1524252"/>
                </a:cubicBezTo>
                <a:lnTo>
                  <a:pt x="741203" y="1545494"/>
                </a:lnTo>
                <a:moveTo>
                  <a:pt x="783991" y="1546675"/>
                </a:moveTo>
                <a:lnTo>
                  <a:pt x="783992" y="1567952"/>
                </a:lnTo>
                <a:cubicBezTo>
                  <a:pt x="798743" y="1567952"/>
                  <a:pt x="813401" y="1567543"/>
                  <a:pt x="827955" y="1566737"/>
                </a:cubicBezTo>
                <a:lnTo>
                  <a:pt x="826780" y="1545494"/>
                </a:lnTo>
                <a:lnTo>
                  <a:pt x="825604" y="1524249"/>
                </a:lnTo>
                <a:cubicBezTo>
                  <a:pt x="811832" y="1525010"/>
                  <a:pt x="797958" y="1525399"/>
                  <a:pt x="783991" y="1525399"/>
                </a:cubicBezTo>
                <a:lnTo>
                  <a:pt x="783991" y="1546675"/>
                </a:lnTo>
                <a:moveTo>
                  <a:pt x="911811" y="1536009"/>
                </a:moveTo>
                <a:lnTo>
                  <a:pt x="915351" y="1556987"/>
                </a:lnTo>
                <a:cubicBezTo>
                  <a:pt x="944511" y="1552067"/>
                  <a:pt x="973125" y="1545537"/>
                  <a:pt x="1001100" y="1537491"/>
                </a:cubicBezTo>
                <a:lnTo>
                  <a:pt x="995218" y="1517043"/>
                </a:lnTo>
                <a:lnTo>
                  <a:pt x="989337" y="1496595"/>
                </a:lnTo>
                <a:cubicBezTo>
                  <a:pt x="962893" y="1504201"/>
                  <a:pt x="935841" y="1510376"/>
                  <a:pt x="908271" y="1515027"/>
                </a:cubicBezTo>
                <a:lnTo>
                  <a:pt x="911811" y="1536009"/>
                </a:lnTo>
                <a:moveTo>
                  <a:pt x="1075942" y="1488796"/>
                </a:moveTo>
                <a:lnTo>
                  <a:pt x="1084093" y="1508449"/>
                </a:lnTo>
                <a:cubicBezTo>
                  <a:pt x="1111300" y="1497166"/>
                  <a:pt x="1137734" y="1484395"/>
                  <a:pt x="1163291" y="1470239"/>
                </a:cubicBezTo>
                <a:lnTo>
                  <a:pt x="1152982" y="1451625"/>
                </a:lnTo>
                <a:lnTo>
                  <a:pt x="1142673" y="1433014"/>
                </a:lnTo>
                <a:cubicBezTo>
                  <a:pt x="1118506" y="1446398"/>
                  <a:pt x="1093513" y="1458473"/>
                  <a:pt x="1067791" y="1469140"/>
                </a:cubicBezTo>
                <a:lnTo>
                  <a:pt x="1075942" y="1488796"/>
                </a:lnTo>
                <a:moveTo>
                  <a:pt x="1225370" y="1406048"/>
                </a:moveTo>
                <a:lnTo>
                  <a:pt x="1237698" y="1423390"/>
                </a:lnTo>
                <a:cubicBezTo>
                  <a:pt x="1261629" y="1406380"/>
                  <a:pt x="1284562" y="1388059"/>
                  <a:pt x="1306395" y="1368534"/>
                </a:cubicBezTo>
                <a:lnTo>
                  <a:pt x="1292211" y="1352674"/>
                </a:lnTo>
                <a:lnTo>
                  <a:pt x="1278028" y="1336814"/>
                </a:lnTo>
                <a:cubicBezTo>
                  <a:pt x="1257373" y="1355286"/>
                  <a:pt x="1235679" y="1372617"/>
                  <a:pt x="1213043" y="1388706"/>
                </a:cubicBezTo>
                <a:lnTo>
                  <a:pt x="1225370" y="1406048"/>
                </a:lnTo>
                <a:moveTo>
                  <a:pt x="1352695" y="1292188"/>
                </a:moveTo>
                <a:lnTo>
                  <a:pt x="1368555" y="1306370"/>
                </a:lnTo>
                <a:cubicBezTo>
                  <a:pt x="1388079" y="1284537"/>
                  <a:pt x="1406399" y="1261605"/>
                  <a:pt x="1423408" y="1237673"/>
                </a:cubicBezTo>
                <a:lnTo>
                  <a:pt x="1406066" y="1225345"/>
                </a:lnTo>
                <a:lnTo>
                  <a:pt x="1388723" y="1213018"/>
                </a:lnTo>
                <a:cubicBezTo>
                  <a:pt x="1372634" y="1235654"/>
                  <a:pt x="1355305" y="1257351"/>
                  <a:pt x="1336834" y="1278004"/>
                </a:cubicBezTo>
                <a:lnTo>
                  <a:pt x="1352695" y="1292188"/>
                </a:lnTo>
                <a:moveTo>
                  <a:pt x="1451642" y="1152955"/>
                </a:moveTo>
                <a:lnTo>
                  <a:pt x="1470255" y="1163264"/>
                </a:lnTo>
                <a:cubicBezTo>
                  <a:pt x="1484409" y="1137705"/>
                  <a:pt x="1497179" y="1111273"/>
                  <a:pt x="1508461" y="1084062"/>
                </a:cubicBezTo>
                <a:lnTo>
                  <a:pt x="1488806" y="1075914"/>
                </a:lnTo>
                <a:lnTo>
                  <a:pt x="1469152" y="1067765"/>
                </a:lnTo>
                <a:cubicBezTo>
                  <a:pt x="1458486" y="1093485"/>
                  <a:pt x="1446413" y="1118479"/>
                  <a:pt x="1433029" y="1142649"/>
                </a:cubicBezTo>
                <a:lnTo>
                  <a:pt x="1451642" y="1152955"/>
                </a:lnTo>
                <a:moveTo>
                  <a:pt x="1517051" y="995190"/>
                </a:moveTo>
                <a:lnTo>
                  <a:pt x="1537499" y="1001070"/>
                </a:lnTo>
                <a:cubicBezTo>
                  <a:pt x="1545545" y="973095"/>
                  <a:pt x="1552075" y="944479"/>
                  <a:pt x="1556994" y="915321"/>
                </a:cubicBezTo>
                <a:lnTo>
                  <a:pt x="1536014" y="911780"/>
                </a:lnTo>
                <a:lnTo>
                  <a:pt x="1515033" y="908240"/>
                </a:lnTo>
                <a:cubicBezTo>
                  <a:pt x="1510381" y="935811"/>
                  <a:pt x="1504208" y="962863"/>
                  <a:pt x="1496603" y="989307"/>
                </a:cubicBezTo>
                <a:lnTo>
                  <a:pt x="1517051" y="995190"/>
                </a:lnTo>
                <a:moveTo>
                  <a:pt x="1545496" y="826750"/>
                </a:moveTo>
                <a:lnTo>
                  <a:pt x="1566740" y="827922"/>
                </a:lnTo>
                <a:cubicBezTo>
                  <a:pt x="1567545" y="813369"/>
                  <a:pt x="1567952" y="798710"/>
                  <a:pt x="1567952" y="783960"/>
                </a:cubicBezTo>
                <a:lnTo>
                  <a:pt x="1546675" y="783960"/>
                </a:lnTo>
                <a:lnTo>
                  <a:pt x="1525398" y="783960"/>
                </a:lnTo>
                <a:cubicBezTo>
                  <a:pt x="1525398" y="797926"/>
                  <a:pt x="1525012" y="811802"/>
                  <a:pt x="1524251" y="825574"/>
                </a:cubicBezTo>
                <a:lnTo>
                  <a:pt x="1545496" y="826750"/>
                </a:lnTo>
                <a:moveTo>
                  <a:pt x="1546675" y="783960"/>
                </a:moveTo>
                <a:lnTo>
                  <a:pt x="1567952" y="783960"/>
                </a:lnTo>
                <a:cubicBezTo>
                  <a:pt x="1567952" y="769208"/>
                  <a:pt x="1567543" y="754552"/>
                  <a:pt x="1566738" y="739996"/>
                </a:cubicBezTo>
                <a:lnTo>
                  <a:pt x="1545494" y="741171"/>
                </a:lnTo>
                <a:lnTo>
                  <a:pt x="1524249" y="742347"/>
                </a:lnTo>
                <a:cubicBezTo>
                  <a:pt x="1525011" y="756119"/>
                  <a:pt x="1525398" y="769995"/>
                  <a:pt x="1525398" y="783960"/>
                </a:cubicBezTo>
                <a:lnTo>
                  <a:pt x="1546675" y="783960"/>
                </a:lnTo>
                <a:moveTo>
                  <a:pt x="1536009" y="656141"/>
                </a:moveTo>
                <a:lnTo>
                  <a:pt x="1556989" y="652600"/>
                </a:lnTo>
                <a:cubicBezTo>
                  <a:pt x="1552068" y="623442"/>
                  <a:pt x="1545538" y="594826"/>
                  <a:pt x="1537491" y="566851"/>
                </a:cubicBezTo>
                <a:lnTo>
                  <a:pt x="1517043" y="572734"/>
                </a:lnTo>
                <a:lnTo>
                  <a:pt x="1496595" y="578614"/>
                </a:lnTo>
                <a:cubicBezTo>
                  <a:pt x="1504201" y="605058"/>
                  <a:pt x="1510376" y="632110"/>
                  <a:pt x="1515028" y="659681"/>
                </a:cubicBezTo>
                <a:lnTo>
                  <a:pt x="1536009" y="656141"/>
                </a:lnTo>
                <a:moveTo>
                  <a:pt x="1488795" y="492010"/>
                </a:moveTo>
                <a:lnTo>
                  <a:pt x="1508449" y="483859"/>
                </a:lnTo>
                <a:cubicBezTo>
                  <a:pt x="1497166" y="456651"/>
                  <a:pt x="1484395" y="430218"/>
                  <a:pt x="1470240" y="404660"/>
                </a:cubicBezTo>
                <a:lnTo>
                  <a:pt x="1451627" y="414969"/>
                </a:lnTo>
                <a:lnTo>
                  <a:pt x="1433014" y="425278"/>
                </a:lnTo>
                <a:cubicBezTo>
                  <a:pt x="1446400" y="449445"/>
                  <a:pt x="1458474" y="474439"/>
                  <a:pt x="1469141" y="500162"/>
                </a:cubicBezTo>
                <a:lnTo>
                  <a:pt x="1488795" y="492010"/>
                </a:lnTo>
                <a:moveTo>
                  <a:pt x="1406048" y="342581"/>
                </a:moveTo>
                <a:lnTo>
                  <a:pt x="1423390" y="330254"/>
                </a:lnTo>
                <a:cubicBezTo>
                  <a:pt x="1406379" y="306322"/>
                  <a:pt x="1388059" y="283390"/>
                  <a:pt x="1368534" y="261557"/>
                </a:cubicBezTo>
                <a:lnTo>
                  <a:pt x="1352674" y="275741"/>
                </a:lnTo>
                <a:lnTo>
                  <a:pt x="1336814" y="289923"/>
                </a:lnTo>
                <a:cubicBezTo>
                  <a:pt x="1355285" y="310578"/>
                  <a:pt x="1372616" y="332272"/>
                  <a:pt x="1388706" y="354909"/>
                </a:cubicBezTo>
                <a:lnTo>
                  <a:pt x="1406048" y="342581"/>
                </a:lnTo>
                <a:moveTo>
                  <a:pt x="1292188" y="215258"/>
                </a:moveTo>
                <a:lnTo>
                  <a:pt x="1306371" y="199396"/>
                </a:lnTo>
                <a:cubicBezTo>
                  <a:pt x="1284538" y="179874"/>
                  <a:pt x="1261604" y="161552"/>
                  <a:pt x="1237672" y="144543"/>
                </a:cubicBezTo>
                <a:lnTo>
                  <a:pt x="1225345" y="161887"/>
                </a:lnTo>
                <a:lnTo>
                  <a:pt x="1213018" y="179229"/>
                </a:lnTo>
                <a:cubicBezTo>
                  <a:pt x="1235655" y="195319"/>
                  <a:pt x="1257351" y="212646"/>
                  <a:pt x="1278005" y="231118"/>
                </a:cubicBezTo>
                <a:lnTo>
                  <a:pt x="1292188" y="215258"/>
                </a:lnTo>
                <a:moveTo>
                  <a:pt x="1152956" y="116310"/>
                </a:moveTo>
                <a:lnTo>
                  <a:pt x="1163265" y="97696"/>
                </a:lnTo>
                <a:cubicBezTo>
                  <a:pt x="1137706" y="83543"/>
                  <a:pt x="1111272" y="70772"/>
                  <a:pt x="1084063" y="59492"/>
                </a:cubicBezTo>
                <a:lnTo>
                  <a:pt x="1075914" y="79145"/>
                </a:lnTo>
                <a:lnTo>
                  <a:pt x="1067764" y="98801"/>
                </a:lnTo>
                <a:cubicBezTo>
                  <a:pt x="1093486" y="109465"/>
                  <a:pt x="1118479" y="121540"/>
                  <a:pt x="1142648" y="134924"/>
                </a:cubicBezTo>
                <a:lnTo>
                  <a:pt x="1152956" y="116310"/>
                </a:lnTo>
                <a:moveTo>
                  <a:pt x="995189" y="50901"/>
                </a:moveTo>
                <a:lnTo>
                  <a:pt x="1001070" y="30453"/>
                </a:lnTo>
                <a:cubicBezTo>
                  <a:pt x="973095" y="22407"/>
                  <a:pt x="944480" y="15877"/>
                  <a:pt x="915320" y="10956"/>
                </a:cubicBezTo>
                <a:lnTo>
                  <a:pt x="911780" y="31938"/>
                </a:lnTo>
                <a:lnTo>
                  <a:pt x="908241" y="52920"/>
                </a:lnTo>
                <a:cubicBezTo>
                  <a:pt x="935812" y="57570"/>
                  <a:pt x="962864" y="63742"/>
                  <a:pt x="989309" y="71349"/>
                </a:cubicBezTo>
                <a:lnTo>
                  <a:pt x="995189" y="50901"/>
                </a:lnTo>
                <a:moveTo>
                  <a:pt x="826749" y="22455"/>
                </a:moveTo>
                <a:lnTo>
                  <a:pt x="827924" y="1212"/>
                </a:lnTo>
                <a:cubicBezTo>
                  <a:pt x="813369" y="406"/>
                  <a:pt x="798711" y="0"/>
                  <a:pt x="783960" y="0"/>
                </a:cubicBezTo>
                <a:lnTo>
                  <a:pt x="783960" y="21277"/>
                </a:lnTo>
                <a:lnTo>
                  <a:pt x="783961" y="42554"/>
                </a:lnTo>
                <a:cubicBezTo>
                  <a:pt x="797928" y="42554"/>
                  <a:pt x="811803" y="42940"/>
                  <a:pt x="825575" y="43701"/>
                </a:cubicBezTo>
                <a:lnTo>
                  <a:pt x="826749" y="2245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9">
            <a:extLst xmlns:a="http://schemas.openxmlformats.org/drawingml/2006/main">
              <a:ext uri="{FF2B5EF4-FFF2-40B4-BE49-F238E27FC236}">
                <a16:creationId xmlns:a16="http://schemas.microsoft.com/office/drawing/2014/main" id="{7D2656E0-4C05-4D25-9B32-36226FFA5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23853" y="1946035"/>
            <a:ext cx="2072261" cy="2072263"/>
          </a:xfrm>
          <a:custGeom xmlns:a="http://schemas.openxmlformats.org/drawingml/2006/main">
            <a:pathLst>
              <a:path w="1525414" h="1525416">
                <a:moveTo>
                  <a:pt x="762691" y="9"/>
                </a:moveTo>
                <a:cubicBezTo>
                  <a:pt x="1183919" y="0"/>
                  <a:pt x="1525397" y="341466"/>
                  <a:pt x="1525406" y="762692"/>
                </a:cubicBezTo>
                <a:cubicBezTo>
                  <a:pt x="1525414" y="1183919"/>
                  <a:pt x="1183949" y="1525399"/>
                  <a:pt x="762722" y="1525407"/>
                </a:cubicBezTo>
                <a:cubicBezTo>
                  <a:pt x="341495" y="1525416"/>
                  <a:pt x="17" y="1183950"/>
                  <a:pt x="9" y="762723"/>
                </a:cubicBezTo>
                <a:cubicBezTo>
                  <a:pt x="0" y="341497"/>
                  <a:pt x="341465" y="17"/>
                  <a:pt x="762691" y="9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10">
            <a:extLst xmlns:a="http://schemas.openxmlformats.org/drawingml/2006/main">
              <a:ext uri="{FF2B5EF4-FFF2-40B4-BE49-F238E27FC236}">
                <a16:creationId xmlns:a16="http://schemas.microsoft.com/office/drawing/2014/main" id="{47433949-1D95-4F5B-9DF2-D3ED9E738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3303" y="1916775"/>
            <a:ext cx="2130047" cy="2130048"/>
          </a:xfrm>
          <a:custGeom xmlns:a="http://schemas.openxmlformats.org/drawingml/2006/main">
            <a:pathLst>
              <a:path w="1567952" h="1567952">
                <a:moveTo>
                  <a:pt x="783963" y="21277"/>
                </a:moveTo>
                <a:lnTo>
                  <a:pt x="783963" y="10638"/>
                </a:lnTo>
                <a:cubicBezTo>
                  <a:pt x="769408" y="10638"/>
                  <a:pt x="754946" y="11042"/>
                  <a:pt x="740588" y="11837"/>
                </a:cubicBezTo>
                <a:lnTo>
                  <a:pt x="741175" y="22458"/>
                </a:lnTo>
                <a:lnTo>
                  <a:pt x="741762" y="33079"/>
                </a:lnTo>
                <a:cubicBezTo>
                  <a:pt x="755731" y="32307"/>
                  <a:pt x="769801" y="31915"/>
                  <a:pt x="783963" y="31915"/>
                </a:cubicBezTo>
                <a:lnTo>
                  <a:pt x="783963" y="21277"/>
                </a:lnTo>
                <a:moveTo>
                  <a:pt x="656144" y="31944"/>
                </a:moveTo>
                <a:lnTo>
                  <a:pt x="654374" y="21453"/>
                </a:lnTo>
                <a:cubicBezTo>
                  <a:pt x="625612" y="26305"/>
                  <a:pt x="597387" y="32747"/>
                  <a:pt x="569795" y="40683"/>
                </a:cubicBezTo>
                <a:lnTo>
                  <a:pt x="572736" y="50909"/>
                </a:lnTo>
                <a:lnTo>
                  <a:pt x="575677" y="61133"/>
                </a:lnTo>
                <a:cubicBezTo>
                  <a:pt x="602503" y="53416"/>
                  <a:pt x="629946" y="47153"/>
                  <a:pt x="657914" y="42432"/>
                </a:cubicBezTo>
                <a:lnTo>
                  <a:pt x="656144" y="31944"/>
                </a:lnTo>
                <a:moveTo>
                  <a:pt x="492012" y="79156"/>
                </a:moveTo>
                <a:lnTo>
                  <a:pt x="487937" y="69330"/>
                </a:lnTo>
                <a:cubicBezTo>
                  <a:pt x="461101" y="80457"/>
                  <a:pt x="435027" y="93054"/>
                  <a:pt x="409817" y="107017"/>
                </a:cubicBezTo>
                <a:lnTo>
                  <a:pt x="414972" y="116324"/>
                </a:lnTo>
                <a:lnTo>
                  <a:pt x="420126" y="125631"/>
                </a:lnTo>
                <a:cubicBezTo>
                  <a:pt x="444641" y="112051"/>
                  <a:pt x="469995" y="99803"/>
                  <a:pt x="496088" y="88983"/>
                </a:cubicBezTo>
                <a:lnTo>
                  <a:pt x="492012" y="79156"/>
                </a:lnTo>
                <a:moveTo>
                  <a:pt x="342584" y="161901"/>
                </a:moveTo>
                <a:lnTo>
                  <a:pt x="336420" y="153231"/>
                </a:lnTo>
                <a:cubicBezTo>
                  <a:pt x="312813" y="170010"/>
                  <a:pt x="290189" y="188084"/>
                  <a:pt x="268651" y="207345"/>
                </a:cubicBezTo>
                <a:lnTo>
                  <a:pt x="275743" y="215275"/>
                </a:lnTo>
                <a:lnTo>
                  <a:pt x="282835" y="223205"/>
                </a:lnTo>
                <a:cubicBezTo>
                  <a:pt x="303783" y="204469"/>
                  <a:pt x="325788" y="186892"/>
                  <a:pt x="348747" y="170572"/>
                </a:cubicBezTo>
                <a:lnTo>
                  <a:pt x="342584" y="161901"/>
                </a:lnTo>
                <a:moveTo>
                  <a:pt x="215259" y="275761"/>
                </a:moveTo>
                <a:lnTo>
                  <a:pt x="207329" y="268669"/>
                </a:lnTo>
                <a:cubicBezTo>
                  <a:pt x="188068" y="290207"/>
                  <a:pt x="169996" y="312832"/>
                  <a:pt x="153216" y="336440"/>
                </a:cubicBezTo>
                <a:lnTo>
                  <a:pt x="161888" y="342604"/>
                </a:lnTo>
                <a:lnTo>
                  <a:pt x="170559" y="348768"/>
                </a:lnTo>
                <a:cubicBezTo>
                  <a:pt x="186878" y="325807"/>
                  <a:pt x="204455" y="303801"/>
                  <a:pt x="223189" y="282853"/>
                </a:cubicBezTo>
                <a:lnTo>
                  <a:pt x="215259" y="275761"/>
                </a:lnTo>
                <a:moveTo>
                  <a:pt x="116312" y="414992"/>
                </a:moveTo>
                <a:lnTo>
                  <a:pt x="107005" y="409839"/>
                </a:lnTo>
                <a:cubicBezTo>
                  <a:pt x="93043" y="435051"/>
                  <a:pt x="80448" y="461123"/>
                  <a:pt x="69319" y="487959"/>
                </a:cubicBezTo>
                <a:lnTo>
                  <a:pt x="79146" y="492036"/>
                </a:lnTo>
                <a:lnTo>
                  <a:pt x="88973" y="496110"/>
                </a:lnTo>
                <a:cubicBezTo>
                  <a:pt x="99794" y="470015"/>
                  <a:pt x="112041" y="444664"/>
                  <a:pt x="125618" y="420148"/>
                </a:cubicBezTo>
                <a:lnTo>
                  <a:pt x="116312" y="414992"/>
                </a:lnTo>
                <a:moveTo>
                  <a:pt x="50902" y="572759"/>
                </a:moveTo>
                <a:lnTo>
                  <a:pt x="40677" y="569818"/>
                </a:lnTo>
                <a:cubicBezTo>
                  <a:pt x="32741" y="597412"/>
                  <a:pt x="26301" y="625636"/>
                  <a:pt x="21449" y="654397"/>
                </a:cubicBezTo>
                <a:lnTo>
                  <a:pt x="31939" y="656169"/>
                </a:lnTo>
                <a:lnTo>
                  <a:pt x="42429" y="657938"/>
                </a:lnTo>
                <a:cubicBezTo>
                  <a:pt x="47147" y="629969"/>
                  <a:pt x="53410" y="602525"/>
                  <a:pt x="61125" y="575701"/>
                </a:cubicBezTo>
                <a:lnTo>
                  <a:pt x="50902" y="572759"/>
                </a:lnTo>
                <a:moveTo>
                  <a:pt x="22456" y="741200"/>
                </a:moveTo>
                <a:lnTo>
                  <a:pt x="11834" y="740612"/>
                </a:lnTo>
                <a:cubicBezTo>
                  <a:pt x="11040" y="754970"/>
                  <a:pt x="10638" y="769432"/>
                  <a:pt x="10638" y="783989"/>
                </a:cubicBezTo>
                <a:lnTo>
                  <a:pt x="21277" y="783989"/>
                </a:lnTo>
                <a:lnTo>
                  <a:pt x="31915" y="783986"/>
                </a:lnTo>
                <a:cubicBezTo>
                  <a:pt x="31915" y="769824"/>
                  <a:pt x="32306" y="755753"/>
                  <a:pt x="33079" y="741787"/>
                </a:cubicBezTo>
                <a:lnTo>
                  <a:pt x="22456" y="741200"/>
                </a:lnTo>
                <a:moveTo>
                  <a:pt x="21277" y="783989"/>
                </a:moveTo>
                <a:lnTo>
                  <a:pt x="10638" y="783989"/>
                </a:lnTo>
                <a:cubicBezTo>
                  <a:pt x="10639" y="798543"/>
                  <a:pt x="11041" y="813005"/>
                  <a:pt x="11835" y="827363"/>
                </a:cubicBezTo>
                <a:lnTo>
                  <a:pt x="22458" y="826775"/>
                </a:lnTo>
                <a:lnTo>
                  <a:pt x="33080" y="826188"/>
                </a:lnTo>
                <a:cubicBezTo>
                  <a:pt x="32307" y="812222"/>
                  <a:pt x="31916" y="798151"/>
                  <a:pt x="31915" y="783986"/>
                </a:cubicBezTo>
                <a:lnTo>
                  <a:pt x="21277" y="783989"/>
                </a:lnTo>
                <a:moveTo>
                  <a:pt x="31943" y="911806"/>
                </a:moveTo>
                <a:lnTo>
                  <a:pt x="21453" y="913578"/>
                </a:lnTo>
                <a:cubicBezTo>
                  <a:pt x="26306" y="942339"/>
                  <a:pt x="32748" y="970563"/>
                  <a:pt x="40684" y="998157"/>
                </a:cubicBezTo>
                <a:lnTo>
                  <a:pt x="50908" y="995215"/>
                </a:lnTo>
                <a:lnTo>
                  <a:pt x="61132" y="992274"/>
                </a:lnTo>
                <a:cubicBezTo>
                  <a:pt x="53416" y="965447"/>
                  <a:pt x="47152" y="938006"/>
                  <a:pt x="42433" y="910037"/>
                </a:cubicBezTo>
                <a:lnTo>
                  <a:pt x="31943" y="911806"/>
                </a:lnTo>
                <a:moveTo>
                  <a:pt x="79156" y="1075939"/>
                </a:moveTo>
                <a:lnTo>
                  <a:pt x="69329" y="1080013"/>
                </a:lnTo>
                <a:cubicBezTo>
                  <a:pt x="80457" y="1106849"/>
                  <a:pt x="93054" y="1132924"/>
                  <a:pt x="107017" y="1158133"/>
                </a:cubicBezTo>
                <a:lnTo>
                  <a:pt x="116323" y="1152980"/>
                </a:lnTo>
                <a:lnTo>
                  <a:pt x="125630" y="1147824"/>
                </a:lnTo>
                <a:cubicBezTo>
                  <a:pt x="112052" y="1123311"/>
                  <a:pt x="99804" y="1097957"/>
                  <a:pt x="88983" y="1071862"/>
                </a:cubicBezTo>
                <a:lnTo>
                  <a:pt x="79156" y="1075939"/>
                </a:lnTo>
                <a:moveTo>
                  <a:pt x="161902" y="1225368"/>
                </a:moveTo>
                <a:lnTo>
                  <a:pt x="153231" y="1231532"/>
                </a:lnTo>
                <a:cubicBezTo>
                  <a:pt x="170012" y="1255137"/>
                  <a:pt x="188084" y="1277762"/>
                  <a:pt x="207345" y="1299300"/>
                </a:cubicBezTo>
                <a:lnTo>
                  <a:pt x="215275" y="1292208"/>
                </a:lnTo>
                <a:lnTo>
                  <a:pt x="223205" y="1285116"/>
                </a:lnTo>
                <a:cubicBezTo>
                  <a:pt x="204471" y="1264168"/>
                  <a:pt x="186893" y="1242162"/>
                  <a:pt x="170573" y="1219204"/>
                </a:cubicBezTo>
                <a:lnTo>
                  <a:pt x="161902" y="1225368"/>
                </a:lnTo>
                <a:moveTo>
                  <a:pt x="275761" y="1352691"/>
                </a:moveTo>
                <a:lnTo>
                  <a:pt x="268670" y="1360621"/>
                </a:lnTo>
                <a:cubicBezTo>
                  <a:pt x="290208" y="1379882"/>
                  <a:pt x="312833" y="1397953"/>
                  <a:pt x="336441" y="1414736"/>
                </a:cubicBezTo>
                <a:lnTo>
                  <a:pt x="342604" y="1406062"/>
                </a:lnTo>
                <a:lnTo>
                  <a:pt x="348767" y="1397391"/>
                </a:lnTo>
                <a:cubicBezTo>
                  <a:pt x="325807" y="1381072"/>
                  <a:pt x="303802" y="1363494"/>
                  <a:pt x="282853" y="1344761"/>
                </a:cubicBezTo>
                <a:lnTo>
                  <a:pt x="275761" y="1352691"/>
                </a:lnTo>
                <a:moveTo>
                  <a:pt x="414993" y="1451639"/>
                </a:moveTo>
                <a:lnTo>
                  <a:pt x="409839" y="1460946"/>
                </a:lnTo>
                <a:cubicBezTo>
                  <a:pt x="435050" y="1474909"/>
                  <a:pt x="461123" y="1487504"/>
                  <a:pt x="487960" y="1498631"/>
                </a:cubicBezTo>
                <a:lnTo>
                  <a:pt x="492035" y="1488804"/>
                </a:lnTo>
                <a:lnTo>
                  <a:pt x="496110" y="1478978"/>
                </a:lnTo>
                <a:cubicBezTo>
                  <a:pt x="470016" y="1468158"/>
                  <a:pt x="444663" y="1455910"/>
                  <a:pt x="420147" y="1442333"/>
                </a:cubicBezTo>
                <a:lnTo>
                  <a:pt x="414993" y="1451639"/>
                </a:lnTo>
                <a:moveTo>
                  <a:pt x="572759" y="1517049"/>
                </a:moveTo>
                <a:lnTo>
                  <a:pt x="569819" y="1527272"/>
                </a:lnTo>
                <a:cubicBezTo>
                  <a:pt x="597411" y="1535208"/>
                  <a:pt x="625636" y="1541650"/>
                  <a:pt x="654398" y="1546502"/>
                </a:cubicBezTo>
                <a:lnTo>
                  <a:pt x="656168" y="1536011"/>
                </a:lnTo>
                <a:lnTo>
                  <a:pt x="657938" y="1525523"/>
                </a:lnTo>
                <a:cubicBezTo>
                  <a:pt x="629970" y="1520805"/>
                  <a:pt x="602527" y="1514542"/>
                  <a:pt x="575700" y="1506825"/>
                </a:cubicBezTo>
                <a:lnTo>
                  <a:pt x="572759" y="1517049"/>
                </a:lnTo>
                <a:moveTo>
                  <a:pt x="741200" y="1545494"/>
                </a:moveTo>
                <a:lnTo>
                  <a:pt x="740612" y="1556116"/>
                </a:lnTo>
                <a:cubicBezTo>
                  <a:pt x="754971" y="1556911"/>
                  <a:pt x="769433" y="1557314"/>
                  <a:pt x="783988" y="1557314"/>
                </a:cubicBezTo>
                <a:lnTo>
                  <a:pt x="783987" y="1546675"/>
                </a:lnTo>
                <a:lnTo>
                  <a:pt x="783987" y="1536037"/>
                </a:lnTo>
                <a:cubicBezTo>
                  <a:pt x="769825" y="1536037"/>
                  <a:pt x="755754" y="1535645"/>
                  <a:pt x="741787" y="1534873"/>
                </a:cubicBezTo>
                <a:lnTo>
                  <a:pt x="741200" y="1545494"/>
                </a:lnTo>
                <a:moveTo>
                  <a:pt x="783987" y="1546675"/>
                </a:moveTo>
                <a:lnTo>
                  <a:pt x="783988" y="1557314"/>
                </a:lnTo>
                <a:cubicBezTo>
                  <a:pt x="798543" y="1557311"/>
                  <a:pt x="813005" y="1556911"/>
                  <a:pt x="827364" y="1556116"/>
                </a:cubicBezTo>
                <a:lnTo>
                  <a:pt x="826776" y="1545494"/>
                </a:lnTo>
                <a:lnTo>
                  <a:pt x="826188" y="1534870"/>
                </a:lnTo>
                <a:cubicBezTo>
                  <a:pt x="812221" y="1535645"/>
                  <a:pt x="798151" y="1536034"/>
                  <a:pt x="783987" y="1536037"/>
                </a:cubicBezTo>
                <a:lnTo>
                  <a:pt x="783987" y="1546675"/>
                </a:lnTo>
                <a:moveTo>
                  <a:pt x="911807" y="1536009"/>
                </a:moveTo>
                <a:lnTo>
                  <a:pt x="913578" y="1546499"/>
                </a:lnTo>
                <a:cubicBezTo>
                  <a:pt x="942340" y="1541644"/>
                  <a:pt x="970564" y="1535202"/>
                  <a:pt x="998155" y="1527267"/>
                </a:cubicBezTo>
                <a:lnTo>
                  <a:pt x="995215" y="1517043"/>
                </a:lnTo>
                <a:lnTo>
                  <a:pt x="992274" y="1506819"/>
                </a:lnTo>
                <a:cubicBezTo>
                  <a:pt x="965447" y="1514536"/>
                  <a:pt x="938005" y="1520799"/>
                  <a:pt x="910037" y="1525518"/>
                </a:cubicBezTo>
                <a:lnTo>
                  <a:pt x="911807" y="1536009"/>
                </a:lnTo>
                <a:moveTo>
                  <a:pt x="1075938" y="1488796"/>
                </a:moveTo>
                <a:lnTo>
                  <a:pt x="1080014" y="1498622"/>
                </a:lnTo>
                <a:cubicBezTo>
                  <a:pt x="1106851" y="1487493"/>
                  <a:pt x="1132924" y="1474898"/>
                  <a:pt x="1158134" y="1460935"/>
                </a:cubicBezTo>
                <a:lnTo>
                  <a:pt x="1152980" y="1451628"/>
                </a:lnTo>
                <a:lnTo>
                  <a:pt x="1147825" y="1442321"/>
                </a:lnTo>
                <a:cubicBezTo>
                  <a:pt x="1123309" y="1455898"/>
                  <a:pt x="1097957" y="1468146"/>
                  <a:pt x="1071863" y="1478969"/>
                </a:cubicBezTo>
                <a:lnTo>
                  <a:pt x="1075938" y="1488796"/>
                </a:lnTo>
                <a:moveTo>
                  <a:pt x="1225367" y="1406048"/>
                </a:moveTo>
                <a:lnTo>
                  <a:pt x="1231531" y="1414719"/>
                </a:lnTo>
                <a:cubicBezTo>
                  <a:pt x="1255138" y="1397939"/>
                  <a:pt x="1277762" y="1379868"/>
                  <a:pt x="1299300" y="1360607"/>
                </a:cubicBezTo>
                <a:lnTo>
                  <a:pt x="1292208" y="1352677"/>
                </a:lnTo>
                <a:lnTo>
                  <a:pt x="1285117" y="1344747"/>
                </a:lnTo>
                <a:cubicBezTo>
                  <a:pt x="1264168" y="1363480"/>
                  <a:pt x="1242163" y="1381057"/>
                  <a:pt x="1219203" y="1397377"/>
                </a:cubicBezTo>
                <a:lnTo>
                  <a:pt x="1225367" y="1406048"/>
                </a:lnTo>
                <a:moveTo>
                  <a:pt x="1352693" y="1292191"/>
                </a:moveTo>
                <a:lnTo>
                  <a:pt x="1360622" y="1299280"/>
                </a:lnTo>
                <a:cubicBezTo>
                  <a:pt x="1379883" y="1277742"/>
                  <a:pt x="1397955" y="1255117"/>
                  <a:pt x="1414734" y="1231509"/>
                </a:cubicBezTo>
                <a:lnTo>
                  <a:pt x="1406064" y="1225348"/>
                </a:lnTo>
                <a:lnTo>
                  <a:pt x="1397392" y="1219184"/>
                </a:lnTo>
                <a:cubicBezTo>
                  <a:pt x="1381072" y="1242145"/>
                  <a:pt x="1363496" y="1264148"/>
                  <a:pt x="1344762" y="1285099"/>
                </a:cubicBezTo>
                <a:lnTo>
                  <a:pt x="1352693" y="1292191"/>
                </a:lnTo>
                <a:moveTo>
                  <a:pt x="1451639" y="1152958"/>
                </a:moveTo>
                <a:lnTo>
                  <a:pt x="1460946" y="1158111"/>
                </a:lnTo>
                <a:cubicBezTo>
                  <a:pt x="1474908" y="1132902"/>
                  <a:pt x="1487504" y="1106827"/>
                  <a:pt x="1498632" y="1079991"/>
                </a:cubicBezTo>
                <a:lnTo>
                  <a:pt x="1488805" y="1075916"/>
                </a:lnTo>
                <a:lnTo>
                  <a:pt x="1478978" y="1071842"/>
                </a:lnTo>
                <a:cubicBezTo>
                  <a:pt x="1468158" y="1097934"/>
                  <a:pt x="1455910" y="1123288"/>
                  <a:pt x="1442333" y="1147804"/>
                </a:cubicBezTo>
                <a:lnTo>
                  <a:pt x="1451639" y="1152958"/>
                </a:lnTo>
                <a:moveTo>
                  <a:pt x="1517050" y="995193"/>
                </a:moveTo>
                <a:lnTo>
                  <a:pt x="1527274" y="998131"/>
                </a:lnTo>
                <a:cubicBezTo>
                  <a:pt x="1535209" y="970540"/>
                  <a:pt x="1541650" y="942316"/>
                  <a:pt x="1546503" y="913552"/>
                </a:cubicBezTo>
                <a:lnTo>
                  <a:pt x="1536013" y="911783"/>
                </a:lnTo>
                <a:lnTo>
                  <a:pt x="1525522" y="910014"/>
                </a:lnTo>
                <a:cubicBezTo>
                  <a:pt x="1520803" y="937980"/>
                  <a:pt x="1514541" y="965424"/>
                  <a:pt x="1506825" y="992251"/>
                </a:cubicBezTo>
                <a:lnTo>
                  <a:pt x="1517050" y="995193"/>
                </a:lnTo>
                <a:moveTo>
                  <a:pt x="1545495" y="826753"/>
                </a:moveTo>
                <a:lnTo>
                  <a:pt x="1556117" y="827338"/>
                </a:lnTo>
                <a:cubicBezTo>
                  <a:pt x="1556911" y="812980"/>
                  <a:pt x="1557313" y="798517"/>
                  <a:pt x="1557312" y="783963"/>
                </a:cubicBezTo>
                <a:lnTo>
                  <a:pt x="1546674" y="783963"/>
                </a:lnTo>
                <a:lnTo>
                  <a:pt x="1536036" y="783963"/>
                </a:lnTo>
                <a:cubicBezTo>
                  <a:pt x="1536036" y="798125"/>
                  <a:pt x="1535644" y="812196"/>
                  <a:pt x="1534873" y="826165"/>
                </a:cubicBezTo>
                <a:lnTo>
                  <a:pt x="1545495" y="826753"/>
                </a:lnTo>
                <a:moveTo>
                  <a:pt x="1546674" y="783963"/>
                </a:moveTo>
                <a:lnTo>
                  <a:pt x="1557312" y="783963"/>
                </a:lnTo>
                <a:cubicBezTo>
                  <a:pt x="1557312" y="769407"/>
                  <a:pt x="1556910" y="754947"/>
                  <a:pt x="1556116" y="740586"/>
                </a:cubicBezTo>
                <a:lnTo>
                  <a:pt x="1545494" y="741174"/>
                </a:lnTo>
                <a:lnTo>
                  <a:pt x="1534871" y="741762"/>
                </a:lnTo>
                <a:cubicBezTo>
                  <a:pt x="1535644" y="755731"/>
                  <a:pt x="1536036" y="769801"/>
                  <a:pt x="1536036" y="783963"/>
                </a:cubicBezTo>
                <a:lnTo>
                  <a:pt x="1546674" y="783963"/>
                </a:lnTo>
                <a:moveTo>
                  <a:pt x="1536009" y="656143"/>
                </a:moveTo>
                <a:lnTo>
                  <a:pt x="1546499" y="654375"/>
                </a:lnTo>
                <a:cubicBezTo>
                  <a:pt x="1541645" y="625611"/>
                  <a:pt x="1535204" y="597387"/>
                  <a:pt x="1527267" y="569795"/>
                </a:cubicBezTo>
                <a:lnTo>
                  <a:pt x="1517043" y="572737"/>
                </a:lnTo>
                <a:lnTo>
                  <a:pt x="1506819" y="575678"/>
                </a:lnTo>
                <a:cubicBezTo>
                  <a:pt x="1514535" y="602503"/>
                  <a:pt x="1520798" y="629946"/>
                  <a:pt x="1525519" y="657915"/>
                </a:cubicBezTo>
                <a:lnTo>
                  <a:pt x="1536009" y="656143"/>
                </a:lnTo>
                <a:moveTo>
                  <a:pt x="1488796" y="492013"/>
                </a:moveTo>
                <a:lnTo>
                  <a:pt x="1498622" y="487936"/>
                </a:lnTo>
                <a:cubicBezTo>
                  <a:pt x="1487493" y="461100"/>
                  <a:pt x="1474897" y="435028"/>
                  <a:pt x="1460934" y="409816"/>
                </a:cubicBezTo>
                <a:lnTo>
                  <a:pt x="1451627" y="414972"/>
                </a:lnTo>
                <a:lnTo>
                  <a:pt x="1442321" y="420125"/>
                </a:lnTo>
                <a:cubicBezTo>
                  <a:pt x="1455900" y="444641"/>
                  <a:pt x="1468148" y="469995"/>
                  <a:pt x="1478969" y="496087"/>
                </a:cubicBezTo>
                <a:lnTo>
                  <a:pt x="1488796" y="492013"/>
                </a:lnTo>
                <a:moveTo>
                  <a:pt x="1406049" y="342584"/>
                </a:moveTo>
                <a:lnTo>
                  <a:pt x="1414720" y="336420"/>
                </a:lnTo>
                <a:cubicBezTo>
                  <a:pt x="1397940" y="312813"/>
                  <a:pt x="1379867" y="290190"/>
                  <a:pt x="1360606" y="268652"/>
                </a:cubicBezTo>
                <a:lnTo>
                  <a:pt x="1352676" y="275744"/>
                </a:lnTo>
                <a:lnTo>
                  <a:pt x="1344746" y="282834"/>
                </a:lnTo>
                <a:cubicBezTo>
                  <a:pt x="1363480" y="303784"/>
                  <a:pt x="1381057" y="325788"/>
                  <a:pt x="1397378" y="348748"/>
                </a:cubicBezTo>
                <a:lnTo>
                  <a:pt x="1406049" y="342584"/>
                </a:lnTo>
                <a:moveTo>
                  <a:pt x="1292190" y="215258"/>
                </a:moveTo>
                <a:lnTo>
                  <a:pt x="1299281" y="207328"/>
                </a:lnTo>
                <a:cubicBezTo>
                  <a:pt x="1277743" y="188067"/>
                  <a:pt x="1255118" y="169996"/>
                  <a:pt x="1231511" y="153216"/>
                </a:cubicBezTo>
                <a:lnTo>
                  <a:pt x="1225347" y="161887"/>
                </a:lnTo>
                <a:lnTo>
                  <a:pt x="1219184" y="170558"/>
                </a:lnTo>
                <a:cubicBezTo>
                  <a:pt x="1242144" y="186878"/>
                  <a:pt x="1264149" y="204455"/>
                  <a:pt x="1285099" y="223188"/>
                </a:cubicBezTo>
                <a:lnTo>
                  <a:pt x="1292190" y="215258"/>
                </a:lnTo>
                <a:moveTo>
                  <a:pt x="1152958" y="116313"/>
                </a:moveTo>
                <a:lnTo>
                  <a:pt x="1158112" y="107006"/>
                </a:lnTo>
                <a:cubicBezTo>
                  <a:pt x="1132902" y="93043"/>
                  <a:pt x="1106828" y="80448"/>
                  <a:pt x="1079991" y="69319"/>
                </a:cubicBezTo>
                <a:lnTo>
                  <a:pt x="1075916" y="79145"/>
                </a:lnTo>
                <a:lnTo>
                  <a:pt x="1071841" y="88974"/>
                </a:lnTo>
                <a:cubicBezTo>
                  <a:pt x="1097935" y="99794"/>
                  <a:pt x="1123288" y="112040"/>
                  <a:pt x="1147804" y="125620"/>
                </a:cubicBezTo>
                <a:lnTo>
                  <a:pt x="1152958" y="116313"/>
                </a:lnTo>
                <a:moveTo>
                  <a:pt x="995191" y="50901"/>
                </a:moveTo>
                <a:lnTo>
                  <a:pt x="998132" y="40677"/>
                </a:lnTo>
                <a:cubicBezTo>
                  <a:pt x="970539" y="32741"/>
                  <a:pt x="942316" y="26302"/>
                  <a:pt x="913553" y="21447"/>
                </a:cubicBezTo>
                <a:lnTo>
                  <a:pt x="911783" y="31938"/>
                </a:lnTo>
                <a:lnTo>
                  <a:pt x="910013" y="42429"/>
                </a:lnTo>
                <a:cubicBezTo>
                  <a:pt x="937982" y="47147"/>
                  <a:pt x="965424" y="53411"/>
                  <a:pt x="992251" y="61125"/>
                </a:cubicBezTo>
                <a:lnTo>
                  <a:pt x="995191" y="50901"/>
                </a:lnTo>
                <a:moveTo>
                  <a:pt x="826752" y="22455"/>
                </a:moveTo>
                <a:lnTo>
                  <a:pt x="827339" y="11834"/>
                </a:lnTo>
                <a:cubicBezTo>
                  <a:pt x="812980" y="11042"/>
                  <a:pt x="798518" y="10638"/>
                  <a:pt x="783963" y="10638"/>
                </a:cubicBezTo>
                <a:lnTo>
                  <a:pt x="783963" y="21277"/>
                </a:lnTo>
                <a:lnTo>
                  <a:pt x="783963" y="31915"/>
                </a:lnTo>
                <a:cubicBezTo>
                  <a:pt x="798127" y="31915"/>
                  <a:pt x="812197" y="32307"/>
                  <a:pt x="826164" y="33079"/>
                </a:cubicBezTo>
                <a:lnTo>
                  <a:pt x="826752" y="22455"/>
                </a:lnTo>
                <a:moveTo>
                  <a:pt x="783963" y="21277"/>
                </a:moveTo>
                <a:lnTo>
                  <a:pt x="783963" y="0"/>
                </a:lnTo>
                <a:cubicBezTo>
                  <a:pt x="769212" y="0"/>
                  <a:pt x="754554" y="409"/>
                  <a:pt x="740000" y="1212"/>
                </a:cubicBezTo>
                <a:lnTo>
                  <a:pt x="741175" y="22458"/>
                </a:lnTo>
                <a:lnTo>
                  <a:pt x="742350" y="43701"/>
                </a:lnTo>
                <a:cubicBezTo>
                  <a:pt x="756122" y="42940"/>
                  <a:pt x="769997" y="42554"/>
                  <a:pt x="783964" y="42554"/>
                </a:cubicBezTo>
                <a:lnTo>
                  <a:pt x="783963" y="21277"/>
                </a:lnTo>
                <a:moveTo>
                  <a:pt x="656144" y="31944"/>
                </a:moveTo>
                <a:lnTo>
                  <a:pt x="652604" y="10962"/>
                </a:lnTo>
                <a:cubicBezTo>
                  <a:pt x="623444" y="15882"/>
                  <a:pt x="594829" y="22412"/>
                  <a:pt x="566855" y="30462"/>
                </a:cubicBezTo>
                <a:lnTo>
                  <a:pt x="572736" y="50909"/>
                </a:lnTo>
                <a:lnTo>
                  <a:pt x="578618" y="71357"/>
                </a:lnTo>
                <a:cubicBezTo>
                  <a:pt x="605062" y="63748"/>
                  <a:pt x="632113" y="57576"/>
                  <a:pt x="659685" y="52922"/>
                </a:cubicBezTo>
                <a:lnTo>
                  <a:pt x="656144" y="31944"/>
                </a:lnTo>
                <a:moveTo>
                  <a:pt x="492012" y="79156"/>
                </a:moveTo>
                <a:lnTo>
                  <a:pt x="483862" y="59501"/>
                </a:lnTo>
                <a:cubicBezTo>
                  <a:pt x="456654" y="70784"/>
                  <a:pt x="430220" y="83554"/>
                  <a:pt x="404663" y="97710"/>
                </a:cubicBezTo>
                <a:lnTo>
                  <a:pt x="414972" y="116324"/>
                </a:lnTo>
                <a:lnTo>
                  <a:pt x="425281" y="134935"/>
                </a:lnTo>
                <a:cubicBezTo>
                  <a:pt x="449448" y="121551"/>
                  <a:pt x="474441" y="109476"/>
                  <a:pt x="500163" y="98809"/>
                </a:cubicBezTo>
                <a:lnTo>
                  <a:pt x="492012" y="79156"/>
                </a:lnTo>
                <a:moveTo>
                  <a:pt x="342584" y="161901"/>
                </a:moveTo>
                <a:lnTo>
                  <a:pt x="330256" y="144560"/>
                </a:lnTo>
                <a:cubicBezTo>
                  <a:pt x="306326" y="161569"/>
                  <a:pt x="283392" y="179891"/>
                  <a:pt x="261560" y="199416"/>
                </a:cubicBezTo>
                <a:lnTo>
                  <a:pt x="275743" y="215275"/>
                </a:lnTo>
                <a:lnTo>
                  <a:pt x="289927" y="231135"/>
                </a:lnTo>
                <a:cubicBezTo>
                  <a:pt x="310581" y="212663"/>
                  <a:pt x="332275" y="195333"/>
                  <a:pt x="354911" y="179243"/>
                </a:cubicBezTo>
                <a:lnTo>
                  <a:pt x="342584" y="161901"/>
                </a:lnTo>
                <a:moveTo>
                  <a:pt x="215259" y="275761"/>
                </a:moveTo>
                <a:lnTo>
                  <a:pt x="199398" y="261579"/>
                </a:lnTo>
                <a:cubicBezTo>
                  <a:pt x="179875" y="283410"/>
                  <a:pt x="161555" y="306345"/>
                  <a:pt x="144545" y="330276"/>
                </a:cubicBezTo>
                <a:lnTo>
                  <a:pt x="161888" y="342604"/>
                </a:lnTo>
                <a:lnTo>
                  <a:pt x="179230" y="354932"/>
                </a:lnTo>
                <a:cubicBezTo>
                  <a:pt x="195320" y="332295"/>
                  <a:pt x="212649" y="310598"/>
                  <a:pt x="231119" y="289943"/>
                </a:cubicBezTo>
                <a:lnTo>
                  <a:pt x="215259" y="275761"/>
                </a:lnTo>
                <a:moveTo>
                  <a:pt x="116312" y="414992"/>
                </a:moveTo>
                <a:lnTo>
                  <a:pt x="97699" y="404686"/>
                </a:lnTo>
                <a:cubicBezTo>
                  <a:pt x="83544" y="430244"/>
                  <a:pt x="70774" y="456677"/>
                  <a:pt x="59492" y="483885"/>
                </a:cubicBezTo>
                <a:lnTo>
                  <a:pt x="79146" y="492036"/>
                </a:lnTo>
                <a:lnTo>
                  <a:pt x="98801" y="500184"/>
                </a:lnTo>
                <a:cubicBezTo>
                  <a:pt x="109466" y="474464"/>
                  <a:pt x="121540" y="449471"/>
                  <a:pt x="134925" y="425301"/>
                </a:cubicBezTo>
                <a:lnTo>
                  <a:pt x="116312" y="414992"/>
                </a:lnTo>
                <a:moveTo>
                  <a:pt x="50902" y="572759"/>
                </a:moveTo>
                <a:lnTo>
                  <a:pt x="30453" y="566880"/>
                </a:lnTo>
                <a:cubicBezTo>
                  <a:pt x="22408" y="594854"/>
                  <a:pt x="15878" y="623467"/>
                  <a:pt x="10958" y="652628"/>
                </a:cubicBezTo>
                <a:lnTo>
                  <a:pt x="31939" y="656169"/>
                </a:lnTo>
                <a:lnTo>
                  <a:pt x="52919" y="659707"/>
                </a:lnTo>
                <a:cubicBezTo>
                  <a:pt x="57571" y="632135"/>
                  <a:pt x="63744" y="605084"/>
                  <a:pt x="71349" y="578639"/>
                </a:cubicBezTo>
                <a:lnTo>
                  <a:pt x="50902" y="572759"/>
                </a:lnTo>
                <a:moveTo>
                  <a:pt x="22456" y="741200"/>
                </a:moveTo>
                <a:lnTo>
                  <a:pt x="1212" y="740024"/>
                </a:lnTo>
                <a:cubicBezTo>
                  <a:pt x="407" y="754578"/>
                  <a:pt x="0" y="769236"/>
                  <a:pt x="0" y="783989"/>
                </a:cubicBezTo>
                <a:lnTo>
                  <a:pt x="21277" y="783989"/>
                </a:lnTo>
                <a:lnTo>
                  <a:pt x="42554" y="783986"/>
                </a:lnTo>
                <a:cubicBezTo>
                  <a:pt x="42554" y="770020"/>
                  <a:pt x="42939" y="756145"/>
                  <a:pt x="43701" y="742375"/>
                </a:cubicBezTo>
                <a:lnTo>
                  <a:pt x="22456" y="741200"/>
                </a:lnTo>
                <a:moveTo>
                  <a:pt x="21277" y="783989"/>
                </a:moveTo>
                <a:lnTo>
                  <a:pt x="0" y="783989"/>
                </a:lnTo>
                <a:cubicBezTo>
                  <a:pt x="0" y="798738"/>
                  <a:pt x="408" y="813397"/>
                  <a:pt x="1213" y="827951"/>
                </a:cubicBezTo>
                <a:lnTo>
                  <a:pt x="22458" y="826775"/>
                </a:lnTo>
                <a:lnTo>
                  <a:pt x="43702" y="825600"/>
                </a:lnTo>
                <a:cubicBezTo>
                  <a:pt x="42940" y="811830"/>
                  <a:pt x="42554" y="797955"/>
                  <a:pt x="42554" y="783986"/>
                </a:cubicBezTo>
                <a:lnTo>
                  <a:pt x="21277" y="783989"/>
                </a:lnTo>
                <a:moveTo>
                  <a:pt x="31943" y="911806"/>
                </a:moveTo>
                <a:lnTo>
                  <a:pt x="10962" y="915346"/>
                </a:lnTo>
                <a:cubicBezTo>
                  <a:pt x="15883" y="944508"/>
                  <a:pt x="22414" y="973121"/>
                  <a:pt x="30460" y="1001095"/>
                </a:cubicBezTo>
                <a:lnTo>
                  <a:pt x="50908" y="995215"/>
                </a:lnTo>
                <a:lnTo>
                  <a:pt x="71356" y="989333"/>
                </a:lnTo>
                <a:cubicBezTo>
                  <a:pt x="63750" y="962889"/>
                  <a:pt x="57576" y="935837"/>
                  <a:pt x="52923" y="908266"/>
                </a:cubicBezTo>
                <a:lnTo>
                  <a:pt x="31943" y="911806"/>
                </a:lnTo>
                <a:moveTo>
                  <a:pt x="79156" y="1075939"/>
                </a:moveTo>
                <a:lnTo>
                  <a:pt x="59501" y="1084090"/>
                </a:lnTo>
                <a:cubicBezTo>
                  <a:pt x="70785" y="1111298"/>
                  <a:pt x="83555" y="1137731"/>
                  <a:pt x="97711" y="1163289"/>
                </a:cubicBezTo>
                <a:lnTo>
                  <a:pt x="116323" y="1152980"/>
                </a:lnTo>
                <a:lnTo>
                  <a:pt x="134936" y="1142671"/>
                </a:lnTo>
                <a:cubicBezTo>
                  <a:pt x="121551" y="1118501"/>
                  <a:pt x="109476" y="1093511"/>
                  <a:pt x="98810" y="1067788"/>
                </a:cubicBezTo>
                <a:lnTo>
                  <a:pt x="79156" y="1075939"/>
                </a:lnTo>
                <a:moveTo>
                  <a:pt x="161902" y="1225368"/>
                </a:moveTo>
                <a:lnTo>
                  <a:pt x="144560" y="1237696"/>
                </a:lnTo>
                <a:cubicBezTo>
                  <a:pt x="161571" y="1261624"/>
                  <a:pt x="179891" y="1284559"/>
                  <a:pt x="199415" y="1306393"/>
                </a:cubicBezTo>
                <a:lnTo>
                  <a:pt x="215275" y="1292208"/>
                </a:lnTo>
                <a:lnTo>
                  <a:pt x="231135" y="1278024"/>
                </a:lnTo>
                <a:cubicBezTo>
                  <a:pt x="212664" y="1257371"/>
                  <a:pt x="195334" y="1235677"/>
                  <a:pt x="179244" y="1213040"/>
                </a:cubicBezTo>
                <a:lnTo>
                  <a:pt x="161902" y="1225368"/>
                </a:lnTo>
                <a:moveTo>
                  <a:pt x="275761" y="1352691"/>
                </a:moveTo>
                <a:lnTo>
                  <a:pt x="261578" y="1368554"/>
                </a:lnTo>
                <a:cubicBezTo>
                  <a:pt x="283411" y="1388076"/>
                  <a:pt x="306346" y="1406394"/>
                  <a:pt x="330277" y="1423407"/>
                </a:cubicBezTo>
                <a:lnTo>
                  <a:pt x="342604" y="1406062"/>
                </a:lnTo>
                <a:lnTo>
                  <a:pt x="354931" y="1388720"/>
                </a:lnTo>
                <a:cubicBezTo>
                  <a:pt x="332294" y="1372631"/>
                  <a:pt x="310599" y="1355303"/>
                  <a:pt x="289944" y="1336831"/>
                </a:cubicBezTo>
                <a:lnTo>
                  <a:pt x="275761" y="1352691"/>
                </a:lnTo>
                <a:moveTo>
                  <a:pt x="414993" y="1451639"/>
                </a:moveTo>
                <a:lnTo>
                  <a:pt x="404685" y="1470253"/>
                </a:lnTo>
                <a:cubicBezTo>
                  <a:pt x="430243" y="1484406"/>
                  <a:pt x="456677" y="1497177"/>
                  <a:pt x="483885" y="1508460"/>
                </a:cubicBezTo>
                <a:lnTo>
                  <a:pt x="492035" y="1488804"/>
                </a:lnTo>
                <a:lnTo>
                  <a:pt x="500185" y="1469152"/>
                </a:lnTo>
                <a:cubicBezTo>
                  <a:pt x="474463" y="1458485"/>
                  <a:pt x="449469" y="1446413"/>
                  <a:pt x="425302" y="1433026"/>
                </a:cubicBezTo>
                <a:lnTo>
                  <a:pt x="414993" y="1451639"/>
                </a:lnTo>
                <a:moveTo>
                  <a:pt x="572759" y="1517049"/>
                </a:moveTo>
                <a:lnTo>
                  <a:pt x="566879" y="1537496"/>
                </a:lnTo>
                <a:cubicBezTo>
                  <a:pt x="594854" y="1545543"/>
                  <a:pt x="623469" y="1552073"/>
                  <a:pt x="652628" y="1556993"/>
                </a:cubicBezTo>
                <a:lnTo>
                  <a:pt x="656168" y="1536011"/>
                </a:lnTo>
                <a:lnTo>
                  <a:pt x="659707" y="1515033"/>
                </a:lnTo>
                <a:cubicBezTo>
                  <a:pt x="632137" y="1510379"/>
                  <a:pt x="605084" y="1504207"/>
                  <a:pt x="578640" y="1496601"/>
                </a:cubicBezTo>
                <a:lnTo>
                  <a:pt x="572759" y="1517049"/>
                </a:lnTo>
                <a:moveTo>
                  <a:pt x="741200" y="1545494"/>
                </a:moveTo>
                <a:lnTo>
                  <a:pt x="740025" y="1566740"/>
                </a:lnTo>
                <a:cubicBezTo>
                  <a:pt x="754579" y="1567543"/>
                  <a:pt x="769237" y="1567952"/>
                  <a:pt x="783988" y="1567952"/>
                </a:cubicBezTo>
                <a:lnTo>
                  <a:pt x="783987" y="1546675"/>
                </a:lnTo>
                <a:lnTo>
                  <a:pt x="783987" y="1525396"/>
                </a:lnTo>
                <a:cubicBezTo>
                  <a:pt x="770021" y="1525399"/>
                  <a:pt x="756146" y="1525012"/>
                  <a:pt x="742374" y="1524252"/>
                </a:cubicBezTo>
                <a:lnTo>
                  <a:pt x="741200" y="1545494"/>
                </a:lnTo>
                <a:moveTo>
                  <a:pt x="783987" y="1546675"/>
                </a:moveTo>
                <a:lnTo>
                  <a:pt x="783988" y="1567952"/>
                </a:lnTo>
                <a:cubicBezTo>
                  <a:pt x="798739" y="1567949"/>
                  <a:pt x="813397" y="1567543"/>
                  <a:pt x="827951" y="1566737"/>
                </a:cubicBezTo>
                <a:lnTo>
                  <a:pt x="826776" y="1545494"/>
                </a:lnTo>
                <a:lnTo>
                  <a:pt x="825601" y="1524249"/>
                </a:lnTo>
                <a:cubicBezTo>
                  <a:pt x="811828" y="1525010"/>
                  <a:pt x="797954" y="1525396"/>
                  <a:pt x="783987" y="1525396"/>
                </a:cubicBezTo>
                <a:lnTo>
                  <a:pt x="783987" y="1546675"/>
                </a:lnTo>
                <a:moveTo>
                  <a:pt x="911807" y="1536009"/>
                </a:moveTo>
                <a:lnTo>
                  <a:pt x="915348" y="1556987"/>
                </a:lnTo>
                <a:cubicBezTo>
                  <a:pt x="944507" y="1552067"/>
                  <a:pt x="973122" y="1545537"/>
                  <a:pt x="1001097" y="1537491"/>
                </a:cubicBezTo>
                <a:lnTo>
                  <a:pt x="995215" y="1517043"/>
                </a:lnTo>
                <a:lnTo>
                  <a:pt x="989333" y="1496595"/>
                </a:lnTo>
                <a:cubicBezTo>
                  <a:pt x="962889" y="1504201"/>
                  <a:pt x="935838" y="1510376"/>
                  <a:pt x="908267" y="1515027"/>
                </a:cubicBezTo>
                <a:lnTo>
                  <a:pt x="911807" y="1536009"/>
                </a:lnTo>
                <a:moveTo>
                  <a:pt x="1075938" y="1488796"/>
                </a:moveTo>
                <a:lnTo>
                  <a:pt x="1084089" y="1508449"/>
                </a:lnTo>
                <a:cubicBezTo>
                  <a:pt x="1111298" y="1497166"/>
                  <a:pt x="1137731" y="1484395"/>
                  <a:pt x="1163289" y="1470239"/>
                </a:cubicBezTo>
                <a:lnTo>
                  <a:pt x="1152980" y="1451628"/>
                </a:lnTo>
                <a:lnTo>
                  <a:pt x="1142671" y="1433014"/>
                </a:lnTo>
                <a:cubicBezTo>
                  <a:pt x="1118503" y="1446401"/>
                  <a:pt x="1093510" y="1458473"/>
                  <a:pt x="1067788" y="1469140"/>
                </a:cubicBezTo>
                <a:lnTo>
                  <a:pt x="1075938" y="1488796"/>
                </a:lnTo>
                <a:moveTo>
                  <a:pt x="1225367" y="1406048"/>
                </a:moveTo>
                <a:lnTo>
                  <a:pt x="1237694" y="1423392"/>
                </a:lnTo>
                <a:cubicBezTo>
                  <a:pt x="1261626" y="1406380"/>
                  <a:pt x="1284559" y="1388062"/>
                  <a:pt x="1306392" y="1368537"/>
                </a:cubicBezTo>
                <a:lnTo>
                  <a:pt x="1292208" y="1352677"/>
                </a:lnTo>
                <a:lnTo>
                  <a:pt x="1278025" y="1336814"/>
                </a:lnTo>
                <a:cubicBezTo>
                  <a:pt x="1257371" y="1355286"/>
                  <a:pt x="1235676" y="1372617"/>
                  <a:pt x="1213040" y="1388706"/>
                </a:cubicBezTo>
                <a:lnTo>
                  <a:pt x="1225367" y="1406048"/>
                </a:lnTo>
                <a:moveTo>
                  <a:pt x="1352693" y="1292191"/>
                </a:moveTo>
                <a:lnTo>
                  <a:pt x="1368553" y="1306373"/>
                </a:lnTo>
                <a:cubicBezTo>
                  <a:pt x="1388077" y="1284539"/>
                  <a:pt x="1406396" y="1261605"/>
                  <a:pt x="1423406" y="1237673"/>
                </a:cubicBezTo>
                <a:lnTo>
                  <a:pt x="1406064" y="1225348"/>
                </a:lnTo>
                <a:lnTo>
                  <a:pt x="1388721" y="1213020"/>
                </a:lnTo>
                <a:cubicBezTo>
                  <a:pt x="1372631" y="1235657"/>
                  <a:pt x="1355302" y="1257351"/>
                  <a:pt x="1336832" y="1278006"/>
                </a:cubicBezTo>
                <a:lnTo>
                  <a:pt x="1352693" y="1292191"/>
                </a:lnTo>
                <a:moveTo>
                  <a:pt x="1451639" y="1152958"/>
                </a:moveTo>
                <a:lnTo>
                  <a:pt x="1470252" y="1163267"/>
                </a:lnTo>
                <a:cubicBezTo>
                  <a:pt x="1484407" y="1137708"/>
                  <a:pt x="1497176" y="1111276"/>
                  <a:pt x="1508459" y="1084065"/>
                </a:cubicBezTo>
                <a:lnTo>
                  <a:pt x="1488805" y="1075916"/>
                </a:lnTo>
                <a:lnTo>
                  <a:pt x="1469151" y="1067765"/>
                </a:lnTo>
                <a:cubicBezTo>
                  <a:pt x="1458485" y="1093488"/>
                  <a:pt x="1446411" y="1118481"/>
                  <a:pt x="1433027" y="1142649"/>
                </a:cubicBezTo>
                <a:lnTo>
                  <a:pt x="1451639" y="1152958"/>
                </a:lnTo>
                <a:moveTo>
                  <a:pt x="1517050" y="995193"/>
                </a:moveTo>
                <a:lnTo>
                  <a:pt x="1537498" y="1001073"/>
                </a:lnTo>
                <a:cubicBezTo>
                  <a:pt x="1545543" y="973098"/>
                  <a:pt x="1552073" y="944482"/>
                  <a:pt x="1556993" y="915324"/>
                </a:cubicBezTo>
                <a:lnTo>
                  <a:pt x="1536013" y="911783"/>
                </a:lnTo>
                <a:lnTo>
                  <a:pt x="1515032" y="908243"/>
                </a:lnTo>
                <a:cubicBezTo>
                  <a:pt x="1510381" y="935814"/>
                  <a:pt x="1504207" y="962866"/>
                  <a:pt x="1496601" y="989310"/>
                </a:cubicBezTo>
                <a:lnTo>
                  <a:pt x="1517050" y="995193"/>
                </a:lnTo>
                <a:moveTo>
                  <a:pt x="1545495" y="826753"/>
                </a:moveTo>
                <a:lnTo>
                  <a:pt x="1566739" y="827925"/>
                </a:lnTo>
                <a:cubicBezTo>
                  <a:pt x="1567544" y="813372"/>
                  <a:pt x="1567952" y="798713"/>
                  <a:pt x="1567951" y="783963"/>
                </a:cubicBezTo>
                <a:lnTo>
                  <a:pt x="1546674" y="783963"/>
                </a:lnTo>
                <a:lnTo>
                  <a:pt x="1525397" y="783963"/>
                </a:lnTo>
                <a:cubicBezTo>
                  <a:pt x="1525397" y="797929"/>
                  <a:pt x="1525012" y="811804"/>
                  <a:pt x="1524250" y="825577"/>
                </a:cubicBezTo>
                <a:lnTo>
                  <a:pt x="1545495" y="826753"/>
                </a:lnTo>
                <a:moveTo>
                  <a:pt x="1546674" y="783963"/>
                </a:moveTo>
                <a:lnTo>
                  <a:pt x="1567951" y="783963"/>
                </a:lnTo>
                <a:cubicBezTo>
                  <a:pt x="1567951" y="769211"/>
                  <a:pt x="1567543" y="754555"/>
                  <a:pt x="1566738" y="739999"/>
                </a:cubicBezTo>
                <a:lnTo>
                  <a:pt x="1545494" y="741174"/>
                </a:lnTo>
                <a:lnTo>
                  <a:pt x="1524249" y="742349"/>
                </a:lnTo>
                <a:cubicBezTo>
                  <a:pt x="1525011" y="756122"/>
                  <a:pt x="1525397" y="769997"/>
                  <a:pt x="1525397" y="783963"/>
                </a:cubicBezTo>
                <a:lnTo>
                  <a:pt x="1546674" y="783963"/>
                </a:lnTo>
                <a:moveTo>
                  <a:pt x="1536009" y="656143"/>
                </a:moveTo>
                <a:lnTo>
                  <a:pt x="1556989" y="652603"/>
                </a:lnTo>
                <a:cubicBezTo>
                  <a:pt x="1552068" y="623445"/>
                  <a:pt x="1545538" y="594828"/>
                  <a:pt x="1537491" y="566854"/>
                </a:cubicBezTo>
                <a:lnTo>
                  <a:pt x="1517043" y="572737"/>
                </a:lnTo>
                <a:lnTo>
                  <a:pt x="1496595" y="578617"/>
                </a:lnTo>
                <a:cubicBezTo>
                  <a:pt x="1504201" y="605061"/>
                  <a:pt x="1510376" y="632113"/>
                  <a:pt x="1515028" y="659684"/>
                </a:cubicBezTo>
                <a:lnTo>
                  <a:pt x="1536009" y="656143"/>
                </a:lnTo>
                <a:moveTo>
                  <a:pt x="1488796" y="492013"/>
                </a:moveTo>
                <a:lnTo>
                  <a:pt x="1508449" y="483862"/>
                </a:lnTo>
                <a:cubicBezTo>
                  <a:pt x="1497166" y="456654"/>
                  <a:pt x="1484396" y="430221"/>
                  <a:pt x="1470240" y="404663"/>
                </a:cubicBezTo>
                <a:lnTo>
                  <a:pt x="1451627" y="414972"/>
                </a:lnTo>
                <a:lnTo>
                  <a:pt x="1433015" y="425281"/>
                </a:lnTo>
                <a:cubicBezTo>
                  <a:pt x="1446400" y="449448"/>
                  <a:pt x="1458475" y="474441"/>
                  <a:pt x="1469142" y="500162"/>
                </a:cubicBezTo>
                <a:lnTo>
                  <a:pt x="1488796" y="492013"/>
                </a:lnTo>
                <a:moveTo>
                  <a:pt x="1406049" y="342584"/>
                </a:moveTo>
                <a:lnTo>
                  <a:pt x="1423391" y="330256"/>
                </a:lnTo>
                <a:cubicBezTo>
                  <a:pt x="1406380" y="306325"/>
                  <a:pt x="1388060" y="283393"/>
                  <a:pt x="1368536" y="261560"/>
                </a:cubicBezTo>
                <a:lnTo>
                  <a:pt x="1352676" y="275744"/>
                </a:lnTo>
                <a:lnTo>
                  <a:pt x="1336816" y="289926"/>
                </a:lnTo>
                <a:cubicBezTo>
                  <a:pt x="1355287" y="310581"/>
                  <a:pt x="1372617" y="332275"/>
                  <a:pt x="1388707" y="354912"/>
                </a:cubicBezTo>
                <a:lnTo>
                  <a:pt x="1406049" y="342584"/>
                </a:lnTo>
                <a:moveTo>
                  <a:pt x="1292190" y="215258"/>
                </a:moveTo>
                <a:lnTo>
                  <a:pt x="1306373" y="199399"/>
                </a:lnTo>
                <a:cubicBezTo>
                  <a:pt x="1284540" y="179874"/>
                  <a:pt x="1261605" y="161555"/>
                  <a:pt x="1237674" y="144546"/>
                </a:cubicBezTo>
                <a:lnTo>
                  <a:pt x="1225347" y="161887"/>
                </a:lnTo>
                <a:lnTo>
                  <a:pt x="1213020" y="179229"/>
                </a:lnTo>
                <a:cubicBezTo>
                  <a:pt x="1235657" y="195319"/>
                  <a:pt x="1257352" y="212649"/>
                  <a:pt x="1278007" y="231118"/>
                </a:cubicBezTo>
                <a:lnTo>
                  <a:pt x="1292190" y="215258"/>
                </a:lnTo>
                <a:moveTo>
                  <a:pt x="1152958" y="116313"/>
                </a:moveTo>
                <a:lnTo>
                  <a:pt x="1163267" y="97699"/>
                </a:lnTo>
                <a:cubicBezTo>
                  <a:pt x="1137708" y="83543"/>
                  <a:pt x="1111274" y="70775"/>
                  <a:pt x="1084066" y="59492"/>
                </a:cubicBezTo>
                <a:lnTo>
                  <a:pt x="1075916" y="79145"/>
                </a:lnTo>
                <a:lnTo>
                  <a:pt x="1067766" y="98801"/>
                </a:lnTo>
                <a:cubicBezTo>
                  <a:pt x="1093488" y="109467"/>
                  <a:pt x="1118481" y="121540"/>
                  <a:pt x="1142650" y="134924"/>
                </a:cubicBezTo>
                <a:lnTo>
                  <a:pt x="1152958" y="116313"/>
                </a:lnTo>
                <a:moveTo>
                  <a:pt x="995191" y="50901"/>
                </a:moveTo>
                <a:lnTo>
                  <a:pt x="1001073" y="30453"/>
                </a:lnTo>
                <a:cubicBezTo>
                  <a:pt x="973098" y="22407"/>
                  <a:pt x="944483" y="15877"/>
                  <a:pt x="915323" y="10959"/>
                </a:cubicBezTo>
                <a:lnTo>
                  <a:pt x="911783" y="31938"/>
                </a:lnTo>
                <a:lnTo>
                  <a:pt x="908244" y="52920"/>
                </a:lnTo>
                <a:cubicBezTo>
                  <a:pt x="935815" y="57570"/>
                  <a:pt x="962867" y="63742"/>
                  <a:pt x="989311" y="71349"/>
                </a:cubicBezTo>
                <a:lnTo>
                  <a:pt x="995191" y="50901"/>
                </a:lnTo>
                <a:moveTo>
                  <a:pt x="826752" y="22455"/>
                </a:moveTo>
                <a:lnTo>
                  <a:pt x="827926" y="1212"/>
                </a:lnTo>
                <a:cubicBezTo>
                  <a:pt x="813372" y="406"/>
                  <a:pt x="798714" y="0"/>
                  <a:pt x="783963" y="0"/>
                </a:cubicBezTo>
                <a:lnTo>
                  <a:pt x="783963" y="21277"/>
                </a:lnTo>
                <a:lnTo>
                  <a:pt x="783964" y="42554"/>
                </a:lnTo>
                <a:cubicBezTo>
                  <a:pt x="797931" y="42554"/>
                  <a:pt x="811805" y="42940"/>
                  <a:pt x="825577" y="43701"/>
                </a:cubicBezTo>
                <a:lnTo>
                  <a:pt x="826752" y="2245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11">
            <a:extLst xmlns:a="http://schemas.openxmlformats.org/drawingml/2006/main">
              <a:ext uri="{FF2B5EF4-FFF2-40B4-BE49-F238E27FC236}">
                <a16:creationId xmlns:a16="http://schemas.microsoft.com/office/drawing/2014/main" id="{9D21420D-21D5-4497-B748-7530F30DC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198" y="1945672"/>
            <a:ext cx="2072256" cy="2072255"/>
          </a:xfrm>
          <a:custGeom xmlns:a="http://schemas.openxmlformats.org/drawingml/2006/main">
            <a:pathLst>
              <a:path w="1525411" h="1525410">
                <a:moveTo>
                  <a:pt x="762693" y="6"/>
                </a:moveTo>
                <a:cubicBezTo>
                  <a:pt x="1183920" y="0"/>
                  <a:pt x="1525398" y="341466"/>
                  <a:pt x="1525404" y="762692"/>
                </a:cubicBezTo>
                <a:cubicBezTo>
                  <a:pt x="1525411" y="1183919"/>
                  <a:pt x="1183945" y="1525396"/>
                  <a:pt x="762717" y="1525404"/>
                </a:cubicBezTo>
                <a:cubicBezTo>
                  <a:pt x="341491" y="1525410"/>
                  <a:pt x="13" y="1183944"/>
                  <a:pt x="7" y="762718"/>
                </a:cubicBezTo>
                <a:cubicBezTo>
                  <a:pt x="0" y="341488"/>
                  <a:pt x="341467" y="11"/>
                  <a:pt x="762693" y="6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77F479A5-8E6C-41DF-8EBE-9211F86A4B1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ede0d36a7504558"/>
          <a:stretch xmlns:a="http://schemas.openxmlformats.org/drawingml/2006/main"/>
        </p:blipFill>
        <p:spPr>
          <a:xfrm xmlns:a="http://schemas.openxmlformats.org/drawingml/2006/main">
            <a:off x="3646041" y="1918894"/>
            <a:ext cx="2160917" cy="2160917"/>
          </a:xfrm>
          <a:prstGeom xmlns:a="http://schemas.openxmlformats.org/drawingml/2006/main" prst="rect">
            <a:avLst/>
          </a:prstGeom>
        </p:spPr>
      </p:pic>
      <p:sp>
        <p:nvSpPr>
          <p:cNvPr id="10" name="path-13">
            <a:extLst xmlns:a="http://schemas.openxmlformats.org/drawingml/2006/main">
              <a:ext uri="{FF2B5EF4-FFF2-40B4-BE49-F238E27FC236}">
                <a16:creationId xmlns:a16="http://schemas.microsoft.com/office/drawing/2014/main" id="{448761F4-F795-430C-B5D5-651FCD1E5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830" y="2128833"/>
            <a:ext cx="232405" cy="552755"/>
          </a:xfrm>
          <a:custGeom xmlns:a="http://schemas.openxmlformats.org/drawingml/2006/main">
            <a:pathLst>
              <a:path w="171076" h="406889">
                <a:moveTo>
                  <a:pt x="28050" y="406889"/>
                </a:moveTo>
                <a:lnTo>
                  <a:pt x="129335" y="316024"/>
                </a:lnTo>
                <a:lnTo>
                  <a:pt x="0" y="273740"/>
                </a:lnTo>
                <a:lnTo>
                  <a:pt x="28050" y="406889"/>
                </a:lnTo>
                <a:moveTo>
                  <a:pt x="159874" y="3663"/>
                </a:moveTo>
                <a:lnTo>
                  <a:pt x="148674" y="0"/>
                </a:lnTo>
                <a:lnTo>
                  <a:pt x="49806" y="302421"/>
                </a:lnTo>
                <a:lnTo>
                  <a:pt x="61006" y="306084"/>
                </a:lnTo>
                <a:lnTo>
                  <a:pt x="72207" y="309743"/>
                </a:lnTo>
                <a:lnTo>
                  <a:pt x="171076" y="7322"/>
                </a:lnTo>
                <a:lnTo>
                  <a:pt x="159874" y="3663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path-14">
            <a:extLst xmlns:a="http://schemas.openxmlformats.org/drawingml/2006/main">
              <a:ext uri="{FF2B5EF4-FFF2-40B4-BE49-F238E27FC236}">
                <a16:creationId xmlns:a16="http://schemas.microsoft.com/office/drawing/2014/main" id="{14A9BBE0-A91D-4752-93D4-B3D45F2B9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17303" y="2869297"/>
            <a:ext cx="224122" cy="224123"/>
          </a:xfrm>
          <a:custGeom xmlns:a="http://schemas.openxmlformats.org/drawingml/2006/main">
            <a:pathLst>
              <a:path w="164978" h="164979">
                <a:moveTo>
                  <a:pt x="164978" y="82490"/>
                </a:moveTo>
                <a:cubicBezTo>
                  <a:pt x="164978" y="128047"/>
                  <a:pt x="128046" y="164979"/>
                  <a:pt x="82489" y="164979"/>
                </a:cubicBezTo>
                <a:cubicBezTo>
                  <a:pt x="36931" y="164979"/>
                  <a:pt x="0" y="128047"/>
                  <a:pt x="0" y="82490"/>
                </a:cubicBezTo>
                <a:cubicBezTo>
                  <a:pt x="0" y="36932"/>
                  <a:pt x="36931" y="0"/>
                  <a:pt x="82489" y="0"/>
                </a:cubicBezTo>
                <a:cubicBezTo>
                  <a:pt x="128046" y="0"/>
                  <a:pt x="164978" y="36932"/>
                  <a:pt x="164978" y="82490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path-15">
            <a:extLst xmlns:a="http://schemas.openxmlformats.org/drawingml/2006/main">
              <a:ext uri="{FF2B5EF4-FFF2-40B4-BE49-F238E27FC236}">
                <a16:creationId xmlns:a16="http://schemas.microsoft.com/office/drawing/2014/main" id="{D587FDCD-E7AD-4645-9881-7AA7F1F8E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17303" y="2869297"/>
            <a:ext cx="224121" cy="224123"/>
          </a:xfrm>
          <a:custGeom xmlns:a="http://schemas.openxmlformats.org/drawingml/2006/main">
            <a:pathLst>
              <a:path w="164978" h="164979">
                <a:moveTo>
                  <a:pt x="158495" y="50381"/>
                </a:moveTo>
                <a:lnTo>
                  <a:pt x="150890" y="36369"/>
                </a:lnTo>
                <a:lnTo>
                  <a:pt x="140817" y="24161"/>
                </a:lnTo>
                <a:lnTo>
                  <a:pt x="128609" y="14088"/>
                </a:lnTo>
                <a:lnTo>
                  <a:pt x="114597" y="6482"/>
                </a:lnTo>
                <a:lnTo>
                  <a:pt x="99113" y="1676"/>
                </a:lnTo>
                <a:lnTo>
                  <a:pt x="82489" y="0"/>
                </a:lnTo>
                <a:lnTo>
                  <a:pt x="65864" y="1676"/>
                </a:lnTo>
                <a:lnTo>
                  <a:pt x="50380" y="6482"/>
                </a:lnTo>
                <a:lnTo>
                  <a:pt x="36368" y="14088"/>
                </a:lnTo>
                <a:lnTo>
                  <a:pt x="24160" y="24161"/>
                </a:lnTo>
                <a:lnTo>
                  <a:pt x="14088" y="36369"/>
                </a:lnTo>
                <a:lnTo>
                  <a:pt x="6482" y="50381"/>
                </a:lnTo>
                <a:lnTo>
                  <a:pt x="1676" y="65865"/>
                </a:lnTo>
                <a:lnTo>
                  <a:pt x="0" y="82490"/>
                </a:lnTo>
                <a:lnTo>
                  <a:pt x="1676" y="99114"/>
                </a:lnTo>
                <a:lnTo>
                  <a:pt x="6482" y="114598"/>
                </a:lnTo>
                <a:lnTo>
                  <a:pt x="14088" y="128610"/>
                </a:lnTo>
                <a:lnTo>
                  <a:pt x="24160" y="140818"/>
                </a:lnTo>
                <a:lnTo>
                  <a:pt x="36368" y="150891"/>
                </a:lnTo>
                <a:lnTo>
                  <a:pt x="50380" y="158497"/>
                </a:lnTo>
                <a:lnTo>
                  <a:pt x="65864" y="163303"/>
                </a:lnTo>
                <a:lnTo>
                  <a:pt x="82489" y="164979"/>
                </a:lnTo>
                <a:lnTo>
                  <a:pt x="99113" y="163303"/>
                </a:lnTo>
                <a:lnTo>
                  <a:pt x="114597" y="158497"/>
                </a:lnTo>
                <a:lnTo>
                  <a:pt x="128609" y="150891"/>
                </a:lnTo>
                <a:lnTo>
                  <a:pt x="140817" y="140818"/>
                </a:lnTo>
                <a:lnTo>
                  <a:pt x="150890" y="128610"/>
                </a:lnTo>
                <a:lnTo>
                  <a:pt x="158495" y="114598"/>
                </a:lnTo>
                <a:lnTo>
                  <a:pt x="163302" y="99114"/>
                </a:lnTo>
                <a:lnTo>
                  <a:pt x="164978" y="82490"/>
                </a:lnTo>
                <a:lnTo>
                  <a:pt x="163302" y="65865"/>
                </a:lnTo>
                <a:lnTo>
                  <a:pt x="158495" y="50381"/>
                </a:lnTo>
                <a:close/>
                <a:moveTo>
                  <a:pt x="124152" y="124151"/>
                </a:moveTo>
                <a:lnTo>
                  <a:pt x="112227" y="133364"/>
                </a:lnTo>
                <a:lnTo>
                  <a:pt x="98152" y="139304"/>
                </a:lnTo>
                <a:lnTo>
                  <a:pt x="82489" y="141408"/>
                </a:lnTo>
                <a:lnTo>
                  <a:pt x="66826" y="139304"/>
                </a:lnTo>
                <a:lnTo>
                  <a:pt x="52751" y="133364"/>
                </a:lnTo>
                <a:lnTo>
                  <a:pt x="40826" y="124151"/>
                </a:lnTo>
                <a:lnTo>
                  <a:pt x="31613" y="112227"/>
                </a:lnTo>
                <a:lnTo>
                  <a:pt x="25673" y="98152"/>
                </a:lnTo>
                <a:lnTo>
                  <a:pt x="23568" y="82490"/>
                </a:lnTo>
                <a:lnTo>
                  <a:pt x="25673" y="66825"/>
                </a:lnTo>
                <a:lnTo>
                  <a:pt x="31613" y="52750"/>
                </a:lnTo>
                <a:lnTo>
                  <a:pt x="40826" y="40825"/>
                </a:lnTo>
                <a:lnTo>
                  <a:pt x="52751" y="31612"/>
                </a:lnTo>
                <a:lnTo>
                  <a:pt x="66826" y="25673"/>
                </a:lnTo>
                <a:lnTo>
                  <a:pt x="82489" y="23568"/>
                </a:lnTo>
                <a:lnTo>
                  <a:pt x="98152" y="25673"/>
                </a:lnTo>
                <a:lnTo>
                  <a:pt x="112227" y="31612"/>
                </a:lnTo>
                <a:lnTo>
                  <a:pt x="124152" y="40825"/>
                </a:lnTo>
                <a:lnTo>
                  <a:pt x="133365" y="52750"/>
                </a:lnTo>
                <a:lnTo>
                  <a:pt x="139305" y="66825"/>
                </a:lnTo>
                <a:lnTo>
                  <a:pt x="141410" y="82490"/>
                </a:lnTo>
                <a:lnTo>
                  <a:pt x="139305" y="98152"/>
                </a:lnTo>
                <a:lnTo>
                  <a:pt x="133365" y="112227"/>
                </a:lnTo>
                <a:lnTo>
                  <a:pt x="124152" y="1241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6">
            <a:extLst xmlns:a="http://schemas.openxmlformats.org/drawingml/2006/main">
              <a:ext uri="{FF2B5EF4-FFF2-40B4-BE49-F238E27FC236}">
                <a16:creationId xmlns:a16="http://schemas.microsoft.com/office/drawing/2014/main" id="{8454E345-9C20-4978-A3A6-41A01EE57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7158" y="2045757"/>
            <a:ext cx="224122" cy="224123"/>
          </a:xfrm>
          <a:custGeom xmlns:a="http://schemas.openxmlformats.org/drawingml/2006/main">
            <a:pathLst>
              <a:path w="164978" h="164979">
                <a:moveTo>
                  <a:pt x="164978" y="82490"/>
                </a:moveTo>
                <a:cubicBezTo>
                  <a:pt x="164978" y="128047"/>
                  <a:pt x="128046" y="164979"/>
                  <a:pt x="82489" y="164979"/>
                </a:cubicBezTo>
                <a:cubicBezTo>
                  <a:pt x="36931" y="164979"/>
                  <a:pt x="0" y="128047"/>
                  <a:pt x="0" y="82490"/>
                </a:cubicBezTo>
                <a:cubicBezTo>
                  <a:pt x="0" y="36932"/>
                  <a:pt x="36931" y="0"/>
                  <a:pt x="82489" y="0"/>
                </a:cubicBezTo>
                <a:cubicBezTo>
                  <a:pt x="128046" y="0"/>
                  <a:pt x="164978" y="36932"/>
                  <a:pt x="164978" y="82490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17">
            <a:extLst xmlns:a="http://schemas.openxmlformats.org/drawingml/2006/main">
              <a:ext uri="{FF2B5EF4-FFF2-40B4-BE49-F238E27FC236}">
                <a16:creationId xmlns:a16="http://schemas.microsoft.com/office/drawing/2014/main" id="{B8468812-3612-43D7-A64B-B9FB238E0F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7158" y="2045757"/>
            <a:ext cx="224122" cy="224123"/>
          </a:xfrm>
          <a:custGeom xmlns:a="http://schemas.openxmlformats.org/drawingml/2006/main">
            <a:pathLst>
              <a:path w="164978" h="164979">
                <a:moveTo>
                  <a:pt x="158496" y="50381"/>
                </a:moveTo>
                <a:lnTo>
                  <a:pt x="150890" y="36369"/>
                </a:lnTo>
                <a:lnTo>
                  <a:pt x="140818" y="24161"/>
                </a:lnTo>
                <a:lnTo>
                  <a:pt x="128609" y="14088"/>
                </a:lnTo>
                <a:lnTo>
                  <a:pt x="114597" y="6482"/>
                </a:lnTo>
                <a:lnTo>
                  <a:pt x="99113" y="1676"/>
                </a:lnTo>
                <a:lnTo>
                  <a:pt x="82489" y="0"/>
                </a:lnTo>
                <a:lnTo>
                  <a:pt x="65865" y="1676"/>
                </a:lnTo>
                <a:lnTo>
                  <a:pt x="50381" y="6482"/>
                </a:lnTo>
                <a:lnTo>
                  <a:pt x="36369" y="14088"/>
                </a:lnTo>
                <a:lnTo>
                  <a:pt x="24161" y="24161"/>
                </a:lnTo>
                <a:lnTo>
                  <a:pt x="14088" y="36369"/>
                </a:lnTo>
                <a:lnTo>
                  <a:pt x="6482" y="50381"/>
                </a:lnTo>
                <a:lnTo>
                  <a:pt x="1676" y="65865"/>
                </a:lnTo>
                <a:lnTo>
                  <a:pt x="0" y="82490"/>
                </a:lnTo>
                <a:lnTo>
                  <a:pt x="1676" y="99114"/>
                </a:lnTo>
                <a:lnTo>
                  <a:pt x="6482" y="114598"/>
                </a:lnTo>
                <a:lnTo>
                  <a:pt x="14088" y="128610"/>
                </a:lnTo>
                <a:lnTo>
                  <a:pt x="24161" y="140818"/>
                </a:lnTo>
                <a:lnTo>
                  <a:pt x="36369" y="150891"/>
                </a:lnTo>
                <a:lnTo>
                  <a:pt x="50381" y="158497"/>
                </a:lnTo>
                <a:lnTo>
                  <a:pt x="65865" y="163303"/>
                </a:lnTo>
                <a:lnTo>
                  <a:pt x="82489" y="164979"/>
                </a:lnTo>
                <a:lnTo>
                  <a:pt x="99113" y="163303"/>
                </a:lnTo>
                <a:lnTo>
                  <a:pt x="114597" y="158497"/>
                </a:lnTo>
                <a:lnTo>
                  <a:pt x="128609" y="150891"/>
                </a:lnTo>
                <a:lnTo>
                  <a:pt x="140818" y="140818"/>
                </a:lnTo>
                <a:lnTo>
                  <a:pt x="150890" y="128610"/>
                </a:lnTo>
                <a:lnTo>
                  <a:pt x="158496" y="114598"/>
                </a:lnTo>
                <a:lnTo>
                  <a:pt x="163303" y="99114"/>
                </a:lnTo>
                <a:lnTo>
                  <a:pt x="164978" y="82490"/>
                </a:lnTo>
                <a:lnTo>
                  <a:pt x="163303" y="65865"/>
                </a:lnTo>
                <a:lnTo>
                  <a:pt x="158496" y="50381"/>
                </a:lnTo>
                <a:close/>
                <a:moveTo>
                  <a:pt x="124152" y="124154"/>
                </a:moveTo>
                <a:lnTo>
                  <a:pt x="112227" y="133367"/>
                </a:lnTo>
                <a:lnTo>
                  <a:pt x="98152" y="139306"/>
                </a:lnTo>
                <a:lnTo>
                  <a:pt x="82489" y="141411"/>
                </a:lnTo>
                <a:lnTo>
                  <a:pt x="66826" y="139306"/>
                </a:lnTo>
                <a:lnTo>
                  <a:pt x="52751" y="133367"/>
                </a:lnTo>
                <a:lnTo>
                  <a:pt x="40826" y="124154"/>
                </a:lnTo>
                <a:lnTo>
                  <a:pt x="31613" y="112229"/>
                </a:lnTo>
                <a:lnTo>
                  <a:pt x="25673" y="98154"/>
                </a:lnTo>
                <a:lnTo>
                  <a:pt x="23568" y="82490"/>
                </a:lnTo>
                <a:lnTo>
                  <a:pt x="25673" y="66826"/>
                </a:lnTo>
                <a:lnTo>
                  <a:pt x="31613" y="52751"/>
                </a:lnTo>
                <a:lnTo>
                  <a:pt x="40826" y="40826"/>
                </a:lnTo>
                <a:lnTo>
                  <a:pt x="52751" y="31613"/>
                </a:lnTo>
                <a:lnTo>
                  <a:pt x="66826" y="25673"/>
                </a:lnTo>
                <a:lnTo>
                  <a:pt x="82489" y="23568"/>
                </a:lnTo>
                <a:lnTo>
                  <a:pt x="98152" y="25673"/>
                </a:lnTo>
                <a:lnTo>
                  <a:pt x="112227" y="31613"/>
                </a:lnTo>
                <a:lnTo>
                  <a:pt x="124152" y="40826"/>
                </a:lnTo>
                <a:lnTo>
                  <a:pt x="133365" y="52751"/>
                </a:lnTo>
                <a:lnTo>
                  <a:pt x="139305" y="66826"/>
                </a:lnTo>
                <a:lnTo>
                  <a:pt x="141410" y="82490"/>
                </a:lnTo>
                <a:lnTo>
                  <a:pt x="139305" y="98154"/>
                </a:lnTo>
                <a:lnTo>
                  <a:pt x="133365" y="112229"/>
                </a:lnTo>
                <a:lnTo>
                  <a:pt x="124152" y="12415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5" name="">
            <a:extLst xmlns:a="http://schemas.openxmlformats.org/drawingml/2006/main">
              <a:ext uri="{FF2B5EF4-FFF2-40B4-BE49-F238E27FC236}">
                <a16:creationId xmlns:a16="http://schemas.microsoft.com/office/drawing/2014/main" id="{5E4C4DDF-DF11-46E8-BAF9-DF19CE69F1C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cd96f8e4dce4277"/>
          <a:stretch xmlns:a="http://schemas.openxmlformats.org/drawingml/2006/main"/>
        </p:blipFill>
        <p:spPr>
          <a:xfrm xmlns:a="http://schemas.openxmlformats.org/drawingml/2006/main">
            <a:off x="1433365" y="1918894"/>
            <a:ext cx="2160917" cy="2160917"/>
          </a:xfrm>
          <a:prstGeom xmlns:a="http://schemas.openxmlformats.org/drawingml/2006/main" prst="rect">
            <a:avLst/>
          </a:prstGeom>
        </p:spPr>
      </p:pic>
      <p:sp>
        <p:nvSpPr>
          <p:cNvPr id="16" name="path-19">
            <a:extLst xmlns:a="http://schemas.openxmlformats.org/drawingml/2006/main">
              <a:ext uri="{FF2B5EF4-FFF2-40B4-BE49-F238E27FC236}">
                <a16:creationId xmlns:a16="http://schemas.microsoft.com/office/drawing/2014/main" id="{BA160726-42D2-42C7-9926-B6AB85CD1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75266" y="2249928"/>
            <a:ext cx="537688" cy="729482"/>
          </a:xfrm>
          <a:custGeom xmlns:a="http://schemas.openxmlformats.org/drawingml/2006/main">
            <a:pathLst>
              <a:path w="395798" h="536980">
                <a:moveTo>
                  <a:pt x="9564" y="6885"/>
                </a:moveTo>
                <a:lnTo>
                  <a:pt x="0" y="13773"/>
                </a:lnTo>
                <a:lnTo>
                  <a:pt x="13453" y="32458"/>
                </a:lnTo>
                <a:lnTo>
                  <a:pt x="23016" y="25573"/>
                </a:lnTo>
                <a:lnTo>
                  <a:pt x="32580" y="18687"/>
                </a:lnTo>
                <a:lnTo>
                  <a:pt x="19127" y="0"/>
                </a:lnTo>
                <a:lnTo>
                  <a:pt x="9564" y="6885"/>
                </a:lnTo>
                <a:moveTo>
                  <a:pt x="49921" y="62945"/>
                </a:moveTo>
                <a:lnTo>
                  <a:pt x="40358" y="69830"/>
                </a:lnTo>
                <a:lnTo>
                  <a:pt x="67263" y="107202"/>
                </a:lnTo>
                <a:lnTo>
                  <a:pt x="76826" y="100317"/>
                </a:lnTo>
                <a:lnTo>
                  <a:pt x="86390" y="93432"/>
                </a:lnTo>
                <a:lnTo>
                  <a:pt x="59485" y="56060"/>
                </a:lnTo>
                <a:lnTo>
                  <a:pt x="49921" y="62945"/>
                </a:lnTo>
                <a:moveTo>
                  <a:pt x="103731" y="137689"/>
                </a:moveTo>
                <a:lnTo>
                  <a:pt x="94168" y="144574"/>
                </a:lnTo>
                <a:lnTo>
                  <a:pt x="121073" y="181946"/>
                </a:lnTo>
                <a:lnTo>
                  <a:pt x="130636" y="175061"/>
                </a:lnTo>
                <a:lnTo>
                  <a:pt x="140200" y="168176"/>
                </a:lnTo>
                <a:lnTo>
                  <a:pt x="113295" y="130804"/>
                </a:lnTo>
                <a:lnTo>
                  <a:pt x="103731" y="137689"/>
                </a:lnTo>
                <a:moveTo>
                  <a:pt x="157541" y="212433"/>
                </a:moveTo>
                <a:lnTo>
                  <a:pt x="147978" y="219318"/>
                </a:lnTo>
                <a:lnTo>
                  <a:pt x="174883" y="256690"/>
                </a:lnTo>
                <a:lnTo>
                  <a:pt x="184446" y="249805"/>
                </a:lnTo>
                <a:lnTo>
                  <a:pt x="194010" y="242920"/>
                </a:lnTo>
                <a:lnTo>
                  <a:pt x="167105" y="205548"/>
                </a:lnTo>
                <a:lnTo>
                  <a:pt x="157541" y="212433"/>
                </a:lnTo>
                <a:moveTo>
                  <a:pt x="211352" y="287178"/>
                </a:moveTo>
                <a:lnTo>
                  <a:pt x="201788" y="294063"/>
                </a:lnTo>
                <a:lnTo>
                  <a:pt x="228693" y="331432"/>
                </a:lnTo>
                <a:lnTo>
                  <a:pt x="238256" y="324547"/>
                </a:lnTo>
                <a:lnTo>
                  <a:pt x="247820" y="317662"/>
                </a:lnTo>
                <a:lnTo>
                  <a:pt x="220915" y="280290"/>
                </a:lnTo>
                <a:lnTo>
                  <a:pt x="211352" y="287178"/>
                </a:lnTo>
                <a:moveTo>
                  <a:pt x="265162" y="361919"/>
                </a:moveTo>
                <a:lnTo>
                  <a:pt x="255598" y="368804"/>
                </a:lnTo>
                <a:lnTo>
                  <a:pt x="282503" y="406176"/>
                </a:lnTo>
                <a:lnTo>
                  <a:pt x="292067" y="399291"/>
                </a:lnTo>
                <a:lnTo>
                  <a:pt x="301630" y="392406"/>
                </a:lnTo>
                <a:lnTo>
                  <a:pt x="274725" y="355034"/>
                </a:lnTo>
                <a:lnTo>
                  <a:pt x="265162" y="361919"/>
                </a:lnTo>
                <a:moveTo>
                  <a:pt x="318971" y="436663"/>
                </a:moveTo>
                <a:lnTo>
                  <a:pt x="309408" y="443548"/>
                </a:lnTo>
                <a:lnTo>
                  <a:pt x="336313" y="480920"/>
                </a:lnTo>
                <a:lnTo>
                  <a:pt x="345877" y="474035"/>
                </a:lnTo>
                <a:lnTo>
                  <a:pt x="355441" y="467150"/>
                </a:lnTo>
                <a:lnTo>
                  <a:pt x="328535" y="429778"/>
                </a:lnTo>
                <a:lnTo>
                  <a:pt x="318971" y="436663"/>
                </a:lnTo>
                <a:moveTo>
                  <a:pt x="372782" y="511408"/>
                </a:moveTo>
                <a:lnTo>
                  <a:pt x="363218" y="518293"/>
                </a:lnTo>
                <a:lnTo>
                  <a:pt x="376671" y="536980"/>
                </a:lnTo>
                <a:lnTo>
                  <a:pt x="386234" y="530095"/>
                </a:lnTo>
                <a:lnTo>
                  <a:pt x="395798" y="523210"/>
                </a:lnTo>
                <a:lnTo>
                  <a:pt x="382345" y="504523"/>
                </a:lnTo>
                <a:lnTo>
                  <a:pt x="372782" y="511408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path-20">
            <a:extLst xmlns:a="http://schemas.openxmlformats.org/drawingml/2006/main">
              <a:ext uri="{FF2B5EF4-FFF2-40B4-BE49-F238E27FC236}">
                <a16:creationId xmlns:a16="http://schemas.microsoft.com/office/drawing/2014/main" id="{8E61C3DB-6446-48C9-826F-FB8CF5135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72062" y="2245889"/>
            <a:ext cx="349711" cy="477065"/>
          </a:xfrm>
          <a:custGeom xmlns:a="http://schemas.openxmlformats.org/drawingml/2006/main">
            <a:pathLst>
              <a:path w="257426" h="351173">
                <a:moveTo>
                  <a:pt x="257426" y="351173"/>
                </a:moveTo>
                <a:lnTo>
                  <a:pt x="243791" y="215786"/>
                </a:lnTo>
                <a:lnTo>
                  <a:pt x="133360" y="295289"/>
                </a:lnTo>
                <a:lnTo>
                  <a:pt x="257426" y="351173"/>
                </a:lnTo>
                <a:moveTo>
                  <a:pt x="9564" y="6885"/>
                </a:moveTo>
                <a:lnTo>
                  <a:pt x="0" y="13770"/>
                </a:lnTo>
                <a:lnTo>
                  <a:pt x="185897" y="271985"/>
                </a:lnTo>
                <a:lnTo>
                  <a:pt x="195461" y="265100"/>
                </a:lnTo>
                <a:lnTo>
                  <a:pt x="205024" y="258215"/>
                </a:lnTo>
                <a:lnTo>
                  <a:pt x="19127" y="0"/>
                </a:lnTo>
                <a:lnTo>
                  <a:pt x="9564" y="6885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" name="path-21">
            <a:extLst xmlns:a="http://schemas.openxmlformats.org/drawingml/2006/main">
              <a:ext uri="{FF2B5EF4-FFF2-40B4-BE49-F238E27FC236}">
                <a16:creationId xmlns:a16="http://schemas.microsoft.com/office/drawing/2014/main" id="{08107339-3FE4-40B3-8CC8-CD2848467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4787" y="2851257"/>
            <a:ext cx="250216" cy="250215"/>
          </a:xfrm>
          <a:custGeom xmlns:a="http://schemas.openxmlformats.org/drawingml/2006/main">
            <a:pathLst>
              <a:path w="184187" h="184186">
                <a:moveTo>
                  <a:pt x="154212" y="146368"/>
                </a:moveTo>
                <a:cubicBezTo>
                  <a:pt x="124238" y="180674"/>
                  <a:pt x="72127" y="184186"/>
                  <a:pt x="37819" y="154213"/>
                </a:cubicBezTo>
                <a:cubicBezTo>
                  <a:pt x="3512" y="124237"/>
                  <a:pt x="0" y="72127"/>
                  <a:pt x="29975" y="37821"/>
                </a:cubicBezTo>
                <a:cubicBezTo>
                  <a:pt x="59949" y="3512"/>
                  <a:pt x="112060" y="0"/>
                  <a:pt x="146368" y="29976"/>
                </a:cubicBezTo>
                <a:cubicBezTo>
                  <a:pt x="180675" y="59949"/>
                  <a:pt x="184187" y="112060"/>
                  <a:pt x="154212" y="146368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" name="path-22">
            <a:extLst xmlns:a="http://schemas.openxmlformats.org/drawingml/2006/main">
              <a:ext uri="{FF2B5EF4-FFF2-40B4-BE49-F238E27FC236}">
                <a16:creationId xmlns:a16="http://schemas.microsoft.com/office/drawing/2014/main" id="{7F7FDFA5-0B26-4298-AA6B-BFFB947A9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98088" y="2864558"/>
            <a:ext cx="223614" cy="223613"/>
          </a:xfrm>
          <a:custGeom xmlns:a="http://schemas.openxmlformats.org/drawingml/2006/main">
            <a:pathLst>
              <a:path w="164604" h="164604">
                <a:moveTo>
                  <a:pt x="160665" y="108132"/>
                </a:moveTo>
                <a:lnTo>
                  <a:pt x="164157" y="92576"/>
                </a:lnTo>
                <a:lnTo>
                  <a:pt x="164604" y="76755"/>
                </a:lnTo>
                <a:lnTo>
                  <a:pt x="162038" y="61137"/>
                </a:lnTo>
                <a:lnTo>
                  <a:pt x="156491" y="46191"/>
                </a:lnTo>
                <a:lnTo>
                  <a:pt x="147993" y="32383"/>
                </a:lnTo>
                <a:lnTo>
                  <a:pt x="136576" y="20182"/>
                </a:lnTo>
                <a:lnTo>
                  <a:pt x="122955" y="10507"/>
                </a:lnTo>
                <a:lnTo>
                  <a:pt x="108132" y="3939"/>
                </a:lnTo>
                <a:lnTo>
                  <a:pt x="92576" y="447"/>
                </a:lnTo>
                <a:lnTo>
                  <a:pt x="76755" y="0"/>
                </a:lnTo>
                <a:lnTo>
                  <a:pt x="61137" y="2566"/>
                </a:lnTo>
                <a:lnTo>
                  <a:pt x="46191" y="8113"/>
                </a:lnTo>
                <a:lnTo>
                  <a:pt x="32384" y="16611"/>
                </a:lnTo>
                <a:lnTo>
                  <a:pt x="20183" y="28027"/>
                </a:lnTo>
                <a:lnTo>
                  <a:pt x="10507" y="41649"/>
                </a:lnTo>
                <a:lnTo>
                  <a:pt x="3939" y="56472"/>
                </a:lnTo>
                <a:lnTo>
                  <a:pt x="447" y="72028"/>
                </a:lnTo>
                <a:lnTo>
                  <a:pt x="0" y="87849"/>
                </a:lnTo>
                <a:lnTo>
                  <a:pt x="2566" y="103466"/>
                </a:lnTo>
                <a:lnTo>
                  <a:pt x="8114" y="118413"/>
                </a:lnTo>
                <a:lnTo>
                  <a:pt x="16612" y="132220"/>
                </a:lnTo>
                <a:lnTo>
                  <a:pt x="28028" y="144419"/>
                </a:lnTo>
                <a:lnTo>
                  <a:pt x="41650" y="154096"/>
                </a:lnTo>
                <a:lnTo>
                  <a:pt x="56473" y="160664"/>
                </a:lnTo>
                <a:lnTo>
                  <a:pt x="72028" y="164157"/>
                </a:lnTo>
                <a:lnTo>
                  <a:pt x="87849" y="164604"/>
                </a:lnTo>
                <a:lnTo>
                  <a:pt x="103467" y="162038"/>
                </a:lnTo>
                <a:lnTo>
                  <a:pt x="118414" y="156491"/>
                </a:lnTo>
                <a:lnTo>
                  <a:pt x="132221" y="147993"/>
                </a:lnTo>
                <a:lnTo>
                  <a:pt x="144421" y="136577"/>
                </a:lnTo>
                <a:lnTo>
                  <a:pt x="154097" y="122955"/>
                </a:lnTo>
                <a:lnTo>
                  <a:pt x="160665" y="108132"/>
                </a:lnTo>
                <a:close/>
                <a:moveTo>
                  <a:pt x="86264" y="141090"/>
                </a:moveTo>
                <a:lnTo>
                  <a:pt x="71222" y="140183"/>
                </a:lnTo>
                <a:lnTo>
                  <a:pt x="56715" y="135395"/>
                </a:lnTo>
                <a:lnTo>
                  <a:pt x="43535" y="126674"/>
                </a:lnTo>
                <a:lnTo>
                  <a:pt x="33124" y="114783"/>
                </a:lnTo>
                <a:lnTo>
                  <a:pt x="26433" y="101049"/>
                </a:lnTo>
                <a:lnTo>
                  <a:pt x="23515" y="86265"/>
                </a:lnTo>
                <a:lnTo>
                  <a:pt x="24423" y="71223"/>
                </a:lnTo>
                <a:lnTo>
                  <a:pt x="29211" y="56715"/>
                </a:lnTo>
                <a:lnTo>
                  <a:pt x="37932" y="43535"/>
                </a:lnTo>
                <a:lnTo>
                  <a:pt x="49823" y="33124"/>
                </a:lnTo>
                <a:lnTo>
                  <a:pt x="63556" y="26433"/>
                </a:lnTo>
                <a:lnTo>
                  <a:pt x="78340" y="23516"/>
                </a:lnTo>
                <a:lnTo>
                  <a:pt x="93382" y="24424"/>
                </a:lnTo>
                <a:lnTo>
                  <a:pt x="107889" y="29212"/>
                </a:lnTo>
                <a:lnTo>
                  <a:pt x="121069" y="37933"/>
                </a:lnTo>
                <a:lnTo>
                  <a:pt x="131480" y="49824"/>
                </a:lnTo>
                <a:lnTo>
                  <a:pt x="138171" y="63557"/>
                </a:lnTo>
                <a:lnTo>
                  <a:pt x="141089" y="78341"/>
                </a:lnTo>
                <a:lnTo>
                  <a:pt x="140181" y="93383"/>
                </a:lnTo>
                <a:lnTo>
                  <a:pt x="135394" y="107890"/>
                </a:lnTo>
                <a:lnTo>
                  <a:pt x="126673" y="121070"/>
                </a:lnTo>
                <a:lnTo>
                  <a:pt x="114782" y="131480"/>
                </a:lnTo>
                <a:lnTo>
                  <a:pt x="101048" y="138172"/>
                </a:lnTo>
                <a:lnTo>
                  <a:pt x="86264" y="14109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path-23">
            <a:extLst xmlns:a="http://schemas.openxmlformats.org/drawingml/2006/main">
              <a:ext uri="{FF2B5EF4-FFF2-40B4-BE49-F238E27FC236}">
                <a16:creationId xmlns:a16="http://schemas.microsoft.com/office/drawing/2014/main" id="{EF464D96-1F98-4698-AEE9-6A5834EEA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9479" y="2147740"/>
            <a:ext cx="253992" cy="253995"/>
          </a:xfrm>
          <a:custGeom xmlns:a="http://schemas.openxmlformats.org/drawingml/2006/main">
            <a:pathLst>
              <a:path w="186966" h="186969">
                <a:moveTo>
                  <a:pt x="142138" y="26873"/>
                </a:moveTo>
                <a:cubicBezTo>
                  <a:pt x="178927" y="53743"/>
                  <a:pt x="186966" y="105351"/>
                  <a:pt x="160095" y="142138"/>
                </a:cubicBezTo>
                <a:cubicBezTo>
                  <a:pt x="133224" y="178928"/>
                  <a:pt x="81617" y="186969"/>
                  <a:pt x="44828" y="160096"/>
                </a:cubicBezTo>
                <a:cubicBezTo>
                  <a:pt x="8039" y="133226"/>
                  <a:pt x="0" y="81618"/>
                  <a:pt x="26871" y="44831"/>
                </a:cubicBezTo>
                <a:cubicBezTo>
                  <a:pt x="53743" y="8041"/>
                  <a:pt x="105349" y="0"/>
                  <a:pt x="142138" y="26873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path-24">
            <a:extLst xmlns:a="http://schemas.openxmlformats.org/drawingml/2006/main">
              <a:ext uri="{FF2B5EF4-FFF2-40B4-BE49-F238E27FC236}">
                <a16:creationId xmlns:a16="http://schemas.microsoft.com/office/drawing/2014/main" id="{DDEE6386-F880-4718-A3AB-EA5CBBC7A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84482" y="2162745"/>
            <a:ext cx="223986" cy="223985"/>
          </a:xfrm>
          <a:custGeom xmlns:a="http://schemas.openxmlformats.org/drawingml/2006/main">
            <a:pathLst>
              <a:path w="164878" h="164878">
                <a:moveTo>
                  <a:pt x="101342" y="2123"/>
                </a:moveTo>
                <a:lnTo>
                  <a:pt x="85541" y="0"/>
                </a:lnTo>
                <a:lnTo>
                  <a:pt x="69741" y="933"/>
                </a:lnTo>
                <a:lnTo>
                  <a:pt x="54407" y="4850"/>
                </a:lnTo>
                <a:lnTo>
                  <a:pt x="40001" y="11679"/>
                </a:lnTo>
                <a:lnTo>
                  <a:pt x="26986" y="21347"/>
                </a:lnTo>
                <a:lnTo>
                  <a:pt x="15827" y="33783"/>
                </a:lnTo>
                <a:lnTo>
                  <a:pt x="7375" y="48197"/>
                </a:lnTo>
                <a:lnTo>
                  <a:pt x="2123" y="63535"/>
                </a:lnTo>
                <a:lnTo>
                  <a:pt x="0" y="79336"/>
                </a:lnTo>
                <a:lnTo>
                  <a:pt x="933" y="95136"/>
                </a:lnTo>
                <a:lnTo>
                  <a:pt x="4850" y="110471"/>
                </a:lnTo>
                <a:lnTo>
                  <a:pt x="11679" y="124877"/>
                </a:lnTo>
                <a:lnTo>
                  <a:pt x="21348" y="137892"/>
                </a:lnTo>
                <a:lnTo>
                  <a:pt x="33784" y="149051"/>
                </a:lnTo>
                <a:lnTo>
                  <a:pt x="48197" y="157503"/>
                </a:lnTo>
                <a:lnTo>
                  <a:pt x="63536" y="162754"/>
                </a:lnTo>
                <a:lnTo>
                  <a:pt x="79337" y="164878"/>
                </a:lnTo>
                <a:lnTo>
                  <a:pt x="95137" y="163945"/>
                </a:lnTo>
                <a:lnTo>
                  <a:pt x="110472" y="160028"/>
                </a:lnTo>
                <a:lnTo>
                  <a:pt x="124878" y="153198"/>
                </a:lnTo>
                <a:lnTo>
                  <a:pt x="137892" y="143530"/>
                </a:lnTo>
                <a:lnTo>
                  <a:pt x="149051" y="131093"/>
                </a:lnTo>
                <a:lnTo>
                  <a:pt x="157503" y="116680"/>
                </a:lnTo>
                <a:lnTo>
                  <a:pt x="162755" y="101342"/>
                </a:lnTo>
                <a:lnTo>
                  <a:pt x="164878" y="85541"/>
                </a:lnTo>
                <a:lnTo>
                  <a:pt x="163945" y="69742"/>
                </a:lnTo>
                <a:lnTo>
                  <a:pt x="160028" y="54407"/>
                </a:lnTo>
                <a:lnTo>
                  <a:pt x="153199" y="40001"/>
                </a:lnTo>
                <a:lnTo>
                  <a:pt x="143530" y="26987"/>
                </a:lnTo>
                <a:lnTo>
                  <a:pt x="131094" y="15828"/>
                </a:lnTo>
                <a:lnTo>
                  <a:pt x="116681" y="7375"/>
                </a:lnTo>
                <a:lnTo>
                  <a:pt x="101342" y="2123"/>
                </a:lnTo>
                <a:close/>
                <a:moveTo>
                  <a:pt x="140658" y="73369"/>
                </a:moveTo>
                <a:lnTo>
                  <a:pt x="141064" y="88433"/>
                </a:lnTo>
                <a:lnTo>
                  <a:pt x="137558" y="103303"/>
                </a:lnTo>
                <a:lnTo>
                  <a:pt x="130019" y="117193"/>
                </a:lnTo>
                <a:lnTo>
                  <a:pt x="119081" y="128599"/>
                </a:lnTo>
                <a:lnTo>
                  <a:pt x="105982" y="136462"/>
                </a:lnTo>
                <a:lnTo>
                  <a:pt x="91509" y="140657"/>
                </a:lnTo>
                <a:lnTo>
                  <a:pt x="76445" y="141064"/>
                </a:lnTo>
                <a:lnTo>
                  <a:pt x="61576" y="137559"/>
                </a:lnTo>
                <a:lnTo>
                  <a:pt x="47686" y="130020"/>
                </a:lnTo>
                <a:lnTo>
                  <a:pt x="36279" y="119081"/>
                </a:lnTo>
                <a:lnTo>
                  <a:pt x="28416" y="105982"/>
                </a:lnTo>
                <a:lnTo>
                  <a:pt x="24221" y="91509"/>
                </a:lnTo>
                <a:lnTo>
                  <a:pt x="23814" y="76445"/>
                </a:lnTo>
                <a:lnTo>
                  <a:pt x="27320" y="61576"/>
                </a:lnTo>
                <a:lnTo>
                  <a:pt x="34859" y="47687"/>
                </a:lnTo>
                <a:lnTo>
                  <a:pt x="45798" y="36279"/>
                </a:lnTo>
                <a:lnTo>
                  <a:pt x="58896" y="28416"/>
                </a:lnTo>
                <a:lnTo>
                  <a:pt x="73370" y="24221"/>
                </a:lnTo>
                <a:lnTo>
                  <a:pt x="88433" y="23815"/>
                </a:lnTo>
                <a:lnTo>
                  <a:pt x="103303" y="27320"/>
                </a:lnTo>
                <a:lnTo>
                  <a:pt x="117193" y="34859"/>
                </a:lnTo>
                <a:lnTo>
                  <a:pt x="128600" y="45797"/>
                </a:lnTo>
                <a:lnTo>
                  <a:pt x="136462" y="58896"/>
                </a:lnTo>
                <a:lnTo>
                  <a:pt x="140658" y="7336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22" name="">
            <a:extLst xmlns:a="http://schemas.openxmlformats.org/drawingml/2006/main">
              <a:ext uri="{FF2B5EF4-FFF2-40B4-BE49-F238E27FC236}">
                <a16:creationId xmlns:a16="http://schemas.microsoft.com/office/drawing/2014/main" id="{3E6A432F-687A-41E7-A6A8-534A32586BB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c3e3f2be6c14018"/>
          <a:stretch xmlns:a="http://schemas.openxmlformats.org/drawingml/2006/main"/>
        </p:blipFill>
        <p:spPr>
          <a:xfrm xmlns:a="http://schemas.openxmlformats.org/drawingml/2006/main">
            <a:off x="5858716" y="1918894"/>
            <a:ext cx="2160917" cy="2160917"/>
          </a:xfrm>
          <a:prstGeom xmlns:a="http://schemas.openxmlformats.org/drawingml/2006/main" prst="rect">
            <a:avLst/>
          </a:prstGeom>
        </p:spPr>
      </p:pic>
      <p:sp>
        <p:nvSpPr>
          <p:cNvPr id="23" name="path-26">
            <a:extLst xmlns:a="http://schemas.openxmlformats.org/drawingml/2006/main">
              <a:ext uri="{FF2B5EF4-FFF2-40B4-BE49-F238E27FC236}">
                <a16:creationId xmlns:a16="http://schemas.microsoft.com/office/drawing/2014/main" id="{B051D287-180C-41B2-97CE-A3780B7FF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23747" y="2684334"/>
            <a:ext cx="842400" cy="302578"/>
          </a:xfrm>
          <a:custGeom xmlns:a="http://schemas.openxmlformats.org/drawingml/2006/main">
            <a:pathLst>
              <a:path w="620100" h="222731">
                <a:moveTo>
                  <a:pt x="3662" y="11201"/>
                </a:moveTo>
                <a:lnTo>
                  <a:pt x="0" y="22401"/>
                </a:lnTo>
                <a:lnTo>
                  <a:pt x="21885" y="29556"/>
                </a:lnTo>
                <a:lnTo>
                  <a:pt x="25547" y="18355"/>
                </a:lnTo>
                <a:lnTo>
                  <a:pt x="29209" y="7155"/>
                </a:lnTo>
                <a:lnTo>
                  <a:pt x="7324" y="0"/>
                </a:lnTo>
                <a:lnTo>
                  <a:pt x="3662" y="11201"/>
                </a:lnTo>
                <a:moveTo>
                  <a:pt x="69316" y="32665"/>
                </a:moveTo>
                <a:lnTo>
                  <a:pt x="65655" y="43865"/>
                </a:lnTo>
                <a:lnTo>
                  <a:pt x="109424" y="58175"/>
                </a:lnTo>
                <a:lnTo>
                  <a:pt x="113086" y="46974"/>
                </a:lnTo>
                <a:lnTo>
                  <a:pt x="116748" y="35774"/>
                </a:lnTo>
                <a:lnTo>
                  <a:pt x="72978" y="21464"/>
                </a:lnTo>
                <a:lnTo>
                  <a:pt x="69316" y="32665"/>
                </a:lnTo>
                <a:moveTo>
                  <a:pt x="156856" y="61284"/>
                </a:moveTo>
                <a:lnTo>
                  <a:pt x="153194" y="72484"/>
                </a:lnTo>
                <a:lnTo>
                  <a:pt x="196964" y="86794"/>
                </a:lnTo>
                <a:lnTo>
                  <a:pt x="200626" y="75593"/>
                </a:lnTo>
                <a:lnTo>
                  <a:pt x="204288" y="64393"/>
                </a:lnTo>
                <a:lnTo>
                  <a:pt x="160518" y="50083"/>
                </a:lnTo>
                <a:lnTo>
                  <a:pt x="156856" y="61284"/>
                </a:lnTo>
                <a:moveTo>
                  <a:pt x="244395" y="89903"/>
                </a:moveTo>
                <a:lnTo>
                  <a:pt x="240733" y="101103"/>
                </a:lnTo>
                <a:lnTo>
                  <a:pt x="284503" y="115413"/>
                </a:lnTo>
                <a:lnTo>
                  <a:pt x="288165" y="104212"/>
                </a:lnTo>
                <a:lnTo>
                  <a:pt x="291827" y="93012"/>
                </a:lnTo>
                <a:lnTo>
                  <a:pt x="248057" y="78702"/>
                </a:lnTo>
                <a:lnTo>
                  <a:pt x="244395" y="89903"/>
                </a:lnTo>
                <a:moveTo>
                  <a:pt x="331935" y="118522"/>
                </a:moveTo>
                <a:lnTo>
                  <a:pt x="328273" y="129722"/>
                </a:lnTo>
                <a:lnTo>
                  <a:pt x="372043" y="144032"/>
                </a:lnTo>
                <a:lnTo>
                  <a:pt x="375705" y="132831"/>
                </a:lnTo>
                <a:lnTo>
                  <a:pt x="379366" y="121631"/>
                </a:lnTo>
                <a:lnTo>
                  <a:pt x="335597" y="107321"/>
                </a:lnTo>
                <a:lnTo>
                  <a:pt x="331935" y="118522"/>
                </a:lnTo>
                <a:moveTo>
                  <a:pt x="419474" y="147141"/>
                </a:moveTo>
                <a:lnTo>
                  <a:pt x="415812" y="158341"/>
                </a:lnTo>
                <a:lnTo>
                  <a:pt x="459582" y="172651"/>
                </a:lnTo>
                <a:lnTo>
                  <a:pt x="463244" y="161447"/>
                </a:lnTo>
                <a:lnTo>
                  <a:pt x="466906" y="150247"/>
                </a:lnTo>
                <a:lnTo>
                  <a:pt x="423136" y="135937"/>
                </a:lnTo>
                <a:lnTo>
                  <a:pt x="419474" y="147141"/>
                </a:lnTo>
                <a:moveTo>
                  <a:pt x="507014" y="175757"/>
                </a:moveTo>
                <a:lnTo>
                  <a:pt x="503352" y="186960"/>
                </a:lnTo>
                <a:lnTo>
                  <a:pt x="547122" y="201267"/>
                </a:lnTo>
                <a:lnTo>
                  <a:pt x="550783" y="190066"/>
                </a:lnTo>
                <a:lnTo>
                  <a:pt x="554445" y="178866"/>
                </a:lnTo>
                <a:lnTo>
                  <a:pt x="510676" y="164556"/>
                </a:lnTo>
                <a:lnTo>
                  <a:pt x="507014" y="175757"/>
                </a:lnTo>
                <a:moveTo>
                  <a:pt x="594553" y="204376"/>
                </a:moveTo>
                <a:lnTo>
                  <a:pt x="590891" y="215576"/>
                </a:lnTo>
                <a:lnTo>
                  <a:pt x="612776" y="222731"/>
                </a:lnTo>
                <a:lnTo>
                  <a:pt x="616438" y="211530"/>
                </a:lnTo>
                <a:lnTo>
                  <a:pt x="620100" y="200330"/>
                </a:lnTo>
                <a:lnTo>
                  <a:pt x="598215" y="193175"/>
                </a:lnTo>
                <a:lnTo>
                  <a:pt x="594553" y="204376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path-27">
            <a:extLst xmlns:a="http://schemas.openxmlformats.org/drawingml/2006/main">
              <a:ext uri="{FF2B5EF4-FFF2-40B4-BE49-F238E27FC236}">
                <a16:creationId xmlns:a16="http://schemas.microsoft.com/office/drawing/2014/main" id="{6D3E36BD-580C-442B-9BE6-0D9690F04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18758" y="2682965"/>
            <a:ext cx="552757" cy="232404"/>
          </a:xfrm>
          <a:custGeom xmlns:a="http://schemas.openxmlformats.org/drawingml/2006/main">
            <a:pathLst>
              <a:path w="406890" h="171075">
                <a:moveTo>
                  <a:pt x="406890" y="143024"/>
                </a:moveTo>
                <a:lnTo>
                  <a:pt x="316024" y="41739"/>
                </a:lnTo>
                <a:lnTo>
                  <a:pt x="273740" y="171075"/>
                </a:lnTo>
                <a:lnTo>
                  <a:pt x="406890" y="143024"/>
                </a:lnTo>
                <a:moveTo>
                  <a:pt x="3662" y="11201"/>
                </a:moveTo>
                <a:lnTo>
                  <a:pt x="0" y="22401"/>
                </a:lnTo>
                <a:lnTo>
                  <a:pt x="302421" y="121270"/>
                </a:lnTo>
                <a:lnTo>
                  <a:pt x="306083" y="110069"/>
                </a:lnTo>
                <a:lnTo>
                  <a:pt x="309745" y="98866"/>
                </a:lnTo>
                <a:lnTo>
                  <a:pt x="7324" y="0"/>
                </a:lnTo>
                <a:lnTo>
                  <a:pt x="3662" y="11201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" name="path-28">
            <a:extLst xmlns:a="http://schemas.openxmlformats.org/drawingml/2006/main">
              <a:ext uri="{FF2B5EF4-FFF2-40B4-BE49-F238E27FC236}">
                <a16:creationId xmlns:a16="http://schemas.microsoft.com/office/drawing/2014/main" id="{251F79CB-B012-4E87-A23A-8FDECBB47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8310" y="2847096"/>
            <a:ext cx="253984" cy="253984"/>
          </a:xfrm>
          <a:custGeom xmlns:a="http://schemas.openxmlformats.org/drawingml/2006/main">
            <a:pathLst>
              <a:path w="186960" h="186960">
                <a:moveTo>
                  <a:pt x="16816" y="123927"/>
                </a:moveTo>
                <a:cubicBezTo>
                  <a:pt x="0" y="81587"/>
                  <a:pt x="20691" y="33630"/>
                  <a:pt x="63032" y="16814"/>
                </a:cubicBezTo>
                <a:cubicBezTo>
                  <a:pt x="105372" y="0"/>
                  <a:pt x="153328" y="20689"/>
                  <a:pt x="170144" y="63030"/>
                </a:cubicBezTo>
                <a:cubicBezTo>
                  <a:pt x="186960" y="105371"/>
                  <a:pt x="166268" y="153327"/>
                  <a:pt x="123928" y="170144"/>
                </a:cubicBezTo>
                <a:cubicBezTo>
                  <a:pt x="81587" y="186960"/>
                  <a:pt x="33632" y="166268"/>
                  <a:pt x="16816" y="123927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path-29">
            <a:extLst xmlns:a="http://schemas.openxmlformats.org/drawingml/2006/main">
              <a:ext uri="{FF2B5EF4-FFF2-40B4-BE49-F238E27FC236}">
                <a16:creationId xmlns:a16="http://schemas.microsoft.com/office/drawing/2014/main" id="{D1896EBC-75BD-43F1-80F0-CF89C0914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3238" y="2862024"/>
            <a:ext cx="224127" cy="224126"/>
          </a:xfrm>
          <a:custGeom xmlns:a="http://schemas.openxmlformats.org/drawingml/2006/main">
            <a:pathLst>
              <a:path w="164983" h="164982">
                <a:moveTo>
                  <a:pt x="23704" y="140387"/>
                </a:moveTo>
                <a:lnTo>
                  <a:pt x="35944" y="150602"/>
                </a:lnTo>
                <a:lnTo>
                  <a:pt x="49812" y="158230"/>
                </a:lnTo>
                <a:lnTo>
                  <a:pt x="64876" y="163086"/>
                </a:lnTo>
                <a:lnTo>
                  <a:pt x="80705" y="164982"/>
                </a:lnTo>
                <a:lnTo>
                  <a:pt x="96870" y="163733"/>
                </a:lnTo>
                <a:lnTo>
                  <a:pt x="112939" y="159154"/>
                </a:lnTo>
                <a:lnTo>
                  <a:pt x="127771" y="151461"/>
                </a:lnTo>
                <a:lnTo>
                  <a:pt x="140388" y="141278"/>
                </a:lnTo>
                <a:lnTo>
                  <a:pt x="150603" y="129038"/>
                </a:lnTo>
                <a:lnTo>
                  <a:pt x="158231" y="115171"/>
                </a:lnTo>
                <a:lnTo>
                  <a:pt x="163086" y="100107"/>
                </a:lnTo>
                <a:lnTo>
                  <a:pt x="164983" y="84277"/>
                </a:lnTo>
                <a:lnTo>
                  <a:pt x="163734" y="68113"/>
                </a:lnTo>
                <a:lnTo>
                  <a:pt x="159156" y="52044"/>
                </a:lnTo>
                <a:lnTo>
                  <a:pt x="151462" y="37212"/>
                </a:lnTo>
                <a:lnTo>
                  <a:pt x="141279" y="24595"/>
                </a:lnTo>
                <a:lnTo>
                  <a:pt x="129039" y="14380"/>
                </a:lnTo>
                <a:lnTo>
                  <a:pt x="115171" y="6751"/>
                </a:lnTo>
                <a:lnTo>
                  <a:pt x="100107" y="1896"/>
                </a:lnTo>
                <a:lnTo>
                  <a:pt x="84277" y="0"/>
                </a:lnTo>
                <a:lnTo>
                  <a:pt x="68112" y="1248"/>
                </a:lnTo>
                <a:lnTo>
                  <a:pt x="52043" y="5827"/>
                </a:lnTo>
                <a:lnTo>
                  <a:pt x="37211" y="13521"/>
                </a:lnTo>
                <a:lnTo>
                  <a:pt x="24595" y="23704"/>
                </a:lnTo>
                <a:lnTo>
                  <a:pt x="14380" y="35944"/>
                </a:lnTo>
                <a:lnTo>
                  <a:pt x="6751" y="49811"/>
                </a:lnTo>
                <a:lnTo>
                  <a:pt x="1896" y="64875"/>
                </a:lnTo>
                <a:lnTo>
                  <a:pt x="0" y="80705"/>
                </a:lnTo>
                <a:lnTo>
                  <a:pt x="1248" y="96869"/>
                </a:lnTo>
                <a:lnTo>
                  <a:pt x="5827" y="112938"/>
                </a:lnTo>
                <a:lnTo>
                  <a:pt x="13521" y="127770"/>
                </a:lnTo>
                <a:lnTo>
                  <a:pt x="23704" y="140387"/>
                </a:lnTo>
                <a:close/>
                <a:moveTo>
                  <a:pt x="28391" y="59148"/>
                </a:moveTo>
                <a:lnTo>
                  <a:pt x="36073" y="46183"/>
                </a:lnTo>
                <a:lnTo>
                  <a:pt x="46962" y="35467"/>
                </a:lnTo>
                <a:lnTo>
                  <a:pt x="60742" y="27729"/>
                </a:lnTo>
                <a:lnTo>
                  <a:pt x="76077" y="23904"/>
                </a:lnTo>
                <a:lnTo>
                  <a:pt x="91350" y="24229"/>
                </a:lnTo>
                <a:lnTo>
                  <a:pt x="105834" y="28390"/>
                </a:lnTo>
                <a:lnTo>
                  <a:pt x="118798" y="36071"/>
                </a:lnTo>
                <a:lnTo>
                  <a:pt x="129513" y="46960"/>
                </a:lnTo>
                <a:lnTo>
                  <a:pt x="137251" y="60740"/>
                </a:lnTo>
                <a:lnTo>
                  <a:pt x="141077" y="76074"/>
                </a:lnTo>
                <a:lnTo>
                  <a:pt x="140752" y="91348"/>
                </a:lnTo>
                <a:lnTo>
                  <a:pt x="136591" y="105831"/>
                </a:lnTo>
                <a:lnTo>
                  <a:pt x="128909" y="118796"/>
                </a:lnTo>
                <a:lnTo>
                  <a:pt x="118020" y="129512"/>
                </a:lnTo>
                <a:lnTo>
                  <a:pt x="104239" y="137250"/>
                </a:lnTo>
                <a:lnTo>
                  <a:pt x="88905" y="141075"/>
                </a:lnTo>
                <a:lnTo>
                  <a:pt x="73632" y="140750"/>
                </a:lnTo>
                <a:lnTo>
                  <a:pt x="59148" y="136589"/>
                </a:lnTo>
                <a:lnTo>
                  <a:pt x="46184" y="128908"/>
                </a:lnTo>
                <a:lnTo>
                  <a:pt x="35469" y="118019"/>
                </a:lnTo>
                <a:lnTo>
                  <a:pt x="27731" y="104239"/>
                </a:lnTo>
                <a:lnTo>
                  <a:pt x="23906" y="88905"/>
                </a:lnTo>
                <a:lnTo>
                  <a:pt x="24231" y="73631"/>
                </a:lnTo>
                <a:lnTo>
                  <a:pt x="28391" y="5914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30">
            <a:extLst xmlns:a="http://schemas.openxmlformats.org/drawingml/2006/main">
              <a:ext uri="{FF2B5EF4-FFF2-40B4-BE49-F238E27FC236}">
                <a16:creationId xmlns:a16="http://schemas.microsoft.com/office/drawing/2014/main" id="{487B23BA-7776-42D7-A2BE-8F0281991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1846" y="2596553"/>
            <a:ext cx="224122" cy="224123"/>
          </a:xfrm>
          <a:custGeom xmlns:a="http://schemas.openxmlformats.org/drawingml/2006/main">
            <a:pathLst>
              <a:path w="164978" h="164979">
                <a:moveTo>
                  <a:pt x="82490" y="0"/>
                </a:moveTo>
                <a:cubicBezTo>
                  <a:pt x="128047" y="0"/>
                  <a:pt x="164978" y="36932"/>
                  <a:pt x="164978" y="82490"/>
                </a:cubicBezTo>
                <a:cubicBezTo>
                  <a:pt x="164978" y="128047"/>
                  <a:pt x="128047" y="164979"/>
                  <a:pt x="82490" y="164979"/>
                </a:cubicBezTo>
                <a:cubicBezTo>
                  <a:pt x="36932" y="164979"/>
                  <a:pt x="0" y="128047"/>
                  <a:pt x="0" y="82490"/>
                </a:cubicBezTo>
                <a:cubicBezTo>
                  <a:pt x="0" y="36932"/>
                  <a:pt x="36932" y="0"/>
                  <a:pt x="82490" y="0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path-31">
            <a:extLst xmlns:a="http://schemas.openxmlformats.org/drawingml/2006/main">
              <a:ext uri="{FF2B5EF4-FFF2-40B4-BE49-F238E27FC236}">
                <a16:creationId xmlns:a16="http://schemas.microsoft.com/office/drawing/2014/main" id="{DFB0CB69-18B7-4B09-B822-EFE6CD1F4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31847" y="2596556"/>
            <a:ext cx="224121" cy="224119"/>
          </a:xfrm>
          <a:custGeom xmlns:a="http://schemas.openxmlformats.org/drawingml/2006/main">
            <a:pathLst>
              <a:path w="164978" h="164976">
                <a:moveTo>
                  <a:pt x="50381" y="6482"/>
                </a:moveTo>
                <a:lnTo>
                  <a:pt x="36369" y="14087"/>
                </a:lnTo>
                <a:lnTo>
                  <a:pt x="24161" y="24159"/>
                </a:lnTo>
                <a:lnTo>
                  <a:pt x="14088" y="36367"/>
                </a:lnTo>
                <a:lnTo>
                  <a:pt x="6482" y="50379"/>
                </a:lnTo>
                <a:lnTo>
                  <a:pt x="1676" y="65862"/>
                </a:lnTo>
                <a:lnTo>
                  <a:pt x="0" y="82487"/>
                </a:lnTo>
                <a:lnTo>
                  <a:pt x="1676" y="99111"/>
                </a:lnTo>
                <a:lnTo>
                  <a:pt x="6482" y="114595"/>
                </a:lnTo>
                <a:lnTo>
                  <a:pt x="14088" y="128607"/>
                </a:lnTo>
                <a:lnTo>
                  <a:pt x="24161" y="140816"/>
                </a:lnTo>
                <a:lnTo>
                  <a:pt x="36369" y="150888"/>
                </a:lnTo>
                <a:lnTo>
                  <a:pt x="50381" y="158494"/>
                </a:lnTo>
                <a:lnTo>
                  <a:pt x="65865" y="163300"/>
                </a:lnTo>
                <a:lnTo>
                  <a:pt x="82489" y="164976"/>
                </a:lnTo>
                <a:lnTo>
                  <a:pt x="99113" y="163300"/>
                </a:lnTo>
                <a:lnTo>
                  <a:pt x="114597" y="158494"/>
                </a:lnTo>
                <a:lnTo>
                  <a:pt x="128609" y="150888"/>
                </a:lnTo>
                <a:lnTo>
                  <a:pt x="140817" y="140816"/>
                </a:lnTo>
                <a:lnTo>
                  <a:pt x="150890" y="128607"/>
                </a:lnTo>
                <a:lnTo>
                  <a:pt x="158495" y="114595"/>
                </a:lnTo>
                <a:lnTo>
                  <a:pt x="163302" y="99111"/>
                </a:lnTo>
                <a:lnTo>
                  <a:pt x="164978" y="82487"/>
                </a:lnTo>
                <a:lnTo>
                  <a:pt x="163302" y="65862"/>
                </a:lnTo>
                <a:lnTo>
                  <a:pt x="158495" y="50379"/>
                </a:lnTo>
                <a:lnTo>
                  <a:pt x="150890" y="36367"/>
                </a:lnTo>
                <a:lnTo>
                  <a:pt x="140817" y="24159"/>
                </a:lnTo>
                <a:lnTo>
                  <a:pt x="128609" y="14087"/>
                </a:lnTo>
                <a:lnTo>
                  <a:pt x="114597" y="6482"/>
                </a:lnTo>
                <a:lnTo>
                  <a:pt x="99113" y="1676"/>
                </a:lnTo>
                <a:lnTo>
                  <a:pt x="82489" y="0"/>
                </a:lnTo>
                <a:lnTo>
                  <a:pt x="65865" y="1676"/>
                </a:lnTo>
                <a:lnTo>
                  <a:pt x="50381" y="6482"/>
                </a:lnTo>
                <a:close/>
                <a:moveTo>
                  <a:pt x="124152" y="40824"/>
                </a:moveTo>
                <a:lnTo>
                  <a:pt x="133365" y="52749"/>
                </a:lnTo>
                <a:lnTo>
                  <a:pt x="139305" y="66824"/>
                </a:lnTo>
                <a:lnTo>
                  <a:pt x="141410" y="82487"/>
                </a:lnTo>
                <a:lnTo>
                  <a:pt x="139305" y="98151"/>
                </a:lnTo>
                <a:lnTo>
                  <a:pt x="133365" y="112226"/>
                </a:lnTo>
                <a:lnTo>
                  <a:pt x="124152" y="124151"/>
                </a:lnTo>
                <a:lnTo>
                  <a:pt x="112227" y="133364"/>
                </a:lnTo>
                <a:lnTo>
                  <a:pt x="98152" y="139304"/>
                </a:lnTo>
                <a:lnTo>
                  <a:pt x="82489" y="141408"/>
                </a:lnTo>
                <a:lnTo>
                  <a:pt x="66825" y="139304"/>
                </a:lnTo>
                <a:lnTo>
                  <a:pt x="52750" y="133364"/>
                </a:lnTo>
                <a:lnTo>
                  <a:pt x="40825" y="124151"/>
                </a:lnTo>
                <a:lnTo>
                  <a:pt x="31612" y="112226"/>
                </a:lnTo>
                <a:lnTo>
                  <a:pt x="25673" y="98151"/>
                </a:lnTo>
                <a:lnTo>
                  <a:pt x="23568" y="82487"/>
                </a:lnTo>
                <a:lnTo>
                  <a:pt x="25673" y="66824"/>
                </a:lnTo>
                <a:lnTo>
                  <a:pt x="31612" y="52749"/>
                </a:lnTo>
                <a:lnTo>
                  <a:pt x="40825" y="40824"/>
                </a:lnTo>
                <a:lnTo>
                  <a:pt x="52750" y="31610"/>
                </a:lnTo>
                <a:lnTo>
                  <a:pt x="66825" y="25670"/>
                </a:lnTo>
                <a:lnTo>
                  <a:pt x="82489" y="23565"/>
                </a:lnTo>
                <a:lnTo>
                  <a:pt x="98152" y="25670"/>
                </a:lnTo>
                <a:lnTo>
                  <a:pt x="112227" y="31610"/>
                </a:lnTo>
                <a:lnTo>
                  <a:pt x="124152" y="408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" name="path-32">
            <a:extLst xmlns:a="http://schemas.openxmlformats.org/drawingml/2006/main">
              <a:ext uri="{FF2B5EF4-FFF2-40B4-BE49-F238E27FC236}">
                <a16:creationId xmlns:a16="http://schemas.microsoft.com/office/drawing/2014/main" id="{97B273B0-120F-441B-9D55-C696108BDC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093" y="3243410"/>
            <a:ext cx="7471821" cy="852683"/>
          </a:xfrm>
          <a:custGeom xmlns:a="http://schemas.openxmlformats.org/drawingml/2006/main">
            <a:pathLst>
              <a:path w="5500090" h="627669">
                <a:moveTo>
                  <a:pt x="0" y="0"/>
                </a:moveTo>
                <a:lnTo>
                  <a:pt x="5500090" y="0"/>
                </a:lnTo>
                <a:lnTo>
                  <a:pt x="5500090" y="627669"/>
                </a:lnTo>
                <a:lnTo>
                  <a:pt x="0" y="627669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path-33">
            <a:extLst xmlns:a="http://schemas.openxmlformats.org/drawingml/2006/main">
              <a:ext uri="{FF2B5EF4-FFF2-40B4-BE49-F238E27FC236}">
                <a16:creationId xmlns:a16="http://schemas.microsoft.com/office/drawing/2014/main" id="{A8E40CA7-5E12-4AA8-9012-2FF4B7F3E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79284" y="2383133"/>
            <a:ext cx="161220" cy="201636"/>
          </a:xfrm>
          <a:custGeom xmlns:a="http://schemas.openxmlformats.org/drawingml/2006/main">
            <a:pathLst>
              <a:path w="118676" h="148427">
                <a:moveTo>
                  <a:pt x="109622" y="8410"/>
                </a:moveTo>
                <a:cubicBezTo>
                  <a:pt x="109622" y="2266"/>
                  <a:pt x="109622" y="0"/>
                  <a:pt x="104771" y="0"/>
                </a:cubicBezTo>
                <a:cubicBezTo>
                  <a:pt x="102831" y="0"/>
                  <a:pt x="102184" y="0"/>
                  <a:pt x="97334" y="2910"/>
                </a:cubicBezTo>
                <a:cubicBezTo>
                  <a:pt x="96040" y="3881"/>
                  <a:pt x="92483" y="6144"/>
                  <a:pt x="90866" y="7115"/>
                </a:cubicBezTo>
                <a:cubicBezTo>
                  <a:pt x="81812" y="1942"/>
                  <a:pt x="69847" y="0"/>
                  <a:pt x="58206" y="0"/>
                </a:cubicBezTo>
                <a:cubicBezTo>
                  <a:pt x="48505" y="0"/>
                  <a:pt x="0" y="0"/>
                  <a:pt x="0" y="42040"/>
                </a:cubicBezTo>
                <a:cubicBezTo>
                  <a:pt x="0" y="75994"/>
                  <a:pt x="40098" y="83106"/>
                  <a:pt x="50122" y="84724"/>
                </a:cubicBezTo>
                <a:cubicBezTo>
                  <a:pt x="58853" y="86340"/>
                  <a:pt x="69524" y="88282"/>
                  <a:pt x="70818" y="88282"/>
                </a:cubicBezTo>
                <a:cubicBezTo>
                  <a:pt x="83752" y="91192"/>
                  <a:pt x="96687" y="99275"/>
                  <a:pt x="96687" y="112857"/>
                </a:cubicBezTo>
                <a:cubicBezTo>
                  <a:pt x="96687" y="137754"/>
                  <a:pt x="67260" y="137754"/>
                  <a:pt x="60470" y="137754"/>
                </a:cubicBezTo>
                <a:cubicBezTo>
                  <a:pt x="43978" y="137754"/>
                  <a:pt x="23606" y="132581"/>
                  <a:pt x="14552" y="101214"/>
                </a:cubicBezTo>
                <a:cubicBezTo>
                  <a:pt x="12612" y="94746"/>
                  <a:pt x="12288" y="94426"/>
                  <a:pt x="6791" y="94426"/>
                </a:cubicBezTo>
                <a:cubicBezTo>
                  <a:pt x="0" y="94426"/>
                  <a:pt x="0" y="95394"/>
                  <a:pt x="0" y="102832"/>
                </a:cubicBezTo>
                <a:lnTo>
                  <a:pt x="0" y="140020"/>
                </a:lnTo>
                <a:cubicBezTo>
                  <a:pt x="0" y="146164"/>
                  <a:pt x="0" y="148427"/>
                  <a:pt x="4851" y="148427"/>
                </a:cubicBezTo>
                <a:cubicBezTo>
                  <a:pt x="7114" y="148427"/>
                  <a:pt x="7761" y="148427"/>
                  <a:pt x="14228" y="143254"/>
                </a:cubicBezTo>
                <a:lnTo>
                  <a:pt x="22635" y="137110"/>
                </a:lnTo>
                <a:cubicBezTo>
                  <a:pt x="37187" y="148427"/>
                  <a:pt x="54649" y="148427"/>
                  <a:pt x="60470" y="148427"/>
                </a:cubicBezTo>
                <a:cubicBezTo>
                  <a:pt x="78255" y="148427"/>
                  <a:pt x="118676" y="144546"/>
                  <a:pt x="118676" y="101538"/>
                </a:cubicBezTo>
                <a:cubicBezTo>
                  <a:pt x="118676" y="86016"/>
                  <a:pt x="110268" y="75346"/>
                  <a:pt x="103801" y="69526"/>
                </a:cubicBezTo>
                <a:cubicBezTo>
                  <a:pt x="90543" y="58530"/>
                  <a:pt x="79548" y="56591"/>
                  <a:pt x="62087" y="53357"/>
                </a:cubicBezTo>
                <a:cubicBezTo>
                  <a:pt x="41391" y="49799"/>
                  <a:pt x="21989" y="46242"/>
                  <a:pt x="21989" y="30720"/>
                </a:cubicBezTo>
                <a:cubicBezTo>
                  <a:pt x="21989" y="9701"/>
                  <a:pt x="50769" y="9701"/>
                  <a:pt x="57559" y="9701"/>
                </a:cubicBezTo>
                <a:cubicBezTo>
                  <a:pt x="93453" y="9701"/>
                  <a:pt x="95394" y="32338"/>
                  <a:pt x="96040" y="40421"/>
                </a:cubicBezTo>
                <a:cubicBezTo>
                  <a:pt x="96363" y="44626"/>
                  <a:pt x="98950" y="44626"/>
                  <a:pt x="102831" y="44626"/>
                </a:cubicBezTo>
                <a:cubicBezTo>
                  <a:pt x="109622" y="44626"/>
                  <a:pt x="109622" y="43655"/>
                  <a:pt x="109622" y="36219"/>
                </a:cubicBezTo>
                <a:lnTo>
                  <a:pt x="109622" y="8410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34">
            <a:extLst xmlns:a="http://schemas.openxmlformats.org/drawingml/2006/main">
              <a:ext uri="{FF2B5EF4-FFF2-40B4-BE49-F238E27FC236}">
                <a16:creationId xmlns:a16="http://schemas.microsoft.com/office/drawing/2014/main" id="{022E11DA-6528-43A8-86BC-7FFA863DF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2213" y="2504810"/>
            <a:ext cx="145845" cy="139400"/>
          </a:xfrm>
          <a:custGeom xmlns:a="http://schemas.openxmlformats.org/drawingml/2006/main">
            <a:pathLst>
              <a:path w="107358" h="102614">
                <a:moveTo>
                  <a:pt x="103262" y="43760"/>
                </a:moveTo>
                <a:cubicBezTo>
                  <a:pt x="106280" y="42253"/>
                  <a:pt x="107358" y="41821"/>
                  <a:pt x="107358" y="39882"/>
                </a:cubicBezTo>
                <a:cubicBezTo>
                  <a:pt x="107358" y="38587"/>
                  <a:pt x="106065" y="37080"/>
                  <a:pt x="104340" y="37080"/>
                </a:cubicBezTo>
                <a:cubicBezTo>
                  <a:pt x="103908" y="37080"/>
                  <a:pt x="98088" y="38156"/>
                  <a:pt x="94854" y="38803"/>
                </a:cubicBezTo>
                <a:lnTo>
                  <a:pt x="61871" y="45271"/>
                </a:lnTo>
                <a:lnTo>
                  <a:pt x="57128" y="5605"/>
                </a:lnTo>
                <a:cubicBezTo>
                  <a:pt x="56697" y="2155"/>
                  <a:pt x="56050" y="0"/>
                  <a:pt x="53679" y="0"/>
                </a:cubicBezTo>
                <a:cubicBezTo>
                  <a:pt x="51092" y="0"/>
                  <a:pt x="50877" y="1723"/>
                  <a:pt x="50445" y="5605"/>
                </a:cubicBezTo>
                <a:lnTo>
                  <a:pt x="45702" y="45271"/>
                </a:lnTo>
                <a:lnTo>
                  <a:pt x="6036" y="37508"/>
                </a:lnTo>
                <a:lnTo>
                  <a:pt x="3018" y="37080"/>
                </a:lnTo>
                <a:cubicBezTo>
                  <a:pt x="1293" y="37080"/>
                  <a:pt x="0" y="38587"/>
                  <a:pt x="0" y="39882"/>
                </a:cubicBezTo>
                <a:cubicBezTo>
                  <a:pt x="0" y="42037"/>
                  <a:pt x="1725" y="42900"/>
                  <a:pt x="3880" y="43760"/>
                </a:cubicBezTo>
                <a:lnTo>
                  <a:pt x="40744" y="60577"/>
                </a:lnTo>
                <a:lnTo>
                  <a:pt x="23714" y="90973"/>
                </a:lnTo>
                <a:cubicBezTo>
                  <a:pt x="22205" y="93775"/>
                  <a:pt x="19402" y="98948"/>
                  <a:pt x="19402" y="99596"/>
                </a:cubicBezTo>
                <a:cubicBezTo>
                  <a:pt x="19402" y="100890"/>
                  <a:pt x="20265" y="102614"/>
                  <a:pt x="22420" y="102614"/>
                </a:cubicBezTo>
                <a:cubicBezTo>
                  <a:pt x="22851" y="102614"/>
                  <a:pt x="23498" y="102614"/>
                  <a:pt x="24792" y="101535"/>
                </a:cubicBezTo>
                <a:cubicBezTo>
                  <a:pt x="26516" y="99811"/>
                  <a:pt x="30612" y="95070"/>
                  <a:pt x="32337" y="93344"/>
                </a:cubicBezTo>
                <a:lnTo>
                  <a:pt x="53679" y="70278"/>
                </a:lnTo>
                <a:lnTo>
                  <a:pt x="77393" y="95714"/>
                </a:lnTo>
                <a:cubicBezTo>
                  <a:pt x="78255" y="96793"/>
                  <a:pt x="80626" y="99380"/>
                  <a:pt x="81704" y="100243"/>
                </a:cubicBezTo>
                <a:cubicBezTo>
                  <a:pt x="83860" y="102398"/>
                  <a:pt x="84075" y="102614"/>
                  <a:pt x="84938" y="102614"/>
                </a:cubicBezTo>
                <a:cubicBezTo>
                  <a:pt x="87093" y="102614"/>
                  <a:pt x="87956" y="100890"/>
                  <a:pt x="87956" y="99596"/>
                </a:cubicBezTo>
                <a:cubicBezTo>
                  <a:pt x="87956" y="98088"/>
                  <a:pt x="69201" y="65102"/>
                  <a:pt x="66614" y="60793"/>
                </a:cubicBezTo>
                <a:lnTo>
                  <a:pt x="103262" y="43760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35">
            <a:extLst xmlns:a="http://schemas.openxmlformats.org/drawingml/2006/main">
              <a:ext uri="{FF2B5EF4-FFF2-40B4-BE49-F238E27FC236}">
                <a16:creationId xmlns:a16="http://schemas.microsoft.com/office/drawing/2014/main" id="{09B39515-0FA4-4ADD-BB61-CBC1B03C77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096" y="591055"/>
            <a:ext cx="7471817" cy="2651989"/>
          </a:xfrm>
          <a:custGeom xmlns:a="http://schemas.openxmlformats.org/drawingml/2006/main">
            <a:pathLst>
              <a:path w="5500088" h="1952159">
                <a:moveTo>
                  <a:pt x="0" y="0"/>
                </a:moveTo>
                <a:lnTo>
                  <a:pt x="0" y="1952159"/>
                </a:lnTo>
                <a:lnTo>
                  <a:pt x="5500088" y="1952159"/>
                </a:lnTo>
                <a:lnTo>
                  <a:pt x="5500088" y="0"/>
                </a:lnTo>
                <a:lnTo>
                  <a:pt x="0" y="0"/>
                </a:lnTo>
                <a:close/>
                <a:moveTo>
                  <a:pt x="5489451" y="1941520"/>
                </a:moveTo>
                <a:lnTo>
                  <a:pt x="10638" y="1941520"/>
                </a:lnTo>
                <a:lnTo>
                  <a:pt x="10638" y="10638"/>
                </a:lnTo>
                <a:lnTo>
                  <a:pt x="5489451" y="10638"/>
                </a:lnTo>
                <a:lnTo>
                  <a:pt x="5489451" y="194152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33" name="">
            <a:extLst xmlns:a="http://schemas.openxmlformats.org/drawingml/2006/main">
              <a:ext uri="{FF2B5EF4-FFF2-40B4-BE49-F238E27FC236}">
                <a16:creationId xmlns:a16="http://schemas.microsoft.com/office/drawing/2014/main" id="{2AD45E0E-8B6E-4274-A2F1-5BC1D84328C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f9e4a7dee194d37"/>
          <a:stretch xmlns:a="http://schemas.openxmlformats.org/drawingml/2006/main"/>
        </p:blipFill>
        <p:spPr>
          <a:xfrm xmlns:a="http://schemas.openxmlformats.org/drawingml/2006/main">
            <a:off x="2856724" y="4144509"/>
            <a:ext cx="1889185" cy="3752491"/>
          </a:xfrm>
          <a:prstGeom xmlns:a="http://schemas.openxmlformats.org/drawingml/2006/main" prst="rect">
            <a:avLst/>
          </a:prstGeom>
        </p:spPr>
      </p:pic>
      <p:pic>
        <p:nvPicPr>
          <p:cNvPr id="34" name="">
            <a:extLst xmlns:a="http://schemas.openxmlformats.org/drawingml/2006/main">
              <a:ext uri="{FF2B5EF4-FFF2-40B4-BE49-F238E27FC236}">
                <a16:creationId xmlns:a16="http://schemas.microsoft.com/office/drawing/2014/main" id="{86DCA3FF-09C0-41D9-8C9B-49243B9FC42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482a537486a45e4"/>
          <a:stretch xmlns:a="http://schemas.openxmlformats.org/drawingml/2006/main"/>
        </p:blipFill>
        <p:spPr>
          <a:xfrm xmlns:a="http://schemas.openxmlformats.org/drawingml/2006/main">
            <a:off x="993418" y="4144509"/>
            <a:ext cx="1889185" cy="3752491"/>
          </a:xfrm>
          <a:prstGeom xmlns:a="http://schemas.openxmlformats.org/drawingml/2006/main" prst="rect">
            <a:avLst/>
          </a:prstGeom>
        </p:spPr>
      </p:pic>
      <p:pic>
        <p:nvPicPr>
          <p:cNvPr id="35" name="">
            <a:extLst xmlns:a="http://schemas.openxmlformats.org/drawingml/2006/main">
              <a:ext uri="{FF2B5EF4-FFF2-40B4-BE49-F238E27FC236}">
                <a16:creationId xmlns:a16="http://schemas.microsoft.com/office/drawing/2014/main" id="{AECE49FC-64E3-48D9-A7AD-FD5298E511F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72eafc22d1547ce"/>
          <a:stretch xmlns:a="http://schemas.openxmlformats.org/drawingml/2006/main"/>
        </p:blipFill>
        <p:spPr>
          <a:xfrm xmlns:a="http://schemas.openxmlformats.org/drawingml/2006/main">
            <a:off x="721686" y="4144509"/>
            <a:ext cx="16847389" cy="3817189"/>
          </a:xfrm>
          <a:prstGeom xmlns:a="http://schemas.openxmlformats.org/drawingml/2006/main" prst="rect">
            <a:avLst/>
          </a:prstGeom>
        </p:spPr>
      </p:pic>
      <p:pic>
        <p:nvPicPr>
          <p:cNvPr id="36" name="">
            <a:extLst xmlns:a="http://schemas.openxmlformats.org/drawingml/2006/main">
              <a:ext uri="{FF2B5EF4-FFF2-40B4-BE49-F238E27FC236}">
                <a16:creationId xmlns:a16="http://schemas.microsoft.com/office/drawing/2014/main" id="{04ECD932-0621-4FF2-AD8F-3A3AFFEBA2A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22f32584376475a"/>
          <a:stretch xmlns:a="http://schemas.openxmlformats.org/drawingml/2006/main"/>
        </p:blipFill>
        <p:spPr>
          <a:xfrm xmlns:a="http://schemas.openxmlformats.org/drawingml/2006/main">
            <a:off x="721686" y="4105690"/>
            <a:ext cx="16847389" cy="3817189"/>
          </a:xfrm>
          <a:prstGeom xmlns:a="http://schemas.openxmlformats.org/drawingml/2006/main" prst="rect">
            <a:avLst/>
          </a:prstGeom>
        </p:spPr>
      </p:pic>
      <p:pic>
        <p:nvPicPr>
          <p:cNvPr id="37" name="">
            <a:extLst xmlns:a="http://schemas.openxmlformats.org/drawingml/2006/main">
              <a:ext uri="{FF2B5EF4-FFF2-40B4-BE49-F238E27FC236}">
                <a16:creationId xmlns:a16="http://schemas.microsoft.com/office/drawing/2014/main" id="{D68AAEAE-3F31-4EF1-B365-5A5DDECC7A1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1476cceb2394344"/>
          <a:stretch xmlns:a="http://schemas.openxmlformats.org/drawingml/2006/main"/>
        </p:blipFill>
        <p:spPr>
          <a:xfrm xmlns:a="http://schemas.openxmlformats.org/drawingml/2006/main">
            <a:off x="4720029" y="4144509"/>
            <a:ext cx="1889185" cy="3752491"/>
          </a:xfrm>
          <a:prstGeom xmlns:a="http://schemas.openxmlformats.org/drawingml/2006/main" prst="rect">
            <a:avLst/>
          </a:prstGeom>
        </p:spPr>
      </p:pic>
      <p:pic>
        <p:nvPicPr>
          <p:cNvPr id="38" name="">
            <a:extLst xmlns:a="http://schemas.openxmlformats.org/drawingml/2006/main">
              <a:ext uri="{FF2B5EF4-FFF2-40B4-BE49-F238E27FC236}">
                <a16:creationId xmlns:a16="http://schemas.microsoft.com/office/drawing/2014/main" id="{AC964C10-557D-4A84-B810-E6F3E08FBAD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af9d1a0e8ca48b2"/>
          <a:stretch xmlns:a="http://schemas.openxmlformats.org/drawingml/2006/main"/>
        </p:blipFill>
        <p:spPr>
          <a:xfrm xmlns:a="http://schemas.openxmlformats.org/drawingml/2006/main">
            <a:off x="721686" y="4131569"/>
            <a:ext cx="11645660" cy="3830128"/>
          </a:xfrm>
          <a:prstGeom xmlns:a="http://schemas.openxmlformats.org/drawingml/2006/main" prst="rect">
            <a:avLst/>
          </a:prstGeom>
        </p:spPr>
      </p:pic>
      <p:pic>
        <p:nvPicPr>
          <p:cNvPr id="39" name="">
            <a:extLst xmlns:a="http://schemas.openxmlformats.org/drawingml/2006/main">
              <a:ext uri="{FF2B5EF4-FFF2-40B4-BE49-F238E27FC236}">
                <a16:creationId xmlns:a16="http://schemas.microsoft.com/office/drawing/2014/main" id="{C8D1EB96-D82F-4D79-93C1-0F73F949170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20a38ca2e684899"/>
          <a:stretch xmlns:a="http://schemas.openxmlformats.org/drawingml/2006/main"/>
        </p:blipFill>
        <p:spPr>
          <a:xfrm xmlns:a="http://schemas.openxmlformats.org/drawingml/2006/main">
            <a:off x="721686" y="4092750"/>
            <a:ext cx="11645660" cy="3830128"/>
          </a:xfrm>
          <a:prstGeom xmlns:a="http://schemas.openxmlformats.org/drawingml/2006/main" prst="rect">
            <a:avLst/>
          </a:prstGeom>
        </p:spPr>
      </p:pic>
      <p:pic>
        <p:nvPicPr>
          <p:cNvPr id="40" name="">
            <a:extLst xmlns:a="http://schemas.openxmlformats.org/drawingml/2006/main">
              <a:ext uri="{FF2B5EF4-FFF2-40B4-BE49-F238E27FC236}">
                <a16:creationId xmlns:a16="http://schemas.microsoft.com/office/drawing/2014/main" id="{00D794F1-D27C-4F06-BD08-8D480A9EF76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8ba7f797cb54447"/>
          <a:stretch xmlns:a="http://schemas.openxmlformats.org/drawingml/2006/main"/>
        </p:blipFill>
        <p:spPr>
          <a:xfrm xmlns:a="http://schemas.openxmlformats.org/drawingml/2006/main">
            <a:off x="6583335" y="4144509"/>
            <a:ext cx="1889185" cy="3752491"/>
          </a:xfrm>
          <a:prstGeom xmlns:a="http://schemas.openxmlformats.org/drawingml/2006/main" prst="rect">
            <a:avLst/>
          </a:prstGeom>
        </p:spPr>
      </p:pic>
      <p:sp>
        <p:nvSpPr>
          <p:cNvPr id="41" name="path-44">
            <a:extLst xmlns:a="http://schemas.openxmlformats.org/drawingml/2006/main">
              <a:ext uri="{FF2B5EF4-FFF2-40B4-BE49-F238E27FC236}">
                <a16:creationId xmlns:a16="http://schemas.microsoft.com/office/drawing/2014/main" id="{E3D740A7-A0FB-4DFB-B4A7-BE41B0161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5213" y="3442898"/>
            <a:ext cx="1859825" cy="412113"/>
          </a:xfrm>
          <a:custGeom xmlns:a="http://schemas.openxmlformats.org/drawingml/2006/main">
            <a:pathLst>
              <a:path w="1369038" h="303361">
                <a:moveTo>
                  <a:pt x="206120" y="0"/>
                </a:moveTo>
                <a:lnTo>
                  <a:pt x="187337" y="76462"/>
                </a:lnTo>
                <a:lnTo>
                  <a:pt x="181851" y="76462"/>
                </a:lnTo>
                <a:cubicBezTo>
                  <a:pt x="180632" y="64495"/>
                  <a:pt x="178471" y="54910"/>
                  <a:pt x="175369" y="47707"/>
                </a:cubicBezTo>
                <a:cubicBezTo>
                  <a:pt x="170714" y="37290"/>
                  <a:pt x="164508" y="29255"/>
                  <a:pt x="156751" y="23602"/>
                </a:cubicBezTo>
                <a:cubicBezTo>
                  <a:pt x="149105" y="17952"/>
                  <a:pt x="140793" y="15124"/>
                  <a:pt x="131817" y="15124"/>
                </a:cubicBezTo>
                <a:cubicBezTo>
                  <a:pt x="123173" y="15124"/>
                  <a:pt x="115583" y="18449"/>
                  <a:pt x="109044" y="25098"/>
                </a:cubicBezTo>
                <a:cubicBezTo>
                  <a:pt x="102617" y="31637"/>
                  <a:pt x="99403" y="39061"/>
                  <a:pt x="99403" y="47372"/>
                </a:cubicBezTo>
                <a:cubicBezTo>
                  <a:pt x="99403" y="55574"/>
                  <a:pt x="101620" y="63663"/>
                  <a:pt x="106052" y="71641"/>
                </a:cubicBezTo>
                <a:cubicBezTo>
                  <a:pt x="110596" y="79511"/>
                  <a:pt x="121234" y="91422"/>
                  <a:pt x="137968" y="107381"/>
                </a:cubicBezTo>
                <a:cubicBezTo>
                  <a:pt x="151376" y="120126"/>
                  <a:pt x="160352" y="131096"/>
                  <a:pt x="164896" y="140292"/>
                </a:cubicBezTo>
                <a:cubicBezTo>
                  <a:pt x="169551" y="149491"/>
                  <a:pt x="171878" y="159465"/>
                  <a:pt x="171878" y="170215"/>
                </a:cubicBezTo>
                <a:cubicBezTo>
                  <a:pt x="171878" y="182292"/>
                  <a:pt x="168664" y="193431"/>
                  <a:pt x="162237" y="203626"/>
                </a:cubicBezTo>
                <a:cubicBezTo>
                  <a:pt x="155809" y="213822"/>
                  <a:pt x="146445" y="221743"/>
                  <a:pt x="134145" y="227396"/>
                </a:cubicBezTo>
                <a:cubicBezTo>
                  <a:pt x="121955" y="232938"/>
                  <a:pt x="108102" y="235706"/>
                  <a:pt x="92587" y="235706"/>
                </a:cubicBezTo>
                <a:cubicBezTo>
                  <a:pt x="83058" y="235706"/>
                  <a:pt x="71034" y="234267"/>
                  <a:pt x="56517" y="231385"/>
                </a:cubicBezTo>
                <a:cubicBezTo>
                  <a:pt x="42110" y="228614"/>
                  <a:pt x="32525" y="227231"/>
                  <a:pt x="27760" y="227231"/>
                </a:cubicBezTo>
                <a:cubicBezTo>
                  <a:pt x="23992" y="227231"/>
                  <a:pt x="20612" y="227839"/>
                  <a:pt x="17620" y="229059"/>
                </a:cubicBezTo>
                <a:cubicBezTo>
                  <a:pt x="14628" y="230167"/>
                  <a:pt x="10915" y="232381"/>
                  <a:pt x="6483" y="235706"/>
                </a:cubicBezTo>
                <a:lnTo>
                  <a:pt x="0" y="235706"/>
                </a:lnTo>
                <a:lnTo>
                  <a:pt x="20113" y="149770"/>
                </a:lnTo>
                <a:lnTo>
                  <a:pt x="26430" y="149770"/>
                </a:lnTo>
                <a:cubicBezTo>
                  <a:pt x="27870" y="164840"/>
                  <a:pt x="30918" y="177693"/>
                  <a:pt x="35572" y="188331"/>
                </a:cubicBezTo>
                <a:cubicBezTo>
                  <a:pt x="40227" y="198859"/>
                  <a:pt x="46876" y="207115"/>
                  <a:pt x="55519" y="213100"/>
                </a:cubicBezTo>
                <a:cubicBezTo>
                  <a:pt x="64163" y="218975"/>
                  <a:pt x="74026" y="221910"/>
                  <a:pt x="85108" y="221910"/>
                </a:cubicBezTo>
                <a:cubicBezTo>
                  <a:pt x="96078" y="221910"/>
                  <a:pt x="105221" y="218308"/>
                  <a:pt x="112535" y="211105"/>
                </a:cubicBezTo>
                <a:cubicBezTo>
                  <a:pt x="119960" y="203791"/>
                  <a:pt x="123672" y="195259"/>
                  <a:pt x="123672" y="185506"/>
                </a:cubicBezTo>
                <a:cubicBezTo>
                  <a:pt x="123672" y="177196"/>
                  <a:pt x="121566" y="169218"/>
                  <a:pt x="117356" y="161569"/>
                </a:cubicBezTo>
                <a:cubicBezTo>
                  <a:pt x="113255" y="153923"/>
                  <a:pt x="103780" y="142788"/>
                  <a:pt x="88931" y="128158"/>
                </a:cubicBezTo>
                <a:cubicBezTo>
                  <a:pt x="74192" y="113530"/>
                  <a:pt x="63997" y="100456"/>
                  <a:pt x="58346" y="88929"/>
                </a:cubicBezTo>
                <a:cubicBezTo>
                  <a:pt x="54245" y="80397"/>
                  <a:pt x="52195" y="71309"/>
                  <a:pt x="52195" y="61670"/>
                </a:cubicBezTo>
                <a:cubicBezTo>
                  <a:pt x="52195" y="44936"/>
                  <a:pt x="58788" y="30473"/>
                  <a:pt x="71976" y="18284"/>
                </a:cubicBezTo>
                <a:cubicBezTo>
                  <a:pt x="85163" y="6093"/>
                  <a:pt x="102395" y="0"/>
                  <a:pt x="123672" y="0"/>
                </a:cubicBezTo>
                <a:cubicBezTo>
                  <a:pt x="133313" y="0"/>
                  <a:pt x="146002" y="2161"/>
                  <a:pt x="161738" y="6482"/>
                </a:cubicBezTo>
                <a:cubicBezTo>
                  <a:pt x="170935" y="9031"/>
                  <a:pt x="177419" y="10303"/>
                  <a:pt x="181186" y="10303"/>
                </a:cubicBezTo>
                <a:cubicBezTo>
                  <a:pt x="184400" y="10303"/>
                  <a:pt x="187281" y="9639"/>
                  <a:pt x="189830" y="8310"/>
                </a:cubicBezTo>
                <a:cubicBezTo>
                  <a:pt x="192379" y="6868"/>
                  <a:pt x="195371" y="4100"/>
                  <a:pt x="198806" y="0"/>
                </a:cubicBezTo>
                <a:lnTo>
                  <a:pt x="206120" y="0"/>
                </a:lnTo>
                <a:moveTo>
                  <a:pt x="287405" y="76462"/>
                </a:moveTo>
                <a:lnTo>
                  <a:pt x="255157" y="189495"/>
                </a:lnTo>
                <a:cubicBezTo>
                  <a:pt x="253605" y="194705"/>
                  <a:pt x="252829" y="198305"/>
                  <a:pt x="252829" y="200301"/>
                </a:cubicBezTo>
                <a:cubicBezTo>
                  <a:pt x="252829" y="201298"/>
                  <a:pt x="253218" y="202073"/>
                  <a:pt x="253994" y="202630"/>
                </a:cubicBezTo>
                <a:cubicBezTo>
                  <a:pt x="254880" y="203515"/>
                  <a:pt x="255933" y="203958"/>
                  <a:pt x="257151" y="203958"/>
                </a:cubicBezTo>
                <a:cubicBezTo>
                  <a:pt x="262249" y="203958"/>
                  <a:pt x="269065" y="199416"/>
                  <a:pt x="277598" y="190327"/>
                </a:cubicBezTo>
                <a:cubicBezTo>
                  <a:pt x="289787" y="177139"/>
                  <a:pt x="302587" y="158191"/>
                  <a:pt x="315996" y="133478"/>
                </a:cubicBezTo>
                <a:lnTo>
                  <a:pt x="331122" y="82612"/>
                </a:lnTo>
                <a:lnTo>
                  <a:pt x="373177" y="81118"/>
                </a:lnTo>
                <a:lnTo>
                  <a:pt x="341262" y="190827"/>
                </a:lnTo>
                <a:cubicBezTo>
                  <a:pt x="338603" y="200134"/>
                  <a:pt x="337272" y="205455"/>
                  <a:pt x="337272" y="206783"/>
                </a:cubicBezTo>
                <a:cubicBezTo>
                  <a:pt x="337272" y="207669"/>
                  <a:pt x="337661" y="208612"/>
                  <a:pt x="338436" y="209611"/>
                </a:cubicBezTo>
                <a:cubicBezTo>
                  <a:pt x="339323" y="210497"/>
                  <a:pt x="340210" y="210940"/>
                  <a:pt x="341096" y="210940"/>
                </a:cubicBezTo>
                <a:cubicBezTo>
                  <a:pt x="342648" y="210940"/>
                  <a:pt x="344143" y="210275"/>
                  <a:pt x="345584" y="208944"/>
                </a:cubicBezTo>
                <a:cubicBezTo>
                  <a:pt x="349573" y="205730"/>
                  <a:pt x="354837" y="199248"/>
                  <a:pt x="361376" y="189495"/>
                </a:cubicBezTo>
                <a:lnTo>
                  <a:pt x="367027" y="193485"/>
                </a:lnTo>
                <a:cubicBezTo>
                  <a:pt x="351624" y="221300"/>
                  <a:pt x="334668" y="235209"/>
                  <a:pt x="316162" y="235209"/>
                </a:cubicBezTo>
                <a:cubicBezTo>
                  <a:pt x="309292" y="235209"/>
                  <a:pt x="303861" y="233491"/>
                  <a:pt x="299872" y="230056"/>
                </a:cubicBezTo>
                <a:cubicBezTo>
                  <a:pt x="295994" y="226510"/>
                  <a:pt x="294054" y="221910"/>
                  <a:pt x="294054" y="216258"/>
                </a:cubicBezTo>
                <a:cubicBezTo>
                  <a:pt x="294054" y="210275"/>
                  <a:pt x="295439" y="202683"/>
                  <a:pt x="298210" y="193485"/>
                </a:cubicBezTo>
                <a:lnTo>
                  <a:pt x="306354" y="165394"/>
                </a:lnTo>
                <a:cubicBezTo>
                  <a:pt x="291948" y="186338"/>
                  <a:pt x="281476" y="200466"/>
                  <a:pt x="274938" y="207783"/>
                </a:cubicBezTo>
                <a:cubicBezTo>
                  <a:pt x="264964" y="218753"/>
                  <a:pt x="256542" y="226067"/>
                  <a:pt x="249672" y="229724"/>
                </a:cubicBezTo>
                <a:cubicBezTo>
                  <a:pt x="242912" y="233381"/>
                  <a:pt x="236429" y="235209"/>
                  <a:pt x="230223" y="235209"/>
                </a:cubicBezTo>
                <a:cubicBezTo>
                  <a:pt x="224350" y="235209"/>
                  <a:pt x="219252" y="233049"/>
                  <a:pt x="214930" y="228724"/>
                </a:cubicBezTo>
                <a:cubicBezTo>
                  <a:pt x="210719" y="224403"/>
                  <a:pt x="208613" y="218918"/>
                  <a:pt x="208613" y="212269"/>
                </a:cubicBezTo>
                <a:cubicBezTo>
                  <a:pt x="208613" y="206619"/>
                  <a:pt x="209999" y="199027"/>
                  <a:pt x="212769" y="189495"/>
                </a:cubicBezTo>
                <a:lnTo>
                  <a:pt x="231553" y="123005"/>
                </a:lnTo>
                <a:cubicBezTo>
                  <a:pt x="234656" y="112145"/>
                  <a:pt x="236207" y="104831"/>
                  <a:pt x="236207" y="101064"/>
                </a:cubicBezTo>
                <a:cubicBezTo>
                  <a:pt x="236207" y="99403"/>
                  <a:pt x="235764" y="97960"/>
                  <a:pt x="234877" y="96742"/>
                </a:cubicBezTo>
                <a:cubicBezTo>
                  <a:pt x="233991" y="95414"/>
                  <a:pt x="232495" y="94414"/>
                  <a:pt x="230389" y="93750"/>
                </a:cubicBezTo>
                <a:cubicBezTo>
                  <a:pt x="228395" y="92975"/>
                  <a:pt x="224626" y="92586"/>
                  <a:pt x="219086" y="92586"/>
                </a:cubicBezTo>
                <a:lnTo>
                  <a:pt x="220748" y="86271"/>
                </a:lnTo>
                <a:lnTo>
                  <a:pt x="277431" y="76462"/>
                </a:lnTo>
                <a:lnTo>
                  <a:pt x="287405" y="76462"/>
                </a:lnTo>
                <a:moveTo>
                  <a:pt x="407088" y="85772"/>
                </a:moveTo>
                <a:lnTo>
                  <a:pt x="462108" y="76462"/>
                </a:lnTo>
                <a:lnTo>
                  <a:pt x="472082" y="76462"/>
                </a:lnTo>
                <a:lnTo>
                  <a:pt x="464602" y="103556"/>
                </a:lnTo>
                <a:cubicBezTo>
                  <a:pt x="476238" y="92918"/>
                  <a:pt x="485768" y="85772"/>
                  <a:pt x="493193" y="82115"/>
                </a:cubicBezTo>
                <a:cubicBezTo>
                  <a:pt x="500618" y="78347"/>
                  <a:pt x="507987" y="76462"/>
                  <a:pt x="515301" y="76462"/>
                </a:cubicBezTo>
                <a:cubicBezTo>
                  <a:pt x="525717" y="76462"/>
                  <a:pt x="533752" y="80508"/>
                  <a:pt x="539404" y="88597"/>
                </a:cubicBezTo>
                <a:cubicBezTo>
                  <a:pt x="545055" y="96575"/>
                  <a:pt x="547881" y="106384"/>
                  <a:pt x="547881" y="118019"/>
                </a:cubicBezTo>
                <a:cubicBezTo>
                  <a:pt x="547881" y="149824"/>
                  <a:pt x="536855" y="178028"/>
                  <a:pt x="514802" y="202630"/>
                </a:cubicBezTo>
                <a:cubicBezTo>
                  <a:pt x="495298" y="224349"/>
                  <a:pt x="474022" y="235209"/>
                  <a:pt x="450972" y="235209"/>
                </a:cubicBezTo>
                <a:cubicBezTo>
                  <a:pt x="446871" y="235209"/>
                  <a:pt x="443380" y="234820"/>
                  <a:pt x="440499" y="234045"/>
                </a:cubicBezTo>
                <a:cubicBezTo>
                  <a:pt x="437618" y="233270"/>
                  <a:pt x="433573" y="231552"/>
                  <a:pt x="428365" y="228892"/>
                </a:cubicBezTo>
                <a:lnTo>
                  <a:pt x="419721" y="258811"/>
                </a:lnTo>
                <a:cubicBezTo>
                  <a:pt x="416618" y="269674"/>
                  <a:pt x="415067" y="277927"/>
                  <a:pt x="415067" y="283580"/>
                </a:cubicBezTo>
                <a:cubicBezTo>
                  <a:pt x="415067" y="287126"/>
                  <a:pt x="416285" y="289897"/>
                  <a:pt x="418724" y="291891"/>
                </a:cubicBezTo>
                <a:cubicBezTo>
                  <a:pt x="421162" y="293997"/>
                  <a:pt x="426868" y="295769"/>
                  <a:pt x="435845" y="297211"/>
                </a:cubicBezTo>
                <a:lnTo>
                  <a:pt x="434349" y="303361"/>
                </a:lnTo>
                <a:lnTo>
                  <a:pt x="344919" y="303361"/>
                </a:lnTo>
                <a:lnTo>
                  <a:pt x="346581" y="297211"/>
                </a:lnTo>
                <a:cubicBezTo>
                  <a:pt x="353674" y="296990"/>
                  <a:pt x="359603" y="294718"/>
                  <a:pt x="364367" y="290394"/>
                </a:cubicBezTo>
                <a:cubicBezTo>
                  <a:pt x="369022" y="286073"/>
                  <a:pt x="373399" y="276766"/>
                  <a:pt x="377499" y="262471"/>
                </a:cubicBezTo>
                <a:lnTo>
                  <a:pt x="418058" y="122673"/>
                </a:lnTo>
                <a:cubicBezTo>
                  <a:pt x="421051" y="112256"/>
                  <a:pt x="422547" y="104888"/>
                  <a:pt x="422547" y="100567"/>
                </a:cubicBezTo>
                <a:cubicBezTo>
                  <a:pt x="422547" y="98681"/>
                  <a:pt x="422104" y="97131"/>
                  <a:pt x="421217" y="95910"/>
                </a:cubicBezTo>
                <a:cubicBezTo>
                  <a:pt x="420331" y="94582"/>
                  <a:pt x="419000" y="93639"/>
                  <a:pt x="417227" y="93085"/>
                </a:cubicBezTo>
                <a:cubicBezTo>
                  <a:pt x="415454" y="92532"/>
                  <a:pt x="411465" y="92254"/>
                  <a:pt x="405259" y="92254"/>
                </a:cubicBezTo>
                <a:lnTo>
                  <a:pt x="407088" y="85772"/>
                </a:lnTo>
                <a:moveTo>
                  <a:pt x="433019" y="213433"/>
                </a:moveTo>
                <a:cubicBezTo>
                  <a:pt x="436344" y="218864"/>
                  <a:pt x="439335" y="222521"/>
                  <a:pt x="441995" y="224403"/>
                </a:cubicBezTo>
                <a:cubicBezTo>
                  <a:pt x="444655" y="226178"/>
                  <a:pt x="447758" y="227064"/>
                  <a:pt x="451304" y="227064"/>
                </a:cubicBezTo>
                <a:cubicBezTo>
                  <a:pt x="454850" y="227064"/>
                  <a:pt x="458285" y="226121"/>
                  <a:pt x="461610" y="224239"/>
                </a:cubicBezTo>
                <a:cubicBezTo>
                  <a:pt x="465046" y="222243"/>
                  <a:pt x="469256" y="218308"/>
                  <a:pt x="474243" y="212436"/>
                </a:cubicBezTo>
                <a:cubicBezTo>
                  <a:pt x="479230" y="206562"/>
                  <a:pt x="483995" y="199027"/>
                  <a:pt x="488538" y="189828"/>
                </a:cubicBezTo>
                <a:cubicBezTo>
                  <a:pt x="493193" y="180632"/>
                  <a:pt x="496905" y="170215"/>
                  <a:pt x="499676" y="158580"/>
                </a:cubicBezTo>
                <a:cubicBezTo>
                  <a:pt x="502446" y="146831"/>
                  <a:pt x="503832" y="135639"/>
                  <a:pt x="503832" y="125001"/>
                </a:cubicBezTo>
                <a:cubicBezTo>
                  <a:pt x="503832" y="116469"/>
                  <a:pt x="502280" y="110262"/>
                  <a:pt x="499177" y="106384"/>
                </a:cubicBezTo>
                <a:cubicBezTo>
                  <a:pt x="496185" y="102506"/>
                  <a:pt x="492528" y="100567"/>
                  <a:pt x="488206" y="100567"/>
                </a:cubicBezTo>
                <a:cubicBezTo>
                  <a:pt x="484327" y="100567"/>
                  <a:pt x="480670" y="101563"/>
                  <a:pt x="477235" y="103556"/>
                </a:cubicBezTo>
                <a:cubicBezTo>
                  <a:pt x="472249" y="106438"/>
                  <a:pt x="466375" y="111813"/>
                  <a:pt x="459615" y="119680"/>
                </a:cubicBezTo>
                <a:lnTo>
                  <a:pt x="433019" y="213433"/>
                </a:lnTo>
                <a:moveTo>
                  <a:pt x="609884" y="168219"/>
                </a:moveTo>
                <a:cubicBezTo>
                  <a:pt x="608886" y="175422"/>
                  <a:pt x="608387" y="181353"/>
                  <a:pt x="608387" y="186006"/>
                </a:cubicBezTo>
                <a:cubicBezTo>
                  <a:pt x="608387" y="194316"/>
                  <a:pt x="610770" y="200966"/>
                  <a:pt x="615535" y="205951"/>
                </a:cubicBezTo>
                <a:cubicBezTo>
                  <a:pt x="620411" y="210940"/>
                  <a:pt x="626894" y="213433"/>
                  <a:pt x="634984" y="213433"/>
                </a:cubicBezTo>
                <a:cubicBezTo>
                  <a:pt x="642741" y="213433"/>
                  <a:pt x="650498" y="211550"/>
                  <a:pt x="658255" y="207783"/>
                </a:cubicBezTo>
                <a:cubicBezTo>
                  <a:pt x="666123" y="204012"/>
                  <a:pt x="675210" y="197420"/>
                  <a:pt x="685516" y="187999"/>
                </a:cubicBezTo>
                <a:lnTo>
                  <a:pt x="690504" y="192488"/>
                </a:lnTo>
                <a:cubicBezTo>
                  <a:pt x="677759" y="207893"/>
                  <a:pt x="665348" y="218864"/>
                  <a:pt x="653268" y="225403"/>
                </a:cubicBezTo>
                <a:cubicBezTo>
                  <a:pt x="641190" y="231938"/>
                  <a:pt x="627836" y="235209"/>
                  <a:pt x="613208" y="235209"/>
                </a:cubicBezTo>
                <a:cubicBezTo>
                  <a:pt x="594702" y="235209"/>
                  <a:pt x="581902" y="230777"/>
                  <a:pt x="574810" y="221910"/>
                </a:cubicBezTo>
                <a:cubicBezTo>
                  <a:pt x="567717" y="213044"/>
                  <a:pt x="564171" y="202794"/>
                  <a:pt x="564171" y="191159"/>
                </a:cubicBezTo>
                <a:cubicBezTo>
                  <a:pt x="564171" y="172986"/>
                  <a:pt x="569435" y="154809"/>
                  <a:pt x="579963" y="136636"/>
                </a:cubicBezTo>
                <a:cubicBezTo>
                  <a:pt x="590601" y="118462"/>
                  <a:pt x="605007" y="103891"/>
                  <a:pt x="623182" y="92918"/>
                </a:cubicBezTo>
                <a:cubicBezTo>
                  <a:pt x="641467" y="81947"/>
                  <a:pt x="659807" y="76462"/>
                  <a:pt x="678203" y="76462"/>
                </a:cubicBezTo>
                <a:cubicBezTo>
                  <a:pt x="687511" y="76462"/>
                  <a:pt x="694548" y="78679"/>
                  <a:pt x="699313" y="83111"/>
                </a:cubicBezTo>
                <a:cubicBezTo>
                  <a:pt x="704078" y="87543"/>
                  <a:pt x="706461" y="93139"/>
                  <a:pt x="706461" y="99899"/>
                </a:cubicBezTo>
                <a:cubicBezTo>
                  <a:pt x="706461" y="107991"/>
                  <a:pt x="704134" y="115858"/>
                  <a:pt x="699480" y="123504"/>
                </a:cubicBezTo>
                <a:cubicBezTo>
                  <a:pt x="693052" y="133921"/>
                  <a:pt x="684962" y="142342"/>
                  <a:pt x="675210" y="148770"/>
                </a:cubicBezTo>
                <a:cubicBezTo>
                  <a:pt x="665458" y="155087"/>
                  <a:pt x="654543" y="159908"/>
                  <a:pt x="642464" y="163233"/>
                </a:cubicBezTo>
                <a:cubicBezTo>
                  <a:pt x="634374" y="165448"/>
                  <a:pt x="623514" y="167111"/>
                  <a:pt x="609884" y="168219"/>
                </a:cubicBezTo>
                <a:moveTo>
                  <a:pt x="611380" y="159576"/>
                </a:moveTo>
                <a:cubicBezTo>
                  <a:pt x="621132" y="158134"/>
                  <a:pt x="628667" y="156195"/>
                  <a:pt x="633986" y="153759"/>
                </a:cubicBezTo>
                <a:cubicBezTo>
                  <a:pt x="639417" y="151209"/>
                  <a:pt x="644681" y="147220"/>
                  <a:pt x="649778" y="141789"/>
                </a:cubicBezTo>
                <a:cubicBezTo>
                  <a:pt x="654986" y="136249"/>
                  <a:pt x="659474" y="129322"/>
                  <a:pt x="663242" y="121012"/>
                </a:cubicBezTo>
                <a:cubicBezTo>
                  <a:pt x="667010" y="112588"/>
                  <a:pt x="668894" y="104720"/>
                  <a:pt x="668894" y="97407"/>
                </a:cubicBezTo>
                <a:cubicBezTo>
                  <a:pt x="668894" y="94303"/>
                  <a:pt x="668007" y="91867"/>
                  <a:pt x="666234" y="90093"/>
                </a:cubicBezTo>
                <a:cubicBezTo>
                  <a:pt x="664572" y="88321"/>
                  <a:pt x="662411" y="87433"/>
                  <a:pt x="659752" y="87433"/>
                </a:cubicBezTo>
                <a:cubicBezTo>
                  <a:pt x="654432" y="87433"/>
                  <a:pt x="648448" y="91146"/>
                  <a:pt x="641799" y="98571"/>
                </a:cubicBezTo>
                <a:cubicBezTo>
                  <a:pt x="629609" y="112091"/>
                  <a:pt x="619469" y="132425"/>
                  <a:pt x="611380" y="159576"/>
                </a:cubicBezTo>
                <a:moveTo>
                  <a:pt x="788577" y="76462"/>
                </a:moveTo>
                <a:lnTo>
                  <a:pt x="763476" y="169882"/>
                </a:lnTo>
                <a:cubicBezTo>
                  <a:pt x="784089" y="124336"/>
                  <a:pt x="799603" y="96299"/>
                  <a:pt x="810020" y="85772"/>
                </a:cubicBezTo>
                <a:cubicBezTo>
                  <a:pt x="816115" y="79565"/>
                  <a:pt x="822542" y="76462"/>
                  <a:pt x="829302" y="76462"/>
                </a:cubicBezTo>
                <a:cubicBezTo>
                  <a:pt x="833956" y="76462"/>
                  <a:pt x="837724" y="78180"/>
                  <a:pt x="840605" y="81615"/>
                </a:cubicBezTo>
                <a:cubicBezTo>
                  <a:pt x="843486" y="84940"/>
                  <a:pt x="844927" y="89704"/>
                  <a:pt x="844927" y="95910"/>
                </a:cubicBezTo>
                <a:cubicBezTo>
                  <a:pt x="844927" y="106660"/>
                  <a:pt x="842323" y="115691"/>
                  <a:pt x="837115" y="123005"/>
                </a:cubicBezTo>
                <a:cubicBezTo>
                  <a:pt x="833790" y="127661"/>
                  <a:pt x="830078" y="129986"/>
                  <a:pt x="825978" y="129986"/>
                </a:cubicBezTo>
                <a:cubicBezTo>
                  <a:pt x="821545" y="129986"/>
                  <a:pt x="818221" y="127936"/>
                  <a:pt x="816004" y="123837"/>
                </a:cubicBezTo>
                <a:cubicBezTo>
                  <a:pt x="813788" y="119737"/>
                  <a:pt x="812236" y="117355"/>
                  <a:pt x="811350" y="116690"/>
                </a:cubicBezTo>
                <a:cubicBezTo>
                  <a:pt x="810463" y="115912"/>
                  <a:pt x="809521" y="115526"/>
                  <a:pt x="808524" y="115526"/>
                </a:cubicBezTo>
                <a:cubicBezTo>
                  <a:pt x="807415" y="115526"/>
                  <a:pt x="806252" y="115858"/>
                  <a:pt x="805033" y="116523"/>
                </a:cubicBezTo>
                <a:cubicBezTo>
                  <a:pt x="802595" y="117852"/>
                  <a:pt x="799381" y="121122"/>
                  <a:pt x="795392" y="126329"/>
                </a:cubicBezTo>
                <a:cubicBezTo>
                  <a:pt x="791513" y="131429"/>
                  <a:pt x="786693" y="140017"/>
                  <a:pt x="780930" y="152095"/>
                </a:cubicBezTo>
                <a:cubicBezTo>
                  <a:pt x="775168" y="164176"/>
                  <a:pt x="770680" y="174425"/>
                  <a:pt x="767466" y="182846"/>
                </a:cubicBezTo>
                <a:cubicBezTo>
                  <a:pt x="764252" y="191159"/>
                  <a:pt x="759764" y="207062"/>
                  <a:pt x="754002" y="230553"/>
                </a:cubicBezTo>
                <a:lnTo>
                  <a:pt x="713775" y="230553"/>
                </a:lnTo>
                <a:lnTo>
                  <a:pt x="741202" y="120347"/>
                </a:lnTo>
                <a:cubicBezTo>
                  <a:pt x="743197" y="112145"/>
                  <a:pt x="744195" y="106716"/>
                  <a:pt x="744195" y="104056"/>
                </a:cubicBezTo>
                <a:cubicBezTo>
                  <a:pt x="744195" y="101064"/>
                  <a:pt x="743640" y="98738"/>
                  <a:pt x="742532" y="97074"/>
                </a:cubicBezTo>
                <a:cubicBezTo>
                  <a:pt x="741535" y="95414"/>
                  <a:pt x="740094" y="94193"/>
                  <a:pt x="738210" y="93418"/>
                </a:cubicBezTo>
                <a:cubicBezTo>
                  <a:pt x="736437" y="92642"/>
                  <a:pt x="732669" y="92254"/>
                  <a:pt x="726907" y="92254"/>
                </a:cubicBezTo>
                <a:lnTo>
                  <a:pt x="728403" y="87433"/>
                </a:lnTo>
                <a:lnTo>
                  <a:pt x="778603" y="76462"/>
                </a:lnTo>
                <a:lnTo>
                  <a:pt x="788577" y="76462"/>
                </a:lnTo>
                <a:moveTo>
                  <a:pt x="887481" y="235209"/>
                </a:moveTo>
                <a:lnTo>
                  <a:pt x="881497" y="235209"/>
                </a:lnTo>
                <a:cubicBezTo>
                  <a:pt x="881830" y="226121"/>
                  <a:pt x="881996" y="219250"/>
                  <a:pt x="881996" y="214597"/>
                </a:cubicBezTo>
                <a:cubicBezTo>
                  <a:pt x="881996" y="201962"/>
                  <a:pt x="880998" y="183735"/>
                  <a:pt x="879004" y="159908"/>
                </a:cubicBezTo>
                <a:cubicBezTo>
                  <a:pt x="877120" y="135971"/>
                  <a:pt x="874959" y="120015"/>
                  <a:pt x="872521" y="112034"/>
                </a:cubicBezTo>
                <a:cubicBezTo>
                  <a:pt x="870637" y="106163"/>
                  <a:pt x="868143" y="101895"/>
                  <a:pt x="865041" y="99235"/>
                </a:cubicBezTo>
                <a:cubicBezTo>
                  <a:pt x="862936" y="97463"/>
                  <a:pt x="860220" y="96575"/>
                  <a:pt x="856896" y="96575"/>
                </a:cubicBezTo>
                <a:cubicBezTo>
                  <a:pt x="855011" y="96575"/>
                  <a:pt x="852740" y="96796"/>
                  <a:pt x="850080" y="97242"/>
                </a:cubicBezTo>
                <a:lnTo>
                  <a:pt x="850080" y="91257"/>
                </a:lnTo>
                <a:lnTo>
                  <a:pt x="905434" y="76462"/>
                </a:lnTo>
                <a:cubicBezTo>
                  <a:pt x="916515" y="106716"/>
                  <a:pt x="921890" y="145446"/>
                  <a:pt x="921558" y="192656"/>
                </a:cubicBezTo>
                <a:cubicBezTo>
                  <a:pt x="937847" y="177139"/>
                  <a:pt x="949040" y="164562"/>
                  <a:pt x="955135" y="154920"/>
                </a:cubicBezTo>
                <a:cubicBezTo>
                  <a:pt x="961341" y="145281"/>
                  <a:pt x="964444" y="137246"/>
                  <a:pt x="964444" y="130818"/>
                </a:cubicBezTo>
                <a:cubicBezTo>
                  <a:pt x="964444" y="125722"/>
                  <a:pt x="962505" y="120569"/>
                  <a:pt x="958626" y="115359"/>
                </a:cubicBezTo>
                <a:cubicBezTo>
                  <a:pt x="954858" y="110041"/>
                  <a:pt x="952476" y="106273"/>
                  <a:pt x="951478" y="104056"/>
                </a:cubicBezTo>
                <a:cubicBezTo>
                  <a:pt x="950592" y="101839"/>
                  <a:pt x="950148" y="99403"/>
                  <a:pt x="950148" y="96742"/>
                </a:cubicBezTo>
                <a:cubicBezTo>
                  <a:pt x="950148" y="90979"/>
                  <a:pt x="952033" y="86158"/>
                  <a:pt x="955800" y="82279"/>
                </a:cubicBezTo>
                <a:cubicBezTo>
                  <a:pt x="959568" y="78401"/>
                  <a:pt x="964333" y="76462"/>
                  <a:pt x="970095" y="76462"/>
                </a:cubicBezTo>
                <a:cubicBezTo>
                  <a:pt x="976190" y="76462"/>
                  <a:pt x="980900" y="78401"/>
                  <a:pt x="984225" y="82279"/>
                </a:cubicBezTo>
                <a:cubicBezTo>
                  <a:pt x="988879" y="87711"/>
                  <a:pt x="991206" y="94139"/>
                  <a:pt x="991206" y="101563"/>
                </a:cubicBezTo>
                <a:cubicBezTo>
                  <a:pt x="991206" y="109209"/>
                  <a:pt x="989821" y="116744"/>
                  <a:pt x="987050" y="124169"/>
                </a:cubicBezTo>
                <a:cubicBezTo>
                  <a:pt x="984391" y="131482"/>
                  <a:pt x="979737" y="140182"/>
                  <a:pt x="973087" y="150267"/>
                </a:cubicBezTo>
                <a:cubicBezTo>
                  <a:pt x="966549" y="160241"/>
                  <a:pt x="959236" y="169329"/>
                  <a:pt x="951146" y="177528"/>
                </a:cubicBezTo>
                <a:cubicBezTo>
                  <a:pt x="936296" y="192599"/>
                  <a:pt x="915075" y="211826"/>
                  <a:pt x="887481" y="235209"/>
                </a:cubicBezTo>
                <a:moveTo>
                  <a:pt x="1068335" y="0"/>
                </a:moveTo>
                <a:cubicBezTo>
                  <a:pt x="1075206" y="0"/>
                  <a:pt x="1080968" y="2382"/>
                  <a:pt x="1085622" y="7146"/>
                </a:cubicBezTo>
                <a:cubicBezTo>
                  <a:pt x="1090388" y="11910"/>
                  <a:pt x="1092770" y="17674"/>
                  <a:pt x="1092770" y="24434"/>
                </a:cubicBezTo>
                <a:cubicBezTo>
                  <a:pt x="1092770" y="31194"/>
                  <a:pt x="1090388" y="36955"/>
                  <a:pt x="1085622" y="41722"/>
                </a:cubicBezTo>
                <a:cubicBezTo>
                  <a:pt x="1080858" y="46486"/>
                  <a:pt x="1075095" y="48868"/>
                  <a:pt x="1068335" y="48868"/>
                </a:cubicBezTo>
                <a:cubicBezTo>
                  <a:pt x="1061686" y="48868"/>
                  <a:pt x="1055979" y="46486"/>
                  <a:pt x="1051214" y="41722"/>
                </a:cubicBezTo>
                <a:cubicBezTo>
                  <a:pt x="1046449" y="36955"/>
                  <a:pt x="1044066" y="31194"/>
                  <a:pt x="1044066" y="24434"/>
                </a:cubicBezTo>
                <a:cubicBezTo>
                  <a:pt x="1044066" y="17674"/>
                  <a:pt x="1046394" y="11910"/>
                  <a:pt x="1051048" y="7146"/>
                </a:cubicBezTo>
                <a:cubicBezTo>
                  <a:pt x="1055812" y="2382"/>
                  <a:pt x="1061575" y="0"/>
                  <a:pt x="1068335" y="0"/>
                </a:cubicBezTo>
                <a:moveTo>
                  <a:pt x="1078641" y="76462"/>
                </a:moveTo>
                <a:lnTo>
                  <a:pt x="1044565" y="194649"/>
                </a:lnTo>
                <a:cubicBezTo>
                  <a:pt x="1042681" y="201409"/>
                  <a:pt x="1041739" y="205841"/>
                  <a:pt x="1041739" y="207947"/>
                </a:cubicBezTo>
                <a:cubicBezTo>
                  <a:pt x="1041739" y="209165"/>
                  <a:pt x="1042238" y="210329"/>
                  <a:pt x="1043235" y="211440"/>
                </a:cubicBezTo>
                <a:cubicBezTo>
                  <a:pt x="1044232" y="212436"/>
                  <a:pt x="1045286" y="212933"/>
                  <a:pt x="1046394" y="212933"/>
                </a:cubicBezTo>
                <a:cubicBezTo>
                  <a:pt x="1048277" y="212933"/>
                  <a:pt x="1050161" y="212104"/>
                  <a:pt x="1052045" y="210440"/>
                </a:cubicBezTo>
                <a:cubicBezTo>
                  <a:pt x="1057032" y="206340"/>
                  <a:pt x="1063016" y="198916"/>
                  <a:pt x="1069998" y="188167"/>
                </a:cubicBezTo>
                <a:lnTo>
                  <a:pt x="1075649" y="191491"/>
                </a:lnTo>
                <a:cubicBezTo>
                  <a:pt x="1058916" y="220636"/>
                  <a:pt x="1041130" y="235209"/>
                  <a:pt x="1022290" y="235209"/>
                </a:cubicBezTo>
                <a:cubicBezTo>
                  <a:pt x="1015087" y="235209"/>
                  <a:pt x="1009325" y="233213"/>
                  <a:pt x="1005003" y="229224"/>
                </a:cubicBezTo>
                <a:cubicBezTo>
                  <a:pt x="1000792" y="225124"/>
                  <a:pt x="998687" y="219971"/>
                  <a:pt x="998687" y="213765"/>
                </a:cubicBezTo>
                <a:cubicBezTo>
                  <a:pt x="998687" y="209665"/>
                  <a:pt x="999629" y="204458"/>
                  <a:pt x="1001512" y="198141"/>
                </a:cubicBezTo>
                <a:lnTo>
                  <a:pt x="1024618" y="118683"/>
                </a:lnTo>
                <a:cubicBezTo>
                  <a:pt x="1026834" y="111038"/>
                  <a:pt x="1027942" y="105274"/>
                  <a:pt x="1027942" y="101396"/>
                </a:cubicBezTo>
                <a:cubicBezTo>
                  <a:pt x="1027942" y="98960"/>
                  <a:pt x="1026890" y="96796"/>
                  <a:pt x="1024784" y="94914"/>
                </a:cubicBezTo>
                <a:cubicBezTo>
                  <a:pt x="1022679" y="93029"/>
                  <a:pt x="1019797" y="92089"/>
                  <a:pt x="1016141" y="92089"/>
                </a:cubicBezTo>
                <a:cubicBezTo>
                  <a:pt x="1014478" y="92089"/>
                  <a:pt x="1012483" y="92143"/>
                  <a:pt x="1010156" y="92254"/>
                </a:cubicBezTo>
                <a:lnTo>
                  <a:pt x="1012317" y="85604"/>
                </a:lnTo>
                <a:lnTo>
                  <a:pt x="1068668" y="76462"/>
                </a:lnTo>
                <a:lnTo>
                  <a:pt x="1078641" y="76462"/>
                </a:lnTo>
                <a:moveTo>
                  <a:pt x="1213284" y="76462"/>
                </a:moveTo>
                <a:lnTo>
                  <a:pt x="1205970" y="127826"/>
                </a:lnTo>
                <a:lnTo>
                  <a:pt x="1199820" y="127826"/>
                </a:lnTo>
                <a:cubicBezTo>
                  <a:pt x="1198934" y="114530"/>
                  <a:pt x="1194833" y="104056"/>
                  <a:pt x="1187519" y="96410"/>
                </a:cubicBezTo>
                <a:cubicBezTo>
                  <a:pt x="1180316" y="88764"/>
                  <a:pt x="1172559" y="84940"/>
                  <a:pt x="1164248" y="84940"/>
                </a:cubicBezTo>
                <a:cubicBezTo>
                  <a:pt x="1159150" y="84940"/>
                  <a:pt x="1154939" y="86436"/>
                  <a:pt x="1151614" y="89429"/>
                </a:cubicBezTo>
                <a:cubicBezTo>
                  <a:pt x="1148290" y="92421"/>
                  <a:pt x="1146628" y="96021"/>
                  <a:pt x="1146628" y="100232"/>
                </a:cubicBezTo>
                <a:cubicBezTo>
                  <a:pt x="1146628" y="103778"/>
                  <a:pt x="1147348" y="107102"/>
                  <a:pt x="1148789" y="110206"/>
                </a:cubicBezTo>
                <a:cubicBezTo>
                  <a:pt x="1150229" y="113309"/>
                  <a:pt x="1153443" y="117519"/>
                  <a:pt x="1158430" y="122840"/>
                </a:cubicBezTo>
                <a:cubicBezTo>
                  <a:pt x="1175939" y="141678"/>
                  <a:pt x="1186577" y="154645"/>
                  <a:pt x="1190345" y="161737"/>
                </a:cubicBezTo>
                <a:cubicBezTo>
                  <a:pt x="1194113" y="168829"/>
                  <a:pt x="1195997" y="176421"/>
                  <a:pt x="1195997" y="184510"/>
                </a:cubicBezTo>
                <a:cubicBezTo>
                  <a:pt x="1195997" y="193263"/>
                  <a:pt x="1193780" y="201576"/>
                  <a:pt x="1189348" y="209444"/>
                </a:cubicBezTo>
                <a:cubicBezTo>
                  <a:pt x="1184915" y="217200"/>
                  <a:pt x="1178266" y="223461"/>
                  <a:pt x="1169401" y="228228"/>
                </a:cubicBezTo>
                <a:cubicBezTo>
                  <a:pt x="1160646" y="232881"/>
                  <a:pt x="1151504" y="235209"/>
                  <a:pt x="1141973" y="235209"/>
                </a:cubicBezTo>
                <a:cubicBezTo>
                  <a:pt x="1135546" y="235209"/>
                  <a:pt x="1127622" y="233934"/>
                  <a:pt x="1118203" y="231385"/>
                </a:cubicBezTo>
                <a:cubicBezTo>
                  <a:pt x="1111997" y="229613"/>
                  <a:pt x="1107343" y="228724"/>
                  <a:pt x="1104240" y="228724"/>
                </a:cubicBezTo>
                <a:cubicBezTo>
                  <a:pt x="1101469" y="228724"/>
                  <a:pt x="1099309" y="229170"/>
                  <a:pt x="1097757" y="230056"/>
                </a:cubicBezTo>
                <a:cubicBezTo>
                  <a:pt x="1096206" y="230831"/>
                  <a:pt x="1094488" y="232549"/>
                  <a:pt x="1092604" y="235209"/>
                </a:cubicBezTo>
                <a:lnTo>
                  <a:pt x="1086454" y="235209"/>
                </a:lnTo>
                <a:lnTo>
                  <a:pt x="1094599" y="179856"/>
                </a:lnTo>
                <a:lnTo>
                  <a:pt x="1099918" y="179856"/>
                </a:lnTo>
                <a:cubicBezTo>
                  <a:pt x="1103797" y="193263"/>
                  <a:pt x="1107398" y="202851"/>
                  <a:pt x="1110723" y="208612"/>
                </a:cubicBezTo>
                <a:cubicBezTo>
                  <a:pt x="1114158" y="214265"/>
                  <a:pt x="1118702" y="218807"/>
                  <a:pt x="1124353" y="222243"/>
                </a:cubicBezTo>
                <a:cubicBezTo>
                  <a:pt x="1130005" y="225567"/>
                  <a:pt x="1135435" y="227231"/>
                  <a:pt x="1140644" y="227231"/>
                </a:cubicBezTo>
                <a:cubicBezTo>
                  <a:pt x="1146739" y="227231"/>
                  <a:pt x="1151781" y="225346"/>
                  <a:pt x="1155770" y="221578"/>
                </a:cubicBezTo>
                <a:cubicBezTo>
                  <a:pt x="1159760" y="217700"/>
                  <a:pt x="1161754" y="213100"/>
                  <a:pt x="1161754" y="207783"/>
                </a:cubicBezTo>
                <a:cubicBezTo>
                  <a:pt x="1161754" y="202573"/>
                  <a:pt x="1160424" y="197530"/>
                  <a:pt x="1157765" y="192656"/>
                </a:cubicBezTo>
                <a:cubicBezTo>
                  <a:pt x="1155216" y="187778"/>
                  <a:pt x="1149232" y="180189"/>
                  <a:pt x="1139813" y="169882"/>
                </a:cubicBezTo>
                <a:cubicBezTo>
                  <a:pt x="1126847" y="155809"/>
                  <a:pt x="1118314" y="144949"/>
                  <a:pt x="1114214" y="137300"/>
                </a:cubicBezTo>
                <a:cubicBezTo>
                  <a:pt x="1111333" y="131761"/>
                  <a:pt x="1109892" y="125444"/>
                  <a:pt x="1109892" y="118351"/>
                </a:cubicBezTo>
                <a:cubicBezTo>
                  <a:pt x="1109892" y="106384"/>
                  <a:pt x="1114214" y="96410"/>
                  <a:pt x="1122858" y="88432"/>
                </a:cubicBezTo>
                <a:cubicBezTo>
                  <a:pt x="1131612" y="80451"/>
                  <a:pt x="1143857" y="76462"/>
                  <a:pt x="1159593" y="76462"/>
                </a:cubicBezTo>
                <a:cubicBezTo>
                  <a:pt x="1166464" y="76462"/>
                  <a:pt x="1174886" y="77683"/>
                  <a:pt x="1184860" y="80119"/>
                </a:cubicBezTo>
                <a:cubicBezTo>
                  <a:pt x="1189847" y="81340"/>
                  <a:pt x="1193836" y="81947"/>
                  <a:pt x="1196828" y="81947"/>
                </a:cubicBezTo>
                <a:cubicBezTo>
                  <a:pt x="1201150" y="81947"/>
                  <a:pt x="1204641" y="80119"/>
                  <a:pt x="1207301" y="76462"/>
                </a:cubicBezTo>
                <a:lnTo>
                  <a:pt x="1213284" y="76462"/>
                </a:lnTo>
                <a:moveTo>
                  <a:pt x="1272461" y="168219"/>
                </a:moveTo>
                <a:cubicBezTo>
                  <a:pt x="1271464" y="175422"/>
                  <a:pt x="1270965" y="181353"/>
                  <a:pt x="1270965" y="186006"/>
                </a:cubicBezTo>
                <a:cubicBezTo>
                  <a:pt x="1270965" y="194316"/>
                  <a:pt x="1273348" y="200966"/>
                  <a:pt x="1278113" y="205951"/>
                </a:cubicBezTo>
                <a:cubicBezTo>
                  <a:pt x="1282989" y="210940"/>
                  <a:pt x="1289471" y="213433"/>
                  <a:pt x="1297561" y="213433"/>
                </a:cubicBezTo>
                <a:cubicBezTo>
                  <a:pt x="1305318" y="213433"/>
                  <a:pt x="1313076" y="211550"/>
                  <a:pt x="1320833" y="207783"/>
                </a:cubicBezTo>
                <a:cubicBezTo>
                  <a:pt x="1328700" y="204012"/>
                  <a:pt x="1337788" y="197420"/>
                  <a:pt x="1348093" y="187999"/>
                </a:cubicBezTo>
                <a:lnTo>
                  <a:pt x="1353080" y="192488"/>
                </a:lnTo>
                <a:cubicBezTo>
                  <a:pt x="1340337" y="207893"/>
                  <a:pt x="1327925" y="218864"/>
                  <a:pt x="1315846" y="225403"/>
                </a:cubicBezTo>
                <a:cubicBezTo>
                  <a:pt x="1303767" y="231938"/>
                  <a:pt x="1290413" y="235209"/>
                  <a:pt x="1275785" y="235209"/>
                </a:cubicBezTo>
                <a:cubicBezTo>
                  <a:pt x="1257279" y="235209"/>
                  <a:pt x="1244480" y="230777"/>
                  <a:pt x="1237387" y="221910"/>
                </a:cubicBezTo>
                <a:cubicBezTo>
                  <a:pt x="1230295" y="213044"/>
                  <a:pt x="1226749" y="202794"/>
                  <a:pt x="1226749" y="191159"/>
                </a:cubicBezTo>
                <a:cubicBezTo>
                  <a:pt x="1226749" y="172986"/>
                  <a:pt x="1232013" y="154809"/>
                  <a:pt x="1242540" y="136636"/>
                </a:cubicBezTo>
                <a:cubicBezTo>
                  <a:pt x="1253179" y="118462"/>
                  <a:pt x="1267585" y="103891"/>
                  <a:pt x="1285759" y="92918"/>
                </a:cubicBezTo>
                <a:cubicBezTo>
                  <a:pt x="1304044" y="81947"/>
                  <a:pt x="1322384" y="76462"/>
                  <a:pt x="1340780" y="76462"/>
                </a:cubicBezTo>
                <a:cubicBezTo>
                  <a:pt x="1350089" y="76462"/>
                  <a:pt x="1357126" y="78679"/>
                  <a:pt x="1361890" y="83111"/>
                </a:cubicBezTo>
                <a:cubicBezTo>
                  <a:pt x="1366656" y="87543"/>
                  <a:pt x="1369038" y="93139"/>
                  <a:pt x="1369038" y="99899"/>
                </a:cubicBezTo>
                <a:cubicBezTo>
                  <a:pt x="1369038" y="107991"/>
                  <a:pt x="1366711" y="115858"/>
                  <a:pt x="1362057" y="123504"/>
                </a:cubicBezTo>
                <a:cubicBezTo>
                  <a:pt x="1355629" y="133921"/>
                  <a:pt x="1347540" y="142342"/>
                  <a:pt x="1337788" y="148770"/>
                </a:cubicBezTo>
                <a:cubicBezTo>
                  <a:pt x="1328036" y="155087"/>
                  <a:pt x="1317120" y="159908"/>
                  <a:pt x="1305042" y="163233"/>
                </a:cubicBezTo>
                <a:cubicBezTo>
                  <a:pt x="1296951" y="165448"/>
                  <a:pt x="1286091" y="167111"/>
                  <a:pt x="1272461" y="168219"/>
                </a:cubicBezTo>
                <a:moveTo>
                  <a:pt x="1273957" y="159576"/>
                </a:moveTo>
                <a:cubicBezTo>
                  <a:pt x="1283709" y="158134"/>
                  <a:pt x="1291245" y="156195"/>
                  <a:pt x="1296564" y="153759"/>
                </a:cubicBezTo>
                <a:cubicBezTo>
                  <a:pt x="1301994" y="151209"/>
                  <a:pt x="1307258" y="147220"/>
                  <a:pt x="1312355" y="141789"/>
                </a:cubicBezTo>
                <a:cubicBezTo>
                  <a:pt x="1317564" y="136249"/>
                  <a:pt x="1322052" y="129322"/>
                  <a:pt x="1325819" y="121012"/>
                </a:cubicBezTo>
                <a:cubicBezTo>
                  <a:pt x="1329587" y="112588"/>
                  <a:pt x="1331471" y="104720"/>
                  <a:pt x="1331471" y="97407"/>
                </a:cubicBezTo>
                <a:cubicBezTo>
                  <a:pt x="1331471" y="94303"/>
                  <a:pt x="1330584" y="91867"/>
                  <a:pt x="1328812" y="90093"/>
                </a:cubicBezTo>
                <a:cubicBezTo>
                  <a:pt x="1327150" y="88321"/>
                  <a:pt x="1324988" y="87433"/>
                  <a:pt x="1322329" y="87433"/>
                </a:cubicBezTo>
                <a:cubicBezTo>
                  <a:pt x="1317009" y="87433"/>
                  <a:pt x="1311025" y="91146"/>
                  <a:pt x="1304376" y="98571"/>
                </a:cubicBezTo>
                <a:cubicBezTo>
                  <a:pt x="1292186" y="112091"/>
                  <a:pt x="1282046" y="132425"/>
                  <a:pt x="1273957" y="159576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" name="path-46">
            <a:extLst xmlns:a="http://schemas.openxmlformats.org/drawingml/2006/main">
              <a:ext uri="{FF2B5EF4-FFF2-40B4-BE49-F238E27FC236}">
                <a16:creationId xmlns:a16="http://schemas.microsoft.com/office/drawing/2014/main" id="{4A09D74C-4F9A-44C1-B667-08FD006D9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12689" y="3434991"/>
            <a:ext cx="357919" cy="321111"/>
          </a:xfrm>
          <a:custGeom xmlns:a="http://schemas.openxmlformats.org/drawingml/2006/main">
            <a:pathLst>
              <a:path w="263468" h="236373">
                <a:moveTo>
                  <a:pt x="49369" y="0"/>
                </a:moveTo>
                <a:cubicBezTo>
                  <a:pt x="54023" y="0"/>
                  <a:pt x="57957" y="1661"/>
                  <a:pt x="61171" y="4986"/>
                </a:cubicBezTo>
                <a:cubicBezTo>
                  <a:pt x="64496" y="8200"/>
                  <a:pt x="66158" y="12135"/>
                  <a:pt x="66158" y="16788"/>
                </a:cubicBezTo>
                <a:cubicBezTo>
                  <a:pt x="66158" y="21441"/>
                  <a:pt x="64496" y="25433"/>
                  <a:pt x="61171" y="28758"/>
                </a:cubicBezTo>
                <a:cubicBezTo>
                  <a:pt x="57957" y="32080"/>
                  <a:pt x="54023" y="33744"/>
                  <a:pt x="49369" y="33744"/>
                </a:cubicBezTo>
                <a:cubicBezTo>
                  <a:pt x="44715" y="33744"/>
                  <a:pt x="40725" y="32080"/>
                  <a:pt x="37401" y="28758"/>
                </a:cubicBezTo>
                <a:cubicBezTo>
                  <a:pt x="34076" y="25433"/>
                  <a:pt x="32414" y="21441"/>
                  <a:pt x="32414" y="16788"/>
                </a:cubicBezTo>
                <a:cubicBezTo>
                  <a:pt x="32414" y="12135"/>
                  <a:pt x="34020" y="8200"/>
                  <a:pt x="37234" y="4986"/>
                </a:cubicBezTo>
                <a:cubicBezTo>
                  <a:pt x="40559" y="1661"/>
                  <a:pt x="44604" y="0"/>
                  <a:pt x="49369" y="0"/>
                </a:cubicBezTo>
                <a:moveTo>
                  <a:pt x="63165" y="79622"/>
                </a:moveTo>
                <a:lnTo>
                  <a:pt x="63165" y="201965"/>
                </a:lnTo>
                <a:cubicBezTo>
                  <a:pt x="63165" y="211493"/>
                  <a:pt x="63830" y="217867"/>
                  <a:pt x="65161" y="221081"/>
                </a:cubicBezTo>
                <a:cubicBezTo>
                  <a:pt x="66601" y="224185"/>
                  <a:pt x="68651" y="226510"/>
                  <a:pt x="71311" y="228063"/>
                </a:cubicBezTo>
                <a:cubicBezTo>
                  <a:pt x="74081" y="229613"/>
                  <a:pt x="79068" y="230388"/>
                  <a:pt x="86271" y="230388"/>
                </a:cubicBezTo>
                <a:lnTo>
                  <a:pt x="86271" y="236373"/>
                </a:lnTo>
                <a:lnTo>
                  <a:pt x="12301" y="236373"/>
                </a:lnTo>
                <a:lnTo>
                  <a:pt x="12301" y="230388"/>
                </a:lnTo>
                <a:cubicBezTo>
                  <a:pt x="19725" y="230388"/>
                  <a:pt x="24712" y="229670"/>
                  <a:pt x="27261" y="228228"/>
                </a:cubicBezTo>
                <a:cubicBezTo>
                  <a:pt x="29809" y="226788"/>
                  <a:pt x="31805" y="224406"/>
                  <a:pt x="33245" y="221081"/>
                </a:cubicBezTo>
                <a:cubicBezTo>
                  <a:pt x="34796" y="217757"/>
                  <a:pt x="35572" y="211383"/>
                  <a:pt x="35572" y="201965"/>
                </a:cubicBezTo>
                <a:lnTo>
                  <a:pt x="35572" y="143288"/>
                </a:lnTo>
                <a:cubicBezTo>
                  <a:pt x="35572" y="126775"/>
                  <a:pt x="35073" y="116080"/>
                  <a:pt x="34076" y="111205"/>
                </a:cubicBezTo>
                <a:cubicBezTo>
                  <a:pt x="33300" y="107659"/>
                  <a:pt x="32081" y="105220"/>
                  <a:pt x="30419" y="103891"/>
                </a:cubicBezTo>
                <a:cubicBezTo>
                  <a:pt x="28757" y="102449"/>
                  <a:pt x="26485" y="101731"/>
                  <a:pt x="23604" y="101731"/>
                </a:cubicBezTo>
                <a:cubicBezTo>
                  <a:pt x="20501" y="101731"/>
                  <a:pt x="16733" y="102560"/>
                  <a:pt x="12301" y="104224"/>
                </a:cubicBezTo>
                <a:lnTo>
                  <a:pt x="9973" y="98239"/>
                </a:lnTo>
                <a:lnTo>
                  <a:pt x="55852" y="79622"/>
                </a:lnTo>
                <a:lnTo>
                  <a:pt x="63165" y="79622"/>
                </a:lnTo>
                <a:moveTo>
                  <a:pt x="149770" y="111869"/>
                </a:moveTo>
                <a:cubicBezTo>
                  <a:pt x="167611" y="90371"/>
                  <a:pt x="184621" y="79622"/>
                  <a:pt x="200801" y="79622"/>
                </a:cubicBezTo>
                <a:cubicBezTo>
                  <a:pt x="209112" y="79622"/>
                  <a:pt x="216260" y="81729"/>
                  <a:pt x="222244" y="85939"/>
                </a:cubicBezTo>
                <a:cubicBezTo>
                  <a:pt x="228228" y="90039"/>
                  <a:pt x="232993" y="96853"/>
                  <a:pt x="236539" y="106384"/>
                </a:cubicBezTo>
                <a:cubicBezTo>
                  <a:pt x="238977" y="113033"/>
                  <a:pt x="240197" y="123229"/>
                  <a:pt x="240197" y="136971"/>
                </a:cubicBezTo>
                <a:lnTo>
                  <a:pt x="240197" y="201965"/>
                </a:lnTo>
                <a:cubicBezTo>
                  <a:pt x="240197" y="211604"/>
                  <a:pt x="240972" y="218143"/>
                  <a:pt x="242524" y="221578"/>
                </a:cubicBezTo>
                <a:cubicBezTo>
                  <a:pt x="243743" y="224349"/>
                  <a:pt x="245682" y="226510"/>
                  <a:pt x="248342" y="228063"/>
                </a:cubicBezTo>
                <a:cubicBezTo>
                  <a:pt x="251112" y="229613"/>
                  <a:pt x="256155" y="230388"/>
                  <a:pt x="263468" y="230388"/>
                </a:cubicBezTo>
                <a:lnTo>
                  <a:pt x="263468" y="236373"/>
                </a:lnTo>
                <a:lnTo>
                  <a:pt x="188167" y="236373"/>
                </a:lnTo>
                <a:lnTo>
                  <a:pt x="188167" y="230388"/>
                </a:lnTo>
                <a:lnTo>
                  <a:pt x="191326" y="230388"/>
                </a:lnTo>
                <a:cubicBezTo>
                  <a:pt x="198418" y="230388"/>
                  <a:pt x="203350" y="229335"/>
                  <a:pt x="206120" y="227231"/>
                </a:cubicBezTo>
                <a:cubicBezTo>
                  <a:pt x="209001" y="225014"/>
                  <a:pt x="210996" y="221800"/>
                  <a:pt x="212105" y="217589"/>
                </a:cubicBezTo>
                <a:cubicBezTo>
                  <a:pt x="212548" y="215928"/>
                  <a:pt x="212769" y="210718"/>
                  <a:pt x="212769" y="201965"/>
                </a:cubicBezTo>
                <a:lnTo>
                  <a:pt x="212769" y="139631"/>
                </a:lnTo>
                <a:cubicBezTo>
                  <a:pt x="212769" y="125779"/>
                  <a:pt x="210941" y="115748"/>
                  <a:pt x="207284" y="109541"/>
                </a:cubicBezTo>
                <a:cubicBezTo>
                  <a:pt x="203738" y="103227"/>
                  <a:pt x="197698" y="100067"/>
                  <a:pt x="189165" y="100067"/>
                </a:cubicBezTo>
                <a:cubicBezTo>
                  <a:pt x="175977" y="100067"/>
                  <a:pt x="162846" y="107270"/>
                  <a:pt x="149770" y="121676"/>
                </a:cubicBezTo>
                <a:lnTo>
                  <a:pt x="149770" y="201965"/>
                </a:lnTo>
                <a:cubicBezTo>
                  <a:pt x="149770" y="212271"/>
                  <a:pt x="150379" y="218643"/>
                  <a:pt x="151598" y="221081"/>
                </a:cubicBezTo>
                <a:cubicBezTo>
                  <a:pt x="153149" y="224295"/>
                  <a:pt x="155255" y="226677"/>
                  <a:pt x="157915" y="228228"/>
                </a:cubicBezTo>
                <a:cubicBezTo>
                  <a:pt x="160685" y="229670"/>
                  <a:pt x="166226" y="230388"/>
                  <a:pt x="174537" y="230388"/>
                </a:cubicBezTo>
                <a:lnTo>
                  <a:pt x="174537" y="236373"/>
                </a:lnTo>
                <a:lnTo>
                  <a:pt x="99236" y="236373"/>
                </a:lnTo>
                <a:lnTo>
                  <a:pt x="99236" y="230388"/>
                </a:lnTo>
                <a:lnTo>
                  <a:pt x="102561" y="230388"/>
                </a:lnTo>
                <a:cubicBezTo>
                  <a:pt x="110319" y="230388"/>
                  <a:pt x="115527" y="228449"/>
                  <a:pt x="118187" y="224571"/>
                </a:cubicBezTo>
                <a:cubicBezTo>
                  <a:pt x="120957" y="220582"/>
                  <a:pt x="122342" y="213047"/>
                  <a:pt x="122342" y="201965"/>
                </a:cubicBezTo>
                <a:lnTo>
                  <a:pt x="122342" y="145448"/>
                </a:lnTo>
                <a:cubicBezTo>
                  <a:pt x="122342" y="127161"/>
                  <a:pt x="121899" y="116026"/>
                  <a:pt x="121012" y="112037"/>
                </a:cubicBezTo>
                <a:cubicBezTo>
                  <a:pt x="120237" y="108048"/>
                  <a:pt x="118962" y="105331"/>
                  <a:pt x="117189" y="103891"/>
                </a:cubicBezTo>
                <a:cubicBezTo>
                  <a:pt x="115527" y="102449"/>
                  <a:pt x="113255" y="101731"/>
                  <a:pt x="110374" y="101731"/>
                </a:cubicBezTo>
                <a:cubicBezTo>
                  <a:pt x="107271" y="101731"/>
                  <a:pt x="103558" y="102560"/>
                  <a:pt x="99236" y="104224"/>
                </a:cubicBezTo>
                <a:lnTo>
                  <a:pt x="96743" y="98239"/>
                </a:lnTo>
                <a:lnTo>
                  <a:pt x="142621" y="79622"/>
                </a:lnTo>
                <a:lnTo>
                  <a:pt x="149770" y="79622"/>
                </a:lnTo>
                <a:lnTo>
                  <a:pt x="149770" y="11186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path-48">
            <a:extLst xmlns:a="http://schemas.openxmlformats.org/drawingml/2006/main">
              <a:ext uri="{FF2B5EF4-FFF2-40B4-BE49-F238E27FC236}">
                <a16:creationId xmlns:a16="http://schemas.microsoft.com/office/drawing/2014/main" id="{5E7C5897-7F79-4594-990E-1E9CD4587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1646" y="3434991"/>
            <a:ext cx="2530275" cy="420922"/>
          </a:xfrm>
          <a:custGeom xmlns:a="http://schemas.openxmlformats.org/drawingml/2006/main">
            <a:pathLst>
              <a:path w="1862563" h="309846">
                <a:moveTo>
                  <a:pt x="156086" y="5817"/>
                </a:moveTo>
                <a:lnTo>
                  <a:pt x="156086" y="83779"/>
                </a:lnTo>
                <a:lnTo>
                  <a:pt x="149936" y="83779"/>
                </a:lnTo>
                <a:cubicBezTo>
                  <a:pt x="147941" y="68819"/>
                  <a:pt x="144340" y="56906"/>
                  <a:pt x="139131" y="48039"/>
                </a:cubicBezTo>
                <a:cubicBezTo>
                  <a:pt x="134034" y="39175"/>
                  <a:pt x="126720" y="32137"/>
                  <a:pt x="117189" y="26930"/>
                </a:cubicBezTo>
                <a:cubicBezTo>
                  <a:pt x="107659" y="21720"/>
                  <a:pt x="97796" y="19116"/>
                  <a:pt x="87601" y="19116"/>
                </a:cubicBezTo>
                <a:cubicBezTo>
                  <a:pt x="76076" y="19116"/>
                  <a:pt x="66545" y="22662"/>
                  <a:pt x="59010" y="29755"/>
                </a:cubicBezTo>
                <a:cubicBezTo>
                  <a:pt x="51474" y="36736"/>
                  <a:pt x="47707" y="44714"/>
                  <a:pt x="47707" y="53692"/>
                </a:cubicBezTo>
                <a:cubicBezTo>
                  <a:pt x="47707" y="60563"/>
                  <a:pt x="50090" y="66823"/>
                  <a:pt x="54854" y="72476"/>
                </a:cubicBezTo>
                <a:cubicBezTo>
                  <a:pt x="61725" y="80786"/>
                  <a:pt x="78070" y="91867"/>
                  <a:pt x="103891" y="105720"/>
                </a:cubicBezTo>
                <a:cubicBezTo>
                  <a:pt x="124947" y="117023"/>
                  <a:pt x="139297" y="125722"/>
                  <a:pt x="146944" y="131818"/>
                </a:cubicBezTo>
                <a:cubicBezTo>
                  <a:pt x="154701" y="137803"/>
                  <a:pt x="160630" y="144895"/>
                  <a:pt x="164730" y="153094"/>
                </a:cubicBezTo>
                <a:cubicBezTo>
                  <a:pt x="168941" y="161294"/>
                  <a:pt x="171046" y="169882"/>
                  <a:pt x="171046" y="178860"/>
                </a:cubicBezTo>
                <a:cubicBezTo>
                  <a:pt x="171046" y="195926"/>
                  <a:pt x="164397" y="210664"/>
                  <a:pt x="151099" y="223074"/>
                </a:cubicBezTo>
                <a:cubicBezTo>
                  <a:pt x="137912" y="235377"/>
                  <a:pt x="120902" y="241526"/>
                  <a:pt x="100068" y="241526"/>
                </a:cubicBezTo>
                <a:cubicBezTo>
                  <a:pt x="93530" y="241526"/>
                  <a:pt x="87379" y="241027"/>
                  <a:pt x="81617" y="240030"/>
                </a:cubicBezTo>
                <a:cubicBezTo>
                  <a:pt x="78181" y="239476"/>
                  <a:pt x="71033" y="237481"/>
                  <a:pt x="60174" y="234045"/>
                </a:cubicBezTo>
                <a:cubicBezTo>
                  <a:pt x="49424" y="230499"/>
                  <a:pt x="42609" y="228727"/>
                  <a:pt x="39728" y="228727"/>
                </a:cubicBezTo>
                <a:cubicBezTo>
                  <a:pt x="36958" y="228727"/>
                  <a:pt x="34741" y="229559"/>
                  <a:pt x="33079" y="231220"/>
                </a:cubicBezTo>
                <a:cubicBezTo>
                  <a:pt x="31527" y="232884"/>
                  <a:pt x="30364" y="236319"/>
                  <a:pt x="29588" y="241526"/>
                </a:cubicBezTo>
                <a:lnTo>
                  <a:pt x="23437" y="241526"/>
                </a:lnTo>
                <a:lnTo>
                  <a:pt x="23437" y="164232"/>
                </a:lnTo>
                <a:lnTo>
                  <a:pt x="29588" y="164232"/>
                </a:lnTo>
                <a:cubicBezTo>
                  <a:pt x="32470" y="180410"/>
                  <a:pt x="36348" y="192545"/>
                  <a:pt x="41223" y="200634"/>
                </a:cubicBezTo>
                <a:cubicBezTo>
                  <a:pt x="46100" y="208615"/>
                  <a:pt x="53524" y="215264"/>
                  <a:pt x="63498" y="220582"/>
                </a:cubicBezTo>
                <a:cubicBezTo>
                  <a:pt x="73582" y="225902"/>
                  <a:pt x="84609" y="228560"/>
                  <a:pt x="96577" y="228560"/>
                </a:cubicBezTo>
                <a:cubicBezTo>
                  <a:pt x="110429" y="228560"/>
                  <a:pt x="121344" y="224903"/>
                  <a:pt x="129324" y="217589"/>
                </a:cubicBezTo>
                <a:cubicBezTo>
                  <a:pt x="137414" y="210275"/>
                  <a:pt x="141458" y="201633"/>
                  <a:pt x="141458" y="191659"/>
                </a:cubicBezTo>
                <a:cubicBezTo>
                  <a:pt x="141458" y="186117"/>
                  <a:pt x="139907" y="180521"/>
                  <a:pt x="136804" y="174871"/>
                </a:cubicBezTo>
                <a:cubicBezTo>
                  <a:pt x="133812" y="169218"/>
                  <a:pt x="129102" y="163954"/>
                  <a:pt x="122675" y="159079"/>
                </a:cubicBezTo>
                <a:cubicBezTo>
                  <a:pt x="118353" y="155755"/>
                  <a:pt x="106551" y="148716"/>
                  <a:pt x="87269" y="137967"/>
                </a:cubicBezTo>
                <a:cubicBezTo>
                  <a:pt x="67986" y="127107"/>
                  <a:pt x="54245" y="118465"/>
                  <a:pt x="46044" y="112037"/>
                </a:cubicBezTo>
                <a:cubicBezTo>
                  <a:pt x="37955" y="105609"/>
                  <a:pt x="31805" y="98517"/>
                  <a:pt x="27593" y="90760"/>
                </a:cubicBezTo>
                <a:cubicBezTo>
                  <a:pt x="23382" y="83003"/>
                  <a:pt x="21277" y="74469"/>
                  <a:pt x="21277" y="65162"/>
                </a:cubicBezTo>
                <a:cubicBezTo>
                  <a:pt x="21277" y="48982"/>
                  <a:pt x="27483" y="35072"/>
                  <a:pt x="39894" y="23437"/>
                </a:cubicBezTo>
                <a:cubicBezTo>
                  <a:pt x="52306" y="11692"/>
                  <a:pt x="68097" y="5817"/>
                  <a:pt x="87269" y="5817"/>
                </a:cubicBezTo>
                <a:cubicBezTo>
                  <a:pt x="99236" y="5817"/>
                  <a:pt x="111926" y="8756"/>
                  <a:pt x="125334" y="14627"/>
                </a:cubicBezTo>
                <a:cubicBezTo>
                  <a:pt x="131540" y="17399"/>
                  <a:pt x="135917" y="18784"/>
                  <a:pt x="138466" y="18784"/>
                </a:cubicBezTo>
                <a:cubicBezTo>
                  <a:pt x="141347" y="18784"/>
                  <a:pt x="143675" y="17952"/>
                  <a:pt x="145448" y="16291"/>
                </a:cubicBezTo>
                <a:cubicBezTo>
                  <a:pt x="147332" y="14517"/>
                  <a:pt x="148828" y="11027"/>
                  <a:pt x="149936" y="5817"/>
                </a:cubicBezTo>
                <a:lnTo>
                  <a:pt x="156086" y="5817"/>
                </a:lnTo>
                <a:moveTo>
                  <a:pt x="245349" y="112037"/>
                </a:moveTo>
                <a:cubicBezTo>
                  <a:pt x="256431" y="100956"/>
                  <a:pt x="262969" y="94582"/>
                  <a:pt x="264964" y="92921"/>
                </a:cubicBezTo>
                <a:cubicBezTo>
                  <a:pt x="269951" y="88710"/>
                  <a:pt x="275325" y="85439"/>
                  <a:pt x="281088" y="83114"/>
                </a:cubicBezTo>
                <a:cubicBezTo>
                  <a:pt x="286850" y="80786"/>
                  <a:pt x="292558" y="79622"/>
                  <a:pt x="298209" y="79622"/>
                </a:cubicBezTo>
                <a:cubicBezTo>
                  <a:pt x="307740" y="79622"/>
                  <a:pt x="315941" y="82393"/>
                  <a:pt x="322811" y="87932"/>
                </a:cubicBezTo>
                <a:cubicBezTo>
                  <a:pt x="329682" y="93474"/>
                  <a:pt x="334280" y="101509"/>
                  <a:pt x="336608" y="112037"/>
                </a:cubicBezTo>
                <a:cubicBezTo>
                  <a:pt x="348022" y="98738"/>
                  <a:pt x="357663" y="90039"/>
                  <a:pt x="365531" y="85939"/>
                </a:cubicBezTo>
                <a:cubicBezTo>
                  <a:pt x="373399" y="81729"/>
                  <a:pt x="381489" y="79622"/>
                  <a:pt x="389800" y="79622"/>
                </a:cubicBezTo>
                <a:cubicBezTo>
                  <a:pt x="397890" y="79622"/>
                  <a:pt x="405038" y="81729"/>
                  <a:pt x="411243" y="85939"/>
                </a:cubicBezTo>
                <a:cubicBezTo>
                  <a:pt x="417560" y="90039"/>
                  <a:pt x="422547" y="96799"/>
                  <a:pt x="426204" y="106219"/>
                </a:cubicBezTo>
                <a:cubicBezTo>
                  <a:pt x="428642" y="112645"/>
                  <a:pt x="429861" y="122729"/>
                  <a:pt x="429861" y="136471"/>
                </a:cubicBezTo>
                <a:lnTo>
                  <a:pt x="429861" y="201965"/>
                </a:lnTo>
                <a:cubicBezTo>
                  <a:pt x="429861" y="211496"/>
                  <a:pt x="430581" y="218032"/>
                  <a:pt x="432021" y="221578"/>
                </a:cubicBezTo>
                <a:cubicBezTo>
                  <a:pt x="433130" y="224017"/>
                  <a:pt x="435180" y="226124"/>
                  <a:pt x="438172" y="227895"/>
                </a:cubicBezTo>
                <a:cubicBezTo>
                  <a:pt x="441164" y="229559"/>
                  <a:pt x="446040" y="230388"/>
                  <a:pt x="452800" y="230388"/>
                </a:cubicBezTo>
                <a:lnTo>
                  <a:pt x="452800" y="236373"/>
                </a:lnTo>
                <a:lnTo>
                  <a:pt x="377666" y="236373"/>
                </a:lnTo>
                <a:lnTo>
                  <a:pt x="377666" y="230388"/>
                </a:lnTo>
                <a:lnTo>
                  <a:pt x="380824" y="230388"/>
                </a:lnTo>
                <a:cubicBezTo>
                  <a:pt x="387362" y="230388"/>
                  <a:pt x="392459" y="229116"/>
                  <a:pt x="396117" y="226567"/>
                </a:cubicBezTo>
                <a:cubicBezTo>
                  <a:pt x="398665" y="224792"/>
                  <a:pt x="400494" y="221967"/>
                  <a:pt x="401602" y="218089"/>
                </a:cubicBezTo>
                <a:cubicBezTo>
                  <a:pt x="402045" y="216204"/>
                  <a:pt x="402267" y="210829"/>
                  <a:pt x="402267" y="201965"/>
                </a:cubicBezTo>
                <a:lnTo>
                  <a:pt x="402267" y="136471"/>
                </a:lnTo>
                <a:cubicBezTo>
                  <a:pt x="402267" y="124061"/>
                  <a:pt x="400771" y="115305"/>
                  <a:pt x="397779" y="110209"/>
                </a:cubicBezTo>
                <a:cubicBezTo>
                  <a:pt x="393457" y="103116"/>
                  <a:pt x="386531" y="99570"/>
                  <a:pt x="377001" y="99570"/>
                </a:cubicBezTo>
                <a:cubicBezTo>
                  <a:pt x="371127" y="99570"/>
                  <a:pt x="365198" y="101066"/>
                  <a:pt x="359215" y="104059"/>
                </a:cubicBezTo>
                <a:cubicBezTo>
                  <a:pt x="353341" y="106938"/>
                  <a:pt x="346193" y="112369"/>
                  <a:pt x="337771" y="120347"/>
                </a:cubicBezTo>
                <a:lnTo>
                  <a:pt x="337439" y="122176"/>
                </a:lnTo>
                <a:lnTo>
                  <a:pt x="337771" y="129325"/>
                </a:lnTo>
                <a:lnTo>
                  <a:pt x="337771" y="201965"/>
                </a:lnTo>
                <a:cubicBezTo>
                  <a:pt x="337771" y="212382"/>
                  <a:pt x="338325" y="218864"/>
                  <a:pt x="339433" y="221414"/>
                </a:cubicBezTo>
                <a:cubicBezTo>
                  <a:pt x="340653" y="223963"/>
                  <a:pt x="342869" y="226124"/>
                  <a:pt x="346083" y="227895"/>
                </a:cubicBezTo>
                <a:cubicBezTo>
                  <a:pt x="349296" y="229559"/>
                  <a:pt x="354782" y="230388"/>
                  <a:pt x="362539" y="230388"/>
                </a:cubicBezTo>
                <a:lnTo>
                  <a:pt x="362539" y="236373"/>
                </a:lnTo>
                <a:lnTo>
                  <a:pt x="285576" y="236373"/>
                </a:lnTo>
                <a:lnTo>
                  <a:pt x="285576" y="230388"/>
                </a:lnTo>
                <a:cubicBezTo>
                  <a:pt x="293999" y="230388"/>
                  <a:pt x="299761" y="229392"/>
                  <a:pt x="302864" y="227399"/>
                </a:cubicBezTo>
                <a:cubicBezTo>
                  <a:pt x="306077" y="225403"/>
                  <a:pt x="308294" y="222410"/>
                  <a:pt x="309513" y="218421"/>
                </a:cubicBezTo>
                <a:cubicBezTo>
                  <a:pt x="310067" y="216536"/>
                  <a:pt x="310344" y="211051"/>
                  <a:pt x="310344" y="201965"/>
                </a:cubicBezTo>
                <a:lnTo>
                  <a:pt x="310344" y="136471"/>
                </a:lnTo>
                <a:cubicBezTo>
                  <a:pt x="310344" y="124061"/>
                  <a:pt x="308515" y="115140"/>
                  <a:pt x="304859" y="109709"/>
                </a:cubicBezTo>
                <a:cubicBezTo>
                  <a:pt x="299982" y="102617"/>
                  <a:pt x="293168" y="99070"/>
                  <a:pt x="284413" y="99070"/>
                </a:cubicBezTo>
                <a:cubicBezTo>
                  <a:pt x="278429" y="99070"/>
                  <a:pt x="272500" y="100677"/>
                  <a:pt x="266627" y="103891"/>
                </a:cubicBezTo>
                <a:cubicBezTo>
                  <a:pt x="257429" y="108766"/>
                  <a:pt x="250336" y="114252"/>
                  <a:pt x="245349" y="120347"/>
                </a:cubicBezTo>
                <a:lnTo>
                  <a:pt x="245349" y="201965"/>
                </a:lnTo>
                <a:cubicBezTo>
                  <a:pt x="245349" y="211939"/>
                  <a:pt x="246014" y="218421"/>
                  <a:pt x="247345" y="221414"/>
                </a:cubicBezTo>
                <a:cubicBezTo>
                  <a:pt x="248785" y="224406"/>
                  <a:pt x="250835" y="226677"/>
                  <a:pt x="253495" y="228228"/>
                </a:cubicBezTo>
                <a:cubicBezTo>
                  <a:pt x="256265" y="229670"/>
                  <a:pt x="261806" y="230388"/>
                  <a:pt x="270117" y="230388"/>
                </a:cubicBezTo>
                <a:lnTo>
                  <a:pt x="270117" y="236373"/>
                </a:lnTo>
                <a:lnTo>
                  <a:pt x="194817" y="236373"/>
                </a:lnTo>
                <a:lnTo>
                  <a:pt x="194817" y="230388"/>
                </a:lnTo>
                <a:cubicBezTo>
                  <a:pt x="201798" y="230388"/>
                  <a:pt x="206674" y="229670"/>
                  <a:pt x="209445" y="228228"/>
                </a:cubicBezTo>
                <a:cubicBezTo>
                  <a:pt x="212215" y="226677"/>
                  <a:pt x="214321" y="224295"/>
                  <a:pt x="215761" y="221081"/>
                </a:cubicBezTo>
                <a:cubicBezTo>
                  <a:pt x="217202" y="217757"/>
                  <a:pt x="217922" y="211386"/>
                  <a:pt x="217922" y="201965"/>
                </a:cubicBezTo>
                <a:lnTo>
                  <a:pt x="217922" y="143785"/>
                </a:lnTo>
                <a:cubicBezTo>
                  <a:pt x="217922" y="127053"/>
                  <a:pt x="217424" y="116247"/>
                  <a:pt x="216426" y="111373"/>
                </a:cubicBezTo>
                <a:cubicBezTo>
                  <a:pt x="215651" y="107716"/>
                  <a:pt x="214431" y="105220"/>
                  <a:pt x="212769" y="103891"/>
                </a:cubicBezTo>
                <a:cubicBezTo>
                  <a:pt x="211107" y="102452"/>
                  <a:pt x="208835" y="101731"/>
                  <a:pt x="205954" y="101731"/>
                </a:cubicBezTo>
                <a:cubicBezTo>
                  <a:pt x="202851" y="101731"/>
                  <a:pt x="199139" y="102563"/>
                  <a:pt x="194817" y="104224"/>
                </a:cubicBezTo>
                <a:lnTo>
                  <a:pt x="192323" y="98239"/>
                </a:lnTo>
                <a:lnTo>
                  <a:pt x="238202" y="79622"/>
                </a:lnTo>
                <a:lnTo>
                  <a:pt x="245349" y="79622"/>
                </a:lnTo>
                <a:lnTo>
                  <a:pt x="245349" y="112037"/>
                </a:lnTo>
                <a:moveTo>
                  <a:pt x="551372" y="214432"/>
                </a:moveTo>
                <a:cubicBezTo>
                  <a:pt x="535746" y="226510"/>
                  <a:pt x="525939" y="233491"/>
                  <a:pt x="521950" y="235377"/>
                </a:cubicBezTo>
                <a:cubicBezTo>
                  <a:pt x="515966" y="238148"/>
                  <a:pt x="509594" y="239533"/>
                  <a:pt x="502834" y="239533"/>
                </a:cubicBezTo>
                <a:cubicBezTo>
                  <a:pt x="492306" y="239533"/>
                  <a:pt x="483607" y="235930"/>
                  <a:pt x="476736" y="228727"/>
                </a:cubicBezTo>
                <a:cubicBezTo>
                  <a:pt x="469976" y="221524"/>
                  <a:pt x="466597" y="212050"/>
                  <a:pt x="466597" y="200301"/>
                </a:cubicBezTo>
                <a:cubicBezTo>
                  <a:pt x="466597" y="192877"/>
                  <a:pt x="468258" y="186449"/>
                  <a:pt x="471583" y="181021"/>
                </a:cubicBezTo>
                <a:cubicBezTo>
                  <a:pt x="476126" y="173485"/>
                  <a:pt x="483995" y="166393"/>
                  <a:pt x="495187" y="159744"/>
                </a:cubicBezTo>
                <a:cubicBezTo>
                  <a:pt x="506491" y="153094"/>
                  <a:pt x="525219" y="145006"/>
                  <a:pt x="551372" y="135474"/>
                </a:cubicBezTo>
                <a:lnTo>
                  <a:pt x="551372" y="129489"/>
                </a:lnTo>
                <a:cubicBezTo>
                  <a:pt x="551372" y="114308"/>
                  <a:pt x="548934" y="103891"/>
                  <a:pt x="544058" y="98239"/>
                </a:cubicBezTo>
                <a:cubicBezTo>
                  <a:pt x="539293" y="92589"/>
                  <a:pt x="532311" y="89764"/>
                  <a:pt x="523114" y="89764"/>
                </a:cubicBezTo>
                <a:cubicBezTo>
                  <a:pt x="516132" y="89764"/>
                  <a:pt x="510591" y="91646"/>
                  <a:pt x="506491" y="95414"/>
                </a:cubicBezTo>
                <a:cubicBezTo>
                  <a:pt x="502280" y="99181"/>
                  <a:pt x="500174" y="103502"/>
                  <a:pt x="500174" y="108380"/>
                </a:cubicBezTo>
                <a:lnTo>
                  <a:pt x="500507" y="118022"/>
                </a:lnTo>
                <a:cubicBezTo>
                  <a:pt x="500507" y="123118"/>
                  <a:pt x="499177" y="127053"/>
                  <a:pt x="496517" y="129822"/>
                </a:cubicBezTo>
                <a:cubicBezTo>
                  <a:pt x="493969" y="132593"/>
                  <a:pt x="490589" y="133978"/>
                  <a:pt x="486377" y="133978"/>
                </a:cubicBezTo>
                <a:cubicBezTo>
                  <a:pt x="482277" y="133978"/>
                  <a:pt x="478898" y="132539"/>
                  <a:pt x="476238" y="129657"/>
                </a:cubicBezTo>
                <a:cubicBezTo>
                  <a:pt x="473689" y="126775"/>
                  <a:pt x="472414" y="122840"/>
                  <a:pt x="472414" y="117854"/>
                </a:cubicBezTo>
                <a:cubicBezTo>
                  <a:pt x="472414" y="108323"/>
                  <a:pt x="477291" y="99570"/>
                  <a:pt x="487042" y="91592"/>
                </a:cubicBezTo>
                <a:cubicBezTo>
                  <a:pt x="496794" y="83611"/>
                  <a:pt x="510480" y="79622"/>
                  <a:pt x="528100" y="79622"/>
                </a:cubicBezTo>
                <a:cubicBezTo>
                  <a:pt x="541620" y="79622"/>
                  <a:pt x="552701" y="81893"/>
                  <a:pt x="561345" y="86439"/>
                </a:cubicBezTo>
                <a:cubicBezTo>
                  <a:pt x="567884" y="89874"/>
                  <a:pt x="572704" y="95249"/>
                  <a:pt x="575807" y="102563"/>
                </a:cubicBezTo>
                <a:cubicBezTo>
                  <a:pt x="577802" y="107327"/>
                  <a:pt x="578799" y="117079"/>
                  <a:pt x="578799" y="131818"/>
                </a:cubicBezTo>
                <a:lnTo>
                  <a:pt x="578799" y="183513"/>
                </a:lnTo>
                <a:cubicBezTo>
                  <a:pt x="578799" y="198030"/>
                  <a:pt x="579076" y="206951"/>
                  <a:pt x="579630" y="210275"/>
                </a:cubicBezTo>
                <a:cubicBezTo>
                  <a:pt x="580185" y="213489"/>
                  <a:pt x="581071" y="215650"/>
                  <a:pt x="582290" y="216760"/>
                </a:cubicBezTo>
                <a:cubicBezTo>
                  <a:pt x="583620" y="217867"/>
                  <a:pt x="585116" y="218421"/>
                  <a:pt x="586778" y="218421"/>
                </a:cubicBezTo>
                <a:cubicBezTo>
                  <a:pt x="588551" y="218421"/>
                  <a:pt x="590103" y="218032"/>
                  <a:pt x="591432" y="217257"/>
                </a:cubicBezTo>
                <a:cubicBezTo>
                  <a:pt x="593759" y="215818"/>
                  <a:pt x="598247" y="211772"/>
                  <a:pt x="604897" y="205122"/>
                </a:cubicBezTo>
                <a:lnTo>
                  <a:pt x="604897" y="214432"/>
                </a:lnTo>
                <a:cubicBezTo>
                  <a:pt x="592485" y="231055"/>
                  <a:pt x="580628" y="239366"/>
                  <a:pt x="569324" y="239366"/>
                </a:cubicBezTo>
                <a:cubicBezTo>
                  <a:pt x="563894" y="239366"/>
                  <a:pt x="559572" y="237481"/>
                  <a:pt x="556359" y="233713"/>
                </a:cubicBezTo>
                <a:cubicBezTo>
                  <a:pt x="553145" y="229945"/>
                  <a:pt x="551483" y="223517"/>
                  <a:pt x="551372" y="214432"/>
                </a:cubicBezTo>
                <a:moveTo>
                  <a:pt x="551372" y="203626"/>
                </a:moveTo>
                <a:lnTo>
                  <a:pt x="551372" y="145613"/>
                </a:lnTo>
                <a:cubicBezTo>
                  <a:pt x="534638" y="152262"/>
                  <a:pt x="523834" y="156973"/>
                  <a:pt x="518958" y="159744"/>
                </a:cubicBezTo>
                <a:cubicBezTo>
                  <a:pt x="510203" y="164619"/>
                  <a:pt x="503942" y="169718"/>
                  <a:pt x="500174" y="175036"/>
                </a:cubicBezTo>
                <a:cubicBezTo>
                  <a:pt x="496406" y="180356"/>
                  <a:pt x="494522" y="186174"/>
                  <a:pt x="494522" y="192491"/>
                </a:cubicBezTo>
                <a:cubicBezTo>
                  <a:pt x="494522" y="200469"/>
                  <a:pt x="496905" y="207118"/>
                  <a:pt x="501670" y="212436"/>
                </a:cubicBezTo>
                <a:cubicBezTo>
                  <a:pt x="506435" y="217646"/>
                  <a:pt x="511921" y="220250"/>
                  <a:pt x="518127" y="220250"/>
                </a:cubicBezTo>
                <a:cubicBezTo>
                  <a:pt x="526549" y="220250"/>
                  <a:pt x="537630" y="214707"/>
                  <a:pt x="551372" y="203626"/>
                </a:cubicBezTo>
                <a:moveTo>
                  <a:pt x="668727" y="0"/>
                </a:moveTo>
                <a:lnTo>
                  <a:pt x="668727" y="201965"/>
                </a:lnTo>
                <a:cubicBezTo>
                  <a:pt x="668727" y="211496"/>
                  <a:pt x="669392" y="217811"/>
                  <a:pt x="670722" y="220914"/>
                </a:cubicBezTo>
                <a:cubicBezTo>
                  <a:pt x="672163" y="224017"/>
                  <a:pt x="674323" y="226399"/>
                  <a:pt x="677205" y="228063"/>
                </a:cubicBezTo>
                <a:cubicBezTo>
                  <a:pt x="680086" y="229613"/>
                  <a:pt x="685461" y="230388"/>
                  <a:pt x="693329" y="230388"/>
                </a:cubicBezTo>
                <a:lnTo>
                  <a:pt x="693329" y="236373"/>
                </a:lnTo>
                <a:lnTo>
                  <a:pt x="618693" y="236373"/>
                </a:lnTo>
                <a:lnTo>
                  <a:pt x="618693" y="230388"/>
                </a:lnTo>
                <a:cubicBezTo>
                  <a:pt x="625675" y="230388"/>
                  <a:pt x="630440" y="229670"/>
                  <a:pt x="632989" y="228228"/>
                </a:cubicBezTo>
                <a:cubicBezTo>
                  <a:pt x="635538" y="226788"/>
                  <a:pt x="637533" y="224406"/>
                  <a:pt x="638973" y="221081"/>
                </a:cubicBezTo>
                <a:cubicBezTo>
                  <a:pt x="640414" y="217757"/>
                  <a:pt x="641134" y="211386"/>
                  <a:pt x="641134" y="201965"/>
                </a:cubicBezTo>
                <a:lnTo>
                  <a:pt x="641134" y="63666"/>
                </a:lnTo>
                <a:cubicBezTo>
                  <a:pt x="641134" y="46489"/>
                  <a:pt x="640746" y="35961"/>
                  <a:pt x="639971" y="32083"/>
                </a:cubicBezTo>
                <a:cubicBezTo>
                  <a:pt x="639195" y="28091"/>
                  <a:pt x="637920" y="25377"/>
                  <a:pt x="636147" y="23937"/>
                </a:cubicBezTo>
                <a:cubicBezTo>
                  <a:pt x="634485" y="22495"/>
                  <a:pt x="632324" y="21777"/>
                  <a:pt x="629664" y="21777"/>
                </a:cubicBezTo>
                <a:cubicBezTo>
                  <a:pt x="626783" y="21777"/>
                  <a:pt x="623126" y="22662"/>
                  <a:pt x="618693" y="24434"/>
                </a:cubicBezTo>
                <a:lnTo>
                  <a:pt x="615867" y="18617"/>
                </a:lnTo>
                <a:lnTo>
                  <a:pt x="661248" y="0"/>
                </a:lnTo>
                <a:lnTo>
                  <a:pt x="668727" y="0"/>
                </a:lnTo>
                <a:moveTo>
                  <a:pt x="763477" y="0"/>
                </a:moveTo>
                <a:lnTo>
                  <a:pt x="763477" y="201965"/>
                </a:lnTo>
                <a:cubicBezTo>
                  <a:pt x="763477" y="211496"/>
                  <a:pt x="764142" y="217811"/>
                  <a:pt x="765471" y="220914"/>
                </a:cubicBezTo>
                <a:cubicBezTo>
                  <a:pt x="766912" y="224017"/>
                  <a:pt x="769073" y="226399"/>
                  <a:pt x="771954" y="228063"/>
                </a:cubicBezTo>
                <a:cubicBezTo>
                  <a:pt x="774835" y="229613"/>
                  <a:pt x="780210" y="230388"/>
                  <a:pt x="788078" y="230388"/>
                </a:cubicBezTo>
                <a:lnTo>
                  <a:pt x="788078" y="236373"/>
                </a:lnTo>
                <a:lnTo>
                  <a:pt x="713442" y="236373"/>
                </a:lnTo>
                <a:lnTo>
                  <a:pt x="713442" y="230388"/>
                </a:lnTo>
                <a:cubicBezTo>
                  <a:pt x="720424" y="230388"/>
                  <a:pt x="725189" y="229670"/>
                  <a:pt x="727738" y="228228"/>
                </a:cubicBezTo>
                <a:cubicBezTo>
                  <a:pt x="730286" y="226788"/>
                  <a:pt x="732281" y="224406"/>
                  <a:pt x="733722" y="221081"/>
                </a:cubicBezTo>
                <a:cubicBezTo>
                  <a:pt x="735163" y="217757"/>
                  <a:pt x="735883" y="211386"/>
                  <a:pt x="735883" y="201965"/>
                </a:cubicBezTo>
                <a:lnTo>
                  <a:pt x="735883" y="63666"/>
                </a:lnTo>
                <a:cubicBezTo>
                  <a:pt x="735883" y="46489"/>
                  <a:pt x="735495" y="35961"/>
                  <a:pt x="734719" y="32083"/>
                </a:cubicBezTo>
                <a:cubicBezTo>
                  <a:pt x="733943" y="28091"/>
                  <a:pt x="732669" y="25377"/>
                  <a:pt x="730896" y="23937"/>
                </a:cubicBezTo>
                <a:cubicBezTo>
                  <a:pt x="729234" y="22495"/>
                  <a:pt x="727073" y="21777"/>
                  <a:pt x="724414" y="21777"/>
                </a:cubicBezTo>
                <a:cubicBezTo>
                  <a:pt x="721532" y="21777"/>
                  <a:pt x="717875" y="22662"/>
                  <a:pt x="713442" y="24434"/>
                </a:cubicBezTo>
                <a:lnTo>
                  <a:pt x="710617" y="18617"/>
                </a:lnTo>
                <a:lnTo>
                  <a:pt x="755996" y="0"/>
                </a:lnTo>
                <a:lnTo>
                  <a:pt x="763477" y="0"/>
                </a:lnTo>
                <a:moveTo>
                  <a:pt x="1110390" y="236373"/>
                </a:moveTo>
                <a:lnTo>
                  <a:pt x="1050217" y="236373"/>
                </a:lnTo>
                <a:lnTo>
                  <a:pt x="973919" y="130986"/>
                </a:lnTo>
                <a:cubicBezTo>
                  <a:pt x="968267" y="131207"/>
                  <a:pt x="963668" y="131318"/>
                  <a:pt x="960122" y="131318"/>
                </a:cubicBezTo>
                <a:cubicBezTo>
                  <a:pt x="958682" y="131318"/>
                  <a:pt x="957130" y="131318"/>
                  <a:pt x="955468" y="131318"/>
                </a:cubicBezTo>
                <a:cubicBezTo>
                  <a:pt x="953805" y="131207"/>
                  <a:pt x="952088" y="131096"/>
                  <a:pt x="950315" y="130986"/>
                </a:cubicBezTo>
                <a:lnTo>
                  <a:pt x="950315" y="196480"/>
                </a:lnTo>
                <a:cubicBezTo>
                  <a:pt x="950315" y="210664"/>
                  <a:pt x="951866" y="219474"/>
                  <a:pt x="954969" y="222910"/>
                </a:cubicBezTo>
                <a:cubicBezTo>
                  <a:pt x="959180" y="227785"/>
                  <a:pt x="965496" y="230224"/>
                  <a:pt x="973919" y="230224"/>
                </a:cubicBezTo>
                <a:lnTo>
                  <a:pt x="982729" y="230224"/>
                </a:lnTo>
                <a:lnTo>
                  <a:pt x="982729" y="236373"/>
                </a:lnTo>
                <a:lnTo>
                  <a:pt x="886151" y="236373"/>
                </a:lnTo>
                <a:lnTo>
                  <a:pt x="886151" y="230224"/>
                </a:lnTo>
                <a:lnTo>
                  <a:pt x="894629" y="230224"/>
                </a:lnTo>
                <a:cubicBezTo>
                  <a:pt x="904159" y="230224"/>
                  <a:pt x="910974" y="227120"/>
                  <a:pt x="915075" y="220914"/>
                </a:cubicBezTo>
                <a:cubicBezTo>
                  <a:pt x="917402" y="217478"/>
                  <a:pt x="918565" y="209333"/>
                  <a:pt x="918565" y="196480"/>
                </a:cubicBezTo>
                <a:lnTo>
                  <a:pt x="918565" y="50864"/>
                </a:lnTo>
                <a:cubicBezTo>
                  <a:pt x="918565" y="36679"/>
                  <a:pt x="917014" y="27869"/>
                  <a:pt x="913911" y="24434"/>
                </a:cubicBezTo>
                <a:cubicBezTo>
                  <a:pt x="909589" y="19559"/>
                  <a:pt x="903161" y="17120"/>
                  <a:pt x="894629" y="17120"/>
                </a:cubicBezTo>
                <a:lnTo>
                  <a:pt x="886151" y="17120"/>
                </a:lnTo>
                <a:lnTo>
                  <a:pt x="886151" y="10971"/>
                </a:lnTo>
                <a:lnTo>
                  <a:pt x="968267" y="10971"/>
                </a:lnTo>
                <a:cubicBezTo>
                  <a:pt x="992204" y="10971"/>
                  <a:pt x="1009824" y="12745"/>
                  <a:pt x="1021127" y="16291"/>
                </a:cubicBezTo>
                <a:cubicBezTo>
                  <a:pt x="1032541" y="19727"/>
                  <a:pt x="1042182" y="26152"/>
                  <a:pt x="1050050" y="35572"/>
                </a:cubicBezTo>
                <a:cubicBezTo>
                  <a:pt x="1058029" y="44882"/>
                  <a:pt x="1062019" y="56017"/>
                  <a:pt x="1062019" y="68984"/>
                </a:cubicBezTo>
                <a:cubicBezTo>
                  <a:pt x="1062019" y="82836"/>
                  <a:pt x="1057475" y="94860"/>
                  <a:pt x="1048388" y="105055"/>
                </a:cubicBezTo>
                <a:cubicBezTo>
                  <a:pt x="1039412" y="115251"/>
                  <a:pt x="1025449" y="122454"/>
                  <a:pt x="1006499" y="126664"/>
                </a:cubicBezTo>
                <a:lnTo>
                  <a:pt x="1053043" y="191327"/>
                </a:lnTo>
                <a:cubicBezTo>
                  <a:pt x="1063681" y="206176"/>
                  <a:pt x="1072823" y="216039"/>
                  <a:pt x="1080470" y="220914"/>
                </a:cubicBezTo>
                <a:cubicBezTo>
                  <a:pt x="1088116" y="225792"/>
                  <a:pt x="1098090" y="228895"/>
                  <a:pt x="1110390" y="230224"/>
                </a:cubicBezTo>
                <a:lnTo>
                  <a:pt x="1110390" y="236373"/>
                </a:lnTo>
                <a:moveTo>
                  <a:pt x="950315" y="120515"/>
                </a:moveTo>
                <a:cubicBezTo>
                  <a:pt x="952420" y="120515"/>
                  <a:pt x="954248" y="120569"/>
                  <a:pt x="955800" y="120679"/>
                </a:cubicBezTo>
                <a:cubicBezTo>
                  <a:pt x="957351" y="120679"/>
                  <a:pt x="958626" y="120679"/>
                  <a:pt x="959623" y="120679"/>
                </a:cubicBezTo>
                <a:cubicBezTo>
                  <a:pt x="981122" y="120679"/>
                  <a:pt x="997301" y="116026"/>
                  <a:pt x="1008161" y="106716"/>
                </a:cubicBezTo>
                <a:cubicBezTo>
                  <a:pt x="1019132" y="97409"/>
                  <a:pt x="1024617" y="85550"/>
                  <a:pt x="1024617" y="71144"/>
                </a:cubicBezTo>
                <a:cubicBezTo>
                  <a:pt x="1024617" y="57070"/>
                  <a:pt x="1020185" y="45657"/>
                  <a:pt x="1011319" y="36901"/>
                </a:cubicBezTo>
                <a:cubicBezTo>
                  <a:pt x="1002565" y="28037"/>
                  <a:pt x="990929" y="23605"/>
                  <a:pt x="976412" y="23605"/>
                </a:cubicBezTo>
                <a:cubicBezTo>
                  <a:pt x="969984" y="23605"/>
                  <a:pt x="961285" y="24658"/>
                  <a:pt x="950315" y="26762"/>
                </a:cubicBezTo>
                <a:lnTo>
                  <a:pt x="950315" y="120515"/>
                </a:lnTo>
                <a:moveTo>
                  <a:pt x="1143636" y="141459"/>
                </a:moveTo>
                <a:cubicBezTo>
                  <a:pt x="1143525" y="164065"/>
                  <a:pt x="1149010" y="181796"/>
                  <a:pt x="1160092" y="194651"/>
                </a:cubicBezTo>
                <a:cubicBezTo>
                  <a:pt x="1171174" y="207504"/>
                  <a:pt x="1184195" y="213932"/>
                  <a:pt x="1199155" y="213932"/>
                </a:cubicBezTo>
                <a:cubicBezTo>
                  <a:pt x="1209129" y="213932"/>
                  <a:pt x="1217773" y="211218"/>
                  <a:pt x="1225086" y="205787"/>
                </a:cubicBezTo>
                <a:cubicBezTo>
                  <a:pt x="1232511" y="200247"/>
                  <a:pt x="1238717" y="190827"/>
                  <a:pt x="1243703" y="177528"/>
                </a:cubicBezTo>
                <a:lnTo>
                  <a:pt x="1248857" y="180853"/>
                </a:lnTo>
                <a:cubicBezTo>
                  <a:pt x="1246529" y="196037"/>
                  <a:pt x="1239770" y="209889"/>
                  <a:pt x="1228577" y="222410"/>
                </a:cubicBezTo>
                <a:cubicBezTo>
                  <a:pt x="1217384" y="234823"/>
                  <a:pt x="1203367" y="241027"/>
                  <a:pt x="1186522" y="241027"/>
                </a:cubicBezTo>
                <a:cubicBezTo>
                  <a:pt x="1168237" y="241027"/>
                  <a:pt x="1152557" y="233934"/>
                  <a:pt x="1139480" y="219750"/>
                </a:cubicBezTo>
                <a:cubicBezTo>
                  <a:pt x="1126514" y="205455"/>
                  <a:pt x="1120032" y="186284"/>
                  <a:pt x="1120032" y="162237"/>
                </a:cubicBezTo>
                <a:cubicBezTo>
                  <a:pt x="1120032" y="136196"/>
                  <a:pt x="1126680" y="115915"/>
                  <a:pt x="1139978" y="101399"/>
                </a:cubicBezTo>
                <a:cubicBezTo>
                  <a:pt x="1153388" y="86771"/>
                  <a:pt x="1170176" y="79457"/>
                  <a:pt x="1190345" y="79457"/>
                </a:cubicBezTo>
                <a:cubicBezTo>
                  <a:pt x="1207411" y="79457"/>
                  <a:pt x="1221429" y="85107"/>
                  <a:pt x="1232400" y="96410"/>
                </a:cubicBezTo>
                <a:cubicBezTo>
                  <a:pt x="1243371" y="107605"/>
                  <a:pt x="1248857" y="122619"/>
                  <a:pt x="1248857" y="141459"/>
                </a:cubicBezTo>
                <a:lnTo>
                  <a:pt x="1143636" y="141459"/>
                </a:lnTo>
                <a:moveTo>
                  <a:pt x="1143636" y="131818"/>
                </a:moveTo>
                <a:lnTo>
                  <a:pt x="1214116" y="131818"/>
                </a:lnTo>
                <a:cubicBezTo>
                  <a:pt x="1213561" y="122065"/>
                  <a:pt x="1212398" y="115194"/>
                  <a:pt x="1210625" y="111205"/>
                </a:cubicBezTo>
                <a:cubicBezTo>
                  <a:pt x="1207855" y="104999"/>
                  <a:pt x="1203699" y="100124"/>
                  <a:pt x="1198158" y="96578"/>
                </a:cubicBezTo>
                <a:cubicBezTo>
                  <a:pt x="1192727" y="93031"/>
                  <a:pt x="1187021" y="91257"/>
                  <a:pt x="1181036" y="91257"/>
                </a:cubicBezTo>
                <a:cubicBezTo>
                  <a:pt x="1171839" y="91257"/>
                  <a:pt x="1163582" y="94860"/>
                  <a:pt x="1156269" y="102063"/>
                </a:cubicBezTo>
                <a:cubicBezTo>
                  <a:pt x="1149066" y="109155"/>
                  <a:pt x="1144855" y="119072"/>
                  <a:pt x="1143636" y="131818"/>
                </a:cubicBezTo>
                <a:moveTo>
                  <a:pt x="1310028" y="180853"/>
                </a:moveTo>
                <a:cubicBezTo>
                  <a:pt x="1300719" y="176310"/>
                  <a:pt x="1293572" y="169993"/>
                  <a:pt x="1288585" y="161904"/>
                </a:cubicBezTo>
                <a:cubicBezTo>
                  <a:pt x="1283598" y="153705"/>
                  <a:pt x="1281105" y="144673"/>
                  <a:pt x="1281105" y="134810"/>
                </a:cubicBezTo>
                <a:cubicBezTo>
                  <a:pt x="1281105" y="119740"/>
                  <a:pt x="1286756" y="106773"/>
                  <a:pt x="1298060" y="95913"/>
                </a:cubicBezTo>
                <a:cubicBezTo>
                  <a:pt x="1309474" y="85053"/>
                  <a:pt x="1324046" y="79622"/>
                  <a:pt x="1341777" y="79622"/>
                </a:cubicBezTo>
                <a:cubicBezTo>
                  <a:pt x="1356294" y="79622"/>
                  <a:pt x="1368872" y="83168"/>
                  <a:pt x="1379511" y="90260"/>
                </a:cubicBezTo>
                <a:lnTo>
                  <a:pt x="1411758" y="90260"/>
                </a:lnTo>
                <a:cubicBezTo>
                  <a:pt x="1416524" y="90260"/>
                  <a:pt x="1419293" y="90428"/>
                  <a:pt x="1420070" y="90760"/>
                </a:cubicBezTo>
                <a:cubicBezTo>
                  <a:pt x="1420845" y="90982"/>
                  <a:pt x="1421399" y="91424"/>
                  <a:pt x="1421732" y="92089"/>
                </a:cubicBezTo>
                <a:cubicBezTo>
                  <a:pt x="1422397" y="93085"/>
                  <a:pt x="1422729" y="94860"/>
                  <a:pt x="1422729" y="97409"/>
                </a:cubicBezTo>
                <a:cubicBezTo>
                  <a:pt x="1422729" y="100288"/>
                  <a:pt x="1422452" y="102284"/>
                  <a:pt x="1421898" y="103392"/>
                </a:cubicBezTo>
                <a:cubicBezTo>
                  <a:pt x="1421565" y="103948"/>
                  <a:pt x="1420956" y="104391"/>
                  <a:pt x="1420070" y="104723"/>
                </a:cubicBezTo>
                <a:cubicBezTo>
                  <a:pt x="1419293" y="105055"/>
                  <a:pt x="1416524" y="105220"/>
                  <a:pt x="1411758" y="105220"/>
                </a:cubicBezTo>
                <a:lnTo>
                  <a:pt x="1391978" y="105220"/>
                </a:lnTo>
                <a:cubicBezTo>
                  <a:pt x="1398183" y="113201"/>
                  <a:pt x="1401286" y="123397"/>
                  <a:pt x="1401286" y="135807"/>
                </a:cubicBezTo>
                <a:cubicBezTo>
                  <a:pt x="1401286" y="149991"/>
                  <a:pt x="1395856" y="162126"/>
                  <a:pt x="1384996" y="172211"/>
                </a:cubicBezTo>
                <a:cubicBezTo>
                  <a:pt x="1374136" y="182295"/>
                  <a:pt x="1359563" y="187338"/>
                  <a:pt x="1341278" y="187338"/>
                </a:cubicBezTo>
                <a:cubicBezTo>
                  <a:pt x="1333743" y="187338"/>
                  <a:pt x="1326041" y="186228"/>
                  <a:pt x="1318173" y="184013"/>
                </a:cubicBezTo>
                <a:cubicBezTo>
                  <a:pt x="1313297" y="188224"/>
                  <a:pt x="1309973" y="191937"/>
                  <a:pt x="1308199" y="195148"/>
                </a:cubicBezTo>
                <a:cubicBezTo>
                  <a:pt x="1306537" y="198252"/>
                  <a:pt x="1305706" y="200912"/>
                  <a:pt x="1305706" y="203129"/>
                </a:cubicBezTo>
                <a:cubicBezTo>
                  <a:pt x="1305706" y="205012"/>
                  <a:pt x="1306593" y="206840"/>
                  <a:pt x="1308366" y="208615"/>
                </a:cubicBezTo>
                <a:cubicBezTo>
                  <a:pt x="1310250" y="210386"/>
                  <a:pt x="1313851" y="211661"/>
                  <a:pt x="1319170" y="212436"/>
                </a:cubicBezTo>
                <a:cubicBezTo>
                  <a:pt x="1322273" y="212879"/>
                  <a:pt x="1330030" y="213268"/>
                  <a:pt x="1342442" y="213600"/>
                </a:cubicBezTo>
                <a:cubicBezTo>
                  <a:pt x="1365270" y="214154"/>
                  <a:pt x="1380064" y="214932"/>
                  <a:pt x="1386825" y="215928"/>
                </a:cubicBezTo>
                <a:cubicBezTo>
                  <a:pt x="1397131" y="217368"/>
                  <a:pt x="1405331" y="221192"/>
                  <a:pt x="1411426" y="227399"/>
                </a:cubicBezTo>
                <a:cubicBezTo>
                  <a:pt x="1417632" y="233602"/>
                  <a:pt x="1420734" y="241251"/>
                  <a:pt x="1420734" y="250336"/>
                </a:cubicBezTo>
                <a:cubicBezTo>
                  <a:pt x="1420734" y="262860"/>
                  <a:pt x="1414861" y="274606"/>
                  <a:pt x="1403114" y="285576"/>
                </a:cubicBezTo>
                <a:cubicBezTo>
                  <a:pt x="1385827" y="301757"/>
                  <a:pt x="1363276" y="309846"/>
                  <a:pt x="1335461" y="309846"/>
                </a:cubicBezTo>
                <a:cubicBezTo>
                  <a:pt x="1314073" y="309846"/>
                  <a:pt x="1296010" y="305025"/>
                  <a:pt x="1281271" y="295383"/>
                </a:cubicBezTo>
                <a:cubicBezTo>
                  <a:pt x="1272959" y="289844"/>
                  <a:pt x="1268804" y="284080"/>
                  <a:pt x="1268804" y="278095"/>
                </a:cubicBezTo>
                <a:cubicBezTo>
                  <a:pt x="1268804" y="275438"/>
                  <a:pt x="1269413" y="272777"/>
                  <a:pt x="1270632" y="270117"/>
                </a:cubicBezTo>
                <a:cubicBezTo>
                  <a:pt x="1272516" y="266017"/>
                  <a:pt x="1276395" y="260310"/>
                  <a:pt x="1282268" y="252997"/>
                </a:cubicBezTo>
                <a:cubicBezTo>
                  <a:pt x="1283044" y="252000"/>
                  <a:pt x="1288695" y="246015"/>
                  <a:pt x="1299223" y="235044"/>
                </a:cubicBezTo>
                <a:cubicBezTo>
                  <a:pt x="1293461" y="231609"/>
                  <a:pt x="1289360" y="228560"/>
                  <a:pt x="1286922" y="225902"/>
                </a:cubicBezTo>
                <a:cubicBezTo>
                  <a:pt x="1284596" y="223131"/>
                  <a:pt x="1283431" y="220028"/>
                  <a:pt x="1283431" y="216593"/>
                </a:cubicBezTo>
                <a:cubicBezTo>
                  <a:pt x="1283431" y="212714"/>
                  <a:pt x="1284983" y="208172"/>
                  <a:pt x="1288086" y="202962"/>
                </a:cubicBezTo>
                <a:cubicBezTo>
                  <a:pt x="1291300" y="197755"/>
                  <a:pt x="1298614" y="190384"/>
                  <a:pt x="1310028" y="180853"/>
                </a:cubicBezTo>
                <a:moveTo>
                  <a:pt x="1338951" y="87600"/>
                </a:moveTo>
                <a:cubicBezTo>
                  <a:pt x="1330751" y="87600"/>
                  <a:pt x="1323880" y="90871"/>
                  <a:pt x="1318339" y="97409"/>
                </a:cubicBezTo>
                <a:cubicBezTo>
                  <a:pt x="1312799" y="103948"/>
                  <a:pt x="1310028" y="113976"/>
                  <a:pt x="1310028" y="127496"/>
                </a:cubicBezTo>
                <a:cubicBezTo>
                  <a:pt x="1310028" y="145006"/>
                  <a:pt x="1313796" y="158580"/>
                  <a:pt x="1321331" y="168222"/>
                </a:cubicBezTo>
                <a:cubicBezTo>
                  <a:pt x="1327094" y="175535"/>
                  <a:pt x="1334408" y="179192"/>
                  <a:pt x="1343273" y="179192"/>
                </a:cubicBezTo>
                <a:cubicBezTo>
                  <a:pt x="1351695" y="179192"/>
                  <a:pt x="1358621" y="176032"/>
                  <a:pt x="1364051" y="169718"/>
                </a:cubicBezTo>
                <a:cubicBezTo>
                  <a:pt x="1369481" y="163401"/>
                  <a:pt x="1372196" y="153483"/>
                  <a:pt x="1372196" y="139963"/>
                </a:cubicBezTo>
                <a:cubicBezTo>
                  <a:pt x="1372196" y="122343"/>
                  <a:pt x="1368373" y="108545"/>
                  <a:pt x="1360727" y="98574"/>
                </a:cubicBezTo>
                <a:cubicBezTo>
                  <a:pt x="1355075" y="91257"/>
                  <a:pt x="1347816" y="87600"/>
                  <a:pt x="1338951" y="87600"/>
                </a:cubicBezTo>
                <a:moveTo>
                  <a:pt x="1308366" y="236373"/>
                </a:moveTo>
                <a:cubicBezTo>
                  <a:pt x="1303157" y="242026"/>
                  <a:pt x="1299223" y="247290"/>
                  <a:pt x="1296563" y="252165"/>
                </a:cubicBezTo>
                <a:cubicBezTo>
                  <a:pt x="1293904" y="257042"/>
                  <a:pt x="1292574" y="261528"/>
                  <a:pt x="1292574" y="265628"/>
                </a:cubicBezTo>
                <a:cubicBezTo>
                  <a:pt x="1292574" y="270949"/>
                  <a:pt x="1295788" y="275602"/>
                  <a:pt x="1302215" y="279591"/>
                </a:cubicBezTo>
                <a:cubicBezTo>
                  <a:pt x="1313297" y="286462"/>
                  <a:pt x="1329310" y="289897"/>
                  <a:pt x="1350254" y="289897"/>
                </a:cubicBezTo>
                <a:cubicBezTo>
                  <a:pt x="1370202" y="289897"/>
                  <a:pt x="1384885" y="286351"/>
                  <a:pt x="1394304" y="279259"/>
                </a:cubicBezTo>
                <a:cubicBezTo>
                  <a:pt x="1403835" y="272278"/>
                  <a:pt x="1408600" y="264799"/>
                  <a:pt x="1408600" y="256818"/>
                </a:cubicBezTo>
                <a:cubicBezTo>
                  <a:pt x="1408600" y="251057"/>
                  <a:pt x="1405774" y="246958"/>
                  <a:pt x="1400123" y="244519"/>
                </a:cubicBezTo>
                <a:cubicBezTo>
                  <a:pt x="1394360" y="242080"/>
                  <a:pt x="1382946" y="240641"/>
                  <a:pt x="1365880" y="240198"/>
                </a:cubicBezTo>
                <a:cubicBezTo>
                  <a:pt x="1340946" y="239533"/>
                  <a:pt x="1321775" y="238258"/>
                  <a:pt x="1308366" y="236373"/>
                </a:cubicBezTo>
                <a:moveTo>
                  <a:pt x="1478249" y="0"/>
                </a:moveTo>
                <a:cubicBezTo>
                  <a:pt x="1482903" y="0"/>
                  <a:pt x="1486838" y="1661"/>
                  <a:pt x="1490051" y="4986"/>
                </a:cubicBezTo>
                <a:cubicBezTo>
                  <a:pt x="1493375" y="8200"/>
                  <a:pt x="1495038" y="12135"/>
                  <a:pt x="1495038" y="16788"/>
                </a:cubicBezTo>
                <a:cubicBezTo>
                  <a:pt x="1495038" y="21444"/>
                  <a:pt x="1493375" y="25433"/>
                  <a:pt x="1490051" y="28758"/>
                </a:cubicBezTo>
                <a:cubicBezTo>
                  <a:pt x="1486838" y="32083"/>
                  <a:pt x="1482903" y="33744"/>
                  <a:pt x="1478249" y="33744"/>
                </a:cubicBezTo>
                <a:cubicBezTo>
                  <a:pt x="1473594" y="33744"/>
                  <a:pt x="1469605" y="32083"/>
                  <a:pt x="1466280" y="28758"/>
                </a:cubicBezTo>
                <a:cubicBezTo>
                  <a:pt x="1462956" y="25433"/>
                  <a:pt x="1461293" y="21444"/>
                  <a:pt x="1461293" y="16788"/>
                </a:cubicBezTo>
                <a:cubicBezTo>
                  <a:pt x="1461293" y="12135"/>
                  <a:pt x="1462900" y="8200"/>
                  <a:pt x="1466114" y="4986"/>
                </a:cubicBezTo>
                <a:cubicBezTo>
                  <a:pt x="1469439" y="1661"/>
                  <a:pt x="1473483" y="0"/>
                  <a:pt x="1478249" y="0"/>
                </a:cubicBezTo>
                <a:moveTo>
                  <a:pt x="1492045" y="79622"/>
                </a:moveTo>
                <a:lnTo>
                  <a:pt x="1492045" y="201965"/>
                </a:lnTo>
                <a:cubicBezTo>
                  <a:pt x="1492045" y="211496"/>
                  <a:pt x="1492710" y="217867"/>
                  <a:pt x="1494041" y="221081"/>
                </a:cubicBezTo>
                <a:cubicBezTo>
                  <a:pt x="1495481" y="224185"/>
                  <a:pt x="1497531" y="226510"/>
                  <a:pt x="1500190" y="228063"/>
                </a:cubicBezTo>
                <a:cubicBezTo>
                  <a:pt x="1502961" y="229613"/>
                  <a:pt x="1507948" y="230388"/>
                  <a:pt x="1515151" y="230388"/>
                </a:cubicBezTo>
                <a:lnTo>
                  <a:pt x="1515151" y="236373"/>
                </a:lnTo>
                <a:lnTo>
                  <a:pt x="1441181" y="236373"/>
                </a:lnTo>
                <a:lnTo>
                  <a:pt x="1441181" y="230388"/>
                </a:lnTo>
                <a:cubicBezTo>
                  <a:pt x="1448605" y="230388"/>
                  <a:pt x="1453592" y="229670"/>
                  <a:pt x="1456140" y="228228"/>
                </a:cubicBezTo>
                <a:cubicBezTo>
                  <a:pt x="1458689" y="226788"/>
                  <a:pt x="1460684" y="224406"/>
                  <a:pt x="1462125" y="221081"/>
                </a:cubicBezTo>
                <a:cubicBezTo>
                  <a:pt x="1463676" y="217757"/>
                  <a:pt x="1464452" y="211386"/>
                  <a:pt x="1464452" y="201965"/>
                </a:cubicBezTo>
                <a:lnTo>
                  <a:pt x="1464452" y="143288"/>
                </a:lnTo>
                <a:cubicBezTo>
                  <a:pt x="1464452" y="126775"/>
                  <a:pt x="1463954" y="116080"/>
                  <a:pt x="1462956" y="111205"/>
                </a:cubicBezTo>
                <a:cubicBezTo>
                  <a:pt x="1462180" y="107659"/>
                  <a:pt x="1460961" y="105220"/>
                  <a:pt x="1459299" y="103891"/>
                </a:cubicBezTo>
                <a:cubicBezTo>
                  <a:pt x="1457637" y="102452"/>
                  <a:pt x="1455365" y="101731"/>
                  <a:pt x="1452483" y="101731"/>
                </a:cubicBezTo>
                <a:cubicBezTo>
                  <a:pt x="1449381" y="101731"/>
                  <a:pt x="1445613" y="102563"/>
                  <a:pt x="1441181" y="104224"/>
                </a:cubicBezTo>
                <a:lnTo>
                  <a:pt x="1438853" y="98239"/>
                </a:lnTo>
                <a:lnTo>
                  <a:pt x="1484732" y="79622"/>
                </a:lnTo>
                <a:lnTo>
                  <a:pt x="1492045" y="79622"/>
                </a:lnTo>
                <a:moveTo>
                  <a:pt x="1608736" y="79622"/>
                </a:moveTo>
                <a:cubicBezTo>
                  <a:pt x="1631786" y="79622"/>
                  <a:pt x="1650293" y="88378"/>
                  <a:pt x="1664256" y="105887"/>
                </a:cubicBezTo>
                <a:cubicBezTo>
                  <a:pt x="1676113" y="120847"/>
                  <a:pt x="1682042" y="138024"/>
                  <a:pt x="1682042" y="157416"/>
                </a:cubicBezTo>
                <a:cubicBezTo>
                  <a:pt x="1682042" y="171046"/>
                  <a:pt x="1678773" y="184845"/>
                  <a:pt x="1672235" y="198805"/>
                </a:cubicBezTo>
                <a:cubicBezTo>
                  <a:pt x="1665696" y="212768"/>
                  <a:pt x="1656665" y="223296"/>
                  <a:pt x="1645140" y="230388"/>
                </a:cubicBezTo>
                <a:cubicBezTo>
                  <a:pt x="1633725" y="237481"/>
                  <a:pt x="1620982" y="241027"/>
                  <a:pt x="1606908" y="241027"/>
                </a:cubicBezTo>
                <a:cubicBezTo>
                  <a:pt x="1583969" y="241027"/>
                  <a:pt x="1565739" y="231884"/>
                  <a:pt x="1552220" y="213600"/>
                </a:cubicBezTo>
                <a:cubicBezTo>
                  <a:pt x="1540805" y="198198"/>
                  <a:pt x="1535098" y="180910"/>
                  <a:pt x="1535098" y="161737"/>
                </a:cubicBezTo>
                <a:cubicBezTo>
                  <a:pt x="1535098" y="147774"/>
                  <a:pt x="1538533" y="133924"/>
                  <a:pt x="1545404" y="120183"/>
                </a:cubicBezTo>
                <a:cubicBezTo>
                  <a:pt x="1552386" y="106330"/>
                  <a:pt x="1561528" y="96135"/>
                  <a:pt x="1572831" y="89596"/>
                </a:cubicBezTo>
                <a:cubicBezTo>
                  <a:pt x="1584135" y="82947"/>
                  <a:pt x="1596103" y="79622"/>
                  <a:pt x="1608736" y="79622"/>
                </a:cubicBezTo>
                <a:moveTo>
                  <a:pt x="1603583" y="90428"/>
                </a:moveTo>
                <a:cubicBezTo>
                  <a:pt x="1597710" y="90428"/>
                  <a:pt x="1591781" y="92200"/>
                  <a:pt x="1585797" y="95746"/>
                </a:cubicBezTo>
                <a:cubicBezTo>
                  <a:pt x="1579924" y="99181"/>
                  <a:pt x="1575159" y="105277"/>
                  <a:pt x="1571502" y="114030"/>
                </a:cubicBezTo>
                <a:cubicBezTo>
                  <a:pt x="1567845" y="122786"/>
                  <a:pt x="1566016" y="134035"/>
                  <a:pt x="1566016" y="147774"/>
                </a:cubicBezTo>
                <a:cubicBezTo>
                  <a:pt x="1566016" y="169939"/>
                  <a:pt x="1570393" y="189055"/>
                  <a:pt x="1579148" y="205122"/>
                </a:cubicBezTo>
                <a:cubicBezTo>
                  <a:pt x="1588013" y="221192"/>
                  <a:pt x="1599650" y="229227"/>
                  <a:pt x="1614056" y="229227"/>
                </a:cubicBezTo>
                <a:cubicBezTo>
                  <a:pt x="1624805" y="229227"/>
                  <a:pt x="1633670" y="224792"/>
                  <a:pt x="1640652" y="215928"/>
                </a:cubicBezTo>
                <a:cubicBezTo>
                  <a:pt x="1647633" y="207062"/>
                  <a:pt x="1651124" y="191824"/>
                  <a:pt x="1651124" y="170215"/>
                </a:cubicBezTo>
                <a:cubicBezTo>
                  <a:pt x="1651124" y="143177"/>
                  <a:pt x="1645306" y="121900"/>
                  <a:pt x="1633670" y="106384"/>
                </a:cubicBezTo>
                <a:cubicBezTo>
                  <a:pt x="1625802" y="95746"/>
                  <a:pt x="1615773" y="90428"/>
                  <a:pt x="1603583" y="90428"/>
                </a:cubicBezTo>
                <a:moveTo>
                  <a:pt x="1748865" y="111869"/>
                </a:moveTo>
                <a:cubicBezTo>
                  <a:pt x="1766706" y="90371"/>
                  <a:pt x="1783717" y="79622"/>
                  <a:pt x="1799896" y="79622"/>
                </a:cubicBezTo>
                <a:cubicBezTo>
                  <a:pt x="1808207" y="79622"/>
                  <a:pt x="1815355" y="81729"/>
                  <a:pt x="1821339" y="85939"/>
                </a:cubicBezTo>
                <a:cubicBezTo>
                  <a:pt x="1827324" y="90039"/>
                  <a:pt x="1832089" y="96856"/>
                  <a:pt x="1835635" y="106384"/>
                </a:cubicBezTo>
                <a:cubicBezTo>
                  <a:pt x="1838073" y="113033"/>
                  <a:pt x="1839292" y="123229"/>
                  <a:pt x="1839292" y="136971"/>
                </a:cubicBezTo>
                <a:lnTo>
                  <a:pt x="1839292" y="201965"/>
                </a:lnTo>
                <a:cubicBezTo>
                  <a:pt x="1839292" y="211607"/>
                  <a:pt x="1840068" y="218143"/>
                  <a:pt x="1841619" y="221578"/>
                </a:cubicBezTo>
                <a:cubicBezTo>
                  <a:pt x="1842838" y="224349"/>
                  <a:pt x="1844777" y="226510"/>
                  <a:pt x="1847437" y="228063"/>
                </a:cubicBezTo>
                <a:cubicBezTo>
                  <a:pt x="1850207" y="229613"/>
                  <a:pt x="1855250" y="230388"/>
                  <a:pt x="1862563" y="230388"/>
                </a:cubicBezTo>
                <a:lnTo>
                  <a:pt x="1862563" y="236373"/>
                </a:lnTo>
                <a:lnTo>
                  <a:pt x="1787263" y="236373"/>
                </a:lnTo>
                <a:lnTo>
                  <a:pt x="1787263" y="230388"/>
                </a:lnTo>
                <a:lnTo>
                  <a:pt x="1790421" y="230388"/>
                </a:lnTo>
                <a:cubicBezTo>
                  <a:pt x="1797514" y="230388"/>
                  <a:pt x="1802445" y="229338"/>
                  <a:pt x="1805216" y="227231"/>
                </a:cubicBezTo>
                <a:cubicBezTo>
                  <a:pt x="1808097" y="225014"/>
                  <a:pt x="1810091" y="221800"/>
                  <a:pt x="1811200" y="217589"/>
                </a:cubicBezTo>
                <a:cubicBezTo>
                  <a:pt x="1811643" y="215928"/>
                  <a:pt x="1811864" y="210718"/>
                  <a:pt x="1811864" y="201965"/>
                </a:cubicBezTo>
                <a:lnTo>
                  <a:pt x="1811864" y="139631"/>
                </a:lnTo>
                <a:cubicBezTo>
                  <a:pt x="1811864" y="125779"/>
                  <a:pt x="1810036" y="115748"/>
                  <a:pt x="1806379" y="109544"/>
                </a:cubicBezTo>
                <a:cubicBezTo>
                  <a:pt x="1802833" y="103227"/>
                  <a:pt x="1796793" y="100067"/>
                  <a:pt x="1788261" y="100067"/>
                </a:cubicBezTo>
                <a:cubicBezTo>
                  <a:pt x="1775073" y="100067"/>
                  <a:pt x="1761941" y="107270"/>
                  <a:pt x="1748865" y="121679"/>
                </a:cubicBezTo>
                <a:lnTo>
                  <a:pt x="1748865" y="201965"/>
                </a:lnTo>
                <a:cubicBezTo>
                  <a:pt x="1748865" y="212271"/>
                  <a:pt x="1749475" y="218643"/>
                  <a:pt x="1750693" y="221081"/>
                </a:cubicBezTo>
                <a:cubicBezTo>
                  <a:pt x="1752245" y="224295"/>
                  <a:pt x="1754350" y="226677"/>
                  <a:pt x="1757010" y="228228"/>
                </a:cubicBezTo>
                <a:cubicBezTo>
                  <a:pt x="1759781" y="229670"/>
                  <a:pt x="1765321" y="230388"/>
                  <a:pt x="1773632" y="230388"/>
                </a:cubicBezTo>
                <a:lnTo>
                  <a:pt x="1773632" y="236373"/>
                </a:lnTo>
                <a:lnTo>
                  <a:pt x="1698332" y="236373"/>
                </a:lnTo>
                <a:lnTo>
                  <a:pt x="1698332" y="230388"/>
                </a:lnTo>
                <a:lnTo>
                  <a:pt x="1701657" y="230388"/>
                </a:lnTo>
                <a:cubicBezTo>
                  <a:pt x="1709414" y="230388"/>
                  <a:pt x="1714622" y="228449"/>
                  <a:pt x="1717282" y="224571"/>
                </a:cubicBezTo>
                <a:cubicBezTo>
                  <a:pt x="1720052" y="220582"/>
                  <a:pt x="1721438" y="213047"/>
                  <a:pt x="1721438" y="201965"/>
                </a:cubicBezTo>
                <a:lnTo>
                  <a:pt x="1721438" y="145448"/>
                </a:lnTo>
                <a:cubicBezTo>
                  <a:pt x="1721438" y="127164"/>
                  <a:pt x="1720994" y="116026"/>
                  <a:pt x="1720108" y="112037"/>
                </a:cubicBezTo>
                <a:cubicBezTo>
                  <a:pt x="1719332" y="108048"/>
                  <a:pt x="1718058" y="105331"/>
                  <a:pt x="1716285" y="103891"/>
                </a:cubicBezTo>
                <a:cubicBezTo>
                  <a:pt x="1714622" y="102452"/>
                  <a:pt x="1712351" y="101731"/>
                  <a:pt x="1709469" y="101731"/>
                </a:cubicBezTo>
                <a:cubicBezTo>
                  <a:pt x="1706367" y="101731"/>
                  <a:pt x="1702654" y="102563"/>
                  <a:pt x="1698332" y="104224"/>
                </a:cubicBezTo>
                <a:lnTo>
                  <a:pt x="1695839" y="98239"/>
                </a:lnTo>
                <a:lnTo>
                  <a:pt x="1741717" y="79622"/>
                </a:lnTo>
                <a:lnTo>
                  <a:pt x="1748865" y="79622"/>
                </a:lnTo>
                <a:lnTo>
                  <a:pt x="1748865" y="111869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text-50 (a)">
            <a:extLst xmlns:a="http://schemas.openxmlformats.org/drawingml/2006/main">
              <a:ext uri="{FF2B5EF4-FFF2-40B4-BE49-F238E27FC236}">
                <a16:creationId xmlns:a16="http://schemas.microsoft.com/office/drawing/2014/main" id="{1448FB2E-D898-4F77-A030-041EDA932B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9093" y="8148443"/>
            <a:ext cx="730949" cy="7933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(a)</a:t>
            </a:r>
          </a:p>
        </p:txBody>
      </p:sp>
      <p:sp>
        <p:nvSpPr>
          <p:cNvPr id="45" name="text-51 Generalization.">
            <a:extLst xmlns:a="http://schemas.openxmlformats.org/drawingml/2006/main">
              <a:ext uri="{FF2B5EF4-FFF2-40B4-BE49-F238E27FC236}">
                <a16:creationId xmlns:a16="http://schemas.microsoft.com/office/drawing/2014/main" id="{8E5D5A6D-CAA4-488C-8946-A3CD7CF31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71955" y="8148428"/>
            <a:ext cx="3832035" cy="7934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1" i="0">
                <a:solidFill>
                  <a:srgbClr val="623E99"/>
                </a:solidFill>
                <a:latin typeface="Times New Roman"/>
                <a:ea typeface="Times New Roman"/>
                <a:cs typeface="Times New Roman"/>
              </a:rPr>
              <a:t>Generalization.</a:t>
            </a:r>
          </a:p>
        </p:txBody>
      </p:sp>
      <p:sp>
        <p:nvSpPr>
          <p:cNvPr id="46" name="text-52 Small">
            <a:extLst xmlns:a="http://schemas.openxmlformats.org/drawingml/2006/main">
              <a:ext uri="{FF2B5EF4-FFF2-40B4-BE49-F238E27FC236}">
                <a16:creationId xmlns:a16="http://schemas.microsoft.com/office/drawing/2014/main" id="{E5EED350-84B2-4011-96BE-B904D30E1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83864" y="8148400"/>
            <a:ext cx="1424494" cy="7934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3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3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3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Small</a:t>
            </a:r>
          </a:p>
        </p:txBody>
      </p:sp>
      <p:sp>
        <p:nvSpPr>
          <p:cNvPr id="47" name="text-52 supervi-">
            <a:extLst xmlns:a="http://schemas.openxmlformats.org/drawingml/2006/main">
              <a:ext uri="{FF2B5EF4-FFF2-40B4-BE49-F238E27FC236}">
                <a16:creationId xmlns:a16="http://schemas.microsoft.com/office/drawing/2014/main" id="{8F336981-3E68-48C7-9440-7AF256FAA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50263" y="8148479"/>
            <a:ext cx="1958797" cy="7933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supervi-</a:t>
            </a:r>
          </a:p>
        </p:txBody>
      </p:sp>
      <p:sp>
        <p:nvSpPr>
          <p:cNvPr id="48" name="text-52 sion">
            <a:extLst xmlns:a="http://schemas.openxmlformats.org/drawingml/2006/main">
              <a:ext uri="{FF2B5EF4-FFF2-40B4-BE49-F238E27FC236}">
                <a16:creationId xmlns:a16="http://schemas.microsoft.com/office/drawing/2014/main" id="{FFCCBE60-62DF-43B2-87E7-A54EFF232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9093" y="8778034"/>
            <a:ext cx="1046543" cy="7933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sion</a:t>
            </a:r>
          </a:p>
        </p:txBody>
      </p:sp>
      <p:sp>
        <p:nvSpPr>
          <p:cNvPr id="49" name="text-52 region">
            <a:extLst xmlns:a="http://schemas.openxmlformats.org/drawingml/2006/main">
              <a:ext uri="{FF2B5EF4-FFF2-40B4-BE49-F238E27FC236}">
                <a16:creationId xmlns:a16="http://schemas.microsoft.com/office/drawing/2014/main" id="{57E5F4B0-C5D5-43DD-B29B-09E449363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70562" y="8781279"/>
            <a:ext cx="1540614" cy="7887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36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36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36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region</a:t>
            </a:r>
          </a:p>
        </p:txBody>
      </p:sp>
      <p:sp>
        <p:nvSpPr>
          <p:cNvPr id="50" name="path-53">
            <a:extLst xmlns:a="http://schemas.openxmlformats.org/drawingml/2006/main">
              <a:ext uri="{FF2B5EF4-FFF2-40B4-BE49-F238E27FC236}">
                <a16:creationId xmlns:a16="http://schemas.microsoft.com/office/drawing/2014/main" id="{ACB87DCC-C7D0-464D-B559-7E1DF0A8D3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3920" y="8919718"/>
            <a:ext cx="24364" cy="566615"/>
          </a:xfrm>
          <a:custGeom xmlns:a="http://schemas.openxmlformats.org/drawingml/2006/main">
            <a:pathLst>
              <a:path w="17935" h="417091">
                <a:moveTo>
                  <a:pt x="17935" y="15433"/>
                </a:moveTo>
                <a:cubicBezTo>
                  <a:pt x="17935" y="8344"/>
                  <a:pt x="17935" y="0"/>
                  <a:pt x="9177" y="0"/>
                </a:cubicBezTo>
                <a:cubicBezTo>
                  <a:pt x="0" y="0"/>
                  <a:pt x="0" y="7930"/>
                  <a:pt x="0" y="15433"/>
                </a:cubicBezTo>
                <a:lnTo>
                  <a:pt x="0" y="401664"/>
                </a:lnTo>
                <a:cubicBezTo>
                  <a:pt x="0" y="408754"/>
                  <a:pt x="0" y="417091"/>
                  <a:pt x="8764" y="417091"/>
                </a:cubicBezTo>
                <a:cubicBezTo>
                  <a:pt x="17935" y="417091"/>
                  <a:pt x="17935" y="409168"/>
                  <a:pt x="17935" y="401664"/>
                </a:cubicBezTo>
                <a:lnTo>
                  <a:pt x="17935" y="1543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" name="path-54">
            <a:extLst xmlns:a="http://schemas.openxmlformats.org/drawingml/2006/main">
              <a:ext uri="{FF2B5EF4-FFF2-40B4-BE49-F238E27FC236}">
                <a16:creationId xmlns:a16="http://schemas.microsoft.com/office/drawing/2014/main" id="{A8D38E5C-F2AD-45EB-98D4-7C5A9C1B8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9316" y="8957898"/>
            <a:ext cx="434593" cy="386781"/>
          </a:xfrm>
          <a:custGeom xmlns:a="http://schemas.openxmlformats.org/drawingml/2006/main">
            <a:pathLst>
              <a:path w="319908" h="284714">
                <a:moveTo>
                  <a:pt x="80496" y="284714"/>
                </a:moveTo>
                <a:cubicBezTo>
                  <a:pt x="181014" y="284714"/>
                  <a:pt x="319908" y="210506"/>
                  <a:pt x="319908" y="97138"/>
                </a:cubicBezTo>
                <a:cubicBezTo>
                  <a:pt x="319908" y="60455"/>
                  <a:pt x="302387" y="34615"/>
                  <a:pt x="274028" y="19188"/>
                </a:cubicBezTo>
                <a:cubicBezTo>
                  <a:pt x="238159" y="0"/>
                  <a:pt x="202703" y="0"/>
                  <a:pt x="163079" y="0"/>
                </a:cubicBezTo>
                <a:cubicBezTo>
                  <a:pt x="127210" y="0"/>
                  <a:pt x="98430" y="0"/>
                  <a:pt x="62147" y="16267"/>
                </a:cubicBezTo>
                <a:cubicBezTo>
                  <a:pt x="5422" y="42119"/>
                  <a:pt x="0" y="76295"/>
                  <a:pt x="0" y="77963"/>
                </a:cubicBezTo>
                <a:cubicBezTo>
                  <a:pt x="0" y="79630"/>
                  <a:pt x="834" y="81298"/>
                  <a:pt x="4169" y="81298"/>
                </a:cubicBezTo>
                <a:cubicBezTo>
                  <a:pt x="7504" y="81298"/>
                  <a:pt x="15013" y="79210"/>
                  <a:pt x="22937" y="74208"/>
                </a:cubicBezTo>
                <a:cubicBezTo>
                  <a:pt x="33782" y="67124"/>
                  <a:pt x="34615" y="64623"/>
                  <a:pt x="37117" y="57540"/>
                </a:cubicBezTo>
                <a:cubicBezTo>
                  <a:pt x="42959" y="40865"/>
                  <a:pt x="52136" y="26278"/>
                  <a:pt x="109275" y="23363"/>
                </a:cubicBezTo>
                <a:cubicBezTo>
                  <a:pt x="103853" y="105889"/>
                  <a:pt x="83837" y="186334"/>
                  <a:pt x="52136" y="262611"/>
                </a:cubicBezTo>
                <a:cubicBezTo>
                  <a:pt x="32948" y="269700"/>
                  <a:pt x="26692" y="279298"/>
                  <a:pt x="26692" y="281799"/>
                </a:cubicBezTo>
                <a:cubicBezTo>
                  <a:pt x="26692" y="284300"/>
                  <a:pt x="27112" y="284714"/>
                  <a:pt x="36703" y="284714"/>
                </a:cubicBezTo>
                <a:lnTo>
                  <a:pt x="80496" y="284714"/>
                </a:lnTo>
                <a:moveTo>
                  <a:pt x="82163" y="261357"/>
                </a:moveTo>
                <a:cubicBezTo>
                  <a:pt x="120954" y="167159"/>
                  <a:pt x="135973" y="99640"/>
                  <a:pt x="144311" y="23363"/>
                </a:cubicBezTo>
                <a:cubicBezTo>
                  <a:pt x="174758" y="23363"/>
                  <a:pt x="283619" y="23363"/>
                  <a:pt x="283619" y="115474"/>
                </a:cubicBezTo>
                <a:cubicBezTo>
                  <a:pt x="283619" y="198420"/>
                  <a:pt x="208126" y="261357"/>
                  <a:pt x="106354" y="261357"/>
                </a:cubicBezTo>
                <a:lnTo>
                  <a:pt x="82163" y="2613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" name="path-55">
            <a:extLst xmlns:a="http://schemas.openxmlformats.org/drawingml/2006/main">
              <a:ext uri="{FF2B5EF4-FFF2-40B4-BE49-F238E27FC236}">
                <a16:creationId xmlns:a16="http://schemas.microsoft.com/office/drawing/2014/main" id="{12939170-6454-4EBB-A523-06BA2F9AD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96409" y="8919718"/>
            <a:ext cx="24364" cy="566615"/>
          </a:xfrm>
          <a:custGeom xmlns:a="http://schemas.openxmlformats.org/drawingml/2006/main">
            <a:pathLst>
              <a:path w="17935" h="417091">
                <a:moveTo>
                  <a:pt x="17935" y="15433"/>
                </a:moveTo>
                <a:cubicBezTo>
                  <a:pt x="17935" y="8344"/>
                  <a:pt x="17935" y="0"/>
                  <a:pt x="9177" y="0"/>
                </a:cubicBezTo>
                <a:cubicBezTo>
                  <a:pt x="0" y="0"/>
                  <a:pt x="0" y="7930"/>
                  <a:pt x="0" y="15433"/>
                </a:cubicBezTo>
                <a:lnTo>
                  <a:pt x="0" y="401664"/>
                </a:lnTo>
                <a:cubicBezTo>
                  <a:pt x="0" y="408754"/>
                  <a:pt x="0" y="417091"/>
                  <a:pt x="8764" y="417091"/>
                </a:cubicBezTo>
                <a:cubicBezTo>
                  <a:pt x="17935" y="417091"/>
                  <a:pt x="17935" y="409168"/>
                  <a:pt x="17935" y="401664"/>
                </a:cubicBezTo>
                <a:lnTo>
                  <a:pt x="17935" y="1543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" name="path-56">
            <a:extLst xmlns:a="http://schemas.openxmlformats.org/drawingml/2006/main">
              <a:ext uri="{FF2B5EF4-FFF2-40B4-BE49-F238E27FC236}">
                <a16:creationId xmlns:a16="http://schemas.microsoft.com/office/drawing/2014/main" id="{9A786AA5-C599-4358-B5E4-184519F88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84252" y="9132752"/>
            <a:ext cx="387568" cy="139994"/>
          </a:xfrm>
          <a:custGeom xmlns:a="http://schemas.openxmlformats.org/drawingml/2006/main">
            <a:pathLst>
              <a:path w="285293" h="103051">
                <a:moveTo>
                  <a:pt x="271527" y="17941"/>
                </a:moveTo>
                <a:cubicBezTo>
                  <a:pt x="277369" y="17941"/>
                  <a:pt x="285293" y="17941"/>
                  <a:pt x="285293" y="9177"/>
                </a:cubicBezTo>
                <a:cubicBezTo>
                  <a:pt x="285293" y="0"/>
                  <a:pt x="276116" y="0"/>
                  <a:pt x="269859" y="0"/>
                </a:cubicBezTo>
                <a:lnTo>
                  <a:pt x="15433" y="0"/>
                </a:lnTo>
                <a:cubicBezTo>
                  <a:pt x="9177" y="0"/>
                  <a:pt x="0" y="0"/>
                  <a:pt x="0" y="9177"/>
                </a:cubicBezTo>
                <a:cubicBezTo>
                  <a:pt x="0" y="17941"/>
                  <a:pt x="8344" y="17941"/>
                  <a:pt x="13766" y="17941"/>
                </a:cubicBezTo>
                <a:lnTo>
                  <a:pt x="271527" y="17941"/>
                </a:lnTo>
                <a:moveTo>
                  <a:pt x="269859" y="103051"/>
                </a:moveTo>
                <a:cubicBezTo>
                  <a:pt x="276116" y="103051"/>
                  <a:pt x="285293" y="103051"/>
                  <a:pt x="285293" y="93880"/>
                </a:cubicBezTo>
                <a:cubicBezTo>
                  <a:pt x="285293" y="85116"/>
                  <a:pt x="277369" y="85116"/>
                  <a:pt x="271527" y="85116"/>
                </a:cubicBezTo>
                <a:lnTo>
                  <a:pt x="13766" y="85116"/>
                </a:lnTo>
                <a:cubicBezTo>
                  <a:pt x="8344" y="85116"/>
                  <a:pt x="0" y="85116"/>
                  <a:pt x="0" y="93880"/>
                </a:cubicBezTo>
                <a:cubicBezTo>
                  <a:pt x="0" y="103051"/>
                  <a:pt x="9177" y="103051"/>
                  <a:pt x="15433" y="103051"/>
                </a:cubicBezTo>
                <a:lnTo>
                  <a:pt x="269859" y="1030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path-57">
            <a:extLst xmlns:a="http://schemas.openxmlformats.org/drawingml/2006/main">
              <a:ext uri="{FF2B5EF4-FFF2-40B4-BE49-F238E27FC236}">
                <a16:creationId xmlns:a16="http://schemas.microsoft.com/office/drawing/2014/main" id="{0D3AD33B-5FE4-48FB-B08E-EAFE9267B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34723" y="8919718"/>
            <a:ext cx="24364" cy="566615"/>
          </a:xfrm>
          <a:custGeom xmlns:a="http://schemas.openxmlformats.org/drawingml/2006/main">
            <a:pathLst>
              <a:path w="17935" h="417091">
                <a:moveTo>
                  <a:pt x="17935" y="15433"/>
                </a:moveTo>
                <a:cubicBezTo>
                  <a:pt x="17935" y="8344"/>
                  <a:pt x="17935" y="0"/>
                  <a:pt x="9177" y="0"/>
                </a:cubicBezTo>
                <a:cubicBezTo>
                  <a:pt x="0" y="0"/>
                  <a:pt x="0" y="7930"/>
                  <a:pt x="0" y="15433"/>
                </a:cubicBezTo>
                <a:lnTo>
                  <a:pt x="0" y="401664"/>
                </a:lnTo>
                <a:cubicBezTo>
                  <a:pt x="0" y="408754"/>
                  <a:pt x="0" y="417091"/>
                  <a:pt x="8764" y="417091"/>
                </a:cubicBezTo>
                <a:cubicBezTo>
                  <a:pt x="17935" y="417091"/>
                  <a:pt x="17935" y="409168"/>
                  <a:pt x="17935" y="401664"/>
                </a:cubicBezTo>
                <a:lnTo>
                  <a:pt x="17935" y="1543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8">
            <a:extLst xmlns:a="http://schemas.openxmlformats.org/drawingml/2006/main">
              <a:ext uri="{FF2B5EF4-FFF2-40B4-BE49-F238E27FC236}">
                <a16:creationId xmlns:a16="http://schemas.microsoft.com/office/drawing/2014/main" id="{722A8B38-F6B9-4B28-9A17-88F2F7C6B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40119" y="8957898"/>
            <a:ext cx="434593" cy="386781"/>
          </a:xfrm>
          <a:custGeom xmlns:a="http://schemas.openxmlformats.org/drawingml/2006/main">
            <a:pathLst>
              <a:path w="319908" h="284714">
                <a:moveTo>
                  <a:pt x="80496" y="284714"/>
                </a:moveTo>
                <a:cubicBezTo>
                  <a:pt x="181014" y="284714"/>
                  <a:pt x="319908" y="210506"/>
                  <a:pt x="319908" y="97138"/>
                </a:cubicBezTo>
                <a:cubicBezTo>
                  <a:pt x="319908" y="60455"/>
                  <a:pt x="302387" y="34615"/>
                  <a:pt x="274028" y="19188"/>
                </a:cubicBezTo>
                <a:cubicBezTo>
                  <a:pt x="238159" y="0"/>
                  <a:pt x="202703" y="0"/>
                  <a:pt x="163079" y="0"/>
                </a:cubicBezTo>
                <a:cubicBezTo>
                  <a:pt x="127210" y="0"/>
                  <a:pt x="98430" y="0"/>
                  <a:pt x="62147" y="16267"/>
                </a:cubicBezTo>
                <a:cubicBezTo>
                  <a:pt x="5422" y="42119"/>
                  <a:pt x="0" y="76295"/>
                  <a:pt x="0" y="77963"/>
                </a:cubicBezTo>
                <a:cubicBezTo>
                  <a:pt x="0" y="79630"/>
                  <a:pt x="834" y="81298"/>
                  <a:pt x="4169" y="81298"/>
                </a:cubicBezTo>
                <a:cubicBezTo>
                  <a:pt x="7504" y="81298"/>
                  <a:pt x="15013" y="79210"/>
                  <a:pt x="22937" y="74208"/>
                </a:cubicBezTo>
                <a:cubicBezTo>
                  <a:pt x="33782" y="67124"/>
                  <a:pt x="34615" y="64623"/>
                  <a:pt x="37117" y="57540"/>
                </a:cubicBezTo>
                <a:cubicBezTo>
                  <a:pt x="42959" y="40865"/>
                  <a:pt x="52136" y="26278"/>
                  <a:pt x="109275" y="23363"/>
                </a:cubicBezTo>
                <a:cubicBezTo>
                  <a:pt x="103853" y="105889"/>
                  <a:pt x="83837" y="186334"/>
                  <a:pt x="52136" y="262611"/>
                </a:cubicBezTo>
                <a:cubicBezTo>
                  <a:pt x="32948" y="269700"/>
                  <a:pt x="26692" y="279298"/>
                  <a:pt x="26692" y="281799"/>
                </a:cubicBezTo>
                <a:cubicBezTo>
                  <a:pt x="26692" y="284300"/>
                  <a:pt x="27112" y="284714"/>
                  <a:pt x="36703" y="284714"/>
                </a:cubicBezTo>
                <a:lnTo>
                  <a:pt x="80496" y="284714"/>
                </a:lnTo>
                <a:moveTo>
                  <a:pt x="82163" y="261357"/>
                </a:moveTo>
                <a:cubicBezTo>
                  <a:pt x="120954" y="167159"/>
                  <a:pt x="135973" y="99640"/>
                  <a:pt x="144311" y="23363"/>
                </a:cubicBezTo>
                <a:cubicBezTo>
                  <a:pt x="174758" y="23363"/>
                  <a:pt x="283619" y="23363"/>
                  <a:pt x="283619" y="115474"/>
                </a:cubicBezTo>
                <a:cubicBezTo>
                  <a:pt x="283619" y="198420"/>
                  <a:pt x="208126" y="261357"/>
                  <a:pt x="106354" y="261357"/>
                </a:cubicBezTo>
                <a:lnTo>
                  <a:pt x="82163" y="2613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path-59">
            <a:extLst xmlns:a="http://schemas.openxmlformats.org/drawingml/2006/main">
              <a:ext uri="{FF2B5EF4-FFF2-40B4-BE49-F238E27FC236}">
                <a16:creationId xmlns:a16="http://schemas.microsoft.com/office/drawing/2014/main" id="{D446C2FF-BA8D-459B-BDE3-ACB0157DD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4683" y="8919718"/>
            <a:ext cx="24364" cy="566615"/>
          </a:xfrm>
          <a:custGeom xmlns:a="http://schemas.openxmlformats.org/drawingml/2006/main">
            <a:pathLst>
              <a:path w="17935" h="417091">
                <a:moveTo>
                  <a:pt x="17935" y="15433"/>
                </a:moveTo>
                <a:cubicBezTo>
                  <a:pt x="17935" y="8344"/>
                  <a:pt x="17935" y="0"/>
                  <a:pt x="9177" y="0"/>
                </a:cubicBezTo>
                <a:cubicBezTo>
                  <a:pt x="0" y="0"/>
                  <a:pt x="0" y="7930"/>
                  <a:pt x="0" y="15433"/>
                </a:cubicBezTo>
                <a:lnTo>
                  <a:pt x="0" y="401664"/>
                </a:lnTo>
                <a:cubicBezTo>
                  <a:pt x="0" y="408754"/>
                  <a:pt x="0" y="417091"/>
                  <a:pt x="8764" y="417091"/>
                </a:cubicBezTo>
                <a:cubicBezTo>
                  <a:pt x="17935" y="417091"/>
                  <a:pt x="17935" y="409168"/>
                  <a:pt x="17935" y="401664"/>
                </a:cubicBezTo>
                <a:lnTo>
                  <a:pt x="17935" y="1543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text-60 (">
            <a:extLst xmlns:a="http://schemas.openxmlformats.org/drawingml/2006/main">
              <a:ext uri="{FF2B5EF4-FFF2-40B4-BE49-F238E27FC236}">
                <a16:creationId xmlns:a16="http://schemas.microsoft.com/office/drawing/2014/main" id="{B8EE7835-88E1-47B3-B381-923E46B75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36685" y="8778086"/>
            <a:ext cx="290669" cy="7932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</a:t>
            </a:r>
          </a:p>
        </p:txBody>
      </p:sp>
      <p:sp>
        <p:nvSpPr>
          <p:cNvPr id="58" name="text-61 region">
            <a:extLst xmlns:a="http://schemas.openxmlformats.org/drawingml/2006/main">
              <a:ext uri="{FF2B5EF4-FFF2-40B4-BE49-F238E27FC236}">
                <a16:creationId xmlns:a16="http://schemas.microsoft.com/office/drawing/2014/main" id="{CCFE0944-5EC7-41D9-875F-456D0112B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36925" y="9032095"/>
            <a:ext cx="1027073" cy="5258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9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region</a:t>
            </a:r>
          </a:p>
        </p:txBody>
      </p:sp>
      <p:sp>
        <p:nvSpPr>
          <p:cNvPr id="59" name="text-62 score">
            <a:extLst xmlns:a="http://schemas.openxmlformats.org/drawingml/2006/main">
              <a:ext uri="{FF2B5EF4-FFF2-40B4-BE49-F238E27FC236}">
                <a16:creationId xmlns:a16="http://schemas.microsoft.com/office/drawing/2014/main" id="{44403E69-8679-43B7-A855-F1D1A4177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77604" y="9029900"/>
            <a:ext cx="865038" cy="528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7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7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97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score</a:t>
            </a:r>
          </a:p>
        </p:txBody>
      </p:sp>
      <p:sp>
        <p:nvSpPr>
          <p:cNvPr id="60" name="text-63 )">
            <a:extLst xmlns:a="http://schemas.openxmlformats.org/drawingml/2006/main">
              <a:ext uri="{FF2B5EF4-FFF2-40B4-BE49-F238E27FC236}">
                <a16:creationId xmlns:a16="http://schemas.microsoft.com/office/drawing/2014/main" id="{31E5C454-E121-4B02-8746-AF6943EFB3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68181" y="8778086"/>
            <a:ext cx="290669" cy="7932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)</a:t>
            </a:r>
          </a:p>
        </p:txBody>
      </p:sp>
      <p:sp>
        <p:nvSpPr>
          <p:cNvPr id="61" name="text-64 en-">
            <a:extLst xmlns:a="http://schemas.openxmlformats.org/drawingml/2006/main">
              <a:ext uri="{FF2B5EF4-FFF2-40B4-BE49-F238E27FC236}">
                <a16:creationId xmlns:a16="http://schemas.microsoft.com/office/drawing/2014/main" id="{A35B23A6-38EC-4A41-AE13-EB3D196AC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83785" y="8777951"/>
            <a:ext cx="825578" cy="7934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0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0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0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rPr>
              <a:t>en-</a:t>
            </a:r>
          </a:p>
        </p:txBody>
      </p:sp>
      <p:sp>
        <p:nvSpPr>
          <p:cNvPr id="62" name="text-64 sures">
            <a:extLst xmlns:a="http://schemas.openxmlformats.org/drawingml/2006/main">
              <a:ext uri="{FF2B5EF4-FFF2-40B4-BE49-F238E27FC236}">
                <a16:creationId xmlns:a16="http://schemas.microsoft.com/office/drawing/2014/main" id="{EC1DA88D-85FA-44C1-881C-D7FD41359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9094" y="9407675"/>
            <a:ext cx="1266380" cy="7932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1" b="0" i="0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1" b="0" i="0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1" b="0" i="0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rPr>
              <a:t>sures</a:t>
            </a:r>
          </a:p>
        </p:txBody>
      </p:sp>
      <p:sp>
        <p:nvSpPr>
          <p:cNvPr id="63" name="text-65 freedom">
            <a:extLst xmlns:a="http://schemas.openxmlformats.org/drawingml/2006/main">
              <a:ext uri="{FF2B5EF4-FFF2-40B4-BE49-F238E27FC236}">
                <a16:creationId xmlns:a16="http://schemas.microsoft.com/office/drawing/2014/main" id="{B899036A-355B-4BD2-8AB6-5B382288E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05141" y="9407574"/>
            <a:ext cx="1937837" cy="7933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rPr>
              <a:t>freedom</a:t>
            </a:r>
          </a:p>
        </p:txBody>
      </p:sp>
      <p:sp>
        <p:nvSpPr>
          <p:cNvPr id="64" name="text-65 to">
            <a:extLst xmlns:a="http://schemas.openxmlformats.org/drawingml/2006/main">
              <a:ext uri="{FF2B5EF4-FFF2-40B4-BE49-F238E27FC236}">
                <a16:creationId xmlns:a16="http://schemas.microsoft.com/office/drawing/2014/main" id="{A3BCEAD2-4BE5-49CF-A345-871E662E9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82627" y="9407522"/>
            <a:ext cx="542841" cy="7934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3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3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3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rPr>
              <a:t>to</a:t>
            </a:r>
          </a:p>
        </p:txBody>
      </p:sp>
      <p:sp>
        <p:nvSpPr>
          <p:cNvPr id="65" name="text-65 extrapolate">
            <a:extLst xmlns:a="http://schemas.openxmlformats.org/drawingml/2006/main">
              <a:ext uri="{FF2B5EF4-FFF2-40B4-BE49-F238E27FC236}">
                <a16:creationId xmlns:a16="http://schemas.microsoft.com/office/drawing/2014/main" id="{09A3829A-C73D-4688-88C0-E3CCE6C63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65107" y="9411878"/>
            <a:ext cx="2662330" cy="7873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28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28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28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rPr>
              <a:t>extrapolate</a:t>
            </a:r>
          </a:p>
        </p:txBody>
      </p:sp>
      <p:sp>
        <p:nvSpPr>
          <p:cNvPr id="66" name="text-66 .">
            <a:extLst xmlns:a="http://schemas.openxmlformats.org/drawingml/2006/main">
              <a:ext uri="{FF2B5EF4-FFF2-40B4-BE49-F238E27FC236}">
                <a16:creationId xmlns:a16="http://schemas.microsoft.com/office/drawing/2014/main" id="{9F95DADB-E734-41AB-A1B4-C9A884A82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26206" y="9407591"/>
            <a:ext cx="243656" cy="7933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</a:t>
            </a:r>
          </a:p>
        </p:txBody>
      </p:sp>
      <p:sp>
        <p:nvSpPr>
          <p:cNvPr id="67" name="path-67">
            <a:extLst xmlns:a="http://schemas.openxmlformats.org/drawingml/2006/main">
              <a:ext uri="{FF2B5EF4-FFF2-40B4-BE49-F238E27FC236}">
                <a16:creationId xmlns:a16="http://schemas.microsoft.com/office/drawing/2014/main" id="{F78FCFE5-1FC3-47EE-8191-60C9DD87A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2463" y="0"/>
            <a:ext cx="8476253" cy="7896674"/>
          </a:xfrm>
          <a:custGeom xmlns:a="http://schemas.openxmlformats.org/drawingml/2006/main">
            <a:pathLst>
              <a:path w="6239464" h="5812830">
                <a:moveTo>
                  <a:pt x="6239464" y="0"/>
                </a:moveTo>
                <a:lnTo>
                  <a:pt x="0" y="0"/>
                </a:lnTo>
                <a:lnTo>
                  <a:pt x="0" y="5812830"/>
                </a:lnTo>
                <a:lnTo>
                  <a:pt x="6239464" y="5812830"/>
                </a:lnTo>
                <a:lnTo>
                  <a:pt x="623946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68" name="">
            <a:extLst xmlns:a="http://schemas.openxmlformats.org/drawingml/2006/main">
              <a:ext uri="{FF2B5EF4-FFF2-40B4-BE49-F238E27FC236}">
                <a16:creationId xmlns:a16="http://schemas.microsoft.com/office/drawing/2014/main" id="{BB0FD0F3-B7E0-4417-8F9B-6807A418017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69e1c1582cb4b1b"/>
          <a:stretch xmlns:a="http://schemas.openxmlformats.org/drawingml/2006/main"/>
        </p:blipFill>
        <p:spPr>
          <a:xfrm xmlns:a="http://schemas.openxmlformats.org/drawingml/2006/main">
            <a:off x="9520629" y="534354"/>
            <a:ext cx="7530860" cy="2730260"/>
          </a:xfrm>
          <a:prstGeom xmlns:a="http://schemas.openxmlformats.org/drawingml/2006/main" prst="rect">
            <a:avLst/>
          </a:prstGeom>
        </p:spPr>
      </p:pic>
      <p:sp>
        <p:nvSpPr>
          <p:cNvPr id="69" name="path-69">
            <a:extLst xmlns:a="http://schemas.openxmlformats.org/drawingml/2006/main">
              <a:ext uri="{FF2B5EF4-FFF2-40B4-BE49-F238E27FC236}">
                <a16:creationId xmlns:a16="http://schemas.microsoft.com/office/drawing/2014/main" id="{7E12DE8F-45C6-4869-A968-631329FC0A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5745" y="1919498"/>
            <a:ext cx="2130046" cy="2130044"/>
          </a:xfrm>
          <a:custGeom xmlns:a="http://schemas.openxmlformats.org/drawingml/2006/main">
            <a:pathLst>
              <a:path w="1567951" h="1567949">
                <a:moveTo>
                  <a:pt x="1546674" y="783975"/>
                </a:moveTo>
                <a:lnTo>
                  <a:pt x="1557312" y="783975"/>
                </a:lnTo>
                <a:cubicBezTo>
                  <a:pt x="1557312" y="769421"/>
                  <a:pt x="1556911" y="754958"/>
                  <a:pt x="1556117" y="740598"/>
                </a:cubicBezTo>
                <a:lnTo>
                  <a:pt x="1545494" y="741185"/>
                </a:lnTo>
                <a:lnTo>
                  <a:pt x="1534871" y="741773"/>
                </a:lnTo>
                <a:cubicBezTo>
                  <a:pt x="1535644" y="755742"/>
                  <a:pt x="1536036" y="769813"/>
                  <a:pt x="1536036" y="783975"/>
                </a:cubicBezTo>
                <a:lnTo>
                  <a:pt x="1546674" y="783975"/>
                </a:lnTo>
                <a:moveTo>
                  <a:pt x="1536010" y="656155"/>
                </a:moveTo>
                <a:lnTo>
                  <a:pt x="1546501" y="654386"/>
                </a:lnTo>
                <a:cubicBezTo>
                  <a:pt x="1541647" y="625622"/>
                  <a:pt x="1535207" y="597398"/>
                  <a:pt x="1527271" y="569807"/>
                </a:cubicBezTo>
                <a:lnTo>
                  <a:pt x="1517046" y="572748"/>
                </a:lnTo>
                <a:lnTo>
                  <a:pt x="1506822" y="575687"/>
                </a:lnTo>
                <a:cubicBezTo>
                  <a:pt x="1514539" y="602514"/>
                  <a:pt x="1520801" y="629958"/>
                  <a:pt x="1525521" y="657926"/>
                </a:cubicBezTo>
                <a:lnTo>
                  <a:pt x="1536010" y="656155"/>
                </a:lnTo>
                <a:moveTo>
                  <a:pt x="1488800" y="492022"/>
                </a:moveTo>
                <a:lnTo>
                  <a:pt x="1498627" y="487947"/>
                </a:lnTo>
                <a:cubicBezTo>
                  <a:pt x="1487498" y="461111"/>
                  <a:pt x="1474902" y="435036"/>
                  <a:pt x="1460939" y="409827"/>
                </a:cubicBezTo>
                <a:lnTo>
                  <a:pt x="1451634" y="414980"/>
                </a:lnTo>
                <a:lnTo>
                  <a:pt x="1442327" y="420136"/>
                </a:lnTo>
                <a:cubicBezTo>
                  <a:pt x="1455905" y="444653"/>
                  <a:pt x="1468152" y="470004"/>
                  <a:pt x="1478974" y="496099"/>
                </a:cubicBezTo>
                <a:lnTo>
                  <a:pt x="1488800" y="492022"/>
                </a:lnTo>
                <a:moveTo>
                  <a:pt x="1406056" y="342593"/>
                </a:moveTo>
                <a:lnTo>
                  <a:pt x="1414727" y="336429"/>
                </a:lnTo>
                <a:cubicBezTo>
                  <a:pt x="1397946" y="312821"/>
                  <a:pt x="1379875" y="290198"/>
                  <a:pt x="1360614" y="268660"/>
                </a:cubicBezTo>
                <a:lnTo>
                  <a:pt x="1352684" y="275750"/>
                </a:lnTo>
                <a:lnTo>
                  <a:pt x="1344754" y="282842"/>
                </a:lnTo>
                <a:cubicBezTo>
                  <a:pt x="1363487" y="303792"/>
                  <a:pt x="1381065" y="325796"/>
                  <a:pt x="1397386" y="348757"/>
                </a:cubicBezTo>
                <a:lnTo>
                  <a:pt x="1406056" y="342593"/>
                </a:lnTo>
                <a:moveTo>
                  <a:pt x="1292200" y="215267"/>
                </a:moveTo>
                <a:lnTo>
                  <a:pt x="1299290" y="207337"/>
                </a:lnTo>
                <a:cubicBezTo>
                  <a:pt x="1277752" y="188076"/>
                  <a:pt x="1255128" y="170005"/>
                  <a:pt x="1231521" y="153222"/>
                </a:cubicBezTo>
                <a:lnTo>
                  <a:pt x="1225357" y="161893"/>
                </a:lnTo>
                <a:lnTo>
                  <a:pt x="1219194" y="170564"/>
                </a:lnTo>
                <a:cubicBezTo>
                  <a:pt x="1242153" y="186886"/>
                  <a:pt x="1264158" y="204464"/>
                  <a:pt x="1285107" y="223197"/>
                </a:cubicBezTo>
                <a:lnTo>
                  <a:pt x="1292200" y="215267"/>
                </a:lnTo>
                <a:moveTo>
                  <a:pt x="1152969" y="116316"/>
                </a:moveTo>
                <a:lnTo>
                  <a:pt x="1158123" y="107012"/>
                </a:lnTo>
                <a:cubicBezTo>
                  <a:pt x="1132913" y="93048"/>
                  <a:pt x="1106839" y="80451"/>
                  <a:pt x="1080002" y="69324"/>
                </a:cubicBezTo>
                <a:lnTo>
                  <a:pt x="1075928" y="79151"/>
                </a:lnTo>
                <a:lnTo>
                  <a:pt x="1071852" y="88977"/>
                </a:lnTo>
                <a:cubicBezTo>
                  <a:pt x="1097946" y="99797"/>
                  <a:pt x="1123299" y="112045"/>
                  <a:pt x="1147814" y="125622"/>
                </a:cubicBezTo>
                <a:lnTo>
                  <a:pt x="1152969" y="116316"/>
                </a:lnTo>
                <a:moveTo>
                  <a:pt x="995203" y="50904"/>
                </a:moveTo>
                <a:lnTo>
                  <a:pt x="998144" y="40680"/>
                </a:lnTo>
                <a:cubicBezTo>
                  <a:pt x="970552" y="32744"/>
                  <a:pt x="942327" y="26302"/>
                  <a:pt x="913565" y="21450"/>
                </a:cubicBezTo>
                <a:lnTo>
                  <a:pt x="911795" y="31941"/>
                </a:lnTo>
                <a:lnTo>
                  <a:pt x="910024" y="42432"/>
                </a:lnTo>
                <a:cubicBezTo>
                  <a:pt x="937993" y="47150"/>
                  <a:pt x="965435" y="53414"/>
                  <a:pt x="992263" y="61128"/>
                </a:cubicBezTo>
                <a:lnTo>
                  <a:pt x="995203" y="50904"/>
                </a:lnTo>
                <a:moveTo>
                  <a:pt x="826764" y="22455"/>
                </a:moveTo>
                <a:lnTo>
                  <a:pt x="827352" y="11834"/>
                </a:lnTo>
                <a:cubicBezTo>
                  <a:pt x="812993" y="11039"/>
                  <a:pt x="798530" y="10638"/>
                  <a:pt x="783976" y="10638"/>
                </a:cubicBezTo>
                <a:lnTo>
                  <a:pt x="783976" y="21277"/>
                </a:lnTo>
                <a:lnTo>
                  <a:pt x="783976" y="31915"/>
                </a:lnTo>
                <a:cubicBezTo>
                  <a:pt x="798138" y="31915"/>
                  <a:pt x="812209" y="32307"/>
                  <a:pt x="826176" y="33079"/>
                </a:cubicBezTo>
                <a:lnTo>
                  <a:pt x="826764" y="22455"/>
                </a:lnTo>
                <a:moveTo>
                  <a:pt x="783976" y="21277"/>
                </a:moveTo>
                <a:lnTo>
                  <a:pt x="783976" y="10638"/>
                </a:lnTo>
                <a:cubicBezTo>
                  <a:pt x="769421" y="10638"/>
                  <a:pt x="754958" y="11039"/>
                  <a:pt x="740599" y="11834"/>
                </a:cubicBezTo>
                <a:lnTo>
                  <a:pt x="741187" y="22455"/>
                </a:lnTo>
                <a:lnTo>
                  <a:pt x="741775" y="33079"/>
                </a:lnTo>
                <a:cubicBezTo>
                  <a:pt x="755742" y="32307"/>
                  <a:pt x="769813" y="31915"/>
                  <a:pt x="783976" y="31915"/>
                </a:cubicBezTo>
                <a:lnTo>
                  <a:pt x="783976" y="21277"/>
                </a:lnTo>
                <a:moveTo>
                  <a:pt x="656156" y="31941"/>
                </a:moveTo>
                <a:lnTo>
                  <a:pt x="654386" y="21450"/>
                </a:lnTo>
                <a:cubicBezTo>
                  <a:pt x="625624" y="26302"/>
                  <a:pt x="597399" y="32744"/>
                  <a:pt x="569807" y="40680"/>
                </a:cubicBezTo>
                <a:lnTo>
                  <a:pt x="572748" y="50904"/>
                </a:lnTo>
                <a:lnTo>
                  <a:pt x="575688" y="61128"/>
                </a:lnTo>
                <a:cubicBezTo>
                  <a:pt x="602515" y="53414"/>
                  <a:pt x="629958" y="47150"/>
                  <a:pt x="657926" y="42432"/>
                </a:cubicBezTo>
                <a:lnTo>
                  <a:pt x="656156" y="31941"/>
                </a:lnTo>
                <a:moveTo>
                  <a:pt x="492023" y="79151"/>
                </a:moveTo>
                <a:lnTo>
                  <a:pt x="487949" y="69324"/>
                </a:lnTo>
                <a:cubicBezTo>
                  <a:pt x="461111" y="80451"/>
                  <a:pt x="435038" y="93048"/>
                  <a:pt x="409827" y="107012"/>
                </a:cubicBezTo>
                <a:lnTo>
                  <a:pt x="414982" y="116316"/>
                </a:lnTo>
                <a:lnTo>
                  <a:pt x="420136" y="125622"/>
                </a:lnTo>
                <a:cubicBezTo>
                  <a:pt x="444653" y="112045"/>
                  <a:pt x="470005" y="99797"/>
                  <a:pt x="496099" y="88977"/>
                </a:cubicBezTo>
                <a:lnTo>
                  <a:pt x="492023" y="79151"/>
                </a:lnTo>
                <a:moveTo>
                  <a:pt x="342594" y="161893"/>
                </a:moveTo>
                <a:lnTo>
                  <a:pt x="336430" y="153222"/>
                </a:lnTo>
                <a:cubicBezTo>
                  <a:pt x="312822" y="170005"/>
                  <a:pt x="290198" y="188076"/>
                  <a:pt x="268660" y="207337"/>
                </a:cubicBezTo>
                <a:lnTo>
                  <a:pt x="275751" y="215267"/>
                </a:lnTo>
                <a:lnTo>
                  <a:pt x="282844" y="223197"/>
                </a:lnTo>
                <a:cubicBezTo>
                  <a:pt x="303792" y="204464"/>
                  <a:pt x="325798" y="186886"/>
                  <a:pt x="348757" y="170564"/>
                </a:cubicBezTo>
                <a:lnTo>
                  <a:pt x="342594" y="161893"/>
                </a:lnTo>
                <a:moveTo>
                  <a:pt x="215267" y="275753"/>
                </a:moveTo>
                <a:lnTo>
                  <a:pt x="207337" y="268660"/>
                </a:lnTo>
                <a:cubicBezTo>
                  <a:pt x="188076" y="290198"/>
                  <a:pt x="170005" y="312821"/>
                  <a:pt x="153224" y="336429"/>
                </a:cubicBezTo>
                <a:lnTo>
                  <a:pt x="161894" y="342593"/>
                </a:lnTo>
                <a:lnTo>
                  <a:pt x="170565" y="348757"/>
                </a:lnTo>
                <a:cubicBezTo>
                  <a:pt x="186886" y="325796"/>
                  <a:pt x="204464" y="303792"/>
                  <a:pt x="223197" y="282842"/>
                </a:cubicBezTo>
                <a:lnTo>
                  <a:pt x="215267" y="275753"/>
                </a:lnTo>
                <a:moveTo>
                  <a:pt x="116317" y="414980"/>
                </a:moveTo>
                <a:lnTo>
                  <a:pt x="107012" y="409827"/>
                </a:lnTo>
                <a:cubicBezTo>
                  <a:pt x="93048" y="435036"/>
                  <a:pt x="80452" y="461111"/>
                  <a:pt x="69324" y="487947"/>
                </a:cubicBezTo>
                <a:lnTo>
                  <a:pt x="79151" y="492022"/>
                </a:lnTo>
                <a:lnTo>
                  <a:pt x="88979" y="496099"/>
                </a:lnTo>
                <a:cubicBezTo>
                  <a:pt x="99799" y="470004"/>
                  <a:pt x="112045" y="444653"/>
                  <a:pt x="125624" y="420136"/>
                </a:cubicBezTo>
                <a:lnTo>
                  <a:pt x="116317" y="414980"/>
                </a:lnTo>
                <a:moveTo>
                  <a:pt x="50905" y="572748"/>
                </a:moveTo>
                <a:lnTo>
                  <a:pt x="40681" y="569807"/>
                </a:lnTo>
                <a:cubicBezTo>
                  <a:pt x="32744" y="597398"/>
                  <a:pt x="26304" y="625622"/>
                  <a:pt x="21450" y="654386"/>
                </a:cubicBezTo>
                <a:lnTo>
                  <a:pt x="31941" y="656155"/>
                </a:lnTo>
                <a:lnTo>
                  <a:pt x="42430" y="657926"/>
                </a:lnTo>
                <a:cubicBezTo>
                  <a:pt x="47150" y="629958"/>
                  <a:pt x="53412" y="602514"/>
                  <a:pt x="61129" y="575687"/>
                </a:cubicBezTo>
                <a:lnTo>
                  <a:pt x="50905" y="572748"/>
                </a:lnTo>
                <a:moveTo>
                  <a:pt x="22457" y="741185"/>
                </a:moveTo>
                <a:lnTo>
                  <a:pt x="11835" y="740598"/>
                </a:lnTo>
                <a:cubicBezTo>
                  <a:pt x="11040" y="754958"/>
                  <a:pt x="10638" y="769421"/>
                  <a:pt x="10638" y="783975"/>
                </a:cubicBezTo>
                <a:lnTo>
                  <a:pt x="21277" y="783975"/>
                </a:lnTo>
                <a:lnTo>
                  <a:pt x="31915" y="783975"/>
                </a:lnTo>
                <a:cubicBezTo>
                  <a:pt x="31915" y="769813"/>
                  <a:pt x="32307" y="755742"/>
                  <a:pt x="33079" y="741773"/>
                </a:cubicBezTo>
                <a:lnTo>
                  <a:pt x="22457" y="741185"/>
                </a:lnTo>
                <a:moveTo>
                  <a:pt x="21277" y="783975"/>
                </a:moveTo>
                <a:lnTo>
                  <a:pt x="10638" y="783975"/>
                </a:lnTo>
                <a:cubicBezTo>
                  <a:pt x="10638" y="798528"/>
                  <a:pt x="11040" y="812991"/>
                  <a:pt x="11835" y="827352"/>
                </a:cubicBezTo>
                <a:lnTo>
                  <a:pt x="22457" y="826764"/>
                </a:lnTo>
                <a:lnTo>
                  <a:pt x="33079" y="826176"/>
                </a:lnTo>
                <a:cubicBezTo>
                  <a:pt x="32307" y="812208"/>
                  <a:pt x="31915" y="798137"/>
                  <a:pt x="31915" y="783975"/>
                </a:cubicBezTo>
                <a:lnTo>
                  <a:pt x="21277" y="783975"/>
                </a:lnTo>
                <a:moveTo>
                  <a:pt x="31941" y="911795"/>
                </a:moveTo>
                <a:lnTo>
                  <a:pt x="21450" y="913563"/>
                </a:lnTo>
                <a:cubicBezTo>
                  <a:pt x="26304" y="942327"/>
                  <a:pt x="32744" y="970552"/>
                  <a:pt x="40681" y="998143"/>
                </a:cubicBezTo>
                <a:lnTo>
                  <a:pt x="50905" y="995201"/>
                </a:lnTo>
                <a:lnTo>
                  <a:pt x="61129" y="992263"/>
                </a:lnTo>
                <a:cubicBezTo>
                  <a:pt x="53412" y="965435"/>
                  <a:pt x="47150" y="937992"/>
                  <a:pt x="42430" y="910023"/>
                </a:cubicBezTo>
                <a:lnTo>
                  <a:pt x="31941" y="911795"/>
                </a:lnTo>
                <a:moveTo>
                  <a:pt x="79151" y="1075928"/>
                </a:moveTo>
                <a:lnTo>
                  <a:pt x="69324" y="1080002"/>
                </a:lnTo>
                <a:cubicBezTo>
                  <a:pt x="80452" y="1106838"/>
                  <a:pt x="93048" y="1132913"/>
                  <a:pt x="107012" y="1158122"/>
                </a:cubicBezTo>
                <a:lnTo>
                  <a:pt x="116317" y="1152969"/>
                </a:lnTo>
                <a:lnTo>
                  <a:pt x="125624" y="1147813"/>
                </a:lnTo>
                <a:cubicBezTo>
                  <a:pt x="112047" y="1123299"/>
                  <a:pt x="99799" y="1097946"/>
                  <a:pt x="88979" y="1071851"/>
                </a:cubicBezTo>
                <a:lnTo>
                  <a:pt x="79151" y="1075928"/>
                </a:lnTo>
                <a:moveTo>
                  <a:pt x="161894" y="1225357"/>
                </a:moveTo>
                <a:lnTo>
                  <a:pt x="153224" y="1231521"/>
                </a:lnTo>
                <a:cubicBezTo>
                  <a:pt x="170005" y="1255128"/>
                  <a:pt x="188076" y="1277751"/>
                  <a:pt x="207337" y="1299289"/>
                </a:cubicBezTo>
                <a:lnTo>
                  <a:pt x="215267" y="1292200"/>
                </a:lnTo>
                <a:lnTo>
                  <a:pt x="223197" y="1285107"/>
                </a:lnTo>
                <a:cubicBezTo>
                  <a:pt x="204464" y="1264157"/>
                  <a:pt x="186886" y="1242153"/>
                  <a:pt x="170565" y="1219193"/>
                </a:cubicBezTo>
                <a:lnTo>
                  <a:pt x="161894" y="1225357"/>
                </a:lnTo>
                <a:moveTo>
                  <a:pt x="275753" y="1352683"/>
                </a:moveTo>
                <a:lnTo>
                  <a:pt x="268660" y="1360612"/>
                </a:lnTo>
                <a:cubicBezTo>
                  <a:pt x="290198" y="1379873"/>
                  <a:pt x="312822" y="1397948"/>
                  <a:pt x="336430" y="1414727"/>
                </a:cubicBezTo>
                <a:lnTo>
                  <a:pt x="342594" y="1406056"/>
                </a:lnTo>
                <a:lnTo>
                  <a:pt x="348758" y="1397386"/>
                </a:lnTo>
                <a:cubicBezTo>
                  <a:pt x="325798" y="1381063"/>
                  <a:pt x="303792" y="1363489"/>
                  <a:pt x="282844" y="1344753"/>
                </a:cubicBezTo>
                <a:lnTo>
                  <a:pt x="275753" y="1352683"/>
                </a:lnTo>
                <a:moveTo>
                  <a:pt x="414982" y="1451634"/>
                </a:moveTo>
                <a:lnTo>
                  <a:pt x="409827" y="1460941"/>
                </a:lnTo>
                <a:cubicBezTo>
                  <a:pt x="435038" y="1474901"/>
                  <a:pt x="461111" y="1487498"/>
                  <a:pt x="487949" y="1498625"/>
                </a:cubicBezTo>
                <a:lnTo>
                  <a:pt x="492023" y="1488799"/>
                </a:lnTo>
                <a:lnTo>
                  <a:pt x="496099" y="1478972"/>
                </a:lnTo>
                <a:cubicBezTo>
                  <a:pt x="470005" y="1468152"/>
                  <a:pt x="444653" y="1455904"/>
                  <a:pt x="420136" y="1442327"/>
                </a:cubicBezTo>
                <a:lnTo>
                  <a:pt x="414982" y="1451634"/>
                </a:lnTo>
                <a:moveTo>
                  <a:pt x="572748" y="1517046"/>
                </a:moveTo>
                <a:lnTo>
                  <a:pt x="569807" y="1527270"/>
                </a:lnTo>
                <a:cubicBezTo>
                  <a:pt x="597399" y="1535205"/>
                  <a:pt x="625624" y="1541647"/>
                  <a:pt x="654386" y="1546499"/>
                </a:cubicBezTo>
                <a:lnTo>
                  <a:pt x="656156" y="1536009"/>
                </a:lnTo>
                <a:lnTo>
                  <a:pt x="657926" y="1525521"/>
                </a:lnTo>
                <a:cubicBezTo>
                  <a:pt x="629958" y="1520799"/>
                  <a:pt x="602515" y="1514539"/>
                  <a:pt x="575688" y="1506822"/>
                </a:cubicBezTo>
                <a:lnTo>
                  <a:pt x="572748" y="1517046"/>
                </a:lnTo>
                <a:moveTo>
                  <a:pt x="741187" y="1545494"/>
                </a:moveTo>
                <a:lnTo>
                  <a:pt x="740599" y="1556116"/>
                </a:lnTo>
                <a:cubicBezTo>
                  <a:pt x="754958" y="1556911"/>
                  <a:pt x="769421" y="1557311"/>
                  <a:pt x="783976" y="1557311"/>
                </a:cubicBezTo>
                <a:lnTo>
                  <a:pt x="783976" y="1546673"/>
                </a:lnTo>
                <a:lnTo>
                  <a:pt x="783976" y="1536034"/>
                </a:lnTo>
                <a:cubicBezTo>
                  <a:pt x="769813" y="1536034"/>
                  <a:pt x="755742" y="1535642"/>
                  <a:pt x="741775" y="1534870"/>
                </a:cubicBezTo>
                <a:lnTo>
                  <a:pt x="741187" y="1545494"/>
                </a:lnTo>
                <a:moveTo>
                  <a:pt x="783976" y="1546673"/>
                </a:moveTo>
                <a:lnTo>
                  <a:pt x="783976" y="1557311"/>
                </a:lnTo>
                <a:cubicBezTo>
                  <a:pt x="798530" y="1557311"/>
                  <a:pt x="812993" y="1556911"/>
                  <a:pt x="827352" y="1556116"/>
                </a:cubicBezTo>
                <a:lnTo>
                  <a:pt x="826764" y="1545494"/>
                </a:lnTo>
                <a:lnTo>
                  <a:pt x="826176" y="1534870"/>
                </a:lnTo>
                <a:cubicBezTo>
                  <a:pt x="812209" y="1535642"/>
                  <a:pt x="798138" y="1536034"/>
                  <a:pt x="783976" y="1536034"/>
                </a:cubicBezTo>
                <a:lnTo>
                  <a:pt x="783976" y="1546673"/>
                </a:lnTo>
                <a:moveTo>
                  <a:pt x="911795" y="1536009"/>
                </a:moveTo>
                <a:lnTo>
                  <a:pt x="913565" y="1546499"/>
                </a:lnTo>
                <a:cubicBezTo>
                  <a:pt x="942327" y="1541647"/>
                  <a:pt x="970552" y="1535205"/>
                  <a:pt x="998144" y="1527270"/>
                </a:cubicBezTo>
                <a:lnTo>
                  <a:pt x="995203" y="1517046"/>
                </a:lnTo>
                <a:lnTo>
                  <a:pt x="992263" y="1506822"/>
                </a:lnTo>
                <a:cubicBezTo>
                  <a:pt x="965435" y="1514539"/>
                  <a:pt x="937993" y="1520799"/>
                  <a:pt x="910024" y="1525521"/>
                </a:cubicBezTo>
                <a:lnTo>
                  <a:pt x="911795" y="1536009"/>
                </a:lnTo>
                <a:moveTo>
                  <a:pt x="1075928" y="1488799"/>
                </a:moveTo>
                <a:lnTo>
                  <a:pt x="1080002" y="1498625"/>
                </a:lnTo>
                <a:cubicBezTo>
                  <a:pt x="1106839" y="1487498"/>
                  <a:pt x="1132913" y="1474901"/>
                  <a:pt x="1158123" y="1460938"/>
                </a:cubicBezTo>
                <a:lnTo>
                  <a:pt x="1152969" y="1451634"/>
                </a:lnTo>
                <a:lnTo>
                  <a:pt x="1147814" y="1442327"/>
                </a:lnTo>
                <a:cubicBezTo>
                  <a:pt x="1123299" y="1455904"/>
                  <a:pt x="1097946" y="1468152"/>
                  <a:pt x="1071852" y="1478972"/>
                </a:cubicBezTo>
                <a:lnTo>
                  <a:pt x="1075928" y="1488799"/>
                </a:lnTo>
                <a:moveTo>
                  <a:pt x="1225357" y="1406056"/>
                </a:moveTo>
                <a:lnTo>
                  <a:pt x="1231521" y="1414727"/>
                </a:lnTo>
                <a:cubicBezTo>
                  <a:pt x="1255128" y="1397948"/>
                  <a:pt x="1277752" y="1379873"/>
                  <a:pt x="1299290" y="1360612"/>
                </a:cubicBezTo>
                <a:lnTo>
                  <a:pt x="1292200" y="1352683"/>
                </a:lnTo>
                <a:lnTo>
                  <a:pt x="1285107" y="1344753"/>
                </a:lnTo>
                <a:cubicBezTo>
                  <a:pt x="1264158" y="1363486"/>
                  <a:pt x="1242153" y="1381063"/>
                  <a:pt x="1219194" y="1397386"/>
                </a:cubicBezTo>
                <a:lnTo>
                  <a:pt x="1225357" y="1406056"/>
                </a:lnTo>
                <a:moveTo>
                  <a:pt x="1352684" y="1292200"/>
                </a:moveTo>
                <a:lnTo>
                  <a:pt x="1360614" y="1299289"/>
                </a:lnTo>
                <a:cubicBezTo>
                  <a:pt x="1379875" y="1277751"/>
                  <a:pt x="1397946" y="1255128"/>
                  <a:pt x="1414727" y="1231521"/>
                </a:cubicBezTo>
                <a:lnTo>
                  <a:pt x="1406056" y="1225357"/>
                </a:lnTo>
                <a:lnTo>
                  <a:pt x="1397386" y="1219193"/>
                </a:lnTo>
                <a:cubicBezTo>
                  <a:pt x="1381065" y="1242153"/>
                  <a:pt x="1363489" y="1264157"/>
                  <a:pt x="1344754" y="1285107"/>
                </a:cubicBezTo>
                <a:lnTo>
                  <a:pt x="1352684" y="1292200"/>
                </a:lnTo>
                <a:moveTo>
                  <a:pt x="1451634" y="1152969"/>
                </a:moveTo>
                <a:lnTo>
                  <a:pt x="1460939" y="1158122"/>
                </a:lnTo>
                <a:cubicBezTo>
                  <a:pt x="1474902" y="1132913"/>
                  <a:pt x="1487498" y="1106838"/>
                  <a:pt x="1498627" y="1080002"/>
                </a:cubicBezTo>
                <a:lnTo>
                  <a:pt x="1488800" y="1075928"/>
                </a:lnTo>
                <a:lnTo>
                  <a:pt x="1478974" y="1071851"/>
                </a:lnTo>
                <a:cubicBezTo>
                  <a:pt x="1468152" y="1097946"/>
                  <a:pt x="1455905" y="1123299"/>
                  <a:pt x="1442327" y="1147813"/>
                </a:cubicBezTo>
                <a:lnTo>
                  <a:pt x="1451634" y="1152969"/>
                </a:lnTo>
                <a:moveTo>
                  <a:pt x="1517046" y="995201"/>
                </a:moveTo>
                <a:lnTo>
                  <a:pt x="1527271" y="998143"/>
                </a:lnTo>
                <a:cubicBezTo>
                  <a:pt x="1535207" y="970552"/>
                  <a:pt x="1541647" y="942327"/>
                  <a:pt x="1546501" y="913563"/>
                </a:cubicBezTo>
                <a:lnTo>
                  <a:pt x="1536010" y="911795"/>
                </a:lnTo>
                <a:lnTo>
                  <a:pt x="1525521" y="910026"/>
                </a:lnTo>
                <a:cubicBezTo>
                  <a:pt x="1520801" y="937992"/>
                  <a:pt x="1514539" y="965435"/>
                  <a:pt x="1506822" y="992263"/>
                </a:cubicBezTo>
                <a:lnTo>
                  <a:pt x="1517046" y="995201"/>
                </a:lnTo>
                <a:moveTo>
                  <a:pt x="1545494" y="826764"/>
                </a:moveTo>
                <a:lnTo>
                  <a:pt x="1556117" y="827352"/>
                </a:lnTo>
                <a:cubicBezTo>
                  <a:pt x="1556911" y="812991"/>
                  <a:pt x="1557312" y="798528"/>
                  <a:pt x="1557312" y="783975"/>
                </a:cubicBezTo>
                <a:lnTo>
                  <a:pt x="1546674" y="783975"/>
                </a:lnTo>
                <a:lnTo>
                  <a:pt x="1536036" y="783975"/>
                </a:lnTo>
                <a:cubicBezTo>
                  <a:pt x="1536036" y="798137"/>
                  <a:pt x="1535644" y="812208"/>
                  <a:pt x="1534871" y="826176"/>
                </a:cubicBezTo>
                <a:lnTo>
                  <a:pt x="1545494" y="826764"/>
                </a:lnTo>
                <a:moveTo>
                  <a:pt x="1546674" y="783975"/>
                </a:moveTo>
                <a:lnTo>
                  <a:pt x="1567951" y="783975"/>
                </a:lnTo>
                <a:cubicBezTo>
                  <a:pt x="1567951" y="769225"/>
                  <a:pt x="1567543" y="754566"/>
                  <a:pt x="1566738" y="740013"/>
                </a:cubicBezTo>
                <a:lnTo>
                  <a:pt x="1545494" y="741185"/>
                </a:lnTo>
                <a:lnTo>
                  <a:pt x="1524250" y="742361"/>
                </a:lnTo>
                <a:cubicBezTo>
                  <a:pt x="1525011" y="756134"/>
                  <a:pt x="1525397" y="770009"/>
                  <a:pt x="1525397" y="783975"/>
                </a:cubicBezTo>
                <a:lnTo>
                  <a:pt x="1546674" y="783975"/>
                </a:lnTo>
                <a:moveTo>
                  <a:pt x="1536010" y="656155"/>
                </a:moveTo>
                <a:lnTo>
                  <a:pt x="1556992" y="652614"/>
                </a:lnTo>
                <a:cubicBezTo>
                  <a:pt x="1552071" y="623456"/>
                  <a:pt x="1545541" y="594840"/>
                  <a:pt x="1537495" y="566865"/>
                </a:cubicBezTo>
                <a:lnTo>
                  <a:pt x="1517046" y="572748"/>
                </a:lnTo>
                <a:lnTo>
                  <a:pt x="1496598" y="578628"/>
                </a:lnTo>
                <a:cubicBezTo>
                  <a:pt x="1504204" y="605072"/>
                  <a:pt x="1510378" y="632124"/>
                  <a:pt x="1515030" y="659695"/>
                </a:cubicBezTo>
                <a:lnTo>
                  <a:pt x="1536010" y="656155"/>
                </a:lnTo>
                <a:moveTo>
                  <a:pt x="1488800" y="492022"/>
                </a:moveTo>
                <a:lnTo>
                  <a:pt x="1508454" y="483873"/>
                </a:lnTo>
                <a:cubicBezTo>
                  <a:pt x="1497171" y="456665"/>
                  <a:pt x="1484402" y="430230"/>
                  <a:pt x="1470246" y="404674"/>
                </a:cubicBezTo>
                <a:lnTo>
                  <a:pt x="1451634" y="414980"/>
                </a:lnTo>
                <a:lnTo>
                  <a:pt x="1433020" y="425290"/>
                </a:lnTo>
                <a:cubicBezTo>
                  <a:pt x="1446405" y="449459"/>
                  <a:pt x="1458479" y="474450"/>
                  <a:pt x="1469146" y="500173"/>
                </a:cubicBezTo>
                <a:lnTo>
                  <a:pt x="1488800" y="492022"/>
                </a:lnTo>
                <a:moveTo>
                  <a:pt x="1406056" y="342593"/>
                </a:moveTo>
                <a:lnTo>
                  <a:pt x="1423398" y="330265"/>
                </a:lnTo>
                <a:cubicBezTo>
                  <a:pt x="1406387" y="306333"/>
                  <a:pt x="1388069" y="283401"/>
                  <a:pt x="1368544" y="261568"/>
                </a:cubicBezTo>
                <a:lnTo>
                  <a:pt x="1352684" y="275750"/>
                </a:lnTo>
                <a:lnTo>
                  <a:pt x="1336824" y="289934"/>
                </a:lnTo>
                <a:cubicBezTo>
                  <a:pt x="1355295" y="310589"/>
                  <a:pt x="1372624" y="332284"/>
                  <a:pt x="1388713" y="354920"/>
                </a:cubicBezTo>
                <a:lnTo>
                  <a:pt x="1406056" y="342593"/>
                </a:lnTo>
                <a:moveTo>
                  <a:pt x="1292200" y="215267"/>
                </a:moveTo>
                <a:lnTo>
                  <a:pt x="1306383" y="199407"/>
                </a:lnTo>
                <a:cubicBezTo>
                  <a:pt x="1284549" y="179882"/>
                  <a:pt x="1261616" y="161564"/>
                  <a:pt x="1237684" y="144551"/>
                </a:cubicBezTo>
                <a:lnTo>
                  <a:pt x="1225357" y="161893"/>
                </a:lnTo>
                <a:lnTo>
                  <a:pt x="1213030" y="179238"/>
                </a:lnTo>
                <a:cubicBezTo>
                  <a:pt x="1235666" y="195327"/>
                  <a:pt x="1257361" y="212655"/>
                  <a:pt x="1278016" y="231126"/>
                </a:cubicBezTo>
                <a:lnTo>
                  <a:pt x="1292200" y="215267"/>
                </a:lnTo>
                <a:moveTo>
                  <a:pt x="1152969" y="116316"/>
                </a:moveTo>
                <a:lnTo>
                  <a:pt x="1163277" y="97705"/>
                </a:lnTo>
                <a:cubicBezTo>
                  <a:pt x="1137720" y="83549"/>
                  <a:pt x="1111285" y="70778"/>
                  <a:pt x="1084078" y="59495"/>
                </a:cubicBezTo>
                <a:lnTo>
                  <a:pt x="1075928" y="79151"/>
                </a:lnTo>
                <a:lnTo>
                  <a:pt x="1067776" y="98804"/>
                </a:lnTo>
                <a:cubicBezTo>
                  <a:pt x="1093499" y="109470"/>
                  <a:pt x="1118491" y="121545"/>
                  <a:pt x="1142660" y="134929"/>
                </a:cubicBezTo>
                <a:lnTo>
                  <a:pt x="1152969" y="116316"/>
                </a:lnTo>
                <a:moveTo>
                  <a:pt x="995203" y="50904"/>
                </a:moveTo>
                <a:lnTo>
                  <a:pt x="1001084" y="30456"/>
                </a:lnTo>
                <a:cubicBezTo>
                  <a:pt x="973110" y="22410"/>
                  <a:pt x="944495" y="15880"/>
                  <a:pt x="915335" y="10959"/>
                </a:cubicBezTo>
                <a:lnTo>
                  <a:pt x="911795" y="31941"/>
                </a:lnTo>
                <a:lnTo>
                  <a:pt x="908256" y="52920"/>
                </a:lnTo>
                <a:cubicBezTo>
                  <a:pt x="935827" y="57573"/>
                  <a:pt x="962879" y="63745"/>
                  <a:pt x="989321" y="71351"/>
                </a:cubicBezTo>
                <a:lnTo>
                  <a:pt x="995203" y="50904"/>
                </a:lnTo>
                <a:moveTo>
                  <a:pt x="826764" y="22455"/>
                </a:moveTo>
                <a:lnTo>
                  <a:pt x="827938" y="1212"/>
                </a:lnTo>
                <a:cubicBezTo>
                  <a:pt x="813384" y="406"/>
                  <a:pt x="798727" y="0"/>
                  <a:pt x="783976" y="0"/>
                </a:cubicBezTo>
                <a:lnTo>
                  <a:pt x="783976" y="21277"/>
                </a:lnTo>
                <a:lnTo>
                  <a:pt x="783976" y="42554"/>
                </a:lnTo>
                <a:cubicBezTo>
                  <a:pt x="797942" y="42554"/>
                  <a:pt x="811817" y="42940"/>
                  <a:pt x="825589" y="43701"/>
                </a:cubicBezTo>
                <a:lnTo>
                  <a:pt x="826764" y="22455"/>
                </a:lnTo>
                <a:moveTo>
                  <a:pt x="783976" y="21277"/>
                </a:moveTo>
                <a:lnTo>
                  <a:pt x="783976" y="0"/>
                </a:lnTo>
                <a:cubicBezTo>
                  <a:pt x="769225" y="0"/>
                  <a:pt x="754566" y="406"/>
                  <a:pt x="740013" y="1212"/>
                </a:cubicBezTo>
                <a:lnTo>
                  <a:pt x="741187" y="22455"/>
                </a:lnTo>
                <a:lnTo>
                  <a:pt x="742362" y="43701"/>
                </a:lnTo>
                <a:cubicBezTo>
                  <a:pt x="756134" y="42940"/>
                  <a:pt x="770009" y="42554"/>
                  <a:pt x="783976" y="42554"/>
                </a:cubicBezTo>
                <a:lnTo>
                  <a:pt x="783976" y="21277"/>
                </a:lnTo>
                <a:moveTo>
                  <a:pt x="656156" y="31941"/>
                </a:moveTo>
                <a:lnTo>
                  <a:pt x="652616" y="10959"/>
                </a:lnTo>
                <a:cubicBezTo>
                  <a:pt x="623456" y="15880"/>
                  <a:pt x="594841" y="22410"/>
                  <a:pt x="566867" y="30456"/>
                </a:cubicBezTo>
                <a:lnTo>
                  <a:pt x="572748" y="50904"/>
                </a:lnTo>
                <a:lnTo>
                  <a:pt x="578629" y="71351"/>
                </a:lnTo>
                <a:cubicBezTo>
                  <a:pt x="605074" y="63745"/>
                  <a:pt x="632125" y="57573"/>
                  <a:pt x="659697" y="52920"/>
                </a:cubicBezTo>
                <a:lnTo>
                  <a:pt x="656156" y="31941"/>
                </a:lnTo>
                <a:moveTo>
                  <a:pt x="492023" y="79151"/>
                </a:moveTo>
                <a:lnTo>
                  <a:pt x="483873" y="59495"/>
                </a:lnTo>
                <a:cubicBezTo>
                  <a:pt x="456665" y="70778"/>
                  <a:pt x="430231" y="83549"/>
                  <a:pt x="404674" y="97705"/>
                </a:cubicBezTo>
                <a:lnTo>
                  <a:pt x="414982" y="116316"/>
                </a:lnTo>
                <a:lnTo>
                  <a:pt x="425291" y="134929"/>
                </a:lnTo>
                <a:cubicBezTo>
                  <a:pt x="449459" y="121545"/>
                  <a:pt x="474451" y="109470"/>
                  <a:pt x="500174" y="98804"/>
                </a:cubicBezTo>
                <a:lnTo>
                  <a:pt x="492023" y="79151"/>
                </a:lnTo>
                <a:moveTo>
                  <a:pt x="342594" y="161893"/>
                </a:moveTo>
                <a:lnTo>
                  <a:pt x="330266" y="144551"/>
                </a:lnTo>
                <a:cubicBezTo>
                  <a:pt x="306335" y="161564"/>
                  <a:pt x="283401" y="179882"/>
                  <a:pt x="261568" y="199407"/>
                </a:cubicBezTo>
                <a:lnTo>
                  <a:pt x="275751" y="215267"/>
                </a:lnTo>
                <a:lnTo>
                  <a:pt x="289934" y="231126"/>
                </a:lnTo>
                <a:cubicBezTo>
                  <a:pt x="310589" y="212655"/>
                  <a:pt x="332285" y="195327"/>
                  <a:pt x="354920" y="179238"/>
                </a:cubicBezTo>
                <a:lnTo>
                  <a:pt x="342594" y="161893"/>
                </a:lnTo>
                <a:moveTo>
                  <a:pt x="215267" y="275753"/>
                </a:moveTo>
                <a:lnTo>
                  <a:pt x="199407" y="261568"/>
                </a:lnTo>
                <a:cubicBezTo>
                  <a:pt x="179882" y="283401"/>
                  <a:pt x="161562" y="306336"/>
                  <a:pt x="144553" y="330265"/>
                </a:cubicBezTo>
                <a:lnTo>
                  <a:pt x="161894" y="342593"/>
                </a:lnTo>
                <a:lnTo>
                  <a:pt x="179238" y="354920"/>
                </a:lnTo>
                <a:cubicBezTo>
                  <a:pt x="195327" y="332284"/>
                  <a:pt x="212656" y="310589"/>
                  <a:pt x="231126" y="289934"/>
                </a:cubicBezTo>
                <a:lnTo>
                  <a:pt x="215267" y="275753"/>
                </a:lnTo>
                <a:moveTo>
                  <a:pt x="116317" y="414980"/>
                </a:moveTo>
                <a:lnTo>
                  <a:pt x="97705" y="404674"/>
                </a:lnTo>
                <a:cubicBezTo>
                  <a:pt x="83550" y="430230"/>
                  <a:pt x="70779" y="456665"/>
                  <a:pt x="59496" y="483873"/>
                </a:cubicBezTo>
                <a:lnTo>
                  <a:pt x="79151" y="492022"/>
                </a:lnTo>
                <a:lnTo>
                  <a:pt x="98805" y="500173"/>
                </a:lnTo>
                <a:cubicBezTo>
                  <a:pt x="109472" y="474450"/>
                  <a:pt x="121545" y="449459"/>
                  <a:pt x="134931" y="425290"/>
                </a:cubicBezTo>
                <a:lnTo>
                  <a:pt x="116317" y="414980"/>
                </a:lnTo>
                <a:moveTo>
                  <a:pt x="50905" y="572748"/>
                </a:moveTo>
                <a:lnTo>
                  <a:pt x="30457" y="566865"/>
                </a:lnTo>
                <a:cubicBezTo>
                  <a:pt x="22411" y="594840"/>
                  <a:pt x="15881" y="623456"/>
                  <a:pt x="10961" y="652614"/>
                </a:cubicBezTo>
                <a:lnTo>
                  <a:pt x="31941" y="656155"/>
                </a:lnTo>
                <a:lnTo>
                  <a:pt x="52921" y="659695"/>
                </a:lnTo>
                <a:cubicBezTo>
                  <a:pt x="57573" y="632124"/>
                  <a:pt x="63747" y="605072"/>
                  <a:pt x="71353" y="578628"/>
                </a:cubicBezTo>
                <a:lnTo>
                  <a:pt x="50905" y="572748"/>
                </a:lnTo>
                <a:moveTo>
                  <a:pt x="22457" y="741185"/>
                </a:moveTo>
                <a:lnTo>
                  <a:pt x="1212" y="740013"/>
                </a:lnTo>
                <a:cubicBezTo>
                  <a:pt x="407" y="754566"/>
                  <a:pt x="0" y="769225"/>
                  <a:pt x="0" y="783975"/>
                </a:cubicBezTo>
                <a:lnTo>
                  <a:pt x="21277" y="783975"/>
                </a:lnTo>
                <a:lnTo>
                  <a:pt x="42554" y="783975"/>
                </a:lnTo>
                <a:cubicBezTo>
                  <a:pt x="42554" y="770009"/>
                  <a:pt x="42940" y="756134"/>
                  <a:pt x="43701" y="742361"/>
                </a:cubicBezTo>
                <a:lnTo>
                  <a:pt x="22457" y="741185"/>
                </a:lnTo>
                <a:moveTo>
                  <a:pt x="21277" y="783975"/>
                </a:moveTo>
                <a:lnTo>
                  <a:pt x="0" y="783975"/>
                </a:lnTo>
                <a:cubicBezTo>
                  <a:pt x="0" y="798727"/>
                  <a:pt x="407" y="813383"/>
                  <a:pt x="1212" y="827937"/>
                </a:cubicBezTo>
                <a:lnTo>
                  <a:pt x="22457" y="826764"/>
                </a:lnTo>
                <a:lnTo>
                  <a:pt x="43701" y="825589"/>
                </a:lnTo>
                <a:cubicBezTo>
                  <a:pt x="42940" y="811816"/>
                  <a:pt x="42554" y="797941"/>
                  <a:pt x="42554" y="783975"/>
                </a:cubicBezTo>
                <a:lnTo>
                  <a:pt x="21277" y="783975"/>
                </a:lnTo>
                <a:moveTo>
                  <a:pt x="31941" y="911795"/>
                </a:moveTo>
                <a:lnTo>
                  <a:pt x="10961" y="915335"/>
                </a:lnTo>
                <a:cubicBezTo>
                  <a:pt x="15881" y="944494"/>
                  <a:pt x="22411" y="973110"/>
                  <a:pt x="30457" y="1001084"/>
                </a:cubicBezTo>
                <a:lnTo>
                  <a:pt x="50905" y="995201"/>
                </a:lnTo>
                <a:lnTo>
                  <a:pt x="71353" y="989321"/>
                </a:lnTo>
                <a:cubicBezTo>
                  <a:pt x="63747" y="962877"/>
                  <a:pt x="57573" y="935825"/>
                  <a:pt x="52921" y="908254"/>
                </a:cubicBezTo>
                <a:lnTo>
                  <a:pt x="31941" y="911795"/>
                </a:lnTo>
                <a:moveTo>
                  <a:pt x="79151" y="1075928"/>
                </a:moveTo>
                <a:lnTo>
                  <a:pt x="59496" y="1084076"/>
                </a:lnTo>
                <a:cubicBezTo>
                  <a:pt x="70779" y="1111284"/>
                  <a:pt x="83550" y="1137720"/>
                  <a:pt x="97705" y="1163278"/>
                </a:cubicBezTo>
                <a:lnTo>
                  <a:pt x="116317" y="1152969"/>
                </a:lnTo>
                <a:lnTo>
                  <a:pt x="134931" y="1142660"/>
                </a:lnTo>
                <a:cubicBezTo>
                  <a:pt x="121545" y="1118493"/>
                  <a:pt x="109472" y="1093499"/>
                  <a:pt x="98805" y="1067776"/>
                </a:cubicBezTo>
                <a:lnTo>
                  <a:pt x="79151" y="1075928"/>
                </a:lnTo>
                <a:moveTo>
                  <a:pt x="161894" y="1225357"/>
                </a:moveTo>
                <a:lnTo>
                  <a:pt x="144553" y="1237684"/>
                </a:lnTo>
                <a:cubicBezTo>
                  <a:pt x="161564" y="1261616"/>
                  <a:pt x="179882" y="1284548"/>
                  <a:pt x="199407" y="1306381"/>
                </a:cubicBezTo>
                <a:lnTo>
                  <a:pt x="215267" y="1292200"/>
                </a:lnTo>
                <a:lnTo>
                  <a:pt x="231128" y="1278015"/>
                </a:lnTo>
                <a:cubicBezTo>
                  <a:pt x="212656" y="1257360"/>
                  <a:pt x="195327" y="1235666"/>
                  <a:pt x="179238" y="1213029"/>
                </a:cubicBezTo>
                <a:lnTo>
                  <a:pt x="161894" y="1225357"/>
                </a:lnTo>
                <a:moveTo>
                  <a:pt x="275753" y="1352683"/>
                </a:moveTo>
                <a:lnTo>
                  <a:pt x="261570" y="1368542"/>
                </a:lnTo>
                <a:cubicBezTo>
                  <a:pt x="283401" y="1388067"/>
                  <a:pt x="306335" y="1406389"/>
                  <a:pt x="330266" y="1423398"/>
                </a:cubicBezTo>
                <a:lnTo>
                  <a:pt x="342594" y="1406056"/>
                </a:lnTo>
                <a:lnTo>
                  <a:pt x="354920" y="1388715"/>
                </a:lnTo>
                <a:cubicBezTo>
                  <a:pt x="332285" y="1372622"/>
                  <a:pt x="310589" y="1355295"/>
                  <a:pt x="289936" y="1336823"/>
                </a:cubicBezTo>
                <a:lnTo>
                  <a:pt x="275753" y="1352683"/>
                </a:lnTo>
                <a:moveTo>
                  <a:pt x="414982" y="1451634"/>
                </a:moveTo>
                <a:lnTo>
                  <a:pt x="404674" y="1470245"/>
                </a:lnTo>
                <a:cubicBezTo>
                  <a:pt x="430231" y="1484401"/>
                  <a:pt x="456665" y="1497171"/>
                  <a:pt x="483873" y="1508454"/>
                </a:cubicBezTo>
                <a:lnTo>
                  <a:pt x="492023" y="1488799"/>
                </a:lnTo>
                <a:lnTo>
                  <a:pt x="500174" y="1469146"/>
                </a:lnTo>
                <a:cubicBezTo>
                  <a:pt x="474451" y="1458479"/>
                  <a:pt x="449459" y="1446404"/>
                  <a:pt x="425291" y="1433020"/>
                </a:cubicBezTo>
                <a:lnTo>
                  <a:pt x="414982" y="1451634"/>
                </a:lnTo>
                <a:moveTo>
                  <a:pt x="572748" y="1517046"/>
                </a:moveTo>
                <a:lnTo>
                  <a:pt x="566867" y="1537493"/>
                </a:lnTo>
                <a:cubicBezTo>
                  <a:pt x="594841" y="1545540"/>
                  <a:pt x="623456" y="1552070"/>
                  <a:pt x="652616" y="1556990"/>
                </a:cubicBezTo>
                <a:lnTo>
                  <a:pt x="656156" y="1536009"/>
                </a:lnTo>
                <a:lnTo>
                  <a:pt x="659695" y="1515030"/>
                </a:lnTo>
                <a:cubicBezTo>
                  <a:pt x="632125" y="1510376"/>
                  <a:pt x="605074" y="1504204"/>
                  <a:pt x="578629" y="1496598"/>
                </a:cubicBezTo>
                <a:lnTo>
                  <a:pt x="572748" y="1517046"/>
                </a:lnTo>
                <a:moveTo>
                  <a:pt x="741187" y="1545494"/>
                </a:moveTo>
                <a:lnTo>
                  <a:pt x="740013" y="1566737"/>
                </a:lnTo>
                <a:cubicBezTo>
                  <a:pt x="754566" y="1567543"/>
                  <a:pt x="769225" y="1567949"/>
                  <a:pt x="783976" y="1567949"/>
                </a:cubicBezTo>
                <a:lnTo>
                  <a:pt x="783976" y="1546673"/>
                </a:lnTo>
                <a:lnTo>
                  <a:pt x="783976" y="1525396"/>
                </a:lnTo>
                <a:cubicBezTo>
                  <a:pt x="770009" y="1525396"/>
                  <a:pt x="756134" y="1525010"/>
                  <a:pt x="742362" y="1524249"/>
                </a:cubicBezTo>
                <a:lnTo>
                  <a:pt x="741187" y="1545494"/>
                </a:lnTo>
                <a:moveTo>
                  <a:pt x="783976" y="1546673"/>
                </a:moveTo>
                <a:lnTo>
                  <a:pt x="783976" y="1567949"/>
                </a:lnTo>
                <a:cubicBezTo>
                  <a:pt x="798727" y="1567949"/>
                  <a:pt x="813384" y="1567543"/>
                  <a:pt x="827938" y="1566737"/>
                </a:cubicBezTo>
                <a:lnTo>
                  <a:pt x="826764" y="1545494"/>
                </a:lnTo>
                <a:lnTo>
                  <a:pt x="825589" y="1524249"/>
                </a:lnTo>
                <a:cubicBezTo>
                  <a:pt x="811817" y="1525010"/>
                  <a:pt x="797942" y="1525396"/>
                  <a:pt x="783976" y="1525396"/>
                </a:cubicBezTo>
                <a:lnTo>
                  <a:pt x="783976" y="1546673"/>
                </a:lnTo>
                <a:moveTo>
                  <a:pt x="911795" y="1536009"/>
                </a:moveTo>
                <a:lnTo>
                  <a:pt x="915335" y="1556990"/>
                </a:lnTo>
                <a:cubicBezTo>
                  <a:pt x="944495" y="1552070"/>
                  <a:pt x="973110" y="1545540"/>
                  <a:pt x="1001084" y="1537493"/>
                </a:cubicBezTo>
                <a:lnTo>
                  <a:pt x="995203" y="1517046"/>
                </a:lnTo>
                <a:lnTo>
                  <a:pt x="989321" y="1496598"/>
                </a:lnTo>
                <a:cubicBezTo>
                  <a:pt x="962879" y="1504204"/>
                  <a:pt x="935825" y="1510376"/>
                  <a:pt x="908256" y="1515030"/>
                </a:cubicBezTo>
                <a:lnTo>
                  <a:pt x="911795" y="1536009"/>
                </a:lnTo>
                <a:moveTo>
                  <a:pt x="1075928" y="1488799"/>
                </a:moveTo>
                <a:lnTo>
                  <a:pt x="1084078" y="1508454"/>
                </a:lnTo>
                <a:cubicBezTo>
                  <a:pt x="1111285" y="1497171"/>
                  <a:pt x="1137720" y="1484401"/>
                  <a:pt x="1163278" y="1470245"/>
                </a:cubicBezTo>
                <a:lnTo>
                  <a:pt x="1152969" y="1451634"/>
                </a:lnTo>
                <a:lnTo>
                  <a:pt x="1142660" y="1433020"/>
                </a:lnTo>
                <a:cubicBezTo>
                  <a:pt x="1118491" y="1446404"/>
                  <a:pt x="1093499" y="1458479"/>
                  <a:pt x="1067776" y="1469146"/>
                </a:cubicBezTo>
                <a:lnTo>
                  <a:pt x="1075928" y="1488799"/>
                </a:lnTo>
                <a:moveTo>
                  <a:pt x="1225357" y="1406056"/>
                </a:moveTo>
                <a:lnTo>
                  <a:pt x="1237684" y="1423398"/>
                </a:lnTo>
                <a:cubicBezTo>
                  <a:pt x="1261616" y="1406389"/>
                  <a:pt x="1284549" y="1388067"/>
                  <a:pt x="1306383" y="1368542"/>
                </a:cubicBezTo>
                <a:lnTo>
                  <a:pt x="1292200" y="1352683"/>
                </a:lnTo>
                <a:lnTo>
                  <a:pt x="1278016" y="1336823"/>
                </a:lnTo>
                <a:cubicBezTo>
                  <a:pt x="1257361" y="1355295"/>
                  <a:pt x="1235666" y="1372622"/>
                  <a:pt x="1213030" y="1388715"/>
                </a:cubicBezTo>
                <a:lnTo>
                  <a:pt x="1225357" y="1406056"/>
                </a:lnTo>
                <a:moveTo>
                  <a:pt x="1352684" y="1292200"/>
                </a:moveTo>
                <a:lnTo>
                  <a:pt x="1368544" y="1306381"/>
                </a:lnTo>
                <a:cubicBezTo>
                  <a:pt x="1388069" y="1284548"/>
                  <a:pt x="1406389" y="1261616"/>
                  <a:pt x="1423398" y="1237684"/>
                </a:cubicBezTo>
                <a:lnTo>
                  <a:pt x="1406056" y="1225357"/>
                </a:lnTo>
                <a:lnTo>
                  <a:pt x="1388713" y="1213029"/>
                </a:lnTo>
                <a:cubicBezTo>
                  <a:pt x="1372624" y="1235666"/>
                  <a:pt x="1355295" y="1257360"/>
                  <a:pt x="1336824" y="1278015"/>
                </a:cubicBezTo>
                <a:lnTo>
                  <a:pt x="1352684" y="1292200"/>
                </a:lnTo>
                <a:moveTo>
                  <a:pt x="1451634" y="1152969"/>
                </a:moveTo>
                <a:lnTo>
                  <a:pt x="1470246" y="1163278"/>
                </a:lnTo>
                <a:cubicBezTo>
                  <a:pt x="1484402" y="1137720"/>
                  <a:pt x="1497171" y="1111284"/>
                  <a:pt x="1508454" y="1084076"/>
                </a:cubicBezTo>
                <a:lnTo>
                  <a:pt x="1488800" y="1075928"/>
                </a:lnTo>
                <a:lnTo>
                  <a:pt x="1469146" y="1067776"/>
                </a:lnTo>
                <a:cubicBezTo>
                  <a:pt x="1458479" y="1093499"/>
                  <a:pt x="1446405" y="1118490"/>
                  <a:pt x="1433020" y="1142660"/>
                </a:cubicBezTo>
                <a:lnTo>
                  <a:pt x="1451634" y="1152969"/>
                </a:lnTo>
                <a:moveTo>
                  <a:pt x="1517046" y="995201"/>
                </a:moveTo>
                <a:lnTo>
                  <a:pt x="1537495" y="1001084"/>
                </a:lnTo>
                <a:cubicBezTo>
                  <a:pt x="1545541" y="973110"/>
                  <a:pt x="1552071" y="944494"/>
                  <a:pt x="1556992" y="915335"/>
                </a:cubicBezTo>
                <a:lnTo>
                  <a:pt x="1536010" y="911795"/>
                </a:lnTo>
                <a:lnTo>
                  <a:pt x="1515030" y="908254"/>
                </a:lnTo>
                <a:cubicBezTo>
                  <a:pt x="1510378" y="935825"/>
                  <a:pt x="1504204" y="962877"/>
                  <a:pt x="1496598" y="989321"/>
                </a:cubicBezTo>
                <a:lnTo>
                  <a:pt x="1517046" y="995201"/>
                </a:lnTo>
                <a:moveTo>
                  <a:pt x="1545494" y="826764"/>
                </a:moveTo>
                <a:lnTo>
                  <a:pt x="1566738" y="827937"/>
                </a:lnTo>
                <a:cubicBezTo>
                  <a:pt x="1567543" y="813383"/>
                  <a:pt x="1567951" y="798727"/>
                  <a:pt x="1567951" y="783975"/>
                </a:cubicBezTo>
                <a:lnTo>
                  <a:pt x="1546674" y="783975"/>
                </a:lnTo>
                <a:lnTo>
                  <a:pt x="1525397" y="783975"/>
                </a:lnTo>
                <a:cubicBezTo>
                  <a:pt x="1525397" y="797941"/>
                  <a:pt x="1525011" y="811816"/>
                  <a:pt x="1524250" y="825589"/>
                </a:cubicBezTo>
                <a:lnTo>
                  <a:pt x="1545494" y="82676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path-70">
            <a:extLst xmlns:a="http://schemas.openxmlformats.org/drawingml/2006/main">
              <a:ext uri="{FF2B5EF4-FFF2-40B4-BE49-F238E27FC236}">
                <a16:creationId xmlns:a16="http://schemas.microsoft.com/office/drawing/2014/main" id="{6E547808-33B6-4499-ACC9-5C697E8F9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649" y="1948403"/>
            <a:ext cx="2072238" cy="2072236"/>
          </a:xfrm>
          <a:custGeom xmlns:a="http://schemas.openxmlformats.org/drawingml/2006/main">
            <a:pathLst>
              <a:path w="1525397" h="1525396">
                <a:moveTo>
                  <a:pt x="1525397" y="762698"/>
                </a:moveTo>
                <a:cubicBezTo>
                  <a:pt x="1525397" y="1183925"/>
                  <a:pt x="1183926" y="1525396"/>
                  <a:pt x="762699" y="1525396"/>
                </a:cubicBezTo>
                <a:cubicBezTo>
                  <a:pt x="341471" y="1525396"/>
                  <a:pt x="0" y="1183925"/>
                  <a:pt x="0" y="762698"/>
                </a:cubicBezTo>
                <a:cubicBezTo>
                  <a:pt x="0" y="341471"/>
                  <a:pt x="341471" y="0"/>
                  <a:pt x="762699" y="0"/>
                </a:cubicBezTo>
                <a:cubicBezTo>
                  <a:pt x="1183926" y="0"/>
                  <a:pt x="1525397" y="341471"/>
                  <a:pt x="1525397" y="762698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71">
            <a:extLst xmlns:a="http://schemas.openxmlformats.org/drawingml/2006/main">
              <a:ext uri="{FF2B5EF4-FFF2-40B4-BE49-F238E27FC236}">
                <a16:creationId xmlns:a16="http://schemas.microsoft.com/office/drawing/2014/main" id="{11E4BB4A-143C-4ED9-B932-DD67EBEBE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42725" y="1916760"/>
            <a:ext cx="2130048" cy="2130048"/>
          </a:xfrm>
          <a:custGeom xmlns:a="http://schemas.openxmlformats.org/drawingml/2006/main">
            <a:pathLst>
              <a:path w="1567952" h="1567952">
                <a:moveTo>
                  <a:pt x="783962" y="21277"/>
                </a:moveTo>
                <a:lnTo>
                  <a:pt x="783962" y="10638"/>
                </a:lnTo>
                <a:cubicBezTo>
                  <a:pt x="769407" y="10638"/>
                  <a:pt x="754944" y="11042"/>
                  <a:pt x="740586" y="11837"/>
                </a:cubicBezTo>
                <a:lnTo>
                  <a:pt x="741173" y="22458"/>
                </a:lnTo>
                <a:lnTo>
                  <a:pt x="741760" y="33079"/>
                </a:lnTo>
                <a:cubicBezTo>
                  <a:pt x="755729" y="32307"/>
                  <a:pt x="769799" y="31915"/>
                  <a:pt x="783962" y="31915"/>
                </a:cubicBezTo>
                <a:lnTo>
                  <a:pt x="783962" y="21277"/>
                </a:lnTo>
                <a:moveTo>
                  <a:pt x="656142" y="31944"/>
                </a:moveTo>
                <a:lnTo>
                  <a:pt x="654372" y="21453"/>
                </a:lnTo>
                <a:cubicBezTo>
                  <a:pt x="625609" y="26308"/>
                  <a:pt x="597385" y="32750"/>
                  <a:pt x="569794" y="40685"/>
                </a:cubicBezTo>
                <a:lnTo>
                  <a:pt x="572734" y="50909"/>
                </a:lnTo>
                <a:lnTo>
                  <a:pt x="575675" y="61133"/>
                </a:lnTo>
                <a:cubicBezTo>
                  <a:pt x="602501" y="53416"/>
                  <a:pt x="629943" y="47153"/>
                  <a:pt x="657912" y="42434"/>
                </a:cubicBezTo>
                <a:lnTo>
                  <a:pt x="656142" y="31944"/>
                </a:lnTo>
                <a:moveTo>
                  <a:pt x="492010" y="79156"/>
                </a:moveTo>
                <a:lnTo>
                  <a:pt x="487936" y="69330"/>
                </a:lnTo>
                <a:cubicBezTo>
                  <a:pt x="461099" y="80460"/>
                  <a:pt x="435025" y="93054"/>
                  <a:pt x="409816" y="107020"/>
                </a:cubicBezTo>
                <a:lnTo>
                  <a:pt x="414971" y="116324"/>
                </a:lnTo>
                <a:lnTo>
                  <a:pt x="420125" y="125631"/>
                </a:lnTo>
                <a:cubicBezTo>
                  <a:pt x="444640" y="112054"/>
                  <a:pt x="469992" y="99806"/>
                  <a:pt x="496086" y="88983"/>
                </a:cubicBezTo>
                <a:lnTo>
                  <a:pt x="492010" y="79156"/>
                </a:lnTo>
                <a:moveTo>
                  <a:pt x="342583" y="161904"/>
                </a:moveTo>
                <a:lnTo>
                  <a:pt x="336419" y="153233"/>
                </a:lnTo>
                <a:cubicBezTo>
                  <a:pt x="312813" y="170013"/>
                  <a:pt x="290188" y="188087"/>
                  <a:pt x="268650" y="207348"/>
                </a:cubicBezTo>
                <a:lnTo>
                  <a:pt x="275741" y="215278"/>
                </a:lnTo>
                <a:lnTo>
                  <a:pt x="282834" y="223208"/>
                </a:lnTo>
                <a:cubicBezTo>
                  <a:pt x="303782" y="204472"/>
                  <a:pt x="325786" y="186895"/>
                  <a:pt x="348747" y="170575"/>
                </a:cubicBezTo>
                <a:lnTo>
                  <a:pt x="342583" y="161904"/>
                </a:lnTo>
                <a:moveTo>
                  <a:pt x="215258" y="275764"/>
                </a:moveTo>
                <a:lnTo>
                  <a:pt x="207328" y="268672"/>
                </a:lnTo>
                <a:cubicBezTo>
                  <a:pt x="188067" y="290210"/>
                  <a:pt x="169996" y="312835"/>
                  <a:pt x="153216" y="336443"/>
                </a:cubicBezTo>
                <a:lnTo>
                  <a:pt x="161887" y="342607"/>
                </a:lnTo>
                <a:lnTo>
                  <a:pt x="170558" y="348771"/>
                </a:lnTo>
                <a:cubicBezTo>
                  <a:pt x="186878" y="325810"/>
                  <a:pt x="204455" y="303804"/>
                  <a:pt x="223188" y="282856"/>
                </a:cubicBezTo>
                <a:lnTo>
                  <a:pt x="215258" y="275764"/>
                </a:lnTo>
                <a:moveTo>
                  <a:pt x="116311" y="414995"/>
                </a:moveTo>
                <a:lnTo>
                  <a:pt x="107004" y="409842"/>
                </a:lnTo>
                <a:cubicBezTo>
                  <a:pt x="93043" y="435053"/>
                  <a:pt x="80447" y="461126"/>
                  <a:pt x="69319" y="487962"/>
                </a:cubicBezTo>
                <a:lnTo>
                  <a:pt x="79146" y="492039"/>
                </a:lnTo>
                <a:lnTo>
                  <a:pt x="88973" y="496113"/>
                </a:lnTo>
                <a:cubicBezTo>
                  <a:pt x="99793" y="470018"/>
                  <a:pt x="112041" y="444667"/>
                  <a:pt x="125618" y="420151"/>
                </a:cubicBezTo>
                <a:lnTo>
                  <a:pt x="116311" y="414995"/>
                </a:lnTo>
                <a:moveTo>
                  <a:pt x="50901" y="572762"/>
                </a:moveTo>
                <a:lnTo>
                  <a:pt x="40677" y="569821"/>
                </a:lnTo>
                <a:cubicBezTo>
                  <a:pt x="32741" y="597415"/>
                  <a:pt x="26302" y="625639"/>
                  <a:pt x="21449" y="654400"/>
                </a:cubicBezTo>
                <a:lnTo>
                  <a:pt x="31939" y="656172"/>
                </a:lnTo>
                <a:lnTo>
                  <a:pt x="42429" y="657941"/>
                </a:lnTo>
                <a:cubicBezTo>
                  <a:pt x="47147" y="629972"/>
                  <a:pt x="53411" y="602531"/>
                  <a:pt x="61126" y="575704"/>
                </a:cubicBezTo>
                <a:lnTo>
                  <a:pt x="50901" y="572762"/>
                </a:lnTo>
                <a:moveTo>
                  <a:pt x="22457" y="741202"/>
                </a:moveTo>
                <a:lnTo>
                  <a:pt x="11835" y="740615"/>
                </a:lnTo>
                <a:cubicBezTo>
                  <a:pt x="11042" y="754975"/>
                  <a:pt x="10638" y="769435"/>
                  <a:pt x="10640" y="783992"/>
                </a:cubicBezTo>
                <a:lnTo>
                  <a:pt x="21278" y="783992"/>
                </a:lnTo>
                <a:lnTo>
                  <a:pt x="31917" y="783992"/>
                </a:lnTo>
                <a:cubicBezTo>
                  <a:pt x="31917" y="769827"/>
                  <a:pt x="32307" y="755756"/>
                  <a:pt x="33079" y="741790"/>
                </a:cubicBezTo>
                <a:lnTo>
                  <a:pt x="22457" y="741202"/>
                </a:lnTo>
                <a:moveTo>
                  <a:pt x="21278" y="783992"/>
                </a:moveTo>
                <a:lnTo>
                  <a:pt x="10640" y="783992"/>
                </a:lnTo>
                <a:cubicBezTo>
                  <a:pt x="10640" y="798545"/>
                  <a:pt x="11042" y="813008"/>
                  <a:pt x="11837" y="827366"/>
                </a:cubicBezTo>
                <a:lnTo>
                  <a:pt x="22459" y="826778"/>
                </a:lnTo>
                <a:lnTo>
                  <a:pt x="33081" y="826190"/>
                </a:lnTo>
                <a:cubicBezTo>
                  <a:pt x="32308" y="812225"/>
                  <a:pt x="31917" y="798154"/>
                  <a:pt x="31917" y="783992"/>
                </a:cubicBezTo>
                <a:lnTo>
                  <a:pt x="21278" y="783992"/>
                </a:lnTo>
                <a:moveTo>
                  <a:pt x="31944" y="911812"/>
                </a:moveTo>
                <a:lnTo>
                  <a:pt x="21454" y="913580"/>
                </a:lnTo>
                <a:cubicBezTo>
                  <a:pt x="26308" y="942344"/>
                  <a:pt x="32750" y="970566"/>
                  <a:pt x="40685" y="998160"/>
                </a:cubicBezTo>
                <a:lnTo>
                  <a:pt x="50909" y="995218"/>
                </a:lnTo>
                <a:lnTo>
                  <a:pt x="61135" y="992277"/>
                </a:lnTo>
                <a:cubicBezTo>
                  <a:pt x="53418" y="965449"/>
                  <a:pt x="47155" y="938009"/>
                  <a:pt x="42434" y="910040"/>
                </a:cubicBezTo>
                <a:lnTo>
                  <a:pt x="31944" y="911812"/>
                </a:lnTo>
                <a:moveTo>
                  <a:pt x="79158" y="1075942"/>
                </a:moveTo>
                <a:lnTo>
                  <a:pt x="69331" y="1080016"/>
                </a:lnTo>
                <a:cubicBezTo>
                  <a:pt x="80460" y="1106852"/>
                  <a:pt x="93057" y="1132927"/>
                  <a:pt x="107020" y="1158136"/>
                </a:cubicBezTo>
                <a:lnTo>
                  <a:pt x="116326" y="1152983"/>
                </a:lnTo>
                <a:lnTo>
                  <a:pt x="125632" y="1147827"/>
                </a:lnTo>
                <a:cubicBezTo>
                  <a:pt x="112054" y="1123314"/>
                  <a:pt x="99806" y="1097960"/>
                  <a:pt x="88984" y="1071868"/>
                </a:cubicBezTo>
                <a:lnTo>
                  <a:pt x="79158" y="1075942"/>
                </a:lnTo>
                <a:moveTo>
                  <a:pt x="161904" y="1225371"/>
                </a:moveTo>
                <a:lnTo>
                  <a:pt x="153233" y="1231535"/>
                </a:lnTo>
                <a:cubicBezTo>
                  <a:pt x="170014" y="1255140"/>
                  <a:pt x="188087" y="1277765"/>
                  <a:pt x="207348" y="1299303"/>
                </a:cubicBezTo>
                <a:lnTo>
                  <a:pt x="215278" y="1292211"/>
                </a:lnTo>
                <a:lnTo>
                  <a:pt x="223208" y="1285119"/>
                </a:lnTo>
                <a:cubicBezTo>
                  <a:pt x="204474" y="1264171"/>
                  <a:pt x="186896" y="1242165"/>
                  <a:pt x="170575" y="1219207"/>
                </a:cubicBezTo>
                <a:lnTo>
                  <a:pt x="161904" y="1225371"/>
                </a:lnTo>
                <a:moveTo>
                  <a:pt x="275764" y="1352694"/>
                </a:moveTo>
                <a:lnTo>
                  <a:pt x="268673" y="1360624"/>
                </a:lnTo>
                <a:cubicBezTo>
                  <a:pt x="290211" y="1379885"/>
                  <a:pt x="312837" y="1397956"/>
                  <a:pt x="336444" y="1414736"/>
                </a:cubicBezTo>
                <a:lnTo>
                  <a:pt x="342607" y="1406065"/>
                </a:lnTo>
                <a:lnTo>
                  <a:pt x="348771" y="1397394"/>
                </a:lnTo>
                <a:cubicBezTo>
                  <a:pt x="325810" y="1381074"/>
                  <a:pt x="303805" y="1363497"/>
                  <a:pt x="282856" y="1344764"/>
                </a:cubicBezTo>
                <a:lnTo>
                  <a:pt x="275764" y="1352694"/>
                </a:lnTo>
                <a:moveTo>
                  <a:pt x="414997" y="1451642"/>
                </a:moveTo>
                <a:lnTo>
                  <a:pt x="409843" y="1460946"/>
                </a:lnTo>
                <a:cubicBezTo>
                  <a:pt x="435053" y="1474909"/>
                  <a:pt x="461127" y="1487504"/>
                  <a:pt x="487964" y="1498634"/>
                </a:cubicBezTo>
                <a:lnTo>
                  <a:pt x="492039" y="1488807"/>
                </a:lnTo>
                <a:lnTo>
                  <a:pt x="496114" y="1478978"/>
                </a:lnTo>
                <a:cubicBezTo>
                  <a:pt x="470021" y="1468158"/>
                  <a:pt x="444667" y="1455912"/>
                  <a:pt x="420151" y="1442335"/>
                </a:cubicBezTo>
                <a:lnTo>
                  <a:pt x="414997" y="1451642"/>
                </a:lnTo>
                <a:moveTo>
                  <a:pt x="572764" y="1517051"/>
                </a:moveTo>
                <a:lnTo>
                  <a:pt x="569824" y="1527275"/>
                </a:lnTo>
                <a:cubicBezTo>
                  <a:pt x="597415" y="1535211"/>
                  <a:pt x="625639" y="1541650"/>
                  <a:pt x="654402" y="1546502"/>
                </a:cubicBezTo>
                <a:lnTo>
                  <a:pt x="656172" y="1536014"/>
                </a:lnTo>
                <a:lnTo>
                  <a:pt x="657942" y="1525523"/>
                </a:lnTo>
                <a:cubicBezTo>
                  <a:pt x="629973" y="1520805"/>
                  <a:pt x="602531" y="1514542"/>
                  <a:pt x="575704" y="1506827"/>
                </a:cubicBezTo>
                <a:lnTo>
                  <a:pt x="572764" y="1517051"/>
                </a:lnTo>
                <a:moveTo>
                  <a:pt x="741204" y="1545494"/>
                </a:moveTo>
                <a:lnTo>
                  <a:pt x="740616" y="1556119"/>
                </a:lnTo>
                <a:cubicBezTo>
                  <a:pt x="754975" y="1556911"/>
                  <a:pt x="769437" y="1557314"/>
                  <a:pt x="783992" y="1557314"/>
                </a:cubicBezTo>
                <a:lnTo>
                  <a:pt x="783992" y="1546675"/>
                </a:lnTo>
                <a:lnTo>
                  <a:pt x="783992" y="1536037"/>
                </a:lnTo>
                <a:cubicBezTo>
                  <a:pt x="769828" y="1536037"/>
                  <a:pt x="755759" y="1535645"/>
                  <a:pt x="741790" y="1534873"/>
                </a:cubicBezTo>
                <a:lnTo>
                  <a:pt x="741204" y="1545494"/>
                </a:lnTo>
                <a:moveTo>
                  <a:pt x="783992" y="1546675"/>
                </a:moveTo>
                <a:lnTo>
                  <a:pt x="783992" y="1557314"/>
                </a:lnTo>
                <a:cubicBezTo>
                  <a:pt x="798547" y="1557314"/>
                  <a:pt x="813010" y="1556911"/>
                  <a:pt x="827367" y="1556116"/>
                </a:cubicBezTo>
                <a:lnTo>
                  <a:pt x="826781" y="1545494"/>
                </a:lnTo>
                <a:lnTo>
                  <a:pt x="826193" y="1534870"/>
                </a:lnTo>
                <a:cubicBezTo>
                  <a:pt x="812225" y="1535645"/>
                  <a:pt x="798155" y="1536037"/>
                  <a:pt x="783992" y="1536037"/>
                </a:cubicBezTo>
                <a:lnTo>
                  <a:pt x="783992" y="1546675"/>
                </a:lnTo>
                <a:moveTo>
                  <a:pt x="911812" y="1536009"/>
                </a:moveTo>
                <a:lnTo>
                  <a:pt x="913582" y="1546499"/>
                </a:lnTo>
                <a:cubicBezTo>
                  <a:pt x="942344" y="1541644"/>
                  <a:pt x="970569" y="1535202"/>
                  <a:pt x="998160" y="1527267"/>
                </a:cubicBezTo>
                <a:lnTo>
                  <a:pt x="995220" y="1517043"/>
                </a:lnTo>
                <a:lnTo>
                  <a:pt x="992278" y="1506819"/>
                </a:lnTo>
                <a:cubicBezTo>
                  <a:pt x="965452" y="1514536"/>
                  <a:pt x="938009" y="1520799"/>
                  <a:pt x="910041" y="1525518"/>
                </a:cubicBezTo>
                <a:lnTo>
                  <a:pt x="911812" y="1536009"/>
                </a:lnTo>
                <a:moveTo>
                  <a:pt x="1075943" y="1488796"/>
                </a:moveTo>
                <a:lnTo>
                  <a:pt x="1080018" y="1498622"/>
                </a:lnTo>
                <a:cubicBezTo>
                  <a:pt x="1106855" y="1487493"/>
                  <a:pt x="1132927" y="1474895"/>
                  <a:pt x="1158138" y="1460932"/>
                </a:cubicBezTo>
                <a:lnTo>
                  <a:pt x="1152983" y="1451625"/>
                </a:lnTo>
                <a:lnTo>
                  <a:pt x="1147829" y="1442321"/>
                </a:lnTo>
                <a:cubicBezTo>
                  <a:pt x="1123314" y="1455898"/>
                  <a:pt x="1097961" y="1468146"/>
                  <a:pt x="1071868" y="1478967"/>
                </a:cubicBezTo>
                <a:lnTo>
                  <a:pt x="1075943" y="1488796"/>
                </a:lnTo>
                <a:moveTo>
                  <a:pt x="1225371" y="1406048"/>
                </a:moveTo>
                <a:lnTo>
                  <a:pt x="1231535" y="1414719"/>
                </a:lnTo>
                <a:cubicBezTo>
                  <a:pt x="1255141" y="1397939"/>
                  <a:pt x="1277765" y="1379865"/>
                  <a:pt x="1299303" y="1360604"/>
                </a:cubicBezTo>
                <a:lnTo>
                  <a:pt x="1292212" y="1352674"/>
                </a:lnTo>
                <a:lnTo>
                  <a:pt x="1285120" y="1344744"/>
                </a:lnTo>
                <a:cubicBezTo>
                  <a:pt x="1264171" y="1363477"/>
                  <a:pt x="1242167" y="1381057"/>
                  <a:pt x="1219207" y="1397377"/>
                </a:cubicBezTo>
                <a:lnTo>
                  <a:pt x="1225371" y="1406048"/>
                </a:lnTo>
                <a:moveTo>
                  <a:pt x="1352695" y="1292188"/>
                </a:moveTo>
                <a:lnTo>
                  <a:pt x="1360625" y="1299280"/>
                </a:lnTo>
                <a:cubicBezTo>
                  <a:pt x="1379886" y="1277740"/>
                  <a:pt x="1397958" y="1255117"/>
                  <a:pt x="1414737" y="1231509"/>
                </a:cubicBezTo>
                <a:lnTo>
                  <a:pt x="1406066" y="1225345"/>
                </a:lnTo>
                <a:lnTo>
                  <a:pt x="1397395" y="1219181"/>
                </a:lnTo>
                <a:cubicBezTo>
                  <a:pt x="1381076" y="1242142"/>
                  <a:pt x="1363498" y="1264146"/>
                  <a:pt x="1344766" y="1285096"/>
                </a:cubicBezTo>
                <a:lnTo>
                  <a:pt x="1352695" y="1292188"/>
                </a:lnTo>
                <a:moveTo>
                  <a:pt x="1451642" y="1152955"/>
                </a:moveTo>
                <a:lnTo>
                  <a:pt x="1460949" y="1158111"/>
                </a:lnTo>
                <a:cubicBezTo>
                  <a:pt x="1474911" y="1132899"/>
                  <a:pt x="1487507" y="1106827"/>
                  <a:pt x="1498635" y="1079988"/>
                </a:cubicBezTo>
                <a:lnTo>
                  <a:pt x="1488807" y="1075914"/>
                </a:lnTo>
                <a:lnTo>
                  <a:pt x="1478981" y="1071839"/>
                </a:lnTo>
                <a:cubicBezTo>
                  <a:pt x="1468161" y="1097931"/>
                  <a:pt x="1455912" y="1123285"/>
                  <a:pt x="1442335" y="1147802"/>
                </a:cubicBezTo>
                <a:lnTo>
                  <a:pt x="1451642" y="1152955"/>
                </a:lnTo>
                <a:moveTo>
                  <a:pt x="1517051" y="995190"/>
                </a:moveTo>
                <a:lnTo>
                  <a:pt x="1527275" y="998128"/>
                </a:lnTo>
                <a:cubicBezTo>
                  <a:pt x="1535211" y="970537"/>
                  <a:pt x="1541651" y="942313"/>
                  <a:pt x="1546505" y="913549"/>
                </a:cubicBezTo>
                <a:lnTo>
                  <a:pt x="1536014" y="911780"/>
                </a:lnTo>
                <a:lnTo>
                  <a:pt x="1525523" y="910012"/>
                </a:lnTo>
                <a:cubicBezTo>
                  <a:pt x="1520806" y="937978"/>
                  <a:pt x="1514543" y="965421"/>
                  <a:pt x="1506827" y="992249"/>
                </a:cubicBezTo>
                <a:lnTo>
                  <a:pt x="1517051" y="995190"/>
                </a:lnTo>
                <a:moveTo>
                  <a:pt x="1545496" y="826750"/>
                </a:moveTo>
                <a:lnTo>
                  <a:pt x="1556119" y="827338"/>
                </a:lnTo>
                <a:cubicBezTo>
                  <a:pt x="1556912" y="812977"/>
                  <a:pt x="1557314" y="798514"/>
                  <a:pt x="1557314" y="783960"/>
                </a:cubicBezTo>
                <a:lnTo>
                  <a:pt x="1546675" y="783960"/>
                </a:lnTo>
                <a:lnTo>
                  <a:pt x="1536037" y="783960"/>
                </a:lnTo>
                <a:cubicBezTo>
                  <a:pt x="1536037" y="798122"/>
                  <a:pt x="1535647" y="812193"/>
                  <a:pt x="1534874" y="826162"/>
                </a:cubicBezTo>
                <a:lnTo>
                  <a:pt x="1545496" y="826750"/>
                </a:lnTo>
                <a:moveTo>
                  <a:pt x="1546675" y="783960"/>
                </a:moveTo>
                <a:lnTo>
                  <a:pt x="1557314" y="783960"/>
                </a:lnTo>
                <a:cubicBezTo>
                  <a:pt x="1557314" y="769404"/>
                  <a:pt x="1556911" y="754944"/>
                  <a:pt x="1556117" y="740583"/>
                </a:cubicBezTo>
                <a:lnTo>
                  <a:pt x="1545494" y="741171"/>
                </a:lnTo>
                <a:lnTo>
                  <a:pt x="1534873" y="741759"/>
                </a:lnTo>
                <a:cubicBezTo>
                  <a:pt x="1535645" y="755728"/>
                  <a:pt x="1536037" y="769799"/>
                  <a:pt x="1536037" y="783960"/>
                </a:cubicBezTo>
                <a:lnTo>
                  <a:pt x="1546675" y="783960"/>
                </a:lnTo>
                <a:moveTo>
                  <a:pt x="1536009" y="656141"/>
                </a:moveTo>
                <a:lnTo>
                  <a:pt x="1546499" y="654372"/>
                </a:lnTo>
                <a:cubicBezTo>
                  <a:pt x="1541646" y="625608"/>
                  <a:pt x="1535204" y="597384"/>
                  <a:pt x="1527267" y="569793"/>
                </a:cubicBezTo>
                <a:lnTo>
                  <a:pt x="1517043" y="572734"/>
                </a:lnTo>
                <a:lnTo>
                  <a:pt x="1506819" y="575675"/>
                </a:lnTo>
                <a:cubicBezTo>
                  <a:pt x="1514536" y="602500"/>
                  <a:pt x="1520799" y="629943"/>
                  <a:pt x="1525519" y="657912"/>
                </a:cubicBezTo>
                <a:lnTo>
                  <a:pt x="1536009" y="656141"/>
                </a:lnTo>
                <a:moveTo>
                  <a:pt x="1488796" y="492010"/>
                </a:moveTo>
                <a:lnTo>
                  <a:pt x="1498622" y="487933"/>
                </a:lnTo>
                <a:cubicBezTo>
                  <a:pt x="1487493" y="461097"/>
                  <a:pt x="1474897" y="435025"/>
                  <a:pt x="1460934" y="409816"/>
                </a:cubicBezTo>
                <a:lnTo>
                  <a:pt x="1451627" y="414969"/>
                </a:lnTo>
                <a:lnTo>
                  <a:pt x="1442321" y="420122"/>
                </a:lnTo>
                <a:cubicBezTo>
                  <a:pt x="1455900" y="444639"/>
                  <a:pt x="1468148" y="469992"/>
                  <a:pt x="1478968" y="496085"/>
                </a:cubicBezTo>
                <a:lnTo>
                  <a:pt x="1488796" y="492010"/>
                </a:lnTo>
                <a:moveTo>
                  <a:pt x="1406049" y="342581"/>
                </a:moveTo>
                <a:lnTo>
                  <a:pt x="1414720" y="336417"/>
                </a:lnTo>
                <a:cubicBezTo>
                  <a:pt x="1397939" y="312810"/>
                  <a:pt x="1379866" y="290187"/>
                  <a:pt x="1360605" y="268649"/>
                </a:cubicBezTo>
                <a:lnTo>
                  <a:pt x="1352676" y="275741"/>
                </a:lnTo>
                <a:lnTo>
                  <a:pt x="1344746" y="282834"/>
                </a:lnTo>
                <a:cubicBezTo>
                  <a:pt x="1363480" y="303781"/>
                  <a:pt x="1381057" y="325785"/>
                  <a:pt x="1397377" y="348745"/>
                </a:cubicBezTo>
                <a:lnTo>
                  <a:pt x="1406049" y="342581"/>
                </a:lnTo>
                <a:moveTo>
                  <a:pt x="1292188" y="215258"/>
                </a:moveTo>
                <a:lnTo>
                  <a:pt x="1299280" y="207326"/>
                </a:lnTo>
                <a:cubicBezTo>
                  <a:pt x="1277742" y="188067"/>
                  <a:pt x="1255117" y="169996"/>
                  <a:pt x="1231509" y="153214"/>
                </a:cubicBezTo>
                <a:lnTo>
                  <a:pt x="1225345" y="161887"/>
                </a:lnTo>
                <a:lnTo>
                  <a:pt x="1219183" y="170558"/>
                </a:lnTo>
                <a:cubicBezTo>
                  <a:pt x="1242143" y="186878"/>
                  <a:pt x="1264148" y="204452"/>
                  <a:pt x="1285097" y="223188"/>
                </a:cubicBezTo>
                <a:lnTo>
                  <a:pt x="1292188" y="215258"/>
                </a:lnTo>
                <a:moveTo>
                  <a:pt x="1152956" y="116310"/>
                </a:moveTo>
                <a:lnTo>
                  <a:pt x="1158111" y="107003"/>
                </a:lnTo>
                <a:cubicBezTo>
                  <a:pt x="1132900" y="93043"/>
                  <a:pt x="1106827" y="80445"/>
                  <a:pt x="1079989" y="69319"/>
                </a:cubicBezTo>
                <a:lnTo>
                  <a:pt x="1075915" y="79145"/>
                </a:lnTo>
                <a:lnTo>
                  <a:pt x="1071839" y="88971"/>
                </a:lnTo>
                <a:cubicBezTo>
                  <a:pt x="1097933" y="99792"/>
                  <a:pt x="1123287" y="112040"/>
                  <a:pt x="1147803" y="125617"/>
                </a:cubicBezTo>
                <a:lnTo>
                  <a:pt x="1152956" y="116310"/>
                </a:lnTo>
                <a:moveTo>
                  <a:pt x="995190" y="50901"/>
                </a:moveTo>
                <a:lnTo>
                  <a:pt x="998130" y="40677"/>
                </a:lnTo>
                <a:cubicBezTo>
                  <a:pt x="970537" y="32741"/>
                  <a:pt x="942314" y="26299"/>
                  <a:pt x="913551" y="21447"/>
                </a:cubicBezTo>
                <a:lnTo>
                  <a:pt x="911782" y="31938"/>
                </a:lnTo>
                <a:lnTo>
                  <a:pt x="910012" y="42429"/>
                </a:lnTo>
                <a:cubicBezTo>
                  <a:pt x="937980" y="47147"/>
                  <a:pt x="965423" y="53408"/>
                  <a:pt x="992250" y="61125"/>
                </a:cubicBezTo>
                <a:lnTo>
                  <a:pt x="995190" y="50901"/>
                </a:lnTo>
                <a:moveTo>
                  <a:pt x="826750" y="22455"/>
                </a:moveTo>
                <a:lnTo>
                  <a:pt x="827338" y="11834"/>
                </a:lnTo>
                <a:cubicBezTo>
                  <a:pt x="812978" y="11042"/>
                  <a:pt x="798517" y="10638"/>
                  <a:pt x="783962" y="10638"/>
                </a:cubicBezTo>
                <a:lnTo>
                  <a:pt x="783962" y="21277"/>
                </a:lnTo>
                <a:lnTo>
                  <a:pt x="783962" y="31915"/>
                </a:lnTo>
                <a:cubicBezTo>
                  <a:pt x="798125" y="31915"/>
                  <a:pt x="812195" y="32307"/>
                  <a:pt x="826162" y="33079"/>
                </a:cubicBezTo>
                <a:lnTo>
                  <a:pt x="826750" y="22455"/>
                </a:lnTo>
                <a:moveTo>
                  <a:pt x="783962" y="21277"/>
                </a:moveTo>
                <a:lnTo>
                  <a:pt x="783960" y="0"/>
                </a:lnTo>
                <a:cubicBezTo>
                  <a:pt x="769210" y="0"/>
                  <a:pt x="754552" y="409"/>
                  <a:pt x="739999" y="1212"/>
                </a:cubicBezTo>
                <a:lnTo>
                  <a:pt x="741173" y="22458"/>
                </a:lnTo>
                <a:lnTo>
                  <a:pt x="742348" y="43704"/>
                </a:lnTo>
                <a:cubicBezTo>
                  <a:pt x="756121" y="42940"/>
                  <a:pt x="769995" y="42554"/>
                  <a:pt x="783962" y="42554"/>
                </a:cubicBezTo>
                <a:lnTo>
                  <a:pt x="783962" y="21277"/>
                </a:lnTo>
                <a:moveTo>
                  <a:pt x="656142" y="31944"/>
                </a:moveTo>
                <a:lnTo>
                  <a:pt x="652602" y="10962"/>
                </a:lnTo>
                <a:cubicBezTo>
                  <a:pt x="623442" y="15885"/>
                  <a:pt x="594827" y="22415"/>
                  <a:pt x="566853" y="30462"/>
                </a:cubicBezTo>
                <a:lnTo>
                  <a:pt x="572734" y="50909"/>
                </a:lnTo>
                <a:lnTo>
                  <a:pt x="578617" y="71357"/>
                </a:lnTo>
                <a:cubicBezTo>
                  <a:pt x="605059" y="63751"/>
                  <a:pt x="632111" y="57576"/>
                  <a:pt x="659682" y="52922"/>
                </a:cubicBezTo>
                <a:lnTo>
                  <a:pt x="656142" y="31944"/>
                </a:lnTo>
                <a:moveTo>
                  <a:pt x="492010" y="79156"/>
                </a:moveTo>
                <a:lnTo>
                  <a:pt x="483860" y="59504"/>
                </a:lnTo>
                <a:cubicBezTo>
                  <a:pt x="456653" y="70786"/>
                  <a:pt x="430218" y="83557"/>
                  <a:pt x="404661" y="97713"/>
                </a:cubicBezTo>
                <a:lnTo>
                  <a:pt x="414971" y="116324"/>
                </a:lnTo>
                <a:lnTo>
                  <a:pt x="425280" y="134938"/>
                </a:lnTo>
                <a:cubicBezTo>
                  <a:pt x="449447" y="121551"/>
                  <a:pt x="474440" y="109479"/>
                  <a:pt x="500162" y="98812"/>
                </a:cubicBezTo>
                <a:lnTo>
                  <a:pt x="492010" y="79156"/>
                </a:lnTo>
                <a:moveTo>
                  <a:pt x="342583" y="161904"/>
                </a:moveTo>
                <a:lnTo>
                  <a:pt x="330255" y="144563"/>
                </a:lnTo>
                <a:cubicBezTo>
                  <a:pt x="306325" y="161572"/>
                  <a:pt x="283390" y="179893"/>
                  <a:pt x="261558" y="199418"/>
                </a:cubicBezTo>
                <a:lnTo>
                  <a:pt x="275741" y="215278"/>
                </a:lnTo>
                <a:lnTo>
                  <a:pt x="289926" y="231138"/>
                </a:lnTo>
                <a:cubicBezTo>
                  <a:pt x="310579" y="212666"/>
                  <a:pt x="332274" y="195336"/>
                  <a:pt x="354910" y="179246"/>
                </a:cubicBezTo>
                <a:lnTo>
                  <a:pt x="342583" y="161904"/>
                </a:lnTo>
                <a:moveTo>
                  <a:pt x="215258" y="275764"/>
                </a:moveTo>
                <a:lnTo>
                  <a:pt x="199397" y="261579"/>
                </a:lnTo>
                <a:cubicBezTo>
                  <a:pt x="179874" y="283413"/>
                  <a:pt x="161555" y="306348"/>
                  <a:pt x="144544" y="330279"/>
                </a:cubicBezTo>
                <a:lnTo>
                  <a:pt x="161887" y="342607"/>
                </a:lnTo>
                <a:lnTo>
                  <a:pt x="179229" y="354932"/>
                </a:lnTo>
                <a:cubicBezTo>
                  <a:pt x="195319" y="332298"/>
                  <a:pt x="212648" y="310601"/>
                  <a:pt x="231118" y="289946"/>
                </a:cubicBezTo>
                <a:lnTo>
                  <a:pt x="215258" y="275764"/>
                </a:lnTo>
                <a:moveTo>
                  <a:pt x="116311" y="414995"/>
                </a:moveTo>
                <a:lnTo>
                  <a:pt x="97698" y="404688"/>
                </a:lnTo>
                <a:cubicBezTo>
                  <a:pt x="83543" y="430247"/>
                  <a:pt x="70774" y="456680"/>
                  <a:pt x="59492" y="483887"/>
                </a:cubicBezTo>
                <a:lnTo>
                  <a:pt x="79146" y="492039"/>
                </a:lnTo>
                <a:lnTo>
                  <a:pt x="98801" y="500187"/>
                </a:lnTo>
                <a:cubicBezTo>
                  <a:pt x="109466" y="474467"/>
                  <a:pt x="121540" y="449474"/>
                  <a:pt x="134925" y="425304"/>
                </a:cubicBezTo>
                <a:lnTo>
                  <a:pt x="116311" y="414995"/>
                </a:lnTo>
                <a:moveTo>
                  <a:pt x="50901" y="572762"/>
                </a:moveTo>
                <a:lnTo>
                  <a:pt x="30453" y="566882"/>
                </a:lnTo>
                <a:cubicBezTo>
                  <a:pt x="22408" y="594857"/>
                  <a:pt x="15878" y="623473"/>
                  <a:pt x="10959" y="652631"/>
                </a:cubicBezTo>
                <a:lnTo>
                  <a:pt x="31939" y="656172"/>
                </a:lnTo>
                <a:lnTo>
                  <a:pt x="52920" y="659709"/>
                </a:lnTo>
                <a:cubicBezTo>
                  <a:pt x="57572" y="632138"/>
                  <a:pt x="63744" y="605086"/>
                  <a:pt x="71350" y="578642"/>
                </a:cubicBezTo>
                <a:lnTo>
                  <a:pt x="50901" y="572762"/>
                </a:lnTo>
                <a:moveTo>
                  <a:pt x="22457" y="741202"/>
                </a:moveTo>
                <a:lnTo>
                  <a:pt x="1212" y="740027"/>
                </a:lnTo>
                <a:cubicBezTo>
                  <a:pt x="409" y="754583"/>
                  <a:pt x="0" y="769239"/>
                  <a:pt x="1" y="783992"/>
                </a:cubicBezTo>
                <a:lnTo>
                  <a:pt x="21278" y="783992"/>
                </a:lnTo>
                <a:lnTo>
                  <a:pt x="42555" y="783992"/>
                </a:lnTo>
                <a:cubicBezTo>
                  <a:pt x="42555" y="770023"/>
                  <a:pt x="42940" y="756148"/>
                  <a:pt x="43702" y="742378"/>
                </a:cubicBezTo>
                <a:lnTo>
                  <a:pt x="22457" y="741202"/>
                </a:lnTo>
                <a:moveTo>
                  <a:pt x="21278" y="783992"/>
                </a:moveTo>
                <a:lnTo>
                  <a:pt x="1" y="783992"/>
                </a:lnTo>
                <a:cubicBezTo>
                  <a:pt x="1" y="798741"/>
                  <a:pt x="409" y="813400"/>
                  <a:pt x="1215" y="827954"/>
                </a:cubicBezTo>
                <a:lnTo>
                  <a:pt x="22459" y="826778"/>
                </a:lnTo>
                <a:lnTo>
                  <a:pt x="43704" y="825603"/>
                </a:lnTo>
                <a:cubicBezTo>
                  <a:pt x="42941" y="811833"/>
                  <a:pt x="42555" y="797958"/>
                  <a:pt x="42555" y="783992"/>
                </a:cubicBezTo>
                <a:lnTo>
                  <a:pt x="21278" y="783992"/>
                </a:lnTo>
                <a:moveTo>
                  <a:pt x="31944" y="911812"/>
                </a:moveTo>
                <a:lnTo>
                  <a:pt x="10963" y="915352"/>
                </a:lnTo>
                <a:cubicBezTo>
                  <a:pt x="15885" y="944511"/>
                  <a:pt x="22415" y="973124"/>
                  <a:pt x="30462" y="1001101"/>
                </a:cubicBezTo>
                <a:lnTo>
                  <a:pt x="50909" y="995218"/>
                </a:lnTo>
                <a:lnTo>
                  <a:pt x="71357" y="989336"/>
                </a:lnTo>
                <a:cubicBezTo>
                  <a:pt x="63751" y="962891"/>
                  <a:pt x="57577" y="935840"/>
                  <a:pt x="52925" y="908271"/>
                </a:cubicBezTo>
                <a:lnTo>
                  <a:pt x="31944" y="911812"/>
                </a:lnTo>
                <a:moveTo>
                  <a:pt x="79158" y="1075942"/>
                </a:moveTo>
                <a:lnTo>
                  <a:pt x="59504" y="1084093"/>
                </a:lnTo>
                <a:cubicBezTo>
                  <a:pt x="70788" y="1111301"/>
                  <a:pt x="83557" y="1137734"/>
                  <a:pt x="97713" y="1163292"/>
                </a:cubicBezTo>
                <a:lnTo>
                  <a:pt x="116326" y="1152983"/>
                </a:lnTo>
                <a:lnTo>
                  <a:pt x="134939" y="1142674"/>
                </a:lnTo>
                <a:cubicBezTo>
                  <a:pt x="121552" y="1118507"/>
                  <a:pt x="109479" y="1093514"/>
                  <a:pt x="98812" y="1067791"/>
                </a:cubicBezTo>
                <a:lnTo>
                  <a:pt x="79158" y="1075942"/>
                </a:lnTo>
                <a:moveTo>
                  <a:pt x="161904" y="1225371"/>
                </a:moveTo>
                <a:lnTo>
                  <a:pt x="144563" y="1237699"/>
                </a:lnTo>
                <a:cubicBezTo>
                  <a:pt x="161574" y="1261627"/>
                  <a:pt x="179893" y="1284562"/>
                  <a:pt x="199418" y="1306395"/>
                </a:cubicBezTo>
                <a:lnTo>
                  <a:pt x="215278" y="1292211"/>
                </a:lnTo>
                <a:lnTo>
                  <a:pt x="231138" y="1278026"/>
                </a:lnTo>
                <a:cubicBezTo>
                  <a:pt x="212667" y="1257374"/>
                  <a:pt x="195337" y="1235677"/>
                  <a:pt x="179246" y="1213043"/>
                </a:cubicBezTo>
                <a:lnTo>
                  <a:pt x="161904" y="1225371"/>
                </a:lnTo>
                <a:moveTo>
                  <a:pt x="275764" y="1352694"/>
                </a:moveTo>
                <a:lnTo>
                  <a:pt x="261582" y="1368554"/>
                </a:lnTo>
                <a:cubicBezTo>
                  <a:pt x="283414" y="1388079"/>
                  <a:pt x="306349" y="1406397"/>
                  <a:pt x="330281" y="1423407"/>
                </a:cubicBezTo>
                <a:lnTo>
                  <a:pt x="342607" y="1406065"/>
                </a:lnTo>
                <a:lnTo>
                  <a:pt x="354935" y="1388723"/>
                </a:lnTo>
                <a:cubicBezTo>
                  <a:pt x="332298" y="1372634"/>
                  <a:pt x="310602" y="1355303"/>
                  <a:pt x="289947" y="1336834"/>
                </a:cubicBezTo>
                <a:lnTo>
                  <a:pt x="275764" y="1352694"/>
                </a:lnTo>
                <a:moveTo>
                  <a:pt x="414997" y="1451642"/>
                </a:moveTo>
                <a:lnTo>
                  <a:pt x="404688" y="1470253"/>
                </a:lnTo>
                <a:cubicBezTo>
                  <a:pt x="430247" y="1484409"/>
                  <a:pt x="456681" y="1497177"/>
                  <a:pt x="483889" y="1508460"/>
                </a:cubicBezTo>
                <a:lnTo>
                  <a:pt x="492039" y="1488807"/>
                </a:lnTo>
                <a:lnTo>
                  <a:pt x="500189" y="1469152"/>
                </a:lnTo>
                <a:cubicBezTo>
                  <a:pt x="474467" y="1458485"/>
                  <a:pt x="449474" y="1446413"/>
                  <a:pt x="425305" y="1433029"/>
                </a:cubicBezTo>
                <a:lnTo>
                  <a:pt x="414997" y="1451642"/>
                </a:lnTo>
                <a:moveTo>
                  <a:pt x="572764" y="1517051"/>
                </a:moveTo>
                <a:lnTo>
                  <a:pt x="566882" y="1537499"/>
                </a:lnTo>
                <a:cubicBezTo>
                  <a:pt x="594858" y="1545545"/>
                  <a:pt x="623473" y="1552076"/>
                  <a:pt x="652633" y="1556993"/>
                </a:cubicBezTo>
                <a:lnTo>
                  <a:pt x="656172" y="1536014"/>
                </a:lnTo>
                <a:lnTo>
                  <a:pt x="659712" y="1515033"/>
                </a:lnTo>
                <a:cubicBezTo>
                  <a:pt x="632141" y="1510382"/>
                  <a:pt x="605088" y="1504207"/>
                  <a:pt x="578645" y="1496604"/>
                </a:cubicBezTo>
                <a:lnTo>
                  <a:pt x="572764" y="1517051"/>
                </a:lnTo>
                <a:moveTo>
                  <a:pt x="741204" y="1545494"/>
                </a:moveTo>
                <a:lnTo>
                  <a:pt x="740030" y="1566740"/>
                </a:lnTo>
                <a:cubicBezTo>
                  <a:pt x="754583" y="1567543"/>
                  <a:pt x="769241" y="1567952"/>
                  <a:pt x="783992" y="1567952"/>
                </a:cubicBezTo>
                <a:lnTo>
                  <a:pt x="783992" y="1546675"/>
                </a:lnTo>
                <a:lnTo>
                  <a:pt x="783992" y="1525399"/>
                </a:lnTo>
                <a:cubicBezTo>
                  <a:pt x="770024" y="1525399"/>
                  <a:pt x="756151" y="1525012"/>
                  <a:pt x="742378" y="1524252"/>
                </a:cubicBezTo>
                <a:lnTo>
                  <a:pt x="741204" y="1545494"/>
                </a:lnTo>
                <a:moveTo>
                  <a:pt x="783992" y="1546675"/>
                </a:moveTo>
                <a:lnTo>
                  <a:pt x="783992" y="1567952"/>
                </a:lnTo>
                <a:cubicBezTo>
                  <a:pt x="798744" y="1567952"/>
                  <a:pt x="813401" y="1567543"/>
                  <a:pt x="827955" y="1566737"/>
                </a:cubicBezTo>
                <a:lnTo>
                  <a:pt x="826781" y="1545494"/>
                </a:lnTo>
                <a:lnTo>
                  <a:pt x="825606" y="1524249"/>
                </a:lnTo>
                <a:cubicBezTo>
                  <a:pt x="811833" y="1525010"/>
                  <a:pt x="797958" y="1525399"/>
                  <a:pt x="783992" y="1525399"/>
                </a:cubicBezTo>
                <a:lnTo>
                  <a:pt x="783992" y="1546675"/>
                </a:lnTo>
                <a:moveTo>
                  <a:pt x="911812" y="1536009"/>
                </a:moveTo>
                <a:lnTo>
                  <a:pt x="915352" y="1556987"/>
                </a:lnTo>
                <a:cubicBezTo>
                  <a:pt x="944512" y="1552067"/>
                  <a:pt x="973127" y="1545537"/>
                  <a:pt x="1001101" y="1537491"/>
                </a:cubicBezTo>
                <a:lnTo>
                  <a:pt x="995220" y="1517043"/>
                </a:lnTo>
                <a:lnTo>
                  <a:pt x="989337" y="1496595"/>
                </a:lnTo>
                <a:cubicBezTo>
                  <a:pt x="962894" y="1504201"/>
                  <a:pt x="935843" y="1510376"/>
                  <a:pt x="908271" y="1515027"/>
                </a:cubicBezTo>
                <a:lnTo>
                  <a:pt x="911812" y="1536009"/>
                </a:lnTo>
                <a:moveTo>
                  <a:pt x="1075943" y="1488796"/>
                </a:moveTo>
                <a:lnTo>
                  <a:pt x="1084093" y="1508449"/>
                </a:lnTo>
                <a:cubicBezTo>
                  <a:pt x="1111301" y="1497166"/>
                  <a:pt x="1137735" y="1484395"/>
                  <a:pt x="1163292" y="1470239"/>
                </a:cubicBezTo>
                <a:lnTo>
                  <a:pt x="1152983" y="1451625"/>
                </a:lnTo>
                <a:lnTo>
                  <a:pt x="1142674" y="1433014"/>
                </a:lnTo>
                <a:cubicBezTo>
                  <a:pt x="1118507" y="1446398"/>
                  <a:pt x="1093514" y="1458473"/>
                  <a:pt x="1067792" y="1469140"/>
                </a:cubicBezTo>
                <a:lnTo>
                  <a:pt x="1075943" y="1488796"/>
                </a:lnTo>
                <a:moveTo>
                  <a:pt x="1225371" y="1406048"/>
                </a:moveTo>
                <a:lnTo>
                  <a:pt x="1237699" y="1423390"/>
                </a:lnTo>
                <a:cubicBezTo>
                  <a:pt x="1261629" y="1406380"/>
                  <a:pt x="1284564" y="1388059"/>
                  <a:pt x="1306395" y="1368534"/>
                </a:cubicBezTo>
                <a:lnTo>
                  <a:pt x="1292212" y="1352674"/>
                </a:lnTo>
                <a:lnTo>
                  <a:pt x="1278028" y="1336814"/>
                </a:lnTo>
                <a:cubicBezTo>
                  <a:pt x="1257374" y="1355286"/>
                  <a:pt x="1235680" y="1372617"/>
                  <a:pt x="1213043" y="1388706"/>
                </a:cubicBezTo>
                <a:lnTo>
                  <a:pt x="1225371" y="1406048"/>
                </a:lnTo>
                <a:moveTo>
                  <a:pt x="1352695" y="1292188"/>
                </a:moveTo>
                <a:lnTo>
                  <a:pt x="1368556" y="1306370"/>
                </a:lnTo>
                <a:cubicBezTo>
                  <a:pt x="1388080" y="1284537"/>
                  <a:pt x="1406399" y="1261605"/>
                  <a:pt x="1423409" y="1237673"/>
                </a:cubicBezTo>
                <a:lnTo>
                  <a:pt x="1406066" y="1225345"/>
                </a:lnTo>
                <a:lnTo>
                  <a:pt x="1388725" y="1213018"/>
                </a:lnTo>
                <a:cubicBezTo>
                  <a:pt x="1372635" y="1235654"/>
                  <a:pt x="1355305" y="1257351"/>
                  <a:pt x="1336836" y="1278004"/>
                </a:cubicBezTo>
                <a:lnTo>
                  <a:pt x="1352695" y="1292188"/>
                </a:lnTo>
                <a:moveTo>
                  <a:pt x="1451642" y="1152955"/>
                </a:moveTo>
                <a:lnTo>
                  <a:pt x="1470255" y="1163264"/>
                </a:lnTo>
                <a:cubicBezTo>
                  <a:pt x="1484409" y="1137705"/>
                  <a:pt x="1497180" y="1111273"/>
                  <a:pt x="1508461" y="1084062"/>
                </a:cubicBezTo>
                <a:lnTo>
                  <a:pt x="1488807" y="1075914"/>
                </a:lnTo>
                <a:lnTo>
                  <a:pt x="1469153" y="1067762"/>
                </a:lnTo>
                <a:cubicBezTo>
                  <a:pt x="1458488" y="1093485"/>
                  <a:pt x="1446414" y="1118479"/>
                  <a:pt x="1433029" y="1142649"/>
                </a:cubicBezTo>
                <a:lnTo>
                  <a:pt x="1451642" y="1152955"/>
                </a:lnTo>
                <a:moveTo>
                  <a:pt x="1517051" y="995190"/>
                </a:moveTo>
                <a:lnTo>
                  <a:pt x="1537499" y="1001070"/>
                </a:lnTo>
                <a:cubicBezTo>
                  <a:pt x="1545545" y="973095"/>
                  <a:pt x="1552076" y="944479"/>
                  <a:pt x="1556994" y="915321"/>
                </a:cubicBezTo>
                <a:lnTo>
                  <a:pt x="1536014" y="911780"/>
                </a:lnTo>
                <a:lnTo>
                  <a:pt x="1515034" y="908240"/>
                </a:lnTo>
                <a:cubicBezTo>
                  <a:pt x="1510382" y="935811"/>
                  <a:pt x="1504210" y="962863"/>
                  <a:pt x="1496604" y="989307"/>
                </a:cubicBezTo>
                <a:lnTo>
                  <a:pt x="1517051" y="995190"/>
                </a:lnTo>
                <a:moveTo>
                  <a:pt x="1545496" y="826750"/>
                </a:moveTo>
                <a:lnTo>
                  <a:pt x="1566741" y="827922"/>
                </a:lnTo>
                <a:cubicBezTo>
                  <a:pt x="1567545" y="813369"/>
                  <a:pt x="1567952" y="798710"/>
                  <a:pt x="1567952" y="783960"/>
                </a:cubicBezTo>
                <a:lnTo>
                  <a:pt x="1546675" y="783960"/>
                </a:lnTo>
                <a:lnTo>
                  <a:pt x="1525399" y="783960"/>
                </a:lnTo>
                <a:cubicBezTo>
                  <a:pt x="1525399" y="797926"/>
                  <a:pt x="1525012" y="811802"/>
                  <a:pt x="1524252" y="825574"/>
                </a:cubicBezTo>
                <a:lnTo>
                  <a:pt x="1545496" y="826750"/>
                </a:lnTo>
                <a:moveTo>
                  <a:pt x="1546675" y="783960"/>
                </a:moveTo>
                <a:lnTo>
                  <a:pt x="1567952" y="783960"/>
                </a:lnTo>
                <a:cubicBezTo>
                  <a:pt x="1567952" y="769208"/>
                  <a:pt x="1567545" y="754552"/>
                  <a:pt x="1566738" y="739996"/>
                </a:cubicBezTo>
                <a:lnTo>
                  <a:pt x="1545494" y="741171"/>
                </a:lnTo>
                <a:lnTo>
                  <a:pt x="1524250" y="742347"/>
                </a:lnTo>
                <a:cubicBezTo>
                  <a:pt x="1525012" y="756119"/>
                  <a:pt x="1525399" y="769995"/>
                  <a:pt x="1525399" y="783960"/>
                </a:cubicBezTo>
                <a:lnTo>
                  <a:pt x="1546675" y="783960"/>
                </a:lnTo>
                <a:moveTo>
                  <a:pt x="1536009" y="656141"/>
                </a:moveTo>
                <a:lnTo>
                  <a:pt x="1556990" y="652600"/>
                </a:lnTo>
                <a:cubicBezTo>
                  <a:pt x="1552068" y="623442"/>
                  <a:pt x="1545538" y="594826"/>
                  <a:pt x="1537491" y="566851"/>
                </a:cubicBezTo>
                <a:lnTo>
                  <a:pt x="1517043" y="572734"/>
                </a:lnTo>
                <a:lnTo>
                  <a:pt x="1496595" y="578614"/>
                </a:lnTo>
                <a:cubicBezTo>
                  <a:pt x="1504201" y="605058"/>
                  <a:pt x="1510376" y="632110"/>
                  <a:pt x="1515028" y="659681"/>
                </a:cubicBezTo>
                <a:lnTo>
                  <a:pt x="1536009" y="656141"/>
                </a:lnTo>
                <a:moveTo>
                  <a:pt x="1488796" y="492010"/>
                </a:moveTo>
                <a:lnTo>
                  <a:pt x="1508450" y="483859"/>
                </a:lnTo>
                <a:cubicBezTo>
                  <a:pt x="1497166" y="456651"/>
                  <a:pt x="1484395" y="430218"/>
                  <a:pt x="1470240" y="404660"/>
                </a:cubicBezTo>
                <a:lnTo>
                  <a:pt x="1451627" y="414969"/>
                </a:lnTo>
                <a:lnTo>
                  <a:pt x="1433014" y="425278"/>
                </a:lnTo>
                <a:cubicBezTo>
                  <a:pt x="1446401" y="449445"/>
                  <a:pt x="1458475" y="474439"/>
                  <a:pt x="1469142" y="500162"/>
                </a:cubicBezTo>
                <a:lnTo>
                  <a:pt x="1488796" y="492010"/>
                </a:lnTo>
                <a:moveTo>
                  <a:pt x="1406049" y="342581"/>
                </a:moveTo>
                <a:lnTo>
                  <a:pt x="1423391" y="330254"/>
                </a:lnTo>
                <a:cubicBezTo>
                  <a:pt x="1406380" y="306322"/>
                  <a:pt x="1388060" y="283390"/>
                  <a:pt x="1368535" y="261557"/>
                </a:cubicBezTo>
                <a:lnTo>
                  <a:pt x="1352676" y="275741"/>
                </a:lnTo>
                <a:lnTo>
                  <a:pt x="1336816" y="289923"/>
                </a:lnTo>
                <a:cubicBezTo>
                  <a:pt x="1355286" y="310578"/>
                  <a:pt x="1372617" y="332272"/>
                  <a:pt x="1388706" y="354909"/>
                </a:cubicBezTo>
                <a:lnTo>
                  <a:pt x="1406049" y="342581"/>
                </a:lnTo>
                <a:moveTo>
                  <a:pt x="1292188" y="215258"/>
                </a:moveTo>
                <a:lnTo>
                  <a:pt x="1306371" y="199396"/>
                </a:lnTo>
                <a:cubicBezTo>
                  <a:pt x="1284538" y="179874"/>
                  <a:pt x="1261605" y="161552"/>
                  <a:pt x="1237673" y="144543"/>
                </a:cubicBezTo>
                <a:lnTo>
                  <a:pt x="1225345" y="161887"/>
                </a:lnTo>
                <a:lnTo>
                  <a:pt x="1213019" y="179229"/>
                </a:lnTo>
                <a:cubicBezTo>
                  <a:pt x="1235656" y="195319"/>
                  <a:pt x="1257351" y="212646"/>
                  <a:pt x="1278006" y="231118"/>
                </a:cubicBezTo>
                <a:lnTo>
                  <a:pt x="1292188" y="215258"/>
                </a:lnTo>
                <a:moveTo>
                  <a:pt x="1152956" y="116310"/>
                </a:moveTo>
                <a:lnTo>
                  <a:pt x="1163265" y="97696"/>
                </a:lnTo>
                <a:cubicBezTo>
                  <a:pt x="1137707" y="83543"/>
                  <a:pt x="1111273" y="70772"/>
                  <a:pt x="1084065" y="59492"/>
                </a:cubicBezTo>
                <a:lnTo>
                  <a:pt x="1075915" y="79145"/>
                </a:lnTo>
                <a:lnTo>
                  <a:pt x="1067765" y="98801"/>
                </a:lnTo>
                <a:cubicBezTo>
                  <a:pt x="1093487" y="109465"/>
                  <a:pt x="1118480" y="121540"/>
                  <a:pt x="1142649" y="134924"/>
                </a:cubicBezTo>
                <a:lnTo>
                  <a:pt x="1152956" y="116310"/>
                </a:lnTo>
                <a:moveTo>
                  <a:pt x="995190" y="50901"/>
                </a:moveTo>
                <a:lnTo>
                  <a:pt x="1001071" y="30453"/>
                </a:lnTo>
                <a:cubicBezTo>
                  <a:pt x="973095" y="22407"/>
                  <a:pt x="944481" y="15877"/>
                  <a:pt x="915321" y="10956"/>
                </a:cubicBezTo>
                <a:lnTo>
                  <a:pt x="911782" y="31938"/>
                </a:lnTo>
                <a:lnTo>
                  <a:pt x="908241" y="52920"/>
                </a:lnTo>
                <a:cubicBezTo>
                  <a:pt x="935813" y="57570"/>
                  <a:pt x="962864" y="63742"/>
                  <a:pt x="989309" y="71349"/>
                </a:cubicBezTo>
                <a:lnTo>
                  <a:pt x="995190" y="50901"/>
                </a:lnTo>
                <a:moveTo>
                  <a:pt x="826750" y="22455"/>
                </a:moveTo>
                <a:lnTo>
                  <a:pt x="827924" y="1212"/>
                </a:lnTo>
                <a:cubicBezTo>
                  <a:pt x="813370" y="406"/>
                  <a:pt x="798711" y="0"/>
                  <a:pt x="783960" y="0"/>
                </a:cubicBezTo>
                <a:lnTo>
                  <a:pt x="783962" y="21277"/>
                </a:lnTo>
                <a:lnTo>
                  <a:pt x="783962" y="42554"/>
                </a:lnTo>
                <a:cubicBezTo>
                  <a:pt x="797929" y="42554"/>
                  <a:pt x="811803" y="42940"/>
                  <a:pt x="825576" y="43701"/>
                </a:cubicBezTo>
                <a:lnTo>
                  <a:pt x="826750" y="2245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path-72">
            <a:extLst xmlns:a="http://schemas.openxmlformats.org/drawingml/2006/main">
              <a:ext uri="{FF2B5EF4-FFF2-40B4-BE49-F238E27FC236}">
                <a16:creationId xmlns:a16="http://schemas.microsoft.com/office/drawing/2014/main" id="{9C21B450-36B4-4ED8-BB02-11D483D50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1620" y="1945653"/>
            <a:ext cx="2072261" cy="2072263"/>
          </a:xfrm>
          <a:custGeom xmlns:a="http://schemas.openxmlformats.org/drawingml/2006/main">
            <a:pathLst>
              <a:path w="1525414" h="1525416">
                <a:moveTo>
                  <a:pt x="762692" y="9"/>
                </a:moveTo>
                <a:cubicBezTo>
                  <a:pt x="1183919" y="0"/>
                  <a:pt x="1525397" y="341466"/>
                  <a:pt x="1525406" y="762692"/>
                </a:cubicBezTo>
                <a:cubicBezTo>
                  <a:pt x="1525414" y="1183919"/>
                  <a:pt x="1183949" y="1525399"/>
                  <a:pt x="762722" y="1525407"/>
                </a:cubicBezTo>
                <a:cubicBezTo>
                  <a:pt x="341495" y="1525416"/>
                  <a:pt x="17" y="1183950"/>
                  <a:pt x="9" y="762723"/>
                </a:cubicBezTo>
                <a:cubicBezTo>
                  <a:pt x="0" y="341497"/>
                  <a:pt x="341464" y="17"/>
                  <a:pt x="762692" y="9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" name="path-73">
            <a:extLst xmlns:a="http://schemas.openxmlformats.org/drawingml/2006/main">
              <a:ext uri="{FF2B5EF4-FFF2-40B4-BE49-F238E27FC236}">
                <a16:creationId xmlns:a16="http://schemas.microsoft.com/office/drawing/2014/main" id="{1F1AC2ED-FEF0-4173-A168-6794484D3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1131" y="1916394"/>
            <a:ext cx="2130047" cy="2130048"/>
          </a:xfrm>
          <a:custGeom xmlns:a="http://schemas.openxmlformats.org/drawingml/2006/main">
            <a:pathLst>
              <a:path w="1567952" h="1567952">
                <a:moveTo>
                  <a:pt x="783964" y="21277"/>
                </a:moveTo>
                <a:lnTo>
                  <a:pt x="783963" y="10638"/>
                </a:lnTo>
                <a:cubicBezTo>
                  <a:pt x="769408" y="10638"/>
                  <a:pt x="754946" y="11042"/>
                  <a:pt x="740587" y="11837"/>
                </a:cubicBezTo>
                <a:lnTo>
                  <a:pt x="741175" y="22458"/>
                </a:lnTo>
                <a:lnTo>
                  <a:pt x="741762" y="33079"/>
                </a:lnTo>
                <a:cubicBezTo>
                  <a:pt x="755730" y="32307"/>
                  <a:pt x="769801" y="31915"/>
                  <a:pt x="783964" y="31915"/>
                </a:cubicBezTo>
                <a:lnTo>
                  <a:pt x="783964" y="21277"/>
                </a:lnTo>
                <a:moveTo>
                  <a:pt x="656144" y="31944"/>
                </a:moveTo>
                <a:lnTo>
                  <a:pt x="654374" y="21453"/>
                </a:lnTo>
                <a:cubicBezTo>
                  <a:pt x="625612" y="26305"/>
                  <a:pt x="597387" y="32747"/>
                  <a:pt x="569795" y="40685"/>
                </a:cubicBezTo>
                <a:lnTo>
                  <a:pt x="572736" y="50909"/>
                </a:lnTo>
                <a:lnTo>
                  <a:pt x="575677" y="61133"/>
                </a:lnTo>
                <a:cubicBezTo>
                  <a:pt x="602503" y="53416"/>
                  <a:pt x="629946" y="47153"/>
                  <a:pt x="657914" y="42432"/>
                </a:cubicBezTo>
                <a:lnTo>
                  <a:pt x="656144" y="31944"/>
                </a:lnTo>
                <a:moveTo>
                  <a:pt x="492012" y="79156"/>
                </a:moveTo>
                <a:lnTo>
                  <a:pt x="487937" y="69327"/>
                </a:lnTo>
                <a:cubicBezTo>
                  <a:pt x="461101" y="80457"/>
                  <a:pt x="435027" y="93054"/>
                  <a:pt x="409817" y="107017"/>
                </a:cubicBezTo>
                <a:lnTo>
                  <a:pt x="414971" y="116324"/>
                </a:lnTo>
                <a:lnTo>
                  <a:pt x="420126" y="125631"/>
                </a:lnTo>
                <a:cubicBezTo>
                  <a:pt x="444641" y="112051"/>
                  <a:pt x="469995" y="99803"/>
                  <a:pt x="496088" y="88983"/>
                </a:cubicBezTo>
                <a:lnTo>
                  <a:pt x="492012" y="79156"/>
                </a:lnTo>
                <a:moveTo>
                  <a:pt x="342583" y="161901"/>
                </a:moveTo>
                <a:lnTo>
                  <a:pt x="336420" y="153231"/>
                </a:lnTo>
                <a:cubicBezTo>
                  <a:pt x="312813" y="170010"/>
                  <a:pt x="290189" y="188084"/>
                  <a:pt x="268651" y="207345"/>
                </a:cubicBezTo>
                <a:lnTo>
                  <a:pt x="275743" y="215275"/>
                </a:lnTo>
                <a:lnTo>
                  <a:pt x="282834" y="223205"/>
                </a:lnTo>
                <a:cubicBezTo>
                  <a:pt x="303783" y="204472"/>
                  <a:pt x="325788" y="186892"/>
                  <a:pt x="348747" y="170572"/>
                </a:cubicBezTo>
                <a:lnTo>
                  <a:pt x="342583" y="161901"/>
                </a:lnTo>
                <a:moveTo>
                  <a:pt x="215259" y="275761"/>
                </a:moveTo>
                <a:lnTo>
                  <a:pt x="207328" y="268669"/>
                </a:lnTo>
                <a:cubicBezTo>
                  <a:pt x="188068" y="290207"/>
                  <a:pt x="169997" y="312832"/>
                  <a:pt x="153216" y="336440"/>
                </a:cubicBezTo>
                <a:lnTo>
                  <a:pt x="161888" y="342604"/>
                </a:lnTo>
                <a:lnTo>
                  <a:pt x="170559" y="348768"/>
                </a:lnTo>
                <a:cubicBezTo>
                  <a:pt x="186878" y="325807"/>
                  <a:pt x="204456" y="303801"/>
                  <a:pt x="223189" y="282853"/>
                </a:cubicBezTo>
                <a:lnTo>
                  <a:pt x="215259" y="275761"/>
                </a:lnTo>
                <a:moveTo>
                  <a:pt x="116312" y="414992"/>
                </a:moveTo>
                <a:lnTo>
                  <a:pt x="107005" y="409839"/>
                </a:lnTo>
                <a:cubicBezTo>
                  <a:pt x="93043" y="435051"/>
                  <a:pt x="80448" y="461123"/>
                  <a:pt x="69319" y="487959"/>
                </a:cubicBezTo>
                <a:lnTo>
                  <a:pt x="79146" y="492036"/>
                </a:lnTo>
                <a:lnTo>
                  <a:pt x="88974" y="496110"/>
                </a:lnTo>
                <a:cubicBezTo>
                  <a:pt x="99794" y="470015"/>
                  <a:pt x="112040" y="444664"/>
                  <a:pt x="125618" y="420148"/>
                </a:cubicBezTo>
                <a:lnTo>
                  <a:pt x="116312" y="414992"/>
                </a:lnTo>
                <a:moveTo>
                  <a:pt x="50902" y="572759"/>
                </a:moveTo>
                <a:lnTo>
                  <a:pt x="40678" y="569818"/>
                </a:lnTo>
                <a:cubicBezTo>
                  <a:pt x="32741" y="597412"/>
                  <a:pt x="26301" y="625636"/>
                  <a:pt x="21449" y="654397"/>
                </a:cubicBezTo>
                <a:lnTo>
                  <a:pt x="31939" y="656169"/>
                </a:lnTo>
                <a:lnTo>
                  <a:pt x="42429" y="657938"/>
                </a:lnTo>
                <a:cubicBezTo>
                  <a:pt x="47147" y="629969"/>
                  <a:pt x="53410" y="602525"/>
                  <a:pt x="61125" y="575701"/>
                </a:cubicBezTo>
                <a:lnTo>
                  <a:pt x="50902" y="572759"/>
                </a:lnTo>
                <a:moveTo>
                  <a:pt x="22456" y="741200"/>
                </a:moveTo>
                <a:lnTo>
                  <a:pt x="11834" y="740612"/>
                </a:lnTo>
                <a:cubicBezTo>
                  <a:pt x="11040" y="754970"/>
                  <a:pt x="10638" y="769432"/>
                  <a:pt x="10638" y="783989"/>
                </a:cubicBezTo>
                <a:lnTo>
                  <a:pt x="21277" y="783989"/>
                </a:lnTo>
                <a:lnTo>
                  <a:pt x="31915" y="783989"/>
                </a:lnTo>
                <a:cubicBezTo>
                  <a:pt x="31915" y="769824"/>
                  <a:pt x="32306" y="755753"/>
                  <a:pt x="33079" y="741787"/>
                </a:cubicBezTo>
                <a:lnTo>
                  <a:pt x="22456" y="741200"/>
                </a:lnTo>
                <a:moveTo>
                  <a:pt x="21277" y="783989"/>
                </a:moveTo>
                <a:lnTo>
                  <a:pt x="10638" y="783989"/>
                </a:lnTo>
                <a:cubicBezTo>
                  <a:pt x="10639" y="798543"/>
                  <a:pt x="11041" y="813005"/>
                  <a:pt x="11835" y="827363"/>
                </a:cubicBezTo>
                <a:lnTo>
                  <a:pt x="22457" y="826775"/>
                </a:lnTo>
                <a:lnTo>
                  <a:pt x="33080" y="826188"/>
                </a:lnTo>
                <a:cubicBezTo>
                  <a:pt x="32307" y="812222"/>
                  <a:pt x="31916" y="798151"/>
                  <a:pt x="31915" y="783989"/>
                </a:cubicBezTo>
                <a:lnTo>
                  <a:pt x="21277" y="783989"/>
                </a:lnTo>
                <a:moveTo>
                  <a:pt x="31943" y="911806"/>
                </a:moveTo>
                <a:lnTo>
                  <a:pt x="21452" y="913578"/>
                </a:lnTo>
                <a:cubicBezTo>
                  <a:pt x="26306" y="942339"/>
                  <a:pt x="32748" y="970563"/>
                  <a:pt x="40684" y="998157"/>
                </a:cubicBezTo>
                <a:lnTo>
                  <a:pt x="50908" y="995215"/>
                </a:lnTo>
                <a:lnTo>
                  <a:pt x="61133" y="992274"/>
                </a:lnTo>
                <a:cubicBezTo>
                  <a:pt x="53416" y="965447"/>
                  <a:pt x="47152" y="938006"/>
                  <a:pt x="42433" y="910037"/>
                </a:cubicBezTo>
                <a:lnTo>
                  <a:pt x="31943" y="911806"/>
                </a:lnTo>
                <a:moveTo>
                  <a:pt x="79156" y="1075939"/>
                </a:moveTo>
                <a:lnTo>
                  <a:pt x="69329" y="1080013"/>
                </a:lnTo>
                <a:cubicBezTo>
                  <a:pt x="80457" y="1106849"/>
                  <a:pt x="93054" y="1132924"/>
                  <a:pt x="107017" y="1158133"/>
                </a:cubicBezTo>
                <a:lnTo>
                  <a:pt x="116323" y="1152980"/>
                </a:lnTo>
                <a:lnTo>
                  <a:pt x="125630" y="1147824"/>
                </a:lnTo>
                <a:cubicBezTo>
                  <a:pt x="112052" y="1123311"/>
                  <a:pt x="99804" y="1097957"/>
                  <a:pt x="88983" y="1071862"/>
                </a:cubicBezTo>
                <a:lnTo>
                  <a:pt x="79156" y="1075939"/>
                </a:lnTo>
                <a:moveTo>
                  <a:pt x="161902" y="1225368"/>
                </a:moveTo>
                <a:lnTo>
                  <a:pt x="153231" y="1231532"/>
                </a:lnTo>
                <a:cubicBezTo>
                  <a:pt x="170012" y="1255137"/>
                  <a:pt x="188084" y="1277762"/>
                  <a:pt x="207345" y="1299300"/>
                </a:cubicBezTo>
                <a:lnTo>
                  <a:pt x="215275" y="1292208"/>
                </a:lnTo>
                <a:lnTo>
                  <a:pt x="223205" y="1285116"/>
                </a:lnTo>
                <a:cubicBezTo>
                  <a:pt x="204471" y="1264168"/>
                  <a:pt x="186893" y="1242162"/>
                  <a:pt x="170573" y="1219204"/>
                </a:cubicBezTo>
                <a:lnTo>
                  <a:pt x="161902" y="1225368"/>
                </a:lnTo>
                <a:moveTo>
                  <a:pt x="275762" y="1352691"/>
                </a:moveTo>
                <a:lnTo>
                  <a:pt x="268670" y="1360621"/>
                </a:lnTo>
                <a:cubicBezTo>
                  <a:pt x="290208" y="1379882"/>
                  <a:pt x="312833" y="1397953"/>
                  <a:pt x="336441" y="1414736"/>
                </a:cubicBezTo>
                <a:lnTo>
                  <a:pt x="342603" y="1406062"/>
                </a:lnTo>
                <a:lnTo>
                  <a:pt x="348767" y="1397391"/>
                </a:lnTo>
                <a:cubicBezTo>
                  <a:pt x="325807" y="1381072"/>
                  <a:pt x="303802" y="1363494"/>
                  <a:pt x="282853" y="1344761"/>
                </a:cubicBezTo>
                <a:lnTo>
                  <a:pt x="275762" y="1352691"/>
                </a:lnTo>
                <a:moveTo>
                  <a:pt x="414993" y="1451639"/>
                </a:moveTo>
                <a:lnTo>
                  <a:pt x="409839" y="1460946"/>
                </a:lnTo>
                <a:cubicBezTo>
                  <a:pt x="435050" y="1474909"/>
                  <a:pt x="461124" y="1487504"/>
                  <a:pt x="487959" y="1498631"/>
                </a:cubicBezTo>
                <a:lnTo>
                  <a:pt x="492035" y="1488804"/>
                </a:lnTo>
                <a:lnTo>
                  <a:pt x="496111" y="1478978"/>
                </a:lnTo>
                <a:cubicBezTo>
                  <a:pt x="470016" y="1468158"/>
                  <a:pt x="444663" y="1455910"/>
                  <a:pt x="420147" y="1442333"/>
                </a:cubicBezTo>
                <a:lnTo>
                  <a:pt x="414993" y="1451639"/>
                </a:lnTo>
                <a:moveTo>
                  <a:pt x="572760" y="1517049"/>
                </a:moveTo>
                <a:lnTo>
                  <a:pt x="569819" y="1527272"/>
                </a:lnTo>
                <a:cubicBezTo>
                  <a:pt x="597411" y="1535208"/>
                  <a:pt x="625636" y="1541650"/>
                  <a:pt x="654398" y="1546502"/>
                </a:cubicBezTo>
                <a:lnTo>
                  <a:pt x="656168" y="1536011"/>
                </a:lnTo>
                <a:lnTo>
                  <a:pt x="657938" y="1525523"/>
                </a:lnTo>
                <a:cubicBezTo>
                  <a:pt x="629970" y="1520805"/>
                  <a:pt x="602526" y="1514542"/>
                  <a:pt x="575700" y="1506825"/>
                </a:cubicBezTo>
                <a:lnTo>
                  <a:pt x="572760" y="1517049"/>
                </a:lnTo>
                <a:moveTo>
                  <a:pt x="741199" y="1545494"/>
                </a:moveTo>
                <a:lnTo>
                  <a:pt x="740613" y="1556116"/>
                </a:lnTo>
                <a:cubicBezTo>
                  <a:pt x="754970" y="1556911"/>
                  <a:pt x="769433" y="1557314"/>
                  <a:pt x="783988" y="1557314"/>
                </a:cubicBezTo>
                <a:lnTo>
                  <a:pt x="783988" y="1546675"/>
                </a:lnTo>
                <a:lnTo>
                  <a:pt x="783988" y="1536037"/>
                </a:lnTo>
                <a:cubicBezTo>
                  <a:pt x="769825" y="1536037"/>
                  <a:pt x="755754" y="1535645"/>
                  <a:pt x="741787" y="1534873"/>
                </a:cubicBezTo>
                <a:lnTo>
                  <a:pt x="741199" y="1545494"/>
                </a:lnTo>
                <a:moveTo>
                  <a:pt x="783988" y="1546675"/>
                </a:moveTo>
                <a:lnTo>
                  <a:pt x="783988" y="1557314"/>
                </a:lnTo>
                <a:cubicBezTo>
                  <a:pt x="798543" y="1557311"/>
                  <a:pt x="813005" y="1556911"/>
                  <a:pt x="827364" y="1556116"/>
                </a:cubicBezTo>
                <a:lnTo>
                  <a:pt x="826776" y="1545494"/>
                </a:lnTo>
                <a:lnTo>
                  <a:pt x="826188" y="1534870"/>
                </a:lnTo>
                <a:cubicBezTo>
                  <a:pt x="812221" y="1535645"/>
                  <a:pt x="798150" y="1536034"/>
                  <a:pt x="783988" y="1536037"/>
                </a:cubicBezTo>
                <a:lnTo>
                  <a:pt x="783988" y="1546675"/>
                </a:lnTo>
                <a:moveTo>
                  <a:pt x="911807" y="1536009"/>
                </a:moveTo>
                <a:lnTo>
                  <a:pt x="913577" y="1546499"/>
                </a:lnTo>
                <a:cubicBezTo>
                  <a:pt x="942339" y="1541644"/>
                  <a:pt x="970564" y="1535202"/>
                  <a:pt x="998156" y="1527267"/>
                </a:cubicBezTo>
                <a:lnTo>
                  <a:pt x="995215" y="1517043"/>
                </a:lnTo>
                <a:lnTo>
                  <a:pt x="992275" y="1506819"/>
                </a:lnTo>
                <a:cubicBezTo>
                  <a:pt x="965447" y="1514536"/>
                  <a:pt x="938005" y="1520799"/>
                  <a:pt x="910036" y="1525518"/>
                </a:cubicBezTo>
                <a:lnTo>
                  <a:pt x="911807" y="1536009"/>
                </a:lnTo>
                <a:moveTo>
                  <a:pt x="1075938" y="1488796"/>
                </a:moveTo>
                <a:lnTo>
                  <a:pt x="1080014" y="1498622"/>
                </a:lnTo>
                <a:cubicBezTo>
                  <a:pt x="1106850" y="1487493"/>
                  <a:pt x="1132924" y="1474898"/>
                  <a:pt x="1158134" y="1460935"/>
                </a:cubicBezTo>
                <a:lnTo>
                  <a:pt x="1152980" y="1451628"/>
                </a:lnTo>
                <a:lnTo>
                  <a:pt x="1147825" y="1442321"/>
                </a:lnTo>
                <a:cubicBezTo>
                  <a:pt x="1123310" y="1455898"/>
                  <a:pt x="1097956" y="1468146"/>
                  <a:pt x="1071863" y="1478969"/>
                </a:cubicBezTo>
                <a:lnTo>
                  <a:pt x="1075938" y="1488796"/>
                </a:lnTo>
                <a:moveTo>
                  <a:pt x="1225367" y="1406048"/>
                </a:moveTo>
                <a:lnTo>
                  <a:pt x="1231531" y="1414719"/>
                </a:lnTo>
                <a:cubicBezTo>
                  <a:pt x="1255138" y="1397939"/>
                  <a:pt x="1277762" y="1379868"/>
                  <a:pt x="1299300" y="1360607"/>
                </a:cubicBezTo>
                <a:lnTo>
                  <a:pt x="1292209" y="1352677"/>
                </a:lnTo>
                <a:lnTo>
                  <a:pt x="1285117" y="1344747"/>
                </a:lnTo>
                <a:cubicBezTo>
                  <a:pt x="1264168" y="1363480"/>
                  <a:pt x="1242164" y="1381057"/>
                  <a:pt x="1219203" y="1397377"/>
                </a:cubicBezTo>
                <a:lnTo>
                  <a:pt x="1225367" y="1406048"/>
                </a:lnTo>
                <a:moveTo>
                  <a:pt x="1352692" y="1292191"/>
                </a:moveTo>
                <a:lnTo>
                  <a:pt x="1360623" y="1299280"/>
                </a:lnTo>
                <a:cubicBezTo>
                  <a:pt x="1379883" y="1277742"/>
                  <a:pt x="1397954" y="1255117"/>
                  <a:pt x="1414735" y="1231509"/>
                </a:cubicBezTo>
                <a:lnTo>
                  <a:pt x="1406063" y="1225348"/>
                </a:lnTo>
                <a:lnTo>
                  <a:pt x="1397392" y="1219184"/>
                </a:lnTo>
                <a:cubicBezTo>
                  <a:pt x="1381072" y="1242145"/>
                  <a:pt x="1363496" y="1264148"/>
                  <a:pt x="1344762" y="1285099"/>
                </a:cubicBezTo>
                <a:lnTo>
                  <a:pt x="1352692" y="1292191"/>
                </a:lnTo>
                <a:moveTo>
                  <a:pt x="1451639" y="1152958"/>
                </a:moveTo>
                <a:lnTo>
                  <a:pt x="1460946" y="1158111"/>
                </a:lnTo>
                <a:cubicBezTo>
                  <a:pt x="1474909" y="1132902"/>
                  <a:pt x="1487503" y="1106827"/>
                  <a:pt x="1498631" y="1079991"/>
                </a:cubicBezTo>
                <a:lnTo>
                  <a:pt x="1488805" y="1075916"/>
                </a:lnTo>
                <a:lnTo>
                  <a:pt x="1478977" y="1071842"/>
                </a:lnTo>
                <a:cubicBezTo>
                  <a:pt x="1468157" y="1097934"/>
                  <a:pt x="1455910" y="1123288"/>
                  <a:pt x="1442333" y="1147804"/>
                </a:cubicBezTo>
                <a:lnTo>
                  <a:pt x="1451639" y="1152958"/>
                </a:lnTo>
                <a:moveTo>
                  <a:pt x="1517049" y="995193"/>
                </a:moveTo>
                <a:lnTo>
                  <a:pt x="1527273" y="998131"/>
                </a:lnTo>
                <a:cubicBezTo>
                  <a:pt x="1535210" y="970540"/>
                  <a:pt x="1541649" y="942316"/>
                  <a:pt x="1546503" y="913552"/>
                </a:cubicBezTo>
                <a:lnTo>
                  <a:pt x="1536012" y="911783"/>
                </a:lnTo>
                <a:lnTo>
                  <a:pt x="1525523" y="910014"/>
                </a:lnTo>
                <a:cubicBezTo>
                  <a:pt x="1520804" y="937980"/>
                  <a:pt x="1514541" y="965424"/>
                  <a:pt x="1506825" y="992251"/>
                </a:cubicBezTo>
                <a:lnTo>
                  <a:pt x="1517049" y="995193"/>
                </a:lnTo>
                <a:moveTo>
                  <a:pt x="1545495" y="826753"/>
                </a:moveTo>
                <a:lnTo>
                  <a:pt x="1556118" y="827338"/>
                </a:lnTo>
                <a:cubicBezTo>
                  <a:pt x="1556911" y="812980"/>
                  <a:pt x="1557313" y="798517"/>
                  <a:pt x="1557313" y="783963"/>
                </a:cubicBezTo>
                <a:lnTo>
                  <a:pt x="1546675" y="783963"/>
                </a:lnTo>
                <a:lnTo>
                  <a:pt x="1536036" y="783963"/>
                </a:lnTo>
                <a:cubicBezTo>
                  <a:pt x="1536036" y="798125"/>
                  <a:pt x="1535644" y="812196"/>
                  <a:pt x="1534872" y="826165"/>
                </a:cubicBezTo>
                <a:lnTo>
                  <a:pt x="1545495" y="826753"/>
                </a:lnTo>
                <a:moveTo>
                  <a:pt x="1546675" y="783963"/>
                </a:moveTo>
                <a:lnTo>
                  <a:pt x="1557313" y="783963"/>
                </a:lnTo>
                <a:cubicBezTo>
                  <a:pt x="1557313" y="769407"/>
                  <a:pt x="1556910" y="754947"/>
                  <a:pt x="1556116" y="740586"/>
                </a:cubicBezTo>
                <a:lnTo>
                  <a:pt x="1545494" y="741174"/>
                </a:lnTo>
                <a:lnTo>
                  <a:pt x="1534871" y="741762"/>
                </a:lnTo>
                <a:cubicBezTo>
                  <a:pt x="1535644" y="755731"/>
                  <a:pt x="1536035" y="769801"/>
                  <a:pt x="1536036" y="783963"/>
                </a:cubicBezTo>
                <a:lnTo>
                  <a:pt x="1546675" y="783963"/>
                </a:lnTo>
                <a:moveTo>
                  <a:pt x="1536008" y="656143"/>
                </a:moveTo>
                <a:lnTo>
                  <a:pt x="1546499" y="654375"/>
                </a:lnTo>
                <a:cubicBezTo>
                  <a:pt x="1541645" y="625611"/>
                  <a:pt x="1535203" y="597387"/>
                  <a:pt x="1527267" y="569795"/>
                </a:cubicBezTo>
                <a:lnTo>
                  <a:pt x="1517044" y="572737"/>
                </a:lnTo>
                <a:lnTo>
                  <a:pt x="1506818" y="575678"/>
                </a:lnTo>
                <a:cubicBezTo>
                  <a:pt x="1514535" y="602503"/>
                  <a:pt x="1520798" y="629946"/>
                  <a:pt x="1525519" y="657915"/>
                </a:cubicBezTo>
                <a:lnTo>
                  <a:pt x="1536008" y="656143"/>
                </a:lnTo>
                <a:moveTo>
                  <a:pt x="1488795" y="492013"/>
                </a:moveTo>
                <a:lnTo>
                  <a:pt x="1498623" y="487936"/>
                </a:lnTo>
                <a:cubicBezTo>
                  <a:pt x="1487493" y="461100"/>
                  <a:pt x="1474897" y="435028"/>
                  <a:pt x="1460934" y="409816"/>
                </a:cubicBezTo>
                <a:lnTo>
                  <a:pt x="1451627" y="414972"/>
                </a:lnTo>
                <a:lnTo>
                  <a:pt x="1442321" y="420125"/>
                </a:lnTo>
                <a:cubicBezTo>
                  <a:pt x="1455899" y="444641"/>
                  <a:pt x="1468147" y="469995"/>
                  <a:pt x="1478969" y="496087"/>
                </a:cubicBezTo>
                <a:lnTo>
                  <a:pt x="1488795" y="492013"/>
                </a:lnTo>
                <a:moveTo>
                  <a:pt x="1406049" y="342584"/>
                </a:moveTo>
                <a:lnTo>
                  <a:pt x="1414719" y="336420"/>
                </a:lnTo>
                <a:cubicBezTo>
                  <a:pt x="1397940" y="312813"/>
                  <a:pt x="1379867" y="290190"/>
                  <a:pt x="1360606" y="268652"/>
                </a:cubicBezTo>
                <a:lnTo>
                  <a:pt x="1352676" y="275744"/>
                </a:lnTo>
                <a:lnTo>
                  <a:pt x="1344746" y="282834"/>
                </a:lnTo>
                <a:cubicBezTo>
                  <a:pt x="1363481" y="303784"/>
                  <a:pt x="1381058" y="325788"/>
                  <a:pt x="1397378" y="348748"/>
                </a:cubicBezTo>
                <a:lnTo>
                  <a:pt x="1406049" y="342584"/>
                </a:lnTo>
                <a:moveTo>
                  <a:pt x="1292190" y="215258"/>
                </a:moveTo>
                <a:lnTo>
                  <a:pt x="1299281" y="207328"/>
                </a:lnTo>
                <a:cubicBezTo>
                  <a:pt x="1277743" y="188067"/>
                  <a:pt x="1255118" y="169996"/>
                  <a:pt x="1231510" y="153216"/>
                </a:cubicBezTo>
                <a:lnTo>
                  <a:pt x="1225347" y="161887"/>
                </a:lnTo>
                <a:lnTo>
                  <a:pt x="1219184" y="170558"/>
                </a:lnTo>
                <a:cubicBezTo>
                  <a:pt x="1242144" y="186878"/>
                  <a:pt x="1264149" y="204455"/>
                  <a:pt x="1285098" y="223188"/>
                </a:cubicBezTo>
                <a:lnTo>
                  <a:pt x="1292190" y="215258"/>
                </a:lnTo>
                <a:moveTo>
                  <a:pt x="1152958" y="116313"/>
                </a:moveTo>
                <a:lnTo>
                  <a:pt x="1158113" y="107006"/>
                </a:lnTo>
                <a:cubicBezTo>
                  <a:pt x="1132902" y="93043"/>
                  <a:pt x="1106827" y="80448"/>
                  <a:pt x="1079991" y="69319"/>
                </a:cubicBezTo>
                <a:lnTo>
                  <a:pt x="1075916" y="79145"/>
                </a:lnTo>
                <a:lnTo>
                  <a:pt x="1071841" y="88974"/>
                </a:lnTo>
                <a:cubicBezTo>
                  <a:pt x="1097935" y="99794"/>
                  <a:pt x="1123289" y="112040"/>
                  <a:pt x="1147804" y="125617"/>
                </a:cubicBezTo>
                <a:lnTo>
                  <a:pt x="1152958" y="116313"/>
                </a:lnTo>
                <a:moveTo>
                  <a:pt x="995192" y="50901"/>
                </a:moveTo>
                <a:lnTo>
                  <a:pt x="998132" y="40677"/>
                </a:lnTo>
                <a:cubicBezTo>
                  <a:pt x="970539" y="32741"/>
                  <a:pt x="942315" y="26302"/>
                  <a:pt x="913553" y="21447"/>
                </a:cubicBezTo>
                <a:lnTo>
                  <a:pt x="911783" y="31938"/>
                </a:lnTo>
                <a:lnTo>
                  <a:pt x="910014" y="42429"/>
                </a:lnTo>
                <a:cubicBezTo>
                  <a:pt x="937981" y="47147"/>
                  <a:pt x="965425" y="53411"/>
                  <a:pt x="992251" y="61125"/>
                </a:cubicBezTo>
                <a:lnTo>
                  <a:pt x="995192" y="50901"/>
                </a:lnTo>
                <a:moveTo>
                  <a:pt x="826752" y="22455"/>
                </a:moveTo>
                <a:lnTo>
                  <a:pt x="827338" y="11834"/>
                </a:lnTo>
                <a:cubicBezTo>
                  <a:pt x="812980" y="11039"/>
                  <a:pt x="798518" y="10638"/>
                  <a:pt x="783963" y="10638"/>
                </a:cubicBezTo>
                <a:lnTo>
                  <a:pt x="783964" y="21277"/>
                </a:lnTo>
                <a:lnTo>
                  <a:pt x="783964" y="31915"/>
                </a:lnTo>
                <a:cubicBezTo>
                  <a:pt x="798126" y="31915"/>
                  <a:pt x="812197" y="32307"/>
                  <a:pt x="826164" y="33079"/>
                </a:cubicBezTo>
                <a:lnTo>
                  <a:pt x="826752" y="22455"/>
                </a:lnTo>
                <a:moveTo>
                  <a:pt x="783964" y="21277"/>
                </a:moveTo>
                <a:lnTo>
                  <a:pt x="783963" y="0"/>
                </a:lnTo>
                <a:cubicBezTo>
                  <a:pt x="769212" y="0"/>
                  <a:pt x="754554" y="409"/>
                  <a:pt x="739999" y="1212"/>
                </a:cubicBezTo>
                <a:lnTo>
                  <a:pt x="741175" y="22458"/>
                </a:lnTo>
                <a:lnTo>
                  <a:pt x="742350" y="43701"/>
                </a:lnTo>
                <a:cubicBezTo>
                  <a:pt x="756123" y="42940"/>
                  <a:pt x="769997" y="42554"/>
                  <a:pt x="783964" y="42554"/>
                </a:cubicBezTo>
                <a:lnTo>
                  <a:pt x="783964" y="21277"/>
                </a:lnTo>
                <a:moveTo>
                  <a:pt x="656144" y="31944"/>
                </a:moveTo>
                <a:lnTo>
                  <a:pt x="652604" y="10962"/>
                </a:lnTo>
                <a:cubicBezTo>
                  <a:pt x="623444" y="15882"/>
                  <a:pt x="594829" y="22412"/>
                  <a:pt x="566855" y="30459"/>
                </a:cubicBezTo>
                <a:lnTo>
                  <a:pt x="572736" y="50909"/>
                </a:lnTo>
                <a:lnTo>
                  <a:pt x="578617" y="71357"/>
                </a:lnTo>
                <a:cubicBezTo>
                  <a:pt x="605062" y="63751"/>
                  <a:pt x="632113" y="57576"/>
                  <a:pt x="659685" y="52922"/>
                </a:cubicBezTo>
                <a:lnTo>
                  <a:pt x="656144" y="31944"/>
                </a:lnTo>
                <a:moveTo>
                  <a:pt x="492012" y="79156"/>
                </a:moveTo>
                <a:lnTo>
                  <a:pt x="483863" y="59501"/>
                </a:lnTo>
                <a:cubicBezTo>
                  <a:pt x="456653" y="70784"/>
                  <a:pt x="430220" y="83554"/>
                  <a:pt x="404662" y="97710"/>
                </a:cubicBezTo>
                <a:lnTo>
                  <a:pt x="414971" y="116324"/>
                </a:lnTo>
                <a:lnTo>
                  <a:pt x="425280" y="134935"/>
                </a:lnTo>
                <a:cubicBezTo>
                  <a:pt x="449449" y="121551"/>
                  <a:pt x="474441" y="109476"/>
                  <a:pt x="500162" y="98809"/>
                </a:cubicBezTo>
                <a:lnTo>
                  <a:pt x="492012" y="79156"/>
                </a:lnTo>
                <a:moveTo>
                  <a:pt x="342583" y="161901"/>
                </a:moveTo>
                <a:lnTo>
                  <a:pt x="330257" y="144560"/>
                </a:lnTo>
                <a:cubicBezTo>
                  <a:pt x="306326" y="161569"/>
                  <a:pt x="283392" y="179891"/>
                  <a:pt x="261560" y="199416"/>
                </a:cubicBezTo>
                <a:lnTo>
                  <a:pt x="275743" y="215275"/>
                </a:lnTo>
                <a:lnTo>
                  <a:pt x="289927" y="231135"/>
                </a:lnTo>
                <a:cubicBezTo>
                  <a:pt x="310580" y="212663"/>
                  <a:pt x="332276" y="195333"/>
                  <a:pt x="354911" y="179243"/>
                </a:cubicBezTo>
                <a:lnTo>
                  <a:pt x="342583" y="161901"/>
                </a:lnTo>
                <a:moveTo>
                  <a:pt x="215259" y="275761"/>
                </a:moveTo>
                <a:lnTo>
                  <a:pt x="199399" y="261579"/>
                </a:lnTo>
                <a:cubicBezTo>
                  <a:pt x="179874" y="283410"/>
                  <a:pt x="161555" y="306345"/>
                  <a:pt x="144545" y="330276"/>
                </a:cubicBezTo>
                <a:lnTo>
                  <a:pt x="161888" y="342604"/>
                </a:lnTo>
                <a:lnTo>
                  <a:pt x="179230" y="354932"/>
                </a:lnTo>
                <a:cubicBezTo>
                  <a:pt x="195319" y="332295"/>
                  <a:pt x="212649" y="310598"/>
                  <a:pt x="231119" y="289943"/>
                </a:cubicBezTo>
                <a:lnTo>
                  <a:pt x="215259" y="275761"/>
                </a:lnTo>
                <a:moveTo>
                  <a:pt x="116312" y="414992"/>
                </a:moveTo>
                <a:lnTo>
                  <a:pt x="97698" y="404686"/>
                </a:lnTo>
                <a:cubicBezTo>
                  <a:pt x="83544" y="430244"/>
                  <a:pt x="70774" y="456677"/>
                  <a:pt x="59492" y="483885"/>
                </a:cubicBezTo>
                <a:lnTo>
                  <a:pt x="79146" y="492036"/>
                </a:lnTo>
                <a:lnTo>
                  <a:pt x="98801" y="500184"/>
                </a:lnTo>
                <a:cubicBezTo>
                  <a:pt x="109467" y="474461"/>
                  <a:pt x="121540" y="449471"/>
                  <a:pt x="134925" y="425301"/>
                </a:cubicBezTo>
                <a:lnTo>
                  <a:pt x="116312" y="414992"/>
                </a:lnTo>
                <a:moveTo>
                  <a:pt x="50902" y="572759"/>
                </a:moveTo>
                <a:lnTo>
                  <a:pt x="30454" y="566880"/>
                </a:lnTo>
                <a:cubicBezTo>
                  <a:pt x="22408" y="594854"/>
                  <a:pt x="15878" y="623467"/>
                  <a:pt x="10958" y="652628"/>
                </a:cubicBezTo>
                <a:lnTo>
                  <a:pt x="31939" y="656169"/>
                </a:lnTo>
                <a:lnTo>
                  <a:pt x="52919" y="659707"/>
                </a:lnTo>
                <a:cubicBezTo>
                  <a:pt x="57571" y="632135"/>
                  <a:pt x="63744" y="605084"/>
                  <a:pt x="71349" y="578639"/>
                </a:cubicBezTo>
                <a:lnTo>
                  <a:pt x="50902" y="572759"/>
                </a:lnTo>
                <a:moveTo>
                  <a:pt x="22456" y="741200"/>
                </a:moveTo>
                <a:lnTo>
                  <a:pt x="1212" y="740024"/>
                </a:lnTo>
                <a:cubicBezTo>
                  <a:pt x="407" y="754578"/>
                  <a:pt x="0" y="769236"/>
                  <a:pt x="0" y="783989"/>
                </a:cubicBezTo>
                <a:lnTo>
                  <a:pt x="21277" y="783989"/>
                </a:lnTo>
                <a:lnTo>
                  <a:pt x="42554" y="783986"/>
                </a:lnTo>
                <a:cubicBezTo>
                  <a:pt x="42554" y="770020"/>
                  <a:pt x="42939" y="756145"/>
                  <a:pt x="43701" y="742375"/>
                </a:cubicBezTo>
                <a:lnTo>
                  <a:pt x="22456" y="741200"/>
                </a:lnTo>
                <a:moveTo>
                  <a:pt x="21277" y="783989"/>
                </a:moveTo>
                <a:lnTo>
                  <a:pt x="0" y="783989"/>
                </a:lnTo>
                <a:cubicBezTo>
                  <a:pt x="1" y="798738"/>
                  <a:pt x="408" y="813397"/>
                  <a:pt x="1213" y="827951"/>
                </a:cubicBezTo>
                <a:lnTo>
                  <a:pt x="22457" y="826775"/>
                </a:lnTo>
                <a:lnTo>
                  <a:pt x="43702" y="825600"/>
                </a:lnTo>
                <a:cubicBezTo>
                  <a:pt x="42940" y="811830"/>
                  <a:pt x="42554" y="797955"/>
                  <a:pt x="42554" y="783986"/>
                </a:cubicBezTo>
                <a:lnTo>
                  <a:pt x="21277" y="783989"/>
                </a:lnTo>
                <a:moveTo>
                  <a:pt x="31943" y="911806"/>
                </a:moveTo>
                <a:lnTo>
                  <a:pt x="10962" y="915346"/>
                </a:lnTo>
                <a:cubicBezTo>
                  <a:pt x="15883" y="944508"/>
                  <a:pt x="22413" y="973121"/>
                  <a:pt x="30460" y="1001095"/>
                </a:cubicBezTo>
                <a:lnTo>
                  <a:pt x="50908" y="995215"/>
                </a:lnTo>
                <a:lnTo>
                  <a:pt x="71356" y="989333"/>
                </a:lnTo>
                <a:cubicBezTo>
                  <a:pt x="63750" y="962889"/>
                  <a:pt x="57576" y="935837"/>
                  <a:pt x="52923" y="908266"/>
                </a:cubicBezTo>
                <a:lnTo>
                  <a:pt x="31943" y="911806"/>
                </a:lnTo>
                <a:moveTo>
                  <a:pt x="79156" y="1075939"/>
                </a:moveTo>
                <a:lnTo>
                  <a:pt x="59501" y="1084090"/>
                </a:lnTo>
                <a:cubicBezTo>
                  <a:pt x="70785" y="1111298"/>
                  <a:pt x="83555" y="1137731"/>
                  <a:pt x="97711" y="1163289"/>
                </a:cubicBezTo>
                <a:lnTo>
                  <a:pt x="116323" y="1152980"/>
                </a:lnTo>
                <a:lnTo>
                  <a:pt x="134936" y="1142671"/>
                </a:lnTo>
                <a:cubicBezTo>
                  <a:pt x="121550" y="1118501"/>
                  <a:pt x="109477" y="1093511"/>
                  <a:pt x="98810" y="1067788"/>
                </a:cubicBezTo>
                <a:lnTo>
                  <a:pt x="79156" y="1075939"/>
                </a:lnTo>
                <a:moveTo>
                  <a:pt x="161902" y="1225368"/>
                </a:moveTo>
                <a:lnTo>
                  <a:pt x="144560" y="1237696"/>
                </a:lnTo>
                <a:cubicBezTo>
                  <a:pt x="161571" y="1261624"/>
                  <a:pt x="179891" y="1284559"/>
                  <a:pt x="199415" y="1306393"/>
                </a:cubicBezTo>
                <a:lnTo>
                  <a:pt x="215275" y="1292208"/>
                </a:lnTo>
                <a:lnTo>
                  <a:pt x="231136" y="1278024"/>
                </a:lnTo>
                <a:cubicBezTo>
                  <a:pt x="212665" y="1257371"/>
                  <a:pt x="195334" y="1235674"/>
                  <a:pt x="179244" y="1213040"/>
                </a:cubicBezTo>
                <a:lnTo>
                  <a:pt x="161902" y="1225368"/>
                </a:lnTo>
                <a:moveTo>
                  <a:pt x="275762" y="1352691"/>
                </a:moveTo>
                <a:lnTo>
                  <a:pt x="261578" y="1368554"/>
                </a:lnTo>
                <a:cubicBezTo>
                  <a:pt x="283411" y="1388076"/>
                  <a:pt x="306346" y="1406394"/>
                  <a:pt x="330277" y="1423407"/>
                </a:cubicBezTo>
                <a:lnTo>
                  <a:pt x="342603" y="1406062"/>
                </a:lnTo>
                <a:lnTo>
                  <a:pt x="354931" y="1388720"/>
                </a:lnTo>
                <a:cubicBezTo>
                  <a:pt x="332294" y="1372631"/>
                  <a:pt x="310599" y="1355303"/>
                  <a:pt x="289944" y="1336831"/>
                </a:cubicBezTo>
                <a:lnTo>
                  <a:pt x="275762" y="1352691"/>
                </a:lnTo>
                <a:moveTo>
                  <a:pt x="414993" y="1451639"/>
                </a:moveTo>
                <a:lnTo>
                  <a:pt x="404685" y="1470253"/>
                </a:lnTo>
                <a:cubicBezTo>
                  <a:pt x="430243" y="1484406"/>
                  <a:pt x="456677" y="1497177"/>
                  <a:pt x="483885" y="1508460"/>
                </a:cubicBezTo>
                <a:lnTo>
                  <a:pt x="492035" y="1488804"/>
                </a:lnTo>
                <a:lnTo>
                  <a:pt x="500185" y="1469152"/>
                </a:lnTo>
                <a:cubicBezTo>
                  <a:pt x="474463" y="1458485"/>
                  <a:pt x="449470" y="1446413"/>
                  <a:pt x="425302" y="1433026"/>
                </a:cubicBezTo>
                <a:lnTo>
                  <a:pt x="414993" y="1451639"/>
                </a:lnTo>
                <a:moveTo>
                  <a:pt x="572760" y="1517049"/>
                </a:moveTo>
                <a:lnTo>
                  <a:pt x="566879" y="1537496"/>
                </a:lnTo>
                <a:cubicBezTo>
                  <a:pt x="594853" y="1545543"/>
                  <a:pt x="623468" y="1552073"/>
                  <a:pt x="652628" y="1556993"/>
                </a:cubicBezTo>
                <a:lnTo>
                  <a:pt x="656168" y="1536011"/>
                </a:lnTo>
                <a:lnTo>
                  <a:pt x="659707" y="1515033"/>
                </a:lnTo>
                <a:cubicBezTo>
                  <a:pt x="632136" y="1510379"/>
                  <a:pt x="605084" y="1504207"/>
                  <a:pt x="578640" y="1496601"/>
                </a:cubicBezTo>
                <a:lnTo>
                  <a:pt x="572760" y="1517049"/>
                </a:lnTo>
                <a:moveTo>
                  <a:pt x="741199" y="1545494"/>
                </a:moveTo>
                <a:lnTo>
                  <a:pt x="740025" y="1566740"/>
                </a:lnTo>
                <a:cubicBezTo>
                  <a:pt x="754579" y="1567543"/>
                  <a:pt x="769237" y="1567952"/>
                  <a:pt x="783988" y="1567952"/>
                </a:cubicBezTo>
                <a:lnTo>
                  <a:pt x="783988" y="1546675"/>
                </a:lnTo>
                <a:lnTo>
                  <a:pt x="783987" y="1525396"/>
                </a:lnTo>
                <a:cubicBezTo>
                  <a:pt x="770021" y="1525399"/>
                  <a:pt x="756146" y="1525012"/>
                  <a:pt x="742374" y="1524252"/>
                </a:cubicBezTo>
                <a:lnTo>
                  <a:pt x="741199" y="1545494"/>
                </a:lnTo>
                <a:moveTo>
                  <a:pt x="783988" y="1546675"/>
                </a:moveTo>
                <a:lnTo>
                  <a:pt x="783988" y="1567952"/>
                </a:lnTo>
                <a:cubicBezTo>
                  <a:pt x="798739" y="1567949"/>
                  <a:pt x="813396" y="1567543"/>
                  <a:pt x="827951" y="1566737"/>
                </a:cubicBezTo>
                <a:lnTo>
                  <a:pt x="826776" y="1545494"/>
                </a:lnTo>
                <a:lnTo>
                  <a:pt x="825601" y="1524249"/>
                </a:lnTo>
                <a:cubicBezTo>
                  <a:pt x="811829" y="1525010"/>
                  <a:pt x="797954" y="1525396"/>
                  <a:pt x="783987" y="1525396"/>
                </a:cubicBezTo>
                <a:lnTo>
                  <a:pt x="783988" y="1546675"/>
                </a:lnTo>
                <a:moveTo>
                  <a:pt x="911807" y="1536009"/>
                </a:moveTo>
                <a:lnTo>
                  <a:pt x="915347" y="1556987"/>
                </a:lnTo>
                <a:cubicBezTo>
                  <a:pt x="944507" y="1552067"/>
                  <a:pt x="973122" y="1545537"/>
                  <a:pt x="1001096" y="1537491"/>
                </a:cubicBezTo>
                <a:lnTo>
                  <a:pt x="995215" y="1517043"/>
                </a:lnTo>
                <a:lnTo>
                  <a:pt x="989333" y="1496595"/>
                </a:lnTo>
                <a:cubicBezTo>
                  <a:pt x="962889" y="1504201"/>
                  <a:pt x="935838" y="1510376"/>
                  <a:pt x="908266" y="1515027"/>
                </a:cubicBezTo>
                <a:lnTo>
                  <a:pt x="911807" y="1536009"/>
                </a:lnTo>
                <a:moveTo>
                  <a:pt x="1075938" y="1488796"/>
                </a:moveTo>
                <a:lnTo>
                  <a:pt x="1084090" y="1508449"/>
                </a:lnTo>
                <a:cubicBezTo>
                  <a:pt x="1111298" y="1497166"/>
                  <a:pt x="1137730" y="1484395"/>
                  <a:pt x="1163289" y="1470239"/>
                </a:cubicBezTo>
                <a:lnTo>
                  <a:pt x="1152980" y="1451628"/>
                </a:lnTo>
                <a:lnTo>
                  <a:pt x="1142671" y="1433014"/>
                </a:lnTo>
                <a:cubicBezTo>
                  <a:pt x="1118502" y="1446401"/>
                  <a:pt x="1093510" y="1458473"/>
                  <a:pt x="1067789" y="1469140"/>
                </a:cubicBezTo>
                <a:lnTo>
                  <a:pt x="1075938" y="1488796"/>
                </a:lnTo>
                <a:moveTo>
                  <a:pt x="1225367" y="1406048"/>
                </a:moveTo>
                <a:lnTo>
                  <a:pt x="1237695" y="1423392"/>
                </a:lnTo>
                <a:cubicBezTo>
                  <a:pt x="1261625" y="1406380"/>
                  <a:pt x="1284560" y="1388059"/>
                  <a:pt x="1306392" y="1368537"/>
                </a:cubicBezTo>
                <a:lnTo>
                  <a:pt x="1292209" y="1352677"/>
                </a:lnTo>
                <a:lnTo>
                  <a:pt x="1278024" y="1336814"/>
                </a:lnTo>
                <a:cubicBezTo>
                  <a:pt x="1257371" y="1355286"/>
                  <a:pt x="1235676" y="1372617"/>
                  <a:pt x="1213040" y="1388706"/>
                </a:cubicBezTo>
                <a:lnTo>
                  <a:pt x="1225367" y="1406048"/>
                </a:lnTo>
                <a:moveTo>
                  <a:pt x="1352692" y="1292191"/>
                </a:moveTo>
                <a:lnTo>
                  <a:pt x="1368553" y="1306373"/>
                </a:lnTo>
                <a:cubicBezTo>
                  <a:pt x="1388077" y="1284539"/>
                  <a:pt x="1406396" y="1261605"/>
                  <a:pt x="1423406" y="1237673"/>
                </a:cubicBezTo>
                <a:lnTo>
                  <a:pt x="1406063" y="1225348"/>
                </a:lnTo>
                <a:lnTo>
                  <a:pt x="1388721" y="1213020"/>
                </a:lnTo>
                <a:cubicBezTo>
                  <a:pt x="1372631" y="1235657"/>
                  <a:pt x="1355302" y="1257351"/>
                  <a:pt x="1336832" y="1278006"/>
                </a:cubicBezTo>
                <a:lnTo>
                  <a:pt x="1352692" y="1292191"/>
                </a:lnTo>
                <a:moveTo>
                  <a:pt x="1451639" y="1152958"/>
                </a:moveTo>
                <a:lnTo>
                  <a:pt x="1470252" y="1163267"/>
                </a:lnTo>
                <a:cubicBezTo>
                  <a:pt x="1484407" y="1137708"/>
                  <a:pt x="1497176" y="1111276"/>
                  <a:pt x="1508459" y="1084065"/>
                </a:cubicBezTo>
                <a:lnTo>
                  <a:pt x="1488805" y="1075916"/>
                </a:lnTo>
                <a:lnTo>
                  <a:pt x="1469151" y="1067765"/>
                </a:lnTo>
                <a:cubicBezTo>
                  <a:pt x="1458484" y="1093488"/>
                  <a:pt x="1446412" y="1118481"/>
                  <a:pt x="1433027" y="1142649"/>
                </a:cubicBezTo>
                <a:lnTo>
                  <a:pt x="1451639" y="1152958"/>
                </a:lnTo>
                <a:moveTo>
                  <a:pt x="1517049" y="995193"/>
                </a:moveTo>
                <a:lnTo>
                  <a:pt x="1537497" y="1001073"/>
                </a:lnTo>
                <a:cubicBezTo>
                  <a:pt x="1545543" y="973098"/>
                  <a:pt x="1552073" y="944482"/>
                  <a:pt x="1556994" y="915324"/>
                </a:cubicBezTo>
                <a:lnTo>
                  <a:pt x="1536012" y="911783"/>
                </a:lnTo>
                <a:lnTo>
                  <a:pt x="1515032" y="908243"/>
                </a:lnTo>
                <a:cubicBezTo>
                  <a:pt x="1510380" y="935814"/>
                  <a:pt x="1504208" y="962866"/>
                  <a:pt x="1496601" y="989310"/>
                </a:cubicBezTo>
                <a:lnTo>
                  <a:pt x="1517049" y="995193"/>
                </a:lnTo>
                <a:moveTo>
                  <a:pt x="1545495" y="826753"/>
                </a:moveTo>
                <a:lnTo>
                  <a:pt x="1566739" y="827925"/>
                </a:lnTo>
                <a:cubicBezTo>
                  <a:pt x="1567544" y="813372"/>
                  <a:pt x="1567952" y="798713"/>
                  <a:pt x="1567952" y="783963"/>
                </a:cubicBezTo>
                <a:lnTo>
                  <a:pt x="1546675" y="783963"/>
                </a:lnTo>
                <a:lnTo>
                  <a:pt x="1525398" y="783963"/>
                </a:lnTo>
                <a:cubicBezTo>
                  <a:pt x="1525398" y="797929"/>
                  <a:pt x="1525012" y="811804"/>
                  <a:pt x="1524251" y="825577"/>
                </a:cubicBezTo>
                <a:lnTo>
                  <a:pt x="1545495" y="826753"/>
                </a:lnTo>
                <a:moveTo>
                  <a:pt x="1546675" y="783963"/>
                </a:moveTo>
                <a:lnTo>
                  <a:pt x="1567952" y="783963"/>
                </a:lnTo>
                <a:cubicBezTo>
                  <a:pt x="1567952" y="769211"/>
                  <a:pt x="1567543" y="754555"/>
                  <a:pt x="1566738" y="739999"/>
                </a:cubicBezTo>
                <a:lnTo>
                  <a:pt x="1545494" y="741174"/>
                </a:lnTo>
                <a:lnTo>
                  <a:pt x="1524249" y="742349"/>
                </a:lnTo>
                <a:cubicBezTo>
                  <a:pt x="1525010" y="756122"/>
                  <a:pt x="1525396" y="769997"/>
                  <a:pt x="1525398" y="783963"/>
                </a:cubicBezTo>
                <a:lnTo>
                  <a:pt x="1546675" y="783963"/>
                </a:lnTo>
                <a:moveTo>
                  <a:pt x="1536008" y="656143"/>
                </a:moveTo>
                <a:lnTo>
                  <a:pt x="1556989" y="652603"/>
                </a:lnTo>
                <a:cubicBezTo>
                  <a:pt x="1552068" y="623445"/>
                  <a:pt x="1545538" y="594828"/>
                  <a:pt x="1537491" y="566854"/>
                </a:cubicBezTo>
                <a:lnTo>
                  <a:pt x="1517044" y="572737"/>
                </a:lnTo>
                <a:lnTo>
                  <a:pt x="1496596" y="578617"/>
                </a:lnTo>
                <a:cubicBezTo>
                  <a:pt x="1504202" y="605061"/>
                  <a:pt x="1510376" y="632113"/>
                  <a:pt x="1515028" y="659684"/>
                </a:cubicBezTo>
                <a:lnTo>
                  <a:pt x="1536008" y="656143"/>
                </a:lnTo>
                <a:moveTo>
                  <a:pt x="1488795" y="492013"/>
                </a:moveTo>
                <a:lnTo>
                  <a:pt x="1508449" y="483862"/>
                </a:lnTo>
                <a:cubicBezTo>
                  <a:pt x="1497166" y="456654"/>
                  <a:pt x="1484396" y="430221"/>
                  <a:pt x="1470240" y="404663"/>
                </a:cubicBezTo>
                <a:lnTo>
                  <a:pt x="1451627" y="414972"/>
                </a:lnTo>
                <a:lnTo>
                  <a:pt x="1433015" y="425281"/>
                </a:lnTo>
                <a:cubicBezTo>
                  <a:pt x="1446400" y="449448"/>
                  <a:pt x="1458474" y="474441"/>
                  <a:pt x="1469141" y="500162"/>
                </a:cubicBezTo>
                <a:lnTo>
                  <a:pt x="1488795" y="492013"/>
                </a:lnTo>
                <a:moveTo>
                  <a:pt x="1406049" y="342584"/>
                </a:moveTo>
                <a:lnTo>
                  <a:pt x="1423392" y="330256"/>
                </a:lnTo>
                <a:cubicBezTo>
                  <a:pt x="1406381" y="306325"/>
                  <a:pt x="1388061" y="283393"/>
                  <a:pt x="1368536" y="261560"/>
                </a:cubicBezTo>
                <a:lnTo>
                  <a:pt x="1352676" y="275744"/>
                </a:lnTo>
                <a:lnTo>
                  <a:pt x="1336817" y="289926"/>
                </a:lnTo>
                <a:cubicBezTo>
                  <a:pt x="1355287" y="310581"/>
                  <a:pt x="1372617" y="332275"/>
                  <a:pt x="1388707" y="354912"/>
                </a:cubicBezTo>
                <a:lnTo>
                  <a:pt x="1406049" y="342584"/>
                </a:lnTo>
                <a:moveTo>
                  <a:pt x="1292190" y="215258"/>
                </a:moveTo>
                <a:lnTo>
                  <a:pt x="1306373" y="199399"/>
                </a:lnTo>
                <a:cubicBezTo>
                  <a:pt x="1284540" y="179874"/>
                  <a:pt x="1261605" y="161555"/>
                  <a:pt x="1237674" y="144546"/>
                </a:cubicBezTo>
                <a:lnTo>
                  <a:pt x="1225347" y="161887"/>
                </a:lnTo>
                <a:lnTo>
                  <a:pt x="1213021" y="179229"/>
                </a:lnTo>
                <a:cubicBezTo>
                  <a:pt x="1235657" y="195319"/>
                  <a:pt x="1257352" y="212649"/>
                  <a:pt x="1278007" y="231118"/>
                </a:cubicBezTo>
                <a:lnTo>
                  <a:pt x="1292190" y="215258"/>
                </a:lnTo>
                <a:moveTo>
                  <a:pt x="1152958" y="116313"/>
                </a:moveTo>
                <a:lnTo>
                  <a:pt x="1163266" y="97699"/>
                </a:lnTo>
                <a:cubicBezTo>
                  <a:pt x="1137709" y="83543"/>
                  <a:pt x="1111275" y="70775"/>
                  <a:pt x="1084066" y="59492"/>
                </a:cubicBezTo>
                <a:lnTo>
                  <a:pt x="1075916" y="79145"/>
                </a:lnTo>
                <a:lnTo>
                  <a:pt x="1067766" y="98801"/>
                </a:lnTo>
                <a:cubicBezTo>
                  <a:pt x="1093489" y="109467"/>
                  <a:pt x="1118482" y="121540"/>
                  <a:pt x="1142649" y="134924"/>
                </a:cubicBezTo>
                <a:lnTo>
                  <a:pt x="1152958" y="116313"/>
                </a:lnTo>
                <a:moveTo>
                  <a:pt x="995192" y="50901"/>
                </a:moveTo>
                <a:lnTo>
                  <a:pt x="1001072" y="30453"/>
                </a:lnTo>
                <a:cubicBezTo>
                  <a:pt x="973098" y="22407"/>
                  <a:pt x="944483" y="15877"/>
                  <a:pt x="915323" y="10959"/>
                </a:cubicBezTo>
                <a:lnTo>
                  <a:pt x="911783" y="31938"/>
                </a:lnTo>
                <a:lnTo>
                  <a:pt x="908244" y="52920"/>
                </a:lnTo>
                <a:cubicBezTo>
                  <a:pt x="935815" y="57570"/>
                  <a:pt x="962867" y="63745"/>
                  <a:pt x="989311" y="71349"/>
                </a:cubicBezTo>
                <a:lnTo>
                  <a:pt x="995192" y="50901"/>
                </a:lnTo>
                <a:moveTo>
                  <a:pt x="826752" y="22455"/>
                </a:moveTo>
                <a:lnTo>
                  <a:pt x="827926" y="1212"/>
                </a:lnTo>
                <a:cubicBezTo>
                  <a:pt x="813372" y="406"/>
                  <a:pt x="798714" y="0"/>
                  <a:pt x="783963" y="0"/>
                </a:cubicBezTo>
                <a:lnTo>
                  <a:pt x="783964" y="21277"/>
                </a:lnTo>
                <a:lnTo>
                  <a:pt x="783964" y="42554"/>
                </a:lnTo>
                <a:cubicBezTo>
                  <a:pt x="797930" y="42554"/>
                  <a:pt x="811805" y="42940"/>
                  <a:pt x="825578" y="43701"/>
                </a:cubicBezTo>
                <a:lnTo>
                  <a:pt x="826752" y="2245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" name="path-74">
            <a:extLst xmlns:a="http://schemas.openxmlformats.org/drawingml/2006/main">
              <a:ext uri="{FF2B5EF4-FFF2-40B4-BE49-F238E27FC236}">
                <a16:creationId xmlns:a16="http://schemas.microsoft.com/office/drawing/2014/main" id="{BB1BB0BB-FC4A-48FB-AB74-F2A01E331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27" y="1945290"/>
            <a:ext cx="2072255" cy="2072255"/>
          </a:xfrm>
          <a:custGeom xmlns:a="http://schemas.openxmlformats.org/drawingml/2006/main">
            <a:pathLst>
              <a:path w="1525410" h="1525410">
                <a:moveTo>
                  <a:pt x="762694" y="6"/>
                </a:moveTo>
                <a:cubicBezTo>
                  <a:pt x="1183920" y="0"/>
                  <a:pt x="1525397" y="341466"/>
                  <a:pt x="1525404" y="762692"/>
                </a:cubicBezTo>
                <a:cubicBezTo>
                  <a:pt x="1525410" y="1183919"/>
                  <a:pt x="1183944" y="1525396"/>
                  <a:pt x="762718" y="1525404"/>
                </a:cubicBezTo>
                <a:cubicBezTo>
                  <a:pt x="341491" y="1525410"/>
                  <a:pt x="13" y="1183944"/>
                  <a:pt x="6" y="762718"/>
                </a:cubicBezTo>
                <a:cubicBezTo>
                  <a:pt x="0" y="341491"/>
                  <a:pt x="341466" y="11"/>
                  <a:pt x="762694" y="6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" name="path-75">
            <a:extLst xmlns:a="http://schemas.openxmlformats.org/drawingml/2006/main">
              <a:ext uri="{FF2B5EF4-FFF2-40B4-BE49-F238E27FC236}">
                <a16:creationId xmlns:a16="http://schemas.microsoft.com/office/drawing/2014/main" id="{EEFEBA83-54BD-408E-9DD3-9470C9FBB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8580" y="270985"/>
            <a:ext cx="1967778" cy="1840565"/>
          </a:xfrm>
          <a:custGeom xmlns:a="http://schemas.openxmlformats.org/drawingml/2006/main">
            <a:pathLst>
              <a:path w="1448504" h="1354860">
                <a:moveTo>
                  <a:pt x="1238840" y="163531"/>
                </a:moveTo>
                <a:lnTo>
                  <a:pt x="1246333" y="155979"/>
                </a:lnTo>
                <a:lnTo>
                  <a:pt x="1238840" y="163531"/>
                </a:lnTo>
                <a:moveTo>
                  <a:pt x="60627" y="450768"/>
                </a:moveTo>
                <a:lnTo>
                  <a:pt x="70439" y="454882"/>
                </a:lnTo>
                <a:lnTo>
                  <a:pt x="60627" y="450768"/>
                </a:lnTo>
                <a:moveTo>
                  <a:pt x="836925" y="1312312"/>
                </a:moveTo>
                <a:lnTo>
                  <a:pt x="839339" y="1322672"/>
                </a:lnTo>
                <a:cubicBezTo>
                  <a:pt x="853515" y="1319371"/>
                  <a:pt x="867508" y="1315699"/>
                  <a:pt x="881312" y="1311668"/>
                </a:cubicBezTo>
                <a:lnTo>
                  <a:pt x="878329" y="1301455"/>
                </a:lnTo>
                <a:lnTo>
                  <a:pt x="875348" y="1291246"/>
                </a:lnTo>
                <a:cubicBezTo>
                  <a:pt x="861920" y="1295164"/>
                  <a:pt x="848305" y="1298738"/>
                  <a:pt x="834512" y="1301952"/>
                </a:cubicBezTo>
                <a:lnTo>
                  <a:pt x="836925" y="1312312"/>
                </a:lnTo>
                <a:moveTo>
                  <a:pt x="958992" y="1272930"/>
                </a:moveTo>
                <a:lnTo>
                  <a:pt x="963094" y="1282745"/>
                </a:lnTo>
                <a:cubicBezTo>
                  <a:pt x="990006" y="1271493"/>
                  <a:pt x="1016032" y="1258816"/>
                  <a:pt x="1041105" y="1244828"/>
                </a:cubicBezTo>
                <a:lnTo>
                  <a:pt x="1035921" y="1235538"/>
                </a:lnTo>
                <a:lnTo>
                  <a:pt x="1030738" y="1226248"/>
                </a:lnTo>
                <a:cubicBezTo>
                  <a:pt x="1006362" y="1239848"/>
                  <a:pt x="981055" y="1252173"/>
                  <a:pt x="954888" y="1263115"/>
                </a:cubicBezTo>
                <a:lnTo>
                  <a:pt x="958992" y="1272930"/>
                </a:lnTo>
                <a:moveTo>
                  <a:pt x="1108131" y="1189716"/>
                </a:moveTo>
                <a:lnTo>
                  <a:pt x="1114329" y="1198362"/>
                </a:lnTo>
                <a:cubicBezTo>
                  <a:pt x="1137941" y="1181437"/>
                  <a:pt x="1160477" y="1163252"/>
                  <a:pt x="1181862" y="1143937"/>
                </a:cubicBezTo>
                <a:lnTo>
                  <a:pt x="1174731" y="1136042"/>
                </a:lnTo>
                <a:lnTo>
                  <a:pt x="1167599" y="1128146"/>
                </a:lnTo>
                <a:cubicBezTo>
                  <a:pt x="1146805" y="1146933"/>
                  <a:pt x="1124891" y="1164612"/>
                  <a:pt x="1101933" y="1181071"/>
                </a:cubicBezTo>
                <a:lnTo>
                  <a:pt x="1108131" y="1189716"/>
                </a:lnTo>
                <a:moveTo>
                  <a:pt x="1234892" y="1075232"/>
                </a:moveTo>
                <a:lnTo>
                  <a:pt x="1242862" y="1082279"/>
                </a:lnTo>
                <a:cubicBezTo>
                  <a:pt x="1262046" y="1060579"/>
                  <a:pt x="1279980" y="1037846"/>
                  <a:pt x="1296588" y="1014204"/>
                </a:cubicBezTo>
                <a:lnTo>
                  <a:pt x="1287881" y="1008088"/>
                </a:lnTo>
                <a:lnTo>
                  <a:pt x="1279176" y="1001973"/>
                </a:lnTo>
                <a:cubicBezTo>
                  <a:pt x="1263023" y="1024970"/>
                  <a:pt x="1245580" y="1047082"/>
                  <a:pt x="1226921" y="1068185"/>
                </a:cubicBezTo>
                <a:lnTo>
                  <a:pt x="1234892" y="1075232"/>
                </a:lnTo>
                <a:moveTo>
                  <a:pt x="1333067" y="935459"/>
                </a:moveTo>
                <a:lnTo>
                  <a:pt x="1342399" y="940567"/>
                </a:lnTo>
                <a:cubicBezTo>
                  <a:pt x="1356271" y="915222"/>
                  <a:pt x="1368740" y="889087"/>
                  <a:pt x="1379726" y="862288"/>
                </a:cubicBezTo>
                <a:lnTo>
                  <a:pt x="1369882" y="858253"/>
                </a:lnTo>
                <a:lnTo>
                  <a:pt x="1360040" y="854219"/>
                </a:lnTo>
                <a:cubicBezTo>
                  <a:pt x="1349354" y="880280"/>
                  <a:pt x="1337228" y="905699"/>
                  <a:pt x="1323734" y="930352"/>
                </a:cubicBezTo>
                <a:lnTo>
                  <a:pt x="1333067" y="935459"/>
                </a:lnTo>
                <a:moveTo>
                  <a:pt x="1397850" y="777413"/>
                </a:moveTo>
                <a:lnTo>
                  <a:pt x="1408082" y="780324"/>
                </a:lnTo>
                <a:cubicBezTo>
                  <a:pt x="1415962" y="752602"/>
                  <a:pt x="1422314" y="724352"/>
                  <a:pt x="1427064" y="695690"/>
                </a:cubicBezTo>
                <a:lnTo>
                  <a:pt x="1416568" y="693950"/>
                </a:lnTo>
                <a:lnTo>
                  <a:pt x="1406073" y="692212"/>
                </a:lnTo>
                <a:cubicBezTo>
                  <a:pt x="1401454" y="720079"/>
                  <a:pt x="1395279" y="747548"/>
                  <a:pt x="1387616" y="774506"/>
                </a:cubicBezTo>
                <a:lnTo>
                  <a:pt x="1397850" y="777413"/>
                </a:lnTo>
                <a:moveTo>
                  <a:pt x="1425765" y="608925"/>
                </a:moveTo>
                <a:lnTo>
                  <a:pt x="1436390" y="609470"/>
                </a:lnTo>
                <a:cubicBezTo>
                  <a:pt x="1437860" y="580797"/>
                  <a:pt x="1437729" y="551849"/>
                  <a:pt x="1435930" y="522733"/>
                </a:cubicBezTo>
                <a:lnTo>
                  <a:pt x="1425313" y="523389"/>
                </a:lnTo>
                <a:lnTo>
                  <a:pt x="1414695" y="524048"/>
                </a:lnTo>
                <a:cubicBezTo>
                  <a:pt x="1416444" y="552354"/>
                  <a:pt x="1416570" y="580502"/>
                  <a:pt x="1415140" y="608380"/>
                </a:cubicBezTo>
                <a:lnTo>
                  <a:pt x="1425765" y="608925"/>
                </a:lnTo>
                <a:moveTo>
                  <a:pt x="1415258" y="438426"/>
                </a:moveTo>
                <a:lnTo>
                  <a:pt x="1425738" y="436589"/>
                </a:lnTo>
                <a:cubicBezTo>
                  <a:pt x="1423253" y="422425"/>
                  <a:pt x="1420364" y="408249"/>
                  <a:pt x="1417062" y="394073"/>
                </a:cubicBezTo>
                <a:lnTo>
                  <a:pt x="1406701" y="396486"/>
                </a:lnTo>
                <a:lnTo>
                  <a:pt x="1396339" y="398899"/>
                </a:lnTo>
                <a:cubicBezTo>
                  <a:pt x="1399553" y="412692"/>
                  <a:pt x="1402364" y="426485"/>
                  <a:pt x="1404780" y="440263"/>
                </a:cubicBezTo>
                <a:lnTo>
                  <a:pt x="1415258" y="438426"/>
                </a:lnTo>
                <a:moveTo>
                  <a:pt x="1406701" y="396486"/>
                </a:moveTo>
                <a:lnTo>
                  <a:pt x="1417062" y="394073"/>
                </a:lnTo>
                <a:cubicBezTo>
                  <a:pt x="1413972" y="380805"/>
                  <a:pt x="1410853" y="368767"/>
                  <a:pt x="1407658" y="357774"/>
                </a:cubicBezTo>
                <a:lnTo>
                  <a:pt x="1397442" y="360744"/>
                </a:lnTo>
                <a:lnTo>
                  <a:pt x="1387227" y="363713"/>
                </a:lnTo>
                <a:cubicBezTo>
                  <a:pt x="1390296" y="374278"/>
                  <a:pt x="1393320" y="385938"/>
                  <a:pt x="1396339" y="398899"/>
                </a:cubicBezTo>
                <a:lnTo>
                  <a:pt x="1406701" y="396486"/>
                </a:lnTo>
                <a:moveTo>
                  <a:pt x="1369601" y="292634"/>
                </a:moveTo>
                <a:lnTo>
                  <a:pt x="1378743" y="287197"/>
                </a:lnTo>
                <a:cubicBezTo>
                  <a:pt x="1364663" y="263530"/>
                  <a:pt x="1348227" y="247009"/>
                  <a:pt x="1328251" y="229426"/>
                </a:cubicBezTo>
                <a:lnTo>
                  <a:pt x="1321222" y="237412"/>
                </a:lnTo>
                <a:lnTo>
                  <a:pt x="1314193" y="245396"/>
                </a:lnTo>
                <a:cubicBezTo>
                  <a:pt x="1333487" y="262380"/>
                  <a:pt x="1348031" y="277186"/>
                  <a:pt x="1360459" y="298074"/>
                </a:cubicBezTo>
                <a:lnTo>
                  <a:pt x="1369601" y="292634"/>
                </a:lnTo>
                <a:moveTo>
                  <a:pt x="1265575" y="188979"/>
                </a:moveTo>
                <a:lnTo>
                  <a:pt x="1272751" y="181126"/>
                </a:lnTo>
                <a:cubicBezTo>
                  <a:pt x="1264481" y="173571"/>
                  <a:pt x="1255693" y="165266"/>
                  <a:pt x="1246333" y="155979"/>
                </a:cubicBezTo>
                <a:lnTo>
                  <a:pt x="1238840" y="163531"/>
                </a:lnTo>
                <a:lnTo>
                  <a:pt x="1231347" y="171083"/>
                </a:lnTo>
                <a:cubicBezTo>
                  <a:pt x="1240935" y="180595"/>
                  <a:pt x="1249935" y="189101"/>
                  <a:pt x="1258399" y="196835"/>
                </a:cubicBezTo>
                <a:lnTo>
                  <a:pt x="1265575" y="188979"/>
                </a:lnTo>
                <a:moveTo>
                  <a:pt x="1238840" y="163531"/>
                </a:moveTo>
                <a:lnTo>
                  <a:pt x="1246333" y="155979"/>
                </a:lnTo>
                <a:cubicBezTo>
                  <a:pt x="1236818" y="146542"/>
                  <a:pt x="1227001" y="137638"/>
                  <a:pt x="1216897" y="129251"/>
                </a:cubicBezTo>
                <a:lnTo>
                  <a:pt x="1210102" y="137436"/>
                </a:lnTo>
                <a:lnTo>
                  <a:pt x="1203306" y="145622"/>
                </a:lnTo>
                <a:cubicBezTo>
                  <a:pt x="1212928" y="153611"/>
                  <a:pt x="1222282" y="162092"/>
                  <a:pt x="1231347" y="171083"/>
                </a:cubicBezTo>
                <a:lnTo>
                  <a:pt x="1238840" y="163531"/>
                </a:lnTo>
                <a:moveTo>
                  <a:pt x="1146365" y="93386"/>
                </a:moveTo>
                <a:lnTo>
                  <a:pt x="1151633" y="84142"/>
                </a:lnTo>
                <a:cubicBezTo>
                  <a:pt x="1128646" y="71042"/>
                  <a:pt x="1104653" y="59955"/>
                  <a:pt x="1079834" y="50682"/>
                </a:cubicBezTo>
                <a:lnTo>
                  <a:pt x="1076111" y="60648"/>
                </a:lnTo>
                <a:lnTo>
                  <a:pt x="1072387" y="70613"/>
                </a:lnTo>
                <a:cubicBezTo>
                  <a:pt x="1096207" y="79511"/>
                  <a:pt x="1119160" y="90127"/>
                  <a:pt x="1141098" y="102628"/>
                </a:cubicBezTo>
                <a:lnTo>
                  <a:pt x="1146365" y="93386"/>
                </a:lnTo>
                <a:moveTo>
                  <a:pt x="1001740" y="38715"/>
                </a:moveTo>
                <a:lnTo>
                  <a:pt x="1004062" y="28332"/>
                </a:lnTo>
                <a:cubicBezTo>
                  <a:pt x="978704" y="22660"/>
                  <a:pt x="952737" y="18497"/>
                  <a:pt x="926314" y="15664"/>
                </a:cubicBezTo>
                <a:lnTo>
                  <a:pt x="925181" y="26243"/>
                </a:lnTo>
                <a:lnTo>
                  <a:pt x="924049" y="36821"/>
                </a:lnTo>
                <a:cubicBezTo>
                  <a:pt x="949743" y="39575"/>
                  <a:pt x="974912" y="43616"/>
                  <a:pt x="999417" y="49095"/>
                </a:cubicBezTo>
                <a:lnTo>
                  <a:pt x="1001740" y="38715"/>
                </a:lnTo>
                <a:moveTo>
                  <a:pt x="847758" y="21660"/>
                </a:moveTo>
                <a:lnTo>
                  <a:pt x="847914" y="11022"/>
                </a:lnTo>
                <a:cubicBezTo>
                  <a:pt x="822045" y="10641"/>
                  <a:pt x="795884" y="11314"/>
                  <a:pt x="769564" y="12890"/>
                </a:cubicBezTo>
                <a:lnTo>
                  <a:pt x="770200" y="23508"/>
                </a:lnTo>
                <a:lnTo>
                  <a:pt x="770836" y="34130"/>
                </a:lnTo>
                <a:cubicBezTo>
                  <a:pt x="796679" y="32580"/>
                  <a:pt x="822309" y="31924"/>
                  <a:pt x="847601" y="32299"/>
                </a:cubicBezTo>
                <a:lnTo>
                  <a:pt x="847758" y="21660"/>
                </a:lnTo>
                <a:moveTo>
                  <a:pt x="692932" y="30578"/>
                </a:moveTo>
                <a:lnTo>
                  <a:pt x="691652" y="20016"/>
                </a:lnTo>
                <a:cubicBezTo>
                  <a:pt x="665891" y="23136"/>
                  <a:pt x="640088" y="26978"/>
                  <a:pt x="614361" y="31401"/>
                </a:cubicBezTo>
                <a:lnTo>
                  <a:pt x="616163" y="41886"/>
                </a:lnTo>
                <a:lnTo>
                  <a:pt x="617967" y="52372"/>
                </a:lnTo>
                <a:cubicBezTo>
                  <a:pt x="643380" y="47999"/>
                  <a:pt x="668833" y="44215"/>
                  <a:pt x="694212" y="41140"/>
                </a:cubicBezTo>
                <a:lnTo>
                  <a:pt x="692932" y="30578"/>
                </a:lnTo>
                <a:moveTo>
                  <a:pt x="539981" y="56653"/>
                </a:moveTo>
                <a:lnTo>
                  <a:pt x="537750" y="46250"/>
                </a:lnTo>
                <a:cubicBezTo>
                  <a:pt x="525019" y="48979"/>
                  <a:pt x="512335" y="51824"/>
                  <a:pt x="499712" y="54765"/>
                </a:cubicBezTo>
                <a:lnTo>
                  <a:pt x="502126" y="65125"/>
                </a:lnTo>
                <a:lnTo>
                  <a:pt x="504540" y="75485"/>
                </a:lnTo>
                <a:cubicBezTo>
                  <a:pt x="517047" y="72572"/>
                  <a:pt x="529609" y="69756"/>
                  <a:pt x="542211" y="67053"/>
                </a:cubicBezTo>
                <a:lnTo>
                  <a:pt x="539981" y="56653"/>
                </a:lnTo>
                <a:moveTo>
                  <a:pt x="502126" y="65125"/>
                </a:moveTo>
                <a:lnTo>
                  <a:pt x="499712" y="54765"/>
                </a:lnTo>
                <a:cubicBezTo>
                  <a:pt x="486745" y="57783"/>
                  <a:pt x="474162" y="60949"/>
                  <a:pt x="461945" y="64265"/>
                </a:cubicBezTo>
                <a:lnTo>
                  <a:pt x="464732" y="74531"/>
                </a:lnTo>
                <a:lnTo>
                  <a:pt x="467520" y="84798"/>
                </a:lnTo>
                <a:cubicBezTo>
                  <a:pt x="479473" y="81553"/>
                  <a:pt x="491807" y="78452"/>
                  <a:pt x="504540" y="75485"/>
                </a:cubicBezTo>
                <a:lnTo>
                  <a:pt x="502126" y="65125"/>
                </a:lnTo>
                <a:moveTo>
                  <a:pt x="391471" y="97923"/>
                </a:moveTo>
                <a:lnTo>
                  <a:pt x="387741" y="87961"/>
                </a:lnTo>
                <a:cubicBezTo>
                  <a:pt x="362132" y="97546"/>
                  <a:pt x="338385" y="108108"/>
                  <a:pt x="316258" y="119762"/>
                </a:cubicBezTo>
                <a:lnTo>
                  <a:pt x="321216" y="129177"/>
                </a:lnTo>
                <a:lnTo>
                  <a:pt x="326174" y="138589"/>
                </a:lnTo>
                <a:cubicBezTo>
                  <a:pt x="347434" y="127391"/>
                  <a:pt x="370353" y="117187"/>
                  <a:pt x="395200" y="107886"/>
                </a:cubicBezTo>
                <a:lnTo>
                  <a:pt x="391471" y="97923"/>
                </a:lnTo>
                <a:moveTo>
                  <a:pt x="256157" y="170127"/>
                </a:moveTo>
                <a:lnTo>
                  <a:pt x="249778" y="161612"/>
                </a:lnTo>
                <a:cubicBezTo>
                  <a:pt x="228564" y="177506"/>
                  <a:pt x="209111" y="194898"/>
                  <a:pt x="191056" y="213932"/>
                </a:cubicBezTo>
                <a:lnTo>
                  <a:pt x="198775" y="221252"/>
                </a:lnTo>
                <a:lnTo>
                  <a:pt x="206494" y="228574"/>
                </a:lnTo>
                <a:cubicBezTo>
                  <a:pt x="223740" y="210392"/>
                  <a:pt x="242299" y="193800"/>
                  <a:pt x="262535" y="178641"/>
                </a:cubicBezTo>
                <a:lnTo>
                  <a:pt x="256157" y="170127"/>
                </a:lnTo>
                <a:moveTo>
                  <a:pt x="150329" y="280931"/>
                </a:moveTo>
                <a:lnTo>
                  <a:pt x="141611" y="274833"/>
                </a:lnTo>
                <a:cubicBezTo>
                  <a:pt x="127169" y="295485"/>
                  <a:pt x="113632" y="317622"/>
                  <a:pt x="100704" y="341346"/>
                </a:cubicBezTo>
                <a:lnTo>
                  <a:pt x="110045" y="346437"/>
                </a:lnTo>
                <a:lnTo>
                  <a:pt x="119387" y="351528"/>
                </a:lnTo>
                <a:cubicBezTo>
                  <a:pt x="131991" y="328400"/>
                  <a:pt x="145118" y="306944"/>
                  <a:pt x="159047" y="287027"/>
                </a:cubicBezTo>
                <a:lnTo>
                  <a:pt x="150329" y="280931"/>
                </a:lnTo>
                <a:moveTo>
                  <a:pt x="75976" y="415435"/>
                </a:moveTo>
                <a:lnTo>
                  <a:pt x="66279" y="411060"/>
                </a:lnTo>
                <a:cubicBezTo>
                  <a:pt x="61072" y="422606"/>
                  <a:pt x="55925" y="434469"/>
                  <a:pt x="50816" y="446657"/>
                </a:cubicBezTo>
                <a:lnTo>
                  <a:pt x="60627" y="450768"/>
                </a:lnTo>
                <a:lnTo>
                  <a:pt x="70439" y="454882"/>
                </a:lnTo>
                <a:cubicBezTo>
                  <a:pt x="75482" y="442853"/>
                  <a:pt x="80553" y="431164"/>
                  <a:pt x="85674" y="419807"/>
                </a:cubicBezTo>
                <a:lnTo>
                  <a:pt x="75976" y="415435"/>
                </a:lnTo>
                <a:moveTo>
                  <a:pt x="60627" y="450768"/>
                </a:moveTo>
                <a:lnTo>
                  <a:pt x="50816" y="446657"/>
                </a:lnTo>
                <a:cubicBezTo>
                  <a:pt x="45257" y="459919"/>
                  <a:pt x="40382" y="471963"/>
                  <a:pt x="36147" y="483021"/>
                </a:cubicBezTo>
                <a:lnTo>
                  <a:pt x="46082" y="486826"/>
                </a:lnTo>
                <a:lnTo>
                  <a:pt x="56017" y="490630"/>
                </a:lnTo>
                <a:cubicBezTo>
                  <a:pt x="60150" y="479836"/>
                  <a:pt x="64937" y="468008"/>
                  <a:pt x="70439" y="454882"/>
                </a:cubicBezTo>
                <a:lnTo>
                  <a:pt x="60627" y="450768"/>
                </a:lnTo>
                <a:moveTo>
                  <a:pt x="24863" y="561428"/>
                </a:moveTo>
                <a:lnTo>
                  <a:pt x="14310" y="560083"/>
                </a:lnTo>
                <a:cubicBezTo>
                  <a:pt x="10790" y="587668"/>
                  <a:pt x="14223" y="610961"/>
                  <a:pt x="21457" y="640840"/>
                </a:cubicBezTo>
                <a:lnTo>
                  <a:pt x="31797" y="638336"/>
                </a:lnTo>
                <a:lnTo>
                  <a:pt x="42137" y="635832"/>
                </a:lnTo>
                <a:cubicBezTo>
                  <a:pt x="35160" y="607020"/>
                  <a:pt x="32372" y="586637"/>
                  <a:pt x="35416" y="562777"/>
                </a:cubicBezTo>
                <a:lnTo>
                  <a:pt x="24863" y="561428"/>
                </a:lnTo>
                <a:moveTo>
                  <a:pt x="51401" y="713464"/>
                </a:moveTo>
                <a:lnTo>
                  <a:pt x="41090" y="716087"/>
                </a:lnTo>
                <a:cubicBezTo>
                  <a:pt x="44011" y="727572"/>
                  <a:pt x="47083" y="740053"/>
                  <a:pt x="50266" y="753718"/>
                </a:cubicBezTo>
                <a:lnTo>
                  <a:pt x="60627" y="751304"/>
                </a:lnTo>
                <a:lnTo>
                  <a:pt x="70989" y="748891"/>
                </a:lnTo>
                <a:cubicBezTo>
                  <a:pt x="67768" y="735064"/>
                  <a:pt x="64662" y="722444"/>
                  <a:pt x="61711" y="710843"/>
                </a:cubicBezTo>
                <a:lnTo>
                  <a:pt x="51401" y="713464"/>
                </a:lnTo>
                <a:moveTo>
                  <a:pt x="60627" y="751304"/>
                </a:moveTo>
                <a:lnTo>
                  <a:pt x="50266" y="753718"/>
                </a:lnTo>
                <a:cubicBezTo>
                  <a:pt x="53754" y="768689"/>
                  <a:pt x="57473" y="783447"/>
                  <a:pt x="61422" y="797983"/>
                </a:cubicBezTo>
                <a:lnTo>
                  <a:pt x="71689" y="795195"/>
                </a:lnTo>
                <a:lnTo>
                  <a:pt x="81955" y="792404"/>
                </a:lnTo>
                <a:cubicBezTo>
                  <a:pt x="78075" y="778123"/>
                  <a:pt x="74418" y="763615"/>
                  <a:pt x="70989" y="748891"/>
                </a:cubicBezTo>
                <a:lnTo>
                  <a:pt x="60627" y="751304"/>
                </a:lnTo>
                <a:moveTo>
                  <a:pt x="98819" y="881481"/>
                </a:moveTo>
                <a:lnTo>
                  <a:pt x="88810" y="885086"/>
                </a:lnTo>
                <a:cubicBezTo>
                  <a:pt x="99359" y="914364"/>
                  <a:pt x="110967" y="942534"/>
                  <a:pt x="123619" y="969515"/>
                </a:cubicBezTo>
                <a:lnTo>
                  <a:pt x="133251" y="964998"/>
                </a:lnTo>
                <a:lnTo>
                  <a:pt x="142883" y="960481"/>
                </a:lnTo>
                <a:cubicBezTo>
                  <a:pt x="130523" y="934128"/>
                  <a:pt x="119165" y="906565"/>
                  <a:pt x="108828" y="877875"/>
                </a:cubicBezTo>
                <a:lnTo>
                  <a:pt x="98819" y="881481"/>
                </a:lnTo>
                <a:moveTo>
                  <a:pt x="175905" y="1044754"/>
                </a:moveTo>
                <a:lnTo>
                  <a:pt x="166815" y="1050281"/>
                </a:lnTo>
                <a:cubicBezTo>
                  <a:pt x="183036" y="1076953"/>
                  <a:pt x="200495" y="1102088"/>
                  <a:pt x="219173" y="1125571"/>
                </a:cubicBezTo>
                <a:lnTo>
                  <a:pt x="227499" y="1118950"/>
                </a:lnTo>
                <a:lnTo>
                  <a:pt x="235825" y="1112326"/>
                </a:lnTo>
                <a:cubicBezTo>
                  <a:pt x="217730" y="1089579"/>
                  <a:pt x="200778" y="1065176"/>
                  <a:pt x="184994" y="1039226"/>
                </a:cubicBezTo>
                <a:lnTo>
                  <a:pt x="175905" y="1044754"/>
                </a:lnTo>
                <a:moveTo>
                  <a:pt x="288585" y="1185500"/>
                </a:moveTo>
                <a:lnTo>
                  <a:pt x="281300" y="1193254"/>
                </a:lnTo>
                <a:cubicBezTo>
                  <a:pt x="303902" y="1214497"/>
                  <a:pt x="327869" y="1233712"/>
                  <a:pt x="353171" y="1250756"/>
                </a:cubicBezTo>
                <a:lnTo>
                  <a:pt x="359115" y="1241932"/>
                </a:lnTo>
                <a:lnTo>
                  <a:pt x="365058" y="1233108"/>
                </a:lnTo>
                <a:cubicBezTo>
                  <a:pt x="340741" y="1216728"/>
                  <a:pt x="317669" y="1198237"/>
                  <a:pt x="295871" y="1177749"/>
                </a:cubicBezTo>
                <a:lnTo>
                  <a:pt x="288585" y="1185500"/>
                </a:lnTo>
                <a:moveTo>
                  <a:pt x="438070" y="1285803"/>
                </a:moveTo>
                <a:lnTo>
                  <a:pt x="433726" y="1295513"/>
                </a:lnTo>
                <a:cubicBezTo>
                  <a:pt x="461491" y="1307931"/>
                  <a:pt x="490521" y="1318053"/>
                  <a:pt x="520785" y="1325744"/>
                </a:cubicBezTo>
                <a:lnTo>
                  <a:pt x="523405" y="1315433"/>
                </a:lnTo>
                <a:lnTo>
                  <a:pt x="526024" y="1305124"/>
                </a:lnTo>
                <a:cubicBezTo>
                  <a:pt x="496937" y="1297730"/>
                  <a:pt x="469060" y="1288009"/>
                  <a:pt x="442414" y="1276090"/>
                </a:cubicBezTo>
                <a:lnTo>
                  <a:pt x="438070" y="1285803"/>
                </a:lnTo>
                <a:moveTo>
                  <a:pt x="612435" y="1330472"/>
                </a:moveTo>
                <a:lnTo>
                  <a:pt x="611494" y="1341068"/>
                </a:lnTo>
                <a:cubicBezTo>
                  <a:pt x="641136" y="1343697"/>
                  <a:pt x="671752" y="1344211"/>
                  <a:pt x="703316" y="1342518"/>
                </a:cubicBezTo>
                <a:lnTo>
                  <a:pt x="702747" y="1331894"/>
                </a:lnTo>
                <a:lnTo>
                  <a:pt x="702177" y="1321273"/>
                </a:lnTo>
                <a:cubicBezTo>
                  <a:pt x="671578" y="1322911"/>
                  <a:pt x="641972" y="1322411"/>
                  <a:pt x="613375" y="1319873"/>
                </a:cubicBezTo>
                <a:lnTo>
                  <a:pt x="612435" y="1330472"/>
                </a:lnTo>
                <a:moveTo>
                  <a:pt x="792556" y="1321420"/>
                </a:moveTo>
                <a:lnTo>
                  <a:pt x="794411" y="1331894"/>
                </a:lnTo>
                <a:cubicBezTo>
                  <a:pt x="809205" y="1329276"/>
                  <a:pt x="824182" y="1326204"/>
                  <a:pt x="839339" y="1322672"/>
                </a:cubicBezTo>
                <a:lnTo>
                  <a:pt x="836925" y="1312312"/>
                </a:lnTo>
                <a:lnTo>
                  <a:pt x="834512" y="1301952"/>
                </a:lnTo>
                <a:cubicBezTo>
                  <a:pt x="819716" y="1305399"/>
                  <a:pt x="805111" y="1308391"/>
                  <a:pt x="790701" y="1310944"/>
                </a:cubicBezTo>
                <a:lnTo>
                  <a:pt x="792556" y="1321420"/>
                </a:lnTo>
                <a:moveTo>
                  <a:pt x="1238840" y="163531"/>
                </a:moveTo>
                <a:lnTo>
                  <a:pt x="1253825" y="148427"/>
                </a:lnTo>
                <a:lnTo>
                  <a:pt x="1238840" y="163531"/>
                </a:lnTo>
                <a:moveTo>
                  <a:pt x="60627" y="450768"/>
                </a:moveTo>
                <a:lnTo>
                  <a:pt x="80250" y="458993"/>
                </a:lnTo>
                <a:lnTo>
                  <a:pt x="60627" y="450768"/>
                </a:lnTo>
                <a:moveTo>
                  <a:pt x="836925" y="1312312"/>
                </a:moveTo>
                <a:lnTo>
                  <a:pt x="841752" y="1333035"/>
                </a:lnTo>
                <a:cubicBezTo>
                  <a:pt x="856118" y="1329688"/>
                  <a:pt x="870301" y="1325966"/>
                  <a:pt x="884294" y="1321880"/>
                </a:cubicBezTo>
                <a:lnTo>
                  <a:pt x="878329" y="1301455"/>
                </a:lnTo>
                <a:lnTo>
                  <a:pt x="872366" y="1281033"/>
                </a:lnTo>
                <a:cubicBezTo>
                  <a:pt x="859126" y="1284897"/>
                  <a:pt x="845701" y="1288421"/>
                  <a:pt x="832099" y="1291589"/>
                </a:cubicBezTo>
                <a:lnTo>
                  <a:pt x="836925" y="1312312"/>
                </a:lnTo>
                <a:moveTo>
                  <a:pt x="958992" y="1272930"/>
                </a:moveTo>
                <a:lnTo>
                  <a:pt x="967198" y="1292560"/>
                </a:lnTo>
                <a:cubicBezTo>
                  <a:pt x="994482" y="1281152"/>
                  <a:pt x="1020869" y="1268302"/>
                  <a:pt x="1046288" y="1254120"/>
                </a:cubicBezTo>
                <a:lnTo>
                  <a:pt x="1035921" y="1235538"/>
                </a:lnTo>
                <a:lnTo>
                  <a:pt x="1025555" y="1216958"/>
                </a:lnTo>
                <a:cubicBezTo>
                  <a:pt x="1001526" y="1230365"/>
                  <a:pt x="976581" y="1242514"/>
                  <a:pt x="950784" y="1253300"/>
                </a:cubicBezTo>
                <a:lnTo>
                  <a:pt x="958992" y="1272930"/>
                </a:lnTo>
                <a:moveTo>
                  <a:pt x="1108131" y="1189716"/>
                </a:moveTo>
                <a:lnTo>
                  <a:pt x="1120528" y="1207010"/>
                </a:lnTo>
                <a:cubicBezTo>
                  <a:pt x="1144467" y="1189847"/>
                  <a:pt x="1167314" y="1171415"/>
                  <a:pt x="1188994" y="1151830"/>
                </a:cubicBezTo>
                <a:lnTo>
                  <a:pt x="1174731" y="1136042"/>
                </a:lnTo>
                <a:lnTo>
                  <a:pt x="1160469" y="1120253"/>
                </a:lnTo>
                <a:cubicBezTo>
                  <a:pt x="1139968" y="1138770"/>
                  <a:pt x="1118366" y="1156200"/>
                  <a:pt x="1095735" y="1172423"/>
                </a:cubicBezTo>
                <a:lnTo>
                  <a:pt x="1108131" y="1189716"/>
                </a:lnTo>
                <a:moveTo>
                  <a:pt x="1234892" y="1075232"/>
                </a:moveTo>
                <a:lnTo>
                  <a:pt x="1250831" y="1089326"/>
                </a:lnTo>
                <a:cubicBezTo>
                  <a:pt x="1270280" y="1067328"/>
                  <a:pt x="1288459" y="1044285"/>
                  <a:pt x="1305294" y="1020317"/>
                </a:cubicBezTo>
                <a:lnTo>
                  <a:pt x="1287881" y="1008088"/>
                </a:lnTo>
                <a:lnTo>
                  <a:pt x="1270470" y="995860"/>
                </a:lnTo>
                <a:cubicBezTo>
                  <a:pt x="1254545" y="1018534"/>
                  <a:pt x="1237347" y="1040333"/>
                  <a:pt x="1218952" y="1061138"/>
                </a:cubicBezTo>
                <a:lnTo>
                  <a:pt x="1234892" y="1075232"/>
                </a:lnTo>
                <a:moveTo>
                  <a:pt x="1333067" y="935459"/>
                </a:moveTo>
                <a:lnTo>
                  <a:pt x="1351732" y="945675"/>
                </a:lnTo>
                <a:cubicBezTo>
                  <a:pt x="1365794" y="919983"/>
                  <a:pt x="1378433" y="893490"/>
                  <a:pt x="1389569" y="866325"/>
                </a:cubicBezTo>
                <a:lnTo>
                  <a:pt x="1369882" y="858253"/>
                </a:lnTo>
                <a:lnTo>
                  <a:pt x="1350197" y="850182"/>
                </a:lnTo>
                <a:cubicBezTo>
                  <a:pt x="1339662" y="875879"/>
                  <a:pt x="1327706" y="900938"/>
                  <a:pt x="1314402" y="925244"/>
                </a:cubicBezTo>
                <a:lnTo>
                  <a:pt x="1333067" y="935459"/>
                </a:lnTo>
                <a:moveTo>
                  <a:pt x="1397850" y="777413"/>
                </a:moveTo>
                <a:lnTo>
                  <a:pt x="1418316" y="783231"/>
                </a:lnTo>
                <a:cubicBezTo>
                  <a:pt x="1426303" y="755129"/>
                  <a:pt x="1432743" y="726487"/>
                  <a:pt x="1437560" y="697431"/>
                </a:cubicBezTo>
                <a:lnTo>
                  <a:pt x="1416568" y="693950"/>
                </a:lnTo>
                <a:lnTo>
                  <a:pt x="1395578" y="690472"/>
                </a:lnTo>
                <a:cubicBezTo>
                  <a:pt x="1391026" y="717941"/>
                  <a:pt x="1384936" y="745021"/>
                  <a:pt x="1377384" y="771596"/>
                </a:cubicBezTo>
                <a:lnTo>
                  <a:pt x="1397850" y="777413"/>
                </a:lnTo>
                <a:moveTo>
                  <a:pt x="1425765" y="608925"/>
                </a:moveTo>
                <a:lnTo>
                  <a:pt x="1447014" y="610012"/>
                </a:lnTo>
                <a:cubicBezTo>
                  <a:pt x="1448504" y="580942"/>
                  <a:pt x="1448373" y="551593"/>
                  <a:pt x="1446549" y="522077"/>
                </a:cubicBezTo>
                <a:lnTo>
                  <a:pt x="1425313" y="523389"/>
                </a:lnTo>
                <a:lnTo>
                  <a:pt x="1404076" y="524703"/>
                </a:lnTo>
                <a:cubicBezTo>
                  <a:pt x="1405799" y="552610"/>
                  <a:pt x="1405924" y="580357"/>
                  <a:pt x="1404516" y="607835"/>
                </a:cubicBezTo>
                <a:lnTo>
                  <a:pt x="1425765" y="608925"/>
                </a:lnTo>
                <a:moveTo>
                  <a:pt x="1415258" y="438426"/>
                </a:moveTo>
                <a:lnTo>
                  <a:pt x="1436216" y="434750"/>
                </a:lnTo>
                <a:cubicBezTo>
                  <a:pt x="1433697" y="420395"/>
                  <a:pt x="1430770" y="406026"/>
                  <a:pt x="1427423" y="391659"/>
                </a:cubicBezTo>
                <a:lnTo>
                  <a:pt x="1406701" y="396486"/>
                </a:lnTo>
                <a:lnTo>
                  <a:pt x="1385979" y="401313"/>
                </a:lnTo>
                <a:cubicBezTo>
                  <a:pt x="1389148" y="414915"/>
                  <a:pt x="1391919" y="428515"/>
                  <a:pt x="1394302" y="442100"/>
                </a:cubicBezTo>
                <a:lnTo>
                  <a:pt x="1415258" y="438426"/>
                </a:lnTo>
                <a:moveTo>
                  <a:pt x="1406701" y="396486"/>
                </a:moveTo>
                <a:lnTo>
                  <a:pt x="1427423" y="391659"/>
                </a:lnTo>
                <a:cubicBezTo>
                  <a:pt x="1424297" y="378239"/>
                  <a:pt x="1421131" y="366013"/>
                  <a:pt x="1417875" y="354807"/>
                </a:cubicBezTo>
                <a:lnTo>
                  <a:pt x="1397442" y="360744"/>
                </a:lnTo>
                <a:lnTo>
                  <a:pt x="1377012" y="366680"/>
                </a:lnTo>
                <a:cubicBezTo>
                  <a:pt x="1380018" y="377032"/>
                  <a:pt x="1382995" y="388505"/>
                  <a:pt x="1385979" y="401313"/>
                </a:cubicBezTo>
                <a:lnTo>
                  <a:pt x="1406701" y="396486"/>
                </a:lnTo>
                <a:moveTo>
                  <a:pt x="1369601" y="292634"/>
                </a:moveTo>
                <a:lnTo>
                  <a:pt x="1387887" y="281758"/>
                </a:lnTo>
                <a:cubicBezTo>
                  <a:pt x="1372979" y="256699"/>
                  <a:pt x="1355596" y="239323"/>
                  <a:pt x="1335281" y="221439"/>
                </a:cubicBezTo>
                <a:lnTo>
                  <a:pt x="1321222" y="237412"/>
                </a:lnTo>
                <a:lnTo>
                  <a:pt x="1307163" y="253383"/>
                </a:lnTo>
                <a:cubicBezTo>
                  <a:pt x="1326118" y="270066"/>
                  <a:pt x="1339715" y="284015"/>
                  <a:pt x="1351317" y="303514"/>
                </a:cubicBezTo>
                <a:lnTo>
                  <a:pt x="1369601" y="292634"/>
                </a:lnTo>
                <a:moveTo>
                  <a:pt x="1265575" y="188979"/>
                </a:moveTo>
                <a:lnTo>
                  <a:pt x="1279927" y="173272"/>
                </a:lnTo>
                <a:cubicBezTo>
                  <a:pt x="1271755" y="165805"/>
                  <a:pt x="1263072" y="157600"/>
                  <a:pt x="1253825" y="148427"/>
                </a:cubicBezTo>
                <a:lnTo>
                  <a:pt x="1238840" y="163531"/>
                </a:lnTo>
                <a:lnTo>
                  <a:pt x="1223856" y="178638"/>
                </a:lnTo>
                <a:cubicBezTo>
                  <a:pt x="1233556" y="188260"/>
                  <a:pt x="1242663" y="196866"/>
                  <a:pt x="1251223" y="204688"/>
                </a:cubicBezTo>
                <a:lnTo>
                  <a:pt x="1265575" y="188979"/>
                </a:lnTo>
                <a:moveTo>
                  <a:pt x="1238840" y="163531"/>
                </a:moveTo>
                <a:lnTo>
                  <a:pt x="1253825" y="148427"/>
                </a:lnTo>
                <a:cubicBezTo>
                  <a:pt x="1244087" y="138768"/>
                  <a:pt x="1234036" y="129654"/>
                  <a:pt x="1223693" y="121066"/>
                </a:cubicBezTo>
                <a:lnTo>
                  <a:pt x="1210102" y="137436"/>
                </a:lnTo>
                <a:lnTo>
                  <a:pt x="1196511" y="153807"/>
                </a:lnTo>
                <a:cubicBezTo>
                  <a:pt x="1205893" y="161598"/>
                  <a:pt x="1215014" y="169865"/>
                  <a:pt x="1223856" y="178638"/>
                </a:cubicBezTo>
                <a:lnTo>
                  <a:pt x="1238840" y="163531"/>
                </a:lnTo>
                <a:moveTo>
                  <a:pt x="1146365" y="93386"/>
                </a:moveTo>
                <a:lnTo>
                  <a:pt x="1156900" y="74900"/>
                </a:lnTo>
                <a:cubicBezTo>
                  <a:pt x="1133389" y="61502"/>
                  <a:pt x="1108876" y="50177"/>
                  <a:pt x="1083558" y="40717"/>
                </a:cubicBezTo>
                <a:lnTo>
                  <a:pt x="1076111" y="60648"/>
                </a:lnTo>
                <a:lnTo>
                  <a:pt x="1068664" y="80579"/>
                </a:lnTo>
                <a:cubicBezTo>
                  <a:pt x="1091983" y="89292"/>
                  <a:pt x="1114416" y="99669"/>
                  <a:pt x="1135832" y="111872"/>
                </a:cubicBezTo>
                <a:lnTo>
                  <a:pt x="1146365" y="93386"/>
                </a:lnTo>
                <a:moveTo>
                  <a:pt x="1001740" y="38715"/>
                </a:moveTo>
                <a:lnTo>
                  <a:pt x="1006386" y="17952"/>
                </a:lnTo>
                <a:cubicBezTo>
                  <a:pt x="980601" y="12183"/>
                  <a:pt x="954233" y="7958"/>
                  <a:pt x="927448" y="5088"/>
                </a:cubicBezTo>
                <a:lnTo>
                  <a:pt x="925181" y="26243"/>
                </a:lnTo>
                <a:lnTo>
                  <a:pt x="922916" y="47400"/>
                </a:lnTo>
                <a:cubicBezTo>
                  <a:pt x="948247" y="50114"/>
                  <a:pt x="973017" y="54092"/>
                  <a:pt x="997095" y="59478"/>
                </a:cubicBezTo>
                <a:lnTo>
                  <a:pt x="1001740" y="38715"/>
                </a:lnTo>
                <a:moveTo>
                  <a:pt x="847758" y="21660"/>
                </a:moveTo>
                <a:lnTo>
                  <a:pt x="848072" y="386"/>
                </a:lnTo>
                <a:cubicBezTo>
                  <a:pt x="821913" y="0"/>
                  <a:pt x="795487" y="679"/>
                  <a:pt x="768928" y="2271"/>
                </a:cubicBezTo>
                <a:lnTo>
                  <a:pt x="770200" y="23508"/>
                </a:lnTo>
                <a:lnTo>
                  <a:pt x="771472" y="44748"/>
                </a:lnTo>
                <a:cubicBezTo>
                  <a:pt x="797077" y="43215"/>
                  <a:pt x="822440" y="42565"/>
                  <a:pt x="847445" y="42934"/>
                </a:cubicBezTo>
                <a:lnTo>
                  <a:pt x="847758" y="21660"/>
                </a:lnTo>
                <a:moveTo>
                  <a:pt x="692932" y="30578"/>
                </a:moveTo>
                <a:lnTo>
                  <a:pt x="690373" y="9454"/>
                </a:lnTo>
                <a:cubicBezTo>
                  <a:pt x="664420" y="12600"/>
                  <a:pt x="638441" y="16464"/>
                  <a:pt x="612557" y="20916"/>
                </a:cubicBezTo>
                <a:lnTo>
                  <a:pt x="616163" y="41886"/>
                </a:lnTo>
                <a:lnTo>
                  <a:pt x="619770" y="62857"/>
                </a:lnTo>
                <a:cubicBezTo>
                  <a:pt x="645027" y="58513"/>
                  <a:pt x="670304" y="54751"/>
                  <a:pt x="695491" y="51699"/>
                </a:cubicBezTo>
                <a:lnTo>
                  <a:pt x="692932" y="30578"/>
                </a:lnTo>
                <a:moveTo>
                  <a:pt x="539981" y="56653"/>
                </a:moveTo>
                <a:lnTo>
                  <a:pt x="535519" y="35848"/>
                </a:lnTo>
                <a:cubicBezTo>
                  <a:pt x="522725" y="38593"/>
                  <a:pt x="509979" y="41449"/>
                  <a:pt x="497299" y="44402"/>
                </a:cubicBezTo>
                <a:lnTo>
                  <a:pt x="502126" y="65125"/>
                </a:lnTo>
                <a:lnTo>
                  <a:pt x="506953" y="85848"/>
                </a:lnTo>
                <a:cubicBezTo>
                  <a:pt x="519403" y="82947"/>
                  <a:pt x="531904" y="80144"/>
                  <a:pt x="544441" y="77456"/>
                </a:cubicBezTo>
                <a:lnTo>
                  <a:pt x="539981" y="56653"/>
                </a:lnTo>
                <a:moveTo>
                  <a:pt x="502126" y="65125"/>
                </a:moveTo>
                <a:lnTo>
                  <a:pt x="497299" y="44402"/>
                </a:lnTo>
                <a:cubicBezTo>
                  <a:pt x="484214" y="47451"/>
                  <a:pt x="471506" y="50645"/>
                  <a:pt x="459159" y="53998"/>
                </a:cubicBezTo>
                <a:lnTo>
                  <a:pt x="464732" y="74531"/>
                </a:lnTo>
                <a:lnTo>
                  <a:pt x="470306" y="95064"/>
                </a:lnTo>
                <a:cubicBezTo>
                  <a:pt x="482129" y="91856"/>
                  <a:pt x="494338" y="88784"/>
                  <a:pt x="506953" y="85848"/>
                </a:cubicBezTo>
                <a:lnTo>
                  <a:pt x="502126" y="65125"/>
                </a:lnTo>
                <a:moveTo>
                  <a:pt x="391471" y="97923"/>
                </a:moveTo>
                <a:lnTo>
                  <a:pt x="384011" y="77998"/>
                </a:lnTo>
                <a:cubicBezTo>
                  <a:pt x="358022" y="87725"/>
                  <a:pt x="333861" y="98468"/>
                  <a:pt x="311300" y="110350"/>
                </a:cubicBezTo>
                <a:lnTo>
                  <a:pt x="321216" y="129177"/>
                </a:lnTo>
                <a:lnTo>
                  <a:pt x="331132" y="148001"/>
                </a:lnTo>
                <a:cubicBezTo>
                  <a:pt x="351959" y="137030"/>
                  <a:pt x="374463" y="127008"/>
                  <a:pt x="398930" y="117852"/>
                </a:cubicBezTo>
                <a:lnTo>
                  <a:pt x="391471" y="97923"/>
                </a:lnTo>
                <a:moveTo>
                  <a:pt x="256157" y="170127"/>
                </a:moveTo>
                <a:lnTo>
                  <a:pt x="243400" y="153100"/>
                </a:lnTo>
                <a:cubicBezTo>
                  <a:pt x="221697" y="169357"/>
                  <a:pt x="201797" y="187150"/>
                  <a:pt x="183338" y="206610"/>
                </a:cubicBezTo>
                <a:lnTo>
                  <a:pt x="198775" y="221252"/>
                </a:lnTo>
                <a:lnTo>
                  <a:pt x="214213" y="235896"/>
                </a:lnTo>
                <a:cubicBezTo>
                  <a:pt x="231055" y="218140"/>
                  <a:pt x="249167" y="201948"/>
                  <a:pt x="268913" y="187156"/>
                </a:cubicBezTo>
                <a:lnTo>
                  <a:pt x="256157" y="170127"/>
                </a:lnTo>
                <a:moveTo>
                  <a:pt x="150329" y="280931"/>
                </a:moveTo>
                <a:lnTo>
                  <a:pt x="132893" y="268737"/>
                </a:lnTo>
                <a:cubicBezTo>
                  <a:pt x="118194" y="289756"/>
                  <a:pt x="104452" y="312236"/>
                  <a:pt x="91363" y="336256"/>
                </a:cubicBezTo>
                <a:lnTo>
                  <a:pt x="110045" y="346437"/>
                </a:lnTo>
                <a:lnTo>
                  <a:pt x="128728" y="356618"/>
                </a:lnTo>
                <a:cubicBezTo>
                  <a:pt x="141171" y="333786"/>
                  <a:pt x="154093" y="312676"/>
                  <a:pt x="167766" y="293123"/>
                </a:cubicBezTo>
                <a:lnTo>
                  <a:pt x="150329" y="280931"/>
                </a:lnTo>
                <a:moveTo>
                  <a:pt x="75976" y="415435"/>
                </a:moveTo>
                <a:lnTo>
                  <a:pt x="56581" y="406687"/>
                </a:lnTo>
                <a:cubicBezTo>
                  <a:pt x="51331" y="418325"/>
                  <a:pt x="46147" y="430278"/>
                  <a:pt x="41005" y="442543"/>
                </a:cubicBezTo>
                <a:lnTo>
                  <a:pt x="60627" y="450768"/>
                </a:lnTo>
                <a:lnTo>
                  <a:pt x="80250" y="458993"/>
                </a:lnTo>
                <a:cubicBezTo>
                  <a:pt x="85260" y="447043"/>
                  <a:pt x="90292" y="435442"/>
                  <a:pt x="95372" y="424182"/>
                </a:cubicBezTo>
                <a:lnTo>
                  <a:pt x="75976" y="415435"/>
                </a:lnTo>
                <a:moveTo>
                  <a:pt x="60627" y="450768"/>
                </a:moveTo>
                <a:lnTo>
                  <a:pt x="41005" y="442543"/>
                </a:lnTo>
                <a:cubicBezTo>
                  <a:pt x="35417" y="455873"/>
                  <a:pt x="30498" y="468025"/>
                  <a:pt x="26212" y="479217"/>
                </a:cubicBezTo>
                <a:lnTo>
                  <a:pt x="46082" y="486826"/>
                </a:lnTo>
                <a:lnTo>
                  <a:pt x="65952" y="494435"/>
                </a:lnTo>
                <a:cubicBezTo>
                  <a:pt x="70034" y="483774"/>
                  <a:pt x="74777" y="472054"/>
                  <a:pt x="80250" y="458993"/>
                </a:cubicBezTo>
                <a:lnTo>
                  <a:pt x="60627" y="450768"/>
                </a:lnTo>
                <a:moveTo>
                  <a:pt x="24863" y="561428"/>
                </a:moveTo>
                <a:lnTo>
                  <a:pt x="3758" y="558737"/>
                </a:lnTo>
                <a:cubicBezTo>
                  <a:pt x="0" y="588182"/>
                  <a:pt x="3754" y="612928"/>
                  <a:pt x="11118" y="643344"/>
                </a:cubicBezTo>
                <a:lnTo>
                  <a:pt x="31797" y="638336"/>
                </a:lnTo>
                <a:lnTo>
                  <a:pt x="52477" y="633331"/>
                </a:lnTo>
                <a:cubicBezTo>
                  <a:pt x="45629" y="605049"/>
                  <a:pt x="43162" y="586121"/>
                  <a:pt x="45969" y="564123"/>
                </a:cubicBezTo>
                <a:lnTo>
                  <a:pt x="24863" y="561428"/>
                </a:lnTo>
                <a:moveTo>
                  <a:pt x="51401" y="713464"/>
                </a:moveTo>
                <a:lnTo>
                  <a:pt x="30780" y="718708"/>
                </a:lnTo>
                <a:cubicBezTo>
                  <a:pt x="33686" y="730135"/>
                  <a:pt x="36740" y="742545"/>
                  <a:pt x="39905" y="756131"/>
                </a:cubicBezTo>
                <a:lnTo>
                  <a:pt x="60627" y="751304"/>
                </a:lnTo>
                <a:lnTo>
                  <a:pt x="81350" y="746478"/>
                </a:lnTo>
                <a:cubicBezTo>
                  <a:pt x="78110" y="732571"/>
                  <a:pt x="74986" y="719880"/>
                  <a:pt x="72021" y="708220"/>
                </a:cubicBezTo>
                <a:lnTo>
                  <a:pt x="51401" y="713464"/>
                </a:lnTo>
                <a:moveTo>
                  <a:pt x="60627" y="751304"/>
                </a:moveTo>
                <a:lnTo>
                  <a:pt x="39905" y="756131"/>
                </a:lnTo>
                <a:cubicBezTo>
                  <a:pt x="43421" y="771227"/>
                  <a:pt x="47172" y="786110"/>
                  <a:pt x="51156" y="800774"/>
                </a:cubicBezTo>
                <a:lnTo>
                  <a:pt x="71689" y="795195"/>
                </a:lnTo>
                <a:lnTo>
                  <a:pt x="92221" y="789616"/>
                </a:lnTo>
                <a:cubicBezTo>
                  <a:pt x="88375" y="775460"/>
                  <a:pt x="84751" y="761080"/>
                  <a:pt x="81350" y="746478"/>
                </a:cubicBezTo>
                <a:lnTo>
                  <a:pt x="60627" y="751304"/>
                </a:lnTo>
                <a:moveTo>
                  <a:pt x="98819" y="881481"/>
                </a:moveTo>
                <a:lnTo>
                  <a:pt x="78802" y="888692"/>
                </a:lnTo>
                <a:cubicBezTo>
                  <a:pt x="89456" y="918262"/>
                  <a:pt x="101188" y="946739"/>
                  <a:pt x="113987" y="974032"/>
                </a:cubicBezTo>
                <a:lnTo>
                  <a:pt x="133251" y="964998"/>
                </a:lnTo>
                <a:lnTo>
                  <a:pt x="152514" y="955964"/>
                </a:lnTo>
                <a:cubicBezTo>
                  <a:pt x="140302" y="929923"/>
                  <a:pt x="129068" y="902664"/>
                  <a:pt x="118837" y="874269"/>
                </a:cubicBezTo>
                <a:lnTo>
                  <a:pt x="98819" y="881481"/>
                </a:lnTo>
                <a:moveTo>
                  <a:pt x="175905" y="1044754"/>
                </a:moveTo>
                <a:lnTo>
                  <a:pt x="157726" y="1055809"/>
                </a:lnTo>
                <a:cubicBezTo>
                  <a:pt x="174166" y="1082841"/>
                  <a:pt x="191878" y="1108346"/>
                  <a:pt x="210848" y="1132195"/>
                </a:cubicBezTo>
                <a:lnTo>
                  <a:pt x="227499" y="1118950"/>
                </a:lnTo>
                <a:lnTo>
                  <a:pt x="244151" y="1105705"/>
                </a:lnTo>
                <a:cubicBezTo>
                  <a:pt x="226348" y="1083324"/>
                  <a:pt x="209649" y="1059290"/>
                  <a:pt x="194084" y="1033698"/>
                </a:cubicBezTo>
                <a:lnTo>
                  <a:pt x="175905" y="1044754"/>
                </a:lnTo>
                <a:moveTo>
                  <a:pt x="288585" y="1185500"/>
                </a:moveTo>
                <a:lnTo>
                  <a:pt x="274014" y="1201005"/>
                </a:lnTo>
                <a:cubicBezTo>
                  <a:pt x="297020" y="1222628"/>
                  <a:pt x="321432" y="1242204"/>
                  <a:pt x="347228" y="1259580"/>
                </a:cubicBezTo>
                <a:lnTo>
                  <a:pt x="359115" y="1241932"/>
                </a:lnTo>
                <a:lnTo>
                  <a:pt x="371001" y="1224283"/>
                </a:lnTo>
                <a:cubicBezTo>
                  <a:pt x="347177" y="1208236"/>
                  <a:pt x="324553" y="1190105"/>
                  <a:pt x="303156" y="1169995"/>
                </a:cubicBezTo>
                <a:lnTo>
                  <a:pt x="288585" y="1185500"/>
                </a:lnTo>
                <a:moveTo>
                  <a:pt x="438070" y="1285803"/>
                </a:moveTo>
                <a:lnTo>
                  <a:pt x="429381" y="1305223"/>
                </a:lnTo>
                <a:cubicBezTo>
                  <a:pt x="457706" y="1317894"/>
                  <a:pt x="487313" y="1328215"/>
                  <a:pt x="518165" y="1336054"/>
                </a:cubicBezTo>
                <a:lnTo>
                  <a:pt x="523405" y="1315433"/>
                </a:lnTo>
                <a:lnTo>
                  <a:pt x="528644" y="1294812"/>
                </a:lnTo>
                <a:cubicBezTo>
                  <a:pt x="500145" y="1287569"/>
                  <a:pt x="472846" y="1278049"/>
                  <a:pt x="446758" y="1266380"/>
                </a:cubicBezTo>
                <a:lnTo>
                  <a:pt x="438070" y="1285803"/>
                </a:lnTo>
                <a:moveTo>
                  <a:pt x="612435" y="1330472"/>
                </a:moveTo>
                <a:lnTo>
                  <a:pt x="610555" y="1351666"/>
                </a:lnTo>
                <a:cubicBezTo>
                  <a:pt x="640718" y="1354341"/>
                  <a:pt x="671838" y="1354860"/>
                  <a:pt x="703886" y="1353140"/>
                </a:cubicBezTo>
                <a:lnTo>
                  <a:pt x="702747" y="1331894"/>
                </a:lnTo>
                <a:lnTo>
                  <a:pt x="701607" y="1310649"/>
                </a:lnTo>
                <a:cubicBezTo>
                  <a:pt x="671491" y="1312264"/>
                  <a:pt x="642390" y="1311767"/>
                  <a:pt x="614314" y="1309277"/>
                </a:cubicBezTo>
                <a:lnTo>
                  <a:pt x="612435" y="1330472"/>
                </a:lnTo>
                <a:moveTo>
                  <a:pt x="792556" y="1321420"/>
                </a:moveTo>
                <a:lnTo>
                  <a:pt x="796266" y="1342371"/>
                </a:lnTo>
                <a:cubicBezTo>
                  <a:pt x="811252" y="1339716"/>
                  <a:pt x="826415" y="1336607"/>
                  <a:pt x="841752" y="1333035"/>
                </a:cubicBezTo>
                <a:lnTo>
                  <a:pt x="836925" y="1312312"/>
                </a:lnTo>
                <a:lnTo>
                  <a:pt x="832099" y="1291589"/>
                </a:lnTo>
                <a:cubicBezTo>
                  <a:pt x="817483" y="1294993"/>
                  <a:pt x="803065" y="1297952"/>
                  <a:pt x="788845" y="1300470"/>
                </a:cubicBezTo>
                <a:lnTo>
                  <a:pt x="792556" y="132142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" name="path-76">
            <a:extLst xmlns:a="http://schemas.openxmlformats.org/drawingml/2006/main">
              <a:ext uri="{FF2B5EF4-FFF2-40B4-BE49-F238E27FC236}">
                <a16:creationId xmlns:a16="http://schemas.microsoft.com/office/drawing/2014/main" id="{CF4CD756-FEBC-4647-A683-80534D50E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9646" y="250400"/>
            <a:ext cx="2039740" cy="1933164"/>
          </a:xfrm>
          <a:custGeom xmlns:a="http://schemas.openxmlformats.org/drawingml/2006/main">
            <a:pathLst>
              <a:path w="1501476" h="1423023">
                <a:moveTo>
                  <a:pt x="836140" y="1327465"/>
                </a:moveTo>
                <a:cubicBezTo>
                  <a:pt x="425903" y="1423023"/>
                  <a:pt x="155401" y="1176696"/>
                  <a:pt x="59842" y="766457"/>
                </a:cubicBezTo>
                <a:cubicBezTo>
                  <a:pt x="22041" y="604172"/>
                  <a:pt x="0" y="608686"/>
                  <a:pt x="59842" y="465921"/>
                </a:cubicBezTo>
                <a:cubicBezTo>
                  <a:pt x="151275" y="247792"/>
                  <a:pt x="253388" y="138035"/>
                  <a:pt x="501341" y="80278"/>
                </a:cubicBezTo>
                <a:cubicBezTo>
                  <a:pt x="766683" y="18469"/>
                  <a:pt x="1057923" y="0"/>
                  <a:pt x="1238055" y="178684"/>
                </a:cubicBezTo>
                <a:cubicBezTo>
                  <a:pt x="1336420" y="276258"/>
                  <a:pt x="1372165" y="266744"/>
                  <a:pt x="1405916" y="411639"/>
                </a:cubicBezTo>
                <a:cubicBezTo>
                  <a:pt x="1501476" y="821878"/>
                  <a:pt x="1246378" y="1231907"/>
                  <a:pt x="836140" y="1327465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" name="path-77">
            <a:extLst xmlns:a="http://schemas.openxmlformats.org/drawingml/2006/main">
              <a:ext uri="{FF2B5EF4-FFF2-40B4-BE49-F238E27FC236}">
                <a16:creationId xmlns:a16="http://schemas.microsoft.com/office/drawing/2014/main" id="{124628C8-DEB0-4676-BEEE-357EC71FA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9943" y="248827"/>
            <a:ext cx="2130110" cy="1619242"/>
          </a:xfrm>
          <a:custGeom xmlns:a="http://schemas.openxmlformats.org/drawingml/2006/main">
            <a:pathLst>
              <a:path w="1567998" h="1191942">
                <a:moveTo>
                  <a:pt x="1498274" y="139949"/>
                </a:moveTo>
                <a:lnTo>
                  <a:pt x="1508234" y="136210"/>
                </a:lnTo>
                <a:lnTo>
                  <a:pt x="1498274" y="139949"/>
                </a:lnTo>
                <a:moveTo>
                  <a:pt x="55188" y="182503"/>
                </a:moveTo>
                <a:lnTo>
                  <a:pt x="45024" y="179362"/>
                </a:lnTo>
                <a:lnTo>
                  <a:pt x="55188" y="182503"/>
                </a:lnTo>
                <a:moveTo>
                  <a:pt x="21321" y="409634"/>
                </a:moveTo>
                <a:lnTo>
                  <a:pt x="10682" y="409657"/>
                </a:lnTo>
                <a:cubicBezTo>
                  <a:pt x="10714" y="424211"/>
                  <a:pt x="11148" y="438673"/>
                  <a:pt x="11974" y="453028"/>
                </a:cubicBezTo>
                <a:lnTo>
                  <a:pt x="22596" y="452418"/>
                </a:lnTo>
                <a:lnTo>
                  <a:pt x="33216" y="451807"/>
                </a:lnTo>
                <a:cubicBezTo>
                  <a:pt x="32414" y="437842"/>
                  <a:pt x="31990" y="423773"/>
                  <a:pt x="31959" y="409609"/>
                </a:cubicBezTo>
                <a:lnTo>
                  <a:pt x="21321" y="409634"/>
                </a:lnTo>
                <a:moveTo>
                  <a:pt x="32266" y="537426"/>
                </a:moveTo>
                <a:lnTo>
                  <a:pt x="21779" y="539220"/>
                </a:lnTo>
                <a:cubicBezTo>
                  <a:pt x="26697" y="567973"/>
                  <a:pt x="33200" y="596180"/>
                  <a:pt x="41197" y="623754"/>
                </a:cubicBezTo>
                <a:lnTo>
                  <a:pt x="51413" y="620793"/>
                </a:lnTo>
                <a:lnTo>
                  <a:pt x="61632" y="617829"/>
                </a:lnTo>
                <a:cubicBezTo>
                  <a:pt x="53856" y="591018"/>
                  <a:pt x="47534" y="563592"/>
                  <a:pt x="42752" y="535634"/>
                </a:cubicBezTo>
                <a:lnTo>
                  <a:pt x="32266" y="537426"/>
                </a:lnTo>
                <a:moveTo>
                  <a:pt x="79838" y="701451"/>
                </a:moveTo>
                <a:lnTo>
                  <a:pt x="70020" y="705548"/>
                </a:lnTo>
                <a:cubicBezTo>
                  <a:pt x="81208" y="732361"/>
                  <a:pt x="93861" y="758405"/>
                  <a:pt x="107879" y="783586"/>
                </a:cubicBezTo>
                <a:lnTo>
                  <a:pt x="117174" y="778410"/>
                </a:lnTo>
                <a:lnTo>
                  <a:pt x="126469" y="773234"/>
                </a:lnTo>
                <a:cubicBezTo>
                  <a:pt x="112838" y="748749"/>
                  <a:pt x="100534" y="723423"/>
                  <a:pt x="89656" y="697354"/>
                </a:cubicBezTo>
                <a:lnTo>
                  <a:pt x="79838" y="701451"/>
                </a:lnTo>
                <a:moveTo>
                  <a:pt x="162909" y="850695"/>
                </a:moveTo>
                <a:lnTo>
                  <a:pt x="154253" y="856879"/>
                </a:lnTo>
                <a:cubicBezTo>
                  <a:pt x="171085" y="880450"/>
                  <a:pt x="189206" y="903033"/>
                  <a:pt x="208514" y="924528"/>
                </a:cubicBezTo>
                <a:lnTo>
                  <a:pt x="216428" y="917419"/>
                </a:lnTo>
                <a:lnTo>
                  <a:pt x="224342" y="910310"/>
                </a:lnTo>
                <a:cubicBezTo>
                  <a:pt x="205564" y="889402"/>
                  <a:pt x="187938" y="867438"/>
                  <a:pt x="171567" y="844515"/>
                </a:cubicBezTo>
                <a:lnTo>
                  <a:pt x="162909" y="850695"/>
                </a:lnTo>
                <a:moveTo>
                  <a:pt x="277046" y="977769"/>
                </a:moveTo>
                <a:lnTo>
                  <a:pt x="269972" y="985716"/>
                </a:lnTo>
                <a:cubicBezTo>
                  <a:pt x="291553" y="1004928"/>
                  <a:pt x="314216" y="1022949"/>
                  <a:pt x="337860" y="1039677"/>
                </a:cubicBezTo>
                <a:lnTo>
                  <a:pt x="344004" y="1030992"/>
                </a:lnTo>
                <a:lnTo>
                  <a:pt x="350149" y="1022310"/>
                </a:lnTo>
                <a:cubicBezTo>
                  <a:pt x="327153" y="1006038"/>
                  <a:pt x="305110" y="988512"/>
                  <a:pt x="284120" y="969825"/>
                </a:cubicBezTo>
                <a:lnTo>
                  <a:pt x="277046" y="977769"/>
                </a:lnTo>
                <a:moveTo>
                  <a:pt x="416492" y="1076410"/>
                </a:moveTo>
                <a:lnTo>
                  <a:pt x="411358" y="1085729"/>
                </a:lnTo>
                <a:cubicBezTo>
                  <a:pt x="436599" y="1099635"/>
                  <a:pt x="462700" y="1112173"/>
                  <a:pt x="489560" y="1123243"/>
                </a:cubicBezTo>
                <a:lnTo>
                  <a:pt x="493614" y="1113405"/>
                </a:lnTo>
                <a:lnTo>
                  <a:pt x="497667" y="1103570"/>
                </a:lnTo>
                <a:cubicBezTo>
                  <a:pt x="471550" y="1092807"/>
                  <a:pt x="446170" y="1080615"/>
                  <a:pt x="421626" y="1067092"/>
                </a:cubicBezTo>
                <a:lnTo>
                  <a:pt x="416492" y="1076410"/>
                </a:lnTo>
                <a:moveTo>
                  <a:pt x="574399" y="1141473"/>
                </a:moveTo>
                <a:lnTo>
                  <a:pt x="571480" y="1151703"/>
                </a:lnTo>
                <a:cubicBezTo>
                  <a:pt x="599090" y="1159579"/>
                  <a:pt x="627327" y="1165958"/>
                  <a:pt x="656101" y="1170748"/>
                </a:cubicBezTo>
                <a:lnTo>
                  <a:pt x="657847" y="1160254"/>
                </a:lnTo>
                <a:lnTo>
                  <a:pt x="659594" y="1149758"/>
                </a:lnTo>
                <a:cubicBezTo>
                  <a:pt x="631616" y="1145102"/>
                  <a:pt x="604159" y="1138898"/>
                  <a:pt x="577316" y="1131244"/>
                </a:cubicBezTo>
                <a:lnTo>
                  <a:pt x="574399" y="1141473"/>
                </a:lnTo>
                <a:moveTo>
                  <a:pt x="742897" y="1169550"/>
                </a:moveTo>
                <a:lnTo>
                  <a:pt x="742334" y="1180171"/>
                </a:lnTo>
                <a:cubicBezTo>
                  <a:pt x="756694" y="1180935"/>
                  <a:pt x="771157" y="1181304"/>
                  <a:pt x="785711" y="1181273"/>
                </a:cubicBezTo>
                <a:lnTo>
                  <a:pt x="785688" y="1170634"/>
                </a:lnTo>
                <a:lnTo>
                  <a:pt x="785664" y="1159996"/>
                </a:lnTo>
                <a:cubicBezTo>
                  <a:pt x="771502" y="1160027"/>
                  <a:pt x="757431" y="1159667"/>
                  <a:pt x="743461" y="1158926"/>
                </a:cubicBezTo>
                <a:lnTo>
                  <a:pt x="742897" y="1169550"/>
                </a:lnTo>
                <a:moveTo>
                  <a:pt x="785688" y="1170634"/>
                </a:moveTo>
                <a:lnTo>
                  <a:pt x="785711" y="1181273"/>
                </a:lnTo>
                <a:cubicBezTo>
                  <a:pt x="800266" y="1181241"/>
                  <a:pt x="814727" y="1180807"/>
                  <a:pt x="829084" y="1179981"/>
                </a:cubicBezTo>
                <a:lnTo>
                  <a:pt x="828473" y="1169360"/>
                </a:lnTo>
                <a:lnTo>
                  <a:pt x="827861" y="1158738"/>
                </a:lnTo>
                <a:cubicBezTo>
                  <a:pt x="813895" y="1159542"/>
                  <a:pt x="799827" y="1159965"/>
                  <a:pt x="785664" y="1159996"/>
                </a:cubicBezTo>
                <a:lnTo>
                  <a:pt x="785688" y="1170634"/>
                </a:lnTo>
                <a:moveTo>
                  <a:pt x="913481" y="1159689"/>
                </a:moveTo>
                <a:lnTo>
                  <a:pt x="915274" y="1170174"/>
                </a:lnTo>
                <a:cubicBezTo>
                  <a:pt x="944025" y="1165260"/>
                  <a:pt x="972235" y="1158755"/>
                  <a:pt x="999809" y="1150757"/>
                </a:cubicBezTo>
                <a:lnTo>
                  <a:pt x="996847" y="1140542"/>
                </a:lnTo>
                <a:lnTo>
                  <a:pt x="993882" y="1130324"/>
                </a:lnTo>
                <a:cubicBezTo>
                  <a:pt x="967074" y="1138097"/>
                  <a:pt x="939646" y="1144423"/>
                  <a:pt x="911688" y="1149201"/>
                </a:cubicBezTo>
                <a:lnTo>
                  <a:pt x="913481" y="1159689"/>
                </a:lnTo>
                <a:moveTo>
                  <a:pt x="1077506" y="1112116"/>
                </a:moveTo>
                <a:lnTo>
                  <a:pt x="1081603" y="1121934"/>
                </a:lnTo>
                <a:cubicBezTo>
                  <a:pt x="1108415" y="1110747"/>
                  <a:pt x="1134460" y="1098093"/>
                  <a:pt x="1159640" y="1084076"/>
                </a:cubicBezTo>
                <a:lnTo>
                  <a:pt x="1154464" y="1074781"/>
                </a:lnTo>
                <a:lnTo>
                  <a:pt x="1149289" y="1065485"/>
                </a:lnTo>
                <a:cubicBezTo>
                  <a:pt x="1124804" y="1079119"/>
                  <a:pt x="1099479" y="1091421"/>
                  <a:pt x="1073409" y="1102298"/>
                </a:cubicBezTo>
                <a:lnTo>
                  <a:pt x="1077506" y="1112116"/>
                </a:lnTo>
                <a:moveTo>
                  <a:pt x="1226751" y="1029044"/>
                </a:moveTo>
                <a:lnTo>
                  <a:pt x="1232933" y="1037704"/>
                </a:lnTo>
                <a:cubicBezTo>
                  <a:pt x="1256503" y="1020870"/>
                  <a:pt x="1279087" y="1002748"/>
                  <a:pt x="1300582" y="983441"/>
                </a:cubicBezTo>
                <a:lnTo>
                  <a:pt x="1293473" y="975526"/>
                </a:lnTo>
                <a:lnTo>
                  <a:pt x="1286364" y="967613"/>
                </a:lnTo>
                <a:cubicBezTo>
                  <a:pt x="1265457" y="986391"/>
                  <a:pt x="1243492" y="1004017"/>
                  <a:pt x="1220568" y="1020388"/>
                </a:cubicBezTo>
                <a:lnTo>
                  <a:pt x="1226751" y="1029044"/>
                </a:lnTo>
                <a:moveTo>
                  <a:pt x="1353824" y="914909"/>
                </a:moveTo>
                <a:lnTo>
                  <a:pt x="1361769" y="921982"/>
                </a:lnTo>
                <a:cubicBezTo>
                  <a:pt x="1380982" y="900404"/>
                  <a:pt x="1399004" y="877739"/>
                  <a:pt x="1415732" y="854094"/>
                </a:cubicBezTo>
                <a:lnTo>
                  <a:pt x="1407047" y="847950"/>
                </a:lnTo>
                <a:lnTo>
                  <a:pt x="1398362" y="841806"/>
                </a:lnTo>
                <a:cubicBezTo>
                  <a:pt x="1382094" y="864801"/>
                  <a:pt x="1364566" y="886844"/>
                  <a:pt x="1345879" y="907834"/>
                </a:cubicBezTo>
                <a:lnTo>
                  <a:pt x="1353824" y="914909"/>
                </a:lnTo>
                <a:moveTo>
                  <a:pt x="1452464" y="775463"/>
                </a:moveTo>
                <a:lnTo>
                  <a:pt x="1461781" y="780596"/>
                </a:lnTo>
                <a:cubicBezTo>
                  <a:pt x="1475689" y="755356"/>
                  <a:pt x="1488227" y="729255"/>
                  <a:pt x="1499297" y="702394"/>
                </a:cubicBezTo>
                <a:lnTo>
                  <a:pt x="1489460" y="698342"/>
                </a:lnTo>
                <a:lnTo>
                  <a:pt x="1479624" y="694288"/>
                </a:lnTo>
                <a:cubicBezTo>
                  <a:pt x="1468861" y="720405"/>
                  <a:pt x="1456669" y="745785"/>
                  <a:pt x="1443146" y="770330"/>
                </a:cubicBezTo>
                <a:lnTo>
                  <a:pt x="1452464" y="775463"/>
                </a:lnTo>
                <a:moveTo>
                  <a:pt x="1517527" y="617556"/>
                </a:moveTo>
                <a:lnTo>
                  <a:pt x="1527758" y="620475"/>
                </a:lnTo>
                <a:cubicBezTo>
                  <a:pt x="1535632" y="592864"/>
                  <a:pt x="1542012" y="564628"/>
                  <a:pt x="1546802" y="535856"/>
                </a:cubicBezTo>
                <a:lnTo>
                  <a:pt x="1536307" y="534107"/>
                </a:lnTo>
                <a:lnTo>
                  <a:pt x="1525813" y="532361"/>
                </a:lnTo>
                <a:cubicBezTo>
                  <a:pt x="1521155" y="560338"/>
                  <a:pt x="1514953" y="587796"/>
                  <a:pt x="1507297" y="614637"/>
                </a:cubicBezTo>
                <a:lnTo>
                  <a:pt x="1517527" y="617556"/>
                </a:lnTo>
                <a:moveTo>
                  <a:pt x="1545602" y="449056"/>
                </a:moveTo>
                <a:lnTo>
                  <a:pt x="1556226" y="449621"/>
                </a:lnTo>
                <a:cubicBezTo>
                  <a:pt x="1556989" y="435261"/>
                  <a:pt x="1557359" y="420798"/>
                  <a:pt x="1557327" y="406244"/>
                </a:cubicBezTo>
                <a:lnTo>
                  <a:pt x="1546688" y="406267"/>
                </a:lnTo>
                <a:lnTo>
                  <a:pt x="1536050" y="406290"/>
                </a:lnTo>
                <a:cubicBezTo>
                  <a:pt x="1536081" y="420454"/>
                  <a:pt x="1535720" y="434525"/>
                  <a:pt x="1534979" y="448494"/>
                </a:cubicBezTo>
                <a:lnTo>
                  <a:pt x="1545602" y="449056"/>
                </a:lnTo>
                <a:moveTo>
                  <a:pt x="1546688" y="406267"/>
                </a:moveTo>
                <a:lnTo>
                  <a:pt x="1557327" y="406244"/>
                </a:lnTo>
                <a:cubicBezTo>
                  <a:pt x="1557301" y="394692"/>
                  <a:pt x="1557023" y="383201"/>
                  <a:pt x="1556496" y="371774"/>
                </a:cubicBezTo>
                <a:lnTo>
                  <a:pt x="1545869" y="372262"/>
                </a:lnTo>
                <a:lnTo>
                  <a:pt x="1535242" y="372753"/>
                </a:lnTo>
                <a:cubicBezTo>
                  <a:pt x="1535754" y="383869"/>
                  <a:pt x="1536026" y="395049"/>
                  <a:pt x="1536050" y="406290"/>
                </a:cubicBezTo>
                <a:lnTo>
                  <a:pt x="1546688" y="406267"/>
                </a:lnTo>
                <a:moveTo>
                  <a:pt x="1539735" y="304531"/>
                </a:moveTo>
                <a:lnTo>
                  <a:pt x="1550277" y="303100"/>
                </a:lnTo>
                <a:cubicBezTo>
                  <a:pt x="1547165" y="280148"/>
                  <a:pt x="1543047" y="257514"/>
                  <a:pt x="1537968" y="235246"/>
                </a:cubicBezTo>
                <a:lnTo>
                  <a:pt x="1527596" y="237611"/>
                </a:lnTo>
                <a:lnTo>
                  <a:pt x="1517223" y="239979"/>
                </a:lnTo>
                <a:cubicBezTo>
                  <a:pt x="1522162" y="261631"/>
                  <a:pt x="1526168" y="283637"/>
                  <a:pt x="1529193" y="305959"/>
                </a:cubicBezTo>
                <a:lnTo>
                  <a:pt x="1539735" y="304531"/>
                </a:lnTo>
                <a:moveTo>
                  <a:pt x="1509508" y="172054"/>
                </a:moveTo>
                <a:lnTo>
                  <a:pt x="1519627" y="168767"/>
                </a:lnTo>
                <a:cubicBezTo>
                  <a:pt x="1516065" y="157805"/>
                  <a:pt x="1512266" y="146950"/>
                  <a:pt x="1508234" y="136210"/>
                </a:cubicBezTo>
                <a:lnTo>
                  <a:pt x="1498274" y="139949"/>
                </a:lnTo>
                <a:lnTo>
                  <a:pt x="1488315" y="143688"/>
                </a:lnTo>
                <a:cubicBezTo>
                  <a:pt x="1492234" y="154131"/>
                  <a:pt x="1495928" y="164684"/>
                  <a:pt x="1499390" y="175339"/>
                </a:cubicBezTo>
                <a:lnTo>
                  <a:pt x="1509508" y="172054"/>
                </a:lnTo>
                <a:moveTo>
                  <a:pt x="1498274" y="139949"/>
                </a:moveTo>
                <a:lnTo>
                  <a:pt x="1508234" y="136210"/>
                </a:lnTo>
                <a:cubicBezTo>
                  <a:pt x="1503016" y="122309"/>
                  <a:pt x="1497387" y="109709"/>
                  <a:pt x="1491348" y="98341"/>
                </a:cubicBezTo>
                <a:lnTo>
                  <a:pt x="1481953" y="103332"/>
                </a:lnTo>
                <a:lnTo>
                  <a:pt x="1472557" y="108320"/>
                </a:lnTo>
                <a:cubicBezTo>
                  <a:pt x="1478115" y="118783"/>
                  <a:pt x="1483376" y="130531"/>
                  <a:pt x="1488315" y="143688"/>
                </a:cubicBezTo>
                <a:lnTo>
                  <a:pt x="1498274" y="139949"/>
                </a:lnTo>
                <a:moveTo>
                  <a:pt x="1431395" y="43116"/>
                </a:moveTo>
                <a:lnTo>
                  <a:pt x="1437429" y="34354"/>
                </a:lnTo>
                <a:cubicBezTo>
                  <a:pt x="1413041" y="17555"/>
                  <a:pt x="1385690" y="10690"/>
                  <a:pt x="1356277" y="10638"/>
                </a:cubicBezTo>
                <a:lnTo>
                  <a:pt x="1356259" y="21277"/>
                </a:lnTo>
                <a:lnTo>
                  <a:pt x="1356240" y="31915"/>
                </a:lnTo>
                <a:cubicBezTo>
                  <a:pt x="1382213" y="31958"/>
                  <a:pt x="1405158" y="37960"/>
                  <a:pt x="1425360" y="51875"/>
                </a:cubicBezTo>
                <a:lnTo>
                  <a:pt x="1431395" y="43116"/>
                </a:lnTo>
                <a:moveTo>
                  <a:pt x="1278012" y="34099"/>
                </a:moveTo>
                <a:lnTo>
                  <a:pt x="1275069" y="23875"/>
                </a:lnTo>
                <a:cubicBezTo>
                  <a:pt x="1250774" y="30868"/>
                  <a:pt x="1225328" y="40186"/>
                  <a:pt x="1198968" y="50688"/>
                </a:cubicBezTo>
                <a:lnTo>
                  <a:pt x="1202906" y="60571"/>
                </a:lnTo>
                <a:lnTo>
                  <a:pt x="1206842" y="70454"/>
                </a:lnTo>
                <a:cubicBezTo>
                  <a:pt x="1232913" y="60069"/>
                  <a:pt x="1257624" y="51037"/>
                  <a:pt x="1280954" y="44322"/>
                </a:cubicBezTo>
                <a:lnTo>
                  <a:pt x="1278012" y="34099"/>
                </a:lnTo>
                <a:moveTo>
                  <a:pt x="1129409" y="91101"/>
                </a:moveTo>
                <a:lnTo>
                  <a:pt x="1125277" y="81297"/>
                </a:lnTo>
                <a:cubicBezTo>
                  <a:pt x="1101449" y="91345"/>
                  <a:pt x="1076994" y="101575"/>
                  <a:pt x="1051915" y="111384"/>
                </a:cubicBezTo>
                <a:lnTo>
                  <a:pt x="1055791" y="121293"/>
                </a:lnTo>
                <a:lnTo>
                  <a:pt x="1059666" y="131199"/>
                </a:lnTo>
                <a:cubicBezTo>
                  <a:pt x="1085024" y="121278"/>
                  <a:pt x="1109700" y="110955"/>
                  <a:pt x="1133543" y="100905"/>
                </a:cubicBezTo>
                <a:lnTo>
                  <a:pt x="1129409" y="91101"/>
                </a:lnTo>
                <a:moveTo>
                  <a:pt x="980882" y="148171"/>
                </a:moveTo>
                <a:lnTo>
                  <a:pt x="977632" y="138041"/>
                </a:lnTo>
                <a:cubicBezTo>
                  <a:pt x="952797" y="146008"/>
                  <a:pt x="927512" y="153029"/>
                  <a:pt x="901833" y="158582"/>
                </a:cubicBezTo>
                <a:lnTo>
                  <a:pt x="904082" y="168980"/>
                </a:lnTo>
                <a:lnTo>
                  <a:pt x="906331" y="179379"/>
                </a:lnTo>
                <a:cubicBezTo>
                  <a:pt x="932805" y="173653"/>
                  <a:pt x="958765" y="166439"/>
                  <a:pt x="984131" y="158301"/>
                </a:cubicBezTo>
                <a:lnTo>
                  <a:pt x="980882" y="148171"/>
                </a:lnTo>
                <a:moveTo>
                  <a:pt x="825457" y="180833"/>
                </a:moveTo>
                <a:lnTo>
                  <a:pt x="824601" y="170229"/>
                </a:lnTo>
                <a:cubicBezTo>
                  <a:pt x="811698" y="171271"/>
                  <a:pt x="798717" y="171836"/>
                  <a:pt x="785664" y="171867"/>
                </a:cubicBezTo>
                <a:lnTo>
                  <a:pt x="785688" y="182505"/>
                </a:lnTo>
                <a:lnTo>
                  <a:pt x="785711" y="193144"/>
                </a:lnTo>
                <a:cubicBezTo>
                  <a:pt x="799347" y="193113"/>
                  <a:pt x="812885" y="192522"/>
                  <a:pt x="826314" y="191437"/>
                </a:cubicBezTo>
                <a:lnTo>
                  <a:pt x="825457" y="180833"/>
                </a:lnTo>
                <a:moveTo>
                  <a:pt x="785688" y="182505"/>
                </a:moveTo>
                <a:lnTo>
                  <a:pt x="785664" y="171867"/>
                </a:lnTo>
                <a:cubicBezTo>
                  <a:pt x="772179" y="171895"/>
                  <a:pt x="758761" y="171430"/>
                  <a:pt x="745419" y="170530"/>
                </a:cubicBezTo>
                <a:lnTo>
                  <a:pt x="744702" y="181145"/>
                </a:lnTo>
                <a:lnTo>
                  <a:pt x="743986" y="191758"/>
                </a:lnTo>
                <a:cubicBezTo>
                  <a:pt x="757795" y="192692"/>
                  <a:pt x="771707" y="193172"/>
                  <a:pt x="785711" y="193144"/>
                </a:cubicBezTo>
                <a:lnTo>
                  <a:pt x="785688" y="182505"/>
                </a:lnTo>
                <a:moveTo>
                  <a:pt x="663451" y="170638"/>
                </a:moveTo>
                <a:lnTo>
                  <a:pt x="665406" y="160178"/>
                </a:lnTo>
                <a:cubicBezTo>
                  <a:pt x="638668" y="155181"/>
                  <a:pt x="612339" y="148838"/>
                  <a:pt x="586485" y="141652"/>
                </a:cubicBezTo>
                <a:lnTo>
                  <a:pt x="583638" y="151905"/>
                </a:lnTo>
                <a:lnTo>
                  <a:pt x="580790" y="162154"/>
                </a:lnTo>
                <a:cubicBezTo>
                  <a:pt x="607114" y="169468"/>
                  <a:pt x="634047" y="175964"/>
                  <a:pt x="661497" y="181094"/>
                </a:cubicBezTo>
                <a:lnTo>
                  <a:pt x="663451" y="170638"/>
                </a:lnTo>
                <a:moveTo>
                  <a:pt x="505340" y="127607"/>
                </a:moveTo>
                <a:lnTo>
                  <a:pt x="508740" y="117528"/>
                </a:lnTo>
                <a:cubicBezTo>
                  <a:pt x="482334" y="108621"/>
                  <a:pt x="456627" y="99383"/>
                  <a:pt x="431615" y="90411"/>
                </a:cubicBezTo>
                <a:lnTo>
                  <a:pt x="428024" y="100425"/>
                </a:lnTo>
                <a:lnTo>
                  <a:pt x="424431" y="110438"/>
                </a:lnTo>
                <a:cubicBezTo>
                  <a:pt x="449404" y="119396"/>
                  <a:pt x="475307" y="128706"/>
                  <a:pt x="501940" y="137689"/>
                </a:cubicBezTo>
                <a:lnTo>
                  <a:pt x="505340" y="127607"/>
                </a:lnTo>
                <a:moveTo>
                  <a:pt x="350596" y="73447"/>
                </a:moveTo>
                <a:lnTo>
                  <a:pt x="353907" y="63336"/>
                </a:lnTo>
                <a:cubicBezTo>
                  <a:pt x="325983" y="54194"/>
                  <a:pt x="299143" y="46406"/>
                  <a:pt x="273672" y="41162"/>
                </a:cubicBezTo>
                <a:lnTo>
                  <a:pt x="271527" y="51582"/>
                </a:lnTo>
                <a:lnTo>
                  <a:pt x="269382" y="62002"/>
                </a:lnTo>
                <a:cubicBezTo>
                  <a:pt x="293742" y="67016"/>
                  <a:pt x="319732" y="74537"/>
                  <a:pt x="347287" y="83557"/>
                </a:cubicBezTo>
                <a:lnTo>
                  <a:pt x="350596" y="73447"/>
                </a:lnTo>
                <a:moveTo>
                  <a:pt x="190110" y="45751"/>
                </a:moveTo>
                <a:lnTo>
                  <a:pt x="188946" y="35177"/>
                </a:lnTo>
                <a:cubicBezTo>
                  <a:pt x="159285" y="38445"/>
                  <a:pt x="132303" y="48842"/>
                  <a:pt x="108921" y="69199"/>
                </a:cubicBezTo>
                <a:lnTo>
                  <a:pt x="115905" y="77223"/>
                </a:lnTo>
                <a:lnTo>
                  <a:pt x="122891" y="85246"/>
                </a:lnTo>
                <a:cubicBezTo>
                  <a:pt x="142581" y="68106"/>
                  <a:pt x="165330" y="59186"/>
                  <a:pt x="191276" y="56327"/>
                </a:cubicBezTo>
                <a:lnTo>
                  <a:pt x="190110" y="45751"/>
                </a:lnTo>
                <a:moveTo>
                  <a:pt x="69544" y="143770"/>
                </a:moveTo>
                <a:lnTo>
                  <a:pt x="59822" y="139452"/>
                </a:lnTo>
                <a:cubicBezTo>
                  <a:pt x="54446" y="151556"/>
                  <a:pt x="49512" y="164834"/>
                  <a:pt x="45024" y="179362"/>
                </a:cubicBezTo>
                <a:lnTo>
                  <a:pt x="55188" y="182503"/>
                </a:lnTo>
                <a:lnTo>
                  <a:pt x="65352" y="185643"/>
                </a:lnTo>
                <a:cubicBezTo>
                  <a:pt x="69624" y="171816"/>
                  <a:pt x="74272" y="159335"/>
                  <a:pt x="79266" y="148092"/>
                </a:cubicBezTo>
                <a:lnTo>
                  <a:pt x="69544" y="143770"/>
                </a:lnTo>
                <a:moveTo>
                  <a:pt x="55188" y="182503"/>
                </a:moveTo>
                <a:lnTo>
                  <a:pt x="45024" y="179362"/>
                </a:lnTo>
                <a:cubicBezTo>
                  <a:pt x="39299" y="197888"/>
                  <a:pt x="34253" y="216709"/>
                  <a:pt x="29912" y="235800"/>
                </a:cubicBezTo>
                <a:lnTo>
                  <a:pt x="40287" y="238156"/>
                </a:lnTo>
                <a:lnTo>
                  <a:pt x="50660" y="240516"/>
                </a:lnTo>
                <a:cubicBezTo>
                  <a:pt x="54880" y="221956"/>
                  <a:pt x="59786" y="203654"/>
                  <a:pt x="65352" y="185643"/>
                </a:cubicBezTo>
                <a:lnTo>
                  <a:pt x="55188" y="182503"/>
                </a:lnTo>
                <a:moveTo>
                  <a:pt x="23334" y="352053"/>
                </a:moveTo>
                <a:lnTo>
                  <a:pt x="12724" y="351283"/>
                </a:lnTo>
                <a:cubicBezTo>
                  <a:pt x="11328" y="370556"/>
                  <a:pt x="10638" y="390024"/>
                  <a:pt x="10682" y="409657"/>
                </a:cubicBezTo>
                <a:lnTo>
                  <a:pt x="21321" y="409634"/>
                </a:lnTo>
                <a:lnTo>
                  <a:pt x="31959" y="409609"/>
                </a:lnTo>
                <a:cubicBezTo>
                  <a:pt x="31917" y="390504"/>
                  <a:pt x="32587" y="371567"/>
                  <a:pt x="33945" y="352819"/>
                </a:cubicBezTo>
                <a:lnTo>
                  <a:pt x="23334" y="352053"/>
                </a:lnTo>
                <a:moveTo>
                  <a:pt x="1498274" y="139949"/>
                </a:moveTo>
                <a:lnTo>
                  <a:pt x="1518194" y="132473"/>
                </a:lnTo>
                <a:lnTo>
                  <a:pt x="1498274" y="139949"/>
                </a:lnTo>
                <a:moveTo>
                  <a:pt x="55188" y="182503"/>
                </a:moveTo>
                <a:lnTo>
                  <a:pt x="34859" y="176222"/>
                </a:lnTo>
                <a:lnTo>
                  <a:pt x="55188" y="182503"/>
                </a:lnTo>
                <a:moveTo>
                  <a:pt x="21321" y="409634"/>
                </a:moveTo>
                <a:lnTo>
                  <a:pt x="44" y="409680"/>
                </a:lnTo>
                <a:cubicBezTo>
                  <a:pt x="77" y="424432"/>
                  <a:pt x="517" y="439088"/>
                  <a:pt x="1353" y="453639"/>
                </a:cubicBezTo>
                <a:lnTo>
                  <a:pt x="22596" y="452418"/>
                </a:lnTo>
                <a:lnTo>
                  <a:pt x="43837" y="451197"/>
                </a:lnTo>
                <a:cubicBezTo>
                  <a:pt x="43045" y="437427"/>
                  <a:pt x="42629" y="423552"/>
                  <a:pt x="42598" y="409586"/>
                </a:cubicBezTo>
                <a:lnTo>
                  <a:pt x="21321" y="409634"/>
                </a:lnTo>
                <a:moveTo>
                  <a:pt x="32266" y="537426"/>
                </a:moveTo>
                <a:lnTo>
                  <a:pt x="11293" y="541015"/>
                </a:lnTo>
                <a:cubicBezTo>
                  <a:pt x="16278" y="570162"/>
                  <a:pt x="22871" y="598761"/>
                  <a:pt x="30980" y="626718"/>
                </a:cubicBezTo>
                <a:lnTo>
                  <a:pt x="51413" y="620793"/>
                </a:lnTo>
                <a:lnTo>
                  <a:pt x="71848" y="614865"/>
                </a:lnTo>
                <a:cubicBezTo>
                  <a:pt x="64185" y="588437"/>
                  <a:pt x="57952" y="561400"/>
                  <a:pt x="53239" y="533840"/>
                </a:cubicBezTo>
                <a:lnTo>
                  <a:pt x="32266" y="537426"/>
                </a:lnTo>
                <a:moveTo>
                  <a:pt x="79838" y="701451"/>
                </a:moveTo>
                <a:lnTo>
                  <a:pt x="60202" y="709645"/>
                </a:lnTo>
                <a:cubicBezTo>
                  <a:pt x="71545" y="736827"/>
                  <a:pt x="84372" y="763234"/>
                  <a:pt x="98583" y="788759"/>
                </a:cubicBezTo>
                <a:lnTo>
                  <a:pt x="117174" y="778410"/>
                </a:lnTo>
                <a:lnTo>
                  <a:pt x="135764" y="768061"/>
                </a:lnTo>
                <a:cubicBezTo>
                  <a:pt x="122325" y="743922"/>
                  <a:pt x="110197" y="718957"/>
                  <a:pt x="99474" y="693257"/>
                </a:cubicBezTo>
                <a:lnTo>
                  <a:pt x="79838" y="701451"/>
                </a:lnTo>
                <a:moveTo>
                  <a:pt x="162909" y="850695"/>
                </a:moveTo>
                <a:lnTo>
                  <a:pt x="145595" y="863063"/>
                </a:lnTo>
                <a:cubicBezTo>
                  <a:pt x="162658" y="886955"/>
                  <a:pt x="181028" y="909847"/>
                  <a:pt x="200600" y="931638"/>
                </a:cubicBezTo>
                <a:lnTo>
                  <a:pt x="216428" y="917419"/>
                </a:lnTo>
                <a:lnTo>
                  <a:pt x="232258" y="903200"/>
                </a:lnTo>
                <a:cubicBezTo>
                  <a:pt x="213742" y="882588"/>
                  <a:pt x="196365" y="860931"/>
                  <a:pt x="180224" y="838331"/>
                </a:cubicBezTo>
                <a:lnTo>
                  <a:pt x="162909" y="850695"/>
                </a:lnTo>
                <a:moveTo>
                  <a:pt x="277046" y="977769"/>
                </a:moveTo>
                <a:lnTo>
                  <a:pt x="262898" y="993660"/>
                </a:lnTo>
                <a:cubicBezTo>
                  <a:pt x="284773" y="1013136"/>
                  <a:pt x="307747" y="1031407"/>
                  <a:pt x="331716" y="1048362"/>
                </a:cubicBezTo>
                <a:lnTo>
                  <a:pt x="344004" y="1030992"/>
                </a:lnTo>
                <a:lnTo>
                  <a:pt x="356293" y="1013625"/>
                </a:lnTo>
                <a:cubicBezTo>
                  <a:pt x="333622" y="997583"/>
                  <a:pt x="311888" y="980301"/>
                  <a:pt x="291194" y="961878"/>
                </a:cubicBezTo>
                <a:lnTo>
                  <a:pt x="277046" y="977769"/>
                </a:lnTo>
                <a:moveTo>
                  <a:pt x="416492" y="1076410"/>
                </a:moveTo>
                <a:lnTo>
                  <a:pt x="406224" y="1095044"/>
                </a:lnTo>
                <a:cubicBezTo>
                  <a:pt x="431813" y="1109143"/>
                  <a:pt x="458274" y="1121854"/>
                  <a:pt x="485507" y="1133078"/>
                </a:cubicBezTo>
                <a:lnTo>
                  <a:pt x="493614" y="1113405"/>
                </a:lnTo>
                <a:lnTo>
                  <a:pt x="501720" y="1093732"/>
                </a:lnTo>
                <a:cubicBezTo>
                  <a:pt x="475976" y="1083125"/>
                  <a:pt x="450957" y="1071107"/>
                  <a:pt x="426760" y="1057774"/>
                </a:cubicBezTo>
                <a:lnTo>
                  <a:pt x="416492" y="1076410"/>
                </a:lnTo>
                <a:moveTo>
                  <a:pt x="574399" y="1141473"/>
                </a:moveTo>
                <a:lnTo>
                  <a:pt x="568563" y="1161935"/>
                </a:lnTo>
                <a:cubicBezTo>
                  <a:pt x="596555" y="1169919"/>
                  <a:pt x="625184" y="1176386"/>
                  <a:pt x="654353" y="1181241"/>
                </a:cubicBezTo>
                <a:lnTo>
                  <a:pt x="657847" y="1160254"/>
                </a:lnTo>
                <a:lnTo>
                  <a:pt x="661341" y="1139264"/>
                </a:lnTo>
                <a:cubicBezTo>
                  <a:pt x="633761" y="1134673"/>
                  <a:pt x="606695" y="1128560"/>
                  <a:pt x="580235" y="1121011"/>
                </a:cubicBezTo>
                <a:lnTo>
                  <a:pt x="574399" y="1141473"/>
                </a:lnTo>
                <a:moveTo>
                  <a:pt x="742897" y="1169550"/>
                </a:moveTo>
                <a:lnTo>
                  <a:pt x="741770" y="1190795"/>
                </a:lnTo>
                <a:cubicBezTo>
                  <a:pt x="756325" y="1191568"/>
                  <a:pt x="770984" y="1191942"/>
                  <a:pt x="785735" y="1191911"/>
                </a:cubicBezTo>
                <a:lnTo>
                  <a:pt x="785688" y="1170634"/>
                </a:lnTo>
                <a:lnTo>
                  <a:pt x="785641" y="1149357"/>
                </a:lnTo>
                <a:cubicBezTo>
                  <a:pt x="771674" y="1149389"/>
                  <a:pt x="757799" y="1149034"/>
                  <a:pt x="744026" y="1148301"/>
                </a:cubicBezTo>
                <a:lnTo>
                  <a:pt x="742897" y="1169550"/>
                </a:lnTo>
                <a:moveTo>
                  <a:pt x="785688" y="1170634"/>
                </a:moveTo>
                <a:lnTo>
                  <a:pt x="785735" y="1191911"/>
                </a:lnTo>
                <a:cubicBezTo>
                  <a:pt x="800486" y="1191880"/>
                  <a:pt x="815142" y="1191440"/>
                  <a:pt x="829694" y="1190602"/>
                </a:cubicBezTo>
                <a:lnTo>
                  <a:pt x="828473" y="1169360"/>
                </a:lnTo>
                <a:lnTo>
                  <a:pt x="827251" y="1148117"/>
                </a:lnTo>
                <a:cubicBezTo>
                  <a:pt x="813481" y="1148909"/>
                  <a:pt x="799607" y="1149326"/>
                  <a:pt x="785641" y="1149357"/>
                </a:cubicBezTo>
                <a:lnTo>
                  <a:pt x="785688" y="1170634"/>
                </a:lnTo>
                <a:moveTo>
                  <a:pt x="913481" y="1159689"/>
                </a:moveTo>
                <a:lnTo>
                  <a:pt x="917068" y="1180662"/>
                </a:lnTo>
                <a:cubicBezTo>
                  <a:pt x="946215" y="1175677"/>
                  <a:pt x="974816" y="1169084"/>
                  <a:pt x="1002772" y="1160975"/>
                </a:cubicBezTo>
                <a:lnTo>
                  <a:pt x="996847" y="1140542"/>
                </a:lnTo>
                <a:lnTo>
                  <a:pt x="990920" y="1120105"/>
                </a:lnTo>
                <a:cubicBezTo>
                  <a:pt x="964493" y="1127771"/>
                  <a:pt x="937455" y="1134003"/>
                  <a:pt x="909895" y="1138716"/>
                </a:cubicBezTo>
                <a:lnTo>
                  <a:pt x="913481" y="1159689"/>
                </a:lnTo>
                <a:moveTo>
                  <a:pt x="1077506" y="1112116"/>
                </a:moveTo>
                <a:lnTo>
                  <a:pt x="1085700" y="1131755"/>
                </a:lnTo>
                <a:cubicBezTo>
                  <a:pt x="1112883" y="1120409"/>
                  <a:pt x="1139288" y="1107582"/>
                  <a:pt x="1164814" y="1093372"/>
                </a:cubicBezTo>
                <a:lnTo>
                  <a:pt x="1154464" y="1074781"/>
                </a:lnTo>
                <a:lnTo>
                  <a:pt x="1144114" y="1056190"/>
                </a:lnTo>
                <a:cubicBezTo>
                  <a:pt x="1119976" y="1069630"/>
                  <a:pt x="1095010" y="1081757"/>
                  <a:pt x="1069312" y="1092480"/>
                </a:cubicBezTo>
                <a:lnTo>
                  <a:pt x="1077506" y="1112116"/>
                </a:lnTo>
                <a:moveTo>
                  <a:pt x="1226751" y="1029044"/>
                </a:moveTo>
                <a:lnTo>
                  <a:pt x="1239115" y="1046360"/>
                </a:lnTo>
                <a:cubicBezTo>
                  <a:pt x="1263009" y="1029297"/>
                  <a:pt x="1285902" y="1010928"/>
                  <a:pt x="1307692" y="991354"/>
                </a:cubicBezTo>
                <a:lnTo>
                  <a:pt x="1293473" y="975526"/>
                </a:lnTo>
                <a:lnTo>
                  <a:pt x="1279256" y="959697"/>
                </a:lnTo>
                <a:cubicBezTo>
                  <a:pt x="1258642" y="978214"/>
                  <a:pt x="1236986" y="995590"/>
                  <a:pt x="1214385" y="1011731"/>
                </a:cubicBezTo>
                <a:lnTo>
                  <a:pt x="1226751" y="1029044"/>
                </a:lnTo>
                <a:moveTo>
                  <a:pt x="1353824" y="914909"/>
                </a:moveTo>
                <a:lnTo>
                  <a:pt x="1369715" y="929057"/>
                </a:lnTo>
                <a:cubicBezTo>
                  <a:pt x="1389190" y="907181"/>
                  <a:pt x="1407459" y="884206"/>
                  <a:pt x="1424417" y="860238"/>
                </a:cubicBezTo>
                <a:lnTo>
                  <a:pt x="1407047" y="847950"/>
                </a:lnTo>
                <a:lnTo>
                  <a:pt x="1389679" y="835662"/>
                </a:lnTo>
                <a:cubicBezTo>
                  <a:pt x="1373639" y="858333"/>
                  <a:pt x="1356357" y="880067"/>
                  <a:pt x="1337932" y="900762"/>
                </a:cubicBezTo>
                <a:lnTo>
                  <a:pt x="1353824" y="914909"/>
                </a:lnTo>
                <a:moveTo>
                  <a:pt x="1452464" y="775463"/>
                </a:moveTo>
                <a:lnTo>
                  <a:pt x="1471099" y="785729"/>
                </a:lnTo>
                <a:cubicBezTo>
                  <a:pt x="1485199" y="760143"/>
                  <a:pt x="1497910" y="733681"/>
                  <a:pt x="1509131" y="706448"/>
                </a:cubicBezTo>
                <a:lnTo>
                  <a:pt x="1489460" y="698342"/>
                </a:lnTo>
                <a:lnTo>
                  <a:pt x="1469788" y="690233"/>
                </a:lnTo>
                <a:cubicBezTo>
                  <a:pt x="1459179" y="715979"/>
                  <a:pt x="1447161" y="740998"/>
                  <a:pt x="1433828" y="765196"/>
                </a:cubicBezTo>
                <a:lnTo>
                  <a:pt x="1452464" y="775463"/>
                </a:lnTo>
                <a:moveTo>
                  <a:pt x="1517527" y="617556"/>
                </a:moveTo>
                <a:lnTo>
                  <a:pt x="1537989" y="623393"/>
                </a:lnTo>
                <a:cubicBezTo>
                  <a:pt x="1545973" y="595399"/>
                  <a:pt x="1552439" y="566772"/>
                  <a:pt x="1557295" y="537602"/>
                </a:cubicBezTo>
                <a:lnTo>
                  <a:pt x="1536307" y="534107"/>
                </a:lnTo>
                <a:lnTo>
                  <a:pt x="1515319" y="530615"/>
                </a:lnTo>
                <a:cubicBezTo>
                  <a:pt x="1510727" y="558194"/>
                  <a:pt x="1504614" y="585260"/>
                  <a:pt x="1497066" y="611719"/>
                </a:cubicBezTo>
                <a:lnTo>
                  <a:pt x="1517527" y="617556"/>
                </a:lnTo>
                <a:moveTo>
                  <a:pt x="1545602" y="449056"/>
                </a:moveTo>
                <a:lnTo>
                  <a:pt x="1566849" y="450186"/>
                </a:lnTo>
                <a:cubicBezTo>
                  <a:pt x="1567623" y="435630"/>
                  <a:pt x="1567998" y="420971"/>
                  <a:pt x="1567965" y="406219"/>
                </a:cubicBezTo>
                <a:lnTo>
                  <a:pt x="1546688" y="406267"/>
                </a:lnTo>
                <a:lnTo>
                  <a:pt x="1525411" y="406315"/>
                </a:lnTo>
                <a:cubicBezTo>
                  <a:pt x="1525443" y="420281"/>
                  <a:pt x="1525088" y="434156"/>
                  <a:pt x="1524355" y="447929"/>
                </a:cubicBezTo>
                <a:lnTo>
                  <a:pt x="1545602" y="449056"/>
                </a:lnTo>
                <a:moveTo>
                  <a:pt x="1546688" y="406267"/>
                </a:moveTo>
                <a:lnTo>
                  <a:pt x="1567965" y="406219"/>
                </a:lnTo>
                <a:cubicBezTo>
                  <a:pt x="1567939" y="394513"/>
                  <a:pt x="1567657" y="382866"/>
                  <a:pt x="1567123" y="371283"/>
                </a:cubicBezTo>
                <a:lnTo>
                  <a:pt x="1545869" y="372262"/>
                </a:lnTo>
                <a:lnTo>
                  <a:pt x="1524615" y="373242"/>
                </a:lnTo>
                <a:cubicBezTo>
                  <a:pt x="1525120" y="384204"/>
                  <a:pt x="1525387" y="395231"/>
                  <a:pt x="1525411" y="406315"/>
                </a:cubicBezTo>
                <a:lnTo>
                  <a:pt x="1546688" y="406267"/>
                </a:lnTo>
                <a:moveTo>
                  <a:pt x="1539735" y="304531"/>
                </a:moveTo>
                <a:lnTo>
                  <a:pt x="1560819" y="301672"/>
                </a:lnTo>
                <a:cubicBezTo>
                  <a:pt x="1557664" y="278402"/>
                  <a:pt x="1553489" y="255455"/>
                  <a:pt x="1548341" y="232881"/>
                </a:cubicBezTo>
                <a:lnTo>
                  <a:pt x="1527596" y="237611"/>
                </a:lnTo>
                <a:lnTo>
                  <a:pt x="1506852" y="242344"/>
                </a:lnTo>
                <a:cubicBezTo>
                  <a:pt x="1511721" y="263686"/>
                  <a:pt x="1515669" y="285383"/>
                  <a:pt x="1518651" y="307387"/>
                </a:cubicBezTo>
                <a:lnTo>
                  <a:pt x="1539735" y="304531"/>
                </a:lnTo>
                <a:moveTo>
                  <a:pt x="1509508" y="172054"/>
                </a:moveTo>
                <a:lnTo>
                  <a:pt x="1529744" y="165479"/>
                </a:lnTo>
                <a:cubicBezTo>
                  <a:pt x="1526134" y="154366"/>
                  <a:pt x="1522281" y="143362"/>
                  <a:pt x="1518194" y="132473"/>
                </a:cubicBezTo>
                <a:lnTo>
                  <a:pt x="1498274" y="139949"/>
                </a:lnTo>
                <a:lnTo>
                  <a:pt x="1478355" y="147427"/>
                </a:lnTo>
                <a:cubicBezTo>
                  <a:pt x="1482217" y="157719"/>
                  <a:pt x="1485860" y="168122"/>
                  <a:pt x="1489273" y="178627"/>
                </a:cubicBezTo>
                <a:lnTo>
                  <a:pt x="1509508" y="172054"/>
                </a:lnTo>
                <a:moveTo>
                  <a:pt x="1498274" y="139949"/>
                </a:moveTo>
                <a:lnTo>
                  <a:pt x="1518194" y="132473"/>
                </a:lnTo>
                <a:cubicBezTo>
                  <a:pt x="1512835" y="118198"/>
                  <a:pt x="1507025" y="105175"/>
                  <a:pt x="1500743" y="93349"/>
                </a:cubicBezTo>
                <a:lnTo>
                  <a:pt x="1481953" y="103332"/>
                </a:lnTo>
                <a:lnTo>
                  <a:pt x="1463162" y="113312"/>
                </a:lnTo>
                <a:cubicBezTo>
                  <a:pt x="1468477" y="123320"/>
                  <a:pt x="1473555" y="134643"/>
                  <a:pt x="1478355" y="147427"/>
                </a:cubicBezTo>
                <a:lnTo>
                  <a:pt x="1498274" y="139949"/>
                </a:lnTo>
                <a:moveTo>
                  <a:pt x="1431395" y="43116"/>
                </a:moveTo>
                <a:lnTo>
                  <a:pt x="1443464" y="25592"/>
                </a:lnTo>
                <a:cubicBezTo>
                  <a:pt x="1416983" y="7351"/>
                  <a:pt x="1387427" y="54"/>
                  <a:pt x="1356294" y="0"/>
                </a:cubicBezTo>
                <a:lnTo>
                  <a:pt x="1356259" y="21277"/>
                </a:lnTo>
                <a:lnTo>
                  <a:pt x="1356222" y="42554"/>
                </a:lnTo>
                <a:cubicBezTo>
                  <a:pt x="1380474" y="42593"/>
                  <a:pt x="1401216" y="48164"/>
                  <a:pt x="1419325" y="60636"/>
                </a:cubicBezTo>
                <a:lnTo>
                  <a:pt x="1431395" y="43116"/>
                </a:lnTo>
                <a:moveTo>
                  <a:pt x="1278012" y="34099"/>
                </a:moveTo>
                <a:lnTo>
                  <a:pt x="1272128" y="13654"/>
                </a:lnTo>
                <a:cubicBezTo>
                  <a:pt x="1247349" y="20783"/>
                  <a:pt x="1221537" y="30246"/>
                  <a:pt x="1195031" y="40805"/>
                </a:cubicBezTo>
                <a:lnTo>
                  <a:pt x="1202906" y="60571"/>
                </a:lnTo>
                <a:lnTo>
                  <a:pt x="1210780" y="80337"/>
                </a:lnTo>
                <a:cubicBezTo>
                  <a:pt x="1236705" y="70009"/>
                  <a:pt x="1261049" y="61122"/>
                  <a:pt x="1283896" y="54546"/>
                </a:cubicBezTo>
                <a:lnTo>
                  <a:pt x="1278012" y="34099"/>
                </a:lnTo>
                <a:moveTo>
                  <a:pt x="1129409" y="91101"/>
                </a:moveTo>
                <a:lnTo>
                  <a:pt x="1121143" y="71496"/>
                </a:lnTo>
                <a:cubicBezTo>
                  <a:pt x="1097324" y="81538"/>
                  <a:pt x="1072978" y="91723"/>
                  <a:pt x="1048040" y="101478"/>
                </a:cubicBezTo>
                <a:lnTo>
                  <a:pt x="1055791" y="121293"/>
                </a:lnTo>
                <a:lnTo>
                  <a:pt x="1063542" y="141107"/>
                </a:lnTo>
                <a:cubicBezTo>
                  <a:pt x="1089039" y="131133"/>
                  <a:pt x="1113827" y="120762"/>
                  <a:pt x="1137676" y="110705"/>
                </a:cubicBezTo>
                <a:lnTo>
                  <a:pt x="1129409" y="91101"/>
                </a:lnTo>
                <a:moveTo>
                  <a:pt x="980882" y="148171"/>
                </a:moveTo>
                <a:lnTo>
                  <a:pt x="974384" y="127911"/>
                </a:lnTo>
                <a:cubicBezTo>
                  <a:pt x="949813" y="135792"/>
                  <a:pt x="924866" y="142717"/>
                  <a:pt x="899585" y="148185"/>
                </a:cubicBezTo>
                <a:lnTo>
                  <a:pt x="904082" y="168980"/>
                </a:lnTo>
                <a:lnTo>
                  <a:pt x="908579" y="189777"/>
                </a:lnTo>
                <a:cubicBezTo>
                  <a:pt x="935451" y="183968"/>
                  <a:pt x="961750" y="176654"/>
                  <a:pt x="987381" y="168432"/>
                </a:cubicBezTo>
                <a:lnTo>
                  <a:pt x="980882" y="148171"/>
                </a:lnTo>
                <a:moveTo>
                  <a:pt x="825457" y="180833"/>
                </a:moveTo>
                <a:lnTo>
                  <a:pt x="823745" y="159624"/>
                </a:lnTo>
                <a:cubicBezTo>
                  <a:pt x="811103" y="160647"/>
                  <a:pt x="798401" y="161200"/>
                  <a:pt x="785641" y="161229"/>
                </a:cubicBezTo>
                <a:lnTo>
                  <a:pt x="785688" y="182505"/>
                </a:lnTo>
                <a:lnTo>
                  <a:pt x="785735" y="203782"/>
                </a:lnTo>
                <a:cubicBezTo>
                  <a:pt x="799663" y="203751"/>
                  <a:pt x="813478" y="203146"/>
                  <a:pt x="827170" y="202042"/>
                </a:cubicBezTo>
                <a:lnTo>
                  <a:pt x="825457" y="180833"/>
                </a:lnTo>
                <a:moveTo>
                  <a:pt x="785688" y="182505"/>
                </a:moveTo>
                <a:lnTo>
                  <a:pt x="785641" y="161229"/>
                </a:lnTo>
                <a:cubicBezTo>
                  <a:pt x="772415" y="161257"/>
                  <a:pt x="759244" y="160800"/>
                  <a:pt x="746135" y="159917"/>
                </a:cubicBezTo>
                <a:lnTo>
                  <a:pt x="744702" y="181145"/>
                </a:lnTo>
                <a:lnTo>
                  <a:pt x="743269" y="202374"/>
                </a:lnTo>
                <a:cubicBezTo>
                  <a:pt x="757311" y="203322"/>
                  <a:pt x="771470" y="203813"/>
                  <a:pt x="785735" y="203782"/>
                </a:cubicBezTo>
                <a:lnTo>
                  <a:pt x="785688" y="182505"/>
                </a:lnTo>
                <a:moveTo>
                  <a:pt x="663451" y="170638"/>
                </a:moveTo>
                <a:lnTo>
                  <a:pt x="667361" y="149721"/>
                </a:lnTo>
                <a:cubicBezTo>
                  <a:pt x="640978" y="144790"/>
                  <a:pt x="614951" y="138521"/>
                  <a:pt x="589335" y="131403"/>
                </a:cubicBezTo>
                <a:lnTo>
                  <a:pt x="583638" y="151905"/>
                </a:lnTo>
                <a:lnTo>
                  <a:pt x="577942" y="172404"/>
                </a:lnTo>
                <a:cubicBezTo>
                  <a:pt x="604500" y="179783"/>
                  <a:pt x="631738" y="186355"/>
                  <a:pt x="659542" y="191551"/>
                </a:cubicBezTo>
                <a:lnTo>
                  <a:pt x="663451" y="170638"/>
                </a:lnTo>
                <a:moveTo>
                  <a:pt x="505340" y="127607"/>
                </a:moveTo>
                <a:lnTo>
                  <a:pt x="512140" y="107446"/>
                </a:lnTo>
                <a:cubicBezTo>
                  <a:pt x="485848" y="98579"/>
                  <a:pt x="460238" y="89377"/>
                  <a:pt x="435208" y="80397"/>
                </a:cubicBezTo>
                <a:lnTo>
                  <a:pt x="428024" y="100425"/>
                </a:lnTo>
                <a:lnTo>
                  <a:pt x="420839" y="120452"/>
                </a:lnTo>
                <a:cubicBezTo>
                  <a:pt x="445793" y="129404"/>
                  <a:pt x="471794" y="138748"/>
                  <a:pt x="498540" y="147768"/>
                </a:cubicBezTo>
                <a:lnTo>
                  <a:pt x="505340" y="127607"/>
                </a:lnTo>
                <a:moveTo>
                  <a:pt x="350596" y="73447"/>
                </a:moveTo>
                <a:lnTo>
                  <a:pt x="357216" y="53226"/>
                </a:lnTo>
                <a:cubicBezTo>
                  <a:pt x="329109" y="44024"/>
                  <a:pt x="301845" y="36100"/>
                  <a:pt x="275817" y="30743"/>
                </a:cubicBezTo>
                <a:lnTo>
                  <a:pt x="271527" y="51582"/>
                </a:lnTo>
                <a:lnTo>
                  <a:pt x="267237" y="72422"/>
                </a:lnTo>
                <a:cubicBezTo>
                  <a:pt x="291042" y="77322"/>
                  <a:pt x="316606" y="84707"/>
                  <a:pt x="343978" y="93667"/>
                </a:cubicBezTo>
                <a:lnTo>
                  <a:pt x="350596" y="73447"/>
                </a:lnTo>
                <a:moveTo>
                  <a:pt x="190110" y="45751"/>
                </a:moveTo>
                <a:lnTo>
                  <a:pt x="187781" y="24602"/>
                </a:lnTo>
                <a:cubicBezTo>
                  <a:pt x="156263" y="28074"/>
                  <a:pt x="127164" y="39209"/>
                  <a:pt x="101935" y="61176"/>
                </a:cubicBezTo>
                <a:lnTo>
                  <a:pt x="115905" y="77223"/>
                </a:lnTo>
                <a:lnTo>
                  <a:pt x="129877" y="93270"/>
                </a:lnTo>
                <a:cubicBezTo>
                  <a:pt x="147718" y="77737"/>
                  <a:pt x="168352" y="69554"/>
                  <a:pt x="192441" y="66900"/>
                </a:cubicBezTo>
                <a:lnTo>
                  <a:pt x="190110" y="45751"/>
                </a:lnTo>
                <a:moveTo>
                  <a:pt x="69544" y="143770"/>
                </a:moveTo>
                <a:lnTo>
                  <a:pt x="50099" y="135134"/>
                </a:lnTo>
                <a:cubicBezTo>
                  <a:pt x="44533" y="147666"/>
                  <a:pt x="39456" y="161345"/>
                  <a:pt x="34859" y="176222"/>
                </a:cubicBezTo>
                <a:lnTo>
                  <a:pt x="55188" y="182503"/>
                </a:lnTo>
                <a:lnTo>
                  <a:pt x="75517" y="188783"/>
                </a:lnTo>
                <a:cubicBezTo>
                  <a:pt x="79680" y="175308"/>
                  <a:pt x="84185" y="163225"/>
                  <a:pt x="88988" y="152410"/>
                </a:cubicBezTo>
                <a:lnTo>
                  <a:pt x="69544" y="143770"/>
                </a:lnTo>
                <a:moveTo>
                  <a:pt x="55188" y="182503"/>
                </a:moveTo>
                <a:lnTo>
                  <a:pt x="34859" y="176222"/>
                </a:lnTo>
                <a:cubicBezTo>
                  <a:pt x="29055" y="195004"/>
                  <a:pt x="23939" y="214086"/>
                  <a:pt x="19538" y="233440"/>
                </a:cubicBezTo>
                <a:lnTo>
                  <a:pt x="40287" y="238156"/>
                </a:lnTo>
                <a:lnTo>
                  <a:pt x="61034" y="242875"/>
                </a:lnTo>
                <a:cubicBezTo>
                  <a:pt x="65193" y="224579"/>
                  <a:pt x="70030" y="206539"/>
                  <a:pt x="75517" y="188783"/>
                </a:cubicBezTo>
                <a:lnTo>
                  <a:pt x="55188" y="182503"/>
                </a:lnTo>
                <a:moveTo>
                  <a:pt x="23334" y="352053"/>
                </a:moveTo>
                <a:lnTo>
                  <a:pt x="2112" y="350514"/>
                </a:lnTo>
                <a:cubicBezTo>
                  <a:pt x="698" y="370050"/>
                  <a:pt x="0" y="389783"/>
                  <a:pt x="44" y="409680"/>
                </a:cubicBezTo>
                <a:lnTo>
                  <a:pt x="21321" y="409634"/>
                </a:lnTo>
                <a:lnTo>
                  <a:pt x="42598" y="409586"/>
                </a:lnTo>
                <a:cubicBezTo>
                  <a:pt x="42555" y="390745"/>
                  <a:pt x="43217" y="372072"/>
                  <a:pt x="44555" y="353589"/>
                </a:cubicBezTo>
                <a:lnTo>
                  <a:pt x="23334" y="35205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" name="path-78">
            <a:extLst xmlns:a="http://schemas.openxmlformats.org/drawingml/2006/main">
              <a:ext uri="{FF2B5EF4-FFF2-40B4-BE49-F238E27FC236}">
                <a16:creationId xmlns:a16="http://schemas.microsoft.com/office/drawing/2014/main" id="{01E9B57F-EDDB-450F-B8A9-953EF663C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670" y="45532"/>
            <a:ext cx="2073698" cy="1794852"/>
          </a:xfrm>
          <a:custGeom xmlns:a="http://schemas.openxmlformats.org/drawingml/2006/main">
            <a:pathLst>
              <a:path w="1526472" h="1321210">
                <a:moveTo>
                  <a:pt x="175" y="559282"/>
                </a:moveTo>
                <a:cubicBezTo>
                  <a:pt x="0" y="480208"/>
                  <a:pt x="11865" y="403919"/>
                  <a:pt x="34042" y="332150"/>
                </a:cubicBezTo>
                <a:cubicBezTo>
                  <a:pt x="130000" y="21603"/>
                  <a:pt x="422396" y="332908"/>
                  <a:pt x="764542" y="332153"/>
                </a:cubicBezTo>
                <a:cubicBezTo>
                  <a:pt x="1092044" y="331429"/>
                  <a:pt x="1368422" y="0"/>
                  <a:pt x="1477128" y="289597"/>
                </a:cubicBezTo>
                <a:cubicBezTo>
                  <a:pt x="1508234" y="372467"/>
                  <a:pt x="1525335" y="462199"/>
                  <a:pt x="1525542" y="555915"/>
                </a:cubicBezTo>
                <a:cubicBezTo>
                  <a:pt x="1526472" y="977133"/>
                  <a:pt x="1185760" y="1319353"/>
                  <a:pt x="764542" y="1320282"/>
                </a:cubicBezTo>
                <a:cubicBezTo>
                  <a:pt x="343322" y="1321210"/>
                  <a:pt x="1104" y="980500"/>
                  <a:pt x="175" y="559282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" name="path-79">
            <a:extLst xmlns:a="http://schemas.openxmlformats.org/drawingml/2006/main">
              <a:ext uri="{FF2B5EF4-FFF2-40B4-BE49-F238E27FC236}">
                <a16:creationId xmlns:a16="http://schemas.microsoft.com/office/drawing/2014/main" id="{E5B56479-8D24-40FC-B37F-26F230226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525" y="126610"/>
            <a:ext cx="2129273" cy="1829229"/>
          </a:xfrm>
          <a:custGeom xmlns:a="http://schemas.openxmlformats.org/drawingml/2006/main">
            <a:pathLst>
              <a:path w="1567382" h="1346516">
                <a:moveTo>
                  <a:pt x="232377" y="35759"/>
                </a:moveTo>
                <a:lnTo>
                  <a:pt x="241717" y="30663"/>
                </a:lnTo>
                <a:lnTo>
                  <a:pt x="234741" y="17878"/>
                </a:lnTo>
                <a:lnTo>
                  <a:pt x="224683" y="28412"/>
                </a:lnTo>
                <a:lnTo>
                  <a:pt x="232377" y="35759"/>
                </a:lnTo>
                <a:moveTo>
                  <a:pt x="1335030" y="35759"/>
                </a:moveTo>
                <a:lnTo>
                  <a:pt x="1342714" y="28403"/>
                </a:lnTo>
                <a:lnTo>
                  <a:pt x="1335829" y="21212"/>
                </a:lnTo>
                <a:lnTo>
                  <a:pt x="1328199" y="27605"/>
                </a:lnTo>
                <a:lnTo>
                  <a:pt x="1335030" y="35759"/>
                </a:lnTo>
                <a:moveTo>
                  <a:pt x="28124" y="666824"/>
                </a:moveTo>
                <a:lnTo>
                  <a:pt x="17584" y="668275"/>
                </a:lnTo>
                <a:cubicBezTo>
                  <a:pt x="19569" y="682695"/>
                  <a:pt x="21940" y="696968"/>
                  <a:pt x="24685" y="711084"/>
                </a:cubicBezTo>
                <a:lnTo>
                  <a:pt x="35128" y="709052"/>
                </a:lnTo>
                <a:lnTo>
                  <a:pt x="45570" y="707022"/>
                </a:lnTo>
                <a:cubicBezTo>
                  <a:pt x="42901" y="693291"/>
                  <a:pt x="40595" y="679405"/>
                  <a:pt x="38663" y="665376"/>
                </a:cubicBezTo>
                <a:lnTo>
                  <a:pt x="28124" y="666824"/>
                </a:lnTo>
                <a:moveTo>
                  <a:pt x="56118" y="791995"/>
                </a:moveTo>
                <a:lnTo>
                  <a:pt x="45968" y="795178"/>
                </a:lnTo>
                <a:cubicBezTo>
                  <a:pt x="54697" y="823011"/>
                  <a:pt x="64926" y="850094"/>
                  <a:pt x="76550" y="876345"/>
                </a:cubicBezTo>
                <a:lnTo>
                  <a:pt x="86278" y="872038"/>
                </a:lnTo>
                <a:lnTo>
                  <a:pt x="96006" y="867731"/>
                </a:lnTo>
                <a:cubicBezTo>
                  <a:pt x="84704" y="842206"/>
                  <a:pt x="74757" y="815876"/>
                  <a:pt x="66268" y="788813"/>
                </a:cubicBezTo>
                <a:lnTo>
                  <a:pt x="56118" y="791995"/>
                </a:lnTo>
                <a:moveTo>
                  <a:pt x="125268" y="948153"/>
                </a:moveTo>
                <a:lnTo>
                  <a:pt x="116088" y="953531"/>
                </a:lnTo>
                <a:cubicBezTo>
                  <a:pt x="130773" y="978598"/>
                  <a:pt x="146806" y="1002711"/>
                  <a:pt x="164076" y="1025782"/>
                </a:cubicBezTo>
                <a:lnTo>
                  <a:pt x="172592" y="1019405"/>
                </a:lnTo>
                <a:lnTo>
                  <a:pt x="181109" y="1013031"/>
                </a:lnTo>
                <a:cubicBezTo>
                  <a:pt x="164315" y="990596"/>
                  <a:pt x="148725" y="967150"/>
                  <a:pt x="134448" y="942776"/>
                </a:cubicBezTo>
                <a:lnTo>
                  <a:pt x="125268" y="948153"/>
                </a:lnTo>
                <a:moveTo>
                  <a:pt x="227614" y="1084902"/>
                </a:moveTo>
                <a:lnTo>
                  <a:pt x="219865" y="1092191"/>
                </a:lnTo>
                <a:cubicBezTo>
                  <a:pt x="239706" y="1113289"/>
                  <a:pt x="260695" y="1133237"/>
                  <a:pt x="282713" y="1151947"/>
                </a:cubicBezTo>
                <a:lnTo>
                  <a:pt x="289602" y="1143841"/>
                </a:lnTo>
                <a:lnTo>
                  <a:pt x="296490" y="1135735"/>
                </a:lnTo>
                <a:cubicBezTo>
                  <a:pt x="275076" y="1117536"/>
                  <a:pt x="254662" y="1098133"/>
                  <a:pt x="235364" y="1077614"/>
                </a:cubicBezTo>
                <a:lnTo>
                  <a:pt x="227614" y="1084902"/>
                </a:lnTo>
                <a:moveTo>
                  <a:pt x="357768" y="1195511"/>
                </a:moveTo>
                <a:lnTo>
                  <a:pt x="351824" y="1204335"/>
                </a:lnTo>
                <a:cubicBezTo>
                  <a:pt x="375788" y="1220479"/>
                  <a:pt x="400665" y="1235297"/>
                  <a:pt x="426340" y="1248700"/>
                </a:cubicBezTo>
                <a:lnTo>
                  <a:pt x="431263" y="1239272"/>
                </a:lnTo>
                <a:lnTo>
                  <a:pt x="436186" y="1229840"/>
                </a:lnTo>
                <a:cubicBezTo>
                  <a:pt x="411216" y="1216802"/>
                  <a:pt x="387020" y="1202391"/>
                  <a:pt x="363712" y="1186690"/>
                </a:cubicBezTo>
                <a:lnTo>
                  <a:pt x="357768" y="1195511"/>
                </a:lnTo>
                <a:moveTo>
                  <a:pt x="509189" y="1274551"/>
                </a:moveTo>
                <a:lnTo>
                  <a:pt x="505352" y="1284471"/>
                </a:lnTo>
                <a:cubicBezTo>
                  <a:pt x="532230" y="1294866"/>
                  <a:pt x="559777" y="1303789"/>
                  <a:pt x="587881" y="1311154"/>
                </a:cubicBezTo>
                <a:lnTo>
                  <a:pt x="590578" y="1300862"/>
                </a:lnTo>
                <a:lnTo>
                  <a:pt x="593275" y="1290573"/>
                </a:lnTo>
                <a:cubicBezTo>
                  <a:pt x="565950" y="1283409"/>
                  <a:pt x="539163" y="1274736"/>
                  <a:pt x="513026" y="1264628"/>
                </a:cubicBezTo>
                <a:lnTo>
                  <a:pt x="509189" y="1274551"/>
                </a:lnTo>
                <a:moveTo>
                  <a:pt x="674398" y="1317837"/>
                </a:moveTo>
                <a:lnTo>
                  <a:pt x="672879" y="1328368"/>
                </a:lnTo>
                <a:cubicBezTo>
                  <a:pt x="701296" y="1332465"/>
                  <a:pt x="730134" y="1334997"/>
                  <a:pt x="759289" y="1335883"/>
                </a:cubicBezTo>
                <a:lnTo>
                  <a:pt x="759612" y="1325250"/>
                </a:lnTo>
                <a:lnTo>
                  <a:pt x="759935" y="1314618"/>
                </a:lnTo>
                <a:cubicBezTo>
                  <a:pt x="731585" y="1313755"/>
                  <a:pt x="703545" y="1311293"/>
                  <a:pt x="675917" y="1307307"/>
                </a:cubicBezTo>
                <a:lnTo>
                  <a:pt x="674398" y="1317837"/>
                </a:lnTo>
                <a:moveTo>
                  <a:pt x="845141" y="1323050"/>
                </a:moveTo>
                <a:lnTo>
                  <a:pt x="846008" y="1333652"/>
                </a:lnTo>
                <a:cubicBezTo>
                  <a:pt x="860340" y="1332482"/>
                  <a:pt x="874722" y="1330909"/>
                  <a:pt x="889141" y="1328924"/>
                </a:cubicBezTo>
                <a:lnTo>
                  <a:pt x="887690" y="1318385"/>
                </a:lnTo>
                <a:lnTo>
                  <a:pt x="886239" y="1307846"/>
                </a:lnTo>
                <a:cubicBezTo>
                  <a:pt x="872208" y="1309777"/>
                  <a:pt x="858216" y="1311307"/>
                  <a:pt x="844275" y="1312446"/>
                </a:cubicBezTo>
                <a:lnTo>
                  <a:pt x="845141" y="1323050"/>
                </a:lnTo>
                <a:moveTo>
                  <a:pt x="887690" y="1318385"/>
                </a:moveTo>
                <a:lnTo>
                  <a:pt x="889141" y="1328924"/>
                </a:lnTo>
                <a:cubicBezTo>
                  <a:pt x="903560" y="1326940"/>
                  <a:pt x="917831" y="1324569"/>
                  <a:pt x="931947" y="1321824"/>
                </a:cubicBezTo>
                <a:lnTo>
                  <a:pt x="929917" y="1311381"/>
                </a:lnTo>
                <a:lnTo>
                  <a:pt x="927886" y="1300939"/>
                </a:lnTo>
                <a:cubicBezTo>
                  <a:pt x="914154" y="1303607"/>
                  <a:pt x="900269" y="1305913"/>
                  <a:pt x="886239" y="1307846"/>
                </a:cubicBezTo>
                <a:lnTo>
                  <a:pt x="887690" y="1318385"/>
                </a:lnTo>
                <a:moveTo>
                  <a:pt x="1012860" y="1290391"/>
                </a:moveTo>
                <a:lnTo>
                  <a:pt x="1016044" y="1300541"/>
                </a:lnTo>
                <a:cubicBezTo>
                  <a:pt x="1043875" y="1291811"/>
                  <a:pt x="1070956" y="1281581"/>
                  <a:pt x="1097207" y="1269957"/>
                </a:cubicBezTo>
                <a:lnTo>
                  <a:pt x="1092900" y="1260230"/>
                </a:lnTo>
                <a:lnTo>
                  <a:pt x="1088593" y="1250503"/>
                </a:lnTo>
                <a:cubicBezTo>
                  <a:pt x="1063070" y="1261803"/>
                  <a:pt x="1036739" y="1271752"/>
                  <a:pt x="1009675" y="1280241"/>
                </a:cubicBezTo>
                <a:lnTo>
                  <a:pt x="1012860" y="1290391"/>
                </a:lnTo>
                <a:moveTo>
                  <a:pt x="1169017" y="1221240"/>
                </a:moveTo>
                <a:lnTo>
                  <a:pt x="1174395" y="1230419"/>
                </a:lnTo>
                <a:cubicBezTo>
                  <a:pt x="1199463" y="1215735"/>
                  <a:pt x="1223575" y="1199702"/>
                  <a:pt x="1246645" y="1182431"/>
                </a:cubicBezTo>
                <a:lnTo>
                  <a:pt x="1240269" y="1173916"/>
                </a:lnTo>
                <a:lnTo>
                  <a:pt x="1233894" y="1165399"/>
                </a:lnTo>
                <a:cubicBezTo>
                  <a:pt x="1211460" y="1182193"/>
                  <a:pt x="1188014" y="1197783"/>
                  <a:pt x="1163640" y="1212061"/>
                </a:cubicBezTo>
                <a:lnTo>
                  <a:pt x="1169017" y="1221240"/>
                </a:lnTo>
                <a:moveTo>
                  <a:pt x="1305767" y="1118893"/>
                </a:moveTo>
                <a:lnTo>
                  <a:pt x="1313055" y="1126644"/>
                </a:lnTo>
                <a:cubicBezTo>
                  <a:pt x="1334153" y="1106801"/>
                  <a:pt x="1354101" y="1085814"/>
                  <a:pt x="1372811" y="1063796"/>
                </a:cubicBezTo>
                <a:lnTo>
                  <a:pt x="1364705" y="1056905"/>
                </a:lnTo>
                <a:lnTo>
                  <a:pt x="1356598" y="1050017"/>
                </a:lnTo>
                <a:cubicBezTo>
                  <a:pt x="1338399" y="1071433"/>
                  <a:pt x="1318997" y="1091847"/>
                  <a:pt x="1298478" y="1111145"/>
                </a:cubicBezTo>
                <a:lnTo>
                  <a:pt x="1305767" y="1118893"/>
                </a:lnTo>
                <a:moveTo>
                  <a:pt x="1416375" y="988739"/>
                </a:moveTo>
                <a:lnTo>
                  <a:pt x="1425198" y="994685"/>
                </a:lnTo>
                <a:cubicBezTo>
                  <a:pt x="1441342" y="970719"/>
                  <a:pt x="1456161" y="945842"/>
                  <a:pt x="1469565" y="920167"/>
                </a:cubicBezTo>
                <a:lnTo>
                  <a:pt x="1460134" y="915244"/>
                </a:lnTo>
                <a:lnTo>
                  <a:pt x="1450703" y="910321"/>
                </a:lnTo>
                <a:cubicBezTo>
                  <a:pt x="1437666" y="935292"/>
                  <a:pt x="1423255" y="959487"/>
                  <a:pt x="1407553" y="982797"/>
                </a:cubicBezTo>
                <a:lnTo>
                  <a:pt x="1416375" y="988739"/>
                </a:lnTo>
                <a:moveTo>
                  <a:pt x="1495414" y="837320"/>
                </a:moveTo>
                <a:lnTo>
                  <a:pt x="1505335" y="841156"/>
                </a:lnTo>
                <a:cubicBezTo>
                  <a:pt x="1515730" y="814277"/>
                  <a:pt x="1524653" y="786732"/>
                  <a:pt x="1532018" y="758626"/>
                </a:cubicBezTo>
                <a:lnTo>
                  <a:pt x="1521728" y="755929"/>
                </a:lnTo>
                <a:lnTo>
                  <a:pt x="1511435" y="753232"/>
                </a:lnTo>
                <a:cubicBezTo>
                  <a:pt x="1504275" y="780559"/>
                  <a:pt x="1495599" y="807344"/>
                  <a:pt x="1485491" y="833482"/>
                </a:cubicBezTo>
                <a:lnTo>
                  <a:pt x="1495414" y="837320"/>
                </a:lnTo>
                <a:moveTo>
                  <a:pt x="1538702" y="672111"/>
                </a:moveTo>
                <a:lnTo>
                  <a:pt x="1549231" y="673630"/>
                </a:lnTo>
                <a:cubicBezTo>
                  <a:pt x="1553329" y="645213"/>
                  <a:pt x="1555862" y="616375"/>
                  <a:pt x="1556747" y="587219"/>
                </a:cubicBezTo>
                <a:lnTo>
                  <a:pt x="1546113" y="586896"/>
                </a:lnTo>
                <a:lnTo>
                  <a:pt x="1535481" y="586572"/>
                </a:lnTo>
                <a:cubicBezTo>
                  <a:pt x="1534619" y="614924"/>
                  <a:pt x="1532157" y="642964"/>
                  <a:pt x="1528171" y="670592"/>
                </a:cubicBezTo>
                <a:lnTo>
                  <a:pt x="1538702" y="672111"/>
                </a:lnTo>
                <a:moveTo>
                  <a:pt x="1543914" y="501368"/>
                </a:moveTo>
                <a:lnTo>
                  <a:pt x="1554517" y="500499"/>
                </a:lnTo>
                <a:cubicBezTo>
                  <a:pt x="1553346" y="486167"/>
                  <a:pt x="1551772" y="471787"/>
                  <a:pt x="1549787" y="457367"/>
                </a:cubicBezTo>
                <a:lnTo>
                  <a:pt x="1539248" y="458817"/>
                </a:lnTo>
                <a:lnTo>
                  <a:pt x="1528709" y="460268"/>
                </a:lnTo>
                <a:cubicBezTo>
                  <a:pt x="1530640" y="474299"/>
                  <a:pt x="1532171" y="488291"/>
                  <a:pt x="1533310" y="502234"/>
                </a:cubicBezTo>
                <a:lnTo>
                  <a:pt x="1543914" y="501368"/>
                </a:lnTo>
                <a:moveTo>
                  <a:pt x="1539248" y="458817"/>
                </a:moveTo>
                <a:lnTo>
                  <a:pt x="1549787" y="457367"/>
                </a:lnTo>
                <a:cubicBezTo>
                  <a:pt x="1547942" y="443966"/>
                  <a:pt x="1545764" y="430690"/>
                  <a:pt x="1543263" y="417550"/>
                </a:cubicBezTo>
                <a:lnTo>
                  <a:pt x="1532812" y="419540"/>
                </a:lnTo>
                <a:lnTo>
                  <a:pt x="1522361" y="421528"/>
                </a:lnTo>
                <a:cubicBezTo>
                  <a:pt x="1524795" y="434312"/>
                  <a:pt x="1526913" y="447228"/>
                  <a:pt x="1528709" y="460268"/>
                </a:cubicBezTo>
                <a:lnTo>
                  <a:pt x="1539248" y="458817"/>
                </a:lnTo>
                <a:moveTo>
                  <a:pt x="1513898" y="342260"/>
                </a:moveTo>
                <a:lnTo>
                  <a:pt x="1524087" y="339197"/>
                </a:lnTo>
                <a:cubicBezTo>
                  <a:pt x="1516278" y="313224"/>
                  <a:pt x="1507167" y="287893"/>
                  <a:pt x="1496839" y="263263"/>
                </a:cubicBezTo>
                <a:lnTo>
                  <a:pt x="1487028" y="267377"/>
                </a:lnTo>
                <a:lnTo>
                  <a:pt x="1477218" y="271491"/>
                </a:lnTo>
                <a:cubicBezTo>
                  <a:pt x="1487258" y="295437"/>
                  <a:pt x="1496117" y="320069"/>
                  <a:pt x="1503711" y="345324"/>
                </a:cubicBezTo>
                <a:lnTo>
                  <a:pt x="1513898" y="342260"/>
                </a:lnTo>
                <a:moveTo>
                  <a:pt x="1452446" y="195719"/>
                </a:moveTo>
                <a:lnTo>
                  <a:pt x="1461771" y="190597"/>
                </a:lnTo>
                <a:cubicBezTo>
                  <a:pt x="1448762" y="166910"/>
                  <a:pt x="1434567" y="144029"/>
                  <a:pt x="1419278" y="122020"/>
                </a:cubicBezTo>
                <a:lnTo>
                  <a:pt x="1410541" y="128090"/>
                </a:lnTo>
                <a:lnTo>
                  <a:pt x="1401803" y="134160"/>
                </a:lnTo>
                <a:cubicBezTo>
                  <a:pt x="1416671" y="155562"/>
                  <a:pt x="1430473" y="177809"/>
                  <a:pt x="1443122" y="200841"/>
                </a:cubicBezTo>
                <a:lnTo>
                  <a:pt x="1452446" y="195719"/>
                </a:lnTo>
                <a:moveTo>
                  <a:pt x="1361795" y="65207"/>
                </a:moveTo>
                <a:lnTo>
                  <a:pt x="1369851" y="58260"/>
                </a:lnTo>
                <a:cubicBezTo>
                  <a:pt x="1361058" y="48065"/>
                  <a:pt x="1352008" y="38107"/>
                  <a:pt x="1342714" y="28403"/>
                </a:cubicBezTo>
                <a:lnTo>
                  <a:pt x="1335030" y="35759"/>
                </a:lnTo>
                <a:lnTo>
                  <a:pt x="1327346" y="43119"/>
                </a:lnTo>
                <a:cubicBezTo>
                  <a:pt x="1336386" y="52559"/>
                  <a:pt x="1345187" y="62241"/>
                  <a:pt x="1353739" y="72155"/>
                </a:cubicBezTo>
                <a:lnTo>
                  <a:pt x="1361795" y="65207"/>
                </a:lnTo>
                <a:moveTo>
                  <a:pt x="1335030" y="35759"/>
                </a:moveTo>
                <a:lnTo>
                  <a:pt x="1328199" y="27605"/>
                </a:lnTo>
                <a:cubicBezTo>
                  <a:pt x="1318101" y="36063"/>
                  <a:pt x="1308122" y="44183"/>
                  <a:pt x="1298230" y="51983"/>
                </a:cubicBezTo>
                <a:lnTo>
                  <a:pt x="1304818" y="60335"/>
                </a:lnTo>
                <a:lnTo>
                  <a:pt x="1311407" y="68691"/>
                </a:lnTo>
                <a:cubicBezTo>
                  <a:pt x="1321470" y="60753"/>
                  <a:pt x="1331613" y="52499"/>
                  <a:pt x="1341861" y="43916"/>
                </a:cubicBezTo>
                <a:lnTo>
                  <a:pt x="1335030" y="35759"/>
                </a:lnTo>
                <a:moveTo>
                  <a:pt x="1242071" y="106364"/>
                </a:moveTo>
                <a:lnTo>
                  <a:pt x="1236110" y="97551"/>
                </a:lnTo>
                <a:cubicBezTo>
                  <a:pt x="1214255" y="112338"/>
                  <a:pt x="1192543" y="125676"/>
                  <a:pt x="1170641" y="137771"/>
                </a:cubicBezTo>
                <a:lnTo>
                  <a:pt x="1175785" y="147084"/>
                </a:lnTo>
                <a:lnTo>
                  <a:pt x="1180928" y="156396"/>
                </a:lnTo>
                <a:cubicBezTo>
                  <a:pt x="1203418" y="143978"/>
                  <a:pt x="1225676" y="130299"/>
                  <a:pt x="1248032" y="115174"/>
                </a:cubicBezTo>
                <a:lnTo>
                  <a:pt x="1242071" y="106364"/>
                </a:lnTo>
                <a:moveTo>
                  <a:pt x="1105915" y="181310"/>
                </a:moveTo>
                <a:lnTo>
                  <a:pt x="1101712" y="171538"/>
                </a:lnTo>
                <a:cubicBezTo>
                  <a:pt x="1078448" y="181543"/>
                  <a:pt x="1054594" y="190469"/>
                  <a:pt x="1029790" y="198524"/>
                </a:cubicBezTo>
                <a:lnTo>
                  <a:pt x="1033075" y="208643"/>
                </a:lnTo>
                <a:lnTo>
                  <a:pt x="1036361" y="218762"/>
                </a:lnTo>
                <a:cubicBezTo>
                  <a:pt x="1061750" y="210517"/>
                  <a:pt x="1086220" y="201363"/>
                  <a:pt x="1110119" y="191083"/>
                </a:cubicBezTo>
                <a:lnTo>
                  <a:pt x="1105915" y="181310"/>
                </a:lnTo>
                <a:moveTo>
                  <a:pt x="958174" y="229778"/>
                </a:moveTo>
                <a:lnTo>
                  <a:pt x="955651" y="219443"/>
                </a:lnTo>
                <a:cubicBezTo>
                  <a:pt x="931602" y="225315"/>
                  <a:pt x="906514" y="230652"/>
                  <a:pt x="880131" y="235604"/>
                </a:cubicBezTo>
                <a:lnTo>
                  <a:pt x="882094" y="246061"/>
                </a:lnTo>
                <a:lnTo>
                  <a:pt x="884056" y="256514"/>
                </a:lnTo>
                <a:cubicBezTo>
                  <a:pt x="910758" y="251503"/>
                  <a:pt x="936224" y="246086"/>
                  <a:pt x="960698" y="240112"/>
                </a:cubicBezTo>
                <a:lnTo>
                  <a:pt x="958174" y="229778"/>
                </a:lnTo>
                <a:moveTo>
                  <a:pt x="805354" y="258936"/>
                </a:moveTo>
                <a:lnTo>
                  <a:pt x="803769" y="248414"/>
                </a:lnTo>
                <a:cubicBezTo>
                  <a:pt x="791243" y="250302"/>
                  <a:pt x="778433" y="252142"/>
                  <a:pt x="765317" y="253948"/>
                </a:cubicBezTo>
                <a:lnTo>
                  <a:pt x="766768" y="264487"/>
                </a:lnTo>
                <a:lnTo>
                  <a:pt x="768219" y="275026"/>
                </a:lnTo>
                <a:cubicBezTo>
                  <a:pt x="781414" y="273209"/>
                  <a:pt x="794315" y="271358"/>
                  <a:pt x="806939" y="269455"/>
                </a:cubicBezTo>
                <a:lnTo>
                  <a:pt x="805354" y="258936"/>
                </a:lnTo>
                <a:moveTo>
                  <a:pt x="766768" y="264487"/>
                </a:moveTo>
                <a:lnTo>
                  <a:pt x="765317" y="253948"/>
                </a:lnTo>
                <a:cubicBezTo>
                  <a:pt x="752854" y="255663"/>
                  <a:pt x="740125" y="257133"/>
                  <a:pt x="727188" y="258306"/>
                </a:cubicBezTo>
                <a:lnTo>
                  <a:pt x="728148" y="268902"/>
                </a:lnTo>
                <a:lnTo>
                  <a:pt x="729108" y="279498"/>
                </a:lnTo>
                <a:cubicBezTo>
                  <a:pt x="742388" y="278294"/>
                  <a:pt x="755445" y="276783"/>
                  <a:pt x="768219" y="275026"/>
                </a:cubicBezTo>
                <a:lnTo>
                  <a:pt x="766768" y="264487"/>
                </a:lnTo>
                <a:moveTo>
                  <a:pt x="650444" y="271999"/>
                </a:moveTo>
                <a:lnTo>
                  <a:pt x="650587" y="261361"/>
                </a:lnTo>
                <a:cubicBezTo>
                  <a:pt x="625368" y="261023"/>
                  <a:pt x="599831" y="259280"/>
                  <a:pt x="574339" y="255788"/>
                </a:cubicBezTo>
                <a:lnTo>
                  <a:pt x="572896" y="266329"/>
                </a:lnTo>
                <a:lnTo>
                  <a:pt x="571452" y="276868"/>
                </a:lnTo>
                <a:cubicBezTo>
                  <a:pt x="597889" y="280491"/>
                  <a:pt x="624302" y="282288"/>
                  <a:pt x="650302" y="282635"/>
                </a:cubicBezTo>
                <a:lnTo>
                  <a:pt x="650444" y="271999"/>
                </a:lnTo>
                <a:moveTo>
                  <a:pt x="496828" y="250345"/>
                </a:moveTo>
                <a:lnTo>
                  <a:pt x="499790" y="240127"/>
                </a:lnTo>
                <a:cubicBezTo>
                  <a:pt x="475667" y="233134"/>
                  <a:pt x="451928" y="224207"/>
                  <a:pt x="428894" y="213035"/>
                </a:cubicBezTo>
                <a:lnTo>
                  <a:pt x="424252" y="222606"/>
                </a:lnTo>
                <a:lnTo>
                  <a:pt x="419610" y="232180"/>
                </a:lnTo>
                <a:cubicBezTo>
                  <a:pt x="443805" y="243914"/>
                  <a:pt x="468675" y="253261"/>
                  <a:pt x="493867" y="260563"/>
                </a:cubicBezTo>
                <a:lnTo>
                  <a:pt x="496828" y="250345"/>
                </a:lnTo>
                <a:moveTo>
                  <a:pt x="357765" y="182432"/>
                </a:moveTo>
                <a:lnTo>
                  <a:pt x="364094" y="173880"/>
                </a:lnTo>
                <a:cubicBezTo>
                  <a:pt x="344391" y="159301"/>
                  <a:pt x="325521" y="142541"/>
                  <a:pt x="307735" y="123348"/>
                </a:cubicBezTo>
                <a:lnTo>
                  <a:pt x="299933" y="130577"/>
                </a:lnTo>
                <a:lnTo>
                  <a:pt x="292128" y="137808"/>
                </a:lnTo>
                <a:cubicBezTo>
                  <a:pt x="310822" y="157983"/>
                  <a:pt x="330682" y="175626"/>
                  <a:pt x="351437" y="190983"/>
                </a:cubicBezTo>
                <a:lnTo>
                  <a:pt x="357765" y="182432"/>
                </a:lnTo>
                <a:moveTo>
                  <a:pt x="252322" y="69233"/>
                </a:moveTo>
                <a:lnTo>
                  <a:pt x="261243" y="63436"/>
                </a:lnTo>
                <a:cubicBezTo>
                  <a:pt x="254480" y="53030"/>
                  <a:pt x="247964" y="42114"/>
                  <a:pt x="241717" y="30663"/>
                </a:cubicBezTo>
                <a:lnTo>
                  <a:pt x="232377" y="35759"/>
                </a:lnTo>
                <a:lnTo>
                  <a:pt x="223039" y="40856"/>
                </a:lnTo>
                <a:cubicBezTo>
                  <a:pt x="229542" y="52775"/>
                  <a:pt x="236338" y="64160"/>
                  <a:pt x="243402" y="75031"/>
                </a:cubicBezTo>
                <a:lnTo>
                  <a:pt x="252322" y="69233"/>
                </a:lnTo>
                <a:moveTo>
                  <a:pt x="232377" y="35759"/>
                </a:moveTo>
                <a:lnTo>
                  <a:pt x="224683" y="28412"/>
                </a:lnTo>
                <a:cubicBezTo>
                  <a:pt x="214668" y="38902"/>
                  <a:pt x="204952" y="49666"/>
                  <a:pt x="195547" y="60690"/>
                </a:cubicBezTo>
                <a:lnTo>
                  <a:pt x="203640" y="67595"/>
                </a:lnTo>
                <a:lnTo>
                  <a:pt x="211733" y="74500"/>
                </a:lnTo>
                <a:cubicBezTo>
                  <a:pt x="220881" y="63777"/>
                  <a:pt x="230331" y="53308"/>
                  <a:pt x="240073" y="43107"/>
                </a:cubicBezTo>
                <a:lnTo>
                  <a:pt x="232377" y="35759"/>
                </a:lnTo>
                <a:moveTo>
                  <a:pt x="151723" y="135829"/>
                </a:moveTo>
                <a:lnTo>
                  <a:pt x="142910" y="129870"/>
                </a:lnTo>
                <a:cubicBezTo>
                  <a:pt x="126687" y="153864"/>
                  <a:pt x="111794" y="178778"/>
                  <a:pt x="98321" y="204492"/>
                </a:cubicBezTo>
                <a:lnTo>
                  <a:pt x="107746" y="209429"/>
                </a:lnTo>
                <a:lnTo>
                  <a:pt x="117169" y="214367"/>
                </a:lnTo>
                <a:cubicBezTo>
                  <a:pt x="130272" y="189356"/>
                  <a:pt x="144756" y="165124"/>
                  <a:pt x="160536" y="141789"/>
                </a:cubicBezTo>
                <a:lnTo>
                  <a:pt x="151723" y="135829"/>
                </a:lnTo>
                <a:moveTo>
                  <a:pt x="72281" y="287490"/>
                </a:moveTo>
                <a:lnTo>
                  <a:pt x="62364" y="283643"/>
                </a:lnTo>
                <a:cubicBezTo>
                  <a:pt x="51913" y="310570"/>
                  <a:pt x="42941" y="338175"/>
                  <a:pt x="35534" y="366337"/>
                </a:cubicBezTo>
                <a:lnTo>
                  <a:pt x="45822" y="369042"/>
                </a:lnTo>
                <a:lnTo>
                  <a:pt x="56109" y="371748"/>
                </a:lnTo>
                <a:cubicBezTo>
                  <a:pt x="63312" y="344367"/>
                  <a:pt x="72037" y="317526"/>
                  <a:pt x="82200" y="291340"/>
                </a:cubicBezTo>
                <a:lnTo>
                  <a:pt x="72281" y="287490"/>
                </a:lnTo>
                <a:moveTo>
                  <a:pt x="28740" y="453060"/>
                </a:moveTo>
                <a:lnTo>
                  <a:pt x="18211" y="451535"/>
                </a:lnTo>
                <a:cubicBezTo>
                  <a:pt x="14084" y="480015"/>
                  <a:pt x="11531" y="508920"/>
                  <a:pt x="10633" y="538144"/>
                </a:cubicBezTo>
                <a:lnTo>
                  <a:pt x="21267" y="538473"/>
                </a:lnTo>
                <a:lnTo>
                  <a:pt x="31900" y="538800"/>
                </a:lnTo>
                <a:cubicBezTo>
                  <a:pt x="32774" y="510383"/>
                  <a:pt x="35256" y="482278"/>
                  <a:pt x="39269" y="454587"/>
                </a:cubicBezTo>
                <a:lnTo>
                  <a:pt x="28740" y="453060"/>
                </a:lnTo>
                <a:moveTo>
                  <a:pt x="23452" y="624188"/>
                </a:moveTo>
                <a:lnTo>
                  <a:pt x="12847" y="625054"/>
                </a:lnTo>
                <a:cubicBezTo>
                  <a:pt x="14020" y="639415"/>
                  <a:pt x="15596" y="653827"/>
                  <a:pt x="17584" y="668275"/>
                </a:cubicBezTo>
                <a:lnTo>
                  <a:pt x="28124" y="666824"/>
                </a:lnTo>
                <a:lnTo>
                  <a:pt x="38663" y="665376"/>
                </a:lnTo>
                <a:cubicBezTo>
                  <a:pt x="36728" y="651314"/>
                  <a:pt x="35194" y="637294"/>
                  <a:pt x="34055" y="623322"/>
                </a:cubicBezTo>
                <a:lnTo>
                  <a:pt x="23452" y="624188"/>
                </a:lnTo>
                <a:moveTo>
                  <a:pt x="232377" y="35759"/>
                </a:moveTo>
                <a:lnTo>
                  <a:pt x="251055" y="25567"/>
                </a:lnTo>
                <a:lnTo>
                  <a:pt x="237103" y="0"/>
                </a:lnTo>
                <a:lnTo>
                  <a:pt x="216989" y="21067"/>
                </a:lnTo>
                <a:lnTo>
                  <a:pt x="232377" y="35759"/>
                </a:lnTo>
                <a:moveTo>
                  <a:pt x="1335030" y="35759"/>
                </a:moveTo>
                <a:lnTo>
                  <a:pt x="1350399" y="21044"/>
                </a:lnTo>
                <a:lnTo>
                  <a:pt x="1336630" y="6666"/>
                </a:lnTo>
                <a:lnTo>
                  <a:pt x="1321368" y="19448"/>
                </a:lnTo>
                <a:lnTo>
                  <a:pt x="1335030" y="35759"/>
                </a:lnTo>
                <a:moveTo>
                  <a:pt x="28124" y="666824"/>
                </a:moveTo>
                <a:lnTo>
                  <a:pt x="7045" y="669726"/>
                </a:lnTo>
                <a:cubicBezTo>
                  <a:pt x="9057" y="684339"/>
                  <a:pt x="11460" y="698805"/>
                  <a:pt x="14241" y="713114"/>
                </a:cubicBezTo>
                <a:lnTo>
                  <a:pt x="35128" y="709052"/>
                </a:lnTo>
                <a:lnTo>
                  <a:pt x="56014" y="704991"/>
                </a:lnTo>
                <a:cubicBezTo>
                  <a:pt x="53381" y="691451"/>
                  <a:pt x="51107" y="677761"/>
                  <a:pt x="49202" y="663926"/>
                </a:cubicBezTo>
                <a:lnTo>
                  <a:pt x="28124" y="666824"/>
                </a:lnTo>
                <a:moveTo>
                  <a:pt x="56118" y="791995"/>
                </a:moveTo>
                <a:lnTo>
                  <a:pt x="35816" y="798364"/>
                </a:lnTo>
                <a:cubicBezTo>
                  <a:pt x="44666" y="826579"/>
                  <a:pt x="55038" y="854034"/>
                  <a:pt x="66823" y="880652"/>
                </a:cubicBezTo>
                <a:lnTo>
                  <a:pt x="86278" y="872038"/>
                </a:lnTo>
                <a:lnTo>
                  <a:pt x="105733" y="863424"/>
                </a:lnTo>
                <a:cubicBezTo>
                  <a:pt x="94593" y="838263"/>
                  <a:pt x="84788" y="812307"/>
                  <a:pt x="76419" y="785627"/>
                </a:cubicBezTo>
                <a:lnTo>
                  <a:pt x="56118" y="791995"/>
                </a:lnTo>
                <a:moveTo>
                  <a:pt x="125268" y="948153"/>
                </a:moveTo>
                <a:lnTo>
                  <a:pt x="106909" y="958908"/>
                </a:lnTo>
                <a:cubicBezTo>
                  <a:pt x="121797" y="984324"/>
                  <a:pt x="138051" y="1008770"/>
                  <a:pt x="155559" y="1032156"/>
                </a:cubicBezTo>
                <a:lnTo>
                  <a:pt x="172592" y="1019405"/>
                </a:lnTo>
                <a:lnTo>
                  <a:pt x="189626" y="1006655"/>
                </a:lnTo>
                <a:cubicBezTo>
                  <a:pt x="173069" y="984540"/>
                  <a:pt x="157701" y="961426"/>
                  <a:pt x="143627" y="937398"/>
                </a:cubicBezTo>
                <a:lnTo>
                  <a:pt x="125268" y="948153"/>
                </a:lnTo>
                <a:moveTo>
                  <a:pt x="227614" y="1084902"/>
                </a:moveTo>
                <a:lnTo>
                  <a:pt x="212115" y="1099479"/>
                </a:lnTo>
                <a:cubicBezTo>
                  <a:pt x="232229" y="1120866"/>
                  <a:pt x="253505" y="1141087"/>
                  <a:pt x="275824" y="1160056"/>
                </a:cubicBezTo>
                <a:lnTo>
                  <a:pt x="289602" y="1143841"/>
                </a:lnTo>
                <a:lnTo>
                  <a:pt x="303379" y="1127626"/>
                </a:lnTo>
                <a:cubicBezTo>
                  <a:pt x="282266" y="1109686"/>
                  <a:pt x="262140" y="1090555"/>
                  <a:pt x="243113" y="1070326"/>
                </a:cubicBezTo>
                <a:lnTo>
                  <a:pt x="227614" y="1084902"/>
                </a:lnTo>
                <a:moveTo>
                  <a:pt x="357768" y="1195511"/>
                </a:moveTo>
                <a:lnTo>
                  <a:pt x="345880" y="1213157"/>
                </a:lnTo>
                <a:cubicBezTo>
                  <a:pt x="370171" y="1229522"/>
                  <a:pt x="395389" y="1244544"/>
                  <a:pt x="421415" y="1258132"/>
                </a:cubicBezTo>
                <a:lnTo>
                  <a:pt x="431263" y="1239272"/>
                </a:lnTo>
                <a:lnTo>
                  <a:pt x="441109" y="1220408"/>
                </a:lnTo>
                <a:cubicBezTo>
                  <a:pt x="416492" y="1207555"/>
                  <a:pt x="392636" y="1193348"/>
                  <a:pt x="369657" y="1177866"/>
                </a:cubicBezTo>
                <a:lnTo>
                  <a:pt x="357768" y="1195511"/>
                </a:lnTo>
                <a:moveTo>
                  <a:pt x="509189" y="1274551"/>
                </a:moveTo>
                <a:lnTo>
                  <a:pt x="501514" y="1294394"/>
                </a:lnTo>
                <a:cubicBezTo>
                  <a:pt x="528763" y="1304930"/>
                  <a:pt x="556691" y="1313979"/>
                  <a:pt x="585184" y="1321446"/>
                </a:cubicBezTo>
                <a:lnTo>
                  <a:pt x="590578" y="1300862"/>
                </a:lnTo>
                <a:lnTo>
                  <a:pt x="595971" y="1280281"/>
                </a:lnTo>
                <a:cubicBezTo>
                  <a:pt x="569036" y="1273222"/>
                  <a:pt x="542630" y="1264671"/>
                  <a:pt x="516863" y="1254705"/>
                </a:cubicBezTo>
                <a:lnTo>
                  <a:pt x="509189" y="1274551"/>
                </a:lnTo>
                <a:moveTo>
                  <a:pt x="674398" y="1317837"/>
                </a:moveTo>
                <a:lnTo>
                  <a:pt x="671360" y="1338896"/>
                </a:lnTo>
                <a:cubicBezTo>
                  <a:pt x="700171" y="1343052"/>
                  <a:pt x="729408" y="1345619"/>
                  <a:pt x="758966" y="1346516"/>
                </a:cubicBezTo>
                <a:lnTo>
                  <a:pt x="759612" y="1325250"/>
                </a:lnTo>
                <a:lnTo>
                  <a:pt x="760258" y="1303982"/>
                </a:lnTo>
                <a:cubicBezTo>
                  <a:pt x="732310" y="1303133"/>
                  <a:pt x="704669" y="1300706"/>
                  <a:pt x="677436" y="1296779"/>
                </a:cubicBezTo>
                <a:lnTo>
                  <a:pt x="674398" y="1317837"/>
                </a:lnTo>
                <a:moveTo>
                  <a:pt x="845141" y="1323050"/>
                </a:moveTo>
                <a:lnTo>
                  <a:pt x="846874" y="1344256"/>
                </a:lnTo>
                <a:cubicBezTo>
                  <a:pt x="861402" y="1343069"/>
                  <a:pt x="875978" y="1341474"/>
                  <a:pt x="890592" y="1339463"/>
                </a:cubicBezTo>
                <a:lnTo>
                  <a:pt x="887690" y="1318385"/>
                </a:lnTo>
                <a:lnTo>
                  <a:pt x="884788" y="1297304"/>
                </a:lnTo>
                <a:cubicBezTo>
                  <a:pt x="870952" y="1299209"/>
                  <a:pt x="857155" y="1300720"/>
                  <a:pt x="843407" y="1301844"/>
                </a:cubicBezTo>
                <a:lnTo>
                  <a:pt x="845141" y="1323050"/>
                </a:lnTo>
                <a:moveTo>
                  <a:pt x="887690" y="1318385"/>
                </a:moveTo>
                <a:lnTo>
                  <a:pt x="890592" y="1339463"/>
                </a:lnTo>
                <a:cubicBezTo>
                  <a:pt x="905203" y="1337450"/>
                  <a:pt x="919669" y="1335048"/>
                  <a:pt x="933977" y="1332266"/>
                </a:cubicBezTo>
                <a:lnTo>
                  <a:pt x="929917" y="1311381"/>
                </a:lnTo>
                <a:lnTo>
                  <a:pt x="925856" y="1290496"/>
                </a:lnTo>
                <a:cubicBezTo>
                  <a:pt x="912316" y="1293128"/>
                  <a:pt x="898624" y="1295402"/>
                  <a:pt x="884788" y="1297304"/>
                </a:cubicBezTo>
                <a:lnTo>
                  <a:pt x="887690" y="1318385"/>
                </a:lnTo>
                <a:moveTo>
                  <a:pt x="1012860" y="1290391"/>
                </a:moveTo>
                <a:lnTo>
                  <a:pt x="1019228" y="1310691"/>
                </a:lnTo>
                <a:cubicBezTo>
                  <a:pt x="1047444" y="1301841"/>
                  <a:pt x="1074900" y="1291470"/>
                  <a:pt x="1101516" y="1279684"/>
                </a:cubicBezTo>
                <a:lnTo>
                  <a:pt x="1092900" y="1260230"/>
                </a:lnTo>
                <a:lnTo>
                  <a:pt x="1084286" y="1240776"/>
                </a:lnTo>
                <a:cubicBezTo>
                  <a:pt x="1059127" y="1251914"/>
                  <a:pt x="1033170" y="1261721"/>
                  <a:pt x="1006491" y="1270088"/>
                </a:cubicBezTo>
                <a:lnTo>
                  <a:pt x="1012860" y="1290391"/>
                </a:lnTo>
                <a:moveTo>
                  <a:pt x="1169017" y="1221240"/>
                </a:moveTo>
                <a:lnTo>
                  <a:pt x="1179772" y="1239598"/>
                </a:lnTo>
                <a:cubicBezTo>
                  <a:pt x="1205187" y="1224712"/>
                  <a:pt x="1229633" y="1208458"/>
                  <a:pt x="1253020" y="1190949"/>
                </a:cubicBezTo>
                <a:lnTo>
                  <a:pt x="1240269" y="1173916"/>
                </a:lnTo>
                <a:lnTo>
                  <a:pt x="1227519" y="1156881"/>
                </a:lnTo>
                <a:cubicBezTo>
                  <a:pt x="1205403" y="1173439"/>
                  <a:pt x="1182291" y="1188808"/>
                  <a:pt x="1158264" y="1202882"/>
                </a:cubicBezTo>
                <a:lnTo>
                  <a:pt x="1169017" y="1221240"/>
                </a:lnTo>
                <a:moveTo>
                  <a:pt x="1305767" y="1118893"/>
                </a:moveTo>
                <a:lnTo>
                  <a:pt x="1320343" y="1134392"/>
                </a:lnTo>
                <a:cubicBezTo>
                  <a:pt x="1341730" y="1114279"/>
                  <a:pt x="1361953" y="1093003"/>
                  <a:pt x="1380918" y="1070684"/>
                </a:cubicBezTo>
                <a:lnTo>
                  <a:pt x="1364705" y="1056905"/>
                </a:lnTo>
                <a:lnTo>
                  <a:pt x="1348491" y="1043130"/>
                </a:lnTo>
                <a:cubicBezTo>
                  <a:pt x="1330548" y="1064242"/>
                  <a:pt x="1311419" y="1084369"/>
                  <a:pt x="1291190" y="1103394"/>
                </a:cubicBezTo>
                <a:lnTo>
                  <a:pt x="1305767" y="1118893"/>
                </a:lnTo>
                <a:moveTo>
                  <a:pt x="1416375" y="988739"/>
                </a:moveTo>
                <a:lnTo>
                  <a:pt x="1434022" y="1000627"/>
                </a:lnTo>
                <a:cubicBezTo>
                  <a:pt x="1450386" y="976338"/>
                  <a:pt x="1465407" y="951120"/>
                  <a:pt x="1478995" y="925093"/>
                </a:cubicBezTo>
                <a:lnTo>
                  <a:pt x="1460134" y="915244"/>
                </a:lnTo>
                <a:lnTo>
                  <a:pt x="1441272" y="905398"/>
                </a:lnTo>
                <a:cubicBezTo>
                  <a:pt x="1428421" y="930017"/>
                  <a:pt x="1414211" y="953871"/>
                  <a:pt x="1398730" y="976852"/>
                </a:cubicBezTo>
                <a:lnTo>
                  <a:pt x="1416375" y="988739"/>
                </a:lnTo>
                <a:moveTo>
                  <a:pt x="1495414" y="837320"/>
                </a:moveTo>
                <a:lnTo>
                  <a:pt x="1515258" y="844994"/>
                </a:lnTo>
                <a:cubicBezTo>
                  <a:pt x="1525796" y="817744"/>
                  <a:pt x="1534842" y="789818"/>
                  <a:pt x="1542309" y="761324"/>
                </a:cubicBezTo>
                <a:lnTo>
                  <a:pt x="1521728" y="755929"/>
                </a:lnTo>
                <a:lnTo>
                  <a:pt x="1501145" y="750538"/>
                </a:lnTo>
                <a:cubicBezTo>
                  <a:pt x="1494085" y="777473"/>
                  <a:pt x="1485534" y="803877"/>
                  <a:pt x="1475568" y="829646"/>
                </a:cubicBezTo>
                <a:lnTo>
                  <a:pt x="1495414" y="837320"/>
                </a:lnTo>
                <a:moveTo>
                  <a:pt x="1538702" y="672111"/>
                </a:moveTo>
                <a:lnTo>
                  <a:pt x="1559760" y="675149"/>
                </a:lnTo>
                <a:cubicBezTo>
                  <a:pt x="1563916" y="646337"/>
                  <a:pt x="1566483" y="617099"/>
                  <a:pt x="1567382" y="587543"/>
                </a:cubicBezTo>
                <a:lnTo>
                  <a:pt x="1546113" y="586896"/>
                </a:lnTo>
                <a:lnTo>
                  <a:pt x="1524846" y="586251"/>
                </a:lnTo>
                <a:cubicBezTo>
                  <a:pt x="1523997" y="614197"/>
                  <a:pt x="1521570" y="641840"/>
                  <a:pt x="1517642" y="669073"/>
                </a:cubicBezTo>
                <a:lnTo>
                  <a:pt x="1538702" y="672111"/>
                </a:lnTo>
                <a:moveTo>
                  <a:pt x="1543914" y="501368"/>
                </a:moveTo>
                <a:lnTo>
                  <a:pt x="1565120" y="499633"/>
                </a:lnTo>
                <a:cubicBezTo>
                  <a:pt x="1563932" y="485105"/>
                  <a:pt x="1562338" y="470529"/>
                  <a:pt x="1560326" y="455916"/>
                </a:cubicBezTo>
                <a:lnTo>
                  <a:pt x="1539248" y="458817"/>
                </a:lnTo>
                <a:lnTo>
                  <a:pt x="1518170" y="461719"/>
                </a:lnTo>
                <a:cubicBezTo>
                  <a:pt x="1520074" y="475557"/>
                  <a:pt x="1521584" y="489353"/>
                  <a:pt x="1522707" y="503100"/>
                </a:cubicBezTo>
                <a:lnTo>
                  <a:pt x="1543914" y="501368"/>
                </a:lnTo>
                <a:moveTo>
                  <a:pt x="1539248" y="458817"/>
                </a:moveTo>
                <a:lnTo>
                  <a:pt x="1560326" y="455916"/>
                </a:lnTo>
                <a:cubicBezTo>
                  <a:pt x="1558457" y="442333"/>
                  <a:pt x="1556249" y="428878"/>
                  <a:pt x="1553712" y="415560"/>
                </a:cubicBezTo>
                <a:lnTo>
                  <a:pt x="1532812" y="419540"/>
                </a:lnTo>
                <a:lnTo>
                  <a:pt x="1511910" y="423518"/>
                </a:lnTo>
                <a:cubicBezTo>
                  <a:pt x="1514310" y="436124"/>
                  <a:pt x="1516400" y="448860"/>
                  <a:pt x="1518170" y="461719"/>
                </a:cubicBezTo>
                <a:lnTo>
                  <a:pt x="1539248" y="458817"/>
                </a:lnTo>
                <a:moveTo>
                  <a:pt x="1513898" y="342260"/>
                </a:moveTo>
                <a:lnTo>
                  <a:pt x="1534275" y="336134"/>
                </a:lnTo>
                <a:cubicBezTo>
                  <a:pt x="1526357" y="309803"/>
                  <a:pt x="1517121" y="284120"/>
                  <a:pt x="1506650" y="259149"/>
                </a:cubicBezTo>
                <a:lnTo>
                  <a:pt x="1487028" y="267377"/>
                </a:lnTo>
                <a:lnTo>
                  <a:pt x="1467407" y="275605"/>
                </a:lnTo>
                <a:cubicBezTo>
                  <a:pt x="1477304" y="299210"/>
                  <a:pt x="1486038" y="323491"/>
                  <a:pt x="1493523" y="348387"/>
                </a:cubicBezTo>
                <a:lnTo>
                  <a:pt x="1513898" y="342260"/>
                </a:lnTo>
                <a:moveTo>
                  <a:pt x="1452446" y="195719"/>
                </a:moveTo>
                <a:lnTo>
                  <a:pt x="1471096" y="185478"/>
                </a:lnTo>
                <a:cubicBezTo>
                  <a:pt x="1457907" y="161461"/>
                  <a:pt x="1443515" y="138262"/>
                  <a:pt x="1428015" y="115949"/>
                </a:cubicBezTo>
                <a:lnTo>
                  <a:pt x="1410541" y="128090"/>
                </a:lnTo>
                <a:lnTo>
                  <a:pt x="1393067" y="140230"/>
                </a:lnTo>
                <a:cubicBezTo>
                  <a:pt x="1407723" y="161325"/>
                  <a:pt x="1421328" y="183258"/>
                  <a:pt x="1433797" y="205963"/>
                </a:cubicBezTo>
                <a:lnTo>
                  <a:pt x="1452446" y="195719"/>
                </a:lnTo>
                <a:moveTo>
                  <a:pt x="1361795" y="65207"/>
                </a:moveTo>
                <a:lnTo>
                  <a:pt x="1377907" y="51313"/>
                </a:lnTo>
                <a:cubicBezTo>
                  <a:pt x="1368994" y="40978"/>
                  <a:pt x="1359820" y="30885"/>
                  <a:pt x="1350399" y="21044"/>
                </a:cubicBezTo>
                <a:lnTo>
                  <a:pt x="1335030" y="35759"/>
                </a:lnTo>
                <a:lnTo>
                  <a:pt x="1319663" y="50475"/>
                </a:lnTo>
                <a:cubicBezTo>
                  <a:pt x="1328574" y="59782"/>
                  <a:pt x="1337252" y="69327"/>
                  <a:pt x="1345681" y="79105"/>
                </a:cubicBezTo>
                <a:lnTo>
                  <a:pt x="1361795" y="65207"/>
                </a:lnTo>
                <a:moveTo>
                  <a:pt x="1335030" y="35759"/>
                </a:moveTo>
                <a:lnTo>
                  <a:pt x="1321368" y="19448"/>
                </a:lnTo>
                <a:cubicBezTo>
                  <a:pt x="1311346" y="27844"/>
                  <a:pt x="1301447" y="35899"/>
                  <a:pt x="1291643" y="43630"/>
                </a:cubicBezTo>
                <a:lnTo>
                  <a:pt x="1304818" y="60335"/>
                </a:lnTo>
                <a:lnTo>
                  <a:pt x="1317995" y="77044"/>
                </a:lnTo>
                <a:cubicBezTo>
                  <a:pt x="1328145" y="69038"/>
                  <a:pt x="1338369" y="60719"/>
                  <a:pt x="1348692" y="52071"/>
                </a:cubicBezTo>
                <a:lnTo>
                  <a:pt x="1335030" y="35759"/>
                </a:lnTo>
                <a:moveTo>
                  <a:pt x="1242071" y="106364"/>
                </a:moveTo>
                <a:lnTo>
                  <a:pt x="1230149" y="88741"/>
                </a:lnTo>
                <a:cubicBezTo>
                  <a:pt x="1208544" y="103358"/>
                  <a:pt x="1187104" y="116529"/>
                  <a:pt x="1165498" y="128459"/>
                </a:cubicBezTo>
                <a:lnTo>
                  <a:pt x="1175785" y="147084"/>
                </a:lnTo>
                <a:lnTo>
                  <a:pt x="1186071" y="165709"/>
                </a:lnTo>
                <a:cubicBezTo>
                  <a:pt x="1208857" y="153126"/>
                  <a:pt x="1231387" y="139282"/>
                  <a:pt x="1253994" y="123987"/>
                </a:cubicBezTo>
                <a:lnTo>
                  <a:pt x="1242071" y="106364"/>
                </a:lnTo>
                <a:moveTo>
                  <a:pt x="1105915" y="181310"/>
                </a:moveTo>
                <a:lnTo>
                  <a:pt x="1097508" y="161765"/>
                </a:lnTo>
                <a:cubicBezTo>
                  <a:pt x="1074562" y="171634"/>
                  <a:pt x="1051015" y="180447"/>
                  <a:pt x="1026503" y="188408"/>
                </a:cubicBezTo>
                <a:lnTo>
                  <a:pt x="1033075" y="208643"/>
                </a:lnTo>
                <a:lnTo>
                  <a:pt x="1039647" y="228881"/>
                </a:lnTo>
                <a:cubicBezTo>
                  <a:pt x="1065329" y="220539"/>
                  <a:pt x="1090105" y="211272"/>
                  <a:pt x="1114322" y="200855"/>
                </a:cubicBezTo>
                <a:lnTo>
                  <a:pt x="1105915" y="181310"/>
                </a:lnTo>
                <a:moveTo>
                  <a:pt x="958174" y="229778"/>
                </a:moveTo>
                <a:lnTo>
                  <a:pt x="953129" y="209109"/>
                </a:lnTo>
                <a:cubicBezTo>
                  <a:pt x="929290" y="214926"/>
                  <a:pt x="904393" y="220224"/>
                  <a:pt x="878169" y="225147"/>
                </a:cubicBezTo>
                <a:lnTo>
                  <a:pt x="882094" y="246061"/>
                </a:lnTo>
                <a:lnTo>
                  <a:pt x="886019" y="266971"/>
                </a:lnTo>
                <a:cubicBezTo>
                  <a:pt x="912881" y="261929"/>
                  <a:pt x="938535" y="256472"/>
                  <a:pt x="963221" y="250447"/>
                </a:cubicBezTo>
                <a:lnTo>
                  <a:pt x="958174" y="229778"/>
                </a:lnTo>
                <a:moveTo>
                  <a:pt x="805354" y="258936"/>
                </a:moveTo>
                <a:lnTo>
                  <a:pt x="802184" y="237895"/>
                </a:lnTo>
                <a:cubicBezTo>
                  <a:pt x="789707" y="239775"/>
                  <a:pt x="776941" y="241609"/>
                  <a:pt x="763866" y="243409"/>
                </a:cubicBezTo>
                <a:lnTo>
                  <a:pt x="766768" y="264487"/>
                </a:lnTo>
                <a:lnTo>
                  <a:pt x="769669" y="285565"/>
                </a:lnTo>
                <a:cubicBezTo>
                  <a:pt x="782906" y="283742"/>
                  <a:pt x="795851" y="281882"/>
                  <a:pt x="808524" y="279975"/>
                </a:cubicBezTo>
                <a:lnTo>
                  <a:pt x="805354" y="258936"/>
                </a:lnTo>
                <a:moveTo>
                  <a:pt x="766768" y="264487"/>
                </a:moveTo>
                <a:lnTo>
                  <a:pt x="763866" y="243409"/>
                </a:lnTo>
                <a:cubicBezTo>
                  <a:pt x="751558" y="245104"/>
                  <a:pt x="738994" y="246555"/>
                  <a:pt x="726229" y="247710"/>
                </a:cubicBezTo>
                <a:lnTo>
                  <a:pt x="728148" y="268902"/>
                </a:lnTo>
                <a:lnTo>
                  <a:pt x="730067" y="290091"/>
                </a:lnTo>
                <a:cubicBezTo>
                  <a:pt x="743521" y="288873"/>
                  <a:pt x="756740" y="287345"/>
                  <a:pt x="769669" y="285565"/>
                </a:cubicBezTo>
                <a:lnTo>
                  <a:pt x="766768" y="264487"/>
                </a:lnTo>
                <a:moveTo>
                  <a:pt x="650444" y="271999"/>
                </a:moveTo>
                <a:lnTo>
                  <a:pt x="650729" y="250722"/>
                </a:lnTo>
                <a:cubicBezTo>
                  <a:pt x="625902" y="250390"/>
                  <a:pt x="600802" y="248675"/>
                  <a:pt x="575783" y="245249"/>
                </a:cubicBezTo>
                <a:lnTo>
                  <a:pt x="572896" y="266329"/>
                </a:lnTo>
                <a:lnTo>
                  <a:pt x="570007" y="287408"/>
                </a:lnTo>
                <a:cubicBezTo>
                  <a:pt x="596918" y="291096"/>
                  <a:pt x="623768" y="292918"/>
                  <a:pt x="650160" y="293273"/>
                </a:cubicBezTo>
                <a:lnTo>
                  <a:pt x="650444" y="271999"/>
                </a:lnTo>
                <a:moveTo>
                  <a:pt x="496828" y="250345"/>
                </a:moveTo>
                <a:lnTo>
                  <a:pt x="502752" y="229908"/>
                </a:lnTo>
                <a:cubicBezTo>
                  <a:pt x="479162" y="223072"/>
                  <a:pt x="455991" y="214353"/>
                  <a:pt x="433537" y="203461"/>
                </a:cubicBezTo>
                <a:lnTo>
                  <a:pt x="424252" y="222606"/>
                </a:lnTo>
                <a:lnTo>
                  <a:pt x="414968" y="241751"/>
                </a:lnTo>
                <a:cubicBezTo>
                  <a:pt x="439742" y="253766"/>
                  <a:pt x="465180" y="263326"/>
                  <a:pt x="490904" y="270781"/>
                </a:cubicBezTo>
                <a:lnTo>
                  <a:pt x="496828" y="250345"/>
                </a:lnTo>
                <a:moveTo>
                  <a:pt x="357765" y="182432"/>
                </a:moveTo>
                <a:lnTo>
                  <a:pt x="370422" y="165328"/>
                </a:lnTo>
                <a:cubicBezTo>
                  <a:pt x="351245" y="151138"/>
                  <a:pt x="332870" y="134821"/>
                  <a:pt x="315538" y="116117"/>
                </a:cubicBezTo>
                <a:lnTo>
                  <a:pt x="299933" y="130577"/>
                </a:lnTo>
                <a:lnTo>
                  <a:pt x="284324" y="145040"/>
                </a:lnTo>
                <a:cubicBezTo>
                  <a:pt x="303473" y="165706"/>
                  <a:pt x="323829" y="183789"/>
                  <a:pt x="345108" y="199535"/>
                </a:cubicBezTo>
                <a:lnTo>
                  <a:pt x="357765" y="182432"/>
                </a:lnTo>
                <a:moveTo>
                  <a:pt x="252322" y="69233"/>
                </a:moveTo>
                <a:lnTo>
                  <a:pt x="270164" y="57641"/>
                </a:lnTo>
                <a:cubicBezTo>
                  <a:pt x="263551" y="47465"/>
                  <a:pt x="257174" y="36784"/>
                  <a:pt x="251055" y="25567"/>
                </a:cubicBezTo>
                <a:lnTo>
                  <a:pt x="232377" y="35759"/>
                </a:lnTo>
                <a:lnTo>
                  <a:pt x="213701" y="45952"/>
                </a:lnTo>
                <a:cubicBezTo>
                  <a:pt x="220332" y="58104"/>
                  <a:pt x="227265" y="69725"/>
                  <a:pt x="234481" y="80829"/>
                </a:cubicBezTo>
                <a:lnTo>
                  <a:pt x="252322" y="69233"/>
                </a:lnTo>
                <a:moveTo>
                  <a:pt x="232377" y="35759"/>
                </a:moveTo>
                <a:lnTo>
                  <a:pt x="216989" y="21067"/>
                </a:lnTo>
                <a:cubicBezTo>
                  <a:pt x="206836" y="31699"/>
                  <a:pt x="196988" y="42610"/>
                  <a:pt x="187454" y="53785"/>
                </a:cubicBezTo>
                <a:lnTo>
                  <a:pt x="203640" y="67595"/>
                </a:lnTo>
                <a:lnTo>
                  <a:pt x="219828" y="81405"/>
                </a:lnTo>
                <a:cubicBezTo>
                  <a:pt x="228845" y="70835"/>
                  <a:pt x="238163" y="60511"/>
                  <a:pt x="247767" y="50452"/>
                </a:cubicBezTo>
                <a:lnTo>
                  <a:pt x="232377" y="35759"/>
                </a:lnTo>
                <a:moveTo>
                  <a:pt x="151723" y="135829"/>
                </a:moveTo>
                <a:lnTo>
                  <a:pt x="134096" y="123910"/>
                </a:lnTo>
                <a:cubicBezTo>
                  <a:pt x="117651" y="148231"/>
                  <a:pt x="102555" y="173485"/>
                  <a:pt x="88898" y="199555"/>
                </a:cubicBezTo>
                <a:lnTo>
                  <a:pt x="107746" y="209429"/>
                </a:lnTo>
                <a:lnTo>
                  <a:pt x="126592" y="219304"/>
                </a:lnTo>
                <a:cubicBezTo>
                  <a:pt x="139510" y="194646"/>
                  <a:pt x="153791" y="170754"/>
                  <a:pt x="169349" y="147745"/>
                </a:cubicBezTo>
                <a:lnTo>
                  <a:pt x="151723" y="135829"/>
                </a:lnTo>
                <a:moveTo>
                  <a:pt x="72281" y="287490"/>
                </a:moveTo>
                <a:lnTo>
                  <a:pt x="52447" y="279793"/>
                </a:lnTo>
                <a:cubicBezTo>
                  <a:pt x="41852" y="307094"/>
                  <a:pt x="32756" y="335077"/>
                  <a:pt x="25245" y="363628"/>
                </a:cubicBezTo>
                <a:lnTo>
                  <a:pt x="45822" y="369042"/>
                </a:lnTo>
                <a:lnTo>
                  <a:pt x="66399" y="374454"/>
                </a:lnTo>
                <a:cubicBezTo>
                  <a:pt x="73499" y="347462"/>
                  <a:pt x="82099" y="321004"/>
                  <a:pt x="92117" y="295187"/>
                </a:cubicBezTo>
                <a:lnTo>
                  <a:pt x="72281" y="287490"/>
                </a:lnTo>
                <a:moveTo>
                  <a:pt x="28740" y="453060"/>
                </a:moveTo>
                <a:lnTo>
                  <a:pt x="7683" y="450010"/>
                </a:lnTo>
                <a:cubicBezTo>
                  <a:pt x="3498" y="478885"/>
                  <a:pt x="910" y="508191"/>
                  <a:pt x="0" y="537818"/>
                </a:cubicBezTo>
                <a:lnTo>
                  <a:pt x="21267" y="538473"/>
                </a:lnTo>
                <a:lnTo>
                  <a:pt x="42534" y="539127"/>
                </a:lnTo>
                <a:cubicBezTo>
                  <a:pt x="43394" y="511112"/>
                  <a:pt x="45841" y="483408"/>
                  <a:pt x="49796" y="456112"/>
                </a:cubicBezTo>
                <a:lnTo>
                  <a:pt x="28740" y="453060"/>
                </a:lnTo>
                <a:moveTo>
                  <a:pt x="23452" y="624188"/>
                </a:moveTo>
                <a:lnTo>
                  <a:pt x="2244" y="625917"/>
                </a:lnTo>
                <a:cubicBezTo>
                  <a:pt x="3433" y="640477"/>
                  <a:pt x="5030" y="655084"/>
                  <a:pt x="7045" y="669726"/>
                </a:cubicBezTo>
                <a:lnTo>
                  <a:pt x="28124" y="666824"/>
                </a:lnTo>
                <a:lnTo>
                  <a:pt x="49202" y="663926"/>
                </a:lnTo>
                <a:cubicBezTo>
                  <a:pt x="47294" y="650059"/>
                  <a:pt x="45782" y="636232"/>
                  <a:pt x="44657" y="622456"/>
                </a:cubicBezTo>
                <a:lnTo>
                  <a:pt x="23452" y="62418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" name="path-80">
            <a:extLst xmlns:a="http://schemas.openxmlformats.org/drawingml/2006/main">
              <a:ext uri="{FF2B5EF4-FFF2-40B4-BE49-F238E27FC236}">
                <a16:creationId xmlns:a16="http://schemas.microsoft.com/office/drawing/2014/main" id="{DDDFDF6C-A0C4-437B-A317-8FE8A2BA9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908" y="175189"/>
            <a:ext cx="2175702" cy="1820466"/>
          </a:xfrm>
          <a:custGeom xmlns:a="http://schemas.openxmlformats.org/drawingml/2006/main">
            <a:pathLst>
              <a:path w="1601558" h="1340065">
                <a:moveTo>
                  <a:pt x="32994" y="631065"/>
                </a:moveTo>
                <a:cubicBezTo>
                  <a:pt x="0" y="391373"/>
                  <a:pt x="82210" y="162381"/>
                  <a:pt x="237248" y="0"/>
                </a:cubicBezTo>
                <a:cubicBezTo>
                  <a:pt x="362057" y="228724"/>
                  <a:pt x="594048" y="253173"/>
                  <a:pt x="771638" y="228727"/>
                </a:cubicBezTo>
                <a:cubicBezTo>
                  <a:pt x="1023539" y="194052"/>
                  <a:pt x="1165261" y="146280"/>
                  <a:pt x="1339901" y="0"/>
                </a:cubicBezTo>
                <a:cubicBezTo>
                  <a:pt x="1447159" y="112014"/>
                  <a:pt x="1521353" y="257676"/>
                  <a:pt x="1544119" y="423058"/>
                </a:cubicBezTo>
                <a:cubicBezTo>
                  <a:pt x="1601558" y="840344"/>
                  <a:pt x="1309845" y="1225186"/>
                  <a:pt x="892561" y="1282626"/>
                </a:cubicBezTo>
                <a:cubicBezTo>
                  <a:pt x="475275" y="1340065"/>
                  <a:pt x="90434" y="1048351"/>
                  <a:pt x="32994" y="631065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81">
            <a:extLst xmlns:a="http://schemas.openxmlformats.org/drawingml/2006/main">
              <a:ext uri="{FF2B5EF4-FFF2-40B4-BE49-F238E27FC236}">
                <a16:creationId xmlns:a16="http://schemas.microsoft.com/office/drawing/2014/main" id="{A1E8E69C-C69C-4A29-8097-A0D07143C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26891" y="272486"/>
            <a:ext cx="1818030" cy="1776805"/>
          </a:xfrm>
          <a:custGeom xmlns:a="http://schemas.openxmlformats.org/drawingml/2006/main">
            <a:pathLst>
              <a:path w="1338272" h="1307926">
                <a:moveTo>
                  <a:pt x="1290523" y="151783"/>
                </a:moveTo>
                <a:lnTo>
                  <a:pt x="1301117" y="150814"/>
                </a:lnTo>
                <a:lnTo>
                  <a:pt x="1300368" y="142618"/>
                </a:lnTo>
                <a:lnTo>
                  <a:pt x="1292244" y="141283"/>
                </a:lnTo>
                <a:lnTo>
                  <a:pt x="1290523" y="151783"/>
                </a:lnTo>
                <a:moveTo>
                  <a:pt x="1259958" y="1119802"/>
                </a:moveTo>
                <a:lnTo>
                  <a:pt x="1266590" y="1128118"/>
                </a:lnTo>
                <a:lnTo>
                  <a:pt x="1269673" y="1125659"/>
                </a:lnTo>
                <a:lnTo>
                  <a:pt x="1270409" y="1121786"/>
                </a:lnTo>
                <a:lnTo>
                  <a:pt x="1259958" y="1119802"/>
                </a:lnTo>
                <a:moveTo>
                  <a:pt x="97516" y="191676"/>
                </a:moveTo>
                <a:lnTo>
                  <a:pt x="107098" y="196298"/>
                </a:lnTo>
                <a:lnTo>
                  <a:pt x="97516" y="191676"/>
                </a:lnTo>
                <a:moveTo>
                  <a:pt x="188137" y="999048"/>
                </a:moveTo>
                <a:lnTo>
                  <a:pt x="179820" y="1005681"/>
                </a:lnTo>
                <a:cubicBezTo>
                  <a:pt x="188894" y="1017060"/>
                  <a:pt x="198226" y="1028116"/>
                  <a:pt x="207798" y="1038848"/>
                </a:cubicBezTo>
                <a:lnTo>
                  <a:pt x="215737" y="1031764"/>
                </a:lnTo>
                <a:lnTo>
                  <a:pt x="223676" y="1024683"/>
                </a:lnTo>
                <a:cubicBezTo>
                  <a:pt x="214362" y="1014244"/>
                  <a:pt x="205284" y="1003489"/>
                  <a:pt x="196454" y="992416"/>
                </a:cubicBezTo>
                <a:lnTo>
                  <a:pt x="188137" y="999048"/>
                </a:lnTo>
                <a:moveTo>
                  <a:pt x="276167" y="1092330"/>
                </a:moveTo>
                <a:lnTo>
                  <a:pt x="269071" y="1100254"/>
                </a:lnTo>
                <a:cubicBezTo>
                  <a:pt x="290797" y="1119716"/>
                  <a:pt x="313430" y="1137765"/>
                  <a:pt x="336839" y="1154389"/>
                </a:cubicBezTo>
                <a:lnTo>
                  <a:pt x="342999" y="1145715"/>
                </a:lnTo>
                <a:lnTo>
                  <a:pt x="349158" y="1137041"/>
                </a:lnTo>
                <a:cubicBezTo>
                  <a:pt x="326399" y="1120880"/>
                  <a:pt x="304393" y="1103329"/>
                  <a:pt x="283265" y="1084406"/>
                </a:cubicBezTo>
                <a:lnTo>
                  <a:pt x="276167" y="1092330"/>
                </a:lnTo>
                <a:moveTo>
                  <a:pt x="415412" y="1191216"/>
                </a:moveTo>
                <a:lnTo>
                  <a:pt x="410270" y="1200528"/>
                </a:lnTo>
                <a:cubicBezTo>
                  <a:pt x="435702" y="1214571"/>
                  <a:pt x="461807" y="1227103"/>
                  <a:pt x="488441" y="1238107"/>
                </a:cubicBezTo>
                <a:lnTo>
                  <a:pt x="492504" y="1228275"/>
                </a:lnTo>
                <a:lnTo>
                  <a:pt x="496566" y="1218443"/>
                </a:lnTo>
                <a:cubicBezTo>
                  <a:pt x="470665" y="1207742"/>
                  <a:pt x="445283" y="1195557"/>
                  <a:pt x="420554" y="1181903"/>
                </a:cubicBezTo>
                <a:lnTo>
                  <a:pt x="415412" y="1191216"/>
                </a:lnTo>
                <a:moveTo>
                  <a:pt x="573271" y="1256451"/>
                </a:moveTo>
                <a:lnTo>
                  <a:pt x="570333" y="1266678"/>
                </a:lnTo>
                <a:cubicBezTo>
                  <a:pt x="598172" y="1274670"/>
                  <a:pt x="626407" y="1281090"/>
                  <a:pt x="654894" y="1285922"/>
                </a:cubicBezTo>
                <a:lnTo>
                  <a:pt x="656671" y="1275431"/>
                </a:lnTo>
                <a:lnTo>
                  <a:pt x="658450" y="1264943"/>
                </a:lnTo>
                <a:cubicBezTo>
                  <a:pt x="630743" y="1260245"/>
                  <a:pt x="603281" y="1254001"/>
                  <a:pt x="576206" y="1246228"/>
                </a:cubicBezTo>
                <a:lnTo>
                  <a:pt x="573271" y="1256451"/>
                </a:lnTo>
                <a:moveTo>
                  <a:pt x="741672" y="1285008"/>
                </a:moveTo>
                <a:lnTo>
                  <a:pt x="741072" y="1295629"/>
                </a:lnTo>
                <a:cubicBezTo>
                  <a:pt x="769919" y="1297259"/>
                  <a:pt x="798875" y="1297282"/>
                  <a:pt x="827795" y="1295683"/>
                </a:cubicBezTo>
                <a:lnTo>
                  <a:pt x="827207" y="1285059"/>
                </a:lnTo>
                <a:lnTo>
                  <a:pt x="826619" y="1274438"/>
                </a:lnTo>
                <a:cubicBezTo>
                  <a:pt x="798493" y="1275994"/>
                  <a:pt x="770331" y="1275971"/>
                  <a:pt x="742271" y="1274387"/>
                </a:cubicBezTo>
                <a:lnTo>
                  <a:pt x="741672" y="1285008"/>
                </a:lnTo>
                <a:moveTo>
                  <a:pt x="912218" y="1275559"/>
                </a:moveTo>
                <a:lnTo>
                  <a:pt x="913991" y="1286050"/>
                </a:lnTo>
                <a:cubicBezTo>
                  <a:pt x="942405" y="1281249"/>
                  <a:pt x="970644" y="1274838"/>
                  <a:pt x="998564" y="1266806"/>
                </a:cubicBezTo>
                <a:lnTo>
                  <a:pt x="995623" y="1256582"/>
                </a:lnTo>
                <a:lnTo>
                  <a:pt x="992682" y="1246358"/>
                </a:lnTo>
                <a:cubicBezTo>
                  <a:pt x="965535" y="1254169"/>
                  <a:pt x="938077" y="1260401"/>
                  <a:pt x="910445" y="1265071"/>
                </a:cubicBezTo>
                <a:lnTo>
                  <a:pt x="912218" y="1275559"/>
                </a:lnTo>
                <a:moveTo>
                  <a:pt x="1076345" y="1228335"/>
                </a:moveTo>
                <a:lnTo>
                  <a:pt x="1080421" y="1238161"/>
                </a:lnTo>
                <a:cubicBezTo>
                  <a:pt x="1106940" y="1227162"/>
                  <a:pt x="1133022" y="1214602"/>
                  <a:pt x="1158535" y="1200463"/>
                </a:cubicBezTo>
                <a:lnTo>
                  <a:pt x="1153378" y="1191159"/>
                </a:lnTo>
                <a:lnTo>
                  <a:pt x="1148222" y="1181852"/>
                </a:lnTo>
                <a:cubicBezTo>
                  <a:pt x="1123413" y="1195602"/>
                  <a:pt x="1098053" y="1207813"/>
                  <a:pt x="1072269" y="1218509"/>
                </a:cubicBezTo>
                <a:lnTo>
                  <a:pt x="1076345" y="1228335"/>
                </a:lnTo>
                <a:moveTo>
                  <a:pt x="1225770" y="1145556"/>
                </a:moveTo>
                <a:lnTo>
                  <a:pt x="1231934" y="1154227"/>
                </a:lnTo>
                <a:cubicBezTo>
                  <a:pt x="1243654" y="1145894"/>
                  <a:pt x="1255212" y="1137192"/>
                  <a:pt x="1266590" y="1128118"/>
                </a:cubicBezTo>
                <a:lnTo>
                  <a:pt x="1259958" y="1119802"/>
                </a:lnTo>
                <a:lnTo>
                  <a:pt x="1253324" y="1111483"/>
                </a:lnTo>
                <a:cubicBezTo>
                  <a:pt x="1242251" y="1120313"/>
                  <a:pt x="1231008" y="1128779"/>
                  <a:pt x="1219606" y="1136885"/>
                </a:cubicBezTo>
                <a:lnTo>
                  <a:pt x="1225770" y="1145556"/>
                </a:lnTo>
                <a:moveTo>
                  <a:pt x="1259958" y="1119802"/>
                </a:moveTo>
                <a:lnTo>
                  <a:pt x="1270409" y="1121786"/>
                </a:lnTo>
                <a:cubicBezTo>
                  <a:pt x="1272994" y="1108175"/>
                  <a:pt x="1275490" y="1094851"/>
                  <a:pt x="1277896" y="1081785"/>
                </a:cubicBezTo>
                <a:lnTo>
                  <a:pt x="1267433" y="1079857"/>
                </a:lnTo>
                <a:lnTo>
                  <a:pt x="1256971" y="1077929"/>
                </a:lnTo>
                <a:cubicBezTo>
                  <a:pt x="1254572" y="1090956"/>
                  <a:pt x="1252085" y="1104240"/>
                  <a:pt x="1249505" y="1117814"/>
                </a:cubicBezTo>
                <a:lnTo>
                  <a:pt x="1259958" y="1119802"/>
                </a:lnTo>
                <a:moveTo>
                  <a:pt x="1281507" y="1000090"/>
                </a:moveTo>
                <a:lnTo>
                  <a:pt x="1291999" y="1001848"/>
                </a:lnTo>
                <a:cubicBezTo>
                  <a:pt x="1296633" y="974183"/>
                  <a:pt x="1300808" y="947509"/>
                  <a:pt x="1304527" y="921468"/>
                </a:cubicBezTo>
                <a:lnTo>
                  <a:pt x="1293995" y="919966"/>
                </a:lnTo>
                <a:lnTo>
                  <a:pt x="1283465" y="918461"/>
                </a:lnTo>
                <a:cubicBezTo>
                  <a:pt x="1279772" y="944309"/>
                  <a:pt x="1275624" y="970813"/>
                  <a:pt x="1271015" y="998333"/>
                </a:cubicBezTo>
                <a:lnTo>
                  <a:pt x="1281507" y="1000090"/>
                </a:lnTo>
                <a:moveTo>
                  <a:pt x="1304209" y="839557"/>
                </a:moveTo>
                <a:lnTo>
                  <a:pt x="1314784" y="840721"/>
                </a:lnTo>
                <a:cubicBezTo>
                  <a:pt x="1317775" y="813531"/>
                  <a:pt x="1320236" y="786638"/>
                  <a:pt x="1322173" y="759589"/>
                </a:cubicBezTo>
                <a:lnTo>
                  <a:pt x="1311561" y="758831"/>
                </a:lnTo>
                <a:lnTo>
                  <a:pt x="1300950" y="758070"/>
                </a:lnTo>
                <a:cubicBezTo>
                  <a:pt x="1299033" y="784838"/>
                  <a:pt x="1296597" y="811461"/>
                  <a:pt x="1293635" y="838393"/>
                </a:cubicBezTo>
                <a:lnTo>
                  <a:pt x="1304209" y="839557"/>
                </a:lnTo>
                <a:moveTo>
                  <a:pt x="1315756" y="677886"/>
                </a:moveTo>
                <a:lnTo>
                  <a:pt x="1326389" y="678229"/>
                </a:lnTo>
                <a:cubicBezTo>
                  <a:pt x="1327246" y="651765"/>
                  <a:pt x="1327633" y="624753"/>
                  <a:pt x="1327556" y="596802"/>
                </a:cubicBezTo>
                <a:lnTo>
                  <a:pt x="1316917" y="596833"/>
                </a:lnTo>
                <a:lnTo>
                  <a:pt x="1306279" y="596861"/>
                </a:lnTo>
                <a:cubicBezTo>
                  <a:pt x="1306356" y="624577"/>
                  <a:pt x="1305972" y="651339"/>
                  <a:pt x="1305124" y="677542"/>
                </a:cubicBezTo>
                <a:lnTo>
                  <a:pt x="1315756" y="677886"/>
                </a:lnTo>
                <a:moveTo>
                  <a:pt x="1315487" y="515763"/>
                </a:moveTo>
                <a:lnTo>
                  <a:pt x="1326119" y="515428"/>
                </a:lnTo>
                <a:cubicBezTo>
                  <a:pt x="1325306" y="489449"/>
                  <a:pt x="1324149" y="462494"/>
                  <a:pt x="1322653" y="434307"/>
                </a:cubicBezTo>
                <a:lnTo>
                  <a:pt x="1312030" y="434869"/>
                </a:lnTo>
                <a:lnTo>
                  <a:pt x="1301406" y="435434"/>
                </a:lnTo>
                <a:cubicBezTo>
                  <a:pt x="1302893" y="463485"/>
                  <a:pt x="1304045" y="490287"/>
                  <a:pt x="1304854" y="516095"/>
                </a:cubicBezTo>
                <a:lnTo>
                  <a:pt x="1315487" y="515763"/>
                </a:lnTo>
                <a:moveTo>
                  <a:pt x="1307054" y="353876"/>
                </a:moveTo>
                <a:lnTo>
                  <a:pt x="1317667" y="353143"/>
                </a:lnTo>
                <a:cubicBezTo>
                  <a:pt x="1315881" y="327241"/>
                  <a:pt x="1313857" y="300289"/>
                  <a:pt x="1311595" y="272138"/>
                </a:cubicBezTo>
                <a:lnTo>
                  <a:pt x="1300991" y="272990"/>
                </a:lnTo>
                <a:lnTo>
                  <a:pt x="1290387" y="273842"/>
                </a:lnTo>
                <a:cubicBezTo>
                  <a:pt x="1292642" y="301924"/>
                  <a:pt x="1294661" y="328794"/>
                  <a:pt x="1296441" y="354605"/>
                </a:cubicBezTo>
                <a:lnTo>
                  <a:pt x="1307054" y="353876"/>
                </a:lnTo>
                <a:moveTo>
                  <a:pt x="1294159" y="192207"/>
                </a:moveTo>
                <a:lnTo>
                  <a:pt x="1304756" y="191270"/>
                </a:lnTo>
                <a:cubicBezTo>
                  <a:pt x="1303588" y="178042"/>
                  <a:pt x="1302374" y="164562"/>
                  <a:pt x="1301117" y="150814"/>
                </a:cubicBezTo>
                <a:lnTo>
                  <a:pt x="1290523" y="151783"/>
                </a:lnTo>
                <a:lnTo>
                  <a:pt x="1279929" y="152751"/>
                </a:lnTo>
                <a:cubicBezTo>
                  <a:pt x="1281184" y="166478"/>
                  <a:pt x="1282394" y="179936"/>
                  <a:pt x="1283561" y="193141"/>
                </a:cubicBezTo>
                <a:lnTo>
                  <a:pt x="1294159" y="192207"/>
                </a:lnTo>
                <a:moveTo>
                  <a:pt x="1290523" y="151783"/>
                </a:moveTo>
                <a:lnTo>
                  <a:pt x="1292244" y="141283"/>
                </a:lnTo>
                <a:cubicBezTo>
                  <a:pt x="1277870" y="138930"/>
                  <a:pt x="1263812" y="136261"/>
                  <a:pt x="1250038" y="133336"/>
                </a:cubicBezTo>
                <a:lnTo>
                  <a:pt x="1247829" y="143745"/>
                </a:lnTo>
                <a:lnTo>
                  <a:pt x="1245620" y="154151"/>
                </a:lnTo>
                <a:cubicBezTo>
                  <a:pt x="1259699" y="157137"/>
                  <a:pt x="1274083" y="159869"/>
                  <a:pt x="1288801" y="162282"/>
                </a:cubicBezTo>
                <a:lnTo>
                  <a:pt x="1290523" y="151783"/>
                </a:lnTo>
                <a:moveTo>
                  <a:pt x="1163844" y="122272"/>
                </a:moveTo>
                <a:lnTo>
                  <a:pt x="1166858" y="112071"/>
                </a:lnTo>
                <a:cubicBezTo>
                  <a:pt x="1138537" y="103701"/>
                  <a:pt x="1111324" y="94641"/>
                  <a:pt x="1084844" y="85482"/>
                </a:cubicBezTo>
                <a:lnTo>
                  <a:pt x="1081366" y="95536"/>
                </a:lnTo>
                <a:lnTo>
                  <a:pt x="1077890" y="105589"/>
                </a:lnTo>
                <a:cubicBezTo>
                  <a:pt x="1104515" y="114799"/>
                  <a:pt x="1132070" y="123979"/>
                  <a:pt x="1160829" y="132473"/>
                </a:cubicBezTo>
                <a:lnTo>
                  <a:pt x="1163844" y="122272"/>
                </a:lnTo>
                <a:moveTo>
                  <a:pt x="999547" y="66939"/>
                </a:moveTo>
                <a:lnTo>
                  <a:pt x="1002992" y="56874"/>
                </a:lnTo>
                <a:cubicBezTo>
                  <a:pt x="974833" y="47230"/>
                  <a:pt x="947104" y="38272"/>
                  <a:pt x="919445" y="30927"/>
                </a:cubicBezTo>
                <a:lnTo>
                  <a:pt x="916714" y="41208"/>
                </a:lnTo>
                <a:lnTo>
                  <a:pt x="913982" y="51489"/>
                </a:lnTo>
                <a:cubicBezTo>
                  <a:pt x="940940" y="58652"/>
                  <a:pt x="968133" y="67425"/>
                  <a:pt x="996100" y="77004"/>
                </a:cubicBezTo>
                <a:lnTo>
                  <a:pt x="999547" y="66939"/>
                </a:lnTo>
                <a:moveTo>
                  <a:pt x="831673" y="24800"/>
                </a:moveTo>
                <a:lnTo>
                  <a:pt x="832817" y="14224"/>
                </a:lnTo>
                <a:cubicBezTo>
                  <a:pt x="803794" y="11081"/>
                  <a:pt x="774331" y="10667"/>
                  <a:pt x="743959" y="13989"/>
                </a:cubicBezTo>
                <a:lnTo>
                  <a:pt x="745115" y="24565"/>
                </a:lnTo>
                <a:lnTo>
                  <a:pt x="746272" y="35138"/>
                </a:lnTo>
                <a:cubicBezTo>
                  <a:pt x="774948" y="32003"/>
                  <a:pt x="802858" y="32381"/>
                  <a:pt x="830527" y="35376"/>
                </a:cubicBezTo>
                <a:lnTo>
                  <a:pt x="831673" y="24800"/>
                </a:lnTo>
                <a:moveTo>
                  <a:pt x="660784" y="43527"/>
                </a:moveTo>
                <a:lnTo>
                  <a:pt x="657351" y="33457"/>
                </a:lnTo>
                <a:cubicBezTo>
                  <a:pt x="631303" y="42335"/>
                  <a:pt x="604476" y="54189"/>
                  <a:pt x="576611" y="69489"/>
                </a:cubicBezTo>
                <a:lnTo>
                  <a:pt x="581731" y="78816"/>
                </a:lnTo>
                <a:lnTo>
                  <a:pt x="586852" y="88140"/>
                </a:lnTo>
                <a:cubicBezTo>
                  <a:pt x="613726" y="73384"/>
                  <a:pt x="639426" y="62045"/>
                  <a:pt x="664215" y="53598"/>
                </a:cubicBezTo>
                <a:lnTo>
                  <a:pt x="660784" y="43527"/>
                </a:lnTo>
                <a:moveTo>
                  <a:pt x="508601" y="125452"/>
                </a:moveTo>
                <a:lnTo>
                  <a:pt x="502369" y="116829"/>
                </a:lnTo>
                <a:cubicBezTo>
                  <a:pt x="490887" y="125128"/>
                  <a:pt x="479218" y="133998"/>
                  <a:pt x="467348" y="143467"/>
                </a:cubicBezTo>
                <a:lnTo>
                  <a:pt x="473980" y="151783"/>
                </a:lnTo>
                <a:lnTo>
                  <a:pt x="480614" y="160101"/>
                </a:lnTo>
                <a:cubicBezTo>
                  <a:pt x="492236" y="150832"/>
                  <a:pt x="503638" y="142166"/>
                  <a:pt x="514833" y="134075"/>
                </a:cubicBezTo>
                <a:lnTo>
                  <a:pt x="508601" y="125452"/>
                </a:lnTo>
                <a:moveTo>
                  <a:pt x="473980" y="151783"/>
                </a:moveTo>
                <a:lnTo>
                  <a:pt x="467348" y="143467"/>
                </a:lnTo>
                <a:cubicBezTo>
                  <a:pt x="456389" y="152206"/>
                  <a:pt x="442809" y="157844"/>
                  <a:pt x="426911" y="161064"/>
                </a:cubicBezTo>
                <a:lnTo>
                  <a:pt x="429023" y="171489"/>
                </a:lnTo>
                <a:lnTo>
                  <a:pt x="431134" y="181918"/>
                </a:lnTo>
                <a:cubicBezTo>
                  <a:pt x="449417" y="178215"/>
                  <a:pt x="466370" y="171461"/>
                  <a:pt x="480614" y="160101"/>
                </a:cubicBezTo>
                <a:lnTo>
                  <a:pt x="473980" y="151783"/>
                </a:lnTo>
                <a:moveTo>
                  <a:pt x="330249" y="170905"/>
                </a:moveTo>
                <a:lnTo>
                  <a:pt x="331572" y="160351"/>
                </a:lnTo>
                <a:cubicBezTo>
                  <a:pt x="315341" y="158316"/>
                  <a:pt x="298835" y="155763"/>
                  <a:pt x="282311" y="153208"/>
                </a:cubicBezTo>
                <a:cubicBezTo>
                  <a:pt x="265845" y="150658"/>
                  <a:pt x="249345" y="148103"/>
                  <a:pt x="233388" y="146116"/>
                </a:cubicBezTo>
                <a:lnTo>
                  <a:pt x="232073" y="156672"/>
                </a:lnTo>
                <a:lnTo>
                  <a:pt x="230759" y="167231"/>
                </a:lnTo>
                <a:cubicBezTo>
                  <a:pt x="246347" y="169173"/>
                  <a:pt x="262526" y="171677"/>
                  <a:pt x="279057" y="174235"/>
                </a:cubicBezTo>
                <a:cubicBezTo>
                  <a:pt x="295530" y="176782"/>
                  <a:pt x="312340" y="179382"/>
                  <a:pt x="328926" y="181461"/>
                </a:cubicBezTo>
                <a:lnTo>
                  <a:pt x="330249" y="170905"/>
                </a:lnTo>
                <a:moveTo>
                  <a:pt x="133816" y="159832"/>
                </a:moveTo>
                <a:lnTo>
                  <a:pt x="130185" y="149832"/>
                </a:lnTo>
                <a:cubicBezTo>
                  <a:pt x="111950" y="156453"/>
                  <a:pt x="97035" y="168182"/>
                  <a:pt x="87934" y="187057"/>
                </a:cubicBezTo>
                <a:lnTo>
                  <a:pt x="97516" y="191676"/>
                </a:lnTo>
                <a:lnTo>
                  <a:pt x="107098" y="196298"/>
                </a:lnTo>
                <a:cubicBezTo>
                  <a:pt x="113445" y="183133"/>
                  <a:pt x="123642" y="174845"/>
                  <a:pt x="137448" y="169831"/>
                </a:cubicBezTo>
                <a:lnTo>
                  <a:pt x="133816" y="159832"/>
                </a:lnTo>
                <a:moveTo>
                  <a:pt x="97516" y="191676"/>
                </a:moveTo>
                <a:lnTo>
                  <a:pt x="87934" y="187057"/>
                </a:lnTo>
                <a:cubicBezTo>
                  <a:pt x="81631" y="200125"/>
                  <a:pt x="75711" y="213345"/>
                  <a:pt x="70176" y="226700"/>
                </a:cubicBezTo>
                <a:lnTo>
                  <a:pt x="80002" y="230774"/>
                </a:lnTo>
                <a:lnTo>
                  <a:pt x="89830" y="234846"/>
                </a:lnTo>
                <a:cubicBezTo>
                  <a:pt x="95213" y="221859"/>
                  <a:pt x="100970" y="209006"/>
                  <a:pt x="107098" y="196298"/>
                </a:cubicBezTo>
                <a:lnTo>
                  <a:pt x="97516" y="191676"/>
                </a:lnTo>
                <a:moveTo>
                  <a:pt x="51707" y="311592"/>
                </a:moveTo>
                <a:lnTo>
                  <a:pt x="41485" y="308645"/>
                </a:lnTo>
                <a:cubicBezTo>
                  <a:pt x="33453" y="336505"/>
                  <a:pt x="26998" y="364767"/>
                  <a:pt x="22136" y="393283"/>
                </a:cubicBezTo>
                <a:lnTo>
                  <a:pt x="32622" y="395069"/>
                </a:lnTo>
                <a:lnTo>
                  <a:pt x="43110" y="396858"/>
                </a:lnTo>
                <a:cubicBezTo>
                  <a:pt x="47839" y="369125"/>
                  <a:pt x="54116" y="341636"/>
                  <a:pt x="61930" y="314539"/>
                </a:cubicBezTo>
                <a:lnTo>
                  <a:pt x="51707" y="311592"/>
                </a:lnTo>
                <a:moveTo>
                  <a:pt x="22963" y="480157"/>
                </a:moveTo>
                <a:lnTo>
                  <a:pt x="12342" y="479549"/>
                </a:lnTo>
                <a:cubicBezTo>
                  <a:pt x="10688" y="508426"/>
                  <a:pt x="10644" y="537417"/>
                  <a:pt x="12227" y="566368"/>
                </a:cubicBezTo>
                <a:lnTo>
                  <a:pt x="22848" y="565789"/>
                </a:lnTo>
                <a:lnTo>
                  <a:pt x="33471" y="565207"/>
                </a:lnTo>
                <a:cubicBezTo>
                  <a:pt x="31932" y="537048"/>
                  <a:pt x="31975" y="508855"/>
                  <a:pt x="33585" y="480764"/>
                </a:cubicBezTo>
                <a:lnTo>
                  <a:pt x="22963" y="480157"/>
                </a:lnTo>
                <a:moveTo>
                  <a:pt x="32308" y="650897"/>
                </a:moveTo>
                <a:lnTo>
                  <a:pt x="21818" y="652665"/>
                </a:lnTo>
                <a:cubicBezTo>
                  <a:pt x="26610" y="681114"/>
                  <a:pt x="33013" y="709389"/>
                  <a:pt x="41042" y="737344"/>
                </a:cubicBezTo>
                <a:lnTo>
                  <a:pt x="51267" y="734405"/>
                </a:lnTo>
                <a:lnTo>
                  <a:pt x="61491" y="731470"/>
                </a:lnTo>
                <a:cubicBezTo>
                  <a:pt x="53685" y="704287"/>
                  <a:pt x="47458" y="676796"/>
                  <a:pt x="42799" y="649131"/>
                </a:cubicBezTo>
                <a:lnTo>
                  <a:pt x="32308" y="650897"/>
                </a:lnTo>
                <a:moveTo>
                  <a:pt x="79520" y="815237"/>
                </a:moveTo>
                <a:lnTo>
                  <a:pt x="69691" y="819308"/>
                </a:lnTo>
                <a:cubicBezTo>
                  <a:pt x="80694" y="845860"/>
                  <a:pt x="93263" y="871972"/>
                  <a:pt x="107412" y="897514"/>
                </a:cubicBezTo>
                <a:lnTo>
                  <a:pt x="116719" y="892358"/>
                </a:lnTo>
                <a:lnTo>
                  <a:pt x="126024" y="887204"/>
                </a:lnTo>
                <a:cubicBezTo>
                  <a:pt x="112265" y="862367"/>
                  <a:pt x="100044" y="836977"/>
                  <a:pt x="89348" y="811163"/>
                </a:cubicBezTo>
                <a:lnTo>
                  <a:pt x="79520" y="815237"/>
                </a:lnTo>
                <a:moveTo>
                  <a:pt x="162349" y="964814"/>
                </a:moveTo>
                <a:lnTo>
                  <a:pt x="153676" y="970977"/>
                </a:lnTo>
                <a:cubicBezTo>
                  <a:pt x="162019" y="982715"/>
                  <a:pt x="170733" y="994287"/>
                  <a:pt x="179820" y="1005681"/>
                </a:cubicBezTo>
                <a:lnTo>
                  <a:pt x="188137" y="999048"/>
                </a:lnTo>
                <a:lnTo>
                  <a:pt x="196454" y="992416"/>
                </a:lnTo>
                <a:cubicBezTo>
                  <a:pt x="187612" y="981329"/>
                  <a:pt x="179134" y="970069"/>
                  <a:pt x="171020" y="958650"/>
                </a:cubicBezTo>
                <a:lnTo>
                  <a:pt x="162349" y="964814"/>
                </a:lnTo>
                <a:moveTo>
                  <a:pt x="1290523" y="151783"/>
                </a:moveTo>
                <a:lnTo>
                  <a:pt x="1311712" y="149846"/>
                </a:lnTo>
                <a:lnTo>
                  <a:pt x="1310213" y="133450"/>
                </a:lnTo>
                <a:lnTo>
                  <a:pt x="1293964" y="130787"/>
                </a:lnTo>
                <a:lnTo>
                  <a:pt x="1290523" y="151783"/>
                </a:lnTo>
                <a:moveTo>
                  <a:pt x="1259958" y="1119802"/>
                </a:moveTo>
                <a:lnTo>
                  <a:pt x="1273224" y="1136436"/>
                </a:lnTo>
                <a:lnTo>
                  <a:pt x="1279389" y="1131519"/>
                </a:lnTo>
                <a:lnTo>
                  <a:pt x="1280861" y="1123771"/>
                </a:lnTo>
                <a:lnTo>
                  <a:pt x="1259958" y="1119802"/>
                </a:lnTo>
                <a:moveTo>
                  <a:pt x="97516" y="191676"/>
                </a:moveTo>
                <a:lnTo>
                  <a:pt x="116680" y="200918"/>
                </a:lnTo>
                <a:lnTo>
                  <a:pt x="97516" y="191676"/>
                </a:lnTo>
                <a:moveTo>
                  <a:pt x="188137" y="999048"/>
                </a:moveTo>
                <a:lnTo>
                  <a:pt x="171502" y="1012316"/>
                </a:lnTo>
                <a:cubicBezTo>
                  <a:pt x="180698" y="1023846"/>
                  <a:pt x="190157" y="1035052"/>
                  <a:pt x="199860" y="1045929"/>
                </a:cubicBezTo>
                <a:lnTo>
                  <a:pt x="215737" y="1031764"/>
                </a:lnTo>
                <a:lnTo>
                  <a:pt x="231615" y="1017600"/>
                </a:lnTo>
                <a:cubicBezTo>
                  <a:pt x="222431" y="1007308"/>
                  <a:pt x="213479" y="996700"/>
                  <a:pt x="204772" y="985781"/>
                </a:cubicBezTo>
                <a:lnTo>
                  <a:pt x="188137" y="999048"/>
                </a:lnTo>
                <a:moveTo>
                  <a:pt x="276167" y="1092330"/>
                </a:moveTo>
                <a:lnTo>
                  <a:pt x="261973" y="1108178"/>
                </a:lnTo>
                <a:cubicBezTo>
                  <a:pt x="283999" y="1127910"/>
                  <a:pt x="306945" y="1146209"/>
                  <a:pt x="330678" y="1163062"/>
                </a:cubicBezTo>
                <a:lnTo>
                  <a:pt x="342999" y="1145715"/>
                </a:lnTo>
                <a:lnTo>
                  <a:pt x="355318" y="1128367"/>
                </a:lnTo>
                <a:cubicBezTo>
                  <a:pt x="332884" y="1112437"/>
                  <a:pt x="311191" y="1095138"/>
                  <a:pt x="290363" y="1076481"/>
                </a:cubicBezTo>
                <a:lnTo>
                  <a:pt x="276167" y="1092330"/>
                </a:lnTo>
                <a:moveTo>
                  <a:pt x="415412" y="1191216"/>
                </a:moveTo>
                <a:lnTo>
                  <a:pt x="405127" y="1209843"/>
                </a:lnTo>
                <a:cubicBezTo>
                  <a:pt x="430913" y="1224079"/>
                  <a:pt x="457378" y="1236784"/>
                  <a:pt x="484380" y="1247940"/>
                </a:cubicBezTo>
                <a:lnTo>
                  <a:pt x="492504" y="1228275"/>
                </a:lnTo>
                <a:lnTo>
                  <a:pt x="500629" y="1208611"/>
                </a:lnTo>
                <a:cubicBezTo>
                  <a:pt x="475094" y="1198061"/>
                  <a:pt x="450073" y="1186048"/>
                  <a:pt x="425697" y="1172591"/>
                </a:cubicBezTo>
                <a:lnTo>
                  <a:pt x="415412" y="1191216"/>
                </a:lnTo>
                <a:moveTo>
                  <a:pt x="573271" y="1256451"/>
                </a:moveTo>
                <a:lnTo>
                  <a:pt x="567398" y="1276902"/>
                </a:lnTo>
                <a:cubicBezTo>
                  <a:pt x="595618" y="1285005"/>
                  <a:pt x="624238" y="1291515"/>
                  <a:pt x="653115" y="1296410"/>
                </a:cubicBezTo>
                <a:lnTo>
                  <a:pt x="656671" y="1275431"/>
                </a:lnTo>
                <a:lnTo>
                  <a:pt x="660229" y="1254455"/>
                </a:lnTo>
                <a:cubicBezTo>
                  <a:pt x="632910" y="1249822"/>
                  <a:pt x="605836" y="1243667"/>
                  <a:pt x="579143" y="1236001"/>
                </a:cubicBezTo>
                <a:lnTo>
                  <a:pt x="573271" y="1256451"/>
                </a:lnTo>
                <a:moveTo>
                  <a:pt x="741672" y="1285008"/>
                </a:moveTo>
                <a:lnTo>
                  <a:pt x="740471" y="1306251"/>
                </a:lnTo>
                <a:cubicBezTo>
                  <a:pt x="769713" y="1307903"/>
                  <a:pt x="799066" y="1307926"/>
                  <a:pt x="828382" y="1306305"/>
                </a:cubicBezTo>
                <a:lnTo>
                  <a:pt x="827207" y="1285059"/>
                </a:lnTo>
                <a:lnTo>
                  <a:pt x="826031" y="1263816"/>
                </a:lnTo>
                <a:cubicBezTo>
                  <a:pt x="798303" y="1265349"/>
                  <a:pt x="770535" y="1265327"/>
                  <a:pt x="742872" y="1263765"/>
                </a:cubicBezTo>
                <a:lnTo>
                  <a:pt x="741672" y="1285008"/>
                </a:lnTo>
                <a:moveTo>
                  <a:pt x="912218" y="1275559"/>
                </a:moveTo>
                <a:lnTo>
                  <a:pt x="915762" y="1296538"/>
                </a:lnTo>
                <a:cubicBezTo>
                  <a:pt x="944570" y="1291671"/>
                  <a:pt x="973199" y="1285173"/>
                  <a:pt x="1001504" y="1277030"/>
                </a:cubicBezTo>
                <a:lnTo>
                  <a:pt x="995623" y="1256582"/>
                </a:lnTo>
                <a:lnTo>
                  <a:pt x="989740" y="1236134"/>
                </a:lnTo>
                <a:cubicBezTo>
                  <a:pt x="962979" y="1243834"/>
                  <a:pt x="935912" y="1249978"/>
                  <a:pt x="908672" y="1254580"/>
                </a:cubicBezTo>
                <a:lnTo>
                  <a:pt x="912218" y="1275559"/>
                </a:lnTo>
                <a:moveTo>
                  <a:pt x="1076345" y="1228335"/>
                </a:moveTo>
                <a:lnTo>
                  <a:pt x="1084496" y="1247988"/>
                </a:lnTo>
                <a:cubicBezTo>
                  <a:pt x="1111383" y="1236838"/>
                  <a:pt x="1137826" y="1224102"/>
                  <a:pt x="1163691" y="1209767"/>
                </a:cubicBezTo>
                <a:lnTo>
                  <a:pt x="1153378" y="1191159"/>
                </a:lnTo>
                <a:lnTo>
                  <a:pt x="1143064" y="1172548"/>
                </a:lnTo>
                <a:cubicBezTo>
                  <a:pt x="1118608" y="1186099"/>
                  <a:pt x="1093610" y="1198140"/>
                  <a:pt x="1068194" y="1208682"/>
                </a:cubicBezTo>
                <a:lnTo>
                  <a:pt x="1076345" y="1228335"/>
                </a:lnTo>
                <a:moveTo>
                  <a:pt x="1225770" y="1145556"/>
                </a:moveTo>
                <a:lnTo>
                  <a:pt x="1238096" y="1162898"/>
                </a:lnTo>
                <a:cubicBezTo>
                  <a:pt x="1249977" y="1154454"/>
                  <a:pt x="1261691" y="1145632"/>
                  <a:pt x="1273224" y="1136436"/>
                </a:cubicBezTo>
                <a:lnTo>
                  <a:pt x="1259958" y="1119802"/>
                </a:lnTo>
                <a:lnTo>
                  <a:pt x="1246692" y="1103167"/>
                </a:lnTo>
                <a:cubicBezTo>
                  <a:pt x="1235772" y="1111875"/>
                  <a:pt x="1224684" y="1120222"/>
                  <a:pt x="1213442" y="1128214"/>
                </a:cubicBezTo>
                <a:lnTo>
                  <a:pt x="1225770" y="1145556"/>
                </a:lnTo>
                <a:moveTo>
                  <a:pt x="1259958" y="1119802"/>
                </a:moveTo>
                <a:lnTo>
                  <a:pt x="1280861" y="1123771"/>
                </a:lnTo>
                <a:cubicBezTo>
                  <a:pt x="1283449" y="1110143"/>
                  <a:pt x="1285948" y="1096801"/>
                  <a:pt x="1288358" y="1083710"/>
                </a:cubicBezTo>
                <a:lnTo>
                  <a:pt x="1267433" y="1079857"/>
                </a:lnTo>
                <a:lnTo>
                  <a:pt x="1246509" y="1076004"/>
                </a:lnTo>
                <a:cubicBezTo>
                  <a:pt x="1244114" y="1089008"/>
                  <a:pt x="1241629" y="1102272"/>
                  <a:pt x="1239054" y="1115830"/>
                </a:cubicBezTo>
                <a:lnTo>
                  <a:pt x="1259958" y="1119802"/>
                </a:lnTo>
                <a:moveTo>
                  <a:pt x="1281507" y="1000090"/>
                </a:moveTo>
                <a:lnTo>
                  <a:pt x="1302492" y="1003605"/>
                </a:lnTo>
                <a:cubicBezTo>
                  <a:pt x="1307138" y="975869"/>
                  <a:pt x="1311326" y="949110"/>
                  <a:pt x="1315059" y="922973"/>
                </a:cubicBezTo>
                <a:lnTo>
                  <a:pt x="1293995" y="919966"/>
                </a:lnTo>
                <a:lnTo>
                  <a:pt x="1272933" y="916956"/>
                </a:lnTo>
                <a:cubicBezTo>
                  <a:pt x="1269255" y="942708"/>
                  <a:pt x="1265121" y="969126"/>
                  <a:pt x="1260521" y="996575"/>
                </a:cubicBezTo>
                <a:lnTo>
                  <a:pt x="1281507" y="1000090"/>
                </a:lnTo>
                <a:moveTo>
                  <a:pt x="1304209" y="839557"/>
                </a:moveTo>
                <a:lnTo>
                  <a:pt x="1325358" y="841885"/>
                </a:lnTo>
                <a:cubicBezTo>
                  <a:pt x="1328365" y="814564"/>
                  <a:pt x="1330838" y="787538"/>
                  <a:pt x="1332784" y="760350"/>
                </a:cubicBezTo>
                <a:lnTo>
                  <a:pt x="1311561" y="758831"/>
                </a:lnTo>
                <a:lnTo>
                  <a:pt x="1290338" y="757312"/>
                </a:lnTo>
                <a:cubicBezTo>
                  <a:pt x="1288433" y="783938"/>
                  <a:pt x="1286009" y="810425"/>
                  <a:pt x="1283060" y="837232"/>
                </a:cubicBezTo>
                <a:lnTo>
                  <a:pt x="1304209" y="839557"/>
                </a:lnTo>
                <a:moveTo>
                  <a:pt x="1315756" y="677886"/>
                </a:moveTo>
                <a:lnTo>
                  <a:pt x="1337022" y="678576"/>
                </a:lnTo>
                <a:cubicBezTo>
                  <a:pt x="1337883" y="651978"/>
                  <a:pt x="1338272" y="624841"/>
                  <a:pt x="1338194" y="596773"/>
                </a:cubicBezTo>
                <a:lnTo>
                  <a:pt x="1316917" y="596833"/>
                </a:lnTo>
                <a:lnTo>
                  <a:pt x="1295641" y="596892"/>
                </a:lnTo>
                <a:cubicBezTo>
                  <a:pt x="1295717" y="624489"/>
                  <a:pt x="1295335" y="651127"/>
                  <a:pt x="1294489" y="677196"/>
                </a:cubicBezTo>
                <a:lnTo>
                  <a:pt x="1315756" y="677886"/>
                </a:lnTo>
                <a:moveTo>
                  <a:pt x="1315487" y="515763"/>
                </a:moveTo>
                <a:lnTo>
                  <a:pt x="1336753" y="515096"/>
                </a:lnTo>
                <a:cubicBezTo>
                  <a:pt x="1335936" y="489032"/>
                  <a:pt x="1334776" y="462000"/>
                  <a:pt x="1333277" y="433742"/>
                </a:cubicBezTo>
                <a:lnTo>
                  <a:pt x="1312030" y="434869"/>
                </a:lnTo>
                <a:lnTo>
                  <a:pt x="1290783" y="435996"/>
                </a:lnTo>
                <a:cubicBezTo>
                  <a:pt x="1292266" y="463982"/>
                  <a:pt x="1293413" y="490704"/>
                  <a:pt x="1294220" y="516430"/>
                </a:cubicBezTo>
                <a:lnTo>
                  <a:pt x="1315487" y="515763"/>
                </a:lnTo>
                <a:moveTo>
                  <a:pt x="1307054" y="353876"/>
                </a:moveTo>
                <a:lnTo>
                  <a:pt x="1328281" y="352411"/>
                </a:lnTo>
                <a:cubicBezTo>
                  <a:pt x="1326491" y="326463"/>
                  <a:pt x="1324464" y="299471"/>
                  <a:pt x="1322200" y="271287"/>
                </a:cubicBezTo>
                <a:lnTo>
                  <a:pt x="1300991" y="272990"/>
                </a:lnTo>
                <a:lnTo>
                  <a:pt x="1279782" y="274694"/>
                </a:lnTo>
                <a:cubicBezTo>
                  <a:pt x="1282035" y="302742"/>
                  <a:pt x="1284051" y="329569"/>
                  <a:pt x="1285827" y="355338"/>
                </a:cubicBezTo>
                <a:lnTo>
                  <a:pt x="1307054" y="353876"/>
                </a:lnTo>
                <a:moveTo>
                  <a:pt x="1294159" y="192207"/>
                </a:moveTo>
                <a:lnTo>
                  <a:pt x="1315353" y="190333"/>
                </a:lnTo>
                <a:cubicBezTo>
                  <a:pt x="1314183" y="177094"/>
                  <a:pt x="1312970" y="163602"/>
                  <a:pt x="1311712" y="149846"/>
                </a:cubicBezTo>
                <a:lnTo>
                  <a:pt x="1290523" y="151783"/>
                </a:lnTo>
                <a:lnTo>
                  <a:pt x="1269334" y="153722"/>
                </a:lnTo>
                <a:cubicBezTo>
                  <a:pt x="1270588" y="167438"/>
                  <a:pt x="1271799" y="180884"/>
                  <a:pt x="1272964" y="194078"/>
                </a:cubicBezTo>
                <a:lnTo>
                  <a:pt x="1294159" y="192207"/>
                </a:lnTo>
                <a:moveTo>
                  <a:pt x="1290523" y="151783"/>
                </a:moveTo>
                <a:lnTo>
                  <a:pt x="1293964" y="130787"/>
                </a:lnTo>
                <a:cubicBezTo>
                  <a:pt x="1279763" y="128459"/>
                  <a:pt x="1265868" y="125821"/>
                  <a:pt x="1252248" y="122931"/>
                </a:cubicBezTo>
                <a:lnTo>
                  <a:pt x="1247829" y="143745"/>
                </a:lnTo>
                <a:lnTo>
                  <a:pt x="1243411" y="164556"/>
                </a:lnTo>
                <a:cubicBezTo>
                  <a:pt x="1257642" y="167577"/>
                  <a:pt x="1272189" y="170340"/>
                  <a:pt x="1287081" y="172781"/>
                </a:cubicBezTo>
                <a:lnTo>
                  <a:pt x="1290523" y="151783"/>
                </a:lnTo>
                <a:moveTo>
                  <a:pt x="1163844" y="122272"/>
                </a:moveTo>
                <a:lnTo>
                  <a:pt x="1169873" y="101867"/>
                </a:lnTo>
                <a:cubicBezTo>
                  <a:pt x="1141771" y="93565"/>
                  <a:pt x="1114728" y="84559"/>
                  <a:pt x="1088321" y="75429"/>
                </a:cubicBezTo>
                <a:lnTo>
                  <a:pt x="1081366" y="95536"/>
                </a:lnTo>
                <a:lnTo>
                  <a:pt x="1074413" y="115646"/>
                </a:lnTo>
                <a:cubicBezTo>
                  <a:pt x="1101111" y="124879"/>
                  <a:pt x="1128834" y="134114"/>
                  <a:pt x="1157815" y="142677"/>
                </a:cubicBezTo>
                <a:lnTo>
                  <a:pt x="1163844" y="122272"/>
                </a:lnTo>
                <a:moveTo>
                  <a:pt x="999547" y="66939"/>
                </a:moveTo>
                <a:lnTo>
                  <a:pt x="1006439" y="46810"/>
                </a:lnTo>
                <a:cubicBezTo>
                  <a:pt x="978182" y="37134"/>
                  <a:pt x="950186" y="28085"/>
                  <a:pt x="922176" y="20644"/>
                </a:cubicBezTo>
                <a:lnTo>
                  <a:pt x="916714" y="41208"/>
                </a:lnTo>
                <a:lnTo>
                  <a:pt x="911251" y="61772"/>
                </a:lnTo>
                <a:cubicBezTo>
                  <a:pt x="937860" y="68839"/>
                  <a:pt x="964782" y="77524"/>
                  <a:pt x="992653" y="87069"/>
                </a:cubicBezTo>
                <a:lnTo>
                  <a:pt x="999547" y="66939"/>
                </a:lnTo>
                <a:moveTo>
                  <a:pt x="831673" y="24800"/>
                </a:moveTo>
                <a:lnTo>
                  <a:pt x="833961" y="3646"/>
                </a:lnTo>
                <a:cubicBezTo>
                  <a:pt x="804262" y="432"/>
                  <a:pt x="774022" y="0"/>
                  <a:pt x="742804" y="3413"/>
                </a:cubicBezTo>
                <a:lnTo>
                  <a:pt x="745115" y="24565"/>
                </a:lnTo>
                <a:lnTo>
                  <a:pt x="747427" y="45714"/>
                </a:lnTo>
                <a:cubicBezTo>
                  <a:pt x="775256" y="42673"/>
                  <a:pt x="802390" y="43031"/>
                  <a:pt x="829383" y="45952"/>
                </a:cubicBezTo>
                <a:lnTo>
                  <a:pt x="831673" y="24800"/>
                </a:lnTo>
                <a:moveTo>
                  <a:pt x="660784" y="43527"/>
                </a:moveTo>
                <a:lnTo>
                  <a:pt x="653920" y="23389"/>
                </a:lnTo>
                <a:cubicBezTo>
                  <a:pt x="627242" y="32480"/>
                  <a:pt x="599851" y="44592"/>
                  <a:pt x="571490" y="60165"/>
                </a:cubicBezTo>
                <a:lnTo>
                  <a:pt x="581731" y="78816"/>
                </a:lnTo>
                <a:lnTo>
                  <a:pt x="591974" y="97466"/>
                </a:lnTo>
                <a:cubicBezTo>
                  <a:pt x="618351" y="82981"/>
                  <a:pt x="643488" y="71899"/>
                  <a:pt x="667646" y="63669"/>
                </a:cubicBezTo>
                <a:lnTo>
                  <a:pt x="660784" y="43527"/>
                </a:lnTo>
                <a:moveTo>
                  <a:pt x="508601" y="125452"/>
                </a:moveTo>
                <a:lnTo>
                  <a:pt x="496137" y="108207"/>
                </a:lnTo>
                <a:cubicBezTo>
                  <a:pt x="484513" y="116611"/>
                  <a:pt x="472711" y="125583"/>
                  <a:pt x="460714" y="135148"/>
                </a:cubicBezTo>
                <a:lnTo>
                  <a:pt x="473980" y="151783"/>
                </a:lnTo>
                <a:lnTo>
                  <a:pt x="487246" y="168417"/>
                </a:lnTo>
                <a:cubicBezTo>
                  <a:pt x="498745" y="159247"/>
                  <a:pt x="510014" y="150684"/>
                  <a:pt x="521065" y="142694"/>
                </a:cubicBezTo>
                <a:lnTo>
                  <a:pt x="508601" y="125452"/>
                </a:lnTo>
                <a:moveTo>
                  <a:pt x="473980" y="151783"/>
                </a:moveTo>
                <a:lnTo>
                  <a:pt x="460714" y="135148"/>
                </a:lnTo>
                <a:cubicBezTo>
                  <a:pt x="451397" y="142578"/>
                  <a:pt x="439505" y="147660"/>
                  <a:pt x="424800" y="150636"/>
                </a:cubicBezTo>
                <a:lnTo>
                  <a:pt x="429023" y="171489"/>
                </a:lnTo>
                <a:lnTo>
                  <a:pt x="433243" y="192343"/>
                </a:lnTo>
                <a:cubicBezTo>
                  <a:pt x="452722" y="188400"/>
                  <a:pt x="471360" y="181089"/>
                  <a:pt x="487246" y="168417"/>
                </a:cubicBezTo>
                <a:lnTo>
                  <a:pt x="473980" y="151783"/>
                </a:lnTo>
                <a:moveTo>
                  <a:pt x="330249" y="170905"/>
                </a:moveTo>
                <a:lnTo>
                  <a:pt x="332895" y="149795"/>
                </a:lnTo>
                <a:cubicBezTo>
                  <a:pt x="316841" y="147782"/>
                  <a:pt x="300489" y="145255"/>
                  <a:pt x="283938" y="142694"/>
                </a:cubicBezTo>
                <a:cubicBezTo>
                  <a:pt x="267503" y="140151"/>
                  <a:pt x="250845" y="137570"/>
                  <a:pt x="234704" y="135560"/>
                </a:cubicBezTo>
                <a:lnTo>
                  <a:pt x="232073" y="156672"/>
                </a:lnTo>
                <a:lnTo>
                  <a:pt x="229443" y="177787"/>
                </a:lnTo>
                <a:cubicBezTo>
                  <a:pt x="244848" y="179706"/>
                  <a:pt x="260868" y="182185"/>
                  <a:pt x="277431" y="184748"/>
                </a:cubicBezTo>
                <a:cubicBezTo>
                  <a:pt x="293877" y="187292"/>
                  <a:pt x="310839" y="189916"/>
                  <a:pt x="327603" y="192017"/>
                </a:cubicBezTo>
                <a:lnTo>
                  <a:pt x="330249" y="170905"/>
                </a:lnTo>
                <a:moveTo>
                  <a:pt x="133816" y="159832"/>
                </a:moveTo>
                <a:lnTo>
                  <a:pt x="126554" y="139833"/>
                </a:lnTo>
                <a:cubicBezTo>
                  <a:pt x="106104" y="147260"/>
                  <a:pt x="88829" y="160706"/>
                  <a:pt x="78350" y="182434"/>
                </a:cubicBezTo>
                <a:lnTo>
                  <a:pt x="97516" y="191676"/>
                </a:lnTo>
                <a:lnTo>
                  <a:pt x="116680" y="200918"/>
                </a:lnTo>
                <a:cubicBezTo>
                  <a:pt x="121652" y="190608"/>
                  <a:pt x="129488" y="184041"/>
                  <a:pt x="141079" y="179831"/>
                </a:cubicBezTo>
                <a:lnTo>
                  <a:pt x="133816" y="159832"/>
                </a:lnTo>
                <a:moveTo>
                  <a:pt x="97516" y="191676"/>
                </a:moveTo>
                <a:lnTo>
                  <a:pt x="78350" y="182434"/>
                </a:lnTo>
                <a:cubicBezTo>
                  <a:pt x="71962" y="195685"/>
                  <a:pt x="65960" y="209089"/>
                  <a:pt x="60348" y="222626"/>
                </a:cubicBezTo>
                <a:lnTo>
                  <a:pt x="80002" y="230774"/>
                </a:lnTo>
                <a:lnTo>
                  <a:pt x="99658" y="238920"/>
                </a:lnTo>
                <a:cubicBezTo>
                  <a:pt x="104965" y="226118"/>
                  <a:pt x="110640" y="213444"/>
                  <a:pt x="116680" y="200918"/>
                </a:cubicBezTo>
                <a:lnTo>
                  <a:pt x="97516" y="191676"/>
                </a:lnTo>
                <a:moveTo>
                  <a:pt x="51707" y="311592"/>
                </a:moveTo>
                <a:lnTo>
                  <a:pt x="31262" y="305698"/>
                </a:lnTo>
                <a:cubicBezTo>
                  <a:pt x="23119" y="333942"/>
                  <a:pt x="16577" y="362589"/>
                  <a:pt x="11649" y="391495"/>
                </a:cubicBezTo>
                <a:lnTo>
                  <a:pt x="32622" y="395069"/>
                </a:lnTo>
                <a:lnTo>
                  <a:pt x="53597" y="398647"/>
                </a:lnTo>
                <a:cubicBezTo>
                  <a:pt x="58259" y="371302"/>
                  <a:pt x="64449" y="344203"/>
                  <a:pt x="72151" y="317486"/>
                </a:cubicBezTo>
                <a:lnTo>
                  <a:pt x="51707" y="311592"/>
                </a:lnTo>
                <a:moveTo>
                  <a:pt x="22963" y="480157"/>
                </a:moveTo>
                <a:lnTo>
                  <a:pt x="1721" y="478939"/>
                </a:lnTo>
                <a:cubicBezTo>
                  <a:pt x="44" y="508214"/>
                  <a:pt x="0" y="537599"/>
                  <a:pt x="1604" y="566950"/>
                </a:cubicBezTo>
                <a:lnTo>
                  <a:pt x="22848" y="565789"/>
                </a:lnTo>
                <a:lnTo>
                  <a:pt x="44094" y="564628"/>
                </a:lnTo>
                <a:cubicBezTo>
                  <a:pt x="42576" y="536867"/>
                  <a:pt x="42619" y="509068"/>
                  <a:pt x="44206" y="481372"/>
                </a:cubicBezTo>
                <a:lnTo>
                  <a:pt x="22963" y="480157"/>
                </a:lnTo>
                <a:moveTo>
                  <a:pt x="32308" y="650897"/>
                </a:moveTo>
                <a:lnTo>
                  <a:pt x="11327" y="654431"/>
                </a:lnTo>
                <a:cubicBezTo>
                  <a:pt x="16185" y="683275"/>
                  <a:pt x="22677" y="711939"/>
                  <a:pt x="30816" y="740280"/>
                </a:cubicBezTo>
                <a:lnTo>
                  <a:pt x="51267" y="734405"/>
                </a:lnTo>
                <a:lnTo>
                  <a:pt x="71716" y="728534"/>
                </a:lnTo>
                <a:cubicBezTo>
                  <a:pt x="64021" y="701738"/>
                  <a:pt x="57884" y="674638"/>
                  <a:pt x="53290" y="647365"/>
                </a:cubicBezTo>
                <a:lnTo>
                  <a:pt x="32308" y="650897"/>
                </a:lnTo>
                <a:moveTo>
                  <a:pt x="79520" y="815237"/>
                </a:moveTo>
                <a:lnTo>
                  <a:pt x="59863" y="823380"/>
                </a:lnTo>
                <a:cubicBezTo>
                  <a:pt x="71018" y="850301"/>
                  <a:pt x="83762" y="876773"/>
                  <a:pt x="98106" y="902670"/>
                </a:cubicBezTo>
                <a:lnTo>
                  <a:pt x="116719" y="892358"/>
                </a:lnTo>
                <a:lnTo>
                  <a:pt x="135330" y="882049"/>
                </a:lnTo>
                <a:cubicBezTo>
                  <a:pt x="121767" y="857563"/>
                  <a:pt x="109720" y="832536"/>
                  <a:pt x="99175" y="807088"/>
                </a:cubicBezTo>
                <a:lnTo>
                  <a:pt x="79520" y="815237"/>
                </a:lnTo>
                <a:moveTo>
                  <a:pt x="162349" y="964814"/>
                </a:moveTo>
                <a:lnTo>
                  <a:pt x="145006" y="977141"/>
                </a:lnTo>
                <a:cubicBezTo>
                  <a:pt x="153461" y="989037"/>
                  <a:pt x="162292" y="1000766"/>
                  <a:pt x="171502" y="1012316"/>
                </a:cubicBezTo>
                <a:lnTo>
                  <a:pt x="188137" y="999048"/>
                </a:lnTo>
                <a:lnTo>
                  <a:pt x="204772" y="985781"/>
                </a:lnTo>
                <a:cubicBezTo>
                  <a:pt x="196051" y="974847"/>
                  <a:pt x="187693" y="963746"/>
                  <a:pt x="179692" y="952489"/>
                </a:cubicBezTo>
                <a:lnTo>
                  <a:pt x="162349" y="96481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path-82">
            <a:extLst xmlns:a="http://schemas.openxmlformats.org/drawingml/2006/main">
              <a:ext uri="{FF2B5EF4-FFF2-40B4-BE49-F238E27FC236}">
                <a16:creationId xmlns:a16="http://schemas.microsoft.com/office/drawing/2014/main" id="{39BE5954-EA5A-474F-9B65-D0766CD408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91809" y="121901"/>
            <a:ext cx="1846059" cy="2028605"/>
          </a:xfrm>
          <a:custGeom xmlns:a="http://schemas.openxmlformats.org/drawingml/2006/main">
            <a:pathLst>
              <a:path w="1358905" h="1493279">
                <a:moveTo>
                  <a:pt x="213961" y="1109896"/>
                </a:moveTo>
                <a:cubicBezTo>
                  <a:pt x="25069" y="873037"/>
                  <a:pt x="0" y="558302"/>
                  <a:pt x="123340" y="302523"/>
                </a:cubicBezTo>
                <a:cubicBezTo>
                  <a:pt x="171488" y="202675"/>
                  <a:pt x="407342" y="336369"/>
                  <a:pt x="499804" y="262630"/>
                </a:cubicBezTo>
                <a:cubicBezTo>
                  <a:pt x="829125" y="0"/>
                  <a:pt x="991878" y="209438"/>
                  <a:pt x="1316347" y="262630"/>
                </a:cubicBezTo>
                <a:cubicBezTo>
                  <a:pt x="1358905" y="728063"/>
                  <a:pt x="1350927" y="887642"/>
                  <a:pt x="1285782" y="1230649"/>
                </a:cubicBezTo>
                <a:cubicBezTo>
                  <a:pt x="956462" y="1493279"/>
                  <a:pt x="476591" y="1439215"/>
                  <a:pt x="213961" y="1109896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" name="path-83">
            <a:extLst xmlns:a="http://schemas.openxmlformats.org/drawingml/2006/main">
              <a:ext uri="{FF2B5EF4-FFF2-40B4-BE49-F238E27FC236}">
                <a16:creationId xmlns:a16="http://schemas.microsoft.com/office/drawing/2014/main" id="{8F5BB97D-685A-460F-B535-25E6AA0D9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609" y="605129"/>
            <a:ext cx="173426" cy="386599"/>
          </a:xfrm>
          <a:custGeom xmlns:a="http://schemas.openxmlformats.org/drawingml/2006/main">
            <a:pathLst>
              <a:path w="127661" h="284580">
                <a:moveTo>
                  <a:pt x="114338" y="0"/>
                </a:moveTo>
                <a:lnTo>
                  <a:pt x="0" y="0"/>
                </a:lnTo>
                <a:lnTo>
                  <a:pt x="77129" y="284580"/>
                </a:lnTo>
                <a:lnTo>
                  <a:pt x="127661" y="279259"/>
                </a:lnTo>
                <a:lnTo>
                  <a:pt x="114338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84">
            <a:extLst xmlns:a="http://schemas.openxmlformats.org/drawingml/2006/main">
              <a:ext uri="{FF2B5EF4-FFF2-40B4-BE49-F238E27FC236}">
                <a16:creationId xmlns:a16="http://schemas.microsoft.com/office/drawing/2014/main" id="{6D303260-9DC5-4F44-AB94-FE4834BFE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14108" y="605129"/>
            <a:ext cx="130035" cy="404665"/>
          </a:xfrm>
          <a:custGeom xmlns:a="http://schemas.openxmlformats.org/drawingml/2006/main">
            <a:pathLst>
              <a:path w="95720" h="297878">
                <a:moveTo>
                  <a:pt x="95720" y="0"/>
                </a:moveTo>
                <a:lnTo>
                  <a:pt x="0" y="0"/>
                </a:lnTo>
                <a:lnTo>
                  <a:pt x="23937" y="297878"/>
                </a:lnTo>
                <a:lnTo>
                  <a:pt x="45214" y="297878"/>
                </a:lnTo>
                <a:lnTo>
                  <a:pt x="9572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85">
            <a:extLst xmlns:a="http://schemas.openxmlformats.org/drawingml/2006/main">
              <a:ext uri="{FF2B5EF4-FFF2-40B4-BE49-F238E27FC236}">
                <a16:creationId xmlns:a16="http://schemas.microsoft.com/office/drawing/2014/main" id="{AAA78A87-158D-4D7C-9A0C-0C61B269B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66287" y="597905"/>
            <a:ext cx="224011" cy="332400"/>
          </a:xfrm>
          <a:custGeom xmlns:a="http://schemas.openxmlformats.org/drawingml/2006/main">
            <a:pathLst>
              <a:path w="164897" h="244684">
                <a:moveTo>
                  <a:pt x="164897" y="0"/>
                </a:moveTo>
                <a:lnTo>
                  <a:pt x="0" y="0"/>
                </a:lnTo>
                <a:lnTo>
                  <a:pt x="8005" y="239363"/>
                </a:lnTo>
                <a:lnTo>
                  <a:pt x="119708" y="244684"/>
                </a:lnTo>
                <a:lnTo>
                  <a:pt x="164897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86" name="">
            <a:extLst xmlns:a="http://schemas.openxmlformats.org/drawingml/2006/main">
              <a:ext uri="{FF2B5EF4-FFF2-40B4-BE49-F238E27FC236}">
                <a16:creationId xmlns:a16="http://schemas.microsoft.com/office/drawing/2014/main" id="{1FFFE00D-9662-4FA4-B9D7-CA8BC3F64DC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25c6de3eac149cf"/>
          <a:stretch xmlns:a="http://schemas.openxmlformats.org/drawingml/2006/main"/>
        </p:blipFill>
        <p:spPr>
          <a:xfrm xmlns:a="http://schemas.openxmlformats.org/drawingml/2006/main">
            <a:off x="12173252" y="1918894"/>
            <a:ext cx="2160917" cy="2160917"/>
          </a:xfrm>
          <a:prstGeom xmlns:a="http://schemas.openxmlformats.org/drawingml/2006/main" prst="rect">
            <a:avLst/>
          </a:prstGeom>
        </p:spPr>
      </p:pic>
      <p:sp>
        <p:nvSpPr>
          <p:cNvPr id="87" name="path-87">
            <a:extLst xmlns:a="http://schemas.openxmlformats.org/drawingml/2006/main">
              <a:ext uri="{FF2B5EF4-FFF2-40B4-BE49-F238E27FC236}">
                <a16:creationId xmlns:a16="http://schemas.microsoft.com/office/drawing/2014/main" id="{FFDF8D05-CB2C-45C1-A28C-E393CDB89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41650" y="2128459"/>
            <a:ext cx="232404" cy="552755"/>
          </a:xfrm>
          <a:custGeom xmlns:a="http://schemas.openxmlformats.org/drawingml/2006/main">
            <a:pathLst>
              <a:path w="171075" h="406889">
                <a:moveTo>
                  <a:pt x="28050" y="406889"/>
                </a:moveTo>
                <a:lnTo>
                  <a:pt x="129336" y="316024"/>
                </a:lnTo>
                <a:lnTo>
                  <a:pt x="0" y="273740"/>
                </a:lnTo>
                <a:lnTo>
                  <a:pt x="28050" y="406889"/>
                </a:lnTo>
                <a:moveTo>
                  <a:pt x="159874" y="3663"/>
                </a:moveTo>
                <a:lnTo>
                  <a:pt x="148674" y="0"/>
                </a:lnTo>
                <a:lnTo>
                  <a:pt x="49805" y="302421"/>
                </a:lnTo>
                <a:lnTo>
                  <a:pt x="61005" y="306084"/>
                </a:lnTo>
                <a:lnTo>
                  <a:pt x="72206" y="309746"/>
                </a:lnTo>
                <a:lnTo>
                  <a:pt x="171075" y="7325"/>
                </a:lnTo>
                <a:lnTo>
                  <a:pt x="159874" y="3663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" name="path-88">
            <a:extLst xmlns:a="http://schemas.openxmlformats.org/drawingml/2006/main">
              <a:ext uri="{FF2B5EF4-FFF2-40B4-BE49-F238E27FC236}">
                <a16:creationId xmlns:a16="http://schemas.microsoft.com/office/drawing/2014/main" id="{2471E314-02B6-48EF-B798-A1A47BAA0E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65126" y="2868926"/>
            <a:ext cx="224121" cy="224123"/>
          </a:xfrm>
          <a:custGeom xmlns:a="http://schemas.openxmlformats.org/drawingml/2006/main">
            <a:pathLst>
              <a:path w="164978" h="164979">
                <a:moveTo>
                  <a:pt x="164978" y="82490"/>
                </a:moveTo>
                <a:cubicBezTo>
                  <a:pt x="164978" y="128047"/>
                  <a:pt x="128047" y="164979"/>
                  <a:pt x="82490" y="164979"/>
                </a:cubicBezTo>
                <a:cubicBezTo>
                  <a:pt x="36932" y="164979"/>
                  <a:pt x="0" y="128047"/>
                  <a:pt x="0" y="82490"/>
                </a:cubicBezTo>
                <a:cubicBezTo>
                  <a:pt x="0" y="36932"/>
                  <a:pt x="36932" y="0"/>
                  <a:pt x="82490" y="0"/>
                </a:cubicBezTo>
                <a:cubicBezTo>
                  <a:pt x="128047" y="0"/>
                  <a:pt x="164978" y="36932"/>
                  <a:pt x="164978" y="82490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" name="path-89">
            <a:extLst xmlns:a="http://schemas.openxmlformats.org/drawingml/2006/main">
              <a:ext uri="{FF2B5EF4-FFF2-40B4-BE49-F238E27FC236}">
                <a16:creationId xmlns:a16="http://schemas.microsoft.com/office/drawing/2014/main" id="{AC18E11E-1351-444A-9FA9-8CF2E0C76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65126" y="2868926"/>
            <a:ext cx="224121" cy="224123"/>
          </a:xfrm>
          <a:custGeom xmlns:a="http://schemas.openxmlformats.org/drawingml/2006/main">
            <a:pathLst>
              <a:path w="164978" h="164979">
                <a:moveTo>
                  <a:pt x="158495" y="50381"/>
                </a:moveTo>
                <a:lnTo>
                  <a:pt x="150890" y="36369"/>
                </a:lnTo>
                <a:lnTo>
                  <a:pt x="140818" y="24161"/>
                </a:lnTo>
                <a:lnTo>
                  <a:pt x="128610" y="14088"/>
                </a:lnTo>
                <a:lnTo>
                  <a:pt x="114598" y="6482"/>
                </a:lnTo>
                <a:lnTo>
                  <a:pt x="99114" y="1676"/>
                </a:lnTo>
                <a:lnTo>
                  <a:pt x="82490" y="0"/>
                </a:lnTo>
                <a:lnTo>
                  <a:pt x="65865" y="1676"/>
                </a:lnTo>
                <a:lnTo>
                  <a:pt x="50381" y="6482"/>
                </a:lnTo>
                <a:lnTo>
                  <a:pt x="36369" y="14088"/>
                </a:lnTo>
                <a:lnTo>
                  <a:pt x="24161" y="24161"/>
                </a:lnTo>
                <a:lnTo>
                  <a:pt x="14088" y="36369"/>
                </a:lnTo>
                <a:lnTo>
                  <a:pt x="6482" y="50381"/>
                </a:lnTo>
                <a:lnTo>
                  <a:pt x="1676" y="65865"/>
                </a:lnTo>
                <a:lnTo>
                  <a:pt x="0" y="82490"/>
                </a:lnTo>
                <a:lnTo>
                  <a:pt x="1676" y="99114"/>
                </a:lnTo>
                <a:lnTo>
                  <a:pt x="6482" y="114598"/>
                </a:lnTo>
                <a:lnTo>
                  <a:pt x="14088" y="128610"/>
                </a:lnTo>
                <a:lnTo>
                  <a:pt x="24161" y="140818"/>
                </a:lnTo>
                <a:lnTo>
                  <a:pt x="36369" y="150891"/>
                </a:lnTo>
                <a:lnTo>
                  <a:pt x="50381" y="158497"/>
                </a:lnTo>
                <a:lnTo>
                  <a:pt x="65865" y="163303"/>
                </a:lnTo>
                <a:lnTo>
                  <a:pt x="82490" y="164979"/>
                </a:lnTo>
                <a:lnTo>
                  <a:pt x="99114" y="163303"/>
                </a:lnTo>
                <a:lnTo>
                  <a:pt x="114598" y="158497"/>
                </a:lnTo>
                <a:lnTo>
                  <a:pt x="128610" y="150891"/>
                </a:lnTo>
                <a:lnTo>
                  <a:pt x="140818" y="140818"/>
                </a:lnTo>
                <a:lnTo>
                  <a:pt x="150890" y="128610"/>
                </a:lnTo>
                <a:lnTo>
                  <a:pt x="158495" y="114598"/>
                </a:lnTo>
                <a:lnTo>
                  <a:pt x="163302" y="99114"/>
                </a:lnTo>
                <a:lnTo>
                  <a:pt x="164978" y="82490"/>
                </a:lnTo>
                <a:lnTo>
                  <a:pt x="163302" y="65865"/>
                </a:lnTo>
                <a:lnTo>
                  <a:pt x="158495" y="50381"/>
                </a:lnTo>
                <a:close/>
                <a:moveTo>
                  <a:pt x="124152" y="124151"/>
                </a:moveTo>
                <a:lnTo>
                  <a:pt x="112227" y="133364"/>
                </a:lnTo>
                <a:lnTo>
                  <a:pt x="98153" y="139304"/>
                </a:lnTo>
                <a:lnTo>
                  <a:pt x="82490" y="141408"/>
                </a:lnTo>
                <a:lnTo>
                  <a:pt x="66826" y="139304"/>
                </a:lnTo>
                <a:lnTo>
                  <a:pt x="52751" y="133364"/>
                </a:lnTo>
                <a:lnTo>
                  <a:pt x="40826" y="124151"/>
                </a:lnTo>
                <a:lnTo>
                  <a:pt x="31613" y="112227"/>
                </a:lnTo>
                <a:lnTo>
                  <a:pt x="25673" y="98152"/>
                </a:lnTo>
                <a:lnTo>
                  <a:pt x="23568" y="82490"/>
                </a:lnTo>
                <a:lnTo>
                  <a:pt x="25673" y="66825"/>
                </a:lnTo>
                <a:lnTo>
                  <a:pt x="31613" y="52750"/>
                </a:lnTo>
                <a:lnTo>
                  <a:pt x="40826" y="40825"/>
                </a:lnTo>
                <a:lnTo>
                  <a:pt x="52751" y="31612"/>
                </a:lnTo>
                <a:lnTo>
                  <a:pt x="66826" y="25673"/>
                </a:lnTo>
                <a:lnTo>
                  <a:pt x="82490" y="23568"/>
                </a:lnTo>
                <a:lnTo>
                  <a:pt x="98153" y="25673"/>
                </a:lnTo>
                <a:lnTo>
                  <a:pt x="112227" y="31612"/>
                </a:lnTo>
                <a:lnTo>
                  <a:pt x="124152" y="40825"/>
                </a:lnTo>
                <a:lnTo>
                  <a:pt x="133365" y="52750"/>
                </a:lnTo>
                <a:lnTo>
                  <a:pt x="139305" y="66825"/>
                </a:lnTo>
                <a:lnTo>
                  <a:pt x="141410" y="82490"/>
                </a:lnTo>
                <a:lnTo>
                  <a:pt x="139305" y="98152"/>
                </a:lnTo>
                <a:lnTo>
                  <a:pt x="133365" y="112227"/>
                </a:lnTo>
                <a:lnTo>
                  <a:pt x="124152" y="1241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" name="path-90">
            <a:extLst xmlns:a="http://schemas.openxmlformats.org/drawingml/2006/main">
              <a:ext uri="{FF2B5EF4-FFF2-40B4-BE49-F238E27FC236}">
                <a16:creationId xmlns:a16="http://schemas.microsoft.com/office/drawing/2014/main" id="{0A070F92-DD99-474A-8555-A25314DD3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4985" y="2045387"/>
            <a:ext cx="224121" cy="224123"/>
          </a:xfrm>
          <a:custGeom xmlns:a="http://schemas.openxmlformats.org/drawingml/2006/main">
            <a:pathLst>
              <a:path w="164978" h="164979">
                <a:moveTo>
                  <a:pt x="164978" y="82490"/>
                </a:moveTo>
                <a:cubicBezTo>
                  <a:pt x="164978" y="128047"/>
                  <a:pt x="128047" y="164979"/>
                  <a:pt x="82490" y="164979"/>
                </a:cubicBezTo>
                <a:cubicBezTo>
                  <a:pt x="36932" y="164979"/>
                  <a:pt x="0" y="128047"/>
                  <a:pt x="0" y="82490"/>
                </a:cubicBezTo>
                <a:cubicBezTo>
                  <a:pt x="0" y="36932"/>
                  <a:pt x="36932" y="0"/>
                  <a:pt x="82490" y="0"/>
                </a:cubicBezTo>
                <a:cubicBezTo>
                  <a:pt x="128047" y="0"/>
                  <a:pt x="164978" y="36932"/>
                  <a:pt x="164978" y="82490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" name="path-91">
            <a:extLst xmlns:a="http://schemas.openxmlformats.org/drawingml/2006/main">
              <a:ext uri="{FF2B5EF4-FFF2-40B4-BE49-F238E27FC236}">
                <a16:creationId xmlns:a16="http://schemas.microsoft.com/office/drawing/2014/main" id="{CDC6FB02-07C5-4367-B2A5-EFD44314E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4985" y="2045387"/>
            <a:ext cx="224121" cy="224123"/>
          </a:xfrm>
          <a:custGeom xmlns:a="http://schemas.openxmlformats.org/drawingml/2006/main">
            <a:pathLst>
              <a:path w="164978" h="164979">
                <a:moveTo>
                  <a:pt x="158495" y="50381"/>
                </a:moveTo>
                <a:lnTo>
                  <a:pt x="150890" y="36369"/>
                </a:lnTo>
                <a:lnTo>
                  <a:pt x="140817" y="24161"/>
                </a:lnTo>
                <a:lnTo>
                  <a:pt x="128609" y="14088"/>
                </a:lnTo>
                <a:lnTo>
                  <a:pt x="114597" y="6482"/>
                </a:lnTo>
                <a:lnTo>
                  <a:pt x="99113" y="1676"/>
                </a:lnTo>
                <a:lnTo>
                  <a:pt x="82488" y="0"/>
                </a:lnTo>
                <a:lnTo>
                  <a:pt x="65864" y="1676"/>
                </a:lnTo>
                <a:lnTo>
                  <a:pt x="50380" y="6482"/>
                </a:lnTo>
                <a:lnTo>
                  <a:pt x="36368" y="14088"/>
                </a:lnTo>
                <a:lnTo>
                  <a:pt x="24160" y="24161"/>
                </a:lnTo>
                <a:lnTo>
                  <a:pt x="14088" y="36369"/>
                </a:lnTo>
                <a:lnTo>
                  <a:pt x="6482" y="50381"/>
                </a:lnTo>
                <a:lnTo>
                  <a:pt x="1676" y="65865"/>
                </a:lnTo>
                <a:lnTo>
                  <a:pt x="0" y="82490"/>
                </a:lnTo>
                <a:lnTo>
                  <a:pt x="1676" y="99114"/>
                </a:lnTo>
                <a:lnTo>
                  <a:pt x="6482" y="114598"/>
                </a:lnTo>
                <a:lnTo>
                  <a:pt x="14088" y="128610"/>
                </a:lnTo>
                <a:lnTo>
                  <a:pt x="24160" y="140818"/>
                </a:lnTo>
                <a:lnTo>
                  <a:pt x="36368" y="150891"/>
                </a:lnTo>
                <a:lnTo>
                  <a:pt x="50380" y="158497"/>
                </a:lnTo>
                <a:lnTo>
                  <a:pt x="65864" y="163303"/>
                </a:lnTo>
                <a:lnTo>
                  <a:pt x="82488" y="164979"/>
                </a:lnTo>
                <a:lnTo>
                  <a:pt x="99113" y="163303"/>
                </a:lnTo>
                <a:lnTo>
                  <a:pt x="114597" y="158497"/>
                </a:lnTo>
                <a:lnTo>
                  <a:pt x="128609" y="150891"/>
                </a:lnTo>
                <a:lnTo>
                  <a:pt x="140817" y="140818"/>
                </a:lnTo>
                <a:lnTo>
                  <a:pt x="150890" y="128610"/>
                </a:lnTo>
                <a:lnTo>
                  <a:pt x="158495" y="114598"/>
                </a:lnTo>
                <a:lnTo>
                  <a:pt x="163302" y="99114"/>
                </a:lnTo>
                <a:lnTo>
                  <a:pt x="164978" y="82490"/>
                </a:lnTo>
                <a:lnTo>
                  <a:pt x="163302" y="65865"/>
                </a:lnTo>
                <a:lnTo>
                  <a:pt x="158495" y="50381"/>
                </a:lnTo>
                <a:close/>
                <a:moveTo>
                  <a:pt x="124152" y="124154"/>
                </a:moveTo>
                <a:lnTo>
                  <a:pt x="112227" y="133367"/>
                </a:lnTo>
                <a:lnTo>
                  <a:pt x="98153" y="139306"/>
                </a:lnTo>
                <a:lnTo>
                  <a:pt x="82490" y="141411"/>
                </a:lnTo>
                <a:lnTo>
                  <a:pt x="66826" y="139306"/>
                </a:lnTo>
                <a:lnTo>
                  <a:pt x="52751" y="133367"/>
                </a:lnTo>
                <a:lnTo>
                  <a:pt x="40826" y="124154"/>
                </a:lnTo>
                <a:lnTo>
                  <a:pt x="31613" y="112229"/>
                </a:lnTo>
                <a:lnTo>
                  <a:pt x="25673" y="98154"/>
                </a:lnTo>
                <a:lnTo>
                  <a:pt x="23568" y="82490"/>
                </a:lnTo>
                <a:lnTo>
                  <a:pt x="25673" y="66826"/>
                </a:lnTo>
                <a:lnTo>
                  <a:pt x="31613" y="52751"/>
                </a:lnTo>
                <a:lnTo>
                  <a:pt x="40826" y="40826"/>
                </a:lnTo>
                <a:lnTo>
                  <a:pt x="52751" y="31613"/>
                </a:lnTo>
                <a:lnTo>
                  <a:pt x="66826" y="25673"/>
                </a:lnTo>
                <a:lnTo>
                  <a:pt x="82490" y="23568"/>
                </a:lnTo>
                <a:lnTo>
                  <a:pt x="98153" y="25673"/>
                </a:lnTo>
                <a:lnTo>
                  <a:pt x="112227" y="31613"/>
                </a:lnTo>
                <a:lnTo>
                  <a:pt x="124152" y="40826"/>
                </a:lnTo>
                <a:lnTo>
                  <a:pt x="133365" y="52751"/>
                </a:lnTo>
                <a:lnTo>
                  <a:pt x="139305" y="66826"/>
                </a:lnTo>
                <a:lnTo>
                  <a:pt x="141410" y="82490"/>
                </a:lnTo>
                <a:lnTo>
                  <a:pt x="139305" y="98154"/>
                </a:lnTo>
                <a:lnTo>
                  <a:pt x="133365" y="112229"/>
                </a:lnTo>
                <a:lnTo>
                  <a:pt x="124152" y="12415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92" name="">
            <a:extLst xmlns:a="http://schemas.openxmlformats.org/drawingml/2006/main">
              <a:ext uri="{FF2B5EF4-FFF2-40B4-BE49-F238E27FC236}">
                <a16:creationId xmlns:a16="http://schemas.microsoft.com/office/drawing/2014/main" id="{0F5004BA-1987-431C-B655-1E415115E8A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38e2daf27394f4a"/>
          <a:stretch xmlns:a="http://schemas.openxmlformats.org/drawingml/2006/main"/>
        </p:blipFill>
        <p:spPr>
          <a:xfrm xmlns:a="http://schemas.openxmlformats.org/drawingml/2006/main">
            <a:off x="9844120" y="1789497"/>
            <a:ext cx="2406770" cy="2419709"/>
          </a:xfrm>
          <a:prstGeom xmlns:a="http://schemas.openxmlformats.org/drawingml/2006/main" prst="rect">
            <a:avLst/>
          </a:prstGeom>
        </p:spPr>
      </p:pic>
      <p:sp>
        <p:nvSpPr>
          <p:cNvPr id="93" name="path-93">
            <a:extLst xmlns:a="http://schemas.openxmlformats.org/drawingml/2006/main">
              <a:ext uri="{FF2B5EF4-FFF2-40B4-BE49-F238E27FC236}">
                <a16:creationId xmlns:a16="http://schemas.microsoft.com/office/drawing/2014/main" id="{3AAD49E0-F6DE-4BE9-B567-CCBFE5EF7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3123" y="2249561"/>
            <a:ext cx="537687" cy="729482"/>
          </a:xfrm>
          <a:custGeom xmlns:a="http://schemas.openxmlformats.org/drawingml/2006/main">
            <a:pathLst>
              <a:path w="395798" h="536980">
                <a:moveTo>
                  <a:pt x="9562" y="6885"/>
                </a:moveTo>
                <a:lnTo>
                  <a:pt x="0" y="13770"/>
                </a:lnTo>
                <a:lnTo>
                  <a:pt x="13452" y="32458"/>
                </a:lnTo>
                <a:lnTo>
                  <a:pt x="23016" y="25573"/>
                </a:lnTo>
                <a:lnTo>
                  <a:pt x="32580" y="18687"/>
                </a:lnTo>
                <a:lnTo>
                  <a:pt x="19126" y="0"/>
                </a:lnTo>
                <a:lnTo>
                  <a:pt x="9562" y="6885"/>
                </a:lnTo>
                <a:moveTo>
                  <a:pt x="49920" y="62945"/>
                </a:moveTo>
                <a:lnTo>
                  <a:pt x="40358" y="69830"/>
                </a:lnTo>
                <a:lnTo>
                  <a:pt x="67262" y="107202"/>
                </a:lnTo>
                <a:lnTo>
                  <a:pt x="76825" y="100317"/>
                </a:lnTo>
                <a:lnTo>
                  <a:pt x="86389" y="93432"/>
                </a:lnTo>
                <a:lnTo>
                  <a:pt x="59484" y="56060"/>
                </a:lnTo>
                <a:lnTo>
                  <a:pt x="49920" y="62945"/>
                </a:lnTo>
                <a:moveTo>
                  <a:pt x="103731" y="137689"/>
                </a:moveTo>
                <a:lnTo>
                  <a:pt x="94167" y="144574"/>
                </a:lnTo>
                <a:lnTo>
                  <a:pt x="121073" y="181946"/>
                </a:lnTo>
                <a:lnTo>
                  <a:pt x="130635" y="175061"/>
                </a:lnTo>
                <a:lnTo>
                  <a:pt x="140199" y="168176"/>
                </a:lnTo>
                <a:lnTo>
                  <a:pt x="113295" y="130804"/>
                </a:lnTo>
                <a:lnTo>
                  <a:pt x="103731" y="137689"/>
                </a:lnTo>
                <a:moveTo>
                  <a:pt x="157541" y="212433"/>
                </a:moveTo>
                <a:lnTo>
                  <a:pt x="147977" y="219318"/>
                </a:lnTo>
                <a:lnTo>
                  <a:pt x="174882" y="256690"/>
                </a:lnTo>
                <a:lnTo>
                  <a:pt x="184446" y="249805"/>
                </a:lnTo>
                <a:lnTo>
                  <a:pt x="194010" y="242920"/>
                </a:lnTo>
                <a:lnTo>
                  <a:pt x="167104" y="205548"/>
                </a:lnTo>
                <a:lnTo>
                  <a:pt x="157541" y="212433"/>
                </a:lnTo>
                <a:moveTo>
                  <a:pt x="211350" y="287178"/>
                </a:moveTo>
                <a:lnTo>
                  <a:pt x="201788" y="294063"/>
                </a:lnTo>
                <a:lnTo>
                  <a:pt x="228692" y="331432"/>
                </a:lnTo>
                <a:lnTo>
                  <a:pt x="238256" y="324547"/>
                </a:lnTo>
                <a:lnTo>
                  <a:pt x="247819" y="317662"/>
                </a:lnTo>
                <a:lnTo>
                  <a:pt x="220914" y="280290"/>
                </a:lnTo>
                <a:lnTo>
                  <a:pt x="211350" y="287178"/>
                </a:lnTo>
                <a:moveTo>
                  <a:pt x="265161" y="361919"/>
                </a:moveTo>
                <a:lnTo>
                  <a:pt x="255597" y="368804"/>
                </a:lnTo>
                <a:lnTo>
                  <a:pt x="282503" y="406176"/>
                </a:lnTo>
                <a:lnTo>
                  <a:pt x="292065" y="399291"/>
                </a:lnTo>
                <a:lnTo>
                  <a:pt x="301629" y="392406"/>
                </a:lnTo>
                <a:lnTo>
                  <a:pt x="274725" y="355034"/>
                </a:lnTo>
                <a:lnTo>
                  <a:pt x="265161" y="361919"/>
                </a:lnTo>
                <a:moveTo>
                  <a:pt x="318971" y="436663"/>
                </a:moveTo>
                <a:lnTo>
                  <a:pt x="309407" y="443548"/>
                </a:lnTo>
                <a:lnTo>
                  <a:pt x="336312" y="480920"/>
                </a:lnTo>
                <a:lnTo>
                  <a:pt x="345876" y="474035"/>
                </a:lnTo>
                <a:lnTo>
                  <a:pt x="355440" y="467150"/>
                </a:lnTo>
                <a:lnTo>
                  <a:pt x="328534" y="429778"/>
                </a:lnTo>
                <a:lnTo>
                  <a:pt x="318971" y="436663"/>
                </a:lnTo>
                <a:moveTo>
                  <a:pt x="372782" y="511408"/>
                </a:moveTo>
                <a:lnTo>
                  <a:pt x="363218" y="518293"/>
                </a:lnTo>
                <a:lnTo>
                  <a:pt x="376670" y="536980"/>
                </a:lnTo>
                <a:lnTo>
                  <a:pt x="386234" y="530095"/>
                </a:lnTo>
                <a:lnTo>
                  <a:pt x="395798" y="523210"/>
                </a:lnTo>
                <a:lnTo>
                  <a:pt x="382344" y="504523"/>
                </a:lnTo>
                <a:lnTo>
                  <a:pt x="372782" y="511408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" name="path-94">
            <a:extLst xmlns:a="http://schemas.openxmlformats.org/drawingml/2006/main">
              <a:ext uri="{FF2B5EF4-FFF2-40B4-BE49-F238E27FC236}">
                <a16:creationId xmlns:a16="http://schemas.microsoft.com/office/drawing/2014/main" id="{703B98B7-3E31-4620-9781-83F42FFDB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9918" y="2245523"/>
            <a:ext cx="349710" cy="477069"/>
          </a:xfrm>
          <a:custGeom xmlns:a="http://schemas.openxmlformats.org/drawingml/2006/main">
            <a:pathLst>
              <a:path w="257426" h="351176">
                <a:moveTo>
                  <a:pt x="257426" y="351176"/>
                </a:moveTo>
                <a:lnTo>
                  <a:pt x="243791" y="215789"/>
                </a:lnTo>
                <a:lnTo>
                  <a:pt x="133361" y="295289"/>
                </a:lnTo>
                <a:lnTo>
                  <a:pt x="257426" y="351176"/>
                </a:lnTo>
                <a:moveTo>
                  <a:pt x="9564" y="6885"/>
                </a:moveTo>
                <a:lnTo>
                  <a:pt x="0" y="13770"/>
                </a:lnTo>
                <a:lnTo>
                  <a:pt x="185897" y="271988"/>
                </a:lnTo>
                <a:lnTo>
                  <a:pt x="195461" y="265103"/>
                </a:lnTo>
                <a:lnTo>
                  <a:pt x="205024" y="258218"/>
                </a:lnTo>
                <a:lnTo>
                  <a:pt x="19128" y="0"/>
                </a:lnTo>
                <a:lnTo>
                  <a:pt x="9564" y="6885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95">
            <a:extLst xmlns:a="http://schemas.openxmlformats.org/drawingml/2006/main">
              <a:ext uri="{FF2B5EF4-FFF2-40B4-BE49-F238E27FC236}">
                <a16:creationId xmlns:a16="http://schemas.microsoft.com/office/drawing/2014/main" id="{3EEB2D57-D878-4429-862A-AC2A38379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36" y="2382767"/>
            <a:ext cx="161221" cy="201636"/>
          </a:xfrm>
          <a:custGeom xmlns:a="http://schemas.openxmlformats.org/drawingml/2006/main">
            <a:pathLst>
              <a:path w="118676" h="148427">
                <a:moveTo>
                  <a:pt x="109621" y="8410"/>
                </a:moveTo>
                <a:cubicBezTo>
                  <a:pt x="109621" y="2266"/>
                  <a:pt x="109621" y="0"/>
                  <a:pt x="104771" y="0"/>
                </a:cubicBezTo>
                <a:cubicBezTo>
                  <a:pt x="102831" y="0"/>
                  <a:pt x="102184" y="0"/>
                  <a:pt x="97333" y="2910"/>
                </a:cubicBezTo>
                <a:cubicBezTo>
                  <a:pt x="96040" y="3881"/>
                  <a:pt x="92484" y="6144"/>
                  <a:pt x="90867" y="7115"/>
                </a:cubicBezTo>
                <a:cubicBezTo>
                  <a:pt x="81812" y="1942"/>
                  <a:pt x="69847" y="0"/>
                  <a:pt x="58206" y="0"/>
                </a:cubicBezTo>
                <a:cubicBezTo>
                  <a:pt x="48505" y="0"/>
                  <a:pt x="0" y="0"/>
                  <a:pt x="0" y="42040"/>
                </a:cubicBezTo>
                <a:cubicBezTo>
                  <a:pt x="0" y="75994"/>
                  <a:pt x="40098" y="83106"/>
                  <a:pt x="50121" y="84724"/>
                </a:cubicBezTo>
                <a:cubicBezTo>
                  <a:pt x="58853" y="86340"/>
                  <a:pt x="69524" y="88282"/>
                  <a:pt x="70818" y="88282"/>
                </a:cubicBezTo>
                <a:cubicBezTo>
                  <a:pt x="83752" y="91192"/>
                  <a:pt x="96687" y="99275"/>
                  <a:pt x="96687" y="112857"/>
                </a:cubicBezTo>
                <a:cubicBezTo>
                  <a:pt x="96687" y="137754"/>
                  <a:pt x="67260" y="137754"/>
                  <a:pt x="60470" y="137754"/>
                </a:cubicBezTo>
                <a:cubicBezTo>
                  <a:pt x="43978" y="137754"/>
                  <a:pt x="23606" y="132581"/>
                  <a:pt x="14552" y="101214"/>
                </a:cubicBezTo>
                <a:cubicBezTo>
                  <a:pt x="12612" y="94746"/>
                  <a:pt x="12288" y="94426"/>
                  <a:pt x="6791" y="94426"/>
                </a:cubicBezTo>
                <a:cubicBezTo>
                  <a:pt x="0" y="94426"/>
                  <a:pt x="0" y="95394"/>
                  <a:pt x="0" y="102832"/>
                </a:cubicBezTo>
                <a:lnTo>
                  <a:pt x="0" y="140020"/>
                </a:lnTo>
                <a:cubicBezTo>
                  <a:pt x="0" y="146164"/>
                  <a:pt x="0" y="148427"/>
                  <a:pt x="4851" y="148427"/>
                </a:cubicBezTo>
                <a:cubicBezTo>
                  <a:pt x="7114" y="148427"/>
                  <a:pt x="7761" y="148427"/>
                  <a:pt x="14229" y="143254"/>
                </a:cubicBezTo>
                <a:lnTo>
                  <a:pt x="22635" y="137110"/>
                </a:lnTo>
                <a:cubicBezTo>
                  <a:pt x="37188" y="148427"/>
                  <a:pt x="54649" y="148427"/>
                  <a:pt x="60470" y="148427"/>
                </a:cubicBezTo>
                <a:cubicBezTo>
                  <a:pt x="78255" y="148427"/>
                  <a:pt x="118676" y="144546"/>
                  <a:pt x="118676" y="101538"/>
                </a:cubicBezTo>
                <a:cubicBezTo>
                  <a:pt x="118676" y="86016"/>
                  <a:pt x="110268" y="75346"/>
                  <a:pt x="103800" y="69526"/>
                </a:cubicBezTo>
                <a:cubicBezTo>
                  <a:pt x="90543" y="58530"/>
                  <a:pt x="79548" y="56591"/>
                  <a:pt x="62086" y="53357"/>
                </a:cubicBezTo>
                <a:cubicBezTo>
                  <a:pt x="41391" y="49799"/>
                  <a:pt x="21989" y="46242"/>
                  <a:pt x="21989" y="30720"/>
                </a:cubicBezTo>
                <a:cubicBezTo>
                  <a:pt x="21989" y="9701"/>
                  <a:pt x="50769" y="9701"/>
                  <a:pt x="57559" y="9701"/>
                </a:cubicBezTo>
                <a:cubicBezTo>
                  <a:pt x="93453" y="9701"/>
                  <a:pt x="95394" y="32338"/>
                  <a:pt x="96040" y="40421"/>
                </a:cubicBezTo>
                <a:cubicBezTo>
                  <a:pt x="96363" y="44626"/>
                  <a:pt x="98950" y="44626"/>
                  <a:pt x="102831" y="44626"/>
                </a:cubicBezTo>
                <a:cubicBezTo>
                  <a:pt x="109621" y="44626"/>
                  <a:pt x="109621" y="43655"/>
                  <a:pt x="109621" y="36219"/>
                </a:cubicBezTo>
                <a:lnTo>
                  <a:pt x="109621" y="8410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" name="path-96">
            <a:extLst xmlns:a="http://schemas.openxmlformats.org/drawingml/2006/main">
              <a:ext uri="{FF2B5EF4-FFF2-40B4-BE49-F238E27FC236}">
                <a16:creationId xmlns:a16="http://schemas.microsoft.com/office/drawing/2014/main" id="{A9300198-F5FE-42BE-9C8A-2B64C5AC63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0062" y="2504447"/>
            <a:ext cx="145845" cy="139400"/>
          </a:xfrm>
          <a:custGeom xmlns:a="http://schemas.openxmlformats.org/drawingml/2006/main">
            <a:pathLst>
              <a:path w="107358" h="102614">
                <a:moveTo>
                  <a:pt x="103262" y="43760"/>
                </a:moveTo>
                <a:cubicBezTo>
                  <a:pt x="106281" y="42253"/>
                  <a:pt x="107358" y="41821"/>
                  <a:pt x="107358" y="39882"/>
                </a:cubicBezTo>
                <a:cubicBezTo>
                  <a:pt x="107358" y="38587"/>
                  <a:pt x="106065" y="37080"/>
                  <a:pt x="104340" y="37080"/>
                </a:cubicBezTo>
                <a:cubicBezTo>
                  <a:pt x="103908" y="37080"/>
                  <a:pt x="98088" y="38156"/>
                  <a:pt x="94854" y="38803"/>
                </a:cubicBezTo>
                <a:lnTo>
                  <a:pt x="61871" y="45271"/>
                </a:lnTo>
                <a:lnTo>
                  <a:pt x="57129" y="5605"/>
                </a:lnTo>
                <a:cubicBezTo>
                  <a:pt x="56697" y="2155"/>
                  <a:pt x="56050" y="0"/>
                  <a:pt x="53679" y="0"/>
                </a:cubicBezTo>
                <a:cubicBezTo>
                  <a:pt x="51092" y="0"/>
                  <a:pt x="50877" y="1723"/>
                  <a:pt x="50445" y="5605"/>
                </a:cubicBezTo>
                <a:lnTo>
                  <a:pt x="45702" y="45271"/>
                </a:lnTo>
                <a:lnTo>
                  <a:pt x="6036" y="37508"/>
                </a:lnTo>
                <a:lnTo>
                  <a:pt x="3018" y="37080"/>
                </a:lnTo>
                <a:cubicBezTo>
                  <a:pt x="1293" y="37080"/>
                  <a:pt x="0" y="38587"/>
                  <a:pt x="0" y="39882"/>
                </a:cubicBezTo>
                <a:cubicBezTo>
                  <a:pt x="0" y="42037"/>
                  <a:pt x="1725" y="42900"/>
                  <a:pt x="3880" y="43760"/>
                </a:cubicBezTo>
                <a:lnTo>
                  <a:pt x="40744" y="60577"/>
                </a:lnTo>
                <a:lnTo>
                  <a:pt x="23714" y="90973"/>
                </a:lnTo>
                <a:cubicBezTo>
                  <a:pt x="22204" y="93775"/>
                  <a:pt x="19402" y="98948"/>
                  <a:pt x="19402" y="99596"/>
                </a:cubicBezTo>
                <a:cubicBezTo>
                  <a:pt x="19402" y="100890"/>
                  <a:pt x="20265" y="102614"/>
                  <a:pt x="22420" y="102614"/>
                </a:cubicBezTo>
                <a:cubicBezTo>
                  <a:pt x="22851" y="102614"/>
                  <a:pt x="23498" y="102614"/>
                  <a:pt x="24792" y="101535"/>
                </a:cubicBezTo>
                <a:cubicBezTo>
                  <a:pt x="26517" y="99811"/>
                  <a:pt x="30612" y="95070"/>
                  <a:pt x="32337" y="93344"/>
                </a:cubicBezTo>
                <a:lnTo>
                  <a:pt x="53679" y="70278"/>
                </a:lnTo>
                <a:lnTo>
                  <a:pt x="77392" y="95714"/>
                </a:lnTo>
                <a:cubicBezTo>
                  <a:pt x="78255" y="96793"/>
                  <a:pt x="80626" y="99380"/>
                  <a:pt x="81705" y="100243"/>
                </a:cubicBezTo>
                <a:cubicBezTo>
                  <a:pt x="83859" y="102398"/>
                  <a:pt x="84075" y="102614"/>
                  <a:pt x="84938" y="102614"/>
                </a:cubicBezTo>
                <a:cubicBezTo>
                  <a:pt x="87093" y="102614"/>
                  <a:pt x="87956" y="100890"/>
                  <a:pt x="87956" y="99596"/>
                </a:cubicBezTo>
                <a:cubicBezTo>
                  <a:pt x="87956" y="98088"/>
                  <a:pt x="69201" y="65102"/>
                  <a:pt x="66614" y="60793"/>
                </a:cubicBezTo>
                <a:lnTo>
                  <a:pt x="103262" y="43760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" name="path-97">
            <a:extLst xmlns:a="http://schemas.openxmlformats.org/drawingml/2006/main">
              <a:ext uri="{FF2B5EF4-FFF2-40B4-BE49-F238E27FC236}">
                <a16:creationId xmlns:a16="http://schemas.microsoft.com/office/drawing/2014/main" id="{3BEEBCD2-79D6-4F81-B849-6E5681626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2634" y="2850887"/>
            <a:ext cx="250217" cy="250215"/>
          </a:xfrm>
          <a:custGeom xmlns:a="http://schemas.openxmlformats.org/drawingml/2006/main">
            <a:pathLst>
              <a:path w="184188" h="184186">
                <a:moveTo>
                  <a:pt x="154213" y="146368"/>
                </a:moveTo>
                <a:cubicBezTo>
                  <a:pt x="124238" y="180674"/>
                  <a:pt x="72127" y="184186"/>
                  <a:pt x="37819" y="154213"/>
                </a:cubicBezTo>
                <a:cubicBezTo>
                  <a:pt x="3512" y="124237"/>
                  <a:pt x="0" y="72127"/>
                  <a:pt x="29975" y="37821"/>
                </a:cubicBezTo>
                <a:cubicBezTo>
                  <a:pt x="59951" y="3512"/>
                  <a:pt x="112061" y="0"/>
                  <a:pt x="146368" y="29976"/>
                </a:cubicBezTo>
                <a:cubicBezTo>
                  <a:pt x="180676" y="59949"/>
                  <a:pt x="184188" y="112060"/>
                  <a:pt x="154213" y="146368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" name="path-98">
            <a:extLst xmlns:a="http://schemas.openxmlformats.org/drawingml/2006/main">
              <a:ext uri="{FF2B5EF4-FFF2-40B4-BE49-F238E27FC236}">
                <a16:creationId xmlns:a16="http://schemas.microsoft.com/office/drawing/2014/main" id="{58A097A6-9FF3-4286-96BE-04AEFDBB3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5937" y="2864190"/>
            <a:ext cx="223613" cy="223614"/>
          </a:xfrm>
          <a:custGeom xmlns:a="http://schemas.openxmlformats.org/drawingml/2006/main">
            <a:pathLst>
              <a:path w="164604" h="164605">
                <a:moveTo>
                  <a:pt x="160665" y="108132"/>
                </a:moveTo>
                <a:lnTo>
                  <a:pt x="164157" y="92576"/>
                </a:lnTo>
                <a:lnTo>
                  <a:pt x="164604" y="76756"/>
                </a:lnTo>
                <a:lnTo>
                  <a:pt x="162038" y="61138"/>
                </a:lnTo>
                <a:lnTo>
                  <a:pt x="156490" y="46192"/>
                </a:lnTo>
                <a:lnTo>
                  <a:pt x="147993" y="32384"/>
                </a:lnTo>
                <a:lnTo>
                  <a:pt x="136576" y="20183"/>
                </a:lnTo>
                <a:lnTo>
                  <a:pt x="122954" y="10508"/>
                </a:lnTo>
                <a:lnTo>
                  <a:pt x="108132" y="3939"/>
                </a:lnTo>
                <a:lnTo>
                  <a:pt x="92576" y="447"/>
                </a:lnTo>
                <a:lnTo>
                  <a:pt x="76755" y="0"/>
                </a:lnTo>
                <a:lnTo>
                  <a:pt x="61138" y="2566"/>
                </a:lnTo>
                <a:lnTo>
                  <a:pt x="46191" y="8113"/>
                </a:lnTo>
                <a:lnTo>
                  <a:pt x="32384" y="16611"/>
                </a:lnTo>
                <a:lnTo>
                  <a:pt x="20184" y="28028"/>
                </a:lnTo>
                <a:lnTo>
                  <a:pt x="10507" y="41650"/>
                </a:lnTo>
                <a:lnTo>
                  <a:pt x="3939" y="56473"/>
                </a:lnTo>
                <a:lnTo>
                  <a:pt x="447" y="72029"/>
                </a:lnTo>
                <a:lnTo>
                  <a:pt x="0" y="87850"/>
                </a:lnTo>
                <a:lnTo>
                  <a:pt x="2566" y="103467"/>
                </a:lnTo>
                <a:lnTo>
                  <a:pt x="8114" y="118414"/>
                </a:lnTo>
                <a:lnTo>
                  <a:pt x="16612" y="132221"/>
                </a:lnTo>
                <a:lnTo>
                  <a:pt x="28029" y="144420"/>
                </a:lnTo>
                <a:lnTo>
                  <a:pt x="41650" y="154097"/>
                </a:lnTo>
                <a:lnTo>
                  <a:pt x="56473" y="160665"/>
                </a:lnTo>
                <a:lnTo>
                  <a:pt x="72029" y="164158"/>
                </a:lnTo>
                <a:lnTo>
                  <a:pt x="87849" y="164605"/>
                </a:lnTo>
                <a:lnTo>
                  <a:pt x="103467" y="162039"/>
                </a:lnTo>
                <a:lnTo>
                  <a:pt x="118413" y="156491"/>
                </a:lnTo>
                <a:lnTo>
                  <a:pt x="132221" y="147993"/>
                </a:lnTo>
                <a:lnTo>
                  <a:pt x="144421" y="136576"/>
                </a:lnTo>
                <a:lnTo>
                  <a:pt x="154097" y="122954"/>
                </a:lnTo>
                <a:lnTo>
                  <a:pt x="160665" y="108132"/>
                </a:lnTo>
                <a:close/>
                <a:moveTo>
                  <a:pt x="86264" y="141089"/>
                </a:moveTo>
                <a:lnTo>
                  <a:pt x="71222" y="140181"/>
                </a:lnTo>
                <a:lnTo>
                  <a:pt x="56715" y="135393"/>
                </a:lnTo>
                <a:lnTo>
                  <a:pt x="43535" y="126673"/>
                </a:lnTo>
                <a:lnTo>
                  <a:pt x="33124" y="114782"/>
                </a:lnTo>
                <a:lnTo>
                  <a:pt x="26433" y="101048"/>
                </a:lnTo>
                <a:lnTo>
                  <a:pt x="23515" y="86263"/>
                </a:lnTo>
                <a:lnTo>
                  <a:pt x="24423" y="71221"/>
                </a:lnTo>
                <a:lnTo>
                  <a:pt x="29211" y="56713"/>
                </a:lnTo>
                <a:lnTo>
                  <a:pt x="37932" y="43533"/>
                </a:lnTo>
                <a:lnTo>
                  <a:pt x="49822" y="33122"/>
                </a:lnTo>
                <a:lnTo>
                  <a:pt x="63556" y="26432"/>
                </a:lnTo>
                <a:lnTo>
                  <a:pt x="78340" y="23514"/>
                </a:lnTo>
                <a:lnTo>
                  <a:pt x="93382" y="24422"/>
                </a:lnTo>
                <a:lnTo>
                  <a:pt x="107889" y="29210"/>
                </a:lnTo>
                <a:lnTo>
                  <a:pt x="121070" y="37931"/>
                </a:lnTo>
                <a:lnTo>
                  <a:pt x="131481" y="49822"/>
                </a:lnTo>
                <a:lnTo>
                  <a:pt x="138172" y="63555"/>
                </a:lnTo>
                <a:lnTo>
                  <a:pt x="141090" y="78339"/>
                </a:lnTo>
                <a:lnTo>
                  <a:pt x="140182" y="93381"/>
                </a:lnTo>
                <a:lnTo>
                  <a:pt x="135394" y="107888"/>
                </a:lnTo>
                <a:lnTo>
                  <a:pt x="126673" y="121068"/>
                </a:lnTo>
                <a:lnTo>
                  <a:pt x="114782" y="131479"/>
                </a:lnTo>
                <a:lnTo>
                  <a:pt x="101048" y="138170"/>
                </a:lnTo>
                <a:lnTo>
                  <a:pt x="86264" y="141089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" name="path-99">
            <a:extLst xmlns:a="http://schemas.openxmlformats.org/drawingml/2006/main">
              <a:ext uri="{FF2B5EF4-FFF2-40B4-BE49-F238E27FC236}">
                <a16:creationId xmlns:a16="http://schemas.microsoft.com/office/drawing/2014/main" id="{B4EA153D-31A4-486B-BAF0-3D985F6B2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7321" y="2147370"/>
            <a:ext cx="253993" cy="253995"/>
          </a:xfrm>
          <a:custGeom xmlns:a="http://schemas.openxmlformats.org/drawingml/2006/main">
            <a:pathLst>
              <a:path w="186967" h="186969">
                <a:moveTo>
                  <a:pt x="142138" y="26873"/>
                </a:moveTo>
                <a:cubicBezTo>
                  <a:pt x="178928" y="53743"/>
                  <a:pt x="186967" y="105351"/>
                  <a:pt x="160096" y="142138"/>
                </a:cubicBezTo>
                <a:cubicBezTo>
                  <a:pt x="133224" y="178928"/>
                  <a:pt x="81618" y="186969"/>
                  <a:pt x="44829" y="160096"/>
                </a:cubicBezTo>
                <a:cubicBezTo>
                  <a:pt x="8041" y="133226"/>
                  <a:pt x="0" y="81618"/>
                  <a:pt x="26871" y="44831"/>
                </a:cubicBezTo>
                <a:cubicBezTo>
                  <a:pt x="53743" y="8041"/>
                  <a:pt x="105349" y="0"/>
                  <a:pt x="142138" y="26873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" name="path-100">
            <a:extLst xmlns:a="http://schemas.openxmlformats.org/drawingml/2006/main">
              <a:ext uri="{FF2B5EF4-FFF2-40B4-BE49-F238E27FC236}">
                <a16:creationId xmlns:a16="http://schemas.microsoft.com/office/drawing/2014/main" id="{ECB6F541-6035-4A14-BFA3-21A40F7281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2326" y="2162376"/>
            <a:ext cx="223985" cy="223985"/>
          </a:xfrm>
          <a:custGeom xmlns:a="http://schemas.openxmlformats.org/drawingml/2006/main">
            <a:pathLst>
              <a:path w="164878" h="164878">
                <a:moveTo>
                  <a:pt x="101342" y="2123"/>
                </a:moveTo>
                <a:lnTo>
                  <a:pt x="85541" y="0"/>
                </a:lnTo>
                <a:lnTo>
                  <a:pt x="69742" y="933"/>
                </a:lnTo>
                <a:lnTo>
                  <a:pt x="54407" y="4850"/>
                </a:lnTo>
                <a:lnTo>
                  <a:pt x="40001" y="11679"/>
                </a:lnTo>
                <a:lnTo>
                  <a:pt x="26986" y="21348"/>
                </a:lnTo>
                <a:lnTo>
                  <a:pt x="15827" y="33784"/>
                </a:lnTo>
                <a:lnTo>
                  <a:pt x="7375" y="48197"/>
                </a:lnTo>
                <a:lnTo>
                  <a:pt x="2123" y="63536"/>
                </a:lnTo>
                <a:lnTo>
                  <a:pt x="0" y="79336"/>
                </a:lnTo>
                <a:lnTo>
                  <a:pt x="933" y="95136"/>
                </a:lnTo>
                <a:lnTo>
                  <a:pt x="4850" y="110471"/>
                </a:lnTo>
                <a:lnTo>
                  <a:pt x="11679" y="124877"/>
                </a:lnTo>
                <a:lnTo>
                  <a:pt x="21348" y="137891"/>
                </a:lnTo>
                <a:lnTo>
                  <a:pt x="33784" y="149050"/>
                </a:lnTo>
                <a:lnTo>
                  <a:pt x="48197" y="157502"/>
                </a:lnTo>
                <a:lnTo>
                  <a:pt x="63536" y="162754"/>
                </a:lnTo>
                <a:lnTo>
                  <a:pt x="79338" y="164878"/>
                </a:lnTo>
                <a:lnTo>
                  <a:pt x="95137" y="163945"/>
                </a:lnTo>
                <a:lnTo>
                  <a:pt x="110472" y="160028"/>
                </a:lnTo>
                <a:lnTo>
                  <a:pt x="124878" y="153199"/>
                </a:lnTo>
                <a:lnTo>
                  <a:pt x="137893" y="143530"/>
                </a:lnTo>
                <a:lnTo>
                  <a:pt x="149052" y="131095"/>
                </a:lnTo>
                <a:lnTo>
                  <a:pt x="157504" y="116681"/>
                </a:lnTo>
                <a:lnTo>
                  <a:pt x="162755" y="101342"/>
                </a:lnTo>
                <a:lnTo>
                  <a:pt x="164878" y="85540"/>
                </a:lnTo>
                <a:lnTo>
                  <a:pt x="163945" y="69741"/>
                </a:lnTo>
                <a:lnTo>
                  <a:pt x="160028" y="54406"/>
                </a:lnTo>
                <a:lnTo>
                  <a:pt x="153199" y="39999"/>
                </a:lnTo>
                <a:lnTo>
                  <a:pt x="143530" y="26985"/>
                </a:lnTo>
                <a:lnTo>
                  <a:pt x="131094" y="15827"/>
                </a:lnTo>
                <a:lnTo>
                  <a:pt x="116681" y="7375"/>
                </a:lnTo>
                <a:lnTo>
                  <a:pt x="101342" y="2123"/>
                </a:lnTo>
                <a:close/>
                <a:moveTo>
                  <a:pt x="140657" y="73368"/>
                </a:moveTo>
                <a:lnTo>
                  <a:pt x="141063" y="88432"/>
                </a:lnTo>
                <a:lnTo>
                  <a:pt x="137557" y="103301"/>
                </a:lnTo>
                <a:lnTo>
                  <a:pt x="130018" y="117191"/>
                </a:lnTo>
                <a:lnTo>
                  <a:pt x="119080" y="128598"/>
                </a:lnTo>
                <a:lnTo>
                  <a:pt x="105982" y="136460"/>
                </a:lnTo>
                <a:lnTo>
                  <a:pt x="91508" y="140656"/>
                </a:lnTo>
                <a:lnTo>
                  <a:pt x="76444" y="141062"/>
                </a:lnTo>
                <a:lnTo>
                  <a:pt x="61575" y="137557"/>
                </a:lnTo>
                <a:lnTo>
                  <a:pt x="47684" y="130019"/>
                </a:lnTo>
                <a:lnTo>
                  <a:pt x="36278" y="119079"/>
                </a:lnTo>
                <a:lnTo>
                  <a:pt x="28415" y="105981"/>
                </a:lnTo>
                <a:lnTo>
                  <a:pt x="24220" y="91507"/>
                </a:lnTo>
                <a:lnTo>
                  <a:pt x="23814" y="76444"/>
                </a:lnTo>
                <a:lnTo>
                  <a:pt x="27319" y="61575"/>
                </a:lnTo>
                <a:lnTo>
                  <a:pt x="34858" y="47685"/>
                </a:lnTo>
                <a:lnTo>
                  <a:pt x="45797" y="36277"/>
                </a:lnTo>
                <a:lnTo>
                  <a:pt x="58895" y="28415"/>
                </a:lnTo>
                <a:lnTo>
                  <a:pt x="73369" y="24219"/>
                </a:lnTo>
                <a:lnTo>
                  <a:pt x="88432" y="23813"/>
                </a:lnTo>
                <a:lnTo>
                  <a:pt x="103302" y="27319"/>
                </a:lnTo>
                <a:lnTo>
                  <a:pt x="117192" y="34858"/>
                </a:lnTo>
                <a:lnTo>
                  <a:pt x="128599" y="45796"/>
                </a:lnTo>
                <a:lnTo>
                  <a:pt x="136462" y="58894"/>
                </a:lnTo>
                <a:lnTo>
                  <a:pt x="140657" y="7336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01" name="">
            <a:extLst xmlns:a="http://schemas.openxmlformats.org/drawingml/2006/main">
              <a:ext uri="{FF2B5EF4-FFF2-40B4-BE49-F238E27FC236}">
                <a16:creationId xmlns:a16="http://schemas.microsoft.com/office/drawing/2014/main" id="{6957663B-FBCB-44C3-90B5-90CF88B2BAB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20e1647b10947fb"/>
          <a:stretch xmlns:a="http://schemas.openxmlformats.org/drawingml/2006/main"/>
        </p:blipFill>
        <p:spPr>
          <a:xfrm xmlns:a="http://schemas.openxmlformats.org/drawingml/2006/main">
            <a:off x="9080682" y="81467"/>
            <a:ext cx="2160917" cy="2044460"/>
          </a:xfrm>
          <a:prstGeom xmlns:a="http://schemas.openxmlformats.org/drawingml/2006/main" prst="rect">
            <a:avLst/>
          </a:prstGeom>
        </p:spPr>
      </p:pic>
      <p:sp>
        <p:nvSpPr>
          <p:cNvPr id="102" name="path-102">
            <a:extLst xmlns:a="http://schemas.openxmlformats.org/drawingml/2006/main">
              <a:ext uri="{FF2B5EF4-FFF2-40B4-BE49-F238E27FC236}">
                <a16:creationId xmlns:a16="http://schemas.microsoft.com/office/drawing/2014/main" id="{1B860ECF-B67E-40D8-BC64-9CF8CABE8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0545" y="1269929"/>
            <a:ext cx="216721" cy="570879"/>
          </a:xfrm>
          <a:custGeom xmlns:a="http://schemas.openxmlformats.org/drawingml/2006/main">
            <a:pathLst>
              <a:path w="159531" h="420230">
                <a:moveTo>
                  <a:pt x="124800" y="420230"/>
                </a:moveTo>
                <a:lnTo>
                  <a:pt x="159531" y="288665"/>
                </a:lnTo>
                <a:lnTo>
                  <a:pt x="28227" y="324371"/>
                </a:lnTo>
                <a:lnTo>
                  <a:pt x="124800" y="420230"/>
                </a:lnTo>
                <a:moveTo>
                  <a:pt x="11371" y="3092"/>
                </a:moveTo>
                <a:lnTo>
                  <a:pt x="0" y="6184"/>
                </a:lnTo>
                <a:lnTo>
                  <a:pt x="85600" y="320981"/>
                </a:lnTo>
                <a:lnTo>
                  <a:pt x="96971" y="317889"/>
                </a:lnTo>
                <a:lnTo>
                  <a:pt x="108342" y="314797"/>
                </a:lnTo>
                <a:lnTo>
                  <a:pt x="22742" y="0"/>
                </a:lnTo>
                <a:lnTo>
                  <a:pt x="11371" y="3092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" name="path-103">
            <a:extLst xmlns:a="http://schemas.openxmlformats.org/drawingml/2006/main">
              <a:ext uri="{FF2B5EF4-FFF2-40B4-BE49-F238E27FC236}">
                <a16:creationId xmlns:a16="http://schemas.microsoft.com/office/drawing/2014/main" id="{694EFB3B-4E9F-453C-8932-3F303765A4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411" y="1150929"/>
            <a:ext cx="230770" cy="230772"/>
          </a:xfrm>
          <a:custGeom xmlns:a="http://schemas.openxmlformats.org/drawingml/2006/main">
            <a:pathLst>
              <a:path w="169872" h="169874">
                <a:moveTo>
                  <a:pt x="89609" y="167293"/>
                </a:moveTo>
                <a:cubicBezTo>
                  <a:pt x="44124" y="169874"/>
                  <a:pt x="5160" y="135091"/>
                  <a:pt x="2579" y="89607"/>
                </a:cubicBezTo>
                <a:cubicBezTo>
                  <a:pt x="0" y="44124"/>
                  <a:pt x="34780" y="5159"/>
                  <a:pt x="80264" y="2578"/>
                </a:cubicBezTo>
                <a:cubicBezTo>
                  <a:pt x="125749" y="0"/>
                  <a:pt x="164712" y="34780"/>
                  <a:pt x="167293" y="80264"/>
                </a:cubicBezTo>
                <a:cubicBezTo>
                  <a:pt x="169872" y="125747"/>
                  <a:pt x="135093" y="164712"/>
                  <a:pt x="89609" y="167293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" name="path-104">
            <a:extLst xmlns:a="http://schemas.openxmlformats.org/drawingml/2006/main">
              <a:ext uri="{FF2B5EF4-FFF2-40B4-BE49-F238E27FC236}">
                <a16:creationId xmlns:a16="http://schemas.microsoft.com/office/drawing/2014/main" id="{686DB38E-4BF7-4BD6-AB20-2C2B0262F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2915" y="1154431"/>
            <a:ext cx="223762" cy="223764"/>
          </a:xfrm>
          <a:custGeom xmlns:a="http://schemas.openxmlformats.org/drawingml/2006/main">
            <a:pathLst>
              <a:path w="164714" h="164715">
                <a:moveTo>
                  <a:pt x="118719" y="156424"/>
                </a:moveTo>
                <a:lnTo>
                  <a:pt x="132277" y="148037"/>
                </a:lnTo>
                <a:lnTo>
                  <a:pt x="143895" y="137289"/>
                </a:lnTo>
                <a:lnTo>
                  <a:pt x="153260" y="124530"/>
                </a:lnTo>
                <a:lnTo>
                  <a:pt x="160060" y="110110"/>
                </a:lnTo>
                <a:lnTo>
                  <a:pt x="163982" y="94378"/>
                </a:lnTo>
                <a:lnTo>
                  <a:pt x="164714" y="77686"/>
                </a:lnTo>
                <a:lnTo>
                  <a:pt x="162099" y="61183"/>
                </a:lnTo>
                <a:lnTo>
                  <a:pt x="156423" y="45996"/>
                </a:lnTo>
                <a:lnTo>
                  <a:pt x="148036" y="32438"/>
                </a:lnTo>
                <a:lnTo>
                  <a:pt x="137288" y="20820"/>
                </a:lnTo>
                <a:lnTo>
                  <a:pt x="124529" y="11455"/>
                </a:lnTo>
                <a:lnTo>
                  <a:pt x="110109" y="4655"/>
                </a:lnTo>
                <a:lnTo>
                  <a:pt x="94378" y="732"/>
                </a:lnTo>
                <a:lnTo>
                  <a:pt x="77686" y="0"/>
                </a:lnTo>
                <a:lnTo>
                  <a:pt x="61183" y="2615"/>
                </a:lnTo>
                <a:lnTo>
                  <a:pt x="45995" y="8291"/>
                </a:lnTo>
                <a:lnTo>
                  <a:pt x="32436" y="16678"/>
                </a:lnTo>
                <a:lnTo>
                  <a:pt x="20818" y="27426"/>
                </a:lnTo>
                <a:lnTo>
                  <a:pt x="11453" y="40185"/>
                </a:lnTo>
                <a:lnTo>
                  <a:pt x="4653" y="54606"/>
                </a:lnTo>
                <a:lnTo>
                  <a:pt x="731" y="70337"/>
                </a:lnTo>
                <a:lnTo>
                  <a:pt x="0" y="87029"/>
                </a:lnTo>
                <a:lnTo>
                  <a:pt x="2615" y="103532"/>
                </a:lnTo>
                <a:lnTo>
                  <a:pt x="8291" y="118719"/>
                </a:lnTo>
                <a:lnTo>
                  <a:pt x="16678" y="132277"/>
                </a:lnTo>
                <a:lnTo>
                  <a:pt x="27426" y="143895"/>
                </a:lnTo>
                <a:lnTo>
                  <a:pt x="40185" y="153261"/>
                </a:lnTo>
                <a:lnTo>
                  <a:pt x="54605" y="160060"/>
                </a:lnTo>
                <a:lnTo>
                  <a:pt x="70337" y="163983"/>
                </a:lnTo>
                <a:lnTo>
                  <a:pt x="87029" y="164715"/>
                </a:lnTo>
                <a:lnTo>
                  <a:pt x="103532" y="162100"/>
                </a:lnTo>
                <a:lnTo>
                  <a:pt x="118719" y="156424"/>
                </a:lnTo>
                <a:close/>
                <a:moveTo>
                  <a:pt x="43120" y="126314"/>
                </a:moveTo>
                <a:lnTo>
                  <a:pt x="33247" y="114930"/>
                </a:lnTo>
                <a:lnTo>
                  <a:pt x="26519" y="101214"/>
                </a:lnTo>
                <a:lnTo>
                  <a:pt x="23531" y="85695"/>
                </a:lnTo>
                <a:lnTo>
                  <a:pt x="24745" y="69937"/>
                </a:lnTo>
                <a:lnTo>
                  <a:pt x="29878" y="55548"/>
                </a:lnTo>
                <a:lnTo>
                  <a:pt x="38401" y="43121"/>
                </a:lnTo>
                <a:lnTo>
                  <a:pt x="49785" y="33247"/>
                </a:lnTo>
                <a:lnTo>
                  <a:pt x="63501" y="26520"/>
                </a:lnTo>
                <a:lnTo>
                  <a:pt x="79020" y="23531"/>
                </a:lnTo>
                <a:lnTo>
                  <a:pt x="94778" y="24745"/>
                </a:lnTo>
                <a:lnTo>
                  <a:pt x="109166" y="29878"/>
                </a:lnTo>
                <a:lnTo>
                  <a:pt x="121594" y="38401"/>
                </a:lnTo>
                <a:lnTo>
                  <a:pt x="131467" y="49785"/>
                </a:lnTo>
                <a:lnTo>
                  <a:pt x="138194" y="63501"/>
                </a:lnTo>
                <a:lnTo>
                  <a:pt x="141183" y="79020"/>
                </a:lnTo>
                <a:lnTo>
                  <a:pt x="139969" y="94778"/>
                </a:lnTo>
                <a:lnTo>
                  <a:pt x="134836" y="109167"/>
                </a:lnTo>
                <a:lnTo>
                  <a:pt x="126313" y="121594"/>
                </a:lnTo>
                <a:lnTo>
                  <a:pt x="114929" y="131468"/>
                </a:lnTo>
                <a:lnTo>
                  <a:pt x="101213" y="138196"/>
                </a:lnTo>
                <a:lnTo>
                  <a:pt x="85694" y="141184"/>
                </a:lnTo>
                <a:lnTo>
                  <a:pt x="69936" y="139970"/>
                </a:lnTo>
                <a:lnTo>
                  <a:pt x="55547" y="134837"/>
                </a:lnTo>
                <a:lnTo>
                  <a:pt x="43120" y="12631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05" name="">
            <a:extLst xmlns:a="http://schemas.openxmlformats.org/drawingml/2006/main">
              <a:ext uri="{FF2B5EF4-FFF2-40B4-BE49-F238E27FC236}">
                <a16:creationId xmlns:a16="http://schemas.microsoft.com/office/drawing/2014/main" id="{0CAF67D9-5318-43B3-ABD5-E804C3DBC8A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1a6ebf746a74dde"/>
          <a:stretch xmlns:a="http://schemas.openxmlformats.org/drawingml/2006/main"/>
        </p:blipFill>
        <p:spPr>
          <a:xfrm xmlns:a="http://schemas.openxmlformats.org/drawingml/2006/main">
            <a:off x="11163961" y="-9110"/>
            <a:ext cx="2160917" cy="1876245"/>
          </a:xfrm>
          <a:prstGeom xmlns:a="http://schemas.openxmlformats.org/drawingml/2006/main" prst="rect">
            <a:avLst/>
          </a:prstGeom>
        </p:spPr>
      </p:pic>
      <p:sp>
        <p:nvSpPr>
          <p:cNvPr id="106" name="path-106">
            <a:extLst xmlns:a="http://schemas.openxmlformats.org/drawingml/2006/main">
              <a:ext uri="{FF2B5EF4-FFF2-40B4-BE49-F238E27FC236}">
                <a16:creationId xmlns:a16="http://schemas.microsoft.com/office/drawing/2014/main" id="{2C4058ED-DFC9-4614-B255-7989E551A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54984" y="1646527"/>
            <a:ext cx="334227" cy="544740"/>
          </a:xfrm>
          <a:custGeom xmlns:a="http://schemas.openxmlformats.org/drawingml/2006/main">
            <a:pathLst>
              <a:path w="246028" h="400989">
                <a:moveTo>
                  <a:pt x="246028" y="400989"/>
                </a:moveTo>
                <a:lnTo>
                  <a:pt x="244006" y="264933"/>
                </a:lnTo>
                <a:lnTo>
                  <a:pt x="127188" y="334711"/>
                </a:lnTo>
                <a:lnTo>
                  <a:pt x="246028" y="400989"/>
                </a:lnTo>
                <a:moveTo>
                  <a:pt x="10116" y="6045"/>
                </a:moveTo>
                <a:lnTo>
                  <a:pt x="0" y="12086"/>
                </a:lnTo>
                <a:lnTo>
                  <a:pt x="181523" y="315981"/>
                </a:lnTo>
                <a:lnTo>
                  <a:pt x="191640" y="309939"/>
                </a:lnTo>
                <a:lnTo>
                  <a:pt x="201757" y="303897"/>
                </a:lnTo>
                <a:lnTo>
                  <a:pt x="20233" y="0"/>
                </a:lnTo>
                <a:lnTo>
                  <a:pt x="10116" y="6045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" name="path-107">
            <a:extLst xmlns:a="http://schemas.openxmlformats.org/drawingml/2006/main">
              <a:ext uri="{FF2B5EF4-FFF2-40B4-BE49-F238E27FC236}">
                <a16:creationId xmlns:a16="http://schemas.microsoft.com/office/drawing/2014/main" id="{BEC5401D-F754-4FA0-8C72-2EFFA622C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5498" y="1521799"/>
            <a:ext cx="224391" cy="224389"/>
          </a:xfrm>
          <a:custGeom xmlns:a="http://schemas.openxmlformats.org/drawingml/2006/main">
            <a:pathLst>
              <a:path w="165176" h="165175">
                <a:moveTo>
                  <a:pt x="99" y="82768"/>
                </a:moveTo>
                <a:cubicBezTo>
                  <a:pt x="0" y="37210"/>
                  <a:pt x="36850" y="199"/>
                  <a:pt x="82407" y="99"/>
                </a:cubicBezTo>
                <a:cubicBezTo>
                  <a:pt x="127965" y="0"/>
                  <a:pt x="164978" y="36850"/>
                  <a:pt x="165077" y="82407"/>
                </a:cubicBezTo>
                <a:cubicBezTo>
                  <a:pt x="165176" y="127965"/>
                  <a:pt x="128327" y="164976"/>
                  <a:pt x="82769" y="165076"/>
                </a:cubicBezTo>
                <a:cubicBezTo>
                  <a:pt x="37212" y="165175"/>
                  <a:pt x="199" y="128325"/>
                  <a:pt x="99" y="82768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" name="path-108">
            <a:extLst xmlns:a="http://schemas.openxmlformats.org/drawingml/2006/main">
              <a:ext uri="{FF2B5EF4-FFF2-40B4-BE49-F238E27FC236}">
                <a16:creationId xmlns:a16="http://schemas.microsoft.com/office/drawing/2014/main" id="{284B083E-1F52-46E9-84E6-E41454219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5633" y="1521934"/>
            <a:ext cx="224121" cy="224119"/>
          </a:xfrm>
          <a:custGeom xmlns:a="http://schemas.openxmlformats.org/drawingml/2006/main">
            <a:pathLst>
              <a:path w="164978" h="164976">
                <a:moveTo>
                  <a:pt x="6553" y="114763"/>
                </a:moveTo>
                <a:lnTo>
                  <a:pt x="14189" y="128758"/>
                </a:lnTo>
                <a:lnTo>
                  <a:pt x="24289" y="140944"/>
                </a:lnTo>
                <a:lnTo>
                  <a:pt x="36519" y="150990"/>
                </a:lnTo>
                <a:lnTo>
                  <a:pt x="50547" y="158564"/>
                </a:lnTo>
                <a:lnTo>
                  <a:pt x="66042" y="163337"/>
                </a:lnTo>
                <a:lnTo>
                  <a:pt x="82670" y="164976"/>
                </a:lnTo>
                <a:lnTo>
                  <a:pt x="99291" y="163264"/>
                </a:lnTo>
                <a:lnTo>
                  <a:pt x="114764" y="158424"/>
                </a:lnTo>
                <a:lnTo>
                  <a:pt x="128759" y="150788"/>
                </a:lnTo>
                <a:lnTo>
                  <a:pt x="140945" y="140689"/>
                </a:lnTo>
                <a:lnTo>
                  <a:pt x="150991" y="128459"/>
                </a:lnTo>
                <a:lnTo>
                  <a:pt x="158566" y="114430"/>
                </a:lnTo>
                <a:lnTo>
                  <a:pt x="163338" y="98936"/>
                </a:lnTo>
                <a:lnTo>
                  <a:pt x="164978" y="82308"/>
                </a:lnTo>
                <a:lnTo>
                  <a:pt x="163266" y="65687"/>
                </a:lnTo>
                <a:lnTo>
                  <a:pt x="158425" y="50214"/>
                </a:lnTo>
                <a:lnTo>
                  <a:pt x="150789" y="36219"/>
                </a:lnTo>
                <a:lnTo>
                  <a:pt x="140690" y="24033"/>
                </a:lnTo>
                <a:lnTo>
                  <a:pt x="128459" y="13987"/>
                </a:lnTo>
                <a:lnTo>
                  <a:pt x="114431" y="6412"/>
                </a:lnTo>
                <a:lnTo>
                  <a:pt x="98936" y="1640"/>
                </a:lnTo>
                <a:lnTo>
                  <a:pt x="82308" y="0"/>
                </a:lnTo>
                <a:lnTo>
                  <a:pt x="65688" y="1712"/>
                </a:lnTo>
                <a:lnTo>
                  <a:pt x="50214" y="6552"/>
                </a:lnTo>
                <a:lnTo>
                  <a:pt x="36219" y="14188"/>
                </a:lnTo>
                <a:lnTo>
                  <a:pt x="24033" y="24287"/>
                </a:lnTo>
                <a:lnTo>
                  <a:pt x="13987" y="36517"/>
                </a:lnTo>
                <a:lnTo>
                  <a:pt x="6412" y="50546"/>
                </a:lnTo>
                <a:lnTo>
                  <a:pt x="1640" y="66040"/>
                </a:lnTo>
                <a:lnTo>
                  <a:pt x="0" y="82668"/>
                </a:lnTo>
                <a:lnTo>
                  <a:pt x="1713" y="99289"/>
                </a:lnTo>
                <a:lnTo>
                  <a:pt x="6553" y="114763"/>
                </a:lnTo>
                <a:close/>
                <a:moveTo>
                  <a:pt x="40734" y="40917"/>
                </a:moveTo>
                <a:lnTo>
                  <a:pt x="52639" y="31678"/>
                </a:lnTo>
                <a:lnTo>
                  <a:pt x="66701" y="25707"/>
                </a:lnTo>
                <a:lnTo>
                  <a:pt x="82359" y="23568"/>
                </a:lnTo>
                <a:lnTo>
                  <a:pt x="98027" y="25639"/>
                </a:lnTo>
                <a:lnTo>
                  <a:pt x="112115" y="31548"/>
                </a:lnTo>
                <a:lnTo>
                  <a:pt x="124061" y="40734"/>
                </a:lnTo>
                <a:lnTo>
                  <a:pt x="133300" y="52639"/>
                </a:lnTo>
                <a:lnTo>
                  <a:pt x="139271" y="66701"/>
                </a:lnTo>
                <a:lnTo>
                  <a:pt x="141410" y="82359"/>
                </a:lnTo>
                <a:lnTo>
                  <a:pt x="139339" y="98027"/>
                </a:lnTo>
                <a:lnTo>
                  <a:pt x="133430" y="112114"/>
                </a:lnTo>
                <a:lnTo>
                  <a:pt x="124243" y="124059"/>
                </a:lnTo>
                <a:lnTo>
                  <a:pt x="112338" y="133299"/>
                </a:lnTo>
                <a:lnTo>
                  <a:pt x="98276" y="139269"/>
                </a:lnTo>
                <a:lnTo>
                  <a:pt x="82617" y="141408"/>
                </a:lnTo>
                <a:lnTo>
                  <a:pt x="66950" y="139338"/>
                </a:lnTo>
                <a:lnTo>
                  <a:pt x="52862" y="133429"/>
                </a:lnTo>
                <a:lnTo>
                  <a:pt x="40917" y="124242"/>
                </a:lnTo>
                <a:lnTo>
                  <a:pt x="31678" y="112337"/>
                </a:lnTo>
                <a:lnTo>
                  <a:pt x="25707" y="98276"/>
                </a:lnTo>
                <a:lnTo>
                  <a:pt x="23568" y="82617"/>
                </a:lnTo>
                <a:lnTo>
                  <a:pt x="25639" y="66950"/>
                </a:lnTo>
                <a:lnTo>
                  <a:pt x="31548" y="52862"/>
                </a:lnTo>
                <a:lnTo>
                  <a:pt x="40734" y="4091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09" name="">
            <a:extLst xmlns:a="http://schemas.openxmlformats.org/drawingml/2006/main">
              <a:ext uri="{FF2B5EF4-FFF2-40B4-BE49-F238E27FC236}">
                <a16:creationId xmlns:a16="http://schemas.microsoft.com/office/drawing/2014/main" id="{3E311B95-B1D8-4D1F-AC75-0C26B4A06E1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ce95bdbf10049db"/>
          <a:stretch xmlns:a="http://schemas.openxmlformats.org/drawingml/2006/main"/>
        </p:blipFill>
        <p:spPr>
          <a:xfrm xmlns:a="http://schemas.openxmlformats.org/drawingml/2006/main">
            <a:off x="13182542" y="210863"/>
            <a:ext cx="2290313" cy="1915064"/>
          </a:xfrm>
          <a:prstGeom xmlns:a="http://schemas.openxmlformats.org/drawingml/2006/main" prst="rect">
            <a:avLst/>
          </a:prstGeom>
        </p:spPr>
      </p:pic>
      <p:sp>
        <p:nvSpPr>
          <p:cNvPr id="110" name="path-110">
            <a:extLst xmlns:a="http://schemas.openxmlformats.org/drawingml/2006/main">
              <a:ext uri="{FF2B5EF4-FFF2-40B4-BE49-F238E27FC236}">
                <a16:creationId xmlns:a16="http://schemas.microsoft.com/office/drawing/2014/main" id="{E0E5BF15-E33E-44A2-81F0-FEE8A3E54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59529" y="1784596"/>
            <a:ext cx="184853" cy="619847"/>
          </a:xfrm>
          <a:custGeom xmlns:a="http://schemas.openxmlformats.org/drawingml/2006/main">
            <a:pathLst>
              <a:path w="136072" h="456276">
                <a:moveTo>
                  <a:pt x="68035" y="456276"/>
                </a:moveTo>
                <a:lnTo>
                  <a:pt x="136072" y="338433"/>
                </a:lnTo>
                <a:lnTo>
                  <a:pt x="0" y="338433"/>
                </a:lnTo>
                <a:lnTo>
                  <a:pt x="68035" y="456276"/>
                </a:lnTo>
                <a:moveTo>
                  <a:pt x="68037" y="0"/>
                </a:moveTo>
                <a:lnTo>
                  <a:pt x="56253" y="0"/>
                </a:lnTo>
                <a:lnTo>
                  <a:pt x="56251" y="350219"/>
                </a:lnTo>
                <a:lnTo>
                  <a:pt x="68037" y="350219"/>
                </a:lnTo>
                <a:lnTo>
                  <a:pt x="79821" y="350219"/>
                </a:lnTo>
                <a:lnTo>
                  <a:pt x="79821" y="0"/>
                </a:lnTo>
                <a:lnTo>
                  <a:pt x="68037" y="0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111">
            <a:extLst xmlns:a="http://schemas.openxmlformats.org/drawingml/2006/main">
              <a:ext uri="{FF2B5EF4-FFF2-40B4-BE49-F238E27FC236}">
                <a16:creationId xmlns:a16="http://schemas.microsoft.com/office/drawing/2014/main" id="{40700AC2-3AC8-41A5-9845-4108F6472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25505" y="1634952"/>
            <a:ext cx="254130" cy="254130"/>
          </a:xfrm>
          <a:custGeom xmlns:a="http://schemas.openxmlformats.org/drawingml/2006/main">
            <a:pathLst>
              <a:path w="187068" h="187068">
                <a:moveTo>
                  <a:pt x="17012" y="124336"/>
                </a:moveTo>
                <a:cubicBezTo>
                  <a:pt x="0" y="82075"/>
                  <a:pt x="20470" y="34025"/>
                  <a:pt x="62733" y="17012"/>
                </a:cubicBezTo>
                <a:cubicBezTo>
                  <a:pt x="104994" y="0"/>
                  <a:pt x="153046" y="20470"/>
                  <a:pt x="170057" y="62735"/>
                </a:cubicBezTo>
                <a:cubicBezTo>
                  <a:pt x="187068" y="104996"/>
                  <a:pt x="166599" y="153046"/>
                  <a:pt x="124336" y="170058"/>
                </a:cubicBezTo>
                <a:cubicBezTo>
                  <a:pt x="82074" y="187068"/>
                  <a:pt x="34023" y="166600"/>
                  <a:pt x="17012" y="124336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" name="path-112">
            <a:extLst xmlns:a="http://schemas.openxmlformats.org/drawingml/2006/main">
              <a:ext uri="{FF2B5EF4-FFF2-40B4-BE49-F238E27FC236}">
                <a16:creationId xmlns:a16="http://schemas.microsoft.com/office/drawing/2014/main" id="{E61BF49F-88B5-42BC-AD63-A7991E5FB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40497" y="1649944"/>
            <a:ext cx="224147" cy="224146"/>
          </a:xfrm>
          <a:custGeom xmlns:a="http://schemas.openxmlformats.org/drawingml/2006/main">
            <a:pathLst>
              <a:path w="164997" h="164996">
                <a:moveTo>
                  <a:pt x="23979" y="140665"/>
                </a:moveTo>
                <a:lnTo>
                  <a:pt x="36266" y="150824"/>
                </a:lnTo>
                <a:lnTo>
                  <a:pt x="50169" y="158388"/>
                </a:lnTo>
                <a:lnTo>
                  <a:pt x="65255" y="163173"/>
                </a:lnTo>
                <a:lnTo>
                  <a:pt x="81094" y="164996"/>
                </a:lnTo>
                <a:lnTo>
                  <a:pt x="97252" y="163673"/>
                </a:lnTo>
                <a:lnTo>
                  <a:pt x="113300" y="159020"/>
                </a:lnTo>
                <a:lnTo>
                  <a:pt x="128097" y="151258"/>
                </a:lnTo>
                <a:lnTo>
                  <a:pt x="140666" y="141018"/>
                </a:lnTo>
                <a:lnTo>
                  <a:pt x="150824" y="128731"/>
                </a:lnTo>
                <a:lnTo>
                  <a:pt x="158388" y="114828"/>
                </a:lnTo>
                <a:lnTo>
                  <a:pt x="163174" y="99742"/>
                </a:lnTo>
                <a:lnTo>
                  <a:pt x="164997" y="83903"/>
                </a:lnTo>
                <a:lnTo>
                  <a:pt x="163674" y="67744"/>
                </a:lnTo>
                <a:lnTo>
                  <a:pt x="159021" y="51696"/>
                </a:lnTo>
                <a:lnTo>
                  <a:pt x="151258" y="36900"/>
                </a:lnTo>
                <a:lnTo>
                  <a:pt x="141018" y="24331"/>
                </a:lnTo>
                <a:lnTo>
                  <a:pt x="128730" y="14172"/>
                </a:lnTo>
                <a:lnTo>
                  <a:pt x="114827" y="6609"/>
                </a:lnTo>
                <a:lnTo>
                  <a:pt x="99741" y="1823"/>
                </a:lnTo>
                <a:lnTo>
                  <a:pt x="83903" y="0"/>
                </a:lnTo>
                <a:lnTo>
                  <a:pt x="67745" y="1323"/>
                </a:lnTo>
                <a:lnTo>
                  <a:pt x="51697" y="5976"/>
                </a:lnTo>
                <a:lnTo>
                  <a:pt x="36901" y="13738"/>
                </a:lnTo>
                <a:lnTo>
                  <a:pt x="24331" y="23978"/>
                </a:lnTo>
                <a:lnTo>
                  <a:pt x="14173" y="36265"/>
                </a:lnTo>
                <a:lnTo>
                  <a:pt x="6609" y="50168"/>
                </a:lnTo>
                <a:lnTo>
                  <a:pt x="1823" y="65254"/>
                </a:lnTo>
                <a:lnTo>
                  <a:pt x="0" y="81093"/>
                </a:lnTo>
                <a:lnTo>
                  <a:pt x="1323" y="97252"/>
                </a:lnTo>
                <a:lnTo>
                  <a:pt x="5976" y="113300"/>
                </a:lnTo>
                <a:lnTo>
                  <a:pt x="13739" y="128096"/>
                </a:lnTo>
                <a:lnTo>
                  <a:pt x="23979" y="140665"/>
                </a:lnTo>
                <a:close/>
                <a:moveTo>
                  <a:pt x="28292" y="59406"/>
                </a:moveTo>
                <a:lnTo>
                  <a:pt x="35914" y="46407"/>
                </a:lnTo>
                <a:lnTo>
                  <a:pt x="46753" y="35641"/>
                </a:lnTo>
                <a:lnTo>
                  <a:pt x="60497" y="27841"/>
                </a:lnTo>
                <a:lnTo>
                  <a:pt x="75814" y="23944"/>
                </a:lnTo>
                <a:lnTo>
                  <a:pt x="91089" y="24199"/>
                </a:lnTo>
                <a:lnTo>
                  <a:pt x="105591" y="28292"/>
                </a:lnTo>
                <a:lnTo>
                  <a:pt x="118591" y="35914"/>
                </a:lnTo>
                <a:lnTo>
                  <a:pt x="129356" y="46753"/>
                </a:lnTo>
                <a:lnTo>
                  <a:pt x="137158" y="60497"/>
                </a:lnTo>
                <a:lnTo>
                  <a:pt x="141054" y="75814"/>
                </a:lnTo>
                <a:lnTo>
                  <a:pt x="140799" y="91089"/>
                </a:lnTo>
                <a:lnTo>
                  <a:pt x="136705" y="105592"/>
                </a:lnTo>
                <a:lnTo>
                  <a:pt x="129083" y="118591"/>
                </a:lnTo>
                <a:lnTo>
                  <a:pt x="118244" y="129357"/>
                </a:lnTo>
                <a:lnTo>
                  <a:pt x="104500" y="137158"/>
                </a:lnTo>
                <a:lnTo>
                  <a:pt x="89184" y="141055"/>
                </a:lnTo>
                <a:lnTo>
                  <a:pt x="73909" y="140800"/>
                </a:lnTo>
                <a:lnTo>
                  <a:pt x="59406" y="136707"/>
                </a:lnTo>
                <a:lnTo>
                  <a:pt x="46407" y="129085"/>
                </a:lnTo>
                <a:lnTo>
                  <a:pt x="35641" y="118246"/>
                </a:lnTo>
                <a:lnTo>
                  <a:pt x="27840" y="104502"/>
                </a:lnTo>
                <a:lnTo>
                  <a:pt x="23943" y="89185"/>
                </a:lnTo>
                <a:lnTo>
                  <a:pt x="24198" y="73909"/>
                </a:lnTo>
                <a:lnTo>
                  <a:pt x="28292" y="5940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13" name="">
            <a:extLst xmlns:a="http://schemas.openxmlformats.org/drawingml/2006/main">
              <a:ext uri="{FF2B5EF4-FFF2-40B4-BE49-F238E27FC236}">
                <a16:creationId xmlns:a16="http://schemas.microsoft.com/office/drawing/2014/main" id="{8B2733CA-2CE4-4D84-AAF7-C29BC8C8F91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56d7bf67e3d44da"/>
          <a:stretch xmlns:a="http://schemas.openxmlformats.org/drawingml/2006/main"/>
        </p:blipFill>
        <p:spPr>
          <a:xfrm xmlns:a="http://schemas.openxmlformats.org/drawingml/2006/main">
            <a:off x="15214063" y="16769"/>
            <a:ext cx="2290313" cy="2173857"/>
          </a:xfrm>
          <a:prstGeom xmlns:a="http://schemas.openxmlformats.org/drawingml/2006/main" prst="rect">
            <a:avLst/>
          </a:prstGeom>
        </p:spPr>
      </p:pic>
      <p:sp>
        <p:nvSpPr>
          <p:cNvPr id="114" name="path-114">
            <a:extLst xmlns:a="http://schemas.openxmlformats.org/drawingml/2006/main">
              <a:ext uri="{FF2B5EF4-FFF2-40B4-BE49-F238E27FC236}">
                <a16:creationId xmlns:a16="http://schemas.microsoft.com/office/drawing/2014/main" id="{607F8CCB-E732-413E-9B46-733A84A17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41633" y="1776697"/>
            <a:ext cx="552055" cy="450706"/>
          </a:xfrm>
          <a:custGeom xmlns:a="http://schemas.openxmlformats.org/drawingml/2006/main">
            <a:pathLst>
              <a:path w="406373" h="331770">
                <a:moveTo>
                  <a:pt x="0" y="331770"/>
                </a:moveTo>
                <a:lnTo>
                  <a:pt x="134411" y="310578"/>
                </a:lnTo>
                <a:lnTo>
                  <a:pt x="48854" y="204770"/>
                </a:lnTo>
                <a:lnTo>
                  <a:pt x="0" y="331770"/>
                </a:lnTo>
                <a:moveTo>
                  <a:pt x="398963" y="9165"/>
                </a:moveTo>
                <a:lnTo>
                  <a:pt x="391554" y="0"/>
                </a:lnTo>
                <a:lnTo>
                  <a:pt x="75059" y="255921"/>
                </a:lnTo>
                <a:lnTo>
                  <a:pt x="82470" y="265083"/>
                </a:lnTo>
                <a:lnTo>
                  <a:pt x="89879" y="274248"/>
                </a:lnTo>
                <a:lnTo>
                  <a:pt x="406373" y="18327"/>
                </a:lnTo>
                <a:lnTo>
                  <a:pt x="398963" y="9165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" name="path-115">
            <a:extLst xmlns:a="http://schemas.openxmlformats.org/drawingml/2006/main">
              <a:ext uri="{FF2B5EF4-FFF2-40B4-BE49-F238E27FC236}">
                <a16:creationId xmlns:a16="http://schemas.microsoft.com/office/drawing/2014/main" id="{8EE2CAD4-9B24-46B5-A398-BB9885EAD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52112" y="1644375"/>
            <a:ext cx="247209" cy="247211"/>
          </a:xfrm>
          <a:custGeom xmlns:a="http://schemas.openxmlformats.org/drawingml/2006/main">
            <a:pathLst>
              <a:path w="181973" h="181975">
                <a:moveTo>
                  <a:pt x="31644" y="148285"/>
                </a:moveTo>
                <a:cubicBezTo>
                  <a:pt x="0" y="115512"/>
                  <a:pt x="916" y="63291"/>
                  <a:pt x="33690" y="31646"/>
                </a:cubicBezTo>
                <a:cubicBezTo>
                  <a:pt x="66462" y="0"/>
                  <a:pt x="118683" y="917"/>
                  <a:pt x="150328" y="33690"/>
                </a:cubicBezTo>
                <a:cubicBezTo>
                  <a:pt x="181973" y="66462"/>
                  <a:pt x="181057" y="118683"/>
                  <a:pt x="148283" y="150329"/>
                </a:cubicBezTo>
                <a:cubicBezTo>
                  <a:pt x="115511" y="181975"/>
                  <a:pt x="63290" y="181057"/>
                  <a:pt x="31644" y="148285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" name="path-116">
            <a:extLst xmlns:a="http://schemas.openxmlformats.org/drawingml/2006/main">
              <a:ext uri="{FF2B5EF4-FFF2-40B4-BE49-F238E27FC236}">
                <a16:creationId xmlns:a16="http://schemas.microsoft.com/office/drawing/2014/main" id="{AE80C251-FCB2-449D-BECE-BAB0212A1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3672" y="1655937"/>
            <a:ext cx="224087" cy="224087"/>
          </a:xfrm>
          <a:custGeom xmlns:a="http://schemas.openxmlformats.org/drawingml/2006/main">
            <a:pathLst>
              <a:path w="164953" h="164953">
                <a:moveTo>
                  <a:pt x="50101" y="158370"/>
                </a:moveTo>
                <a:lnTo>
                  <a:pt x="65305" y="163167"/>
                </a:lnTo>
                <a:lnTo>
                  <a:pt x="81030" y="164953"/>
                </a:lnTo>
                <a:lnTo>
                  <a:pt x="96809" y="163719"/>
                </a:lnTo>
                <a:lnTo>
                  <a:pt x="112172" y="159458"/>
                </a:lnTo>
                <a:lnTo>
                  <a:pt x="126649" y="152160"/>
                </a:lnTo>
                <a:lnTo>
                  <a:pt x="139773" y="141818"/>
                </a:lnTo>
                <a:lnTo>
                  <a:pt x="150569" y="129065"/>
                </a:lnTo>
                <a:lnTo>
                  <a:pt x="158369" y="114852"/>
                </a:lnTo>
                <a:lnTo>
                  <a:pt x="163167" y="99648"/>
                </a:lnTo>
                <a:lnTo>
                  <a:pt x="164953" y="83922"/>
                </a:lnTo>
                <a:lnTo>
                  <a:pt x="163719" y="68144"/>
                </a:lnTo>
                <a:lnTo>
                  <a:pt x="159457" y="52781"/>
                </a:lnTo>
                <a:lnTo>
                  <a:pt x="152160" y="38303"/>
                </a:lnTo>
                <a:lnTo>
                  <a:pt x="141818" y="25179"/>
                </a:lnTo>
                <a:lnTo>
                  <a:pt x="129065" y="14384"/>
                </a:lnTo>
                <a:lnTo>
                  <a:pt x="114852" y="6583"/>
                </a:lnTo>
                <a:lnTo>
                  <a:pt x="99648" y="1786"/>
                </a:lnTo>
                <a:lnTo>
                  <a:pt x="83922" y="0"/>
                </a:lnTo>
                <a:lnTo>
                  <a:pt x="68143" y="1234"/>
                </a:lnTo>
                <a:lnTo>
                  <a:pt x="52780" y="5495"/>
                </a:lnTo>
                <a:lnTo>
                  <a:pt x="38303" y="12793"/>
                </a:lnTo>
                <a:lnTo>
                  <a:pt x="25179" y="23135"/>
                </a:lnTo>
                <a:lnTo>
                  <a:pt x="14383" y="35888"/>
                </a:lnTo>
                <a:lnTo>
                  <a:pt x="6583" y="50101"/>
                </a:lnTo>
                <a:lnTo>
                  <a:pt x="1786" y="65306"/>
                </a:lnTo>
                <a:lnTo>
                  <a:pt x="0" y="81032"/>
                </a:lnTo>
                <a:lnTo>
                  <a:pt x="1234" y="96811"/>
                </a:lnTo>
                <a:lnTo>
                  <a:pt x="5495" y="112173"/>
                </a:lnTo>
                <a:lnTo>
                  <a:pt x="12793" y="126651"/>
                </a:lnTo>
                <a:lnTo>
                  <a:pt x="23135" y="139774"/>
                </a:lnTo>
                <a:lnTo>
                  <a:pt x="35888" y="150569"/>
                </a:lnTo>
                <a:lnTo>
                  <a:pt x="50101" y="158370"/>
                </a:lnTo>
                <a:close/>
                <a:moveTo>
                  <a:pt x="23565" y="81444"/>
                </a:moveTo>
                <a:lnTo>
                  <a:pt x="25744" y="66534"/>
                </a:lnTo>
                <a:lnTo>
                  <a:pt x="31744" y="52484"/>
                </a:lnTo>
                <a:lnTo>
                  <a:pt x="41550" y="40090"/>
                </a:lnTo>
                <a:lnTo>
                  <a:pt x="54280" y="30725"/>
                </a:lnTo>
                <a:lnTo>
                  <a:pt x="68531" y="25221"/>
                </a:lnTo>
                <a:lnTo>
                  <a:pt x="83510" y="23566"/>
                </a:lnTo>
                <a:lnTo>
                  <a:pt x="98421" y="25744"/>
                </a:lnTo>
                <a:lnTo>
                  <a:pt x="112470" y="31744"/>
                </a:lnTo>
                <a:lnTo>
                  <a:pt x="124864" y="41550"/>
                </a:lnTo>
                <a:lnTo>
                  <a:pt x="134230" y="54279"/>
                </a:lnTo>
                <a:lnTo>
                  <a:pt x="139733" y="68530"/>
                </a:lnTo>
                <a:lnTo>
                  <a:pt x="141389" y="83508"/>
                </a:lnTo>
                <a:lnTo>
                  <a:pt x="139209" y="98419"/>
                </a:lnTo>
                <a:lnTo>
                  <a:pt x="133210" y="112469"/>
                </a:lnTo>
                <a:lnTo>
                  <a:pt x="123403" y="124863"/>
                </a:lnTo>
                <a:lnTo>
                  <a:pt x="110673" y="134228"/>
                </a:lnTo>
                <a:lnTo>
                  <a:pt x="96422" y="139732"/>
                </a:lnTo>
                <a:lnTo>
                  <a:pt x="81444" y="141387"/>
                </a:lnTo>
                <a:lnTo>
                  <a:pt x="66534" y="139208"/>
                </a:lnTo>
                <a:lnTo>
                  <a:pt x="52484" y="133209"/>
                </a:lnTo>
                <a:lnTo>
                  <a:pt x="40090" y="123403"/>
                </a:lnTo>
                <a:lnTo>
                  <a:pt x="30724" y="110673"/>
                </a:lnTo>
                <a:lnTo>
                  <a:pt x="25220" y="96422"/>
                </a:lnTo>
                <a:lnTo>
                  <a:pt x="23565" y="8144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17" name="">
            <a:extLst xmlns:a="http://schemas.openxmlformats.org/drawingml/2006/main">
              <a:ext uri="{FF2B5EF4-FFF2-40B4-BE49-F238E27FC236}">
                <a16:creationId xmlns:a16="http://schemas.microsoft.com/office/drawing/2014/main" id="{C81C4586-815A-4759-A1E7-CBA46736C7F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7cb897a0f4a448e"/>
          <a:stretch xmlns:a="http://schemas.openxmlformats.org/drawingml/2006/main"/>
        </p:blipFill>
        <p:spPr>
          <a:xfrm xmlns:a="http://schemas.openxmlformats.org/drawingml/2006/main">
            <a:off x="14450626" y="1918894"/>
            <a:ext cx="2096219" cy="2160917"/>
          </a:xfrm>
          <a:prstGeom xmlns:a="http://schemas.openxmlformats.org/drawingml/2006/main" prst="rect">
            <a:avLst/>
          </a:prstGeom>
        </p:spPr>
      </p:pic>
      <p:sp>
        <p:nvSpPr>
          <p:cNvPr id="118" name="path-118">
            <a:extLst xmlns:a="http://schemas.openxmlformats.org/drawingml/2006/main">
              <a:ext uri="{FF2B5EF4-FFF2-40B4-BE49-F238E27FC236}">
                <a16:creationId xmlns:a16="http://schemas.microsoft.com/office/drawing/2014/main" id="{4776A180-7D8E-4EC1-B177-DA0680A48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71557" y="2683956"/>
            <a:ext cx="842398" cy="302578"/>
          </a:xfrm>
          <a:custGeom xmlns:a="http://schemas.openxmlformats.org/drawingml/2006/main">
            <a:pathLst>
              <a:path w="620099" h="222731">
                <a:moveTo>
                  <a:pt x="3661" y="11201"/>
                </a:moveTo>
                <a:lnTo>
                  <a:pt x="0" y="22401"/>
                </a:lnTo>
                <a:lnTo>
                  <a:pt x="21884" y="29556"/>
                </a:lnTo>
                <a:lnTo>
                  <a:pt x="25546" y="18355"/>
                </a:lnTo>
                <a:lnTo>
                  <a:pt x="29208" y="7155"/>
                </a:lnTo>
                <a:lnTo>
                  <a:pt x="7324" y="0"/>
                </a:lnTo>
                <a:lnTo>
                  <a:pt x="3661" y="11201"/>
                </a:lnTo>
                <a:moveTo>
                  <a:pt x="69316" y="32665"/>
                </a:moveTo>
                <a:lnTo>
                  <a:pt x="65655" y="43865"/>
                </a:lnTo>
                <a:lnTo>
                  <a:pt x="109423" y="58175"/>
                </a:lnTo>
                <a:lnTo>
                  <a:pt x="113086" y="46974"/>
                </a:lnTo>
                <a:lnTo>
                  <a:pt x="116747" y="35774"/>
                </a:lnTo>
                <a:lnTo>
                  <a:pt x="72978" y="21464"/>
                </a:lnTo>
                <a:lnTo>
                  <a:pt x="69316" y="32665"/>
                </a:lnTo>
                <a:moveTo>
                  <a:pt x="156855" y="61284"/>
                </a:moveTo>
                <a:lnTo>
                  <a:pt x="153194" y="72484"/>
                </a:lnTo>
                <a:lnTo>
                  <a:pt x="196963" y="86794"/>
                </a:lnTo>
                <a:lnTo>
                  <a:pt x="200625" y="75593"/>
                </a:lnTo>
                <a:lnTo>
                  <a:pt x="204286" y="64393"/>
                </a:lnTo>
                <a:lnTo>
                  <a:pt x="160517" y="50083"/>
                </a:lnTo>
                <a:lnTo>
                  <a:pt x="156855" y="61284"/>
                </a:lnTo>
                <a:moveTo>
                  <a:pt x="244395" y="89903"/>
                </a:moveTo>
                <a:lnTo>
                  <a:pt x="240733" y="101103"/>
                </a:lnTo>
                <a:lnTo>
                  <a:pt x="284503" y="115413"/>
                </a:lnTo>
                <a:lnTo>
                  <a:pt x="288164" y="104212"/>
                </a:lnTo>
                <a:lnTo>
                  <a:pt x="291827" y="93012"/>
                </a:lnTo>
                <a:lnTo>
                  <a:pt x="248056" y="78702"/>
                </a:lnTo>
                <a:lnTo>
                  <a:pt x="244395" y="89903"/>
                </a:lnTo>
                <a:moveTo>
                  <a:pt x="331934" y="118522"/>
                </a:moveTo>
                <a:lnTo>
                  <a:pt x="328272" y="129722"/>
                </a:lnTo>
                <a:lnTo>
                  <a:pt x="372042" y="144032"/>
                </a:lnTo>
                <a:lnTo>
                  <a:pt x="375703" y="132831"/>
                </a:lnTo>
                <a:lnTo>
                  <a:pt x="379366" y="121631"/>
                </a:lnTo>
                <a:lnTo>
                  <a:pt x="335596" y="107321"/>
                </a:lnTo>
                <a:lnTo>
                  <a:pt x="331934" y="118522"/>
                </a:lnTo>
                <a:moveTo>
                  <a:pt x="419473" y="147141"/>
                </a:moveTo>
                <a:lnTo>
                  <a:pt x="415812" y="158341"/>
                </a:lnTo>
                <a:lnTo>
                  <a:pt x="459581" y="172651"/>
                </a:lnTo>
                <a:lnTo>
                  <a:pt x="463244" y="161447"/>
                </a:lnTo>
                <a:lnTo>
                  <a:pt x="466905" y="150247"/>
                </a:lnTo>
                <a:lnTo>
                  <a:pt x="423136" y="135937"/>
                </a:lnTo>
                <a:lnTo>
                  <a:pt x="419473" y="147141"/>
                </a:lnTo>
                <a:moveTo>
                  <a:pt x="507013" y="175757"/>
                </a:moveTo>
                <a:lnTo>
                  <a:pt x="503351" y="186960"/>
                </a:lnTo>
                <a:lnTo>
                  <a:pt x="547120" y="201267"/>
                </a:lnTo>
                <a:lnTo>
                  <a:pt x="550783" y="190066"/>
                </a:lnTo>
                <a:lnTo>
                  <a:pt x="554444" y="178866"/>
                </a:lnTo>
                <a:lnTo>
                  <a:pt x="510675" y="164556"/>
                </a:lnTo>
                <a:lnTo>
                  <a:pt x="507013" y="175757"/>
                </a:lnTo>
                <a:moveTo>
                  <a:pt x="594553" y="204376"/>
                </a:moveTo>
                <a:lnTo>
                  <a:pt x="590890" y="215576"/>
                </a:lnTo>
                <a:lnTo>
                  <a:pt x="612775" y="222731"/>
                </a:lnTo>
                <a:lnTo>
                  <a:pt x="616437" y="211530"/>
                </a:lnTo>
                <a:lnTo>
                  <a:pt x="620099" y="200330"/>
                </a:lnTo>
                <a:lnTo>
                  <a:pt x="598214" y="193175"/>
                </a:lnTo>
                <a:lnTo>
                  <a:pt x="594553" y="204376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" name="path-119">
            <a:extLst xmlns:a="http://schemas.openxmlformats.org/drawingml/2006/main">
              <a:ext uri="{FF2B5EF4-FFF2-40B4-BE49-F238E27FC236}">
                <a16:creationId xmlns:a16="http://schemas.microsoft.com/office/drawing/2014/main" id="{BE305E82-535A-4AB6-8F92-AEF1A7C603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66568" y="2682587"/>
            <a:ext cx="552755" cy="232404"/>
          </a:xfrm>
          <a:custGeom xmlns:a="http://schemas.openxmlformats.org/drawingml/2006/main">
            <a:pathLst>
              <a:path w="406889" h="171075">
                <a:moveTo>
                  <a:pt x="406889" y="143024"/>
                </a:moveTo>
                <a:lnTo>
                  <a:pt x="316022" y="41739"/>
                </a:lnTo>
                <a:lnTo>
                  <a:pt x="273740" y="171075"/>
                </a:lnTo>
                <a:lnTo>
                  <a:pt x="406889" y="143024"/>
                </a:lnTo>
                <a:moveTo>
                  <a:pt x="3661" y="11201"/>
                </a:moveTo>
                <a:lnTo>
                  <a:pt x="0" y="22401"/>
                </a:lnTo>
                <a:lnTo>
                  <a:pt x="302421" y="121270"/>
                </a:lnTo>
                <a:lnTo>
                  <a:pt x="306082" y="110069"/>
                </a:lnTo>
                <a:lnTo>
                  <a:pt x="309743" y="98866"/>
                </a:lnTo>
                <a:lnTo>
                  <a:pt x="7324" y="0"/>
                </a:lnTo>
                <a:lnTo>
                  <a:pt x="3661" y="11201"/>
                </a:ln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" name="path-120">
            <a:extLst xmlns:a="http://schemas.openxmlformats.org/drawingml/2006/main">
              <a:ext uri="{FF2B5EF4-FFF2-40B4-BE49-F238E27FC236}">
                <a16:creationId xmlns:a16="http://schemas.microsoft.com/office/drawing/2014/main" id="{60376664-9E9D-477C-ABD3-F5021985F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96120" y="2846718"/>
            <a:ext cx="253984" cy="253984"/>
          </a:xfrm>
          <a:custGeom xmlns:a="http://schemas.openxmlformats.org/drawingml/2006/main">
            <a:pathLst>
              <a:path w="186960" h="186960">
                <a:moveTo>
                  <a:pt x="16816" y="123927"/>
                </a:moveTo>
                <a:cubicBezTo>
                  <a:pt x="0" y="81587"/>
                  <a:pt x="20692" y="33630"/>
                  <a:pt x="63031" y="16814"/>
                </a:cubicBezTo>
                <a:cubicBezTo>
                  <a:pt x="105372" y="0"/>
                  <a:pt x="153327" y="20689"/>
                  <a:pt x="170144" y="63030"/>
                </a:cubicBezTo>
                <a:cubicBezTo>
                  <a:pt x="186960" y="105371"/>
                  <a:pt x="166268" y="153327"/>
                  <a:pt x="123927" y="170144"/>
                </a:cubicBezTo>
                <a:cubicBezTo>
                  <a:pt x="81588" y="186960"/>
                  <a:pt x="33632" y="166268"/>
                  <a:pt x="16816" y="123927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121">
            <a:extLst xmlns:a="http://schemas.openxmlformats.org/drawingml/2006/main">
              <a:ext uri="{FF2B5EF4-FFF2-40B4-BE49-F238E27FC236}">
                <a16:creationId xmlns:a16="http://schemas.microsoft.com/office/drawing/2014/main" id="{1A1159E5-FD7B-41E5-BCFC-6EC86BEFD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11047" y="2861643"/>
            <a:ext cx="224127" cy="224126"/>
          </a:xfrm>
          <a:custGeom xmlns:a="http://schemas.openxmlformats.org/drawingml/2006/main">
            <a:pathLst>
              <a:path w="164983" h="164982">
                <a:moveTo>
                  <a:pt x="23704" y="140387"/>
                </a:moveTo>
                <a:lnTo>
                  <a:pt x="35945" y="150602"/>
                </a:lnTo>
                <a:lnTo>
                  <a:pt x="49812" y="158230"/>
                </a:lnTo>
                <a:lnTo>
                  <a:pt x="64877" y="163086"/>
                </a:lnTo>
                <a:lnTo>
                  <a:pt x="80706" y="164982"/>
                </a:lnTo>
                <a:lnTo>
                  <a:pt x="96871" y="163733"/>
                </a:lnTo>
                <a:lnTo>
                  <a:pt x="112940" y="159154"/>
                </a:lnTo>
                <a:lnTo>
                  <a:pt x="127772" y="151461"/>
                </a:lnTo>
                <a:lnTo>
                  <a:pt x="140388" y="141278"/>
                </a:lnTo>
                <a:lnTo>
                  <a:pt x="150603" y="129038"/>
                </a:lnTo>
                <a:lnTo>
                  <a:pt x="158231" y="115171"/>
                </a:lnTo>
                <a:lnTo>
                  <a:pt x="163086" y="100107"/>
                </a:lnTo>
                <a:lnTo>
                  <a:pt x="164983" y="84277"/>
                </a:lnTo>
                <a:lnTo>
                  <a:pt x="163734" y="68113"/>
                </a:lnTo>
                <a:lnTo>
                  <a:pt x="159156" y="52044"/>
                </a:lnTo>
                <a:lnTo>
                  <a:pt x="151462" y="37212"/>
                </a:lnTo>
                <a:lnTo>
                  <a:pt x="141279" y="24595"/>
                </a:lnTo>
                <a:lnTo>
                  <a:pt x="129039" y="14380"/>
                </a:lnTo>
                <a:lnTo>
                  <a:pt x="115171" y="6751"/>
                </a:lnTo>
                <a:lnTo>
                  <a:pt x="100107" y="1896"/>
                </a:lnTo>
                <a:lnTo>
                  <a:pt x="84278" y="0"/>
                </a:lnTo>
                <a:lnTo>
                  <a:pt x="68113" y="1248"/>
                </a:lnTo>
                <a:lnTo>
                  <a:pt x="52044" y="5827"/>
                </a:lnTo>
                <a:lnTo>
                  <a:pt x="37212" y="13521"/>
                </a:lnTo>
                <a:lnTo>
                  <a:pt x="24595" y="23704"/>
                </a:lnTo>
                <a:lnTo>
                  <a:pt x="14380" y="35944"/>
                </a:lnTo>
                <a:lnTo>
                  <a:pt x="6751" y="49811"/>
                </a:lnTo>
                <a:lnTo>
                  <a:pt x="1896" y="64875"/>
                </a:lnTo>
                <a:lnTo>
                  <a:pt x="0" y="80705"/>
                </a:lnTo>
                <a:lnTo>
                  <a:pt x="1248" y="96869"/>
                </a:lnTo>
                <a:lnTo>
                  <a:pt x="5827" y="112938"/>
                </a:lnTo>
                <a:lnTo>
                  <a:pt x="13521" y="127770"/>
                </a:lnTo>
                <a:lnTo>
                  <a:pt x="23704" y="140387"/>
                </a:lnTo>
                <a:close/>
                <a:moveTo>
                  <a:pt x="28392" y="59150"/>
                </a:moveTo>
                <a:lnTo>
                  <a:pt x="36074" y="46186"/>
                </a:lnTo>
                <a:lnTo>
                  <a:pt x="46963" y="35470"/>
                </a:lnTo>
                <a:lnTo>
                  <a:pt x="60744" y="27732"/>
                </a:lnTo>
                <a:lnTo>
                  <a:pt x="76078" y="23907"/>
                </a:lnTo>
                <a:lnTo>
                  <a:pt x="91352" y="24232"/>
                </a:lnTo>
                <a:lnTo>
                  <a:pt x="105835" y="28392"/>
                </a:lnTo>
                <a:lnTo>
                  <a:pt x="118799" y="36074"/>
                </a:lnTo>
                <a:lnTo>
                  <a:pt x="129514" y="46962"/>
                </a:lnTo>
                <a:lnTo>
                  <a:pt x="137252" y="60743"/>
                </a:lnTo>
                <a:lnTo>
                  <a:pt x="141078" y="76077"/>
                </a:lnTo>
                <a:lnTo>
                  <a:pt x="140753" y="91351"/>
                </a:lnTo>
                <a:lnTo>
                  <a:pt x="136592" y="105834"/>
                </a:lnTo>
                <a:lnTo>
                  <a:pt x="128910" y="118799"/>
                </a:lnTo>
                <a:lnTo>
                  <a:pt x="118021" y="129515"/>
                </a:lnTo>
                <a:lnTo>
                  <a:pt x="104240" y="137253"/>
                </a:lnTo>
                <a:lnTo>
                  <a:pt x="88906" y="141078"/>
                </a:lnTo>
                <a:lnTo>
                  <a:pt x="73633" y="140753"/>
                </a:lnTo>
                <a:lnTo>
                  <a:pt x="59150" y="136592"/>
                </a:lnTo>
                <a:lnTo>
                  <a:pt x="46186" y="128910"/>
                </a:lnTo>
                <a:lnTo>
                  <a:pt x="35470" y="118022"/>
                </a:lnTo>
                <a:lnTo>
                  <a:pt x="27732" y="104242"/>
                </a:lnTo>
                <a:lnTo>
                  <a:pt x="23906" y="88908"/>
                </a:lnTo>
                <a:lnTo>
                  <a:pt x="24231" y="73634"/>
                </a:lnTo>
                <a:lnTo>
                  <a:pt x="28392" y="5915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" name="path-122">
            <a:extLst xmlns:a="http://schemas.openxmlformats.org/drawingml/2006/main">
              <a:ext uri="{FF2B5EF4-FFF2-40B4-BE49-F238E27FC236}">
                <a16:creationId xmlns:a16="http://schemas.microsoft.com/office/drawing/2014/main" id="{8CCC9ED2-E3E2-4B8D-B663-174BC008C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79664" y="2596175"/>
            <a:ext cx="224121" cy="224123"/>
          </a:xfrm>
          <a:custGeom xmlns:a="http://schemas.openxmlformats.org/drawingml/2006/main">
            <a:pathLst>
              <a:path w="164978" h="164979">
                <a:moveTo>
                  <a:pt x="82488" y="0"/>
                </a:moveTo>
                <a:cubicBezTo>
                  <a:pt x="128046" y="0"/>
                  <a:pt x="164978" y="36932"/>
                  <a:pt x="164978" y="82490"/>
                </a:cubicBezTo>
                <a:cubicBezTo>
                  <a:pt x="164978" y="128047"/>
                  <a:pt x="128046" y="164979"/>
                  <a:pt x="82488" y="164979"/>
                </a:cubicBezTo>
                <a:cubicBezTo>
                  <a:pt x="36931" y="164979"/>
                  <a:pt x="0" y="128047"/>
                  <a:pt x="0" y="82490"/>
                </a:cubicBezTo>
                <a:cubicBezTo>
                  <a:pt x="0" y="36932"/>
                  <a:pt x="36931" y="0"/>
                  <a:pt x="82488" y="0"/>
                </a:cubicBez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" name="path-123">
            <a:extLst xmlns:a="http://schemas.openxmlformats.org/drawingml/2006/main">
              <a:ext uri="{FF2B5EF4-FFF2-40B4-BE49-F238E27FC236}">
                <a16:creationId xmlns:a16="http://schemas.microsoft.com/office/drawing/2014/main" id="{5FA446CE-7238-4C5C-A46A-77A593B78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79664" y="2596178"/>
            <a:ext cx="224121" cy="224119"/>
          </a:xfrm>
          <a:custGeom xmlns:a="http://schemas.openxmlformats.org/drawingml/2006/main">
            <a:pathLst>
              <a:path w="164978" h="164976">
                <a:moveTo>
                  <a:pt x="50380" y="6482"/>
                </a:moveTo>
                <a:lnTo>
                  <a:pt x="36368" y="14087"/>
                </a:lnTo>
                <a:lnTo>
                  <a:pt x="24160" y="24160"/>
                </a:lnTo>
                <a:lnTo>
                  <a:pt x="14088" y="36368"/>
                </a:lnTo>
                <a:lnTo>
                  <a:pt x="6482" y="50380"/>
                </a:lnTo>
                <a:lnTo>
                  <a:pt x="1676" y="65864"/>
                </a:lnTo>
                <a:lnTo>
                  <a:pt x="0" y="82490"/>
                </a:lnTo>
                <a:lnTo>
                  <a:pt x="1676" y="99114"/>
                </a:lnTo>
                <a:lnTo>
                  <a:pt x="6482" y="114598"/>
                </a:lnTo>
                <a:lnTo>
                  <a:pt x="14088" y="128609"/>
                </a:lnTo>
                <a:lnTo>
                  <a:pt x="24160" y="140817"/>
                </a:lnTo>
                <a:lnTo>
                  <a:pt x="36368" y="150889"/>
                </a:lnTo>
                <a:lnTo>
                  <a:pt x="50380" y="158494"/>
                </a:lnTo>
                <a:lnTo>
                  <a:pt x="65864" y="163301"/>
                </a:lnTo>
                <a:lnTo>
                  <a:pt x="82488" y="164976"/>
                </a:lnTo>
                <a:lnTo>
                  <a:pt x="99113" y="163301"/>
                </a:lnTo>
                <a:lnTo>
                  <a:pt x="114597" y="158494"/>
                </a:lnTo>
                <a:lnTo>
                  <a:pt x="128609" y="150889"/>
                </a:lnTo>
                <a:lnTo>
                  <a:pt x="140817" y="140817"/>
                </a:lnTo>
                <a:lnTo>
                  <a:pt x="150890" y="128609"/>
                </a:lnTo>
                <a:lnTo>
                  <a:pt x="158495" y="114598"/>
                </a:lnTo>
                <a:lnTo>
                  <a:pt x="163302" y="99114"/>
                </a:lnTo>
                <a:lnTo>
                  <a:pt x="164978" y="82490"/>
                </a:lnTo>
                <a:lnTo>
                  <a:pt x="163302" y="65864"/>
                </a:lnTo>
                <a:lnTo>
                  <a:pt x="158495" y="50380"/>
                </a:lnTo>
                <a:lnTo>
                  <a:pt x="150890" y="36368"/>
                </a:lnTo>
                <a:lnTo>
                  <a:pt x="140817" y="24160"/>
                </a:lnTo>
                <a:lnTo>
                  <a:pt x="128609" y="14087"/>
                </a:lnTo>
                <a:lnTo>
                  <a:pt x="114597" y="6482"/>
                </a:lnTo>
                <a:lnTo>
                  <a:pt x="99113" y="1676"/>
                </a:lnTo>
                <a:lnTo>
                  <a:pt x="82488" y="0"/>
                </a:lnTo>
                <a:lnTo>
                  <a:pt x="65864" y="1676"/>
                </a:lnTo>
                <a:lnTo>
                  <a:pt x="50380" y="6482"/>
                </a:lnTo>
                <a:close/>
                <a:moveTo>
                  <a:pt x="124152" y="40824"/>
                </a:moveTo>
                <a:lnTo>
                  <a:pt x="133365" y="52749"/>
                </a:lnTo>
                <a:lnTo>
                  <a:pt x="139305" y="66824"/>
                </a:lnTo>
                <a:lnTo>
                  <a:pt x="141410" y="82487"/>
                </a:lnTo>
                <a:lnTo>
                  <a:pt x="139305" y="98151"/>
                </a:lnTo>
                <a:lnTo>
                  <a:pt x="133365" y="112226"/>
                </a:lnTo>
                <a:lnTo>
                  <a:pt x="124152" y="124151"/>
                </a:lnTo>
                <a:lnTo>
                  <a:pt x="112227" y="133364"/>
                </a:lnTo>
                <a:lnTo>
                  <a:pt x="98152" y="139304"/>
                </a:lnTo>
                <a:lnTo>
                  <a:pt x="82488" y="141408"/>
                </a:lnTo>
                <a:lnTo>
                  <a:pt x="66825" y="139304"/>
                </a:lnTo>
                <a:lnTo>
                  <a:pt x="52750" y="133364"/>
                </a:lnTo>
                <a:lnTo>
                  <a:pt x="40826" y="124151"/>
                </a:lnTo>
                <a:lnTo>
                  <a:pt x="31613" y="112226"/>
                </a:lnTo>
                <a:lnTo>
                  <a:pt x="25673" y="98151"/>
                </a:lnTo>
                <a:lnTo>
                  <a:pt x="23568" y="82487"/>
                </a:lnTo>
                <a:lnTo>
                  <a:pt x="25673" y="66824"/>
                </a:lnTo>
                <a:lnTo>
                  <a:pt x="31613" y="52749"/>
                </a:lnTo>
                <a:lnTo>
                  <a:pt x="40826" y="40824"/>
                </a:lnTo>
                <a:lnTo>
                  <a:pt x="52750" y="31610"/>
                </a:lnTo>
                <a:lnTo>
                  <a:pt x="66825" y="25670"/>
                </a:lnTo>
                <a:lnTo>
                  <a:pt x="82488" y="23565"/>
                </a:lnTo>
                <a:lnTo>
                  <a:pt x="98152" y="25670"/>
                </a:lnTo>
                <a:lnTo>
                  <a:pt x="112227" y="31610"/>
                </a:lnTo>
                <a:lnTo>
                  <a:pt x="124152" y="4082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" name="path-124">
            <a:extLst xmlns:a="http://schemas.openxmlformats.org/drawingml/2006/main">
              <a:ext uri="{FF2B5EF4-FFF2-40B4-BE49-F238E27FC236}">
                <a16:creationId xmlns:a16="http://schemas.microsoft.com/office/drawing/2014/main" id="{7A851789-958A-4166-838D-887870DB4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46895" y="3243048"/>
            <a:ext cx="7818675" cy="910491"/>
          </a:xfrm>
          <a:custGeom xmlns:a="http://schemas.openxmlformats.org/drawingml/2006/main">
            <a:pathLst>
              <a:path w="5755414" h="670223">
                <a:moveTo>
                  <a:pt x="0" y="0"/>
                </a:moveTo>
                <a:lnTo>
                  <a:pt x="5755414" y="0"/>
                </a:lnTo>
                <a:lnTo>
                  <a:pt x="5755414" y="670223"/>
                </a:lnTo>
                <a:lnTo>
                  <a:pt x="0" y="67022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" name="path-125">
            <a:extLst xmlns:a="http://schemas.openxmlformats.org/drawingml/2006/main">
              <a:ext uri="{FF2B5EF4-FFF2-40B4-BE49-F238E27FC236}">
                <a16:creationId xmlns:a16="http://schemas.microsoft.com/office/drawing/2014/main" id="{374D127D-076E-4E8F-B754-E6B54E170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3840" y="41505"/>
            <a:ext cx="8331730" cy="549187"/>
          </a:xfrm>
          <a:custGeom xmlns:a="http://schemas.openxmlformats.org/drawingml/2006/main">
            <a:pathLst>
              <a:path w="6133079" h="404263">
                <a:moveTo>
                  <a:pt x="0" y="0"/>
                </a:moveTo>
                <a:lnTo>
                  <a:pt x="6133079" y="0"/>
                </a:lnTo>
                <a:lnTo>
                  <a:pt x="6133079" y="404263"/>
                </a:lnTo>
                <a:lnTo>
                  <a:pt x="0" y="40426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" name="path-126">
            <a:extLst xmlns:a="http://schemas.openxmlformats.org/drawingml/2006/main">
              <a:ext uri="{FF2B5EF4-FFF2-40B4-BE49-F238E27FC236}">
                <a16:creationId xmlns:a16="http://schemas.microsoft.com/office/drawing/2014/main" id="{6F41BA1B-4CA9-4FC8-A5A2-C8934A211C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80925" y="41505"/>
            <a:ext cx="765970" cy="3952694"/>
          </a:xfrm>
          <a:custGeom xmlns:a="http://schemas.openxmlformats.org/drawingml/2006/main">
            <a:pathLst>
              <a:path w="563839" h="2909622">
                <a:moveTo>
                  <a:pt x="0" y="0"/>
                </a:moveTo>
                <a:lnTo>
                  <a:pt x="563839" y="0"/>
                </a:lnTo>
                <a:lnTo>
                  <a:pt x="563839" y="2909622"/>
                </a:lnTo>
                <a:lnTo>
                  <a:pt x="0" y="2909622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" name="path-127">
            <a:extLst xmlns:a="http://schemas.openxmlformats.org/drawingml/2006/main">
              <a:ext uri="{FF2B5EF4-FFF2-40B4-BE49-F238E27FC236}">
                <a16:creationId xmlns:a16="http://schemas.microsoft.com/office/drawing/2014/main" id="{3D743C77-0C30-4EDD-BCAC-696D19E11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18716" y="41505"/>
            <a:ext cx="448020" cy="3952694"/>
          </a:xfrm>
          <a:custGeom xmlns:a="http://schemas.openxmlformats.org/drawingml/2006/main">
            <a:pathLst>
              <a:path w="329792" h="2909622">
                <a:moveTo>
                  <a:pt x="0" y="0"/>
                </a:moveTo>
                <a:lnTo>
                  <a:pt x="329792" y="0"/>
                </a:lnTo>
                <a:lnTo>
                  <a:pt x="329792" y="2909622"/>
                </a:lnTo>
                <a:lnTo>
                  <a:pt x="0" y="2909622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" name="path-128">
            <a:extLst xmlns:a="http://schemas.openxmlformats.org/drawingml/2006/main">
              <a:ext uri="{FF2B5EF4-FFF2-40B4-BE49-F238E27FC236}">
                <a16:creationId xmlns:a16="http://schemas.microsoft.com/office/drawing/2014/main" id="{ABFAC3BB-7751-473A-9CB8-99C731F9C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7140" y="3442536"/>
            <a:ext cx="1859827" cy="412113"/>
          </a:xfrm>
          <a:custGeom xmlns:a="http://schemas.openxmlformats.org/drawingml/2006/main">
            <a:pathLst>
              <a:path w="1369039" h="303361">
                <a:moveTo>
                  <a:pt x="206120" y="0"/>
                </a:moveTo>
                <a:lnTo>
                  <a:pt x="187338" y="76462"/>
                </a:lnTo>
                <a:lnTo>
                  <a:pt x="181851" y="76462"/>
                </a:lnTo>
                <a:cubicBezTo>
                  <a:pt x="180633" y="64495"/>
                  <a:pt x="178472" y="54910"/>
                  <a:pt x="175369" y="47707"/>
                </a:cubicBezTo>
                <a:cubicBezTo>
                  <a:pt x="170714" y="37290"/>
                  <a:pt x="164509" y="29255"/>
                  <a:pt x="156751" y="23602"/>
                </a:cubicBezTo>
                <a:cubicBezTo>
                  <a:pt x="149105" y="17952"/>
                  <a:pt x="140794" y="15124"/>
                  <a:pt x="131818" y="15124"/>
                </a:cubicBezTo>
                <a:cubicBezTo>
                  <a:pt x="123174" y="15124"/>
                  <a:pt x="115583" y="18449"/>
                  <a:pt x="109044" y="25098"/>
                </a:cubicBezTo>
                <a:cubicBezTo>
                  <a:pt x="102617" y="31637"/>
                  <a:pt x="99404" y="39061"/>
                  <a:pt x="99404" y="47372"/>
                </a:cubicBezTo>
                <a:cubicBezTo>
                  <a:pt x="99404" y="55574"/>
                  <a:pt x="101620" y="63663"/>
                  <a:pt x="106052" y="71641"/>
                </a:cubicBezTo>
                <a:cubicBezTo>
                  <a:pt x="110596" y="79511"/>
                  <a:pt x="121234" y="91422"/>
                  <a:pt x="137969" y="107381"/>
                </a:cubicBezTo>
                <a:cubicBezTo>
                  <a:pt x="151377" y="120126"/>
                  <a:pt x="160353" y="131096"/>
                  <a:pt x="164897" y="140292"/>
                </a:cubicBezTo>
                <a:cubicBezTo>
                  <a:pt x="169550" y="149491"/>
                  <a:pt x="171878" y="159465"/>
                  <a:pt x="171878" y="170215"/>
                </a:cubicBezTo>
                <a:cubicBezTo>
                  <a:pt x="171878" y="182292"/>
                  <a:pt x="168664" y="193431"/>
                  <a:pt x="162237" y="203626"/>
                </a:cubicBezTo>
                <a:cubicBezTo>
                  <a:pt x="155810" y="213822"/>
                  <a:pt x="146445" y="221743"/>
                  <a:pt x="134144" y="227396"/>
                </a:cubicBezTo>
                <a:cubicBezTo>
                  <a:pt x="121954" y="232938"/>
                  <a:pt x="108103" y="235706"/>
                  <a:pt x="92589" y="235706"/>
                </a:cubicBezTo>
                <a:cubicBezTo>
                  <a:pt x="83057" y="235706"/>
                  <a:pt x="71035" y="234267"/>
                  <a:pt x="56517" y="231385"/>
                </a:cubicBezTo>
                <a:cubicBezTo>
                  <a:pt x="42111" y="228614"/>
                  <a:pt x="32526" y="227231"/>
                  <a:pt x="27760" y="227231"/>
                </a:cubicBezTo>
                <a:cubicBezTo>
                  <a:pt x="23993" y="227231"/>
                  <a:pt x="20612" y="227839"/>
                  <a:pt x="17620" y="229059"/>
                </a:cubicBezTo>
                <a:cubicBezTo>
                  <a:pt x="14627" y="230167"/>
                  <a:pt x="10915" y="232381"/>
                  <a:pt x="6483" y="235706"/>
                </a:cubicBezTo>
                <a:lnTo>
                  <a:pt x="0" y="235706"/>
                </a:lnTo>
                <a:lnTo>
                  <a:pt x="20114" y="149770"/>
                </a:lnTo>
                <a:lnTo>
                  <a:pt x="26430" y="149770"/>
                </a:lnTo>
                <a:cubicBezTo>
                  <a:pt x="27871" y="164840"/>
                  <a:pt x="30919" y="177693"/>
                  <a:pt x="35572" y="188331"/>
                </a:cubicBezTo>
                <a:cubicBezTo>
                  <a:pt x="40227" y="198859"/>
                  <a:pt x="46876" y="207115"/>
                  <a:pt x="55520" y="213100"/>
                </a:cubicBezTo>
                <a:cubicBezTo>
                  <a:pt x="64164" y="218975"/>
                  <a:pt x="74026" y="221910"/>
                  <a:pt x="85109" y="221910"/>
                </a:cubicBezTo>
                <a:cubicBezTo>
                  <a:pt x="96079" y="221910"/>
                  <a:pt x="105221" y="218308"/>
                  <a:pt x="112535" y="211105"/>
                </a:cubicBezTo>
                <a:cubicBezTo>
                  <a:pt x="119960" y="203791"/>
                  <a:pt x="123672" y="195259"/>
                  <a:pt x="123672" y="185506"/>
                </a:cubicBezTo>
                <a:cubicBezTo>
                  <a:pt x="123672" y="177196"/>
                  <a:pt x="121567" y="169218"/>
                  <a:pt x="117356" y="161569"/>
                </a:cubicBezTo>
                <a:cubicBezTo>
                  <a:pt x="113255" y="153923"/>
                  <a:pt x="103781" y="142788"/>
                  <a:pt x="88932" y="128158"/>
                </a:cubicBezTo>
                <a:cubicBezTo>
                  <a:pt x="74192" y="113530"/>
                  <a:pt x="63998" y="100456"/>
                  <a:pt x="58345" y="88929"/>
                </a:cubicBezTo>
                <a:cubicBezTo>
                  <a:pt x="54245" y="80397"/>
                  <a:pt x="52196" y="71309"/>
                  <a:pt x="52196" y="61670"/>
                </a:cubicBezTo>
                <a:cubicBezTo>
                  <a:pt x="52196" y="44936"/>
                  <a:pt x="58790" y="30473"/>
                  <a:pt x="71976" y="18284"/>
                </a:cubicBezTo>
                <a:cubicBezTo>
                  <a:pt x="85164" y="6093"/>
                  <a:pt x="102395" y="0"/>
                  <a:pt x="123672" y="0"/>
                </a:cubicBezTo>
                <a:cubicBezTo>
                  <a:pt x="133314" y="0"/>
                  <a:pt x="146002" y="2161"/>
                  <a:pt x="161738" y="6482"/>
                </a:cubicBezTo>
                <a:cubicBezTo>
                  <a:pt x="170936" y="9031"/>
                  <a:pt x="177419" y="10303"/>
                  <a:pt x="181187" y="10303"/>
                </a:cubicBezTo>
                <a:cubicBezTo>
                  <a:pt x="184401" y="10303"/>
                  <a:pt x="187282" y="9639"/>
                  <a:pt x="189831" y="8310"/>
                </a:cubicBezTo>
                <a:cubicBezTo>
                  <a:pt x="192379" y="6868"/>
                  <a:pt x="195371" y="4100"/>
                  <a:pt x="198807" y="0"/>
                </a:cubicBezTo>
                <a:lnTo>
                  <a:pt x="206120" y="0"/>
                </a:lnTo>
                <a:moveTo>
                  <a:pt x="287405" y="76462"/>
                </a:moveTo>
                <a:lnTo>
                  <a:pt x="255157" y="189495"/>
                </a:lnTo>
                <a:cubicBezTo>
                  <a:pt x="253606" y="194705"/>
                  <a:pt x="252831" y="198305"/>
                  <a:pt x="252831" y="200301"/>
                </a:cubicBezTo>
                <a:cubicBezTo>
                  <a:pt x="252831" y="201298"/>
                  <a:pt x="253218" y="202073"/>
                  <a:pt x="253993" y="202630"/>
                </a:cubicBezTo>
                <a:cubicBezTo>
                  <a:pt x="254880" y="203515"/>
                  <a:pt x="255934" y="203958"/>
                  <a:pt x="257152" y="203958"/>
                </a:cubicBezTo>
                <a:cubicBezTo>
                  <a:pt x="262250" y="203958"/>
                  <a:pt x="269065" y="199416"/>
                  <a:pt x="277598" y="190327"/>
                </a:cubicBezTo>
                <a:cubicBezTo>
                  <a:pt x="289788" y="177139"/>
                  <a:pt x="302587" y="158191"/>
                  <a:pt x="315997" y="133478"/>
                </a:cubicBezTo>
                <a:lnTo>
                  <a:pt x="331122" y="82612"/>
                </a:lnTo>
                <a:lnTo>
                  <a:pt x="373178" y="81118"/>
                </a:lnTo>
                <a:lnTo>
                  <a:pt x="341263" y="190827"/>
                </a:lnTo>
                <a:cubicBezTo>
                  <a:pt x="338602" y="200134"/>
                  <a:pt x="337273" y="205455"/>
                  <a:pt x="337273" y="206783"/>
                </a:cubicBezTo>
                <a:cubicBezTo>
                  <a:pt x="337273" y="207669"/>
                  <a:pt x="337661" y="208612"/>
                  <a:pt x="338436" y="209611"/>
                </a:cubicBezTo>
                <a:cubicBezTo>
                  <a:pt x="339323" y="210497"/>
                  <a:pt x="340209" y="210940"/>
                  <a:pt x="341096" y="210940"/>
                </a:cubicBezTo>
                <a:cubicBezTo>
                  <a:pt x="342648" y="210940"/>
                  <a:pt x="344144" y="210275"/>
                  <a:pt x="345584" y="208944"/>
                </a:cubicBezTo>
                <a:cubicBezTo>
                  <a:pt x="349574" y="205730"/>
                  <a:pt x="354838" y="199248"/>
                  <a:pt x="361375" y="189495"/>
                </a:cubicBezTo>
                <a:lnTo>
                  <a:pt x="367028" y="193485"/>
                </a:lnTo>
                <a:cubicBezTo>
                  <a:pt x="351624" y="221300"/>
                  <a:pt x="334669" y="235209"/>
                  <a:pt x="316163" y="235209"/>
                </a:cubicBezTo>
                <a:cubicBezTo>
                  <a:pt x="309292" y="235209"/>
                  <a:pt x="303862" y="233491"/>
                  <a:pt x="299872" y="230056"/>
                </a:cubicBezTo>
                <a:cubicBezTo>
                  <a:pt x="295993" y="226510"/>
                  <a:pt x="294054" y="221910"/>
                  <a:pt x="294054" y="216258"/>
                </a:cubicBezTo>
                <a:cubicBezTo>
                  <a:pt x="294054" y="210275"/>
                  <a:pt x="295440" y="202683"/>
                  <a:pt x="298211" y="193485"/>
                </a:cubicBezTo>
                <a:lnTo>
                  <a:pt x="306355" y="165394"/>
                </a:lnTo>
                <a:cubicBezTo>
                  <a:pt x="291949" y="186338"/>
                  <a:pt x="281476" y="200466"/>
                  <a:pt x="274938" y="207783"/>
                </a:cubicBezTo>
                <a:cubicBezTo>
                  <a:pt x="264965" y="218753"/>
                  <a:pt x="256543" y="226067"/>
                  <a:pt x="249672" y="229724"/>
                </a:cubicBezTo>
                <a:cubicBezTo>
                  <a:pt x="242912" y="233381"/>
                  <a:pt x="236429" y="235209"/>
                  <a:pt x="230224" y="235209"/>
                </a:cubicBezTo>
                <a:cubicBezTo>
                  <a:pt x="224351" y="235209"/>
                  <a:pt x="219253" y="233049"/>
                  <a:pt x="214930" y="228724"/>
                </a:cubicBezTo>
                <a:cubicBezTo>
                  <a:pt x="210720" y="224403"/>
                  <a:pt x="208615" y="218918"/>
                  <a:pt x="208615" y="212269"/>
                </a:cubicBezTo>
                <a:cubicBezTo>
                  <a:pt x="208615" y="206619"/>
                  <a:pt x="209999" y="199027"/>
                  <a:pt x="212770" y="189495"/>
                </a:cubicBezTo>
                <a:lnTo>
                  <a:pt x="231554" y="123005"/>
                </a:lnTo>
                <a:cubicBezTo>
                  <a:pt x="234656" y="112145"/>
                  <a:pt x="236207" y="104831"/>
                  <a:pt x="236207" y="101064"/>
                </a:cubicBezTo>
                <a:cubicBezTo>
                  <a:pt x="236207" y="99403"/>
                  <a:pt x="235764" y="97960"/>
                  <a:pt x="234878" y="96742"/>
                </a:cubicBezTo>
                <a:cubicBezTo>
                  <a:pt x="233991" y="95414"/>
                  <a:pt x="232495" y="94414"/>
                  <a:pt x="230390" y="93750"/>
                </a:cubicBezTo>
                <a:cubicBezTo>
                  <a:pt x="228395" y="92975"/>
                  <a:pt x="224628" y="92586"/>
                  <a:pt x="219087" y="92586"/>
                </a:cubicBezTo>
                <a:lnTo>
                  <a:pt x="220749" y="86271"/>
                </a:lnTo>
                <a:lnTo>
                  <a:pt x="277432" y="76462"/>
                </a:lnTo>
                <a:lnTo>
                  <a:pt x="287405" y="76462"/>
                </a:lnTo>
                <a:moveTo>
                  <a:pt x="407088" y="85772"/>
                </a:moveTo>
                <a:lnTo>
                  <a:pt x="462109" y="76462"/>
                </a:lnTo>
                <a:lnTo>
                  <a:pt x="472082" y="76462"/>
                </a:lnTo>
                <a:lnTo>
                  <a:pt x="464602" y="103556"/>
                </a:lnTo>
                <a:cubicBezTo>
                  <a:pt x="476239" y="92918"/>
                  <a:pt x="485768" y="85772"/>
                  <a:pt x="493193" y="82115"/>
                </a:cubicBezTo>
                <a:cubicBezTo>
                  <a:pt x="500617" y="78347"/>
                  <a:pt x="507988" y="76462"/>
                  <a:pt x="515302" y="76462"/>
                </a:cubicBezTo>
                <a:cubicBezTo>
                  <a:pt x="525718" y="76462"/>
                  <a:pt x="533752" y="80508"/>
                  <a:pt x="539403" y="88597"/>
                </a:cubicBezTo>
                <a:cubicBezTo>
                  <a:pt x="545056" y="96575"/>
                  <a:pt x="547881" y="106384"/>
                  <a:pt x="547881" y="118019"/>
                </a:cubicBezTo>
                <a:cubicBezTo>
                  <a:pt x="547881" y="149824"/>
                  <a:pt x="536855" y="178028"/>
                  <a:pt x="514803" y="202630"/>
                </a:cubicBezTo>
                <a:cubicBezTo>
                  <a:pt x="495298" y="224349"/>
                  <a:pt x="474021" y="235209"/>
                  <a:pt x="450971" y="235209"/>
                </a:cubicBezTo>
                <a:cubicBezTo>
                  <a:pt x="446872" y="235209"/>
                  <a:pt x="443381" y="234820"/>
                  <a:pt x="440499" y="234045"/>
                </a:cubicBezTo>
                <a:cubicBezTo>
                  <a:pt x="437619" y="233270"/>
                  <a:pt x="433573" y="231552"/>
                  <a:pt x="428364" y="228892"/>
                </a:cubicBezTo>
                <a:lnTo>
                  <a:pt x="419722" y="258811"/>
                </a:lnTo>
                <a:cubicBezTo>
                  <a:pt x="416619" y="269674"/>
                  <a:pt x="415067" y="277927"/>
                  <a:pt x="415067" y="283580"/>
                </a:cubicBezTo>
                <a:cubicBezTo>
                  <a:pt x="415067" y="287126"/>
                  <a:pt x="416286" y="289897"/>
                  <a:pt x="418724" y="291891"/>
                </a:cubicBezTo>
                <a:cubicBezTo>
                  <a:pt x="421161" y="293997"/>
                  <a:pt x="426870" y="295769"/>
                  <a:pt x="435846" y="297211"/>
                </a:cubicBezTo>
                <a:lnTo>
                  <a:pt x="434349" y="303361"/>
                </a:lnTo>
                <a:lnTo>
                  <a:pt x="344919" y="303361"/>
                </a:lnTo>
                <a:lnTo>
                  <a:pt x="346582" y="297211"/>
                </a:lnTo>
                <a:cubicBezTo>
                  <a:pt x="353674" y="296990"/>
                  <a:pt x="359602" y="294718"/>
                  <a:pt x="364368" y="290394"/>
                </a:cubicBezTo>
                <a:cubicBezTo>
                  <a:pt x="369023" y="286073"/>
                  <a:pt x="373399" y="276766"/>
                  <a:pt x="377500" y="262471"/>
                </a:cubicBezTo>
                <a:lnTo>
                  <a:pt x="418060" y="122673"/>
                </a:lnTo>
                <a:cubicBezTo>
                  <a:pt x="421051" y="112256"/>
                  <a:pt x="422547" y="104888"/>
                  <a:pt x="422547" y="100567"/>
                </a:cubicBezTo>
                <a:cubicBezTo>
                  <a:pt x="422547" y="98681"/>
                  <a:pt x="422104" y="97131"/>
                  <a:pt x="421217" y="95910"/>
                </a:cubicBezTo>
                <a:cubicBezTo>
                  <a:pt x="420331" y="94582"/>
                  <a:pt x="419001" y="93639"/>
                  <a:pt x="417228" y="93085"/>
                </a:cubicBezTo>
                <a:cubicBezTo>
                  <a:pt x="415455" y="92532"/>
                  <a:pt x="411466" y="92254"/>
                  <a:pt x="405259" y="92254"/>
                </a:cubicBezTo>
                <a:lnTo>
                  <a:pt x="407088" y="85772"/>
                </a:lnTo>
                <a:moveTo>
                  <a:pt x="433019" y="213433"/>
                </a:moveTo>
                <a:cubicBezTo>
                  <a:pt x="436344" y="218864"/>
                  <a:pt x="439336" y="222521"/>
                  <a:pt x="441995" y="224403"/>
                </a:cubicBezTo>
                <a:cubicBezTo>
                  <a:pt x="444656" y="226178"/>
                  <a:pt x="447757" y="227064"/>
                  <a:pt x="451304" y="227064"/>
                </a:cubicBezTo>
                <a:cubicBezTo>
                  <a:pt x="454850" y="227064"/>
                  <a:pt x="458285" y="226121"/>
                  <a:pt x="461610" y="224239"/>
                </a:cubicBezTo>
                <a:cubicBezTo>
                  <a:pt x="465045" y="222243"/>
                  <a:pt x="469257" y="218308"/>
                  <a:pt x="474244" y="212436"/>
                </a:cubicBezTo>
                <a:cubicBezTo>
                  <a:pt x="479230" y="206562"/>
                  <a:pt x="483995" y="199027"/>
                  <a:pt x="488539" y="189828"/>
                </a:cubicBezTo>
                <a:cubicBezTo>
                  <a:pt x="493193" y="180632"/>
                  <a:pt x="496905" y="170215"/>
                  <a:pt x="499676" y="158580"/>
                </a:cubicBezTo>
                <a:cubicBezTo>
                  <a:pt x="502446" y="146831"/>
                  <a:pt x="503831" y="135639"/>
                  <a:pt x="503831" y="125001"/>
                </a:cubicBezTo>
                <a:cubicBezTo>
                  <a:pt x="503831" y="116469"/>
                  <a:pt x="502280" y="110262"/>
                  <a:pt x="499178" y="106384"/>
                </a:cubicBezTo>
                <a:cubicBezTo>
                  <a:pt x="496185" y="102506"/>
                  <a:pt x="492528" y="100567"/>
                  <a:pt x="488206" y="100567"/>
                </a:cubicBezTo>
                <a:cubicBezTo>
                  <a:pt x="484327" y="100567"/>
                  <a:pt x="480671" y="101563"/>
                  <a:pt x="477235" y="103556"/>
                </a:cubicBezTo>
                <a:cubicBezTo>
                  <a:pt x="472248" y="106438"/>
                  <a:pt x="466375" y="111813"/>
                  <a:pt x="459615" y="119680"/>
                </a:cubicBezTo>
                <a:lnTo>
                  <a:pt x="433019" y="213433"/>
                </a:lnTo>
                <a:moveTo>
                  <a:pt x="609885" y="168219"/>
                </a:moveTo>
                <a:cubicBezTo>
                  <a:pt x="608887" y="175422"/>
                  <a:pt x="608388" y="181353"/>
                  <a:pt x="608388" y="186006"/>
                </a:cubicBezTo>
                <a:cubicBezTo>
                  <a:pt x="608388" y="194316"/>
                  <a:pt x="610770" y="200966"/>
                  <a:pt x="615536" y="205951"/>
                </a:cubicBezTo>
                <a:cubicBezTo>
                  <a:pt x="620411" y="210940"/>
                  <a:pt x="626894" y="213433"/>
                  <a:pt x="634984" y="213433"/>
                </a:cubicBezTo>
                <a:cubicBezTo>
                  <a:pt x="642741" y="213433"/>
                  <a:pt x="650499" y="211550"/>
                  <a:pt x="658256" y="207783"/>
                </a:cubicBezTo>
                <a:cubicBezTo>
                  <a:pt x="666123" y="204012"/>
                  <a:pt x="675211" y="197420"/>
                  <a:pt x="685516" y="187999"/>
                </a:cubicBezTo>
                <a:lnTo>
                  <a:pt x="690503" y="192488"/>
                </a:lnTo>
                <a:cubicBezTo>
                  <a:pt x="677759" y="207893"/>
                  <a:pt x="665348" y="218864"/>
                  <a:pt x="653269" y="225403"/>
                </a:cubicBezTo>
                <a:cubicBezTo>
                  <a:pt x="641189" y="231938"/>
                  <a:pt x="627837" y="235209"/>
                  <a:pt x="613208" y="235209"/>
                </a:cubicBezTo>
                <a:cubicBezTo>
                  <a:pt x="594702" y="235209"/>
                  <a:pt x="581903" y="230777"/>
                  <a:pt x="574811" y="221910"/>
                </a:cubicBezTo>
                <a:cubicBezTo>
                  <a:pt x="567718" y="213044"/>
                  <a:pt x="564172" y="202794"/>
                  <a:pt x="564172" y="191159"/>
                </a:cubicBezTo>
                <a:cubicBezTo>
                  <a:pt x="564172" y="172986"/>
                  <a:pt x="569436" y="154809"/>
                  <a:pt x="579964" y="136636"/>
                </a:cubicBezTo>
                <a:cubicBezTo>
                  <a:pt x="590602" y="118462"/>
                  <a:pt x="605008" y="103891"/>
                  <a:pt x="623182" y="92918"/>
                </a:cubicBezTo>
                <a:cubicBezTo>
                  <a:pt x="641466" y="81947"/>
                  <a:pt x="659807" y="76462"/>
                  <a:pt x="678202" y="76462"/>
                </a:cubicBezTo>
                <a:cubicBezTo>
                  <a:pt x="687512" y="76462"/>
                  <a:pt x="694549" y="78679"/>
                  <a:pt x="699313" y="83111"/>
                </a:cubicBezTo>
                <a:cubicBezTo>
                  <a:pt x="704079" y="87543"/>
                  <a:pt x="706461" y="93139"/>
                  <a:pt x="706461" y="99899"/>
                </a:cubicBezTo>
                <a:cubicBezTo>
                  <a:pt x="706461" y="107991"/>
                  <a:pt x="704134" y="115858"/>
                  <a:pt x="699479" y="123504"/>
                </a:cubicBezTo>
                <a:cubicBezTo>
                  <a:pt x="693053" y="133921"/>
                  <a:pt x="684962" y="142342"/>
                  <a:pt x="675211" y="148770"/>
                </a:cubicBezTo>
                <a:cubicBezTo>
                  <a:pt x="665459" y="155087"/>
                  <a:pt x="654544" y="159908"/>
                  <a:pt x="642464" y="163233"/>
                </a:cubicBezTo>
                <a:cubicBezTo>
                  <a:pt x="634374" y="165448"/>
                  <a:pt x="623514" y="167111"/>
                  <a:pt x="609885" y="168219"/>
                </a:cubicBezTo>
                <a:moveTo>
                  <a:pt x="611379" y="159576"/>
                </a:moveTo>
                <a:cubicBezTo>
                  <a:pt x="621132" y="158134"/>
                  <a:pt x="628667" y="156195"/>
                  <a:pt x="633986" y="153759"/>
                </a:cubicBezTo>
                <a:cubicBezTo>
                  <a:pt x="639416" y="151209"/>
                  <a:pt x="644680" y="147220"/>
                  <a:pt x="649778" y="141789"/>
                </a:cubicBezTo>
                <a:cubicBezTo>
                  <a:pt x="654986" y="136249"/>
                  <a:pt x="659475" y="129322"/>
                  <a:pt x="663243" y="121012"/>
                </a:cubicBezTo>
                <a:cubicBezTo>
                  <a:pt x="667010" y="112588"/>
                  <a:pt x="668894" y="104720"/>
                  <a:pt x="668894" y="97407"/>
                </a:cubicBezTo>
                <a:cubicBezTo>
                  <a:pt x="668894" y="94303"/>
                  <a:pt x="668008" y="91867"/>
                  <a:pt x="666235" y="90093"/>
                </a:cubicBezTo>
                <a:cubicBezTo>
                  <a:pt x="664573" y="88321"/>
                  <a:pt x="662411" y="87433"/>
                  <a:pt x="659752" y="87433"/>
                </a:cubicBezTo>
                <a:cubicBezTo>
                  <a:pt x="654433" y="87433"/>
                  <a:pt x="648448" y="91146"/>
                  <a:pt x="641800" y="98571"/>
                </a:cubicBezTo>
                <a:cubicBezTo>
                  <a:pt x="629610" y="112091"/>
                  <a:pt x="619470" y="132425"/>
                  <a:pt x="611379" y="159576"/>
                </a:cubicBezTo>
                <a:moveTo>
                  <a:pt x="788577" y="76462"/>
                </a:moveTo>
                <a:lnTo>
                  <a:pt x="763477" y="169882"/>
                </a:lnTo>
                <a:cubicBezTo>
                  <a:pt x="784088" y="124336"/>
                  <a:pt x="799603" y="96299"/>
                  <a:pt x="810020" y="85772"/>
                </a:cubicBezTo>
                <a:cubicBezTo>
                  <a:pt x="816116" y="79565"/>
                  <a:pt x="822542" y="76462"/>
                  <a:pt x="829302" y="76462"/>
                </a:cubicBezTo>
                <a:cubicBezTo>
                  <a:pt x="833957" y="76462"/>
                  <a:pt x="837725" y="78180"/>
                  <a:pt x="840606" y="81615"/>
                </a:cubicBezTo>
                <a:cubicBezTo>
                  <a:pt x="843487" y="84940"/>
                  <a:pt x="844928" y="89704"/>
                  <a:pt x="844928" y="95910"/>
                </a:cubicBezTo>
                <a:cubicBezTo>
                  <a:pt x="844928" y="106660"/>
                  <a:pt x="842324" y="115691"/>
                  <a:pt x="837116" y="123005"/>
                </a:cubicBezTo>
                <a:cubicBezTo>
                  <a:pt x="833791" y="127661"/>
                  <a:pt x="830079" y="129986"/>
                  <a:pt x="825978" y="129986"/>
                </a:cubicBezTo>
                <a:cubicBezTo>
                  <a:pt x="821546" y="129986"/>
                  <a:pt x="818221" y="127936"/>
                  <a:pt x="816005" y="123837"/>
                </a:cubicBezTo>
                <a:cubicBezTo>
                  <a:pt x="813788" y="119737"/>
                  <a:pt x="812236" y="117355"/>
                  <a:pt x="811350" y="116690"/>
                </a:cubicBezTo>
                <a:cubicBezTo>
                  <a:pt x="810463" y="115912"/>
                  <a:pt x="809522" y="115526"/>
                  <a:pt x="808524" y="115526"/>
                </a:cubicBezTo>
                <a:cubicBezTo>
                  <a:pt x="807416" y="115526"/>
                  <a:pt x="806252" y="115858"/>
                  <a:pt x="805033" y="116523"/>
                </a:cubicBezTo>
                <a:cubicBezTo>
                  <a:pt x="802595" y="117852"/>
                  <a:pt x="799382" y="121122"/>
                  <a:pt x="795392" y="126329"/>
                </a:cubicBezTo>
                <a:cubicBezTo>
                  <a:pt x="791514" y="131429"/>
                  <a:pt x="786693" y="140017"/>
                  <a:pt x="780931" y="152095"/>
                </a:cubicBezTo>
                <a:cubicBezTo>
                  <a:pt x="775168" y="164176"/>
                  <a:pt x="770680" y="174425"/>
                  <a:pt x="767466" y="182846"/>
                </a:cubicBezTo>
                <a:cubicBezTo>
                  <a:pt x="764252" y="191159"/>
                  <a:pt x="759765" y="207062"/>
                  <a:pt x="754001" y="230553"/>
                </a:cubicBezTo>
                <a:lnTo>
                  <a:pt x="713775" y="230553"/>
                </a:lnTo>
                <a:lnTo>
                  <a:pt x="741202" y="120347"/>
                </a:lnTo>
                <a:cubicBezTo>
                  <a:pt x="743197" y="112145"/>
                  <a:pt x="744195" y="106716"/>
                  <a:pt x="744195" y="104056"/>
                </a:cubicBezTo>
                <a:cubicBezTo>
                  <a:pt x="744195" y="101064"/>
                  <a:pt x="743640" y="98738"/>
                  <a:pt x="742533" y="97074"/>
                </a:cubicBezTo>
                <a:cubicBezTo>
                  <a:pt x="741535" y="95414"/>
                  <a:pt x="740094" y="94193"/>
                  <a:pt x="738210" y="93418"/>
                </a:cubicBezTo>
                <a:cubicBezTo>
                  <a:pt x="736437" y="92642"/>
                  <a:pt x="732669" y="92254"/>
                  <a:pt x="726907" y="92254"/>
                </a:cubicBezTo>
                <a:lnTo>
                  <a:pt x="728403" y="87433"/>
                </a:lnTo>
                <a:lnTo>
                  <a:pt x="778603" y="76462"/>
                </a:lnTo>
                <a:lnTo>
                  <a:pt x="788577" y="76462"/>
                </a:lnTo>
                <a:moveTo>
                  <a:pt x="887481" y="235209"/>
                </a:moveTo>
                <a:lnTo>
                  <a:pt x="881498" y="235209"/>
                </a:lnTo>
                <a:cubicBezTo>
                  <a:pt x="881830" y="226121"/>
                  <a:pt x="881996" y="219250"/>
                  <a:pt x="881996" y="214597"/>
                </a:cubicBezTo>
                <a:cubicBezTo>
                  <a:pt x="881996" y="201962"/>
                  <a:pt x="880999" y="183735"/>
                  <a:pt x="879004" y="159908"/>
                </a:cubicBezTo>
                <a:cubicBezTo>
                  <a:pt x="877120" y="135971"/>
                  <a:pt x="874959" y="120015"/>
                  <a:pt x="872522" y="112034"/>
                </a:cubicBezTo>
                <a:cubicBezTo>
                  <a:pt x="870638" y="106163"/>
                  <a:pt x="868144" y="101895"/>
                  <a:pt x="865040" y="99235"/>
                </a:cubicBezTo>
                <a:cubicBezTo>
                  <a:pt x="862935" y="97463"/>
                  <a:pt x="860221" y="96575"/>
                  <a:pt x="856896" y="96575"/>
                </a:cubicBezTo>
                <a:cubicBezTo>
                  <a:pt x="855012" y="96575"/>
                  <a:pt x="852740" y="96796"/>
                  <a:pt x="850081" y="97242"/>
                </a:cubicBezTo>
                <a:lnTo>
                  <a:pt x="850081" y="91257"/>
                </a:lnTo>
                <a:lnTo>
                  <a:pt x="905433" y="76462"/>
                </a:lnTo>
                <a:cubicBezTo>
                  <a:pt x="916516" y="106716"/>
                  <a:pt x="921891" y="145446"/>
                  <a:pt x="921557" y="192656"/>
                </a:cubicBezTo>
                <a:cubicBezTo>
                  <a:pt x="937848" y="177139"/>
                  <a:pt x="949040" y="164562"/>
                  <a:pt x="955136" y="154920"/>
                </a:cubicBezTo>
                <a:cubicBezTo>
                  <a:pt x="961341" y="145281"/>
                  <a:pt x="964444" y="137246"/>
                  <a:pt x="964444" y="130818"/>
                </a:cubicBezTo>
                <a:cubicBezTo>
                  <a:pt x="964444" y="125722"/>
                  <a:pt x="962505" y="120569"/>
                  <a:pt x="958627" y="115359"/>
                </a:cubicBezTo>
                <a:cubicBezTo>
                  <a:pt x="954858" y="110041"/>
                  <a:pt x="952476" y="106273"/>
                  <a:pt x="951479" y="104056"/>
                </a:cubicBezTo>
                <a:cubicBezTo>
                  <a:pt x="950592" y="101839"/>
                  <a:pt x="950149" y="99403"/>
                  <a:pt x="950149" y="96742"/>
                </a:cubicBezTo>
                <a:cubicBezTo>
                  <a:pt x="950149" y="90979"/>
                  <a:pt x="952033" y="86158"/>
                  <a:pt x="955801" y="82279"/>
                </a:cubicBezTo>
                <a:cubicBezTo>
                  <a:pt x="959568" y="78401"/>
                  <a:pt x="964334" y="76462"/>
                  <a:pt x="970096" y="76462"/>
                </a:cubicBezTo>
                <a:cubicBezTo>
                  <a:pt x="976192" y="76462"/>
                  <a:pt x="980900" y="78401"/>
                  <a:pt x="984225" y="82279"/>
                </a:cubicBezTo>
                <a:cubicBezTo>
                  <a:pt x="988880" y="87711"/>
                  <a:pt x="991207" y="94139"/>
                  <a:pt x="991207" y="101563"/>
                </a:cubicBezTo>
                <a:cubicBezTo>
                  <a:pt x="991207" y="109209"/>
                  <a:pt x="989821" y="116744"/>
                  <a:pt x="987051" y="124169"/>
                </a:cubicBezTo>
                <a:cubicBezTo>
                  <a:pt x="984391" y="131482"/>
                  <a:pt x="979738" y="140182"/>
                  <a:pt x="973088" y="150267"/>
                </a:cubicBezTo>
                <a:cubicBezTo>
                  <a:pt x="966550" y="160241"/>
                  <a:pt x="959236" y="169329"/>
                  <a:pt x="951146" y="177528"/>
                </a:cubicBezTo>
                <a:cubicBezTo>
                  <a:pt x="936297" y="192599"/>
                  <a:pt x="915075" y="211826"/>
                  <a:pt x="887481" y="235209"/>
                </a:cubicBezTo>
                <a:moveTo>
                  <a:pt x="1068336" y="0"/>
                </a:moveTo>
                <a:cubicBezTo>
                  <a:pt x="1075207" y="0"/>
                  <a:pt x="1080969" y="2382"/>
                  <a:pt x="1085624" y="7146"/>
                </a:cubicBezTo>
                <a:cubicBezTo>
                  <a:pt x="1090388" y="11910"/>
                  <a:pt x="1092771" y="17674"/>
                  <a:pt x="1092771" y="24434"/>
                </a:cubicBezTo>
                <a:cubicBezTo>
                  <a:pt x="1092771" y="31194"/>
                  <a:pt x="1090388" y="36955"/>
                  <a:pt x="1085624" y="41722"/>
                </a:cubicBezTo>
                <a:cubicBezTo>
                  <a:pt x="1080858" y="46486"/>
                  <a:pt x="1075096" y="48868"/>
                  <a:pt x="1068336" y="48868"/>
                </a:cubicBezTo>
                <a:cubicBezTo>
                  <a:pt x="1061686" y="48868"/>
                  <a:pt x="1055980" y="46486"/>
                  <a:pt x="1051214" y="41722"/>
                </a:cubicBezTo>
                <a:cubicBezTo>
                  <a:pt x="1046449" y="36955"/>
                  <a:pt x="1044066" y="31194"/>
                  <a:pt x="1044066" y="24434"/>
                </a:cubicBezTo>
                <a:cubicBezTo>
                  <a:pt x="1044066" y="17674"/>
                  <a:pt x="1046393" y="11910"/>
                  <a:pt x="1051048" y="7146"/>
                </a:cubicBezTo>
                <a:cubicBezTo>
                  <a:pt x="1055814" y="2382"/>
                  <a:pt x="1061576" y="0"/>
                  <a:pt x="1068336" y="0"/>
                </a:cubicBezTo>
                <a:moveTo>
                  <a:pt x="1078642" y="76462"/>
                </a:moveTo>
                <a:lnTo>
                  <a:pt x="1044565" y="194649"/>
                </a:lnTo>
                <a:cubicBezTo>
                  <a:pt x="1042681" y="201409"/>
                  <a:pt x="1041740" y="205841"/>
                  <a:pt x="1041740" y="207947"/>
                </a:cubicBezTo>
                <a:cubicBezTo>
                  <a:pt x="1041740" y="209165"/>
                  <a:pt x="1042238" y="210329"/>
                  <a:pt x="1043236" y="211440"/>
                </a:cubicBezTo>
                <a:cubicBezTo>
                  <a:pt x="1044233" y="212436"/>
                  <a:pt x="1045286" y="212933"/>
                  <a:pt x="1046393" y="212933"/>
                </a:cubicBezTo>
                <a:cubicBezTo>
                  <a:pt x="1048278" y="212933"/>
                  <a:pt x="1050161" y="212104"/>
                  <a:pt x="1052046" y="210440"/>
                </a:cubicBezTo>
                <a:cubicBezTo>
                  <a:pt x="1057032" y="206340"/>
                  <a:pt x="1063017" y="198916"/>
                  <a:pt x="1069998" y="188167"/>
                </a:cubicBezTo>
                <a:lnTo>
                  <a:pt x="1075649" y="191491"/>
                </a:lnTo>
                <a:cubicBezTo>
                  <a:pt x="1058917" y="220636"/>
                  <a:pt x="1041129" y="235209"/>
                  <a:pt x="1022291" y="235209"/>
                </a:cubicBezTo>
                <a:cubicBezTo>
                  <a:pt x="1015088" y="235209"/>
                  <a:pt x="1009325" y="233213"/>
                  <a:pt x="1005004" y="229224"/>
                </a:cubicBezTo>
                <a:cubicBezTo>
                  <a:pt x="1000793" y="225124"/>
                  <a:pt x="998686" y="219971"/>
                  <a:pt x="998686" y="213765"/>
                </a:cubicBezTo>
                <a:cubicBezTo>
                  <a:pt x="998686" y="209665"/>
                  <a:pt x="999629" y="204458"/>
                  <a:pt x="1001513" y="198141"/>
                </a:cubicBezTo>
                <a:lnTo>
                  <a:pt x="1024618" y="118683"/>
                </a:lnTo>
                <a:cubicBezTo>
                  <a:pt x="1026834" y="111038"/>
                  <a:pt x="1027943" y="105274"/>
                  <a:pt x="1027943" y="101396"/>
                </a:cubicBezTo>
                <a:cubicBezTo>
                  <a:pt x="1027943" y="98960"/>
                  <a:pt x="1026889" y="96796"/>
                  <a:pt x="1024784" y="94914"/>
                </a:cubicBezTo>
                <a:cubicBezTo>
                  <a:pt x="1022679" y="93029"/>
                  <a:pt x="1019797" y="92089"/>
                  <a:pt x="1016140" y="92089"/>
                </a:cubicBezTo>
                <a:cubicBezTo>
                  <a:pt x="1014478" y="92089"/>
                  <a:pt x="1012483" y="92143"/>
                  <a:pt x="1010157" y="92254"/>
                </a:cubicBezTo>
                <a:lnTo>
                  <a:pt x="1012317" y="85604"/>
                </a:lnTo>
                <a:lnTo>
                  <a:pt x="1068668" y="76462"/>
                </a:lnTo>
                <a:lnTo>
                  <a:pt x="1078642" y="76462"/>
                </a:lnTo>
                <a:moveTo>
                  <a:pt x="1213284" y="76462"/>
                </a:moveTo>
                <a:lnTo>
                  <a:pt x="1205971" y="127826"/>
                </a:lnTo>
                <a:lnTo>
                  <a:pt x="1199821" y="127826"/>
                </a:lnTo>
                <a:cubicBezTo>
                  <a:pt x="1198934" y="114530"/>
                  <a:pt x="1194834" y="104056"/>
                  <a:pt x="1187520" y="96410"/>
                </a:cubicBezTo>
                <a:cubicBezTo>
                  <a:pt x="1180316" y="88764"/>
                  <a:pt x="1172559" y="84940"/>
                  <a:pt x="1164248" y="84940"/>
                </a:cubicBezTo>
                <a:cubicBezTo>
                  <a:pt x="1159150" y="84940"/>
                  <a:pt x="1154939" y="86436"/>
                  <a:pt x="1151615" y="89429"/>
                </a:cubicBezTo>
                <a:cubicBezTo>
                  <a:pt x="1148290" y="92421"/>
                  <a:pt x="1146628" y="96021"/>
                  <a:pt x="1146628" y="100232"/>
                </a:cubicBezTo>
                <a:cubicBezTo>
                  <a:pt x="1146628" y="103778"/>
                  <a:pt x="1147349" y="107102"/>
                  <a:pt x="1148790" y="110206"/>
                </a:cubicBezTo>
                <a:cubicBezTo>
                  <a:pt x="1150229" y="113309"/>
                  <a:pt x="1153443" y="117519"/>
                  <a:pt x="1158430" y="122840"/>
                </a:cubicBezTo>
                <a:cubicBezTo>
                  <a:pt x="1175939" y="141678"/>
                  <a:pt x="1186578" y="154645"/>
                  <a:pt x="1190345" y="161737"/>
                </a:cubicBezTo>
                <a:cubicBezTo>
                  <a:pt x="1194113" y="168829"/>
                  <a:pt x="1195997" y="176421"/>
                  <a:pt x="1195997" y="184510"/>
                </a:cubicBezTo>
                <a:cubicBezTo>
                  <a:pt x="1195997" y="193263"/>
                  <a:pt x="1193781" y="201576"/>
                  <a:pt x="1189349" y="209444"/>
                </a:cubicBezTo>
                <a:cubicBezTo>
                  <a:pt x="1184915" y="217200"/>
                  <a:pt x="1178266" y="223461"/>
                  <a:pt x="1169401" y="228228"/>
                </a:cubicBezTo>
                <a:cubicBezTo>
                  <a:pt x="1160646" y="232881"/>
                  <a:pt x="1151504" y="235209"/>
                  <a:pt x="1141974" y="235209"/>
                </a:cubicBezTo>
                <a:cubicBezTo>
                  <a:pt x="1135546" y="235209"/>
                  <a:pt x="1127622" y="233934"/>
                  <a:pt x="1118203" y="231385"/>
                </a:cubicBezTo>
                <a:cubicBezTo>
                  <a:pt x="1111998" y="229613"/>
                  <a:pt x="1107343" y="228724"/>
                  <a:pt x="1104240" y="228724"/>
                </a:cubicBezTo>
                <a:cubicBezTo>
                  <a:pt x="1101470" y="228724"/>
                  <a:pt x="1099310" y="229170"/>
                  <a:pt x="1097758" y="230056"/>
                </a:cubicBezTo>
                <a:cubicBezTo>
                  <a:pt x="1096207" y="230831"/>
                  <a:pt x="1094489" y="232549"/>
                  <a:pt x="1092605" y="235209"/>
                </a:cubicBezTo>
                <a:lnTo>
                  <a:pt x="1086454" y="235209"/>
                </a:lnTo>
                <a:lnTo>
                  <a:pt x="1094600" y="179856"/>
                </a:lnTo>
                <a:lnTo>
                  <a:pt x="1099919" y="179856"/>
                </a:lnTo>
                <a:cubicBezTo>
                  <a:pt x="1103797" y="193263"/>
                  <a:pt x="1107399" y="202851"/>
                  <a:pt x="1110723" y="208612"/>
                </a:cubicBezTo>
                <a:cubicBezTo>
                  <a:pt x="1114159" y="214265"/>
                  <a:pt x="1118701" y="218807"/>
                  <a:pt x="1124354" y="222243"/>
                </a:cubicBezTo>
                <a:cubicBezTo>
                  <a:pt x="1130006" y="225567"/>
                  <a:pt x="1135436" y="227231"/>
                  <a:pt x="1140644" y="227231"/>
                </a:cubicBezTo>
                <a:cubicBezTo>
                  <a:pt x="1146738" y="227231"/>
                  <a:pt x="1151781" y="225346"/>
                  <a:pt x="1155770" y="221578"/>
                </a:cubicBezTo>
                <a:cubicBezTo>
                  <a:pt x="1159760" y="217700"/>
                  <a:pt x="1161755" y="213100"/>
                  <a:pt x="1161755" y="207783"/>
                </a:cubicBezTo>
                <a:cubicBezTo>
                  <a:pt x="1161755" y="202573"/>
                  <a:pt x="1160425" y="197530"/>
                  <a:pt x="1157766" y="192656"/>
                </a:cubicBezTo>
                <a:cubicBezTo>
                  <a:pt x="1155216" y="187778"/>
                  <a:pt x="1149233" y="180189"/>
                  <a:pt x="1139812" y="169882"/>
                </a:cubicBezTo>
                <a:cubicBezTo>
                  <a:pt x="1126847" y="155809"/>
                  <a:pt x="1118314" y="144949"/>
                  <a:pt x="1114214" y="137300"/>
                </a:cubicBezTo>
                <a:cubicBezTo>
                  <a:pt x="1111332" y="131761"/>
                  <a:pt x="1109891" y="125444"/>
                  <a:pt x="1109891" y="118351"/>
                </a:cubicBezTo>
                <a:cubicBezTo>
                  <a:pt x="1109891" y="106384"/>
                  <a:pt x="1114214" y="96410"/>
                  <a:pt x="1122858" y="88432"/>
                </a:cubicBezTo>
                <a:cubicBezTo>
                  <a:pt x="1131613" y="80451"/>
                  <a:pt x="1143858" y="76462"/>
                  <a:pt x="1159594" y="76462"/>
                </a:cubicBezTo>
                <a:cubicBezTo>
                  <a:pt x="1166465" y="76462"/>
                  <a:pt x="1174886" y="77683"/>
                  <a:pt x="1184860" y="80119"/>
                </a:cubicBezTo>
                <a:cubicBezTo>
                  <a:pt x="1189847" y="81340"/>
                  <a:pt x="1193836" y="81947"/>
                  <a:pt x="1196829" y="81947"/>
                </a:cubicBezTo>
                <a:cubicBezTo>
                  <a:pt x="1201150" y="81947"/>
                  <a:pt x="1204641" y="80119"/>
                  <a:pt x="1207301" y="76462"/>
                </a:cubicBezTo>
                <a:lnTo>
                  <a:pt x="1213284" y="76462"/>
                </a:lnTo>
                <a:moveTo>
                  <a:pt x="1272462" y="168219"/>
                </a:moveTo>
                <a:cubicBezTo>
                  <a:pt x="1271464" y="175422"/>
                  <a:pt x="1270965" y="181353"/>
                  <a:pt x="1270965" y="186006"/>
                </a:cubicBezTo>
                <a:cubicBezTo>
                  <a:pt x="1270965" y="194316"/>
                  <a:pt x="1273347" y="200966"/>
                  <a:pt x="1278113" y="205951"/>
                </a:cubicBezTo>
                <a:cubicBezTo>
                  <a:pt x="1282989" y="210940"/>
                  <a:pt x="1289471" y="213433"/>
                  <a:pt x="1297561" y="213433"/>
                </a:cubicBezTo>
                <a:cubicBezTo>
                  <a:pt x="1305318" y="213433"/>
                  <a:pt x="1313076" y="211550"/>
                  <a:pt x="1320833" y="207783"/>
                </a:cubicBezTo>
                <a:cubicBezTo>
                  <a:pt x="1328701" y="204012"/>
                  <a:pt x="1337788" y="197420"/>
                  <a:pt x="1348095" y="187999"/>
                </a:cubicBezTo>
                <a:lnTo>
                  <a:pt x="1353082" y="192488"/>
                </a:lnTo>
                <a:cubicBezTo>
                  <a:pt x="1340336" y="207893"/>
                  <a:pt x="1327925" y="218864"/>
                  <a:pt x="1315846" y="225403"/>
                </a:cubicBezTo>
                <a:cubicBezTo>
                  <a:pt x="1303768" y="231938"/>
                  <a:pt x="1290414" y="235209"/>
                  <a:pt x="1275786" y="235209"/>
                </a:cubicBezTo>
                <a:cubicBezTo>
                  <a:pt x="1257279" y="235209"/>
                  <a:pt x="1244480" y="230777"/>
                  <a:pt x="1237388" y="221910"/>
                </a:cubicBezTo>
                <a:cubicBezTo>
                  <a:pt x="1230295" y="213044"/>
                  <a:pt x="1226749" y="202794"/>
                  <a:pt x="1226749" y="191159"/>
                </a:cubicBezTo>
                <a:cubicBezTo>
                  <a:pt x="1226749" y="172986"/>
                  <a:pt x="1232013" y="154809"/>
                  <a:pt x="1242541" y="136636"/>
                </a:cubicBezTo>
                <a:cubicBezTo>
                  <a:pt x="1253179" y="118462"/>
                  <a:pt x="1267585" y="103891"/>
                  <a:pt x="1285759" y="92918"/>
                </a:cubicBezTo>
                <a:cubicBezTo>
                  <a:pt x="1304045" y="81947"/>
                  <a:pt x="1322384" y="76462"/>
                  <a:pt x="1340781" y="76462"/>
                </a:cubicBezTo>
                <a:cubicBezTo>
                  <a:pt x="1350089" y="76462"/>
                  <a:pt x="1357126" y="78679"/>
                  <a:pt x="1361892" y="83111"/>
                </a:cubicBezTo>
                <a:cubicBezTo>
                  <a:pt x="1366656" y="87543"/>
                  <a:pt x="1369039" y="93139"/>
                  <a:pt x="1369039" y="99899"/>
                </a:cubicBezTo>
                <a:cubicBezTo>
                  <a:pt x="1369039" y="107991"/>
                  <a:pt x="1366711" y="115858"/>
                  <a:pt x="1362058" y="123504"/>
                </a:cubicBezTo>
                <a:cubicBezTo>
                  <a:pt x="1355630" y="133921"/>
                  <a:pt x="1347539" y="142342"/>
                  <a:pt x="1337788" y="148770"/>
                </a:cubicBezTo>
                <a:cubicBezTo>
                  <a:pt x="1328036" y="155087"/>
                  <a:pt x="1317120" y="159908"/>
                  <a:pt x="1305041" y="163233"/>
                </a:cubicBezTo>
                <a:cubicBezTo>
                  <a:pt x="1296952" y="165448"/>
                  <a:pt x="1286091" y="167111"/>
                  <a:pt x="1272462" y="168219"/>
                </a:cubicBezTo>
                <a:moveTo>
                  <a:pt x="1273958" y="159576"/>
                </a:moveTo>
                <a:cubicBezTo>
                  <a:pt x="1283709" y="158134"/>
                  <a:pt x="1291244" y="156195"/>
                  <a:pt x="1296565" y="153759"/>
                </a:cubicBezTo>
                <a:cubicBezTo>
                  <a:pt x="1301995" y="151209"/>
                  <a:pt x="1307259" y="147220"/>
                  <a:pt x="1312355" y="141789"/>
                </a:cubicBezTo>
                <a:cubicBezTo>
                  <a:pt x="1317563" y="136249"/>
                  <a:pt x="1322052" y="129322"/>
                  <a:pt x="1325820" y="121012"/>
                </a:cubicBezTo>
                <a:cubicBezTo>
                  <a:pt x="1329587" y="112588"/>
                  <a:pt x="1331471" y="104720"/>
                  <a:pt x="1331471" y="97407"/>
                </a:cubicBezTo>
                <a:cubicBezTo>
                  <a:pt x="1331471" y="94303"/>
                  <a:pt x="1330585" y="91867"/>
                  <a:pt x="1328812" y="90093"/>
                </a:cubicBezTo>
                <a:cubicBezTo>
                  <a:pt x="1327150" y="88321"/>
                  <a:pt x="1324989" y="87433"/>
                  <a:pt x="1322329" y="87433"/>
                </a:cubicBezTo>
                <a:cubicBezTo>
                  <a:pt x="1317010" y="87433"/>
                  <a:pt x="1311026" y="91146"/>
                  <a:pt x="1304377" y="98571"/>
                </a:cubicBezTo>
                <a:cubicBezTo>
                  <a:pt x="1292187" y="112091"/>
                  <a:pt x="1282047" y="132425"/>
                  <a:pt x="1273958" y="159576"/>
                </a:cubicBezTo>
              </a:path>
            </a:pathLst>
          </a:custGeom>
          <a:solidFill xmlns:a="http://schemas.openxmlformats.org/drawingml/2006/main">
            <a:srgbClr val="009F8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" name="path-130">
            <a:extLst xmlns:a="http://schemas.openxmlformats.org/drawingml/2006/main">
              <a:ext uri="{FF2B5EF4-FFF2-40B4-BE49-F238E27FC236}">
                <a16:creationId xmlns:a16="http://schemas.microsoft.com/office/drawing/2014/main" id="{C3E02702-9536-4A13-AAAA-A14A3DD7AB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84617" y="3434629"/>
            <a:ext cx="357918" cy="321111"/>
          </a:xfrm>
          <a:custGeom xmlns:a="http://schemas.openxmlformats.org/drawingml/2006/main">
            <a:pathLst>
              <a:path w="263468" h="236373">
                <a:moveTo>
                  <a:pt x="49369" y="0"/>
                </a:moveTo>
                <a:cubicBezTo>
                  <a:pt x="54023" y="0"/>
                  <a:pt x="57958" y="1661"/>
                  <a:pt x="61172" y="4986"/>
                </a:cubicBezTo>
                <a:cubicBezTo>
                  <a:pt x="64496" y="8200"/>
                  <a:pt x="66157" y="12135"/>
                  <a:pt x="66157" y="16788"/>
                </a:cubicBezTo>
                <a:cubicBezTo>
                  <a:pt x="66157" y="21441"/>
                  <a:pt x="64496" y="25433"/>
                  <a:pt x="61172" y="28758"/>
                </a:cubicBezTo>
                <a:cubicBezTo>
                  <a:pt x="57958" y="32080"/>
                  <a:pt x="54023" y="33744"/>
                  <a:pt x="49369" y="33744"/>
                </a:cubicBezTo>
                <a:cubicBezTo>
                  <a:pt x="44714" y="33744"/>
                  <a:pt x="40725" y="32080"/>
                  <a:pt x="37401" y="28758"/>
                </a:cubicBezTo>
                <a:cubicBezTo>
                  <a:pt x="34076" y="25433"/>
                  <a:pt x="32414" y="21441"/>
                  <a:pt x="32414" y="16788"/>
                </a:cubicBezTo>
                <a:cubicBezTo>
                  <a:pt x="32414" y="12135"/>
                  <a:pt x="34020" y="8200"/>
                  <a:pt x="37234" y="4986"/>
                </a:cubicBezTo>
                <a:cubicBezTo>
                  <a:pt x="40559" y="1661"/>
                  <a:pt x="44604" y="0"/>
                  <a:pt x="49369" y="0"/>
                </a:cubicBezTo>
                <a:moveTo>
                  <a:pt x="63166" y="79622"/>
                </a:moveTo>
                <a:lnTo>
                  <a:pt x="63166" y="201965"/>
                </a:lnTo>
                <a:cubicBezTo>
                  <a:pt x="63166" y="211493"/>
                  <a:pt x="63830" y="217867"/>
                  <a:pt x="65161" y="221081"/>
                </a:cubicBezTo>
                <a:cubicBezTo>
                  <a:pt x="66602" y="224185"/>
                  <a:pt x="68651" y="226510"/>
                  <a:pt x="71310" y="228063"/>
                </a:cubicBezTo>
                <a:cubicBezTo>
                  <a:pt x="74081" y="229613"/>
                  <a:pt x="79068" y="230388"/>
                  <a:pt x="86271" y="230388"/>
                </a:cubicBezTo>
                <a:lnTo>
                  <a:pt x="86271" y="236373"/>
                </a:lnTo>
                <a:lnTo>
                  <a:pt x="12301" y="236373"/>
                </a:lnTo>
                <a:lnTo>
                  <a:pt x="12301" y="230388"/>
                </a:lnTo>
                <a:cubicBezTo>
                  <a:pt x="19725" y="230388"/>
                  <a:pt x="24712" y="229670"/>
                  <a:pt x="27260" y="228228"/>
                </a:cubicBezTo>
                <a:cubicBezTo>
                  <a:pt x="29810" y="226788"/>
                  <a:pt x="31805" y="224406"/>
                  <a:pt x="33245" y="221081"/>
                </a:cubicBezTo>
                <a:cubicBezTo>
                  <a:pt x="34797" y="217757"/>
                  <a:pt x="35572" y="211383"/>
                  <a:pt x="35572" y="201965"/>
                </a:cubicBezTo>
                <a:lnTo>
                  <a:pt x="35572" y="143288"/>
                </a:lnTo>
                <a:cubicBezTo>
                  <a:pt x="35572" y="126775"/>
                  <a:pt x="35074" y="116080"/>
                  <a:pt x="34076" y="111205"/>
                </a:cubicBezTo>
                <a:cubicBezTo>
                  <a:pt x="33301" y="107659"/>
                  <a:pt x="32081" y="105220"/>
                  <a:pt x="30419" y="103891"/>
                </a:cubicBezTo>
                <a:cubicBezTo>
                  <a:pt x="28757" y="102449"/>
                  <a:pt x="26485" y="101731"/>
                  <a:pt x="23604" y="101731"/>
                </a:cubicBezTo>
                <a:cubicBezTo>
                  <a:pt x="20500" y="101731"/>
                  <a:pt x="16733" y="102560"/>
                  <a:pt x="12301" y="104224"/>
                </a:cubicBezTo>
                <a:lnTo>
                  <a:pt x="9973" y="98239"/>
                </a:lnTo>
                <a:lnTo>
                  <a:pt x="55851" y="79622"/>
                </a:lnTo>
                <a:lnTo>
                  <a:pt x="63166" y="79622"/>
                </a:lnTo>
                <a:moveTo>
                  <a:pt x="149770" y="111869"/>
                </a:moveTo>
                <a:cubicBezTo>
                  <a:pt x="167611" y="90371"/>
                  <a:pt x="184622" y="79622"/>
                  <a:pt x="200801" y="79622"/>
                </a:cubicBezTo>
                <a:cubicBezTo>
                  <a:pt x="209113" y="79622"/>
                  <a:pt x="216260" y="81729"/>
                  <a:pt x="222244" y="85939"/>
                </a:cubicBezTo>
                <a:cubicBezTo>
                  <a:pt x="228228" y="90039"/>
                  <a:pt x="232993" y="96853"/>
                  <a:pt x="236539" y="106384"/>
                </a:cubicBezTo>
                <a:cubicBezTo>
                  <a:pt x="238978" y="113033"/>
                  <a:pt x="240196" y="123229"/>
                  <a:pt x="240196" y="136971"/>
                </a:cubicBezTo>
                <a:lnTo>
                  <a:pt x="240196" y="201965"/>
                </a:lnTo>
                <a:cubicBezTo>
                  <a:pt x="240196" y="211604"/>
                  <a:pt x="240973" y="218143"/>
                  <a:pt x="242524" y="221578"/>
                </a:cubicBezTo>
                <a:cubicBezTo>
                  <a:pt x="243742" y="224349"/>
                  <a:pt x="245681" y="226510"/>
                  <a:pt x="248342" y="228063"/>
                </a:cubicBezTo>
                <a:cubicBezTo>
                  <a:pt x="251113" y="229613"/>
                  <a:pt x="256154" y="230388"/>
                  <a:pt x="263468" y="230388"/>
                </a:cubicBezTo>
                <a:lnTo>
                  <a:pt x="263468" y="236373"/>
                </a:lnTo>
                <a:lnTo>
                  <a:pt x="188168" y="236373"/>
                </a:lnTo>
                <a:lnTo>
                  <a:pt x="188168" y="230388"/>
                </a:lnTo>
                <a:lnTo>
                  <a:pt x="191325" y="230388"/>
                </a:lnTo>
                <a:cubicBezTo>
                  <a:pt x="198418" y="230388"/>
                  <a:pt x="203349" y="229335"/>
                  <a:pt x="206120" y="227231"/>
                </a:cubicBezTo>
                <a:cubicBezTo>
                  <a:pt x="209002" y="225014"/>
                  <a:pt x="210997" y="221800"/>
                  <a:pt x="212104" y="217589"/>
                </a:cubicBezTo>
                <a:cubicBezTo>
                  <a:pt x="212548" y="215928"/>
                  <a:pt x="212770" y="210718"/>
                  <a:pt x="212770" y="201965"/>
                </a:cubicBezTo>
                <a:lnTo>
                  <a:pt x="212770" y="139631"/>
                </a:lnTo>
                <a:cubicBezTo>
                  <a:pt x="212770" y="125779"/>
                  <a:pt x="210941" y="115748"/>
                  <a:pt x="207284" y="109541"/>
                </a:cubicBezTo>
                <a:cubicBezTo>
                  <a:pt x="203738" y="103227"/>
                  <a:pt x="197698" y="100067"/>
                  <a:pt x="189165" y="100067"/>
                </a:cubicBezTo>
                <a:cubicBezTo>
                  <a:pt x="175978" y="100067"/>
                  <a:pt x="162846" y="107270"/>
                  <a:pt x="149770" y="121676"/>
                </a:cubicBezTo>
                <a:lnTo>
                  <a:pt x="149770" y="201965"/>
                </a:lnTo>
                <a:cubicBezTo>
                  <a:pt x="149770" y="212271"/>
                  <a:pt x="150379" y="218643"/>
                  <a:pt x="151598" y="221081"/>
                </a:cubicBezTo>
                <a:cubicBezTo>
                  <a:pt x="153150" y="224295"/>
                  <a:pt x="155255" y="226677"/>
                  <a:pt x="157914" y="228228"/>
                </a:cubicBezTo>
                <a:cubicBezTo>
                  <a:pt x="160685" y="229670"/>
                  <a:pt x="166226" y="230388"/>
                  <a:pt x="174537" y="230388"/>
                </a:cubicBezTo>
                <a:lnTo>
                  <a:pt x="174537" y="236373"/>
                </a:lnTo>
                <a:lnTo>
                  <a:pt x="99236" y="236373"/>
                </a:lnTo>
                <a:lnTo>
                  <a:pt x="99236" y="230388"/>
                </a:lnTo>
                <a:lnTo>
                  <a:pt x="102561" y="230388"/>
                </a:lnTo>
                <a:cubicBezTo>
                  <a:pt x="110318" y="230388"/>
                  <a:pt x="115526" y="228449"/>
                  <a:pt x="118187" y="224571"/>
                </a:cubicBezTo>
                <a:cubicBezTo>
                  <a:pt x="120956" y="220582"/>
                  <a:pt x="122342" y="213047"/>
                  <a:pt x="122342" y="201965"/>
                </a:cubicBezTo>
                <a:lnTo>
                  <a:pt x="122342" y="145448"/>
                </a:lnTo>
                <a:cubicBezTo>
                  <a:pt x="122342" y="127161"/>
                  <a:pt x="121899" y="116026"/>
                  <a:pt x="121013" y="112037"/>
                </a:cubicBezTo>
                <a:cubicBezTo>
                  <a:pt x="120237" y="108048"/>
                  <a:pt x="118962" y="105331"/>
                  <a:pt x="117189" y="103891"/>
                </a:cubicBezTo>
                <a:cubicBezTo>
                  <a:pt x="115526" y="102449"/>
                  <a:pt x="113255" y="101731"/>
                  <a:pt x="110375" y="101731"/>
                </a:cubicBezTo>
                <a:cubicBezTo>
                  <a:pt x="107271" y="101731"/>
                  <a:pt x="103559" y="102560"/>
                  <a:pt x="99236" y="104224"/>
                </a:cubicBezTo>
                <a:lnTo>
                  <a:pt x="96744" y="98239"/>
                </a:lnTo>
                <a:lnTo>
                  <a:pt x="142622" y="79622"/>
                </a:lnTo>
                <a:lnTo>
                  <a:pt x="149770" y="79622"/>
                </a:lnTo>
                <a:lnTo>
                  <a:pt x="149770" y="11186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" name="path-132">
            <a:extLst xmlns:a="http://schemas.openxmlformats.org/drawingml/2006/main">
              <a:ext uri="{FF2B5EF4-FFF2-40B4-BE49-F238E27FC236}">
                <a16:creationId xmlns:a16="http://schemas.microsoft.com/office/drawing/2014/main" id="{6345E915-FFDB-4B0A-BA44-30CF600B3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63574" y="3434629"/>
            <a:ext cx="2682928" cy="420922"/>
          </a:xfrm>
          <a:custGeom xmlns:a="http://schemas.openxmlformats.org/drawingml/2006/main">
            <a:pathLst>
              <a:path w="1974933" h="309846">
                <a:moveTo>
                  <a:pt x="195150" y="174039"/>
                </a:moveTo>
                <a:lnTo>
                  <a:pt x="200635" y="175203"/>
                </a:lnTo>
                <a:lnTo>
                  <a:pt x="181353" y="236373"/>
                </a:lnTo>
                <a:lnTo>
                  <a:pt x="6815" y="236373"/>
                </a:lnTo>
                <a:lnTo>
                  <a:pt x="6815" y="230224"/>
                </a:lnTo>
                <a:lnTo>
                  <a:pt x="15293" y="230224"/>
                </a:lnTo>
                <a:cubicBezTo>
                  <a:pt x="24823" y="230224"/>
                  <a:pt x="31638" y="227120"/>
                  <a:pt x="35740" y="220914"/>
                </a:cubicBezTo>
                <a:cubicBezTo>
                  <a:pt x="38066" y="217368"/>
                  <a:pt x="39230" y="209168"/>
                  <a:pt x="39230" y="196312"/>
                </a:cubicBezTo>
                <a:lnTo>
                  <a:pt x="39230" y="50864"/>
                </a:lnTo>
                <a:cubicBezTo>
                  <a:pt x="39230" y="36790"/>
                  <a:pt x="37679" y="27980"/>
                  <a:pt x="34576" y="24434"/>
                </a:cubicBezTo>
                <a:cubicBezTo>
                  <a:pt x="30254" y="19559"/>
                  <a:pt x="23826" y="17120"/>
                  <a:pt x="15293" y="17120"/>
                </a:cubicBezTo>
                <a:lnTo>
                  <a:pt x="6815" y="17120"/>
                </a:lnTo>
                <a:lnTo>
                  <a:pt x="6815" y="10971"/>
                </a:lnTo>
                <a:lnTo>
                  <a:pt x="108878" y="10971"/>
                </a:lnTo>
                <a:lnTo>
                  <a:pt x="108878" y="17120"/>
                </a:lnTo>
                <a:cubicBezTo>
                  <a:pt x="96910" y="17010"/>
                  <a:pt x="88489" y="18120"/>
                  <a:pt x="83612" y="20445"/>
                </a:cubicBezTo>
                <a:cubicBezTo>
                  <a:pt x="78847" y="22773"/>
                  <a:pt x="75578" y="25709"/>
                  <a:pt x="73805" y="29255"/>
                </a:cubicBezTo>
                <a:cubicBezTo>
                  <a:pt x="72031" y="32801"/>
                  <a:pt x="71146" y="41279"/>
                  <a:pt x="71146" y="54688"/>
                </a:cubicBezTo>
                <a:lnTo>
                  <a:pt x="71146" y="196312"/>
                </a:lnTo>
                <a:cubicBezTo>
                  <a:pt x="71146" y="205511"/>
                  <a:pt x="72031" y="211828"/>
                  <a:pt x="73805" y="215264"/>
                </a:cubicBezTo>
                <a:cubicBezTo>
                  <a:pt x="75135" y="217589"/>
                  <a:pt x="77185" y="219307"/>
                  <a:pt x="79956" y="220417"/>
                </a:cubicBezTo>
                <a:cubicBezTo>
                  <a:pt x="82725" y="221524"/>
                  <a:pt x="91369" y="222078"/>
                  <a:pt x="105886" y="222078"/>
                </a:cubicBezTo>
                <a:lnTo>
                  <a:pt x="122343" y="222078"/>
                </a:lnTo>
                <a:cubicBezTo>
                  <a:pt x="139631" y="222078"/>
                  <a:pt x="151766" y="220803"/>
                  <a:pt x="158746" y="218254"/>
                </a:cubicBezTo>
                <a:cubicBezTo>
                  <a:pt x="165727" y="215707"/>
                  <a:pt x="172100" y="211218"/>
                  <a:pt x="177862" y="204790"/>
                </a:cubicBezTo>
                <a:cubicBezTo>
                  <a:pt x="183625" y="198252"/>
                  <a:pt x="189388" y="188002"/>
                  <a:pt x="195150" y="174039"/>
                </a:cubicBezTo>
                <a:moveTo>
                  <a:pt x="305026" y="214432"/>
                </a:moveTo>
                <a:cubicBezTo>
                  <a:pt x="289401" y="226510"/>
                  <a:pt x="279593" y="233491"/>
                  <a:pt x="275604" y="235377"/>
                </a:cubicBezTo>
                <a:cubicBezTo>
                  <a:pt x="269619" y="238148"/>
                  <a:pt x="263247" y="239533"/>
                  <a:pt x="256487" y="239533"/>
                </a:cubicBezTo>
                <a:cubicBezTo>
                  <a:pt x="245960" y="239533"/>
                  <a:pt x="237260" y="235930"/>
                  <a:pt x="230390" y="228727"/>
                </a:cubicBezTo>
                <a:cubicBezTo>
                  <a:pt x="223630" y="221524"/>
                  <a:pt x="220250" y="212050"/>
                  <a:pt x="220250" y="200301"/>
                </a:cubicBezTo>
                <a:cubicBezTo>
                  <a:pt x="220250" y="192877"/>
                  <a:pt x="221912" y="186449"/>
                  <a:pt x="225237" y="181021"/>
                </a:cubicBezTo>
                <a:cubicBezTo>
                  <a:pt x="229781" y="173485"/>
                  <a:pt x="237648" y="166393"/>
                  <a:pt x="248841" y="159744"/>
                </a:cubicBezTo>
                <a:cubicBezTo>
                  <a:pt x="260144" y="153094"/>
                  <a:pt x="278873" y="145006"/>
                  <a:pt x="305026" y="135474"/>
                </a:cubicBezTo>
                <a:lnTo>
                  <a:pt x="305026" y="129489"/>
                </a:lnTo>
                <a:cubicBezTo>
                  <a:pt x="305026" y="114308"/>
                  <a:pt x="302587" y="103891"/>
                  <a:pt x="297711" y="98239"/>
                </a:cubicBezTo>
                <a:cubicBezTo>
                  <a:pt x="292947" y="92589"/>
                  <a:pt x="285965" y="89764"/>
                  <a:pt x="276766" y="89764"/>
                </a:cubicBezTo>
                <a:cubicBezTo>
                  <a:pt x="269786" y="89764"/>
                  <a:pt x="264244" y="91646"/>
                  <a:pt x="260144" y="95414"/>
                </a:cubicBezTo>
                <a:cubicBezTo>
                  <a:pt x="255934" y="99181"/>
                  <a:pt x="253827" y="103502"/>
                  <a:pt x="253827" y="108380"/>
                </a:cubicBezTo>
                <a:lnTo>
                  <a:pt x="254161" y="118022"/>
                </a:lnTo>
                <a:cubicBezTo>
                  <a:pt x="254161" y="123118"/>
                  <a:pt x="252831" y="127053"/>
                  <a:pt x="250170" y="129822"/>
                </a:cubicBezTo>
                <a:cubicBezTo>
                  <a:pt x="247622" y="132593"/>
                  <a:pt x="244242" y="133978"/>
                  <a:pt x="240032" y="133978"/>
                </a:cubicBezTo>
                <a:cubicBezTo>
                  <a:pt x="235930" y="133978"/>
                  <a:pt x="232550" y="132539"/>
                  <a:pt x="229891" y="129657"/>
                </a:cubicBezTo>
                <a:cubicBezTo>
                  <a:pt x="227342" y="126775"/>
                  <a:pt x="226068" y="122840"/>
                  <a:pt x="226068" y="117854"/>
                </a:cubicBezTo>
                <a:cubicBezTo>
                  <a:pt x="226068" y="108323"/>
                  <a:pt x="230943" y="99570"/>
                  <a:pt x="240696" y="91592"/>
                </a:cubicBezTo>
                <a:cubicBezTo>
                  <a:pt x="250448" y="83611"/>
                  <a:pt x="264133" y="79622"/>
                  <a:pt x="281753" y="79622"/>
                </a:cubicBezTo>
                <a:cubicBezTo>
                  <a:pt x="295273" y="79622"/>
                  <a:pt x="306355" y="81893"/>
                  <a:pt x="314999" y="86439"/>
                </a:cubicBezTo>
                <a:cubicBezTo>
                  <a:pt x="321537" y="89874"/>
                  <a:pt x="326358" y="95249"/>
                  <a:pt x="329460" y="102563"/>
                </a:cubicBezTo>
                <a:cubicBezTo>
                  <a:pt x="331456" y="107327"/>
                  <a:pt x="332453" y="117079"/>
                  <a:pt x="332453" y="131818"/>
                </a:cubicBezTo>
                <a:lnTo>
                  <a:pt x="332453" y="183513"/>
                </a:lnTo>
                <a:cubicBezTo>
                  <a:pt x="332453" y="198030"/>
                  <a:pt x="332729" y="206951"/>
                  <a:pt x="333284" y="210275"/>
                </a:cubicBezTo>
                <a:cubicBezTo>
                  <a:pt x="333838" y="213489"/>
                  <a:pt x="334724" y="215650"/>
                  <a:pt x="335943" y="216760"/>
                </a:cubicBezTo>
                <a:cubicBezTo>
                  <a:pt x="337273" y="217867"/>
                  <a:pt x="338770" y="218421"/>
                  <a:pt x="340432" y="218421"/>
                </a:cubicBezTo>
                <a:cubicBezTo>
                  <a:pt x="342205" y="218421"/>
                  <a:pt x="343757" y="218032"/>
                  <a:pt x="345085" y="217257"/>
                </a:cubicBezTo>
                <a:cubicBezTo>
                  <a:pt x="347414" y="215818"/>
                  <a:pt x="351901" y="211772"/>
                  <a:pt x="358550" y="205122"/>
                </a:cubicBezTo>
                <a:lnTo>
                  <a:pt x="358550" y="214432"/>
                </a:lnTo>
                <a:cubicBezTo>
                  <a:pt x="346139" y="231055"/>
                  <a:pt x="334281" y="239366"/>
                  <a:pt x="322978" y="239366"/>
                </a:cubicBezTo>
                <a:cubicBezTo>
                  <a:pt x="317548" y="239366"/>
                  <a:pt x="313226" y="237481"/>
                  <a:pt x="310012" y="233713"/>
                </a:cubicBezTo>
                <a:cubicBezTo>
                  <a:pt x="306799" y="229945"/>
                  <a:pt x="305137" y="223517"/>
                  <a:pt x="305026" y="214432"/>
                </a:cubicBezTo>
                <a:moveTo>
                  <a:pt x="305026" y="203626"/>
                </a:moveTo>
                <a:lnTo>
                  <a:pt x="305026" y="145613"/>
                </a:lnTo>
                <a:cubicBezTo>
                  <a:pt x="288292" y="152262"/>
                  <a:pt x="277487" y="156973"/>
                  <a:pt x="272611" y="159744"/>
                </a:cubicBezTo>
                <a:cubicBezTo>
                  <a:pt x="263857" y="164619"/>
                  <a:pt x="257596" y="169718"/>
                  <a:pt x="253827" y="175036"/>
                </a:cubicBezTo>
                <a:cubicBezTo>
                  <a:pt x="250059" y="180356"/>
                  <a:pt x="248176" y="186174"/>
                  <a:pt x="248176" y="192491"/>
                </a:cubicBezTo>
                <a:cubicBezTo>
                  <a:pt x="248176" y="200469"/>
                  <a:pt x="250559" y="207118"/>
                  <a:pt x="255323" y="212436"/>
                </a:cubicBezTo>
                <a:cubicBezTo>
                  <a:pt x="260089" y="217646"/>
                  <a:pt x="265574" y="220250"/>
                  <a:pt x="271781" y="220250"/>
                </a:cubicBezTo>
                <a:cubicBezTo>
                  <a:pt x="280202" y="220250"/>
                  <a:pt x="291284" y="214707"/>
                  <a:pt x="305026" y="203626"/>
                </a:cubicBezTo>
                <a:moveTo>
                  <a:pt x="414569" y="79622"/>
                </a:moveTo>
                <a:lnTo>
                  <a:pt x="414569" y="113865"/>
                </a:lnTo>
                <a:cubicBezTo>
                  <a:pt x="427312" y="91036"/>
                  <a:pt x="440388" y="79622"/>
                  <a:pt x="453798" y="79622"/>
                </a:cubicBezTo>
                <a:cubicBezTo>
                  <a:pt x="459893" y="79622"/>
                  <a:pt x="464934" y="81507"/>
                  <a:pt x="468925" y="85275"/>
                </a:cubicBezTo>
                <a:cubicBezTo>
                  <a:pt x="472914" y="88932"/>
                  <a:pt x="474908" y="93196"/>
                  <a:pt x="474908" y="98074"/>
                </a:cubicBezTo>
                <a:cubicBezTo>
                  <a:pt x="474908" y="102395"/>
                  <a:pt x="473468" y="106052"/>
                  <a:pt x="470587" y="109044"/>
                </a:cubicBezTo>
                <a:cubicBezTo>
                  <a:pt x="467705" y="112037"/>
                  <a:pt x="464270" y="113533"/>
                  <a:pt x="460281" y="113533"/>
                </a:cubicBezTo>
                <a:cubicBezTo>
                  <a:pt x="456403" y="113533"/>
                  <a:pt x="452025" y="111648"/>
                  <a:pt x="447148" y="107880"/>
                </a:cubicBezTo>
                <a:cubicBezTo>
                  <a:pt x="442384" y="104002"/>
                  <a:pt x="438838" y="102063"/>
                  <a:pt x="436510" y="102063"/>
                </a:cubicBezTo>
                <a:cubicBezTo>
                  <a:pt x="434515" y="102063"/>
                  <a:pt x="432355" y="103170"/>
                  <a:pt x="430028" y="105388"/>
                </a:cubicBezTo>
                <a:cubicBezTo>
                  <a:pt x="425041" y="109930"/>
                  <a:pt x="419888" y="117412"/>
                  <a:pt x="414569" y="127828"/>
                </a:cubicBezTo>
                <a:lnTo>
                  <a:pt x="414569" y="200801"/>
                </a:lnTo>
                <a:cubicBezTo>
                  <a:pt x="414569" y="209222"/>
                  <a:pt x="415621" y="215596"/>
                  <a:pt x="417727" y="219917"/>
                </a:cubicBezTo>
                <a:cubicBezTo>
                  <a:pt x="419167" y="222910"/>
                  <a:pt x="421716" y="225403"/>
                  <a:pt x="425373" y="227399"/>
                </a:cubicBezTo>
                <a:cubicBezTo>
                  <a:pt x="429030" y="229392"/>
                  <a:pt x="434294" y="230388"/>
                  <a:pt x="441165" y="230388"/>
                </a:cubicBezTo>
                <a:lnTo>
                  <a:pt x="441165" y="236373"/>
                </a:lnTo>
                <a:lnTo>
                  <a:pt x="363205" y="236373"/>
                </a:lnTo>
                <a:lnTo>
                  <a:pt x="363205" y="230388"/>
                </a:lnTo>
                <a:cubicBezTo>
                  <a:pt x="370962" y="230388"/>
                  <a:pt x="376724" y="229170"/>
                  <a:pt x="380491" y="226731"/>
                </a:cubicBezTo>
                <a:cubicBezTo>
                  <a:pt x="383263" y="224960"/>
                  <a:pt x="385202" y="222135"/>
                  <a:pt x="386310" y="218254"/>
                </a:cubicBezTo>
                <a:cubicBezTo>
                  <a:pt x="386864" y="216371"/>
                  <a:pt x="387141" y="210997"/>
                  <a:pt x="387141" y="202130"/>
                </a:cubicBezTo>
                <a:lnTo>
                  <a:pt x="387141" y="143120"/>
                </a:lnTo>
                <a:cubicBezTo>
                  <a:pt x="387141" y="125390"/>
                  <a:pt x="386753" y="114862"/>
                  <a:pt x="385978" y="111537"/>
                </a:cubicBezTo>
                <a:cubicBezTo>
                  <a:pt x="385312" y="108102"/>
                  <a:pt x="383982" y="105609"/>
                  <a:pt x="381988" y="104059"/>
                </a:cubicBezTo>
                <a:cubicBezTo>
                  <a:pt x="380104" y="102506"/>
                  <a:pt x="377722" y="101731"/>
                  <a:pt x="374840" y="101731"/>
                </a:cubicBezTo>
                <a:cubicBezTo>
                  <a:pt x="371405" y="101731"/>
                  <a:pt x="367526" y="102563"/>
                  <a:pt x="363205" y="104224"/>
                </a:cubicBezTo>
                <a:lnTo>
                  <a:pt x="361543" y="98239"/>
                </a:lnTo>
                <a:lnTo>
                  <a:pt x="407587" y="79622"/>
                </a:lnTo>
                <a:lnTo>
                  <a:pt x="414569" y="79622"/>
                </a:lnTo>
                <a:moveTo>
                  <a:pt x="524111" y="180853"/>
                </a:moveTo>
                <a:cubicBezTo>
                  <a:pt x="514803" y="176310"/>
                  <a:pt x="507656" y="169993"/>
                  <a:pt x="502669" y="161904"/>
                </a:cubicBezTo>
                <a:cubicBezTo>
                  <a:pt x="497682" y="153705"/>
                  <a:pt x="495189" y="144673"/>
                  <a:pt x="495189" y="134810"/>
                </a:cubicBezTo>
                <a:cubicBezTo>
                  <a:pt x="495189" y="119740"/>
                  <a:pt x="500840" y="106773"/>
                  <a:pt x="512143" y="95913"/>
                </a:cubicBezTo>
                <a:cubicBezTo>
                  <a:pt x="523558" y="85053"/>
                  <a:pt x="538130" y="79622"/>
                  <a:pt x="555861" y="79622"/>
                </a:cubicBezTo>
                <a:cubicBezTo>
                  <a:pt x="570377" y="79622"/>
                  <a:pt x="582955" y="83168"/>
                  <a:pt x="593593" y="90260"/>
                </a:cubicBezTo>
                <a:lnTo>
                  <a:pt x="625842" y="90260"/>
                </a:lnTo>
                <a:cubicBezTo>
                  <a:pt x="630606" y="90260"/>
                  <a:pt x="633377" y="90428"/>
                  <a:pt x="634152" y="90760"/>
                </a:cubicBezTo>
                <a:cubicBezTo>
                  <a:pt x="634929" y="90982"/>
                  <a:pt x="635483" y="91424"/>
                  <a:pt x="635815" y="92089"/>
                </a:cubicBezTo>
                <a:cubicBezTo>
                  <a:pt x="636481" y="93085"/>
                  <a:pt x="636813" y="94860"/>
                  <a:pt x="636813" y="97409"/>
                </a:cubicBezTo>
                <a:cubicBezTo>
                  <a:pt x="636813" y="100288"/>
                  <a:pt x="636536" y="102284"/>
                  <a:pt x="635982" y="103392"/>
                </a:cubicBezTo>
                <a:cubicBezTo>
                  <a:pt x="635649" y="103948"/>
                  <a:pt x="635040" y="104391"/>
                  <a:pt x="634152" y="104723"/>
                </a:cubicBezTo>
                <a:cubicBezTo>
                  <a:pt x="633377" y="105055"/>
                  <a:pt x="630606" y="105220"/>
                  <a:pt x="625842" y="105220"/>
                </a:cubicBezTo>
                <a:lnTo>
                  <a:pt x="606060" y="105220"/>
                </a:lnTo>
                <a:cubicBezTo>
                  <a:pt x="612267" y="113201"/>
                  <a:pt x="615370" y="123397"/>
                  <a:pt x="615370" y="135807"/>
                </a:cubicBezTo>
                <a:cubicBezTo>
                  <a:pt x="615370" y="149991"/>
                  <a:pt x="609940" y="162126"/>
                  <a:pt x="599080" y="172211"/>
                </a:cubicBezTo>
                <a:cubicBezTo>
                  <a:pt x="588219" y="182295"/>
                  <a:pt x="573647" y="187338"/>
                  <a:pt x="555362" y="187338"/>
                </a:cubicBezTo>
                <a:cubicBezTo>
                  <a:pt x="547826" y="187338"/>
                  <a:pt x="540124" y="186228"/>
                  <a:pt x="532257" y="184013"/>
                </a:cubicBezTo>
                <a:cubicBezTo>
                  <a:pt x="527381" y="188224"/>
                  <a:pt x="524056" y="191937"/>
                  <a:pt x="522283" y="195148"/>
                </a:cubicBezTo>
                <a:cubicBezTo>
                  <a:pt x="520621" y="198252"/>
                  <a:pt x="519790" y="200912"/>
                  <a:pt x="519790" y="203129"/>
                </a:cubicBezTo>
                <a:cubicBezTo>
                  <a:pt x="519790" y="205012"/>
                  <a:pt x="520676" y="206840"/>
                  <a:pt x="522449" y="208615"/>
                </a:cubicBezTo>
                <a:cubicBezTo>
                  <a:pt x="524333" y="210386"/>
                  <a:pt x="527934" y="211661"/>
                  <a:pt x="533254" y="212436"/>
                </a:cubicBezTo>
                <a:cubicBezTo>
                  <a:pt x="536357" y="212879"/>
                  <a:pt x="544114" y="213268"/>
                  <a:pt x="556525" y="213600"/>
                </a:cubicBezTo>
                <a:cubicBezTo>
                  <a:pt x="579353" y="214154"/>
                  <a:pt x="594148" y="214932"/>
                  <a:pt x="600909" y="215928"/>
                </a:cubicBezTo>
                <a:cubicBezTo>
                  <a:pt x="611213" y="217368"/>
                  <a:pt x="619414" y="221192"/>
                  <a:pt x="625510" y="227399"/>
                </a:cubicBezTo>
                <a:cubicBezTo>
                  <a:pt x="631715" y="233602"/>
                  <a:pt x="634818" y="241251"/>
                  <a:pt x="634818" y="250336"/>
                </a:cubicBezTo>
                <a:cubicBezTo>
                  <a:pt x="634818" y="262860"/>
                  <a:pt x="628944" y="274606"/>
                  <a:pt x="617198" y="285576"/>
                </a:cubicBezTo>
                <a:cubicBezTo>
                  <a:pt x="599911" y="301757"/>
                  <a:pt x="577359" y="309846"/>
                  <a:pt x="549543" y="309846"/>
                </a:cubicBezTo>
                <a:cubicBezTo>
                  <a:pt x="528156" y="309846"/>
                  <a:pt x="510093" y="305025"/>
                  <a:pt x="495355" y="295383"/>
                </a:cubicBezTo>
                <a:cubicBezTo>
                  <a:pt x="487043" y="289844"/>
                  <a:pt x="482888" y="284080"/>
                  <a:pt x="482888" y="278095"/>
                </a:cubicBezTo>
                <a:cubicBezTo>
                  <a:pt x="482888" y="275438"/>
                  <a:pt x="483497" y="272777"/>
                  <a:pt x="484716" y="270117"/>
                </a:cubicBezTo>
                <a:cubicBezTo>
                  <a:pt x="486600" y="266017"/>
                  <a:pt x="490479" y="260310"/>
                  <a:pt x="496351" y="252997"/>
                </a:cubicBezTo>
                <a:cubicBezTo>
                  <a:pt x="497128" y="252000"/>
                  <a:pt x="502779" y="246015"/>
                  <a:pt x="513307" y="235044"/>
                </a:cubicBezTo>
                <a:cubicBezTo>
                  <a:pt x="507545" y="231609"/>
                  <a:pt x="503444" y="228560"/>
                  <a:pt x="501006" y="225902"/>
                </a:cubicBezTo>
                <a:cubicBezTo>
                  <a:pt x="498680" y="223131"/>
                  <a:pt x="497515" y="220028"/>
                  <a:pt x="497515" y="216593"/>
                </a:cubicBezTo>
                <a:cubicBezTo>
                  <a:pt x="497515" y="212714"/>
                  <a:pt x="499067" y="208172"/>
                  <a:pt x="502169" y="202962"/>
                </a:cubicBezTo>
                <a:cubicBezTo>
                  <a:pt x="505383" y="197755"/>
                  <a:pt x="512697" y="190384"/>
                  <a:pt x="524111" y="180853"/>
                </a:cubicBezTo>
                <a:moveTo>
                  <a:pt x="553034" y="87600"/>
                </a:moveTo>
                <a:cubicBezTo>
                  <a:pt x="544835" y="87600"/>
                  <a:pt x="537964" y="90871"/>
                  <a:pt x="532423" y="97409"/>
                </a:cubicBezTo>
                <a:cubicBezTo>
                  <a:pt x="526883" y="103948"/>
                  <a:pt x="524111" y="113976"/>
                  <a:pt x="524111" y="127496"/>
                </a:cubicBezTo>
                <a:cubicBezTo>
                  <a:pt x="524111" y="145006"/>
                  <a:pt x="527879" y="158580"/>
                  <a:pt x="535414" y="168222"/>
                </a:cubicBezTo>
                <a:cubicBezTo>
                  <a:pt x="541178" y="175535"/>
                  <a:pt x="548492" y="179192"/>
                  <a:pt x="557357" y="179192"/>
                </a:cubicBezTo>
                <a:cubicBezTo>
                  <a:pt x="565779" y="179192"/>
                  <a:pt x="572706" y="176032"/>
                  <a:pt x="578135" y="169718"/>
                </a:cubicBezTo>
                <a:cubicBezTo>
                  <a:pt x="583565" y="163401"/>
                  <a:pt x="586280" y="153483"/>
                  <a:pt x="586280" y="139963"/>
                </a:cubicBezTo>
                <a:cubicBezTo>
                  <a:pt x="586280" y="122343"/>
                  <a:pt x="582457" y="108545"/>
                  <a:pt x="574811" y="98574"/>
                </a:cubicBezTo>
                <a:cubicBezTo>
                  <a:pt x="569159" y="91257"/>
                  <a:pt x="561900" y="87600"/>
                  <a:pt x="553034" y="87600"/>
                </a:cubicBezTo>
                <a:moveTo>
                  <a:pt x="522449" y="236373"/>
                </a:moveTo>
                <a:cubicBezTo>
                  <a:pt x="517241" y="242026"/>
                  <a:pt x="513307" y="247290"/>
                  <a:pt x="510647" y="252165"/>
                </a:cubicBezTo>
                <a:cubicBezTo>
                  <a:pt x="507988" y="257042"/>
                  <a:pt x="506658" y="261528"/>
                  <a:pt x="506658" y="265628"/>
                </a:cubicBezTo>
                <a:cubicBezTo>
                  <a:pt x="506658" y="270949"/>
                  <a:pt x="509872" y="275602"/>
                  <a:pt x="516299" y="279591"/>
                </a:cubicBezTo>
                <a:cubicBezTo>
                  <a:pt x="527381" y="286462"/>
                  <a:pt x="543394" y="289897"/>
                  <a:pt x="564338" y="289897"/>
                </a:cubicBezTo>
                <a:cubicBezTo>
                  <a:pt x="584285" y="289897"/>
                  <a:pt x="598968" y="286351"/>
                  <a:pt x="608388" y="279259"/>
                </a:cubicBezTo>
                <a:cubicBezTo>
                  <a:pt x="617918" y="272278"/>
                  <a:pt x="622684" y="264799"/>
                  <a:pt x="622684" y="256818"/>
                </a:cubicBezTo>
                <a:cubicBezTo>
                  <a:pt x="622684" y="251057"/>
                  <a:pt x="619857" y="246958"/>
                  <a:pt x="614206" y="244519"/>
                </a:cubicBezTo>
                <a:cubicBezTo>
                  <a:pt x="608444" y="242080"/>
                  <a:pt x="597029" y="240641"/>
                  <a:pt x="579964" y="240198"/>
                </a:cubicBezTo>
                <a:cubicBezTo>
                  <a:pt x="555030" y="239533"/>
                  <a:pt x="535859" y="238258"/>
                  <a:pt x="522449" y="236373"/>
                </a:cubicBezTo>
                <a:moveTo>
                  <a:pt x="679200" y="141459"/>
                </a:moveTo>
                <a:cubicBezTo>
                  <a:pt x="679090" y="164065"/>
                  <a:pt x="684575" y="181796"/>
                  <a:pt x="695656" y="194651"/>
                </a:cubicBezTo>
                <a:cubicBezTo>
                  <a:pt x="706739" y="207504"/>
                  <a:pt x="719760" y="213932"/>
                  <a:pt x="734721" y="213932"/>
                </a:cubicBezTo>
                <a:cubicBezTo>
                  <a:pt x="744693" y="213932"/>
                  <a:pt x="753337" y="211218"/>
                  <a:pt x="760651" y="205787"/>
                </a:cubicBezTo>
                <a:cubicBezTo>
                  <a:pt x="768075" y="200247"/>
                  <a:pt x="774282" y="190827"/>
                  <a:pt x="779269" y="177528"/>
                </a:cubicBezTo>
                <a:lnTo>
                  <a:pt x="784422" y="180853"/>
                </a:lnTo>
                <a:cubicBezTo>
                  <a:pt x="782095" y="196037"/>
                  <a:pt x="775335" y="209889"/>
                  <a:pt x="764142" y="222410"/>
                </a:cubicBezTo>
                <a:cubicBezTo>
                  <a:pt x="752950" y="234823"/>
                  <a:pt x="738931" y="241027"/>
                  <a:pt x="722086" y="241027"/>
                </a:cubicBezTo>
                <a:cubicBezTo>
                  <a:pt x="703802" y="241027"/>
                  <a:pt x="688121" y="233934"/>
                  <a:pt x="675045" y="219750"/>
                </a:cubicBezTo>
                <a:cubicBezTo>
                  <a:pt x="662079" y="205455"/>
                  <a:pt x="655597" y="186284"/>
                  <a:pt x="655597" y="162237"/>
                </a:cubicBezTo>
                <a:cubicBezTo>
                  <a:pt x="655597" y="136196"/>
                  <a:pt x="662245" y="115915"/>
                  <a:pt x="675544" y="101399"/>
                </a:cubicBezTo>
                <a:cubicBezTo>
                  <a:pt x="688953" y="86771"/>
                  <a:pt x="705741" y="79457"/>
                  <a:pt x="725911" y="79457"/>
                </a:cubicBezTo>
                <a:cubicBezTo>
                  <a:pt x="742975" y="79457"/>
                  <a:pt x="756994" y="85107"/>
                  <a:pt x="767965" y="96410"/>
                </a:cubicBezTo>
                <a:cubicBezTo>
                  <a:pt x="778937" y="107605"/>
                  <a:pt x="784422" y="122619"/>
                  <a:pt x="784422" y="141459"/>
                </a:cubicBezTo>
                <a:lnTo>
                  <a:pt x="679200" y="141459"/>
                </a:lnTo>
                <a:moveTo>
                  <a:pt x="679200" y="131818"/>
                </a:moveTo>
                <a:lnTo>
                  <a:pt x="749680" y="131818"/>
                </a:lnTo>
                <a:cubicBezTo>
                  <a:pt x="749127" y="122065"/>
                  <a:pt x="747963" y="115194"/>
                  <a:pt x="746189" y="111205"/>
                </a:cubicBezTo>
                <a:cubicBezTo>
                  <a:pt x="743420" y="104999"/>
                  <a:pt x="739263" y="100124"/>
                  <a:pt x="733723" y="96578"/>
                </a:cubicBezTo>
                <a:cubicBezTo>
                  <a:pt x="728293" y="93031"/>
                  <a:pt x="722586" y="91257"/>
                  <a:pt x="716601" y="91257"/>
                </a:cubicBezTo>
                <a:cubicBezTo>
                  <a:pt x="707403" y="91257"/>
                  <a:pt x="699147" y="94860"/>
                  <a:pt x="691833" y="102063"/>
                </a:cubicBezTo>
                <a:cubicBezTo>
                  <a:pt x="684630" y="109155"/>
                  <a:pt x="680420" y="119072"/>
                  <a:pt x="679200" y="131818"/>
                </a:cubicBezTo>
                <a:moveTo>
                  <a:pt x="849416" y="79622"/>
                </a:moveTo>
                <a:lnTo>
                  <a:pt x="849416" y="113865"/>
                </a:lnTo>
                <a:cubicBezTo>
                  <a:pt x="862160" y="91036"/>
                  <a:pt x="875236" y="79622"/>
                  <a:pt x="888645" y="79622"/>
                </a:cubicBezTo>
                <a:cubicBezTo>
                  <a:pt x="894740" y="79622"/>
                  <a:pt x="899782" y="81507"/>
                  <a:pt x="903773" y="85275"/>
                </a:cubicBezTo>
                <a:cubicBezTo>
                  <a:pt x="907762" y="88932"/>
                  <a:pt x="909756" y="93196"/>
                  <a:pt x="909756" y="98074"/>
                </a:cubicBezTo>
                <a:cubicBezTo>
                  <a:pt x="909756" y="102395"/>
                  <a:pt x="908315" y="106052"/>
                  <a:pt x="905435" y="109044"/>
                </a:cubicBezTo>
                <a:cubicBezTo>
                  <a:pt x="902553" y="112037"/>
                  <a:pt x="899118" y="113533"/>
                  <a:pt x="895129" y="113533"/>
                </a:cubicBezTo>
                <a:cubicBezTo>
                  <a:pt x="891249" y="113533"/>
                  <a:pt x="886872" y="111648"/>
                  <a:pt x="881996" y="107880"/>
                </a:cubicBezTo>
                <a:cubicBezTo>
                  <a:pt x="877230" y="104002"/>
                  <a:pt x="873684" y="102063"/>
                  <a:pt x="871358" y="102063"/>
                </a:cubicBezTo>
                <a:cubicBezTo>
                  <a:pt x="869363" y="102063"/>
                  <a:pt x="867202" y="103170"/>
                  <a:pt x="864874" y="105388"/>
                </a:cubicBezTo>
                <a:cubicBezTo>
                  <a:pt x="859889" y="109930"/>
                  <a:pt x="854736" y="117412"/>
                  <a:pt x="849416" y="127828"/>
                </a:cubicBezTo>
                <a:lnTo>
                  <a:pt x="849416" y="200801"/>
                </a:lnTo>
                <a:cubicBezTo>
                  <a:pt x="849416" y="209222"/>
                  <a:pt x="850468" y="215596"/>
                  <a:pt x="852575" y="219917"/>
                </a:cubicBezTo>
                <a:cubicBezTo>
                  <a:pt x="854014" y="222910"/>
                  <a:pt x="856564" y="225403"/>
                  <a:pt x="860221" y="227399"/>
                </a:cubicBezTo>
                <a:cubicBezTo>
                  <a:pt x="863878" y="229392"/>
                  <a:pt x="869142" y="230388"/>
                  <a:pt x="876012" y="230388"/>
                </a:cubicBezTo>
                <a:lnTo>
                  <a:pt x="876012" y="236373"/>
                </a:lnTo>
                <a:lnTo>
                  <a:pt x="798053" y="236373"/>
                </a:lnTo>
                <a:lnTo>
                  <a:pt x="798053" y="230388"/>
                </a:lnTo>
                <a:cubicBezTo>
                  <a:pt x="805809" y="230388"/>
                  <a:pt x="811572" y="229170"/>
                  <a:pt x="815339" y="226731"/>
                </a:cubicBezTo>
                <a:cubicBezTo>
                  <a:pt x="818110" y="224960"/>
                  <a:pt x="820049" y="222135"/>
                  <a:pt x="821158" y="218254"/>
                </a:cubicBezTo>
                <a:cubicBezTo>
                  <a:pt x="821712" y="216371"/>
                  <a:pt x="821988" y="210997"/>
                  <a:pt x="821988" y="202130"/>
                </a:cubicBezTo>
                <a:lnTo>
                  <a:pt x="821988" y="143120"/>
                </a:lnTo>
                <a:cubicBezTo>
                  <a:pt x="821988" y="125390"/>
                  <a:pt x="821601" y="114862"/>
                  <a:pt x="820824" y="111537"/>
                </a:cubicBezTo>
                <a:cubicBezTo>
                  <a:pt x="820160" y="108102"/>
                  <a:pt x="818830" y="105609"/>
                  <a:pt x="816835" y="104059"/>
                </a:cubicBezTo>
                <a:cubicBezTo>
                  <a:pt x="814952" y="102506"/>
                  <a:pt x="812570" y="101731"/>
                  <a:pt x="809688" y="101731"/>
                </a:cubicBezTo>
                <a:cubicBezTo>
                  <a:pt x="806252" y="101731"/>
                  <a:pt x="802374" y="102563"/>
                  <a:pt x="798053" y="104224"/>
                </a:cubicBezTo>
                <a:lnTo>
                  <a:pt x="796390" y="98239"/>
                </a:lnTo>
                <a:lnTo>
                  <a:pt x="842435" y="79622"/>
                </a:lnTo>
                <a:lnTo>
                  <a:pt x="849416" y="79622"/>
                </a:lnTo>
                <a:moveTo>
                  <a:pt x="1222760" y="236373"/>
                </a:moveTo>
                <a:lnTo>
                  <a:pt x="1162587" y="236373"/>
                </a:lnTo>
                <a:lnTo>
                  <a:pt x="1086288" y="130986"/>
                </a:lnTo>
                <a:cubicBezTo>
                  <a:pt x="1080637" y="131207"/>
                  <a:pt x="1076037" y="131318"/>
                  <a:pt x="1072491" y="131318"/>
                </a:cubicBezTo>
                <a:cubicBezTo>
                  <a:pt x="1071051" y="131318"/>
                  <a:pt x="1069500" y="131318"/>
                  <a:pt x="1067837" y="131318"/>
                </a:cubicBezTo>
                <a:cubicBezTo>
                  <a:pt x="1066175" y="131207"/>
                  <a:pt x="1064457" y="131096"/>
                  <a:pt x="1062684" y="130986"/>
                </a:cubicBezTo>
                <a:lnTo>
                  <a:pt x="1062684" y="196480"/>
                </a:lnTo>
                <a:cubicBezTo>
                  <a:pt x="1062684" y="210664"/>
                  <a:pt x="1064236" y="219474"/>
                  <a:pt x="1067338" y="222910"/>
                </a:cubicBezTo>
                <a:cubicBezTo>
                  <a:pt x="1071550" y="227785"/>
                  <a:pt x="1077865" y="230224"/>
                  <a:pt x="1086288" y="230224"/>
                </a:cubicBezTo>
                <a:lnTo>
                  <a:pt x="1095098" y="230224"/>
                </a:lnTo>
                <a:lnTo>
                  <a:pt x="1095098" y="236373"/>
                </a:lnTo>
                <a:lnTo>
                  <a:pt x="998520" y="236373"/>
                </a:lnTo>
                <a:lnTo>
                  <a:pt x="998520" y="230224"/>
                </a:lnTo>
                <a:lnTo>
                  <a:pt x="1006998" y="230224"/>
                </a:lnTo>
                <a:cubicBezTo>
                  <a:pt x="1016529" y="230224"/>
                  <a:pt x="1023343" y="227120"/>
                  <a:pt x="1027444" y="220914"/>
                </a:cubicBezTo>
                <a:cubicBezTo>
                  <a:pt x="1029771" y="217478"/>
                  <a:pt x="1030935" y="209333"/>
                  <a:pt x="1030935" y="196480"/>
                </a:cubicBezTo>
                <a:lnTo>
                  <a:pt x="1030935" y="50864"/>
                </a:lnTo>
                <a:cubicBezTo>
                  <a:pt x="1030935" y="36679"/>
                  <a:pt x="1029384" y="27869"/>
                  <a:pt x="1026280" y="24434"/>
                </a:cubicBezTo>
                <a:cubicBezTo>
                  <a:pt x="1021959" y="19559"/>
                  <a:pt x="1015531" y="17120"/>
                  <a:pt x="1006998" y="17120"/>
                </a:cubicBezTo>
                <a:lnTo>
                  <a:pt x="998520" y="17120"/>
                </a:lnTo>
                <a:lnTo>
                  <a:pt x="998520" y="10971"/>
                </a:lnTo>
                <a:lnTo>
                  <a:pt x="1080637" y="10971"/>
                </a:lnTo>
                <a:cubicBezTo>
                  <a:pt x="1104574" y="10971"/>
                  <a:pt x="1122194" y="12745"/>
                  <a:pt x="1133496" y="16291"/>
                </a:cubicBezTo>
                <a:cubicBezTo>
                  <a:pt x="1144911" y="19727"/>
                  <a:pt x="1154552" y="26152"/>
                  <a:pt x="1162419" y="35572"/>
                </a:cubicBezTo>
                <a:cubicBezTo>
                  <a:pt x="1170399" y="44882"/>
                  <a:pt x="1174388" y="56017"/>
                  <a:pt x="1174388" y="68984"/>
                </a:cubicBezTo>
                <a:cubicBezTo>
                  <a:pt x="1174388" y="82836"/>
                  <a:pt x="1169845" y="94860"/>
                  <a:pt x="1160757" y="105055"/>
                </a:cubicBezTo>
                <a:cubicBezTo>
                  <a:pt x="1151781" y="115251"/>
                  <a:pt x="1137819" y="122454"/>
                  <a:pt x="1118869" y="126664"/>
                </a:cubicBezTo>
                <a:lnTo>
                  <a:pt x="1165412" y="191327"/>
                </a:lnTo>
                <a:cubicBezTo>
                  <a:pt x="1176050" y="206176"/>
                  <a:pt x="1185192" y="216039"/>
                  <a:pt x="1192840" y="220914"/>
                </a:cubicBezTo>
                <a:cubicBezTo>
                  <a:pt x="1200485" y="225792"/>
                  <a:pt x="1210460" y="228895"/>
                  <a:pt x="1222760" y="230224"/>
                </a:cubicBezTo>
                <a:lnTo>
                  <a:pt x="1222760" y="236373"/>
                </a:lnTo>
                <a:moveTo>
                  <a:pt x="1062684" y="120515"/>
                </a:moveTo>
                <a:cubicBezTo>
                  <a:pt x="1064790" y="120515"/>
                  <a:pt x="1066618" y="120569"/>
                  <a:pt x="1068170" y="120679"/>
                </a:cubicBezTo>
                <a:cubicBezTo>
                  <a:pt x="1069721" y="120679"/>
                  <a:pt x="1070996" y="120679"/>
                  <a:pt x="1071993" y="120679"/>
                </a:cubicBezTo>
                <a:cubicBezTo>
                  <a:pt x="1093491" y="120679"/>
                  <a:pt x="1109671" y="116026"/>
                  <a:pt x="1120531" y="106716"/>
                </a:cubicBezTo>
                <a:cubicBezTo>
                  <a:pt x="1131502" y="97409"/>
                  <a:pt x="1136987" y="85550"/>
                  <a:pt x="1136987" y="71144"/>
                </a:cubicBezTo>
                <a:cubicBezTo>
                  <a:pt x="1136987" y="57070"/>
                  <a:pt x="1132555" y="45657"/>
                  <a:pt x="1123688" y="36901"/>
                </a:cubicBezTo>
                <a:cubicBezTo>
                  <a:pt x="1114935" y="28037"/>
                  <a:pt x="1103299" y="23605"/>
                  <a:pt x="1088782" y="23605"/>
                </a:cubicBezTo>
                <a:cubicBezTo>
                  <a:pt x="1082354" y="23605"/>
                  <a:pt x="1073655" y="24658"/>
                  <a:pt x="1062684" y="26762"/>
                </a:cubicBezTo>
                <a:lnTo>
                  <a:pt x="1062684" y="120515"/>
                </a:lnTo>
                <a:moveTo>
                  <a:pt x="1256006" y="141459"/>
                </a:moveTo>
                <a:cubicBezTo>
                  <a:pt x="1255895" y="164065"/>
                  <a:pt x="1261380" y="181796"/>
                  <a:pt x="1272462" y="194651"/>
                </a:cubicBezTo>
                <a:cubicBezTo>
                  <a:pt x="1283543" y="207504"/>
                  <a:pt x="1296565" y="213932"/>
                  <a:pt x="1311524" y="213932"/>
                </a:cubicBezTo>
                <a:cubicBezTo>
                  <a:pt x="1321498" y="213932"/>
                  <a:pt x="1330142" y="211218"/>
                  <a:pt x="1337456" y="205787"/>
                </a:cubicBezTo>
                <a:cubicBezTo>
                  <a:pt x="1344881" y="200247"/>
                  <a:pt x="1351087" y="190827"/>
                  <a:pt x="1356073" y="177528"/>
                </a:cubicBezTo>
                <a:lnTo>
                  <a:pt x="1361226" y="180853"/>
                </a:lnTo>
                <a:cubicBezTo>
                  <a:pt x="1358899" y="196037"/>
                  <a:pt x="1352139" y="209889"/>
                  <a:pt x="1340947" y="222410"/>
                </a:cubicBezTo>
                <a:cubicBezTo>
                  <a:pt x="1329753" y="234823"/>
                  <a:pt x="1315736" y="241027"/>
                  <a:pt x="1298892" y="241027"/>
                </a:cubicBezTo>
                <a:cubicBezTo>
                  <a:pt x="1280607" y="241027"/>
                  <a:pt x="1264926" y="233934"/>
                  <a:pt x="1251849" y="219750"/>
                </a:cubicBezTo>
                <a:cubicBezTo>
                  <a:pt x="1238884" y="205455"/>
                  <a:pt x="1232401" y="186284"/>
                  <a:pt x="1232401" y="162237"/>
                </a:cubicBezTo>
                <a:cubicBezTo>
                  <a:pt x="1232401" y="136196"/>
                  <a:pt x="1239050" y="115915"/>
                  <a:pt x="1252349" y="101399"/>
                </a:cubicBezTo>
                <a:cubicBezTo>
                  <a:pt x="1265757" y="86771"/>
                  <a:pt x="1282546" y="79457"/>
                  <a:pt x="1302714" y="79457"/>
                </a:cubicBezTo>
                <a:cubicBezTo>
                  <a:pt x="1319781" y="79457"/>
                  <a:pt x="1333799" y="85107"/>
                  <a:pt x="1344770" y="96410"/>
                </a:cubicBezTo>
                <a:cubicBezTo>
                  <a:pt x="1355740" y="107605"/>
                  <a:pt x="1361226" y="122619"/>
                  <a:pt x="1361226" y="141459"/>
                </a:cubicBezTo>
                <a:lnTo>
                  <a:pt x="1256006" y="141459"/>
                </a:lnTo>
                <a:moveTo>
                  <a:pt x="1256006" y="131818"/>
                </a:moveTo>
                <a:lnTo>
                  <a:pt x="1326486" y="131818"/>
                </a:lnTo>
                <a:cubicBezTo>
                  <a:pt x="1325930" y="122065"/>
                  <a:pt x="1324768" y="115194"/>
                  <a:pt x="1322995" y="111205"/>
                </a:cubicBezTo>
                <a:cubicBezTo>
                  <a:pt x="1320224" y="104999"/>
                  <a:pt x="1316069" y="100124"/>
                  <a:pt x="1310528" y="96578"/>
                </a:cubicBezTo>
                <a:cubicBezTo>
                  <a:pt x="1305097" y="93031"/>
                  <a:pt x="1299390" y="91257"/>
                  <a:pt x="1293406" y="91257"/>
                </a:cubicBezTo>
                <a:cubicBezTo>
                  <a:pt x="1284209" y="91257"/>
                  <a:pt x="1275952" y="94860"/>
                  <a:pt x="1268639" y="102063"/>
                </a:cubicBezTo>
                <a:cubicBezTo>
                  <a:pt x="1261436" y="109155"/>
                  <a:pt x="1257224" y="119072"/>
                  <a:pt x="1256006" y="131818"/>
                </a:cubicBezTo>
                <a:moveTo>
                  <a:pt x="1422397" y="180853"/>
                </a:moveTo>
                <a:cubicBezTo>
                  <a:pt x="1413089" y="176310"/>
                  <a:pt x="1405941" y="169993"/>
                  <a:pt x="1400954" y="161904"/>
                </a:cubicBezTo>
                <a:cubicBezTo>
                  <a:pt x="1395967" y="153705"/>
                  <a:pt x="1393475" y="144673"/>
                  <a:pt x="1393475" y="134810"/>
                </a:cubicBezTo>
                <a:cubicBezTo>
                  <a:pt x="1393475" y="119740"/>
                  <a:pt x="1399126" y="106773"/>
                  <a:pt x="1410429" y="95913"/>
                </a:cubicBezTo>
                <a:cubicBezTo>
                  <a:pt x="1421844" y="85053"/>
                  <a:pt x="1436416" y="79622"/>
                  <a:pt x="1454146" y="79622"/>
                </a:cubicBezTo>
                <a:cubicBezTo>
                  <a:pt x="1468663" y="79622"/>
                  <a:pt x="1481241" y="83168"/>
                  <a:pt x="1491879" y="90260"/>
                </a:cubicBezTo>
                <a:lnTo>
                  <a:pt x="1524128" y="90260"/>
                </a:lnTo>
                <a:cubicBezTo>
                  <a:pt x="1528894" y="90260"/>
                  <a:pt x="1531663" y="90428"/>
                  <a:pt x="1532440" y="90760"/>
                </a:cubicBezTo>
                <a:cubicBezTo>
                  <a:pt x="1533215" y="90982"/>
                  <a:pt x="1533768" y="91424"/>
                  <a:pt x="1534101" y="92089"/>
                </a:cubicBezTo>
                <a:cubicBezTo>
                  <a:pt x="1534766" y="93085"/>
                  <a:pt x="1535099" y="94860"/>
                  <a:pt x="1535099" y="97409"/>
                </a:cubicBezTo>
                <a:cubicBezTo>
                  <a:pt x="1535099" y="100288"/>
                  <a:pt x="1534822" y="102284"/>
                  <a:pt x="1534268" y="103392"/>
                </a:cubicBezTo>
                <a:cubicBezTo>
                  <a:pt x="1533936" y="103948"/>
                  <a:pt x="1533326" y="104391"/>
                  <a:pt x="1532440" y="104723"/>
                </a:cubicBezTo>
                <a:cubicBezTo>
                  <a:pt x="1531663" y="105055"/>
                  <a:pt x="1528894" y="105220"/>
                  <a:pt x="1524128" y="105220"/>
                </a:cubicBezTo>
                <a:lnTo>
                  <a:pt x="1504347" y="105220"/>
                </a:lnTo>
                <a:cubicBezTo>
                  <a:pt x="1510552" y="113201"/>
                  <a:pt x="1513656" y="123397"/>
                  <a:pt x="1513656" y="135807"/>
                </a:cubicBezTo>
                <a:cubicBezTo>
                  <a:pt x="1513656" y="149991"/>
                  <a:pt x="1508226" y="162126"/>
                  <a:pt x="1497366" y="172211"/>
                </a:cubicBezTo>
                <a:cubicBezTo>
                  <a:pt x="1486505" y="182295"/>
                  <a:pt x="1471933" y="187338"/>
                  <a:pt x="1453648" y="187338"/>
                </a:cubicBezTo>
                <a:cubicBezTo>
                  <a:pt x="1446113" y="187338"/>
                  <a:pt x="1438410" y="186228"/>
                  <a:pt x="1430543" y="184013"/>
                </a:cubicBezTo>
                <a:cubicBezTo>
                  <a:pt x="1425667" y="188224"/>
                  <a:pt x="1422342" y="191937"/>
                  <a:pt x="1420569" y="195148"/>
                </a:cubicBezTo>
                <a:cubicBezTo>
                  <a:pt x="1418907" y="198252"/>
                  <a:pt x="1418076" y="200912"/>
                  <a:pt x="1418076" y="203129"/>
                </a:cubicBezTo>
                <a:cubicBezTo>
                  <a:pt x="1418076" y="205012"/>
                  <a:pt x="1418962" y="206840"/>
                  <a:pt x="1420735" y="208615"/>
                </a:cubicBezTo>
                <a:cubicBezTo>
                  <a:pt x="1422619" y="210386"/>
                  <a:pt x="1426220" y="211661"/>
                  <a:pt x="1431539" y="212436"/>
                </a:cubicBezTo>
                <a:cubicBezTo>
                  <a:pt x="1434643" y="212879"/>
                  <a:pt x="1442399" y="213268"/>
                  <a:pt x="1454811" y="213600"/>
                </a:cubicBezTo>
                <a:cubicBezTo>
                  <a:pt x="1477639" y="214154"/>
                  <a:pt x="1492434" y="214932"/>
                  <a:pt x="1499194" y="215928"/>
                </a:cubicBezTo>
                <a:cubicBezTo>
                  <a:pt x="1509501" y="217368"/>
                  <a:pt x="1517700" y="221192"/>
                  <a:pt x="1523796" y="227399"/>
                </a:cubicBezTo>
                <a:cubicBezTo>
                  <a:pt x="1530001" y="233602"/>
                  <a:pt x="1533104" y="241251"/>
                  <a:pt x="1533104" y="250336"/>
                </a:cubicBezTo>
                <a:cubicBezTo>
                  <a:pt x="1533104" y="262860"/>
                  <a:pt x="1527231" y="274606"/>
                  <a:pt x="1515484" y="285576"/>
                </a:cubicBezTo>
                <a:cubicBezTo>
                  <a:pt x="1498196" y="301757"/>
                  <a:pt x="1475645" y="309846"/>
                  <a:pt x="1447829" y="309846"/>
                </a:cubicBezTo>
                <a:cubicBezTo>
                  <a:pt x="1426442" y="309846"/>
                  <a:pt x="1408379" y="305025"/>
                  <a:pt x="1393641" y="295383"/>
                </a:cubicBezTo>
                <a:cubicBezTo>
                  <a:pt x="1385329" y="289844"/>
                  <a:pt x="1381174" y="284080"/>
                  <a:pt x="1381174" y="278095"/>
                </a:cubicBezTo>
                <a:cubicBezTo>
                  <a:pt x="1381174" y="275438"/>
                  <a:pt x="1381783" y="272777"/>
                  <a:pt x="1383002" y="270117"/>
                </a:cubicBezTo>
                <a:cubicBezTo>
                  <a:pt x="1384886" y="266017"/>
                  <a:pt x="1388764" y="260310"/>
                  <a:pt x="1394637" y="252997"/>
                </a:cubicBezTo>
                <a:cubicBezTo>
                  <a:pt x="1395414" y="252000"/>
                  <a:pt x="1401065" y="246015"/>
                  <a:pt x="1411593" y="235044"/>
                </a:cubicBezTo>
                <a:cubicBezTo>
                  <a:pt x="1405831" y="231609"/>
                  <a:pt x="1401729" y="228560"/>
                  <a:pt x="1399292" y="225902"/>
                </a:cubicBezTo>
                <a:cubicBezTo>
                  <a:pt x="1396965" y="223131"/>
                  <a:pt x="1395801" y="220028"/>
                  <a:pt x="1395801" y="216593"/>
                </a:cubicBezTo>
                <a:cubicBezTo>
                  <a:pt x="1395801" y="212714"/>
                  <a:pt x="1397353" y="208172"/>
                  <a:pt x="1400456" y="202962"/>
                </a:cubicBezTo>
                <a:cubicBezTo>
                  <a:pt x="1403669" y="197755"/>
                  <a:pt x="1410984" y="190384"/>
                  <a:pt x="1422397" y="180853"/>
                </a:cubicBezTo>
                <a:moveTo>
                  <a:pt x="1451321" y="87600"/>
                </a:moveTo>
                <a:cubicBezTo>
                  <a:pt x="1443121" y="87600"/>
                  <a:pt x="1436250" y="90871"/>
                  <a:pt x="1430709" y="97409"/>
                </a:cubicBezTo>
                <a:cubicBezTo>
                  <a:pt x="1425168" y="103948"/>
                  <a:pt x="1422397" y="113976"/>
                  <a:pt x="1422397" y="127496"/>
                </a:cubicBezTo>
                <a:cubicBezTo>
                  <a:pt x="1422397" y="145006"/>
                  <a:pt x="1426165" y="158580"/>
                  <a:pt x="1433702" y="168222"/>
                </a:cubicBezTo>
                <a:cubicBezTo>
                  <a:pt x="1439464" y="175535"/>
                  <a:pt x="1446777" y="179192"/>
                  <a:pt x="1455643" y="179192"/>
                </a:cubicBezTo>
                <a:cubicBezTo>
                  <a:pt x="1464065" y="179192"/>
                  <a:pt x="1470991" y="176032"/>
                  <a:pt x="1476421" y="169718"/>
                </a:cubicBezTo>
                <a:cubicBezTo>
                  <a:pt x="1481851" y="163401"/>
                  <a:pt x="1484565" y="153483"/>
                  <a:pt x="1484565" y="139963"/>
                </a:cubicBezTo>
                <a:cubicBezTo>
                  <a:pt x="1484565" y="122343"/>
                  <a:pt x="1480743" y="108545"/>
                  <a:pt x="1473097" y="98574"/>
                </a:cubicBezTo>
                <a:cubicBezTo>
                  <a:pt x="1467445" y="91257"/>
                  <a:pt x="1460185" y="87600"/>
                  <a:pt x="1451321" y="87600"/>
                </a:cubicBezTo>
                <a:moveTo>
                  <a:pt x="1420735" y="236373"/>
                </a:moveTo>
                <a:cubicBezTo>
                  <a:pt x="1415527" y="242026"/>
                  <a:pt x="1411593" y="247290"/>
                  <a:pt x="1408933" y="252165"/>
                </a:cubicBezTo>
                <a:cubicBezTo>
                  <a:pt x="1406274" y="257042"/>
                  <a:pt x="1404943" y="261528"/>
                  <a:pt x="1404943" y="265628"/>
                </a:cubicBezTo>
                <a:cubicBezTo>
                  <a:pt x="1404943" y="270949"/>
                  <a:pt x="1408157" y="275602"/>
                  <a:pt x="1414585" y="279591"/>
                </a:cubicBezTo>
                <a:cubicBezTo>
                  <a:pt x="1425667" y="286462"/>
                  <a:pt x="1441680" y="289897"/>
                  <a:pt x="1462624" y="289897"/>
                </a:cubicBezTo>
                <a:cubicBezTo>
                  <a:pt x="1482571" y="289897"/>
                  <a:pt x="1497255" y="286351"/>
                  <a:pt x="1506674" y="279259"/>
                </a:cubicBezTo>
                <a:cubicBezTo>
                  <a:pt x="1516204" y="272278"/>
                  <a:pt x="1520969" y="264799"/>
                  <a:pt x="1520969" y="256818"/>
                </a:cubicBezTo>
                <a:cubicBezTo>
                  <a:pt x="1520969" y="251057"/>
                  <a:pt x="1518144" y="246958"/>
                  <a:pt x="1512492" y="244519"/>
                </a:cubicBezTo>
                <a:cubicBezTo>
                  <a:pt x="1506730" y="242080"/>
                  <a:pt x="1495315" y="240641"/>
                  <a:pt x="1478250" y="240198"/>
                </a:cubicBezTo>
                <a:cubicBezTo>
                  <a:pt x="1453316" y="239533"/>
                  <a:pt x="1434144" y="238258"/>
                  <a:pt x="1420735" y="236373"/>
                </a:cubicBezTo>
                <a:moveTo>
                  <a:pt x="1590619" y="0"/>
                </a:moveTo>
                <a:cubicBezTo>
                  <a:pt x="1595272" y="0"/>
                  <a:pt x="1599206" y="1661"/>
                  <a:pt x="1602420" y="4986"/>
                </a:cubicBezTo>
                <a:cubicBezTo>
                  <a:pt x="1605745" y="8200"/>
                  <a:pt x="1607407" y="12135"/>
                  <a:pt x="1607407" y="16788"/>
                </a:cubicBezTo>
                <a:cubicBezTo>
                  <a:pt x="1607407" y="21444"/>
                  <a:pt x="1605745" y="25433"/>
                  <a:pt x="1602420" y="28758"/>
                </a:cubicBezTo>
                <a:cubicBezTo>
                  <a:pt x="1599206" y="32083"/>
                  <a:pt x="1595272" y="33744"/>
                  <a:pt x="1590619" y="33744"/>
                </a:cubicBezTo>
                <a:cubicBezTo>
                  <a:pt x="1585964" y="33744"/>
                  <a:pt x="1581975" y="32083"/>
                  <a:pt x="1578650" y="28758"/>
                </a:cubicBezTo>
                <a:cubicBezTo>
                  <a:pt x="1575326" y="25433"/>
                  <a:pt x="1573663" y="21444"/>
                  <a:pt x="1573663" y="16788"/>
                </a:cubicBezTo>
                <a:cubicBezTo>
                  <a:pt x="1573663" y="12135"/>
                  <a:pt x="1575270" y="8200"/>
                  <a:pt x="1578484" y="4986"/>
                </a:cubicBezTo>
                <a:cubicBezTo>
                  <a:pt x="1581809" y="1661"/>
                  <a:pt x="1585853" y="0"/>
                  <a:pt x="1590619" y="0"/>
                </a:cubicBezTo>
                <a:moveTo>
                  <a:pt x="1604416" y="79622"/>
                </a:moveTo>
                <a:lnTo>
                  <a:pt x="1604416" y="201965"/>
                </a:lnTo>
                <a:cubicBezTo>
                  <a:pt x="1604416" y="211496"/>
                  <a:pt x="1605080" y="217867"/>
                  <a:pt x="1606410" y="221081"/>
                </a:cubicBezTo>
                <a:cubicBezTo>
                  <a:pt x="1607851" y="224185"/>
                  <a:pt x="1609901" y="226510"/>
                  <a:pt x="1612560" y="228063"/>
                </a:cubicBezTo>
                <a:cubicBezTo>
                  <a:pt x="1615331" y="229613"/>
                  <a:pt x="1620318" y="230388"/>
                  <a:pt x="1627521" y="230388"/>
                </a:cubicBezTo>
                <a:lnTo>
                  <a:pt x="1627521" y="236373"/>
                </a:lnTo>
                <a:lnTo>
                  <a:pt x="1553550" y="236373"/>
                </a:lnTo>
                <a:lnTo>
                  <a:pt x="1553550" y="230388"/>
                </a:lnTo>
                <a:cubicBezTo>
                  <a:pt x="1560975" y="230388"/>
                  <a:pt x="1565962" y="229670"/>
                  <a:pt x="1568510" y="228228"/>
                </a:cubicBezTo>
                <a:cubicBezTo>
                  <a:pt x="1571058" y="226788"/>
                  <a:pt x="1573054" y="224406"/>
                  <a:pt x="1574494" y="221081"/>
                </a:cubicBezTo>
                <a:cubicBezTo>
                  <a:pt x="1576045" y="217757"/>
                  <a:pt x="1576822" y="211386"/>
                  <a:pt x="1576822" y="201965"/>
                </a:cubicBezTo>
                <a:lnTo>
                  <a:pt x="1576822" y="143288"/>
                </a:lnTo>
                <a:cubicBezTo>
                  <a:pt x="1576822" y="126775"/>
                  <a:pt x="1576322" y="116080"/>
                  <a:pt x="1575326" y="111205"/>
                </a:cubicBezTo>
                <a:cubicBezTo>
                  <a:pt x="1574550" y="107659"/>
                  <a:pt x="1573331" y="105220"/>
                  <a:pt x="1571669" y="103891"/>
                </a:cubicBezTo>
                <a:cubicBezTo>
                  <a:pt x="1570006" y="102452"/>
                  <a:pt x="1567735" y="101731"/>
                  <a:pt x="1564853" y="101731"/>
                </a:cubicBezTo>
                <a:cubicBezTo>
                  <a:pt x="1561750" y="101731"/>
                  <a:pt x="1557982" y="102563"/>
                  <a:pt x="1553550" y="104224"/>
                </a:cubicBezTo>
                <a:lnTo>
                  <a:pt x="1551222" y="98239"/>
                </a:lnTo>
                <a:lnTo>
                  <a:pt x="1597101" y="79622"/>
                </a:lnTo>
                <a:lnTo>
                  <a:pt x="1604416" y="79622"/>
                </a:lnTo>
                <a:moveTo>
                  <a:pt x="1721106" y="79622"/>
                </a:moveTo>
                <a:cubicBezTo>
                  <a:pt x="1744156" y="79622"/>
                  <a:pt x="1762662" y="88378"/>
                  <a:pt x="1776625" y="105887"/>
                </a:cubicBezTo>
                <a:cubicBezTo>
                  <a:pt x="1788483" y="120847"/>
                  <a:pt x="1794411" y="138024"/>
                  <a:pt x="1794411" y="157416"/>
                </a:cubicBezTo>
                <a:cubicBezTo>
                  <a:pt x="1794411" y="171046"/>
                  <a:pt x="1791143" y="184845"/>
                  <a:pt x="1784604" y="198805"/>
                </a:cubicBezTo>
                <a:cubicBezTo>
                  <a:pt x="1778066" y="212768"/>
                  <a:pt x="1769034" y="223296"/>
                  <a:pt x="1757509" y="230388"/>
                </a:cubicBezTo>
                <a:cubicBezTo>
                  <a:pt x="1746095" y="237481"/>
                  <a:pt x="1733352" y="241027"/>
                  <a:pt x="1719278" y="241027"/>
                </a:cubicBezTo>
                <a:cubicBezTo>
                  <a:pt x="1696339" y="241027"/>
                  <a:pt x="1678108" y="231884"/>
                  <a:pt x="1664589" y="213600"/>
                </a:cubicBezTo>
                <a:cubicBezTo>
                  <a:pt x="1653175" y="198198"/>
                  <a:pt x="1647468" y="180910"/>
                  <a:pt x="1647468" y="161737"/>
                </a:cubicBezTo>
                <a:cubicBezTo>
                  <a:pt x="1647468" y="147774"/>
                  <a:pt x="1650903" y="133924"/>
                  <a:pt x="1657774" y="120183"/>
                </a:cubicBezTo>
                <a:cubicBezTo>
                  <a:pt x="1664756" y="106330"/>
                  <a:pt x="1673898" y="96135"/>
                  <a:pt x="1685200" y="89596"/>
                </a:cubicBezTo>
                <a:cubicBezTo>
                  <a:pt x="1696505" y="82947"/>
                  <a:pt x="1708472" y="79622"/>
                  <a:pt x="1721106" y="79622"/>
                </a:cubicBezTo>
                <a:moveTo>
                  <a:pt x="1715953" y="90428"/>
                </a:moveTo>
                <a:cubicBezTo>
                  <a:pt x="1710079" y="90428"/>
                  <a:pt x="1704151" y="92200"/>
                  <a:pt x="1698167" y="95746"/>
                </a:cubicBezTo>
                <a:cubicBezTo>
                  <a:pt x="1692293" y="99181"/>
                  <a:pt x="1687529" y="105277"/>
                  <a:pt x="1683872" y="114030"/>
                </a:cubicBezTo>
                <a:cubicBezTo>
                  <a:pt x="1680213" y="122786"/>
                  <a:pt x="1678385" y="134035"/>
                  <a:pt x="1678385" y="147774"/>
                </a:cubicBezTo>
                <a:cubicBezTo>
                  <a:pt x="1678385" y="169939"/>
                  <a:pt x="1682763" y="189055"/>
                  <a:pt x="1691518" y="205122"/>
                </a:cubicBezTo>
                <a:cubicBezTo>
                  <a:pt x="1700383" y="221192"/>
                  <a:pt x="1712018" y="229227"/>
                  <a:pt x="1726425" y="229227"/>
                </a:cubicBezTo>
                <a:cubicBezTo>
                  <a:pt x="1737175" y="229227"/>
                  <a:pt x="1746040" y="224792"/>
                  <a:pt x="1753021" y="215928"/>
                </a:cubicBezTo>
                <a:cubicBezTo>
                  <a:pt x="1760003" y="207062"/>
                  <a:pt x="1763494" y="191824"/>
                  <a:pt x="1763494" y="170215"/>
                </a:cubicBezTo>
                <a:cubicBezTo>
                  <a:pt x="1763494" y="143177"/>
                  <a:pt x="1757675" y="121900"/>
                  <a:pt x="1746040" y="106384"/>
                </a:cubicBezTo>
                <a:cubicBezTo>
                  <a:pt x="1738173" y="95746"/>
                  <a:pt x="1728143" y="90428"/>
                  <a:pt x="1715953" y="90428"/>
                </a:cubicBezTo>
                <a:moveTo>
                  <a:pt x="1861234" y="111869"/>
                </a:moveTo>
                <a:cubicBezTo>
                  <a:pt x="1879075" y="90371"/>
                  <a:pt x="1896086" y="79622"/>
                  <a:pt x="1912265" y="79622"/>
                </a:cubicBezTo>
                <a:cubicBezTo>
                  <a:pt x="1920577" y="79622"/>
                  <a:pt x="1927725" y="81729"/>
                  <a:pt x="1933710" y="85939"/>
                </a:cubicBezTo>
                <a:cubicBezTo>
                  <a:pt x="1939693" y="90039"/>
                  <a:pt x="1944459" y="96856"/>
                  <a:pt x="1948005" y="106384"/>
                </a:cubicBezTo>
                <a:cubicBezTo>
                  <a:pt x="1950443" y="113033"/>
                  <a:pt x="1951662" y="123229"/>
                  <a:pt x="1951662" y="136971"/>
                </a:cubicBezTo>
                <a:lnTo>
                  <a:pt x="1951662" y="201965"/>
                </a:lnTo>
                <a:cubicBezTo>
                  <a:pt x="1951662" y="211607"/>
                  <a:pt x="1952437" y="218143"/>
                  <a:pt x="1953989" y="221578"/>
                </a:cubicBezTo>
                <a:cubicBezTo>
                  <a:pt x="1955208" y="224349"/>
                  <a:pt x="1957147" y="226510"/>
                  <a:pt x="1959806" y="228063"/>
                </a:cubicBezTo>
                <a:cubicBezTo>
                  <a:pt x="1962577" y="229613"/>
                  <a:pt x="1967620" y="230388"/>
                  <a:pt x="1974933" y="230388"/>
                </a:cubicBezTo>
                <a:lnTo>
                  <a:pt x="1974933" y="236373"/>
                </a:lnTo>
                <a:lnTo>
                  <a:pt x="1899633" y="236373"/>
                </a:lnTo>
                <a:lnTo>
                  <a:pt x="1899633" y="230388"/>
                </a:lnTo>
                <a:lnTo>
                  <a:pt x="1902791" y="230388"/>
                </a:lnTo>
                <a:cubicBezTo>
                  <a:pt x="1909883" y="230388"/>
                  <a:pt x="1914815" y="229338"/>
                  <a:pt x="1917585" y="227231"/>
                </a:cubicBezTo>
                <a:cubicBezTo>
                  <a:pt x="1920466" y="225014"/>
                  <a:pt x="1922461" y="221800"/>
                  <a:pt x="1923570" y="217589"/>
                </a:cubicBezTo>
                <a:cubicBezTo>
                  <a:pt x="1924013" y="215928"/>
                  <a:pt x="1924234" y="210718"/>
                  <a:pt x="1924234" y="201965"/>
                </a:cubicBezTo>
                <a:lnTo>
                  <a:pt x="1924234" y="139631"/>
                </a:lnTo>
                <a:cubicBezTo>
                  <a:pt x="1924234" y="125779"/>
                  <a:pt x="1922406" y="115748"/>
                  <a:pt x="1918749" y="109544"/>
                </a:cubicBezTo>
                <a:cubicBezTo>
                  <a:pt x="1915203" y="103227"/>
                  <a:pt x="1909162" y="100067"/>
                  <a:pt x="1900630" y="100067"/>
                </a:cubicBezTo>
                <a:cubicBezTo>
                  <a:pt x="1887442" y="100067"/>
                  <a:pt x="1874311" y="107270"/>
                  <a:pt x="1861234" y="121679"/>
                </a:cubicBezTo>
                <a:lnTo>
                  <a:pt x="1861234" y="201965"/>
                </a:lnTo>
                <a:cubicBezTo>
                  <a:pt x="1861234" y="212271"/>
                  <a:pt x="1861844" y="218643"/>
                  <a:pt x="1863062" y="221081"/>
                </a:cubicBezTo>
                <a:cubicBezTo>
                  <a:pt x="1864614" y="224295"/>
                  <a:pt x="1866719" y="226677"/>
                  <a:pt x="1869380" y="228228"/>
                </a:cubicBezTo>
                <a:cubicBezTo>
                  <a:pt x="1872151" y="229670"/>
                  <a:pt x="1877691" y="230388"/>
                  <a:pt x="1886002" y="230388"/>
                </a:cubicBezTo>
                <a:lnTo>
                  <a:pt x="1886002" y="236373"/>
                </a:lnTo>
                <a:lnTo>
                  <a:pt x="1810702" y="236373"/>
                </a:lnTo>
                <a:lnTo>
                  <a:pt x="1810702" y="230388"/>
                </a:lnTo>
                <a:lnTo>
                  <a:pt x="1814027" y="230388"/>
                </a:lnTo>
                <a:cubicBezTo>
                  <a:pt x="1821784" y="230388"/>
                  <a:pt x="1826992" y="228449"/>
                  <a:pt x="1829651" y="224571"/>
                </a:cubicBezTo>
                <a:cubicBezTo>
                  <a:pt x="1832422" y="220582"/>
                  <a:pt x="1833808" y="213047"/>
                  <a:pt x="1833808" y="201965"/>
                </a:cubicBezTo>
                <a:lnTo>
                  <a:pt x="1833808" y="145448"/>
                </a:lnTo>
                <a:cubicBezTo>
                  <a:pt x="1833808" y="127164"/>
                  <a:pt x="1833365" y="116026"/>
                  <a:pt x="1832477" y="112037"/>
                </a:cubicBezTo>
                <a:cubicBezTo>
                  <a:pt x="1831701" y="108048"/>
                  <a:pt x="1830427" y="105331"/>
                  <a:pt x="1828654" y="103891"/>
                </a:cubicBezTo>
                <a:cubicBezTo>
                  <a:pt x="1826992" y="102452"/>
                  <a:pt x="1824719" y="101731"/>
                  <a:pt x="1821839" y="101731"/>
                </a:cubicBezTo>
                <a:cubicBezTo>
                  <a:pt x="1818736" y="101731"/>
                  <a:pt x="1815023" y="102563"/>
                  <a:pt x="1810702" y="104224"/>
                </a:cubicBezTo>
                <a:lnTo>
                  <a:pt x="1808208" y="98239"/>
                </a:lnTo>
                <a:lnTo>
                  <a:pt x="1854086" y="79622"/>
                </a:lnTo>
                <a:lnTo>
                  <a:pt x="1861234" y="79622"/>
                </a:lnTo>
                <a:lnTo>
                  <a:pt x="1861234" y="111869"/>
                </a:lnTo>
              </a:path>
            </a:pathLst>
          </a:custGeom>
          <a:solidFill xmlns:a="http://schemas.openxmlformats.org/drawingml/2006/main">
            <a:srgbClr val="4169E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" name="path-134">
            <a:extLst xmlns:a="http://schemas.openxmlformats.org/drawingml/2006/main">
              <a:ext uri="{FF2B5EF4-FFF2-40B4-BE49-F238E27FC236}">
                <a16:creationId xmlns:a16="http://schemas.microsoft.com/office/drawing/2014/main" id="{D7883867-4D27-4DFA-8E1A-C93DFC4CC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9367" y="74475"/>
            <a:ext cx="6546312" cy="420020"/>
          </a:xfrm>
          <a:custGeom xmlns:a="http://schemas.openxmlformats.org/drawingml/2006/main">
            <a:pathLst>
              <a:path w="4818813" h="309181">
                <a:moveTo>
                  <a:pt x="39411" y="242827"/>
                </a:moveTo>
                <a:cubicBezTo>
                  <a:pt x="37728" y="241237"/>
                  <a:pt x="36606" y="239366"/>
                  <a:pt x="36045" y="237216"/>
                </a:cubicBezTo>
                <a:cubicBezTo>
                  <a:pt x="35578" y="235064"/>
                  <a:pt x="35625" y="232915"/>
                  <a:pt x="36185" y="230763"/>
                </a:cubicBezTo>
                <a:cubicBezTo>
                  <a:pt x="36746" y="228614"/>
                  <a:pt x="37821" y="226743"/>
                  <a:pt x="39411" y="225153"/>
                </a:cubicBezTo>
                <a:lnTo>
                  <a:pt x="129174" y="135253"/>
                </a:lnTo>
                <a:lnTo>
                  <a:pt x="39411" y="45489"/>
                </a:lnTo>
                <a:cubicBezTo>
                  <a:pt x="37821" y="43899"/>
                  <a:pt x="36746" y="42031"/>
                  <a:pt x="36185" y="39879"/>
                </a:cubicBezTo>
                <a:cubicBezTo>
                  <a:pt x="35718" y="37730"/>
                  <a:pt x="35718" y="35578"/>
                  <a:pt x="36185" y="33429"/>
                </a:cubicBezTo>
                <a:cubicBezTo>
                  <a:pt x="36746" y="31276"/>
                  <a:pt x="37821" y="29408"/>
                  <a:pt x="39411" y="27818"/>
                </a:cubicBezTo>
                <a:cubicBezTo>
                  <a:pt x="41001" y="26135"/>
                  <a:pt x="42871" y="25059"/>
                  <a:pt x="45022" y="24593"/>
                </a:cubicBezTo>
                <a:cubicBezTo>
                  <a:pt x="47172" y="24031"/>
                  <a:pt x="49322" y="24031"/>
                  <a:pt x="51473" y="24593"/>
                </a:cubicBezTo>
                <a:cubicBezTo>
                  <a:pt x="53717" y="25059"/>
                  <a:pt x="55634" y="26135"/>
                  <a:pt x="57223" y="27818"/>
                </a:cubicBezTo>
                <a:lnTo>
                  <a:pt x="146985" y="117579"/>
                </a:lnTo>
                <a:lnTo>
                  <a:pt x="236747" y="27818"/>
                </a:lnTo>
                <a:cubicBezTo>
                  <a:pt x="238337" y="26135"/>
                  <a:pt x="240207" y="25059"/>
                  <a:pt x="242358" y="24593"/>
                </a:cubicBezTo>
                <a:cubicBezTo>
                  <a:pt x="244508" y="24031"/>
                  <a:pt x="246659" y="24031"/>
                  <a:pt x="248810" y="24593"/>
                </a:cubicBezTo>
                <a:cubicBezTo>
                  <a:pt x="250960" y="25059"/>
                  <a:pt x="252877" y="26135"/>
                  <a:pt x="254560" y="27818"/>
                </a:cubicBezTo>
                <a:cubicBezTo>
                  <a:pt x="256149" y="29408"/>
                  <a:pt x="257225" y="31276"/>
                  <a:pt x="257786" y="33429"/>
                </a:cubicBezTo>
                <a:cubicBezTo>
                  <a:pt x="258346" y="35578"/>
                  <a:pt x="258346" y="37730"/>
                  <a:pt x="257786" y="39879"/>
                </a:cubicBezTo>
                <a:cubicBezTo>
                  <a:pt x="257225" y="42031"/>
                  <a:pt x="256149" y="43899"/>
                  <a:pt x="254560" y="45489"/>
                </a:cubicBezTo>
                <a:lnTo>
                  <a:pt x="164797" y="135253"/>
                </a:lnTo>
                <a:lnTo>
                  <a:pt x="254560" y="225153"/>
                </a:lnTo>
                <a:cubicBezTo>
                  <a:pt x="256149" y="226743"/>
                  <a:pt x="257178" y="228614"/>
                  <a:pt x="257645" y="230763"/>
                </a:cubicBezTo>
                <a:cubicBezTo>
                  <a:pt x="258206" y="232915"/>
                  <a:pt x="258206" y="235064"/>
                  <a:pt x="257645" y="237216"/>
                </a:cubicBezTo>
                <a:cubicBezTo>
                  <a:pt x="257178" y="239366"/>
                  <a:pt x="256149" y="241237"/>
                  <a:pt x="254560" y="242827"/>
                </a:cubicBezTo>
                <a:cubicBezTo>
                  <a:pt x="252970" y="244507"/>
                  <a:pt x="251053" y="245584"/>
                  <a:pt x="248810" y="246052"/>
                </a:cubicBezTo>
                <a:cubicBezTo>
                  <a:pt x="246659" y="246611"/>
                  <a:pt x="244508" y="246611"/>
                  <a:pt x="242358" y="246052"/>
                </a:cubicBezTo>
                <a:cubicBezTo>
                  <a:pt x="240207" y="245490"/>
                  <a:pt x="238337" y="244417"/>
                  <a:pt x="236747" y="242827"/>
                </a:cubicBezTo>
                <a:lnTo>
                  <a:pt x="146985" y="153063"/>
                </a:lnTo>
                <a:lnTo>
                  <a:pt x="57223" y="242827"/>
                </a:lnTo>
                <a:cubicBezTo>
                  <a:pt x="55634" y="244417"/>
                  <a:pt x="53763" y="245490"/>
                  <a:pt x="51613" y="246052"/>
                </a:cubicBezTo>
                <a:cubicBezTo>
                  <a:pt x="49463" y="246611"/>
                  <a:pt x="47312" y="246611"/>
                  <a:pt x="45161" y="246052"/>
                </a:cubicBezTo>
                <a:cubicBezTo>
                  <a:pt x="43011" y="245490"/>
                  <a:pt x="41094" y="244417"/>
                  <a:pt x="39411" y="242827"/>
                </a:cubicBezTo>
                <a:moveTo>
                  <a:pt x="552951" y="174039"/>
                </a:moveTo>
                <a:lnTo>
                  <a:pt x="558436" y="175203"/>
                </a:lnTo>
                <a:lnTo>
                  <a:pt x="539154" y="236373"/>
                </a:lnTo>
                <a:lnTo>
                  <a:pt x="364617" y="236373"/>
                </a:lnTo>
                <a:lnTo>
                  <a:pt x="364617" y="230224"/>
                </a:lnTo>
                <a:lnTo>
                  <a:pt x="373095" y="230224"/>
                </a:lnTo>
                <a:cubicBezTo>
                  <a:pt x="382624" y="230224"/>
                  <a:pt x="389440" y="227120"/>
                  <a:pt x="393540" y="220914"/>
                </a:cubicBezTo>
                <a:cubicBezTo>
                  <a:pt x="395868" y="217368"/>
                  <a:pt x="397030" y="209168"/>
                  <a:pt x="397030" y="196312"/>
                </a:cubicBezTo>
                <a:lnTo>
                  <a:pt x="397030" y="50867"/>
                </a:lnTo>
                <a:cubicBezTo>
                  <a:pt x="397030" y="36793"/>
                  <a:pt x="395480" y="27983"/>
                  <a:pt x="392377" y="24437"/>
                </a:cubicBezTo>
                <a:cubicBezTo>
                  <a:pt x="388054" y="19559"/>
                  <a:pt x="381628" y="17123"/>
                  <a:pt x="373095" y="17123"/>
                </a:cubicBezTo>
                <a:lnTo>
                  <a:pt x="364617" y="17123"/>
                </a:lnTo>
                <a:lnTo>
                  <a:pt x="364617" y="10971"/>
                </a:lnTo>
                <a:lnTo>
                  <a:pt x="466680" y="10971"/>
                </a:lnTo>
                <a:lnTo>
                  <a:pt x="466680" y="17123"/>
                </a:lnTo>
                <a:cubicBezTo>
                  <a:pt x="454711" y="17012"/>
                  <a:pt x="446289" y="18120"/>
                  <a:pt x="441414" y="20448"/>
                </a:cubicBezTo>
                <a:cubicBezTo>
                  <a:pt x="436648" y="22773"/>
                  <a:pt x="433379" y="25712"/>
                  <a:pt x="431606" y="29258"/>
                </a:cubicBezTo>
                <a:cubicBezTo>
                  <a:pt x="429833" y="32804"/>
                  <a:pt x="428947" y="41279"/>
                  <a:pt x="428947" y="54688"/>
                </a:cubicBezTo>
                <a:lnTo>
                  <a:pt x="428947" y="196312"/>
                </a:lnTo>
                <a:cubicBezTo>
                  <a:pt x="428947" y="205511"/>
                  <a:pt x="429833" y="211828"/>
                  <a:pt x="431606" y="215264"/>
                </a:cubicBezTo>
                <a:cubicBezTo>
                  <a:pt x="432936" y="217589"/>
                  <a:pt x="434986" y="219307"/>
                  <a:pt x="437757" y="220417"/>
                </a:cubicBezTo>
                <a:cubicBezTo>
                  <a:pt x="440527" y="221524"/>
                  <a:pt x="449171" y="222078"/>
                  <a:pt x="463687" y="222078"/>
                </a:cubicBezTo>
                <a:lnTo>
                  <a:pt x="480145" y="222078"/>
                </a:lnTo>
                <a:cubicBezTo>
                  <a:pt x="497431" y="222078"/>
                  <a:pt x="509566" y="220803"/>
                  <a:pt x="516547" y="218256"/>
                </a:cubicBezTo>
                <a:cubicBezTo>
                  <a:pt x="523529" y="215707"/>
                  <a:pt x="529901" y="211218"/>
                  <a:pt x="535663" y="204790"/>
                </a:cubicBezTo>
                <a:cubicBezTo>
                  <a:pt x="541426" y="198252"/>
                  <a:pt x="547189" y="188002"/>
                  <a:pt x="552951" y="174039"/>
                </a:cubicBezTo>
                <a:moveTo>
                  <a:pt x="615285" y="0"/>
                </a:moveTo>
                <a:cubicBezTo>
                  <a:pt x="619940" y="0"/>
                  <a:pt x="623874" y="1664"/>
                  <a:pt x="627088" y="4988"/>
                </a:cubicBezTo>
                <a:cubicBezTo>
                  <a:pt x="630413" y="8202"/>
                  <a:pt x="632075" y="12135"/>
                  <a:pt x="632075" y="16788"/>
                </a:cubicBezTo>
                <a:cubicBezTo>
                  <a:pt x="632075" y="21444"/>
                  <a:pt x="630413" y="25433"/>
                  <a:pt x="627088" y="28758"/>
                </a:cubicBezTo>
                <a:cubicBezTo>
                  <a:pt x="623874" y="32083"/>
                  <a:pt x="619940" y="33744"/>
                  <a:pt x="615285" y="33744"/>
                </a:cubicBezTo>
                <a:cubicBezTo>
                  <a:pt x="610632" y="33744"/>
                  <a:pt x="606643" y="32083"/>
                  <a:pt x="603318" y="28758"/>
                </a:cubicBezTo>
                <a:cubicBezTo>
                  <a:pt x="599994" y="25433"/>
                  <a:pt x="598331" y="21444"/>
                  <a:pt x="598331" y="16788"/>
                </a:cubicBezTo>
                <a:cubicBezTo>
                  <a:pt x="598331" y="12135"/>
                  <a:pt x="599938" y="8202"/>
                  <a:pt x="603152" y="4988"/>
                </a:cubicBezTo>
                <a:cubicBezTo>
                  <a:pt x="606475" y="1664"/>
                  <a:pt x="610521" y="0"/>
                  <a:pt x="615285" y="0"/>
                </a:cubicBezTo>
                <a:moveTo>
                  <a:pt x="629082" y="79622"/>
                </a:moveTo>
                <a:lnTo>
                  <a:pt x="629082" y="201965"/>
                </a:lnTo>
                <a:cubicBezTo>
                  <a:pt x="629082" y="211496"/>
                  <a:pt x="629748" y="217867"/>
                  <a:pt x="631077" y="221081"/>
                </a:cubicBezTo>
                <a:cubicBezTo>
                  <a:pt x="632518" y="224185"/>
                  <a:pt x="634568" y="226513"/>
                  <a:pt x="637228" y="228063"/>
                </a:cubicBezTo>
                <a:cubicBezTo>
                  <a:pt x="639998" y="229613"/>
                  <a:pt x="644985" y="230391"/>
                  <a:pt x="652188" y="230391"/>
                </a:cubicBezTo>
                <a:lnTo>
                  <a:pt x="652188" y="236373"/>
                </a:lnTo>
                <a:lnTo>
                  <a:pt x="578217" y="236373"/>
                </a:lnTo>
                <a:lnTo>
                  <a:pt x="578217" y="230391"/>
                </a:lnTo>
                <a:cubicBezTo>
                  <a:pt x="585643" y="230391"/>
                  <a:pt x="590629" y="229670"/>
                  <a:pt x="593178" y="228230"/>
                </a:cubicBezTo>
                <a:cubicBezTo>
                  <a:pt x="595726" y="226788"/>
                  <a:pt x="597721" y="224406"/>
                  <a:pt x="599162" y="221081"/>
                </a:cubicBezTo>
                <a:cubicBezTo>
                  <a:pt x="600713" y="217757"/>
                  <a:pt x="601490" y="211386"/>
                  <a:pt x="601490" y="201965"/>
                </a:cubicBezTo>
                <a:lnTo>
                  <a:pt x="601490" y="143288"/>
                </a:lnTo>
                <a:cubicBezTo>
                  <a:pt x="601490" y="126775"/>
                  <a:pt x="600990" y="116083"/>
                  <a:pt x="599994" y="111205"/>
                </a:cubicBezTo>
                <a:cubicBezTo>
                  <a:pt x="599217" y="107659"/>
                  <a:pt x="597999" y="105223"/>
                  <a:pt x="596337" y="103891"/>
                </a:cubicBezTo>
                <a:cubicBezTo>
                  <a:pt x="594674" y="102452"/>
                  <a:pt x="592402" y="101731"/>
                  <a:pt x="589521" y="101731"/>
                </a:cubicBezTo>
                <a:cubicBezTo>
                  <a:pt x="586418" y="101731"/>
                  <a:pt x="582650" y="102563"/>
                  <a:pt x="578217" y="104224"/>
                </a:cubicBezTo>
                <a:lnTo>
                  <a:pt x="575890" y="98241"/>
                </a:lnTo>
                <a:lnTo>
                  <a:pt x="621769" y="79622"/>
                </a:lnTo>
                <a:lnTo>
                  <a:pt x="629082" y="79622"/>
                </a:lnTo>
                <a:moveTo>
                  <a:pt x="716518" y="112037"/>
                </a:moveTo>
                <a:cubicBezTo>
                  <a:pt x="727599" y="100956"/>
                  <a:pt x="734138" y="94584"/>
                  <a:pt x="736132" y="92921"/>
                </a:cubicBezTo>
                <a:cubicBezTo>
                  <a:pt x="741119" y="88710"/>
                  <a:pt x="746494" y="85439"/>
                  <a:pt x="752256" y="83114"/>
                </a:cubicBezTo>
                <a:cubicBezTo>
                  <a:pt x="758018" y="80786"/>
                  <a:pt x="763726" y="79622"/>
                  <a:pt x="769378" y="79622"/>
                </a:cubicBezTo>
                <a:cubicBezTo>
                  <a:pt x="778907" y="79622"/>
                  <a:pt x="787108" y="82393"/>
                  <a:pt x="793979" y="87935"/>
                </a:cubicBezTo>
                <a:cubicBezTo>
                  <a:pt x="800850" y="93474"/>
                  <a:pt x="805448" y="101509"/>
                  <a:pt x="807776" y="112037"/>
                </a:cubicBezTo>
                <a:cubicBezTo>
                  <a:pt x="819190" y="98738"/>
                  <a:pt x="828832" y="90039"/>
                  <a:pt x="836699" y="85939"/>
                </a:cubicBezTo>
                <a:cubicBezTo>
                  <a:pt x="844568" y="81729"/>
                  <a:pt x="852657" y="79622"/>
                  <a:pt x="860968" y="79622"/>
                </a:cubicBezTo>
                <a:cubicBezTo>
                  <a:pt x="869057" y="79622"/>
                  <a:pt x="876206" y="81729"/>
                  <a:pt x="882411" y="85939"/>
                </a:cubicBezTo>
                <a:cubicBezTo>
                  <a:pt x="888728" y="90039"/>
                  <a:pt x="893715" y="96799"/>
                  <a:pt x="897372" y="106219"/>
                </a:cubicBezTo>
                <a:cubicBezTo>
                  <a:pt x="899810" y="112647"/>
                  <a:pt x="901029" y="122732"/>
                  <a:pt x="901029" y="136471"/>
                </a:cubicBezTo>
                <a:lnTo>
                  <a:pt x="901029" y="201965"/>
                </a:lnTo>
                <a:cubicBezTo>
                  <a:pt x="901029" y="211496"/>
                  <a:pt x="901749" y="218035"/>
                  <a:pt x="903190" y="221581"/>
                </a:cubicBezTo>
                <a:cubicBezTo>
                  <a:pt x="904297" y="224017"/>
                  <a:pt x="906348" y="226124"/>
                  <a:pt x="909339" y="227895"/>
                </a:cubicBezTo>
                <a:cubicBezTo>
                  <a:pt x="912332" y="229559"/>
                  <a:pt x="917208" y="230391"/>
                  <a:pt x="923968" y="230391"/>
                </a:cubicBezTo>
                <a:lnTo>
                  <a:pt x="923968" y="236373"/>
                </a:lnTo>
                <a:lnTo>
                  <a:pt x="848834" y="236373"/>
                </a:lnTo>
                <a:lnTo>
                  <a:pt x="848834" y="230391"/>
                </a:lnTo>
                <a:lnTo>
                  <a:pt x="851992" y="230391"/>
                </a:lnTo>
                <a:cubicBezTo>
                  <a:pt x="858531" y="230391"/>
                  <a:pt x="863627" y="229116"/>
                  <a:pt x="867286" y="226567"/>
                </a:cubicBezTo>
                <a:cubicBezTo>
                  <a:pt x="869834" y="224795"/>
                  <a:pt x="871662" y="221967"/>
                  <a:pt x="872771" y="218089"/>
                </a:cubicBezTo>
                <a:cubicBezTo>
                  <a:pt x="873214" y="216207"/>
                  <a:pt x="873435" y="210832"/>
                  <a:pt x="873435" y="201965"/>
                </a:cubicBezTo>
                <a:lnTo>
                  <a:pt x="873435" y="136471"/>
                </a:lnTo>
                <a:cubicBezTo>
                  <a:pt x="873435" y="124061"/>
                  <a:pt x="871939" y="115305"/>
                  <a:pt x="868946" y="110209"/>
                </a:cubicBezTo>
                <a:cubicBezTo>
                  <a:pt x="864625" y="103116"/>
                  <a:pt x="857699" y="99570"/>
                  <a:pt x="848169" y="99570"/>
                </a:cubicBezTo>
                <a:cubicBezTo>
                  <a:pt x="842295" y="99570"/>
                  <a:pt x="836367" y="101066"/>
                  <a:pt x="830383" y="104059"/>
                </a:cubicBezTo>
                <a:cubicBezTo>
                  <a:pt x="824509" y="106941"/>
                  <a:pt x="817361" y="112369"/>
                  <a:pt x="808939" y="120347"/>
                </a:cubicBezTo>
                <a:lnTo>
                  <a:pt x="808607" y="122176"/>
                </a:lnTo>
                <a:lnTo>
                  <a:pt x="808939" y="129325"/>
                </a:lnTo>
                <a:lnTo>
                  <a:pt x="808939" y="201965"/>
                </a:lnTo>
                <a:cubicBezTo>
                  <a:pt x="808939" y="212382"/>
                  <a:pt x="809494" y="218864"/>
                  <a:pt x="810601" y="221414"/>
                </a:cubicBezTo>
                <a:cubicBezTo>
                  <a:pt x="811821" y="223963"/>
                  <a:pt x="814037" y="226124"/>
                  <a:pt x="817251" y="227895"/>
                </a:cubicBezTo>
                <a:cubicBezTo>
                  <a:pt x="820465" y="229559"/>
                  <a:pt x="825950" y="230391"/>
                  <a:pt x="833707" y="230391"/>
                </a:cubicBezTo>
                <a:lnTo>
                  <a:pt x="833707" y="236373"/>
                </a:lnTo>
                <a:lnTo>
                  <a:pt x="756745" y="236373"/>
                </a:lnTo>
                <a:lnTo>
                  <a:pt x="756745" y="230391"/>
                </a:lnTo>
                <a:cubicBezTo>
                  <a:pt x="765166" y="230391"/>
                  <a:pt x="770929" y="229392"/>
                  <a:pt x="774033" y="227399"/>
                </a:cubicBezTo>
                <a:cubicBezTo>
                  <a:pt x="777245" y="225403"/>
                  <a:pt x="779463" y="222410"/>
                  <a:pt x="780681" y="218421"/>
                </a:cubicBezTo>
                <a:cubicBezTo>
                  <a:pt x="781236" y="216539"/>
                  <a:pt x="781512" y="211053"/>
                  <a:pt x="781512" y="201965"/>
                </a:cubicBezTo>
                <a:lnTo>
                  <a:pt x="781512" y="136471"/>
                </a:lnTo>
                <a:cubicBezTo>
                  <a:pt x="781512" y="124061"/>
                  <a:pt x="779684" y="115140"/>
                  <a:pt x="776027" y="109709"/>
                </a:cubicBezTo>
                <a:cubicBezTo>
                  <a:pt x="771151" y="102617"/>
                  <a:pt x="764335" y="99070"/>
                  <a:pt x="755581" y="99070"/>
                </a:cubicBezTo>
                <a:cubicBezTo>
                  <a:pt x="749597" y="99070"/>
                  <a:pt x="743668" y="100677"/>
                  <a:pt x="737795" y="103891"/>
                </a:cubicBezTo>
                <a:cubicBezTo>
                  <a:pt x="728597" y="108769"/>
                  <a:pt x="721505" y="114254"/>
                  <a:pt x="716518" y="120347"/>
                </a:cubicBezTo>
                <a:lnTo>
                  <a:pt x="716518" y="201965"/>
                </a:lnTo>
                <a:cubicBezTo>
                  <a:pt x="716518" y="211939"/>
                  <a:pt x="717182" y="218421"/>
                  <a:pt x="718512" y="221414"/>
                </a:cubicBezTo>
                <a:cubicBezTo>
                  <a:pt x="719953" y="224406"/>
                  <a:pt x="722003" y="226677"/>
                  <a:pt x="724663" y="228230"/>
                </a:cubicBezTo>
                <a:cubicBezTo>
                  <a:pt x="727433" y="229670"/>
                  <a:pt x="732974" y="230391"/>
                  <a:pt x="741285" y="230391"/>
                </a:cubicBezTo>
                <a:lnTo>
                  <a:pt x="741285" y="236373"/>
                </a:lnTo>
                <a:lnTo>
                  <a:pt x="665985" y="236373"/>
                </a:lnTo>
                <a:lnTo>
                  <a:pt x="665985" y="230391"/>
                </a:lnTo>
                <a:cubicBezTo>
                  <a:pt x="672966" y="230391"/>
                  <a:pt x="677843" y="229670"/>
                  <a:pt x="680612" y="228230"/>
                </a:cubicBezTo>
                <a:cubicBezTo>
                  <a:pt x="683383" y="226677"/>
                  <a:pt x="685488" y="224295"/>
                  <a:pt x="686929" y="221081"/>
                </a:cubicBezTo>
                <a:cubicBezTo>
                  <a:pt x="688370" y="217757"/>
                  <a:pt x="689090" y="211386"/>
                  <a:pt x="689090" y="201965"/>
                </a:cubicBezTo>
                <a:lnTo>
                  <a:pt x="689090" y="143788"/>
                </a:lnTo>
                <a:cubicBezTo>
                  <a:pt x="689090" y="127053"/>
                  <a:pt x="688592" y="116247"/>
                  <a:pt x="687594" y="111373"/>
                </a:cubicBezTo>
                <a:cubicBezTo>
                  <a:pt x="686819" y="107716"/>
                  <a:pt x="685599" y="105223"/>
                  <a:pt x="683937" y="103891"/>
                </a:cubicBezTo>
                <a:cubicBezTo>
                  <a:pt x="682274" y="102452"/>
                  <a:pt x="680003" y="101731"/>
                  <a:pt x="677123" y="101731"/>
                </a:cubicBezTo>
                <a:cubicBezTo>
                  <a:pt x="674020" y="101731"/>
                  <a:pt x="670307" y="102563"/>
                  <a:pt x="665985" y="104224"/>
                </a:cubicBezTo>
                <a:lnTo>
                  <a:pt x="663492" y="98241"/>
                </a:lnTo>
                <a:lnTo>
                  <a:pt x="709370" y="79622"/>
                </a:lnTo>
                <a:lnTo>
                  <a:pt x="716518" y="79622"/>
                </a:lnTo>
                <a:lnTo>
                  <a:pt x="716518" y="112037"/>
                </a:lnTo>
                <a:moveTo>
                  <a:pt x="975000" y="0"/>
                </a:moveTo>
                <a:cubicBezTo>
                  <a:pt x="979653" y="0"/>
                  <a:pt x="983588" y="1664"/>
                  <a:pt x="986801" y="4988"/>
                </a:cubicBezTo>
                <a:cubicBezTo>
                  <a:pt x="990126" y="8202"/>
                  <a:pt x="991788" y="12135"/>
                  <a:pt x="991788" y="16788"/>
                </a:cubicBezTo>
                <a:cubicBezTo>
                  <a:pt x="991788" y="21444"/>
                  <a:pt x="990126" y="25433"/>
                  <a:pt x="986801" y="28758"/>
                </a:cubicBezTo>
                <a:cubicBezTo>
                  <a:pt x="983588" y="32083"/>
                  <a:pt x="979653" y="33744"/>
                  <a:pt x="975000" y="33744"/>
                </a:cubicBezTo>
                <a:cubicBezTo>
                  <a:pt x="970345" y="33744"/>
                  <a:pt x="966356" y="32083"/>
                  <a:pt x="963031" y="28758"/>
                </a:cubicBezTo>
                <a:cubicBezTo>
                  <a:pt x="959707" y="25433"/>
                  <a:pt x="958044" y="21444"/>
                  <a:pt x="958044" y="16788"/>
                </a:cubicBezTo>
                <a:cubicBezTo>
                  <a:pt x="958044" y="12135"/>
                  <a:pt x="959651" y="8202"/>
                  <a:pt x="962865" y="4988"/>
                </a:cubicBezTo>
                <a:cubicBezTo>
                  <a:pt x="966190" y="1664"/>
                  <a:pt x="970234" y="0"/>
                  <a:pt x="975000" y="0"/>
                </a:cubicBezTo>
                <a:moveTo>
                  <a:pt x="988797" y="79622"/>
                </a:moveTo>
                <a:lnTo>
                  <a:pt x="988797" y="201965"/>
                </a:lnTo>
                <a:cubicBezTo>
                  <a:pt x="988797" y="211496"/>
                  <a:pt x="989461" y="217867"/>
                  <a:pt x="990791" y="221081"/>
                </a:cubicBezTo>
                <a:cubicBezTo>
                  <a:pt x="992231" y="224185"/>
                  <a:pt x="994282" y="226513"/>
                  <a:pt x="996941" y="228063"/>
                </a:cubicBezTo>
                <a:cubicBezTo>
                  <a:pt x="999712" y="229613"/>
                  <a:pt x="1004699" y="230391"/>
                  <a:pt x="1011902" y="230391"/>
                </a:cubicBezTo>
                <a:lnTo>
                  <a:pt x="1011902" y="236373"/>
                </a:lnTo>
                <a:lnTo>
                  <a:pt x="937931" y="236373"/>
                </a:lnTo>
                <a:lnTo>
                  <a:pt x="937931" y="230391"/>
                </a:lnTo>
                <a:cubicBezTo>
                  <a:pt x="945356" y="230391"/>
                  <a:pt x="950343" y="229670"/>
                  <a:pt x="952891" y="228230"/>
                </a:cubicBezTo>
                <a:cubicBezTo>
                  <a:pt x="955441" y="226788"/>
                  <a:pt x="957435" y="224406"/>
                  <a:pt x="958876" y="221081"/>
                </a:cubicBezTo>
                <a:cubicBezTo>
                  <a:pt x="960426" y="217757"/>
                  <a:pt x="961203" y="211386"/>
                  <a:pt x="961203" y="201965"/>
                </a:cubicBezTo>
                <a:lnTo>
                  <a:pt x="961203" y="143288"/>
                </a:lnTo>
                <a:cubicBezTo>
                  <a:pt x="961203" y="126775"/>
                  <a:pt x="960705" y="116083"/>
                  <a:pt x="959707" y="111205"/>
                </a:cubicBezTo>
                <a:cubicBezTo>
                  <a:pt x="958931" y="107659"/>
                  <a:pt x="957712" y="105223"/>
                  <a:pt x="956050" y="103891"/>
                </a:cubicBezTo>
                <a:cubicBezTo>
                  <a:pt x="954387" y="102452"/>
                  <a:pt x="952116" y="101731"/>
                  <a:pt x="949234" y="101731"/>
                </a:cubicBezTo>
                <a:cubicBezTo>
                  <a:pt x="946131" y="101731"/>
                  <a:pt x="942363" y="102563"/>
                  <a:pt x="937931" y="104224"/>
                </a:cubicBezTo>
                <a:lnTo>
                  <a:pt x="935603" y="98241"/>
                </a:lnTo>
                <a:lnTo>
                  <a:pt x="981482" y="79622"/>
                </a:lnTo>
                <a:lnTo>
                  <a:pt x="988797" y="79622"/>
                </a:lnTo>
                <a:moveTo>
                  <a:pt x="1075234" y="34076"/>
                </a:moveTo>
                <a:lnTo>
                  <a:pt x="1075234" y="84111"/>
                </a:lnTo>
                <a:lnTo>
                  <a:pt x="1110806" y="84111"/>
                </a:lnTo>
                <a:lnTo>
                  <a:pt x="1110806" y="95746"/>
                </a:lnTo>
                <a:lnTo>
                  <a:pt x="1075234" y="95746"/>
                </a:lnTo>
                <a:lnTo>
                  <a:pt x="1075234" y="194484"/>
                </a:lnTo>
                <a:cubicBezTo>
                  <a:pt x="1075234" y="204347"/>
                  <a:pt x="1076618" y="210997"/>
                  <a:pt x="1079389" y="214432"/>
                </a:cubicBezTo>
                <a:cubicBezTo>
                  <a:pt x="1082271" y="217867"/>
                  <a:pt x="1085928" y="219585"/>
                  <a:pt x="1090360" y="219585"/>
                </a:cubicBezTo>
                <a:cubicBezTo>
                  <a:pt x="1094017" y="219585"/>
                  <a:pt x="1097563" y="218478"/>
                  <a:pt x="1100998" y="216260"/>
                </a:cubicBezTo>
                <a:cubicBezTo>
                  <a:pt x="1104434" y="213932"/>
                  <a:pt x="1107094" y="210554"/>
                  <a:pt x="1108978" y="206122"/>
                </a:cubicBezTo>
                <a:lnTo>
                  <a:pt x="1115460" y="206122"/>
                </a:lnTo>
                <a:cubicBezTo>
                  <a:pt x="1111581" y="216982"/>
                  <a:pt x="1106096" y="225181"/>
                  <a:pt x="1099004" y="230723"/>
                </a:cubicBezTo>
                <a:cubicBezTo>
                  <a:pt x="1091912" y="236152"/>
                  <a:pt x="1084598" y="238869"/>
                  <a:pt x="1077063" y="238869"/>
                </a:cubicBezTo>
                <a:cubicBezTo>
                  <a:pt x="1071965" y="238869"/>
                  <a:pt x="1066978" y="237483"/>
                  <a:pt x="1062102" y="234712"/>
                </a:cubicBezTo>
                <a:cubicBezTo>
                  <a:pt x="1057225" y="231831"/>
                  <a:pt x="1053624" y="227785"/>
                  <a:pt x="1051297" y="222578"/>
                </a:cubicBezTo>
                <a:cubicBezTo>
                  <a:pt x="1048970" y="217257"/>
                  <a:pt x="1047806" y="209114"/>
                  <a:pt x="1047806" y="198141"/>
                </a:cubicBezTo>
                <a:lnTo>
                  <a:pt x="1047806" y="95746"/>
                </a:lnTo>
                <a:lnTo>
                  <a:pt x="1023703" y="95746"/>
                </a:lnTo>
                <a:lnTo>
                  <a:pt x="1023703" y="90260"/>
                </a:lnTo>
                <a:cubicBezTo>
                  <a:pt x="1029799" y="87824"/>
                  <a:pt x="1036004" y="83722"/>
                  <a:pt x="1042321" y="77961"/>
                </a:cubicBezTo>
                <a:cubicBezTo>
                  <a:pt x="1048749" y="72087"/>
                  <a:pt x="1054456" y="65162"/>
                  <a:pt x="1059443" y="57181"/>
                </a:cubicBezTo>
                <a:cubicBezTo>
                  <a:pt x="1061991" y="52971"/>
                  <a:pt x="1065537" y="45271"/>
                  <a:pt x="1070081" y="34076"/>
                </a:cubicBezTo>
                <a:lnTo>
                  <a:pt x="1075234" y="34076"/>
                </a:lnTo>
                <a:moveTo>
                  <a:pt x="1151365" y="141459"/>
                </a:moveTo>
                <a:cubicBezTo>
                  <a:pt x="1151255" y="164065"/>
                  <a:pt x="1156740" y="181796"/>
                  <a:pt x="1167821" y="194651"/>
                </a:cubicBezTo>
                <a:cubicBezTo>
                  <a:pt x="1178903" y="207507"/>
                  <a:pt x="1191925" y="213932"/>
                  <a:pt x="1206884" y="213932"/>
                </a:cubicBezTo>
                <a:cubicBezTo>
                  <a:pt x="1216858" y="213932"/>
                  <a:pt x="1225502" y="211218"/>
                  <a:pt x="1232816" y="205790"/>
                </a:cubicBezTo>
                <a:cubicBezTo>
                  <a:pt x="1240240" y="200247"/>
                  <a:pt x="1246447" y="190827"/>
                  <a:pt x="1251434" y="177531"/>
                </a:cubicBezTo>
                <a:lnTo>
                  <a:pt x="1256587" y="180856"/>
                </a:lnTo>
                <a:cubicBezTo>
                  <a:pt x="1254259" y="196037"/>
                  <a:pt x="1247499" y="209889"/>
                  <a:pt x="1236307" y="222410"/>
                </a:cubicBezTo>
                <a:cubicBezTo>
                  <a:pt x="1225115" y="234823"/>
                  <a:pt x="1211096" y="241029"/>
                  <a:pt x="1194251" y="241029"/>
                </a:cubicBezTo>
                <a:cubicBezTo>
                  <a:pt x="1175967" y="241029"/>
                  <a:pt x="1160286" y="233937"/>
                  <a:pt x="1147209" y="219753"/>
                </a:cubicBezTo>
                <a:cubicBezTo>
                  <a:pt x="1134244" y="205457"/>
                  <a:pt x="1127761" y="186284"/>
                  <a:pt x="1127761" y="162237"/>
                </a:cubicBezTo>
                <a:cubicBezTo>
                  <a:pt x="1127761" y="136196"/>
                  <a:pt x="1134410" y="115915"/>
                  <a:pt x="1147709" y="101399"/>
                </a:cubicBezTo>
                <a:cubicBezTo>
                  <a:pt x="1161117" y="86771"/>
                  <a:pt x="1177906" y="79457"/>
                  <a:pt x="1198074" y="79457"/>
                </a:cubicBezTo>
                <a:cubicBezTo>
                  <a:pt x="1215141" y="79457"/>
                  <a:pt x="1229159" y="85107"/>
                  <a:pt x="1240130" y="96413"/>
                </a:cubicBezTo>
                <a:cubicBezTo>
                  <a:pt x="1251100" y="107605"/>
                  <a:pt x="1256587" y="122621"/>
                  <a:pt x="1256587" y="141459"/>
                </a:cubicBezTo>
                <a:lnTo>
                  <a:pt x="1151365" y="141459"/>
                </a:lnTo>
                <a:moveTo>
                  <a:pt x="1151365" y="131818"/>
                </a:moveTo>
                <a:lnTo>
                  <a:pt x="1221845" y="131818"/>
                </a:lnTo>
                <a:cubicBezTo>
                  <a:pt x="1221292" y="122065"/>
                  <a:pt x="1220128" y="115194"/>
                  <a:pt x="1218355" y="111205"/>
                </a:cubicBezTo>
                <a:cubicBezTo>
                  <a:pt x="1215584" y="105001"/>
                  <a:pt x="1211428" y="100124"/>
                  <a:pt x="1205888" y="96578"/>
                </a:cubicBezTo>
                <a:cubicBezTo>
                  <a:pt x="1200458" y="93031"/>
                  <a:pt x="1194751" y="91260"/>
                  <a:pt x="1188766" y="91260"/>
                </a:cubicBezTo>
                <a:cubicBezTo>
                  <a:pt x="1179569" y="91260"/>
                  <a:pt x="1171312" y="94860"/>
                  <a:pt x="1163998" y="102063"/>
                </a:cubicBezTo>
                <a:cubicBezTo>
                  <a:pt x="1156795" y="109155"/>
                  <a:pt x="1152585" y="119075"/>
                  <a:pt x="1151365" y="131818"/>
                </a:cubicBezTo>
                <a:moveTo>
                  <a:pt x="1384580" y="219253"/>
                </a:moveTo>
                <a:cubicBezTo>
                  <a:pt x="1377156" y="227010"/>
                  <a:pt x="1369897" y="232606"/>
                  <a:pt x="1362805" y="236041"/>
                </a:cubicBezTo>
                <a:cubicBezTo>
                  <a:pt x="1355713" y="239366"/>
                  <a:pt x="1348067" y="241029"/>
                  <a:pt x="1339866" y="241029"/>
                </a:cubicBezTo>
                <a:cubicBezTo>
                  <a:pt x="1323242" y="241029"/>
                  <a:pt x="1308726" y="234102"/>
                  <a:pt x="1296314" y="220250"/>
                </a:cubicBezTo>
                <a:cubicBezTo>
                  <a:pt x="1283903" y="206286"/>
                  <a:pt x="1277698" y="188391"/>
                  <a:pt x="1277698" y="166558"/>
                </a:cubicBezTo>
                <a:cubicBezTo>
                  <a:pt x="1277698" y="144727"/>
                  <a:pt x="1284569" y="124782"/>
                  <a:pt x="1298309" y="106719"/>
                </a:cubicBezTo>
                <a:cubicBezTo>
                  <a:pt x="1312050" y="88543"/>
                  <a:pt x="1329726" y="79457"/>
                  <a:pt x="1351335" y="79457"/>
                </a:cubicBezTo>
                <a:cubicBezTo>
                  <a:pt x="1364744" y="79457"/>
                  <a:pt x="1375826" y="83722"/>
                  <a:pt x="1384580" y="92256"/>
                </a:cubicBezTo>
                <a:lnTo>
                  <a:pt x="1384580" y="64163"/>
                </a:lnTo>
                <a:cubicBezTo>
                  <a:pt x="1384580" y="46764"/>
                  <a:pt x="1384137" y="36072"/>
                  <a:pt x="1383251" y="32083"/>
                </a:cubicBezTo>
                <a:cubicBezTo>
                  <a:pt x="1382475" y="28094"/>
                  <a:pt x="1381200" y="25377"/>
                  <a:pt x="1379427" y="23937"/>
                </a:cubicBezTo>
                <a:cubicBezTo>
                  <a:pt x="1377654" y="22498"/>
                  <a:pt x="1375438" y="21777"/>
                  <a:pt x="1372779" y="21777"/>
                </a:cubicBezTo>
                <a:cubicBezTo>
                  <a:pt x="1369897" y="21777"/>
                  <a:pt x="1366074" y="22662"/>
                  <a:pt x="1361309" y="24437"/>
                </a:cubicBezTo>
                <a:lnTo>
                  <a:pt x="1359148" y="18617"/>
                </a:lnTo>
                <a:lnTo>
                  <a:pt x="1404528" y="0"/>
                </a:lnTo>
                <a:lnTo>
                  <a:pt x="1412008" y="0"/>
                </a:lnTo>
                <a:lnTo>
                  <a:pt x="1412008" y="176035"/>
                </a:lnTo>
                <a:cubicBezTo>
                  <a:pt x="1412008" y="193876"/>
                  <a:pt x="1412396" y="204790"/>
                  <a:pt x="1413172" y="208779"/>
                </a:cubicBezTo>
                <a:cubicBezTo>
                  <a:pt x="1414058" y="212660"/>
                  <a:pt x="1415388" y="215375"/>
                  <a:pt x="1417161" y="216925"/>
                </a:cubicBezTo>
                <a:cubicBezTo>
                  <a:pt x="1419045" y="218478"/>
                  <a:pt x="1421206" y="219253"/>
                  <a:pt x="1423643" y="219253"/>
                </a:cubicBezTo>
                <a:cubicBezTo>
                  <a:pt x="1426636" y="219253"/>
                  <a:pt x="1430625" y="218310"/>
                  <a:pt x="1435612" y="216428"/>
                </a:cubicBezTo>
                <a:lnTo>
                  <a:pt x="1437440" y="222245"/>
                </a:lnTo>
                <a:lnTo>
                  <a:pt x="1392227" y="241029"/>
                </a:lnTo>
                <a:lnTo>
                  <a:pt x="1384580" y="241029"/>
                </a:lnTo>
                <a:lnTo>
                  <a:pt x="1384580" y="219253"/>
                </a:lnTo>
                <a:moveTo>
                  <a:pt x="1384580" y="207618"/>
                </a:moveTo>
                <a:lnTo>
                  <a:pt x="1384580" y="129157"/>
                </a:lnTo>
                <a:cubicBezTo>
                  <a:pt x="1383916" y="121622"/>
                  <a:pt x="1381921" y="114751"/>
                  <a:pt x="1378597" y="108548"/>
                </a:cubicBezTo>
                <a:cubicBezTo>
                  <a:pt x="1375272" y="102341"/>
                  <a:pt x="1370838" y="97685"/>
                  <a:pt x="1365298" y="94584"/>
                </a:cubicBezTo>
                <a:cubicBezTo>
                  <a:pt x="1359868" y="91371"/>
                  <a:pt x="1354549" y="89764"/>
                  <a:pt x="1349340" y="89764"/>
                </a:cubicBezTo>
                <a:cubicBezTo>
                  <a:pt x="1339589" y="89764"/>
                  <a:pt x="1330890" y="94139"/>
                  <a:pt x="1323242" y="102895"/>
                </a:cubicBezTo>
                <a:cubicBezTo>
                  <a:pt x="1313159" y="114419"/>
                  <a:pt x="1308117" y="131264"/>
                  <a:pt x="1308117" y="153427"/>
                </a:cubicBezTo>
                <a:cubicBezTo>
                  <a:pt x="1308117" y="175813"/>
                  <a:pt x="1312993" y="192991"/>
                  <a:pt x="1322744" y="204958"/>
                </a:cubicBezTo>
                <a:cubicBezTo>
                  <a:pt x="1332497" y="216814"/>
                  <a:pt x="1343357" y="222742"/>
                  <a:pt x="1355325" y="222742"/>
                </a:cubicBezTo>
                <a:cubicBezTo>
                  <a:pt x="1365409" y="222742"/>
                  <a:pt x="1375161" y="217703"/>
                  <a:pt x="1384580" y="207618"/>
                </a:cubicBezTo>
                <a:moveTo>
                  <a:pt x="1632424" y="22941"/>
                </a:moveTo>
                <a:lnTo>
                  <a:pt x="1605828" y="112204"/>
                </a:lnTo>
                <a:lnTo>
                  <a:pt x="1635416" y="112204"/>
                </a:lnTo>
                <a:cubicBezTo>
                  <a:pt x="1648713" y="112204"/>
                  <a:pt x="1658632" y="110152"/>
                  <a:pt x="1665171" y="106052"/>
                </a:cubicBezTo>
                <a:cubicBezTo>
                  <a:pt x="1671819" y="101952"/>
                  <a:pt x="1678634" y="93199"/>
                  <a:pt x="1685616" y="79790"/>
                </a:cubicBezTo>
                <a:lnTo>
                  <a:pt x="1691933" y="79790"/>
                </a:lnTo>
                <a:lnTo>
                  <a:pt x="1668494" y="161904"/>
                </a:lnTo>
                <a:lnTo>
                  <a:pt x="1661846" y="161904"/>
                </a:lnTo>
                <a:cubicBezTo>
                  <a:pt x="1663508" y="155255"/>
                  <a:pt x="1664339" y="149770"/>
                  <a:pt x="1664339" y="145448"/>
                </a:cubicBezTo>
                <a:cubicBezTo>
                  <a:pt x="1664339" y="138688"/>
                  <a:pt x="1662068" y="133481"/>
                  <a:pt x="1657523" y="129824"/>
                </a:cubicBezTo>
                <a:cubicBezTo>
                  <a:pt x="1653091" y="126054"/>
                  <a:pt x="1644724" y="124172"/>
                  <a:pt x="1632424" y="124172"/>
                </a:cubicBezTo>
                <a:lnTo>
                  <a:pt x="1602503" y="124172"/>
                </a:lnTo>
                <a:lnTo>
                  <a:pt x="1582888" y="192159"/>
                </a:lnTo>
                <a:cubicBezTo>
                  <a:pt x="1579342" y="204237"/>
                  <a:pt x="1577569" y="212271"/>
                  <a:pt x="1577569" y="216260"/>
                </a:cubicBezTo>
                <a:cubicBezTo>
                  <a:pt x="1577569" y="220360"/>
                  <a:pt x="1579065" y="223520"/>
                  <a:pt x="1582058" y="225735"/>
                </a:cubicBezTo>
                <a:cubicBezTo>
                  <a:pt x="1585160" y="227952"/>
                  <a:pt x="1592640" y="229448"/>
                  <a:pt x="1604497" y="230224"/>
                </a:cubicBezTo>
                <a:lnTo>
                  <a:pt x="1602503" y="236373"/>
                </a:lnTo>
                <a:lnTo>
                  <a:pt x="1513407" y="236373"/>
                </a:lnTo>
                <a:lnTo>
                  <a:pt x="1515567" y="230224"/>
                </a:lnTo>
                <a:cubicBezTo>
                  <a:pt x="1524211" y="230002"/>
                  <a:pt x="1529973" y="229227"/>
                  <a:pt x="1532855" y="227895"/>
                </a:cubicBezTo>
                <a:cubicBezTo>
                  <a:pt x="1537287" y="226013"/>
                  <a:pt x="1540556" y="223463"/>
                  <a:pt x="1542662" y="220250"/>
                </a:cubicBezTo>
                <a:cubicBezTo>
                  <a:pt x="1545654" y="215707"/>
                  <a:pt x="1549200" y="206343"/>
                  <a:pt x="1553300" y="192159"/>
                </a:cubicBezTo>
                <a:lnTo>
                  <a:pt x="1593029" y="56352"/>
                </a:lnTo>
                <a:cubicBezTo>
                  <a:pt x="1596243" y="45381"/>
                  <a:pt x="1597848" y="36793"/>
                  <a:pt x="1597848" y="30587"/>
                </a:cubicBezTo>
                <a:cubicBezTo>
                  <a:pt x="1597848" y="27705"/>
                  <a:pt x="1597128" y="25266"/>
                  <a:pt x="1595687" y="23273"/>
                </a:cubicBezTo>
                <a:cubicBezTo>
                  <a:pt x="1594247" y="21166"/>
                  <a:pt x="1592086" y="19616"/>
                  <a:pt x="1589204" y="18617"/>
                </a:cubicBezTo>
                <a:cubicBezTo>
                  <a:pt x="1586435" y="17620"/>
                  <a:pt x="1580839" y="17123"/>
                  <a:pt x="1572416" y="17123"/>
                </a:cubicBezTo>
                <a:lnTo>
                  <a:pt x="1574411" y="10971"/>
                </a:lnTo>
                <a:lnTo>
                  <a:pt x="1749280" y="10971"/>
                </a:lnTo>
                <a:lnTo>
                  <a:pt x="1732658" y="67987"/>
                </a:lnTo>
                <a:lnTo>
                  <a:pt x="1726341" y="67987"/>
                </a:lnTo>
                <a:cubicBezTo>
                  <a:pt x="1727560" y="61116"/>
                  <a:pt x="1728169" y="55463"/>
                  <a:pt x="1728169" y="51031"/>
                </a:cubicBezTo>
                <a:cubicBezTo>
                  <a:pt x="1728169" y="43718"/>
                  <a:pt x="1726119" y="37954"/>
                  <a:pt x="1722020" y="33744"/>
                </a:cubicBezTo>
                <a:cubicBezTo>
                  <a:pt x="1718031" y="29422"/>
                  <a:pt x="1712878" y="26376"/>
                  <a:pt x="1706560" y="24602"/>
                </a:cubicBezTo>
                <a:cubicBezTo>
                  <a:pt x="1702128" y="23494"/>
                  <a:pt x="1692210" y="22941"/>
                  <a:pt x="1676806" y="22941"/>
                </a:cubicBezTo>
                <a:lnTo>
                  <a:pt x="1632424" y="22941"/>
                </a:lnTo>
                <a:moveTo>
                  <a:pt x="1747619" y="95249"/>
                </a:moveTo>
                <a:lnTo>
                  <a:pt x="1804966" y="85939"/>
                </a:lnTo>
                <a:lnTo>
                  <a:pt x="1781029" y="166725"/>
                </a:lnTo>
                <a:cubicBezTo>
                  <a:pt x="1800422" y="133592"/>
                  <a:pt x="1818042" y="110430"/>
                  <a:pt x="1833891" y="97242"/>
                </a:cubicBezTo>
                <a:cubicBezTo>
                  <a:pt x="1842865" y="89707"/>
                  <a:pt x="1850180" y="85939"/>
                  <a:pt x="1855832" y="85939"/>
                </a:cubicBezTo>
                <a:cubicBezTo>
                  <a:pt x="1859489" y="85939"/>
                  <a:pt x="1862370" y="87046"/>
                  <a:pt x="1864476" y="89264"/>
                </a:cubicBezTo>
                <a:cubicBezTo>
                  <a:pt x="1866581" y="91371"/>
                  <a:pt x="1867634" y="94474"/>
                  <a:pt x="1867634" y="98574"/>
                </a:cubicBezTo>
                <a:cubicBezTo>
                  <a:pt x="1867634" y="105887"/>
                  <a:pt x="1865750" y="112869"/>
                  <a:pt x="1861981" y="119518"/>
                </a:cubicBezTo>
                <a:cubicBezTo>
                  <a:pt x="1859323" y="124504"/>
                  <a:pt x="1855500" y="126997"/>
                  <a:pt x="1850513" y="126997"/>
                </a:cubicBezTo>
                <a:cubicBezTo>
                  <a:pt x="1847964" y="126997"/>
                  <a:pt x="1845747" y="126168"/>
                  <a:pt x="1843863" y="124504"/>
                </a:cubicBezTo>
                <a:cubicBezTo>
                  <a:pt x="1842090" y="122843"/>
                  <a:pt x="1840983" y="120293"/>
                  <a:pt x="1840538" y="116858"/>
                </a:cubicBezTo>
                <a:cubicBezTo>
                  <a:pt x="1840317" y="114751"/>
                  <a:pt x="1839819" y="113366"/>
                  <a:pt x="1839042" y="112701"/>
                </a:cubicBezTo>
                <a:cubicBezTo>
                  <a:pt x="1838156" y="111815"/>
                  <a:pt x="1837103" y="111373"/>
                  <a:pt x="1835885" y="111373"/>
                </a:cubicBezTo>
                <a:cubicBezTo>
                  <a:pt x="1834001" y="111373"/>
                  <a:pt x="1832227" y="111815"/>
                  <a:pt x="1830566" y="112701"/>
                </a:cubicBezTo>
                <a:cubicBezTo>
                  <a:pt x="1827684" y="114254"/>
                  <a:pt x="1823306" y="118576"/>
                  <a:pt x="1817433" y="125668"/>
                </a:cubicBezTo>
                <a:cubicBezTo>
                  <a:pt x="1808236" y="136528"/>
                  <a:pt x="1798262" y="150602"/>
                  <a:pt x="1787513" y="167889"/>
                </a:cubicBezTo>
                <a:cubicBezTo>
                  <a:pt x="1782859" y="175203"/>
                  <a:pt x="1778869" y="183459"/>
                  <a:pt x="1775544" y="192656"/>
                </a:cubicBezTo>
                <a:cubicBezTo>
                  <a:pt x="1770891" y="205290"/>
                  <a:pt x="1768230" y="212882"/>
                  <a:pt x="1767566" y="215429"/>
                </a:cubicBezTo>
                <a:lnTo>
                  <a:pt x="1762247" y="236373"/>
                </a:lnTo>
                <a:lnTo>
                  <a:pt x="1736813" y="236373"/>
                </a:lnTo>
                <a:lnTo>
                  <a:pt x="1767566" y="133149"/>
                </a:lnTo>
                <a:cubicBezTo>
                  <a:pt x="1771112" y="121179"/>
                  <a:pt x="1772885" y="112647"/>
                  <a:pt x="1772885" y="107548"/>
                </a:cubicBezTo>
                <a:cubicBezTo>
                  <a:pt x="1772885" y="105555"/>
                  <a:pt x="1772053" y="103891"/>
                  <a:pt x="1770391" y="102563"/>
                </a:cubicBezTo>
                <a:cubicBezTo>
                  <a:pt x="1768175" y="100788"/>
                  <a:pt x="1765239" y="99902"/>
                  <a:pt x="1761581" y="99902"/>
                </a:cubicBezTo>
                <a:cubicBezTo>
                  <a:pt x="1759254" y="99902"/>
                  <a:pt x="1754988" y="100402"/>
                  <a:pt x="1748782" y="101399"/>
                </a:cubicBezTo>
                <a:lnTo>
                  <a:pt x="1747619" y="95249"/>
                </a:lnTo>
                <a:moveTo>
                  <a:pt x="1890407" y="173707"/>
                </a:moveTo>
                <a:cubicBezTo>
                  <a:pt x="1889631" y="179249"/>
                  <a:pt x="1889243" y="183846"/>
                  <a:pt x="1889243" y="187502"/>
                </a:cubicBezTo>
                <a:cubicBezTo>
                  <a:pt x="1889243" y="197366"/>
                  <a:pt x="1892734" y="205790"/>
                  <a:pt x="1899716" y="212771"/>
                </a:cubicBezTo>
                <a:cubicBezTo>
                  <a:pt x="1906697" y="219642"/>
                  <a:pt x="1915175" y="223077"/>
                  <a:pt x="1925148" y="223077"/>
                </a:cubicBezTo>
                <a:cubicBezTo>
                  <a:pt x="1933127" y="223077"/>
                  <a:pt x="1940773" y="221470"/>
                  <a:pt x="1948087" y="218256"/>
                </a:cubicBezTo>
                <a:cubicBezTo>
                  <a:pt x="1955513" y="214932"/>
                  <a:pt x="1966483" y="207672"/>
                  <a:pt x="1981000" y="196480"/>
                </a:cubicBezTo>
                <a:lnTo>
                  <a:pt x="1984491" y="201301"/>
                </a:lnTo>
                <a:cubicBezTo>
                  <a:pt x="1958227" y="227342"/>
                  <a:pt x="1933182" y="240362"/>
                  <a:pt x="1909356" y="240362"/>
                </a:cubicBezTo>
                <a:cubicBezTo>
                  <a:pt x="1893177" y="240362"/>
                  <a:pt x="1880987" y="235266"/>
                  <a:pt x="1872787" y="225070"/>
                </a:cubicBezTo>
                <a:cubicBezTo>
                  <a:pt x="1864586" y="214875"/>
                  <a:pt x="1860485" y="203629"/>
                  <a:pt x="1860485" y="191327"/>
                </a:cubicBezTo>
                <a:cubicBezTo>
                  <a:pt x="1860485" y="174814"/>
                  <a:pt x="1865584" y="157915"/>
                  <a:pt x="1875778" y="140628"/>
                </a:cubicBezTo>
                <a:cubicBezTo>
                  <a:pt x="1885974" y="123340"/>
                  <a:pt x="1898773" y="109930"/>
                  <a:pt x="1914177" y="100402"/>
                </a:cubicBezTo>
                <a:cubicBezTo>
                  <a:pt x="1929581" y="90760"/>
                  <a:pt x="1945428" y="85939"/>
                  <a:pt x="1961718" y="85939"/>
                </a:cubicBezTo>
                <a:cubicBezTo>
                  <a:pt x="1973465" y="85939"/>
                  <a:pt x="1982164" y="88321"/>
                  <a:pt x="1987815" y="93088"/>
                </a:cubicBezTo>
                <a:cubicBezTo>
                  <a:pt x="1993467" y="97852"/>
                  <a:pt x="1996293" y="103505"/>
                  <a:pt x="1996293" y="110041"/>
                </a:cubicBezTo>
                <a:cubicBezTo>
                  <a:pt x="1996293" y="119240"/>
                  <a:pt x="1992636" y="128050"/>
                  <a:pt x="1985321" y="136471"/>
                </a:cubicBezTo>
                <a:cubicBezTo>
                  <a:pt x="1975681" y="147444"/>
                  <a:pt x="1961496" y="156308"/>
                  <a:pt x="1942767" y="163068"/>
                </a:cubicBezTo>
                <a:cubicBezTo>
                  <a:pt x="1930356" y="167611"/>
                  <a:pt x="1912902" y="171157"/>
                  <a:pt x="1890407" y="173707"/>
                </a:cubicBezTo>
                <a:moveTo>
                  <a:pt x="1891570" y="165561"/>
                </a:moveTo>
                <a:cubicBezTo>
                  <a:pt x="1907970" y="163679"/>
                  <a:pt x="1921325" y="160465"/>
                  <a:pt x="1931631" y="155919"/>
                </a:cubicBezTo>
                <a:cubicBezTo>
                  <a:pt x="1945262" y="149826"/>
                  <a:pt x="1955456" y="142567"/>
                  <a:pt x="1962216" y="134146"/>
                </a:cubicBezTo>
                <a:cubicBezTo>
                  <a:pt x="1969087" y="125611"/>
                  <a:pt x="1972522" y="117522"/>
                  <a:pt x="1972522" y="109876"/>
                </a:cubicBezTo>
                <a:cubicBezTo>
                  <a:pt x="1972522" y="105223"/>
                  <a:pt x="1971026" y="101455"/>
                  <a:pt x="1968035" y="98574"/>
                </a:cubicBezTo>
                <a:cubicBezTo>
                  <a:pt x="1965153" y="95692"/>
                  <a:pt x="1960998" y="94249"/>
                  <a:pt x="1955567" y="94249"/>
                </a:cubicBezTo>
                <a:cubicBezTo>
                  <a:pt x="1944264" y="94249"/>
                  <a:pt x="1932240" y="100291"/>
                  <a:pt x="1919496" y="112369"/>
                </a:cubicBezTo>
                <a:cubicBezTo>
                  <a:pt x="1906863" y="124339"/>
                  <a:pt x="1897555" y="142070"/>
                  <a:pt x="1891570" y="165561"/>
                </a:cubicBezTo>
                <a:moveTo>
                  <a:pt x="2041673" y="173707"/>
                </a:moveTo>
                <a:cubicBezTo>
                  <a:pt x="2040897" y="179249"/>
                  <a:pt x="2040509" y="183846"/>
                  <a:pt x="2040509" y="187502"/>
                </a:cubicBezTo>
                <a:cubicBezTo>
                  <a:pt x="2040509" y="197366"/>
                  <a:pt x="2044000" y="205790"/>
                  <a:pt x="2050981" y="212771"/>
                </a:cubicBezTo>
                <a:cubicBezTo>
                  <a:pt x="2057963" y="219642"/>
                  <a:pt x="2066439" y="223077"/>
                  <a:pt x="2076413" y="223077"/>
                </a:cubicBezTo>
                <a:cubicBezTo>
                  <a:pt x="2084393" y="223077"/>
                  <a:pt x="2092039" y="221470"/>
                  <a:pt x="2099353" y="218256"/>
                </a:cubicBezTo>
                <a:cubicBezTo>
                  <a:pt x="2106778" y="214932"/>
                  <a:pt x="2117749" y="207672"/>
                  <a:pt x="2132266" y="196480"/>
                </a:cubicBezTo>
                <a:lnTo>
                  <a:pt x="2135757" y="201301"/>
                </a:lnTo>
                <a:cubicBezTo>
                  <a:pt x="2109493" y="227342"/>
                  <a:pt x="2084448" y="240362"/>
                  <a:pt x="2060622" y="240362"/>
                </a:cubicBezTo>
                <a:cubicBezTo>
                  <a:pt x="2044443" y="240362"/>
                  <a:pt x="2032253" y="235266"/>
                  <a:pt x="2024053" y="225070"/>
                </a:cubicBezTo>
                <a:cubicBezTo>
                  <a:pt x="2015852" y="214875"/>
                  <a:pt x="2011751" y="203629"/>
                  <a:pt x="2011751" y="191327"/>
                </a:cubicBezTo>
                <a:cubicBezTo>
                  <a:pt x="2011751" y="174814"/>
                  <a:pt x="2016849" y="157915"/>
                  <a:pt x="2027044" y="140628"/>
                </a:cubicBezTo>
                <a:cubicBezTo>
                  <a:pt x="2037240" y="123340"/>
                  <a:pt x="2050039" y="109930"/>
                  <a:pt x="2065443" y="100402"/>
                </a:cubicBezTo>
                <a:cubicBezTo>
                  <a:pt x="2080847" y="90760"/>
                  <a:pt x="2096694" y="85939"/>
                  <a:pt x="2112984" y="85939"/>
                </a:cubicBezTo>
                <a:cubicBezTo>
                  <a:pt x="2124731" y="85939"/>
                  <a:pt x="2133430" y="88321"/>
                  <a:pt x="2139081" y="93088"/>
                </a:cubicBezTo>
                <a:cubicBezTo>
                  <a:pt x="2144733" y="97852"/>
                  <a:pt x="2147559" y="103505"/>
                  <a:pt x="2147559" y="110041"/>
                </a:cubicBezTo>
                <a:cubicBezTo>
                  <a:pt x="2147559" y="119240"/>
                  <a:pt x="2143901" y="128050"/>
                  <a:pt x="2136587" y="136471"/>
                </a:cubicBezTo>
                <a:cubicBezTo>
                  <a:pt x="2126947" y="147444"/>
                  <a:pt x="2112762" y="156308"/>
                  <a:pt x="2094033" y="163068"/>
                </a:cubicBezTo>
                <a:cubicBezTo>
                  <a:pt x="2081622" y="167611"/>
                  <a:pt x="2064168" y="171157"/>
                  <a:pt x="2041673" y="173707"/>
                </a:cubicBezTo>
                <a:moveTo>
                  <a:pt x="2042836" y="165561"/>
                </a:moveTo>
                <a:cubicBezTo>
                  <a:pt x="2059236" y="163679"/>
                  <a:pt x="2072590" y="160465"/>
                  <a:pt x="2082897" y="155919"/>
                </a:cubicBezTo>
                <a:cubicBezTo>
                  <a:pt x="2096528" y="149826"/>
                  <a:pt x="2106722" y="142567"/>
                  <a:pt x="2113482" y="134146"/>
                </a:cubicBezTo>
                <a:cubicBezTo>
                  <a:pt x="2120353" y="125611"/>
                  <a:pt x="2123788" y="117522"/>
                  <a:pt x="2123788" y="109876"/>
                </a:cubicBezTo>
                <a:cubicBezTo>
                  <a:pt x="2123788" y="105223"/>
                  <a:pt x="2122292" y="101455"/>
                  <a:pt x="2119299" y="98574"/>
                </a:cubicBezTo>
                <a:cubicBezTo>
                  <a:pt x="2116419" y="95692"/>
                  <a:pt x="2112264" y="94249"/>
                  <a:pt x="2106832" y="94249"/>
                </a:cubicBezTo>
                <a:cubicBezTo>
                  <a:pt x="2095530" y="94249"/>
                  <a:pt x="2083506" y="100291"/>
                  <a:pt x="2070762" y="112369"/>
                </a:cubicBezTo>
                <a:cubicBezTo>
                  <a:pt x="2058129" y="124339"/>
                  <a:pt x="2048819" y="142070"/>
                  <a:pt x="2042836" y="165561"/>
                </a:cubicBezTo>
                <a:moveTo>
                  <a:pt x="2336558" y="0"/>
                </a:moveTo>
                <a:lnTo>
                  <a:pt x="2279375" y="196148"/>
                </a:lnTo>
                <a:cubicBezTo>
                  <a:pt x="2276273" y="206786"/>
                  <a:pt x="2274722" y="213768"/>
                  <a:pt x="2274722" y="217092"/>
                </a:cubicBezTo>
                <a:cubicBezTo>
                  <a:pt x="2274722" y="218200"/>
                  <a:pt x="2275165" y="219253"/>
                  <a:pt x="2276050" y="220250"/>
                </a:cubicBezTo>
                <a:cubicBezTo>
                  <a:pt x="2277048" y="221249"/>
                  <a:pt x="2278046" y="221746"/>
                  <a:pt x="2279043" y="221746"/>
                </a:cubicBezTo>
                <a:cubicBezTo>
                  <a:pt x="2280484" y="221746"/>
                  <a:pt x="2282202" y="221025"/>
                  <a:pt x="2284196" y="219585"/>
                </a:cubicBezTo>
                <a:cubicBezTo>
                  <a:pt x="2287964" y="216925"/>
                  <a:pt x="2294281" y="210275"/>
                  <a:pt x="2303146" y="199637"/>
                </a:cubicBezTo>
                <a:lnTo>
                  <a:pt x="2308798" y="203129"/>
                </a:lnTo>
                <a:cubicBezTo>
                  <a:pt x="2300820" y="214211"/>
                  <a:pt x="2292729" y="223188"/>
                  <a:pt x="2284528" y="230059"/>
                </a:cubicBezTo>
                <a:cubicBezTo>
                  <a:pt x="2276439" y="236927"/>
                  <a:pt x="2268847" y="240362"/>
                  <a:pt x="2261755" y="240362"/>
                </a:cubicBezTo>
                <a:cubicBezTo>
                  <a:pt x="2257988" y="240362"/>
                  <a:pt x="2254886" y="239034"/>
                  <a:pt x="2252447" y="236373"/>
                </a:cubicBezTo>
                <a:cubicBezTo>
                  <a:pt x="2250010" y="233716"/>
                  <a:pt x="2248790" y="229945"/>
                  <a:pt x="2248790" y="225070"/>
                </a:cubicBezTo>
                <a:cubicBezTo>
                  <a:pt x="2248790" y="218753"/>
                  <a:pt x="2250452" y="210275"/>
                  <a:pt x="2253777" y="199637"/>
                </a:cubicBezTo>
                <a:lnTo>
                  <a:pt x="2260260" y="179027"/>
                </a:lnTo>
                <a:cubicBezTo>
                  <a:pt x="2244191" y="203850"/>
                  <a:pt x="2229563" y="221025"/>
                  <a:pt x="2216377" y="230556"/>
                </a:cubicBezTo>
                <a:cubicBezTo>
                  <a:pt x="2207288" y="237094"/>
                  <a:pt x="2198589" y="240362"/>
                  <a:pt x="2190279" y="240362"/>
                </a:cubicBezTo>
                <a:cubicBezTo>
                  <a:pt x="2181856" y="240362"/>
                  <a:pt x="2174487" y="236651"/>
                  <a:pt x="2168170" y="229227"/>
                </a:cubicBezTo>
                <a:cubicBezTo>
                  <a:pt x="2161965" y="221692"/>
                  <a:pt x="2158862" y="211496"/>
                  <a:pt x="2158862" y="198640"/>
                </a:cubicBezTo>
                <a:cubicBezTo>
                  <a:pt x="2158862" y="182128"/>
                  <a:pt x="2164126" y="164508"/>
                  <a:pt x="2174653" y="145781"/>
                </a:cubicBezTo>
                <a:cubicBezTo>
                  <a:pt x="2185181" y="127053"/>
                  <a:pt x="2199089" y="111815"/>
                  <a:pt x="2216377" y="100070"/>
                </a:cubicBezTo>
                <a:cubicBezTo>
                  <a:pt x="2230006" y="90649"/>
                  <a:pt x="2242528" y="85939"/>
                  <a:pt x="2253943" y="85939"/>
                </a:cubicBezTo>
                <a:cubicBezTo>
                  <a:pt x="2259927" y="85939"/>
                  <a:pt x="2265080" y="87157"/>
                  <a:pt x="2269403" y="89596"/>
                </a:cubicBezTo>
                <a:cubicBezTo>
                  <a:pt x="2273724" y="92035"/>
                  <a:pt x="2277991" y="96078"/>
                  <a:pt x="2282202" y="101731"/>
                </a:cubicBezTo>
                <a:lnTo>
                  <a:pt x="2298491" y="43885"/>
                </a:lnTo>
                <a:cubicBezTo>
                  <a:pt x="2299711" y="39783"/>
                  <a:pt x="2300709" y="36515"/>
                  <a:pt x="2301484" y="34076"/>
                </a:cubicBezTo>
                <a:cubicBezTo>
                  <a:pt x="2302814" y="29644"/>
                  <a:pt x="2303478" y="25987"/>
                  <a:pt x="2303478" y="23105"/>
                </a:cubicBezTo>
                <a:cubicBezTo>
                  <a:pt x="2303478" y="20780"/>
                  <a:pt x="2302648" y="18841"/>
                  <a:pt x="2300986" y="17288"/>
                </a:cubicBezTo>
                <a:cubicBezTo>
                  <a:pt x="2298657" y="15405"/>
                  <a:pt x="2295666" y="14463"/>
                  <a:pt x="2292010" y="14463"/>
                </a:cubicBezTo>
                <a:cubicBezTo>
                  <a:pt x="2289460" y="14463"/>
                  <a:pt x="2285249" y="14849"/>
                  <a:pt x="2279375" y="15627"/>
                </a:cubicBezTo>
                <a:lnTo>
                  <a:pt x="2279375" y="9474"/>
                </a:lnTo>
                <a:lnTo>
                  <a:pt x="2336558" y="0"/>
                </a:lnTo>
                <a:moveTo>
                  <a:pt x="2274888" y="118022"/>
                </a:moveTo>
                <a:cubicBezTo>
                  <a:pt x="2274888" y="110930"/>
                  <a:pt x="2272838" y="105223"/>
                  <a:pt x="2268737" y="100899"/>
                </a:cubicBezTo>
                <a:cubicBezTo>
                  <a:pt x="2264637" y="96578"/>
                  <a:pt x="2259429" y="94417"/>
                  <a:pt x="2253113" y="94417"/>
                </a:cubicBezTo>
                <a:cubicBezTo>
                  <a:pt x="2239150" y="94417"/>
                  <a:pt x="2224576" y="105941"/>
                  <a:pt x="2209395" y="128993"/>
                </a:cubicBezTo>
                <a:cubicBezTo>
                  <a:pt x="2194323" y="152041"/>
                  <a:pt x="2186788" y="174096"/>
                  <a:pt x="2186788" y="195151"/>
                </a:cubicBezTo>
                <a:cubicBezTo>
                  <a:pt x="2186788" y="203461"/>
                  <a:pt x="2188616" y="209833"/>
                  <a:pt x="2192273" y="214267"/>
                </a:cubicBezTo>
                <a:cubicBezTo>
                  <a:pt x="2195930" y="218589"/>
                  <a:pt x="2200307" y="220749"/>
                  <a:pt x="2205405" y="220749"/>
                </a:cubicBezTo>
                <a:cubicBezTo>
                  <a:pt x="2216930" y="220749"/>
                  <a:pt x="2231392" y="208282"/>
                  <a:pt x="2248790" y="183349"/>
                </a:cubicBezTo>
                <a:cubicBezTo>
                  <a:pt x="2266189" y="158415"/>
                  <a:pt x="2274888" y="136638"/>
                  <a:pt x="2274888" y="118022"/>
                </a:cubicBezTo>
                <a:moveTo>
                  <a:pt x="2480010" y="137967"/>
                </a:moveTo>
                <a:cubicBezTo>
                  <a:pt x="2480010" y="154591"/>
                  <a:pt x="2475578" y="171046"/>
                  <a:pt x="2466713" y="187338"/>
                </a:cubicBezTo>
                <a:cubicBezTo>
                  <a:pt x="2457958" y="203629"/>
                  <a:pt x="2445713" y="216539"/>
                  <a:pt x="2429977" y="226067"/>
                </a:cubicBezTo>
                <a:cubicBezTo>
                  <a:pt x="2414241" y="235598"/>
                  <a:pt x="2398947" y="240362"/>
                  <a:pt x="2384098" y="240362"/>
                </a:cubicBezTo>
                <a:cubicBezTo>
                  <a:pt x="2368916" y="240362"/>
                  <a:pt x="2356504" y="235544"/>
                  <a:pt x="2346864" y="225902"/>
                </a:cubicBezTo>
                <a:cubicBezTo>
                  <a:pt x="2337333" y="216150"/>
                  <a:pt x="2332569" y="203572"/>
                  <a:pt x="2332569" y="188170"/>
                </a:cubicBezTo>
                <a:cubicBezTo>
                  <a:pt x="2332569" y="171878"/>
                  <a:pt x="2337222" y="155533"/>
                  <a:pt x="2346532" y="139131"/>
                </a:cubicBezTo>
                <a:cubicBezTo>
                  <a:pt x="2355951" y="122732"/>
                  <a:pt x="2368473" y="109766"/>
                  <a:pt x="2384098" y="100234"/>
                </a:cubicBezTo>
                <a:cubicBezTo>
                  <a:pt x="2399835" y="90703"/>
                  <a:pt x="2415017" y="85939"/>
                  <a:pt x="2429645" y="85939"/>
                </a:cubicBezTo>
                <a:cubicBezTo>
                  <a:pt x="2444272" y="85939"/>
                  <a:pt x="2456296" y="90760"/>
                  <a:pt x="2465715" y="100402"/>
                </a:cubicBezTo>
                <a:cubicBezTo>
                  <a:pt x="2475246" y="110041"/>
                  <a:pt x="2480010" y="122565"/>
                  <a:pt x="2480010" y="137967"/>
                </a:cubicBezTo>
                <a:moveTo>
                  <a:pt x="2452418" y="126500"/>
                </a:moveTo>
                <a:cubicBezTo>
                  <a:pt x="2452418" y="116194"/>
                  <a:pt x="2449868" y="108323"/>
                  <a:pt x="2444770" y="102895"/>
                </a:cubicBezTo>
                <a:cubicBezTo>
                  <a:pt x="2439783" y="97353"/>
                  <a:pt x="2433301" y="94584"/>
                  <a:pt x="2425322" y="94584"/>
                </a:cubicBezTo>
                <a:cubicBezTo>
                  <a:pt x="2409032" y="94584"/>
                  <a:pt x="2394017" y="106273"/>
                  <a:pt x="2380275" y="129657"/>
                </a:cubicBezTo>
                <a:cubicBezTo>
                  <a:pt x="2366645" y="152930"/>
                  <a:pt x="2359829" y="176089"/>
                  <a:pt x="2359829" y="199140"/>
                </a:cubicBezTo>
                <a:cubicBezTo>
                  <a:pt x="2359829" y="209668"/>
                  <a:pt x="2362489" y="217813"/>
                  <a:pt x="2367809" y="223574"/>
                </a:cubicBezTo>
                <a:cubicBezTo>
                  <a:pt x="2373128" y="229227"/>
                  <a:pt x="2379831" y="232052"/>
                  <a:pt x="2387921" y="232052"/>
                </a:cubicBezTo>
                <a:cubicBezTo>
                  <a:pt x="2403547" y="232052"/>
                  <a:pt x="2418174" y="220471"/>
                  <a:pt x="2431805" y="197312"/>
                </a:cubicBezTo>
                <a:cubicBezTo>
                  <a:pt x="2445547" y="174039"/>
                  <a:pt x="2452418" y="150434"/>
                  <a:pt x="2452418" y="126500"/>
                </a:cubicBezTo>
                <a:moveTo>
                  <a:pt x="2566615" y="85939"/>
                </a:moveTo>
                <a:lnTo>
                  <a:pt x="2545005" y="160908"/>
                </a:lnTo>
                <a:cubicBezTo>
                  <a:pt x="2554647" y="143288"/>
                  <a:pt x="2562846" y="130046"/>
                  <a:pt x="2569606" y="121179"/>
                </a:cubicBezTo>
                <a:cubicBezTo>
                  <a:pt x="2580134" y="107437"/>
                  <a:pt x="2590385" y="97463"/>
                  <a:pt x="2600359" y="91260"/>
                </a:cubicBezTo>
                <a:cubicBezTo>
                  <a:pt x="2606232" y="87714"/>
                  <a:pt x="2612383" y="85939"/>
                  <a:pt x="2618809" y="85939"/>
                </a:cubicBezTo>
                <a:cubicBezTo>
                  <a:pt x="2624350" y="85939"/>
                  <a:pt x="2628949" y="87714"/>
                  <a:pt x="2632606" y="91260"/>
                </a:cubicBezTo>
                <a:cubicBezTo>
                  <a:pt x="2636263" y="94806"/>
                  <a:pt x="2638092" y="99349"/>
                  <a:pt x="2638092" y="104888"/>
                </a:cubicBezTo>
                <a:cubicBezTo>
                  <a:pt x="2638092" y="110319"/>
                  <a:pt x="2636817" y="117412"/>
                  <a:pt x="2634269" y="126168"/>
                </a:cubicBezTo>
                <a:lnTo>
                  <a:pt x="2622466" y="168389"/>
                </a:lnTo>
                <a:cubicBezTo>
                  <a:pt x="2640530" y="134589"/>
                  <a:pt x="2657651" y="110873"/>
                  <a:pt x="2673831" y="97242"/>
                </a:cubicBezTo>
                <a:cubicBezTo>
                  <a:pt x="2682806" y="89707"/>
                  <a:pt x="2691673" y="85939"/>
                  <a:pt x="2700426" y="85939"/>
                </a:cubicBezTo>
                <a:cubicBezTo>
                  <a:pt x="2705525" y="85939"/>
                  <a:pt x="2709680" y="87714"/>
                  <a:pt x="2712894" y="91260"/>
                </a:cubicBezTo>
                <a:cubicBezTo>
                  <a:pt x="2716217" y="94695"/>
                  <a:pt x="2717881" y="100070"/>
                  <a:pt x="2717881" y="107384"/>
                </a:cubicBezTo>
                <a:cubicBezTo>
                  <a:pt x="2717881" y="113811"/>
                  <a:pt x="2716883" y="120625"/>
                  <a:pt x="2714889" y="127828"/>
                </a:cubicBezTo>
                <a:lnTo>
                  <a:pt x="2696603" y="192491"/>
                </a:lnTo>
                <a:cubicBezTo>
                  <a:pt x="2692614" y="206565"/>
                  <a:pt x="2690619" y="214378"/>
                  <a:pt x="2690619" y="215928"/>
                </a:cubicBezTo>
                <a:cubicBezTo>
                  <a:pt x="2690619" y="217478"/>
                  <a:pt x="2691118" y="218810"/>
                  <a:pt x="2692116" y="219917"/>
                </a:cubicBezTo>
                <a:cubicBezTo>
                  <a:pt x="2692780" y="220692"/>
                  <a:pt x="2693667" y="221081"/>
                  <a:pt x="2694774" y="221081"/>
                </a:cubicBezTo>
                <a:cubicBezTo>
                  <a:pt x="2695883" y="221081"/>
                  <a:pt x="2697822" y="220028"/>
                  <a:pt x="2700593" y="217924"/>
                </a:cubicBezTo>
                <a:cubicBezTo>
                  <a:pt x="2706909" y="213047"/>
                  <a:pt x="2712839" y="206619"/>
                  <a:pt x="2718379" y="198640"/>
                </a:cubicBezTo>
                <a:lnTo>
                  <a:pt x="2723865" y="202133"/>
                </a:lnTo>
                <a:cubicBezTo>
                  <a:pt x="2721094" y="206565"/>
                  <a:pt x="2716163" y="212660"/>
                  <a:pt x="2709071" y="220417"/>
                </a:cubicBezTo>
                <a:cubicBezTo>
                  <a:pt x="2702090" y="228174"/>
                  <a:pt x="2696105" y="233438"/>
                  <a:pt x="2691118" y="236209"/>
                </a:cubicBezTo>
                <a:cubicBezTo>
                  <a:pt x="2686131" y="238980"/>
                  <a:pt x="2681532" y="240362"/>
                  <a:pt x="2677321" y="240362"/>
                </a:cubicBezTo>
                <a:cubicBezTo>
                  <a:pt x="2673442" y="240362"/>
                  <a:pt x="2670173" y="239034"/>
                  <a:pt x="2667514" y="236373"/>
                </a:cubicBezTo>
                <a:cubicBezTo>
                  <a:pt x="2664964" y="233716"/>
                  <a:pt x="2663691" y="230445"/>
                  <a:pt x="2663691" y="226567"/>
                </a:cubicBezTo>
                <a:cubicBezTo>
                  <a:pt x="2663691" y="221249"/>
                  <a:pt x="2665962" y="210554"/>
                  <a:pt x="2670507" y="194484"/>
                </a:cubicBezTo>
                <a:lnTo>
                  <a:pt x="2685632" y="141127"/>
                </a:lnTo>
                <a:cubicBezTo>
                  <a:pt x="2689068" y="128825"/>
                  <a:pt x="2690896" y="122011"/>
                  <a:pt x="2691118" y="120679"/>
                </a:cubicBezTo>
                <a:cubicBezTo>
                  <a:pt x="2691451" y="118576"/>
                  <a:pt x="2691616" y="116526"/>
                  <a:pt x="2691616" y="114530"/>
                </a:cubicBezTo>
                <a:cubicBezTo>
                  <a:pt x="2691616" y="111759"/>
                  <a:pt x="2691007" y="109598"/>
                  <a:pt x="2689787" y="108048"/>
                </a:cubicBezTo>
                <a:cubicBezTo>
                  <a:pt x="2688459" y="106495"/>
                  <a:pt x="2686962" y="105720"/>
                  <a:pt x="2685300" y="105720"/>
                </a:cubicBezTo>
                <a:cubicBezTo>
                  <a:pt x="2680645" y="105720"/>
                  <a:pt x="2675714" y="108102"/>
                  <a:pt x="2670507" y="112869"/>
                </a:cubicBezTo>
                <a:cubicBezTo>
                  <a:pt x="2655213" y="126943"/>
                  <a:pt x="2640918" y="146666"/>
                  <a:pt x="2627619" y="172046"/>
                </a:cubicBezTo>
                <a:cubicBezTo>
                  <a:pt x="2618865" y="188777"/>
                  <a:pt x="2610665" y="210222"/>
                  <a:pt x="2603018" y="236373"/>
                </a:cubicBezTo>
                <a:lnTo>
                  <a:pt x="2577918" y="236373"/>
                </a:lnTo>
                <a:lnTo>
                  <a:pt x="2606342" y="135807"/>
                </a:lnTo>
                <a:cubicBezTo>
                  <a:pt x="2609446" y="124947"/>
                  <a:pt x="2610997" y="117690"/>
                  <a:pt x="2610997" y="114033"/>
                </a:cubicBezTo>
                <a:cubicBezTo>
                  <a:pt x="2610997" y="111040"/>
                  <a:pt x="2610387" y="108823"/>
                  <a:pt x="2609169" y="107384"/>
                </a:cubicBezTo>
                <a:cubicBezTo>
                  <a:pt x="2607949" y="105941"/>
                  <a:pt x="2606453" y="105223"/>
                  <a:pt x="2604680" y="105223"/>
                </a:cubicBezTo>
                <a:cubicBezTo>
                  <a:pt x="2601023" y="105223"/>
                  <a:pt x="2597145" y="106552"/>
                  <a:pt x="2593045" y="109212"/>
                </a:cubicBezTo>
                <a:cubicBezTo>
                  <a:pt x="2586396" y="113533"/>
                  <a:pt x="2577807" y="122786"/>
                  <a:pt x="2567280" y="136971"/>
                </a:cubicBezTo>
                <a:cubicBezTo>
                  <a:pt x="2556863" y="151155"/>
                  <a:pt x="2548774" y="164729"/>
                  <a:pt x="2543010" y="177696"/>
                </a:cubicBezTo>
                <a:cubicBezTo>
                  <a:pt x="2540239" y="183792"/>
                  <a:pt x="2533647" y="203351"/>
                  <a:pt x="2523230" y="236373"/>
                </a:cubicBezTo>
                <a:lnTo>
                  <a:pt x="2498628" y="236373"/>
                </a:lnTo>
                <a:lnTo>
                  <a:pt x="2529379" y="128660"/>
                </a:lnTo>
                <a:lnTo>
                  <a:pt x="2533370" y="114697"/>
                </a:lnTo>
                <a:cubicBezTo>
                  <a:pt x="2534145" y="112591"/>
                  <a:pt x="2534532" y="111040"/>
                  <a:pt x="2534532" y="110041"/>
                </a:cubicBezTo>
                <a:cubicBezTo>
                  <a:pt x="2534532" y="107605"/>
                  <a:pt x="2533425" y="105444"/>
                  <a:pt x="2531208" y="103559"/>
                </a:cubicBezTo>
                <a:cubicBezTo>
                  <a:pt x="2528992" y="101566"/>
                  <a:pt x="2526167" y="100567"/>
                  <a:pt x="2522731" y="100567"/>
                </a:cubicBezTo>
                <a:cubicBezTo>
                  <a:pt x="2521290" y="100567"/>
                  <a:pt x="2517301" y="101231"/>
                  <a:pt x="2510763" y="102563"/>
                </a:cubicBezTo>
                <a:lnTo>
                  <a:pt x="2509267" y="96413"/>
                </a:lnTo>
                <a:lnTo>
                  <a:pt x="2566615" y="85939"/>
                </a:lnTo>
                <a:moveTo>
                  <a:pt x="2912365" y="44714"/>
                </a:moveTo>
                <a:lnTo>
                  <a:pt x="2899398" y="89928"/>
                </a:lnTo>
                <a:lnTo>
                  <a:pt x="2925496" y="89928"/>
                </a:lnTo>
                <a:lnTo>
                  <a:pt x="2922671" y="100402"/>
                </a:lnTo>
                <a:lnTo>
                  <a:pt x="2896740" y="100402"/>
                </a:lnTo>
                <a:lnTo>
                  <a:pt x="2868149" y="198476"/>
                </a:lnTo>
                <a:cubicBezTo>
                  <a:pt x="2865046" y="209004"/>
                  <a:pt x="2863494" y="215818"/>
                  <a:pt x="2863494" y="218921"/>
                </a:cubicBezTo>
                <a:cubicBezTo>
                  <a:pt x="2863494" y="220803"/>
                  <a:pt x="2863937" y="222245"/>
                  <a:pt x="2864824" y="223242"/>
                </a:cubicBezTo>
                <a:cubicBezTo>
                  <a:pt x="2865712" y="224239"/>
                  <a:pt x="2866764" y="224738"/>
                  <a:pt x="2867983" y="224738"/>
                </a:cubicBezTo>
                <a:cubicBezTo>
                  <a:pt x="2870753" y="224738"/>
                  <a:pt x="2874409" y="222799"/>
                  <a:pt x="2878954" y="218921"/>
                </a:cubicBezTo>
                <a:cubicBezTo>
                  <a:pt x="2881614" y="216703"/>
                  <a:pt x="2887542" y="209889"/>
                  <a:pt x="2896740" y="198476"/>
                </a:cubicBezTo>
                <a:lnTo>
                  <a:pt x="2902225" y="202630"/>
                </a:lnTo>
                <a:cubicBezTo>
                  <a:pt x="2892029" y="217478"/>
                  <a:pt x="2882389" y="227952"/>
                  <a:pt x="2873302" y="234048"/>
                </a:cubicBezTo>
                <a:cubicBezTo>
                  <a:pt x="2867096" y="238258"/>
                  <a:pt x="2860835" y="240362"/>
                  <a:pt x="2854518" y="240362"/>
                </a:cubicBezTo>
                <a:cubicBezTo>
                  <a:pt x="2849642" y="240362"/>
                  <a:pt x="2845653" y="238869"/>
                  <a:pt x="2842550" y="235876"/>
                </a:cubicBezTo>
                <a:cubicBezTo>
                  <a:pt x="2839448" y="232773"/>
                  <a:pt x="2837896" y="228838"/>
                  <a:pt x="2837896" y="224074"/>
                </a:cubicBezTo>
                <a:cubicBezTo>
                  <a:pt x="2837896" y="218089"/>
                  <a:pt x="2839668" y="208947"/>
                  <a:pt x="2843215" y="196647"/>
                </a:cubicBezTo>
                <a:lnTo>
                  <a:pt x="2870974" y="100402"/>
                </a:lnTo>
                <a:lnTo>
                  <a:pt x="2845874" y="100402"/>
                </a:lnTo>
                <a:lnTo>
                  <a:pt x="2847537" y="93917"/>
                </a:lnTo>
                <a:cubicBezTo>
                  <a:pt x="2859727" y="90593"/>
                  <a:pt x="2869867" y="85664"/>
                  <a:pt x="2877956" y="79125"/>
                </a:cubicBezTo>
                <a:cubicBezTo>
                  <a:pt x="2886046" y="72476"/>
                  <a:pt x="2895077" y="61005"/>
                  <a:pt x="2905051" y="44714"/>
                </a:cubicBezTo>
                <a:lnTo>
                  <a:pt x="2912365" y="44714"/>
                </a:lnTo>
                <a:moveTo>
                  <a:pt x="3076098" y="137967"/>
                </a:moveTo>
                <a:cubicBezTo>
                  <a:pt x="3076098" y="154591"/>
                  <a:pt x="3071666" y="171046"/>
                  <a:pt x="3062799" y="187338"/>
                </a:cubicBezTo>
                <a:cubicBezTo>
                  <a:pt x="3054046" y="203629"/>
                  <a:pt x="3041799" y="216539"/>
                  <a:pt x="3026063" y="226067"/>
                </a:cubicBezTo>
                <a:cubicBezTo>
                  <a:pt x="3010328" y="235598"/>
                  <a:pt x="2995035" y="240362"/>
                  <a:pt x="2980185" y="240362"/>
                </a:cubicBezTo>
                <a:cubicBezTo>
                  <a:pt x="2965003" y="240362"/>
                  <a:pt x="2952592" y="235544"/>
                  <a:pt x="2942950" y="225902"/>
                </a:cubicBezTo>
                <a:cubicBezTo>
                  <a:pt x="2933420" y="216150"/>
                  <a:pt x="2928655" y="203572"/>
                  <a:pt x="2928655" y="188170"/>
                </a:cubicBezTo>
                <a:cubicBezTo>
                  <a:pt x="2928655" y="171878"/>
                  <a:pt x="2933310" y="155533"/>
                  <a:pt x="2942618" y="139131"/>
                </a:cubicBezTo>
                <a:cubicBezTo>
                  <a:pt x="2952037" y="122732"/>
                  <a:pt x="2964561" y="109766"/>
                  <a:pt x="2980185" y="100234"/>
                </a:cubicBezTo>
                <a:cubicBezTo>
                  <a:pt x="2995921" y="90703"/>
                  <a:pt x="3011103" y="85939"/>
                  <a:pt x="3025731" y="85939"/>
                </a:cubicBezTo>
                <a:cubicBezTo>
                  <a:pt x="3040358" y="85939"/>
                  <a:pt x="3052382" y="90760"/>
                  <a:pt x="3061803" y="100402"/>
                </a:cubicBezTo>
                <a:cubicBezTo>
                  <a:pt x="3071332" y="110041"/>
                  <a:pt x="3076098" y="122565"/>
                  <a:pt x="3076098" y="137967"/>
                </a:cubicBezTo>
                <a:moveTo>
                  <a:pt x="3048504" y="126500"/>
                </a:moveTo>
                <a:cubicBezTo>
                  <a:pt x="3048504" y="116194"/>
                  <a:pt x="3045956" y="108323"/>
                  <a:pt x="3040858" y="102895"/>
                </a:cubicBezTo>
                <a:cubicBezTo>
                  <a:pt x="3035871" y="97353"/>
                  <a:pt x="3029388" y="94584"/>
                  <a:pt x="3021409" y="94584"/>
                </a:cubicBezTo>
                <a:cubicBezTo>
                  <a:pt x="3005118" y="94584"/>
                  <a:pt x="2990103" y="106273"/>
                  <a:pt x="2976362" y="129657"/>
                </a:cubicBezTo>
                <a:cubicBezTo>
                  <a:pt x="2962732" y="152930"/>
                  <a:pt x="2955917" y="176089"/>
                  <a:pt x="2955917" y="199140"/>
                </a:cubicBezTo>
                <a:cubicBezTo>
                  <a:pt x="2955917" y="209668"/>
                  <a:pt x="2958576" y="217813"/>
                  <a:pt x="2963895" y="223574"/>
                </a:cubicBezTo>
                <a:cubicBezTo>
                  <a:pt x="2969214" y="229227"/>
                  <a:pt x="2975919" y="232052"/>
                  <a:pt x="2984009" y="232052"/>
                </a:cubicBezTo>
                <a:cubicBezTo>
                  <a:pt x="2999633" y="232052"/>
                  <a:pt x="3014262" y="220471"/>
                  <a:pt x="3027891" y="197312"/>
                </a:cubicBezTo>
                <a:cubicBezTo>
                  <a:pt x="3041633" y="174039"/>
                  <a:pt x="3048504" y="150434"/>
                  <a:pt x="3048504" y="126500"/>
                </a:cubicBezTo>
                <a:moveTo>
                  <a:pt x="3302664" y="23437"/>
                </a:moveTo>
                <a:lnTo>
                  <a:pt x="3277563" y="110873"/>
                </a:lnTo>
                <a:lnTo>
                  <a:pt x="3285211" y="110873"/>
                </a:lnTo>
                <a:cubicBezTo>
                  <a:pt x="3305379" y="110873"/>
                  <a:pt x="3320062" y="108213"/>
                  <a:pt x="3329261" y="102895"/>
                </a:cubicBezTo>
                <a:cubicBezTo>
                  <a:pt x="3338569" y="97574"/>
                  <a:pt x="3346436" y="88157"/>
                  <a:pt x="3352864" y="74636"/>
                </a:cubicBezTo>
                <a:lnTo>
                  <a:pt x="3359014" y="74636"/>
                </a:lnTo>
                <a:lnTo>
                  <a:pt x="3333748" y="162404"/>
                </a:lnTo>
                <a:lnTo>
                  <a:pt x="3327930" y="162404"/>
                </a:lnTo>
                <a:cubicBezTo>
                  <a:pt x="3328927" y="156530"/>
                  <a:pt x="3329427" y="151766"/>
                  <a:pt x="3329427" y="148109"/>
                </a:cubicBezTo>
                <a:cubicBezTo>
                  <a:pt x="3329427" y="142013"/>
                  <a:pt x="3327598" y="137027"/>
                  <a:pt x="3323941" y="133149"/>
                </a:cubicBezTo>
                <a:cubicBezTo>
                  <a:pt x="3320395" y="129268"/>
                  <a:pt x="3315740" y="126500"/>
                  <a:pt x="3309978" y="124836"/>
                </a:cubicBezTo>
                <a:cubicBezTo>
                  <a:pt x="3306211" y="123729"/>
                  <a:pt x="3298397" y="123175"/>
                  <a:pt x="3286541" y="123175"/>
                </a:cubicBezTo>
                <a:lnTo>
                  <a:pt x="3273574" y="123175"/>
                </a:lnTo>
                <a:lnTo>
                  <a:pt x="3251965" y="198808"/>
                </a:lnTo>
                <a:cubicBezTo>
                  <a:pt x="3250080" y="205457"/>
                  <a:pt x="3249139" y="210386"/>
                  <a:pt x="3249139" y="213600"/>
                </a:cubicBezTo>
                <a:cubicBezTo>
                  <a:pt x="3249139" y="216150"/>
                  <a:pt x="3250358" y="218200"/>
                  <a:pt x="3252796" y="219753"/>
                </a:cubicBezTo>
                <a:cubicBezTo>
                  <a:pt x="3256342" y="221967"/>
                  <a:pt x="3263047" y="223077"/>
                  <a:pt x="3272910" y="223077"/>
                </a:cubicBezTo>
                <a:cubicBezTo>
                  <a:pt x="3291859" y="223077"/>
                  <a:pt x="3309701" y="219085"/>
                  <a:pt x="3326434" y="211107"/>
                </a:cubicBezTo>
                <a:cubicBezTo>
                  <a:pt x="3343168" y="203019"/>
                  <a:pt x="3358183" y="190827"/>
                  <a:pt x="3371482" y="174539"/>
                </a:cubicBezTo>
                <a:lnTo>
                  <a:pt x="3378297" y="174539"/>
                </a:lnTo>
                <a:lnTo>
                  <a:pt x="3354859" y="236373"/>
                </a:lnTo>
                <a:lnTo>
                  <a:pt x="3162037" y="236373"/>
                </a:lnTo>
                <a:lnTo>
                  <a:pt x="3164032" y="230224"/>
                </a:lnTo>
                <a:cubicBezTo>
                  <a:pt x="3175334" y="230224"/>
                  <a:pt x="3183591" y="228117"/>
                  <a:pt x="3188799" y="223906"/>
                </a:cubicBezTo>
                <a:cubicBezTo>
                  <a:pt x="3194008" y="219585"/>
                  <a:pt x="3198716" y="210165"/>
                  <a:pt x="3202928" y="195648"/>
                </a:cubicBezTo>
                <a:lnTo>
                  <a:pt x="3245316" y="50535"/>
                </a:lnTo>
                <a:cubicBezTo>
                  <a:pt x="3247643" y="42443"/>
                  <a:pt x="3248807" y="36072"/>
                  <a:pt x="3248807" y="31418"/>
                </a:cubicBezTo>
                <a:cubicBezTo>
                  <a:pt x="3248807" y="27205"/>
                  <a:pt x="3247310" y="23994"/>
                  <a:pt x="3244319" y="21777"/>
                </a:cubicBezTo>
                <a:cubicBezTo>
                  <a:pt x="3241327" y="19448"/>
                  <a:pt x="3234511" y="17898"/>
                  <a:pt x="3223873" y="17123"/>
                </a:cubicBezTo>
                <a:lnTo>
                  <a:pt x="3225701" y="10971"/>
                </a:lnTo>
                <a:lnTo>
                  <a:pt x="3405392" y="10971"/>
                </a:lnTo>
                <a:lnTo>
                  <a:pt x="3390930" y="67323"/>
                </a:lnTo>
                <a:lnTo>
                  <a:pt x="3384945" y="67323"/>
                </a:lnTo>
                <a:cubicBezTo>
                  <a:pt x="3384502" y="56241"/>
                  <a:pt x="3382785" y="48428"/>
                  <a:pt x="3379792" y="43885"/>
                </a:cubicBezTo>
                <a:cubicBezTo>
                  <a:pt x="3375139" y="36793"/>
                  <a:pt x="3368932" y="31640"/>
                  <a:pt x="3361176" y="28426"/>
                </a:cubicBezTo>
                <a:cubicBezTo>
                  <a:pt x="3353528" y="25101"/>
                  <a:pt x="3341062" y="23437"/>
                  <a:pt x="3323774" y="23437"/>
                </a:cubicBezTo>
                <a:lnTo>
                  <a:pt x="3302664" y="23437"/>
                </a:lnTo>
                <a:moveTo>
                  <a:pt x="3416528" y="92256"/>
                </a:moveTo>
                <a:lnTo>
                  <a:pt x="3474541" y="82282"/>
                </a:lnTo>
                <a:cubicBezTo>
                  <a:pt x="3485069" y="98795"/>
                  <a:pt x="3492494" y="116969"/>
                  <a:pt x="3496816" y="136806"/>
                </a:cubicBezTo>
                <a:cubicBezTo>
                  <a:pt x="3507676" y="120736"/>
                  <a:pt x="3515876" y="109487"/>
                  <a:pt x="3521418" y="103059"/>
                </a:cubicBezTo>
                <a:cubicBezTo>
                  <a:pt x="3528842" y="94417"/>
                  <a:pt x="3534938" y="88821"/>
                  <a:pt x="3539702" y="86271"/>
                </a:cubicBezTo>
                <a:cubicBezTo>
                  <a:pt x="3544578" y="83611"/>
                  <a:pt x="3549731" y="82282"/>
                  <a:pt x="3555161" y="82282"/>
                </a:cubicBezTo>
                <a:cubicBezTo>
                  <a:pt x="3561256" y="82282"/>
                  <a:pt x="3565911" y="83946"/>
                  <a:pt x="3569125" y="87268"/>
                </a:cubicBezTo>
                <a:cubicBezTo>
                  <a:pt x="3572449" y="90593"/>
                  <a:pt x="3574112" y="95081"/>
                  <a:pt x="3574112" y="100734"/>
                </a:cubicBezTo>
                <a:cubicBezTo>
                  <a:pt x="3574112" y="106052"/>
                  <a:pt x="3572449" y="110430"/>
                  <a:pt x="3569125" y="113865"/>
                </a:cubicBezTo>
                <a:cubicBezTo>
                  <a:pt x="3565911" y="117190"/>
                  <a:pt x="3561866" y="118851"/>
                  <a:pt x="3556990" y="118851"/>
                </a:cubicBezTo>
                <a:cubicBezTo>
                  <a:pt x="3553444" y="118851"/>
                  <a:pt x="3549344" y="118243"/>
                  <a:pt x="3544689" y="117023"/>
                </a:cubicBezTo>
                <a:cubicBezTo>
                  <a:pt x="3540145" y="115694"/>
                  <a:pt x="3536988" y="115029"/>
                  <a:pt x="3535213" y="115029"/>
                </a:cubicBezTo>
                <a:cubicBezTo>
                  <a:pt x="3530560" y="115029"/>
                  <a:pt x="3526128" y="116690"/>
                  <a:pt x="3521916" y="120015"/>
                </a:cubicBezTo>
                <a:cubicBezTo>
                  <a:pt x="3516154" y="124561"/>
                  <a:pt x="3509062" y="134256"/>
                  <a:pt x="3500639" y="149105"/>
                </a:cubicBezTo>
                <a:cubicBezTo>
                  <a:pt x="3510058" y="182349"/>
                  <a:pt x="3517593" y="202630"/>
                  <a:pt x="3523246" y="209943"/>
                </a:cubicBezTo>
                <a:cubicBezTo>
                  <a:pt x="3526571" y="214267"/>
                  <a:pt x="3529951" y="216428"/>
                  <a:pt x="3533385" y="216428"/>
                </a:cubicBezTo>
                <a:cubicBezTo>
                  <a:pt x="3536267" y="216428"/>
                  <a:pt x="3538761" y="215707"/>
                  <a:pt x="3540866" y="214267"/>
                </a:cubicBezTo>
                <a:cubicBezTo>
                  <a:pt x="3544080" y="211939"/>
                  <a:pt x="3549012" y="206122"/>
                  <a:pt x="3555660" y="196812"/>
                </a:cubicBezTo>
                <a:lnTo>
                  <a:pt x="3561645" y="200304"/>
                </a:lnTo>
                <a:cubicBezTo>
                  <a:pt x="3551892" y="216039"/>
                  <a:pt x="3542362" y="227120"/>
                  <a:pt x="3533053" y="233548"/>
                </a:cubicBezTo>
                <a:cubicBezTo>
                  <a:pt x="3525960" y="238534"/>
                  <a:pt x="3518979" y="241029"/>
                  <a:pt x="3512108" y="241029"/>
                </a:cubicBezTo>
                <a:cubicBezTo>
                  <a:pt x="3505016" y="241029"/>
                  <a:pt x="3499088" y="239476"/>
                  <a:pt x="3494323" y="236373"/>
                </a:cubicBezTo>
                <a:cubicBezTo>
                  <a:pt x="3489669" y="233159"/>
                  <a:pt x="3485513" y="228006"/>
                  <a:pt x="3481855" y="220914"/>
                </a:cubicBezTo>
                <a:cubicBezTo>
                  <a:pt x="3478198" y="213711"/>
                  <a:pt x="3473877" y="202243"/>
                  <a:pt x="3468890" y="186506"/>
                </a:cubicBezTo>
                <a:cubicBezTo>
                  <a:pt x="3455924" y="203019"/>
                  <a:pt x="3445729" y="215096"/>
                  <a:pt x="3438304" y="222742"/>
                </a:cubicBezTo>
                <a:cubicBezTo>
                  <a:pt x="3430990" y="230280"/>
                  <a:pt x="3424896" y="235209"/>
                  <a:pt x="3420019" y="237537"/>
                </a:cubicBezTo>
                <a:cubicBezTo>
                  <a:pt x="3415143" y="239865"/>
                  <a:pt x="3409934" y="241029"/>
                  <a:pt x="3404394" y="241029"/>
                </a:cubicBezTo>
                <a:cubicBezTo>
                  <a:pt x="3398632" y="241029"/>
                  <a:pt x="3394089" y="239366"/>
                  <a:pt x="3390764" y="236041"/>
                </a:cubicBezTo>
                <a:cubicBezTo>
                  <a:pt x="3387329" y="232716"/>
                  <a:pt x="3385611" y="228395"/>
                  <a:pt x="3385611" y="223077"/>
                </a:cubicBezTo>
                <a:cubicBezTo>
                  <a:pt x="3385611" y="217425"/>
                  <a:pt x="3387440" y="212771"/>
                  <a:pt x="3391096" y="209114"/>
                </a:cubicBezTo>
                <a:cubicBezTo>
                  <a:pt x="3394753" y="205457"/>
                  <a:pt x="3399407" y="203629"/>
                  <a:pt x="3405060" y="203629"/>
                </a:cubicBezTo>
                <a:cubicBezTo>
                  <a:pt x="3408052" y="203629"/>
                  <a:pt x="3411431" y="204515"/>
                  <a:pt x="3415198" y="206286"/>
                </a:cubicBezTo>
                <a:cubicBezTo>
                  <a:pt x="3420740" y="208947"/>
                  <a:pt x="3424729" y="210275"/>
                  <a:pt x="3427167" y="210275"/>
                </a:cubicBezTo>
                <a:cubicBezTo>
                  <a:pt x="3430381" y="210275"/>
                  <a:pt x="3433263" y="209611"/>
                  <a:pt x="3435811" y="208282"/>
                </a:cubicBezTo>
                <a:cubicBezTo>
                  <a:pt x="3439135" y="206619"/>
                  <a:pt x="3443346" y="203019"/>
                  <a:pt x="3448444" y="197476"/>
                </a:cubicBezTo>
                <a:cubicBezTo>
                  <a:pt x="3451547" y="194041"/>
                  <a:pt x="3457254" y="186727"/>
                  <a:pt x="3465565" y="175535"/>
                </a:cubicBezTo>
                <a:cubicBezTo>
                  <a:pt x="3454927" y="136085"/>
                  <a:pt x="3446615" y="112480"/>
                  <a:pt x="3440632" y="104723"/>
                </a:cubicBezTo>
                <a:cubicBezTo>
                  <a:pt x="3436864" y="99738"/>
                  <a:pt x="3432099" y="97242"/>
                  <a:pt x="3426336" y="97242"/>
                </a:cubicBezTo>
                <a:cubicBezTo>
                  <a:pt x="3423344" y="97242"/>
                  <a:pt x="3419687" y="97685"/>
                  <a:pt x="3415366" y="98574"/>
                </a:cubicBezTo>
                <a:lnTo>
                  <a:pt x="3416528" y="92256"/>
                </a:lnTo>
                <a:moveTo>
                  <a:pt x="3668859" y="41725"/>
                </a:moveTo>
                <a:lnTo>
                  <a:pt x="3655562" y="86936"/>
                </a:lnTo>
                <a:lnTo>
                  <a:pt x="3677337" y="86936"/>
                </a:lnTo>
                <a:lnTo>
                  <a:pt x="3671520" y="106052"/>
                </a:lnTo>
                <a:lnTo>
                  <a:pt x="3650077" y="106052"/>
                </a:lnTo>
                <a:lnTo>
                  <a:pt x="3622317" y="202465"/>
                </a:lnTo>
                <a:cubicBezTo>
                  <a:pt x="3620544" y="208447"/>
                  <a:pt x="3619656" y="212993"/>
                  <a:pt x="3619656" y="216096"/>
                </a:cubicBezTo>
                <a:cubicBezTo>
                  <a:pt x="3619656" y="217535"/>
                  <a:pt x="3620156" y="218810"/>
                  <a:pt x="3621153" y="219917"/>
                </a:cubicBezTo>
                <a:cubicBezTo>
                  <a:pt x="3622150" y="220914"/>
                  <a:pt x="3623259" y="221414"/>
                  <a:pt x="3624477" y="221414"/>
                </a:cubicBezTo>
                <a:cubicBezTo>
                  <a:pt x="3626362" y="221414"/>
                  <a:pt x="3628302" y="220638"/>
                  <a:pt x="3630295" y="219085"/>
                </a:cubicBezTo>
                <a:cubicBezTo>
                  <a:pt x="3635394" y="215207"/>
                  <a:pt x="3641322" y="208447"/>
                  <a:pt x="3648082" y="198808"/>
                </a:cubicBezTo>
                <a:lnTo>
                  <a:pt x="3653900" y="202465"/>
                </a:lnTo>
                <a:cubicBezTo>
                  <a:pt x="3646254" y="215761"/>
                  <a:pt x="3637831" y="225513"/>
                  <a:pt x="3628634" y="231720"/>
                </a:cubicBezTo>
                <a:cubicBezTo>
                  <a:pt x="3619435" y="237926"/>
                  <a:pt x="3610403" y="241029"/>
                  <a:pt x="3601538" y="241029"/>
                </a:cubicBezTo>
                <a:cubicBezTo>
                  <a:pt x="3594003" y="241029"/>
                  <a:pt x="3588130" y="239144"/>
                  <a:pt x="3583918" y="235377"/>
                </a:cubicBezTo>
                <a:cubicBezTo>
                  <a:pt x="3579818" y="231498"/>
                  <a:pt x="3577768" y="226623"/>
                  <a:pt x="3577768" y="220749"/>
                </a:cubicBezTo>
                <a:cubicBezTo>
                  <a:pt x="3577768" y="214321"/>
                  <a:pt x="3579209" y="206065"/>
                  <a:pt x="3582090" y="195980"/>
                </a:cubicBezTo>
                <a:lnTo>
                  <a:pt x="3608353" y="106052"/>
                </a:lnTo>
                <a:lnTo>
                  <a:pt x="3585747" y="106052"/>
                </a:lnTo>
                <a:lnTo>
                  <a:pt x="3589071" y="93753"/>
                </a:lnTo>
                <a:cubicBezTo>
                  <a:pt x="3603256" y="88543"/>
                  <a:pt x="3615224" y="82450"/>
                  <a:pt x="3624977" y="75468"/>
                </a:cubicBezTo>
                <a:cubicBezTo>
                  <a:pt x="3634728" y="68487"/>
                  <a:pt x="3646475" y="57238"/>
                  <a:pt x="3660217" y="41725"/>
                </a:cubicBezTo>
                <a:lnTo>
                  <a:pt x="3668859" y="41725"/>
                </a:lnTo>
                <a:moveTo>
                  <a:pt x="3746654" y="82282"/>
                </a:moveTo>
                <a:lnTo>
                  <a:pt x="3721554" y="175703"/>
                </a:lnTo>
                <a:cubicBezTo>
                  <a:pt x="3742166" y="130157"/>
                  <a:pt x="3757680" y="102120"/>
                  <a:pt x="3768097" y="91592"/>
                </a:cubicBezTo>
                <a:cubicBezTo>
                  <a:pt x="3774192" y="85386"/>
                  <a:pt x="3780619" y="82282"/>
                  <a:pt x="3787380" y="82282"/>
                </a:cubicBezTo>
                <a:cubicBezTo>
                  <a:pt x="3792034" y="82282"/>
                  <a:pt x="3795802" y="84000"/>
                  <a:pt x="3798682" y="87435"/>
                </a:cubicBezTo>
                <a:cubicBezTo>
                  <a:pt x="3801564" y="90760"/>
                  <a:pt x="3803005" y="95524"/>
                  <a:pt x="3803005" y="101731"/>
                </a:cubicBezTo>
                <a:cubicBezTo>
                  <a:pt x="3803005" y="112480"/>
                  <a:pt x="3800400" y="121511"/>
                  <a:pt x="3795192" y="128825"/>
                </a:cubicBezTo>
                <a:cubicBezTo>
                  <a:pt x="3791867" y="133481"/>
                  <a:pt x="3788155" y="135807"/>
                  <a:pt x="3784055" y="135807"/>
                </a:cubicBezTo>
                <a:cubicBezTo>
                  <a:pt x="3779621" y="135807"/>
                  <a:pt x="3776297" y="133757"/>
                  <a:pt x="3774081" y="129657"/>
                </a:cubicBezTo>
                <a:cubicBezTo>
                  <a:pt x="3771865" y="125557"/>
                  <a:pt x="3770313" y="123175"/>
                  <a:pt x="3769427" y="122508"/>
                </a:cubicBezTo>
                <a:cubicBezTo>
                  <a:pt x="3768540" y="121733"/>
                  <a:pt x="3767598" y="121347"/>
                  <a:pt x="3766601" y="121347"/>
                </a:cubicBezTo>
                <a:cubicBezTo>
                  <a:pt x="3765494" y="121347"/>
                  <a:pt x="3764330" y="121679"/>
                  <a:pt x="3763110" y="122343"/>
                </a:cubicBezTo>
                <a:cubicBezTo>
                  <a:pt x="3760673" y="123672"/>
                  <a:pt x="3757459" y="126943"/>
                  <a:pt x="3753470" y="132150"/>
                </a:cubicBezTo>
                <a:cubicBezTo>
                  <a:pt x="3749590" y="137249"/>
                  <a:pt x="3744770" y="145837"/>
                  <a:pt x="3739007" y="157915"/>
                </a:cubicBezTo>
                <a:cubicBezTo>
                  <a:pt x="3733245" y="169993"/>
                  <a:pt x="3728757" y="180245"/>
                  <a:pt x="3725544" y="188666"/>
                </a:cubicBezTo>
                <a:cubicBezTo>
                  <a:pt x="3722330" y="196980"/>
                  <a:pt x="3717841" y="212882"/>
                  <a:pt x="3712079" y="236373"/>
                </a:cubicBezTo>
                <a:lnTo>
                  <a:pt x="3671852" y="236373"/>
                </a:lnTo>
                <a:lnTo>
                  <a:pt x="3699280" y="126168"/>
                </a:lnTo>
                <a:cubicBezTo>
                  <a:pt x="3701274" y="117965"/>
                  <a:pt x="3702271" y="112537"/>
                  <a:pt x="3702271" y="109876"/>
                </a:cubicBezTo>
                <a:cubicBezTo>
                  <a:pt x="3702271" y="106884"/>
                  <a:pt x="3701717" y="104556"/>
                  <a:pt x="3700610" y="102895"/>
                </a:cubicBezTo>
                <a:cubicBezTo>
                  <a:pt x="3699612" y="101231"/>
                  <a:pt x="3698171" y="100013"/>
                  <a:pt x="3696287" y="99238"/>
                </a:cubicBezTo>
                <a:cubicBezTo>
                  <a:pt x="3694514" y="98463"/>
                  <a:pt x="3690747" y="98074"/>
                  <a:pt x="3684984" y="98074"/>
                </a:cubicBezTo>
                <a:lnTo>
                  <a:pt x="3686479" y="93253"/>
                </a:lnTo>
                <a:lnTo>
                  <a:pt x="3736680" y="82282"/>
                </a:lnTo>
                <a:lnTo>
                  <a:pt x="3746654" y="82282"/>
                </a:lnTo>
                <a:moveTo>
                  <a:pt x="3961751" y="84610"/>
                </a:moveTo>
                <a:lnTo>
                  <a:pt x="3929502" y="195151"/>
                </a:lnTo>
                <a:lnTo>
                  <a:pt x="3926179" y="208615"/>
                </a:lnTo>
                <a:cubicBezTo>
                  <a:pt x="3925845" y="210275"/>
                  <a:pt x="3925679" y="211496"/>
                  <a:pt x="3925679" y="212271"/>
                </a:cubicBezTo>
                <a:cubicBezTo>
                  <a:pt x="3925679" y="213600"/>
                  <a:pt x="3926123" y="214764"/>
                  <a:pt x="3927009" y="215761"/>
                </a:cubicBezTo>
                <a:cubicBezTo>
                  <a:pt x="3928007" y="216760"/>
                  <a:pt x="3929004" y="217257"/>
                  <a:pt x="3930002" y="217257"/>
                </a:cubicBezTo>
                <a:cubicBezTo>
                  <a:pt x="3932328" y="217257"/>
                  <a:pt x="3935542" y="215485"/>
                  <a:pt x="3939642" y="211939"/>
                </a:cubicBezTo>
                <a:cubicBezTo>
                  <a:pt x="3941304" y="210497"/>
                  <a:pt x="3945293" y="205401"/>
                  <a:pt x="3951611" y="196647"/>
                </a:cubicBezTo>
                <a:lnTo>
                  <a:pt x="3957428" y="199637"/>
                </a:lnTo>
                <a:cubicBezTo>
                  <a:pt x="3949561" y="214043"/>
                  <a:pt x="3941138" y="224571"/>
                  <a:pt x="3932162" y="231220"/>
                </a:cubicBezTo>
                <a:cubicBezTo>
                  <a:pt x="3923297" y="237759"/>
                  <a:pt x="3913710" y="241029"/>
                  <a:pt x="3903405" y="241029"/>
                </a:cubicBezTo>
                <a:cubicBezTo>
                  <a:pt x="3897088" y="241029"/>
                  <a:pt x="3892269" y="239423"/>
                  <a:pt x="3888944" y="236209"/>
                </a:cubicBezTo>
                <a:cubicBezTo>
                  <a:pt x="3885619" y="232884"/>
                  <a:pt x="3883957" y="228727"/>
                  <a:pt x="3883957" y="223742"/>
                </a:cubicBezTo>
                <a:cubicBezTo>
                  <a:pt x="3883957" y="219420"/>
                  <a:pt x="3885730" y="211386"/>
                  <a:pt x="3889276" y="199637"/>
                </a:cubicBezTo>
                <a:lnTo>
                  <a:pt x="3893265" y="186174"/>
                </a:lnTo>
                <a:cubicBezTo>
                  <a:pt x="3880410" y="208226"/>
                  <a:pt x="3868055" y="223852"/>
                  <a:pt x="3856197" y="233049"/>
                </a:cubicBezTo>
                <a:cubicBezTo>
                  <a:pt x="3849326" y="238369"/>
                  <a:pt x="3842012" y="241029"/>
                  <a:pt x="3834256" y="241029"/>
                </a:cubicBezTo>
                <a:cubicBezTo>
                  <a:pt x="3824060" y="241029"/>
                  <a:pt x="3816690" y="236873"/>
                  <a:pt x="3812147" y="228563"/>
                </a:cubicBezTo>
                <a:cubicBezTo>
                  <a:pt x="3807603" y="220139"/>
                  <a:pt x="3805332" y="210664"/>
                  <a:pt x="3805332" y="200137"/>
                </a:cubicBezTo>
                <a:cubicBezTo>
                  <a:pt x="3805332" y="184513"/>
                  <a:pt x="3810097" y="166615"/>
                  <a:pt x="3819627" y="146445"/>
                </a:cubicBezTo>
                <a:cubicBezTo>
                  <a:pt x="3829157" y="126168"/>
                  <a:pt x="3841680" y="109876"/>
                  <a:pt x="3857194" y="97574"/>
                </a:cubicBezTo>
                <a:cubicBezTo>
                  <a:pt x="3869939" y="87381"/>
                  <a:pt x="3881906" y="82282"/>
                  <a:pt x="3893099" y="82282"/>
                </a:cubicBezTo>
                <a:cubicBezTo>
                  <a:pt x="3899304" y="82282"/>
                  <a:pt x="3904291" y="84111"/>
                  <a:pt x="3908059" y="87768"/>
                </a:cubicBezTo>
                <a:cubicBezTo>
                  <a:pt x="3911828" y="91314"/>
                  <a:pt x="3914598" y="97852"/>
                  <a:pt x="3916371" y="107384"/>
                </a:cubicBezTo>
                <a:lnTo>
                  <a:pt x="3922356" y="86936"/>
                </a:lnTo>
                <a:lnTo>
                  <a:pt x="3961751" y="84610"/>
                </a:lnTo>
                <a:moveTo>
                  <a:pt x="3908559" y="116194"/>
                </a:moveTo>
                <a:cubicBezTo>
                  <a:pt x="3908559" y="107216"/>
                  <a:pt x="3907173" y="100734"/>
                  <a:pt x="3904402" y="96745"/>
                </a:cubicBezTo>
                <a:cubicBezTo>
                  <a:pt x="3902408" y="93974"/>
                  <a:pt x="3899693" y="92589"/>
                  <a:pt x="3896258" y="92589"/>
                </a:cubicBezTo>
                <a:cubicBezTo>
                  <a:pt x="3892822" y="92589"/>
                  <a:pt x="3889276" y="94249"/>
                  <a:pt x="3885619" y="97574"/>
                </a:cubicBezTo>
                <a:cubicBezTo>
                  <a:pt x="3878195" y="104445"/>
                  <a:pt x="3870160" y="118408"/>
                  <a:pt x="3861516" y="139463"/>
                </a:cubicBezTo>
                <a:cubicBezTo>
                  <a:pt x="3852983" y="160408"/>
                  <a:pt x="3848717" y="178528"/>
                  <a:pt x="3848717" y="193820"/>
                </a:cubicBezTo>
                <a:cubicBezTo>
                  <a:pt x="3848717" y="199694"/>
                  <a:pt x="3849658" y="203961"/>
                  <a:pt x="3851542" y="206619"/>
                </a:cubicBezTo>
                <a:cubicBezTo>
                  <a:pt x="3853537" y="209168"/>
                  <a:pt x="3855697" y="210443"/>
                  <a:pt x="3858025" y="210443"/>
                </a:cubicBezTo>
                <a:cubicBezTo>
                  <a:pt x="3863012" y="210443"/>
                  <a:pt x="3868055" y="207561"/>
                  <a:pt x="3873153" y="201801"/>
                </a:cubicBezTo>
                <a:cubicBezTo>
                  <a:pt x="3880466" y="193598"/>
                  <a:pt x="3887059" y="183570"/>
                  <a:pt x="3892933" y="171711"/>
                </a:cubicBezTo>
                <a:cubicBezTo>
                  <a:pt x="3903350" y="150880"/>
                  <a:pt x="3908559" y="132371"/>
                  <a:pt x="3908559" y="116194"/>
                </a:cubicBezTo>
                <a:moveTo>
                  <a:pt x="3989511" y="91592"/>
                </a:moveTo>
                <a:lnTo>
                  <a:pt x="4044531" y="82282"/>
                </a:lnTo>
                <a:lnTo>
                  <a:pt x="4054505" y="82282"/>
                </a:lnTo>
                <a:lnTo>
                  <a:pt x="4047024" y="109377"/>
                </a:lnTo>
                <a:cubicBezTo>
                  <a:pt x="4058660" y="98738"/>
                  <a:pt x="4068190" y="91592"/>
                  <a:pt x="4075615" y="87935"/>
                </a:cubicBezTo>
                <a:cubicBezTo>
                  <a:pt x="4083041" y="84168"/>
                  <a:pt x="4090410" y="82282"/>
                  <a:pt x="4097723" y="82282"/>
                </a:cubicBezTo>
                <a:cubicBezTo>
                  <a:pt x="4108140" y="82282"/>
                  <a:pt x="4116175" y="86328"/>
                  <a:pt x="4121827" y="94417"/>
                </a:cubicBezTo>
                <a:cubicBezTo>
                  <a:pt x="4127478" y="102395"/>
                  <a:pt x="4130303" y="112204"/>
                  <a:pt x="4130303" y="123839"/>
                </a:cubicBezTo>
                <a:cubicBezTo>
                  <a:pt x="4130303" y="155644"/>
                  <a:pt x="4119277" y="183846"/>
                  <a:pt x="4097225" y="208447"/>
                </a:cubicBezTo>
                <a:cubicBezTo>
                  <a:pt x="4077721" y="230170"/>
                  <a:pt x="4056444" y="241029"/>
                  <a:pt x="4033393" y="241029"/>
                </a:cubicBezTo>
                <a:cubicBezTo>
                  <a:pt x="4029293" y="241029"/>
                  <a:pt x="4025803" y="240641"/>
                  <a:pt x="4022922" y="239865"/>
                </a:cubicBezTo>
                <a:cubicBezTo>
                  <a:pt x="4020040" y="239090"/>
                  <a:pt x="4015996" y="237373"/>
                  <a:pt x="4010788" y="234712"/>
                </a:cubicBezTo>
                <a:lnTo>
                  <a:pt x="4002144" y="264632"/>
                </a:lnTo>
                <a:cubicBezTo>
                  <a:pt x="3999040" y="275491"/>
                  <a:pt x="3997489" y="283748"/>
                  <a:pt x="3997489" y="289401"/>
                </a:cubicBezTo>
                <a:cubicBezTo>
                  <a:pt x="3997489" y="292947"/>
                  <a:pt x="3998708" y="295718"/>
                  <a:pt x="4001146" y="297711"/>
                </a:cubicBezTo>
                <a:cubicBezTo>
                  <a:pt x="4003585" y="299818"/>
                  <a:pt x="4009291" y="301589"/>
                  <a:pt x="4018267" y="303032"/>
                </a:cubicBezTo>
                <a:lnTo>
                  <a:pt x="4016771" y="309181"/>
                </a:lnTo>
                <a:lnTo>
                  <a:pt x="3927341" y="309181"/>
                </a:lnTo>
                <a:lnTo>
                  <a:pt x="3929004" y="303032"/>
                </a:lnTo>
                <a:cubicBezTo>
                  <a:pt x="3936096" y="302810"/>
                  <a:pt x="3942025" y="300539"/>
                  <a:pt x="3946790" y="296215"/>
                </a:cubicBezTo>
                <a:cubicBezTo>
                  <a:pt x="3951444" y="291893"/>
                  <a:pt x="3955821" y="282584"/>
                  <a:pt x="3959922" y="268288"/>
                </a:cubicBezTo>
                <a:lnTo>
                  <a:pt x="4000481" y="128493"/>
                </a:lnTo>
                <a:cubicBezTo>
                  <a:pt x="4003474" y="118076"/>
                  <a:pt x="4004970" y="110708"/>
                  <a:pt x="4004970" y="106384"/>
                </a:cubicBezTo>
                <a:cubicBezTo>
                  <a:pt x="4004970" y="104502"/>
                  <a:pt x="4004526" y="102949"/>
                  <a:pt x="4003640" y="101731"/>
                </a:cubicBezTo>
                <a:cubicBezTo>
                  <a:pt x="4002753" y="100402"/>
                  <a:pt x="4001423" y="99459"/>
                  <a:pt x="3999649" y="98906"/>
                </a:cubicBezTo>
                <a:cubicBezTo>
                  <a:pt x="3997878" y="98352"/>
                  <a:pt x="3993887" y="98074"/>
                  <a:pt x="3987682" y="98074"/>
                </a:cubicBezTo>
                <a:lnTo>
                  <a:pt x="3989511" y="91592"/>
                </a:lnTo>
                <a:moveTo>
                  <a:pt x="4015441" y="219253"/>
                </a:moveTo>
                <a:cubicBezTo>
                  <a:pt x="4018766" y="224681"/>
                  <a:pt x="4021758" y="228341"/>
                  <a:pt x="4024419" y="230224"/>
                </a:cubicBezTo>
                <a:cubicBezTo>
                  <a:pt x="4027077" y="231998"/>
                  <a:pt x="4030181" y="232884"/>
                  <a:pt x="4033727" y="232884"/>
                </a:cubicBezTo>
                <a:cubicBezTo>
                  <a:pt x="4037273" y="232884"/>
                  <a:pt x="4040708" y="231941"/>
                  <a:pt x="4044032" y="230059"/>
                </a:cubicBezTo>
                <a:cubicBezTo>
                  <a:pt x="4047467" y="228063"/>
                  <a:pt x="4051679" y="224128"/>
                  <a:pt x="4056666" y="218256"/>
                </a:cubicBezTo>
                <a:cubicBezTo>
                  <a:pt x="4061652" y="212382"/>
                  <a:pt x="4066417" y="204847"/>
                  <a:pt x="4070961" y="195648"/>
                </a:cubicBezTo>
                <a:cubicBezTo>
                  <a:pt x="4075615" y="186452"/>
                  <a:pt x="4079328" y="176035"/>
                  <a:pt x="4082098" y="164397"/>
                </a:cubicBezTo>
                <a:cubicBezTo>
                  <a:pt x="4084869" y="152651"/>
                  <a:pt x="4086253" y="141459"/>
                  <a:pt x="4086253" y="130821"/>
                </a:cubicBezTo>
                <a:cubicBezTo>
                  <a:pt x="4086253" y="122286"/>
                  <a:pt x="4084703" y="116083"/>
                  <a:pt x="4081600" y="112204"/>
                </a:cubicBezTo>
                <a:cubicBezTo>
                  <a:pt x="4078607" y="108323"/>
                  <a:pt x="4074950" y="106384"/>
                  <a:pt x="4070629" y="106384"/>
                </a:cubicBezTo>
                <a:cubicBezTo>
                  <a:pt x="4066751" y="106384"/>
                  <a:pt x="4063092" y="107384"/>
                  <a:pt x="4059658" y="109377"/>
                </a:cubicBezTo>
                <a:cubicBezTo>
                  <a:pt x="4054670" y="112258"/>
                  <a:pt x="4048797" y="117633"/>
                  <a:pt x="4042038" y="125500"/>
                </a:cubicBezTo>
                <a:lnTo>
                  <a:pt x="4015441" y="219253"/>
                </a:lnTo>
                <a:moveTo>
                  <a:pt x="4250984" y="82282"/>
                </a:moveTo>
                <a:cubicBezTo>
                  <a:pt x="4259738" y="82282"/>
                  <a:pt x="4267939" y="84332"/>
                  <a:pt x="4275585" y="88432"/>
                </a:cubicBezTo>
                <a:cubicBezTo>
                  <a:pt x="4283343" y="92421"/>
                  <a:pt x="4289161" y="98020"/>
                  <a:pt x="4293039" y="105223"/>
                </a:cubicBezTo>
                <a:cubicBezTo>
                  <a:pt x="4297028" y="112426"/>
                  <a:pt x="4299024" y="120404"/>
                  <a:pt x="4299024" y="129157"/>
                </a:cubicBezTo>
                <a:cubicBezTo>
                  <a:pt x="4299024" y="147109"/>
                  <a:pt x="4293982" y="165064"/>
                  <a:pt x="4283897" y="183016"/>
                </a:cubicBezTo>
                <a:cubicBezTo>
                  <a:pt x="4273923" y="200969"/>
                  <a:pt x="4260735" y="215153"/>
                  <a:pt x="4244334" y="225570"/>
                </a:cubicBezTo>
                <a:cubicBezTo>
                  <a:pt x="4227934" y="235876"/>
                  <a:pt x="4211423" y="241029"/>
                  <a:pt x="4194799" y="241029"/>
                </a:cubicBezTo>
                <a:cubicBezTo>
                  <a:pt x="4179729" y="241029"/>
                  <a:pt x="4168037" y="236541"/>
                  <a:pt x="4159725" y="227563"/>
                </a:cubicBezTo>
                <a:cubicBezTo>
                  <a:pt x="4151526" y="218589"/>
                  <a:pt x="4147425" y="207618"/>
                  <a:pt x="4147425" y="194651"/>
                </a:cubicBezTo>
                <a:cubicBezTo>
                  <a:pt x="4147425" y="179249"/>
                  <a:pt x="4150472" y="164843"/>
                  <a:pt x="4156568" y="151433"/>
                </a:cubicBezTo>
                <a:cubicBezTo>
                  <a:pt x="4162773" y="137913"/>
                  <a:pt x="4170585" y="126168"/>
                  <a:pt x="4180006" y="116194"/>
                </a:cubicBezTo>
                <a:cubicBezTo>
                  <a:pt x="4189535" y="106109"/>
                  <a:pt x="4200451" y="97963"/>
                  <a:pt x="4212753" y="91757"/>
                </a:cubicBezTo>
                <a:cubicBezTo>
                  <a:pt x="4225052" y="85439"/>
                  <a:pt x="4237797" y="82282"/>
                  <a:pt x="4250984" y="82282"/>
                </a:cubicBezTo>
                <a:moveTo>
                  <a:pt x="4244168" y="91092"/>
                </a:moveTo>
                <a:cubicBezTo>
                  <a:pt x="4238295" y="91092"/>
                  <a:pt x="4233419" y="92810"/>
                  <a:pt x="4229541" y="96245"/>
                </a:cubicBezTo>
                <a:cubicBezTo>
                  <a:pt x="4221784" y="103227"/>
                  <a:pt x="4213028" y="119572"/>
                  <a:pt x="4203277" y="145281"/>
                </a:cubicBezTo>
                <a:cubicBezTo>
                  <a:pt x="4193526" y="170882"/>
                  <a:pt x="4188650" y="193987"/>
                  <a:pt x="4188650" y="214600"/>
                </a:cubicBezTo>
                <a:cubicBezTo>
                  <a:pt x="4188650" y="219696"/>
                  <a:pt x="4190201" y="223906"/>
                  <a:pt x="4193303" y="227231"/>
                </a:cubicBezTo>
                <a:cubicBezTo>
                  <a:pt x="4196406" y="230556"/>
                  <a:pt x="4200063" y="232220"/>
                  <a:pt x="4204275" y="232220"/>
                </a:cubicBezTo>
                <a:cubicBezTo>
                  <a:pt x="4208596" y="232220"/>
                  <a:pt x="4212419" y="230888"/>
                  <a:pt x="4215744" y="228230"/>
                </a:cubicBezTo>
                <a:cubicBezTo>
                  <a:pt x="4220620" y="224239"/>
                  <a:pt x="4226604" y="215318"/>
                  <a:pt x="4233696" y="201465"/>
                </a:cubicBezTo>
                <a:cubicBezTo>
                  <a:pt x="4240788" y="187502"/>
                  <a:pt x="4246607" y="172157"/>
                  <a:pt x="4251150" y="155422"/>
                </a:cubicBezTo>
                <a:cubicBezTo>
                  <a:pt x="4255694" y="138578"/>
                  <a:pt x="4257965" y="123175"/>
                  <a:pt x="4257965" y="109212"/>
                </a:cubicBezTo>
                <a:cubicBezTo>
                  <a:pt x="4257965" y="103448"/>
                  <a:pt x="4256580" y="99016"/>
                  <a:pt x="4253810" y="95913"/>
                </a:cubicBezTo>
                <a:cubicBezTo>
                  <a:pt x="4251039" y="92699"/>
                  <a:pt x="4247825" y="91092"/>
                  <a:pt x="4244168" y="91092"/>
                </a:cubicBezTo>
                <a:moveTo>
                  <a:pt x="4417043" y="5817"/>
                </a:moveTo>
                <a:lnTo>
                  <a:pt x="4362023" y="192991"/>
                </a:lnTo>
                <a:cubicBezTo>
                  <a:pt x="4358809" y="204072"/>
                  <a:pt x="4357202" y="210997"/>
                  <a:pt x="4357202" y="213768"/>
                </a:cubicBezTo>
                <a:cubicBezTo>
                  <a:pt x="4357202" y="215207"/>
                  <a:pt x="4357645" y="216428"/>
                  <a:pt x="4358532" y="217425"/>
                </a:cubicBezTo>
                <a:cubicBezTo>
                  <a:pt x="4359530" y="218421"/>
                  <a:pt x="4360583" y="218921"/>
                  <a:pt x="4361691" y="218921"/>
                </a:cubicBezTo>
                <a:cubicBezTo>
                  <a:pt x="4363685" y="218921"/>
                  <a:pt x="4365569" y="218146"/>
                  <a:pt x="4367342" y="216593"/>
                </a:cubicBezTo>
                <a:cubicBezTo>
                  <a:pt x="4372661" y="212271"/>
                  <a:pt x="4378589" y="204958"/>
                  <a:pt x="4385128" y="194651"/>
                </a:cubicBezTo>
                <a:lnTo>
                  <a:pt x="4391611" y="197644"/>
                </a:lnTo>
                <a:cubicBezTo>
                  <a:pt x="4381084" y="214489"/>
                  <a:pt x="4370722" y="226513"/>
                  <a:pt x="4360527" y="233716"/>
                </a:cubicBezTo>
                <a:cubicBezTo>
                  <a:pt x="4353545" y="238591"/>
                  <a:pt x="4346120" y="241029"/>
                  <a:pt x="4338253" y="241029"/>
                </a:cubicBezTo>
                <a:cubicBezTo>
                  <a:pt x="4330939" y="241029"/>
                  <a:pt x="4325120" y="239090"/>
                  <a:pt x="4320799" y="235209"/>
                </a:cubicBezTo>
                <a:cubicBezTo>
                  <a:pt x="4316477" y="231220"/>
                  <a:pt x="4314316" y="226456"/>
                  <a:pt x="4314316" y="220914"/>
                </a:cubicBezTo>
                <a:cubicBezTo>
                  <a:pt x="4314316" y="216814"/>
                  <a:pt x="4315646" y="210222"/>
                  <a:pt x="4318305" y="201133"/>
                </a:cubicBezTo>
                <a:lnTo>
                  <a:pt x="4363187" y="47874"/>
                </a:lnTo>
                <a:cubicBezTo>
                  <a:pt x="4365624" y="39450"/>
                  <a:pt x="4366844" y="33854"/>
                  <a:pt x="4366844" y="31086"/>
                </a:cubicBezTo>
                <a:cubicBezTo>
                  <a:pt x="4366844" y="28426"/>
                  <a:pt x="4365680" y="26319"/>
                  <a:pt x="4363353" y="24769"/>
                </a:cubicBezTo>
                <a:cubicBezTo>
                  <a:pt x="4360250" y="22552"/>
                  <a:pt x="4355541" y="21609"/>
                  <a:pt x="4349224" y="21941"/>
                </a:cubicBezTo>
                <a:lnTo>
                  <a:pt x="4351052" y="15627"/>
                </a:lnTo>
                <a:lnTo>
                  <a:pt x="4407071" y="5817"/>
                </a:lnTo>
                <a:lnTo>
                  <a:pt x="4417043" y="5817"/>
                </a:lnTo>
                <a:moveTo>
                  <a:pt x="4567147" y="84610"/>
                </a:moveTo>
                <a:lnTo>
                  <a:pt x="4534898" y="195151"/>
                </a:lnTo>
                <a:lnTo>
                  <a:pt x="4531573" y="208615"/>
                </a:lnTo>
                <a:cubicBezTo>
                  <a:pt x="4531241" y="210275"/>
                  <a:pt x="4531075" y="211496"/>
                  <a:pt x="4531075" y="212271"/>
                </a:cubicBezTo>
                <a:cubicBezTo>
                  <a:pt x="4531075" y="213600"/>
                  <a:pt x="4531518" y="214764"/>
                  <a:pt x="4532405" y="215761"/>
                </a:cubicBezTo>
                <a:cubicBezTo>
                  <a:pt x="4533401" y="216760"/>
                  <a:pt x="4534399" y="217257"/>
                  <a:pt x="4535397" y="217257"/>
                </a:cubicBezTo>
                <a:cubicBezTo>
                  <a:pt x="4537724" y="217257"/>
                  <a:pt x="4540938" y="215485"/>
                  <a:pt x="4545038" y="211939"/>
                </a:cubicBezTo>
                <a:cubicBezTo>
                  <a:pt x="4546700" y="210497"/>
                  <a:pt x="4550689" y="205401"/>
                  <a:pt x="4557006" y="196647"/>
                </a:cubicBezTo>
                <a:lnTo>
                  <a:pt x="4562824" y="199637"/>
                </a:lnTo>
                <a:cubicBezTo>
                  <a:pt x="4554956" y="214043"/>
                  <a:pt x="4546534" y="224571"/>
                  <a:pt x="4537558" y="231220"/>
                </a:cubicBezTo>
                <a:cubicBezTo>
                  <a:pt x="4528693" y="237759"/>
                  <a:pt x="4519106" y="241029"/>
                  <a:pt x="4508800" y="241029"/>
                </a:cubicBezTo>
                <a:cubicBezTo>
                  <a:pt x="4502484" y="241029"/>
                  <a:pt x="4497663" y="239423"/>
                  <a:pt x="4494339" y="236209"/>
                </a:cubicBezTo>
                <a:cubicBezTo>
                  <a:pt x="4491015" y="232884"/>
                  <a:pt x="4489352" y="228727"/>
                  <a:pt x="4489352" y="223742"/>
                </a:cubicBezTo>
                <a:cubicBezTo>
                  <a:pt x="4489352" y="219420"/>
                  <a:pt x="4491126" y="211386"/>
                  <a:pt x="4494672" y="199637"/>
                </a:cubicBezTo>
                <a:lnTo>
                  <a:pt x="4498661" y="186174"/>
                </a:lnTo>
                <a:cubicBezTo>
                  <a:pt x="4485805" y="208226"/>
                  <a:pt x="4473449" y="223852"/>
                  <a:pt x="4461593" y="233049"/>
                </a:cubicBezTo>
                <a:cubicBezTo>
                  <a:pt x="4454722" y="238369"/>
                  <a:pt x="4447408" y="241029"/>
                  <a:pt x="4439650" y="241029"/>
                </a:cubicBezTo>
                <a:cubicBezTo>
                  <a:pt x="4429456" y="241029"/>
                  <a:pt x="4422086" y="236873"/>
                  <a:pt x="4417543" y="228563"/>
                </a:cubicBezTo>
                <a:cubicBezTo>
                  <a:pt x="4412999" y="220139"/>
                  <a:pt x="4410727" y="210664"/>
                  <a:pt x="4410727" y="200137"/>
                </a:cubicBezTo>
                <a:cubicBezTo>
                  <a:pt x="4410727" y="184513"/>
                  <a:pt x="4415493" y="166615"/>
                  <a:pt x="4425023" y="146445"/>
                </a:cubicBezTo>
                <a:cubicBezTo>
                  <a:pt x="4434552" y="126168"/>
                  <a:pt x="4447076" y="109876"/>
                  <a:pt x="4462589" y="97574"/>
                </a:cubicBezTo>
                <a:cubicBezTo>
                  <a:pt x="4475334" y="87381"/>
                  <a:pt x="4487302" y="82282"/>
                  <a:pt x="4498495" y="82282"/>
                </a:cubicBezTo>
                <a:cubicBezTo>
                  <a:pt x="4504700" y="82282"/>
                  <a:pt x="4509687" y="84111"/>
                  <a:pt x="4513455" y="87768"/>
                </a:cubicBezTo>
                <a:cubicBezTo>
                  <a:pt x="4517222" y="91314"/>
                  <a:pt x="4519993" y="97852"/>
                  <a:pt x="4521766" y="107384"/>
                </a:cubicBezTo>
                <a:lnTo>
                  <a:pt x="4527750" y="86936"/>
                </a:lnTo>
                <a:lnTo>
                  <a:pt x="4567147" y="84610"/>
                </a:lnTo>
                <a:moveTo>
                  <a:pt x="4513953" y="116194"/>
                </a:moveTo>
                <a:cubicBezTo>
                  <a:pt x="4513953" y="107216"/>
                  <a:pt x="4512568" y="100734"/>
                  <a:pt x="4509798" y="96745"/>
                </a:cubicBezTo>
                <a:cubicBezTo>
                  <a:pt x="4507803" y="93974"/>
                  <a:pt x="4505088" y="92589"/>
                  <a:pt x="4501654" y="92589"/>
                </a:cubicBezTo>
                <a:cubicBezTo>
                  <a:pt x="4498218" y="92589"/>
                  <a:pt x="4494672" y="94249"/>
                  <a:pt x="4491015" y="97574"/>
                </a:cubicBezTo>
                <a:cubicBezTo>
                  <a:pt x="4483589" y="104445"/>
                  <a:pt x="4475556" y="118408"/>
                  <a:pt x="4466912" y="139463"/>
                </a:cubicBezTo>
                <a:cubicBezTo>
                  <a:pt x="4458379" y="160408"/>
                  <a:pt x="4454112" y="178528"/>
                  <a:pt x="4454112" y="193820"/>
                </a:cubicBezTo>
                <a:cubicBezTo>
                  <a:pt x="4454112" y="199694"/>
                  <a:pt x="4455054" y="203961"/>
                  <a:pt x="4456938" y="206619"/>
                </a:cubicBezTo>
                <a:cubicBezTo>
                  <a:pt x="4458933" y="209168"/>
                  <a:pt x="4461093" y="210443"/>
                  <a:pt x="4463421" y="210443"/>
                </a:cubicBezTo>
                <a:cubicBezTo>
                  <a:pt x="4468407" y="210443"/>
                  <a:pt x="4473449" y="207561"/>
                  <a:pt x="4478547" y="201801"/>
                </a:cubicBezTo>
                <a:cubicBezTo>
                  <a:pt x="4485862" y="193598"/>
                  <a:pt x="4492455" y="183570"/>
                  <a:pt x="4498329" y="171711"/>
                </a:cubicBezTo>
                <a:cubicBezTo>
                  <a:pt x="4508746" y="150880"/>
                  <a:pt x="4513953" y="132371"/>
                  <a:pt x="4513953" y="116194"/>
                </a:cubicBezTo>
                <a:moveTo>
                  <a:pt x="4671868" y="41725"/>
                </a:moveTo>
                <a:lnTo>
                  <a:pt x="4658570" y="86936"/>
                </a:lnTo>
                <a:lnTo>
                  <a:pt x="4680346" y="86936"/>
                </a:lnTo>
                <a:lnTo>
                  <a:pt x="4674529" y="106052"/>
                </a:lnTo>
                <a:lnTo>
                  <a:pt x="4653084" y="106052"/>
                </a:lnTo>
                <a:lnTo>
                  <a:pt x="4625326" y="202465"/>
                </a:lnTo>
                <a:cubicBezTo>
                  <a:pt x="4623553" y="208447"/>
                  <a:pt x="4622665" y="212993"/>
                  <a:pt x="4622665" y="216096"/>
                </a:cubicBezTo>
                <a:cubicBezTo>
                  <a:pt x="4622665" y="217535"/>
                  <a:pt x="4623165" y="218810"/>
                  <a:pt x="4624162" y="219917"/>
                </a:cubicBezTo>
                <a:cubicBezTo>
                  <a:pt x="4625158" y="220914"/>
                  <a:pt x="4626267" y="221414"/>
                  <a:pt x="4627486" y="221414"/>
                </a:cubicBezTo>
                <a:cubicBezTo>
                  <a:pt x="4629370" y="221414"/>
                  <a:pt x="4631309" y="220638"/>
                  <a:pt x="4633304" y="219085"/>
                </a:cubicBezTo>
                <a:cubicBezTo>
                  <a:pt x="4638401" y="215207"/>
                  <a:pt x="4644331" y="208447"/>
                  <a:pt x="4651090" y="198808"/>
                </a:cubicBezTo>
                <a:lnTo>
                  <a:pt x="4656909" y="202465"/>
                </a:lnTo>
                <a:cubicBezTo>
                  <a:pt x="4649261" y="215761"/>
                  <a:pt x="4640839" y="225513"/>
                  <a:pt x="4631641" y="231720"/>
                </a:cubicBezTo>
                <a:cubicBezTo>
                  <a:pt x="4622444" y="237926"/>
                  <a:pt x="4613412" y="241029"/>
                  <a:pt x="4604547" y="241029"/>
                </a:cubicBezTo>
                <a:cubicBezTo>
                  <a:pt x="4597010" y="241029"/>
                  <a:pt x="4591138" y="239144"/>
                  <a:pt x="4586927" y="235377"/>
                </a:cubicBezTo>
                <a:cubicBezTo>
                  <a:pt x="4582827" y="231498"/>
                  <a:pt x="4580776" y="226623"/>
                  <a:pt x="4580776" y="220749"/>
                </a:cubicBezTo>
                <a:cubicBezTo>
                  <a:pt x="4580776" y="214321"/>
                  <a:pt x="4582217" y="206065"/>
                  <a:pt x="4585099" y="195980"/>
                </a:cubicBezTo>
                <a:lnTo>
                  <a:pt x="4611363" y="106052"/>
                </a:lnTo>
                <a:lnTo>
                  <a:pt x="4588756" y="106052"/>
                </a:lnTo>
                <a:lnTo>
                  <a:pt x="4592080" y="93753"/>
                </a:lnTo>
                <a:cubicBezTo>
                  <a:pt x="4606265" y="88543"/>
                  <a:pt x="4618233" y="82450"/>
                  <a:pt x="4627985" y="75468"/>
                </a:cubicBezTo>
                <a:cubicBezTo>
                  <a:pt x="4637737" y="68487"/>
                  <a:pt x="4649484" y="57238"/>
                  <a:pt x="4663224" y="41725"/>
                </a:cubicBezTo>
                <a:lnTo>
                  <a:pt x="4671868" y="41725"/>
                </a:lnTo>
                <a:moveTo>
                  <a:pt x="4722235" y="174039"/>
                </a:moveTo>
                <a:cubicBezTo>
                  <a:pt x="4721237" y="181242"/>
                  <a:pt x="4720739" y="187170"/>
                  <a:pt x="4720739" y="191826"/>
                </a:cubicBezTo>
                <a:cubicBezTo>
                  <a:pt x="4720739" y="200137"/>
                  <a:pt x="4723121" y="206786"/>
                  <a:pt x="4727887" y="211772"/>
                </a:cubicBezTo>
                <a:cubicBezTo>
                  <a:pt x="4732763" y="216760"/>
                  <a:pt x="4739245" y="219253"/>
                  <a:pt x="4747335" y="219253"/>
                </a:cubicBezTo>
                <a:cubicBezTo>
                  <a:pt x="4755092" y="219253"/>
                  <a:pt x="4762850" y="217368"/>
                  <a:pt x="4770607" y="213600"/>
                </a:cubicBezTo>
                <a:cubicBezTo>
                  <a:pt x="4778475" y="209833"/>
                  <a:pt x="4787562" y="203240"/>
                  <a:pt x="4797868" y="193820"/>
                </a:cubicBezTo>
                <a:lnTo>
                  <a:pt x="4802854" y="198308"/>
                </a:lnTo>
                <a:cubicBezTo>
                  <a:pt x="4790110" y="213711"/>
                  <a:pt x="4777699" y="224681"/>
                  <a:pt x="4765620" y="231220"/>
                </a:cubicBezTo>
                <a:cubicBezTo>
                  <a:pt x="4753540" y="237759"/>
                  <a:pt x="4740188" y="241029"/>
                  <a:pt x="4725560" y="241029"/>
                </a:cubicBezTo>
                <a:cubicBezTo>
                  <a:pt x="4707053" y="241029"/>
                  <a:pt x="4694254" y="236595"/>
                  <a:pt x="4687162" y="227731"/>
                </a:cubicBezTo>
                <a:cubicBezTo>
                  <a:pt x="4680069" y="218864"/>
                  <a:pt x="4676523" y="208615"/>
                  <a:pt x="4676523" y="196980"/>
                </a:cubicBezTo>
                <a:cubicBezTo>
                  <a:pt x="4676523" y="178803"/>
                  <a:pt x="4681787" y="160630"/>
                  <a:pt x="4692315" y="142456"/>
                </a:cubicBezTo>
                <a:cubicBezTo>
                  <a:pt x="4702953" y="124282"/>
                  <a:pt x="4717359" y="109709"/>
                  <a:pt x="4735533" y="98738"/>
                </a:cubicBezTo>
                <a:cubicBezTo>
                  <a:pt x="4753818" y="87768"/>
                  <a:pt x="4772158" y="82282"/>
                  <a:pt x="4790555" y="82282"/>
                </a:cubicBezTo>
                <a:cubicBezTo>
                  <a:pt x="4799863" y="82282"/>
                  <a:pt x="4806900" y="84500"/>
                  <a:pt x="4811664" y="88932"/>
                </a:cubicBezTo>
                <a:cubicBezTo>
                  <a:pt x="4816430" y="93364"/>
                  <a:pt x="4818813" y="98960"/>
                  <a:pt x="4818813" y="105720"/>
                </a:cubicBezTo>
                <a:cubicBezTo>
                  <a:pt x="4818813" y="113811"/>
                  <a:pt x="4816485" y="121679"/>
                  <a:pt x="4811831" y="129325"/>
                </a:cubicBezTo>
                <a:cubicBezTo>
                  <a:pt x="4805404" y="139742"/>
                  <a:pt x="4797313" y="148163"/>
                  <a:pt x="4787562" y="154591"/>
                </a:cubicBezTo>
                <a:cubicBezTo>
                  <a:pt x="4777810" y="160908"/>
                  <a:pt x="4766894" y="165729"/>
                  <a:pt x="4754815" y="169053"/>
                </a:cubicBezTo>
                <a:cubicBezTo>
                  <a:pt x="4746726" y="171268"/>
                  <a:pt x="4735866" y="172932"/>
                  <a:pt x="4722235" y="174039"/>
                </a:cubicBezTo>
                <a:moveTo>
                  <a:pt x="4723732" y="165397"/>
                </a:moveTo>
                <a:cubicBezTo>
                  <a:pt x="4733483" y="163954"/>
                  <a:pt x="4741019" y="162015"/>
                  <a:pt x="4746337" y="159579"/>
                </a:cubicBezTo>
                <a:cubicBezTo>
                  <a:pt x="4751769" y="157029"/>
                  <a:pt x="4757032" y="153040"/>
                  <a:pt x="4762129" y="147609"/>
                </a:cubicBezTo>
                <a:cubicBezTo>
                  <a:pt x="4767339" y="142070"/>
                  <a:pt x="4771826" y="135142"/>
                  <a:pt x="4775594" y="126832"/>
                </a:cubicBezTo>
                <a:cubicBezTo>
                  <a:pt x="4779361" y="118408"/>
                  <a:pt x="4781245" y="110541"/>
                  <a:pt x="4781245" y="103227"/>
                </a:cubicBezTo>
                <a:cubicBezTo>
                  <a:pt x="4781245" y="100124"/>
                  <a:pt x="4780359" y="97685"/>
                  <a:pt x="4778586" y="95913"/>
                </a:cubicBezTo>
                <a:cubicBezTo>
                  <a:pt x="4776924" y="94139"/>
                  <a:pt x="4774763" y="93253"/>
                  <a:pt x="4772103" y="93253"/>
                </a:cubicBezTo>
                <a:cubicBezTo>
                  <a:pt x="4766784" y="93253"/>
                  <a:pt x="4760800" y="96967"/>
                  <a:pt x="4754151" y="104391"/>
                </a:cubicBezTo>
                <a:cubicBezTo>
                  <a:pt x="4741961" y="117911"/>
                  <a:pt x="4731820" y="138245"/>
                  <a:pt x="4723732" y="165397"/>
                </a:cubicBezTo>
              </a:path>
            </a:pathLst>
          </a:custGeom>
          <a:solidFill xmlns:a="http://schemas.openxmlformats.org/drawingml/2006/main">
            <a:srgbClr val="A0522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" name="path-138">
            <a:extLst xmlns:a="http://schemas.openxmlformats.org/drawingml/2006/main">
              <a:ext uri="{FF2B5EF4-FFF2-40B4-BE49-F238E27FC236}">
                <a16:creationId xmlns:a16="http://schemas.microsoft.com/office/drawing/2014/main" id="{99D1BC75-FE22-45AD-B109-8AE849BE2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46917" y="590684"/>
            <a:ext cx="7471821" cy="2651993"/>
          </a:xfrm>
          <a:custGeom xmlns:a="http://schemas.openxmlformats.org/drawingml/2006/main">
            <a:pathLst>
              <a:path w="5500090" h="1952162">
                <a:moveTo>
                  <a:pt x="5500090" y="1952162"/>
                </a:moveTo>
                <a:lnTo>
                  <a:pt x="5500090" y="0"/>
                </a:lnTo>
                <a:lnTo>
                  <a:pt x="0" y="0"/>
                </a:lnTo>
                <a:lnTo>
                  <a:pt x="0" y="1952162"/>
                </a:lnTo>
                <a:lnTo>
                  <a:pt x="5500090" y="1952162"/>
                </a:lnTo>
                <a:close/>
                <a:moveTo>
                  <a:pt x="5489452" y="1941523"/>
                </a:moveTo>
                <a:lnTo>
                  <a:pt x="10638" y="1941523"/>
                </a:lnTo>
                <a:lnTo>
                  <a:pt x="10638" y="10638"/>
                </a:lnTo>
                <a:lnTo>
                  <a:pt x="5489452" y="10638"/>
                </a:lnTo>
                <a:lnTo>
                  <a:pt x="5489452" y="194152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" name="path-139">
            <a:extLst xmlns:a="http://schemas.openxmlformats.org/drawingml/2006/main">
              <a:ext uri="{FF2B5EF4-FFF2-40B4-BE49-F238E27FC236}">
                <a16:creationId xmlns:a16="http://schemas.microsoft.com/office/drawing/2014/main" id="{99C4997A-A446-435D-AB51-205BE296D6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2463" y="6017512"/>
            <a:ext cx="975528" cy="1864343"/>
          </a:xfrm>
          <a:custGeom xmlns:a="http://schemas.openxmlformats.org/drawingml/2006/main">
            <a:pathLst>
              <a:path w="718097" h="1372364">
                <a:moveTo>
                  <a:pt x="0" y="0"/>
                </a:moveTo>
                <a:lnTo>
                  <a:pt x="718097" y="0"/>
                </a:lnTo>
                <a:lnTo>
                  <a:pt x="718097" y="1372364"/>
                </a:lnTo>
                <a:lnTo>
                  <a:pt x="0" y="137236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" name="path-140">
            <a:extLst xmlns:a="http://schemas.openxmlformats.org/drawingml/2006/main">
              <a:ext uri="{FF2B5EF4-FFF2-40B4-BE49-F238E27FC236}">
                <a16:creationId xmlns:a16="http://schemas.microsoft.com/office/drawing/2014/main" id="{BB167E20-12FC-480F-B038-9CFD95A1E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38181" y="6206417"/>
            <a:ext cx="790599" cy="1491491"/>
          </a:xfrm>
          <a:custGeom xmlns:a="http://schemas.openxmlformats.org/drawingml/2006/main">
            <a:pathLst>
              <a:path w="581968" h="1097903">
                <a:moveTo>
                  <a:pt x="0" y="906596"/>
                </a:moveTo>
                <a:lnTo>
                  <a:pt x="149090" y="847831"/>
                </a:lnTo>
                <a:lnTo>
                  <a:pt x="37728" y="815992"/>
                </a:lnTo>
                <a:cubicBezTo>
                  <a:pt x="28565" y="813374"/>
                  <a:pt x="21459" y="812066"/>
                  <a:pt x="16410" y="812066"/>
                </a:cubicBezTo>
                <a:cubicBezTo>
                  <a:pt x="12950" y="812066"/>
                  <a:pt x="10239" y="813281"/>
                  <a:pt x="8275" y="815714"/>
                </a:cubicBezTo>
                <a:cubicBezTo>
                  <a:pt x="6312" y="818144"/>
                  <a:pt x="5330" y="822678"/>
                  <a:pt x="5330" y="829316"/>
                </a:cubicBezTo>
                <a:cubicBezTo>
                  <a:pt x="5330" y="830441"/>
                  <a:pt x="5283" y="831608"/>
                  <a:pt x="5189" y="832823"/>
                </a:cubicBezTo>
                <a:lnTo>
                  <a:pt x="0" y="831281"/>
                </a:lnTo>
                <a:lnTo>
                  <a:pt x="0" y="770131"/>
                </a:lnTo>
                <a:lnTo>
                  <a:pt x="5189" y="771814"/>
                </a:lnTo>
                <a:cubicBezTo>
                  <a:pt x="5096" y="778171"/>
                  <a:pt x="5751" y="782893"/>
                  <a:pt x="7153" y="785979"/>
                </a:cubicBezTo>
                <a:cubicBezTo>
                  <a:pt x="9117" y="790374"/>
                  <a:pt x="11641" y="793645"/>
                  <a:pt x="14727" y="795797"/>
                </a:cubicBezTo>
                <a:cubicBezTo>
                  <a:pt x="19121" y="798790"/>
                  <a:pt x="26788" y="801827"/>
                  <a:pt x="37728" y="804914"/>
                </a:cubicBezTo>
                <a:lnTo>
                  <a:pt x="194531" y="849653"/>
                </a:lnTo>
                <a:lnTo>
                  <a:pt x="194531" y="854704"/>
                </a:lnTo>
                <a:lnTo>
                  <a:pt x="34082" y="917959"/>
                </a:lnTo>
                <a:lnTo>
                  <a:pt x="152595" y="951759"/>
                </a:lnTo>
                <a:cubicBezTo>
                  <a:pt x="161572" y="954283"/>
                  <a:pt x="168444" y="955546"/>
                  <a:pt x="173213" y="955546"/>
                </a:cubicBezTo>
                <a:cubicBezTo>
                  <a:pt x="176766" y="955546"/>
                  <a:pt x="179477" y="954422"/>
                  <a:pt x="181348" y="952179"/>
                </a:cubicBezTo>
                <a:cubicBezTo>
                  <a:pt x="183124" y="949843"/>
                  <a:pt x="184340" y="944371"/>
                  <a:pt x="184994" y="935769"/>
                </a:cubicBezTo>
                <a:lnTo>
                  <a:pt x="190183" y="937171"/>
                </a:lnTo>
                <a:lnTo>
                  <a:pt x="190183" y="996919"/>
                </a:lnTo>
                <a:lnTo>
                  <a:pt x="184994" y="994957"/>
                </a:lnTo>
                <a:cubicBezTo>
                  <a:pt x="184807" y="987476"/>
                  <a:pt x="184153" y="982473"/>
                  <a:pt x="183031" y="979949"/>
                </a:cubicBezTo>
                <a:cubicBezTo>
                  <a:pt x="181348" y="976116"/>
                  <a:pt x="179150" y="973263"/>
                  <a:pt x="176439" y="971395"/>
                </a:cubicBezTo>
                <a:cubicBezTo>
                  <a:pt x="172325" y="968683"/>
                  <a:pt x="164377" y="965643"/>
                  <a:pt x="152595" y="962278"/>
                </a:cubicBezTo>
                <a:lnTo>
                  <a:pt x="20337" y="924548"/>
                </a:lnTo>
                <a:cubicBezTo>
                  <a:pt x="14727" y="928197"/>
                  <a:pt x="10893" y="932123"/>
                  <a:pt x="8836" y="936331"/>
                </a:cubicBezTo>
                <a:cubicBezTo>
                  <a:pt x="6686" y="940445"/>
                  <a:pt x="5470" y="946895"/>
                  <a:pt x="5189" y="955686"/>
                </a:cubicBezTo>
                <a:lnTo>
                  <a:pt x="0" y="954144"/>
                </a:lnTo>
                <a:lnTo>
                  <a:pt x="0" y="906596"/>
                </a:lnTo>
                <a:moveTo>
                  <a:pt x="137308" y="763118"/>
                </a:moveTo>
                <a:cubicBezTo>
                  <a:pt x="141983" y="763771"/>
                  <a:pt x="145864" y="764100"/>
                  <a:pt x="148949" y="764100"/>
                </a:cubicBezTo>
                <a:cubicBezTo>
                  <a:pt x="157271" y="764100"/>
                  <a:pt x="164377" y="761153"/>
                  <a:pt x="170267" y="755265"/>
                </a:cubicBezTo>
                <a:cubicBezTo>
                  <a:pt x="176065" y="749374"/>
                  <a:pt x="178964" y="742219"/>
                  <a:pt x="178964" y="733806"/>
                </a:cubicBezTo>
                <a:cubicBezTo>
                  <a:pt x="178964" y="727072"/>
                  <a:pt x="177608" y="720621"/>
                  <a:pt x="174896" y="714449"/>
                </a:cubicBezTo>
                <a:cubicBezTo>
                  <a:pt x="172091" y="708186"/>
                  <a:pt x="165966" y="698930"/>
                  <a:pt x="156523" y="686679"/>
                </a:cubicBezTo>
                <a:lnTo>
                  <a:pt x="160590" y="683735"/>
                </a:lnTo>
                <a:cubicBezTo>
                  <a:pt x="182563" y="705894"/>
                  <a:pt x="193550" y="727026"/>
                  <a:pt x="193550" y="747128"/>
                </a:cubicBezTo>
                <a:cubicBezTo>
                  <a:pt x="193550" y="760781"/>
                  <a:pt x="189248" y="771065"/>
                  <a:pt x="180646" y="777984"/>
                </a:cubicBezTo>
                <a:cubicBezTo>
                  <a:pt x="172044" y="784903"/>
                  <a:pt x="162554" y="788364"/>
                  <a:pt x="152175" y="788364"/>
                </a:cubicBezTo>
                <a:cubicBezTo>
                  <a:pt x="138243" y="788364"/>
                  <a:pt x="123984" y="784063"/>
                  <a:pt x="109398" y="775460"/>
                </a:cubicBezTo>
                <a:cubicBezTo>
                  <a:pt x="94812" y="766857"/>
                  <a:pt x="83497" y="756060"/>
                  <a:pt x="75456" y="743062"/>
                </a:cubicBezTo>
                <a:cubicBezTo>
                  <a:pt x="67321" y="730064"/>
                  <a:pt x="63254" y="716695"/>
                  <a:pt x="63254" y="702950"/>
                </a:cubicBezTo>
                <a:cubicBezTo>
                  <a:pt x="63254" y="693039"/>
                  <a:pt x="65264" y="685699"/>
                  <a:pt x="69285" y="680929"/>
                </a:cubicBezTo>
                <a:cubicBezTo>
                  <a:pt x="73306" y="676160"/>
                  <a:pt x="78075" y="673778"/>
                  <a:pt x="83591" y="673778"/>
                </a:cubicBezTo>
                <a:cubicBezTo>
                  <a:pt x="91351" y="673778"/>
                  <a:pt x="98785" y="676861"/>
                  <a:pt x="105892" y="683033"/>
                </a:cubicBezTo>
                <a:cubicBezTo>
                  <a:pt x="115148" y="691168"/>
                  <a:pt x="122629" y="703138"/>
                  <a:pt x="128332" y="718938"/>
                </a:cubicBezTo>
                <a:cubicBezTo>
                  <a:pt x="132165" y="729411"/>
                  <a:pt x="135158" y="744138"/>
                  <a:pt x="137308" y="763118"/>
                </a:cubicBezTo>
                <a:moveTo>
                  <a:pt x="130436" y="762136"/>
                </a:moveTo>
                <a:cubicBezTo>
                  <a:pt x="128846" y="748298"/>
                  <a:pt x="126134" y="737032"/>
                  <a:pt x="122301" y="728335"/>
                </a:cubicBezTo>
                <a:cubicBezTo>
                  <a:pt x="117158" y="716834"/>
                  <a:pt x="111034" y="708231"/>
                  <a:pt x="103928" y="702527"/>
                </a:cubicBezTo>
                <a:cubicBezTo>
                  <a:pt x="96728" y="696732"/>
                  <a:pt x="89903" y="693834"/>
                  <a:pt x="83451" y="693834"/>
                </a:cubicBezTo>
                <a:cubicBezTo>
                  <a:pt x="79523" y="693834"/>
                  <a:pt x="76345" y="695094"/>
                  <a:pt x="73914" y="697618"/>
                </a:cubicBezTo>
                <a:cubicBezTo>
                  <a:pt x="71482" y="700051"/>
                  <a:pt x="70267" y="703558"/>
                  <a:pt x="70267" y="708137"/>
                </a:cubicBezTo>
                <a:cubicBezTo>
                  <a:pt x="70267" y="717677"/>
                  <a:pt x="75363" y="727821"/>
                  <a:pt x="85554" y="738573"/>
                </a:cubicBezTo>
                <a:cubicBezTo>
                  <a:pt x="95653" y="749232"/>
                  <a:pt x="110613" y="757088"/>
                  <a:pt x="130436" y="762136"/>
                </a:cubicBezTo>
                <a:moveTo>
                  <a:pt x="63254" y="534925"/>
                </a:moveTo>
                <a:lnTo>
                  <a:pt x="158346" y="562274"/>
                </a:lnTo>
                <a:lnTo>
                  <a:pt x="171109" y="565361"/>
                </a:lnTo>
                <a:cubicBezTo>
                  <a:pt x="172325" y="565642"/>
                  <a:pt x="173353" y="565781"/>
                  <a:pt x="174194" y="565781"/>
                </a:cubicBezTo>
                <a:cubicBezTo>
                  <a:pt x="175691" y="565781"/>
                  <a:pt x="177000" y="565315"/>
                  <a:pt x="178122" y="564378"/>
                </a:cubicBezTo>
                <a:cubicBezTo>
                  <a:pt x="178964" y="563631"/>
                  <a:pt x="179384" y="562695"/>
                  <a:pt x="179384" y="561573"/>
                </a:cubicBezTo>
                <a:cubicBezTo>
                  <a:pt x="179384" y="560358"/>
                  <a:pt x="178636" y="558768"/>
                  <a:pt x="177140" y="556806"/>
                </a:cubicBezTo>
                <a:cubicBezTo>
                  <a:pt x="174429" y="553158"/>
                  <a:pt x="168818" y="548297"/>
                  <a:pt x="160309" y="542218"/>
                </a:cubicBezTo>
                <a:lnTo>
                  <a:pt x="163676" y="537451"/>
                </a:lnTo>
                <a:cubicBezTo>
                  <a:pt x="173400" y="543902"/>
                  <a:pt x="180833" y="550540"/>
                  <a:pt x="185976" y="557365"/>
                </a:cubicBezTo>
                <a:cubicBezTo>
                  <a:pt x="191025" y="564191"/>
                  <a:pt x="193550" y="570502"/>
                  <a:pt x="193550" y="576300"/>
                </a:cubicBezTo>
                <a:cubicBezTo>
                  <a:pt x="193550" y="580320"/>
                  <a:pt x="192521" y="583361"/>
                  <a:pt x="190464" y="585417"/>
                </a:cubicBezTo>
                <a:cubicBezTo>
                  <a:pt x="188500" y="587381"/>
                  <a:pt x="185602" y="588364"/>
                  <a:pt x="181769" y="588364"/>
                </a:cubicBezTo>
                <a:cubicBezTo>
                  <a:pt x="177187" y="588364"/>
                  <a:pt x="171156" y="587333"/>
                  <a:pt x="163676" y="585277"/>
                </a:cubicBezTo>
                <a:lnTo>
                  <a:pt x="153157" y="582330"/>
                </a:lnTo>
                <a:cubicBezTo>
                  <a:pt x="169146" y="594581"/>
                  <a:pt x="180319" y="605847"/>
                  <a:pt x="186677" y="616134"/>
                </a:cubicBezTo>
                <a:cubicBezTo>
                  <a:pt x="191259" y="623518"/>
                  <a:pt x="193550" y="630767"/>
                  <a:pt x="193550" y="637870"/>
                </a:cubicBezTo>
                <a:cubicBezTo>
                  <a:pt x="193550" y="644699"/>
                  <a:pt x="190745" y="650587"/>
                  <a:pt x="185135" y="655544"/>
                </a:cubicBezTo>
                <a:cubicBezTo>
                  <a:pt x="179431" y="660499"/>
                  <a:pt x="171624" y="662977"/>
                  <a:pt x="161712" y="662977"/>
                </a:cubicBezTo>
                <a:cubicBezTo>
                  <a:pt x="146845" y="662977"/>
                  <a:pt x="131184" y="658537"/>
                  <a:pt x="114727" y="649653"/>
                </a:cubicBezTo>
                <a:cubicBezTo>
                  <a:pt x="98177" y="640676"/>
                  <a:pt x="84947" y="629316"/>
                  <a:pt x="75035" y="615571"/>
                </a:cubicBezTo>
                <a:cubicBezTo>
                  <a:pt x="67181" y="604819"/>
                  <a:pt x="63254" y="594672"/>
                  <a:pt x="63254" y="585135"/>
                </a:cubicBezTo>
                <a:cubicBezTo>
                  <a:pt x="63254" y="579432"/>
                  <a:pt x="64750" y="574710"/>
                  <a:pt x="67742" y="570971"/>
                </a:cubicBezTo>
                <a:cubicBezTo>
                  <a:pt x="70735" y="567138"/>
                  <a:pt x="75690" y="564239"/>
                  <a:pt x="82609" y="562274"/>
                </a:cubicBezTo>
                <a:lnTo>
                  <a:pt x="66620" y="557226"/>
                </a:lnTo>
                <a:lnTo>
                  <a:pt x="63254" y="534925"/>
                </a:lnTo>
                <a:moveTo>
                  <a:pt x="70547" y="584857"/>
                </a:moveTo>
                <a:cubicBezTo>
                  <a:pt x="70547" y="590839"/>
                  <a:pt x="73352" y="597199"/>
                  <a:pt x="78963" y="603931"/>
                </a:cubicBezTo>
                <a:cubicBezTo>
                  <a:pt x="86910" y="613468"/>
                  <a:pt x="98691" y="621977"/>
                  <a:pt x="114306" y="629455"/>
                </a:cubicBezTo>
                <a:cubicBezTo>
                  <a:pt x="129921" y="636843"/>
                  <a:pt x="144040" y="640536"/>
                  <a:pt x="156663" y="640536"/>
                </a:cubicBezTo>
                <a:cubicBezTo>
                  <a:pt x="163021" y="640536"/>
                  <a:pt x="168070" y="638946"/>
                  <a:pt x="171810" y="635767"/>
                </a:cubicBezTo>
                <a:cubicBezTo>
                  <a:pt x="175457" y="632590"/>
                  <a:pt x="177280" y="628941"/>
                  <a:pt x="177280" y="624827"/>
                </a:cubicBezTo>
                <a:cubicBezTo>
                  <a:pt x="177280" y="614637"/>
                  <a:pt x="169753" y="603556"/>
                  <a:pt x="154699" y="591589"/>
                </a:cubicBezTo>
                <a:cubicBezTo>
                  <a:pt x="134690" y="575599"/>
                  <a:pt x="114166" y="567604"/>
                  <a:pt x="93128" y="567604"/>
                </a:cubicBezTo>
                <a:cubicBezTo>
                  <a:pt x="85180" y="567604"/>
                  <a:pt x="79430" y="569148"/>
                  <a:pt x="75877" y="572234"/>
                </a:cubicBezTo>
                <a:cubicBezTo>
                  <a:pt x="72324" y="575318"/>
                  <a:pt x="70547" y="579525"/>
                  <a:pt x="70547" y="584857"/>
                </a:cubicBezTo>
                <a:moveTo>
                  <a:pt x="71109" y="511084"/>
                </a:moveTo>
                <a:lnTo>
                  <a:pt x="63254" y="462696"/>
                </a:lnTo>
                <a:lnTo>
                  <a:pt x="131417" y="482891"/>
                </a:lnTo>
                <a:cubicBezTo>
                  <a:pt x="103460" y="466529"/>
                  <a:pt x="83918" y="451663"/>
                  <a:pt x="72792" y="438290"/>
                </a:cubicBezTo>
                <a:cubicBezTo>
                  <a:pt x="66433" y="430718"/>
                  <a:pt x="63254" y="424546"/>
                  <a:pt x="63254" y="419779"/>
                </a:cubicBezTo>
                <a:cubicBezTo>
                  <a:pt x="63254" y="416692"/>
                  <a:pt x="64190" y="414262"/>
                  <a:pt x="66059" y="412485"/>
                </a:cubicBezTo>
                <a:cubicBezTo>
                  <a:pt x="67836" y="410707"/>
                  <a:pt x="70454" y="409819"/>
                  <a:pt x="73914" y="409819"/>
                </a:cubicBezTo>
                <a:cubicBezTo>
                  <a:pt x="80085" y="409819"/>
                  <a:pt x="85975" y="411409"/>
                  <a:pt x="91586" y="414589"/>
                </a:cubicBezTo>
                <a:cubicBezTo>
                  <a:pt x="95793" y="416832"/>
                  <a:pt x="97897" y="420060"/>
                  <a:pt x="97897" y="424265"/>
                </a:cubicBezTo>
                <a:cubicBezTo>
                  <a:pt x="97897" y="426417"/>
                  <a:pt x="97196" y="428288"/>
                  <a:pt x="95793" y="429875"/>
                </a:cubicBezTo>
                <a:cubicBezTo>
                  <a:pt x="94391" y="431371"/>
                  <a:pt x="92240" y="432308"/>
                  <a:pt x="89341" y="432680"/>
                </a:cubicBezTo>
                <a:cubicBezTo>
                  <a:pt x="87565" y="432867"/>
                  <a:pt x="86396" y="433288"/>
                  <a:pt x="85835" y="433943"/>
                </a:cubicBezTo>
                <a:cubicBezTo>
                  <a:pt x="85087" y="434690"/>
                  <a:pt x="84713" y="435579"/>
                  <a:pt x="84713" y="436609"/>
                </a:cubicBezTo>
                <a:cubicBezTo>
                  <a:pt x="84713" y="438196"/>
                  <a:pt x="85087" y="439693"/>
                  <a:pt x="85835" y="441095"/>
                </a:cubicBezTo>
                <a:cubicBezTo>
                  <a:pt x="87144" y="443528"/>
                  <a:pt x="90791" y="447219"/>
                  <a:pt x="96775" y="452177"/>
                </a:cubicBezTo>
                <a:cubicBezTo>
                  <a:pt x="105938" y="459936"/>
                  <a:pt x="117813" y="468351"/>
                  <a:pt x="132399" y="477423"/>
                </a:cubicBezTo>
                <a:cubicBezTo>
                  <a:pt x="138571" y="481349"/>
                  <a:pt x="145536" y="484716"/>
                  <a:pt x="153297" y="487519"/>
                </a:cubicBezTo>
                <a:cubicBezTo>
                  <a:pt x="163956" y="491448"/>
                  <a:pt x="170361" y="493691"/>
                  <a:pt x="172512" y="494253"/>
                </a:cubicBezTo>
                <a:lnTo>
                  <a:pt x="190183" y="498739"/>
                </a:lnTo>
                <a:lnTo>
                  <a:pt x="190183" y="520201"/>
                </a:lnTo>
                <a:lnTo>
                  <a:pt x="103086" y="494253"/>
                </a:lnTo>
                <a:cubicBezTo>
                  <a:pt x="92988" y="491261"/>
                  <a:pt x="85788" y="489765"/>
                  <a:pt x="81487" y="489765"/>
                </a:cubicBezTo>
                <a:cubicBezTo>
                  <a:pt x="79804" y="489765"/>
                  <a:pt x="78402" y="490466"/>
                  <a:pt x="77280" y="491868"/>
                </a:cubicBezTo>
                <a:cubicBezTo>
                  <a:pt x="75783" y="493739"/>
                  <a:pt x="75035" y="496215"/>
                  <a:pt x="75035" y="499301"/>
                </a:cubicBezTo>
                <a:cubicBezTo>
                  <a:pt x="75035" y="501266"/>
                  <a:pt x="75456" y="504866"/>
                  <a:pt x="76298" y="510102"/>
                </a:cubicBezTo>
                <a:lnTo>
                  <a:pt x="71109" y="511084"/>
                </a:lnTo>
                <a:moveTo>
                  <a:pt x="137308" y="390606"/>
                </a:moveTo>
                <a:cubicBezTo>
                  <a:pt x="141983" y="391259"/>
                  <a:pt x="145864" y="391586"/>
                  <a:pt x="148949" y="391586"/>
                </a:cubicBezTo>
                <a:cubicBezTo>
                  <a:pt x="157271" y="391586"/>
                  <a:pt x="164377" y="388641"/>
                  <a:pt x="170267" y="382750"/>
                </a:cubicBezTo>
                <a:cubicBezTo>
                  <a:pt x="176065" y="376862"/>
                  <a:pt x="178964" y="369707"/>
                  <a:pt x="178964" y="361292"/>
                </a:cubicBezTo>
                <a:cubicBezTo>
                  <a:pt x="178964" y="354560"/>
                  <a:pt x="177608" y="348109"/>
                  <a:pt x="174896" y="341937"/>
                </a:cubicBezTo>
                <a:cubicBezTo>
                  <a:pt x="172091" y="335674"/>
                  <a:pt x="165966" y="326415"/>
                  <a:pt x="156523" y="314167"/>
                </a:cubicBezTo>
                <a:lnTo>
                  <a:pt x="160590" y="311223"/>
                </a:lnTo>
                <a:cubicBezTo>
                  <a:pt x="182563" y="333382"/>
                  <a:pt x="193550" y="354514"/>
                  <a:pt x="193550" y="374616"/>
                </a:cubicBezTo>
                <a:cubicBezTo>
                  <a:pt x="193550" y="388267"/>
                  <a:pt x="189248" y="398553"/>
                  <a:pt x="180646" y="405472"/>
                </a:cubicBezTo>
                <a:cubicBezTo>
                  <a:pt x="172044" y="412391"/>
                  <a:pt x="162554" y="415852"/>
                  <a:pt x="152175" y="415852"/>
                </a:cubicBezTo>
                <a:cubicBezTo>
                  <a:pt x="138243" y="415852"/>
                  <a:pt x="123984" y="411551"/>
                  <a:pt x="109398" y="402948"/>
                </a:cubicBezTo>
                <a:cubicBezTo>
                  <a:pt x="94812" y="394345"/>
                  <a:pt x="83497" y="383545"/>
                  <a:pt x="75456" y="370550"/>
                </a:cubicBezTo>
                <a:cubicBezTo>
                  <a:pt x="67321" y="357552"/>
                  <a:pt x="63254" y="344183"/>
                  <a:pt x="63254" y="330435"/>
                </a:cubicBezTo>
                <a:cubicBezTo>
                  <a:pt x="63254" y="320527"/>
                  <a:pt x="65264" y="313184"/>
                  <a:pt x="69285" y="308417"/>
                </a:cubicBezTo>
                <a:cubicBezTo>
                  <a:pt x="73306" y="303648"/>
                  <a:pt x="78075" y="301263"/>
                  <a:pt x="83591" y="301263"/>
                </a:cubicBezTo>
                <a:cubicBezTo>
                  <a:pt x="91351" y="301263"/>
                  <a:pt x="98785" y="304349"/>
                  <a:pt x="105892" y="310521"/>
                </a:cubicBezTo>
                <a:cubicBezTo>
                  <a:pt x="115148" y="318656"/>
                  <a:pt x="122629" y="330623"/>
                  <a:pt x="128332" y="346426"/>
                </a:cubicBezTo>
                <a:cubicBezTo>
                  <a:pt x="132165" y="356896"/>
                  <a:pt x="135158" y="371623"/>
                  <a:pt x="137308" y="390606"/>
                </a:cubicBezTo>
                <a:moveTo>
                  <a:pt x="130436" y="389624"/>
                </a:moveTo>
                <a:cubicBezTo>
                  <a:pt x="128846" y="375786"/>
                  <a:pt x="126134" y="364517"/>
                  <a:pt x="122301" y="355823"/>
                </a:cubicBezTo>
                <a:cubicBezTo>
                  <a:pt x="117158" y="344322"/>
                  <a:pt x="111034" y="335719"/>
                  <a:pt x="103928" y="330015"/>
                </a:cubicBezTo>
                <a:cubicBezTo>
                  <a:pt x="96728" y="324218"/>
                  <a:pt x="89903" y="321319"/>
                  <a:pt x="83451" y="321319"/>
                </a:cubicBezTo>
                <a:cubicBezTo>
                  <a:pt x="79523" y="321319"/>
                  <a:pt x="76345" y="322582"/>
                  <a:pt x="73914" y="325106"/>
                </a:cubicBezTo>
                <a:cubicBezTo>
                  <a:pt x="71482" y="327537"/>
                  <a:pt x="70267" y="331043"/>
                  <a:pt x="70267" y="335625"/>
                </a:cubicBezTo>
                <a:cubicBezTo>
                  <a:pt x="70267" y="345162"/>
                  <a:pt x="75363" y="355309"/>
                  <a:pt x="85554" y="366061"/>
                </a:cubicBezTo>
                <a:cubicBezTo>
                  <a:pt x="95653" y="376720"/>
                  <a:pt x="110613" y="384576"/>
                  <a:pt x="130436" y="389624"/>
                </a:cubicBezTo>
                <a:moveTo>
                  <a:pt x="63254" y="192988"/>
                </a:moveTo>
                <a:lnTo>
                  <a:pt x="106312" y="201545"/>
                </a:lnTo>
                <a:lnTo>
                  <a:pt x="106312" y="206732"/>
                </a:lnTo>
                <a:cubicBezTo>
                  <a:pt x="93782" y="207201"/>
                  <a:pt x="84667" y="209867"/>
                  <a:pt x="78963" y="214727"/>
                </a:cubicBezTo>
                <a:cubicBezTo>
                  <a:pt x="73259" y="219591"/>
                  <a:pt x="70407" y="225621"/>
                  <a:pt x="70407" y="232821"/>
                </a:cubicBezTo>
                <a:cubicBezTo>
                  <a:pt x="70407" y="238616"/>
                  <a:pt x="71997" y="243247"/>
                  <a:pt x="75176" y="246705"/>
                </a:cubicBezTo>
                <a:cubicBezTo>
                  <a:pt x="78355" y="250072"/>
                  <a:pt x="82189" y="251753"/>
                  <a:pt x="86677" y="251753"/>
                </a:cubicBezTo>
                <a:cubicBezTo>
                  <a:pt x="89762" y="251753"/>
                  <a:pt x="92708" y="251100"/>
                  <a:pt x="95513" y="249791"/>
                </a:cubicBezTo>
                <a:cubicBezTo>
                  <a:pt x="98317" y="248389"/>
                  <a:pt x="102245" y="245396"/>
                  <a:pt x="107294" y="240814"/>
                </a:cubicBezTo>
                <a:cubicBezTo>
                  <a:pt x="120571" y="228659"/>
                  <a:pt x="130576" y="220806"/>
                  <a:pt x="137308" y="217251"/>
                </a:cubicBezTo>
                <a:cubicBezTo>
                  <a:pt x="144040" y="213700"/>
                  <a:pt x="150399" y="211922"/>
                  <a:pt x="156382" y="211922"/>
                </a:cubicBezTo>
                <a:cubicBezTo>
                  <a:pt x="166106" y="211922"/>
                  <a:pt x="174756" y="215991"/>
                  <a:pt x="182329" y="224125"/>
                </a:cubicBezTo>
                <a:cubicBezTo>
                  <a:pt x="189809" y="232166"/>
                  <a:pt x="193550" y="242358"/>
                  <a:pt x="193550" y="254700"/>
                </a:cubicBezTo>
                <a:cubicBezTo>
                  <a:pt x="193550" y="261432"/>
                  <a:pt x="191960" y="269191"/>
                  <a:pt x="188781" y="277981"/>
                </a:cubicBezTo>
                <a:cubicBezTo>
                  <a:pt x="187659" y="281068"/>
                  <a:pt x="187098" y="283453"/>
                  <a:pt x="187098" y="285133"/>
                </a:cubicBezTo>
                <a:cubicBezTo>
                  <a:pt x="187098" y="289341"/>
                  <a:pt x="189248" y="292521"/>
                  <a:pt x="193550" y="294673"/>
                </a:cubicBezTo>
                <a:lnTo>
                  <a:pt x="193550" y="299860"/>
                </a:lnTo>
                <a:lnTo>
                  <a:pt x="148107" y="291306"/>
                </a:lnTo>
                <a:lnTo>
                  <a:pt x="148107" y="286116"/>
                </a:lnTo>
                <a:cubicBezTo>
                  <a:pt x="162320" y="285556"/>
                  <a:pt x="172371" y="282609"/>
                  <a:pt x="178262" y="277280"/>
                </a:cubicBezTo>
                <a:cubicBezTo>
                  <a:pt x="184153" y="271951"/>
                  <a:pt x="187098" y="264657"/>
                  <a:pt x="187098" y="255401"/>
                </a:cubicBezTo>
                <a:cubicBezTo>
                  <a:pt x="187098" y="248295"/>
                  <a:pt x="185135" y="242685"/>
                  <a:pt x="181207" y="238571"/>
                </a:cubicBezTo>
                <a:cubicBezTo>
                  <a:pt x="177187" y="234363"/>
                  <a:pt x="172278" y="232259"/>
                  <a:pt x="166481" y="232259"/>
                </a:cubicBezTo>
                <a:cubicBezTo>
                  <a:pt x="162740" y="232259"/>
                  <a:pt x="159281" y="233006"/>
                  <a:pt x="156102" y="234502"/>
                </a:cubicBezTo>
                <a:cubicBezTo>
                  <a:pt x="150492" y="237120"/>
                  <a:pt x="142731" y="242639"/>
                  <a:pt x="132820" y="251052"/>
                </a:cubicBezTo>
                <a:cubicBezTo>
                  <a:pt x="122909" y="259373"/>
                  <a:pt x="115475" y="264751"/>
                  <a:pt x="110519" y="267181"/>
                </a:cubicBezTo>
                <a:cubicBezTo>
                  <a:pt x="105564" y="269521"/>
                  <a:pt x="100609" y="270688"/>
                  <a:pt x="95653" y="270688"/>
                </a:cubicBezTo>
                <a:cubicBezTo>
                  <a:pt x="86583" y="270688"/>
                  <a:pt x="78916" y="267417"/>
                  <a:pt x="72651" y="260870"/>
                </a:cubicBezTo>
                <a:cubicBezTo>
                  <a:pt x="66386" y="254232"/>
                  <a:pt x="63254" y="245723"/>
                  <a:pt x="63254" y="235345"/>
                </a:cubicBezTo>
                <a:cubicBezTo>
                  <a:pt x="63254" y="232353"/>
                  <a:pt x="63488" y="229642"/>
                  <a:pt x="63955" y="227211"/>
                </a:cubicBezTo>
                <a:cubicBezTo>
                  <a:pt x="64236" y="225902"/>
                  <a:pt x="65311" y="222862"/>
                  <a:pt x="67181" y="218095"/>
                </a:cubicBezTo>
                <a:cubicBezTo>
                  <a:pt x="68958" y="213231"/>
                  <a:pt x="69846" y="210006"/>
                  <a:pt x="69846" y="208416"/>
                </a:cubicBezTo>
                <a:cubicBezTo>
                  <a:pt x="69846" y="204396"/>
                  <a:pt x="67649" y="201028"/>
                  <a:pt x="63254" y="198317"/>
                </a:cubicBezTo>
                <a:lnTo>
                  <a:pt x="63254" y="192988"/>
                </a:lnTo>
                <a:moveTo>
                  <a:pt x="28471" y="110660"/>
                </a:moveTo>
                <a:lnTo>
                  <a:pt x="66620" y="121599"/>
                </a:lnTo>
                <a:lnTo>
                  <a:pt x="66620" y="99579"/>
                </a:lnTo>
                <a:lnTo>
                  <a:pt x="75456" y="101964"/>
                </a:lnTo>
                <a:lnTo>
                  <a:pt x="75456" y="123842"/>
                </a:lnTo>
                <a:lnTo>
                  <a:pt x="158206" y="147967"/>
                </a:lnTo>
                <a:cubicBezTo>
                  <a:pt x="167089" y="150585"/>
                  <a:pt x="172839" y="151893"/>
                  <a:pt x="175457" y="151893"/>
                </a:cubicBezTo>
                <a:cubicBezTo>
                  <a:pt x="177046" y="151893"/>
                  <a:pt x="178262" y="151519"/>
                  <a:pt x="179103" y="150772"/>
                </a:cubicBezTo>
                <a:cubicBezTo>
                  <a:pt x="179945" y="150025"/>
                  <a:pt x="180366" y="149137"/>
                  <a:pt x="180366" y="148106"/>
                </a:cubicBezTo>
                <a:cubicBezTo>
                  <a:pt x="180366" y="145769"/>
                  <a:pt x="178729" y="142683"/>
                  <a:pt x="175457" y="138850"/>
                </a:cubicBezTo>
                <a:cubicBezTo>
                  <a:pt x="173587" y="136607"/>
                  <a:pt x="167837" y="131605"/>
                  <a:pt x="158206" y="123842"/>
                </a:cubicBezTo>
                <a:lnTo>
                  <a:pt x="161712" y="119214"/>
                </a:lnTo>
                <a:cubicBezTo>
                  <a:pt x="174241" y="127817"/>
                  <a:pt x="183078" y="135951"/>
                  <a:pt x="188220" y="143620"/>
                </a:cubicBezTo>
                <a:cubicBezTo>
                  <a:pt x="191773" y="148855"/>
                  <a:pt x="193550" y="154139"/>
                  <a:pt x="193550" y="159468"/>
                </a:cubicBezTo>
                <a:cubicBezTo>
                  <a:pt x="193550" y="163582"/>
                  <a:pt x="192287" y="166947"/>
                  <a:pt x="189762" y="169567"/>
                </a:cubicBezTo>
                <a:cubicBezTo>
                  <a:pt x="187145" y="172185"/>
                  <a:pt x="183826" y="173494"/>
                  <a:pt x="179805" y="173494"/>
                </a:cubicBezTo>
                <a:cubicBezTo>
                  <a:pt x="174756" y="173494"/>
                  <a:pt x="167042" y="171998"/>
                  <a:pt x="156663" y="169005"/>
                </a:cubicBezTo>
                <a:lnTo>
                  <a:pt x="75456" y="145582"/>
                </a:lnTo>
                <a:lnTo>
                  <a:pt x="75456" y="166762"/>
                </a:lnTo>
                <a:lnTo>
                  <a:pt x="69987" y="165360"/>
                </a:lnTo>
                <a:cubicBezTo>
                  <a:pt x="67181" y="155073"/>
                  <a:pt x="63021" y="146519"/>
                  <a:pt x="57504" y="139691"/>
                </a:cubicBezTo>
                <a:cubicBezTo>
                  <a:pt x="51894" y="132865"/>
                  <a:pt x="42217" y="125245"/>
                  <a:pt x="28471" y="116829"/>
                </a:cubicBezTo>
                <a:lnTo>
                  <a:pt x="28471" y="110660"/>
                </a:lnTo>
                <a:moveTo>
                  <a:pt x="329793" y="1007580"/>
                </a:moveTo>
                <a:lnTo>
                  <a:pt x="478882" y="948812"/>
                </a:lnTo>
                <a:lnTo>
                  <a:pt x="367521" y="916976"/>
                </a:lnTo>
                <a:cubicBezTo>
                  <a:pt x="358357" y="914358"/>
                  <a:pt x="351251" y="913050"/>
                  <a:pt x="346202" y="913050"/>
                </a:cubicBezTo>
                <a:cubicBezTo>
                  <a:pt x="342742" y="913050"/>
                  <a:pt x="340031" y="914265"/>
                  <a:pt x="338068" y="916695"/>
                </a:cubicBezTo>
                <a:cubicBezTo>
                  <a:pt x="336104" y="919125"/>
                  <a:pt x="335122" y="923662"/>
                  <a:pt x="335122" y="930300"/>
                </a:cubicBezTo>
                <a:cubicBezTo>
                  <a:pt x="335122" y="931422"/>
                  <a:pt x="335075" y="932592"/>
                  <a:pt x="334982" y="933807"/>
                </a:cubicBezTo>
                <a:lnTo>
                  <a:pt x="329793" y="932262"/>
                </a:lnTo>
                <a:lnTo>
                  <a:pt x="329793" y="871112"/>
                </a:lnTo>
                <a:lnTo>
                  <a:pt x="334982" y="872796"/>
                </a:lnTo>
                <a:cubicBezTo>
                  <a:pt x="334889" y="879155"/>
                  <a:pt x="335543" y="883877"/>
                  <a:pt x="336946" y="886960"/>
                </a:cubicBezTo>
                <a:cubicBezTo>
                  <a:pt x="338909" y="891355"/>
                  <a:pt x="341434" y="894629"/>
                  <a:pt x="344519" y="896778"/>
                </a:cubicBezTo>
                <a:cubicBezTo>
                  <a:pt x="348914" y="899771"/>
                  <a:pt x="356581" y="902811"/>
                  <a:pt x="367521" y="905895"/>
                </a:cubicBezTo>
                <a:lnTo>
                  <a:pt x="524324" y="950637"/>
                </a:lnTo>
                <a:lnTo>
                  <a:pt x="524324" y="955686"/>
                </a:lnTo>
                <a:lnTo>
                  <a:pt x="363874" y="1018940"/>
                </a:lnTo>
                <a:lnTo>
                  <a:pt x="482388" y="1052740"/>
                </a:lnTo>
                <a:cubicBezTo>
                  <a:pt x="491364" y="1055264"/>
                  <a:pt x="498237" y="1056528"/>
                  <a:pt x="503006" y="1056528"/>
                </a:cubicBezTo>
                <a:cubicBezTo>
                  <a:pt x="506558" y="1056528"/>
                  <a:pt x="509270" y="1055406"/>
                  <a:pt x="511140" y="1053160"/>
                </a:cubicBezTo>
                <a:cubicBezTo>
                  <a:pt x="512917" y="1050824"/>
                  <a:pt x="514132" y="1045355"/>
                  <a:pt x="514787" y="1036753"/>
                </a:cubicBezTo>
                <a:lnTo>
                  <a:pt x="519976" y="1038155"/>
                </a:lnTo>
                <a:lnTo>
                  <a:pt x="519976" y="1097903"/>
                </a:lnTo>
                <a:lnTo>
                  <a:pt x="514787" y="1095938"/>
                </a:lnTo>
                <a:cubicBezTo>
                  <a:pt x="514600" y="1088460"/>
                  <a:pt x="513945" y="1083457"/>
                  <a:pt x="512823" y="1080933"/>
                </a:cubicBezTo>
                <a:cubicBezTo>
                  <a:pt x="511140" y="1077097"/>
                  <a:pt x="508943" y="1074247"/>
                  <a:pt x="506231" y="1072376"/>
                </a:cubicBezTo>
                <a:cubicBezTo>
                  <a:pt x="502117" y="1069664"/>
                  <a:pt x="494169" y="1066627"/>
                  <a:pt x="482388" y="1063259"/>
                </a:cubicBezTo>
                <a:lnTo>
                  <a:pt x="350129" y="1025532"/>
                </a:lnTo>
                <a:cubicBezTo>
                  <a:pt x="344519" y="1029178"/>
                  <a:pt x="340685" y="1033104"/>
                  <a:pt x="338628" y="1037312"/>
                </a:cubicBezTo>
                <a:cubicBezTo>
                  <a:pt x="336478" y="1041426"/>
                  <a:pt x="335263" y="1047879"/>
                  <a:pt x="334982" y="1056667"/>
                </a:cubicBezTo>
                <a:lnTo>
                  <a:pt x="329793" y="1055125"/>
                </a:lnTo>
                <a:lnTo>
                  <a:pt x="329793" y="1007580"/>
                </a:lnTo>
                <a:moveTo>
                  <a:pt x="467101" y="864099"/>
                </a:moveTo>
                <a:cubicBezTo>
                  <a:pt x="471775" y="864755"/>
                  <a:pt x="475656" y="865082"/>
                  <a:pt x="478741" y="865082"/>
                </a:cubicBezTo>
                <a:cubicBezTo>
                  <a:pt x="487063" y="865082"/>
                  <a:pt x="494169" y="862137"/>
                  <a:pt x="500060" y="856246"/>
                </a:cubicBezTo>
                <a:cubicBezTo>
                  <a:pt x="505857" y="850355"/>
                  <a:pt x="508756" y="843203"/>
                  <a:pt x="508756" y="834788"/>
                </a:cubicBezTo>
                <a:cubicBezTo>
                  <a:pt x="508756" y="828056"/>
                  <a:pt x="507400" y="821602"/>
                  <a:pt x="504689" y="815433"/>
                </a:cubicBezTo>
                <a:cubicBezTo>
                  <a:pt x="501884" y="809167"/>
                  <a:pt x="495759" y="799911"/>
                  <a:pt x="486316" y="787663"/>
                </a:cubicBezTo>
                <a:lnTo>
                  <a:pt x="490383" y="784716"/>
                </a:lnTo>
                <a:cubicBezTo>
                  <a:pt x="512356" y="806876"/>
                  <a:pt x="523342" y="828008"/>
                  <a:pt x="523342" y="848112"/>
                </a:cubicBezTo>
                <a:cubicBezTo>
                  <a:pt x="523342" y="861763"/>
                  <a:pt x="519041" y="872049"/>
                  <a:pt x="510439" y="878968"/>
                </a:cubicBezTo>
                <a:cubicBezTo>
                  <a:pt x="501837" y="885887"/>
                  <a:pt x="492346" y="889345"/>
                  <a:pt x="481967" y="889345"/>
                </a:cubicBezTo>
                <a:cubicBezTo>
                  <a:pt x="468036" y="889345"/>
                  <a:pt x="453776" y="885044"/>
                  <a:pt x="439190" y="876441"/>
                </a:cubicBezTo>
                <a:cubicBezTo>
                  <a:pt x="424604" y="867841"/>
                  <a:pt x="413290" y="857041"/>
                  <a:pt x="405249" y="844043"/>
                </a:cubicBezTo>
                <a:cubicBezTo>
                  <a:pt x="397114" y="831048"/>
                  <a:pt x="393047" y="817676"/>
                  <a:pt x="393047" y="803931"/>
                </a:cubicBezTo>
                <a:cubicBezTo>
                  <a:pt x="393047" y="794020"/>
                  <a:pt x="395057" y="786680"/>
                  <a:pt x="399077" y="781911"/>
                </a:cubicBezTo>
                <a:cubicBezTo>
                  <a:pt x="403098" y="777144"/>
                  <a:pt x="407867" y="774759"/>
                  <a:pt x="413383" y="774759"/>
                </a:cubicBezTo>
                <a:cubicBezTo>
                  <a:pt x="421144" y="774759"/>
                  <a:pt x="428578" y="777845"/>
                  <a:pt x="435684" y="784014"/>
                </a:cubicBezTo>
                <a:cubicBezTo>
                  <a:pt x="444941" y="792152"/>
                  <a:pt x="452421" y="804119"/>
                  <a:pt x="458125" y="819922"/>
                </a:cubicBezTo>
                <a:cubicBezTo>
                  <a:pt x="461958" y="830392"/>
                  <a:pt x="464950" y="845119"/>
                  <a:pt x="467101" y="864099"/>
                </a:cubicBezTo>
                <a:moveTo>
                  <a:pt x="460228" y="863120"/>
                </a:moveTo>
                <a:cubicBezTo>
                  <a:pt x="458639" y="849282"/>
                  <a:pt x="455927" y="838013"/>
                  <a:pt x="452094" y="829316"/>
                </a:cubicBezTo>
                <a:cubicBezTo>
                  <a:pt x="446951" y="817818"/>
                  <a:pt x="440826" y="809215"/>
                  <a:pt x="433720" y="803511"/>
                </a:cubicBezTo>
                <a:cubicBezTo>
                  <a:pt x="426521" y="797713"/>
                  <a:pt x="419695" y="794815"/>
                  <a:pt x="413244" y="794815"/>
                </a:cubicBezTo>
                <a:cubicBezTo>
                  <a:pt x="409316" y="794815"/>
                  <a:pt x="406137" y="796078"/>
                  <a:pt x="403706" y="798602"/>
                </a:cubicBezTo>
                <a:cubicBezTo>
                  <a:pt x="401275" y="801032"/>
                  <a:pt x="400060" y="804539"/>
                  <a:pt x="400060" y="809121"/>
                </a:cubicBezTo>
                <a:cubicBezTo>
                  <a:pt x="400060" y="818658"/>
                  <a:pt x="405155" y="828803"/>
                  <a:pt x="415347" y="839555"/>
                </a:cubicBezTo>
                <a:cubicBezTo>
                  <a:pt x="425446" y="850216"/>
                  <a:pt x="440406" y="858069"/>
                  <a:pt x="460228" y="863120"/>
                </a:cubicBezTo>
                <a:moveTo>
                  <a:pt x="337366" y="706457"/>
                </a:moveTo>
                <a:cubicBezTo>
                  <a:pt x="337366" y="702527"/>
                  <a:pt x="338722" y="699208"/>
                  <a:pt x="341434" y="696497"/>
                </a:cubicBezTo>
                <a:cubicBezTo>
                  <a:pt x="344145" y="693785"/>
                  <a:pt x="347465" y="692431"/>
                  <a:pt x="351391" y="692431"/>
                </a:cubicBezTo>
                <a:cubicBezTo>
                  <a:pt x="355226" y="692431"/>
                  <a:pt x="358545" y="693834"/>
                  <a:pt x="361350" y="696639"/>
                </a:cubicBezTo>
                <a:cubicBezTo>
                  <a:pt x="364061" y="699350"/>
                  <a:pt x="365417" y="702621"/>
                  <a:pt x="365417" y="706457"/>
                </a:cubicBezTo>
                <a:cubicBezTo>
                  <a:pt x="365417" y="710289"/>
                  <a:pt x="364061" y="713608"/>
                  <a:pt x="361350" y="716414"/>
                </a:cubicBezTo>
                <a:cubicBezTo>
                  <a:pt x="358545" y="719125"/>
                  <a:pt x="355226" y="720482"/>
                  <a:pt x="351391" y="720482"/>
                </a:cubicBezTo>
                <a:cubicBezTo>
                  <a:pt x="347465" y="720482"/>
                  <a:pt x="344145" y="719125"/>
                  <a:pt x="341434" y="716414"/>
                </a:cubicBezTo>
                <a:cubicBezTo>
                  <a:pt x="338722" y="713702"/>
                  <a:pt x="337366" y="710383"/>
                  <a:pt x="337366" y="706457"/>
                </a:cubicBezTo>
                <a:moveTo>
                  <a:pt x="393047" y="704631"/>
                </a:moveTo>
                <a:lnTo>
                  <a:pt x="491364" y="732404"/>
                </a:lnTo>
                <a:cubicBezTo>
                  <a:pt x="498003" y="734272"/>
                  <a:pt x="501977" y="735206"/>
                  <a:pt x="503286" y="735206"/>
                </a:cubicBezTo>
                <a:cubicBezTo>
                  <a:pt x="504782" y="735206"/>
                  <a:pt x="505998" y="734786"/>
                  <a:pt x="506932" y="733945"/>
                </a:cubicBezTo>
                <a:cubicBezTo>
                  <a:pt x="507868" y="733011"/>
                  <a:pt x="508335" y="731935"/>
                  <a:pt x="508335" y="730720"/>
                </a:cubicBezTo>
                <a:cubicBezTo>
                  <a:pt x="508335" y="729318"/>
                  <a:pt x="507587" y="727634"/>
                  <a:pt x="506091" y="725669"/>
                </a:cubicBezTo>
                <a:cubicBezTo>
                  <a:pt x="501884" y="720340"/>
                  <a:pt x="495899" y="714966"/>
                  <a:pt x="488138" y="709540"/>
                </a:cubicBezTo>
                <a:lnTo>
                  <a:pt x="491364" y="704631"/>
                </a:lnTo>
                <a:cubicBezTo>
                  <a:pt x="501089" y="710991"/>
                  <a:pt x="509270" y="718472"/>
                  <a:pt x="515909" y="727072"/>
                </a:cubicBezTo>
                <a:cubicBezTo>
                  <a:pt x="520864" y="733432"/>
                  <a:pt x="523342" y="739507"/>
                  <a:pt x="523342" y="745305"/>
                </a:cubicBezTo>
                <a:cubicBezTo>
                  <a:pt x="523342" y="749138"/>
                  <a:pt x="522220" y="752272"/>
                  <a:pt x="519976" y="754703"/>
                </a:cubicBezTo>
                <a:cubicBezTo>
                  <a:pt x="517639" y="757133"/>
                  <a:pt x="514740" y="758348"/>
                  <a:pt x="511281" y="758348"/>
                </a:cubicBezTo>
                <a:cubicBezTo>
                  <a:pt x="507821" y="758348"/>
                  <a:pt x="502070" y="757181"/>
                  <a:pt x="494029" y="754842"/>
                </a:cubicBezTo>
                <a:lnTo>
                  <a:pt x="431196" y="736609"/>
                </a:lnTo>
                <a:cubicBezTo>
                  <a:pt x="420911" y="733619"/>
                  <a:pt x="414459" y="732123"/>
                  <a:pt x="411841" y="732123"/>
                </a:cubicBezTo>
                <a:cubicBezTo>
                  <a:pt x="409784" y="732123"/>
                  <a:pt x="408101" y="732869"/>
                  <a:pt x="406792" y="734366"/>
                </a:cubicBezTo>
                <a:cubicBezTo>
                  <a:pt x="405483" y="735768"/>
                  <a:pt x="404828" y="737733"/>
                  <a:pt x="404828" y="740257"/>
                </a:cubicBezTo>
                <a:cubicBezTo>
                  <a:pt x="404828" y="742313"/>
                  <a:pt x="405342" y="746568"/>
                  <a:pt x="406371" y="753019"/>
                </a:cubicBezTo>
                <a:lnTo>
                  <a:pt x="400901" y="753019"/>
                </a:lnTo>
                <a:lnTo>
                  <a:pt x="393047" y="704631"/>
                </a:lnTo>
                <a:moveTo>
                  <a:pt x="401743" y="541097"/>
                </a:moveTo>
                <a:lnTo>
                  <a:pt x="416329" y="545165"/>
                </a:lnTo>
                <a:lnTo>
                  <a:pt x="416329" y="568586"/>
                </a:lnTo>
                <a:cubicBezTo>
                  <a:pt x="421378" y="566811"/>
                  <a:pt x="426100" y="565923"/>
                  <a:pt x="430494" y="565923"/>
                </a:cubicBezTo>
                <a:cubicBezTo>
                  <a:pt x="442837" y="565923"/>
                  <a:pt x="453823" y="571158"/>
                  <a:pt x="463454" y="581629"/>
                </a:cubicBezTo>
                <a:cubicBezTo>
                  <a:pt x="473085" y="592196"/>
                  <a:pt x="478414" y="606688"/>
                  <a:pt x="479443" y="625108"/>
                </a:cubicBezTo>
                <a:cubicBezTo>
                  <a:pt x="482435" y="635020"/>
                  <a:pt x="485988" y="642453"/>
                  <a:pt x="490102" y="647410"/>
                </a:cubicBezTo>
                <a:cubicBezTo>
                  <a:pt x="491598" y="649278"/>
                  <a:pt x="493141" y="650215"/>
                  <a:pt x="494730" y="650215"/>
                </a:cubicBezTo>
                <a:cubicBezTo>
                  <a:pt x="496601" y="650215"/>
                  <a:pt x="498330" y="649372"/>
                  <a:pt x="499920" y="647688"/>
                </a:cubicBezTo>
                <a:cubicBezTo>
                  <a:pt x="501416" y="646008"/>
                  <a:pt x="502959" y="641752"/>
                  <a:pt x="504548" y="634926"/>
                </a:cubicBezTo>
                <a:lnTo>
                  <a:pt x="510860" y="607718"/>
                </a:lnTo>
                <a:cubicBezTo>
                  <a:pt x="514413" y="592662"/>
                  <a:pt x="518621" y="582705"/>
                  <a:pt x="523483" y="577844"/>
                </a:cubicBezTo>
                <a:cubicBezTo>
                  <a:pt x="528438" y="573075"/>
                  <a:pt x="534142" y="570690"/>
                  <a:pt x="540594" y="570690"/>
                </a:cubicBezTo>
                <a:cubicBezTo>
                  <a:pt x="548261" y="570690"/>
                  <a:pt x="555273" y="573543"/>
                  <a:pt x="561631" y="579247"/>
                </a:cubicBezTo>
                <a:cubicBezTo>
                  <a:pt x="567990" y="584857"/>
                  <a:pt x="572945" y="593131"/>
                  <a:pt x="576498" y="604070"/>
                </a:cubicBezTo>
                <a:cubicBezTo>
                  <a:pt x="580145" y="614916"/>
                  <a:pt x="581968" y="626931"/>
                  <a:pt x="581968" y="640116"/>
                </a:cubicBezTo>
                <a:cubicBezTo>
                  <a:pt x="581968" y="651709"/>
                  <a:pt x="580566" y="662276"/>
                  <a:pt x="577761" y="671813"/>
                </a:cubicBezTo>
                <a:cubicBezTo>
                  <a:pt x="575049" y="681350"/>
                  <a:pt x="571355" y="688175"/>
                  <a:pt x="566681" y="692289"/>
                </a:cubicBezTo>
                <a:cubicBezTo>
                  <a:pt x="562005" y="696403"/>
                  <a:pt x="557190" y="698461"/>
                  <a:pt x="552234" y="698461"/>
                </a:cubicBezTo>
                <a:cubicBezTo>
                  <a:pt x="548214" y="698461"/>
                  <a:pt x="544006" y="697104"/>
                  <a:pt x="539611" y="694393"/>
                </a:cubicBezTo>
                <a:cubicBezTo>
                  <a:pt x="535311" y="691775"/>
                  <a:pt x="531757" y="688456"/>
                  <a:pt x="528952" y="684436"/>
                </a:cubicBezTo>
                <a:cubicBezTo>
                  <a:pt x="527176" y="681912"/>
                  <a:pt x="522968" y="674757"/>
                  <a:pt x="516329" y="662977"/>
                </a:cubicBezTo>
                <a:cubicBezTo>
                  <a:pt x="512963" y="667279"/>
                  <a:pt x="509270" y="669428"/>
                  <a:pt x="505249" y="669428"/>
                </a:cubicBezTo>
                <a:cubicBezTo>
                  <a:pt x="501509" y="669428"/>
                  <a:pt x="497535" y="667560"/>
                  <a:pt x="493328" y="663818"/>
                </a:cubicBezTo>
                <a:cubicBezTo>
                  <a:pt x="489121" y="659985"/>
                  <a:pt x="484492" y="651944"/>
                  <a:pt x="479443" y="639696"/>
                </a:cubicBezTo>
                <a:cubicBezTo>
                  <a:pt x="477479" y="649980"/>
                  <a:pt x="473178" y="658162"/>
                  <a:pt x="466540" y="664241"/>
                </a:cubicBezTo>
                <a:cubicBezTo>
                  <a:pt x="459901" y="670223"/>
                  <a:pt x="452514" y="673215"/>
                  <a:pt x="444379" y="673215"/>
                </a:cubicBezTo>
                <a:cubicBezTo>
                  <a:pt x="431102" y="673215"/>
                  <a:pt x="419228" y="667418"/>
                  <a:pt x="408756" y="655825"/>
                </a:cubicBezTo>
                <a:cubicBezTo>
                  <a:pt x="398283" y="644136"/>
                  <a:pt x="393047" y="628615"/>
                  <a:pt x="393047" y="609260"/>
                </a:cubicBezTo>
                <a:cubicBezTo>
                  <a:pt x="393047" y="602247"/>
                  <a:pt x="393748" y="596498"/>
                  <a:pt x="395151" y="592009"/>
                </a:cubicBezTo>
                <a:cubicBezTo>
                  <a:pt x="396553" y="587520"/>
                  <a:pt x="398750" y="583174"/>
                  <a:pt x="401743" y="578966"/>
                </a:cubicBezTo>
                <a:lnTo>
                  <a:pt x="401743" y="541097"/>
                </a:lnTo>
                <a:moveTo>
                  <a:pt x="423762" y="589766"/>
                </a:moveTo>
                <a:cubicBezTo>
                  <a:pt x="416282" y="589766"/>
                  <a:pt x="410392" y="591870"/>
                  <a:pt x="406090" y="596075"/>
                </a:cubicBezTo>
                <a:cubicBezTo>
                  <a:pt x="401790" y="600192"/>
                  <a:pt x="399639" y="605614"/>
                  <a:pt x="399639" y="612346"/>
                </a:cubicBezTo>
                <a:cubicBezTo>
                  <a:pt x="399639" y="622911"/>
                  <a:pt x="404968" y="631653"/>
                  <a:pt x="415628" y="638572"/>
                </a:cubicBezTo>
                <a:cubicBezTo>
                  <a:pt x="426194" y="645400"/>
                  <a:pt x="437227" y="648813"/>
                  <a:pt x="448728" y="648813"/>
                </a:cubicBezTo>
                <a:cubicBezTo>
                  <a:pt x="455927" y="648813"/>
                  <a:pt x="461818" y="646615"/>
                  <a:pt x="466399" y="642220"/>
                </a:cubicBezTo>
                <a:cubicBezTo>
                  <a:pt x="470981" y="637825"/>
                  <a:pt x="473272" y="632496"/>
                  <a:pt x="473272" y="626230"/>
                </a:cubicBezTo>
                <a:cubicBezTo>
                  <a:pt x="473272" y="621275"/>
                  <a:pt x="471916" y="616506"/>
                  <a:pt x="469205" y="611926"/>
                </a:cubicBezTo>
                <a:cubicBezTo>
                  <a:pt x="466493" y="607250"/>
                  <a:pt x="462753" y="603323"/>
                  <a:pt x="457984" y="600143"/>
                </a:cubicBezTo>
                <a:cubicBezTo>
                  <a:pt x="453216" y="596963"/>
                  <a:pt x="447138" y="594439"/>
                  <a:pt x="439751" y="592568"/>
                </a:cubicBezTo>
                <a:cubicBezTo>
                  <a:pt x="432365" y="590700"/>
                  <a:pt x="427035" y="589766"/>
                  <a:pt x="423762" y="589766"/>
                </a:cubicBezTo>
                <a:moveTo>
                  <a:pt x="519976" y="656947"/>
                </a:moveTo>
                <a:cubicBezTo>
                  <a:pt x="523436" y="664519"/>
                  <a:pt x="527877" y="670271"/>
                  <a:pt x="533301" y="674198"/>
                </a:cubicBezTo>
                <a:cubicBezTo>
                  <a:pt x="538723" y="678031"/>
                  <a:pt x="544053" y="679947"/>
                  <a:pt x="549289" y="679947"/>
                </a:cubicBezTo>
                <a:cubicBezTo>
                  <a:pt x="555460" y="679947"/>
                  <a:pt x="560556" y="677142"/>
                  <a:pt x="564577" y="671532"/>
                </a:cubicBezTo>
                <a:cubicBezTo>
                  <a:pt x="570374" y="663491"/>
                  <a:pt x="573273" y="651709"/>
                  <a:pt x="573273" y="636190"/>
                </a:cubicBezTo>
                <a:cubicBezTo>
                  <a:pt x="573273" y="622817"/>
                  <a:pt x="570981" y="611409"/>
                  <a:pt x="566400" y="601966"/>
                </a:cubicBezTo>
                <a:cubicBezTo>
                  <a:pt x="561912" y="592429"/>
                  <a:pt x="556068" y="587662"/>
                  <a:pt x="548868" y="587662"/>
                </a:cubicBezTo>
                <a:cubicBezTo>
                  <a:pt x="545222" y="587662"/>
                  <a:pt x="541762" y="589437"/>
                  <a:pt x="538490" y="592991"/>
                </a:cubicBezTo>
                <a:cubicBezTo>
                  <a:pt x="535217" y="596450"/>
                  <a:pt x="532552" y="603230"/>
                  <a:pt x="530495" y="613329"/>
                </a:cubicBezTo>
                <a:cubicBezTo>
                  <a:pt x="529373" y="618845"/>
                  <a:pt x="525867" y="633385"/>
                  <a:pt x="519976" y="656947"/>
                </a:cubicBezTo>
                <a:moveTo>
                  <a:pt x="320536" y="462835"/>
                </a:moveTo>
                <a:lnTo>
                  <a:pt x="456722" y="502246"/>
                </a:lnTo>
                <a:cubicBezTo>
                  <a:pt x="431102" y="485230"/>
                  <a:pt x="414085" y="471951"/>
                  <a:pt x="405669" y="462415"/>
                </a:cubicBezTo>
                <a:cubicBezTo>
                  <a:pt x="397255" y="452878"/>
                  <a:pt x="393047" y="443761"/>
                  <a:pt x="393047" y="435065"/>
                </a:cubicBezTo>
                <a:cubicBezTo>
                  <a:pt x="393047" y="430576"/>
                  <a:pt x="394589" y="426837"/>
                  <a:pt x="397676" y="423844"/>
                </a:cubicBezTo>
                <a:cubicBezTo>
                  <a:pt x="400761" y="420852"/>
                  <a:pt x="404875" y="419356"/>
                  <a:pt x="410018" y="419356"/>
                </a:cubicBezTo>
                <a:cubicBezTo>
                  <a:pt x="416189" y="419356"/>
                  <a:pt x="423669" y="420667"/>
                  <a:pt x="432458" y="423285"/>
                </a:cubicBezTo>
                <a:lnTo>
                  <a:pt x="491225" y="440394"/>
                </a:lnTo>
                <a:cubicBezTo>
                  <a:pt x="498330" y="442546"/>
                  <a:pt x="502258" y="443622"/>
                  <a:pt x="503006" y="443622"/>
                </a:cubicBezTo>
                <a:cubicBezTo>
                  <a:pt x="504315" y="443622"/>
                  <a:pt x="505390" y="443247"/>
                  <a:pt x="506231" y="442498"/>
                </a:cubicBezTo>
                <a:cubicBezTo>
                  <a:pt x="507073" y="441657"/>
                  <a:pt x="507494" y="440723"/>
                  <a:pt x="507494" y="439693"/>
                </a:cubicBezTo>
                <a:cubicBezTo>
                  <a:pt x="507494" y="438478"/>
                  <a:pt x="506886" y="437075"/>
                  <a:pt x="505670" y="435485"/>
                </a:cubicBezTo>
                <a:cubicBezTo>
                  <a:pt x="501556" y="430156"/>
                  <a:pt x="495852" y="424875"/>
                  <a:pt x="488559" y="419637"/>
                </a:cubicBezTo>
                <a:lnTo>
                  <a:pt x="491225" y="415290"/>
                </a:lnTo>
                <a:cubicBezTo>
                  <a:pt x="496180" y="418470"/>
                  <a:pt x="501650" y="422910"/>
                  <a:pt x="507634" y="428614"/>
                </a:cubicBezTo>
                <a:cubicBezTo>
                  <a:pt x="513524" y="434224"/>
                  <a:pt x="517639" y="439085"/>
                  <a:pt x="519976" y="443199"/>
                </a:cubicBezTo>
                <a:cubicBezTo>
                  <a:pt x="522220" y="447219"/>
                  <a:pt x="523342" y="450819"/>
                  <a:pt x="523342" y="453999"/>
                </a:cubicBezTo>
                <a:cubicBezTo>
                  <a:pt x="523342" y="457460"/>
                  <a:pt x="522220" y="460311"/>
                  <a:pt x="519976" y="462554"/>
                </a:cubicBezTo>
                <a:cubicBezTo>
                  <a:pt x="517826" y="464706"/>
                  <a:pt x="515020" y="465782"/>
                  <a:pt x="511561" y="465782"/>
                </a:cubicBezTo>
                <a:cubicBezTo>
                  <a:pt x="507447" y="465782"/>
                  <a:pt x="499780" y="464144"/>
                  <a:pt x="488559" y="460873"/>
                </a:cubicBezTo>
                <a:lnTo>
                  <a:pt x="432458" y="444744"/>
                </a:lnTo>
                <a:cubicBezTo>
                  <a:pt x="425446" y="442685"/>
                  <a:pt x="419929" y="441657"/>
                  <a:pt x="415908" y="441657"/>
                </a:cubicBezTo>
                <a:cubicBezTo>
                  <a:pt x="414038" y="441657"/>
                  <a:pt x="412542" y="442265"/>
                  <a:pt x="411420" y="443480"/>
                </a:cubicBezTo>
                <a:cubicBezTo>
                  <a:pt x="410298" y="444602"/>
                  <a:pt x="409737" y="446098"/>
                  <a:pt x="409737" y="447969"/>
                </a:cubicBezTo>
                <a:cubicBezTo>
                  <a:pt x="409737" y="450680"/>
                  <a:pt x="410766" y="453767"/>
                  <a:pt x="412823" y="457225"/>
                </a:cubicBezTo>
                <a:cubicBezTo>
                  <a:pt x="416750" y="463584"/>
                  <a:pt x="424043" y="470924"/>
                  <a:pt x="434702" y="479245"/>
                </a:cubicBezTo>
                <a:cubicBezTo>
                  <a:pt x="437601" y="481488"/>
                  <a:pt x="449288" y="488970"/>
                  <a:pt x="469765" y="501686"/>
                </a:cubicBezTo>
                <a:cubicBezTo>
                  <a:pt x="476310" y="505613"/>
                  <a:pt x="483464" y="508838"/>
                  <a:pt x="491225" y="511362"/>
                </a:cubicBezTo>
                <a:lnTo>
                  <a:pt x="519976" y="520340"/>
                </a:lnTo>
                <a:lnTo>
                  <a:pt x="519976" y="541378"/>
                </a:lnTo>
                <a:lnTo>
                  <a:pt x="359526" y="495233"/>
                </a:lnTo>
                <a:lnTo>
                  <a:pt x="342135" y="490324"/>
                </a:lnTo>
                <a:cubicBezTo>
                  <a:pt x="339704" y="490324"/>
                  <a:pt x="337553" y="491354"/>
                  <a:pt x="335684" y="493410"/>
                </a:cubicBezTo>
                <a:cubicBezTo>
                  <a:pt x="333813" y="495375"/>
                  <a:pt x="332878" y="497805"/>
                  <a:pt x="332878" y="500704"/>
                </a:cubicBezTo>
                <a:cubicBezTo>
                  <a:pt x="332878" y="502388"/>
                  <a:pt x="333159" y="504957"/>
                  <a:pt x="333720" y="508418"/>
                </a:cubicBezTo>
                <a:lnTo>
                  <a:pt x="334140" y="511362"/>
                </a:lnTo>
                <a:lnTo>
                  <a:pt x="328671" y="511362"/>
                </a:lnTo>
                <a:lnTo>
                  <a:pt x="320536" y="462835"/>
                </a:lnTo>
                <a:moveTo>
                  <a:pt x="320536" y="320617"/>
                </a:moveTo>
                <a:lnTo>
                  <a:pt x="417451" y="348248"/>
                </a:lnTo>
                <a:cubicBezTo>
                  <a:pt x="408101" y="339274"/>
                  <a:pt x="401696" y="331466"/>
                  <a:pt x="398236" y="324825"/>
                </a:cubicBezTo>
                <a:cubicBezTo>
                  <a:pt x="394777" y="318093"/>
                  <a:pt x="393047" y="311081"/>
                  <a:pt x="393047" y="303790"/>
                </a:cubicBezTo>
                <a:cubicBezTo>
                  <a:pt x="393047" y="293503"/>
                  <a:pt x="396460" y="285088"/>
                  <a:pt x="403285" y="278544"/>
                </a:cubicBezTo>
                <a:cubicBezTo>
                  <a:pt x="410111" y="271996"/>
                  <a:pt x="419368" y="268726"/>
                  <a:pt x="431056" y="268726"/>
                </a:cubicBezTo>
                <a:cubicBezTo>
                  <a:pt x="446109" y="268726"/>
                  <a:pt x="461116" y="273027"/>
                  <a:pt x="476077" y="281627"/>
                </a:cubicBezTo>
                <a:cubicBezTo>
                  <a:pt x="490943" y="290230"/>
                  <a:pt x="502538" y="301030"/>
                  <a:pt x="510860" y="314028"/>
                </a:cubicBezTo>
                <a:cubicBezTo>
                  <a:pt x="519181" y="327023"/>
                  <a:pt x="523342" y="339833"/>
                  <a:pt x="523342" y="352456"/>
                </a:cubicBezTo>
                <a:cubicBezTo>
                  <a:pt x="523342" y="366575"/>
                  <a:pt x="518059" y="381066"/>
                  <a:pt x="507494" y="395935"/>
                </a:cubicBezTo>
                <a:lnTo>
                  <a:pt x="360648" y="353296"/>
                </a:lnTo>
                <a:cubicBezTo>
                  <a:pt x="349334" y="350026"/>
                  <a:pt x="342696" y="348387"/>
                  <a:pt x="340732" y="348387"/>
                </a:cubicBezTo>
                <a:cubicBezTo>
                  <a:pt x="338301" y="348387"/>
                  <a:pt x="336478" y="349137"/>
                  <a:pt x="335263" y="350633"/>
                </a:cubicBezTo>
                <a:cubicBezTo>
                  <a:pt x="333580" y="352783"/>
                  <a:pt x="332738" y="355962"/>
                  <a:pt x="332738" y="360170"/>
                </a:cubicBezTo>
                <a:cubicBezTo>
                  <a:pt x="332738" y="362135"/>
                  <a:pt x="333065" y="365124"/>
                  <a:pt x="333720" y="369148"/>
                </a:cubicBezTo>
                <a:lnTo>
                  <a:pt x="328390" y="369148"/>
                </a:lnTo>
                <a:lnTo>
                  <a:pt x="320536" y="320617"/>
                </a:lnTo>
                <a:moveTo>
                  <a:pt x="509036" y="374897"/>
                </a:moveTo>
                <a:cubicBezTo>
                  <a:pt x="514179" y="365547"/>
                  <a:pt x="516750" y="357320"/>
                  <a:pt x="516750" y="350213"/>
                </a:cubicBezTo>
                <a:cubicBezTo>
                  <a:pt x="516750" y="341985"/>
                  <a:pt x="513758" y="333476"/>
                  <a:pt x="507774" y="324686"/>
                </a:cubicBezTo>
                <a:cubicBezTo>
                  <a:pt x="501696" y="315802"/>
                  <a:pt x="491505" y="308136"/>
                  <a:pt x="477199" y="301686"/>
                </a:cubicBezTo>
                <a:cubicBezTo>
                  <a:pt x="462893" y="295139"/>
                  <a:pt x="448447" y="291868"/>
                  <a:pt x="433860" y="291868"/>
                </a:cubicBezTo>
                <a:cubicBezTo>
                  <a:pt x="425258" y="291868"/>
                  <a:pt x="418527" y="294017"/>
                  <a:pt x="413664" y="298318"/>
                </a:cubicBezTo>
                <a:cubicBezTo>
                  <a:pt x="408802" y="302526"/>
                  <a:pt x="406371" y="307529"/>
                  <a:pt x="406371" y="313326"/>
                </a:cubicBezTo>
                <a:cubicBezTo>
                  <a:pt x="406371" y="322020"/>
                  <a:pt x="409877" y="330529"/>
                  <a:pt x="416890" y="338851"/>
                </a:cubicBezTo>
                <a:cubicBezTo>
                  <a:pt x="423809" y="347172"/>
                  <a:pt x="433486" y="353112"/>
                  <a:pt x="445923" y="356664"/>
                </a:cubicBezTo>
                <a:lnTo>
                  <a:pt x="509036" y="374897"/>
                </a:lnTo>
                <a:moveTo>
                  <a:pt x="436946" y="127070"/>
                </a:moveTo>
                <a:cubicBezTo>
                  <a:pt x="450971" y="127070"/>
                  <a:pt x="464856" y="130810"/>
                  <a:pt x="478602" y="138288"/>
                </a:cubicBezTo>
                <a:cubicBezTo>
                  <a:pt x="492346" y="145676"/>
                  <a:pt x="503239" y="156007"/>
                  <a:pt x="511281" y="169286"/>
                </a:cubicBezTo>
                <a:cubicBezTo>
                  <a:pt x="519322" y="182562"/>
                  <a:pt x="523342" y="195466"/>
                  <a:pt x="523342" y="207996"/>
                </a:cubicBezTo>
                <a:cubicBezTo>
                  <a:pt x="523342" y="220806"/>
                  <a:pt x="519275" y="231277"/>
                  <a:pt x="511140" y="239411"/>
                </a:cubicBezTo>
                <a:cubicBezTo>
                  <a:pt x="502912" y="247455"/>
                  <a:pt x="492299" y="251475"/>
                  <a:pt x="479303" y="251475"/>
                </a:cubicBezTo>
                <a:cubicBezTo>
                  <a:pt x="465558" y="251475"/>
                  <a:pt x="451766" y="247545"/>
                  <a:pt x="437928" y="239692"/>
                </a:cubicBezTo>
                <a:cubicBezTo>
                  <a:pt x="424090" y="231745"/>
                  <a:pt x="413150" y="221178"/>
                  <a:pt x="405109" y="207996"/>
                </a:cubicBezTo>
                <a:cubicBezTo>
                  <a:pt x="397067" y="194717"/>
                  <a:pt x="393047" y="181909"/>
                  <a:pt x="393047" y="169567"/>
                </a:cubicBezTo>
                <a:cubicBezTo>
                  <a:pt x="393047" y="157223"/>
                  <a:pt x="397114" y="147078"/>
                  <a:pt x="405249" y="139131"/>
                </a:cubicBezTo>
                <a:cubicBezTo>
                  <a:pt x="413383" y="131091"/>
                  <a:pt x="423949" y="127070"/>
                  <a:pt x="436946" y="127070"/>
                </a:cubicBezTo>
                <a:moveTo>
                  <a:pt x="427268" y="150352"/>
                </a:moveTo>
                <a:cubicBezTo>
                  <a:pt x="418573" y="150352"/>
                  <a:pt x="411934" y="152501"/>
                  <a:pt x="407353" y="156802"/>
                </a:cubicBezTo>
                <a:cubicBezTo>
                  <a:pt x="402678" y="161010"/>
                  <a:pt x="400340" y="166481"/>
                  <a:pt x="400340" y="173213"/>
                </a:cubicBezTo>
                <a:cubicBezTo>
                  <a:pt x="400340" y="186957"/>
                  <a:pt x="410204" y="199626"/>
                  <a:pt x="429934" y="211221"/>
                </a:cubicBezTo>
                <a:cubicBezTo>
                  <a:pt x="449569" y="222722"/>
                  <a:pt x="469111" y="228472"/>
                  <a:pt x="488559" y="228472"/>
                </a:cubicBezTo>
                <a:cubicBezTo>
                  <a:pt x="497442" y="228472"/>
                  <a:pt x="504315" y="226229"/>
                  <a:pt x="509177" y="221740"/>
                </a:cubicBezTo>
                <a:cubicBezTo>
                  <a:pt x="513945" y="217251"/>
                  <a:pt x="516329" y="211596"/>
                  <a:pt x="516329" y="204770"/>
                </a:cubicBezTo>
                <a:cubicBezTo>
                  <a:pt x="516329" y="191585"/>
                  <a:pt x="506558" y="179243"/>
                  <a:pt x="487017" y="167742"/>
                </a:cubicBezTo>
                <a:cubicBezTo>
                  <a:pt x="467381" y="156149"/>
                  <a:pt x="447465" y="150352"/>
                  <a:pt x="427268" y="150352"/>
                </a:cubicBezTo>
                <a:moveTo>
                  <a:pt x="400901" y="101262"/>
                </a:moveTo>
                <a:lnTo>
                  <a:pt x="393047" y="52874"/>
                </a:lnTo>
                <a:lnTo>
                  <a:pt x="461210" y="73072"/>
                </a:lnTo>
                <a:cubicBezTo>
                  <a:pt x="433253" y="56710"/>
                  <a:pt x="413711" y="41841"/>
                  <a:pt x="402584" y="28471"/>
                </a:cubicBezTo>
                <a:cubicBezTo>
                  <a:pt x="396226" y="20896"/>
                  <a:pt x="393047" y="14727"/>
                  <a:pt x="393047" y="9957"/>
                </a:cubicBezTo>
                <a:cubicBezTo>
                  <a:pt x="393047" y="6871"/>
                  <a:pt x="393982" y="4440"/>
                  <a:pt x="395852" y="2663"/>
                </a:cubicBezTo>
                <a:cubicBezTo>
                  <a:pt x="397629" y="889"/>
                  <a:pt x="400247" y="0"/>
                  <a:pt x="403706" y="0"/>
                </a:cubicBezTo>
                <a:cubicBezTo>
                  <a:pt x="409877" y="0"/>
                  <a:pt x="415768" y="1590"/>
                  <a:pt x="421378" y="4767"/>
                </a:cubicBezTo>
                <a:cubicBezTo>
                  <a:pt x="425586" y="7013"/>
                  <a:pt x="427689" y="10238"/>
                  <a:pt x="427689" y="14446"/>
                </a:cubicBezTo>
                <a:cubicBezTo>
                  <a:pt x="427689" y="16595"/>
                  <a:pt x="426988" y="18466"/>
                  <a:pt x="425586" y="20056"/>
                </a:cubicBezTo>
                <a:cubicBezTo>
                  <a:pt x="424183" y="21552"/>
                  <a:pt x="422032" y="22486"/>
                  <a:pt x="419134" y="22861"/>
                </a:cubicBezTo>
                <a:cubicBezTo>
                  <a:pt x="417358" y="23048"/>
                  <a:pt x="416189" y="23469"/>
                  <a:pt x="415628" y="24125"/>
                </a:cubicBezTo>
                <a:cubicBezTo>
                  <a:pt x="414880" y="24871"/>
                  <a:pt x="414506" y="25760"/>
                  <a:pt x="414506" y="26788"/>
                </a:cubicBezTo>
                <a:cubicBezTo>
                  <a:pt x="414506" y="28378"/>
                  <a:pt x="414880" y="29874"/>
                  <a:pt x="415628" y="31276"/>
                </a:cubicBezTo>
                <a:cubicBezTo>
                  <a:pt x="416937" y="33707"/>
                  <a:pt x="420584" y="37401"/>
                  <a:pt x="426567" y="42355"/>
                </a:cubicBezTo>
                <a:cubicBezTo>
                  <a:pt x="435731" y="50117"/>
                  <a:pt x="447605" y="58533"/>
                  <a:pt x="462192" y="67601"/>
                </a:cubicBezTo>
                <a:cubicBezTo>
                  <a:pt x="468363" y="71528"/>
                  <a:pt x="475329" y="74895"/>
                  <a:pt x="483090" y="77700"/>
                </a:cubicBezTo>
                <a:cubicBezTo>
                  <a:pt x="493749" y="81626"/>
                  <a:pt x="500154" y="83872"/>
                  <a:pt x="502304" y="84432"/>
                </a:cubicBezTo>
                <a:lnTo>
                  <a:pt x="519976" y="88920"/>
                </a:lnTo>
                <a:lnTo>
                  <a:pt x="519976" y="110379"/>
                </a:lnTo>
                <a:lnTo>
                  <a:pt x="432879" y="84432"/>
                </a:lnTo>
                <a:cubicBezTo>
                  <a:pt x="422780" y="81439"/>
                  <a:pt x="415581" y="79943"/>
                  <a:pt x="411280" y="79943"/>
                </a:cubicBezTo>
                <a:cubicBezTo>
                  <a:pt x="409597" y="79943"/>
                  <a:pt x="408194" y="80644"/>
                  <a:pt x="407072" y="82047"/>
                </a:cubicBezTo>
                <a:cubicBezTo>
                  <a:pt x="405576" y="83918"/>
                  <a:pt x="404828" y="86396"/>
                  <a:pt x="404828" y="89482"/>
                </a:cubicBezTo>
                <a:cubicBezTo>
                  <a:pt x="404828" y="91444"/>
                  <a:pt x="405249" y="95044"/>
                  <a:pt x="406090" y="100280"/>
                </a:cubicBezTo>
                <a:lnTo>
                  <a:pt x="400901" y="10126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" name="path-142">
            <a:extLst xmlns:a="http://schemas.openxmlformats.org/drawingml/2006/main">
              <a:ext uri="{FF2B5EF4-FFF2-40B4-BE49-F238E27FC236}">
                <a16:creationId xmlns:a16="http://schemas.microsoft.com/office/drawing/2014/main" id="{04112094-C0DF-4212-82A1-7E1DF37D6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42463" y="4153169"/>
            <a:ext cx="975528" cy="1864343"/>
          </a:xfrm>
          <a:custGeom xmlns:a="http://schemas.openxmlformats.org/drawingml/2006/main">
            <a:pathLst>
              <a:path w="718097" h="1372364">
                <a:moveTo>
                  <a:pt x="0" y="0"/>
                </a:moveTo>
                <a:lnTo>
                  <a:pt x="718097" y="0"/>
                </a:lnTo>
                <a:lnTo>
                  <a:pt x="718097" y="1372364"/>
                </a:lnTo>
                <a:lnTo>
                  <a:pt x="0" y="137236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" name="path-143">
            <a:extLst xmlns:a="http://schemas.openxmlformats.org/drawingml/2006/main">
              <a:ext uri="{FF2B5EF4-FFF2-40B4-BE49-F238E27FC236}">
                <a16:creationId xmlns:a16="http://schemas.microsoft.com/office/drawing/2014/main" id="{6A19902A-2D5F-4902-855F-AEA6F7F0F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92973" y="4282247"/>
            <a:ext cx="276844" cy="1605238"/>
          </a:xfrm>
          <a:custGeom xmlns:a="http://schemas.openxmlformats.org/drawingml/2006/main">
            <a:pathLst>
              <a:path w="203788" h="1181633">
                <a:moveTo>
                  <a:pt x="4909" y="1005334"/>
                </a:moveTo>
                <a:lnTo>
                  <a:pt x="64937" y="1000425"/>
                </a:lnTo>
                <a:lnTo>
                  <a:pt x="64937" y="1005334"/>
                </a:lnTo>
                <a:cubicBezTo>
                  <a:pt x="49977" y="1010289"/>
                  <a:pt x="38710" y="1016694"/>
                  <a:pt x="31136" y="1024550"/>
                </a:cubicBezTo>
                <a:cubicBezTo>
                  <a:pt x="20197" y="1035864"/>
                  <a:pt x="14727" y="1050403"/>
                  <a:pt x="14727" y="1068168"/>
                </a:cubicBezTo>
                <a:cubicBezTo>
                  <a:pt x="14727" y="1092384"/>
                  <a:pt x="24310" y="1110804"/>
                  <a:pt x="43479" y="1123427"/>
                </a:cubicBezTo>
                <a:cubicBezTo>
                  <a:pt x="59654" y="1133995"/>
                  <a:pt x="78916" y="1139276"/>
                  <a:pt x="101263" y="1139276"/>
                </a:cubicBezTo>
                <a:cubicBezTo>
                  <a:pt x="119402" y="1139276"/>
                  <a:pt x="135952" y="1135769"/>
                  <a:pt x="150912" y="1128756"/>
                </a:cubicBezTo>
                <a:cubicBezTo>
                  <a:pt x="165873" y="1121744"/>
                  <a:pt x="176859" y="1112582"/>
                  <a:pt x="183872" y="1101267"/>
                </a:cubicBezTo>
                <a:cubicBezTo>
                  <a:pt x="190791" y="1089860"/>
                  <a:pt x="194250" y="1078174"/>
                  <a:pt x="194250" y="1066204"/>
                </a:cubicBezTo>
                <a:cubicBezTo>
                  <a:pt x="194250" y="1059191"/>
                  <a:pt x="193362" y="1052414"/>
                  <a:pt x="191586" y="1045866"/>
                </a:cubicBezTo>
                <a:cubicBezTo>
                  <a:pt x="189809" y="1039322"/>
                  <a:pt x="187192" y="1033011"/>
                  <a:pt x="183732" y="1026932"/>
                </a:cubicBezTo>
                <a:lnTo>
                  <a:pt x="128753" y="1026932"/>
                </a:lnTo>
                <a:cubicBezTo>
                  <a:pt x="119215" y="1026932"/>
                  <a:pt x="112997" y="1027682"/>
                  <a:pt x="110098" y="1029178"/>
                </a:cubicBezTo>
                <a:cubicBezTo>
                  <a:pt x="107107" y="1030580"/>
                  <a:pt x="104862" y="1032823"/>
                  <a:pt x="103367" y="1035909"/>
                </a:cubicBezTo>
                <a:cubicBezTo>
                  <a:pt x="101777" y="1038902"/>
                  <a:pt x="100983" y="1044231"/>
                  <a:pt x="100983" y="1051900"/>
                </a:cubicBezTo>
                <a:lnTo>
                  <a:pt x="95653" y="1051900"/>
                </a:lnTo>
                <a:lnTo>
                  <a:pt x="95653" y="978266"/>
                </a:lnTo>
                <a:lnTo>
                  <a:pt x="100983" y="978266"/>
                </a:lnTo>
                <a:lnTo>
                  <a:pt x="100983" y="981772"/>
                </a:lnTo>
                <a:cubicBezTo>
                  <a:pt x="100983" y="989066"/>
                  <a:pt x="103414" y="994068"/>
                  <a:pt x="108276" y="996780"/>
                </a:cubicBezTo>
                <a:cubicBezTo>
                  <a:pt x="111735" y="998648"/>
                  <a:pt x="118561" y="999585"/>
                  <a:pt x="128753" y="999585"/>
                </a:cubicBezTo>
                <a:lnTo>
                  <a:pt x="186957" y="999585"/>
                </a:lnTo>
                <a:cubicBezTo>
                  <a:pt x="192755" y="1010337"/>
                  <a:pt x="197009" y="1020950"/>
                  <a:pt x="199721" y="1031421"/>
                </a:cubicBezTo>
                <a:cubicBezTo>
                  <a:pt x="202432" y="1041894"/>
                  <a:pt x="203788" y="1053535"/>
                  <a:pt x="203788" y="1066345"/>
                </a:cubicBezTo>
                <a:cubicBezTo>
                  <a:pt x="203788" y="1103090"/>
                  <a:pt x="192007" y="1131002"/>
                  <a:pt x="168444" y="1150076"/>
                </a:cubicBezTo>
                <a:cubicBezTo>
                  <a:pt x="150772" y="1164382"/>
                  <a:pt x="130389" y="1171534"/>
                  <a:pt x="107293" y="1171534"/>
                </a:cubicBezTo>
                <a:cubicBezTo>
                  <a:pt x="90557" y="1171534"/>
                  <a:pt x="74521" y="1167514"/>
                  <a:pt x="59187" y="1159473"/>
                </a:cubicBezTo>
                <a:cubicBezTo>
                  <a:pt x="40954" y="1149937"/>
                  <a:pt x="26928" y="1136845"/>
                  <a:pt x="17111" y="1120202"/>
                </a:cubicBezTo>
                <a:cubicBezTo>
                  <a:pt x="8976" y="1106270"/>
                  <a:pt x="4909" y="1089814"/>
                  <a:pt x="4909" y="1070831"/>
                </a:cubicBezTo>
                <a:cubicBezTo>
                  <a:pt x="4909" y="1063912"/>
                  <a:pt x="5470" y="1057649"/>
                  <a:pt x="6592" y="1052039"/>
                </a:cubicBezTo>
                <a:cubicBezTo>
                  <a:pt x="7714" y="1046335"/>
                  <a:pt x="10192" y="1038294"/>
                  <a:pt x="14026" y="1027914"/>
                </a:cubicBezTo>
                <a:cubicBezTo>
                  <a:pt x="15989" y="1022679"/>
                  <a:pt x="16970" y="1019172"/>
                  <a:pt x="16970" y="1017395"/>
                </a:cubicBezTo>
                <a:cubicBezTo>
                  <a:pt x="16970" y="1015621"/>
                  <a:pt x="16176" y="1014124"/>
                  <a:pt x="14586" y="1012909"/>
                </a:cubicBezTo>
                <a:cubicBezTo>
                  <a:pt x="12903" y="1011598"/>
                  <a:pt x="9677" y="1010805"/>
                  <a:pt x="4909" y="1010524"/>
                </a:cubicBezTo>
                <a:lnTo>
                  <a:pt x="4909" y="1005334"/>
                </a:lnTo>
                <a:moveTo>
                  <a:pt x="119356" y="943483"/>
                </a:moveTo>
                <a:cubicBezTo>
                  <a:pt x="138430" y="943576"/>
                  <a:pt x="153390" y="938949"/>
                  <a:pt x="164237" y="929596"/>
                </a:cubicBezTo>
                <a:cubicBezTo>
                  <a:pt x="175083" y="920247"/>
                  <a:pt x="180506" y="909262"/>
                  <a:pt x="180506" y="896639"/>
                </a:cubicBezTo>
                <a:cubicBezTo>
                  <a:pt x="180506" y="888224"/>
                  <a:pt x="178215" y="880930"/>
                  <a:pt x="173634" y="874758"/>
                </a:cubicBezTo>
                <a:cubicBezTo>
                  <a:pt x="168958" y="868494"/>
                  <a:pt x="161011" y="863259"/>
                  <a:pt x="149790" y="859051"/>
                </a:cubicBezTo>
                <a:lnTo>
                  <a:pt x="152595" y="854702"/>
                </a:lnTo>
                <a:cubicBezTo>
                  <a:pt x="165405" y="856666"/>
                  <a:pt x="177093" y="862370"/>
                  <a:pt x="187659" y="871813"/>
                </a:cubicBezTo>
                <a:cubicBezTo>
                  <a:pt x="198131" y="881256"/>
                  <a:pt x="203367" y="893084"/>
                  <a:pt x="203367" y="907297"/>
                </a:cubicBezTo>
                <a:cubicBezTo>
                  <a:pt x="203367" y="922725"/>
                  <a:pt x="197383" y="935956"/>
                  <a:pt x="185415" y="946989"/>
                </a:cubicBezTo>
                <a:cubicBezTo>
                  <a:pt x="173353" y="957929"/>
                  <a:pt x="157177" y="963400"/>
                  <a:pt x="136887" y="963400"/>
                </a:cubicBezTo>
                <a:cubicBezTo>
                  <a:pt x="114914" y="963400"/>
                  <a:pt x="97803" y="957789"/>
                  <a:pt x="85554" y="946569"/>
                </a:cubicBezTo>
                <a:cubicBezTo>
                  <a:pt x="73212" y="935255"/>
                  <a:pt x="67041" y="921090"/>
                  <a:pt x="67041" y="904072"/>
                </a:cubicBezTo>
                <a:cubicBezTo>
                  <a:pt x="67041" y="889672"/>
                  <a:pt x="71809" y="877844"/>
                  <a:pt x="81347" y="868588"/>
                </a:cubicBezTo>
                <a:cubicBezTo>
                  <a:pt x="90791" y="859329"/>
                  <a:pt x="103460" y="854702"/>
                  <a:pt x="119356" y="854702"/>
                </a:cubicBezTo>
                <a:lnTo>
                  <a:pt x="119356" y="943483"/>
                </a:lnTo>
                <a:moveTo>
                  <a:pt x="111221" y="943483"/>
                </a:moveTo>
                <a:lnTo>
                  <a:pt x="111221" y="884016"/>
                </a:lnTo>
                <a:cubicBezTo>
                  <a:pt x="102993" y="884482"/>
                  <a:pt x="97195" y="885464"/>
                  <a:pt x="93829" y="886960"/>
                </a:cubicBezTo>
                <a:cubicBezTo>
                  <a:pt x="88593" y="889297"/>
                  <a:pt x="84479" y="892803"/>
                  <a:pt x="81487" y="897479"/>
                </a:cubicBezTo>
                <a:cubicBezTo>
                  <a:pt x="78495" y="902062"/>
                  <a:pt x="76999" y="906877"/>
                  <a:pt x="76999" y="911925"/>
                </a:cubicBezTo>
                <a:cubicBezTo>
                  <a:pt x="76999" y="919688"/>
                  <a:pt x="80038" y="926652"/>
                  <a:pt x="86115" y="932824"/>
                </a:cubicBezTo>
                <a:cubicBezTo>
                  <a:pt x="92100" y="938900"/>
                  <a:pt x="100468" y="942455"/>
                  <a:pt x="111221" y="943483"/>
                </a:cubicBezTo>
                <a:moveTo>
                  <a:pt x="94390" y="800005"/>
                </a:moveTo>
                <a:cubicBezTo>
                  <a:pt x="76251" y="784949"/>
                  <a:pt x="67181" y="770596"/>
                  <a:pt x="67181" y="756946"/>
                </a:cubicBezTo>
                <a:cubicBezTo>
                  <a:pt x="67181" y="749933"/>
                  <a:pt x="68958" y="743902"/>
                  <a:pt x="72511" y="738854"/>
                </a:cubicBezTo>
                <a:cubicBezTo>
                  <a:pt x="75971" y="733804"/>
                  <a:pt x="81721" y="729783"/>
                  <a:pt x="89762" y="726791"/>
                </a:cubicBezTo>
                <a:cubicBezTo>
                  <a:pt x="95372" y="724735"/>
                  <a:pt x="103974" y="723705"/>
                  <a:pt x="115569" y="723705"/>
                </a:cubicBezTo>
                <a:lnTo>
                  <a:pt x="170408" y="723705"/>
                </a:lnTo>
                <a:cubicBezTo>
                  <a:pt x="178543" y="723705"/>
                  <a:pt x="184059" y="723052"/>
                  <a:pt x="186957" y="721743"/>
                </a:cubicBezTo>
                <a:cubicBezTo>
                  <a:pt x="189295" y="720715"/>
                  <a:pt x="191118" y="719077"/>
                  <a:pt x="192428" y="716834"/>
                </a:cubicBezTo>
                <a:cubicBezTo>
                  <a:pt x="193737" y="714497"/>
                  <a:pt x="194391" y="710241"/>
                  <a:pt x="194391" y="704072"/>
                </a:cubicBezTo>
                <a:lnTo>
                  <a:pt x="199440" y="704072"/>
                </a:lnTo>
                <a:lnTo>
                  <a:pt x="199440" y="767604"/>
                </a:lnTo>
                <a:lnTo>
                  <a:pt x="194391" y="767604"/>
                </a:lnTo>
                <a:lnTo>
                  <a:pt x="194391" y="764941"/>
                </a:lnTo>
                <a:cubicBezTo>
                  <a:pt x="194391" y="758956"/>
                  <a:pt x="193503" y="754796"/>
                  <a:pt x="191726" y="752457"/>
                </a:cubicBezTo>
                <a:cubicBezTo>
                  <a:pt x="189856" y="750027"/>
                  <a:pt x="187145" y="748343"/>
                  <a:pt x="183591" y="747409"/>
                </a:cubicBezTo>
                <a:cubicBezTo>
                  <a:pt x="182189" y="747034"/>
                  <a:pt x="177795" y="746847"/>
                  <a:pt x="170408" y="746847"/>
                </a:cubicBezTo>
                <a:lnTo>
                  <a:pt x="117813" y="746847"/>
                </a:lnTo>
                <a:cubicBezTo>
                  <a:pt x="106125" y="746847"/>
                  <a:pt x="97663" y="748391"/>
                  <a:pt x="92427" y="751475"/>
                </a:cubicBezTo>
                <a:cubicBezTo>
                  <a:pt x="87098" y="754467"/>
                  <a:pt x="84432" y="759563"/>
                  <a:pt x="84432" y="766764"/>
                </a:cubicBezTo>
                <a:cubicBezTo>
                  <a:pt x="84432" y="777890"/>
                  <a:pt x="90510" y="788969"/>
                  <a:pt x="102666" y="800005"/>
                </a:cubicBezTo>
                <a:lnTo>
                  <a:pt x="170408" y="800005"/>
                </a:lnTo>
                <a:cubicBezTo>
                  <a:pt x="179103" y="800005"/>
                  <a:pt x="184480" y="799488"/>
                  <a:pt x="186537" y="798460"/>
                </a:cubicBezTo>
                <a:cubicBezTo>
                  <a:pt x="189248" y="797151"/>
                  <a:pt x="191259" y="795374"/>
                  <a:pt x="192567" y="793131"/>
                </a:cubicBezTo>
                <a:cubicBezTo>
                  <a:pt x="193783" y="790794"/>
                  <a:pt x="194391" y="786118"/>
                  <a:pt x="194391" y="779105"/>
                </a:cubicBezTo>
                <a:lnTo>
                  <a:pt x="199440" y="779105"/>
                </a:lnTo>
                <a:lnTo>
                  <a:pt x="199440" y="842641"/>
                </a:lnTo>
                <a:lnTo>
                  <a:pt x="194391" y="842641"/>
                </a:lnTo>
                <a:lnTo>
                  <a:pt x="194391" y="839836"/>
                </a:lnTo>
                <a:cubicBezTo>
                  <a:pt x="194391" y="833291"/>
                  <a:pt x="192755" y="828896"/>
                  <a:pt x="189482" y="826650"/>
                </a:cubicBezTo>
                <a:cubicBezTo>
                  <a:pt x="186116" y="824314"/>
                  <a:pt x="179758" y="823144"/>
                  <a:pt x="170408" y="823144"/>
                </a:cubicBezTo>
                <a:lnTo>
                  <a:pt x="122721" y="823144"/>
                </a:lnTo>
                <a:cubicBezTo>
                  <a:pt x="107293" y="823144"/>
                  <a:pt x="97896" y="823519"/>
                  <a:pt x="94531" y="824268"/>
                </a:cubicBezTo>
                <a:cubicBezTo>
                  <a:pt x="91165" y="824921"/>
                  <a:pt x="88873" y="825997"/>
                  <a:pt x="87658" y="827494"/>
                </a:cubicBezTo>
                <a:cubicBezTo>
                  <a:pt x="86442" y="828896"/>
                  <a:pt x="85835" y="830813"/>
                  <a:pt x="85835" y="833243"/>
                </a:cubicBezTo>
                <a:cubicBezTo>
                  <a:pt x="85835" y="835861"/>
                  <a:pt x="86536" y="838995"/>
                  <a:pt x="87939" y="842641"/>
                </a:cubicBezTo>
                <a:lnTo>
                  <a:pt x="82890" y="844745"/>
                </a:lnTo>
                <a:lnTo>
                  <a:pt x="67181" y="806035"/>
                </a:lnTo>
                <a:lnTo>
                  <a:pt x="67181" y="800005"/>
                </a:lnTo>
                <a:lnTo>
                  <a:pt x="94390" y="800005"/>
                </a:lnTo>
                <a:moveTo>
                  <a:pt x="119356" y="672233"/>
                </a:moveTo>
                <a:cubicBezTo>
                  <a:pt x="138430" y="672327"/>
                  <a:pt x="153390" y="667699"/>
                  <a:pt x="164237" y="658347"/>
                </a:cubicBezTo>
                <a:cubicBezTo>
                  <a:pt x="175083" y="648997"/>
                  <a:pt x="180506" y="638010"/>
                  <a:pt x="180506" y="625389"/>
                </a:cubicBezTo>
                <a:cubicBezTo>
                  <a:pt x="180506" y="616974"/>
                  <a:pt x="178215" y="609680"/>
                  <a:pt x="173634" y="603508"/>
                </a:cubicBezTo>
                <a:cubicBezTo>
                  <a:pt x="168958" y="597245"/>
                  <a:pt x="161011" y="592009"/>
                  <a:pt x="149790" y="587801"/>
                </a:cubicBezTo>
                <a:lnTo>
                  <a:pt x="152595" y="583452"/>
                </a:lnTo>
                <a:cubicBezTo>
                  <a:pt x="165405" y="585417"/>
                  <a:pt x="177093" y="591120"/>
                  <a:pt x="187659" y="600564"/>
                </a:cubicBezTo>
                <a:cubicBezTo>
                  <a:pt x="198131" y="610007"/>
                  <a:pt x="203367" y="621835"/>
                  <a:pt x="203367" y="636048"/>
                </a:cubicBezTo>
                <a:cubicBezTo>
                  <a:pt x="203367" y="651476"/>
                  <a:pt x="197383" y="664706"/>
                  <a:pt x="185415" y="675739"/>
                </a:cubicBezTo>
                <a:cubicBezTo>
                  <a:pt x="173353" y="686679"/>
                  <a:pt x="157177" y="692150"/>
                  <a:pt x="136887" y="692150"/>
                </a:cubicBezTo>
                <a:cubicBezTo>
                  <a:pt x="114914" y="692150"/>
                  <a:pt x="97803" y="686540"/>
                  <a:pt x="85554" y="675319"/>
                </a:cubicBezTo>
                <a:cubicBezTo>
                  <a:pt x="73212" y="664005"/>
                  <a:pt x="67041" y="649838"/>
                  <a:pt x="67041" y="632822"/>
                </a:cubicBezTo>
                <a:cubicBezTo>
                  <a:pt x="67041" y="618422"/>
                  <a:pt x="71809" y="606594"/>
                  <a:pt x="81347" y="597338"/>
                </a:cubicBezTo>
                <a:cubicBezTo>
                  <a:pt x="90791" y="588080"/>
                  <a:pt x="103460" y="583452"/>
                  <a:pt x="119356" y="583452"/>
                </a:cubicBezTo>
                <a:lnTo>
                  <a:pt x="119356" y="672233"/>
                </a:lnTo>
                <a:moveTo>
                  <a:pt x="111221" y="672233"/>
                </a:moveTo>
                <a:lnTo>
                  <a:pt x="111221" y="612766"/>
                </a:lnTo>
                <a:cubicBezTo>
                  <a:pt x="102993" y="613232"/>
                  <a:pt x="97195" y="614214"/>
                  <a:pt x="93829" y="615711"/>
                </a:cubicBezTo>
                <a:cubicBezTo>
                  <a:pt x="88593" y="618047"/>
                  <a:pt x="84479" y="621554"/>
                  <a:pt x="81487" y="626230"/>
                </a:cubicBezTo>
                <a:cubicBezTo>
                  <a:pt x="78495" y="630812"/>
                  <a:pt x="76999" y="635627"/>
                  <a:pt x="76999" y="640676"/>
                </a:cubicBezTo>
                <a:cubicBezTo>
                  <a:pt x="76999" y="648435"/>
                  <a:pt x="80038" y="655402"/>
                  <a:pt x="86115" y="661575"/>
                </a:cubicBezTo>
                <a:cubicBezTo>
                  <a:pt x="92100" y="667651"/>
                  <a:pt x="100468" y="671205"/>
                  <a:pt x="111221" y="672233"/>
                </a:cubicBezTo>
                <a:moveTo>
                  <a:pt x="67181" y="528613"/>
                </a:moveTo>
                <a:lnTo>
                  <a:pt x="96074" y="528613"/>
                </a:lnTo>
                <a:cubicBezTo>
                  <a:pt x="76812" y="517861"/>
                  <a:pt x="67181" y="506828"/>
                  <a:pt x="67181" y="495514"/>
                </a:cubicBezTo>
                <a:cubicBezTo>
                  <a:pt x="67181" y="490372"/>
                  <a:pt x="68771" y="486116"/>
                  <a:pt x="71950" y="482752"/>
                </a:cubicBezTo>
                <a:cubicBezTo>
                  <a:pt x="75035" y="479384"/>
                  <a:pt x="78635" y="477701"/>
                  <a:pt x="82749" y="477701"/>
                </a:cubicBezTo>
                <a:cubicBezTo>
                  <a:pt x="86396" y="477701"/>
                  <a:pt x="89482" y="478916"/>
                  <a:pt x="92006" y="481349"/>
                </a:cubicBezTo>
                <a:cubicBezTo>
                  <a:pt x="94531" y="483780"/>
                  <a:pt x="95793" y="486678"/>
                  <a:pt x="95793" y="490043"/>
                </a:cubicBezTo>
                <a:cubicBezTo>
                  <a:pt x="95793" y="493316"/>
                  <a:pt x="94203" y="497010"/>
                  <a:pt x="91024" y="501124"/>
                </a:cubicBezTo>
                <a:cubicBezTo>
                  <a:pt x="87752" y="505144"/>
                  <a:pt x="86115" y="508137"/>
                  <a:pt x="86115" y="510099"/>
                </a:cubicBezTo>
                <a:cubicBezTo>
                  <a:pt x="86115" y="511782"/>
                  <a:pt x="87051" y="513605"/>
                  <a:pt x="88920" y="515570"/>
                </a:cubicBezTo>
                <a:cubicBezTo>
                  <a:pt x="92754" y="519777"/>
                  <a:pt x="99065" y="524124"/>
                  <a:pt x="107855" y="528613"/>
                </a:cubicBezTo>
                <a:lnTo>
                  <a:pt x="169426" y="528613"/>
                </a:lnTo>
                <a:cubicBezTo>
                  <a:pt x="176532" y="528613"/>
                  <a:pt x="181908" y="527724"/>
                  <a:pt x="185555" y="525950"/>
                </a:cubicBezTo>
                <a:cubicBezTo>
                  <a:pt x="188079" y="524732"/>
                  <a:pt x="190183" y="522583"/>
                  <a:pt x="191866" y="519496"/>
                </a:cubicBezTo>
                <a:cubicBezTo>
                  <a:pt x="193549" y="516410"/>
                  <a:pt x="194391" y="511970"/>
                  <a:pt x="194391" y="506172"/>
                </a:cubicBezTo>
                <a:lnTo>
                  <a:pt x="199440" y="506172"/>
                </a:lnTo>
                <a:lnTo>
                  <a:pt x="199440" y="571950"/>
                </a:lnTo>
                <a:lnTo>
                  <a:pt x="194391" y="571950"/>
                </a:lnTo>
                <a:cubicBezTo>
                  <a:pt x="194391" y="565406"/>
                  <a:pt x="193362" y="560545"/>
                  <a:pt x="191305" y="557365"/>
                </a:cubicBezTo>
                <a:cubicBezTo>
                  <a:pt x="189809" y="555029"/>
                  <a:pt x="187425" y="553391"/>
                  <a:pt x="184152" y="552456"/>
                </a:cubicBezTo>
                <a:cubicBezTo>
                  <a:pt x="182563" y="551988"/>
                  <a:pt x="178028" y="551755"/>
                  <a:pt x="170548" y="551755"/>
                </a:cubicBezTo>
                <a:lnTo>
                  <a:pt x="120758" y="551755"/>
                </a:lnTo>
                <a:cubicBezTo>
                  <a:pt x="105798" y="551755"/>
                  <a:pt x="96915" y="552082"/>
                  <a:pt x="94110" y="552738"/>
                </a:cubicBezTo>
                <a:cubicBezTo>
                  <a:pt x="91212" y="553297"/>
                  <a:pt x="89108" y="554421"/>
                  <a:pt x="87799" y="556102"/>
                </a:cubicBezTo>
                <a:cubicBezTo>
                  <a:pt x="86489" y="557692"/>
                  <a:pt x="85835" y="559702"/>
                  <a:pt x="85835" y="562135"/>
                </a:cubicBezTo>
                <a:cubicBezTo>
                  <a:pt x="85835" y="565031"/>
                  <a:pt x="86536" y="568305"/>
                  <a:pt x="87939" y="571950"/>
                </a:cubicBezTo>
                <a:lnTo>
                  <a:pt x="82890" y="573353"/>
                </a:lnTo>
                <a:lnTo>
                  <a:pt x="67181" y="534504"/>
                </a:lnTo>
                <a:lnTo>
                  <a:pt x="67181" y="528613"/>
                </a:lnTo>
                <a:moveTo>
                  <a:pt x="180927" y="397758"/>
                </a:moveTo>
                <a:cubicBezTo>
                  <a:pt x="191118" y="410940"/>
                  <a:pt x="197009" y="419217"/>
                  <a:pt x="198599" y="422581"/>
                </a:cubicBezTo>
                <a:cubicBezTo>
                  <a:pt x="200936" y="427632"/>
                  <a:pt x="202105" y="433006"/>
                  <a:pt x="202105" y="438710"/>
                </a:cubicBezTo>
                <a:cubicBezTo>
                  <a:pt x="202105" y="447594"/>
                  <a:pt x="199066" y="454933"/>
                  <a:pt x="192988" y="460731"/>
                </a:cubicBezTo>
                <a:cubicBezTo>
                  <a:pt x="186911" y="466435"/>
                  <a:pt x="178917" y="469285"/>
                  <a:pt x="169005" y="469285"/>
                </a:cubicBezTo>
                <a:cubicBezTo>
                  <a:pt x="162740" y="469285"/>
                  <a:pt x="157318" y="467883"/>
                  <a:pt x="152736" y="465078"/>
                </a:cubicBezTo>
                <a:cubicBezTo>
                  <a:pt x="146378" y="461245"/>
                  <a:pt x="140393" y="454607"/>
                  <a:pt x="134783" y="445164"/>
                </a:cubicBezTo>
                <a:cubicBezTo>
                  <a:pt x="129173" y="435624"/>
                  <a:pt x="122347" y="419824"/>
                  <a:pt x="114306" y="397758"/>
                </a:cubicBezTo>
                <a:lnTo>
                  <a:pt x="109257" y="397758"/>
                </a:lnTo>
                <a:cubicBezTo>
                  <a:pt x="96448" y="397758"/>
                  <a:pt x="87658" y="399814"/>
                  <a:pt x="82890" y="403928"/>
                </a:cubicBezTo>
                <a:cubicBezTo>
                  <a:pt x="78121" y="407948"/>
                  <a:pt x="75737" y="413839"/>
                  <a:pt x="75737" y="421601"/>
                </a:cubicBezTo>
                <a:cubicBezTo>
                  <a:pt x="75737" y="427490"/>
                  <a:pt x="77327" y="432166"/>
                  <a:pt x="80505" y="435624"/>
                </a:cubicBezTo>
                <a:cubicBezTo>
                  <a:pt x="83684" y="439179"/>
                  <a:pt x="87331" y="440956"/>
                  <a:pt x="91445" y="440956"/>
                </a:cubicBezTo>
                <a:lnTo>
                  <a:pt x="99580" y="440675"/>
                </a:lnTo>
                <a:cubicBezTo>
                  <a:pt x="103881" y="440675"/>
                  <a:pt x="107200" y="441797"/>
                  <a:pt x="109538" y="444039"/>
                </a:cubicBezTo>
                <a:cubicBezTo>
                  <a:pt x="111875" y="446192"/>
                  <a:pt x="113044" y="449042"/>
                  <a:pt x="113044" y="452597"/>
                </a:cubicBezTo>
                <a:cubicBezTo>
                  <a:pt x="113044" y="456055"/>
                  <a:pt x="111828" y="458908"/>
                  <a:pt x="109397" y="461151"/>
                </a:cubicBezTo>
                <a:cubicBezTo>
                  <a:pt x="106966" y="463303"/>
                  <a:pt x="103647" y="464377"/>
                  <a:pt x="99439" y="464377"/>
                </a:cubicBezTo>
                <a:cubicBezTo>
                  <a:pt x="91398" y="464377"/>
                  <a:pt x="84011" y="460263"/>
                  <a:pt x="77280" y="452035"/>
                </a:cubicBezTo>
                <a:cubicBezTo>
                  <a:pt x="70547" y="443807"/>
                  <a:pt x="67181" y="432260"/>
                  <a:pt x="67181" y="417394"/>
                </a:cubicBezTo>
                <a:cubicBezTo>
                  <a:pt x="67181" y="405986"/>
                  <a:pt x="69098" y="396634"/>
                  <a:pt x="72931" y="389343"/>
                </a:cubicBezTo>
                <a:cubicBezTo>
                  <a:pt x="75830" y="383826"/>
                  <a:pt x="80365" y="379758"/>
                  <a:pt x="86536" y="377140"/>
                </a:cubicBezTo>
                <a:cubicBezTo>
                  <a:pt x="90557" y="375456"/>
                  <a:pt x="98785" y="374616"/>
                  <a:pt x="111221" y="374616"/>
                </a:cubicBezTo>
                <a:lnTo>
                  <a:pt x="154840" y="374616"/>
                </a:lnTo>
                <a:cubicBezTo>
                  <a:pt x="167089" y="374616"/>
                  <a:pt x="174615" y="374380"/>
                  <a:pt x="177420" y="373915"/>
                </a:cubicBezTo>
                <a:cubicBezTo>
                  <a:pt x="180132" y="373446"/>
                  <a:pt x="181955" y="372699"/>
                  <a:pt x="182890" y="371669"/>
                </a:cubicBezTo>
                <a:cubicBezTo>
                  <a:pt x="183825" y="370547"/>
                  <a:pt x="184293" y="369287"/>
                  <a:pt x="184293" y="367884"/>
                </a:cubicBezTo>
                <a:cubicBezTo>
                  <a:pt x="184293" y="366388"/>
                  <a:pt x="183965" y="365079"/>
                  <a:pt x="183311" y="363955"/>
                </a:cubicBezTo>
                <a:cubicBezTo>
                  <a:pt x="182095" y="361993"/>
                  <a:pt x="178682" y="358205"/>
                  <a:pt x="173072" y="352595"/>
                </a:cubicBezTo>
                <a:lnTo>
                  <a:pt x="180927" y="352595"/>
                </a:lnTo>
                <a:cubicBezTo>
                  <a:pt x="194952" y="363069"/>
                  <a:pt x="201964" y="373071"/>
                  <a:pt x="201964" y="382611"/>
                </a:cubicBezTo>
                <a:cubicBezTo>
                  <a:pt x="201964" y="387191"/>
                  <a:pt x="200375" y="390839"/>
                  <a:pt x="197196" y="393550"/>
                </a:cubicBezTo>
                <a:cubicBezTo>
                  <a:pt x="194017" y="396262"/>
                  <a:pt x="188594" y="397664"/>
                  <a:pt x="180927" y="397758"/>
                </a:cubicBezTo>
                <a:moveTo>
                  <a:pt x="171810" y="397758"/>
                </a:moveTo>
                <a:lnTo>
                  <a:pt x="122862" y="397758"/>
                </a:lnTo>
                <a:cubicBezTo>
                  <a:pt x="128472" y="411877"/>
                  <a:pt x="132446" y="420991"/>
                  <a:pt x="134783" y="425105"/>
                </a:cubicBezTo>
                <a:cubicBezTo>
                  <a:pt x="138898" y="432493"/>
                  <a:pt x="143198" y="437776"/>
                  <a:pt x="147686" y="440956"/>
                </a:cubicBezTo>
                <a:cubicBezTo>
                  <a:pt x="152174" y="444133"/>
                  <a:pt x="157083" y="445723"/>
                  <a:pt x="162413" y="445723"/>
                </a:cubicBezTo>
                <a:cubicBezTo>
                  <a:pt x="169146" y="445723"/>
                  <a:pt x="174756" y="443713"/>
                  <a:pt x="179244" y="439693"/>
                </a:cubicBezTo>
                <a:cubicBezTo>
                  <a:pt x="183638" y="435672"/>
                  <a:pt x="185836" y="431045"/>
                  <a:pt x="185836" y="425809"/>
                </a:cubicBezTo>
                <a:cubicBezTo>
                  <a:pt x="185836" y="418703"/>
                  <a:pt x="181160" y="409350"/>
                  <a:pt x="171810" y="397758"/>
                </a:cubicBezTo>
                <a:moveTo>
                  <a:pt x="28752" y="305610"/>
                </a:moveTo>
                <a:lnTo>
                  <a:pt x="70968" y="305610"/>
                </a:lnTo>
                <a:lnTo>
                  <a:pt x="70968" y="275597"/>
                </a:lnTo>
                <a:lnTo>
                  <a:pt x="80786" y="275597"/>
                </a:lnTo>
                <a:lnTo>
                  <a:pt x="80786" y="305610"/>
                </a:lnTo>
                <a:lnTo>
                  <a:pt x="164096" y="305610"/>
                </a:lnTo>
                <a:cubicBezTo>
                  <a:pt x="172418" y="305610"/>
                  <a:pt x="178028" y="304443"/>
                  <a:pt x="180927" y="302103"/>
                </a:cubicBezTo>
                <a:cubicBezTo>
                  <a:pt x="183825" y="299673"/>
                  <a:pt x="185274" y="296587"/>
                  <a:pt x="185274" y="292847"/>
                </a:cubicBezTo>
                <a:cubicBezTo>
                  <a:pt x="185274" y="289761"/>
                  <a:pt x="184340" y="286769"/>
                  <a:pt x="182469" y="283873"/>
                </a:cubicBezTo>
                <a:cubicBezTo>
                  <a:pt x="180506" y="280974"/>
                  <a:pt x="177654" y="278728"/>
                  <a:pt x="173914" y="277138"/>
                </a:cubicBezTo>
                <a:lnTo>
                  <a:pt x="173914" y="271670"/>
                </a:lnTo>
                <a:cubicBezTo>
                  <a:pt x="183078" y="274941"/>
                  <a:pt x="189997" y="279571"/>
                  <a:pt x="194671" y="285554"/>
                </a:cubicBezTo>
                <a:cubicBezTo>
                  <a:pt x="199253" y="291539"/>
                  <a:pt x="201544" y="297711"/>
                  <a:pt x="201544" y="304068"/>
                </a:cubicBezTo>
                <a:cubicBezTo>
                  <a:pt x="201544" y="308369"/>
                  <a:pt x="200375" y="312577"/>
                  <a:pt x="198038" y="316691"/>
                </a:cubicBezTo>
                <a:cubicBezTo>
                  <a:pt x="195607" y="320805"/>
                  <a:pt x="192193" y="323843"/>
                  <a:pt x="187799" y="325807"/>
                </a:cubicBezTo>
                <a:cubicBezTo>
                  <a:pt x="183311" y="327769"/>
                  <a:pt x="176439" y="328752"/>
                  <a:pt x="167182" y="328752"/>
                </a:cubicBezTo>
                <a:lnTo>
                  <a:pt x="80786" y="328752"/>
                </a:lnTo>
                <a:lnTo>
                  <a:pt x="80786" y="349089"/>
                </a:lnTo>
                <a:lnTo>
                  <a:pt x="76157" y="349089"/>
                </a:lnTo>
                <a:cubicBezTo>
                  <a:pt x="74101" y="343947"/>
                  <a:pt x="70641" y="338712"/>
                  <a:pt x="65779" y="333380"/>
                </a:cubicBezTo>
                <a:cubicBezTo>
                  <a:pt x="60823" y="327957"/>
                  <a:pt x="54979" y="323141"/>
                  <a:pt x="48247" y="318934"/>
                </a:cubicBezTo>
                <a:cubicBezTo>
                  <a:pt x="44694" y="316785"/>
                  <a:pt x="38196" y="313792"/>
                  <a:pt x="28752" y="309959"/>
                </a:cubicBezTo>
                <a:lnTo>
                  <a:pt x="28752" y="305610"/>
                </a:lnTo>
                <a:moveTo>
                  <a:pt x="119356" y="241376"/>
                </a:moveTo>
                <a:cubicBezTo>
                  <a:pt x="138430" y="241467"/>
                  <a:pt x="153390" y="236839"/>
                  <a:pt x="164237" y="227489"/>
                </a:cubicBezTo>
                <a:cubicBezTo>
                  <a:pt x="175083" y="218140"/>
                  <a:pt x="180506" y="207152"/>
                  <a:pt x="180506" y="194529"/>
                </a:cubicBezTo>
                <a:cubicBezTo>
                  <a:pt x="180506" y="186114"/>
                  <a:pt x="178215" y="178823"/>
                  <a:pt x="173634" y="172651"/>
                </a:cubicBezTo>
                <a:cubicBezTo>
                  <a:pt x="168958" y="166385"/>
                  <a:pt x="161011" y="161149"/>
                  <a:pt x="149790" y="156941"/>
                </a:cubicBezTo>
                <a:lnTo>
                  <a:pt x="152595" y="152595"/>
                </a:lnTo>
                <a:cubicBezTo>
                  <a:pt x="165405" y="154557"/>
                  <a:pt x="177093" y="160260"/>
                  <a:pt x="187659" y="169706"/>
                </a:cubicBezTo>
                <a:cubicBezTo>
                  <a:pt x="198131" y="179150"/>
                  <a:pt x="203367" y="190978"/>
                  <a:pt x="203367" y="205190"/>
                </a:cubicBezTo>
                <a:cubicBezTo>
                  <a:pt x="203367" y="220616"/>
                  <a:pt x="197383" y="233846"/>
                  <a:pt x="185415" y="244882"/>
                </a:cubicBezTo>
                <a:cubicBezTo>
                  <a:pt x="173353" y="255822"/>
                  <a:pt x="157177" y="261290"/>
                  <a:pt x="136887" y="261290"/>
                </a:cubicBezTo>
                <a:cubicBezTo>
                  <a:pt x="114914" y="261290"/>
                  <a:pt x="97803" y="255680"/>
                  <a:pt x="85554" y="244459"/>
                </a:cubicBezTo>
                <a:cubicBezTo>
                  <a:pt x="73212" y="233145"/>
                  <a:pt x="67041" y="218980"/>
                  <a:pt x="67041" y="201962"/>
                </a:cubicBezTo>
                <a:cubicBezTo>
                  <a:pt x="67041" y="187565"/>
                  <a:pt x="71809" y="175737"/>
                  <a:pt x="81347" y="166478"/>
                </a:cubicBezTo>
                <a:cubicBezTo>
                  <a:pt x="90791" y="157223"/>
                  <a:pt x="103460" y="152595"/>
                  <a:pt x="119356" y="152595"/>
                </a:cubicBezTo>
                <a:lnTo>
                  <a:pt x="119356" y="241376"/>
                </a:lnTo>
                <a:moveTo>
                  <a:pt x="111221" y="241376"/>
                </a:moveTo>
                <a:lnTo>
                  <a:pt x="111221" y="181906"/>
                </a:lnTo>
                <a:cubicBezTo>
                  <a:pt x="102993" y="182375"/>
                  <a:pt x="97195" y="183357"/>
                  <a:pt x="93829" y="184853"/>
                </a:cubicBezTo>
                <a:cubicBezTo>
                  <a:pt x="88593" y="187190"/>
                  <a:pt x="84479" y="190696"/>
                  <a:pt x="81487" y="195373"/>
                </a:cubicBezTo>
                <a:cubicBezTo>
                  <a:pt x="78495" y="199952"/>
                  <a:pt x="76999" y="204767"/>
                  <a:pt x="76999" y="209818"/>
                </a:cubicBezTo>
                <a:cubicBezTo>
                  <a:pt x="76999" y="217578"/>
                  <a:pt x="80038" y="224545"/>
                  <a:pt x="86115" y="230715"/>
                </a:cubicBezTo>
                <a:cubicBezTo>
                  <a:pt x="92100" y="236793"/>
                  <a:pt x="100468" y="240345"/>
                  <a:pt x="111221" y="241376"/>
                </a:cubicBezTo>
                <a:moveTo>
                  <a:pt x="184994" y="44598"/>
                </a:moveTo>
                <a:cubicBezTo>
                  <a:pt x="191539" y="50864"/>
                  <a:pt x="196261" y="56988"/>
                  <a:pt x="199159" y="62973"/>
                </a:cubicBezTo>
                <a:cubicBezTo>
                  <a:pt x="201964" y="68955"/>
                  <a:pt x="203367" y="75409"/>
                  <a:pt x="203367" y="82328"/>
                </a:cubicBezTo>
                <a:cubicBezTo>
                  <a:pt x="203367" y="96353"/>
                  <a:pt x="197523" y="108602"/>
                  <a:pt x="185836" y="119072"/>
                </a:cubicBezTo>
                <a:cubicBezTo>
                  <a:pt x="174055" y="129546"/>
                  <a:pt x="158954" y="134782"/>
                  <a:pt x="140534" y="134782"/>
                </a:cubicBezTo>
                <a:cubicBezTo>
                  <a:pt x="122114" y="134782"/>
                  <a:pt x="105283" y="128984"/>
                  <a:pt x="90043" y="117392"/>
                </a:cubicBezTo>
                <a:cubicBezTo>
                  <a:pt x="74708" y="105796"/>
                  <a:pt x="67041" y="90882"/>
                  <a:pt x="67041" y="72649"/>
                </a:cubicBezTo>
                <a:cubicBezTo>
                  <a:pt x="67041" y="61335"/>
                  <a:pt x="70641" y="51985"/>
                  <a:pt x="77840" y="44598"/>
                </a:cubicBezTo>
                <a:lnTo>
                  <a:pt x="54138" y="44598"/>
                </a:lnTo>
                <a:cubicBezTo>
                  <a:pt x="39458" y="44598"/>
                  <a:pt x="30435" y="44973"/>
                  <a:pt x="27069" y="45722"/>
                </a:cubicBezTo>
                <a:cubicBezTo>
                  <a:pt x="23703" y="46375"/>
                  <a:pt x="21412" y="47451"/>
                  <a:pt x="20197" y="48947"/>
                </a:cubicBezTo>
                <a:cubicBezTo>
                  <a:pt x="18981" y="50444"/>
                  <a:pt x="18373" y="52312"/>
                  <a:pt x="18373" y="54558"/>
                </a:cubicBezTo>
                <a:cubicBezTo>
                  <a:pt x="18373" y="56988"/>
                  <a:pt x="19121" y="60213"/>
                  <a:pt x="20617" y="64234"/>
                </a:cubicBezTo>
                <a:lnTo>
                  <a:pt x="15708" y="66059"/>
                </a:lnTo>
                <a:lnTo>
                  <a:pt x="0" y="27770"/>
                </a:lnTo>
                <a:lnTo>
                  <a:pt x="0" y="21459"/>
                </a:lnTo>
                <a:lnTo>
                  <a:pt x="148528" y="21459"/>
                </a:lnTo>
                <a:cubicBezTo>
                  <a:pt x="163582" y="21459"/>
                  <a:pt x="172792" y="21129"/>
                  <a:pt x="176158" y="20476"/>
                </a:cubicBezTo>
                <a:cubicBezTo>
                  <a:pt x="179431" y="19727"/>
                  <a:pt x="181721" y="18605"/>
                  <a:pt x="183031" y="17109"/>
                </a:cubicBezTo>
                <a:cubicBezTo>
                  <a:pt x="184340" y="15519"/>
                  <a:pt x="184994" y="13696"/>
                  <a:pt x="184994" y="11641"/>
                </a:cubicBezTo>
                <a:cubicBezTo>
                  <a:pt x="184994" y="9114"/>
                  <a:pt x="184199" y="5749"/>
                  <a:pt x="182610" y="1542"/>
                </a:cubicBezTo>
                <a:lnTo>
                  <a:pt x="187519" y="0"/>
                </a:lnTo>
                <a:lnTo>
                  <a:pt x="203367" y="38147"/>
                </a:lnTo>
                <a:lnTo>
                  <a:pt x="203367" y="44598"/>
                </a:lnTo>
                <a:lnTo>
                  <a:pt x="184994" y="44598"/>
                </a:lnTo>
                <a:moveTo>
                  <a:pt x="175176" y="44598"/>
                </a:moveTo>
                <a:lnTo>
                  <a:pt x="108977" y="44598"/>
                </a:lnTo>
                <a:cubicBezTo>
                  <a:pt x="102619" y="45160"/>
                  <a:pt x="96822" y="46844"/>
                  <a:pt x="91586" y="49649"/>
                </a:cubicBezTo>
                <a:cubicBezTo>
                  <a:pt x="86349" y="52454"/>
                  <a:pt x="82422" y="56193"/>
                  <a:pt x="79804" y="60869"/>
                </a:cubicBezTo>
                <a:cubicBezTo>
                  <a:pt x="77092" y="65449"/>
                  <a:pt x="75737" y="69938"/>
                  <a:pt x="75737" y="74333"/>
                </a:cubicBezTo>
                <a:cubicBezTo>
                  <a:pt x="75737" y="82561"/>
                  <a:pt x="79430" y="89900"/>
                  <a:pt x="86816" y="96353"/>
                </a:cubicBezTo>
                <a:cubicBezTo>
                  <a:pt x="96541" y="104862"/>
                  <a:pt x="110754" y="109115"/>
                  <a:pt x="129454" y="109115"/>
                </a:cubicBezTo>
                <a:cubicBezTo>
                  <a:pt x="148341" y="109115"/>
                  <a:pt x="162834" y="105001"/>
                  <a:pt x="172932" y="96774"/>
                </a:cubicBezTo>
                <a:cubicBezTo>
                  <a:pt x="182937" y="88546"/>
                  <a:pt x="187940" y="79381"/>
                  <a:pt x="187940" y="69285"/>
                </a:cubicBezTo>
                <a:cubicBezTo>
                  <a:pt x="187940" y="60776"/>
                  <a:pt x="183685" y="52548"/>
                  <a:pt x="175176" y="4459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37" name="">
            <a:extLst xmlns:a="http://schemas.openxmlformats.org/drawingml/2006/main">
              <a:ext uri="{FF2B5EF4-FFF2-40B4-BE49-F238E27FC236}">
                <a16:creationId xmlns:a16="http://schemas.microsoft.com/office/drawing/2014/main" id="{8D84BE89-0FB7-43C7-828C-D7FD5C911EC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afc66d8aabf4ad2"/>
          <a:stretch xmlns:a="http://schemas.openxmlformats.org/drawingml/2006/main"/>
        </p:blipFill>
        <p:spPr>
          <a:xfrm xmlns:a="http://schemas.openxmlformats.org/drawingml/2006/main">
            <a:off x="11409814" y="4144509"/>
            <a:ext cx="1889185" cy="3752491"/>
          </a:xfrm>
          <a:prstGeom xmlns:a="http://schemas.openxmlformats.org/drawingml/2006/main" prst="rect">
            <a:avLst/>
          </a:prstGeom>
        </p:spPr>
      </p:pic>
      <p:pic>
        <p:nvPicPr>
          <p:cNvPr id="138" name="">
            <a:extLst xmlns:a="http://schemas.openxmlformats.org/drawingml/2006/main">
              <a:ext uri="{FF2B5EF4-FFF2-40B4-BE49-F238E27FC236}">
                <a16:creationId xmlns:a16="http://schemas.microsoft.com/office/drawing/2014/main" id="{3D70768A-1CB5-4945-8E15-672F3B13E83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247bee573ad4e1a"/>
          <a:stretch xmlns:a="http://schemas.openxmlformats.org/drawingml/2006/main"/>
        </p:blipFill>
        <p:spPr>
          <a:xfrm xmlns:a="http://schemas.openxmlformats.org/drawingml/2006/main">
            <a:off x="9546509" y="4144509"/>
            <a:ext cx="1889185" cy="3752491"/>
          </a:xfrm>
          <a:prstGeom xmlns:a="http://schemas.openxmlformats.org/drawingml/2006/main" prst="rect">
            <a:avLst/>
          </a:prstGeom>
        </p:spPr>
      </p:pic>
      <p:pic>
        <p:nvPicPr>
          <p:cNvPr id="139" name="">
            <a:extLst xmlns:a="http://schemas.openxmlformats.org/drawingml/2006/main">
              <a:ext uri="{FF2B5EF4-FFF2-40B4-BE49-F238E27FC236}">
                <a16:creationId xmlns:a16="http://schemas.microsoft.com/office/drawing/2014/main" id="{DF867200-B1ED-49DB-A35A-D070BF501FA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590e29e03d1461a"/>
          <a:stretch xmlns:a="http://schemas.openxmlformats.org/drawingml/2006/main"/>
        </p:blipFill>
        <p:spPr>
          <a:xfrm xmlns:a="http://schemas.openxmlformats.org/drawingml/2006/main">
            <a:off x="13273120" y="4144509"/>
            <a:ext cx="1889185" cy="3752491"/>
          </a:xfrm>
          <a:prstGeom xmlns:a="http://schemas.openxmlformats.org/drawingml/2006/main" prst="rect">
            <a:avLst/>
          </a:prstGeom>
        </p:spPr>
      </p:pic>
      <p:pic>
        <p:nvPicPr>
          <p:cNvPr id="140" name="">
            <a:extLst xmlns:a="http://schemas.openxmlformats.org/drawingml/2006/main">
              <a:ext uri="{FF2B5EF4-FFF2-40B4-BE49-F238E27FC236}">
                <a16:creationId xmlns:a16="http://schemas.microsoft.com/office/drawing/2014/main" id="{5F154610-09F8-4FB3-B6F0-B7BD0F5CF19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208213920c84f06"/>
          <a:stretch xmlns:a="http://schemas.openxmlformats.org/drawingml/2006/main"/>
        </p:blipFill>
        <p:spPr>
          <a:xfrm xmlns:a="http://schemas.openxmlformats.org/drawingml/2006/main">
            <a:off x="11332176" y="4131569"/>
            <a:ext cx="6236898" cy="3830128"/>
          </a:xfrm>
          <a:prstGeom xmlns:a="http://schemas.openxmlformats.org/drawingml/2006/main" prst="rect">
            <a:avLst/>
          </a:prstGeom>
        </p:spPr>
      </p:pic>
      <p:pic>
        <p:nvPicPr>
          <p:cNvPr id="141" name="">
            <a:extLst xmlns:a="http://schemas.openxmlformats.org/drawingml/2006/main">
              <a:ext uri="{FF2B5EF4-FFF2-40B4-BE49-F238E27FC236}">
                <a16:creationId xmlns:a16="http://schemas.microsoft.com/office/drawing/2014/main" id="{7B24B36A-9F9D-4635-BB33-5DBC64DC657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290d9f3bf1b4327"/>
          <a:stretch xmlns:a="http://schemas.openxmlformats.org/drawingml/2006/main"/>
        </p:blipFill>
        <p:spPr>
          <a:xfrm xmlns:a="http://schemas.openxmlformats.org/drawingml/2006/main">
            <a:off x="11332176" y="4092750"/>
            <a:ext cx="6236898" cy="3830128"/>
          </a:xfrm>
          <a:prstGeom xmlns:a="http://schemas.openxmlformats.org/drawingml/2006/main" prst="rect">
            <a:avLst/>
          </a:prstGeom>
        </p:spPr>
      </p:pic>
      <p:pic>
        <p:nvPicPr>
          <p:cNvPr id="142" name="">
            <a:extLst xmlns:a="http://schemas.openxmlformats.org/drawingml/2006/main">
              <a:ext uri="{FF2B5EF4-FFF2-40B4-BE49-F238E27FC236}">
                <a16:creationId xmlns:a16="http://schemas.microsoft.com/office/drawing/2014/main" id="{2FA1114F-877D-46B0-9127-EB05FC36C19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a3dd020b8ad447e"/>
          <a:stretch xmlns:a="http://schemas.openxmlformats.org/drawingml/2006/main"/>
        </p:blipFill>
        <p:spPr>
          <a:xfrm xmlns:a="http://schemas.openxmlformats.org/drawingml/2006/main">
            <a:off x="15136426" y="4144509"/>
            <a:ext cx="1889185" cy="3752491"/>
          </a:xfrm>
          <a:prstGeom xmlns:a="http://schemas.openxmlformats.org/drawingml/2006/main" prst="rect">
            <a:avLst/>
          </a:prstGeom>
        </p:spPr>
      </p:pic>
      <p:sp>
        <p:nvSpPr>
          <p:cNvPr id="143" name="text-151 (b)">
            <a:extLst xmlns:a="http://schemas.openxmlformats.org/drawingml/2006/main">
              <a:ext uri="{FF2B5EF4-FFF2-40B4-BE49-F238E27FC236}">
                <a16:creationId xmlns:a16="http://schemas.microsoft.com/office/drawing/2014/main" id="{27971713-92F9-4BF7-BD25-761DEC754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82291" y="8148519"/>
            <a:ext cx="762666" cy="7932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(b)</a:t>
            </a:r>
          </a:p>
        </p:txBody>
      </p:sp>
      <p:sp>
        <p:nvSpPr>
          <p:cNvPr id="144" name="text-152 Memorization.">
            <a:extLst xmlns:a="http://schemas.openxmlformats.org/drawingml/2006/main">
              <a:ext uri="{FF2B5EF4-FFF2-40B4-BE49-F238E27FC236}">
                <a16:creationId xmlns:a16="http://schemas.microsoft.com/office/drawing/2014/main" id="{182AAD3B-0517-404D-ACF7-BF5BFB3F2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66777" y="8148434"/>
            <a:ext cx="3673947" cy="7934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1" i="0">
                <a:solidFill>
                  <a:srgbClr val="556B2F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1" i="0">
                <a:solidFill>
                  <a:srgbClr val="556B2F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1" i="0">
                <a:solidFill>
                  <a:srgbClr val="556B2F"/>
                </a:solidFill>
                <a:latin typeface="Times New Roman"/>
                <a:ea typeface="Times New Roman"/>
                <a:cs typeface="Times New Roman"/>
              </a:rPr>
              <a:t>Memorization.</a:t>
            </a:r>
          </a:p>
        </p:txBody>
      </p:sp>
      <p:sp>
        <p:nvSpPr>
          <p:cNvPr id="145" name="text-153 Larger">
            <a:extLst xmlns:a="http://schemas.openxmlformats.org/drawingml/2006/main">
              <a:ext uri="{FF2B5EF4-FFF2-40B4-BE49-F238E27FC236}">
                <a16:creationId xmlns:a16="http://schemas.microsoft.com/office/drawing/2014/main" id="{72076979-08FF-4296-A4B8-431A1CA3C1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61976" y="8148382"/>
            <a:ext cx="1601848" cy="7934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3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3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3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Larger</a:t>
            </a:r>
          </a:p>
        </p:txBody>
      </p:sp>
      <p:sp>
        <p:nvSpPr>
          <p:cNvPr id="146" name="text-153 super-">
            <a:extLst xmlns:a="http://schemas.openxmlformats.org/drawingml/2006/main">
              <a:ext uri="{FF2B5EF4-FFF2-40B4-BE49-F238E27FC236}">
                <a16:creationId xmlns:a16="http://schemas.microsoft.com/office/drawing/2014/main" id="{A70E192B-0BC0-46C6-B766-374A9B394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85618" y="8148501"/>
            <a:ext cx="1506636" cy="7933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super-</a:t>
            </a:r>
          </a:p>
        </p:txBody>
      </p:sp>
      <p:sp>
        <p:nvSpPr>
          <p:cNvPr id="147" name="text-153 vision">
            <a:extLst xmlns:a="http://schemas.openxmlformats.org/drawingml/2006/main">
              <a:ext uri="{FF2B5EF4-FFF2-40B4-BE49-F238E27FC236}">
                <a16:creationId xmlns:a16="http://schemas.microsoft.com/office/drawing/2014/main" id="{D86213F6-1934-4D58-9B03-942405917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82291" y="8778000"/>
            <a:ext cx="1487377" cy="7933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vision</a:t>
            </a:r>
          </a:p>
        </p:txBody>
      </p:sp>
      <p:sp>
        <p:nvSpPr>
          <p:cNvPr id="148" name="text-153 region">
            <a:extLst xmlns:a="http://schemas.openxmlformats.org/drawingml/2006/main">
              <a:ext uri="{FF2B5EF4-FFF2-40B4-BE49-F238E27FC236}">
                <a16:creationId xmlns:a16="http://schemas.microsoft.com/office/drawing/2014/main" id="{E69D1970-1061-4E8F-A225-9D88818B1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2382" y="8781280"/>
            <a:ext cx="1540613" cy="7887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36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36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36" b="0" i="0">
                <a:solidFill>
                  <a:srgbClr val="4169E1"/>
                </a:solidFill>
                <a:latin typeface="Times New Roman"/>
                <a:ea typeface="Times New Roman"/>
                <a:cs typeface="Times New Roman"/>
              </a:rPr>
              <a:t>region</a:t>
            </a:r>
          </a:p>
        </p:txBody>
      </p:sp>
      <p:sp>
        <p:nvSpPr>
          <p:cNvPr id="149" name="path-154">
            <a:extLst xmlns:a="http://schemas.openxmlformats.org/drawingml/2006/main">
              <a:ext uri="{FF2B5EF4-FFF2-40B4-BE49-F238E27FC236}">
                <a16:creationId xmlns:a16="http://schemas.microsoft.com/office/drawing/2014/main" id="{BE3C5BF8-96F8-44B8-B9F9-D1820EB55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33535" y="8919718"/>
            <a:ext cx="24364" cy="566615"/>
          </a:xfrm>
          <a:custGeom xmlns:a="http://schemas.openxmlformats.org/drawingml/2006/main">
            <a:pathLst>
              <a:path w="17935" h="417091">
                <a:moveTo>
                  <a:pt x="17935" y="15433"/>
                </a:moveTo>
                <a:cubicBezTo>
                  <a:pt x="17935" y="8344"/>
                  <a:pt x="17935" y="0"/>
                  <a:pt x="9177" y="0"/>
                </a:cubicBezTo>
                <a:cubicBezTo>
                  <a:pt x="0" y="0"/>
                  <a:pt x="0" y="7930"/>
                  <a:pt x="0" y="15433"/>
                </a:cubicBezTo>
                <a:lnTo>
                  <a:pt x="0" y="401664"/>
                </a:lnTo>
                <a:cubicBezTo>
                  <a:pt x="0" y="408754"/>
                  <a:pt x="0" y="417091"/>
                  <a:pt x="8764" y="417091"/>
                </a:cubicBezTo>
                <a:cubicBezTo>
                  <a:pt x="17935" y="417091"/>
                  <a:pt x="17935" y="409168"/>
                  <a:pt x="17935" y="401664"/>
                </a:cubicBezTo>
                <a:lnTo>
                  <a:pt x="17935" y="1543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" name="path-155">
            <a:extLst xmlns:a="http://schemas.openxmlformats.org/drawingml/2006/main">
              <a:ext uri="{FF2B5EF4-FFF2-40B4-BE49-F238E27FC236}">
                <a16:creationId xmlns:a16="http://schemas.microsoft.com/office/drawing/2014/main" id="{BA77E4EC-B314-4AEC-B435-14CEF50C9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38929" y="8957898"/>
            <a:ext cx="434593" cy="386781"/>
          </a:xfrm>
          <a:custGeom xmlns:a="http://schemas.openxmlformats.org/drawingml/2006/main">
            <a:pathLst>
              <a:path w="319908" h="284714">
                <a:moveTo>
                  <a:pt x="80496" y="284714"/>
                </a:moveTo>
                <a:cubicBezTo>
                  <a:pt x="181014" y="284714"/>
                  <a:pt x="319908" y="210506"/>
                  <a:pt x="319908" y="97138"/>
                </a:cubicBezTo>
                <a:cubicBezTo>
                  <a:pt x="319908" y="60455"/>
                  <a:pt x="302387" y="34615"/>
                  <a:pt x="274028" y="19188"/>
                </a:cubicBezTo>
                <a:cubicBezTo>
                  <a:pt x="238159" y="0"/>
                  <a:pt x="202703" y="0"/>
                  <a:pt x="163079" y="0"/>
                </a:cubicBezTo>
                <a:cubicBezTo>
                  <a:pt x="127210" y="0"/>
                  <a:pt x="98430" y="0"/>
                  <a:pt x="62147" y="16267"/>
                </a:cubicBezTo>
                <a:cubicBezTo>
                  <a:pt x="5422" y="42119"/>
                  <a:pt x="0" y="76295"/>
                  <a:pt x="0" y="77963"/>
                </a:cubicBezTo>
                <a:cubicBezTo>
                  <a:pt x="0" y="79630"/>
                  <a:pt x="834" y="81298"/>
                  <a:pt x="4169" y="81298"/>
                </a:cubicBezTo>
                <a:cubicBezTo>
                  <a:pt x="7504" y="81298"/>
                  <a:pt x="15013" y="79210"/>
                  <a:pt x="22937" y="74208"/>
                </a:cubicBezTo>
                <a:cubicBezTo>
                  <a:pt x="33782" y="67124"/>
                  <a:pt x="34615" y="64623"/>
                  <a:pt x="37117" y="57540"/>
                </a:cubicBezTo>
                <a:cubicBezTo>
                  <a:pt x="42959" y="40865"/>
                  <a:pt x="52136" y="26278"/>
                  <a:pt x="109275" y="23363"/>
                </a:cubicBezTo>
                <a:cubicBezTo>
                  <a:pt x="103853" y="105889"/>
                  <a:pt x="83837" y="186334"/>
                  <a:pt x="52136" y="262611"/>
                </a:cubicBezTo>
                <a:cubicBezTo>
                  <a:pt x="32948" y="269700"/>
                  <a:pt x="26692" y="279298"/>
                  <a:pt x="26692" y="281799"/>
                </a:cubicBezTo>
                <a:cubicBezTo>
                  <a:pt x="26692" y="284300"/>
                  <a:pt x="27112" y="284714"/>
                  <a:pt x="36703" y="284714"/>
                </a:cubicBezTo>
                <a:lnTo>
                  <a:pt x="80496" y="284714"/>
                </a:lnTo>
                <a:moveTo>
                  <a:pt x="82163" y="261357"/>
                </a:moveTo>
                <a:cubicBezTo>
                  <a:pt x="120954" y="167159"/>
                  <a:pt x="135973" y="99640"/>
                  <a:pt x="144311" y="23363"/>
                </a:cubicBezTo>
                <a:cubicBezTo>
                  <a:pt x="174758" y="23363"/>
                  <a:pt x="283619" y="23363"/>
                  <a:pt x="283619" y="115474"/>
                </a:cubicBezTo>
                <a:cubicBezTo>
                  <a:pt x="283619" y="198420"/>
                  <a:pt x="208126" y="261357"/>
                  <a:pt x="106354" y="261357"/>
                </a:cubicBezTo>
                <a:lnTo>
                  <a:pt x="82163" y="2613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" name="path-156">
            <a:extLst xmlns:a="http://schemas.openxmlformats.org/drawingml/2006/main">
              <a:ext uri="{FF2B5EF4-FFF2-40B4-BE49-F238E27FC236}">
                <a16:creationId xmlns:a16="http://schemas.microsoft.com/office/drawing/2014/main" id="{426E0085-4A69-402D-81C2-E0E00E15D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36212" y="8919718"/>
            <a:ext cx="24364" cy="566615"/>
          </a:xfrm>
          <a:custGeom xmlns:a="http://schemas.openxmlformats.org/drawingml/2006/main">
            <a:pathLst>
              <a:path w="17935" h="417091">
                <a:moveTo>
                  <a:pt x="17935" y="15433"/>
                </a:moveTo>
                <a:cubicBezTo>
                  <a:pt x="17935" y="8344"/>
                  <a:pt x="17935" y="0"/>
                  <a:pt x="9177" y="0"/>
                </a:cubicBezTo>
                <a:cubicBezTo>
                  <a:pt x="0" y="0"/>
                  <a:pt x="0" y="7930"/>
                  <a:pt x="0" y="15433"/>
                </a:cubicBezTo>
                <a:lnTo>
                  <a:pt x="0" y="401664"/>
                </a:lnTo>
                <a:cubicBezTo>
                  <a:pt x="0" y="408754"/>
                  <a:pt x="0" y="417091"/>
                  <a:pt x="8764" y="417091"/>
                </a:cubicBezTo>
                <a:cubicBezTo>
                  <a:pt x="17935" y="417091"/>
                  <a:pt x="17935" y="409168"/>
                  <a:pt x="17935" y="401664"/>
                </a:cubicBezTo>
                <a:lnTo>
                  <a:pt x="17935" y="1543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2" name="path-157">
            <a:extLst xmlns:a="http://schemas.openxmlformats.org/drawingml/2006/main">
              <a:ext uri="{FF2B5EF4-FFF2-40B4-BE49-F238E27FC236}">
                <a16:creationId xmlns:a16="http://schemas.microsoft.com/office/drawing/2014/main" id="{B1564B35-DF76-4DA4-9A89-240163A5A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06215" y="9015998"/>
            <a:ext cx="517325" cy="373501"/>
          </a:xfrm>
          <a:custGeom xmlns:a="http://schemas.openxmlformats.org/drawingml/2006/main">
            <a:pathLst>
              <a:path w="380808" h="274938">
                <a:moveTo>
                  <a:pt x="241914" y="146863"/>
                </a:moveTo>
                <a:cubicBezTo>
                  <a:pt x="247756" y="143522"/>
                  <a:pt x="249837" y="142688"/>
                  <a:pt x="249837" y="137265"/>
                </a:cubicBezTo>
                <a:cubicBezTo>
                  <a:pt x="249837" y="132257"/>
                  <a:pt x="246082" y="129756"/>
                  <a:pt x="242747" y="128088"/>
                </a:cubicBezTo>
                <a:lnTo>
                  <a:pt x="16687" y="2921"/>
                </a:lnTo>
                <a:cubicBezTo>
                  <a:pt x="12099" y="420"/>
                  <a:pt x="11265" y="0"/>
                  <a:pt x="8757" y="0"/>
                </a:cubicBezTo>
                <a:cubicBezTo>
                  <a:pt x="5002" y="0"/>
                  <a:pt x="0" y="2921"/>
                  <a:pt x="0" y="8764"/>
                </a:cubicBezTo>
                <a:cubicBezTo>
                  <a:pt x="0" y="13772"/>
                  <a:pt x="3335" y="15853"/>
                  <a:pt x="8757" y="18775"/>
                </a:cubicBezTo>
                <a:lnTo>
                  <a:pt x="222312" y="137265"/>
                </a:lnTo>
                <a:lnTo>
                  <a:pt x="8757" y="256170"/>
                </a:lnTo>
                <a:cubicBezTo>
                  <a:pt x="3335" y="259091"/>
                  <a:pt x="0" y="261179"/>
                  <a:pt x="0" y="266181"/>
                </a:cubicBezTo>
                <a:cubicBezTo>
                  <a:pt x="0" y="274938"/>
                  <a:pt x="8757" y="274938"/>
                  <a:pt x="11679" y="274938"/>
                </a:cubicBezTo>
                <a:lnTo>
                  <a:pt x="241914" y="146863"/>
                </a:lnTo>
                <a:moveTo>
                  <a:pt x="372879" y="146863"/>
                </a:moveTo>
                <a:cubicBezTo>
                  <a:pt x="378721" y="143522"/>
                  <a:pt x="380808" y="142688"/>
                  <a:pt x="380808" y="137265"/>
                </a:cubicBezTo>
                <a:cubicBezTo>
                  <a:pt x="380808" y="132257"/>
                  <a:pt x="377054" y="129756"/>
                  <a:pt x="373712" y="128088"/>
                </a:cubicBezTo>
                <a:lnTo>
                  <a:pt x="147652" y="2921"/>
                </a:lnTo>
                <a:cubicBezTo>
                  <a:pt x="143063" y="420"/>
                  <a:pt x="142230" y="0"/>
                  <a:pt x="139728" y="0"/>
                </a:cubicBezTo>
                <a:cubicBezTo>
                  <a:pt x="135973" y="0"/>
                  <a:pt x="130965" y="2921"/>
                  <a:pt x="130965" y="8764"/>
                </a:cubicBezTo>
                <a:cubicBezTo>
                  <a:pt x="130965" y="13772"/>
                  <a:pt x="134306" y="15853"/>
                  <a:pt x="139728" y="18775"/>
                </a:cubicBezTo>
                <a:lnTo>
                  <a:pt x="353276" y="137265"/>
                </a:lnTo>
                <a:lnTo>
                  <a:pt x="139728" y="256170"/>
                </a:lnTo>
                <a:cubicBezTo>
                  <a:pt x="134306" y="259091"/>
                  <a:pt x="130965" y="261179"/>
                  <a:pt x="130965" y="266181"/>
                </a:cubicBezTo>
                <a:cubicBezTo>
                  <a:pt x="130965" y="274938"/>
                  <a:pt x="139728" y="274938"/>
                  <a:pt x="142643" y="274938"/>
                </a:cubicBezTo>
                <a:lnTo>
                  <a:pt x="372879" y="14686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" name="path-158">
            <a:extLst xmlns:a="http://schemas.openxmlformats.org/drawingml/2006/main">
              <a:ext uri="{FF2B5EF4-FFF2-40B4-BE49-F238E27FC236}">
                <a16:creationId xmlns:a16="http://schemas.microsoft.com/office/drawing/2014/main" id="{C745DB21-60DA-49C6-B28E-CA41E0196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8601" y="8919718"/>
            <a:ext cx="24364" cy="566615"/>
          </a:xfrm>
          <a:custGeom xmlns:a="http://schemas.openxmlformats.org/drawingml/2006/main">
            <a:pathLst>
              <a:path w="17935" h="417091">
                <a:moveTo>
                  <a:pt x="17935" y="15433"/>
                </a:moveTo>
                <a:cubicBezTo>
                  <a:pt x="17935" y="8344"/>
                  <a:pt x="17935" y="0"/>
                  <a:pt x="9177" y="0"/>
                </a:cubicBezTo>
                <a:cubicBezTo>
                  <a:pt x="0" y="0"/>
                  <a:pt x="0" y="7930"/>
                  <a:pt x="0" y="15433"/>
                </a:cubicBezTo>
                <a:lnTo>
                  <a:pt x="0" y="401664"/>
                </a:lnTo>
                <a:cubicBezTo>
                  <a:pt x="0" y="408754"/>
                  <a:pt x="0" y="417091"/>
                  <a:pt x="8764" y="417091"/>
                </a:cubicBezTo>
                <a:cubicBezTo>
                  <a:pt x="17935" y="417091"/>
                  <a:pt x="17935" y="409168"/>
                  <a:pt x="17935" y="401664"/>
                </a:cubicBezTo>
                <a:lnTo>
                  <a:pt x="17935" y="1543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4" name="path-159">
            <a:extLst xmlns:a="http://schemas.openxmlformats.org/drawingml/2006/main">
              <a:ext uri="{FF2B5EF4-FFF2-40B4-BE49-F238E27FC236}">
                <a16:creationId xmlns:a16="http://schemas.microsoft.com/office/drawing/2014/main" id="{87B571DB-8A92-4549-A8B9-34CF71D8D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3997" y="8957898"/>
            <a:ext cx="434593" cy="386781"/>
          </a:xfrm>
          <a:custGeom xmlns:a="http://schemas.openxmlformats.org/drawingml/2006/main">
            <a:pathLst>
              <a:path w="319908" h="284714">
                <a:moveTo>
                  <a:pt x="80496" y="284714"/>
                </a:moveTo>
                <a:cubicBezTo>
                  <a:pt x="181014" y="284714"/>
                  <a:pt x="319908" y="210506"/>
                  <a:pt x="319908" y="97138"/>
                </a:cubicBezTo>
                <a:cubicBezTo>
                  <a:pt x="319908" y="60455"/>
                  <a:pt x="302387" y="34615"/>
                  <a:pt x="274028" y="19188"/>
                </a:cubicBezTo>
                <a:cubicBezTo>
                  <a:pt x="238159" y="0"/>
                  <a:pt x="202703" y="0"/>
                  <a:pt x="163079" y="0"/>
                </a:cubicBezTo>
                <a:cubicBezTo>
                  <a:pt x="127210" y="0"/>
                  <a:pt x="98430" y="0"/>
                  <a:pt x="62147" y="16267"/>
                </a:cubicBezTo>
                <a:cubicBezTo>
                  <a:pt x="5422" y="42119"/>
                  <a:pt x="0" y="76295"/>
                  <a:pt x="0" y="77963"/>
                </a:cubicBezTo>
                <a:cubicBezTo>
                  <a:pt x="0" y="79630"/>
                  <a:pt x="834" y="81298"/>
                  <a:pt x="4169" y="81298"/>
                </a:cubicBezTo>
                <a:cubicBezTo>
                  <a:pt x="7504" y="81298"/>
                  <a:pt x="15013" y="79210"/>
                  <a:pt x="22937" y="74208"/>
                </a:cubicBezTo>
                <a:cubicBezTo>
                  <a:pt x="33782" y="67124"/>
                  <a:pt x="34615" y="64623"/>
                  <a:pt x="37117" y="57540"/>
                </a:cubicBezTo>
                <a:cubicBezTo>
                  <a:pt x="42959" y="40865"/>
                  <a:pt x="52136" y="26278"/>
                  <a:pt x="109275" y="23363"/>
                </a:cubicBezTo>
                <a:cubicBezTo>
                  <a:pt x="103853" y="105889"/>
                  <a:pt x="83837" y="186334"/>
                  <a:pt x="52136" y="262611"/>
                </a:cubicBezTo>
                <a:cubicBezTo>
                  <a:pt x="32948" y="269700"/>
                  <a:pt x="26692" y="279298"/>
                  <a:pt x="26692" y="281799"/>
                </a:cubicBezTo>
                <a:cubicBezTo>
                  <a:pt x="26692" y="284300"/>
                  <a:pt x="27112" y="284714"/>
                  <a:pt x="36703" y="284714"/>
                </a:cubicBezTo>
                <a:lnTo>
                  <a:pt x="80496" y="284714"/>
                </a:lnTo>
                <a:moveTo>
                  <a:pt x="82163" y="261357"/>
                </a:moveTo>
                <a:cubicBezTo>
                  <a:pt x="120954" y="167159"/>
                  <a:pt x="135973" y="99640"/>
                  <a:pt x="144311" y="23363"/>
                </a:cubicBezTo>
                <a:cubicBezTo>
                  <a:pt x="174758" y="23363"/>
                  <a:pt x="283619" y="23363"/>
                  <a:pt x="283619" y="115474"/>
                </a:cubicBezTo>
                <a:cubicBezTo>
                  <a:pt x="283619" y="198420"/>
                  <a:pt x="208126" y="261357"/>
                  <a:pt x="106354" y="261357"/>
                </a:cubicBezTo>
                <a:lnTo>
                  <a:pt x="82163" y="261357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" name="path-160">
            <a:extLst xmlns:a="http://schemas.openxmlformats.org/drawingml/2006/main">
              <a:ext uri="{FF2B5EF4-FFF2-40B4-BE49-F238E27FC236}">
                <a16:creationId xmlns:a16="http://schemas.microsoft.com/office/drawing/2014/main" id="{ED141723-F3AA-4CD8-AA3C-E715D1EFB6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08395" y="8919718"/>
            <a:ext cx="24364" cy="566615"/>
          </a:xfrm>
          <a:custGeom xmlns:a="http://schemas.openxmlformats.org/drawingml/2006/main">
            <a:pathLst>
              <a:path w="17935" h="417091">
                <a:moveTo>
                  <a:pt x="17935" y="15433"/>
                </a:moveTo>
                <a:cubicBezTo>
                  <a:pt x="17935" y="8344"/>
                  <a:pt x="17935" y="0"/>
                  <a:pt x="9177" y="0"/>
                </a:cubicBezTo>
                <a:cubicBezTo>
                  <a:pt x="0" y="0"/>
                  <a:pt x="0" y="7930"/>
                  <a:pt x="0" y="15433"/>
                </a:cubicBezTo>
                <a:lnTo>
                  <a:pt x="0" y="401664"/>
                </a:lnTo>
                <a:cubicBezTo>
                  <a:pt x="0" y="408754"/>
                  <a:pt x="0" y="417091"/>
                  <a:pt x="8764" y="417091"/>
                </a:cubicBezTo>
                <a:cubicBezTo>
                  <a:pt x="17935" y="417091"/>
                  <a:pt x="17935" y="409168"/>
                  <a:pt x="17935" y="401664"/>
                </a:cubicBezTo>
                <a:lnTo>
                  <a:pt x="17935" y="1543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" name="text-161 (">
            <a:extLst xmlns:a="http://schemas.openxmlformats.org/drawingml/2006/main">
              <a:ext uri="{FF2B5EF4-FFF2-40B4-BE49-F238E27FC236}">
                <a16:creationId xmlns:a16="http://schemas.microsoft.com/office/drawing/2014/main" id="{6063B709-3FDB-4EA2-8BEE-5CA1EAE1D0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76299" y="8778086"/>
            <a:ext cx="290669" cy="7932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(</a:t>
            </a:r>
          </a:p>
        </p:txBody>
      </p:sp>
      <p:sp>
        <p:nvSpPr>
          <p:cNvPr id="157" name="text-162 region">
            <a:extLst xmlns:a="http://schemas.openxmlformats.org/drawingml/2006/main">
              <a:ext uri="{FF2B5EF4-FFF2-40B4-BE49-F238E27FC236}">
                <a16:creationId xmlns:a16="http://schemas.microsoft.com/office/drawing/2014/main" id="{3CCE4EFB-1EDC-4D60-8D7D-75BEEB284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76727" y="9032095"/>
            <a:ext cx="1027073" cy="5258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95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region</a:t>
            </a:r>
          </a:p>
        </p:txBody>
      </p:sp>
      <p:sp>
        <p:nvSpPr>
          <p:cNvPr id="158" name="text-163 score">
            <a:extLst xmlns:a="http://schemas.openxmlformats.org/drawingml/2006/main">
              <a:ext uri="{FF2B5EF4-FFF2-40B4-BE49-F238E27FC236}">
                <a16:creationId xmlns:a16="http://schemas.microsoft.com/office/drawing/2014/main" id="{23B69086-C893-46E9-8B34-AC664CEC1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11316" y="9029900"/>
            <a:ext cx="865038" cy="528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7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7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97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score</a:t>
            </a:r>
          </a:p>
        </p:txBody>
      </p:sp>
      <p:sp>
        <p:nvSpPr>
          <p:cNvPr id="159" name="text-164 )">
            <a:extLst xmlns:a="http://schemas.openxmlformats.org/drawingml/2006/main">
              <a:ext uri="{FF2B5EF4-FFF2-40B4-BE49-F238E27FC236}">
                <a16:creationId xmlns:a16="http://schemas.microsoft.com/office/drawing/2014/main" id="{DFEF168D-047A-4CA9-B9C4-CEBF34677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201893" y="8778086"/>
            <a:ext cx="290669" cy="7932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)</a:t>
            </a:r>
          </a:p>
        </p:txBody>
      </p:sp>
      <p:sp>
        <p:nvSpPr>
          <p:cNvPr id="160" name="text-165 limits">
            <a:extLst xmlns:a="http://schemas.openxmlformats.org/drawingml/2006/main">
              <a:ext uri="{FF2B5EF4-FFF2-40B4-BE49-F238E27FC236}">
                <a16:creationId xmlns:a16="http://schemas.microsoft.com/office/drawing/2014/main" id="{E1ADC7BF-121F-4151-8E2A-C3947A4DC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82289" y="9407443"/>
            <a:ext cx="1393344" cy="7935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3" b="0" i="0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3" b="0" i="0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3" b="0" i="0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rPr>
              <a:t>limits</a:t>
            </a:r>
          </a:p>
        </p:txBody>
      </p:sp>
      <p:sp>
        <p:nvSpPr>
          <p:cNvPr id="161" name="text-166 freedom">
            <a:extLst xmlns:a="http://schemas.openxmlformats.org/drawingml/2006/main">
              <a:ext uri="{FF2B5EF4-FFF2-40B4-BE49-F238E27FC236}">
                <a16:creationId xmlns:a16="http://schemas.microsoft.com/office/drawing/2014/main" id="{08212949-E803-4B27-A1D4-83E33F7F0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15258" y="9407573"/>
            <a:ext cx="1937838" cy="7933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rPr>
              <a:t>freedom</a:t>
            </a:r>
          </a:p>
        </p:txBody>
      </p:sp>
      <p:sp>
        <p:nvSpPr>
          <p:cNvPr id="162" name="text-166 to">
            <a:extLst xmlns:a="http://schemas.openxmlformats.org/drawingml/2006/main">
              <a:ext uri="{FF2B5EF4-FFF2-40B4-BE49-F238E27FC236}">
                <a16:creationId xmlns:a16="http://schemas.microsoft.com/office/drawing/2014/main" id="{31974E03-4E18-472A-AC2A-EC1C5973A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92744" y="9407522"/>
            <a:ext cx="542841" cy="7934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3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3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3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rPr>
              <a:t>to</a:t>
            </a:r>
          </a:p>
        </p:txBody>
      </p:sp>
      <p:sp>
        <p:nvSpPr>
          <p:cNvPr id="163" name="text-166 extrapolate">
            <a:extLst xmlns:a="http://schemas.openxmlformats.org/drawingml/2006/main">
              <a:ext uri="{FF2B5EF4-FFF2-40B4-BE49-F238E27FC236}">
                <a16:creationId xmlns:a16="http://schemas.microsoft.com/office/drawing/2014/main" id="{0B1A8590-AFF8-451C-9B67-F370F20C9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75225" y="9411879"/>
            <a:ext cx="2662326" cy="7873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28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28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28" b="0" i="1">
                <a:solidFill>
                  <a:srgbClr val="8B4512"/>
                </a:solidFill>
                <a:latin typeface="Times New Roman"/>
                <a:ea typeface="Times New Roman"/>
                <a:cs typeface="Times New Roman"/>
              </a:rPr>
              <a:t>extrapolate</a:t>
            </a:r>
          </a:p>
        </p:txBody>
      </p:sp>
      <p:sp>
        <p:nvSpPr>
          <p:cNvPr id="164" name="text-167 .">
            <a:extLst xmlns:a="http://schemas.openxmlformats.org/drawingml/2006/main">
              <a:ext uri="{FF2B5EF4-FFF2-40B4-BE49-F238E27FC236}">
                <a16:creationId xmlns:a16="http://schemas.microsoft.com/office/drawing/2014/main" id="{CC5A7551-0AB6-4BFF-9755-BC1959047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36320" y="9407587"/>
            <a:ext cx="243657" cy="7933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44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31568012"/>
      </p:ext>
    </p:extLst>
  </p:cSld>
</p:sld>
</file>

<file path=ppt/slides/slide19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15" name="path-1">
            <a:extLst xmlns:a="http://schemas.openxmlformats.org/drawingml/2006/main">
              <a:ext uri="{FF2B5EF4-FFF2-40B4-BE49-F238E27FC236}">
                <a16:creationId xmlns:a16="http://schemas.microsoft.com/office/drawing/2014/main" id="{726C94A9-9CEE-43C9-8BEB-9FA79B1DB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9583" y="0"/>
            <a:ext cx="15168834" cy="10287000"/>
          </a:xfrm>
          <a:custGeom xmlns:a="http://schemas.openxmlformats.org/drawingml/2006/main">
            <a:pathLst>
              <a:path w="18497550" h="12544425">
                <a:moveTo>
                  <a:pt x="18497550" y="12544425"/>
                </a:moveTo>
                <a:lnTo>
                  <a:pt x="18497550" y="0"/>
                </a:lnTo>
                <a:lnTo>
                  <a:pt x="0" y="0"/>
                </a:lnTo>
                <a:lnTo>
                  <a:pt x="0" y="12544425"/>
                </a:lnTo>
                <a:lnTo>
                  <a:pt x="18497550" y="125444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B6EBB258-9BC5-490D-AE74-FEE944F2F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9583" y="0"/>
            <a:ext cx="15168834" cy="10287000"/>
          </a:xfrm>
          <a:custGeom xmlns:a="http://schemas.openxmlformats.org/drawingml/2006/main">
            <a:pathLst>
              <a:path w="18497550" h="12544425">
                <a:moveTo>
                  <a:pt x="18497550" y="12544425"/>
                </a:moveTo>
                <a:lnTo>
                  <a:pt x="18497550" y="0"/>
                </a:lnTo>
                <a:lnTo>
                  <a:pt x="0" y="0"/>
                </a:lnTo>
                <a:lnTo>
                  <a:pt x="0" y="12544425"/>
                </a:lnTo>
                <a:lnTo>
                  <a:pt x="18497550" y="1254442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AF18CE12-0F83-4DB7-9FB5-F1A25D5D3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052" y="92246"/>
            <a:ext cx="6150059" cy="5159289"/>
          </a:xfrm>
          <a:custGeom xmlns:a="http://schemas.openxmlformats.org/drawingml/2006/main">
            <a:pathLst>
              <a:path w="7499655" h="6291466">
                <a:moveTo>
                  <a:pt x="443" y="102619"/>
                </a:moveTo>
                <a:lnTo>
                  <a:pt x="443" y="102619"/>
                </a:lnTo>
                <a:cubicBezTo>
                  <a:pt x="443" y="84691"/>
                  <a:pt x="5375" y="66764"/>
                  <a:pt x="14339" y="51539"/>
                </a:cubicBezTo>
                <a:cubicBezTo>
                  <a:pt x="23303" y="35841"/>
                  <a:pt x="36299" y="22844"/>
                  <a:pt x="51539" y="13880"/>
                </a:cubicBezTo>
                <a:cubicBezTo>
                  <a:pt x="67222" y="4917"/>
                  <a:pt x="84691" y="0"/>
                  <a:pt x="103078" y="0"/>
                </a:cubicBezTo>
                <a:lnTo>
                  <a:pt x="7397037" y="443"/>
                </a:lnTo>
                <a:cubicBezTo>
                  <a:pt x="7414948" y="443"/>
                  <a:pt x="7432877" y="5376"/>
                  <a:pt x="7448117" y="14339"/>
                </a:cubicBezTo>
                <a:cubicBezTo>
                  <a:pt x="7463801" y="23303"/>
                  <a:pt x="7476796" y="36299"/>
                  <a:pt x="7485759" y="51539"/>
                </a:cubicBezTo>
                <a:cubicBezTo>
                  <a:pt x="7494723" y="67222"/>
                  <a:pt x="7499655" y="84691"/>
                  <a:pt x="7499655" y="103061"/>
                </a:cubicBezTo>
                <a:lnTo>
                  <a:pt x="7499655" y="6188831"/>
                </a:lnTo>
                <a:cubicBezTo>
                  <a:pt x="7499655" y="6206759"/>
                  <a:pt x="7494723" y="6224686"/>
                  <a:pt x="7485759" y="6239927"/>
                </a:cubicBezTo>
                <a:cubicBezTo>
                  <a:pt x="7476796" y="6255610"/>
                  <a:pt x="7463801" y="6268605"/>
                  <a:pt x="7448559" y="6277569"/>
                </a:cubicBezTo>
                <a:cubicBezTo>
                  <a:pt x="7432877" y="6286534"/>
                  <a:pt x="7415408" y="6291466"/>
                  <a:pt x="7397037" y="6291466"/>
                </a:cubicBezTo>
                <a:lnTo>
                  <a:pt x="102619" y="6291466"/>
                </a:lnTo>
                <a:cubicBezTo>
                  <a:pt x="84691" y="6291466"/>
                  <a:pt x="66779" y="6286534"/>
                  <a:pt x="51539" y="6277569"/>
                </a:cubicBezTo>
                <a:cubicBezTo>
                  <a:pt x="35856" y="6268605"/>
                  <a:pt x="22861" y="6255610"/>
                  <a:pt x="13897" y="6240369"/>
                </a:cubicBezTo>
                <a:cubicBezTo>
                  <a:pt x="4933" y="6224686"/>
                  <a:pt x="0" y="6207201"/>
                  <a:pt x="0" y="6188831"/>
                </a:cubicBezTo>
                <a:lnTo>
                  <a:pt x="443" y="102619"/>
                </a:lnTo>
              </a:path>
            </a:pathLst>
          </a:custGeom>
          <a:solidFill xmlns:a="http://schemas.openxmlformats.org/drawingml/2006/main">
            <a:srgbClr val="F8F6FC"/>
          </a:solidFill>
          <a:ln xmlns:a="http://schemas.openxmlformats.org/drawingml/2006/main" w="14332">
            <a:solidFill>
              <a:srgbClr val="A98FCB"/>
            </a:solidFill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47B00F9C-6932-4BB8-BCFF-FFF3D4059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60683" y="208006"/>
            <a:ext cx="247699" cy="247686"/>
          </a:xfrm>
          <a:custGeom xmlns:a="http://schemas.openxmlformats.org/drawingml/2006/main">
            <a:pathLst>
              <a:path w="302055" h="302039">
                <a:moveTo>
                  <a:pt x="0" y="151027"/>
                </a:moveTo>
                <a:lnTo>
                  <a:pt x="0" y="151027"/>
                </a:lnTo>
                <a:cubicBezTo>
                  <a:pt x="0" y="124579"/>
                  <a:pt x="7177" y="98588"/>
                  <a:pt x="20172" y="75727"/>
                </a:cubicBezTo>
                <a:cubicBezTo>
                  <a:pt x="33611" y="52423"/>
                  <a:pt x="52440" y="33611"/>
                  <a:pt x="75300" y="20156"/>
                </a:cubicBezTo>
                <a:cubicBezTo>
                  <a:pt x="98603" y="7162"/>
                  <a:pt x="124594" y="0"/>
                  <a:pt x="151027" y="0"/>
                </a:cubicBezTo>
                <a:cubicBezTo>
                  <a:pt x="177477" y="0"/>
                  <a:pt x="203467" y="7162"/>
                  <a:pt x="226312" y="20156"/>
                </a:cubicBezTo>
                <a:cubicBezTo>
                  <a:pt x="249615" y="33611"/>
                  <a:pt x="268444" y="52423"/>
                  <a:pt x="281882" y="75284"/>
                </a:cubicBezTo>
                <a:cubicBezTo>
                  <a:pt x="294878" y="98588"/>
                  <a:pt x="302055" y="124579"/>
                  <a:pt x="302055" y="151027"/>
                </a:cubicBezTo>
                <a:cubicBezTo>
                  <a:pt x="302055" y="177460"/>
                  <a:pt x="294878" y="203453"/>
                  <a:pt x="281882" y="226755"/>
                </a:cubicBezTo>
                <a:cubicBezTo>
                  <a:pt x="268444" y="249616"/>
                  <a:pt x="249615" y="268428"/>
                  <a:pt x="226312" y="281883"/>
                </a:cubicBezTo>
                <a:cubicBezTo>
                  <a:pt x="203467" y="294878"/>
                  <a:pt x="177477" y="302039"/>
                  <a:pt x="151027" y="302039"/>
                </a:cubicBezTo>
                <a:cubicBezTo>
                  <a:pt x="124594" y="302039"/>
                  <a:pt x="98603" y="294878"/>
                  <a:pt x="75300" y="281883"/>
                </a:cubicBezTo>
                <a:cubicBezTo>
                  <a:pt x="52440" y="268428"/>
                  <a:pt x="33611" y="249616"/>
                  <a:pt x="20172" y="226755"/>
                </a:cubicBezTo>
                <a:cubicBezTo>
                  <a:pt x="7177" y="203453"/>
                  <a:pt x="0" y="177460"/>
                  <a:pt x="0" y="151027"/>
                </a:cubicBezTo>
              </a:path>
            </a:pathLst>
          </a:custGeom>
          <a:solidFill xmlns:a="http://schemas.openxmlformats.org/drawingml/2006/main">
            <a:srgbClr val="4A2A73"/>
          </a:solidFill>
          <a:ln xmlns:a="http://schemas.openxmlformats.org/drawingml/2006/main" w="5145">
            <a:solidFill>
              <a:srgbClr val="4A2A73"/>
            </a:solidFill>
            <a:prstDash val="solid"/>
          </a:ln>
        </p:spPr>
      </p:sp>
      <p:sp>
        <p:nvSpPr>
          <p:cNvPr id="5" name="text-5 1">
            <a:extLst xmlns:a="http://schemas.openxmlformats.org/drawingml/2006/main">
              <a:ext uri="{FF2B5EF4-FFF2-40B4-BE49-F238E27FC236}">
                <a16:creationId xmlns:a16="http://schemas.microsoft.com/office/drawing/2014/main" id="{0663F6A3-9102-4CBE-B54C-EA727FEFB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40064" y="235626"/>
            <a:ext cx="118209" cy="2247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26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6" name="text-6 Data">
            <a:extLst xmlns:a="http://schemas.openxmlformats.org/drawingml/2006/main">
              <a:ext uri="{FF2B5EF4-FFF2-40B4-BE49-F238E27FC236}">
                <a16:creationId xmlns:a16="http://schemas.microsoft.com/office/drawing/2014/main" id="{253BA9D8-E054-4C2D-BBDA-847252BF9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62405" y="217138"/>
            <a:ext cx="448519" cy="2676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5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Data</a:t>
            </a:r>
          </a:p>
        </p:txBody>
      </p:sp>
      <p:sp>
        <p:nvSpPr>
          <p:cNvPr id="7" name="text-6 Sources">
            <a:extLst xmlns:a="http://schemas.openxmlformats.org/drawingml/2006/main">
              <a:ext uri="{FF2B5EF4-FFF2-40B4-BE49-F238E27FC236}">
                <a16:creationId xmlns:a16="http://schemas.microsoft.com/office/drawing/2014/main" id="{616DFA1A-E506-43CB-AADA-6CE6DA1BC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29701" y="217199"/>
            <a:ext cx="788204" cy="2675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5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Sources</a:t>
            </a:r>
          </a:p>
        </p:txBody>
      </p:sp>
      <p:sp>
        <p:nvSpPr>
          <p:cNvPr id="8" name="text-6 &amp;">
            <a:extLst xmlns:a="http://schemas.openxmlformats.org/drawingml/2006/main">
              <a:ext uri="{FF2B5EF4-FFF2-40B4-BE49-F238E27FC236}">
                <a16:creationId xmlns:a16="http://schemas.microsoft.com/office/drawing/2014/main" id="{7F60EF70-AB43-4722-8028-8830064C2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36694" y="217415"/>
            <a:ext cx="172100" cy="2672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3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3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3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9" name="text-6 Coverage">
            <a:extLst xmlns:a="http://schemas.openxmlformats.org/drawingml/2006/main">
              <a:ext uri="{FF2B5EF4-FFF2-40B4-BE49-F238E27FC236}">
                <a16:creationId xmlns:a16="http://schemas.microsoft.com/office/drawing/2014/main" id="{998D91B6-54BB-42E4-BB1B-76C9E5E0D9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27999" y="217111"/>
            <a:ext cx="905330" cy="2676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5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0" name="path-7">
            <a:extLst xmlns:a="http://schemas.openxmlformats.org/drawingml/2006/main">
              <a:ext uri="{FF2B5EF4-FFF2-40B4-BE49-F238E27FC236}">
                <a16:creationId xmlns:a16="http://schemas.microsoft.com/office/drawing/2014/main" id="{F182B1EB-763E-4125-AEE6-F2913C088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5461" y="605640"/>
            <a:ext cx="2852883" cy="1742294"/>
          </a:xfrm>
          <a:custGeom xmlns:a="http://schemas.openxmlformats.org/drawingml/2006/main">
            <a:pathLst>
              <a:path w="3478933" h="2124631">
                <a:moveTo>
                  <a:pt x="0" y="68106"/>
                </a:moveTo>
                <a:lnTo>
                  <a:pt x="0" y="68106"/>
                </a:lnTo>
                <a:cubicBezTo>
                  <a:pt x="0" y="56012"/>
                  <a:pt x="3146" y="44361"/>
                  <a:pt x="8964" y="34053"/>
                </a:cubicBezTo>
                <a:cubicBezTo>
                  <a:pt x="15240" y="23744"/>
                  <a:pt x="23762" y="14781"/>
                  <a:pt x="34054" y="8963"/>
                </a:cubicBezTo>
                <a:cubicBezTo>
                  <a:pt x="44361" y="3130"/>
                  <a:pt x="56471" y="0"/>
                  <a:pt x="68123" y="0"/>
                </a:cubicBezTo>
                <a:lnTo>
                  <a:pt x="3410368" y="0"/>
                </a:lnTo>
                <a:cubicBezTo>
                  <a:pt x="3422462" y="0"/>
                  <a:pt x="3434113" y="3130"/>
                  <a:pt x="3444420" y="8963"/>
                </a:cubicBezTo>
                <a:cubicBezTo>
                  <a:pt x="3454729" y="15223"/>
                  <a:pt x="3463692" y="23744"/>
                  <a:pt x="3469510" y="34053"/>
                </a:cubicBezTo>
                <a:cubicBezTo>
                  <a:pt x="3475344" y="44361"/>
                  <a:pt x="3478475" y="56455"/>
                  <a:pt x="3478475" y="68106"/>
                </a:cubicBezTo>
                <a:lnTo>
                  <a:pt x="3478933" y="2056066"/>
                </a:lnTo>
                <a:cubicBezTo>
                  <a:pt x="3478933" y="2068176"/>
                  <a:pt x="3475787" y="2079827"/>
                  <a:pt x="3469969" y="2090134"/>
                </a:cubicBezTo>
                <a:cubicBezTo>
                  <a:pt x="3463692" y="2100443"/>
                  <a:pt x="3455171" y="2109391"/>
                  <a:pt x="3444864" y="2115225"/>
                </a:cubicBezTo>
                <a:cubicBezTo>
                  <a:pt x="3434556" y="2121043"/>
                  <a:pt x="3422462" y="2124189"/>
                  <a:pt x="3410810" y="2124189"/>
                </a:cubicBezTo>
                <a:lnTo>
                  <a:pt x="68123" y="2124631"/>
                </a:lnTo>
                <a:cubicBezTo>
                  <a:pt x="56013" y="2124631"/>
                  <a:pt x="44361" y="2121500"/>
                  <a:pt x="34054" y="2115668"/>
                </a:cubicBezTo>
                <a:cubicBezTo>
                  <a:pt x="23762" y="2109391"/>
                  <a:pt x="14798" y="2100886"/>
                  <a:pt x="8964" y="2090578"/>
                </a:cubicBezTo>
                <a:cubicBezTo>
                  <a:pt x="3146" y="2080270"/>
                  <a:pt x="0" y="2068176"/>
                  <a:pt x="0" y="2056524"/>
                </a:cubicBezTo>
                <a:lnTo>
                  <a:pt x="0" y="68106"/>
                </a:lnTo>
              </a:path>
            </a:pathLst>
          </a:custGeom>
          <a:solidFill xmlns:a="http://schemas.openxmlformats.org/drawingml/2006/main">
            <a:srgbClr val="FEFDFF"/>
          </a:solidFill>
          <a:ln xmlns:a="http://schemas.openxmlformats.org/drawingml/2006/main" w="12862">
            <a:solidFill>
              <a:srgbClr val="A98FCB"/>
            </a:solidFill>
            <a:prstDash val="solid"/>
          </a:ln>
        </p:spPr>
      </p:sp>
      <p:sp>
        <p:nvSpPr>
          <p:cNvPr id="11" name="path-8">
            <a:extLst xmlns:a="http://schemas.openxmlformats.org/drawingml/2006/main">
              <a:ext uri="{FF2B5EF4-FFF2-40B4-BE49-F238E27FC236}">
                <a16:creationId xmlns:a16="http://schemas.microsoft.com/office/drawing/2014/main" id="{0D19BBF2-AD42-48A1-85EB-FA55CBEEE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6982" y="605640"/>
            <a:ext cx="2826047" cy="1742294"/>
          </a:xfrm>
          <a:custGeom xmlns:a="http://schemas.openxmlformats.org/drawingml/2006/main">
            <a:pathLst>
              <a:path w="3446207" h="2124631">
                <a:moveTo>
                  <a:pt x="0" y="68106"/>
                </a:moveTo>
                <a:lnTo>
                  <a:pt x="0" y="68106"/>
                </a:lnTo>
                <a:cubicBezTo>
                  <a:pt x="0" y="56012"/>
                  <a:pt x="3130" y="44361"/>
                  <a:pt x="8964" y="34053"/>
                </a:cubicBezTo>
                <a:cubicBezTo>
                  <a:pt x="15240" y="23744"/>
                  <a:pt x="23745" y="14781"/>
                  <a:pt x="34053" y="8963"/>
                </a:cubicBezTo>
                <a:cubicBezTo>
                  <a:pt x="44361" y="3130"/>
                  <a:pt x="56471" y="0"/>
                  <a:pt x="68122" y="0"/>
                </a:cubicBezTo>
                <a:lnTo>
                  <a:pt x="3377642" y="0"/>
                </a:lnTo>
                <a:cubicBezTo>
                  <a:pt x="3389751" y="0"/>
                  <a:pt x="3401402" y="3130"/>
                  <a:pt x="3411711" y="8963"/>
                </a:cubicBezTo>
                <a:cubicBezTo>
                  <a:pt x="3422003" y="15223"/>
                  <a:pt x="3430967" y="23744"/>
                  <a:pt x="3436801" y="34053"/>
                </a:cubicBezTo>
                <a:cubicBezTo>
                  <a:pt x="3442618" y="44361"/>
                  <a:pt x="3445764" y="56455"/>
                  <a:pt x="3445764" y="68106"/>
                </a:cubicBezTo>
                <a:lnTo>
                  <a:pt x="3446207" y="2056066"/>
                </a:lnTo>
                <a:cubicBezTo>
                  <a:pt x="3446207" y="2068176"/>
                  <a:pt x="3443077" y="2079827"/>
                  <a:pt x="3437243" y="2090134"/>
                </a:cubicBezTo>
                <a:cubicBezTo>
                  <a:pt x="3430967" y="2100443"/>
                  <a:pt x="3422461" y="2109391"/>
                  <a:pt x="3412154" y="2115225"/>
                </a:cubicBezTo>
                <a:cubicBezTo>
                  <a:pt x="3401846" y="2121043"/>
                  <a:pt x="3389751" y="2124189"/>
                  <a:pt x="3378100" y="2124189"/>
                </a:cubicBezTo>
                <a:lnTo>
                  <a:pt x="68122" y="2124631"/>
                </a:lnTo>
                <a:cubicBezTo>
                  <a:pt x="56013" y="2124631"/>
                  <a:pt x="44361" y="2121500"/>
                  <a:pt x="34053" y="2115668"/>
                </a:cubicBezTo>
                <a:cubicBezTo>
                  <a:pt x="23745" y="2109391"/>
                  <a:pt x="14781" y="2100886"/>
                  <a:pt x="8964" y="2090578"/>
                </a:cubicBezTo>
                <a:cubicBezTo>
                  <a:pt x="3130" y="2080270"/>
                  <a:pt x="0" y="2068176"/>
                  <a:pt x="0" y="2056524"/>
                </a:cubicBezTo>
                <a:lnTo>
                  <a:pt x="0" y="68106"/>
                </a:lnTo>
              </a:path>
            </a:pathLst>
          </a:custGeom>
          <a:solidFill xmlns:a="http://schemas.openxmlformats.org/drawingml/2006/main">
            <a:srgbClr val="F7FBFE"/>
          </a:solidFill>
          <a:ln xmlns:a="http://schemas.openxmlformats.org/drawingml/2006/main" w="12862">
            <a:solidFill>
              <a:srgbClr val="9CBEE0"/>
            </a:solidFill>
            <a:prstDash val="solid"/>
          </a:ln>
        </p:spPr>
      </p:sp>
      <p:sp>
        <p:nvSpPr>
          <p:cNvPr id="12" name="path-9">
            <a:extLst xmlns:a="http://schemas.openxmlformats.org/drawingml/2006/main">
              <a:ext uri="{FF2B5EF4-FFF2-40B4-BE49-F238E27FC236}">
                <a16:creationId xmlns:a16="http://schemas.microsoft.com/office/drawing/2014/main" id="{74E304B3-BEB7-4AAD-8228-EBF5C50C9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5461" y="2689704"/>
            <a:ext cx="2852883" cy="1742308"/>
          </a:xfrm>
          <a:custGeom xmlns:a="http://schemas.openxmlformats.org/drawingml/2006/main">
            <a:pathLst>
              <a:path w="3478933" h="2124648">
                <a:moveTo>
                  <a:pt x="0" y="68123"/>
                </a:moveTo>
                <a:lnTo>
                  <a:pt x="0" y="68123"/>
                </a:lnTo>
                <a:cubicBezTo>
                  <a:pt x="0" y="56028"/>
                  <a:pt x="3146" y="44377"/>
                  <a:pt x="8964" y="34070"/>
                </a:cubicBezTo>
                <a:cubicBezTo>
                  <a:pt x="15240" y="23761"/>
                  <a:pt x="23762" y="14798"/>
                  <a:pt x="34054" y="8964"/>
                </a:cubicBezTo>
                <a:cubicBezTo>
                  <a:pt x="44361" y="3147"/>
                  <a:pt x="56471" y="0"/>
                  <a:pt x="68123" y="0"/>
                </a:cubicBezTo>
                <a:lnTo>
                  <a:pt x="3410368" y="0"/>
                </a:lnTo>
                <a:cubicBezTo>
                  <a:pt x="3422462" y="0"/>
                  <a:pt x="3434113" y="3147"/>
                  <a:pt x="3444420" y="8964"/>
                </a:cubicBezTo>
                <a:cubicBezTo>
                  <a:pt x="3454729" y="15240"/>
                  <a:pt x="3463692" y="23761"/>
                  <a:pt x="3469510" y="34070"/>
                </a:cubicBezTo>
                <a:cubicBezTo>
                  <a:pt x="3475344" y="44377"/>
                  <a:pt x="3478475" y="56472"/>
                  <a:pt x="3478475" y="68123"/>
                </a:cubicBezTo>
                <a:lnTo>
                  <a:pt x="3478933" y="2056083"/>
                </a:lnTo>
                <a:cubicBezTo>
                  <a:pt x="3478933" y="2068177"/>
                  <a:pt x="3475787" y="2079829"/>
                  <a:pt x="3469969" y="2090136"/>
                </a:cubicBezTo>
                <a:cubicBezTo>
                  <a:pt x="3463692" y="2100444"/>
                  <a:pt x="3455171" y="2109408"/>
                  <a:pt x="3444864" y="2115241"/>
                </a:cubicBezTo>
                <a:cubicBezTo>
                  <a:pt x="3434556" y="2121059"/>
                  <a:pt x="3422462" y="2124205"/>
                  <a:pt x="3410810" y="2124205"/>
                </a:cubicBezTo>
                <a:lnTo>
                  <a:pt x="68123" y="2124648"/>
                </a:lnTo>
                <a:cubicBezTo>
                  <a:pt x="56013" y="2124648"/>
                  <a:pt x="44361" y="2121518"/>
                  <a:pt x="34054" y="2115684"/>
                </a:cubicBezTo>
                <a:cubicBezTo>
                  <a:pt x="23762" y="2109408"/>
                  <a:pt x="14798" y="2100902"/>
                  <a:pt x="8964" y="2090595"/>
                </a:cubicBezTo>
                <a:cubicBezTo>
                  <a:pt x="3146" y="2080287"/>
                  <a:pt x="0" y="2068177"/>
                  <a:pt x="0" y="2056525"/>
                </a:cubicBezTo>
                <a:lnTo>
                  <a:pt x="0" y="68123"/>
                </a:lnTo>
              </a:path>
            </a:pathLst>
          </a:custGeom>
          <a:solidFill xmlns:a="http://schemas.openxmlformats.org/drawingml/2006/main">
            <a:srgbClr val="F8FDFA"/>
          </a:solidFill>
          <a:ln xmlns:a="http://schemas.openxmlformats.org/drawingml/2006/main" w="12862">
            <a:solidFill>
              <a:srgbClr val="9CCCB0"/>
            </a:solidFill>
            <a:prstDash val="solid"/>
          </a:ln>
        </p:spPr>
      </p:sp>
      <p:sp>
        <p:nvSpPr>
          <p:cNvPr id="13" name="path-10">
            <a:extLst xmlns:a="http://schemas.openxmlformats.org/drawingml/2006/main">
              <a:ext uri="{FF2B5EF4-FFF2-40B4-BE49-F238E27FC236}">
                <a16:creationId xmlns:a16="http://schemas.microsoft.com/office/drawing/2014/main" id="{F69A1BBD-53D7-4766-823D-282BBAA33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6982" y="2689704"/>
            <a:ext cx="2826047" cy="1742308"/>
          </a:xfrm>
          <a:custGeom xmlns:a="http://schemas.openxmlformats.org/drawingml/2006/main">
            <a:pathLst>
              <a:path w="3446207" h="2124648">
                <a:moveTo>
                  <a:pt x="0" y="68123"/>
                </a:moveTo>
                <a:lnTo>
                  <a:pt x="0" y="68123"/>
                </a:lnTo>
                <a:cubicBezTo>
                  <a:pt x="0" y="56028"/>
                  <a:pt x="3130" y="44377"/>
                  <a:pt x="8964" y="34070"/>
                </a:cubicBezTo>
                <a:cubicBezTo>
                  <a:pt x="15240" y="23761"/>
                  <a:pt x="23745" y="14798"/>
                  <a:pt x="34053" y="8964"/>
                </a:cubicBezTo>
                <a:cubicBezTo>
                  <a:pt x="44361" y="3147"/>
                  <a:pt x="56471" y="0"/>
                  <a:pt x="68122" y="0"/>
                </a:cubicBezTo>
                <a:lnTo>
                  <a:pt x="3377642" y="0"/>
                </a:lnTo>
                <a:cubicBezTo>
                  <a:pt x="3389751" y="0"/>
                  <a:pt x="3401402" y="3147"/>
                  <a:pt x="3411711" y="8964"/>
                </a:cubicBezTo>
                <a:cubicBezTo>
                  <a:pt x="3422003" y="15240"/>
                  <a:pt x="3430967" y="23761"/>
                  <a:pt x="3436801" y="34070"/>
                </a:cubicBezTo>
                <a:cubicBezTo>
                  <a:pt x="3442618" y="44377"/>
                  <a:pt x="3445764" y="56472"/>
                  <a:pt x="3445764" y="68123"/>
                </a:cubicBezTo>
                <a:lnTo>
                  <a:pt x="3446207" y="2056083"/>
                </a:lnTo>
                <a:cubicBezTo>
                  <a:pt x="3446207" y="2068177"/>
                  <a:pt x="3443077" y="2079829"/>
                  <a:pt x="3437243" y="2090136"/>
                </a:cubicBezTo>
                <a:cubicBezTo>
                  <a:pt x="3430967" y="2100444"/>
                  <a:pt x="3422461" y="2109408"/>
                  <a:pt x="3412154" y="2115241"/>
                </a:cubicBezTo>
                <a:cubicBezTo>
                  <a:pt x="3401846" y="2121059"/>
                  <a:pt x="3389751" y="2124205"/>
                  <a:pt x="3378100" y="2124205"/>
                </a:cubicBezTo>
                <a:lnTo>
                  <a:pt x="68122" y="2124648"/>
                </a:lnTo>
                <a:cubicBezTo>
                  <a:pt x="56013" y="2124648"/>
                  <a:pt x="44361" y="2121518"/>
                  <a:pt x="34053" y="2115684"/>
                </a:cubicBezTo>
                <a:cubicBezTo>
                  <a:pt x="23745" y="2109408"/>
                  <a:pt x="14781" y="2100902"/>
                  <a:pt x="8964" y="2090595"/>
                </a:cubicBezTo>
                <a:cubicBezTo>
                  <a:pt x="3130" y="2080287"/>
                  <a:pt x="0" y="2068177"/>
                  <a:pt x="0" y="2056525"/>
                </a:cubicBezTo>
                <a:lnTo>
                  <a:pt x="0" y="68123"/>
                </a:lnTo>
              </a:path>
            </a:pathLst>
          </a:custGeom>
          <a:solidFill xmlns:a="http://schemas.openxmlformats.org/drawingml/2006/main">
            <a:srgbClr val="FFFDF8"/>
          </a:solidFill>
          <a:ln xmlns:a="http://schemas.openxmlformats.org/drawingml/2006/main" w="12862">
            <a:solidFill>
              <a:srgbClr val="EEBB90"/>
            </a:solidFill>
            <a:prstDash val="solid"/>
          </a:ln>
        </p:spPr>
      </p:sp>
      <p:sp>
        <p:nvSpPr>
          <p:cNvPr id="14" name="text-11 Content">
            <a:extLst xmlns:a="http://schemas.openxmlformats.org/drawingml/2006/main">
              <a:ext uri="{FF2B5EF4-FFF2-40B4-BE49-F238E27FC236}">
                <a16:creationId xmlns:a16="http://schemas.microsoft.com/office/drawing/2014/main" id="{010C2DAD-5CE9-4EB7-9C15-4373DDB41B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09609" y="662885"/>
            <a:ext cx="657492" cy="2326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9" b="1" i="0">
                <a:solidFill>
                  <a:srgbClr val="6B3FA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9" b="1" i="0">
                <a:solidFill>
                  <a:srgbClr val="6B3FA0"/>
                </a:solidFill>
                <a:latin typeface="Arial"/>
                <a:ea typeface="Arial"/>
                <a:cs typeface="Arial"/>
              </a:defRPr>
            </a:pPr>
            <a:r>
              <a:rPr sz="1309" b="1" i="0">
                <a:solidFill>
                  <a:srgbClr val="6B3FA0"/>
                </a:solidFill>
                <a:latin typeface="Arial"/>
                <a:ea typeface="Arial"/>
                <a:cs typeface="Arial"/>
              </a:rPr>
              <a:t>Content</a:t>
            </a:r>
          </a:p>
        </p:txBody>
      </p:sp>
      <p:sp>
        <p:nvSpPr>
          <p:cNvPr id="15" name="text-11 &amp;">
            <a:extLst xmlns:a="http://schemas.openxmlformats.org/drawingml/2006/main">
              <a:ext uri="{FF2B5EF4-FFF2-40B4-BE49-F238E27FC236}">
                <a16:creationId xmlns:a16="http://schemas.microsoft.com/office/drawing/2014/main" id="{CDADB90F-917F-42B8-9BF9-DBDDA7C719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83367" y="662896"/>
            <a:ext cx="149873" cy="2326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8" b="1" i="0">
                <a:solidFill>
                  <a:srgbClr val="6B3FA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8" b="1" i="0">
                <a:solidFill>
                  <a:srgbClr val="6B3FA0"/>
                </a:solidFill>
                <a:latin typeface="Arial"/>
                <a:ea typeface="Arial"/>
                <a:cs typeface="Arial"/>
              </a:defRPr>
            </a:pPr>
            <a:r>
              <a:rPr sz="1308" b="1" i="0">
                <a:solidFill>
                  <a:srgbClr val="6B3FA0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16" name="text-11 Domains">
            <a:extLst xmlns:a="http://schemas.openxmlformats.org/drawingml/2006/main">
              <a:ext uri="{FF2B5EF4-FFF2-40B4-BE49-F238E27FC236}">
                <a16:creationId xmlns:a16="http://schemas.microsoft.com/office/drawing/2014/main" id="{D15FE22B-5C11-4234-B3EB-9BC0E3FBD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49647" y="662734"/>
            <a:ext cx="732294" cy="2328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10" b="1" i="0">
                <a:solidFill>
                  <a:srgbClr val="6B3FA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10" b="1" i="0">
                <a:solidFill>
                  <a:srgbClr val="6B3FA0"/>
                </a:solidFill>
                <a:latin typeface="Arial"/>
                <a:ea typeface="Arial"/>
                <a:cs typeface="Arial"/>
              </a:defRPr>
            </a:pPr>
            <a:r>
              <a:rPr sz="1310" b="1" i="0">
                <a:solidFill>
                  <a:srgbClr val="6B3FA0"/>
                </a:solidFill>
                <a:latin typeface="Arial"/>
                <a:ea typeface="Arial"/>
                <a:cs typeface="Arial"/>
              </a:rPr>
              <a:t>Domains</a:t>
            </a:r>
          </a:p>
        </p:txBody>
      </p:sp>
      <p:sp>
        <p:nvSpPr>
          <p:cNvPr id="17" name="text-12 Layout">
            <a:extLst xmlns:a="http://schemas.openxmlformats.org/drawingml/2006/main">
              <a:ext uri="{FF2B5EF4-FFF2-40B4-BE49-F238E27FC236}">
                <a16:creationId xmlns:a16="http://schemas.microsoft.com/office/drawing/2014/main" id="{CC3E90C6-63E8-4286-A88B-AA5AEAB77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55580" y="662882"/>
            <a:ext cx="574601" cy="2326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9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9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309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Layout</a:t>
            </a:r>
          </a:p>
        </p:txBody>
      </p:sp>
      <p:sp>
        <p:nvSpPr>
          <p:cNvPr id="18" name="text-12 &amp;">
            <a:extLst xmlns:a="http://schemas.openxmlformats.org/drawingml/2006/main">
              <a:ext uri="{FF2B5EF4-FFF2-40B4-BE49-F238E27FC236}">
                <a16:creationId xmlns:a16="http://schemas.microsoft.com/office/drawing/2014/main" id="{12616CEA-BFD3-47D7-8849-4A0ED7AFF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46446" y="662897"/>
            <a:ext cx="149873" cy="2326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8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8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308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19" name="text-12 Element">
            <a:extLst xmlns:a="http://schemas.openxmlformats.org/drawingml/2006/main">
              <a:ext uri="{FF2B5EF4-FFF2-40B4-BE49-F238E27FC236}">
                <a16:creationId xmlns:a16="http://schemas.microsoft.com/office/drawing/2014/main" id="{F221D53C-46C2-4B94-BCB9-6E20E1BB5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12726" y="662758"/>
            <a:ext cx="676784" cy="2328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10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10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310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Element</a:t>
            </a:r>
          </a:p>
        </p:txBody>
      </p:sp>
      <p:sp>
        <p:nvSpPr>
          <p:cNvPr id="20" name="text-12 Composition">
            <a:extLst xmlns:a="http://schemas.openxmlformats.org/drawingml/2006/main">
              <a:ext uri="{FF2B5EF4-FFF2-40B4-BE49-F238E27FC236}">
                <a16:creationId xmlns:a16="http://schemas.microsoft.com/office/drawing/2014/main" id="{2A332F46-E983-4F5C-9AF0-C9F9999D7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05752" y="662785"/>
            <a:ext cx="1045856" cy="2327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9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9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309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Composition</a:t>
            </a:r>
          </a:p>
        </p:txBody>
      </p:sp>
      <p:sp>
        <p:nvSpPr>
          <p:cNvPr id="21" name="text-13 Language">
            <a:extLst xmlns:a="http://schemas.openxmlformats.org/drawingml/2006/main">
              <a:ext uri="{FF2B5EF4-FFF2-40B4-BE49-F238E27FC236}">
                <a16:creationId xmlns:a16="http://schemas.microsoft.com/office/drawing/2014/main" id="{B00EDF82-7B66-4F4E-A7BE-C6ADDC68E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75510" y="2746886"/>
            <a:ext cx="815006" cy="2327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9" b="1" i="0">
                <a:solidFill>
                  <a:srgbClr val="1E7A4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9" b="1" i="0">
                <a:solidFill>
                  <a:srgbClr val="1E7A45"/>
                </a:solidFill>
                <a:latin typeface="Arial"/>
                <a:ea typeface="Arial"/>
                <a:cs typeface="Arial"/>
              </a:defRPr>
            </a:pPr>
            <a:r>
              <a:rPr sz="1309" b="1" i="0">
                <a:solidFill>
                  <a:srgbClr val="1E7A45"/>
                </a:solidFill>
                <a:latin typeface="Arial"/>
                <a:ea typeface="Arial"/>
                <a:cs typeface="Arial"/>
              </a:rPr>
              <a:t>Language</a:t>
            </a:r>
          </a:p>
        </p:txBody>
      </p:sp>
      <p:sp>
        <p:nvSpPr>
          <p:cNvPr id="22" name="text-13 &amp;">
            <a:extLst xmlns:a="http://schemas.openxmlformats.org/drawingml/2006/main">
              <a:ext uri="{FF2B5EF4-FFF2-40B4-BE49-F238E27FC236}">
                <a16:creationId xmlns:a16="http://schemas.microsoft.com/office/drawing/2014/main" id="{1601E045-B71B-45C6-97F2-569C6634E9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06910" y="2746975"/>
            <a:ext cx="149873" cy="2326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8" b="1" i="0">
                <a:solidFill>
                  <a:srgbClr val="1E7A4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8" b="1" i="0">
                <a:solidFill>
                  <a:srgbClr val="1E7A45"/>
                </a:solidFill>
                <a:latin typeface="Arial"/>
                <a:ea typeface="Arial"/>
                <a:cs typeface="Arial"/>
              </a:defRPr>
            </a:pPr>
            <a:r>
              <a:rPr sz="1308" b="1" i="0">
                <a:solidFill>
                  <a:srgbClr val="1E7A45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23" name="text-13 Writing">
            <a:extLst xmlns:a="http://schemas.openxmlformats.org/drawingml/2006/main">
              <a:ext uri="{FF2B5EF4-FFF2-40B4-BE49-F238E27FC236}">
                <a16:creationId xmlns:a16="http://schemas.microsoft.com/office/drawing/2014/main" id="{29FAB1C8-5FE2-4555-9013-7B41E5B11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73189" y="2746941"/>
            <a:ext cx="599162" cy="2326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9" b="1" i="0">
                <a:solidFill>
                  <a:srgbClr val="1E7A4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9" b="1" i="0">
                <a:solidFill>
                  <a:srgbClr val="1E7A45"/>
                </a:solidFill>
                <a:latin typeface="Arial"/>
                <a:ea typeface="Arial"/>
                <a:cs typeface="Arial"/>
              </a:defRPr>
            </a:pPr>
            <a:r>
              <a:rPr sz="1309" b="1" i="0">
                <a:solidFill>
                  <a:srgbClr val="1E7A45"/>
                </a:solidFill>
                <a:latin typeface="Arial"/>
                <a:ea typeface="Arial"/>
                <a:cs typeface="Arial"/>
              </a:rPr>
              <a:t>Writing</a:t>
            </a:r>
          </a:p>
        </p:txBody>
      </p:sp>
      <p:sp>
        <p:nvSpPr>
          <p:cNvPr id="24" name="text-13 Style">
            <a:extLst xmlns:a="http://schemas.openxmlformats.org/drawingml/2006/main">
              <a:ext uri="{FF2B5EF4-FFF2-40B4-BE49-F238E27FC236}">
                <a16:creationId xmlns:a16="http://schemas.microsoft.com/office/drawing/2014/main" id="{CB8646E1-4342-4BA1-8B89-01FB27B9B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88807" y="2746880"/>
            <a:ext cx="427297" cy="2327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9" b="1" i="0">
                <a:solidFill>
                  <a:srgbClr val="1E7A4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9" b="1" i="0">
                <a:solidFill>
                  <a:srgbClr val="1E7A45"/>
                </a:solidFill>
                <a:latin typeface="Arial"/>
                <a:ea typeface="Arial"/>
                <a:cs typeface="Arial"/>
              </a:defRPr>
            </a:pPr>
            <a:r>
              <a:rPr sz="1309" b="1" i="0">
                <a:solidFill>
                  <a:srgbClr val="1E7A45"/>
                </a:solidFill>
                <a:latin typeface="Arial"/>
                <a:ea typeface="Arial"/>
                <a:cs typeface="Arial"/>
              </a:rPr>
              <a:t>Style</a:t>
            </a:r>
          </a:p>
        </p:txBody>
      </p:sp>
      <p:sp>
        <p:nvSpPr>
          <p:cNvPr id="25" name="text-14 Acquisition">
            <a:extLst xmlns:a="http://schemas.openxmlformats.org/drawingml/2006/main">
              <a:ext uri="{FF2B5EF4-FFF2-40B4-BE49-F238E27FC236}">
                <a16:creationId xmlns:a16="http://schemas.microsoft.com/office/drawing/2014/main" id="{2C052622-5030-4919-90EF-7B630E00F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79355" y="2746913"/>
            <a:ext cx="934882" cy="2327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09" b="1" i="0">
                <a:solidFill>
                  <a:srgbClr val="C063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09" b="1" i="0">
                <a:solidFill>
                  <a:srgbClr val="C0631A"/>
                </a:solidFill>
                <a:latin typeface="Arial"/>
                <a:ea typeface="Arial"/>
                <a:cs typeface="Arial"/>
              </a:defRPr>
            </a:pPr>
            <a:r>
              <a:rPr sz="1309" b="1" i="0">
                <a:solidFill>
                  <a:srgbClr val="C0631A"/>
                </a:solidFill>
                <a:latin typeface="Arial"/>
                <a:ea typeface="Arial"/>
                <a:cs typeface="Arial"/>
              </a:rPr>
              <a:t>Acquisition</a:t>
            </a:r>
          </a:p>
        </p:txBody>
      </p:sp>
      <p:sp>
        <p:nvSpPr>
          <p:cNvPr id="26" name="text-14 Conditions">
            <a:extLst xmlns:a="http://schemas.openxmlformats.org/drawingml/2006/main">
              <a:ext uri="{FF2B5EF4-FFF2-40B4-BE49-F238E27FC236}">
                <a16:creationId xmlns:a16="http://schemas.microsoft.com/office/drawing/2014/main" id="{C020626D-BFDD-4D83-AEE1-C5C906F8D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30521" y="2746814"/>
            <a:ext cx="898241" cy="2328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10" b="1" i="0">
                <a:solidFill>
                  <a:srgbClr val="C063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10" b="1" i="0">
                <a:solidFill>
                  <a:srgbClr val="C0631A"/>
                </a:solidFill>
                <a:latin typeface="Arial"/>
                <a:ea typeface="Arial"/>
                <a:cs typeface="Arial"/>
              </a:defRPr>
            </a:pPr>
            <a:r>
              <a:rPr sz="1310" b="1" i="0">
                <a:solidFill>
                  <a:srgbClr val="C0631A"/>
                </a:solidFill>
                <a:latin typeface="Arial"/>
                <a:ea typeface="Arial"/>
                <a:cs typeface="Arial"/>
              </a:rPr>
              <a:t>Conditions</a:t>
            </a:r>
          </a:p>
        </p:txBody>
      </p:sp>
      <p:pic>
        <p:nvPicPr>
          <p:cNvPr id="27" name="">
            <a:extLst xmlns:a="http://schemas.openxmlformats.org/drawingml/2006/main">
              <a:ext uri="{FF2B5EF4-FFF2-40B4-BE49-F238E27FC236}">
                <a16:creationId xmlns:a16="http://schemas.microsoft.com/office/drawing/2014/main" id="{D2D6F2CD-E1CC-4517-AFF6-035B11F82CA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a91388b9b414ead"/>
          <a:stretch xmlns:a="http://schemas.openxmlformats.org/drawingml/2006/main"/>
        </p:blipFill>
        <p:spPr>
          <a:xfrm xmlns:a="http://schemas.openxmlformats.org/drawingml/2006/main">
            <a:off x="1941787" y="967620"/>
            <a:ext cx="256878" cy="256878"/>
          </a:xfrm>
          <a:prstGeom xmlns:a="http://schemas.openxmlformats.org/drawingml/2006/main" prst="rect">
            <a:avLst/>
          </a:prstGeom>
        </p:spPr>
      </p:pic>
      <p:sp>
        <p:nvSpPr>
          <p:cNvPr id="28" name="text-16 Academic">
            <a:extLst xmlns:a="http://schemas.openxmlformats.org/drawingml/2006/main">
              <a:ext uri="{FF2B5EF4-FFF2-40B4-BE49-F238E27FC236}">
                <a16:creationId xmlns:a16="http://schemas.microsoft.com/office/drawing/2014/main" id="{8A1F8A48-30D9-4EBC-9AB4-B40364274B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87601" y="936171"/>
            <a:ext cx="652643" cy="1999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Academic</a:t>
            </a:r>
          </a:p>
        </p:txBody>
      </p:sp>
      <p:sp>
        <p:nvSpPr>
          <p:cNvPr id="29" name="text-17 papers">
            <a:extLst xmlns:a="http://schemas.openxmlformats.org/drawingml/2006/main">
              <a:ext uri="{FF2B5EF4-FFF2-40B4-BE49-F238E27FC236}">
                <a16:creationId xmlns:a16="http://schemas.microsoft.com/office/drawing/2014/main" id="{A2071852-16B9-4D65-AFBF-0CC7EF242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87601" y="1090162"/>
            <a:ext cx="462292" cy="1999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papers</a:t>
            </a:r>
          </a:p>
        </p:txBody>
      </p:sp>
      <p:pic>
        <p:nvPicPr>
          <p:cNvPr id="30" name="">
            <a:extLst xmlns:a="http://schemas.openxmlformats.org/drawingml/2006/main">
              <a:ext uri="{FF2B5EF4-FFF2-40B4-BE49-F238E27FC236}">
                <a16:creationId xmlns:a16="http://schemas.microsoft.com/office/drawing/2014/main" id="{3E16527D-B09A-483C-B447-30EEE975107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1eb12a539d04839"/>
          <a:stretch xmlns:a="http://schemas.openxmlformats.org/drawingml/2006/main"/>
        </p:blipFill>
        <p:spPr>
          <a:xfrm xmlns:a="http://schemas.openxmlformats.org/drawingml/2006/main">
            <a:off x="1941787" y="1421481"/>
            <a:ext cx="256878" cy="256878"/>
          </a:xfrm>
          <a:prstGeom xmlns:a="http://schemas.openxmlformats.org/drawingml/2006/main" prst="rect">
            <a:avLst/>
          </a:prstGeom>
        </p:spPr>
      </p:pic>
      <p:sp>
        <p:nvSpPr>
          <p:cNvPr id="31" name="text-19 Textbooks">
            <a:extLst xmlns:a="http://schemas.openxmlformats.org/drawingml/2006/main">
              <a:ext uri="{FF2B5EF4-FFF2-40B4-BE49-F238E27FC236}">
                <a16:creationId xmlns:a16="http://schemas.microsoft.com/office/drawing/2014/main" id="{E3B8EF59-7F36-4E12-857C-4F1CA533A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61503" y="1462800"/>
            <a:ext cx="668610" cy="1999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Textbooks</a:t>
            </a:r>
          </a:p>
        </p:txBody>
      </p:sp>
      <p:pic>
        <p:nvPicPr>
          <p:cNvPr id="32" name="">
            <a:extLst xmlns:a="http://schemas.openxmlformats.org/drawingml/2006/main">
              <a:ext uri="{FF2B5EF4-FFF2-40B4-BE49-F238E27FC236}">
                <a16:creationId xmlns:a16="http://schemas.microsoft.com/office/drawing/2014/main" id="{EB638EA8-DF75-4F48-A6EF-7F9171D8388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8319aede99c406b"/>
          <a:stretch xmlns:a="http://schemas.openxmlformats.org/drawingml/2006/main"/>
        </p:blipFill>
        <p:spPr>
          <a:xfrm xmlns:a="http://schemas.openxmlformats.org/drawingml/2006/main">
            <a:off x="1941787" y="1887838"/>
            <a:ext cx="256878" cy="256878"/>
          </a:xfrm>
          <a:prstGeom xmlns:a="http://schemas.openxmlformats.org/drawingml/2006/main" prst="rect">
            <a:avLst/>
          </a:prstGeom>
        </p:spPr>
      </p:pic>
      <p:sp>
        <p:nvSpPr>
          <p:cNvPr id="33" name="text-21 Reports">
            <a:extLst xmlns:a="http://schemas.openxmlformats.org/drawingml/2006/main">
              <a:ext uri="{FF2B5EF4-FFF2-40B4-BE49-F238E27FC236}">
                <a16:creationId xmlns:a16="http://schemas.microsoft.com/office/drawing/2014/main" id="{5B92E2FB-952D-4864-99DF-0FFA6597B3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87601" y="1902787"/>
            <a:ext cx="525298" cy="1997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Reports</a:t>
            </a:r>
          </a:p>
        </p:txBody>
      </p:sp>
      <p:pic>
        <p:nvPicPr>
          <p:cNvPr id="34" name="">
            <a:extLst xmlns:a="http://schemas.openxmlformats.org/drawingml/2006/main">
              <a:ext uri="{FF2B5EF4-FFF2-40B4-BE49-F238E27FC236}">
                <a16:creationId xmlns:a16="http://schemas.microsoft.com/office/drawing/2014/main" id="{B5F88F05-261D-4C0D-B5FA-98A08706971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5e83d8bf8674dc7"/>
          <a:stretch xmlns:a="http://schemas.openxmlformats.org/drawingml/2006/main"/>
        </p:blipFill>
        <p:spPr>
          <a:xfrm xmlns:a="http://schemas.openxmlformats.org/drawingml/2006/main">
            <a:off x="3292334" y="980857"/>
            <a:ext cx="256878" cy="256878"/>
          </a:xfrm>
          <a:prstGeom xmlns:a="http://schemas.openxmlformats.org/drawingml/2006/main" prst="rect">
            <a:avLst/>
          </a:prstGeom>
        </p:spPr>
      </p:pic>
      <p:sp>
        <p:nvSpPr>
          <p:cNvPr id="35" name="text-23 Forms">
            <a:extLst xmlns:a="http://schemas.openxmlformats.org/drawingml/2006/main">
              <a:ext uri="{FF2B5EF4-FFF2-40B4-BE49-F238E27FC236}">
                <a16:creationId xmlns:a16="http://schemas.microsoft.com/office/drawing/2014/main" id="{5A427B08-51EF-426A-8846-3EB43FA390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38888" y="935881"/>
            <a:ext cx="430057" cy="1998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Forms</a:t>
            </a:r>
          </a:p>
        </p:txBody>
      </p:sp>
      <p:sp>
        <p:nvSpPr>
          <p:cNvPr id="36" name="text-23 &amp;">
            <a:extLst xmlns:a="http://schemas.openxmlformats.org/drawingml/2006/main">
              <a:ext uri="{FF2B5EF4-FFF2-40B4-BE49-F238E27FC236}">
                <a16:creationId xmlns:a16="http://schemas.microsoft.com/office/drawing/2014/main" id="{DF84AD4E-EBBB-4776-9607-7354E463DB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83035" y="935962"/>
            <a:ext cx="120778" cy="1997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37" name="text-24 receipts">
            <a:extLst xmlns:a="http://schemas.openxmlformats.org/drawingml/2006/main">
              <a:ext uri="{FF2B5EF4-FFF2-40B4-BE49-F238E27FC236}">
                <a16:creationId xmlns:a16="http://schemas.microsoft.com/office/drawing/2014/main" id="{597A8AC7-F58D-49F7-B88E-9BB693445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38888" y="1089888"/>
            <a:ext cx="525297" cy="1997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receipts</a:t>
            </a:r>
          </a:p>
        </p:txBody>
      </p:sp>
      <p:pic>
        <p:nvPicPr>
          <p:cNvPr id="38" name="">
            <a:extLst xmlns:a="http://schemas.openxmlformats.org/drawingml/2006/main">
              <a:ext uri="{FF2B5EF4-FFF2-40B4-BE49-F238E27FC236}">
                <a16:creationId xmlns:a16="http://schemas.microsoft.com/office/drawing/2014/main" id="{579E6D7A-6258-4BD1-AA47-23667A725AE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9f903641ea74a04"/>
          <a:stretch xmlns:a="http://schemas.openxmlformats.org/drawingml/2006/main"/>
        </p:blipFill>
        <p:spPr>
          <a:xfrm xmlns:a="http://schemas.openxmlformats.org/drawingml/2006/main">
            <a:off x="3292334" y="1421481"/>
            <a:ext cx="256878" cy="256878"/>
          </a:xfrm>
          <a:prstGeom xmlns:a="http://schemas.openxmlformats.org/drawingml/2006/main" prst="rect">
            <a:avLst/>
          </a:prstGeom>
        </p:spPr>
      </p:pic>
      <p:sp>
        <p:nvSpPr>
          <p:cNvPr id="39" name="text-26 News">
            <a:extLst xmlns:a="http://schemas.openxmlformats.org/drawingml/2006/main">
              <a:ext uri="{FF2B5EF4-FFF2-40B4-BE49-F238E27FC236}">
                <a16:creationId xmlns:a16="http://schemas.microsoft.com/office/drawing/2014/main" id="{ABF35AB9-08C0-4EF5-B018-15B9BC32BF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52487" y="1460542"/>
            <a:ext cx="382883" cy="1999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News</a:t>
            </a:r>
          </a:p>
        </p:txBody>
      </p:sp>
      <p:sp>
        <p:nvSpPr>
          <p:cNvPr id="40" name="text-26 &amp;">
            <a:extLst xmlns:a="http://schemas.openxmlformats.org/drawingml/2006/main">
              <a:ext uri="{FF2B5EF4-FFF2-40B4-BE49-F238E27FC236}">
                <a16:creationId xmlns:a16="http://schemas.microsoft.com/office/drawing/2014/main" id="{B841F42A-1884-4E4D-A101-497CB1EE4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49581" y="1460738"/>
            <a:ext cx="120778" cy="1997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41" name="text-26 media">
            <a:extLst xmlns:a="http://schemas.openxmlformats.org/drawingml/2006/main">
              <a:ext uri="{FF2B5EF4-FFF2-40B4-BE49-F238E27FC236}">
                <a16:creationId xmlns:a16="http://schemas.microsoft.com/office/drawing/2014/main" id="{8E4E1C56-34FC-4955-B422-3EE6FDFC4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84465" y="1460614"/>
            <a:ext cx="414545" cy="1998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media</a:t>
            </a:r>
          </a:p>
        </p:txBody>
      </p:sp>
      <p:pic>
        <p:nvPicPr>
          <p:cNvPr id="42" name="">
            <a:extLst xmlns:a="http://schemas.openxmlformats.org/drawingml/2006/main">
              <a:ext uri="{FF2B5EF4-FFF2-40B4-BE49-F238E27FC236}">
                <a16:creationId xmlns:a16="http://schemas.microsoft.com/office/drawing/2014/main" id="{8E5D854A-5EA6-434C-A2DC-ECA15B1BEEA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9e238a568164a11"/>
          <a:stretch xmlns:a="http://schemas.openxmlformats.org/drawingml/2006/main"/>
        </p:blipFill>
        <p:spPr>
          <a:xfrm xmlns:a="http://schemas.openxmlformats.org/drawingml/2006/main">
            <a:off x="3305558" y="1874977"/>
            <a:ext cx="256878" cy="256878"/>
          </a:xfrm>
          <a:prstGeom xmlns:a="http://schemas.openxmlformats.org/drawingml/2006/main" prst="rect">
            <a:avLst/>
          </a:prstGeom>
        </p:spPr>
      </p:pic>
      <p:sp>
        <p:nvSpPr>
          <p:cNvPr id="43" name="text-28 Handwritten">
            <a:extLst xmlns:a="http://schemas.openxmlformats.org/drawingml/2006/main">
              <a:ext uri="{FF2B5EF4-FFF2-40B4-BE49-F238E27FC236}">
                <a16:creationId xmlns:a16="http://schemas.microsoft.com/office/drawing/2014/main" id="{586C8CBA-19F1-44FF-9012-11698DFCA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52487" y="1864145"/>
            <a:ext cx="787399" cy="1998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Handwritten</a:t>
            </a:r>
          </a:p>
        </p:txBody>
      </p:sp>
      <p:sp>
        <p:nvSpPr>
          <p:cNvPr id="44" name="text-29 notes">
            <a:extLst xmlns:a="http://schemas.openxmlformats.org/drawingml/2006/main">
              <a:ext uri="{FF2B5EF4-FFF2-40B4-BE49-F238E27FC236}">
                <a16:creationId xmlns:a16="http://schemas.microsoft.com/office/drawing/2014/main" id="{8D3E4687-69B7-499B-BA39-3186EB3C1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52487" y="2018144"/>
            <a:ext cx="374879" cy="1998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notes</a:t>
            </a:r>
          </a:p>
        </p:txBody>
      </p:sp>
      <p:pic>
        <p:nvPicPr>
          <p:cNvPr id="45" name="">
            <a:extLst xmlns:a="http://schemas.openxmlformats.org/drawingml/2006/main">
              <a:ext uri="{FF2B5EF4-FFF2-40B4-BE49-F238E27FC236}">
                <a16:creationId xmlns:a16="http://schemas.microsoft.com/office/drawing/2014/main" id="{A660E294-9065-46B4-B472-F62C4AFB766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c9556fec02c4829"/>
          <a:stretch xmlns:a="http://schemas.openxmlformats.org/drawingml/2006/main"/>
        </p:blipFill>
        <p:spPr>
          <a:xfrm xmlns:a="http://schemas.openxmlformats.org/drawingml/2006/main">
            <a:off x="5001194" y="904043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46" name="text-31 Single-column">
            <a:extLst xmlns:a="http://schemas.openxmlformats.org/drawingml/2006/main">
              <a:ext uri="{FF2B5EF4-FFF2-40B4-BE49-F238E27FC236}">
                <a16:creationId xmlns:a16="http://schemas.microsoft.com/office/drawing/2014/main" id="{32A032A4-3BE4-463C-A603-567532C64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32350" y="919261"/>
            <a:ext cx="930561" cy="1999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Single-column</a:t>
            </a:r>
          </a:p>
        </p:txBody>
      </p:sp>
      <p:pic>
        <p:nvPicPr>
          <p:cNvPr id="47" name="">
            <a:extLst xmlns:a="http://schemas.openxmlformats.org/drawingml/2006/main">
              <a:ext uri="{FF2B5EF4-FFF2-40B4-BE49-F238E27FC236}">
                <a16:creationId xmlns:a16="http://schemas.microsoft.com/office/drawing/2014/main" id="{F7E740B9-4824-4F75-8FAE-21A3742CF0E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e599aa690394ad0"/>
          <a:stretch xmlns:a="http://schemas.openxmlformats.org/drawingml/2006/main"/>
        </p:blipFill>
        <p:spPr>
          <a:xfrm xmlns:a="http://schemas.openxmlformats.org/drawingml/2006/main">
            <a:off x="5001194" y="1262717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48" name="text-33 Multi-column">
            <a:extLst xmlns:a="http://schemas.openxmlformats.org/drawingml/2006/main">
              <a:ext uri="{FF2B5EF4-FFF2-40B4-BE49-F238E27FC236}">
                <a16:creationId xmlns:a16="http://schemas.microsoft.com/office/drawing/2014/main" id="{11694E4A-1295-4855-A139-C635FD2D9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37861" y="1261413"/>
            <a:ext cx="835029" cy="1999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Multi-column</a:t>
            </a:r>
          </a:p>
        </p:txBody>
      </p:sp>
      <p:pic>
        <p:nvPicPr>
          <p:cNvPr id="49" name="">
            <a:extLst xmlns:a="http://schemas.openxmlformats.org/drawingml/2006/main">
              <a:ext uri="{FF2B5EF4-FFF2-40B4-BE49-F238E27FC236}">
                <a16:creationId xmlns:a16="http://schemas.microsoft.com/office/drawing/2014/main" id="{36844DA7-DAD2-435E-8AD5-20309436E94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cd53c09883e4ee6"/>
          <a:stretch xmlns:a="http://schemas.openxmlformats.org/drawingml/2006/main"/>
        </p:blipFill>
        <p:spPr>
          <a:xfrm xmlns:a="http://schemas.openxmlformats.org/drawingml/2006/main">
            <a:off x="5001194" y="1621755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50" name="text-35 Free-form">
            <a:extLst xmlns:a="http://schemas.openxmlformats.org/drawingml/2006/main">
              <a:ext uri="{FF2B5EF4-FFF2-40B4-BE49-F238E27FC236}">
                <a16:creationId xmlns:a16="http://schemas.microsoft.com/office/drawing/2014/main" id="{94267569-2A08-4F4B-8950-B48D13F66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26464" y="1636411"/>
            <a:ext cx="617732" cy="1894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6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6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6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Free-form</a:t>
            </a:r>
          </a:p>
        </p:txBody>
      </p:sp>
      <p:sp>
        <p:nvSpPr>
          <p:cNvPr id="51" name="text-35 layouts">
            <a:extLst xmlns:a="http://schemas.openxmlformats.org/drawingml/2006/main">
              <a:ext uri="{FF2B5EF4-FFF2-40B4-BE49-F238E27FC236}">
                <a16:creationId xmlns:a16="http://schemas.microsoft.com/office/drawing/2014/main" id="{15B643B4-C589-4A4C-A973-8151431B7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56691" y="1636347"/>
            <a:ext cx="452946" cy="1894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66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66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66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layouts</a:t>
            </a:r>
          </a:p>
        </p:txBody>
      </p:sp>
      <p:pic>
        <p:nvPicPr>
          <p:cNvPr id="52" name="">
            <a:extLst xmlns:a="http://schemas.openxmlformats.org/drawingml/2006/main">
              <a:ext uri="{FF2B5EF4-FFF2-40B4-BE49-F238E27FC236}">
                <a16:creationId xmlns:a16="http://schemas.microsoft.com/office/drawing/2014/main" id="{D41C1910-6B61-48AA-9796-E4B24BF8921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62c376e04b8463f"/>
          <a:stretch xmlns:a="http://schemas.openxmlformats.org/drawingml/2006/main"/>
        </p:blipFill>
        <p:spPr>
          <a:xfrm xmlns:a="http://schemas.openxmlformats.org/drawingml/2006/main">
            <a:off x="5028018" y="2035932"/>
            <a:ext cx="113919" cy="113919"/>
          </a:xfrm>
          <a:prstGeom xmlns:a="http://schemas.openxmlformats.org/drawingml/2006/main" prst="rect">
            <a:avLst/>
          </a:prstGeom>
        </p:spPr>
      </p:pic>
      <p:sp>
        <p:nvSpPr>
          <p:cNvPr id="53" name="text-37 Sparse">
            <a:extLst xmlns:a="http://schemas.openxmlformats.org/drawingml/2006/main">
              <a:ext uri="{FF2B5EF4-FFF2-40B4-BE49-F238E27FC236}">
                <a16:creationId xmlns:a16="http://schemas.microsoft.com/office/drawing/2014/main" id="{4E811FFE-5848-4626-B474-27BDE867F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20955" y="2012625"/>
            <a:ext cx="477991" cy="1998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Sparse</a:t>
            </a:r>
          </a:p>
        </p:txBody>
      </p:sp>
      <p:sp>
        <p:nvSpPr>
          <p:cNvPr id="54" name="text-37 pages">
            <a:extLst xmlns:a="http://schemas.openxmlformats.org/drawingml/2006/main">
              <a:ext uri="{FF2B5EF4-FFF2-40B4-BE49-F238E27FC236}">
                <a16:creationId xmlns:a16="http://schemas.microsoft.com/office/drawing/2014/main" id="{196B9597-0EF4-46F7-96FD-D8D7ABF39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13010" y="2012593"/>
            <a:ext cx="414668" cy="1998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pages</a:t>
            </a:r>
          </a:p>
        </p:txBody>
      </p:sp>
      <p:pic>
        <p:nvPicPr>
          <p:cNvPr id="55" name="">
            <a:extLst xmlns:a="http://schemas.openxmlformats.org/drawingml/2006/main">
              <a:ext uri="{FF2B5EF4-FFF2-40B4-BE49-F238E27FC236}">
                <a16:creationId xmlns:a16="http://schemas.microsoft.com/office/drawing/2014/main" id="{EFC03B51-2808-4979-A824-9B444FE57C6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5b84781abed43b6"/>
          <a:stretch xmlns:a="http://schemas.openxmlformats.org/drawingml/2006/main"/>
        </p:blipFill>
        <p:spPr>
          <a:xfrm xmlns:a="http://schemas.openxmlformats.org/drawingml/2006/main">
            <a:off x="6357628" y="904043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56" name="text-39 Dense">
            <a:extLst xmlns:a="http://schemas.openxmlformats.org/drawingml/2006/main">
              <a:ext uri="{FF2B5EF4-FFF2-40B4-BE49-F238E27FC236}">
                <a16:creationId xmlns:a16="http://schemas.microsoft.com/office/drawing/2014/main" id="{8F24D4AE-DA0A-4BB1-964E-BE448D26A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99804" y="919257"/>
            <a:ext cx="438506" cy="1999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Dense</a:t>
            </a:r>
          </a:p>
        </p:txBody>
      </p:sp>
      <p:sp>
        <p:nvSpPr>
          <p:cNvPr id="57" name="text-39 pages">
            <a:extLst xmlns:a="http://schemas.openxmlformats.org/drawingml/2006/main">
              <a:ext uri="{FF2B5EF4-FFF2-40B4-BE49-F238E27FC236}">
                <a16:creationId xmlns:a16="http://schemas.microsoft.com/office/drawing/2014/main" id="{6429401C-41D0-4AC4-B57A-12DE13F0F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52506" y="919286"/>
            <a:ext cx="414668" cy="1998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pages</a:t>
            </a:r>
          </a:p>
        </p:txBody>
      </p:sp>
      <p:pic>
        <p:nvPicPr>
          <p:cNvPr id="58" name="">
            <a:extLst xmlns:a="http://schemas.openxmlformats.org/drawingml/2006/main">
              <a:ext uri="{FF2B5EF4-FFF2-40B4-BE49-F238E27FC236}">
                <a16:creationId xmlns:a16="http://schemas.microsoft.com/office/drawing/2014/main" id="{4816B6E3-F07D-4922-83D4-C4D46F2FF3E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ff97554ddb6454a"/>
          <a:stretch xmlns:a="http://schemas.openxmlformats.org/drawingml/2006/main"/>
        </p:blipFill>
        <p:spPr>
          <a:xfrm xmlns:a="http://schemas.openxmlformats.org/drawingml/2006/main">
            <a:off x="6357628" y="1262717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59" name="text-41 Formula-rich">
            <a:extLst xmlns:a="http://schemas.openxmlformats.org/drawingml/2006/main">
              <a:ext uri="{FF2B5EF4-FFF2-40B4-BE49-F238E27FC236}">
                <a16:creationId xmlns:a16="http://schemas.microsoft.com/office/drawing/2014/main" id="{5AA63B9B-2D39-4774-940F-29A5F3446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99804" y="1201111"/>
            <a:ext cx="827192" cy="1999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Formula-rich</a:t>
            </a:r>
          </a:p>
        </p:txBody>
      </p:sp>
      <p:sp>
        <p:nvSpPr>
          <p:cNvPr id="60" name="text-42 pages">
            <a:extLst xmlns:a="http://schemas.openxmlformats.org/drawingml/2006/main">
              <a:ext uri="{FF2B5EF4-FFF2-40B4-BE49-F238E27FC236}">
                <a16:creationId xmlns:a16="http://schemas.microsoft.com/office/drawing/2014/main" id="{95928AD6-A5AA-4B71-8720-66F96A388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99804" y="1355138"/>
            <a:ext cx="414668" cy="1998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pages</a:t>
            </a:r>
          </a:p>
        </p:txBody>
      </p:sp>
      <p:pic>
        <p:nvPicPr>
          <p:cNvPr id="61" name="">
            <a:extLst xmlns:a="http://schemas.openxmlformats.org/drawingml/2006/main">
              <a:ext uri="{FF2B5EF4-FFF2-40B4-BE49-F238E27FC236}">
                <a16:creationId xmlns:a16="http://schemas.microsoft.com/office/drawing/2014/main" id="{653E021B-C174-4B0C-ABD9-152F1579A33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043f3cf60ef43fe"/>
          <a:stretch xmlns:a="http://schemas.openxmlformats.org/drawingml/2006/main"/>
        </p:blipFill>
        <p:spPr>
          <a:xfrm xmlns:a="http://schemas.openxmlformats.org/drawingml/2006/main">
            <a:off x="6357628" y="1621755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62" name="text-44 Table-rich">
            <a:extLst xmlns:a="http://schemas.openxmlformats.org/drawingml/2006/main">
              <a:ext uri="{FF2B5EF4-FFF2-40B4-BE49-F238E27FC236}">
                <a16:creationId xmlns:a16="http://schemas.microsoft.com/office/drawing/2014/main" id="{1778A50E-B260-4D2F-BF56-C70C948641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99804" y="1636626"/>
            <a:ext cx="644678" cy="1999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Table-rich</a:t>
            </a:r>
          </a:p>
        </p:txBody>
      </p:sp>
      <p:sp>
        <p:nvSpPr>
          <p:cNvPr id="63" name="text-45 pages">
            <a:extLst xmlns:a="http://schemas.openxmlformats.org/drawingml/2006/main">
              <a:ext uri="{FF2B5EF4-FFF2-40B4-BE49-F238E27FC236}">
                <a16:creationId xmlns:a16="http://schemas.microsoft.com/office/drawing/2014/main" id="{37063B79-B4C0-47B5-AC59-43115B53C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59637" y="1636635"/>
            <a:ext cx="414669" cy="199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pages</a:t>
            </a:r>
          </a:p>
        </p:txBody>
      </p:sp>
      <p:pic>
        <p:nvPicPr>
          <p:cNvPr id="64" name="">
            <a:extLst xmlns:a="http://schemas.openxmlformats.org/drawingml/2006/main">
              <a:ext uri="{FF2B5EF4-FFF2-40B4-BE49-F238E27FC236}">
                <a16:creationId xmlns:a16="http://schemas.microsoft.com/office/drawing/2014/main" id="{59A5B43C-20C6-4AD6-9C1D-400CEB5145E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89d33c8f48643d9"/>
          <a:stretch xmlns:a="http://schemas.openxmlformats.org/drawingml/2006/main"/>
        </p:blipFill>
        <p:spPr>
          <a:xfrm xmlns:a="http://schemas.openxmlformats.org/drawingml/2006/main">
            <a:off x="6357628" y="2014618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65" name="text-47 Mixed">
            <a:extLst xmlns:a="http://schemas.openxmlformats.org/drawingml/2006/main">
              <a:ext uri="{FF2B5EF4-FFF2-40B4-BE49-F238E27FC236}">
                <a16:creationId xmlns:a16="http://schemas.microsoft.com/office/drawing/2014/main" id="{886D6463-F69D-41C1-B6F4-D87FD7455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99441" y="1968346"/>
            <a:ext cx="367970" cy="1810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18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18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18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Mixed</a:t>
            </a:r>
          </a:p>
        </p:txBody>
      </p:sp>
      <p:sp>
        <p:nvSpPr>
          <p:cNvPr id="66" name="text-47 text,">
            <a:extLst xmlns:a="http://schemas.openxmlformats.org/drawingml/2006/main">
              <a:ext uri="{FF2B5EF4-FFF2-40B4-BE49-F238E27FC236}">
                <a16:creationId xmlns:a16="http://schemas.microsoft.com/office/drawing/2014/main" id="{3BE7ECD2-FB35-4BBB-9DC9-A5C14E2C6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79787" y="1968268"/>
            <a:ext cx="267667" cy="1811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text,</a:t>
            </a:r>
          </a:p>
        </p:txBody>
      </p:sp>
      <p:sp>
        <p:nvSpPr>
          <p:cNvPr id="67" name="text-47 image">
            <a:extLst xmlns:a="http://schemas.openxmlformats.org/drawingml/2006/main">
              <a:ext uri="{FF2B5EF4-FFF2-40B4-BE49-F238E27FC236}">
                <a16:creationId xmlns:a16="http://schemas.microsoft.com/office/drawing/2014/main" id="{4A9DC6E2-381E-4794-B4AF-3F9504889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59728" y="1968173"/>
            <a:ext cx="375784" cy="1812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0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0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20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sp>
        <p:nvSpPr>
          <p:cNvPr id="68" name="text-48 &amp;">
            <a:extLst xmlns:a="http://schemas.openxmlformats.org/drawingml/2006/main">
              <a:ext uri="{FF2B5EF4-FFF2-40B4-BE49-F238E27FC236}">
                <a16:creationId xmlns:a16="http://schemas.microsoft.com/office/drawing/2014/main" id="{B48E6739-AF53-44D1-9DBB-94C355226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99441" y="2108283"/>
            <a:ext cx="109884" cy="1816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2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2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22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69" name="text-48 chart">
            <a:extLst xmlns:a="http://schemas.openxmlformats.org/drawingml/2006/main">
              <a:ext uri="{FF2B5EF4-FFF2-40B4-BE49-F238E27FC236}">
                <a16:creationId xmlns:a16="http://schemas.microsoft.com/office/drawing/2014/main" id="{6E1BB7AC-B43B-4BB8-8470-CB56A43C2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21121" y="2108574"/>
            <a:ext cx="311009" cy="1812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0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0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20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chart</a:t>
            </a:r>
          </a:p>
        </p:txBody>
      </p:sp>
      <p:sp>
        <p:nvSpPr>
          <p:cNvPr id="70" name="text-48 layouts">
            <a:extLst xmlns:a="http://schemas.openxmlformats.org/drawingml/2006/main">
              <a:ext uri="{FF2B5EF4-FFF2-40B4-BE49-F238E27FC236}">
                <a16:creationId xmlns:a16="http://schemas.microsoft.com/office/drawing/2014/main" id="{EAD01D6E-E170-48FF-8C4C-290CB4FB2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44389" y="2108630"/>
            <a:ext cx="433090" cy="1812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layouts</a:t>
            </a:r>
          </a:p>
        </p:txBody>
      </p:sp>
      <p:pic>
        <p:nvPicPr>
          <p:cNvPr id="71" name="">
            <a:extLst xmlns:a="http://schemas.openxmlformats.org/drawingml/2006/main">
              <a:ext uri="{FF2B5EF4-FFF2-40B4-BE49-F238E27FC236}">
                <a16:creationId xmlns:a16="http://schemas.microsoft.com/office/drawing/2014/main" id="{B08777D2-8C6A-4BA3-99AC-089CD160F86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4254665e43f429e"/>
          <a:stretch xmlns:a="http://schemas.openxmlformats.org/drawingml/2006/main"/>
        </p:blipFill>
        <p:spPr>
          <a:xfrm xmlns:a="http://schemas.openxmlformats.org/drawingml/2006/main">
            <a:off x="1863144" y="3116378"/>
            <a:ext cx="201390" cy="201390"/>
          </a:xfrm>
          <a:prstGeom xmlns:a="http://schemas.openxmlformats.org/drawingml/2006/main" prst="rect">
            <a:avLst/>
          </a:prstGeom>
        </p:spPr>
      </p:pic>
      <p:pic>
        <p:nvPicPr>
          <p:cNvPr id="72" name="">
            <a:extLst xmlns:a="http://schemas.openxmlformats.org/drawingml/2006/main">
              <a:ext uri="{FF2B5EF4-FFF2-40B4-BE49-F238E27FC236}">
                <a16:creationId xmlns:a16="http://schemas.microsoft.com/office/drawing/2014/main" id="{0308F08A-7A76-481B-9959-06E4CB53306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ecc8cc71f72408a"/>
          <a:stretch xmlns:a="http://schemas.openxmlformats.org/drawingml/2006/main"/>
        </p:blipFill>
        <p:spPr>
          <a:xfrm xmlns:a="http://schemas.openxmlformats.org/drawingml/2006/main">
            <a:off x="1863144" y="3560307"/>
            <a:ext cx="201390" cy="201390"/>
          </a:xfrm>
          <a:prstGeom xmlns:a="http://schemas.openxmlformats.org/drawingml/2006/main" prst="rect">
            <a:avLst/>
          </a:prstGeom>
        </p:spPr>
      </p:pic>
      <p:sp>
        <p:nvSpPr>
          <p:cNvPr id="73" name="text-51 Simplified">
            <a:extLst xmlns:a="http://schemas.openxmlformats.org/drawingml/2006/main">
              <a:ext uri="{FF2B5EF4-FFF2-40B4-BE49-F238E27FC236}">
                <a16:creationId xmlns:a16="http://schemas.microsoft.com/office/drawing/2014/main" id="{26E89444-0ECD-49FC-A7FE-CEC4D7C15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45744" y="3147513"/>
            <a:ext cx="644233" cy="1997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Simplified</a:t>
            </a:r>
          </a:p>
        </p:txBody>
      </p:sp>
      <p:sp>
        <p:nvSpPr>
          <p:cNvPr id="74" name="text-51 Chinese">
            <a:extLst xmlns:a="http://schemas.openxmlformats.org/drawingml/2006/main">
              <a:ext uri="{FF2B5EF4-FFF2-40B4-BE49-F238E27FC236}">
                <a16:creationId xmlns:a16="http://schemas.microsoft.com/office/drawing/2014/main" id="{C0D6A985-3B8C-411A-8DA7-CE2B254C1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04051" y="3147376"/>
            <a:ext cx="549724" cy="1999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Chinese</a:t>
            </a:r>
          </a:p>
        </p:txBody>
      </p:sp>
      <p:sp>
        <p:nvSpPr>
          <p:cNvPr id="75" name="text-52 Traditional">
            <a:extLst xmlns:a="http://schemas.openxmlformats.org/drawingml/2006/main">
              <a:ext uri="{FF2B5EF4-FFF2-40B4-BE49-F238E27FC236}">
                <a16:creationId xmlns:a16="http://schemas.microsoft.com/office/drawing/2014/main" id="{E595D5DF-C624-4C90-A56D-AF68A2FA2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45744" y="3591252"/>
            <a:ext cx="687472" cy="2000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Traditional</a:t>
            </a:r>
          </a:p>
        </p:txBody>
      </p:sp>
      <p:sp>
        <p:nvSpPr>
          <p:cNvPr id="76" name="text-52 Chinese">
            <a:extLst xmlns:a="http://schemas.openxmlformats.org/drawingml/2006/main">
              <a:ext uri="{FF2B5EF4-FFF2-40B4-BE49-F238E27FC236}">
                <a16:creationId xmlns:a16="http://schemas.microsoft.com/office/drawing/2014/main" id="{B301077A-2E0E-41F0-87B7-A479B80B2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47396" y="3591305"/>
            <a:ext cx="549725" cy="1999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Chinese</a:t>
            </a:r>
          </a:p>
        </p:txBody>
      </p:sp>
      <p:sp>
        <p:nvSpPr>
          <p:cNvPr id="77" name="path-53">
            <a:extLst xmlns:a="http://schemas.openxmlformats.org/drawingml/2006/main">
              <a:ext uri="{FF2B5EF4-FFF2-40B4-BE49-F238E27FC236}">
                <a16:creationId xmlns:a16="http://schemas.microsoft.com/office/drawing/2014/main" id="{3C0931DF-4181-41A3-81B3-098175A75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76005" y="4004612"/>
            <a:ext cx="215716" cy="256515"/>
          </a:xfrm>
          <a:custGeom xmlns:a="http://schemas.openxmlformats.org/drawingml/2006/main">
            <a:pathLst>
              <a:path w="263053" h="312806">
                <a:moveTo>
                  <a:pt x="442" y="22860"/>
                </a:moveTo>
                <a:lnTo>
                  <a:pt x="442" y="22860"/>
                </a:lnTo>
                <a:cubicBezTo>
                  <a:pt x="442" y="18829"/>
                  <a:pt x="1344" y="14782"/>
                  <a:pt x="3589" y="11652"/>
                </a:cubicBezTo>
                <a:cubicBezTo>
                  <a:pt x="5375" y="8063"/>
                  <a:pt x="8505" y="4933"/>
                  <a:pt x="11651" y="3130"/>
                </a:cubicBezTo>
                <a:cubicBezTo>
                  <a:pt x="15240" y="1344"/>
                  <a:pt x="19271" y="0"/>
                  <a:pt x="23303" y="0"/>
                </a:cubicBezTo>
                <a:lnTo>
                  <a:pt x="240193" y="443"/>
                </a:lnTo>
                <a:cubicBezTo>
                  <a:pt x="244240" y="443"/>
                  <a:pt x="248271" y="1344"/>
                  <a:pt x="251402" y="3589"/>
                </a:cubicBezTo>
                <a:cubicBezTo>
                  <a:pt x="254991" y="5375"/>
                  <a:pt x="258121" y="8521"/>
                  <a:pt x="259923" y="11652"/>
                </a:cubicBezTo>
                <a:cubicBezTo>
                  <a:pt x="261710" y="15240"/>
                  <a:pt x="263053" y="19272"/>
                  <a:pt x="263053" y="23303"/>
                </a:cubicBezTo>
                <a:lnTo>
                  <a:pt x="263053" y="289945"/>
                </a:lnTo>
                <a:cubicBezTo>
                  <a:pt x="263053" y="293976"/>
                  <a:pt x="262152" y="298008"/>
                  <a:pt x="259923" y="301154"/>
                </a:cubicBezTo>
                <a:cubicBezTo>
                  <a:pt x="258121" y="304743"/>
                  <a:pt x="254991" y="307873"/>
                  <a:pt x="251844" y="309659"/>
                </a:cubicBezTo>
                <a:cubicBezTo>
                  <a:pt x="248271" y="311462"/>
                  <a:pt x="244240" y="312806"/>
                  <a:pt x="240193" y="312806"/>
                </a:cubicBezTo>
                <a:lnTo>
                  <a:pt x="22844" y="312806"/>
                </a:lnTo>
                <a:cubicBezTo>
                  <a:pt x="18813" y="312806"/>
                  <a:pt x="14782" y="311905"/>
                  <a:pt x="11651" y="309659"/>
                </a:cubicBezTo>
                <a:cubicBezTo>
                  <a:pt x="8063" y="307873"/>
                  <a:pt x="4932" y="304743"/>
                  <a:pt x="3130" y="301596"/>
                </a:cubicBezTo>
                <a:cubicBezTo>
                  <a:pt x="1344" y="298008"/>
                  <a:pt x="0" y="293976"/>
                  <a:pt x="0" y="289945"/>
                </a:cubicBezTo>
                <a:lnTo>
                  <a:pt x="442" y="2286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0290">
            <a:solidFill>
              <a:srgbClr val="64748B"/>
            </a:solidFill>
            <a:prstDash val="solid"/>
          </a:ln>
        </p:spPr>
      </p:sp>
      <p:sp>
        <p:nvSpPr>
          <p:cNvPr id="78" name="text-54 En">
            <a:extLst xmlns:a="http://schemas.openxmlformats.org/drawingml/2006/main">
              <a:ext uri="{FF2B5EF4-FFF2-40B4-BE49-F238E27FC236}">
                <a16:creationId xmlns:a16="http://schemas.microsoft.com/office/drawing/2014/main" id="{52A36B5F-DACE-464D-ADF3-B0B465264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15689" y="4057085"/>
            <a:ext cx="156370" cy="1560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77" b="0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77" b="0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877" b="0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En</a:t>
            </a:r>
          </a:p>
        </p:txBody>
      </p:sp>
      <p:sp>
        <p:nvSpPr>
          <p:cNvPr id="79" name="text-55 English">
            <a:extLst xmlns:a="http://schemas.openxmlformats.org/drawingml/2006/main">
              <a:ext uri="{FF2B5EF4-FFF2-40B4-BE49-F238E27FC236}">
                <a16:creationId xmlns:a16="http://schemas.microsoft.com/office/drawing/2014/main" id="{2C1C9B87-6629-4629-A481-738393FDF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45381" y="4035736"/>
            <a:ext cx="493667" cy="1997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English</a:t>
            </a:r>
          </a:p>
        </p:txBody>
      </p:sp>
      <p:pic>
        <p:nvPicPr>
          <p:cNvPr id="80" name="">
            <a:extLst xmlns:a="http://schemas.openxmlformats.org/drawingml/2006/main">
              <a:ext uri="{FF2B5EF4-FFF2-40B4-BE49-F238E27FC236}">
                <a16:creationId xmlns:a16="http://schemas.microsoft.com/office/drawing/2014/main" id="{4F1FEAA9-E4A8-4674-91FA-EC4E4C666B3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23124441d4046f0"/>
          <a:stretch xmlns:a="http://schemas.openxmlformats.org/drawingml/2006/main"/>
        </p:blipFill>
        <p:spPr>
          <a:xfrm xmlns:a="http://schemas.openxmlformats.org/drawingml/2006/main">
            <a:off x="3451097" y="3124818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81" name="text-57 Multilingual">
            <a:extLst xmlns:a="http://schemas.openxmlformats.org/drawingml/2006/main">
              <a:ext uri="{FF2B5EF4-FFF2-40B4-BE49-F238E27FC236}">
                <a16:creationId xmlns:a16="http://schemas.microsoft.com/office/drawing/2014/main" id="{B36E7962-3343-469F-8C0A-352583DBF1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3931" y="3073916"/>
            <a:ext cx="739924" cy="199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Multilingual</a:t>
            </a:r>
          </a:p>
        </p:txBody>
      </p:sp>
      <p:sp>
        <p:nvSpPr>
          <p:cNvPr id="82" name="text-58 pages">
            <a:extLst xmlns:a="http://schemas.openxmlformats.org/drawingml/2006/main">
              <a:ext uri="{FF2B5EF4-FFF2-40B4-BE49-F238E27FC236}">
                <a16:creationId xmlns:a16="http://schemas.microsoft.com/office/drawing/2014/main" id="{EF0106BD-89F0-4F12-9950-BA182043A3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3931" y="3227895"/>
            <a:ext cx="414667" cy="1998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pages</a:t>
            </a:r>
          </a:p>
        </p:txBody>
      </p:sp>
      <p:pic>
        <p:nvPicPr>
          <p:cNvPr id="83" name="">
            <a:extLst xmlns:a="http://schemas.openxmlformats.org/drawingml/2006/main">
              <a:ext uri="{FF2B5EF4-FFF2-40B4-BE49-F238E27FC236}">
                <a16:creationId xmlns:a16="http://schemas.microsoft.com/office/drawing/2014/main" id="{A9AD78A9-A864-4072-98F1-FC414BD62D6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9a47512596c4af2"/>
          <a:stretch xmlns:a="http://schemas.openxmlformats.org/drawingml/2006/main"/>
        </p:blipFill>
        <p:spPr>
          <a:xfrm xmlns:a="http://schemas.openxmlformats.org/drawingml/2006/main">
            <a:off x="3467264" y="3615432"/>
            <a:ext cx="147730" cy="147730"/>
          </a:xfrm>
          <a:prstGeom xmlns:a="http://schemas.openxmlformats.org/drawingml/2006/main" prst="rect">
            <a:avLst/>
          </a:prstGeom>
        </p:spPr>
      </p:pic>
      <p:sp>
        <p:nvSpPr>
          <p:cNvPr id="84" name="text-60 Printed">
            <a:extLst xmlns:a="http://schemas.openxmlformats.org/drawingml/2006/main">
              <a:ext uri="{FF2B5EF4-FFF2-40B4-BE49-F238E27FC236}">
                <a16:creationId xmlns:a16="http://schemas.microsoft.com/office/drawing/2014/main" id="{1754B080-4C49-45D7-9B1C-C8931D6A3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93274" y="3600623"/>
            <a:ext cx="477840" cy="1997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Printed</a:t>
            </a:r>
          </a:p>
        </p:txBody>
      </p:sp>
      <p:sp>
        <p:nvSpPr>
          <p:cNvPr id="85" name="text-60 text">
            <a:extLst xmlns:a="http://schemas.openxmlformats.org/drawingml/2006/main">
              <a:ext uri="{FF2B5EF4-FFF2-40B4-BE49-F238E27FC236}">
                <a16:creationId xmlns:a16="http://schemas.microsoft.com/office/drawing/2014/main" id="{301FBC64-F45C-431C-A814-6D198C377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85185" y="3600666"/>
            <a:ext cx="255642" cy="199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text</a:t>
            </a:r>
          </a:p>
        </p:txBody>
      </p:sp>
      <p:pic>
        <p:nvPicPr>
          <p:cNvPr id="86" name="">
            <a:extLst xmlns:a="http://schemas.openxmlformats.org/drawingml/2006/main">
              <a:ext uri="{FF2B5EF4-FFF2-40B4-BE49-F238E27FC236}">
                <a16:creationId xmlns:a16="http://schemas.microsoft.com/office/drawing/2014/main" id="{A25AF49B-2311-4295-831E-4069C893B87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f0b0311d71e4259"/>
          <a:stretch xmlns:a="http://schemas.openxmlformats.org/drawingml/2006/main"/>
        </p:blipFill>
        <p:spPr>
          <a:xfrm xmlns:a="http://schemas.openxmlformats.org/drawingml/2006/main">
            <a:off x="3437498" y="4020779"/>
            <a:ext cx="201390" cy="201390"/>
          </a:xfrm>
          <a:prstGeom xmlns:a="http://schemas.openxmlformats.org/drawingml/2006/main" prst="rect">
            <a:avLst/>
          </a:prstGeom>
        </p:spPr>
      </p:pic>
      <p:sp>
        <p:nvSpPr>
          <p:cNvPr id="87" name="text-62 Handwriting">
            <a:extLst xmlns:a="http://schemas.openxmlformats.org/drawingml/2006/main">
              <a:ext uri="{FF2B5EF4-FFF2-40B4-BE49-F238E27FC236}">
                <a16:creationId xmlns:a16="http://schemas.microsoft.com/office/drawing/2014/main" id="{8B5F3A04-C3A1-41D5-9325-31957CB3C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93274" y="4044885"/>
            <a:ext cx="779412" cy="1998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Handwriting</a:t>
            </a:r>
          </a:p>
        </p:txBody>
      </p:sp>
      <p:pic>
        <p:nvPicPr>
          <p:cNvPr id="88" name="">
            <a:extLst xmlns:a="http://schemas.openxmlformats.org/drawingml/2006/main">
              <a:ext uri="{FF2B5EF4-FFF2-40B4-BE49-F238E27FC236}">
                <a16:creationId xmlns:a16="http://schemas.microsoft.com/office/drawing/2014/main" id="{F8F32D1E-E6E4-47EB-8AF4-A170E310F3E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486ce753f134a1c"/>
          <a:stretch xmlns:a="http://schemas.openxmlformats.org/drawingml/2006/main"/>
        </p:blipFill>
        <p:spPr>
          <a:xfrm xmlns:a="http://schemas.openxmlformats.org/drawingml/2006/main">
            <a:off x="5029120" y="3122613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89" name="text-64 Born-digital">
            <a:extLst xmlns:a="http://schemas.openxmlformats.org/drawingml/2006/main">
              <a:ext uri="{FF2B5EF4-FFF2-40B4-BE49-F238E27FC236}">
                <a16:creationId xmlns:a16="http://schemas.microsoft.com/office/drawing/2014/main" id="{CB888189-DC92-4F4C-8789-E2AD0CE53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54027" y="3137884"/>
            <a:ext cx="747764" cy="1998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Born-digital</a:t>
            </a:r>
          </a:p>
        </p:txBody>
      </p:sp>
      <p:sp>
        <p:nvSpPr>
          <p:cNvPr id="90" name="text-64 PDFs">
            <a:extLst xmlns:a="http://schemas.openxmlformats.org/drawingml/2006/main">
              <a:ext uri="{FF2B5EF4-FFF2-40B4-BE49-F238E27FC236}">
                <a16:creationId xmlns:a16="http://schemas.microsoft.com/office/drawing/2014/main" id="{B7D2AFB4-91F0-4896-A11F-A07DB25DE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15993" y="3137826"/>
            <a:ext cx="382737" cy="1999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PDFs</a:t>
            </a:r>
          </a:p>
        </p:txBody>
      </p:sp>
      <p:pic>
        <p:nvPicPr>
          <p:cNvPr id="91" name="">
            <a:extLst xmlns:a="http://schemas.openxmlformats.org/drawingml/2006/main">
              <a:ext uri="{FF2B5EF4-FFF2-40B4-BE49-F238E27FC236}">
                <a16:creationId xmlns:a16="http://schemas.microsoft.com/office/drawing/2014/main" id="{514EA626-BFB6-416C-AD58-50F47A2E63F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dd9cf8d03624a6d"/>
          <a:stretch xmlns:a="http://schemas.openxmlformats.org/drawingml/2006/main"/>
        </p:blipFill>
        <p:spPr>
          <a:xfrm xmlns:a="http://schemas.openxmlformats.org/drawingml/2006/main">
            <a:off x="5011851" y="3585289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92" name="text-66 Scanned">
            <a:extLst xmlns:a="http://schemas.openxmlformats.org/drawingml/2006/main">
              <a:ext uri="{FF2B5EF4-FFF2-40B4-BE49-F238E27FC236}">
                <a16:creationId xmlns:a16="http://schemas.microsoft.com/office/drawing/2014/main" id="{03B546EC-546E-428F-9058-D15BFFDEFD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68366" y="3582927"/>
            <a:ext cx="589207" cy="1998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Scanned</a:t>
            </a:r>
          </a:p>
        </p:txBody>
      </p:sp>
      <p:sp>
        <p:nvSpPr>
          <p:cNvPr id="93" name="text-66 pages">
            <a:extLst xmlns:a="http://schemas.openxmlformats.org/drawingml/2006/main">
              <a:ext uri="{FF2B5EF4-FFF2-40B4-BE49-F238E27FC236}">
                <a16:creationId xmlns:a16="http://schemas.microsoft.com/office/drawing/2014/main" id="{1D070C04-4EEA-4A5B-9526-1CBF46306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71636" y="3582796"/>
            <a:ext cx="414973" cy="200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pages</a:t>
            </a:r>
          </a:p>
        </p:txBody>
      </p:sp>
      <p:pic>
        <p:nvPicPr>
          <p:cNvPr id="94" name="">
            <a:extLst xmlns:a="http://schemas.openxmlformats.org/drawingml/2006/main">
              <a:ext uri="{FF2B5EF4-FFF2-40B4-BE49-F238E27FC236}">
                <a16:creationId xmlns:a16="http://schemas.microsoft.com/office/drawing/2014/main" id="{2C9A57D4-AE97-446E-8839-F0C842CD4F3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955f19d288942af"/>
          <a:stretch xmlns:a="http://schemas.openxmlformats.org/drawingml/2006/main"/>
        </p:blipFill>
        <p:spPr>
          <a:xfrm xmlns:a="http://schemas.openxmlformats.org/drawingml/2006/main">
            <a:off x="5011851" y="4012326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95" name="text-68 Mobile">
            <a:extLst xmlns:a="http://schemas.openxmlformats.org/drawingml/2006/main">
              <a:ext uri="{FF2B5EF4-FFF2-40B4-BE49-F238E27FC236}">
                <a16:creationId xmlns:a16="http://schemas.microsoft.com/office/drawing/2014/main" id="{ABE0A668-F166-435A-BE3F-593B1EC50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67627" y="4001122"/>
            <a:ext cx="446198" cy="1998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Mobile</a:t>
            </a:r>
          </a:p>
        </p:txBody>
      </p:sp>
      <p:sp>
        <p:nvSpPr>
          <p:cNvPr id="96" name="text-68 photographs">
            <a:extLst xmlns:a="http://schemas.openxmlformats.org/drawingml/2006/main">
              <a:ext uri="{FF2B5EF4-FFF2-40B4-BE49-F238E27FC236}">
                <a16:creationId xmlns:a16="http://schemas.microsoft.com/office/drawing/2014/main" id="{6964C847-C6E9-46C7-A8FD-2E125FC16D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27886" y="4001076"/>
            <a:ext cx="819754" cy="1999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photographs</a:t>
            </a:r>
          </a:p>
        </p:txBody>
      </p:sp>
      <p:pic>
        <p:nvPicPr>
          <p:cNvPr id="97" name="">
            <a:extLst xmlns:a="http://schemas.openxmlformats.org/drawingml/2006/main">
              <a:ext uri="{FF2B5EF4-FFF2-40B4-BE49-F238E27FC236}">
                <a16:creationId xmlns:a16="http://schemas.microsoft.com/office/drawing/2014/main" id="{250A14E9-DB60-4778-B8A0-7D03390DFDD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21853b9cda04145"/>
          <a:stretch xmlns:a="http://schemas.openxmlformats.org/drawingml/2006/main"/>
        </p:blipFill>
        <p:spPr>
          <a:xfrm xmlns:a="http://schemas.openxmlformats.org/drawingml/2006/main">
            <a:off x="6450972" y="3139519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98" name="text-70 Screenshots">
            <a:extLst xmlns:a="http://schemas.openxmlformats.org/drawingml/2006/main">
              <a:ext uri="{FF2B5EF4-FFF2-40B4-BE49-F238E27FC236}">
                <a16:creationId xmlns:a16="http://schemas.microsoft.com/office/drawing/2014/main" id="{23604E81-AFAF-4CB9-BD0B-03C731587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06009" y="3131204"/>
            <a:ext cx="819613" cy="1999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Screenshots</a:t>
            </a:r>
          </a:p>
        </p:txBody>
      </p:sp>
      <p:pic>
        <p:nvPicPr>
          <p:cNvPr id="99" name="">
            <a:extLst xmlns:a="http://schemas.openxmlformats.org/drawingml/2006/main">
              <a:ext uri="{FF2B5EF4-FFF2-40B4-BE49-F238E27FC236}">
                <a16:creationId xmlns:a16="http://schemas.microsoft.com/office/drawing/2014/main" id="{9A2C827D-5415-4507-B29A-1E0BDF203D9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a78168cf7014f71"/>
          <a:stretch xmlns:a="http://schemas.openxmlformats.org/drawingml/2006/main"/>
        </p:blipFill>
        <p:spPr>
          <a:xfrm xmlns:a="http://schemas.openxmlformats.org/drawingml/2006/main">
            <a:off x="6458685" y="3593743"/>
            <a:ext cx="174567" cy="174567"/>
          </a:xfrm>
          <a:prstGeom xmlns:a="http://schemas.openxmlformats.org/drawingml/2006/main" prst="rect">
            <a:avLst/>
          </a:prstGeom>
        </p:spPr>
      </p:pic>
      <p:sp>
        <p:nvSpPr>
          <p:cNvPr id="100" name="text-72 Screen">
            <a:extLst xmlns:a="http://schemas.openxmlformats.org/drawingml/2006/main">
              <a:ext uri="{FF2B5EF4-FFF2-40B4-BE49-F238E27FC236}">
                <a16:creationId xmlns:a16="http://schemas.microsoft.com/office/drawing/2014/main" id="{31C08516-F922-4CF0-BF9F-DF867FEE2C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21449" y="3524538"/>
            <a:ext cx="452967" cy="1895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66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66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66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Screen</a:t>
            </a:r>
          </a:p>
        </p:txBody>
      </p:sp>
      <p:sp>
        <p:nvSpPr>
          <p:cNvPr id="101" name="text-73 recapture">
            <a:extLst xmlns:a="http://schemas.openxmlformats.org/drawingml/2006/main">
              <a:ext uri="{FF2B5EF4-FFF2-40B4-BE49-F238E27FC236}">
                <a16:creationId xmlns:a16="http://schemas.microsoft.com/office/drawing/2014/main" id="{FE2DD2C8-7D44-466A-A392-D3797209E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21449" y="3671604"/>
            <a:ext cx="595590" cy="1894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6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6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06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recapture</a:t>
            </a:r>
          </a:p>
        </p:txBody>
      </p:sp>
      <p:sp>
        <p:nvSpPr>
          <p:cNvPr id="102" name="path-74">
            <a:extLst xmlns:a="http://schemas.openxmlformats.org/drawingml/2006/main">
              <a:ext uri="{FF2B5EF4-FFF2-40B4-BE49-F238E27FC236}">
                <a16:creationId xmlns:a16="http://schemas.microsoft.com/office/drawing/2014/main" id="{9C6374F1-CF65-4411-B17C-1CE537BDE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9875" y="2235857"/>
            <a:ext cx="565212" cy="565198"/>
          </a:xfrm>
          <a:custGeom xmlns:a="http://schemas.openxmlformats.org/drawingml/2006/main">
            <a:pathLst>
              <a:path w="689245" h="689228">
                <a:moveTo>
                  <a:pt x="0" y="344614"/>
                </a:moveTo>
                <a:lnTo>
                  <a:pt x="0" y="344614"/>
                </a:lnTo>
                <a:cubicBezTo>
                  <a:pt x="0" y="284110"/>
                  <a:pt x="16126" y="224509"/>
                  <a:pt x="46148" y="172528"/>
                </a:cubicBezTo>
                <a:cubicBezTo>
                  <a:pt x="76629" y="120088"/>
                  <a:pt x="120104" y="76628"/>
                  <a:pt x="172529" y="46148"/>
                </a:cubicBezTo>
                <a:cubicBezTo>
                  <a:pt x="224510" y="16125"/>
                  <a:pt x="284112" y="0"/>
                  <a:pt x="344614" y="0"/>
                </a:cubicBezTo>
                <a:cubicBezTo>
                  <a:pt x="405117" y="0"/>
                  <a:pt x="464720" y="16125"/>
                  <a:pt x="517159" y="46148"/>
                </a:cubicBezTo>
                <a:cubicBezTo>
                  <a:pt x="569140" y="76628"/>
                  <a:pt x="612600" y="120088"/>
                  <a:pt x="643081" y="172528"/>
                </a:cubicBezTo>
                <a:cubicBezTo>
                  <a:pt x="673104" y="224509"/>
                  <a:pt x="689245" y="284110"/>
                  <a:pt x="689245" y="344614"/>
                </a:cubicBezTo>
                <a:cubicBezTo>
                  <a:pt x="689245" y="405117"/>
                  <a:pt x="673104" y="464718"/>
                  <a:pt x="643081" y="517142"/>
                </a:cubicBezTo>
                <a:cubicBezTo>
                  <a:pt x="612600" y="569140"/>
                  <a:pt x="569140" y="612599"/>
                  <a:pt x="517159" y="643081"/>
                </a:cubicBezTo>
                <a:cubicBezTo>
                  <a:pt x="464720" y="673103"/>
                  <a:pt x="405117" y="689228"/>
                  <a:pt x="344614" y="689228"/>
                </a:cubicBezTo>
                <a:cubicBezTo>
                  <a:pt x="284112" y="689228"/>
                  <a:pt x="224510" y="673103"/>
                  <a:pt x="172529" y="643081"/>
                </a:cubicBezTo>
                <a:cubicBezTo>
                  <a:pt x="120104" y="612599"/>
                  <a:pt x="76629" y="569140"/>
                  <a:pt x="46148" y="517142"/>
                </a:cubicBezTo>
                <a:cubicBezTo>
                  <a:pt x="16126" y="464718"/>
                  <a:pt x="0" y="405117"/>
                  <a:pt x="0" y="344614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007">
            <a:solidFill>
              <a:srgbClr val="8271B5"/>
            </a:solidFill>
            <a:prstDash val="solid"/>
          </a:ln>
        </p:spPr>
      </p:sp>
      <p:pic>
        <p:nvPicPr>
          <p:cNvPr id="103" name="">
            <a:extLst xmlns:a="http://schemas.openxmlformats.org/drawingml/2006/main">
              <a:ext uri="{FF2B5EF4-FFF2-40B4-BE49-F238E27FC236}">
                <a16:creationId xmlns:a16="http://schemas.microsoft.com/office/drawing/2014/main" id="{81C72674-132D-48EF-8C46-24545A144B9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c4cb41bf9234d16"/>
          <a:stretch xmlns:a="http://schemas.openxmlformats.org/drawingml/2006/main"/>
        </p:blipFill>
        <p:spPr>
          <a:xfrm xmlns:a="http://schemas.openxmlformats.org/drawingml/2006/main">
            <a:off x="4597876" y="2329927"/>
            <a:ext cx="289951" cy="376319"/>
          </a:xfrm>
          <a:prstGeom xmlns:a="http://schemas.openxmlformats.org/drawingml/2006/main" prst="rect">
            <a:avLst/>
          </a:prstGeom>
        </p:spPr>
      </p:pic>
      <p:sp>
        <p:nvSpPr>
          <p:cNvPr id="104" name="path-76">
            <a:extLst xmlns:a="http://schemas.openxmlformats.org/drawingml/2006/main">
              <a:ext uri="{FF2B5EF4-FFF2-40B4-BE49-F238E27FC236}">
                <a16:creationId xmlns:a16="http://schemas.microsoft.com/office/drawing/2014/main" id="{BEEC089F-C1E2-499E-9282-40085748C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89191" y="2182197"/>
            <a:ext cx="107670" cy="107670"/>
          </a:xfrm>
          <a:custGeom xmlns:a="http://schemas.openxmlformats.org/drawingml/2006/main">
            <a:pathLst>
              <a:path w="131298" h="131297">
                <a:moveTo>
                  <a:pt x="0" y="65436"/>
                </a:moveTo>
                <a:lnTo>
                  <a:pt x="0" y="65436"/>
                </a:lnTo>
                <a:cubicBezTo>
                  <a:pt x="0" y="53784"/>
                  <a:pt x="3130" y="42574"/>
                  <a:pt x="8964" y="32710"/>
                </a:cubicBezTo>
                <a:cubicBezTo>
                  <a:pt x="14339" y="22402"/>
                  <a:pt x="22861" y="14340"/>
                  <a:pt x="32710" y="8521"/>
                </a:cubicBezTo>
                <a:cubicBezTo>
                  <a:pt x="43018" y="2688"/>
                  <a:pt x="54227" y="0"/>
                  <a:pt x="65420" y="0"/>
                </a:cubicBezTo>
                <a:cubicBezTo>
                  <a:pt x="77071" y="0"/>
                  <a:pt x="88280" y="2688"/>
                  <a:pt x="98588" y="8521"/>
                </a:cubicBezTo>
                <a:cubicBezTo>
                  <a:pt x="108453" y="14340"/>
                  <a:pt x="116959" y="22402"/>
                  <a:pt x="122334" y="32710"/>
                </a:cubicBezTo>
                <a:cubicBezTo>
                  <a:pt x="128168" y="42574"/>
                  <a:pt x="131298" y="53784"/>
                  <a:pt x="131298" y="65436"/>
                </a:cubicBezTo>
                <a:cubicBezTo>
                  <a:pt x="131298" y="77087"/>
                  <a:pt x="128168" y="88281"/>
                  <a:pt x="122334" y="98145"/>
                </a:cubicBezTo>
                <a:cubicBezTo>
                  <a:pt x="116959" y="108453"/>
                  <a:pt x="108453" y="116515"/>
                  <a:pt x="98588" y="122349"/>
                </a:cubicBezTo>
                <a:cubicBezTo>
                  <a:pt x="88280" y="128167"/>
                  <a:pt x="77071" y="131297"/>
                  <a:pt x="65420" y="131297"/>
                </a:cubicBezTo>
                <a:cubicBezTo>
                  <a:pt x="54227" y="131297"/>
                  <a:pt x="43018" y="128167"/>
                  <a:pt x="32710" y="122349"/>
                </a:cubicBezTo>
                <a:cubicBezTo>
                  <a:pt x="22861" y="116515"/>
                  <a:pt x="14339" y="108453"/>
                  <a:pt x="8964" y="98145"/>
                </a:cubicBezTo>
                <a:cubicBezTo>
                  <a:pt x="3130" y="88281"/>
                  <a:pt x="0" y="77087"/>
                  <a:pt x="0" y="65436"/>
                </a:cubicBezTo>
              </a:path>
            </a:pathLst>
          </a:custGeom>
          <a:solidFill xmlns:a="http://schemas.openxmlformats.org/drawingml/2006/main">
            <a:srgbClr val="9C8BC4"/>
          </a:solidFill>
          <a:ln xmlns:a="http://schemas.openxmlformats.org/drawingml/2006/main" w="4042">
            <a:solidFill>
              <a:srgbClr val="9C8BC4"/>
            </a:solidFill>
            <a:prstDash val="solid"/>
          </a:ln>
        </p:spPr>
      </p:sp>
      <p:sp>
        <p:nvSpPr>
          <p:cNvPr id="105" name="path-77">
            <a:extLst xmlns:a="http://schemas.openxmlformats.org/drawingml/2006/main">
              <a:ext uri="{FF2B5EF4-FFF2-40B4-BE49-F238E27FC236}">
                <a16:creationId xmlns:a16="http://schemas.microsoft.com/office/drawing/2014/main" id="{1D8BF6E5-4C53-4B85-8DB0-FA1449FFA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1790" y="2464797"/>
            <a:ext cx="107683" cy="107683"/>
          </a:xfrm>
          <a:custGeom xmlns:a="http://schemas.openxmlformats.org/drawingml/2006/main">
            <a:pathLst>
              <a:path w="131314" h="131313">
                <a:moveTo>
                  <a:pt x="0" y="65435"/>
                </a:moveTo>
                <a:lnTo>
                  <a:pt x="0" y="65435"/>
                </a:lnTo>
                <a:cubicBezTo>
                  <a:pt x="0" y="53783"/>
                  <a:pt x="3147" y="42575"/>
                  <a:pt x="8964" y="32726"/>
                </a:cubicBezTo>
                <a:cubicBezTo>
                  <a:pt x="14340" y="22417"/>
                  <a:pt x="22861" y="14339"/>
                  <a:pt x="32726" y="8521"/>
                </a:cubicBezTo>
                <a:cubicBezTo>
                  <a:pt x="43034" y="2687"/>
                  <a:pt x="54227" y="0"/>
                  <a:pt x="65879" y="0"/>
                </a:cubicBezTo>
                <a:cubicBezTo>
                  <a:pt x="77087" y="0"/>
                  <a:pt x="88296" y="2687"/>
                  <a:pt x="98603" y="8521"/>
                </a:cubicBezTo>
                <a:cubicBezTo>
                  <a:pt x="108453" y="14339"/>
                  <a:pt x="116975" y="22417"/>
                  <a:pt x="122350" y="32726"/>
                </a:cubicBezTo>
                <a:cubicBezTo>
                  <a:pt x="128168" y="42575"/>
                  <a:pt x="131314" y="53783"/>
                  <a:pt x="131314" y="65435"/>
                </a:cubicBezTo>
                <a:cubicBezTo>
                  <a:pt x="131314" y="77086"/>
                  <a:pt x="128168" y="88295"/>
                  <a:pt x="122350" y="98145"/>
                </a:cubicBezTo>
                <a:cubicBezTo>
                  <a:pt x="116975" y="108453"/>
                  <a:pt x="108453" y="116515"/>
                  <a:pt x="98603" y="122349"/>
                </a:cubicBezTo>
                <a:cubicBezTo>
                  <a:pt x="88296" y="128167"/>
                  <a:pt x="77087" y="131313"/>
                  <a:pt x="65879" y="131313"/>
                </a:cubicBezTo>
                <a:cubicBezTo>
                  <a:pt x="54227" y="131313"/>
                  <a:pt x="43034" y="128167"/>
                  <a:pt x="32726" y="122349"/>
                </a:cubicBezTo>
                <a:cubicBezTo>
                  <a:pt x="22861" y="116515"/>
                  <a:pt x="14340" y="108453"/>
                  <a:pt x="8964" y="98145"/>
                </a:cubicBezTo>
                <a:cubicBezTo>
                  <a:pt x="3147" y="88295"/>
                  <a:pt x="0" y="77086"/>
                  <a:pt x="0" y="65435"/>
                </a:cubicBezTo>
              </a:path>
            </a:pathLst>
          </a:custGeom>
          <a:solidFill xmlns:a="http://schemas.openxmlformats.org/drawingml/2006/main">
            <a:srgbClr val="1F6FBF"/>
          </a:solidFill>
          <a:ln xmlns:a="http://schemas.openxmlformats.org/drawingml/2006/main" w="4042">
            <a:solidFill>
              <a:srgbClr val="1F6FBF"/>
            </a:solidFill>
            <a:prstDash val="solid"/>
          </a:ln>
        </p:spPr>
      </p:sp>
      <p:sp>
        <p:nvSpPr>
          <p:cNvPr id="106" name="path-78">
            <a:extLst xmlns:a="http://schemas.openxmlformats.org/drawingml/2006/main">
              <a:ext uri="{FF2B5EF4-FFF2-40B4-BE49-F238E27FC236}">
                <a16:creationId xmlns:a16="http://schemas.microsoft.com/office/drawing/2014/main" id="{0D5BA8C8-6155-424B-B0EB-5B0B27D38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06579" y="2464797"/>
            <a:ext cx="107683" cy="107683"/>
          </a:xfrm>
          <a:custGeom xmlns:a="http://schemas.openxmlformats.org/drawingml/2006/main">
            <a:pathLst>
              <a:path w="131313" h="131313">
                <a:moveTo>
                  <a:pt x="0" y="65435"/>
                </a:moveTo>
                <a:lnTo>
                  <a:pt x="0" y="65435"/>
                </a:lnTo>
                <a:cubicBezTo>
                  <a:pt x="0" y="53783"/>
                  <a:pt x="3146" y="42575"/>
                  <a:pt x="8964" y="32726"/>
                </a:cubicBezTo>
                <a:cubicBezTo>
                  <a:pt x="14355" y="22417"/>
                  <a:pt x="22860" y="14339"/>
                  <a:pt x="32725" y="8521"/>
                </a:cubicBezTo>
                <a:cubicBezTo>
                  <a:pt x="43033" y="2687"/>
                  <a:pt x="54226" y="0"/>
                  <a:pt x="65878" y="0"/>
                </a:cubicBezTo>
                <a:cubicBezTo>
                  <a:pt x="77087" y="0"/>
                  <a:pt x="88296" y="2687"/>
                  <a:pt x="98603" y="8521"/>
                </a:cubicBezTo>
                <a:cubicBezTo>
                  <a:pt x="108453" y="14339"/>
                  <a:pt x="116974" y="22417"/>
                  <a:pt x="122349" y="32726"/>
                </a:cubicBezTo>
                <a:cubicBezTo>
                  <a:pt x="128183" y="42575"/>
                  <a:pt x="131313" y="53783"/>
                  <a:pt x="131313" y="65435"/>
                </a:cubicBezTo>
                <a:cubicBezTo>
                  <a:pt x="131313" y="77086"/>
                  <a:pt x="128183" y="88295"/>
                  <a:pt x="122349" y="98145"/>
                </a:cubicBezTo>
                <a:cubicBezTo>
                  <a:pt x="116974" y="108453"/>
                  <a:pt x="108453" y="116515"/>
                  <a:pt x="98603" y="122349"/>
                </a:cubicBezTo>
                <a:cubicBezTo>
                  <a:pt x="88296" y="128167"/>
                  <a:pt x="77087" y="131313"/>
                  <a:pt x="65878" y="131313"/>
                </a:cubicBezTo>
                <a:cubicBezTo>
                  <a:pt x="54226" y="131313"/>
                  <a:pt x="43033" y="128167"/>
                  <a:pt x="32725" y="122349"/>
                </a:cubicBezTo>
                <a:cubicBezTo>
                  <a:pt x="22860" y="116515"/>
                  <a:pt x="14355" y="108453"/>
                  <a:pt x="8964" y="98145"/>
                </a:cubicBezTo>
                <a:cubicBezTo>
                  <a:pt x="3146" y="88295"/>
                  <a:pt x="0" y="77086"/>
                  <a:pt x="0" y="65435"/>
                </a:cubicBezTo>
              </a:path>
            </a:pathLst>
          </a:custGeom>
          <a:solidFill xmlns:a="http://schemas.openxmlformats.org/drawingml/2006/main">
            <a:srgbClr val="4A9B4E"/>
          </a:solidFill>
          <a:ln xmlns:a="http://schemas.openxmlformats.org/drawingml/2006/main" w="4042">
            <a:solidFill>
              <a:srgbClr val="4A9B4E"/>
            </a:solidFill>
            <a:prstDash val="solid"/>
          </a:ln>
        </p:spPr>
      </p:sp>
      <p:sp>
        <p:nvSpPr>
          <p:cNvPr id="107" name="path-79">
            <a:extLst xmlns:a="http://schemas.openxmlformats.org/drawingml/2006/main">
              <a:ext uri="{FF2B5EF4-FFF2-40B4-BE49-F238E27FC236}">
                <a16:creationId xmlns:a16="http://schemas.microsoft.com/office/drawing/2014/main" id="{C6C82CF3-D69B-4E53-BC5F-31181DAAE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89191" y="2747032"/>
            <a:ext cx="107670" cy="107684"/>
          </a:xfrm>
          <a:custGeom xmlns:a="http://schemas.openxmlformats.org/drawingml/2006/main">
            <a:pathLst>
              <a:path w="131298" h="131314">
                <a:moveTo>
                  <a:pt x="0" y="65878"/>
                </a:moveTo>
                <a:lnTo>
                  <a:pt x="0" y="65878"/>
                </a:lnTo>
                <a:cubicBezTo>
                  <a:pt x="0" y="54227"/>
                  <a:pt x="3130" y="43034"/>
                  <a:pt x="8964" y="33169"/>
                </a:cubicBezTo>
                <a:cubicBezTo>
                  <a:pt x="14339" y="22862"/>
                  <a:pt x="22861" y="14799"/>
                  <a:pt x="32710" y="8965"/>
                </a:cubicBezTo>
                <a:cubicBezTo>
                  <a:pt x="43018" y="3147"/>
                  <a:pt x="54227" y="0"/>
                  <a:pt x="65420" y="0"/>
                </a:cubicBezTo>
                <a:cubicBezTo>
                  <a:pt x="77071" y="0"/>
                  <a:pt x="88280" y="3147"/>
                  <a:pt x="98588" y="8965"/>
                </a:cubicBezTo>
                <a:cubicBezTo>
                  <a:pt x="108453" y="14799"/>
                  <a:pt x="116959" y="22862"/>
                  <a:pt x="122334" y="33169"/>
                </a:cubicBezTo>
                <a:cubicBezTo>
                  <a:pt x="128168" y="43034"/>
                  <a:pt x="131298" y="54227"/>
                  <a:pt x="131298" y="65878"/>
                </a:cubicBezTo>
                <a:cubicBezTo>
                  <a:pt x="131298" y="77530"/>
                  <a:pt x="128168" y="88739"/>
                  <a:pt x="122334" y="98604"/>
                </a:cubicBezTo>
                <a:cubicBezTo>
                  <a:pt x="116959" y="108912"/>
                  <a:pt x="108453" y="116975"/>
                  <a:pt x="98588" y="122793"/>
                </a:cubicBezTo>
                <a:cubicBezTo>
                  <a:pt x="88280" y="128627"/>
                  <a:pt x="77071" y="131314"/>
                  <a:pt x="65420" y="131314"/>
                </a:cubicBezTo>
                <a:cubicBezTo>
                  <a:pt x="54227" y="131314"/>
                  <a:pt x="43018" y="128627"/>
                  <a:pt x="32710" y="122793"/>
                </a:cubicBezTo>
                <a:cubicBezTo>
                  <a:pt x="22861" y="116975"/>
                  <a:pt x="14339" y="108912"/>
                  <a:pt x="8964" y="98604"/>
                </a:cubicBezTo>
                <a:cubicBezTo>
                  <a:pt x="3130" y="88739"/>
                  <a:pt x="0" y="77530"/>
                  <a:pt x="0" y="65878"/>
                </a:cubicBezTo>
              </a:path>
            </a:pathLst>
          </a:custGeom>
          <a:solidFill xmlns:a="http://schemas.openxmlformats.org/drawingml/2006/main">
            <a:srgbClr val="F0A020"/>
          </a:solidFill>
          <a:ln xmlns:a="http://schemas.openxmlformats.org/drawingml/2006/main" w="4042">
            <a:solidFill>
              <a:srgbClr val="F0A020"/>
            </a:solidFill>
            <a:prstDash val="solid"/>
          </a:ln>
        </p:spPr>
      </p:sp>
      <p:sp>
        <p:nvSpPr>
          <p:cNvPr id="108" name="path-80">
            <a:extLst xmlns:a="http://schemas.openxmlformats.org/drawingml/2006/main">
              <a:ext uri="{FF2B5EF4-FFF2-40B4-BE49-F238E27FC236}">
                <a16:creationId xmlns:a16="http://schemas.microsoft.com/office/drawing/2014/main" id="{9CD5CED4-8A00-4B53-9059-EEA25E39B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6134" y="4602534"/>
            <a:ext cx="2045859" cy="478480"/>
          </a:xfrm>
          <a:custGeom xmlns:a="http://schemas.openxmlformats.org/drawingml/2006/main">
            <a:pathLst>
              <a:path w="2494811" h="583480">
                <a:moveTo>
                  <a:pt x="443" y="113828"/>
                </a:moveTo>
                <a:lnTo>
                  <a:pt x="443" y="113828"/>
                </a:lnTo>
                <a:cubicBezTo>
                  <a:pt x="443" y="93656"/>
                  <a:pt x="5834" y="74384"/>
                  <a:pt x="15684" y="56914"/>
                </a:cubicBezTo>
                <a:cubicBezTo>
                  <a:pt x="25548" y="39429"/>
                  <a:pt x="39888" y="25089"/>
                  <a:pt x="57357" y="15241"/>
                </a:cubicBezTo>
                <a:cubicBezTo>
                  <a:pt x="74842" y="5375"/>
                  <a:pt x="94114" y="0"/>
                  <a:pt x="114271" y="0"/>
                </a:cubicBezTo>
                <a:lnTo>
                  <a:pt x="2380983" y="443"/>
                </a:lnTo>
                <a:cubicBezTo>
                  <a:pt x="2401140" y="443"/>
                  <a:pt x="2420412" y="5818"/>
                  <a:pt x="2437897" y="15683"/>
                </a:cubicBezTo>
                <a:cubicBezTo>
                  <a:pt x="2455367" y="25533"/>
                  <a:pt x="2469705" y="39888"/>
                  <a:pt x="2479571" y="57357"/>
                </a:cubicBezTo>
                <a:cubicBezTo>
                  <a:pt x="2489436" y="74842"/>
                  <a:pt x="2494811" y="94098"/>
                  <a:pt x="2494811" y="114271"/>
                </a:cubicBezTo>
                <a:lnTo>
                  <a:pt x="2494811" y="469652"/>
                </a:lnTo>
                <a:cubicBezTo>
                  <a:pt x="2494811" y="489809"/>
                  <a:pt x="2489436" y="509081"/>
                  <a:pt x="2479571" y="526566"/>
                </a:cubicBezTo>
                <a:cubicBezTo>
                  <a:pt x="2469705" y="544035"/>
                  <a:pt x="2455367" y="558374"/>
                  <a:pt x="2437897" y="568239"/>
                </a:cubicBezTo>
                <a:cubicBezTo>
                  <a:pt x="2420412" y="578104"/>
                  <a:pt x="2401140" y="583480"/>
                  <a:pt x="2380983" y="583480"/>
                </a:cubicBezTo>
                <a:lnTo>
                  <a:pt x="113828" y="583480"/>
                </a:lnTo>
                <a:cubicBezTo>
                  <a:pt x="93671" y="583480"/>
                  <a:pt x="74400" y="578104"/>
                  <a:pt x="56915" y="568239"/>
                </a:cubicBezTo>
                <a:cubicBezTo>
                  <a:pt x="39445" y="558374"/>
                  <a:pt x="25106" y="544035"/>
                  <a:pt x="15241" y="526566"/>
                </a:cubicBezTo>
                <a:cubicBezTo>
                  <a:pt x="5375" y="509081"/>
                  <a:pt x="0" y="489809"/>
                  <a:pt x="0" y="469652"/>
                </a:cubicBezTo>
                <a:lnTo>
                  <a:pt x="443" y="113828"/>
                </a:lnTo>
              </a:path>
            </a:pathLst>
          </a:custGeom>
          <a:solidFill xmlns:a="http://schemas.openxmlformats.org/drawingml/2006/main">
            <a:srgbClr val="FCFAFF"/>
          </a:solidFill>
          <a:ln xmlns:a="http://schemas.openxmlformats.org/drawingml/2006/main" w="16905">
            <a:solidFill>
              <a:srgbClr val="6B3FA0"/>
            </a:solidFill>
            <a:prstDash val="solid"/>
          </a:ln>
        </p:spPr>
      </p:sp>
      <p:pic>
        <p:nvPicPr>
          <p:cNvPr id="109" name="">
            <a:extLst xmlns:a="http://schemas.openxmlformats.org/drawingml/2006/main">
              <a:ext uri="{FF2B5EF4-FFF2-40B4-BE49-F238E27FC236}">
                <a16:creationId xmlns:a16="http://schemas.microsoft.com/office/drawing/2014/main" id="{28FB739A-790D-425C-9F23-BF51ADD0AC6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7d0ff854db74730"/>
          <a:stretch xmlns:a="http://schemas.openxmlformats.org/drawingml/2006/main"/>
        </p:blipFill>
        <p:spPr>
          <a:xfrm xmlns:a="http://schemas.openxmlformats.org/drawingml/2006/main">
            <a:off x="3854603" y="4705057"/>
            <a:ext cx="201390" cy="201390"/>
          </a:xfrm>
          <a:prstGeom xmlns:a="http://schemas.openxmlformats.org/drawingml/2006/main" prst="rect">
            <a:avLst/>
          </a:prstGeom>
        </p:spPr>
      </p:pic>
      <p:sp>
        <p:nvSpPr>
          <p:cNvPr id="110" name="text-82 Collected">
            <a:extLst xmlns:a="http://schemas.openxmlformats.org/drawingml/2006/main">
              <a:ext uri="{FF2B5EF4-FFF2-40B4-BE49-F238E27FC236}">
                <a16:creationId xmlns:a16="http://schemas.microsoft.com/office/drawing/2014/main" id="{678AB066-0A93-44C8-A699-A0CE835EF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62530" y="4726113"/>
            <a:ext cx="793688" cy="2375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6" b="1" i="0">
                <a:solidFill>
                  <a:srgbClr val="3F3F4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6" b="1" i="0">
                <a:solidFill>
                  <a:srgbClr val="3F3F46"/>
                </a:solidFill>
                <a:latin typeface="Arial"/>
                <a:ea typeface="Arial"/>
                <a:cs typeface="Arial"/>
              </a:defRPr>
            </a:pPr>
            <a:r>
              <a:rPr sz="1336" b="1" i="0">
                <a:solidFill>
                  <a:srgbClr val="3F3F46"/>
                </a:solidFill>
                <a:latin typeface="Arial"/>
                <a:ea typeface="Arial"/>
                <a:cs typeface="Arial"/>
              </a:rPr>
              <a:t>Collected</a:t>
            </a:r>
          </a:p>
        </p:txBody>
      </p:sp>
      <p:sp>
        <p:nvSpPr>
          <p:cNvPr id="111" name="text-82 Pages">
            <a:extLst xmlns:a="http://schemas.openxmlformats.org/drawingml/2006/main">
              <a:ext uri="{FF2B5EF4-FFF2-40B4-BE49-F238E27FC236}">
                <a16:creationId xmlns:a16="http://schemas.microsoft.com/office/drawing/2014/main" id="{03BDFFEC-96FE-47F9-8FE1-04F71405D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72394" y="4726241"/>
            <a:ext cx="529705" cy="2373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5" b="1" i="0">
                <a:solidFill>
                  <a:srgbClr val="3F3F4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5" b="1" i="0">
                <a:solidFill>
                  <a:srgbClr val="3F3F46"/>
                </a:solidFill>
                <a:latin typeface="Arial"/>
                <a:ea typeface="Arial"/>
                <a:cs typeface="Arial"/>
              </a:defRPr>
            </a:pPr>
            <a:r>
              <a:rPr sz="1335" b="1" i="0">
                <a:solidFill>
                  <a:srgbClr val="3F3F46"/>
                </a:solidFill>
                <a:latin typeface="Arial"/>
                <a:ea typeface="Arial"/>
                <a:cs typeface="Arial"/>
              </a:rPr>
              <a:t>Pages</a:t>
            </a:r>
          </a:p>
        </p:txBody>
      </p:sp>
      <p:sp>
        <p:nvSpPr>
          <p:cNvPr id="112" name="path-83">
            <a:extLst xmlns:a="http://schemas.openxmlformats.org/drawingml/2006/main">
              <a:ext uri="{FF2B5EF4-FFF2-40B4-BE49-F238E27FC236}">
                <a16:creationId xmlns:a16="http://schemas.microsoft.com/office/drawing/2014/main" id="{7429A9E5-9C8D-4785-91D4-D19ED2493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51629" y="4845073"/>
            <a:ext cx="2131476" cy="376"/>
          </a:xfrm>
          <a:custGeom xmlns:a="http://schemas.openxmlformats.org/drawingml/2006/main">
            <a:pathLst>
              <a:path w="2599216" h="459">
                <a:moveTo>
                  <a:pt x="0" y="0"/>
                </a:moveTo>
                <a:lnTo>
                  <a:pt x="2599216" y="459"/>
                </a:lnTo>
              </a:path>
            </a:pathLst>
          </a:custGeom>
          <a:noFill xmlns:a="http://schemas.openxmlformats.org/drawingml/2006/main"/>
          <a:ln xmlns:a="http://schemas.openxmlformats.org/drawingml/2006/main" w="26092">
            <a:solidFill>
              <a:srgbClr val="6B3FA0"/>
            </a:solidFill>
            <a:prstDash val="solid"/>
          </a:ln>
        </p:spPr>
      </p:sp>
      <p:sp>
        <p:nvSpPr>
          <p:cNvPr id="113" name="path-84">
            <a:extLst xmlns:a="http://schemas.openxmlformats.org/drawingml/2006/main">
              <a:ext uri="{FF2B5EF4-FFF2-40B4-BE49-F238E27FC236}">
                <a16:creationId xmlns:a16="http://schemas.microsoft.com/office/drawing/2014/main" id="{2D1756CF-FF3D-4B6E-8DB7-966382BAB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494" y="92246"/>
            <a:ext cx="6150059" cy="5972186"/>
          </a:xfrm>
          <a:custGeom xmlns:a="http://schemas.openxmlformats.org/drawingml/2006/main">
            <a:pathLst>
              <a:path w="7499655" h="7282750">
                <a:moveTo>
                  <a:pt x="441" y="102619"/>
                </a:moveTo>
                <a:lnTo>
                  <a:pt x="441" y="102619"/>
                </a:lnTo>
                <a:cubicBezTo>
                  <a:pt x="441" y="84691"/>
                  <a:pt x="5374" y="66764"/>
                  <a:pt x="14338" y="51539"/>
                </a:cubicBezTo>
                <a:cubicBezTo>
                  <a:pt x="23302" y="35841"/>
                  <a:pt x="36298" y="22844"/>
                  <a:pt x="51539" y="13880"/>
                </a:cubicBezTo>
                <a:cubicBezTo>
                  <a:pt x="67222" y="4917"/>
                  <a:pt x="85150" y="0"/>
                  <a:pt x="103076" y="0"/>
                </a:cubicBezTo>
                <a:lnTo>
                  <a:pt x="7397037" y="443"/>
                </a:lnTo>
                <a:cubicBezTo>
                  <a:pt x="7414965" y="443"/>
                  <a:pt x="7432876" y="5376"/>
                  <a:pt x="7448116" y="14339"/>
                </a:cubicBezTo>
                <a:cubicBezTo>
                  <a:pt x="7463800" y="23303"/>
                  <a:pt x="7476796" y="36299"/>
                  <a:pt x="7485760" y="51539"/>
                </a:cubicBezTo>
                <a:cubicBezTo>
                  <a:pt x="7494722" y="67222"/>
                  <a:pt x="7499655" y="85134"/>
                  <a:pt x="7499655" y="103061"/>
                </a:cubicBezTo>
                <a:lnTo>
                  <a:pt x="7499655" y="7180132"/>
                </a:lnTo>
                <a:cubicBezTo>
                  <a:pt x="7499655" y="7198043"/>
                  <a:pt x="7494722" y="7215971"/>
                  <a:pt x="7485760" y="7231210"/>
                </a:cubicBezTo>
                <a:cubicBezTo>
                  <a:pt x="7476796" y="7246894"/>
                  <a:pt x="7463800" y="7259890"/>
                  <a:pt x="7448576" y="7268854"/>
                </a:cubicBezTo>
                <a:cubicBezTo>
                  <a:pt x="7432876" y="7277817"/>
                  <a:pt x="7414965" y="7282750"/>
                  <a:pt x="7397037" y="7282750"/>
                </a:cubicBezTo>
                <a:lnTo>
                  <a:pt x="102618" y="7282750"/>
                </a:lnTo>
                <a:cubicBezTo>
                  <a:pt x="84707" y="7282750"/>
                  <a:pt x="66778" y="7277817"/>
                  <a:pt x="51539" y="7268854"/>
                </a:cubicBezTo>
                <a:cubicBezTo>
                  <a:pt x="35854" y="7259890"/>
                  <a:pt x="22861" y="7246894"/>
                  <a:pt x="13897" y="7231654"/>
                </a:cubicBezTo>
                <a:cubicBezTo>
                  <a:pt x="4933" y="7215971"/>
                  <a:pt x="0" y="7198043"/>
                  <a:pt x="0" y="7180132"/>
                </a:cubicBezTo>
                <a:lnTo>
                  <a:pt x="441" y="102619"/>
                </a:lnTo>
              </a:path>
            </a:pathLst>
          </a:custGeom>
          <a:solidFill xmlns:a="http://schemas.openxmlformats.org/drawingml/2006/main">
            <a:srgbClr val="F4FBF7"/>
          </a:solidFill>
          <a:ln xmlns:a="http://schemas.openxmlformats.org/drawingml/2006/main" w="14332">
            <a:solidFill>
              <a:srgbClr val="9CCCB0"/>
            </a:solidFill>
            <a:prstDash val="solid"/>
          </a:ln>
        </p:spPr>
      </p:sp>
      <p:sp>
        <p:nvSpPr>
          <p:cNvPr id="114" name="path-85">
            <a:extLst xmlns:a="http://schemas.openxmlformats.org/drawingml/2006/main">
              <a:ext uri="{FF2B5EF4-FFF2-40B4-BE49-F238E27FC236}">
                <a16:creationId xmlns:a16="http://schemas.microsoft.com/office/drawing/2014/main" id="{D55502A6-46BA-43C2-B8EF-6B04A7638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6502" y="169048"/>
            <a:ext cx="250267" cy="250267"/>
          </a:xfrm>
          <a:custGeom xmlns:a="http://schemas.openxmlformats.org/drawingml/2006/main">
            <a:pathLst>
              <a:path w="305186" h="305186">
                <a:moveTo>
                  <a:pt x="0" y="152372"/>
                </a:moveTo>
                <a:lnTo>
                  <a:pt x="0" y="152372"/>
                </a:lnTo>
                <a:cubicBezTo>
                  <a:pt x="0" y="125480"/>
                  <a:pt x="7179" y="99489"/>
                  <a:pt x="20615" y="76186"/>
                </a:cubicBezTo>
                <a:cubicBezTo>
                  <a:pt x="34069" y="52883"/>
                  <a:pt x="52884" y="33611"/>
                  <a:pt x="76186" y="20173"/>
                </a:cubicBezTo>
                <a:cubicBezTo>
                  <a:pt x="99488" y="6719"/>
                  <a:pt x="125937" y="0"/>
                  <a:pt x="152829" y="0"/>
                </a:cubicBezTo>
                <a:cubicBezTo>
                  <a:pt x="179264" y="0"/>
                  <a:pt x="205713" y="6719"/>
                  <a:pt x="229015" y="20173"/>
                </a:cubicBezTo>
                <a:cubicBezTo>
                  <a:pt x="252320" y="33611"/>
                  <a:pt x="271132" y="52883"/>
                  <a:pt x="284571" y="76186"/>
                </a:cubicBezTo>
                <a:cubicBezTo>
                  <a:pt x="298025" y="99489"/>
                  <a:pt x="305186" y="125480"/>
                  <a:pt x="305186" y="152372"/>
                </a:cubicBezTo>
                <a:cubicBezTo>
                  <a:pt x="305186" y="179264"/>
                  <a:pt x="298025" y="205254"/>
                  <a:pt x="284571" y="228557"/>
                </a:cubicBezTo>
                <a:cubicBezTo>
                  <a:pt x="271132" y="251860"/>
                  <a:pt x="252320" y="271132"/>
                  <a:pt x="229015" y="284570"/>
                </a:cubicBezTo>
                <a:cubicBezTo>
                  <a:pt x="205713" y="298008"/>
                  <a:pt x="179264" y="305186"/>
                  <a:pt x="152829" y="305186"/>
                </a:cubicBezTo>
                <a:cubicBezTo>
                  <a:pt x="125937" y="305186"/>
                  <a:pt x="99488" y="298008"/>
                  <a:pt x="76186" y="284570"/>
                </a:cubicBezTo>
                <a:cubicBezTo>
                  <a:pt x="52884" y="271132"/>
                  <a:pt x="34069" y="251860"/>
                  <a:pt x="20615" y="228557"/>
                </a:cubicBezTo>
                <a:cubicBezTo>
                  <a:pt x="7179" y="205254"/>
                  <a:pt x="0" y="179264"/>
                  <a:pt x="0" y="152372"/>
                </a:cubicBezTo>
              </a:path>
            </a:pathLst>
          </a:custGeom>
          <a:solidFill xmlns:a="http://schemas.openxmlformats.org/drawingml/2006/main">
            <a:srgbClr val="1B6B3A"/>
          </a:solidFill>
          <a:ln xmlns:a="http://schemas.openxmlformats.org/drawingml/2006/main" w="5145">
            <a:solidFill>
              <a:srgbClr val="1B6B3A"/>
            </a:solidFill>
            <a:prstDash val="solid"/>
          </a:ln>
        </p:spPr>
      </p:sp>
      <p:sp>
        <p:nvSpPr>
          <p:cNvPr id="115" name="text-86 2">
            <a:extLst xmlns:a="http://schemas.openxmlformats.org/drawingml/2006/main">
              <a:ext uri="{FF2B5EF4-FFF2-40B4-BE49-F238E27FC236}">
                <a16:creationId xmlns:a16="http://schemas.microsoft.com/office/drawing/2014/main" id="{4AD6A8B9-15DA-4436-B6F1-39C75F011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06986" y="198145"/>
            <a:ext cx="118209" cy="2247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26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116" name="text-87 Expert">
            <a:extLst xmlns:a="http://schemas.openxmlformats.org/drawingml/2006/main">
              <a:ext uri="{FF2B5EF4-FFF2-40B4-BE49-F238E27FC236}">
                <a16:creationId xmlns:a16="http://schemas.microsoft.com/office/drawing/2014/main" id="{B31D7C16-34AC-4B0D-A778-6319DBBE6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31168" y="179318"/>
            <a:ext cx="628918" cy="2675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5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Expert</a:t>
            </a:r>
          </a:p>
        </p:txBody>
      </p:sp>
      <p:sp>
        <p:nvSpPr>
          <p:cNvPr id="117" name="text-87 Annotation">
            <a:extLst xmlns:a="http://schemas.openxmlformats.org/drawingml/2006/main">
              <a:ext uri="{FF2B5EF4-FFF2-40B4-BE49-F238E27FC236}">
                <a16:creationId xmlns:a16="http://schemas.microsoft.com/office/drawing/2014/main" id="{2128DEDB-40D8-426E-A70F-662BCA2F5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71650" y="179206"/>
            <a:ext cx="1042989" cy="267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6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6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6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Annotation</a:t>
            </a:r>
          </a:p>
        </p:txBody>
      </p:sp>
      <p:sp>
        <p:nvSpPr>
          <p:cNvPr id="118" name="text-87 &amp;">
            <a:extLst xmlns:a="http://schemas.openxmlformats.org/drawingml/2006/main">
              <a:ext uri="{FF2B5EF4-FFF2-40B4-BE49-F238E27FC236}">
                <a16:creationId xmlns:a16="http://schemas.microsoft.com/office/drawing/2014/main" id="{9C7F1DEB-0D1C-4B4C-A07B-9A622C714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33269" y="179559"/>
            <a:ext cx="172100" cy="2672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3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3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3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119" name="text-87 Difficulty">
            <a:extLst xmlns:a="http://schemas.openxmlformats.org/drawingml/2006/main">
              <a:ext uri="{FF2B5EF4-FFF2-40B4-BE49-F238E27FC236}">
                <a16:creationId xmlns:a16="http://schemas.microsoft.com/office/drawing/2014/main" id="{8030C348-0D81-443F-8D6D-ACAF7FBCB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24575" y="179242"/>
            <a:ext cx="851926" cy="2676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5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Difficulty</a:t>
            </a:r>
          </a:p>
        </p:txBody>
      </p:sp>
      <p:sp>
        <p:nvSpPr>
          <p:cNvPr id="120" name="text-87 Assessment">
            <a:extLst xmlns:a="http://schemas.openxmlformats.org/drawingml/2006/main">
              <a:ext uri="{FF2B5EF4-FFF2-40B4-BE49-F238E27FC236}">
                <a16:creationId xmlns:a16="http://schemas.microsoft.com/office/drawing/2014/main" id="{B3EFD074-0B21-4975-939D-8B7B60ABF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88404" y="179195"/>
            <a:ext cx="1160709" cy="2677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6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6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6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Assessment</a:t>
            </a:r>
          </a:p>
        </p:txBody>
      </p:sp>
      <p:sp>
        <p:nvSpPr>
          <p:cNvPr id="121" name="path-88">
            <a:extLst xmlns:a="http://schemas.openxmlformats.org/drawingml/2006/main">
              <a:ext uri="{FF2B5EF4-FFF2-40B4-BE49-F238E27FC236}">
                <a16:creationId xmlns:a16="http://schemas.microsoft.com/office/drawing/2014/main" id="{8DECBAAA-CECE-40BC-AE13-709944B3E9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9641" y="526258"/>
            <a:ext cx="5932126" cy="5476802"/>
          </a:xfrm>
          <a:custGeom xmlns:a="http://schemas.openxmlformats.org/drawingml/2006/main">
            <a:pathLst>
              <a:path w="7233899" h="6678655">
                <a:moveTo>
                  <a:pt x="0" y="68107"/>
                </a:moveTo>
                <a:lnTo>
                  <a:pt x="0" y="68107"/>
                </a:lnTo>
                <a:cubicBezTo>
                  <a:pt x="0" y="56013"/>
                  <a:pt x="3130" y="44362"/>
                  <a:pt x="8964" y="34053"/>
                </a:cubicBezTo>
                <a:cubicBezTo>
                  <a:pt x="15242" y="23745"/>
                  <a:pt x="23745" y="14781"/>
                  <a:pt x="34054" y="8964"/>
                </a:cubicBezTo>
                <a:cubicBezTo>
                  <a:pt x="44363" y="3130"/>
                  <a:pt x="56472" y="0"/>
                  <a:pt x="68123" y="0"/>
                </a:cubicBezTo>
                <a:lnTo>
                  <a:pt x="7165335" y="0"/>
                </a:lnTo>
                <a:cubicBezTo>
                  <a:pt x="7177444" y="0"/>
                  <a:pt x="7189095" y="3130"/>
                  <a:pt x="7199403" y="8964"/>
                </a:cubicBezTo>
                <a:cubicBezTo>
                  <a:pt x="7209710" y="15240"/>
                  <a:pt x="7218674" y="23745"/>
                  <a:pt x="7224493" y="34053"/>
                </a:cubicBezTo>
                <a:cubicBezTo>
                  <a:pt x="7230327" y="44362"/>
                  <a:pt x="7233458" y="56456"/>
                  <a:pt x="7233458" y="68107"/>
                </a:cubicBezTo>
                <a:lnTo>
                  <a:pt x="7233899" y="6610089"/>
                </a:lnTo>
                <a:cubicBezTo>
                  <a:pt x="7233899" y="6622184"/>
                  <a:pt x="7230768" y="6633835"/>
                  <a:pt x="7224951" y="6644143"/>
                </a:cubicBezTo>
                <a:cubicBezTo>
                  <a:pt x="7218674" y="6654451"/>
                  <a:pt x="7210153" y="6663415"/>
                  <a:pt x="7199847" y="6669248"/>
                </a:cubicBezTo>
                <a:cubicBezTo>
                  <a:pt x="7189538" y="6675067"/>
                  <a:pt x="7177444" y="6678212"/>
                  <a:pt x="7165793" y="6678212"/>
                </a:cubicBezTo>
                <a:lnTo>
                  <a:pt x="68123" y="6678655"/>
                </a:lnTo>
                <a:cubicBezTo>
                  <a:pt x="56014" y="6678655"/>
                  <a:pt x="44363" y="6675525"/>
                  <a:pt x="34054" y="6669691"/>
                </a:cubicBezTo>
                <a:cubicBezTo>
                  <a:pt x="23745" y="6663415"/>
                  <a:pt x="14781" y="6654909"/>
                  <a:pt x="8964" y="6644601"/>
                </a:cubicBezTo>
                <a:cubicBezTo>
                  <a:pt x="3130" y="6634294"/>
                  <a:pt x="0" y="6622184"/>
                  <a:pt x="0" y="6610533"/>
                </a:cubicBezTo>
                <a:lnTo>
                  <a:pt x="0" y="68107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2862">
            <a:solidFill>
              <a:srgbClr val="C8E3D2"/>
            </a:solidFill>
            <a:prstDash val="solid"/>
          </a:ln>
        </p:spPr>
      </p:sp>
      <p:sp>
        <p:nvSpPr>
          <p:cNvPr id="122" name="path-89">
            <a:extLst xmlns:a="http://schemas.openxmlformats.org/drawingml/2006/main">
              <a:ext uri="{FF2B5EF4-FFF2-40B4-BE49-F238E27FC236}">
                <a16:creationId xmlns:a16="http://schemas.microsoft.com/office/drawing/2014/main" id="{F2CA4C1B-79A8-465D-B07D-526EB7E8C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32063" y="649733"/>
            <a:ext cx="2585335" cy="402780"/>
          </a:xfrm>
          <a:custGeom xmlns:a="http://schemas.openxmlformats.org/drawingml/2006/main">
            <a:pathLst>
              <a:path w="3152672" h="491167">
                <a:moveTo>
                  <a:pt x="441" y="79774"/>
                </a:moveTo>
                <a:lnTo>
                  <a:pt x="441" y="79774"/>
                </a:lnTo>
                <a:cubicBezTo>
                  <a:pt x="441" y="65877"/>
                  <a:pt x="4031" y="51980"/>
                  <a:pt x="11208" y="39886"/>
                </a:cubicBezTo>
                <a:cubicBezTo>
                  <a:pt x="17926" y="27793"/>
                  <a:pt x="28235" y="17927"/>
                  <a:pt x="40329" y="10765"/>
                </a:cubicBezTo>
                <a:cubicBezTo>
                  <a:pt x="52423" y="3588"/>
                  <a:pt x="66320" y="0"/>
                  <a:pt x="80215" y="0"/>
                </a:cubicBezTo>
                <a:lnTo>
                  <a:pt x="3072913" y="458"/>
                </a:lnTo>
                <a:cubicBezTo>
                  <a:pt x="3086795" y="458"/>
                  <a:pt x="3100692" y="4030"/>
                  <a:pt x="3112786" y="11208"/>
                </a:cubicBezTo>
                <a:cubicBezTo>
                  <a:pt x="3124895" y="17927"/>
                  <a:pt x="3134744" y="28235"/>
                  <a:pt x="3141920" y="40329"/>
                </a:cubicBezTo>
                <a:cubicBezTo>
                  <a:pt x="3149081" y="52439"/>
                  <a:pt x="3152672" y="66336"/>
                  <a:pt x="3152672" y="80216"/>
                </a:cubicBezTo>
                <a:lnTo>
                  <a:pt x="3152672" y="411392"/>
                </a:lnTo>
                <a:cubicBezTo>
                  <a:pt x="3152672" y="425289"/>
                  <a:pt x="3149081" y="439185"/>
                  <a:pt x="3141920" y="451279"/>
                </a:cubicBezTo>
                <a:cubicBezTo>
                  <a:pt x="3135204" y="463375"/>
                  <a:pt x="3124895" y="473239"/>
                  <a:pt x="3112786" y="480417"/>
                </a:cubicBezTo>
                <a:cubicBezTo>
                  <a:pt x="3100692" y="487578"/>
                  <a:pt x="3086795" y="491167"/>
                  <a:pt x="3072913" y="491167"/>
                </a:cubicBezTo>
                <a:lnTo>
                  <a:pt x="79774" y="491167"/>
                </a:lnTo>
                <a:cubicBezTo>
                  <a:pt x="65877" y="491167"/>
                  <a:pt x="51980" y="487578"/>
                  <a:pt x="39886" y="480417"/>
                </a:cubicBezTo>
                <a:cubicBezTo>
                  <a:pt x="27774" y="473681"/>
                  <a:pt x="17926" y="463375"/>
                  <a:pt x="10750" y="451279"/>
                </a:cubicBezTo>
                <a:cubicBezTo>
                  <a:pt x="3588" y="439185"/>
                  <a:pt x="0" y="425289"/>
                  <a:pt x="0" y="411392"/>
                </a:cubicBezTo>
                <a:lnTo>
                  <a:pt x="441" y="79774"/>
                </a:lnTo>
              </a:path>
            </a:pathLst>
          </a:custGeom>
          <a:solidFill xmlns:a="http://schemas.openxmlformats.org/drawingml/2006/main">
            <a:srgbClr val="FCFAF5"/>
          </a:solidFill>
          <a:ln xmlns:a="http://schemas.openxmlformats.org/drawingml/2006/main" w="14332">
            <a:solidFill>
              <a:srgbClr val="8A7B5E"/>
            </a:solidFill>
            <a:prstDash val="solid"/>
          </a:ln>
        </p:spPr>
      </p:sp>
      <p:pic>
        <p:nvPicPr>
          <p:cNvPr id="123" name="">
            <a:extLst xmlns:a="http://schemas.openxmlformats.org/drawingml/2006/main">
              <a:ext uri="{FF2B5EF4-FFF2-40B4-BE49-F238E27FC236}">
                <a16:creationId xmlns:a16="http://schemas.microsoft.com/office/drawing/2014/main" id="{19C4EC72-00E0-4873-B974-FE75D086206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db0e91268f24308"/>
          <a:stretch xmlns:a="http://schemas.openxmlformats.org/drawingml/2006/main"/>
        </p:blipFill>
        <p:spPr>
          <a:xfrm xmlns:a="http://schemas.openxmlformats.org/drawingml/2006/main">
            <a:off x="12395960" y="734623"/>
            <a:ext cx="203594" cy="203594"/>
          </a:xfrm>
          <a:prstGeom xmlns:a="http://schemas.openxmlformats.org/drawingml/2006/main" prst="rect">
            <a:avLst/>
          </a:prstGeom>
        </p:spPr>
      </p:pic>
      <p:sp>
        <p:nvSpPr>
          <p:cNvPr id="124" name="text-91 Input">
            <a:extLst xmlns:a="http://schemas.openxmlformats.org/drawingml/2006/main">
              <a:ext uri="{FF2B5EF4-FFF2-40B4-BE49-F238E27FC236}">
                <a16:creationId xmlns:a16="http://schemas.microsoft.com/office/drawing/2014/main" id="{754B716C-4E8E-4D98-B4A5-7178E9DE3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98984" y="749310"/>
            <a:ext cx="391227" cy="2089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75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75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75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Input</a:t>
            </a:r>
          </a:p>
        </p:txBody>
      </p:sp>
      <p:sp>
        <p:nvSpPr>
          <p:cNvPr id="125" name="text-91 Documents">
            <a:extLst xmlns:a="http://schemas.openxmlformats.org/drawingml/2006/main">
              <a:ext uri="{FF2B5EF4-FFF2-40B4-BE49-F238E27FC236}">
                <a16:creationId xmlns:a16="http://schemas.microsoft.com/office/drawing/2014/main" id="{1CDF81E6-5BA5-4007-B20F-F454E37B7E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04830" y="749214"/>
            <a:ext cx="839487" cy="2090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76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76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76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Documents</a:t>
            </a:r>
          </a:p>
        </p:txBody>
      </p:sp>
      <p:sp>
        <p:nvSpPr>
          <p:cNvPr id="126" name="path-92">
            <a:extLst xmlns:a="http://schemas.openxmlformats.org/drawingml/2006/main">
              <a:ext uri="{FF2B5EF4-FFF2-40B4-BE49-F238E27FC236}">
                <a16:creationId xmlns:a16="http://schemas.microsoft.com/office/drawing/2014/main" id="{8F4328A6-E2C2-40B4-A66E-7875FEEDA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1052149"/>
            <a:ext cx="364" cy="154705"/>
          </a:xfrm>
          <a:custGeom xmlns:a="http://schemas.openxmlformats.org/drawingml/2006/main">
            <a:pathLst>
              <a:path w="443" h="188655">
                <a:moveTo>
                  <a:pt x="0" y="0"/>
                </a:moveTo>
                <a:lnTo>
                  <a:pt x="443" y="188655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27" name="path-93">
            <a:extLst xmlns:a="http://schemas.openxmlformats.org/drawingml/2006/main">
              <a:ext uri="{FF2B5EF4-FFF2-40B4-BE49-F238E27FC236}">
                <a16:creationId xmlns:a16="http://schemas.microsoft.com/office/drawing/2014/main" id="{C9673D2C-D0E4-4EAC-90E3-1A1A869440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2193" y="1206854"/>
            <a:ext cx="3945815" cy="375"/>
          </a:xfrm>
          <a:custGeom xmlns:a="http://schemas.openxmlformats.org/drawingml/2006/main">
            <a:pathLst>
              <a:path w="4811702" h="458">
                <a:moveTo>
                  <a:pt x="0" y="0"/>
                </a:moveTo>
                <a:lnTo>
                  <a:pt x="4811702" y="458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28" name="path-94">
            <a:extLst xmlns:a="http://schemas.openxmlformats.org/drawingml/2006/main">
              <a:ext uri="{FF2B5EF4-FFF2-40B4-BE49-F238E27FC236}">
                <a16:creationId xmlns:a16="http://schemas.microsoft.com/office/drawing/2014/main" id="{8F21DFF6-5198-41CF-AFDC-161FEAC00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2193" y="1206854"/>
            <a:ext cx="364" cy="139290"/>
          </a:xfrm>
          <a:custGeom xmlns:a="http://schemas.openxmlformats.org/drawingml/2006/main">
            <a:pathLst>
              <a:path w="443" h="169856">
                <a:moveTo>
                  <a:pt x="0" y="0"/>
                </a:moveTo>
                <a:lnTo>
                  <a:pt x="443" y="169856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29" name="path-95">
            <a:extLst xmlns:a="http://schemas.openxmlformats.org/drawingml/2006/main">
              <a:ext uri="{FF2B5EF4-FFF2-40B4-BE49-F238E27FC236}">
                <a16:creationId xmlns:a16="http://schemas.microsoft.com/office/drawing/2014/main" id="{0D04015A-4B01-481E-9F03-9C4770198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3680" y="1335112"/>
            <a:ext cx="97753" cy="78655"/>
          </a:xfrm>
          <a:custGeom xmlns:a="http://schemas.openxmlformats.org/drawingml/2006/main">
            <a:pathLst>
              <a:path w="119204" h="95915">
                <a:moveTo>
                  <a:pt x="119204" y="0"/>
                </a:moveTo>
                <a:lnTo>
                  <a:pt x="59602" y="95915"/>
                </a:lnTo>
                <a:lnTo>
                  <a:pt x="0" y="0"/>
                </a:lnTo>
                <a:lnTo>
                  <a:pt x="119204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130" name="path-96">
            <a:extLst xmlns:a="http://schemas.openxmlformats.org/drawingml/2006/main">
              <a:ext uri="{FF2B5EF4-FFF2-40B4-BE49-F238E27FC236}">
                <a16:creationId xmlns:a16="http://schemas.microsoft.com/office/drawing/2014/main" id="{EC49BECF-D233-4FEF-9F3A-79E7BE310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1206854"/>
            <a:ext cx="364" cy="139290"/>
          </a:xfrm>
          <a:custGeom xmlns:a="http://schemas.openxmlformats.org/drawingml/2006/main">
            <a:pathLst>
              <a:path w="443" h="169856">
                <a:moveTo>
                  <a:pt x="0" y="0"/>
                </a:moveTo>
                <a:lnTo>
                  <a:pt x="443" y="169856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31" name="path-97">
            <a:extLst xmlns:a="http://schemas.openxmlformats.org/drawingml/2006/main">
              <a:ext uri="{FF2B5EF4-FFF2-40B4-BE49-F238E27FC236}">
                <a16:creationId xmlns:a16="http://schemas.microsoft.com/office/drawing/2014/main" id="{40A388F8-4782-471B-A58A-61EFCC364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76406" y="1335112"/>
            <a:ext cx="97751" cy="78655"/>
          </a:xfrm>
          <a:custGeom xmlns:a="http://schemas.openxmlformats.org/drawingml/2006/main">
            <a:pathLst>
              <a:path w="119202" h="95915">
                <a:moveTo>
                  <a:pt x="119202" y="0"/>
                </a:moveTo>
                <a:lnTo>
                  <a:pt x="59602" y="95915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132" name="path-98">
            <a:extLst xmlns:a="http://schemas.openxmlformats.org/drawingml/2006/main">
              <a:ext uri="{FF2B5EF4-FFF2-40B4-BE49-F238E27FC236}">
                <a16:creationId xmlns:a16="http://schemas.microsoft.com/office/drawing/2014/main" id="{C77D9F14-6D72-4C33-AFAB-F977FC3CF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98008" y="1206854"/>
            <a:ext cx="362" cy="139290"/>
          </a:xfrm>
          <a:custGeom xmlns:a="http://schemas.openxmlformats.org/drawingml/2006/main">
            <a:pathLst>
              <a:path w="441" h="169856">
                <a:moveTo>
                  <a:pt x="0" y="0"/>
                </a:moveTo>
                <a:lnTo>
                  <a:pt x="441" y="169856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33" name="path-99">
            <a:extLst xmlns:a="http://schemas.openxmlformats.org/drawingml/2006/main">
              <a:ext uri="{FF2B5EF4-FFF2-40B4-BE49-F238E27FC236}">
                <a16:creationId xmlns:a16="http://schemas.microsoft.com/office/drawing/2014/main" id="{4856D57B-5312-456A-B040-661277CBF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49131" y="1335112"/>
            <a:ext cx="97751" cy="78655"/>
          </a:xfrm>
          <a:custGeom xmlns:a="http://schemas.openxmlformats.org/drawingml/2006/main">
            <a:pathLst>
              <a:path w="119202" h="95915">
                <a:moveTo>
                  <a:pt x="119202" y="0"/>
                </a:moveTo>
                <a:lnTo>
                  <a:pt x="59602" y="95915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134" name="path-100">
            <a:extLst xmlns:a="http://schemas.openxmlformats.org/drawingml/2006/main">
              <a:ext uri="{FF2B5EF4-FFF2-40B4-BE49-F238E27FC236}">
                <a16:creationId xmlns:a16="http://schemas.microsoft.com/office/drawing/2014/main" id="{358F7A2A-9D76-41D6-86D8-0DC3CBC20D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2812" y="1423322"/>
            <a:ext cx="1578762" cy="433635"/>
          </a:xfrm>
          <a:custGeom xmlns:a="http://schemas.openxmlformats.org/drawingml/2006/main">
            <a:pathLst>
              <a:path w="1925213" h="528794">
                <a:moveTo>
                  <a:pt x="443" y="79758"/>
                </a:moveTo>
                <a:lnTo>
                  <a:pt x="443" y="79758"/>
                </a:lnTo>
                <a:cubicBezTo>
                  <a:pt x="443" y="65862"/>
                  <a:pt x="4031" y="51981"/>
                  <a:pt x="11193" y="39871"/>
                </a:cubicBezTo>
                <a:cubicBezTo>
                  <a:pt x="17928" y="27777"/>
                  <a:pt x="28237" y="17911"/>
                  <a:pt x="40331" y="10750"/>
                </a:cubicBezTo>
                <a:cubicBezTo>
                  <a:pt x="52426" y="3574"/>
                  <a:pt x="66320" y="0"/>
                  <a:pt x="80217" y="0"/>
                </a:cubicBezTo>
                <a:lnTo>
                  <a:pt x="1845454" y="442"/>
                </a:lnTo>
                <a:cubicBezTo>
                  <a:pt x="1859334" y="442"/>
                  <a:pt x="1873230" y="4031"/>
                  <a:pt x="1885325" y="11193"/>
                </a:cubicBezTo>
                <a:cubicBezTo>
                  <a:pt x="1897436" y="17911"/>
                  <a:pt x="1907285" y="28219"/>
                  <a:pt x="1914461" y="40329"/>
                </a:cubicBezTo>
                <a:cubicBezTo>
                  <a:pt x="1921622" y="52423"/>
                  <a:pt x="1925213" y="66320"/>
                  <a:pt x="1925213" y="80216"/>
                </a:cubicBezTo>
                <a:lnTo>
                  <a:pt x="1925213" y="449036"/>
                </a:lnTo>
                <a:cubicBezTo>
                  <a:pt x="1925213" y="462917"/>
                  <a:pt x="1921622" y="476813"/>
                  <a:pt x="1914461" y="488923"/>
                </a:cubicBezTo>
                <a:cubicBezTo>
                  <a:pt x="1907743" y="501017"/>
                  <a:pt x="1897436" y="510866"/>
                  <a:pt x="1885325" y="518044"/>
                </a:cubicBezTo>
                <a:cubicBezTo>
                  <a:pt x="1873230" y="525222"/>
                  <a:pt x="1859334" y="528794"/>
                  <a:pt x="1845454" y="528794"/>
                </a:cubicBezTo>
                <a:lnTo>
                  <a:pt x="79759" y="528794"/>
                </a:lnTo>
                <a:cubicBezTo>
                  <a:pt x="65879" y="528794"/>
                  <a:pt x="51982" y="525222"/>
                  <a:pt x="39888" y="518044"/>
                </a:cubicBezTo>
                <a:cubicBezTo>
                  <a:pt x="27777" y="511325"/>
                  <a:pt x="17928" y="501017"/>
                  <a:pt x="10752" y="488923"/>
                </a:cubicBezTo>
                <a:cubicBezTo>
                  <a:pt x="3591" y="476813"/>
                  <a:pt x="0" y="462917"/>
                  <a:pt x="0" y="449036"/>
                </a:cubicBezTo>
                <a:lnTo>
                  <a:pt x="443" y="79758"/>
                </a:lnTo>
              </a:path>
            </a:pathLst>
          </a:custGeom>
          <a:solidFill xmlns:a="http://schemas.openxmlformats.org/drawingml/2006/main">
            <a:srgbClr val="F3FAF6"/>
          </a:solidFill>
          <a:ln xmlns:a="http://schemas.openxmlformats.org/drawingml/2006/main" w="12862">
            <a:solidFill>
              <a:srgbClr val="6CB08C"/>
            </a:solidFill>
            <a:prstDash val="solid"/>
          </a:ln>
        </p:spPr>
      </p:sp>
      <p:sp>
        <p:nvSpPr>
          <p:cNvPr id="135" name="path-101">
            <a:extLst xmlns:a="http://schemas.openxmlformats.org/drawingml/2006/main">
              <a:ext uri="{FF2B5EF4-FFF2-40B4-BE49-F238E27FC236}">
                <a16:creationId xmlns:a16="http://schemas.microsoft.com/office/drawing/2014/main" id="{4D728F01-8B1A-459D-B8C0-A80F5ED48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2366" y="1423322"/>
            <a:ext cx="1905102" cy="433635"/>
          </a:xfrm>
          <a:custGeom xmlns:a="http://schemas.openxmlformats.org/drawingml/2006/main">
            <a:pathLst>
              <a:path w="2323166" h="528794">
                <a:moveTo>
                  <a:pt x="443" y="79758"/>
                </a:moveTo>
                <a:lnTo>
                  <a:pt x="443" y="79758"/>
                </a:lnTo>
                <a:cubicBezTo>
                  <a:pt x="443" y="65862"/>
                  <a:pt x="4031" y="51981"/>
                  <a:pt x="11193" y="39871"/>
                </a:cubicBezTo>
                <a:cubicBezTo>
                  <a:pt x="17928" y="27777"/>
                  <a:pt x="28237" y="17911"/>
                  <a:pt x="40331" y="10750"/>
                </a:cubicBezTo>
                <a:cubicBezTo>
                  <a:pt x="52426" y="3574"/>
                  <a:pt x="66320" y="0"/>
                  <a:pt x="80217" y="0"/>
                </a:cubicBezTo>
                <a:lnTo>
                  <a:pt x="2243393" y="442"/>
                </a:lnTo>
                <a:cubicBezTo>
                  <a:pt x="2257289" y="442"/>
                  <a:pt x="2271186" y="4031"/>
                  <a:pt x="2283281" y="11193"/>
                </a:cubicBezTo>
                <a:cubicBezTo>
                  <a:pt x="2295375" y="17911"/>
                  <a:pt x="2305240" y="28219"/>
                  <a:pt x="2312402" y="40329"/>
                </a:cubicBezTo>
                <a:cubicBezTo>
                  <a:pt x="2319578" y="52423"/>
                  <a:pt x="2323166" y="66320"/>
                  <a:pt x="2323166" y="80216"/>
                </a:cubicBezTo>
                <a:lnTo>
                  <a:pt x="2323166" y="449036"/>
                </a:lnTo>
                <a:cubicBezTo>
                  <a:pt x="2323166" y="462917"/>
                  <a:pt x="2319578" y="476813"/>
                  <a:pt x="2312402" y="488923"/>
                </a:cubicBezTo>
                <a:cubicBezTo>
                  <a:pt x="2305684" y="501017"/>
                  <a:pt x="2295375" y="510866"/>
                  <a:pt x="2283281" y="518044"/>
                </a:cubicBezTo>
                <a:cubicBezTo>
                  <a:pt x="2271186" y="525222"/>
                  <a:pt x="2257289" y="528794"/>
                  <a:pt x="2243393" y="528794"/>
                </a:cubicBezTo>
                <a:lnTo>
                  <a:pt x="79759" y="528794"/>
                </a:lnTo>
                <a:cubicBezTo>
                  <a:pt x="65877" y="528794"/>
                  <a:pt x="51982" y="525222"/>
                  <a:pt x="39888" y="518044"/>
                </a:cubicBezTo>
                <a:cubicBezTo>
                  <a:pt x="27777" y="511325"/>
                  <a:pt x="17928" y="501017"/>
                  <a:pt x="10750" y="488923"/>
                </a:cubicBezTo>
                <a:cubicBezTo>
                  <a:pt x="3591" y="476813"/>
                  <a:pt x="0" y="462917"/>
                  <a:pt x="0" y="449036"/>
                </a:cubicBezTo>
                <a:lnTo>
                  <a:pt x="443" y="79758"/>
                </a:lnTo>
              </a:path>
            </a:pathLst>
          </a:custGeom>
          <a:solidFill xmlns:a="http://schemas.openxmlformats.org/drawingml/2006/main">
            <a:srgbClr val="F2F7FD"/>
          </a:solidFill>
          <a:ln xmlns:a="http://schemas.openxmlformats.org/drawingml/2006/main" w="12862">
            <a:solidFill>
              <a:srgbClr val="6C9DD2"/>
            </a:solidFill>
            <a:prstDash val="solid"/>
          </a:ln>
        </p:spPr>
      </p:sp>
      <p:sp>
        <p:nvSpPr>
          <p:cNvPr id="136" name="path-102">
            <a:extLst xmlns:a="http://schemas.openxmlformats.org/drawingml/2006/main">
              <a:ext uri="{FF2B5EF4-FFF2-40B4-BE49-F238E27FC236}">
                <a16:creationId xmlns:a16="http://schemas.microsoft.com/office/drawing/2014/main" id="{7ECFFF75-BE76-411E-91D0-A0828C3A9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08627" y="1423322"/>
            <a:ext cx="1578760" cy="433635"/>
          </a:xfrm>
          <a:custGeom xmlns:a="http://schemas.openxmlformats.org/drawingml/2006/main">
            <a:pathLst>
              <a:path w="1925211" h="528794">
                <a:moveTo>
                  <a:pt x="443" y="79758"/>
                </a:moveTo>
                <a:lnTo>
                  <a:pt x="443" y="79758"/>
                </a:lnTo>
                <a:cubicBezTo>
                  <a:pt x="443" y="65862"/>
                  <a:pt x="4031" y="51981"/>
                  <a:pt x="11193" y="39871"/>
                </a:cubicBezTo>
                <a:cubicBezTo>
                  <a:pt x="17928" y="27777"/>
                  <a:pt x="28235" y="17911"/>
                  <a:pt x="40329" y="10750"/>
                </a:cubicBezTo>
                <a:cubicBezTo>
                  <a:pt x="52423" y="3574"/>
                  <a:pt x="66320" y="0"/>
                  <a:pt x="80217" y="0"/>
                </a:cubicBezTo>
                <a:lnTo>
                  <a:pt x="1845437" y="442"/>
                </a:lnTo>
                <a:cubicBezTo>
                  <a:pt x="1859334" y="442"/>
                  <a:pt x="1873230" y="4031"/>
                  <a:pt x="1885325" y="11193"/>
                </a:cubicBezTo>
                <a:cubicBezTo>
                  <a:pt x="1897434" y="17911"/>
                  <a:pt x="1907282" y="28219"/>
                  <a:pt x="1914461" y="40329"/>
                </a:cubicBezTo>
                <a:cubicBezTo>
                  <a:pt x="1921622" y="52423"/>
                  <a:pt x="1925211" y="66320"/>
                  <a:pt x="1925211" y="80216"/>
                </a:cubicBezTo>
                <a:lnTo>
                  <a:pt x="1925211" y="449036"/>
                </a:lnTo>
                <a:cubicBezTo>
                  <a:pt x="1925211" y="462917"/>
                  <a:pt x="1921622" y="476813"/>
                  <a:pt x="1914461" y="488923"/>
                </a:cubicBezTo>
                <a:cubicBezTo>
                  <a:pt x="1907743" y="501017"/>
                  <a:pt x="1897434" y="510866"/>
                  <a:pt x="1885325" y="518044"/>
                </a:cubicBezTo>
                <a:cubicBezTo>
                  <a:pt x="1873230" y="525222"/>
                  <a:pt x="1859334" y="528794"/>
                  <a:pt x="1845437" y="528794"/>
                </a:cubicBezTo>
                <a:lnTo>
                  <a:pt x="79759" y="528794"/>
                </a:lnTo>
                <a:cubicBezTo>
                  <a:pt x="65877" y="528794"/>
                  <a:pt x="51980" y="525222"/>
                  <a:pt x="39886" y="518044"/>
                </a:cubicBezTo>
                <a:cubicBezTo>
                  <a:pt x="27777" y="511325"/>
                  <a:pt x="17928" y="501017"/>
                  <a:pt x="10750" y="488923"/>
                </a:cubicBezTo>
                <a:cubicBezTo>
                  <a:pt x="3574" y="476813"/>
                  <a:pt x="0" y="462917"/>
                  <a:pt x="0" y="449036"/>
                </a:cubicBezTo>
                <a:lnTo>
                  <a:pt x="443" y="79758"/>
                </a:lnTo>
              </a:path>
            </a:pathLst>
          </a:custGeom>
          <a:solidFill xmlns:a="http://schemas.openxmlformats.org/drawingml/2006/main">
            <a:srgbClr val="FEF9F2"/>
          </a:solidFill>
          <a:ln xmlns:a="http://schemas.openxmlformats.org/drawingml/2006/main" w="12862">
            <a:solidFill>
              <a:srgbClr val="DEA871"/>
            </a:solidFill>
            <a:prstDash val="solid"/>
          </a:ln>
        </p:spPr>
      </p:sp>
      <p:pic>
        <p:nvPicPr>
          <p:cNvPr id="137" name="">
            <a:extLst xmlns:a="http://schemas.openxmlformats.org/drawingml/2006/main">
              <a:ext uri="{FF2B5EF4-FFF2-40B4-BE49-F238E27FC236}">
                <a16:creationId xmlns:a16="http://schemas.microsoft.com/office/drawing/2014/main" id="{5E6A14BA-148D-495B-9665-2D8367EAF8F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8afa38db3214e9b"/>
          <a:stretch xmlns:a="http://schemas.openxmlformats.org/drawingml/2006/main"/>
        </p:blipFill>
        <p:spPr>
          <a:xfrm xmlns:a="http://schemas.openxmlformats.org/drawingml/2006/main">
            <a:off x="10858723" y="1523641"/>
            <a:ext cx="203594" cy="203594"/>
          </a:xfrm>
          <a:prstGeom xmlns:a="http://schemas.openxmlformats.org/drawingml/2006/main" prst="rect">
            <a:avLst/>
          </a:prstGeom>
        </p:spPr>
      </p:pic>
      <p:pic>
        <p:nvPicPr>
          <p:cNvPr id="138" name="">
            <a:extLst xmlns:a="http://schemas.openxmlformats.org/drawingml/2006/main">
              <a:ext uri="{FF2B5EF4-FFF2-40B4-BE49-F238E27FC236}">
                <a16:creationId xmlns:a16="http://schemas.microsoft.com/office/drawing/2014/main" id="{2F034935-170E-4174-974C-63D37B2ACBF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f1cf41947124af4"/>
          <a:stretch xmlns:a="http://schemas.openxmlformats.org/drawingml/2006/main"/>
        </p:blipFill>
        <p:spPr>
          <a:xfrm xmlns:a="http://schemas.openxmlformats.org/drawingml/2006/main">
            <a:off x="12681877" y="1523641"/>
            <a:ext cx="203594" cy="203594"/>
          </a:xfrm>
          <a:prstGeom xmlns:a="http://schemas.openxmlformats.org/drawingml/2006/main" prst="rect">
            <a:avLst/>
          </a:prstGeom>
        </p:spPr>
      </p:pic>
      <p:sp>
        <p:nvSpPr>
          <p:cNvPr id="139" name="path-105">
            <a:extLst xmlns:a="http://schemas.openxmlformats.org/drawingml/2006/main">
              <a:ext uri="{FF2B5EF4-FFF2-40B4-BE49-F238E27FC236}">
                <a16:creationId xmlns:a16="http://schemas.microsoft.com/office/drawing/2014/main" id="{30DB33FC-AAE5-41D6-BC5B-8230421D2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98577" y="1625075"/>
            <a:ext cx="29766" cy="29766"/>
          </a:xfrm>
          <a:custGeom xmlns:a="http://schemas.openxmlformats.org/drawingml/2006/main">
            <a:pathLst>
              <a:path w="36298" h="36298">
                <a:moveTo>
                  <a:pt x="0" y="17927"/>
                </a:moveTo>
                <a:lnTo>
                  <a:pt x="0" y="17927"/>
                </a:lnTo>
                <a:cubicBezTo>
                  <a:pt x="0" y="14782"/>
                  <a:pt x="901" y="11652"/>
                  <a:pt x="2243" y="8963"/>
                </a:cubicBezTo>
                <a:cubicBezTo>
                  <a:pt x="4031" y="6276"/>
                  <a:pt x="6275" y="3589"/>
                  <a:pt x="8964" y="2229"/>
                </a:cubicBezTo>
                <a:cubicBezTo>
                  <a:pt x="11651" y="442"/>
                  <a:pt x="14781" y="0"/>
                  <a:pt x="18369" y="0"/>
                </a:cubicBezTo>
                <a:cubicBezTo>
                  <a:pt x="21516" y="0"/>
                  <a:pt x="24647" y="442"/>
                  <a:pt x="27333" y="2229"/>
                </a:cubicBezTo>
                <a:cubicBezTo>
                  <a:pt x="30023" y="3589"/>
                  <a:pt x="32266" y="6276"/>
                  <a:pt x="34054" y="8963"/>
                </a:cubicBezTo>
                <a:cubicBezTo>
                  <a:pt x="35396" y="11652"/>
                  <a:pt x="36298" y="14782"/>
                  <a:pt x="36298" y="17927"/>
                </a:cubicBezTo>
                <a:cubicBezTo>
                  <a:pt x="36298" y="21057"/>
                  <a:pt x="35396" y="24189"/>
                  <a:pt x="34054" y="26891"/>
                </a:cubicBezTo>
                <a:cubicBezTo>
                  <a:pt x="32266" y="29579"/>
                  <a:pt x="30023" y="32266"/>
                  <a:pt x="27333" y="33611"/>
                </a:cubicBezTo>
                <a:cubicBezTo>
                  <a:pt x="24647" y="35396"/>
                  <a:pt x="21516" y="36298"/>
                  <a:pt x="18369" y="36298"/>
                </a:cubicBezTo>
                <a:cubicBezTo>
                  <a:pt x="14781" y="36298"/>
                  <a:pt x="11651" y="35396"/>
                  <a:pt x="8964" y="33611"/>
                </a:cubicBezTo>
                <a:cubicBezTo>
                  <a:pt x="6275" y="32266"/>
                  <a:pt x="4031" y="29579"/>
                  <a:pt x="2243" y="26891"/>
                </a:cubicBezTo>
                <a:cubicBezTo>
                  <a:pt x="901" y="24189"/>
                  <a:pt x="0" y="21057"/>
                  <a:pt x="0" y="17927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0" name="path-106">
            <a:extLst xmlns:a="http://schemas.openxmlformats.org/drawingml/2006/main">
              <a:ext uri="{FF2B5EF4-FFF2-40B4-BE49-F238E27FC236}">
                <a16:creationId xmlns:a16="http://schemas.microsoft.com/office/drawing/2014/main" id="{59A849A2-C628-438C-97CB-ADD68E288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53746" y="1658886"/>
            <a:ext cx="23154" cy="23143"/>
          </a:xfrm>
          <a:custGeom xmlns:a="http://schemas.openxmlformats.org/drawingml/2006/main">
            <a:pathLst>
              <a:path w="28235" h="28221">
                <a:moveTo>
                  <a:pt x="0" y="13881"/>
                </a:moveTo>
                <a:lnTo>
                  <a:pt x="0" y="13881"/>
                </a:lnTo>
                <a:cubicBezTo>
                  <a:pt x="0" y="11193"/>
                  <a:pt x="443" y="8964"/>
                  <a:pt x="1786" y="6719"/>
                </a:cubicBezTo>
                <a:cubicBezTo>
                  <a:pt x="3130" y="4475"/>
                  <a:pt x="4933" y="2688"/>
                  <a:pt x="7162" y="1787"/>
                </a:cubicBezTo>
                <a:cubicBezTo>
                  <a:pt x="9405" y="443"/>
                  <a:pt x="11651" y="0"/>
                  <a:pt x="14338" y="0"/>
                </a:cubicBezTo>
                <a:cubicBezTo>
                  <a:pt x="16584" y="0"/>
                  <a:pt x="18813" y="443"/>
                  <a:pt x="21059" y="1787"/>
                </a:cubicBezTo>
                <a:cubicBezTo>
                  <a:pt x="23302" y="2688"/>
                  <a:pt x="25090" y="4475"/>
                  <a:pt x="26432" y="6719"/>
                </a:cubicBezTo>
                <a:cubicBezTo>
                  <a:pt x="27777" y="8964"/>
                  <a:pt x="28235" y="11193"/>
                  <a:pt x="28235" y="13881"/>
                </a:cubicBezTo>
                <a:cubicBezTo>
                  <a:pt x="28235" y="16569"/>
                  <a:pt x="27777" y="18814"/>
                  <a:pt x="26432" y="21059"/>
                </a:cubicBezTo>
                <a:cubicBezTo>
                  <a:pt x="25090" y="23303"/>
                  <a:pt x="23302" y="25091"/>
                  <a:pt x="21059" y="25991"/>
                </a:cubicBezTo>
                <a:cubicBezTo>
                  <a:pt x="18813" y="27335"/>
                  <a:pt x="16584" y="28221"/>
                  <a:pt x="14338" y="28221"/>
                </a:cubicBezTo>
                <a:cubicBezTo>
                  <a:pt x="11651" y="28221"/>
                  <a:pt x="9405" y="27335"/>
                  <a:pt x="7162" y="25991"/>
                </a:cubicBezTo>
                <a:cubicBezTo>
                  <a:pt x="4933" y="25091"/>
                  <a:pt x="3130" y="23303"/>
                  <a:pt x="1786" y="21059"/>
                </a:cubicBezTo>
                <a:cubicBezTo>
                  <a:pt x="443" y="18814"/>
                  <a:pt x="0" y="16569"/>
                  <a:pt x="0" y="13881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1" name="path-107">
            <a:extLst xmlns:a="http://schemas.openxmlformats.org/drawingml/2006/main">
              <a:ext uri="{FF2B5EF4-FFF2-40B4-BE49-F238E27FC236}">
                <a16:creationId xmlns:a16="http://schemas.microsoft.com/office/drawing/2014/main" id="{1D86A94A-8D16-47E3-8426-B055A4CD6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48236" y="1712533"/>
            <a:ext cx="29766" cy="29767"/>
          </a:xfrm>
          <a:custGeom xmlns:a="http://schemas.openxmlformats.org/drawingml/2006/main">
            <a:pathLst>
              <a:path w="36298" h="36299">
                <a:moveTo>
                  <a:pt x="0" y="17928"/>
                </a:moveTo>
                <a:lnTo>
                  <a:pt x="0" y="17928"/>
                </a:lnTo>
                <a:cubicBezTo>
                  <a:pt x="0" y="14798"/>
                  <a:pt x="884" y="11651"/>
                  <a:pt x="2229" y="8964"/>
                </a:cubicBezTo>
                <a:cubicBezTo>
                  <a:pt x="4031" y="6276"/>
                  <a:pt x="6260" y="3588"/>
                  <a:pt x="8962" y="2245"/>
                </a:cubicBezTo>
                <a:cubicBezTo>
                  <a:pt x="11651" y="458"/>
                  <a:pt x="14781" y="0"/>
                  <a:pt x="18369" y="0"/>
                </a:cubicBezTo>
                <a:cubicBezTo>
                  <a:pt x="21499" y="0"/>
                  <a:pt x="24647" y="458"/>
                  <a:pt x="27333" y="2245"/>
                </a:cubicBezTo>
                <a:cubicBezTo>
                  <a:pt x="30020" y="3588"/>
                  <a:pt x="32266" y="6276"/>
                  <a:pt x="34052" y="8964"/>
                </a:cubicBezTo>
                <a:cubicBezTo>
                  <a:pt x="35396" y="11651"/>
                  <a:pt x="36298" y="14798"/>
                  <a:pt x="36298" y="17928"/>
                </a:cubicBezTo>
                <a:cubicBezTo>
                  <a:pt x="36298" y="21059"/>
                  <a:pt x="35396" y="24204"/>
                  <a:pt x="34052" y="26891"/>
                </a:cubicBezTo>
                <a:cubicBezTo>
                  <a:pt x="32266" y="29579"/>
                  <a:pt x="30020" y="32267"/>
                  <a:pt x="27333" y="33611"/>
                </a:cubicBezTo>
                <a:cubicBezTo>
                  <a:pt x="24647" y="35413"/>
                  <a:pt x="21499" y="36299"/>
                  <a:pt x="18369" y="36299"/>
                </a:cubicBezTo>
                <a:cubicBezTo>
                  <a:pt x="14781" y="36299"/>
                  <a:pt x="11651" y="35413"/>
                  <a:pt x="8962" y="33611"/>
                </a:cubicBezTo>
                <a:cubicBezTo>
                  <a:pt x="6260" y="32267"/>
                  <a:pt x="4031" y="29579"/>
                  <a:pt x="2229" y="26891"/>
                </a:cubicBezTo>
                <a:cubicBezTo>
                  <a:pt x="884" y="24204"/>
                  <a:pt x="0" y="21059"/>
                  <a:pt x="0" y="17928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2" name="path-108">
            <a:extLst xmlns:a="http://schemas.openxmlformats.org/drawingml/2006/main">
              <a:ext uri="{FF2B5EF4-FFF2-40B4-BE49-F238E27FC236}">
                <a16:creationId xmlns:a16="http://schemas.microsoft.com/office/drawing/2014/main" id="{7F31D43E-35B8-4302-86B8-10B86CF790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01563" y="1689016"/>
            <a:ext cx="23142" cy="23154"/>
          </a:xfrm>
          <a:custGeom xmlns:a="http://schemas.openxmlformats.org/drawingml/2006/main">
            <a:pathLst>
              <a:path w="28220" h="28235">
                <a:moveTo>
                  <a:pt x="0" y="13896"/>
                </a:moveTo>
                <a:lnTo>
                  <a:pt x="0" y="13896"/>
                </a:lnTo>
                <a:cubicBezTo>
                  <a:pt x="0" y="11209"/>
                  <a:pt x="443" y="8963"/>
                  <a:pt x="1786" y="6718"/>
                </a:cubicBezTo>
                <a:cubicBezTo>
                  <a:pt x="3130" y="4474"/>
                  <a:pt x="4916" y="2687"/>
                  <a:pt x="7162" y="1786"/>
                </a:cubicBezTo>
                <a:cubicBezTo>
                  <a:pt x="9408" y="442"/>
                  <a:pt x="11651" y="0"/>
                  <a:pt x="14340" y="0"/>
                </a:cubicBezTo>
                <a:cubicBezTo>
                  <a:pt x="16569" y="0"/>
                  <a:pt x="18813" y="442"/>
                  <a:pt x="21059" y="1786"/>
                </a:cubicBezTo>
                <a:cubicBezTo>
                  <a:pt x="23302" y="2687"/>
                  <a:pt x="25090" y="4474"/>
                  <a:pt x="26432" y="6718"/>
                </a:cubicBezTo>
                <a:cubicBezTo>
                  <a:pt x="27777" y="8963"/>
                  <a:pt x="28220" y="11209"/>
                  <a:pt x="28220" y="13896"/>
                </a:cubicBezTo>
                <a:cubicBezTo>
                  <a:pt x="28220" y="16584"/>
                  <a:pt x="27777" y="18828"/>
                  <a:pt x="26432" y="21057"/>
                </a:cubicBezTo>
                <a:cubicBezTo>
                  <a:pt x="25090" y="23303"/>
                  <a:pt x="23302" y="25089"/>
                  <a:pt x="21059" y="25990"/>
                </a:cubicBezTo>
                <a:cubicBezTo>
                  <a:pt x="18813" y="27333"/>
                  <a:pt x="16569" y="28235"/>
                  <a:pt x="14340" y="28235"/>
                </a:cubicBezTo>
                <a:cubicBezTo>
                  <a:pt x="11651" y="28235"/>
                  <a:pt x="9408" y="27333"/>
                  <a:pt x="7162" y="25990"/>
                </a:cubicBezTo>
                <a:cubicBezTo>
                  <a:pt x="4916" y="25089"/>
                  <a:pt x="3130" y="23303"/>
                  <a:pt x="1786" y="21057"/>
                </a:cubicBezTo>
                <a:cubicBezTo>
                  <a:pt x="443" y="18828"/>
                  <a:pt x="0" y="16584"/>
                  <a:pt x="0" y="13896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3" name="path-109">
            <a:extLst xmlns:a="http://schemas.openxmlformats.org/drawingml/2006/main">
              <a:ext uri="{FF2B5EF4-FFF2-40B4-BE49-F238E27FC236}">
                <a16:creationId xmlns:a16="http://schemas.microsoft.com/office/drawing/2014/main" id="{531C8E5F-DF3D-40CA-82CA-FF37E1291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47539" y="1712533"/>
            <a:ext cx="29768" cy="29767"/>
          </a:xfrm>
          <a:custGeom xmlns:a="http://schemas.openxmlformats.org/drawingml/2006/main">
            <a:pathLst>
              <a:path w="36300" h="36299">
                <a:moveTo>
                  <a:pt x="0" y="17928"/>
                </a:moveTo>
                <a:lnTo>
                  <a:pt x="0" y="17928"/>
                </a:lnTo>
                <a:cubicBezTo>
                  <a:pt x="0" y="14798"/>
                  <a:pt x="887" y="11651"/>
                  <a:pt x="2229" y="8964"/>
                </a:cubicBezTo>
                <a:cubicBezTo>
                  <a:pt x="4031" y="6276"/>
                  <a:pt x="6280" y="3588"/>
                  <a:pt x="8964" y="2245"/>
                </a:cubicBezTo>
                <a:cubicBezTo>
                  <a:pt x="11653" y="458"/>
                  <a:pt x="14784" y="0"/>
                  <a:pt x="18372" y="0"/>
                </a:cubicBezTo>
                <a:cubicBezTo>
                  <a:pt x="21502" y="0"/>
                  <a:pt x="24649" y="458"/>
                  <a:pt x="27336" y="2245"/>
                </a:cubicBezTo>
                <a:cubicBezTo>
                  <a:pt x="30023" y="3588"/>
                  <a:pt x="32269" y="6276"/>
                  <a:pt x="34054" y="8964"/>
                </a:cubicBezTo>
                <a:cubicBezTo>
                  <a:pt x="35399" y="11651"/>
                  <a:pt x="36300" y="14798"/>
                  <a:pt x="36300" y="17928"/>
                </a:cubicBezTo>
                <a:cubicBezTo>
                  <a:pt x="36300" y="21059"/>
                  <a:pt x="35399" y="24204"/>
                  <a:pt x="34054" y="26891"/>
                </a:cubicBezTo>
                <a:cubicBezTo>
                  <a:pt x="32269" y="29579"/>
                  <a:pt x="30023" y="32267"/>
                  <a:pt x="27336" y="33611"/>
                </a:cubicBezTo>
                <a:cubicBezTo>
                  <a:pt x="24649" y="35413"/>
                  <a:pt x="21502" y="36299"/>
                  <a:pt x="18372" y="36299"/>
                </a:cubicBezTo>
                <a:cubicBezTo>
                  <a:pt x="14784" y="36299"/>
                  <a:pt x="11653" y="35413"/>
                  <a:pt x="8964" y="33611"/>
                </a:cubicBezTo>
                <a:cubicBezTo>
                  <a:pt x="6280" y="32267"/>
                  <a:pt x="4031" y="29579"/>
                  <a:pt x="2229" y="26891"/>
                </a:cubicBezTo>
                <a:cubicBezTo>
                  <a:pt x="887" y="24204"/>
                  <a:pt x="0" y="21059"/>
                  <a:pt x="0" y="17928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4" name="path-110">
            <a:extLst xmlns:a="http://schemas.openxmlformats.org/drawingml/2006/main">
              <a:ext uri="{FF2B5EF4-FFF2-40B4-BE49-F238E27FC236}">
                <a16:creationId xmlns:a16="http://schemas.microsoft.com/office/drawing/2014/main" id="{FD80FF59-7042-487D-AB50-A7776D0A7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49005" y="1658886"/>
            <a:ext cx="23154" cy="23143"/>
          </a:xfrm>
          <a:custGeom xmlns:a="http://schemas.openxmlformats.org/drawingml/2006/main">
            <a:pathLst>
              <a:path w="28235" h="28221">
                <a:moveTo>
                  <a:pt x="0" y="13881"/>
                </a:moveTo>
                <a:lnTo>
                  <a:pt x="0" y="13881"/>
                </a:lnTo>
                <a:cubicBezTo>
                  <a:pt x="0" y="11193"/>
                  <a:pt x="441" y="8964"/>
                  <a:pt x="1788" y="6719"/>
                </a:cubicBezTo>
                <a:cubicBezTo>
                  <a:pt x="3130" y="4475"/>
                  <a:pt x="4933" y="2688"/>
                  <a:pt x="7176" y="1787"/>
                </a:cubicBezTo>
                <a:cubicBezTo>
                  <a:pt x="9405" y="443"/>
                  <a:pt x="11653" y="0"/>
                  <a:pt x="14338" y="0"/>
                </a:cubicBezTo>
                <a:cubicBezTo>
                  <a:pt x="16584" y="0"/>
                  <a:pt x="18830" y="443"/>
                  <a:pt x="21059" y="1787"/>
                </a:cubicBezTo>
                <a:cubicBezTo>
                  <a:pt x="23302" y="2688"/>
                  <a:pt x="25090" y="4475"/>
                  <a:pt x="26432" y="6719"/>
                </a:cubicBezTo>
                <a:cubicBezTo>
                  <a:pt x="27794" y="8964"/>
                  <a:pt x="28235" y="11193"/>
                  <a:pt x="28235" y="13881"/>
                </a:cubicBezTo>
                <a:cubicBezTo>
                  <a:pt x="28235" y="16569"/>
                  <a:pt x="27794" y="18814"/>
                  <a:pt x="26432" y="21059"/>
                </a:cubicBezTo>
                <a:cubicBezTo>
                  <a:pt x="25090" y="23303"/>
                  <a:pt x="23302" y="25091"/>
                  <a:pt x="21059" y="25991"/>
                </a:cubicBezTo>
                <a:cubicBezTo>
                  <a:pt x="18830" y="27335"/>
                  <a:pt x="16584" y="28221"/>
                  <a:pt x="14338" y="28221"/>
                </a:cubicBezTo>
                <a:cubicBezTo>
                  <a:pt x="11653" y="28221"/>
                  <a:pt x="9405" y="27335"/>
                  <a:pt x="7176" y="25991"/>
                </a:cubicBezTo>
                <a:cubicBezTo>
                  <a:pt x="4933" y="25091"/>
                  <a:pt x="3130" y="23303"/>
                  <a:pt x="1788" y="21059"/>
                </a:cubicBezTo>
                <a:cubicBezTo>
                  <a:pt x="441" y="18814"/>
                  <a:pt x="0" y="16569"/>
                  <a:pt x="0" y="13881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5" name="path-111">
            <a:extLst xmlns:a="http://schemas.openxmlformats.org/drawingml/2006/main">
              <a:ext uri="{FF2B5EF4-FFF2-40B4-BE49-F238E27FC236}">
                <a16:creationId xmlns:a16="http://schemas.microsoft.com/office/drawing/2014/main" id="{99600C8A-24BD-41A2-875A-6FB88D32E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97562" y="1625075"/>
            <a:ext cx="29766" cy="29766"/>
          </a:xfrm>
          <a:custGeom xmlns:a="http://schemas.openxmlformats.org/drawingml/2006/main">
            <a:pathLst>
              <a:path w="36298" h="36298">
                <a:moveTo>
                  <a:pt x="0" y="17927"/>
                </a:moveTo>
                <a:lnTo>
                  <a:pt x="0" y="17927"/>
                </a:lnTo>
                <a:cubicBezTo>
                  <a:pt x="0" y="14782"/>
                  <a:pt x="887" y="11652"/>
                  <a:pt x="2229" y="8963"/>
                </a:cubicBezTo>
                <a:cubicBezTo>
                  <a:pt x="4031" y="6276"/>
                  <a:pt x="6260" y="3589"/>
                  <a:pt x="8950" y="2229"/>
                </a:cubicBezTo>
                <a:cubicBezTo>
                  <a:pt x="11653" y="442"/>
                  <a:pt x="14784" y="0"/>
                  <a:pt x="18369" y="0"/>
                </a:cubicBezTo>
                <a:cubicBezTo>
                  <a:pt x="21499" y="0"/>
                  <a:pt x="24647" y="442"/>
                  <a:pt x="27333" y="2229"/>
                </a:cubicBezTo>
                <a:cubicBezTo>
                  <a:pt x="30023" y="3589"/>
                  <a:pt x="32252" y="6276"/>
                  <a:pt x="34054" y="8963"/>
                </a:cubicBezTo>
                <a:cubicBezTo>
                  <a:pt x="35396" y="11652"/>
                  <a:pt x="36298" y="14782"/>
                  <a:pt x="36298" y="17927"/>
                </a:cubicBezTo>
                <a:cubicBezTo>
                  <a:pt x="36298" y="21057"/>
                  <a:pt x="35396" y="24189"/>
                  <a:pt x="34054" y="26891"/>
                </a:cubicBezTo>
                <a:cubicBezTo>
                  <a:pt x="32252" y="29579"/>
                  <a:pt x="30023" y="32266"/>
                  <a:pt x="27333" y="33611"/>
                </a:cubicBezTo>
                <a:cubicBezTo>
                  <a:pt x="24647" y="35396"/>
                  <a:pt x="21499" y="36298"/>
                  <a:pt x="18369" y="36298"/>
                </a:cubicBezTo>
                <a:cubicBezTo>
                  <a:pt x="14784" y="36298"/>
                  <a:pt x="11653" y="35396"/>
                  <a:pt x="8950" y="33611"/>
                </a:cubicBezTo>
                <a:cubicBezTo>
                  <a:pt x="6260" y="32266"/>
                  <a:pt x="4031" y="29579"/>
                  <a:pt x="2229" y="26891"/>
                </a:cubicBezTo>
                <a:cubicBezTo>
                  <a:pt x="887" y="24189"/>
                  <a:pt x="0" y="21057"/>
                  <a:pt x="0" y="17927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6" name="path-112">
            <a:extLst xmlns:a="http://schemas.openxmlformats.org/drawingml/2006/main">
              <a:ext uri="{FF2B5EF4-FFF2-40B4-BE49-F238E27FC236}">
                <a16:creationId xmlns:a16="http://schemas.microsoft.com/office/drawing/2014/main" id="{11AFF761-3876-4D59-BF0B-403B9F27F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49005" y="1598614"/>
            <a:ext cx="23154" cy="23155"/>
          </a:xfrm>
          <a:custGeom xmlns:a="http://schemas.openxmlformats.org/drawingml/2006/main">
            <a:pathLst>
              <a:path w="28235" h="28236">
                <a:moveTo>
                  <a:pt x="0" y="13896"/>
                </a:moveTo>
                <a:lnTo>
                  <a:pt x="0" y="13896"/>
                </a:lnTo>
                <a:cubicBezTo>
                  <a:pt x="0" y="11193"/>
                  <a:pt x="441" y="8964"/>
                  <a:pt x="1788" y="6719"/>
                </a:cubicBezTo>
                <a:cubicBezTo>
                  <a:pt x="3130" y="4475"/>
                  <a:pt x="4933" y="2688"/>
                  <a:pt x="7176" y="1787"/>
                </a:cubicBezTo>
                <a:cubicBezTo>
                  <a:pt x="9405" y="443"/>
                  <a:pt x="11653" y="0"/>
                  <a:pt x="14338" y="0"/>
                </a:cubicBezTo>
                <a:cubicBezTo>
                  <a:pt x="16584" y="0"/>
                  <a:pt x="18830" y="443"/>
                  <a:pt x="21059" y="1787"/>
                </a:cubicBezTo>
                <a:cubicBezTo>
                  <a:pt x="23302" y="2688"/>
                  <a:pt x="25090" y="4475"/>
                  <a:pt x="26432" y="6719"/>
                </a:cubicBezTo>
                <a:cubicBezTo>
                  <a:pt x="27794" y="8964"/>
                  <a:pt x="28235" y="11193"/>
                  <a:pt x="28235" y="13896"/>
                </a:cubicBezTo>
                <a:cubicBezTo>
                  <a:pt x="28235" y="16585"/>
                  <a:pt x="27794" y="18814"/>
                  <a:pt x="26432" y="21059"/>
                </a:cubicBezTo>
                <a:cubicBezTo>
                  <a:pt x="25090" y="23303"/>
                  <a:pt x="23302" y="25090"/>
                  <a:pt x="21059" y="25991"/>
                </a:cubicBezTo>
                <a:cubicBezTo>
                  <a:pt x="18830" y="27335"/>
                  <a:pt x="16584" y="28236"/>
                  <a:pt x="14338" y="28236"/>
                </a:cubicBezTo>
                <a:cubicBezTo>
                  <a:pt x="11653" y="28236"/>
                  <a:pt x="9405" y="27335"/>
                  <a:pt x="7176" y="25991"/>
                </a:cubicBezTo>
                <a:cubicBezTo>
                  <a:pt x="4933" y="25090"/>
                  <a:pt x="3130" y="23303"/>
                  <a:pt x="1788" y="21059"/>
                </a:cubicBezTo>
                <a:cubicBezTo>
                  <a:pt x="441" y="18814"/>
                  <a:pt x="0" y="16585"/>
                  <a:pt x="0" y="13896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7" name="path-113">
            <a:extLst xmlns:a="http://schemas.openxmlformats.org/drawingml/2006/main">
              <a:ext uri="{FF2B5EF4-FFF2-40B4-BE49-F238E27FC236}">
                <a16:creationId xmlns:a16="http://schemas.microsoft.com/office/drawing/2014/main" id="{299F17CD-68B3-48DB-9D96-FA8829DC6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47539" y="1537979"/>
            <a:ext cx="29768" cy="29767"/>
          </a:xfrm>
          <a:custGeom xmlns:a="http://schemas.openxmlformats.org/drawingml/2006/main">
            <a:pathLst>
              <a:path w="36300" h="36299">
                <a:moveTo>
                  <a:pt x="0" y="17913"/>
                </a:moveTo>
                <a:lnTo>
                  <a:pt x="0" y="17913"/>
                </a:lnTo>
                <a:cubicBezTo>
                  <a:pt x="0" y="14782"/>
                  <a:pt x="887" y="11652"/>
                  <a:pt x="2229" y="8964"/>
                </a:cubicBezTo>
                <a:cubicBezTo>
                  <a:pt x="4031" y="6260"/>
                  <a:pt x="6280" y="3574"/>
                  <a:pt x="8964" y="2229"/>
                </a:cubicBezTo>
                <a:cubicBezTo>
                  <a:pt x="11653" y="443"/>
                  <a:pt x="14784" y="0"/>
                  <a:pt x="18372" y="0"/>
                </a:cubicBezTo>
                <a:cubicBezTo>
                  <a:pt x="21502" y="0"/>
                  <a:pt x="24649" y="443"/>
                  <a:pt x="27336" y="2229"/>
                </a:cubicBezTo>
                <a:cubicBezTo>
                  <a:pt x="30023" y="3574"/>
                  <a:pt x="32269" y="6260"/>
                  <a:pt x="34054" y="8964"/>
                </a:cubicBezTo>
                <a:cubicBezTo>
                  <a:pt x="35399" y="11652"/>
                  <a:pt x="36300" y="14782"/>
                  <a:pt x="36300" y="17913"/>
                </a:cubicBezTo>
                <a:cubicBezTo>
                  <a:pt x="36300" y="21059"/>
                  <a:pt x="35399" y="24189"/>
                  <a:pt x="34054" y="26877"/>
                </a:cubicBezTo>
                <a:cubicBezTo>
                  <a:pt x="32269" y="29564"/>
                  <a:pt x="30023" y="32267"/>
                  <a:pt x="27336" y="33611"/>
                </a:cubicBezTo>
                <a:cubicBezTo>
                  <a:pt x="24649" y="35398"/>
                  <a:pt x="21502" y="36299"/>
                  <a:pt x="18372" y="36299"/>
                </a:cubicBezTo>
                <a:cubicBezTo>
                  <a:pt x="14784" y="36299"/>
                  <a:pt x="11653" y="35398"/>
                  <a:pt x="8964" y="33611"/>
                </a:cubicBezTo>
                <a:cubicBezTo>
                  <a:pt x="6280" y="32267"/>
                  <a:pt x="4031" y="29564"/>
                  <a:pt x="2229" y="26877"/>
                </a:cubicBezTo>
                <a:cubicBezTo>
                  <a:pt x="887" y="24189"/>
                  <a:pt x="0" y="21059"/>
                  <a:pt x="0" y="17913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8" name="path-114">
            <a:extLst xmlns:a="http://schemas.openxmlformats.org/drawingml/2006/main">
              <a:ext uri="{FF2B5EF4-FFF2-40B4-BE49-F238E27FC236}">
                <a16:creationId xmlns:a16="http://schemas.microsoft.com/office/drawing/2014/main" id="{DB05F498-B4B1-4850-8E14-B804543EC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01563" y="1568108"/>
            <a:ext cx="23142" cy="23155"/>
          </a:xfrm>
          <a:custGeom xmlns:a="http://schemas.openxmlformats.org/drawingml/2006/main">
            <a:pathLst>
              <a:path w="28220" h="28236">
                <a:moveTo>
                  <a:pt x="0" y="13897"/>
                </a:moveTo>
                <a:lnTo>
                  <a:pt x="0" y="13897"/>
                </a:lnTo>
                <a:cubicBezTo>
                  <a:pt x="0" y="11210"/>
                  <a:pt x="443" y="8964"/>
                  <a:pt x="1786" y="6719"/>
                </a:cubicBezTo>
                <a:cubicBezTo>
                  <a:pt x="3130" y="4491"/>
                  <a:pt x="4916" y="2688"/>
                  <a:pt x="7162" y="1787"/>
                </a:cubicBezTo>
                <a:cubicBezTo>
                  <a:pt x="9408" y="443"/>
                  <a:pt x="11651" y="0"/>
                  <a:pt x="14340" y="0"/>
                </a:cubicBezTo>
                <a:cubicBezTo>
                  <a:pt x="16569" y="0"/>
                  <a:pt x="18813" y="443"/>
                  <a:pt x="21059" y="1787"/>
                </a:cubicBezTo>
                <a:cubicBezTo>
                  <a:pt x="23302" y="2688"/>
                  <a:pt x="25090" y="4491"/>
                  <a:pt x="26432" y="6719"/>
                </a:cubicBezTo>
                <a:cubicBezTo>
                  <a:pt x="27777" y="8964"/>
                  <a:pt x="28220" y="11210"/>
                  <a:pt x="28220" y="13897"/>
                </a:cubicBezTo>
                <a:cubicBezTo>
                  <a:pt x="28220" y="16585"/>
                  <a:pt x="27777" y="18830"/>
                  <a:pt x="26432" y="21059"/>
                </a:cubicBezTo>
                <a:cubicBezTo>
                  <a:pt x="25090" y="23303"/>
                  <a:pt x="23302" y="25090"/>
                  <a:pt x="21059" y="25991"/>
                </a:cubicBezTo>
                <a:cubicBezTo>
                  <a:pt x="18813" y="27335"/>
                  <a:pt x="16569" y="28236"/>
                  <a:pt x="14340" y="28236"/>
                </a:cubicBezTo>
                <a:cubicBezTo>
                  <a:pt x="11651" y="28236"/>
                  <a:pt x="9408" y="27335"/>
                  <a:pt x="7162" y="25991"/>
                </a:cubicBezTo>
                <a:cubicBezTo>
                  <a:pt x="4916" y="25090"/>
                  <a:pt x="3130" y="23303"/>
                  <a:pt x="1786" y="21059"/>
                </a:cubicBezTo>
                <a:cubicBezTo>
                  <a:pt x="443" y="18830"/>
                  <a:pt x="0" y="16585"/>
                  <a:pt x="0" y="13897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49" name="path-115">
            <a:extLst xmlns:a="http://schemas.openxmlformats.org/drawingml/2006/main">
              <a:ext uri="{FF2B5EF4-FFF2-40B4-BE49-F238E27FC236}">
                <a16:creationId xmlns:a16="http://schemas.microsoft.com/office/drawing/2014/main" id="{4FC4478E-CBD1-4FE8-866A-B2B3878B4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48236" y="1537979"/>
            <a:ext cx="29766" cy="29767"/>
          </a:xfrm>
          <a:custGeom xmlns:a="http://schemas.openxmlformats.org/drawingml/2006/main">
            <a:pathLst>
              <a:path w="36298" h="36299">
                <a:moveTo>
                  <a:pt x="0" y="17913"/>
                </a:moveTo>
                <a:lnTo>
                  <a:pt x="0" y="17913"/>
                </a:lnTo>
                <a:cubicBezTo>
                  <a:pt x="0" y="14782"/>
                  <a:pt x="884" y="11652"/>
                  <a:pt x="2229" y="8964"/>
                </a:cubicBezTo>
                <a:cubicBezTo>
                  <a:pt x="4031" y="6260"/>
                  <a:pt x="6260" y="3574"/>
                  <a:pt x="8962" y="2229"/>
                </a:cubicBezTo>
                <a:cubicBezTo>
                  <a:pt x="11651" y="443"/>
                  <a:pt x="14781" y="0"/>
                  <a:pt x="18369" y="0"/>
                </a:cubicBezTo>
                <a:cubicBezTo>
                  <a:pt x="21499" y="0"/>
                  <a:pt x="24647" y="443"/>
                  <a:pt x="27333" y="2229"/>
                </a:cubicBezTo>
                <a:cubicBezTo>
                  <a:pt x="30020" y="3574"/>
                  <a:pt x="32266" y="6260"/>
                  <a:pt x="34052" y="8964"/>
                </a:cubicBezTo>
                <a:cubicBezTo>
                  <a:pt x="35396" y="11652"/>
                  <a:pt x="36298" y="14782"/>
                  <a:pt x="36298" y="17913"/>
                </a:cubicBezTo>
                <a:cubicBezTo>
                  <a:pt x="36298" y="21059"/>
                  <a:pt x="35396" y="24189"/>
                  <a:pt x="34052" y="26877"/>
                </a:cubicBezTo>
                <a:cubicBezTo>
                  <a:pt x="32266" y="29564"/>
                  <a:pt x="30020" y="32267"/>
                  <a:pt x="27333" y="33611"/>
                </a:cubicBezTo>
                <a:cubicBezTo>
                  <a:pt x="24647" y="35398"/>
                  <a:pt x="21499" y="36299"/>
                  <a:pt x="18369" y="36299"/>
                </a:cubicBezTo>
                <a:cubicBezTo>
                  <a:pt x="14781" y="36299"/>
                  <a:pt x="11651" y="35398"/>
                  <a:pt x="8962" y="33611"/>
                </a:cubicBezTo>
                <a:cubicBezTo>
                  <a:pt x="6260" y="32267"/>
                  <a:pt x="4031" y="29564"/>
                  <a:pt x="2229" y="26877"/>
                </a:cubicBezTo>
                <a:cubicBezTo>
                  <a:pt x="884" y="24189"/>
                  <a:pt x="0" y="21059"/>
                  <a:pt x="0" y="17913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50" name="path-116">
            <a:extLst xmlns:a="http://schemas.openxmlformats.org/drawingml/2006/main">
              <a:ext uri="{FF2B5EF4-FFF2-40B4-BE49-F238E27FC236}">
                <a16:creationId xmlns:a16="http://schemas.microsoft.com/office/drawing/2014/main" id="{E2E445C5-2A94-4DCD-9951-DB8A22DFF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53746" y="1598614"/>
            <a:ext cx="23154" cy="23155"/>
          </a:xfrm>
          <a:custGeom xmlns:a="http://schemas.openxmlformats.org/drawingml/2006/main">
            <a:pathLst>
              <a:path w="28235" h="28236">
                <a:moveTo>
                  <a:pt x="0" y="13896"/>
                </a:moveTo>
                <a:lnTo>
                  <a:pt x="0" y="13896"/>
                </a:lnTo>
                <a:cubicBezTo>
                  <a:pt x="0" y="11193"/>
                  <a:pt x="443" y="8964"/>
                  <a:pt x="1786" y="6719"/>
                </a:cubicBezTo>
                <a:cubicBezTo>
                  <a:pt x="3130" y="4475"/>
                  <a:pt x="4933" y="2688"/>
                  <a:pt x="7162" y="1787"/>
                </a:cubicBezTo>
                <a:cubicBezTo>
                  <a:pt x="9405" y="443"/>
                  <a:pt x="11651" y="0"/>
                  <a:pt x="14338" y="0"/>
                </a:cubicBezTo>
                <a:cubicBezTo>
                  <a:pt x="16584" y="0"/>
                  <a:pt x="18813" y="443"/>
                  <a:pt x="21059" y="1787"/>
                </a:cubicBezTo>
                <a:cubicBezTo>
                  <a:pt x="23302" y="2688"/>
                  <a:pt x="25090" y="4475"/>
                  <a:pt x="26432" y="6719"/>
                </a:cubicBezTo>
                <a:cubicBezTo>
                  <a:pt x="27777" y="8964"/>
                  <a:pt x="28235" y="11193"/>
                  <a:pt x="28235" y="13896"/>
                </a:cubicBezTo>
                <a:cubicBezTo>
                  <a:pt x="28235" y="16585"/>
                  <a:pt x="27777" y="18814"/>
                  <a:pt x="26432" y="21059"/>
                </a:cubicBezTo>
                <a:cubicBezTo>
                  <a:pt x="25090" y="23303"/>
                  <a:pt x="23302" y="25090"/>
                  <a:pt x="21059" y="25991"/>
                </a:cubicBezTo>
                <a:cubicBezTo>
                  <a:pt x="18813" y="27335"/>
                  <a:pt x="16584" y="28236"/>
                  <a:pt x="14338" y="28236"/>
                </a:cubicBezTo>
                <a:cubicBezTo>
                  <a:pt x="11651" y="28236"/>
                  <a:pt x="9405" y="27335"/>
                  <a:pt x="7162" y="25991"/>
                </a:cubicBezTo>
                <a:cubicBezTo>
                  <a:pt x="4933" y="25090"/>
                  <a:pt x="3130" y="23303"/>
                  <a:pt x="1786" y="21059"/>
                </a:cubicBezTo>
                <a:cubicBezTo>
                  <a:pt x="443" y="18814"/>
                  <a:pt x="0" y="16585"/>
                  <a:pt x="0" y="13896"/>
                </a:cubicBezTo>
              </a:path>
            </a:pathLst>
          </a:custGeom>
          <a:solidFill xmlns:a="http://schemas.openxmlformats.org/drawingml/2006/main">
            <a:srgbClr val="E2703A"/>
          </a:solidFill>
          <a:ln xmlns:a="http://schemas.openxmlformats.org/drawingml/2006/main" w="4042">
            <a:solidFill>
              <a:srgbClr val="E2703A"/>
            </a:solidFill>
            <a:prstDash val="solid"/>
          </a:ln>
        </p:spPr>
      </p:sp>
      <p:sp>
        <p:nvSpPr>
          <p:cNvPr id="151" name="path-117">
            <a:extLst xmlns:a="http://schemas.openxmlformats.org/drawingml/2006/main">
              <a:ext uri="{FF2B5EF4-FFF2-40B4-BE49-F238E27FC236}">
                <a16:creationId xmlns:a16="http://schemas.microsoft.com/office/drawing/2014/main" id="{692F67D2-463F-4224-AA72-3848FD713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92736" y="1619928"/>
            <a:ext cx="40798" cy="40785"/>
          </a:xfrm>
          <a:custGeom xmlns:a="http://schemas.openxmlformats.org/drawingml/2006/main">
            <a:pathLst>
              <a:path w="49751" h="49735">
                <a:moveTo>
                  <a:pt x="0" y="24647"/>
                </a:moveTo>
                <a:lnTo>
                  <a:pt x="0" y="24647"/>
                </a:lnTo>
                <a:cubicBezTo>
                  <a:pt x="0" y="20157"/>
                  <a:pt x="1342" y="16126"/>
                  <a:pt x="3145" y="12094"/>
                </a:cubicBezTo>
                <a:cubicBezTo>
                  <a:pt x="5374" y="8505"/>
                  <a:pt x="8518" y="5375"/>
                  <a:pt x="12550" y="3130"/>
                </a:cubicBezTo>
                <a:cubicBezTo>
                  <a:pt x="16140" y="901"/>
                  <a:pt x="20613" y="0"/>
                  <a:pt x="25105" y="0"/>
                </a:cubicBezTo>
                <a:cubicBezTo>
                  <a:pt x="29134" y="0"/>
                  <a:pt x="33608" y="901"/>
                  <a:pt x="37196" y="3130"/>
                </a:cubicBezTo>
                <a:cubicBezTo>
                  <a:pt x="41228" y="5375"/>
                  <a:pt x="44375" y="8505"/>
                  <a:pt x="46604" y="12094"/>
                </a:cubicBezTo>
                <a:cubicBezTo>
                  <a:pt x="48407" y="16126"/>
                  <a:pt x="49751" y="20157"/>
                  <a:pt x="49751" y="24647"/>
                </a:cubicBezTo>
                <a:cubicBezTo>
                  <a:pt x="49751" y="29121"/>
                  <a:pt x="48407" y="33167"/>
                  <a:pt x="46604" y="37200"/>
                </a:cubicBezTo>
                <a:cubicBezTo>
                  <a:pt x="44375" y="40772"/>
                  <a:pt x="41228" y="43918"/>
                  <a:pt x="37196" y="46163"/>
                </a:cubicBezTo>
                <a:cubicBezTo>
                  <a:pt x="33608" y="48393"/>
                  <a:pt x="29134" y="49735"/>
                  <a:pt x="25105" y="49735"/>
                </a:cubicBezTo>
                <a:cubicBezTo>
                  <a:pt x="20613" y="49735"/>
                  <a:pt x="16140" y="48393"/>
                  <a:pt x="12550" y="46163"/>
                </a:cubicBezTo>
                <a:cubicBezTo>
                  <a:pt x="8518" y="43918"/>
                  <a:pt x="5374" y="40772"/>
                  <a:pt x="3145" y="37200"/>
                </a:cubicBezTo>
                <a:cubicBezTo>
                  <a:pt x="1342" y="33167"/>
                  <a:pt x="0" y="29121"/>
                  <a:pt x="0" y="24647"/>
                </a:cubicBezTo>
              </a:path>
            </a:pathLst>
          </a:custGeom>
          <a:solidFill xmlns:a="http://schemas.openxmlformats.org/drawingml/2006/main">
            <a:srgbClr val="D9531E"/>
          </a:solidFill>
          <a:ln xmlns:a="http://schemas.openxmlformats.org/drawingml/2006/main" w="4042">
            <a:solidFill>
              <a:srgbClr val="D9531E"/>
            </a:solidFill>
            <a:prstDash val="solid"/>
          </a:ln>
        </p:spPr>
      </p:sp>
      <p:sp>
        <p:nvSpPr>
          <p:cNvPr id="152" name="text-118 MinerU2.5-Pro">
            <a:extLst xmlns:a="http://schemas.openxmlformats.org/drawingml/2006/main">
              <a:ext uri="{FF2B5EF4-FFF2-40B4-BE49-F238E27FC236}">
                <a16:creationId xmlns:a16="http://schemas.microsoft.com/office/drawing/2014/main" id="{023B45F6-7CE7-4F7F-9E67-41ECC78365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30259" y="1542945"/>
            <a:ext cx="993526" cy="1998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24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MinerU2.5-Pro</a:t>
            </a:r>
          </a:p>
        </p:txBody>
      </p:sp>
      <p:sp>
        <p:nvSpPr>
          <p:cNvPr id="153" name="text-119 PaddleOCR-VL-1.6">
            <a:extLst xmlns:a="http://schemas.openxmlformats.org/drawingml/2006/main">
              <a:ext uri="{FF2B5EF4-FFF2-40B4-BE49-F238E27FC236}">
                <a16:creationId xmlns:a16="http://schemas.microsoft.com/office/drawing/2014/main" id="{2AEFA9FD-95EB-40E1-BDFC-EA6E2AA5A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56356" y="1542926"/>
            <a:ext cx="1287155" cy="1998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24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PaddleOCR-VL-1.6</a:t>
            </a:r>
          </a:p>
        </p:txBody>
      </p:sp>
      <p:sp>
        <p:nvSpPr>
          <p:cNvPr id="154" name="text-120 dots.mocr">
            <a:extLst xmlns:a="http://schemas.openxmlformats.org/drawingml/2006/main">
              <a:ext uri="{FF2B5EF4-FFF2-40B4-BE49-F238E27FC236}">
                <a16:creationId xmlns:a16="http://schemas.microsoft.com/office/drawing/2014/main" id="{FB0EDE7F-2BB0-4276-9D82-36CADFF9E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56151" y="1542913"/>
            <a:ext cx="715967" cy="1999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24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dots.mocr</a:t>
            </a:r>
          </a:p>
        </p:txBody>
      </p:sp>
      <p:sp>
        <p:nvSpPr>
          <p:cNvPr id="155" name="path-121">
            <a:extLst xmlns:a="http://schemas.openxmlformats.org/drawingml/2006/main">
              <a:ext uri="{FF2B5EF4-FFF2-40B4-BE49-F238E27FC236}">
                <a16:creationId xmlns:a16="http://schemas.microsoft.com/office/drawing/2014/main" id="{AAA0C69A-243D-49C1-B826-3C57F3068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2193" y="1856594"/>
            <a:ext cx="364" cy="165374"/>
          </a:xfrm>
          <a:custGeom xmlns:a="http://schemas.openxmlformats.org/drawingml/2006/main">
            <a:pathLst>
              <a:path w="443" h="201665">
                <a:moveTo>
                  <a:pt x="0" y="0"/>
                </a:moveTo>
                <a:lnTo>
                  <a:pt x="443" y="201665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56" name="path-122">
            <a:extLst xmlns:a="http://schemas.openxmlformats.org/drawingml/2006/main">
              <a:ext uri="{FF2B5EF4-FFF2-40B4-BE49-F238E27FC236}">
                <a16:creationId xmlns:a16="http://schemas.microsoft.com/office/drawing/2014/main" id="{FAFCBC6C-A150-48F2-87A2-50A01EB32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1856594"/>
            <a:ext cx="364" cy="247699"/>
          </a:xfrm>
          <a:custGeom xmlns:a="http://schemas.openxmlformats.org/drawingml/2006/main">
            <a:pathLst>
              <a:path w="443" h="302055">
                <a:moveTo>
                  <a:pt x="0" y="0"/>
                </a:moveTo>
                <a:lnTo>
                  <a:pt x="443" y="302055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57" name="path-123">
            <a:extLst xmlns:a="http://schemas.openxmlformats.org/drawingml/2006/main">
              <a:ext uri="{FF2B5EF4-FFF2-40B4-BE49-F238E27FC236}">
                <a16:creationId xmlns:a16="http://schemas.microsoft.com/office/drawing/2014/main" id="{C11C7F2B-F710-427D-9B05-A6D9947B0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98008" y="1856594"/>
            <a:ext cx="362" cy="165374"/>
          </a:xfrm>
          <a:custGeom xmlns:a="http://schemas.openxmlformats.org/drawingml/2006/main">
            <a:pathLst>
              <a:path w="441" h="201665">
                <a:moveTo>
                  <a:pt x="0" y="0"/>
                </a:moveTo>
                <a:lnTo>
                  <a:pt x="441" y="201665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58" name="path-124">
            <a:extLst xmlns:a="http://schemas.openxmlformats.org/drawingml/2006/main">
              <a:ext uri="{FF2B5EF4-FFF2-40B4-BE49-F238E27FC236}">
                <a16:creationId xmlns:a16="http://schemas.microsoft.com/office/drawing/2014/main" id="{0F72753C-A33A-40BC-858A-B79D103F2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2193" y="2013516"/>
            <a:ext cx="3945815" cy="363"/>
          </a:xfrm>
          <a:custGeom xmlns:a="http://schemas.openxmlformats.org/drawingml/2006/main">
            <a:pathLst>
              <a:path w="4811702" h="443">
                <a:moveTo>
                  <a:pt x="0" y="0"/>
                </a:moveTo>
                <a:lnTo>
                  <a:pt x="4811702" y="443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59" name="path-125">
            <a:extLst xmlns:a="http://schemas.openxmlformats.org/drawingml/2006/main">
              <a:ext uri="{FF2B5EF4-FFF2-40B4-BE49-F238E27FC236}">
                <a16:creationId xmlns:a16="http://schemas.microsoft.com/office/drawing/2014/main" id="{94BDEFC5-342E-447A-A330-CDBE69D82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2104293"/>
            <a:ext cx="364" cy="15428"/>
          </a:xfrm>
          <a:custGeom xmlns:a="http://schemas.openxmlformats.org/drawingml/2006/main">
            <a:pathLst>
              <a:path w="443" h="18814">
                <a:moveTo>
                  <a:pt x="0" y="0"/>
                </a:moveTo>
                <a:lnTo>
                  <a:pt x="443" y="18814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60" name="path-126">
            <a:extLst xmlns:a="http://schemas.openxmlformats.org/drawingml/2006/main">
              <a:ext uri="{FF2B5EF4-FFF2-40B4-BE49-F238E27FC236}">
                <a16:creationId xmlns:a16="http://schemas.microsoft.com/office/drawing/2014/main" id="{8BEDA25D-A745-4B88-9B55-3083E8686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76406" y="2108325"/>
            <a:ext cx="97751" cy="78643"/>
          </a:xfrm>
          <a:custGeom xmlns:a="http://schemas.openxmlformats.org/drawingml/2006/main">
            <a:pathLst>
              <a:path w="119202" h="95901">
                <a:moveTo>
                  <a:pt x="119202" y="0"/>
                </a:moveTo>
                <a:lnTo>
                  <a:pt x="59602" y="95901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161" name="path-127">
            <a:extLst xmlns:a="http://schemas.openxmlformats.org/drawingml/2006/main">
              <a:ext uri="{FF2B5EF4-FFF2-40B4-BE49-F238E27FC236}">
                <a16:creationId xmlns:a16="http://schemas.microsoft.com/office/drawing/2014/main" id="{6C7D80DF-1779-49BE-890B-0A8FC0028A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4208" y="2196899"/>
            <a:ext cx="4082149" cy="433648"/>
          </a:xfrm>
          <a:custGeom xmlns:a="http://schemas.openxmlformats.org/drawingml/2006/main">
            <a:pathLst>
              <a:path w="4977954" h="528810">
                <a:moveTo>
                  <a:pt x="441" y="102619"/>
                </a:moveTo>
                <a:lnTo>
                  <a:pt x="441" y="102619"/>
                </a:lnTo>
                <a:cubicBezTo>
                  <a:pt x="441" y="84691"/>
                  <a:pt x="5374" y="66762"/>
                  <a:pt x="14338" y="51539"/>
                </a:cubicBezTo>
                <a:cubicBezTo>
                  <a:pt x="23302" y="35856"/>
                  <a:pt x="36298" y="22845"/>
                  <a:pt x="51539" y="13896"/>
                </a:cubicBezTo>
                <a:cubicBezTo>
                  <a:pt x="67222" y="4933"/>
                  <a:pt x="85150" y="0"/>
                  <a:pt x="103076" y="0"/>
                </a:cubicBezTo>
                <a:lnTo>
                  <a:pt x="4875333" y="442"/>
                </a:lnTo>
                <a:cubicBezTo>
                  <a:pt x="4893262" y="442"/>
                  <a:pt x="4911190" y="5375"/>
                  <a:pt x="4926415" y="14339"/>
                </a:cubicBezTo>
                <a:cubicBezTo>
                  <a:pt x="4942114" y="23303"/>
                  <a:pt x="4955107" y="36298"/>
                  <a:pt x="4964071" y="51539"/>
                </a:cubicBezTo>
                <a:cubicBezTo>
                  <a:pt x="4973036" y="67221"/>
                  <a:pt x="4977954" y="85149"/>
                  <a:pt x="4977954" y="103077"/>
                </a:cubicBezTo>
                <a:lnTo>
                  <a:pt x="4977954" y="426175"/>
                </a:lnTo>
                <a:cubicBezTo>
                  <a:pt x="4977954" y="444103"/>
                  <a:pt x="4973036" y="462031"/>
                  <a:pt x="4964071" y="477271"/>
                </a:cubicBezTo>
                <a:cubicBezTo>
                  <a:pt x="4955107" y="492954"/>
                  <a:pt x="4942114" y="505950"/>
                  <a:pt x="4926873" y="514914"/>
                </a:cubicBezTo>
                <a:cubicBezTo>
                  <a:pt x="4911190" y="523877"/>
                  <a:pt x="4893262" y="528810"/>
                  <a:pt x="4875333" y="528810"/>
                </a:cubicBezTo>
                <a:lnTo>
                  <a:pt x="102618" y="528810"/>
                </a:lnTo>
                <a:cubicBezTo>
                  <a:pt x="84690" y="528810"/>
                  <a:pt x="66778" y="523877"/>
                  <a:pt x="51539" y="514914"/>
                </a:cubicBezTo>
                <a:cubicBezTo>
                  <a:pt x="35854" y="505950"/>
                  <a:pt x="22859" y="492954"/>
                  <a:pt x="13894" y="477714"/>
                </a:cubicBezTo>
                <a:cubicBezTo>
                  <a:pt x="4930" y="462031"/>
                  <a:pt x="0" y="444103"/>
                  <a:pt x="0" y="426175"/>
                </a:cubicBezTo>
                <a:lnTo>
                  <a:pt x="441" y="102619"/>
                </a:lnTo>
              </a:path>
            </a:pathLst>
          </a:custGeom>
          <a:solidFill xmlns:a="http://schemas.openxmlformats.org/drawingml/2006/main">
            <a:srgbClr val="F6F2FD"/>
          </a:solidFill>
          <a:ln xmlns:a="http://schemas.openxmlformats.org/drawingml/2006/main" w="14332">
            <a:solidFill>
              <a:srgbClr val="A38DCE"/>
            </a:solidFill>
            <a:prstDash val="solid"/>
          </a:ln>
        </p:spPr>
      </p:sp>
      <p:pic>
        <p:nvPicPr>
          <p:cNvPr id="162" name="">
            <a:extLst xmlns:a="http://schemas.openxmlformats.org/drawingml/2006/main">
              <a:ext uri="{FF2B5EF4-FFF2-40B4-BE49-F238E27FC236}">
                <a16:creationId xmlns:a16="http://schemas.microsoft.com/office/drawing/2014/main" id="{20B925B4-437E-4490-A40F-C404F06FD73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b58b969d8bc484c"/>
          <a:stretch xmlns:a="http://schemas.openxmlformats.org/drawingml/2006/main"/>
        </p:blipFill>
        <p:spPr>
          <a:xfrm xmlns:a="http://schemas.openxmlformats.org/drawingml/2006/main">
            <a:off x="11647740" y="2297217"/>
            <a:ext cx="203594" cy="203594"/>
          </a:xfrm>
          <a:prstGeom xmlns:a="http://schemas.openxmlformats.org/drawingml/2006/main" prst="rect">
            <a:avLst/>
          </a:prstGeom>
        </p:spPr>
      </p:pic>
      <p:sp>
        <p:nvSpPr>
          <p:cNvPr id="163" name="text-129 Agreement">
            <a:extLst xmlns:a="http://schemas.openxmlformats.org/drawingml/2006/main">
              <a:ext uri="{FF2B5EF4-FFF2-40B4-BE49-F238E27FC236}">
                <a16:creationId xmlns:a16="http://schemas.microsoft.com/office/drawing/2014/main" id="{D3ACDE9E-F461-4A1F-BEE8-CCBFC82EE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07310" y="2318519"/>
            <a:ext cx="756095" cy="1960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Agreement</a:t>
            </a:r>
          </a:p>
        </p:txBody>
      </p:sp>
      <p:sp>
        <p:nvSpPr>
          <p:cNvPr id="164" name="text-129 &amp;">
            <a:extLst xmlns:a="http://schemas.openxmlformats.org/drawingml/2006/main">
              <a:ext uri="{FF2B5EF4-FFF2-40B4-BE49-F238E27FC236}">
                <a16:creationId xmlns:a16="http://schemas.microsoft.com/office/drawing/2014/main" id="{03BF7EAC-57BC-4BFD-BCDA-975EA9EF4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76980" y="2318468"/>
            <a:ext cx="126332" cy="1961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165" name="text-129 Reliability">
            <a:extLst xmlns:a="http://schemas.openxmlformats.org/drawingml/2006/main">
              <a:ext uri="{FF2B5EF4-FFF2-40B4-BE49-F238E27FC236}">
                <a16:creationId xmlns:a16="http://schemas.microsoft.com/office/drawing/2014/main" id="{36F922C3-2E83-4263-9A4B-5FD5785B0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16856" y="2318622"/>
            <a:ext cx="685666" cy="1959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Reliability</a:t>
            </a:r>
          </a:p>
        </p:txBody>
      </p:sp>
      <p:sp>
        <p:nvSpPr>
          <p:cNvPr id="166" name="text-129 Assessment">
            <a:extLst xmlns:a="http://schemas.openxmlformats.org/drawingml/2006/main">
              <a:ext uri="{FF2B5EF4-FFF2-40B4-BE49-F238E27FC236}">
                <a16:creationId xmlns:a16="http://schemas.microsoft.com/office/drawing/2014/main" id="{EDBB290D-6A38-40E7-9F1E-E1FF19DC2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11056" y="2318499"/>
            <a:ext cx="849769" cy="1960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Assessment</a:t>
            </a:r>
          </a:p>
        </p:txBody>
      </p:sp>
      <p:sp>
        <p:nvSpPr>
          <p:cNvPr id="167" name="path-130">
            <a:extLst xmlns:a="http://schemas.openxmlformats.org/drawingml/2006/main">
              <a:ext uri="{FF2B5EF4-FFF2-40B4-BE49-F238E27FC236}">
                <a16:creationId xmlns:a16="http://schemas.microsoft.com/office/drawing/2014/main" id="{B31705B9-782D-4E3A-8E92-9D8294419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65991" y="2413716"/>
            <a:ext cx="394329" cy="376"/>
          </a:xfrm>
          <a:custGeom xmlns:a="http://schemas.openxmlformats.org/drawingml/2006/main">
            <a:pathLst>
              <a:path w="480862" h="459">
                <a:moveTo>
                  <a:pt x="0" y="0"/>
                </a:moveTo>
                <a:lnTo>
                  <a:pt x="480862" y="459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68" name="path-131">
            <a:extLst xmlns:a="http://schemas.openxmlformats.org/drawingml/2006/main">
              <a:ext uri="{FF2B5EF4-FFF2-40B4-BE49-F238E27FC236}">
                <a16:creationId xmlns:a16="http://schemas.microsoft.com/office/drawing/2014/main" id="{A6DA3325-CA0B-48EB-BFC9-DDF59EE97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0320" y="2413716"/>
            <a:ext cx="364" cy="324876"/>
          </a:xfrm>
          <a:custGeom xmlns:a="http://schemas.openxmlformats.org/drawingml/2006/main">
            <a:pathLst>
              <a:path w="443" h="396168">
                <a:moveTo>
                  <a:pt x="0" y="0"/>
                </a:moveTo>
                <a:lnTo>
                  <a:pt x="443" y="396168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69" name="path-132">
            <a:extLst xmlns:a="http://schemas.openxmlformats.org/drawingml/2006/main">
              <a:ext uri="{FF2B5EF4-FFF2-40B4-BE49-F238E27FC236}">
                <a16:creationId xmlns:a16="http://schemas.microsoft.com/office/drawing/2014/main" id="{8D1DD008-E217-451E-BF6C-B3B53544A4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11807" y="2730867"/>
            <a:ext cx="97751" cy="78642"/>
          </a:xfrm>
          <a:custGeom xmlns:a="http://schemas.openxmlformats.org/drawingml/2006/main">
            <a:pathLst>
              <a:path w="119202" h="95900">
                <a:moveTo>
                  <a:pt x="119202" y="0"/>
                </a:moveTo>
                <a:lnTo>
                  <a:pt x="59602" y="95900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170" name="text-133 Low">
            <a:extLst xmlns:a="http://schemas.openxmlformats.org/drawingml/2006/main">
              <a:ext uri="{FF2B5EF4-FFF2-40B4-BE49-F238E27FC236}">
                <a16:creationId xmlns:a16="http://schemas.microsoft.com/office/drawing/2014/main" id="{CD357935-9599-4902-8B95-05CE6BB1B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33978" y="2065194"/>
            <a:ext cx="234041" cy="1504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46" b="1" i="0">
                <a:solidFill>
                  <a:srgbClr val="B03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46" b="1" i="0">
                <a:solidFill>
                  <a:srgbClr val="B03A1A"/>
                </a:solidFill>
                <a:latin typeface="Arial"/>
                <a:ea typeface="Arial"/>
                <a:cs typeface="Arial"/>
              </a:defRPr>
            </a:pPr>
            <a:r>
              <a:rPr sz="846" b="1" i="0">
                <a:solidFill>
                  <a:srgbClr val="B03A1A"/>
                </a:solidFill>
                <a:latin typeface="Arial"/>
                <a:ea typeface="Arial"/>
                <a:cs typeface="Arial"/>
              </a:rPr>
              <a:t>Low</a:t>
            </a:r>
          </a:p>
        </p:txBody>
      </p:sp>
      <p:sp>
        <p:nvSpPr>
          <p:cNvPr id="171" name="text-134 Agreement">
            <a:extLst xmlns:a="http://schemas.openxmlformats.org/drawingml/2006/main">
              <a:ext uri="{FF2B5EF4-FFF2-40B4-BE49-F238E27FC236}">
                <a16:creationId xmlns:a16="http://schemas.microsoft.com/office/drawing/2014/main" id="{D71664ED-D516-40A4-8632-2A820BD4D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33978" y="2186866"/>
            <a:ext cx="580045" cy="1503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46" b="1" i="0">
                <a:solidFill>
                  <a:srgbClr val="B03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46" b="1" i="0">
                <a:solidFill>
                  <a:srgbClr val="B03A1A"/>
                </a:solidFill>
                <a:latin typeface="Arial"/>
                <a:ea typeface="Arial"/>
                <a:cs typeface="Arial"/>
              </a:defRPr>
            </a:pPr>
            <a:r>
              <a:rPr sz="846" b="1" i="0">
                <a:solidFill>
                  <a:srgbClr val="B03A1A"/>
                </a:solidFill>
                <a:latin typeface="Arial"/>
                <a:ea typeface="Arial"/>
                <a:cs typeface="Arial"/>
              </a:rPr>
              <a:t>Agreement</a:t>
            </a:r>
          </a:p>
        </p:txBody>
      </p:sp>
      <p:sp>
        <p:nvSpPr>
          <p:cNvPr id="172" name="path-135">
            <a:extLst xmlns:a="http://schemas.openxmlformats.org/drawingml/2006/main">
              <a:ext uri="{FF2B5EF4-FFF2-40B4-BE49-F238E27FC236}">
                <a16:creationId xmlns:a16="http://schemas.microsoft.com/office/drawing/2014/main" id="{BA3C0E21-721F-4BF7-B0F1-A1876AD67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10097" y="2815758"/>
            <a:ext cx="2612535" cy="402780"/>
          </a:xfrm>
          <a:custGeom xmlns:a="http://schemas.openxmlformats.org/drawingml/2006/main">
            <a:pathLst>
              <a:path w="3185842" h="491168">
                <a:moveTo>
                  <a:pt x="443" y="79775"/>
                </a:moveTo>
                <a:lnTo>
                  <a:pt x="443" y="79775"/>
                </a:lnTo>
                <a:cubicBezTo>
                  <a:pt x="443" y="65878"/>
                  <a:pt x="4031" y="51982"/>
                  <a:pt x="11193" y="39888"/>
                </a:cubicBezTo>
                <a:cubicBezTo>
                  <a:pt x="17914" y="27793"/>
                  <a:pt x="28223" y="17928"/>
                  <a:pt x="40331" y="10766"/>
                </a:cubicBezTo>
                <a:cubicBezTo>
                  <a:pt x="52426" y="3589"/>
                  <a:pt x="66323" y="0"/>
                  <a:pt x="80220" y="0"/>
                </a:cubicBezTo>
                <a:lnTo>
                  <a:pt x="3106068" y="459"/>
                </a:lnTo>
                <a:cubicBezTo>
                  <a:pt x="3119965" y="459"/>
                  <a:pt x="3133845" y="4031"/>
                  <a:pt x="3145956" y="11209"/>
                </a:cubicBezTo>
                <a:cubicBezTo>
                  <a:pt x="3158048" y="17928"/>
                  <a:pt x="3167913" y="28236"/>
                  <a:pt x="3175075" y="40330"/>
                </a:cubicBezTo>
                <a:cubicBezTo>
                  <a:pt x="3182254" y="52440"/>
                  <a:pt x="3185842" y="66336"/>
                  <a:pt x="3185842" y="80217"/>
                </a:cubicBezTo>
                <a:lnTo>
                  <a:pt x="3185842" y="411393"/>
                </a:lnTo>
                <a:cubicBezTo>
                  <a:pt x="3185842" y="425290"/>
                  <a:pt x="3182254" y="439186"/>
                  <a:pt x="3175075" y="451281"/>
                </a:cubicBezTo>
                <a:cubicBezTo>
                  <a:pt x="3168359" y="463375"/>
                  <a:pt x="3158048" y="473240"/>
                  <a:pt x="3145956" y="480418"/>
                </a:cubicBezTo>
                <a:cubicBezTo>
                  <a:pt x="3133845" y="487579"/>
                  <a:pt x="3119965" y="491168"/>
                  <a:pt x="3106068" y="491168"/>
                </a:cubicBezTo>
                <a:lnTo>
                  <a:pt x="79759" y="491168"/>
                </a:lnTo>
                <a:cubicBezTo>
                  <a:pt x="65879" y="491168"/>
                  <a:pt x="51982" y="487579"/>
                  <a:pt x="39874" y="480418"/>
                </a:cubicBezTo>
                <a:cubicBezTo>
                  <a:pt x="27779" y="473682"/>
                  <a:pt x="17914" y="463375"/>
                  <a:pt x="10752" y="451281"/>
                </a:cubicBezTo>
                <a:cubicBezTo>
                  <a:pt x="3574" y="439186"/>
                  <a:pt x="0" y="425290"/>
                  <a:pt x="0" y="411393"/>
                </a:cubicBezTo>
                <a:lnTo>
                  <a:pt x="443" y="79775"/>
                </a:lnTo>
              </a:path>
            </a:pathLst>
          </a:custGeom>
          <a:solidFill xmlns:a="http://schemas.openxmlformats.org/drawingml/2006/main">
            <a:srgbClr val="FEFCF6"/>
          </a:solidFill>
          <a:ln xmlns:a="http://schemas.openxmlformats.org/drawingml/2006/main" w="14332">
            <a:solidFill>
              <a:srgbClr val="DCBA79"/>
            </a:solidFill>
            <a:prstDash val="solid"/>
          </a:ln>
        </p:spPr>
      </p:sp>
      <p:pic>
        <p:nvPicPr>
          <p:cNvPr id="173" name="">
            <a:extLst xmlns:a="http://schemas.openxmlformats.org/drawingml/2006/main">
              <a:ext uri="{FF2B5EF4-FFF2-40B4-BE49-F238E27FC236}">
                <a16:creationId xmlns:a16="http://schemas.microsoft.com/office/drawing/2014/main" id="{993BA247-1D13-4E1E-899F-C4E01B64F87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63950cd2af9401a"/>
          <a:stretch xmlns:a="http://schemas.openxmlformats.org/drawingml/2006/main"/>
        </p:blipFill>
        <p:spPr>
          <a:xfrm xmlns:a="http://schemas.openxmlformats.org/drawingml/2006/main">
            <a:off x="13947171" y="2908376"/>
            <a:ext cx="189994" cy="189994"/>
          </a:xfrm>
          <a:prstGeom xmlns:a="http://schemas.openxmlformats.org/drawingml/2006/main" prst="rect">
            <a:avLst/>
          </a:prstGeom>
        </p:spPr>
      </p:pic>
      <p:sp>
        <p:nvSpPr>
          <p:cNvPr id="174" name="text-137 Human">
            <a:extLst xmlns:a="http://schemas.openxmlformats.org/drawingml/2006/main">
              <a:ext uri="{FF2B5EF4-FFF2-40B4-BE49-F238E27FC236}">
                <a16:creationId xmlns:a16="http://schemas.microsoft.com/office/drawing/2014/main" id="{0AEB82E9-1626-41B7-85A1-603BCE57B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15400" y="2931388"/>
            <a:ext cx="448800" cy="1761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991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Human</a:t>
            </a:r>
          </a:p>
        </p:txBody>
      </p:sp>
      <p:sp>
        <p:nvSpPr>
          <p:cNvPr id="175" name="text-137 +">
            <a:extLst xmlns:a="http://schemas.openxmlformats.org/drawingml/2006/main">
              <a:ext uri="{FF2B5EF4-FFF2-40B4-BE49-F238E27FC236}">
                <a16:creationId xmlns:a16="http://schemas.microsoft.com/office/drawing/2014/main" id="{62A4FA8B-34E3-47BC-B824-905F612F7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76638" y="2931442"/>
            <a:ext cx="96032" cy="1760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990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176" name="text-137 Stronger-Model">
            <a:extLst xmlns:a="http://schemas.openxmlformats.org/drawingml/2006/main">
              <a:ext uri="{FF2B5EF4-FFF2-40B4-BE49-F238E27FC236}">
                <a16:creationId xmlns:a16="http://schemas.microsoft.com/office/drawing/2014/main" id="{3096ACE8-9857-4889-8F19-93B34C6694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84720" y="2931327"/>
            <a:ext cx="952275" cy="1762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991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Stronger-Model</a:t>
            </a:r>
          </a:p>
        </p:txBody>
      </p:sp>
      <p:sp>
        <p:nvSpPr>
          <p:cNvPr id="177" name="text-137 Review">
            <a:extLst xmlns:a="http://schemas.openxmlformats.org/drawingml/2006/main">
              <a:ext uri="{FF2B5EF4-FFF2-40B4-BE49-F238E27FC236}">
                <a16:creationId xmlns:a16="http://schemas.microsoft.com/office/drawing/2014/main" id="{69379DEC-295B-4AB1-8C9B-D5F54E72AC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49041" y="2931376"/>
            <a:ext cx="456092" cy="17616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991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Review</a:t>
            </a:r>
          </a:p>
        </p:txBody>
      </p:sp>
      <p:sp>
        <p:nvSpPr>
          <p:cNvPr id="178" name="path-138">
            <a:extLst xmlns:a="http://schemas.openxmlformats.org/drawingml/2006/main">
              <a:ext uri="{FF2B5EF4-FFF2-40B4-BE49-F238E27FC236}">
                <a16:creationId xmlns:a16="http://schemas.microsoft.com/office/drawing/2014/main" id="{A3EC9564-E063-4569-B070-EF99D9799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78733" y="3218175"/>
            <a:ext cx="364" cy="278192"/>
          </a:xfrm>
          <a:custGeom xmlns:a="http://schemas.openxmlformats.org/drawingml/2006/main">
            <a:pathLst>
              <a:path w="443" h="339239">
                <a:moveTo>
                  <a:pt x="0" y="0"/>
                </a:moveTo>
                <a:lnTo>
                  <a:pt x="443" y="339239"/>
                </a:lnTo>
              </a:path>
            </a:pathLst>
          </a:custGeom>
          <a:noFill xmlns:a="http://schemas.openxmlformats.org/drawingml/2006/main"/>
          <a:ln xmlns:a="http://schemas.openxmlformats.org/drawingml/2006/main" w="20580">
            <a:solidFill>
              <a:srgbClr val="1B6B3A"/>
            </a:solidFill>
            <a:prstDash val="solid"/>
          </a:ln>
        </p:spPr>
      </p:sp>
      <p:sp>
        <p:nvSpPr>
          <p:cNvPr id="179" name="path-139">
            <a:extLst xmlns:a="http://schemas.openxmlformats.org/drawingml/2006/main">
              <a:ext uri="{FF2B5EF4-FFF2-40B4-BE49-F238E27FC236}">
                <a16:creationId xmlns:a16="http://schemas.microsoft.com/office/drawing/2014/main" id="{ACD75773-0B55-44F6-B9BD-352CFB35A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33978" y="3496366"/>
            <a:ext cx="244755" cy="363"/>
          </a:xfrm>
          <a:custGeom xmlns:a="http://schemas.openxmlformats.org/drawingml/2006/main">
            <a:pathLst>
              <a:path w="298466" h="443">
                <a:moveTo>
                  <a:pt x="0" y="0"/>
                </a:moveTo>
                <a:lnTo>
                  <a:pt x="298466" y="443"/>
                </a:lnTo>
              </a:path>
            </a:pathLst>
          </a:custGeom>
          <a:noFill xmlns:a="http://schemas.openxmlformats.org/drawingml/2006/main"/>
          <a:ln xmlns:a="http://schemas.openxmlformats.org/drawingml/2006/main" w="20580">
            <a:solidFill>
              <a:srgbClr val="1B6B3A"/>
            </a:solidFill>
            <a:prstDash val="solid"/>
          </a:ln>
        </p:spPr>
      </p:sp>
      <p:sp>
        <p:nvSpPr>
          <p:cNvPr id="180" name="path-140">
            <a:extLst xmlns:a="http://schemas.openxmlformats.org/drawingml/2006/main">
              <a:ext uri="{FF2B5EF4-FFF2-40B4-BE49-F238E27FC236}">
                <a16:creationId xmlns:a16="http://schemas.microsoft.com/office/drawing/2014/main" id="{85D6AA4A-BD6B-400A-B819-5172338246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65629" y="3447853"/>
            <a:ext cx="78644" cy="97753"/>
          </a:xfrm>
          <a:custGeom xmlns:a="http://schemas.openxmlformats.org/drawingml/2006/main">
            <a:pathLst>
              <a:path w="95902" h="119204">
                <a:moveTo>
                  <a:pt x="95902" y="119204"/>
                </a:moveTo>
                <a:lnTo>
                  <a:pt x="0" y="59602"/>
                </a:lnTo>
                <a:lnTo>
                  <a:pt x="95902" y="0"/>
                </a:lnTo>
                <a:lnTo>
                  <a:pt x="95902" y="119204"/>
                </a:lnTo>
              </a:path>
            </a:pathLst>
          </a:custGeom>
          <a:solidFill xmlns:a="http://schemas.openxmlformats.org/drawingml/2006/main">
            <a:srgbClr val="1B6B3A"/>
          </a:solidFill>
          <a:ln xmlns:a="http://schemas.openxmlformats.org/drawingml/2006/main" w="4042">
            <a:solidFill>
              <a:srgbClr val="1B6B3A"/>
            </a:solidFill>
            <a:prstDash val="solid"/>
          </a:ln>
        </p:spPr>
      </p:sp>
      <p:sp>
        <p:nvSpPr>
          <p:cNvPr id="181" name="path-141">
            <a:extLst xmlns:a="http://schemas.openxmlformats.org/drawingml/2006/main">
              <a:ext uri="{FF2B5EF4-FFF2-40B4-BE49-F238E27FC236}">
                <a16:creationId xmlns:a16="http://schemas.microsoft.com/office/drawing/2014/main" id="{15285E48-8B30-4579-95A7-88538E354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2630171"/>
            <a:ext cx="364" cy="572563"/>
          </a:xfrm>
          <a:custGeom xmlns:a="http://schemas.openxmlformats.org/drawingml/2006/main">
            <a:pathLst>
              <a:path w="443" h="698208">
                <a:moveTo>
                  <a:pt x="0" y="0"/>
                </a:moveTo>
                <a:lnTo>
                  <a:pt x="443" y="698208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82" name="path-142">
            <a:extLst xmlns:a="http://schemas.openxmlformats.org/drawingml/2006/main">
              <a:ext uri="{FF2B5EF4-FFF2-40B4-BE49-F238E27FC236}">
                <a16:creationId xmlns:a16="http://schemas.microsoft.com/office/drawing/2014/main" id="{DE6CBFCA-2150-42BA-B828-7C48D0C08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76406" y="3192816"/>
            <a:ext cx="97751" cy="78643"/>
          </a:xfrm>
          <a:custGeom xmlns:a="http://schemas.openxmlformats.org/drawingml/2006/main">
            <a:pathLst>
              <a:path w="119202" h="95901">
                <a:moveTo>
                  <a:pt x="119202" y="0"/>
                </a:moveTo>
                <a:lnTo>
                  <a:pt x="59602" y="95901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183" name="path-143">
            <a:extLst xmlns:a="http://schemas.openxmlformats.org/drawingml/2006/main">
              <a:ext uri="{FF2B5EF4-FFF2-40B4-BE49-F238E27FC236}">
                <a16:creationId xmlns:a16="http://schemas.microsoft.com/office/drawing/2014/main" id="{EE49D393-D13D-45F0-A9F7-E232C857D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4569" y="3280275"/>
            <a:ext cx="4081787" cy="433285"/>
          </a:xfrm>
          <a:custGeom xmlns:a="http://schemas.openxmlformats.org/drawingml/2006/main">
            <a:pathLst>
              <a:path w="4977513" h="528368">
                <a:moveTo>
                  <a:pt x="0" y="90983"/>
                </a:moveTo>
                <a:lnTo>
                  <a:pt x="0" y="90983"/>
                </a:lnTo>
                <a:cubicBezTo>
                  <a:pt x="0" y="74842"/>
                  <a:pt x="4031" y="59159"/>
                  <a:pt x="12111" y="45262"/>
                </a:cubicBezTo>
                <a:cubicBezTo>
                  <a:pt x="20174" y="31366"/>
                  <a:pt x="31825" y="20172"/>
                  <a:pt x="45722" y="12110"/>
                </a:cubicBezTo>
                <a:cubicBezTo>
                  <a:pt x="59602" y="4031"/>
                  <a:pt x="75284" y="0"/>
                  <a:pt x="90984" y="0"/>
                </a:cubicBezTo>
                <a:lnTo>
                  <a:pt x="4886102" y="0"/>
                </a:lnTo>
                <a:cubicBezTo>
                  <a:pt x="4902226" y="0"/>
                  <a:pt x="4917911" y="4031"/>
                  <a:pt x="4931808" y="12110"/>
                </a:cubicBezTo>
                <a:cubicBezTo>
                  <a:pt x="4945702" y="20172"/>
                  <a:pt x="4956895" y="31824"/>
                  <a:pt x="4964975" y="45720"/>
                </a:cubicBezTo>
                <a:cubicBezTo>
                  <a:pt x="4973036" y="59601"/>
                  <a:pt x="4977067" y="75284"/>
                  <a:pt x="4977067" y="90983"/>
                </a:cubicBezTo>
                <a:lnTo>
                  <a:pt x="4977513" y="436942"/>
                </a:lnTo>
                <a:cubicBezTo>
                  <a:pt x="4977513" y="453066"/>
                  <a:pt x="4973481" y="468766"/>
                  <a:pt x="4965418" y="482647"/>
                </a:cubicBezTo>
                <a:cubicBezTo>
                  <a:pt x="4957356" y="496542"/>
                  <a:pt x="4945702" y="507752"/>
                  <a:pt x="4931808" y="515815"/>
                </a:cubicBezTo>
                <a:cubicBezTo>
                  <a:pt x="4917911" y="523878"/>
                  <a:pt x="4902226" y="527908"/>
                  <a:pt x="4886543" y="527908"/>
                </a:cubicBezTo>
                <a:lnTo>
                  <a:pt x="90984" y="528368"/>
                </a:lnTo>
                <a:cubicBezTo>
                  <a:pt x="74844" y="528368"/>
                  <a:pt x="59159" y="524335"/>
                  <a:pt x="45264" y="516257"/>
                </a:cubicBezTo>
                <a:cubicBezTo>
                  <a:pt x="31367" y="508194"/>
                  <a:pt x="20174" y="496542"/>
                  <a:pt x="12111" y="482647"/>
                </a:cubicBezTo>
                <a:cubicBezTo>
                  <a:pt x="4031" y="468766"/>
                  <a:pt x="0" y="453066"/>
                  <a:pt x="0" y="437383"/>
                </a:cubicBezTo>
                <a:lnTo>
                  <a:pt x="0" y="90983"/>
                </a:lnTo>
              </a:path>
            </a:pathLst>
          </a:custGeom>
          <a:solidFill xmlns:a="http://schemas.openxmlformats.org/drawingml/2006/main">
            <a:srgbClr val="F3FAF6"/>
          </a:solidFill>
          <a:ln xmlns:a="http://schemas.openxmlformats.org/drawingml/2006/main" w="14332">
            <a:solidFill>
              <a:srgbClr val="5CA47A"/>
            </a:solidFill>
            <a:prstDash val="solid"/>
          </a:ln>
        </p:spPr>
      </p:sp>
      <p:pic>
        <p:nvPicPr>
          <p:cNvPr id="184" name="">
            <a:extLst xmlns:a="http://schemas.openxmlformats.org/drawingml/2006/main">
              <a:ext uri="{FF2B5EF4-FFF2-40B4-BE49-F238E27FC236}">
                <a16:creationId xmlns:a16="http://schemas.microsoft.com/office/drawing/2014/main" id="{1F47756B-488B-41B3-9FD6-300E5995C07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40d6f33e8414155"/>
          <a:stretch xmlns:a="http://schemas.openxmlformats.org/drawingml/2006/main"/>
        </p:blipFill>
        <p:spPr>
          <a:xfrm xmlns:a="http://schemas.openxmlformats.org/drawingml/2006/main">
            <a:off x="11647740" y="3387958"/>
            <a:ext cx="189994" cy="189994"/>
          </a:xfrm>
          <a:prstGeom xmlns:a="http://schemas.openxmlformats.org/drawingml/2006/main" prst="rect">
            <a:avLst/>
          </a:prstGeom>
        </p:spPr>
      </p:pic>
      <p:sp>
        <p:nvSpPr>
          <p:cNvPr id="185" name="text-145 Reliable">
            <a:extLst xmlns:a="http://schemas.openxmlformats.org/drawingml/2006/main">
              <a:ext uri="{FF2B5EF4-FFF2-40B4-BE49-F238E27FC236}">
                <a16:creationId xmlns:a16="http://schemas.microsoft.com/office/drawing/2014/main" id="{713875D0-134D-4D1A-817E-AEA36A7DF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86817" y="3401588"/>
            <a:ext cx="561621" cy="1959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Reliable</a:t>
            </a:r>
          </a:p>
        </p:txBody>
      </p:sp>
      <p:sp>
        <p:nvSpPr>
          <p:cNvPr id="186" name="text-145 Targets">
            <a:extLst xmlns:a="http://schemas.openxmlformats.org/drawingml/2006/main">
              <a:ext uri="{FF2B5EF4-FFF2-40B4-BE49-F238E27FC236}">
                <a16:creationId xmlns:a16="http://schemas.microsoft.com/office/drawing/2014/main" id="{2BDB0CBB-E4DE-4DAE-81D1-23C0DE44C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61864" y="3401421"/>
            <a:ext cx="520626" cy="1962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4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4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4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Targets</a:t>
            </a:r>
          </a:p>
        </p:txBody>
      </p:sp>
      <p:sp>
        <p:nvSpPr>
          <p:cNvPr id="187" name="path-146">
            <a:extLst xmlns:a="http://schemas.openxmlformats.org/drawingml/2006/main">
              <a:ext uri="{FF2B5EF4-FFF2-40B4-BE49-F238E27FC236}">
                <a16:creationId xmlns:a16="http://schemas.microsoft.com/office/drawing/2014/main" id="{FBCEC3B1-154D-4416-B211-2E0DE671A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3713184"/>
            <a:ext cx="364" cy="201027"/>
          </a:xfrm>
          <a:custGeom xmlns:a="http://schemas.openxmlformats.org/drawingml/2006/main">
            <a:pathLst>
              <a:path w="443" h="245142">
                <a:moveTo>
                  <a:pt x="0" y="0"/>
                </a:moveTo>
                <a:lnTo>
                  <a:pt x="443" y="245142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88" name="path-147">
            <a:extLst xmlns:a="http://schemas.openxmlformats.org/drawingml/2006/main">
              <a:ext uri="{FF2B5EF4-FFF2-40B4-BE49-F238E27FC236}">
                <a16:creationId xmlns:a16="http://schemas.microsoft.com/office/drawing/2014/main" id="{F8CD6B2C-FB52-451E-B8A0-E618C0F98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76406" y="3904656"/>
            <a:ext cx="97751" cy="78643"/>
          </a:xfrm>
          <a:custGeom xmlns:a="http://schemas.openxmlformats.org/drawingml/2006/main">
            <a:pathLst>
              <a:path w="119202" h="95900">
                <a:moveTo>
                  <a:pt x="119202" y="0"/>
                </a:moveTo>
                <a:lnTo>
                  <a:pt x="59602" y="95900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189" name="path-148">
            <a:extLst xmlns:a="http://schemas.openxmlformats.org/drawingml/2006/main">
              <a:ext uri="{FF2B5EF4-FFF2-40B4-BE49-F238E27FC236}">
                <a16:creationId xmlns:a16="http://schemas.microsoft.com/office/drawing/2014/main" id="{C4EB4198-B1CD-48B1-BCC0-372D7C26E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4569" y="3991752"/>
            <a:ext cx="4081787" cy="433273"/>
          </a:xfrm>
          <a:custGeom xmlns:a="http://schemas.openxmlformats.org/drawingml/2006/main">
            <a:pathLst>
              <a:path w="4977513" h="528352">
                <a:moveTo>
                  <a:pt x="0" y="90968"/>
                </a:moveTo>
                <a:lnTo>
                  <a:pt x="0" y="90968"/>
                </a:lnTo>
                <a:cubicBezTo>
                  <a:pt x="0" y="74842"/>
                  <a:pt x="4031" y="59159"/>
                  <a:pt x="12111" y="45262"/>
                </a:cubicBezTo>
                <a:cubicBezTo>
                  <a:pt x="20174" y="31366"/>
                  <a:pt x="31825" y="20173"/>
                  <a:pt x="45722" y="12094"/>
                </a:cubicBezTo>
                <a:cubicBezTo>
                  <a:pt x="59602" y="4031"/>
                  <a:pt x="75284" y="0"/>
                  <a:pt x="90984" y="0"/>
                </a:cubicBezTo>
                <a:lnTo>
                  <a:pt x="4886102" y="0"/>
                </a:lnTo>
                <a:cubicBezTo>
                  <a:pt x="4902226" y="0"/>
                  <a:pt x="4917911" y="4031"/>
                  <a:pt x="4931808" y="12094"/>
                </a:cubicBezTo>
                <a:cubicBezTo>
                  <a:pt x="4945702" y="20173"/>
                  <a:pt x="4956895" y="31824"/>
                  <a:pt x="4964975" y="45705"/>
                </a:cubicBezTo>
                <a:cubicBezTo>
                  <a:pt x="4973036" y="59602"/>
                  <a:pt x="4977067" y="75285"/>
                  <a:pt x="4977067" y="90968"/>
                </a:cubicBezTo>
                <a:lnTo>
                  <a:pt x="4977513" y="436942"/>
                </a:lnTo>
                <a:cubicBezTo>
                  <a:pt x="4977513" y="453067"/>
                  <a:pt x="4973481" y="468750"/>
                  <a:pt x="4965418" y="482647"/>
                </a:cubicBezTo>
                <a:cubicBezTo>
                  <a:pt x="4957356" y="496544"/>
                  <a:pt x="4945702" y="507737"/>
                  <a:pt x="4931808" y="515815"/>
                </a:cubicBezTo>
                <a:cubicBezTo>
                  <a:pt x="4917911" y="523878"/>
                  <a:pt x="4902226" y="527909"/>
                  <a:pt x="4886543" y="527909"/>
                </a:cubicBezTo>
                <a:lnTo>
                  <a:pt x="90984" y="528352"/>
                </a:lnTo>
                <a:cubicBezTo>
                  <a:pt x="74844" y="528352"/>
                  <a:pt x="59159" y="524320"/>
                  <a:pt x="45264" y="516257"/>
                </a:cubicBezTo>
                <a:cubicBezTo>
                  <a:pt x="31367" y="508195"/>
                  <a:pt x="20174" y="496544"/>
                  <a:pt x="12111" y="482647"/>
                </a:cubicBezTo>
                <a:cubicBezTo>
                  <a:pt x="4031" y="468750"/>
                  <a:pt x="0" y="453067"/>
                  <a:pt x="0" y="437384"/>
                </a:cubicBezTo>
                <a:lnTo>
                  <a:pt x="0" y="90968"/>
                </a:lnTo>
              </a:path>
            </a:pathLst>
          </a:custGeom>
          <a:solidFill xmlns:a="http://schemas.openxmlformats.org/drawingml/2006/main">
            <a:srgbClr val="F2F7FD"/>
          </a:solidFill>
          <a:ln xmlns:a="http://schemas.openxmlformats.org/drawingml/2006/main" w="14332">
            <a:solidFill>
              <a:srgbClr val="6C9DD2"/>
            </a:solidFill>
            <a:prstDash val="solid"/>
          </a:ln>
        </p:spPr>
      </p:sp>
      <p:pic>
        <p:nvPicPr>
          <p:cNvPr id="190" name="">
            <a:extLst xmlns:a="http://schemas.openxmlformats.org/drawingml/2006/main">
              <a:ext uri="{FF2B5EF4-FFF2-40B4-BE49-F238E27FC236}">
                <a16:creationId xmlns:a16="http://schemas.microsoft.com/office/drawing/2014/main" id="{83756494-B864-449B-B6D9-5E73BEC7134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7ef218236654eb4"/>
          <a:stretch xmlns:a="http://schemas.openxmlformats.org/drawingml/2006/main"/>
        </p:blipFill>
        <p:spPr>
          <a:xfrm xmlns:a="http://schemas.openxmlformats.org/drawingml/2006/main">
            <a:off x="11647740" y="4099798"/>
            <a:ext cx="189994" cy="189994"/>
          </a:xfrm>
          <a:prstGeom xmlns:a="http://schemas.openxmlformats.org/drawingml/2006/main" prst="rect">
            <a:avLst/>
          </a:prstGeom>
        </p:spPr>
      </p:pic>
      <p:sp>
        <p:nvSpPr>
          <p:cNvPr id="191" name="text-150 Difficulty">
            <a:extLst xmlns:a="http://schemas.openxmlformats.org/drawingml/2006/main">
              <a:ext uri="{FF2B5EF4-FFF2-40B4-BE49-F238E27FC236}">
                <a16:creationId xmlns:a16="http://schemas.microsoft.com/office/drawing/2014/main" id="{8FBC5E40-DF61-4307-94EE-E00AC0AB2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75872" y="4113121"/>
            <a:ext cx="623216" cy="1958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Difficulty</a:t>
            </a:r>
          </a:p>
        </p:txBody>
      </p:sp>
      <p:sp>
        <p:nvSpPr>
          <p:cNvPr id="192" name="text-150 Stratification">
            <a:extLst xmlns:a="http://schemas.openxmlformats.org/drawingml/2006/main">
              <a:ext uri="{FF2B5EF4-FFF2-40B4-BE49-F238E27FC236}">
                <a16:creationId xmlns:a16="http://schemas.microsoft.com/office/drawing/2014/main" id="{36010E80-1049-489D-A0A5-B22201DA0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12666" y="4113068"/>
            <a:ext cx="879969" cy="1959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Stratification</a:t>
            </a:r>
          </a:p>
        </p:txBody>
      </p:sp>
      <p:sp>
        <p:nvSpPr>
          <p:cNvPr id="193" name="path-151">
            <a:extLst xmlns:a="http://schemas.openxmlformats.org/drawingml/2006/main">
              <a:ext uri="{FF2B5EF4-FFF2-40B4-BE49-F238E27FC236}">
                <a16:creationId xmlns:a16="http://schemas.microsoft.com/office/drawing/2014/main" id="{5E0125B6-1956-4BD3-8460-A7F2A3C0E1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4424661"/>
            <a:ext cx="364" cy="154718"/>
          </a:xfrm>
          <a:custGeom xmlns:a="http://schemas.openxmlformats.org/drawingml/2006/main">
            <a:pathLst>
              <a:path w="443" h="188670">
                <a:moveTo>
                  <a:pt x="0" y="0"/>
                </a:moveTo>
                <a:lnTo>
                  <a:pt x="443" y="188670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94" name="path-152">
            <a:extLst xmlns:a="http://schemas.openxmlformats.org/drawingml/2006/main">
              <a:ext uri="{FF2B5EF4-FFF2-40B4-BE49-F238E27FC236}">
                <a16:creationId xmlns:a16="http://schemas.microsoft.com/office/drawing/2014/main" id="{91C9B3CF-07BE-48CF-AB90-0D344579F5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4440" y="4579379"/>
            <a:ext cx="2721319" cy="363"/>
          </a:xfrm>
          <a:custGeom xmlns:a="http://schemas.openxmlformats.org/drawingml/2006/main">
            <a:pathLst>
              <a:path w="3318497" h="442">
                <a:moveTo>
                  <a:pt x="0" y="0"/>
                </a:moveTo>
                <a:lnTo>
                  <a:pt x="3318497" y="442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95" name="path-153">
            <a:extLst xmlns:a="http://schemas.openxmlformats.org/drawingml/2006/main">
              <a:ext uri="{FF2B5EF4-FFF2-40B4-BE49-F238E27FC236}">
                <a16:creationId xmlns:a16="http://schemas.microsoft.com/office/drawing/2014/main" id="{55F929AD-879B-4EE4-BC87-9CCC3FB3E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4440" y="4579379"/>
            <a:ext cx="375" cy="77540"/>
          </a:xfrm>
          <a:custGeom xmlns:a="http://schemas.openxmlformats.org/drawingml/2006/main">
            <a:pathLst>
              <a:path w="458" h="94556">
                <a:moveTo>
                  <a:pt x="0" y="0"/>
                </a:moveTo>
                <a:lnTo>
                  <a:pt x="458" y="94556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96" name="path-154">
            <a:extLst xmlns:a="http://schemas.openxmlformats.org/drawingml/2006/main">
              <a:ext uri="{FF2B5EF4-FFF2-40B4-BE49-F238E27FC236}">
                <a16:creationId xmlns:a16="http://schemas.microsoft.com/office/drawing/2014/main" id="{EE0BE35E-F13F-4025-8CD1-4568119844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5927" y="4648830"/>
            <a:ext cx="97765" cy="78655"/>
          </a:xfrm>
          <a:custGeom xmlns:a="http://schemas.openxmlformats.org/drawingml/2006/main">
            <a:pathLst>
              <a:path w="119219" h="95916">
                <a:moveTo>
                  <a:pt x="119219" y="0"/>
                </a:moveTo>
                <a:lnTo>
                  <a:pt x="59617" y="95916"/>
                </a:lnTo>
                <a:lnTo>
                  <a:pt x="0" y="0"/>
                </a:lnTo>
                <a:lnTo>
                  <a:pt x="119219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197" name="path-155">
            <a:extLst xmlns:a="http://schemas.openxmlformats.org/drawingml/2006/main">
              <a:ext uri="{FF2B5EF4-FFF2-40B4-BE49-F238E27FC236}">
                <a16:creationId xmlns:a16="http://schemas.microsoft.com/office/drawing/2014/main" id="{19619041-9228-4B16-A373-3140331C3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4579379"/>
            <a:ext cx="364" cy="77540"/>
          </a:xfrm>
          <a:custGeom xmlns:a="http://schemas.openxmlformats.org/drawingml/2006/main">
            <a:pathLst>
              <a:path w="443" h="94556">
                <a:moveTo>
                  <a:pt x="0" y="0"/>
                </a:moveTo>
                <a:lnTo>
                  <a:pt x="443" y="94556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198" name="path-156">
            <a:extLst xmlns:a="http://schemas.openxmlformats.org/drawingml/2006/main">
              <a:ext uri="{FF2B5EF4-FFF2-40B4-BE49-F238E27FC236}">
                <a16:creationId xmlns:a16="http://schemas.microsoft.com/office/drawing/2014/main" id="{6DDE3788-064A-4C1F-9928-DA9876165A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76406" y="4648830"/>
            <a:ext cx="97751" cy="78655"/>
          </a:xfrm>
          <a:custGeom xmlns:a="http://schemas.openxmlformats.org/drawingml/2006/main">
            <a:pathLst>
              <a:path w="119202" h="95916">
                <a:moveTo>
                  <a:pt x="119202" y="0"/>
                </a:moveTo>
                <a:lnTo>
                  <a:pt x="59602" y="95916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199" name="path-157">
            <a:extLst xmlns:a="http://schemas.openxmlformats.org/drawingml/2006/main">
              <a:ext uri="{FF2B5EF4-FFF2-40B4-BE49-F238E27FC236}">
                <a16:creationId xmlns:a16="http://schemas.microsoft.com/office/drawing/2014/main" id="{FFEF3352-50A8-40FD-8A43-4136BE18A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85759" y="4579379"/>
            <a:ext cx="364" cy="77540"/>
          </a:xfrm>
          <a:custGeom xmlns:a="http://schemas.openxmlformats.org/drawingml/2006/main">
            <a:pathLst>
              <a:path w="443" h="94556">
                <a:moveTo>
                  <a:pt x="0" y="0"/>
                </a:moveTo>
                <a:lnTo>
                  <a:pt x="443" y="94556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00" name="path-158">
            <a:extLst xmlns:a="http://schemas.openxmlformats.org/drawingml/2006/main">
              <a:ext uri="{FF2B5EF4-FFF2-40B4-BE49-F238E27FC236}">
                <a16:creationId xmlns:a16="http://schemas.microsoft.com/office/drawing/2014/main" id="{36221F5E-D8B8-4B4A-8301-CB21A213F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36884" y="4648830"/>
            <a:ext cx="97751" cy="78655"/>
          </a:xfrm>
          <a:custGeom xmlns:a="http://schemas.openxmlformats.org/drawingml/2006/main">
            <a:pathLst>
              <a:path w="119202" h="95916">
                <a:moveTo>
                  <a:pt x="119202" y="0"/>
                </a:moveTo>
                <a:lnTo>
                  <a:pt x="59600" y="95916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201" name="path-159">
            <a:extLst xmlns:a="http://schemas.openxmlformats.org/drawingml/2006/main">
              <a:ext uri="{FF2B5EF4-FFF2-40B4-BE49-F238E27FC236}">
                <a16:creationId xmlns:a16="http://schemas.microsoft.com/office/drawing/2014/main" id="{4F1ACF9D-FF4B-45E1-BD31-20BE6EAF0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8593" y="4734097"/>
            <a:ext cx="1251693" cy="309423"/>
          </a:xfrm>
          <a:custGeom xmlns:a="http://schemas.openxmlformats.org/drawingml/2006/main">
            <a:pathLst>
              <a:path w="1526370" h="377324">
                <a:moveTo>
                  <a:pt x="0" y="68107"/>
                </a:moveTo>
                <a:lnTo>
                  <a:pt x="0" y="68107"/>
                </a:lnTo>
                <a:cubicBezTo>
                  <a:pt x="0" y="56013"/>
                  <a:pt x="3145" y="44361"/>
                  <a:pt x="8964" y="34054"/>
                </a:cubicBezTo>
                <a:cubicBezTo>
                  <a:pt x="15239" y="23746"/>
                  <a:pt x="23762" y="14782"/>
                  <a:pt x="34054" y="8964"/>
                </a:cubicBezTo>
                <a:cubicBezTo>
                  <a:pt x="44361" y="3130"/>
                  <a:pt x="56469" y="0"/>
                  <a:pt x="68123" y="0"/>
                </a:cubicBezTo>
                <a:lnTo>
                  <a:pt x="1457804" y="0"/>
                </a:lnTo>
                <a:cubicBezTo>
                  <a:pt x="1469916" y="0"/>
                  <a:pt x="1481567" y="3130"/>
                  <a:pt x="1491873" y="8964"/>
                </a:cubicBezTo>
                <a:cubicBezTo>
                  <a:pt x="1502167" y="15240"/>
                  <a:pt x="1511131" y="23746"/>
                  <a:pt x="1516965" y="34054"/>
                </a:cubicBezTo>
                <a:cubicBezTo>
                  <a:pt x="1522782" y="44361"/>
                  <a:pt x="1525927" y="56456"/>
                  <a:pt x="1525927" y="68107"/>
                </a:cubicBezTo>
                <a:lnTo>
                  <a:pt x="1526370" y="308759"/>
                </a:lnTo>
                <a:cubicBezTo>
                  <a:pt x="1526370" y="320868"/>
                  <a:pt x="1523240" y="332520"/>
                  <a:pt x="1517406" y="342828"/>
                </a:cubicBezTo>
                <a:cubicBezTo>
                  <a:pt x="1511131" y="353136"/>
                  <a:pt x="1502625" y="362100"/>
                  <a:pt x="1492316" y="367917"/>
                </a:cubicBezTo>
                <a:cubicBezTo>
                  <a:pt x="1482007" y="373751"/>
                  <a:pt x="1469916" y="376882"/>
                  <a:pt x="1458265" y="376882"/>
                </a:cubicBezTo>
                <a:lnTo>
                  <a:pt x="68123" y="377324"/>
                </a:lnTo>
                <a:cubicBezTo>
                  <a:pt x="56012" y="377324"/>
                  <a:pt x="44361" y="374194"/>
                  <a:pt x="34054" y="368376"/>
                </a:cubicBezTo>
                <a:cubicBezTo>
                  <a:pt x="23762" y="362100"/>
                  <a:pt x="14798" y="353578"/>
                  <a:pt x="8964" y="343271"/>
                </a:cubicBezTo>
                <a:cubicBezTo>
                  <a:pt x="3145" y="332963"/>
                  <a:pt x="0" y="320868"/>
                  <a:pt x="0" y="309217"/>
                </a:cubicBezTo>
                <a:lnTo>
                  <a:pt x="0" y="68107"/>
                </a:lnTo>
              </a:path>
            </a:pathLst>
          </a:custGeom>
          <a:solidFill xmlns:a="http://schemas.openxmlformats.org/drawingml/2006/main">
            <a:srgbClr val="F4FAF6"/>
          </a:solidFill>
          <a:ln xmlns:a="http://schemas.openxmlformats.org/drawingml/2006/main" w="12862">
            <a:solidFill>
              <a:srgbClr val="7FB693"/>
            </a:solidFill>
            <a:prstDash val="solid"/>
          </a:ln>
        </p:spPr>
      </p:sp>
      <p:pic>
        <p:nvPicPr>
          <p:cNvPr id="202" name="">
            <a:extLst xmlns:a="http://schemas.openxmlformats.org/drawingml/2006/main">
              <a:ext uri="{FF2B5EF4-FFF2-40B4-BE49-F238E27FC236}">
                <a16:creationId xmlns:a16="http://schemas.microsoft.com/office/drawing/2014/main" id="{6896A313-55B4-4880-8065-98D8923F2AA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bd325171c004343"/>
          <a:stretch xmlns:a="http://schemas.openxmlformats.org/drawingml/2006/main"/>
        </p:blipFill>
        <p:spPr>
          <a:xfrm xmlns:a="http://schemas.openxmlformats.org/drawingml/2006/main">
            <a:off x="11729327" y="4780407"/>
            <a:ext cx="176394" cy="176394"/>
          </a:xfrm>
          <a:prstGeom xmlns:a="http://schemas.openxmlformats.org/drawingml/2006/main" prst="rect">
            <a:avLst/>
          </a:prstGeom>
        </p:spPr>
      </p:pic>
      <p:sp>
        <p:nvSpPr>
          <p:cNvPr id="203" name="text-161 Easy">
            <a:extLst xmlns:a="http://schemas.openxmlformats.org/drawingml/2006/main">
              <a:ext uri="{FF2B5EF4-FFF2-40B4-BE49-F238E27FC236}">
                <a16:creationId xmlns:a16="http://schemas.microsoft.com/office/drawing/2014/main" id="{78C0104E-748E-4A20-88B0-7FD0FCA16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74082" y="4799824"/>
            <a:ext cx="328335" cy="1827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8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8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028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Easy</a:t>
            </a:r>
          </a:p>
        </p:txBody>
      </p:sp>
      <p:sp>
        <p:nvSpPr>
          <p:cNvPr id="204" name="path-162">
            <a:extLst xmlns:a="http://schemas.openxmlformats.org/drawingml/2006/main">
              <a:ext uri="{FF2B5EF4-FFF2-40B4-BE49-F238E27FC236}">
                <a16:creationId xmlns:a16="http://schemas.microsoft.com/office/drawing/2014/main" id="{3D72B416-125F-4E4F-906F-710D07E25F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99072" y="4734097"/>
            <a:ext cx="1251693" cy="309423"/>
          </a:xfrm>
          <a:custGeom xmlns:a="http://schemas.openxmlformats.org/drawingml/2006/main">
            <a:pathLst>
              <a:path w="1526370" h="377324">
                <a:moveTo>
                  <a:pt x="0" y="68107"/>
                </a:moveTo>
                <a:lnTo>
                  <a:pt x="0" y="68107"/>
                </a:lnTo>
                <a:cubicBezTo>
                  <a:pt x="0" y="56013"/>
                  <a:pt x="3130" y="44361"/>
                  <a:pt x="8964" y="34054"/>
                </a:cubicBezTo>
                <a:cubicBezTo>
                  <a:pt x="15239" y="23746"/>
                  <a:pt x="23745" y="14782"/>
                  <a:pt x="34052" y="8964"/>
                </a:cubicBezTo>
                <a:cubicBezTo>
                  <a:pt x="44361" y="3130"/>
                  <a:pt x="56455" y="0"/>
                  <a:pt x="68106" y="0"/>
                </a:cubicBezTo>
                <a:lnTo>
                  <a:pt x="1457804" y="0"/>
                </a:lnTo>
                <a:cubicBezTo>
                  <a:pt x="1469899" y="0"/>
                  <a:pt x="1481550" y="3130"/>
                  <a:pt x="1491858" y="8964"/>
                </a:cubicBezTo>
                <a:cubicBezTo>
                  <a:pt x="1502167" y="15240"/>
                  <a:pt x="1511129" y="23746"/>
                  <a:pt x="1516963" y="34054"/>
                </a:cubicBezTo>
                <a:cubicBezTo>
                  <a:pt x="1522782" y="44361"/>
                  <a:pt x="1525912" y="56456"/>
                  <a:pt x="1525912" y="68107"/>
                </a:cubicBezTo>
                <a:lnTo>
                  <a:pt x="1526370" y="308759"/>
                </a:lnTo>
                <a:cubicBezTo>
                  <a:pt x="1526370" y="320868"/>
                  <a:pt x="1523223" y="332520"/>
                  <a:pt x="1517406" y="342828"/>
                </a:cubicBezTo>
                <a:cubicBezTo>
                  <a:pt x="1511129" y="353136"/>
                  <a:pt x="1502608" y="362100"/>
                  <a:pt x="1492302" y="367917"/>
                </a:cubicBezTo>
                <a:cubicBezTo>
                  <a:pt x="1481993" y="373751"/>
                  <a:pt x="1469899" y="376882"/>
                  <a:pt x="1458248" y="376882"/>
                </a:cubicBezTo>
                <a:lnTo>
                  <a:pt x="68106" y="377324"/>
                </a:lnTo>
                <a:cubicBezTo>
                  <a:pt x="56012" y="377324"/>
                  <a:pt x="44361" y="374194"/>
                  <a:pt x="34052" y="368376"/>
                </a:cubicBezTo>
                <a:cubicBezTo>
                  <a:pt x="23745" y="362100"/>
                  <a:pt x="14781" y="353578"/>
                  <a:pt x="8964" y="343271"/>
                </a:cubicBezTo>
                <a:cubicBezTo>
                  <a:pt x="3130" y="332963"/>
                  <a:pt x="0" y="320868"/>
                  <a:pt x="0" y="309217"/>
                </a:cubicBezTo>
                <a:lnTo>
                  <a:pt x="0" y="68107"/>
                </a:lnTo>
              </a:path>
            </a:pathLst>
          </a:custGeom>
          <a:solidFill xmlns:a="http://schemas.openxmlformats.org/drawingml/2006/main">
            <a:srgbClr val="FEFAEC"/>
          </a:solidFill>
          <a:ln xmlns:a="http://schemas.openxmlformats.org/drawingml/2006/main" w="12862">
            <a:solidFill>
              <a:srgbClr val="E5C560"/>
            </a:solidFill>
            <a:prstDash val="solid"/>
          </a:ln>
        </p:spPr>
      </p:sp>
      <p:pic>
        <p:nvPicPr>
          <p:cNvPr id="205" name="">
            <a:extLst xmlns:a="http://schemas.openxmlformats.org/drawingml/2006/main">
              <a:ext uri="{FF2B5EF4-FFF2-40B4-BE49-F238E27FC236}">
                <a16:creationId xmlns:a16="http://schemas.microsoft.com/office/drawing/2014/main" id="{8BA15B08-D742-4F53-A3DB-5ED5B0D6A1C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bc6b20364394540"/>
          <a:stretch xmlns:a="http://schemas.openxmlformats.org/drawingml/2006/main"/>
        </p:blipFill>
        <p:spPr>
          <a:xfrm xmlns:a="http://schemas.openxmlformats.org/drawingml/2006/main">
            <a:off x="13089805" y="4780407"/>
            <a:ext cx="176394" cy="176394"/>
          </a:xfrm>
          <a:prstGeom xmlns:a="http://schemas.openxmlformats.org/drawingml/2006/main" prst="rect">
            <a:avLst/>
          </a:prstGeom>
        </p:spPr>
      </p:pic>
      <p:sp>
        <p:nvSpPr>
          <p:cNvPr id="206" name="text-164 Medium">
            <a:extLst xmlns:a="http://schemas.openxmlformats.org/drawingml/2006/main">
              <a:ext uri="{FF2B5EF4-FFF2-40B4-BE49-F238E27FC236}">
                <a16:creationId xmlns:a16="http://schemas.microsoft.com/office/drawing/2014/main" id="{61C304D3-45EA-4E47-A0BA-B8D9E56CBF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34924" y="4799787"/>
            <a:ext cx="516729" cy="1827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8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8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028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Medium</a:t>
            </a:r>
          </a:p>
        </p:txBody>
      </p:sp>
      <p:sp>
        <p:nvSpPr>
          <p:cNvPr id="207" name="path-165">
            <a:extLst xmlns:a="http://schemas.openxmlformats.org/drawingml/2006/main">
              <a:ext uri="{FF2B5EF4-FFF2-40B4-BE49-F238E27FC236}">
                <a16:creationId xmlns:a16="http://schemas.microsoft.com/office/drawing/2014/main" id="{188C5F01-B310-46D1-9B33-C085250D4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59536" y="4734097"/>
            <a:ext cx="1251693" cy="309423"/>
          </a:xfrm>
          <a:custGeom xmlns:a="http://schemas.openxmlformats.org/drawingml/2006/main">
            <a:pathLst>
              <a:path w="1526370" h="377324">
                <a:moveTo>
                  <a:pt x="0" y="68107"/>
                </a:moveTo>
                <a:lnTo>
                  <a:pt x="0" y="68107"/>
                </a:lnTo>
                <a:cubicBezTo>
                  <a:pt x="0" y="56013"/>
                  <a:pt x="3147" y="44361"/>
                  <a:pt x="8964" y="34054"/>
                </a:cubicBezTo>
                <a:cubicBezTo>
                  <a:pt x="15242" y="23746"/>
                  <a:pt x="23762" y="14782"/>
                  <a:pt x="34071" y="8964"/>
                </a:cubicBezTo>
                <a:cubicBezTo>
                  <a:pt x="44377" y="3130"/>
                  <a:pt x="56472" y="0"/>
                  <a:pt x="68123" y="0"/>
                </a:cubicBezTo>
                <a:lnTo>
                  <a:pt x="1457807" y="0"/>
                </a:lnTo>
                <a:cubicBezTo>
                  <a:pt x="1469916" y="0"/>
                  <a:pt x="1481567" y="3130"/>
                  <a:pt x="1491875" y="8964"/>
                </a:cubicBezTo>
                <a:cubicBezTo>
                  <a:pt x="1502184" y="15240"/>
                  <a:pt x="1511146" y="23746"/>
                  <a:pt x="1516965" y="34054"/>
                </a:cubicBezTo>
                <a:cubicBezTo>
                  <a:pt x="1522799" y="44361"/>
                  <a:pt x="1525929" y="56456"/>
                  <a:pt x="1525929" y="68107"/>
                </a:cubicBezTo>
                <a:lnTo>
                  <a:pt x="1526370" y="308759"/>
                </a:lnTo>
                <a:cubicBezTo>
                  <a:pt x="1526370" y="320868"/>
                  <a:pt x="1523240" y="332520"/>
                  <a:pt x="1517409" y="342828"/>
                </a:cubicBezTo>
                <a:cubicBezTo>
                  <a:pt x="1511146" y="353136"/>
                  <a:pt x="1502625" y="362100"/>
                  <a:pt x="1492319" y="367917"/>
                </a:cubicBezTo>
                <a:cubicBezTo>
                  <a:pt x="1482010" y="373751"/>
                  <a:pt x="1469916" y="376882"/>
                  <a:pt x="1458265" y="376882"/>
                </a:cubicBezTo>
                <a:lnTo>
                  <a:pt x="68123" y="377324"/>
                </a:lnTo>
                <a:cubicBezTo>
                  <a:pt x="56028" y="377324"/>
                  <a:pt x="44377" y="374194"/>
                  <a:pt x="34071" y="368376"/>
                </a:cubicBezTo>
                <a:cubicBezTo>
                  <a:pt x="23762" y="362100"/>
                  <a:pt x="14798" y="353578"/>
                  <a:pt x="8964" y="343271"/>
                </a:cubicBezTo>
                <a:cubicBezTo>
                  <a:pt x="3147" y="332963"/>
                  <a:pt x="0" y="320868"/>
                  <a:pt x="0" y="309217"/>
                </a:cubicBezTo>
                <a:lnTo>
                  <a:pt x="0" y="68107"/>
                </a:lnTo>
              </a:path>
            </a:pathLst>
          </a:custGeom>
          <a:solidFill xmlns:a="http://schemas.openxmlformats.org/drawingml/2006/main">
            <a:srgbClr val="FDF4F4"/>
          </a:solidFill>
          <a:ln xmlns:a="http://schemas.openxmlformats.org/drawingml/2006/main" w="12862">
            <a:solidFill>
              <a:srgbClr val="DE6B67"/>
            </a:solidFill>
            <a:prstDash val="solid"/>
          </a:ln>
        </p:spPr>
      </p:sp>
      <p:pic>
        <p:nvPicPr>
          <p:cNvPr id="208" name="">
            <a:extLst xmlns:a="http://schemas.openxmlformats.org/drawingml/2006/main">
              <a:ext uri="{FF2B5EF4-FFF2-40B4-BE49-F238E27FC236}">
                <a16:creationId xmlns:a16="http://schemas.microsoft.com/office/drawing/2014/main" id="{80887BB3-24C5-4F3C-850D-80624EEA4B8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21507cd8ef84e3e"/>
          <a:stretch xmlns:a="http://schemas.openxmlformats.org/drawingml/2006/main"/>
        </p:blipFill>
        <p:spPr>
          <a:xfrm xmlns:a="http://schemas.openxmlformats.org/drawingml/2006/main">
            <a:off x="14450270" y="4780407"/>
            <a:ext cx="176394" cy="176394"/>
          </a:xfrm>
          <a:prstGeom xmlns:a="http://schemas.openxmlformats.org/drawingml/2006/main" prst="rect">
            <a:avLst/>
          </a:prstGeom>
        </p:spPr>
      </p:pic>
      <p:sp>
        <p:nvSpPr>
          <p:cNvPr id="209" name="text-167 Hard">
            <a:extLst xmlns:a="http://schemas.openxmlformats.org/drawingml/2006/main">
              <a:ext uri="{FF2B5EF4-FFF2-40B4-BE49-F238E27FC236}">
                <a16:creationId xmlns:a16="http://schemas.microsoft.com/office/drawing/2014/main" id="{8018FFF2-4FF4-43F4-874D-D0F154622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95389" y="4799878"/>
            <a:ext cx="320696" cy="182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7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7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027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Hard</a:t>
            </a:r>
          </a:p>
        </p:txBody>
      </p:sp>
      <p:sp>
        <p:nvSpPr>
          <p:cNvPr id="210" name="path-168">
            <a:extLst xmlns:a="http://schemas.openxmlformats.org/drawingml/2006/main">
              <a:ext uri="{FF2B5EF4-FFF2-40B4-BE49-F238E27FC236}">
                <a16:creationId xmlns:a16="http://schemas.microsoft.com/office/drawing/2014/main" id="{3F6458E9-012C-4F7B-8E3D-B6F1E3FB3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4440" y="5043520"/>
            <a:ext cx="375" cy="185587"/>
          </a:xfrm>
          <a:custGeom xmlns:a="http://schemas.openxmlformats.org/drawingml/2006/main">
            <a:pathLst>
              <a:path w="458" h="226313">
                <a:moveTo>
                  <a:pt x="0" y="0"/>
                </a:moveTo>
                <a:lnTo>
                  <a:pt x="458" y="226313"/>
                </a:lnTo>
              </a:path>
            </a:pathLst>
          </a:custGeom>
          <a:noFill xmlns:a="http://schemas.openxmlformats.org/drawingml/2006/main"/>
          <a:ln xmlns:a="http://schemas.openxmlformats.org/drawingml/2006/main" w="20580">
            <a:solidFill>
              <a:srgbClr val="000000"/>
            </a:solidFill>
            <a:prstDash val="solid"/>
          </a:ln>
        </p:spPr>
      </p:sp>
      <p:sp>
        <p:nvSpPr>
          <p:cNvPr id="211" name="path-169">
            <a:extLst xmlns:a="http://schemas.openxmlformats.org/drawingml/2006/main">
              <a:ext uri="{FF2B5EF4-FFF2-40B4-BE49-F238E27FC236}">
                <a16:creationId xmlns:a16="http://schemas.microsoft.com/office/drawing/2014/main" id="{D5B38DB0-44AE-4895-97B7-322ACF342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5043520"/>
            <a:ext cx="364" cy="185587"/>
          </a:xfrm>
          <a:custGeom xmlns:a="http://schemas.openxmlformats.org/drawingml/2006/main">
            <a:pathLst>
              <a:path w="443" h="226313">
                <a:moveTo>
                  <a:pt x="0" y="0"/>
                </a:moveTo>
                <a:lnTo>
                  <a:pt x="443" y="226313"/>
                </a:lnTo>
              </a:path>
            </a:pathLst>
          </a:custGeom>
          <a:noFill xmlns:a="http://schemas.openxmlformats.org/drawingml/2006/main"/>
          <a:ln xmlns:a="http://schemas.openxmlformats.org/drawingml/2006/main" w="20580">
            <a:solidFill>
              <a:srgbClr val="000000"/>
            </a:solidFill>
            <a:prstDash val="solid"/>
          </a:ln>
        </p:spPr>
      </p:sp>
      <p:sp>
        <p:nvSpPr>
          <p:cNvPr id="212" name="path-170">
            <a:extLst xmlns:a="http://schemas.openxmlformats.org/drawingml/2006/main">
              <a:ext uri="{FF2B5EF4-FFF2-40B4-BE49-F238E27FC236}">
                <a16:creationId xmlns:a16="http://schemas.microsoft.com/office/drawing/2014/main" id="{540772C5-1346-4A24-81CB-A0E3D112B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85759" y="5043520"/>
            <a:ext cx="364" cy="185587"/>
          </a:xfrm>
          <a:custGeom xmlns:a="http://schemas.openxmlformats.org/drawingml/2006/main">
            <a:pathLst>
              <a:path w="443" h="226313">
                <a:moveTo>
                  <a:pt x="0" y="0"/>
                </a:moveTo>
                <a:lnTo>
                  <a:pt x="443" y="226313"/>
                </a:lnTo>
              </a:path>
            </a:pathLst>
          </a:custGeom>
          <a:noFill xmlns:a="http://schemas.openxmlformats.org/drawingml/2006/main"/>
          <a:ln xmlns:a="http://schemas.openxmlformats.org/drawingml/2006/main" w="20580">
            <a:solidFill>
              <a:srgbClr val="000000"/>
            </a:solidFill>
            <a:prstDash val="solid"/>
          </a:ln>
        </p:spPr>
      </p:sp>
      <p:sp>
        <p:nvSpPr>
          <p:cNvPr id="213" name="path-171">
            <a:extLst xmlns:a="http://schemas.openxmlformats.org/drawingml/2006/main">
              <a:ext uri="{FF2B5EF4-FFF2-40B4-BE49-F238E27FC236}">
                <a16:creationId xmlns:a16="http://schemas.microsoft.com/office/drawing/2014/main" id="{7AB3F75B-4CFB-49DB-97F2-2077557E6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4440" y="5229107"/>
            <a:ext cx="2721319" cy="375"/>
          </a:xfrm>
          <a:custGeom xmlns:a="http://schemas.openxmlformats.org/drawingml/2006/main">
            <a:pathLst>
              <a:path w="3318497" h="458">
                <a:moveTo>
                  <a:pt x="0" y="0"/>
                </a:moveTo>
                <a:lnTo>
                  <a:pt x="3318497" y="458"/>
                </a:lnTo>
              </a:path>
            </a:pathLst>
          </a:custGeom>
          <a:noFill xmlns:a="http://schemas.openxmlformats.org/drawingml/2006/main"/>
          <a:ln xmlns:a="http://schemas.openxmlformats.org/drawingml/2006/main" w="20580">
            <a:solidFill>
              <a:srgbClr val="000000"/>
            </a:solidFill>
            <a:prstDash val="solid"/>
          </a:ln>
        </p:spPr>
      </p:sp>
      <p:sp>
        <p:nvSpPr>
          <p:cNvPr id="214" name="path-172">
            <a:extLst xmlns:a="http://schemas.openxmlformats.org/drawingml/2006/main">
              <a:ext uri="{FF2B5EF4-FFF2-40B4-BE49-F238E27FC236}">
                <a16:creationId xmlns:a16="http://schemas.microsoft.com/office/drawing/2014/main" id="{FFC90B73-D069-4DDE-BA8D-8D8C606B7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4918" y="5229107"/>
            <a:ext cx="364" cy="139290"/>
          </a:xfrm>
          <a:custGeom xmlns:a="http://schemas.openxmlformats.org/drawingml/2006/main">
            <a:pathLst>
              <a:path w="443" h="169856">
                <a:moveTo>
                  <a:pt x="0" y="0"/>
                </a:moveTo>
                <a:lnTo>
                  <a:pt x="443" y="169856"/>
                </a:lnTo>
              </a:path>
            </a:pathLst>
          </a:custGeom>
          <a:noFill xmlns:a="http://schemas.openxmlformats.org/drawingml/2006/main"/>
          <a:ln xmlns:a="http://schemas.openxmlformats.org/drawingml/2006/main" w="23519">
            <a:solidFill>
              <a:srgbClr val="000000"/>
            </a:solidFill>
            <a:prstDash val="solid"/>
          </a:ln>
        </p:spPr>
      </p:sp>
      <p:sp>
        <p:nvSpPr>
          <p:cNvPr id="215" name="path-173">
            <a:extLst xmlns:a="http://schemas.openxmlformats.org/drawingml/2006/main">
              <a:ext uri="{FF2B5EF4-FFF2-40B4-BE49-F238E27FC236}">
                <a16:creationId xmlns:a16="http://schemas.microsoft.com/office/drawing/2014/main" id="{B45A766E-FD41-4D51-AA15-588591795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76406" y="5360670"/>
            <a:ext cx="97751" cy="78655"/>
          </a:xfrm>
          <a:custGeom xmlns:a="http://schemas.openxmlformats.org/drawingml/2006/main">
            <a:pathLst>
              <a:path w="119202" h="95915">
                <a:moveTo>
                  <a:pt x="119202" y="0"/>
                </a:moveTo>
                <a:lnTo>
                  <a:pt x="59602" y="95915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4042">
            <a:solidFill>
              <a:srgbClr val="000000"/>
            </a:solidFill>
            <a:prstDash val="solid"/>
          </a:ln>
        </p:spPr>
      </p:sp>
      <p:sp>
        <p:nvSpPr>
          <p:cNvPr id="216" name="path-174">
            <a:extLst xmlns:a="http://schemas.openxmlformats.org/drawingml/2006/main">
              <a:ext uri="{FF2B5EF4-FFF2-40B4-BE49-F238E27FC236}">
                <a16:creationId xmlns:a16="http://schemas.microsoft.com/office/drawing/2014/main" id="{AB369BA2-6E11-4E0A-ACC8-CC558C65D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4569" y="5445937"/>
            <a:ext cx="4081787" cy="402404"/>
          </a:xfrm>
          <a:custGeom xmlns:a="http://schemas.openxmlformats.org/drawingml/2006/main">
            <a:pathLst>
              <a:path w="4977513" h="490710">
                <a:moveTo>
                  <a:pt x="0" y="90968"/>
                </a:moveTo>
                <a:lnTo>
                  <a:pt x="0" y="90968"/>
                </a:lnTo>
                <a:cubicBezTo>
                  <a:pt x="0" y="74842"/>
                  <a:pt x="4031" y="59159"/>
                  <a:pt x="12111" y="45262"/>
                </a:cubicBezTo>
                <a:cubicBezTo>
                  <a:pt x="20174" y="31366"/>
                  <a:pt x="31825" y="20157"/>
                  <a:pt x="45722" y="12094"/>
                </a:cubicBezTo>
                <a:cubicBezTo>
                  <a:pt x="59602" y="4031"/>
                  <a:pt x="75284" y="0"/>
                  <a:pt x="90984" y="0"/>
                </a:cubicBezTo>
                <a:lnTo>
                  <a:pt x="4886102" y="0"/>
                </a:lnTo>
                <a:cubicBezTo>
                  <a:pt x="4902226" y="0"/>
                  <a:pt x="4917911" y="4031"/>
                  <a:pt x="4931808" y="12094"/>
                </a:cubicBezTo>
                <a:cubicBezTo>
                  <a:pt x="4945702" y="20157"/>
                  <a:pt x="4956895" y="31809"/>
                  <a:pt x="4964975" y="45705"/>
                </a:cubicBezTo>
                <a:cubicBezTo>
                  <a:pt x="4973036" y="59601"/>
                  <a:pt x="4977067" y="75284"/>
                  <a:pt x="4977067" y="90968"/>
                </a:cubicBezTo>
                <a:lnTo>
                  <a:pt x="4977513" y="399299"/>
                </a:lnTo>
                <a:cubicBezTo>
                  <a:pt x="4977513" y="415424"/>
                  <a:pt x="4973481" y="431108"/>
                  <a:pt x="4965418" y="445004"/>
                </a:cubicBezTo>
                <a:cubicBezTo>
                  <a:pt x="4957356" y="458900"/>
                  <a:pt x="4945702" y="470093"/>
                  <a:pt x="4931808" y="478173"/>
                </a:cubicBezTo>
                <a:cubicBezTo>
                  <a:pt x="4917911" y="486236"/>
                  <a:pt x="4902226" y="490267"/>
                  <a:pt x="4886543" y="490267"/>
                </a:cubicBezTo>
                <a:lnTo>
                  <a:pt x="90984" y="490710"/>
                </a:lnTo>
                <a:cubicBezTo>
                  <a:pt x="74844" y="490710"/>
                  <a:pt x="59159" y="486678"/>
                  <a:pt x="45264" y="478615"/>
                </a:cubicBezTo>
                <a:cubicBezTo>
                  <a:pt x="31367" y="470552"/>
                  <a:pt x="20174" y="458900"/>
                  <a:pt x="12111" y="445004"/>
                </a:cubicBezTo>
                <a:cubicBezTo>
                  <a:pt x="4031" y="431108"/>
                  <a:pt x="0" y="415424"/>
                  <a:pt x="0" y="399741"/>
                </a:cubicBezTo>
                <a:lnTo>
                  <a:pt x="0" y="90968"/>
                </a:lnTo>
              </a:path>
            </a:pathLst>
          </a:custGeom>
          <a:solidFill xmlns:a="http://schemas.openxmlformats.org/drawingml/2006/main">
            <a:srgbClr val="F3FAF6"/>
          </a:solidFill>
          <a:ln xmlns:a="http://schemas.openxmlformats.org/drawingml/2006/main" w="16905">
            <a:solidFill>
              <a:srgbClr val="1B6B3A"/>
            </a:solidFill>
            <a:prstDash val="solid"/>
          </a:ln>
        </p:spPr>
      </p:sp>
      <p:pic>
        <p:nvPicPr>
          <p:cNvPr id="217" name="">
            <a:extLst xmlns:a="http://schemas.openxmlformats.org/drawingml/2006/main">
              <a:ext uri="{FF2B5EF4-FFF2-40B4-BE49-F238E27FC236}">
                <a16:creationId xmlns:a16="http://schemas.microsoft.com/office/drawing/2014/main" id="{40A61F63-FD5B-4564-BE41-DBDC2A9F6CF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53e7227e6174295"/>
          <a:stretch xmlns:a="http://schemas.openxmlformats.org/drawingml/2006/main"/>
        </p:blipFill>
        <p:spPr>
          <a:xfrm xmlns:a="http://schemas.openxmlformats.org/drawingml/2006/main">
            <a:off x="11647740" y="5538543"/>
            <a:ext cx="189994" cy="189994"/>
          </a:xfrm>
          <a:prstGeom xmlns:a="http://schemas.openxmlformats.org/drawingml/2006/main" prst="rect">
            <a:avLst/>
          </a:prstGeom>
        </p:spPr>
      </p:pic>
      <p:sp>
        <p:nvSpPr>
          <p:cNvPr id="218" name="text-176 Validated">
            <a:extLst xmlns:a="http://schemas.openxmlformats.org/drawingml/2006/main">
              <a:ext uri="{FF2B5EF4-FFF2-40B4-BE49-F238E27FC236}">
                <a16:creationId xmlns:a16="http://schemas.microsoft.com/office/drawing/2014/main" id="{F2BBB20F-4377-4814-BE34-48B819196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81108" y="5551788"/>
            <a:ext cx="639430" cy="1960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B6B3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B6B3A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B6B3A"/>
                </a:solidFill>
                <a:latin typeface="Arial"/>
                <a:ea typeface="Arial"/>
                <a:cs typeface="Arial"/>
              </a:rPr>
              <a:t>Validated</a:t>
            </a:r>
          </a:p>
        </p:txBody>
      </p:sp>
      <p:sp>
        <p:nvSpPr>
          <p:cNvPr id="219" name="text-176 Collected">
            <a:extLst xmlns:a="http://schemas.openxmlformats.org/drawingml/2006/main">
              <a:ext uri="{FF2B5EF4-FFF2-40B4-BE49-F238E27FC236}">
                <a16:creationId xmlns:a16="http://schemas.microsoft.com/office/drawing/2014/main" id="{4C1138F1-9535-42FD-BE38-A866C5804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33863" y="5551794"/>
            <a:ext cx="654831" cy="1960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B6B3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B6B3A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B6B3A"/>
                </a:solidFill>
                <a:latin typeface="Arial"/>
                <a:ea typeface="Arial"/>
                <a:cs typeface="Arial"/>
              </a:rPr>
              <a:t>Collected</a:t>
            </a:r>
          </a:p>
        </p:txBody>
      </p:sp>
      <p:sp>
        <p:nvSpPr>
          <p:cNvPr id="220" name="text-176 Records">
            <a:extLst xmlns:a="http://schemas.openxmlformats.org/drawingml/2006/main">
              <a:ext uri="{FF2B5EF4-FFF2-40B4-BE49-F238E27FC236}">
                <a16:creationId xmlns:a16="http://schemas.microsoft.com/office/drawing/2014/main" id="{16C5A5D5-D290-4274-B5EF-620D2982E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02302" y="5551704"/>
            <a:ext cx="585302" cy="1961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1B6B3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1B6B3A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1B6B3A"/>
                </a:solidFill>
                <a:latin typeface="Arial"/>
                <a:ea typeface="Arial"/>
                <a:cs typeface="Arial"/>
              </a:rPr>
              <a:t>Records</a:t>
            </a:r>
          </a:p>
        </p:txBody>
      </p:sp>
      <p:sp>
        <p:nvSpPr>
          <p:cNvPr id="221" name="path-177">
            <a:extLst xmlns:a="http://schemas.openxmlformats.org/drawingml/2006/main">
              <a:ext uri="{FF2B5EF4-FFF2-40B4-BE49-F238E27FC236}">
                <a16:creationId xmlns:a16="http://schemas.microsoft.com/office/drawing/2014/main" id="{98A410C6-5B52-42C7-A0D5-5A20CFDFD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0820" y="5645486"/>
            <a:ext cx="698240" cy="363"/>
          </a:xfrm>
          <a:custGeom xmlns:a="http://schemas.openxmlformats.org/drawingml/2006/main">
            <a:pathLst>
              <a:path w="851465" h="443">
                <a:moveTo>
                  <a:pt x="0" y="0"/>
                </a:moveTo>
                <a:lnTo>
                  <a:pt x="851465" y="443"/>
                </a:lnTo>
              </a:path>
            </a:pathLst>
          </a:custGeom>
          <a:noFill xmlns:a="http://schemas.openxmlformats.org/drawingml/2006/main"/>
          <a:ln xmlns:a="http://schemas.openxmlformats.org/drawingml/2006/main" w="26092">
            <a:solidFill>
              <a:srgbClr val="1B6B3A"/>
            </a:solidFill>
            <a:prstDash val="solid"/>
          </a:ln>
        </p:spPr>
      </p:sp>
      <p:sp>
        <p:nvSpPr>
          <p:cNvPr id="222" name="path-178">
            <a:extLst xmlns:a="http://schemas.openxmlformats.org/drawingml/2006/main">
              <a:ext uri="{FF2B5EF4-FFF2-40B4-BE49-F238E27FC236}">
                <a16:creationId xmlns:a16="http://schemas.microsoft.com/office/drawing/2014/main" id="{86B93CAB-4D34-47F4-95CB-0323D712A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4419" y="4844710"/>
            <a:ext cx="364" cy="808490"/>
          </a:xfrm>
          <a:custGeom xmlns:a="http://schemas.openxmlformats.org/drawingml/2006/main">
            <a:pathLst>
              <a:path w="443" h="985909">
                <a:moveTo>
                  <a:pt x="0" y="0"/>
                </a:moveTo>
                <a:lnTo>
                  <a:pt x="443" y="985909"/>
                </a:lnTo>
              </a:path>
            </a:pathLst>
          </a:custGeom>
          <a:noFill xmlns:a="http://schemas.openxmlformats.org/drawingml/2006/main"/>
          <a:ln xmlns:a="http://schemas.openxmlformats.org/drawingml/2006/main" w="26092">
            <a:solidFill>
              <a:srgbClr val="1B6B3A"/>
            </a:solidFill>
            <a:prstDash val="solid"/>
          </a:ln>
        </p:spPr>
      </p:sp>
      <p:sp>
        <p:nvSpPr>
          <p:cNvPr id="223" name="path-179">
            <a:extLst xmlns:a="http://schemas.openxmlformats.org/drawingml/2006/main">
              <a:ext uri="{FF2B5EF4-FFF2-40B4-BE49-F238E27FC236}">
                <a16:creationId xmlns:a16="http://schemas.microsoft.com/office/drawing/2014/main" id="{1FD8145E-C27B-44FF-818D-445F63253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052" y="5454390"/>
            <a:ext cx="6150059" cy="4727105"/>
          </a:xfrm>
          <a:custGeom xmlns:a="http://schemas.openxmlformats.org/drawingml/2006/main">
            <a:pathLst>
              <a:path w="7499655" h="5764442">
                <a:moveTo>
                  <a:pt x="443" y="102619"/>
                </a:moveTo>
                <a:lnTo>
                  <a:pt x="443" y="102619"/>
                </a:lnTo>
                <a:cubicBezTo>
                  <a:pt x="443" y="84691"/>
                  <a:pt x="5375" y="66764"/>
                  <a:pt x="14339" y="51539"/>
                </a:cubicBezTo>
                <a:cubicBezTo>
                  <a:pt x="23303" y="35856"/>
                  <a:pt x="36299" y="22845"/>
                  <a:pt x="51539" y="13896"/>
                </a:cubicBezTo>
                <a:cubicBezTo>
                  <a:pt x="67222" y="4933"/>
                  <a:pt x="84691" y="0"/>
                  <a:pt x="103078" y="0"/>
                </a:cubicBezTo>
                <a:lnTo>
                  <a:pt x="7397037" y="443"/>
                </a:lnTo>
                <a:cubicBezTo>
                  <a:pt x="7414948" y="443"/>
                  <a:pt x="7432877" y="5375"/>
                  <a:pt x="7448117" y="14340"/>
                </a:cubicBezTo>
                <a:cubicBezTo>
                  <a:pt x="7463801" y="23303"/>
                  <a:pt x="7476796" y="36299"/>
                  <a:pt x="7485759" y="51539"/>
                </a:cubicBezTo>
                <a:cubicBezTo>
                  <a:pt x="7494723" y="67222"/>
                  <a:pt x="7499655" y="84691"/>
                  <a:pt x="7499655" y="103078"/>
                </a:cubicBezTo>
                <a:lnTo>
                  <a:pt x="7499655" y="5661823"/>
                </a:lnTo>
                <a:cubicBezTo>
                  <a:pt x="7499655" y="5679751"/>
                  <a:pt x="7494723" y="5697678"/>
                  <a:pt x="7485759" y="5712903"/>
                </a:cubicBezTo>
                <a:cubicBezTo>
                  <a:pt x="7476796" y="5728602"/>
                  <a:pt x="7463801" y="5741598"/>
                  <a:pt x="7448559" y="5750561"/>
                </a:cubicBezTo>
                <a:cubicBezTo>
                  <a:pt x="7432877" y="5759509"/>
                  <a:pt x="7415408" y="5764442"/>
                  <a:pt x="7397037" y="5764442"/>
                </a:cubicBezTo>
                <a:lnTo>
                  <a:pt x="102619" y="5764442"/>
                </a:lnTo>
                <a:cubicBezTo>
                  <a:pt x="84691" y="5764442"/>
                  <a:pt x="66779" y="5759509"/>
                  <a:pt x="51539" y="5750561"/>
                </a:cubicBezTo>
                <a:cubicBezTo>
                  <a:pt x="35856" y="5741598"/>
                  <a:pt x="22861" y="5728602"/>
                  <a:pt x="13897" y="5713362"/>
                </a:cubicBezTo>
                <a:cubicBezTo>
                  <a:pt x="4933" y="5697678"/>
                  <a:pt x="0" y="5680193"/>
                  <a:pt x="0" y="5661823"/>
                </a:cubicBezTo>
                <a:lnTo>
                  <a:pt x="443" y="102619"/>
                </a:lnTo>
              </a:path>
            </a:pathLst>
          </a:custGeom>
          <a:solidFill xmlns:a="http://schemas.openxmlformats.org/drawingml/2006/main">
            <a:srgbClr val="F6FAFD"/>
          </a:solidFill>
          <a:ln xmlns:a="http://schemas.openxmlformats.org/drawingml/2006/main" w="14332">
            <a:solidFill>
              <a:srgbClr val="9CBEE0"/>
            </a:solidFill>
            <a:prstDash val="solid"/>
          </a:ln>
        </p:spPr>
      </p:sp>
      <p:sp>
        <p:nvSpPr>
          <p:cNvPr id="224" name="path-180">
            <a:extLst xmlns:a="http://schemas.openxmlformats.org/drawingml/2006/main">
              <a:ext uri="{FF2B5EF4-FFF2-40B4-BE49-F238E27FC236}">
                <a16:creationId xmlns:a16="http://schemas.microsoft.com/office/drawing/2014/main" id="{D16FD67E-D8A7-42D0-A876-DB209AA94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92246" y="5598075"/>
            <a:ext cx="259458" cy="259458"/>
          </a:xfrm>
          <a:custGeom xmlns:a="http://schemas.openxmlformats.org/drawingml/2006/main">
            <a:pathLst>
              <a:path w="316395" h="316395">
                <a:moveTo>
                  <a:pt x="0" y="158205"/>
                </a:moveTo>
                <a:lnTo>
                  <a:pt x="0" y="158205"/>
                </a:lnTo>
                <a:cubicBezTo>
                  <a:pt x="0" y="130412"/>
                  <a:pt x="7177" y="103078"/>
                  <a:pt x="21074" y="79332"/>
                </a:cubicBezTo>
                <a:cubicBezTo>
                  <a:pt x="34971" y="55128"/>
                  <a:pt x="55128" y="34955"/>
                  <a:pt x="79332" y="21074"/>
                </a:cubicBezTo>
                <a:cubicBezTo>
                  <a:pt x="103078" y="7177"/>
                  <a:pt x="130412" y="0"/>
                  <a:pt x="158205" y="0"/>
                </a:cubicBezTo>
                <a:cubicBezTo>
                  <a:pt x="185983" y="0"/>
                  <a:pt x="213317" y="7177"/>
                  <a:pt x="237521" y="21074"/>
                </a:cubicBezTo>
                <a:cubicBezTo>
                  <a:pt x="261267" y="34955"/>
                  <a:pt x="281440" y="55128"/>
                  <a:pt x="295336" y="79332"/>
                </a:cubicBezTo>
                <a:cubicBezTo>
                  <a:pt x="309233" y="103078"/>
                  <a:pt x="316395" y="130412"/>
                  <a:pt x="316395" y="158205"/>
                </a:cubicBezTo>
                <a:cubicBezTo>
                  <a:pt x="316395" y="185983"/>
                  <a:pt x="309233" y="213316"/>
                  <a:pt x="295336" y="237522"/>
                </a:cubicBezTo>
                <a:cubicBezTo>
                  <a:pt x="281440" y="261267"/>
                  <a:pt x="261267" y="281439"/>
                  <a:pt x="237521" y="295336"/>
                </a:cubicBezTo>
                <a:cubicBezTo>
                  <a:pt x="213317" y="309217"/>
                  <a:pt x="185983" y="316395"/>
                  <a:pt x="158205" y="316395"/>
                </a:cubicBezTo>
                <a:cubicBezTo>
                  <a:pt x="130412" y="316395"/>
                  <a:pt x="103078" y="309217"/>
                  <a:pt x="79332" y="295336"/>
                </a:cubicBezTo>
                <a:cubicBezTo>
                  <a:pt x="55128" y="281439"/>
                  <a:pt x="34971" y="261267"/>
                  <a:pt x="21074" y="237522"/>
                </a:cubicBezTo>
                <a:cubicBezTo>
                  <a:pt x="7177" y="213316"/>
                  <a:pt x="0" y="185983"/>
                  <a:pt x="0" y="158205"/>
                </a:cubicBezTo>
              </a:path>
            </a:pathLst>
          </a:custGeom>
          <a:solidFill xmlns:a="http://schemas.openxmlformats.org/drawingml/2006/main">
            <a:srgbClr val="17457C"/>
          </a:solidFill>
          <a:ln xmlns:a="http://schemas.openxmlformats.org/drawingml/2006/main" w="5145">
            <a:solidFill>
              <a:srgbClr val="17457C"/>
            </a:solidFill>
            <a:prstDash val="solid"/>
          </a:ln>
        </p:spPr>
      </p:sp>
      <p:sp>
        <p:nvSpPr>
          <p:cNvPr id="225" name="text-181 3">
            <a:extLst xmlns:a="http://schemas.openxmlformats.org/drawingml/2006/main">
              <a:ext uri="{FF2B5EF4-FFF2-40B4-BE49-F238E27FC236}">
                <a16:creationId xmlns:a16="http://schemas.microsoft.com/office/drawing/2014/main" id="{318A6CF9-ED28-4E35-85C7-581C5FB10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77514" y="5631581"/>
            <a:ext cx="118209" cy="2247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26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226" name="text-182 Broad-Coverage">
            <a:extLst xmlns:a="http://schemas.openxmlformats.org/drawingml/2006/main">
              <a:ext uri="{FF2B5EF4-FFF2-40B4-BE49-F238E27FC236}">
                <a16:creationId xmlns:a16="http://schemas.microsoft.com/office/drawing/2014/main" id="{FE5F8798-D045-4DBD-9004-7A6C28C01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08670" y="5635311"/>
            <a:ext cx="1396720" cy="2457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2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2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Broad-Coverage</a:t>
            </a:r>
          </a:p>
        </p:txBody>
      </p:sp>
      <p:sp>
        <p:nvSpPr>
          <p:cNvPr id="227" name="text-182 Synthesis">
            <a:extLst xmlns:a="http://schemas.openxmlformats.org/drawingml/2006/main">
              <a:ext uri="{FF2B5EF4-FFF2-40B4-BE49-F238E27FC236}">
                <a16:creationId xmlns:a16="http://schemas.microsoft.com/office/drawing/2014/main" id="{EC2767D6-D4B6-40B6-A5B7-541662D44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20132" y="5640691"/>
            <a:ext cx="834174" cy="2382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4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40" b="1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40" b="1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Synthesis</a:t>
            </a:r>
          </a:p>
        </p:txBody>
      </p:sp>
      <p:sp>
        <p:nvSpPr>
          <p:cNvPr id="228" name="path-183">
            <a:extLst xmlns:a="http://schemas.openxmlformats.org/drawingml/2006/main">
              <a:ext uri="{FF2B5EF4-FFF2-40B4-BE49-F238E27FC236}">
                <a16:creationId xmlns:a16="http://schemas.microsoft.com/office/drawing/2014/main" id="{0D116B25-3211-4131-ABCB-C6A15FDBD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4208" y="6018123"/>
            <a:ext cx="2002855" cy="2883753"/>
          </a:xfrm>
          <a:custGeom xmlns:a="http://schemas.openxmlformats.org/drawingml/2006/main">
            <a:pathLst>
              <a:path w="2442370" h="3516576">
                <a:moveTo>
                  <a:pt x="0" y="68124"/>
                </a:moveTo>
                <a:lnTo>
                  <a:pt x="0" y="68124"/>
                </a:lnTo>
                <a:cubicBezTo>
                  <a:pt x="0" y="56030"/>
                  <a:pt x="3130" y="44377"/>
                  <a:pt x="8964" y="34070"/>
                </a:cubicBezTo>
                <a:cubicBezTo>
                  <a:pt x="15240" y="23762"/>
                  <a:pt x="23746" y="14798"/>
                  <a:pt x="34054" y="8964"/>
                </a:cubicBezTo>
                <a:cubicBezTo>
                  <a:pt x="44361" y="3147"/>
                  <a:pt x="56455" y="0"/>
                  <a:pt x="68107" y="0"/>
                </a:cubicBezTo>
                <a:lnTo>
                  <a:pt x="2373805" y="0"/>
                </a:lnTo>
                <a:cubicBezTo>
                  <a:pt x="2385899" y="0"/>
                  <a:pt x="2397551" y="3147"/>
                  <a:pt x="2407858" y="8964"/>
                </a:cubicBezTo>
                <a:cubicBezTo>
                  <a:pt x="2418167" y="15242"/>
                  <a:pt x="2427130" y="23762"/>
                  <a:pt x="2432964" y="34070"/>
                </a:cubicBezTo>
                <a:cubicBezTo>
                  <a:pt x="2438782" y="44377"/>
                  <a:pt x="2441928" y="56472"/>
                  <a:pt x="2441928" y="68124"/>
                </a:cubicBezTo>
                <a:lnTo>
                  <a:pt x="2442370" y="3448011"/>
                </a:lnTo>
                <a:cubicBezTo>
                  <a:pt x="2442370" y="3460104"/>
                  <a:pt x="2439240" y="3471756"/>
                  <a:pt x="2433406" y="3482064"/>
                </a:cubicBezTo>
                <a:cubicBezTo>
                  <a:pt x="2427130" y="3492372"/>
                  <a:pt x="2418624" y="3501336"/>
                  <a:pt x="2408317" y="3507170"/>
                </a:cubicBezTo>
                <a:cubicBezTo>
                  <a:pt x="2398009" y="3512988"/>
                  <a:pt x="2385899" y="3516134"/>
                  <a:pt x="2374248" y="3516134"/>
                </a:cubicBezTo>
                <a:lnTo>
                  <a:pt x="68107" y="3516576"/>
                </a:lnTo>
                <a:cubicBezTo>
                  <a:pt x="56013" y="3516576"/>
                  <a:pt x="44361" y="3513446"/>
                  <a:pt x="34054" y="3507612"/>
                </a:cubicBezTo>
                <a:cubicBezTo>
                  <a:pt x="23746" y="3501336"/>
                  <a:pt x="14782" y="3492831"/>
                  <a:pt x="8964" y="3482523"/>
                </a:cubicBezTo>
                <a:cubicBezTo>
                  <a:pt x="3130" y="3472215"/>
                  <a:pt x="0" y="3460104"/>
                  <a:pt x="0" y="3448453"/>
                </a:cubicBezTo>
                <a:lnTo>
                  <a:pt x="0" y="6812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2862">
            <a:solidFill>
              <a:srgbClr val="9CBEE0"/>
            </a:solidFill>
            <a:prstDash val="solid"/>
          </a:ln>
        </p:spPr>
      </p:sp>
      <p:sp>
        <p:nvSpPr>
          <p:cNvPr id="229" name="path-184">
            <a:extLst xmlns:a="http://schemas.openxmlformats.org/drawingml/2006/main">
              <a:ext uri="{FF2B5EF4-FFF2-40B4-BE49-F238E27FC236}">
                <a16:creationId xmlns:a16="http://schemas.microsoft.com/office/drawing/2014/main" id="{6F3B88ED-A923-44A2-AFC9-66C10B4986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8909" y="6035030"/>
            <a:ext cx="1974191" cy="221602"/>
          </a:xfrm>
          <a:custGeom xmlns:a="http://schemas.openxmlformats.org/drawingml/2006/main">
            <a:pathLst>
              <a:path w="2407416" h="270231">
                <a:moveTo>
                  <a:pt x="1203700" y="270231"/>
                </a:moveTo>
                <a:lnTo>
                  <a:pt x="0" y="270231"/>
                </a:lnTo>
                <a:lnTo>
                  <a:pt x="0" y="0"/>
                </a:lnTo>
                <a:lnTo>
                  <a:pt x="2407416" y="0"/>
                </a:lnTo>
                <a:lnTo>
                  <a:pt x="2407416" y="270231"/>
                </a:lnTo>
                <a:lnTo>
                  <a:pt x="1203700" y="270231"/>
                </a:lnTo>
              </a:path>
            </a:pathLst>
          </a:custGeom>
          <a:solidFill xmlns:a="http://schemas.openxmlformats.org/drawingml/2006/main">
            <a:srgbClr val="E6EFFA"/>
          </a:solidFill>
          <a:ln xmlns:a="http://schemas.openxmlformats.org/drawingml/2006/main" w="4042">
            <a:solidFill>
              <a:srgbClr val="E6EFFA"/>
            </a:solidFill>
            <a:prstDash val="solid"/>
          </a:ln>
        </p:spPr>
      </p:sp>
      <p:sp>
        <p:nvSpPr>
          <p:cNvPr id="230" name="text-185 Factorized">
            <a:extLst xmlns:a="http://schemas.openxmlformats.org/drawingml/2006/main">
              <a:ext uri="{FF2B5EF4-FFF2-40B4-BE49-F238E27FC236}">
                <a16:creationId xmlns:a16="http://schemas.microsoft.com/office/drawing/2014/main" id="{76E90492-3076-4858-BF20-8247DD1AFA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06466" y="6050366"/>
            <a:ext cx="660648" cy="1786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5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5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05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Factorized</a:t>
            </a:r>
          </a:p>
        </p:txBody>
      </p:sp>
      <p:sp>
        <p:nvSpPr>
          <p:cNvPr id="231" name="text-185 Page">
            <a:extLst xmlns:a="http://schemas.openxmlformats.org/drawingml/2006/main">
              <a:ext uri="{FF2B5EF4-FFF2-40B4-BE49-F238E27FC236}">
                <a16:creationId xmlns:a16="http://schemas.microsoft.com/office/drawing/2014/main" id="{3F91D532-9837-452F-90C2-A1091B0DA9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79305" y="6050186"/>
            <a:ext cx="328149" cy="178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06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Page</a:t>
            </a:r>
          </a:p>
        </p:txBody>
      </p:sp>
      <p:sp>
        <p:nvSpPr>
          <p:cNvPr id="232" name="text-185 Program">
            <a:extLst xmlns:a="http://schemas.openxmlformats.org/drawingml/2006/main">
              <a:ext uri="{FF2B5EF4-FFF2-40B4-BE49-F238E27FC236}">
                <a16:creationId xmlns:a16="http://schemas.microsoft.com/office/drawing/2014/main" id="{8B2A9CAB-A5FD-4172-A767-1785C8A6D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19316" y="6050174"/>
            <a:ext cx="548113" cy="1789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06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Program</a:t>
            </a:r>
          </a:p>
        </p:txBody>
      </p:sp>
      <p:pic>
        <p:nvPicPr>
          <p:cNvPr id="233" name="">
            <a:extLst xmlns:a="http://schemas.openxmlformats.org/drawingml/2006/main">
              <a:ext uri="{FF2B5EF4-FFF2-40B4-BE49-F238E27FC236}">
                <a16:creationId xmlns:a16="http://schemas.microsoft.com/office/drawing/2014/main" id="{D72961FE-1007-42CD-B4C3-F998FBFB7A0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a9c317c97f8438e"/>
          <a:stretch xmlns:a="http://schemas.openxmlformats.org/drawingml/2006/main"/>
        </p:blipFill>
        <p:spPr>
          <a:xfrm xmlns:a="http://schemas.openxmlformats.org/drawingml/2006/main">
            <a:off x="1901727" y="6461328"/>
            <a:ext cx="196982" cy="196982"/>
          </a:xfrm>
          <a:prstGeom xmlns:a="http://schemas.openxmlformats.org/drawingml/2006/main" prst="rect">
            <a:avLst/>
          </a:prstGeom>
        </p:spPr>
      </p:pic>
      <p:sp>
        <p:nvSpPr>
          <p:cNvPr id="234" name="text-187 Semantic">
            <a:extLst xmlns:a="http://schemas.openxmlformats.org/drawingml/2006/main">
              <a:ext uri="{FF2B5EF4-FFF2-40B4-BE49-F238E27FC236}">
                <a16:creationId xmlns:a16="http://schemas.microsoft.com/office/drawing/2014/main" id="{3168A29D-0D21-405A-A431-B0B26EF7C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26227" y="6475418"/>
            <a:ext cx="675127" cy="2174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22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235" name="text-187 context">
            <a:extLst xmlns:a="http://schemas.openxmlformats.org/drawingml/2006/main">
              <a:ext uri="{FF2B5EF4-FFF2-40B4-BE49-F238E27FC236}">
                <a16:creationId xmlns:a16="http://schemas.microsoft.com/office/drawing/2014/main" id="{938DA859-ED55-41B1-8F06-305A652A2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16612" y="6475407"/>
            <a:ext cx="528506" cy="2174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22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context</a:t>
            </a:r>
          </a:p>
        </p:txBody>
      </p:sp>
      <p:pic>
        <p:nvPicPr>
          <p:cNvPr id="236" name="">
            <a:extLst xmlns:a="http://schemas.openxmlformats.org/drawingml/2006/main">
              <a:ext uri="{FF2B5EF4-FFF2-40B4-BE49-F238E27FC236}">
                <a16:creationId xmlns:a16="http://schemas.microsoft.com/office/drawing/2014/main" id="{C1F9F2BE-B20C-4171-9C45-E15638611AD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39f187b29314474"/>
          <a:stretch xmlns:a="http://schemas.openxmlformats.org/drawingml/2006/main"/>
        </p:blipFill>
        <p:spPr>
          <a:xfrm xmlns:a="http://schemas.openxmlformats.org/drawingml/2006/main">
            <a:off x="1901727" y="6905257"/>
            <a:ext cx="196982" cy="196982"/>
          </a:xfrm>
          <a:prstGeom xmlns:a="http://schemas.openxmlformats.org/drawingml/2006/main" prst="rect">
            <a:avLst/>
          </a:prstGeom>
        </p:spPr>
      </p:pic>
      <p:sp>
        <p:nvSpPr>
          <p:cNvPr id="237" name="text-189 Element">
            <a:extLst xmlns:a="http://schemas.openxmlformats.org/drawingml/2006/main">
              <a:ext uri="{FF2B5EF4-FFF2-40B4-BE49-F238E27FC236}">
                <a16:creationId xmlns:a16="http://schemas.microsoft.com/office/drawing/2014/main" id="{0953ABF4-024B-4C23-B88A-63E6C3E74C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26227" y="6918925"/>
            <a:ext cx="597694" cy="2175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2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Element</a:t>
            </a:r>
          </a:p>
        </p:txBody>
      </p:sp>
      <p:sp>
        <p:nvSpPr>
          <p:cNvPr id="238" name="text-189 composition">
            <a:extLst xmlns:a="http://schemas.openxmlformats.org/drawingml/2006/main">
              <a:ext uri="{FF2B5EF4-FFF2-40B4-BE49-F238E27FC236}">
                <a16:creationId xmlns:a16="http://schemas.microsoft.com/office/drawing/2014/main" id="{F6CE7361-B28E-4F52-B298-9886035D3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38883" y="6918911"/>
            <a:ext cx="856737" cy="2175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2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composition</a:t>
            </a:r>
          </a:p>
        </p:txBody>
      </p:sp>
      <p:pic>
        <p:nvPicPr>
          <p:cNvPr id="239" name="">
            <a:extLst xmlns:a="http://schemas.openxmlformats.org/drawingml/2006/main">
              <a:ext uri="{FF2B5EF4-FFF2-40B4-BE49-F238E27FC236}">
                <a16:creationId xmlns:a16="http://schemas.microsoft.com/office/drawing/2014/main" id="{99414A72-766B-48A7-A05A-4D513620CE5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9e79f29140446af"/>
          <a:stretch xmlns:a="http://schemas.openxmlformats.org/drawingml/2006/main"/>
        </p:blipFill>
        <p:spPr>
          <a:xfrm xmlns:a="http://schemas.openxmlformats.org/drawingml/2006/main">
            <a:off x="1901727" y="7348836"/>
            <a:ext cx="196982" cy="196982"/>
          </a:xfrm>
          <a:prstGeom xmlns:a="http://schemas.openxmlformats.org/drawingml/2006/main" prst="rect">
            <a:avLst/>
          </a:prstGeom>
        </p:spPr>
      </p:pic>
      <p:sp>
        <p:nvSpPr>
          <p:cNvPr id="240" name="text-191 Page">
            <a:extLst xmlns:a="http://schemas.openxmlformats.org/drawingml/2006/main">
              <a:ext uri="{FF2B5EF4-FFF2-40B4-BE49-F238E27FC236}">
                <a16:creationId xmlns:a16="http://schemas.microsoft.com/office/drawing/2014/main" id="{DDB35036-855D-4A7A-8CCD-CF04B928F8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26227" y="7362883"/>
            <a:ext cx="390672" cy="2175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22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Page</a:t>
            </a:r>
          </a:p>
        </p:txBody>
      </p:sp>
      <p:sp>
        <p:nvSpPr>
          <p:cNvPr id="241" name="text-191 density">
            <a:extLst xmlns:a="http://schemas.openxmlformats.org/drawingml/2006/main">
              <a:ext uri="{FF2B5EF4-FFF2-40B4-BE49-F238E27FC236}">
                <a16:creationId xmlns:a16="http://schemas.microsoft.com/office/drawing/2014/main" id="{5A349B8A-DC38-49D9-90FF-327B8E02D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31970" y="7362951"/>
            <a:ext cx="519821" cy="2174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22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density</a:t>
            </a:r>
          </a:p>
        </p:txBody>
      </p:sp>
      <p:sp>
        <p:nvSpPr>
          <p:cNvPr id="242" name="text-192 Aa">
            <a:extLst xmlns:a="http://schemas.openxmlformats.org/drawingml/2006/main">
              <a:ext uri="{FF2B5EF4-FFF2-40B4-BE49-F238E27FC236}">
                <a16:creationId xmlns:a16="http://schemas.microsoft.com/office/drawing/2014/main" id="{76B8CE02-A910-49A1-BC2B-9F2E4A73D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06134" y="7807332"/>
            <a:ext cx="216232" cy="2157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13" b="0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13" b="0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213" b="0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Aa</a:t>
            </a:r>
          </a:p>
        </p:txBody>
      </p:sp>
      <p:sp>
        <p:nvSpPr>
          <p:cNvPr id="243" name="text-193 Typography">
            <a:extLst xmlns:a="http://schemas.openxmlformats.org/drawingml/2006/main">
              <a:ext uri="{FF2B5EF4-FFF2-40B4-BE49-F238E27FC236}">
                <a16:creationId xmlns:a16="http://schemas.microsoft.com/office/drawing/2014/main" id="{AC10024B-4C5F-475F-9ECF-D7893153B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26227" y="7806477"/>
            <a:ext cx="839292" cy="2174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22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Typography</a:t>
            </a:r>
          </a:p>
        </p:txBody>
      </p:sp>
      <p:pic>
        <p:nvPicPr>
          <p:cNvPr id="244" name="">
            <a:extLst xmlns:a="http://schemas.openxmlformats.org/drawingml/2006/main">
              <a:ext uri="{FF2B5EF4-FFF2-40B4-BE49-F238E27FC236}">
                <a16:creationId xmlns:a16="http://schemas.microsoft.com/office/drawing/2014/main" id="{B0A58244-CD50-4F87-8647-487145D59E8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fc6879073c040b4"/>
          <a:stretch xmlns:a="http://schemas.openxmlformats.org/drawingml/2006/main"/>
        </p:blipFill>
        <p:spPr>
          <a:xfrm xmlns:a="http://schemas.openxmlformats.org/drawingml/2006/main">
            <a:off x="1901727" y="8236333"/>
            <a:ext cx="196982" cy="196982"/>
          </a:xfrm>
          <a:prstGeom xmlns:a="http://schemas.openxmlformats.org/drawingml/2006/main" prst="rect">
            <a:avLst/>
          </a:prstGeom>
        </p:spPr>
      </p:pic>
      <p:sp>
        <p:nvSpPr>
          <p:cNvPr id="245" name="text-195 Layout">
            <a:extLst xmlns:a="http://schemas.openxmlformats.org/drawingml/2006/main">
              <a:ext uri="{FF2B5EF4-FFF2-40B4-BE49-F238E27FC236}">
                <a16:creationId xmlns:a16="http://schemas.microsoft.com/office/drawing/2014/main" id="{A754C79C-EA7B-440A-BE2B-142394B2A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26227" y="8250047"/>
            <a:ext cx="494151" cy="2174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22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Layout</a:t>
            </a:r>
          </a:p>
        </p:txBody>
      </p:sp>
      <p:sp>
        <p:nvSpPr>
          <p:cNvPr id="246" name="text-195 organization">
            <a:extLst xmlns:a="http://schemas.openxmlformats.org/drawingml/2006/main">
              <a:ext uri="{FF2B5EF4-FFF2-40B4-BE49-F238E27FC236}">
                <a16:creationId xmlns:a16="http://schemas.microsoft.com/office/drawing/2014/main" id="{474C314F-D0B4-439D-8A59-B852A82CBE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35349" y="8249989"/>
            <a:ext cx="874148" cy="2175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2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organization</a:t>
            </a:r>
          </a:p>
        </p:txBody>
      </p:sp>
      <p:sp>
        <p:nvSpPr>
          <p:cNvPr id="247" name="path-196">
            <a:extLst xmlns:a="http://schemas.openxmlformats.org/drawingml/2006/main">
              <a:ext uri="{FF2B5EF4-FFF2-40B4-BE49-F238E27FC236}">
                <a16:creationId xmlns:a16="http://schemas.microsoft.com/office/drawing/2014/main" id="{BFDD6504-C001-4A99-8EA5-44F4C1F18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09447" y="6018123"/>
            <a:ext cx="2157936" cy="819161"/>
          </a:xfrm>
          <a:custGeom xmlns:a="http://schemas.openxmlformats.org/drawingml/2006/main">
            <a:pathLst>
              <a:path w="2631483" h="998921">
                <a:moveTo>
                  <a:pt x="0" y="68124"/>
                </a:moveTo>
                <a:lnTo>
                  <a:pt x="0" y="68124"/>
                </a:lnTo>
                <a:cubicBezTo>
                  <a:pt x="0" y="56030"/>
                  <a:pt x="3130" y="44377"/>
                  <a:pt x="8964" y="34070"/>
                </a:cubicBezTo>
                <a:cubicBezTo>
                  <a:pt x="15240" y="23762"/>
                  <a:pt x="23746" y="14798"/>
                  <a:pt x="34054" y="8964"/>
                </a:cubicBezTo>
                <a:cubicBezTo>
                  <a:pt x="44361" y="3147"/>
                  <a:pt x="56455" y="0"/>
                  <a:pt x="68107" y="0"/>
                </a:cubicBezTo>
                <a:lnTo>
                  <a:pt x="2562917" y="0"/>
                </a:lnTo>
                <a:cubicBezTo>
                  <a:pt x="2575012" y="0"/>
                  <a:pt x="2586663" y="3147"/>
                  <a:pt x="2596971" y="8964"/>
                </a:cubicBezTo>
                <a:cubicBezTo>
                  <a:pt x="2607278" y="15242"/>
                  <a:pt x="2616243" y="23762"/>
                  <a:pt x="2622077" y="34070"/>
                </a:cubicBezTo>
                <a:cubicBezTo>
                  <a:pt x="2627894" y="44377"/>
                  <a:pt x="2631041" y="56472"/>
                  <a:pt x="2631041" y="68124"/>
                </a:cubicBezTo>
                <a:lnTo>
                  <a:pt x="2631483" y="930356"/>
                </a:lnTo>
                <a:cubicBezTo>
                  <a:pt x="2631483" y="942449"/>
                  <a:pt x="2628353" y="954101"/>
                  <a:pt x="2622519" y="964409"/>
                </a:cubicBezTo>
                <a:cubicBezTo>
                  <a:pt x="2616243" y="974717"/>
                  <a:pt x="2607738" y="983681"/>
                  <a:pt x="2597429" y="989499"/>
                </a:cubicBezTo>
                <a:cubicBezTo>
                  <a:pt x="2587122" y="995333"/>
                  <a:pt x="2575012" y="998463"/>
                  <a:pt x="2563360" y="998463"/>
                </a:cubicBezTo>
                <a:lnTo>
                  <a:pt x="68107" y="998921"/>
                </a:lnTo>
                <a:cubicBezTo>
                  <a:pt x="56013" y="998921"/>
                  <a:pt x="44361" y="995775"/>
                  <a:pt x="34054" y="989957"/>
                </a:cubicBezTo>
                <a:cubicBezTo>
                  <a:pt x="23746" y="983681"/>
                  <a:pt x="14782" y="975159"/>
                  <a:pt x="8964" y="964851"/>
                </a:cubicBezTo>
                <a:cubicBezTo>
                  <a:pt x="3130" y="954544"/>
                  <a:pt x="0" y="942449"/>
                  <a:pt x="0" y="930798"/>
                </a:cubicBezTo>
                <a:lnTo>
                  <a:pt x="0" y="68124"/>
                </a:lnTo>
              </a:path>
            </a:pathLst>
          </a:custGeom>
          <a:solidFill xmlns:a="http://schemas.openxmlformats.org/drawingml/2006/main">
            <a:srgbClr val="F1F7FD"/>
          </a:solidFill>
          <a:ln xmlns:a="http://schemas.openxmlformats.org/drawingml/2006/main" w="12862">
            <a:solidFill>
              <a:srgbClr val="9CBEE0"/>
            </a:solidFill>
            <a:prstDash val="solid"/>
          </a:ln>
        </p:spPr>
      </p:sp>
      <p:sp>
        <p:nvSpPr>
          <p:cNvPr id="248" name="text-197 Semantic">
            <a:extLst xmlns:a="http://schemas.openxmlformats.org/drawingml/2006/main">
              <a:ext uri="{FF2B5EF4-FFF2-40B4-BE49-F238E27FC236}">
                <a16:creationId xmlns:a16="http://schemas.microsoft.com/office/drawing/2014/main" id="{D3D590C3-9062-4EDD-AEAC-B0E5A15C3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40634" y="6334206"/>
            <a:ext cx="633588" cy="1918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79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79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79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249" name="text-197 HTML/CSS">
            <a:extLst xmlns:a="http://schemas.openxmlformats.org/drawingml/2006/main">
              <a:ext uri="{FF2B5EF4-FFF2-40B4-BE49-F238E27FC236}">
                <a16:creationId xmlns:a16="http://schemas.microsoft.com/office/drawing/2014/main" id="{CF075E59-20F3-4C48-88F0-07D41CAAE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87059" y="6334146"/>
            <a:ext cx="724982" cy="1919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80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80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80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HTML/CSS</a:t>
            </a:r>
          </a:p>
        </p:txBody>
      </p:sp>
      <p:sp>
        <p:nvSpPr>
          <p:cNvPr id="250" name="path-198">
            <a:extLst xmlns:a="http://schemas.openxmlformats.org/drawingml/2006/main">
              <a:ext uri="{FF2B5EF4-FFF2-40B4-BE49-F238E27FC236}">
                <a16:creationId xmlns:a16="http://schemas.microsoft.com/office/drawing/2014/main" id="{04F1F68E-89D6-4650-B00F-02EC93440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89673" y="6231649"/>
            <a:ext cx="465619" cy="409016"/>
          </a:xfrm>
          <a:custGeom xmlns:a="http://schemas.openxmlformats.org/drawingml/2006/main">
            <a:pathLst>
              <a:path w="567797" h="498772">
                <a:moveTo>
                  <a:pt x="0" y="34054"/>
                </a:moveTo>
                <a:lnTo>
                  <a:pt x="0" y="34054"/>
                </a:lnTo>
                <a:cubicBezTo>
                  <a:pt x="0" y="28220"/>
                  <a:pt x="1803" y="21960"/>
                  <a:pt x="4491" y="17027"/>
                </a:cubicBezTo>
                <a:cubicBezTo>
                  <a:pt x="7621" y="11651"/>
                  <a:pt x="12111" y="7605"/>
                  <a:pt x="17043" y="4475"/>
                </a:cubicBezTo>
                <a:cubicBezTo>
                  <a:pt x="22418" y="1345"/>
                  <a:pt x="28236" y="0"/>
                  <a:pt x="34069" y="0"/>
                </a:cubicBezTo>
                <a:lnTo>
                  <a:pt x="533300" y="0"/>
                </a:lnTo>
                <a:cubicBezTo>
                  <a:pt x="539119" y="0"/>
                  <a:pt x="545395" y="1787"/>
                  <a:pt x="550327" y="4475"/>
                </a:cubicBezTo>
                <a:cubicBezTo>
                  <a:pt x="555703" y="7605"/>
                  <a:pt x="559734" y="12094"/>
                  <a:pt x="562880" y="17027"/>
                </a:cubicBezTo>
                <a:cubicBezTo>
                  <a:pt x="566010" y="22402"/>
                  <a:pt x="567354" y="28220"/>
                  <a:pt x="567354" y="34054"/>
                </a:cubicBezTo>
                <a:lnTo>
                  <a:pt x="567797" y="464276"/>
                </a:lnTo>
                <a:cubicBezTo>
                  <a:pt x="567797" y="470094"/>
                  <a:pt x="566010" y="476371"/>
                  <a:pt x="563323" y="481303"/>
                </a:cubicBezTo>
                <a:cubicBezTo>
                  <a:pt x="560193" y="486678"/>
                  <a:pt x="555703" y="490710"/>
                  <a:pt x="550770" y="493840"/>
                </a:cubicBezTo>
                <a:cubicBezTo>
                  <a:pt x="545395" y="496986"/>
                  <a:pt x="539577" y="498330"/>
                  <a:pt x="533743" y="498330"/>
                </a:cubicBezTo>
                <a:lnTo>
                  <a:pt x="34069" y="498772"/>
                </a:lnTo>
                <a:cubicBezTo>
                  <a:pt x="28236" y="498772"/>
                  <a:pt x="21960" y="496986"/>
                  <a:pt x="17043" y="494299"/>
                </a:cubicBezTo>
                <a:cubicBezTo>
                  <a:pt x="11652" y="491152"/>
                  <a:pt x="7621" y="486678"/>
                  <a:pt x="4491" y="481745"/>
                </a:cubicBezTo>
                <a:cubicBezTo>
                  <a:pt x="1360" y="476371"/>
                  <a:pt x="0" y="470537"/>
                  <a:pt x="0" y="464720"/>
                </a:cubicBezTo>
                <a:lnTo>
                  <a:pt x="0" y="3405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1760">
            <a:solidFill>
              <a:srgbClr val="94A3B8"/>
            </a:solidFill>
            <a:prstDash val="solid"/>
          </a:ln>
        </p:spPr>
      </p:sp>
      <p:sp>
        <p:nvSpPr>
          <p:cNvPr id="251" name="path-199">
            <a:extLst xmlns:a="http://schemas.openxmlformats.org/drawingml/2006/main">
              <a:ext uri="{FF2B5EF4-FFF2-40B4-BE49-F238E27FC236}">
                <a16:creationId xmlns:a16="http://schemas.microsoft.com/office/drawing/2014/main" id="{1BD0D7EE-201B-4818-97F8-FEFC304FC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98126" y="6239726"/>
            <a:ext cx="448350" cy="84165"/>
          </a:xfrm>
          <a:custGeom xmlns:a="http://schemas.openxmlformats.org/drawingml/2006/main">
            <a:pathLst>
              <a:path w="546738" h="102635">
                <a:moveTo>
                  <a:pt x="273377" y="102635"/>
                </a:moveTo>
                <a:lnTo>
                  <a:pt x="0" y="102635"/>
                </a:lnTo>
                <a:lnTo>
                  <a:pt x="0" y="0"/>
                </a:lnTo>
                <a:lnTo>
                  <a:pt x="546738" y="0"/>
                </a:lnTo>
                <a:lnTo>
                  <a:pt x="546738" y="102635"/>
                </a:lnTo>
                <a:lnTo>
                  <a:pt x="273377" y="102635"/>
                </a:lnTo>
              </a:path>
            </a:pathLst>
          </a:custGeom>
          <a:solidFill xmlns:a="http://schemas.openxmlformats.org/drawingml/2006/main">
            <a:srgbClr val="E4E9F0"/>
          </a:solidFill>
          <a:ln xmlns:a="http://schemas.openxmlformats.org/drawingml/2006/main" w="4042">
            <a:solidFill>
              <a:srgbClr val="E4E9F0"/>
            </a:solidFill>
            <a:prstDash val="solid"/>
          </a:ln>
        </p:spPr>
      </p:sp>
      <p:sp>
        <p:nvSpPr>
          <p:cNvPr id="252" name="path-200">
            <a:extLst xmlns:a="http://schemas.openxmlformats.org/drawingml/2006/main">
              <a:ext uri="{FF2B5EF4-FFF2-40B4-BE49-F238E27FC236}">
                <a16:creationId xmlns:a16="http://schemas.microsoft.com/office/drawing/2014/main" id="{AC42D175-9467-4CBA-BDC8-9CA513FB2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31574" y="6280888"/>
            <a:ext cx="36754" cy="36754"/>
          </a:xfrm>
          <a:custGeom xmlns:a="http://schemas.openxmlformats.org/drawingml/2006/main">
            <a:pathLst>
              <a:path w="44820" h="44820">
                <a:moveTo>
                  <a:pt x="0" y="22402"/>
                </a:moveTo>
                <a:lnTo>
                  <a:pt x="0" y="22402"/>
                </a:lnTo>
                <a:cubicBezTo>
                  <a:pt x="0" y="18370"/>
                  <a:pt x="901" y="14782"/>
                  <a:pt x="3130" y="11209"/>
                </a:cubicBezTo>
                <a:cubicBezTo>
                  <a:pt x="4932" y="7621"/>
                  <a:pt x="7620" y="4933"/>
                  <a:pt x="11208" y="3130"/>
                </a:cubicBezTo>
                <a:cubicBezTo>
                  <a:pt x="14782" y="901"/>
                  <a:pt x="18370" y="0"/>
                  <a:pt x="22401" y="0"/>
                </a:cubicBezTo>
                <a:cubicBezTo>
                  <a:pt x="26433" y="0"/>
                  <a:pt x="30021" y="901"/>
                  <a:pt x="33610" y="3130"/>
                </a:cubicBezTo>
                <a:cubicBezTo>
                  <a:pt x="37199" y="4933"/>
                  <a:pt x="39887" y="7621"/>
                  <a:pt x="41673" y="11209"/>
                </a:cubicBezTo>
                <a:cubicBezTo>
                  <a:pt x="43918" y="14782"/>
                  <a:pt x="44820" y="18370"/>
                  <a:pt x="44820" y="22402"/>
                </a:cubicBezTo>
                <a:cubicBezTo>
                  <a:pt x="44820" y="26433"/>
                  <a:pt x="43918" y="30023"/>
                  <a:pt x="41673" y="33611"/>
                </a:cubicBezTo>
                <a:cubicBezTo>
                  <a:pt x="39887" y="37200"/>
                  <a:pt x="37199" y="39887"/>
                  <a:pt x="33610" y="41674"/>
                </a:cubicBezTo>
                <a:cubicBezTo>
                  <a:pt x="30021" y="43918"/>
                  <a:pt x="26433" y="44820"/>
                  <a:pt x="22401" y="44820"/>
                </a:cubicBezTo>
                <a:cubicBezTo>
                  <a:pt x="18370" y="44820"/>
                  <a:pt x="14782" y="43918"/>
                  <a:pt x="11208" y="41674"/>
                </a:cubicBezTo>
                <a:cubicBezTo>
                  <a:pt x="7620" y="39887"/>
                  <a:pt x="4932" y="37200"/>
                  <a:pt x="3130" y="33611"/>
                </a:cubicBezTo>
                <a:cubicBezTo>
                  <a:pt x="901" y="30023"/>
                  <a:pt x="0" y="26433"/>
                  <a:pt x="0" y="22402"/>
                </a:cubicBezTo>
              </a:path>
            </a:pathLst>
          </a:custGeom>
          <a:solidFill xmlns:a="http://schemas.openxmlformats.org/drawingml/2006/main">
            <a:srgbClr val="EF4444"/>
          </a:solidFill>
          <a:ln xmlns:a="http://schemas.openxmlformats.org/drawingml/2006/main" w="4042">
            <a:solidFill>
              <a:srgbClr val="EF4444"/>
            </a:solidFill>
            <a:prstDash val="solid"/>
          </a:ln>
        </p:spPr>
      </p:sp>
      <p:sp>
        <p:nvSpPr>
          <p:cNvPr id="253" name="path-201">
            <a:extLst xmlns:a="http://schemas.openxmlformats.org/drawingml/2006/main">
              <a:ext uri="{FF2B5EF4-FFF2-40B4-BE49-F238E27FC236}">
                <a16:creationId xmlns:a16="http://schemas.microsoft.com/office/drawing/2014/main" id="{604E2E1E-2CA9-4515-9313-E8874D7244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0744" y="6280888"/>
            <a:ext cx="36741" cy="36754"/>
          </a:xfrm>
          <a:custGeom xmlns:a="http://schemas.openxmlformats.org/drawingml/2006/main">
            <a:pathLst>
              <a:path w="44804" h="44820">
                <a:moveTo>
                  <a:pt x="0" y="22402"/>
                </a:moveTo>
                <a:lnTo>
                  <a:pt x="0" y="22402"/>
                </a:lnTo>
                <a:cubicBezTo>
                  <a:pt x="0" y="18370"/>
                  <a:pt x="886" y="14782"/>
                  <a:pt x="3131" y="11209"/>
                </a:cubicBezTo>
                <a:cubicBezTo>
                  <a:pt x="4933" y="7621"/>
                  <a:pt x="7620" y="4933"/>
                  <a:pt x="11193" y="3130"/>
                </a:cubicBezTo>
                <a:cubicBezTo>
                  <a:pt x="14782" y="901"/>
                  <a:pt x="18370" y="0"/>
                  <a:pt x="22402" y="0"/>
                </a:cubicBezTo>
                <a:cubicBezTo>
                  <a:pt x="26433" y="0"/>
                  <a:pt x="30022" y="901"/>
                  <a:pt x="33611" y="3130"/>
                </a:cubicBezTo>
                <a:cubicBezTo>
                  <a:pt x="37200" y="4933"/>
                  <a:pt x="39887" y="7621"/>
                  <a:pt x="41674" y="11209"/>
                </a:cubicBezTo>
                <a:cubicBezTo>
                  <a:pt x="43919" y="14782"/>
                  <a:pt x="44804" y="18370"/>
                  <a:pt x="44804" y="22402"/>
                </a:cubicBezTo>
                <a:cubicBezTo>
                  <a:pt x="44804" y="26433"/>
                  <a:pt x="43919" y="30023"/>
                  <a:pt x="41674" y="33611"/>
                </a:cubicBezTo>
                <a:cubicBezTo>
                  <a:pt x="39887" y="37200"/>
                  <a:pt x="37200" y="39887"/>
                  <a:pt x="33611" y="41674"/>
                </a:cubicBezTo>
                <a:cubicBezTo>
                  <a:pt x="30022" y="43918"/>
                  <a:pt x="26433" y="44820"/>
                  <a:pt x="22402" y="44820"/>
                </a:cubicBezTo>
                <a:cubicBezTo>
                  <a:pt x="18370" y="44820"/>
                  <a:pt x="14782" y="43918"/>
                  <a:pt x="11193" y="41674"/>
                </a:cubicBezTo>
                <a:cubicBezTo>
                  <a:pt x="7620" y="39887"/>
                  <a:pt x="4933" y="37200"/>
                  <a:pt x="3131" y="33611"/>
                </a:cubicBezTo>
                <a:cubicBezTo>
                  <a:pt x="886" y="30023"/>
                  <a:pt x="0" y="26433"/>
                  <a:pt x="0" y="22402"/>
                </a:cubicBezTo>
              </a:path>
            </a:pathLst>
          </a:custGeom>
          <a:solidFill xmlns:a="http://schemas.openxmlformats.org/drawingml/2006/main">
            <a:srgbClr val="F59E0B"/>
          </a:solidFill>
          <a:ln xmlns:a="http://schemas.openxmlformats.org/drawingml/2006/main" w="4042">
            <a:solidFill>
              <a:srgbClr val="F59E0B"/>
            </a:solidFill>
            <a:prstDash val="solid"/>
          </a:ln>
        </p:spPr>
      </p:sp>
      <p:sp>
        <p:nvSpPr>
          <p:cNvPr id="254" name="path-202">
            <a:extLst xmlns:a="http://schemas.openxmlformats.org/drawingml/2006/main">
              <a:ext uri="{FF2B5EF4-FFF2-40B4-BE49-F238E27FC236}">
                <a16:creationId xmlns:a16="http://schemas.microsoft.com/office/drawing/2014/main" id="{CAD9284B-EDF7-43EA-80F7-5959BA0787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49914" y="6280888"/>
            <a:ext cx="36741" cy="36754"/>
          </a:xfrm>
          <a:custGeom xmlns:a="http://schemas.openxmlformats.org/drawingml/2006/main">
            <a:pathLst>
              <a:path w="44804" h="44820">
                <a:moveTo>
                  <a:pt x="0" y="22402"/>
                </a:moveTo>
                <a:lnTo>
                  <a:pt x="0" y="22402"/>
                </a:lnTo>
                <a:cubicBezTo>
                  <a:pt x="0" y="18370"/>
                  <a:pt x="886" y="14782"/>
                  <a:pt x="3130" y="11209"/>
                </a:cubicBezTo>
                <a:cubicBezTo>
                  <a:pt x="4917" y="7621"/>
                  <a:pt x="7604" y="4933"/>
                  <a:pt x="11194" y="3130"/>
                </a:cubicBezTo>
                <a:cubicBezTo>
                  <a:pt x="14782" y="901"/>
                  <a:pt x="18370" y="0"/>
                  <a:pt x="22402" y="0"/>
                </a:cubicBezTo>
                <a:cubicBezTo>
                  <a:pt x="26433" y="0"/>
                  <a:pt x="30022" y="901"/>
                  <a:pt x="33611" y="3130"/>
                </a:cubicBezTo>
                <a:cubicBezTo>
                  <a:pt x="37184" y="4933"/>
                  <a:pt x="39872" y="7621"/>
                  <a:pt x="41674" y="11209"/>
                </a:cubicBezTo>
                <a:cubicBezTo>
                  <a:pt x="43903" y="14782"/>
                  <a:pt x="44804" y="18370"/>
                  <a:pt x="44804" y="22402"/>
                </a:cubicBezTo>
                <a:cubicBezTo>
                  <a:pt x="44804" y="26433"/>
                  <a:pt x="43903" y="30023"/>
                  <a:pt x="41674" y="33611"/>
                </a:cubicBezTo>
                <a:cubicBezTo>
                  <a:pt x="39872" y="37200"/>
                  <a:pt x="37184" y="39887"/>
                  <a:pt x="33611" y="41674"/>
                </a:cubicBezTo>
                <a:cubicBezTo>
                  <a:pt x="30022" y="43918"/>
                  <a:pt x="26433" y="44820"/>
                  <a:pt x="22402" y="44820"/>
                </a:cubicBezTo>
                <a:cubicBezTo>
                  <a:pt x="18370" y="44820"/>
                  <a:pt x="14782" y="43918"/>
                  <a:pt x="11194" y="41674"/>
                </a:cubicBezTo>
                <a:cubicBezTo>
                  <a:pt x="7604" y="39887"/>
                  <a:pt x="4917" y="37200"/>
                  <a:pt x="3130" y="33611"/>
                </a:cubicBezTo>
                <a:cubicBezTo>
                  <a:pt x="886" y="30023"/>
                  <a:pt x="0" y="26433"/>
                  <a:pt x="0" y="22402"/>
                </a:cubicBezTo>
              </a:path>
            </a:pathLst>
          </a:custGeom>
          <a:solidFill xmlns:a="http://schemas.openxmlformats.org/drawingml/2006/main">
            <a:srgbClr val="22C55E"/>
          </a:solidFill>
          <a:ln xmlns:a="http://schemas.openxmlformats.org/drawingml/2006/main" w="4042">
            <a:solidFill>
              <a:srgbClr val="22C55E"/>
            </a:solidFill>
            <a:prstDash val="solid"/>
          </a:ln>
        </p:spPr>
      </p:sp>
      <p:pic>
        <p:nvPicPr>
          <p:cNvPr id="255" name="">
            <a:extLst xmlns:a="http://schemas.openxmlformats.org/drawingml/2006/main">
              <a:ext uri="{FF2B5EF4-FFF2-40B4-BE49-F238E27FC236}">
                <a16:creationId xmlns:a16="http://schemas.microsoft.com/office/drawing/2014/main" id="{19688E74-6E2A-499D-9982-44E59F615BE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56f26dc2f65422c"/>
          <a:stretch xmlns:a="http://schemas.openxmlformats.org/drawingml/2006/main"/>
        </p:blipFill>
        <p:spPr>
          <a:xfrm xmlns:a="http://schemas.openxmlformats.org/drawingml/2006/main">
            <a:off x="6330804" y="6376060"/>
            <a:ext cx="183019" cy="183019"/>
          </a:xfrm>
          <a:prstGeom xmlns:a="http://schemas.openxmlformats.org/drawingml/2006/main" prst="rect">
            <a:avLst/>
          </a:prstGeom>
        </p:spPr>
      </p:pic>
      <p:sp>
        <p:nvSpPr>
          <p:cNvPr id="256" name="path-204">
            <a:extLst xmlns:a="http://schemas.openxmlformats.org/drawingml/2006/main">
              <a:ext uri="{FF2B5EF4-FFF2-40B4-BE49-F238E27FC236}">
                <a16:creationId xmlns:a16="http://schemas.microsoft.com/office/drawing/2014/main" id="{53A85D16-4B08-4584-B070-5FF570F43E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7426" y="6427516"/>
            <a:ext cx="761831" cy="376"/>
          </a:xfrm>
          <a:custGeom xmlns:a="http://schemas.openxmlformats.org/drawingml/2006/main">
            <a:pathLst>
              <a:path w="929010" h="459">
                <a:moveTo>
                  <a:pt x="0" y="0"/>
                </a:moveTo>
                <a:lnTo>
                  <a:pt x="929010" y="459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57" name="path-205">
            <a:extLst xmlns:a="http://schemas.openxmlformats.org/drawingml/2006/main">
              <a:ext uri="{FF2B5EF4-FFF2-40B4-BE49-F238E27FC236}">
                <a16:creationId xmlns:a16="http://schemas.microsoft.com/office/drawing/2014/main" id="{ED63F879-EF81-422B-B5BA-0B93946F0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31168" y="6378640"/>
            <a:ext cx="78642" cy="97753"/>
          </a:xfrm>
          <a:custGeom xmlns:a="http://schemas.openxmlformats.org/drawingml/2006/main">
            <a:pathLst>
              <a:path w="95900" h="119204">
                <a:moveTo>
                  <a:pt x="0" y="0"/>
                </a:moveTo>
                <a:lnTo>
                  <a:pt x="95900" y="59602"/>
                </a:lnTo>
                <a:lnTo>
                  <a:pt x="0" y="11920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258" name="path-206">
            <a:extLst xmlns:a="http://schemas.openxmlformats.org/drawingml/2006/main">
              <a:ext uri="{FF2B5EF4-FFF2-40B4-BE49-F238E27FC236}">
                <a16:creationId xmlns:a16="http://schemas.microsoft.com/office/drawing/2014/main" id="{105D3D35-FF69-4173-9BAD-CFC2E10B6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1803" y="6836909"/>
            <a:ext cx="363" cy="221964"/>
          </a:xfrm>
          <a:custGeom xmlns:a="http://schemas.openxmlformats.org/drawingml/2006/main">
            <a:pathLst>
              <a:path w="442" h="270673">
                <a:moveTo>
                  <a:pt x="0" y="0"/>
                </a:moveTo>
                <a:lnTo>
                  <a:pt x="442" y="270673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59" name="path-207">
            <a:extLst xmlns:a="http://schemas.openxmlformats.org/drawingml/2006/main">
              <a:ext uri="{FF2B5EF4-FFF2-40B4-BE49-F238E27FC236}">
                <a16:creationId xmlns:a16="http://schemas.microsoft.com/office/drawing/2014/main" id="{10763B3A-D43D-4934-A1E4-C2B71E547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2627" y="7058873"/>
            <a:ext cx="1946265" cy="376"/>
          </a:xfrm>
          <a:custGeom xmlns:a="http://schemas.openxmlformats.org/drawingml/2006/main">
            <a:pathLst>
              <a:path w="2373362" h="459">
                <a:moveTo>
                  <a:pt x="0" y="0"/>
                </a:moveTo>
                <a:lnTo>
                  <a:pt x="2373362" y="459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60" name="path-208">
            <a:extLst xmlns:a="http://schemas.openxmlformats.org/drawingml/2006/main">
              <a:ext uri="{FF2B5EF4-FFF2-40B4-BE49-F238E27FC236}">
                <a16:creationId xmlns:a16="http://schemas.microsoft.com/office/drawing/2014/main" id="{2AF19F00-9B02-4CF2-B6E7-0D68CC96F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2627" y="7058873"/>
            <a:ext cx="376" cy="153616"/>
          </a:xfrm>
          <a:custGeom xmlns:a="http://schemas.openxmlformats.org/drawingml/2006/main">
            <a:pathLst>
              <a:path w="459" h="187326">
                <a:moveTo>
                  <a:pt x="0" y="0"/>
                </a:moveTo>
                <a:lnTo>
                  <a:pt x="459" y="187326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61" name="path-209">
            <a:extLst xmlns:a="http://schemas.openxmlformats.org/drawingml/2006/main">
              <a:ext uri="{FF2B5EF4-FFF2-40B4-BE49-F238E27FC236}">
                <a16:creationId xmlns:a16="http://schemas.microsoft.com/office/drawing/2014/main" id="{2A850B2B-ADC4-4E59-A473-ADF73DF06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73751" y="7219477"/>
            <a:ext cx="97765" cy="78642"/>
          </a:xfrm>
          <a:custGeom xmlns:a="http://schemas.openxmlformats.org/drawingml/2006/main">
            <a:pathLst>
              <a:path w="119219" h="95900">
                <a:moveTo>
                  <a:pt x="119219" y="0"/>
                </a:moveTo>
                <a:lnTo>
                  <a:pt x="59601" y="95900"/>
                </a:lnTo>
                <a:lnTo>
                  <a:pt x="0" y="0"/>
                </a:lnTo>
                <a:lnTo>
                  <a:pt x="119219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262" name="path-210">
            <a:extLst xmlns:a="http://schemas.openxmlformats.org/drawingml/2006/main">
              <a:ext uri="{FF2B5EF4-FFF2-40B4-BE49-F238E27FC236}">
                <a16:creationId xmlns:a16="http://schemas.microsoft.com/office/drawing/2014/main" id="{8A0A8132-E430-412F-8B84-CF76C4917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68892" y="7058873"/>
            <a:ext cx="376" cy="153616"/>
          </a:xfrm>
          <a:custGeom xmlns:a="http://schemas.openxmlformats.org/drawingml/2006/main">
            <a:pathLst>
              <a:path w="459" h="187326">
                <a:moveTo>
                  <a:pt x="0" y="0"/>
                </a:moveTo>
                <a:lnTo>
                  <a:pt x="459" y="187326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63" name="path-211">
            <a:extLst xmlns:a="http://schemas.openxmlformats.org/drawingml/2006/main">
              <a:ext uri="{FF2B5EF4-FFF2-40B4-BE49-F238E27FC236}">
                <a16:creationId xmlns:a16="http://schemas.microsoft.com/office/drawing/2014/main" id="{86EBB459-9FAE-453E-9830-E0B2F1798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0392" y="7219477"/>
            <a:ext cx="97752" cy="78642"/>
          </a:xfrm>
          <a:custGeom xmlns:a="http://schemas.openxmlformats.org/drawingml/2006/main">
            <a:pathLst>
              <a:path w="119203" h="95900">
                <a:moveTo>
                  <a:pt x="119203" y="0"/>
                </a:moveTo>
                <a:lnTo>
                  <a:pt x="59601" y="95900"/>
                </a:lnTo>
                <a:lnTo>
                  <a:pt x="0" y="0"/>
                </a:lnTo>
                <a:lnTo>
                  <a:pt x="119203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264" name="path-212">
            <a:extLst xmlns:a="http://schemas.openxmlformats.org/drawingml/2006/main">
              <a:ext uri="{FF2B5EF4-FFF2-40B4-BE49-F238E27FC236}">
                <a16:creationId xmlns:a16="http://schemas.microsoft.com/office/drawing/2014/main" id="{1827CA3D-BEC4-43FD-8A05-B074E34DE4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7628" y="7298119"/>
            <a:ext cx="1631682" cy="1604120"/>
          </a:xfrm>
          <a:custGeom xmlns:a="http://schemas.openxmlformats.org/drawingml/2006/main">
            <a:pathLst>
              <a:path w="1989746" h="1956136">
                <a:moveTo>
                  <a:pt x="0" y="68123"/>
                </a:moveTo>
                <a:lnTo>
                  <a:pt x="0" y="68123"/>
                </a:lnTo>
                <a:cubicBezTo>
                  <a:pt x="0" y="56013"/>
                  <a:pt x="3130" y="44362"/>
                  <a:pt x="8948" y="34054"/>
                </a:cubicBezTo>
                <a:cubicBezTo>
                  <a:pt x="15225" y="23747"/>
                  <a:pt x="23746" y="14782"/>
                  <a:pt x="34054" y="8964"/>
                </a:cubicBezTo>
                <a:cubicBezTo>
                  <a:pt x="44362" y="3130"/>
                  <a:pt x="56456" y="0"/>
                  <a:pt x="68107" y="0"/>
                </a:cubicBezTo>
                <a:lnTo>
                  <a:pt x="1921180" y="0"/>
                </a:lnTo>
                <a:cubicBezTo>
                  <a:pt x="1933275" y="0"/>
                  <a:pt x="1944926" y="3130"/>
                  <a:pt x="1955234" y="8964"/>
                </a:cubicBezTo>
                <a:cubicBezTo>
                  <a:pt x="1965542" y="15240"/>
                  <a:pt x="1974506" y="23747"/>
                  <a:pt x="1980339" y="34054"/>
                </a:cubicBezTo>
                <a:cubicBezTo>
                  <a:pt x="1986157" y="44362"/>
                  <a:pt x="1989287" y="56472"/>
                  <a:pt x="1989287" y="68123"/>
                </a:cubicBezTo>
                <a:lnTo>
                  <a:pt x="1989746" y="1887570"/>
                </a:lnTo>
                <a:cubicBezTo>
                  <a:pt x="1989746" y="1899680"/>
                  <a:pt x="1986601" y="1911332"/>
                  <a:pt x="1980782" y="1921639"/>
                </a:cubicBezTo>
                <a:cubicBezTo>
                  <a:pt x="1974506" y="1931947"/>
                  <a:pt x="1965984" y="1940894"/>
                  <a:pt x="1955677" y="1946728"/>
                </a:cubicBezTo>
                <a:cubicBezTo>
                  <a:pt x="1945369" y="1952562"/>
                  <a:pt x="1933275" y="1955692"/>
                  <a:pt x="1921623" y="1955692"/>
                </a:cubicBezTo>
                <a:lnTo>
                  <a:pt x="68107" y="1956136"/>
                </a:lnTo>
                <a:cubicBezTo>
                  <a:pt x="56013" y="1956136"/>
                  <a:pt x="44362" y="1953004"/>
                  <a:pt x="34054" y="1947172"/>
                </a:cubicBezTo>
                <a:cubicBezTo>
                  <a:pt x="23746" y="1940894"/>
                  <a:pt x="14782" y="1932389"/>
                  <a:pt x="8948" y="1922082"/>
                </a:cubicBezTo>
                <a:cubicBezTo>
                  <a:pt x="3130" y="1911774"/>
                  <a:pt x="0" y="1899680"/>
                  <a:pt x="0" y="1888027"/>
                </a:cubicBezTo>
                <a:lnTo>
                  <a:pt x="0" y="68123"/>
                </a:lnTo>
              </a:path>
            </a:pathLst>
          </a:custGeom>
          <a:solidFill xmlns:a="http://schemas.openxmlformats.org/drawingml/2006/main">
            <a:srgbClr val="F8FBFE"/>
          </a:solidFill>
          <a:ln xmlns:a="http://schemas.openxmlformats.org/drawingml/2006/main" w="12862">
            <a:solidFill>
              <a:srgbClr val="9CBEE0"/>
            </a:solidFill>
            <a:prstDash val="solid"/>
          </a:ln>
        </p:spPr>
      </p:sp>
      <p:sp>
        <p:nvSpPr>
          <p:cNvPr id="265" name="text-213 Rendered">
            <a:extLst xmlns:a="http://schemas.openxmlformats.org/drawingml/2006/main">
              <a:ext uri="{FF2B5EF4-FFF2-40B4-BE49-F238E27FC236}">
                <a16:creationId xmlns:a16="http://schemas.microsoft.com/office/drawing/2014/main" id="{E6AA6EAD-EF7D-4E88-8649-21C70F8A5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08582" y="7364438"/>
            <a:ext cx="611543" cy="1788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06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Rendered</a:t>
            </a:r>
          </a:p>
        </p:txBody>
      </p:sp>
      <p:sp>
        <p:nvSpPr>
          <p:cNvPr id="266" name="text-213 Page">
            <a:extLst xmlns:a="http://schemas.openxmlformats.org/drawingml/2006/main">
              <a:ext uri="{FF2B5EF4-FFF2-40B4-BE49-F238E27FC236}">
                <a16:creationId xmlns:a16="http://schemas.microsoft.com/office/drawing/2014/main" id="{546F7374-4595-4D98-B66F-301D34208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31913" y="7364302"/>
            <a:ext cx="328287" cy="179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7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7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07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Page</a:t>
            </a:r>
          </a:p>
        </p:txBody>
      </p:sp>
      <p:sp>
        <p:nvSpPr>
          <p:cNvPr id="267" name="text-213 Image">
            <a:extLst xmlns:a="http://schemas.openxmlformats.org/drawingml/2006/main">
              <a:ext uri="{FF2B5EF4-FFF2-40B4-BE49-F238E27FC236}">
                <a16:creationId xmlns:a16="http://schemas.microsoft.com/office/drawing/2014/main" id="{1DEA6C80-4774-4DB8-994D-65B485F7F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72052" y="7364445"/>
            <a:ext cx="391748" cy="1787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06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pic>
        <p:nvPicPr>
          <p:cNvPr id="268" name="">
            <a:extLst xmlns:a="http://schemas.openxmlformats.org/drawingml/2006/main">
              <a:ext uri="{FF2B5EF4-FFF2-40B4-BE49-F238E27FC236}">
                <a16:creationId xmlns:a16="http://schemas.microsoft.com/office/drawing/2014/main" id="{2D742473-9EFE-417D-B811-8F6FB982203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2fed7383296442f"/>
          <a:stretch xmlns:a="http://schemas.openxmlformats.org/drawingml/2006/main"/>
        </p:blipFill>
        <p:spPr>
          <a:xfrm xmlns:a="http://schemas.openxmlformats.org/drawingml/2006/main">
            <a:off x="4285436" y="7638787"/>
            <a:ext cx="867406" cy="1126379"/>
          </a:xfrm>
          <a:prstGeom xmlns:a="http://schemas.openxmlformats.org/drawingml/2006/main" prst="rect">
            <a:avLst/>
          </a:prstGeom>
        </p:spPr>
      </p:pic>
      <p:sp>
        <p:nvSpPr>
          <p:cNvPr id="269" name="path-215">
            <a:extLst xmlns:a="http://schemas.openxmlformats.org/drawingml/2006/main">
              <a:ext uri="{FF2B5EF4-FFF2-40B4-BE49-F238E27FC236}">
                <a16:creationId xmlns:a16="http://schemas.microsoft.com/office/drawing/2014/main" id="{F273FC4E-91ED-47CD-A83A-EE18B8E3F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50846" y="7298119"/>
            <a:ext cx="1847775" cy="1604120"/>
          </a:xfrm>
          <a:custGeom xmlns:a="http://schemas.openxmlformats.org/drawingml/2006/main">
            <a:pathLst>
              <a:path w="2253259" h="1956136">
                <a:moveTo>
                  <a:pt x="0" y="68123"/>
                </a:moveTo>
                <a:lnTo>
                  <a:pt x="0" y="68123"/>
                </a:lnTo>
                <a:cubicBezTo>
                  <a:pt x="0" y="56013"/>
                  <a:pt x="3131" y="44362"/>
                  <a:pt x="8964" y="34054"/>
                </a:cubicBezTo>
                <a:cubicBezTo>
                  <a:pt x="15240" y="23747"/>
                  <a:pt x="23746" y="14782"/>
                  <a:pt x="34054" y="8964"/>
                </a:cubicBezTo>
                <a:cubicBezTo>
                  <a:pt x="44362" y="3130"/>
                  <a:pt x="56471" y="0"/>
                  <a:pt x="68123" y="0"/>
                </a:cubicBezTo>
                <a:lnTo>
                  <a:pt x="2184692" y="0"/>
                </a:lnTo>
                <a:cubicBezTo>
                  <a:pt x="2196787" y="0"/>
                  <a:pt x="2208438" y="3130"/>
                  <a:pt x="2218747" y="8964"/>
                </a:cubicBezTo>
                <a:cubicBezTo>
                  <a:pt x="2229053" y="15240"/>
                  <a:pt x="2238017" y="23747"/>
                  <a:pt x="2243851" y="34054"/>
                </a:cubicBezTo>
                <a:cubicBezTo>
                  <a:pt x="2249669" y="44362"/>
                  <a:pt x="2252815" y="56472"/>
                  <a:pt x="2252815" y="68123"/>
                </a:cubicBezTo>
                <a:lnTo>
                  <a:pt x="2253259" y="1887570"/>
                </a:lnTo>
                <a:cubicBezTo>
                  <a:pt x="2253259" y="1899680"/>
                  <a:pt x="2250128" y="1911332"/>
                  <a:pt x="2244294" y="1921639"/>
                </a:cubicBezTo>
                <a:cubicBezTo>
                  <a:pt x="2238017" y="1931947"/>
                  <a:pt x="2229512" y="1940894"/>
                  <a:pt x="2219204" y="1946728"/>
                </a:cubicBezTo>
                <a:cubicBezTo>
                  <a:pt x="2208897" y="1952562"/>
                  <a:pt x="2196787" y="1955692"/>
                  <a:pt x="2185136" y="1955692"/>
                </a:cubicBezTo>
                <a:lnTo>
                  <a:pt x="68123" y="1956136"/>
                </a:lnTo>
                <a:cubicBezTo>
                  <a:pt x="56013" y="1956136"/>
                  <a:pt x="44362" y="1953004"/>
                  <a:pt x="34054" y="1947172"/>
                </a:cubicBezTo>
                <a:cubicBezTo>
                  <a:pt x="23746" y="1940894"/>
                  <a:pt x="14782" y="1932389"/>
                  <a:pt x="8964" y="1922082"/>
                </a:cubicBezTo>
                <a:cubicBezTo>
                  <a:pt x="3131" y="1911774"/>
                  <a:pt x="0" y="1899680"/>
                  <a:pt x="0" y="1888027"/>
                </a:cubicBezTo>
                <a:lnTo>
                  <a:pt x="0" y="68123"/>
                </a:lnTo>
              </a:path>
            </a:pathLst>
          </a:custGeom>
          <a:solidFill xmlns:a="http://schemas.openxmlformats.org/drawingml/2006/main">
            <a:srgbClr val="F8FBFE"/>
          </a:solidFill>
          <a:ln xmlns:a="http://schemas.openxmlformats.org/drawingml/2006/main" w="12862">
            <a:solidFill>
              <a:srgbClr val="9CBEE0"/>
            </a:solidFill>
            <a:prstDash val="solid"/>
          </a:ln>
        </p:spPr>
      </p:sp>
      <p:sp>
        <p:nvSpPr>
          <p:cNvPr id="270" name="text-216 Exact">
            <a:extLst xmlns:a="http://schemas.openxmlformats.org/drawingml/2006/main">
              <a:ext uri="{FF2B5EF4-FFF2-40B4-BE49-F238E27FC236}">
                <a16:creationId xmlns:a16="http://schemas.microsoft.com/office/drawing/2014/main" id="{FED4F77F-55CE-4ED3-9DF4-03AE2F79C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20992" y="7364531"/>
            <a:ext cx="363241" cy="1786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5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5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05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Exact</a:t>
            </a:r>
          </a:p>
        </p:txBody>
      </p:sp>
      <p:sp>
        <p:nvSpPr>
          <p:cNvPr id="271" name="text-216 Structured">
            <a:extLst xmlns:a="http://schemas.openxmlformats.org/drawingml/2006/main">
              <a:ext uri="{FF2B5EF4-FFF2-40B4-BE49-F238E27FC236}">
                <a16:creationId xmlns:a16="http://schemas.microsoft.com/office/drawing/2014/main" id="{739C6086-CC71-4573-8A87-D145881F5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96402" y="7364450"/>
            <a:ext cx="668102" cy="1787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06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Structured</a:t>
            </a:r>
          </a:p>
        </p:txBody>
      </p:sp>
      <p:sp>
        <p:nvSpPr>
          <p:cNvPr id="272" name="text-216 Targets">
            <a:extLst xmlns:a="http://schemas.openxmlformats.org/drawingml/2006/main">
              <a:ext uri="{FF2B5EF4-FFF2-40B4-BE49-F238E27FC236}">
                <a16:creationId xmlns:a16="http://schemas.microsoft.com/office/drawing/2014/main" id="{031F4BA9-6AC8-4592-9298-B5FE1F03B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76552" y="7364403"/>
            <a:ext cx="474610" cy="1788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6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006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Targets</a:t>
            </a:r>
          </a:p>
        </p:txBody>
      </p:sp>
      <p:pic>
        <p:nvPicPr>
          <p:cNvPr id="273" name="">
            <a:extLst xmlns:a="http://schemas.openxmlformats.org/drawingml/2006/main">
              <a:ext uri="{FF2B5EF4-FFF2-40B4-BE49-F238E27FC236}">
                <a16:creationId xmlns:a16="http://schemas.microsoft.com/office/drawing/2014/main" id="{0A769966-A450-417D-ADC7-D545DD6F9CD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3b006b7aaa74859"/>
          <a:stretch xmlns:a="http://schemas.openxmlformats.org/drawingml/2006/main"/>
        </p:blipFill>
        <p:spPr>
          <a:xfrm xmlns:a="http://schemas.openxmlformats.org/drawingml/2006/main">
            <a:off x="6069142" y="7573005"/>
            <a:ext cx="196982" cy="196982"/>
          </a:xfrm>
          <a:prstGeom xmlns:a="http://schemas.openxmlformats.org/drawingml/2006/main" prst="rect">
            <a:avLst/>
          </a:prstGeom>
        </p:spPr>
      </p:pic>
      <p:sp>
        <p:nvSpPr>
          <p:cNvPr id="274" name="text-218 Markdown">
            <a:extLst xmlns:a="http://schemas.openxmlformats.org/drawingml/2006/main">
              <a:ext uri="{FF2B5EF4-FFF2-40B4-BE49-F238E27FC236}">
                <a16:creationId xmlns:a16="http://schemas.microsoft.com/office/drawing/2014/main" id="{DF355868-850D-4E88-AF00-8CA16DE7F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64978" y="7595599"/>
            <a:ext cx="684315" cy="199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Markdown</a:t>
            </a:r>
          </a:p>
        </p:txBody>
      </p:sp>
      <p:pic>
        <p:nvPicPr>
          <p:cNvPr id="275" name="">
            <a:extLst xmlns:a="http://schemas.openxmlformats.org/drawingml/2006/main">
              <a:ext uri="{FF2B5EF4-FFF2-40B4-BE49-F238E27FC236}">
                <a16:creationId xmlns:a16="http://schemas.microsoft.com/office/drawing/2014/main" id="{667CD674-773D-4DD4-848D-A3E1BB3C74C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e506495423640a0"/>
          <a:stretch xmlns:a="http://schemas.openxmlformats.org/drawingml/2006/main"/>
        </p:blipFill>
        <p:spPr>
          <a:xfrm xmlns:a="http://schemas.openxmlformats.org/drawingml/2006/main">
            <a:off x="6069142" y="7837597"/>
            <a:ext cx="196982" cy="196982"/>
          </a:xfrm>
          <a:prstGeom xmlns:a="http://schemas.openxmlformats.org/drawingml/2006/main" prst="rect">
            <a:avLst/>
          </a:prstGeom>
        </p:spPr>
      </p:pic>
      <p:sp>
        <p:nvSpPr>
          <p:cNvPr id="276" name="text-220 Bounding">
            <a:extLst xmlns:a="http://schemas.openxmlformats.org/drawingml/2006/main">
              <a:ext uri="{FF2B5EF4-FFF2-40B4-BE49-F238E27FC236}">
                <a16:creationId xmlns:a16="http://schemas.microsoft.com/office/drawing/2014/main" id="{B3E4FAD3-1A4E-4D72-85BD-92E7D2AE9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64978" y="7860179"/>
            <a:ext cx="629138" cy="1999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Bounding</a:t>
            </a:r>
          </a:p>
        </p:txBody>
      </p:sp>
      <p:sp>
        <p:nvSpPr>
          <p:cNvPr id="277" name="text-220 Boxes">
            <a:extLst xmlns:a="http://schemas.openxmlformats.org/drawingml/2006/main">
              <a:ext uri="{FF2B5EF4-FFF2-40B4-BE49-F238E27FC236}">
                <a16:creationId xmlns:a16="http://schemas.microsoft.com/office/drawing/2014/main" id="{400BDFA2-76B7-4779-BEF4-7BD0F672F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08315" y="7860235"/>
            <a:ext cx="422360" cy="1998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Boxes</a:t>
            </a:r>
          </a:p>
        </p:txBody>
      </p:sp>
      <p:pic>
        <p:nvPicPr>
          <p:cNvPr id="278" name="">
            <a:extLst xmlns:a="http://schemas.openxmlformats.org/drawingml/2006/main">
              <a:ext uri="{FF2B5EF4-FFF2-40B4-BE49-F238E27FC236}">
                <a16:creationId xmlns:a16="http://schemas.microsoft.com/office/drawing/2014/main" id="{88F0EB62-233B-40B8-9477-C7230DF0B38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32409bc9f634e16"/>
          <a:stretch xmlns:a="http://schemas.openxmlformats.org/drawingml/2006/main"/>
        </p:blipFill>
        <p:spPr>
          <a:xfrm xmlns:a="http://schemas.openxmlformats.org/drawingml/2006/main">
            <a:off x="6069142" y="8102202"/>
            <a:ext cx="196982" cy="196982"/>
          </a:xfrm>
          <a:prstGeom xmlns:a="http://schemas.openxmlformats.org/drawingml/2006/main" prst="rect">
            <a:avLst/>
          </a:prstGeom>
        </p:spPr>
      </p:pic>
      <p:sp>
        <p:nvSpPr>
          <p:cNvPr id="279" name="text-222 Element">
            <a:extLst xmlns:a="http://schemas.openxmlformats.org/drawingml/2006/main">
              <a:ext uri="{FF2B5EF4-FFF2-40B4-BE49-F238E27FC236}">
                <a16:creationId xmlns:a16="http://schemas.microsoft.com/office/drawing/2014/main" id="{7579CF3E-9AFA-4EEA-B92C-BEFD7474F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64978" y="8124773"/>
            <a:ext cx="549533" cy="1999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Element</a:t>
            </a:r>
          </a:p>
        </p:txBody>
      </p:sp>
      <p:sp>
        <p:nvSpPr>
          <p:cNvPr id="280" name="text-222 Categories">
            <a:extLst xmlns:a="http://schemas.openxmlformats.org/drawingml/2006/main">
              <a:ext uri="{FF2B5EF4-FFF2-40B4-BE49-F238E27FC236}">
                <a16:creationId xmlns:a16="http://schemas.microsoft.com/office/drawing/2014/main" id="{FB3F708C-F307-4326-A622-DEC9BC894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928183" y="8124724"/>
            <a:ext cx="716531" cy="1999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Categories</a:t>
            </a:r>
          </a:p>
        </p:txBody>
      </p:sp>
      <p:pic>
        <p:nvPicPr>
          <p:cNvPr id="281" name="">
            <a:extLst xmlns:a="http://schemas.openxmlformats.org/drawingml/2006/main">
              <a:ext uri="{FF2B5EF4-FFF2-40B4-BE49-F238E27FC236}">
                <a16:creationId xmlns:a16="http://schemas.microsoft.com/office/drawing/2014/main" id="{2D84FD28-FFDD-4879-831C-E838CC0950D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047d63f15ea4f34"/>
          <a:stretch xmlns:a="http://schemas.openxmlformats.org/drawingml/2006/main"/>
        </p:blipFill>
        <p:spPr>
          <a:xfrm xmlns:a="http://schemas.openxmlformats.org/drawingml/2006/main">
            <a:off x="6069142" y="8366794"/>
            <a:ext cx="196982" cy="196982"/>
          </a:xfrm>
          <a:prstGeom xmlns:a="http://schemas.openxmlformats.org/drawingml/2006/main" prst="rect">
            <a:avLst/>
          </a:prstGeom>
        </p:spPr>
      </p:pic>
      <p:sp>
        <p:nvSpPr>
          <p:cNvPr id="282" name="text-224 HTML">
            <a:extLst xmlns:a="http://schemas.openxmlformats.org/drawingml/2006/main">
              <a:ext uri="{FF2B5EF4-FFF2-40B4-BE49-F238E27FC236}">
                <a16:creationId xmlns:a16="http://schemas.microsoft.com/office/drawing/2014/main" id="{294FE80F-DD48-4798-8A0B-E0425AD25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64978" y="8389069"/>
            <a:ext cx="414253" cy="1998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HTML</a:t>
            </a:r>
          </a:p>
        </p:txBody>
      </p:sp>
      <p:sp>
        <p:nvSpPr>
          <p:cNvPr id="283" name="text-224 Tables">
            <a:extLst xmlns:a="http://schemas.openxmlformats.org/drawingml/2006/main">
              <a:ext uri="{FF2B5EF4-FFF2-40B4-BE49-F238E27FC236}">
                <a16:creationId xmlns:a16="http://schemas.microsoft.com/office/drawing/2014/main" id="{41EA80CB-FD73-4961-9657-99B43AE4CB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85599" y="8388954"/>
            <a:ext cx="438635" cy="1999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Tables</a:t>
            </a:r>
          </a:p>
        </p:txBody>
      </p:sp>
      <p:pic>
        <p:nvPicPr>
          <p:cNvPr id="284" name="">
            <a:extLst xmlns:a="http://schemas.openxmlformats.org/drawingml/2006/main">
              <a:ext uri="{FF2B5EF4-FFF2-40B4-BE49-F238E27FC236}">
                <a16:creationId xmlns:a16="http://schemas.microsoft.com/office/drawing/2014/main" id="{5B2988DF-7100-4567-AF3B-0643C53A98F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0495421a1f94d86"/>
          <a:stretch xmlns:a="http://schemas.openxmlformats.org/drawingml/2006/main"/>
        </p:blipFill>
        <p:spPr>
          <a:xfrm xmlns:a="http://schemas.openxmlformats.org/drawingml/2006/main">
            <a:off x="6069142" y="8631022"/>
            <a:ext cx="196982" cy="196982"/>
          </a:xfrm>
          <a:prstGeom xmlns:a="http://schemas.openxmlformats.org/drawingml/2006/main" prst="rect">
            <a:avLst/>
          </a:prstGeom>
        </p:spPr>
      </p:pic>
      <p:sp>
        <p:nvSpPr>
          <p:cNvPr id="285" name="text-226 LaTeX">
            <a:extLst xmlns:a="http://schemas.openxmlformats.org/drawingml/2006/main">
              <a:ext uri="{FF2B5EF4-FFF2-40B4-BE49-F238E27FC236}">
                <a16:creationId xmlns:a16="http://schemas.microsoft.com/office/drawing/2014/main" id="{47515C3F-BD3A-4CDF-9001-E3B17AD2B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64978" y="8653619"/>
            <a:ext cx="430493" cy="1998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LaTeX</a:t>
            </a:r>
          </a:p>
        </p:txBody>
      </p:sp>
      <p:sp>
        <p:nvSpPr>
          <p:cNvPr id="286" name="text-226 Formulas">
            <a:extLst xmlns:a="http://schemas.openxmlformats.org/drawingml/2006/main">
              <a:ext uri="{FF2B5EF4-FFF2-40B4-BE49-F238E27FC236}">
                <a16:creationId xmlns:a16="http://schemas.microsoft.com/office/drawing/2014/main" id="{83D1B338-B622-4001-877A-CA647D867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09554" y="8653580"/>
            <a:ext cx="620850" cy="1999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5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1125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Formulas</a:t>
            </a:r>
          </a:p>
        </p:txBody>
      </p:sp>
      <p:pic>
        <p:nvPicPr>
          <p:cNvPr id="287" name="">
            <a:extLst xmlns:a="http://schemas.openxmlformats.org/drawingml/2006/main">
              <a:ext uri="{FF2B5EF4-FFF2-40B4-BE49-F238E27FC236}">
                <a16:creationId xmlns:a16="http://schemas.microsoft.com/office/drawing/2014/main" id="{207CC3DD-E608-4231-B53D-1D55BDCF00C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279eb7f7fd04b5f"/>
          <a:stretch xmlns:a="http://schemas.openxmlformats.org/drawingml/2006/main"/>
        </p:blipFill>
        <p:spPr>
          <a:xfrm xmlns:a="http://schemas.openxmlformats.org/drawingml/2006/main">
            <a:off x="5531493" y="7961084"/>
            <a:ext cx="253572" cy="253572"/>
          </a:xfrm>
          <a:prstGeom xmlns:a="http://schemas.openxmlformats.org/drawingml/2006/main" prst="rect">
            <a:avLst/>
          </a:prstGeom>
        </p:spPr>
      </p:pic>
      <p:sp>
        <p:nvSpPr>
          <p:cNvPr id="288" name="path-228">
            <a:extLst xmlns:a="http://schemas.openxmlformats.org/drawingml/2006/main">
              <a:ext uri="{FF2B5EF4-FFF2-40B4-BE49-F238E27FC236}">
                <a16:creationId xmlns:a16="http://schemas.microsoft.com/office/drawing/2014/main" id="{E182FC5F-4D71-4909-961A-6D3A70626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79023" y="8099998"/>
            <a:ext cx="224168" cy="363"/>
          </a:xfrm>
          <a:custGeom xmlns:a="http://schemas.openxmlformats.org/drawingml/2006/main">
            <a:pathLst>
              <a:path w="273361" h="442">
                <a:moveTo>
                  <a:pt x="0" y="0"/>
                </a:moveTo>
                <a:lnTo>
                  <a:pt x="273361" y="442"/>
                </a:lnTo>
              </a:path>
            </a:pathLst>
          </a:custGeom>
          <a:noFill xmlns:a="http://schemas.openxmlformats.org/drawingml/2006/main"/>
          <a:ln xmlns:a="http://schemas.openxmlformats.org/drawingml/2006/main" w="16905">
            <a:solidFill>
              <a:srgbClr val="1E2A38"/>
            </a:solidFill>
            <a:prstDash val="dash"/>
          </a:ln>
        </p:spPr>
      </p:sp>
      <p:sp>
        <p:nvSpPr>
          <p:cNvPr id="289" name="path-229">
            <a:extLst xmlns:a="http://schemas.openxmlformats.org/drawingml/2006/main">
              <a:ext uri="{FF2B5EF4-FFF2-40B4-BE49-F238E27FC236}">
                <a16:creationId xmlns:a16="http://schemas.microsoft.com/office/drawing/2014/main" id="{919BBB4E-5A15-459B-9CED-0F454DDB0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6992" y="8061415"/>
            <a:ext cx="77177" cy="77165"/>
          </a:xfrm>
          <a:custGeom xmlns:a="http://schemas.openxmlformats.org/drawingml/2006/main">
            <a:pathLst>
              <a:path w="94113" h="94098">
                <a:moveTo>
                  <a:pt x="0" y="47050"/>
                </a:moveTo>
                <a:lnTo>
                  <a:pt x="94113" y="0"/>
                </a:lnTo>
                <a:lnTo>
                  <a:pt x="94113" y="94098"/>
                </a:lnTo>
                <a:lnTo>
                  <a:pt x="0" y="47050"/>
                </a:lnTo>
              </a:path>
            </a:pathLst>
          </a:custGeom>
          <a:solidFill xmlns:a="http://schemas.openxmlformats.org/drawingml/2006/main">
            <a:srgbClr val="1E2A3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" name="path-230">
            <a:extLst xmlns:a="http://schemas.openxmlformats.org/drawingml/2006/main">
              <a:ext uri="{FF2B5EF4-FFF2-40B4-BE49-F238E27FC236}">
                <a16:creationId xmlns:a16="http://schemas.microsoft.com/office/drawing/2014/main" id="{CE15D15D-A061-4D98-8722-8275B2D98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771" y="8099998"/>
            <a:ext cx="224182" cy="363"/>
          </a:xfrm>
          <a:custGeom xmlns:a="http://schemas.openxmlformats.org/drawingml/2006/main">
            <a:pathLst>
              <a:path w="273377" h="442">
                <a:moveTo>
                  <a:pt x="0" y="0"/>
                </a:moveTo>
                <a:lnTo>
                  <a:pt x="273377" y="442"/>
                </a:lnTo>
              </a:path>
            </a:pathLst>
          </a:custGeom>
          <a:noFill xmlns:a="http://schemas.openxmlformats.org/drawingml/2006/main"/>
          <a:ln xmlns:a="http://schemas.openxmlformats.org/drawingml/2006/main" w="16905">
            <a:solidFill>
              <a:srgbClr val="1E2A38"/>
            </a:solidFill>
            <a:prstDash val="dash"/>
          </a:ln>
        </p:spPr>
      </p:sp>
      <p:sp>
        <p:nvSpPr>
          <p:cNvPr id="291" name="path-231">
            <a:extLst xmlns:a="http://schemas.openxmlformats.org/drawingml/2006/main">
              <a:ext uri="{FF2B5EF4-FFF2-40B4-BE49-F238E27FC236}">
                <a16:creationId xmlns:a16="http://schemas.microsoft.com/office/drawing/2014/main" id="{BD5E92D5-88B7-4127-A523-A22494E79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3805" y="8061779"/>
            <a:ext cx="77177" cy="77178"/>
          </a:xfrm>
          <a:custGeom xmlns:a="http://schemas.openxmlformats.org/drawingml/2006/main">
            <a:pathLst>
              <a:path w="94113" h="94114">
                <a:moveTo>
                  <a:pt x="94113" y="47049"/>
                </a:moveTo>
                <a:lnTo>
                  <a:pt x="0" y="94114"/>
                </a:lnTo>
                <a:lnTo>
                  <a:pt x="0" y="0"/>
                </a:lnTo>
                <a:lnTo>
                  <a:pt x="94113" y="47049"/>
                </a:lnTo>
              </a:path>
            </a:pathLst>
          </a:custGeom>
          <a:solidFill xmlns:a="http://schemas.openxmlformats.org/drawingml/2006/main">
            <a:srgbClr val="1E2A3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2" name="path-232">
            <a:extLst xmlns:a="http://schemas.openxmlformats.org/drawingml/2006/main">
              <a:ext uri="{FF2B5EF4-FFF2-40B4-BE49-F238E27FC236}">
                <a16:creationId xmlns:a16="http://schemas.microsoft.com/office/drawing/2014/main" id="{9B96D32E-046A-4613-A06F-F57822C1B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2627" y="8901876"/>
            <a:ext cx="376" cy="255776"/>
          </a:xfrm>
          <a:custGeom xmlns:a="http://schemas.openxmlformats.org/drawingml/2006/main">
            <a:pathLst>
              <a:path w="459" h="311905">
                <a:moveTo>
                  <a:pt x="0" y="0"/>
                </a:moveTo>
                <a:lnTo>
                  <a:pt x="459" y="311905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93" name="path-233">
            <a:extLst xmlns:a="http://schemas.openxmlformats.org/drawingml/2006/main">
              <a:ext uri="{FF2B5EF4-FFF2-40B4-BE49-F238E27FC236}">
                <a16:creationId xmlns:a16="http://schemas.microsoft.com/office/drawing/2014/main" id="{C95E4496-63D6-438F-BD8C-544F01F5F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67746" y="8901876"/>
            <a:ext cx="376" cy="255776"/>
          </a:xfrm>
          <a:custGeom xmlns:a="http://schemas.openxmlformats.org/drawingml/2006/main">
            <a:pathLst>
              <a:path w="459" h="311905">
                <a:moveTo>
                  <a:pt x="0" y="0"/>
                </a:moveTo>
                <a:lnTo>
                  <a:pt x="459" y="311905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94" name="path-234">
            <a:extLst xmlns:a="http://schemas.openxmlformats.org/drawingml/2006/main">
              <a:ext uri="{FF2B5EF4-FFF2-40B4-BE49-F238E27FC236}">
                <a16:creationId xmlns:a16="http://schemas.microsoft.com/office/drawing/2014/main" id="{F638E7C2-89C4-4397-ADD1-7343F6C7E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2627" y="9157652"/>
            <a:ext cx="2045119" cy="364"/>
          </a:xfrm>
          <a:custGeom xmlns:a="http://schemas.openxmlformats.org/drawingml/2006/main">
            <a:pathLst>
              <a:path w="2493909" h="443">
                <a:moveTo>
                  <a:pt x="0" y="0"/>
                </a:moveTo>
                <a:lnTo>
                  <a:pt x="2493909" y="443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95" name="path-235">
            <a:extLst xmlns:a="http://schemas.openxmlformats.org/drawingml/2006/main">
              <a:ext uri="{FF2B5EF4-FFF2-40B4-BE49-F238E27FC236}">
                <a16:creationId xmlns:a16="http://schemas.microsoft.com/office/drawing/2014/main" id="{E3822A66-E287-4247-937A-43B4781A2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7252" y="9169411"/>
            <a:ext cx="364" cy="153617"/>
          </a:xfrm>
          <a:custGeom xmlns:a="http://schemas.openxmlformats.org/drawingml/2006/main">
            <a:pathLst>
              <a:path w="443" h="187327">
                <a:moveTo>
                  <a:pt x="0" y="0"/>
                </a:moveTo>
                <a:lnTo>
                  <a:pt x="443" y="187327"/>
                </a:lnTo>
              </a:path>
            </a:pathLst>
          </a:custGeom>
          <a:noFill xmlns:a="http://schemas.openxmlformats.org/drawingml/2006/main"/>
          <a:ln xmlns:a="http://schemas.openxmlformats.org/drawingml/2006/main" w="19477">
            <a:solidFill>
              <a:srgbClr val="17202B"/>
            </a:solidFill>
            <a:prstDash val="solid"/>
          </a:ln>
        </p:spPr>
      </p:sp>
      <p:sp>
        <p:nvSpPr>
          <p:cNvPr id="296" name="path-236">
            <a:extLst xmlns:a="http://schemas.openxmlformats.org/drawingml/2006/main">
              <a:ext uri="{FF2B5EF4-FFF2-40B4-BE49-F238E27FC236}">
                <a16:creationId xmlns:a16="http://schemas.microsoft.com/office/drawing/2014/main" id="{7386718F-3740-4379-B7F7-8872F1FB1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98377" y="9327071"/>
            <a:ext cx="97751" cy="78643"/>
          </a:xfrm>
          <a:custGeom xmlns:a="http://schemas.openxmlformats.org/drawingml/2006/main">
            <a:pathLst>
              <a:path w="119202" h="95901">
                <a:moveTo>
                  <a:pt x="119202" y="0"/>
                </a:moveTo>
                <a:lnTo>
                  <a:pt x="59601" y="95901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297" name="path-237">
            <a:extLst xmlns:a="http://schemas.openxmlformats.org/drawingml/2006/main">
              <a:ext uri="{FF2B5EF4-FFF2-40B4-BE49-F238E27FC236}">
                <a16:creationId xmlns:a16="http://schemas.microsoft.com/office/drawing/2014/main" id="{2136CA09-E1DB-41F2-8AD8-7D677D19F2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20066" y="9411224"/>
            <a:ext cx="2835226" cy="546103"/>
          </a:xfrm>
          <a:custGeom xmlns:a="http://schemas.openxmlformats.org/drawingml/2006/main">
            <a:pathLst>
              <a:path w="3457400" h="665942">
                <a:moveTo>
                  <a:pt x="0" y="113829"/>
                </a:moveTo>
                <a:lnTo>
                  <a:pt x="0" y="113829"/>
                </a:lnTo>
                <a:cubicBezTo>
                  <a:pt x="0" y="93672"/>
                  <a:pt x="5375" y="74400"/>
                  <a:pt x="15225" y="56914"/>
                </a:cubicBezTo>
                <a:cubicBezTo>
                  <a:pt x="25090" y="39445"/>
                  <a:pt x="39429" y="25106"/>
                  <a:pt x="56914" y="15240"/>
                </a:cubicBezTo>
                <a:cubicBezTo>
                  <a:pt x="74383" y="5376"/>
                  <a:pt x="93655" y="0"/>
                  <a:pt x="113828" y="0"/>
                </a:cubicBezTo>
                <a:lnTo>
                  <a:pt x="3343130" y="0"/>
                </a:lnTo>
                <a:cubicBezTo>
                  <a:pt x="3363303" y="0"/>
                  <a:pt x="3382574" y="5376"/>
                  <a:pt x="3400044" y="15240"/>
                </a:cubicBezTo>
                <a:cubicBezTo>
                  <a:pt x="3417529" y="25106"/>
                  <a:pt x="3431868" y="39445"/>
                  <a:pt x="3441717" y="56914"/>
                </a:cubicBezTo>
                <a:cubicBezTo>
                  <a:pt x="3451583" y="74400"/>
                  <a:pt x="3456958" y="93672"/>
                  <a:pt x="3456958" y="113829"/>
                </a:cubicBezTo>
                <a:lnTo>
                  <a:pt x="3457400" y="551671"/>
                </a:lnTo>
                <a:cubicBezTo>
                  <a:pt x="3457400" y="571828"/>
                  <a:pt x="3452026" y="591100"/>
                  <a:pt x="3442176" y="608586"/>
                </a:cubicBezTo>
                <a:cubicBezTo>
                  <a:pt x="3432311" y="626055"/>
                  <a:pt x="3417972" y="640394"/>
                  <a:pt x="3400486" y="650260"/>
                </a:cubicBezTo>
                <a:cubicBezTo>
                  <a:pt x="3383017" y="660108"/>
                  <a:pt x="3363745" y="665500"/>
                  <a:pt x="3343573" y="665500"/>
                </a:cubicBezTo>
                <a:lnTo>
                  <a:pt x="113828" y="665942"/>
                </a:lnTo>
                <a:cubicBezTo>
                  <a:pt x="93655" y="665942"/>
                  <a:pt x="74383" y="660567"/>
                  <a:pt x="56914" y="650702"/>
                </a:cubicBezTo>
                <a:cubicBezTo>
                  <a:pt x="39429" y="640852"/>
                  <a:pt x="25090" y="626497"/>
                  <a:pt x="15225" y="609028"/>
                </a:cubicBezTo>
                <a:cubicBezTo>
                  <a:pt x="5375" y="591543"/>
                  <a:pt x="0" y="572287"/>
                  <a:pt x="0" y="552114"/>
                </a:cubicBezTo>
                <a:lnTo>
                  <a:pt x="0" y="113829"/>
                </a:lnTo>
              </a:path>
            </a:pathLst>
          </a:custGeom>
          <a:solidFill xmlns:a="http://schemas.openxmlformats.org/drawingml/2006/main">
            <a:srgbClr val="F4F9FD"/>
          </a:solidFill>
          <a:ln xmlns:a="http://schemas.openxmlformats.org/drawingml/2006/main" w="18007">
            <a:solidFill>
              <a:srgbClr val="1F5FA8"/>
            </a:solidFill>
            <a:prstDash val="solid"/>
          </a:ln>
        </p:spPr>
      </p:sp>
      <p:pic>
        <p:nvPicPr>
          <p:cNvPr id="298" name="">
            <a:extLst xmlns:a="http://schemas.openxmlformats.org/drawingml/2006/main">
              <a:ext uri="{FF2B5EF4-FFF2-40B4-BE49-F238E27FC236}">
                <a16:creationId xmlns:a16="http://schemas.microsoft.com/office/drawing/2014/main" id="{3433216B-B3B7-4844-B7C5-974E78C2F8B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79e0acfa37a47b3"/>
          <a:stretch xmlns:a="http://schemas.openxmlformats.org/drawingml/2006/main"/>
        </p:blipFill>
        <p:spPr>
          <a:xfrm xmlns:a="http://schemas.openxmlformats.org/drawingml/2006/main">
            <a:off x="3989110" y="9547572"/>
            <a:ext cx="225270" cy="225270"/>
          </a:xfrm>
          <a:prstGeom xmlns:a="http://schemas.openxmlformats.org/drawingml/2006/main" prst="rect">
            <a:avLst/>
          </a:prstGeom>
        </p:spPr>
      </p:pic>
      <p:sp>
        <p:nvSpPr>
          <p:cNvPr id="299" name="text-239 Paired">
            <a:extLst xmlns:a="http://schemas.openxmlformats.org/drawingml/2006/main">
              <a:ext uri="{FF2B5EF4-FFF2-40B4-BE49-F238E27FC236}">
                <a16:creationId xmlns:a16="http://schemas.microsoft.com/office/drawing/2014/main" id="{B21C602A-1AD1-45C2-BF83-E040798A1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53990" y="9565554"/>
            <a:ext cx="563817" cy="2439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2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2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372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Paired</a:t>
            </a:r>
          </a:p>
        </p:txBody>
      </p:sp>
      <p:sp>
        <p:nvSpPr>
          <p:cNvPr id="300" name="text-239 Training">
            <a:extLst xmlns:a="http://schemas.openxmlformats.org/drawingml/2006/main">
              <a:ext uri="{FF2B5EF4-FFF2-40B4-BE49-F238E27FC236}">
                <a16:creationId xmlns:a16="http://schemas.microsoft.com/office/drawing/2014/main" id="{12BC337A-1998-48DA-BEC4-65DE94F55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34581" y="9565512"/>
            <a:ext cx="708842" cy="2439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2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2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372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Training</a:t>
            </a:r>
          </a:p>
        </p:txBody>
      </p:sp>
      <p:sp>
        <p:nvSpPr>
          <p:cNvPr id="301" name="text-239 Records">
            <a:extLst xmlns:a="http://schemas.openxmlformats.org/drawingml/2006/main">
              <a:ext uri="{FF2B5EF4-FFF2-40B4-BE49-F238E27FC236}">
                <a16:creationId xmlns:a16="http://schemas.microsoft.com/office/drawing/2014/main" id="{10F94935-5319-4E79-A3F1-99D810D25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59840" y="9565443"/>
            <a:ext cx="728676" cy="2440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1F5FA8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1F5FA8"/>
                </a:solidFill>
                <a:latin typeface="Arial"/>
                <a:ea typeface="Arial"/>
                <a:cs typeface="Arial"/>
              </a:rPr>
              <a:t>Records</a:t>
            </a:r>
          </a:p>
        </p:txBody>
      </p:sp>
      <p:sp>
        <p:nvSpPr>
          <p:cNvPr id="302" name="path-240">
            <a:extLst xmlns:a="http://schemas.openxmlformats.org/drawingml/2006/main">
              <a:ext uri="{FF2B5EF4-FFF2-40B4-BE49-F238E27FC236}">
                <a16:creationId xmlns:a16="http://schemas.microsoft.com/office/drawing/2014/main" id="{2DA7C7FA-6B6D-4B2A-9C72-0366EB55B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53827" y="9687951"/>
            <a:ext cx="1867622" cy="363"/>
          </a:xfrm>
          <a:custGeom xmlns:a="http://schemas.openxmlformats.org/drawingml/2006/main">
            <a:pathLst>
              <a:path w="2277462" h="442">
                <a:moveTo>
                  <a:pt x="0" y="0"/>
                </a:moveTo>
                <a:lnTo>
                  <a:pt x="2277462" y="442"/>
                </a:lnTo>
              </a:path>
            </a:pathLst>
          </a:custGeom>
          <a:noFill xmlns:a="http://schemas.openxmlformats.org/drawingml/2006/main"/>
          <a:ln xmlns:a="http://schemas.openxmlformats.org/drawingml/2006/main" w="31237">
            <a:solidFill>
              <a:srgbClr val="1B4E8C"/>
            </a:solidFill>
            <a:prstDash val="solid"/>
          </a:ln>
        </p:spPr>
      </p:sp>
      <p:sp>
        <p:nvSpPr>
          <p:cNvPr id="303" name="path-241">
            <a:extLst xmlns:a="http://schemas.openxmlformats.org/drawingml/2006/main">
              <a:ext uri="{FF2B5EF4-FFF2-40B4-BE49-F238E27FC236}">
                <a16:creationId xmlns:a16="http://schemas.microsoft.com/office/drawing/2014/main" id="{AA5B9474-D62A-4574-8465-E007576ACC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21449" y="7518256"/>
            <a:ext cx="364" cy="2168230"/>
          </a:xfrm>
          <a:custGeom xmlns:a="http://schemas.openxmlformats.org/drawingml/2006/main">
            <a:pathLst>
              <a:path w="443" h="2644036">
                <a:moveTo>
                  <a:pt x="0" y="0"/>
                </a:moveTo>
                <a:lnTo>
                  <a:pt x="443" y="2644036"/>
                </a:lnTo>
              </a:path>
            </a:pathLst>
          </a:custGeom>
          <a:noFill xmlns:a="http://schemas.openxmlformats.org/drawingml/2006/main"/>
          <a:ln xmlns:a="http://schemas.openxmlformats.org/drawingml/2006/main" w="31237">
            <a:solidFill>
              <a:srgbClr val="1B4E8C"/>
            </a:solidFill>
            <a:prstDash val="solid"/>
          </a:ln>
        </p:spPr>
      </p:sp>
      <p:sp>
        <p:nvSpPr>
          <p:cNvPr id="304" name="path-242">
            <a:extLst xmlns:a="http://schemas.openxmlformats.org/drawingml/2006/main">
              <a:ext uri="{FF2B5EF4-FFF2-40B4-BE49-F238E27FC236}">
                <a16:creationId xmlns:a16="http://schemas.microsoft.com/office/drawing/2014/main" id="{2147439E-7E28-4C4D-B7EB-B02914924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855" y="6272072"/>
            <a:ext cx="6149697" cy="3913831"/>
          </a:xfrm>
          <a:custGeom xmlns:a="http://schemas.openxmlformats.org/drawingml/2006/main">
            <a:pathLst>
              <a:path w="7499214" h="4772700">
                <a:moveTo>
                  <a:pt x="460" y="102620"/>
                </a:moveTo>
                <a:lnTo>
                  <a:pt x="460" y="102620"/>
                </a:lnTo>
                <a:cubicBezTo>
                  <a:pt x="460" y="84692"/>
                  <a:pt x="5393" y="66764"/>
                  <a:pt x="14357" y="51539"/>
                </a:cubicBezTo>
                <a:cubicBezTo>
                  <a:pt x="23304" y="35841"/>
                  <a:pt x="36300" y="22845"/>
                  <a:pt x="51539" y="13881"/>
                </a:cubicBezTo>
                <a:cubicBezTo>
                  <a:pt x="67224" y="4918"/>
                  <a:pt x="85150" y="0"/>
                  <a:pt x="103078" y="0"/>
                </a:cubicBezTo>
                <a:lnTo>
                  <a:pt x="7396596" y="443"/>
                </a:lnTo>
                <a:cubicBezTo>
                  <a:pt x="7414524" y="443"/>
                  <a:pt x="7432436" y="5376"/>
                  <a:pt x="7447675" y="14340"/>
                </a:cubicBezTo>
                <a:cubicBezTo>
                  <a:pt x="7463359" y="23304"/>
                  <a:pt x="7476355" y="36299"/>
                  <a:pt x="7485319" y="51539"/>
                </a:cubicBezTo>
                <a:cubicBezTo>
                  <a:pt x="7494281" y="67222"/>
                  <a:pt x="7499214" y="85150"/>
                  <a:pt x="7499214" y="103063"/>
                </a:cubicBezTo>
                <a:lnTo>
                  <a:pt x="7499214" y="4670081"/>
                </a:lnTo>
                <a:cubicBezTo>
                  <a:pt x="7499214" y="4688009"/>
                  <a:pt x="7494281" y="4705937"/>
                  <a:pt x="7485319" y="4721178"/>
                </a:cubicBezTo>
                <a:cubicBezTo>
                  <a:pt x="7476355" y="4736860"/>
                  <a:pt x="7463359" y="4749856"/>
                  <a:pt x="7448135" y="4758820"/>
                </a:cubicBezTo>
                <a:cubicBezTo>
                  <a:pt x="7432436" y="4767783"/>
                  <a:pt x="7414524" y="4772700"/>
                  <a:pt x="7396596" y="4772700"/>
                </a:cubicBezTo>
                <a:lnTo>
                  <a:pt x="102635" y="4772700"/>
                </a:lnTo>
                <a:cubicBezTo>
                  <a:pt x="84709" y="4772700"/>
                  <a:pt x="66781" y="4767783"/>
                  <a:pt x="51539" y="4758820"/>
                </a:cubicBezTo>
                <a:cubicBezTo>
                  <a:pt x="35857" y="4749856"/>
                  <a:pt x="22861" y="4736860"/>
                  <a:pt x="13897" y="4721620"/>
                </a:cubicBezTo>
                <a:cubicBezTo>
                  <a:pt x="4933" y="4705937"/>
                  <a:pt x="0" y="4688009"/>
                  <a:pt x="0" y="4670081"/>
                </a:cubicBezTo>
                <a:lnTo>
                  <a:pt x="460" y="102620"/>
                </a:lnTo>
              </a:path>
            </a:pathLst>
          </a:custGeom>
          <a:solidFill xmlns:a="http://schemas.openxmlformats.org/drawingml/2006/main">
            <a:srgbClr val="FEFAF5"/>
          </a:solidFill>
          <a:ln xmlns:a="http://schemas.openxmlformats.org/drawingml/2006/main" w="14332">
            <a:solidFill>
              <a:srgbClr val="EEBB90"/>
            </a:solidFill>
            <a:prstDash val="solid"/>
          </a:ln>
        </p:spPr>
      </p:sp>
      <p:sp>
        <p:nvSpPr>
          <p:cNvPr id="305" name="path-243">
            <a:extLst xmlns:a="http://schemas.openxmlformats.org/drawingml/2006/main">
              <a:ext uri="{FF2B5EF4-FFF2-40B4-BE49-F238E27FC236}">
                <a16:creationId xmlns:a16="http://schemas.microsoft.com/office/drawing/2014/main" id="{F53845AC-E884-49F0-99F3-8C0B1FD6D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7813" y="6343727"/>
            <a:ext cx="260183" cy="260197"/>
          </a:xfrm>
          <a:custGeom xmlns:a="http://schemas.openxmlformats.org/drawingml/2006/main">
            <a:pathLst>
              <a:path w="317278" h="317295">
                <a:moveTo>
                  <a:pt x="0" y="158648"/>
                </a:moveTo>
                <a:lnTo>
                  <a:pt x="0" y="158648"/>
                </a:lnTo>
                <a:cubicBezTo>
                  <a:pt x="0" y="130854"/>
                  <a:pt x="7162" y="103520"/>
                  <a:pt x="21056" y="79332"/>
                </a:cubicBezTo>
                <a:cubicBezTo>
                  <a:pt x="34953" y="55127"/>
                  <a:pt x="55113" y="34954"/>
                  <a:pt x="79316" y="21073"/>
                </a:cubicBezTo>
                <a:cubicBezTo>
                  <a:pt x="103519" y="7177"/>
                  <a:pt x="130855" y="0"/>
                  <a:pt x="158632" y="0"/>
                </a:cubicBezTo>
                <a:cubicBezTo>
                  <a:pt x="186423" y="0"/>
                  <a:pt x="213759" y="7177"/>
                  <a:pt x="237962" y="21073"/>
                </a:cubicBezTo>
                <a:cubicBezTo>
                  <a:pt x="262151" y="34954"/>
                  <a:pt x="282325" y="55127"/>
                  <a:pt x="296222" y="79332"/>
                </a:cubicBezTo>
                <a:cubicBezTo>
                  <a:pt x="310102" y="103520"/>
                  <a:pt x="317278" y="130854"/>
                  <a:pt x="317278" y="158648"/>
                </a:cubicBezTo>
                <a:cubicBezTo>
                  <a:pt x="317278" y="186424"/>
                  <a:pt x="310102" y="213775"/>
                  <a:pt x="296222" y="237964"/>
                </a:cubicBezTo>
                <a:cubicBezTo>
                  <a:pt x="282325" y="262167"/>
                  <a:pt x="262151" y="282340"/>
                  <a:pt x="237962" y="296221"/>
                </a:cubicBezTo>
                <a:cubicBezTo>
                  <a:pt x="213759" y="310118"/>
                  <a:pt x="186423" y="317295"/>
                  <a:pt x="158632" y="317295"/>
                </a:cubicBezTo>
                <a:cubicBezTo>
                  <a:pt x="130855" y="317295"/>
                  <a:pt x="103519" y="310118"/>
                  <a:pt x="79316" y="296221"/>
                </a:cubicBezTo>
                <a:cubicBezTo>
                  <a:pt x="55113" y="282340"/>
                  <a:pt x="34953" y="262167"/>
                  <a:pt x="21056" y="237964"/>
                </a:cubicBezTo>
                <a:cubicBezTo>
                  <a:pt x="7162" y="213775"/>
                  <a:pt x="0" y="186424"/>
                  <a:pt x="0" y="158648"/>
                </a:cubicBezTo>
              </a:path>
            </a:pathLst>
          </a:custGeom>
          <a:solidFill xmlns:a="http://schemas.openxmlformats.org/drawingml/2006/main">
            <a:srgbClr val="B85A18"/>
          </a:solidFill>
          <a:ln xmlns:a="http://schemas.openxmlformats.org/drawingml/2006/main" w="5145">
            <a:solidFill>
              <a:srgbClr val="B85A18"/>
            </a:solidFill>
            <a:prstDash val="solid"/>
          </a:ln>
        </p:spPr>
      </p:sp>
      <p:sp>
        <p:nvSpPr>
          <p:cNvPr id="306" name="text-244 4">
            <a:extLst xmlns:a="http://schemas.openxmlformats.org/drawingml/2006/main">
              <a:ext uri="{FF2B5EF4-FFF2-40B4-BE49-F238E27FC236}">
                <a16:creationId xmlns:a16="http://schemas.microsoft.com/office/drawing/2014/main" id="{B1C03A91-E9AE-4D1C-A6CC-B91185A98A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93430" y="6377608"/>
            <a:ext cx="118209" cy="2247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4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264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4</a:t>
            </a:r>
          </a:p>
        </p:txBody>
      </p:sp>
      <p:sp>
        <p:nvSpPr>
          <p:cNvPr id="307" name="text-245 Appearance">
            <a:extLst xmlns:a="http://schemas.openxmlformats.org/drawingml/2006/main">
              <a:ext uri="{FF2B5EF4-FFF2-40B4-BE49-F238E27FC236}">
                <a16:creationId xmlns:a16="http://schemas.microsoft.com/office/drawing/2014/main" id="{100F1844-9DD3-42F6-9EB4-F3EC00680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24586" y="6359093"/>
            <a:ext cx="1128295" cy="2676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5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5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Appearance</a:t>
            </a:r>
          </a:p>
        </p:txBody>
      </p:sp>
      <p:sp>
        <p:nvSpPr>
          <p:cNvPr id="308" name="text-245 Degradation">
            <a:extLst xmlns:a="http://schemas.openxmlformats.org/drawingml/2006/main">
              <a:ext uri="{FF2B5EF4-FFF2-40B4-BE49-F238E27FC236}">
                <a16:creationId xmlns:a16="http://schemas.microsoft.com/office/drawing/2014/main" id="{B9BAC0B9-CA4D-4AA3-AA4E-156C60615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71655" y="6359057"/>
            <a:ext cx="1149413" cy="2676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6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6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6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Degradation</a:t>
            </a:r>
          </a:p>
        </p:txBody>
      </p:sp>
      <p:sp>
        <p:nvSpPr>
          <p:cNvPr id="309" name="text-245 &amp;">
            <a:extLst xmlns:a="http://schemas.openxmlformats.org/drawingml/2006/main">
              <a:ext uri="{FF2B5EF4-FFF2-40B4-BE49-F238E27FC236}">
                <a16:creationId xmlns:a16="http://schemas.microsoft.com/office/drawing/2014/main" id="{A0673AC2-B74E-441F-B443-94541DAD2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39703" y="6359385"/>
            <a:ext cx="172100" cy="2672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3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3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3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310" name="text-245 Augmentation">
            <a:extLst xmlns:a="http://schemas.openxmlformats.org/drawingml/2006/main">
              <a:ext uri="{FF2B5EF4-FFF2-40B4-BE49-F238E27FC236}">
                <a16:creationId xmlns:a16="http://schemas.microsoft.com/office/drawing/2014/main" id="{177C20A9-380F-4E0F-BDB3-52310840E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24142" y="6359047"/>
            <a:ext cx="1319168" cy="2677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6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6" b="1" i="0">
                <a:solidFill>
                  <a:srgbClr val="18233C"/>
                </a:solidFill>
                <a:latin typeface="Arial"/>
                <a:ea typeface="Arial"/>
                <a:cs typeface="Arial"/>
              </a:defRPr>
            </a:pPr>
            <a:r>
              <a:rPr sz="1506" b="1" i="0">
                <a:solidFill>
                  <a:srgbClr val="18233C"/>
                </a:solidFill>
                <a:latin typeface="Arial"/>
                <a:ea typeface="Arial"/>
                <a:cs typeface="Arial"/>
              </a:rPr>
              <a:t>Augmentation</a:t>
            </a:r>
          </a:p>
        </p:txBody>
      </p:sp>
      <p:sp>
        <p:nvSpPr>
          <p:cNvPr id="311" name="text-246 Clean">
            <a:extLst xmlns:a="http://schemas.openxmlformats.org/drawingml/2006/main">
              <a:ext uri="{FF2B5EF4-FFF2-40B4-BE49-F238E27FC236}">
                <a16:creationId xmlns:a16="http://schemas.microsoft.com/office/drawing/2014/main" id="{6D73350D-864D-4646-B0D3-21432BD14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98696" y="6824516"/>
            <a:ext cx="297999" cy="1439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809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Clean</a:t>
            </a:r>
          </a:p>
        </p:txBody>
      </p:sp>
      <p:sp>
        <p:nvSpPr>
          <p:cNvPr id="312" name="text-246 Records">
            <a:extLst xmlns:a="http://schemas.openxmlformats.org/drawingml/2006/main">
              <a:ext uri="{FF2B5EF4-FFF2-40B4-BE49-F238E27FC236}">
                <a16:creationId xmlns:a16="http://schemas.microsoft.com/office/drawing/2014/main" id="{894FE61B-2754-44F5-8253-11E2125F3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06712" y="6824469"/>
            <a:ext cx="429493" cy="1439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1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1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810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Records</a:t>
            </a:r>
          </a:p>
        </p:txBody>
      </p:sp>
      <p:sp>
        <p:nvSpPr>
          <p:cNvPr id="313" name="text-246 from">
            <a:extLst xmlns:a="http://schemas.openxmlformats.org/drawingml/2006/main">
              <a:ext uri="{FF2B5EF4-FFF2-40B4-BE49-F238E27FC236}">
                <a16:creationId xmlns:a16="http://schemas.microsoft.com/office/drawing/2014/main" id="{C73840F8-70C6-4FFC-9ABC-20E2B89B0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46284" y="6824593"/>
            <a:ext cx="246442" cy="1438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809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from</a:t>
            </a:r>
          </a:p>
        </p:txBody>
      </p:sp>
      <p:sp>
        <p:nvSpPr>
          <p:cNvPr id="314" name="text-247 Collected">
            <a:extLst xmlns:a="http://schemas.openxmlformats.org/drawingml/2006/main">
              <a:ext uri="{FF2B5EF4-FFF2-40B4-BE49-F238E27FC236}">
                <a16:creationId xmlns:a16="http://schemas.microsoft.com/office/drawing/2014/main" id="{FD753CB3-82AD-4402-924B-ED431ED34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58649" y="6942915"/>
            <a:ext cx="480296" cy="1438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809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Collected</a:t>
            </a:r>
          </a:p>
        </p:txBody>
      </p:sp>
      <p:sp>
        <p:nvSpPr>
          <p:cNvPr id="315" name="text-247 &amp;">
            <a:extLst xmlns:a="http://schemas.openxmlformats.org/drawingml/2006/main">
              <a:ext uri="{FF2B5EF4-FFF2-40B4-BE49-F238E27FC236}">
                <a16:creationId xmlns:a16="http://schemas.microsoft.com/office/drawing/2014/main" id="{17F7D707-7673-4625-B11A-9B69F63D3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49283" y="6942926"/>
            <a:ext cx="92539" cy="1438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809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316" name="text-247 Synthetic">
            <a:extLst xmlns:a="http://schemas.openxmlformats.org/drawingml/2006/main">
              <a:ext uri="{FF2B5EF4-FFF2-40B4-BE49-F238E27FC236}">
                <a16:creationId xmlns:a16="http://schemas.microsoft.com/office/drawing/2014/main" id="{D22EB469-5F37-4A25-9699-8BC186FD4A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451817" y="6942885"/>
            <a:ext cx="480438" cy="1438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809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Synthetic</a:t>
            </a:r>
          </a:p>
        </p:txBody>
      </p:sp>
      <p:sp>
        <p:nvSpPr>
          <p:cNvPr id="317" name="text-248 Streams">
            <a:extLst xmlns:a="http://schemas.openxmlformats.org/drawingml/2006/main">
              <a:ext uri="{FF2B5EF4-FFF2-40B4-BE49-F238E27FC236}">
                <a16:creationId xmlns:a16="http://schemas.microsoft.com/office/drawing/2014/main" id="{4A58AEEA-41F3-475E-A90F-2E314BCBFC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83874" y="7061253"/>
            <a:ext cx="423425" cy="1438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809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809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Streams</a:t>
            </a:r>
          </a:p>
        </p:txBody>
      </p:sp>
      <p:sp>
        <p:nvSpPr>
          <p:cNvPr id="318" name="path-249">
            <a:extLst xmlns:a="http://schemas.openxmlformats.org/drawingml/2006/main">
              <a:ext uri="{FF2B5EF4-FFF2-40B4-BE49-F238E27FC236}">
                <a16:creationId xmlns:a16="http://schemas.microsoft.com/office/drawing/2014/main" id="{C10DB545-428C-4B08-844F-EBDE90254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5044" y="7267990"/>
            <a:ext cx="678766" cy="912491"/>
          </a:xfrm>
          <a:custGeom xmlns:a="http://schemas.openxmlformats.org/drawingml/2006/main">
            <a:pathLst>
              <a:path w="827718" h="1112732">
                <a:moveTo>
                  <a:pt x="441" y="22844"/>
                </a:moveTo>
                <a:lnTo>
                  <a:pt x="441" y="22844"/>
                </a:lnTo>
                <a:cubicBezTo>
                  <a:pt x="441" y="18814"/>
                  <a:pt x="1342" y="14782"/>
                  <a:pt x="3588" y="11652"/>
                </a:cubicBezTo>
                <a:cubicBezTo>
                  <a:pt x="5374" y="8063"/>
                  <a:pt x="8521" y="4917"/>
                  <a:pt x="11651" y="3130"/>
                </a:cubicBezTo>
                <a:cubicBezTo>
                  <a:pt x="15239" y="1343"/>
                  <a:pt x="19271" y="0"/>
                  <a:pt x="23302" y="0"/>
                </a:cubicBezTo>
                <a:lnTo>
                  <a:pt x="804856" y="442"/>
                </a:lnTo>
                <a:cubicBezTo>
                  <a:pt x="808888" y="442"/>
                  <a:pt x="812919" y="1343"/>
                  <a:pt x="816067" y="3572"/>
                </a:cubicBezTo>
                <a:cubicBezTo>
                  <a:pt x="819655" y="5375"/>
                  <a:pt x="822785" y="8505"/>
                  <a:pt x="824573" y="11652"/>
                </a:cubicBezTo>
                <a:cubicBezTo>
                  <a:pt x="826375" y="15225"/>
                  <a:pt x="827718" y="19256"/>
                  <a:pt x="827718" y="23303"/>
                </a:cubicBezTo>
                <a:lnTo>
                  <a:pt x="827718" y="1089872"/>
                </a:lnTo>
                <a:cubicBezTo>
                  <a:pt x="827718" y="1093904"/>
                  <a:pt x="826816" y="1097935"/>
                  <a:pt x="824573" y="1101081"/>
                </a:cubicBezTo>
                <a:cubicBezTo>
                  <a:pt x="822785" y="1104669"/>
                  <a:pt x="819655" y="1107799"/>
                  <a:pt x="816510" y="1109586"/>
                </a:cubicBezTo>
                <a:cubicBezTo>
                  <a:pt x="812919" y="1111389"/>
                  <a:pt x="808888" y="1112732"/>
                  <a:pt x="804856" y="1112732"/>
                </a:cubicBezTo>
                <a:lnTo>
                  <a:pt x="22859" y="1112732"/>
                </a:lnTo>
                <a:cubicBezTo>
                  <a:pt x="18810" y="1112732"/>
                  <a:pt x="14781" y="1111831"/>
                  <a:pt x="11651" y="1109586"/>
                </a:cubicBezTo>
                <a:cubicBezTo>
                  <a:pt x="8060" y="1107799"/>
                  <a:pt x="4930" y="1104669"/>
                  <a:pt x="3130" y="1101523"/>
                </a:cubicBezTo>
                <a:cubicBezTo>
                  <a:pt x="1342" y="1097935"/>
                  <a:pt x="0" y="1093904"/>
                  <a:pt x="0" y="1089872"/>
                </a:cubicBezTo>
                <a:lnTo>
                  <a:pt x="441" y="2284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4332">
            <a:solidFill>
              <a:srgbClr val="9CBEE0"/>
            </a:solidFill>
            <a:prstDash val="solid"/>
          </a:ln>
        </p:spPr>
      </p:sp>
      <p:pic>
        <p:nvPicPr>
          <p:cNvPr id="319" name="">
            <a:extLst xmlns:a="http://schemas.openxmlformats.org/drawingml/2006/main">
              <a:ext uri="{FF2B5EF4-FFF2-40B4-BE49-F238E27FC236}">
                <a16:creationId xmlns:a16="http://schemas.microsoft.com/office/drawing/2014/main" id="{1492FF65-6C00-42B7-A043-4270389AAAC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36932b7fa3e4566"/>
          <a:stretch xmlns:a="http://schemas.openxmlformats.org/drawingml/2006/main"/>
        </p:blipFill>
        <p:spPr>
          <a:xfrm xmlns:a="http://schemas.openxmlformats.org/drawingml/2006/main">
            <a:off x="13071058" y="7307724"/>
            <a:ext cx="607476" cy="785961"/>
          </a:xfrm>
          <a:prstGeom xmlns:a="http://schemas.openxmlformats.org/drawingml/2006/main" prst="rect">
            <a:avLst/>
          </a:prstGeom>
        </p:spPr>
      </p:pic>
      <p:sp>
        <p:nvSpPr>
          <p:cNvPr id="320" name="path-251">
            <a:extLst xmlns:a="http://schemas.openxmlformats.org/drawingml/2006/main">
              <a:ext uri="{FF2B5EF4-FFF2-40B4-BE49-F238E27FC236}">
                <a16:creationId xmlns:a16="http://schemas.microsoft.com/office/drawing/2014/main" id="{CAC81862-FE07-443F-8BEA-2AB91ED1C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1421" y="6739156"/>
            <a:ext cx="2177047" cy="1531363"/>
          </a:xfrm>
          <a:custGeom xmlns:a="http://schemas.openxmlformats.org/drawingml/2006/main">
            <a:pathLst>
              <a:path w="2654787" h="1867412">
                <a:moveTo>
                  <a:pt x="0" y="64535"/>
                </a:moveTo>
                <a:lnTo>
                  <a:pt x="0" y="64535"/>
                </a:lnTo>
                <a:cubicBezTo>
                  <a:pt x="0" y="53326"/>
                  <a:pt x="3130" y="42133"/>
                  <a:pt x="8521" y="32267"/>
                </a:cubicBezTo>
                <a:cubicBezTo>
                  <a:pt x="14340" y="22403"/>
                  <a:pt x="22403" y="14339"/>
                  <a:pt x="32269" y="8521"/>
                </a:cubicBezTo>
                <a:cubicBezTo>
                  <a:pt x="42134" y="2688"/>
                  <a:pt x="53327" y="0"/>
                  <a:pt x="64535" y="0"/>
                </a:cubicBezTo>
                <a:lnTo>
                  <a:pt x="2589809" y="0"/>
                </a:lnTo>
                <a:cubicBezTo>
                  <a:pt x="2601019" y="0"/>
                  <a:pt x="2612212" y="3130"/>
                  <a:pt x="2622078" y="8521"/>
                </a:cubicBezTo>
                <a:cubicBezTo>
                  <a:pt x="2631943" y="14339"/>
                  <a:pt x="2640006" y="22403"/>
                  <a:pt x="2645823" y="32267"/>
                </a:cubicBezTo>
                <a:cubicBezTo>
                  <a:pt x="2651657" y="42133"/>
                  <a:pt x="2654344" y="53326"/>
                  <a:pt x="2654344" y="64535"/>
                </a:cubicBezTo>
                <a:lnTo>
                  <a:pt x="2654787" y="1802420"/>
                </a:lnTo>
                <a:cubicBezTo>
                  <a:pt x="2654787" y="1813628"/>
                  <a:pt x="2651657" y="1824838"/>
                  <a:pt x="2646281" y="1834687"/>
                </a:cubicBezTo>
                <a:cubicBezTo>
                  <a:pt x="2640447" y="1844552"/>
                  <a:pt x="2632384" y="1852615"/>
                  <a:pt x="2622519" y="1858448"/>
                </a:cubicBezTo>
                <a:cubicBezTo>
                  <a:pt x="2612670" y="1864266"/>
                  <a:pt x="2601463" y="1866954"/>
                  <a:pt x="2590253" y="1866954"/>
                </a:cubicBezTo>
                <a:lnTo>
                  <a:pt x="64535" y="1867412"/>
                </a:lnTo>
                <a:cubicBezTo>
                  <a:pt x="53327" y="1867412"/>
                  <a:pt x="42134" y="1864266"/>
                  <a:pt x="32269" y="1858891"/>
                </a:cubicBezTo>
                <a:cubicBezTo>
                  <a:pt x="22403" y="1853073"/>
                  <a:pt x="14340" y="1844995"/>
                  <a:pt x="8521" y="1835145"/>
                </a:cubicBezTo>
                <a:cubicBezTo>
                  <a:pt x="2689" y="1825281"/>
                  <a:pt x="0" y="1814072"/>
                  <a:pt x="0" y="1802879"/>
                </a:cubicBezTo>
                <a:lnTo>
                  <a:pt x="0" y="64535"/>
                </a:lnTo>
              </a:path>
            </a:pathLst>
          </a:custGeom>
          <a:solidFill xmlns:a="http://schemas.openxmlformats.org/drawingml/2006/main">
            <a:srgbClr val="FEF9F3"/>
          </a:solidFill>
          <a:ln xmlns:a="http://schemas.openxmlformats.org/drawingml/2006/main" w="12862">
            <a:solidFill>
              <a:srgbClr val="EDBE93"/>
            </a:solidFill>
            <a:prstDash val="solid"/>
          </a:ln>
        </p:spPr>
      </p:sp>
      <p:sp>
        <p:nvSpPr>
          <p:cNvPr id="321" name="text-252 Propagation">
            <a:extLst xmlns:a="http://schemas.openxmlformats.org/drawingml/2006/main">
              <a:ext uri="{FF2B5EF4-FFF2-40B4-BE49-F238E27FC236}">
                <a16:creationId xmlns:a16="http://schemas.microsoft.com/office/drawing/2014/main" id="{BB7EA70C-912D-4114-96BD-715EA87FF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92579" y="6826875"/>
            <a:ext cx="756075" cy="1761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990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Propagation</a:t>
            </a:r>
          </a:p>
        </p:txBody>
      </p:sp>
      <p:sp>
        <p:nvSpPr>
          <p:cNvPr id="322" name="text-252 &amp;">
            <a:extLst xmlns:a="http://schemas.openxmlformats.org/drawingml/2006/main">
              <a:ext uri="{FF2B5EF4-FFF2-40B4-BE49-F238E27FC236}">
                <a16:creationId xmlns:a16="http://schemas.microsoft.com/office/drawing/2014/main" id="{A7E00899-B157-4CF9-871D-BA96894F9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61095" y="6826877"/>
            <a:ext cx="113403" cy="1761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990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323" name="text-252 Reproduction">
            <a:extLst xmlns:a="http://schemas.openxmlformats.org/drawingml/2006/main">
              <a:ext uri="{FF2B5EF4-FFF2-40B4-BE49-F238E27FC236}">
                <a16:creationId xmlns:a16="http://schemas.microsoft.com/office/drawing/2014/main" id="{6A853586-654C-496E-A03D-2E23E4321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86899" y="6826799"/>
            <a:ext cx="840294" cy="1762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991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Reproduction</a:t>
            </a:r>
          </a:p>
        </p:txBody>
      </p:sp>
      <p:pic>
        <p:nvPicPr>
          <p:cNvPr id="324" name="">
            <a:extLst xmlns:a="http://schemas.openxmlformats.org/drawingml/2006/main">
              <a:ext uri="{FF2B5EF4-FFF2-40B4-BE49-F238E27FC236}">
                <a16:creationId xmlns:a16="http://schemas.microsoft.com/office/drawing/2014/main" id="{6A4A7090-4BBB-415A-B342-162F5126FFE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2827401a0aa444c"/>
          <a:stretch xmlns:a="http://schemas.openxmlformats.org/drawingml/2006/main"/>
        </p:blipFill>
        <p:spPr>
          <a:xfrm xmlns:a="http://schemas.openxmlformats.org/drawingml/2006/main">
            <a:off x="10661016" y="7246300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25" name="text-254 Paper">
            <a:extLst xmlns:a="http://schemas.openxmlformats.org/drawingml/2006/main">
              <a:ext uri="{FF2B5EF4-FFF2-40B4-BE49-F238E27FC236}">
                <a16:creationId xmlns:a16="http://schemas.microsoft.com/office/drawing/2014/main" id="{F14BDBEE-97E9-4C51-84FD-629FA1964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7214" y="7228831"/>
            <a:ext cx="332325" cy="1633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Paper</a:t>
            </a:r>
          </a:p>
        </p:txBody>
      </p:sp>
      <p:sp>
        <p:nvSpPr>
          <p:cNvPr id="326" name="text-254 tone">
            <a:extLst xmlns:a="http://schemas.openxmlformats.org/drawingml/2006/main">
              <a:ext uri="{FF2B5EF4-FFF2-40B4-BE49-F238E27FC236}">
                <a16:creationId xmlns:a16="http://schemas.microsoft.com/office/drawing/2014/main" id="{E05C1516-0A58-449B-9B0B-95B5B3BF6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00903" y="7228813"/>
            <a:ext cx="248090" cy="1634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tone</a:t>
            </a:r>
          </a:p>
        </p:txBody>
      </p:sp>
      <p:sp>
        <p:nvSpPr>
          <p:cNvPr id="327" name="text-254 &amp;">
            <a:extLst xmlns:a="http://schemas.openxmlformats.org/drawingml/2006/main">
              <a:ext uri="{FF2B5EF4-FFF2-40B4-BE49-F238E27FC236}">
                <a16:creationId xmlns:a16="http://schemas.microsoft.com/office/drawing/2014/main" id="{218B2AA5-1681-49A6-80C7-6B3EC4FC15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60336" y="7228622"/>
            <a:ext cx="98989" cy="1636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21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21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21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328" name="text-255 texture">
            <a:extLst xmlns:a="http://schemas.openxmlformats.org/drawingml/2006/main">
              <a:ext uri="{FF2B5EF4-FFF2-40B4-BE49-F238E27FC236}">
                <a16:creationId xmlns:a16="http://schemas.microsoft.com/office/drawing/2014/main" id="{BD455CD8-85FC-4A53-AE05-DD84A01C5C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7214" y="7360723"/>
            <a:ext cx="377809" cy="163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texture</a:t>
            </a:r>
          </a:p>
        </p:txBody>
      </p:sp>
      <p:pic>
        <p:nvPicPr>
          <p:cNvPr id="329" name="">
            <a:extLst xmlns:a="http://schemas.openxmlformats.org/drawingml/2006/main">
              <a:ext uri="{FF2B5EF4-FFF2-40B4-BE49-F238E27FC236}">
                <a16:creationId xmlns:a16="http://schemas.microsoft.com/office/drawing/2014/main" id="{25C78560-91C9-4185-8C99-4F8497CCADE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f9f7169167c4830"/>
          <a:stretch xmlns:a="http://schemas.openxmlformats.org/drawingml/2006/main"/>
        </p:blipFill>
        <p:spPr>
          <a:xfrm xmlns:a="http://schemas.openxmlformats.org/drawingml/2006/main">
            <a:off x="11692947" y="7246300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30" name="text-257 Noise">
            <a:extLst xmlns:a="http://schemas.openxmlformats.org/drawingml/2006/main">
              <a:ext uri="{FF2B5EF4-FFF2-40B4-BE49-F238E27FC236}">
                <a16:creationId xmlns:a16="http://schemas.microsoft.com/office/drawing/2014/main" id="{46261E14-9AA8-44F3-8735-E1AFCE082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89148" y="7228755"/>
            <a:ext cx="319503" cy="1634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Noise</a:t>
            </a:r>
          </a:p>
        </p:txBody>
      </p:sp>
      <p:sp>
        <p:nvSpPr>
          <p:cNvPr id="331" name="text-257 &amp;">
            <a:extLst xmlns:a="http://schemas.openxmlformats.org/drawingml/2006/main">
              <a:ext uri="{FF2B5EF4-FFF2-40B4-BE49-F238E27FC236}">
                <a16:creationId xmlns:a16="http://schemas.microsoft.com/office/drawing/2014/main" id="{5FEE3203-6FB5-4F26-AED3-FA709A2CC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19749" y="7228622"/>
            <a:ext cx="98989" cy="1636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21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21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21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332" name="text-258 compression">
            <a:extLst xmlns:a="http://schemas.openxmlformats.org/drawingml/2006/main">
              <a:ext uri="{FF2B5EF4-FFF2-40B4-BE49-F238E27FC236}">
                <a16:creationId xmlns:a16="http://schemas.microsoft.com/office/drawing/2014/main" id="{8982B354-AAE4-44FA-B532-91B9F6748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89148" y="7360740"/>
            <a:ext cx="682465" cy="1634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compression</a:t>
            </a:r>
          </a:p>
        </p:txBody>
      </p:sp>
      <p:pic>
        <p:nvPicPr>
          <p:cNvPr id="333" name="">
            <a:extLst xmlns:a="http://schemas.openxmlformats.org/drawingml/2006/main">
              <a:ext uri="{FF2B5EF4-FFF2-40B4-BE49-F238E27FC236}">
                <a16:creationId xmlns:a16="http://schemas.microsoft.com/office/drawing/2014/main" id="{53E4218E-DF4F-4F41-A7E3-3CE00F042A5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f4ac94d9e384aa2"/>
          <a:stretch xmlns:a="http://schemas.openxmlformats.org/drawingml/2006/main"/>
        </p:blipFill>
        <p:spPr>
          <a:xfrm xmlns:a="http://schemas.openxmlformats.org/drawingml/2006/main">
            <a:off x="10661016" y="7805264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34" name="text-260 Printing">
            <a:extLst xmlns:a="http://schemas.openxmlformats.org/drawingml/2006/main">
              <a:ext uri="{FF2B5EF4-FFF2-40B4-BE49-F238E27FC236}">
                <a16:creationId xmlns:a16="http://schemas.microsoft.com/office/drawing/2014/main" id="{9421247E-F4AE-4B2C-9B2F-49DC71FFB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7214" y="7787794"/>
            <a:ext cx="416600" cy="1633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Printing</a:t>
            </a:r>
          </a:p>
        </p:txBody>
      </p:sp>
      <p:sp>
        <p:nvSpPr>
          <p:cNvPr id="335" name="text-260 /">
            <a:extLst xmlns:a="http://schemas.openxmlformats.org/drawingml/2006/main">
              <a:ext uri="{FF2B5EF4-FFF2-40B4-BE49-F238E27FC236}">
                <a16:creationId xmlns:a16="http://schemas.microsoft.com/office/drawing/2014/main" id="{D639C318-8E46-4DDE-95B8-E7229FF55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85161" y="7787677"/>
            <a:ext cx="53495" cy="1635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20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20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20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/</a:t>
            </a:r>
          </a:p>
        </p:txBody>
      </p:sp>
      <p:sp>
        <p:nvSpPr>
          <p:cNvPr id="336" name="text-261 scanning">
            <a:extLst xmlns:a="http://schemas.openxmlformats.org/drawingml/2006/main">
              <a:ext uri="{FF2B5EF4-FFF2-40B4-BE49-F238E27FC236}">
                <a16:creationId xmlns:a16="http://schemas.microsoft.com/office/drawing/2014/main" id="{C26EA18E-AE3D-484E-BB21-3435B7F67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7214" y="7919728"/>
            <a:ext cx="488001" cy="1633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scanning</a:t>
            </a:r>
          </a:p>
        </p:txBody>
      </p:sp>
      <p:pic>
        <p:nvPicPr>
          <p:cNvPr id="337" name="">
            <a:extLst xmlns:a="http://schemas.openxmlformats.org/drawingml/2006/main">
              <a:ext uri="{FF2B5EF4-FFF2-40B4-BE49-F238E27FC236}">
                <a16:creationId xmlns:a16="http://schemas.microsoft.com/office/drawing/2014/main" id="{B0EF47AE-29C0-40C8-9507-EFC640E4578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e743dbcd28f4d7c"/>
          <a:stretch xmlns:a="http://schemas.openxmlformats.org/drawingml/2006/main"/>
        </p:blipFill>
        <p:spPr>
          <a:xfrm xmlns:a="http://schemas.openxmlformats.org/drawingml/2006/main">
            <a:off x="11692947" y="7805264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38" name="text-263 Scan">
            <a:extLst xmlns:a="http://schemas.openxmlformats.org/drawingml/2006/main">
              <a:ext uri="{FF2B5EF4-FFF2-40B4-BE49-F238E27FC236}">
                <a16:creationId xmlns:a16="http://schemas.microsoft.com/office/drawing/2014/main" id="{A6B6537D-C41C-44E5-B5E1-BC201D3AA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89148" y="7853505"/>
            <a:ext cx="287130" cy="1634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9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19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Scan</a:t>
            </a:r>
          </a:p>
        </p:txBody>
      </p:sp>
      <p:sp>
        <p:nvSpPr>
          <p:cNvPr id="339" name="text-263 bands">
            <a:extLst xmlns:a="http://schemas.openxmlformats.org/drawingml/2006/main">
              <a:ext uri="{FF2B5EF4-FFF2-40B4-BE49-F238E27FC236}">
                <a16:creationId xmlns:a16="http://schemas.microsoft.com/office/drawing/2014/main" id="{AC797DEB-8A50-4091-AB9F-2E2F508AD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87379" y="7853497"/>
            <a:ext cx="339117" cy="1634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20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20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20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bands</a:t>
            </a:r>
          </a:p>
        </p:txBody>
      </p:sp>
      <p:sp>
        <p:nvSpPr>
          <p:cNvPr id="340" name="path-264">
            <a:extLst xmlns:a="http://schemas.openxmlformats.org/drawingml/2006/main">
              <a:ext uri="{FF2B5EF4-FFF2-40B4-BE49-F238E27FC236}">
                <a16:creationId xmlns:a16="http://schemas.microsoft.com/office/drawing/2014/main" id="{1EAED8D1-8FE4-4992-AB61-02B6105F0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66975" y="6738417"/>
            <a:ext cx="2488323" cy="1527695"/>
          </a:xfrm>
          <a:custGeom xmlns:a="http://schemas.openxmlformats.org/drawingml/2006/main">
            <a:pathLst>
              <a:path w="3034372" h="1862939">
                <a:moveTo>
                  <a:pt x="443" y="64535"/>
                </a:moveTo>
                <a:lnTo>
                  <a:pt x="443" y="64535"/>
                </a:lnTo>
                <a:cubicBezTo>
                  <a:pt x="443" y="53342"/>
                  <a:pt x="3588" y="42133"/>
                  <a:pt x="8964" y="32267"/>
                </a:cubicBezTo>
                <a:cubicBezTo>
                  <a:pt x="14784" y="22418"/>
                  <a:pt x="22847" y="14339"/>
                  <a:pt x="32710" y="8522"/>
                </a:cubicBezTo>
                <a:cubicBezTo>
                  <a:pt x="42575" y="3146"/>
                  <a:pt x="53768" y="0"/>
                  <a:pt x="64978" y="0"/>
                </a:cubicBezTo>
                <a:lnTo>
                  <a:pt x="2969837" y="459"/>
                </a:lnTo>
                <a:cubicBezTo>
                  <a:pt x="2981030" y="459"/>
                  <a:pt x="2992240" y="3589"/>
                  <a:pt x="3002105" y="8964"/>
                </a:cubicBezTo>
                <a:cubicBezTo>
                  <a:pt x="3011954" y="14798"/>
                  <a:pt x="3020034" y="22861"/>
                  <a:pt x="3025851" y="32726"/>
                </a:cubicBezTo>
                <a:cubicBezTo>
                  <a:pt x="3031227" y="42575"/>
                  <a:pt x="3034372" y="53784"/>
                  <a:pt x="3034372" y="64993"/>
                </a:cubicBezTo>
                <a:lnTo>
                  <a:pt x="3034372" y="1798404"/>
                </a:lnTo>
                <a:cubicBezTo>
                  <a:pt x="3034372" y="1809597"/>
                  <a:pt x="3031227" y="1820807"/>
                  <a:pt x="3025851" y="1830671"/>
                </a:cubicBezTo>
                <a:cubicBezTo>
                  <a:pt x="3020034" y="1840521"/>
                  <a:pt x="3011954" y="1848584"/>
                  <a:pt x="3002105" y="1854418"/>
                </a:cubicBezTo>
                <a:cubicBezTo>
                  <a:pt x="2992240" y="1859793"/>
                  <a:pt x="2981030" y="1862939"/>
                  <a:pt x="2969837" y="1862939"/>
                </a:cubicBezTo>
                <a:lnTo>
                  <a:pt x="64535" y="1862939"/>
                </a:lnTo>
                <a:cubicBezTo>
                  <a:pt x="53325" y="1862939"/>
                  <a:pt x="42117" y="1859793"/>
                  <a:pt x="32269" y="1854418"/>
                </a:cubicBezTo>
                <a:cubicBezTo>
                  <a:pt x="22403" y="1848584"/>
                  <a:pt x="14340" y="1840521"/>
                  <a:pt x="8506" y="1830671"/>
                </a:cubicBezTo>
                <a:cubicBezTo>
                  <a:pt x="3130" y="1820807"/>
                  <a:pt x="0" y="1809597"/>
                  <a:pt x="0" y="1798404"/>
                </a:cubicBezTo>
                <a:lnTo>
                  <a:pt x="443" y="64535"/>
                </a:lnTo>
              </a:path>
            </a:pathLst>
          </a:custGeom>
          <a:solidFill xmlns:a="http://schemas.openxmlformats.org/drawingml/2006/main">
            <a:srgbClr val="FEF9F3"/>
          </a:solidFill>
          <a:ln xmlns:a="http://schemas.openxmlformats.org/drawingml/2006/main" w="12862">
            <a:solidFill>
              <a:srgbClr val="EDBE93"/>
            </a:solidFill>
            <a:prstDash val="solid"/>
          </a:ln>
        </p:spPr>
      </p:sp>
      <p:sp>
        <p:nvSpPr>
          <p:cNvPr id="341" name="text-265 Physical">
            <a:extLst xmlns:a="http://schemas.openxmlformats.org/drawingml/2006/main">
              <a:ext uri="{FF2B5EF4-FFF2-40B4-BE49-F238E27FC236}">
                <a16:creationId xmlns:a16="http://schemas.microsoft.com/office/drawing/2014/main" id="{1A745CD9-7653-429C-B956-FEF982739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97592" y="6816221"/>
            <a:ext cx="532873" cy="1761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0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990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Physical</a:t>
            </a:r>
          </a:p>
        </p:txBody>
      </p:sp>
      <p:sp>
        <p:nvSpPr>
          <p:cNvPr id="342" name="text-265 Acquisition">
            <a:extLst xmlns:a="http://schemas.openxmlformats.org/drawingml/2006/main">
              <a:ext uri="{FF2B5EF4-FFF2-40B4-BE49-F238E27FC236}">
                <a16:creationId xmlns:a16="http://schemas.microsoft.com/office/drawing/2014/main" id="{C837AF5B-9D59-4156-AE34-F94416C976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38256" y="6816214"/>
            <a:ext cx="707185" cy="1761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1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991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Acquisition</a:t>
            </a:r>
          </a:p>
        </p:txBody>
      </p:sp>
      <p:pic>
        <p:nvPicPr>
          <p:cNvPr id="343" name="">
            <a:extLst xmlns:a="http://schemas.openxmlformats.org/drawingml/2006/main">
              <a:ext uri="{FF2B5EF4-FFF2-40B4-BE49-F238E27FC236}">
                <a16:creationId xmlns:a16="http://schemas.microsoft.com/office/drawing/2014/main" id="{C43F093B-DB6A-409D-9184-8478B1CDDEC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ec9973b899f441e"/>
          <a:stretch xmlns:a="http://schemas.openxmlformats.org/drawingml/2006/main"/>
        </p:blipFill>
        <p:spPr>
          <a:xfrm xmlns:a="http://schemas.openxmlformats.org/drawingml/2006/main">
            <a:off x="14145981" y="7111067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44" name="text-267 Perspective">
            <a:extLst xmlns:a="http://schemas.openxmlformats.org/drawingml/2006/main">
              <a:ext uri="{FF2B5EF4-FFF2-40B4-BE49-F238E27FC236}">
                <a16:creationId xmlns:a16="http://schemas.microsoft.com/office/drawing/2014/main" id="{5F601C37-09CD-471A-B57A-C04DFD3AE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65335" y="7089440"/>
            <a:ext cx="646725" cy="1676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Perspective</a:t>
            </a:r>
          </a:p>
        </p:txBody>
      </p:sp>
      <p:sp>
        <p:nvSpPr>
          <p:cNvPr id="345" name="text-268 distortion">
            <a:extLst xmlns:a="http://schemas.openxmlformats.org/drawingml/2006/main">
              <a:ext uri="{FF2B5EF4-FFF2-40B4-BE49-F238E27FC236}">
                <a16:creationId xmlns:a16="http://schemas.microsoft.com/office/drawing/2014/main" id="{1E06D39D-6CBA-4506-A254-95CF27AD1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65335" y="7224314"/>
            <a:ext cx="507100" cy="1676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distortion</a:t>
            </a:r>
          </a:p>
        </p:txBody>
      </p:sp>
      <p:pic>
        <p:nvPicPr>
          <p:cNvPr id="346" name="">
            <a:extLst xmlns:a="http://schemas.openxmlformats.org/drawingml/2006/main">
              <a:ext uri="{FF2B5EF4-FFF2-40B4-BE49-F238E27FC236}">
                <a16:creationId xmlns:a16="http://schemas.microsoft.com/office/drawing/2014/main" id="{7699EC3B-89E4-4CA0-AE54-71271580493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82aae887b23437b"/>
          <a:stretch xmlns:a="http://schemas.openxmlformats.org/drawingml/2006/main"/>
        </p:blipFill>
        <p:spPr>
          <a:xfrm xmlns:a="http://schemas.openxmlformats.org/drawingml/2006/main">
            <a:off x="15407606" y="7111067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47" name="text-270 Uneven">
            <a:extLst xmlns:a="http://schemas.openxmlformats.org/drawingml/2006/main">
              <a:ext uri="{FF2B5EF4-FFF2-40B4-BE49-F238E27FC236}">
                <a16:creationId xmlns:a16="http://schemas.microsoft.com/office/drawing/2014/main" id="{349C2FD7-CC7D-4D71-8181-29ABCBCA5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32106" y="7089398"/>
            <a:ext cx="434127" cy="1676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Uneven</a:t>
            </a:r>
          </a:p>
        </p:txBody>
      </p:sp>
      <p:sp>
        <p:nvSpPr>
          <p:cNvPr id="348" name="text-271 illumination">
            <a:extLst xmlns:a="http://schemas.openxmlformats.org/drawingml/2006/main">
              <a:ext uri="{FF2B5EF4-FFF2-40B4-BE49-F238E27FC236}">
                <a16:creationId xmlns:a16="http://schemas.microsoft.com/office/drawing/2014/main" id="{ADB76249-0D30-40B8-B0E1-876CC8BED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32106" y="7224232"/>
            <a:ext cx="620583" cy="1677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illumination</a:t>
            </a:r>
          </a:p>
        </p:txBody>
      </p:sp>
      <p:pic>
        <p:nvPicPr>
          <p:cNvPr id="349" name="">
            <a:extLst xmlns:a="http://schemas.openxmlformats.org/drawingml/2006/main">
              <a:ext uri="{FF2B5EF4-FFF2-40B4-BE49-F238E27FC236}">
                <a16:creationId xmlns:a16="http://schemas.microsoft.com/office/drawing/2014/main" id="{4F21BA16-C75F-4685-9F1D-5FEB0600D86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a17a9ccb097470a"/>
          <a:stretch xmlns:a="http://schemas.openxmlformats.org/drawingml/2006/main"/>
        </p:blipFill>
        <p:spPr>
          <a:xfrm xmlns:a="http://schemas.openxmlformats.org/drawingml/2006/main">
            <a:off x="14151490" y="7521925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50" name="text-273 Page">
            <a:extLst xmlns:a="http://schemas.openxmlformats.org/drawingml/2006/main">
              <a:ext uri="{FF2B5EF4-FFF2-40B4-BE49-F238E27FC236}">
                <a16:creationId xmlns:a16="http://schemas.microsoft.com/office/drawing/2014/main" id="{06BA1BBF-93A2-4225-93D8-30634D332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75992" y="7500770"/>
            <a:ext cx="300810" cy="1675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2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2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2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Page</a:t>
            </a:r>
          </a:p>
        </p:txBody>
      </p:sp>
      <p:sp>
        <p:nvSpPr>
          <p:cNvPr id="351" name="text-274 curvature">
            <a:extLst xmlns:a="http://schemas.openxmlformats.org/drawingml/2006/main">
              <a:ext uri="{FF2B5EF4-FFF2-40B4-BE49-F238E27FC236}">
                <a16:creationId xmlns:a16="http://schemas.microsoft.com/office/drawing/2014/main" id="{5C99C209-8FFB-4898-8BBA-BC83E1E50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75992" y="7635494"/>
            <a:ext cx="520606" cy="1677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curvature</a:t>
            </a:r>
          </a:p>
        </p:txBody>
      </p:sp>
      <p:pic>
        <p:nvPicPr>
          <p:cNvPr id="352" name="">
            <a:extLst xmlns:a="http://schemas.openxmlformats.org/drawingml/2006/main">
              <a:ext uri="{FF2B5EF4-FFF2-40B4-BE49-F238E27FC236}">
                <a16:creationId xmlns:a16="http://schemas.microsoft.com/office/drawing/2014/main" id="{AACEBAF9-3F58-42AE-9E78-578B07C5B19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00be20ba1834f5f"/>
          <a:stretch xmlns:a="http://schemas.openxmlformats.org/drawingml/2006/main"/>
        </p:blipFill>
        <p:spPr>
          <a:xfrm xmlns:a="http://schemas.openxmlformats.org/drawingml/2006/main">
            <a:off x="15407606" y="7521925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53" name="text-276 Screen">
            <a:extLst xmlns:a="http://schemas.openxmlformats.org/drawingml/2006/main">
              <a:ext uri="{FF2B5EF4-FFF2-40B4-BE49-F238E27FC236}">
                <a16:creationId xmlns:a16="http://schemas.microsoft.com/office/drawing/2014/main" id="{A090E8FA-97F5-4688-A6FC-E8056C88B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32106" y="7500627"/>
            <a:ext cx="400803" cy="1677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Screen</a:t>
            </a:r>
          </a:p>
        </p:txBody>
      </p:sp>
      <p:sp>
        <p:nvSpPr>
          <p:cNvPr id="354" name="text-277 recapture">
            <a:extLst xmlns:a="http://schemas.openxmlformats.org/drawingml/2006/main">
              <a:ext uri="{FF2B5EF4-FFF2-40B4-BE49-F238E27FC236}">
                <a16:creationId xmlns:a16="http://schemas.microsoft.com/office/drawing/2014/main" id="{79C1B023-2AE3-49AC-8359-95B46D93C0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32106" y="7635494"/>
            <a:ext cx="527291" cy="1677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recapture</a:t>
            </a:r>
          </a:p>
        </p:txBody>
      </p:sp>
      <p:pic>
        <p:nvPicPr>
          <p:cNvPr id="355" name="">
            <a:extLst xmlns:a="http://schemas.openxmlformats.org/drawingml/2006/main">
              <a:ext uri="{FF2B5EF4-FFF2-40B4-BE49-F238E27FC236}">
                <a16:creationId xmlns:a16="http://schemas.microsoft.com/office/drawing/2014/main" id="{61E40D1E-11E6-45DF-945D-BDF1026FF21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3f48548f1cf4db5"/>
          <a:stretch xmlns:a="http://schemas.openxmlformats.org/drawingml/2006/main"/>
        </p:blipFill>
        <p:spPr>
          <a:xfrm xmlns:a="http://schemas.openxmlformats.org/drawingml/2006/main">
            <a:off x="14156638" y="7916991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56" name="text-279 Blur">
            <a:extLst xmlns:a="http://schemas.openxmlformats.org/drawingml/2006/main">
              <a:ext uri="{FF2B5EF4-FFF2-40B4-BE49-F238E27FC236}">
                <a16:creationId xmlns:a16="http://schemas.microsoft.com/office/drawing/2014/main" id="{61555504-D367-429E-A3FE-8E18280E81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81514" y="7956240"/>
            <a:ext cx="234543" cy="1678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4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4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Blur</a:t>
            </a:r>
          </a:p>
        </p:txBody>
      </p:sp>
      <p:pic>
        <p:nvPicPr>
          <p:cNvPr id="357" name="">
            <a:extLst xmlns:a="http://schemas.openxmlformats.org/drawingml/2006/main">
              <a:ext uri="{FF2B5EF4-FFF2-40B4-BE49-F238E27FC236}">
                <a16:creationId xmlns:a16="http://schemas.microsoft.com/office/drawing/2014/main" id="{2DB52C65-1F13-4BCD-8981-75DB5085758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0e22ac7f1c34173"/>
          <a:stretch xmlns:a="http://schemas.openxmlformats.org/drawingml/2006/main"/>
        </p:blipFill>
        <p:spPr>
          <a:xfrm xmlns:a="http://schemas.openxmlformats.org/drawingml/2006/main">
            <a:off x="15418263" y="7916991"/>
            <a:ext cx="239972" cy="239972"/>
          </a:xfrm>
          <a:prstGeom xmlns:a="http://schemas.openxmlformats.org/drawingml/2006/main" prst="rect">
            <a:avLst/>
          </a:prstGeom>
        </p:spPr>
      </p:pic>
      <p:sp>
        <p:nvSpPr>
          <p:cNvPr id="358" name="text-281 Moiré">
            <a:extLst xmlns:a="http://schemas.openxmlformats.org/drawingml/2006/main">
              <a:ext uri="{FF2B5EF4-FFF2-40B4-BE49-F238E27FC236}">
                <a16:creationId xmlns:a16="http://schemas.microsoft.com/office/drawing/2014/main" id="{3E280315-0F1F-4210-969E-3C621F4A8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32106" y="7961914"/>
            <a:ext cx="320646" cy="1675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3" b="0" i="0">
                <a:solidFill>
                  <a:srgbClr val="3A4757"/>
                </a:solidFill>
                <a:latin typeface="Arial"/>
                <a:ea typeface="Arial"/>
                <a:cs typeface="Arial"/>
              </a:defRPr>
            </a:pPr>
            <a:r>
              <a:rPr sz="943" b="0" i="0">
                <a:solidFill>
                  <a:srgbClr val="3A4757"/>
                </a:solidFill>
                <a:latin typeface="Arial"/>
                <a:ea typeface="Arial"/>
                <a:cs typeface="Arial"/>
              </a:rPr>
              <a:t>Moiré</a:t>
            </a:r>
          </a:p>
        </p:txBody>
      </p:sp>
      <p:sp>
        <p:nvSpPr>
          <p:cNvPr id="359" name="path-282">
            <a:extLst xmlns:a="http://schemas.openxmlformats.org/drawingml/2006/main">
              <a:ext uri="{FF2B5EF4-FFF2-40B4-BE49-F238E27FC236}">
                <a16:creationId xmlns:a16="http://schemas.microsoft.com/office/drawing/2014/main" id="{34F1B804-A20E-41A3-9613-D036F1DA7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9174" y="8269781"/>
            <a:ext cx="364" cy="183745"/>
          </a:xfrm>
          <a:custGeom xmlns:a="http://schemas.openxmlformats.org/drawingml/2006/main">
            <a:pathLst>
              <a:path w="443" h="224067">
                <a:moveTo>
                  <a:pt x="0" y="0"/>
                </a:moveTo>
                <a:lnTo>
                  <a:pt x="443" y="224067"/>
                </a:lnTo>
              </a:path>
            </a:pathLst>
          </a:custGeom>
          <a:noFill xmlns:a="http://schemas.openxmlformats.org/drawingml/2006/main"/>
          <a:ln xmlns:a="http://schemas.openxmlformats.org/drawingml/2006/main" w="18007">
            <a:solidFill>
              <a:srgbClr val="17202B"/>
            </a:solidFill>
            <a:prstDash val="solid"/>
          </a:ln>
        </p:spPr>
      </p:sp>
      <p:sp>
        <p:nvSpPr>
          <p:cNvPr id="360" name="path-283">
            <a:extLst xmlns:a="http://schemas.openxmlformats.org/drawingml/2006/main">
              <a:ext uri="{FF2B5EF4-FFF2-40B4-BE49-F238E27FC236}">
                <a16:creationId xmlns:a16="http://schemas.microsoft.com/office/drawing/2014/main" id="{33155F28-DDE4-4CFD-A2A1-9624EC3CE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298" y="8399878"/>
            <a:ext cx="97753" cy="78643"/>
          </a:xfrm>
          <a:custGeom xmlns:a="http://schemas.openxmlformats.org/drawingml/2006/main">
            <a:pathLst>
              <a:path w="119204" h="95901">
                <a:moveTo>
                  <a:pt x="119204" y="0"/>
                </a:moveTo>
                <a:lnTo>
                  <a:pt x="59602" y="95901"/>
                </a:lnTo>
                <a:lnTo>
                  <a:pt x="0" y="0"/>
                </a:lnTo>
                <a:lnTo>
                  <a:pt x="119204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361" name="path-284">
            <a:extLst xmlns:a="http://schemas.openxmlformats.org/drawingml/2006/main">
              <a:ext uri="{FF2B5EF4-FFF2-40B4-BE49-F238E27FC236}">
                <a16:creationId xmlns:a16="http://schemas.microsoft.com/office/drawing/2014/main" id="{3B55CED0-E0D7-494F-A520-C7CC405B4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5793" y="8184889"/>
            <a:ext cx="364" cy="257254"/>
          </a:xfrm>
          <a:custGeom xmlns:a="http://schemas.openxmlformats.org/drawingml/2006/main">
            <a:pathLst>
              <a:path w="443" h="313707">
                <a:moveTo>
                  <a:pt x="0" y="0"/>
                </a:moveTo>
                <a:lnTo>
                  <a:pt x="443" y="313707"/>
                </a:lnTo>
              </a:path>
            </a:pathLst>
          </a:custGeom>
          <a:noFill xmlns:a="http://schemas.openxmlformats.org/drawingml/2006/main"/>
          <a:ln xmlns:a="http://schemas.openxmlformats.org/drawingml/2006/main" w="18007">
            <a:solidFill>
              <a:srgbClr val="17202B"/>
            </a:solidFill>
            <a:prstDash val="solid"/>
          </a:ln>
        </p:spPr>
      </p:sp>
      <p:sp>
        <p:nvSpPr>
          <p:cNvPr id="362" name="path-285">
            <a:extLst xmlns:a="http://schemas.openxmlformats.org/drawingml/2006/main">
              <a:ext uri="{FF2B5EF4-FFF2-40B4-BE49-F238E27FC236}">
                <a16:creationId xmlns:a16="http://schemas.microsoft.com/office/drawing/2014/main" id="{A09E1822-9FB3-442B-BEC3-7B9795B74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18019" y="8396936"/>
            <a:ext cx="97751" cy="78642"/>
          </a:xfrm>
          <a:custGeom xmlns:a="http://schemas.openxmlformats.org/drawingml/2006/main">
            <a:pathLst>
              <a:path w="119202" h="95900">
                <a:moveTo>
                  <a:pt x="119202" y="0"/>
                </a:moveTo>
                <a:lnTo>
                  <a:pt x="59602" y="95900"/>
                </a:lnTo>
                <a:lnTo>
                  <a:pt x="0" y="0"/>
                </a:lnTo>
                <a:lnTo>
                  <a:pt x="119202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363" name="path-286">
            <a:extLst xmlns:a="http://schemas.openxmlformats.org/drawingml/2006/main">
              <a:ext uri="{FF2B5EF4-FFF2-40B4-BE49-F238E27FC236}">
                <a16:creationId xmlns:a16="http://schemas.microsoft.com/office/drawing/2014/main" id="{8E7ABDC6-1C5C-4645-9BA9-B072C00F16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83394" y="8271984"/>
            <a:ext cx="364" cy="183746"/>
          </a:xfrm>
          <a:custGeom xmlns:a="http://schemas.openxmlformats.org/drawingml/2006/main">
            <a:pathLst>
              <a:path w="443" h="224068">
                <a:moveTo>
                  <a:pt x="0" y="0"/>
                </a:moveTo>
                <a:lnTo>
                  <a:pt x="443" y="224068"/>
                </a:lnTo>
              </a:path>
            </a:pathLst>
          </a:custGeom>
          <a:noFill xmlns:a="http://schemas.openxmlformats.org/drawingml/2006/main"/>
          <a:ln xmlns:a="http://schemas.openxmlformats.org/drawingml/2006/main" w="18007">
            <a:solidFill>
              <a:srgbClr val="17202B"/>
            </a:solidFill>
            <a:prstDash val="solid"/>
          </a:ln>
        </p:spPr>
      </p:sp>
      <p:sp>
        <p:nvSpPr>
          <p:cNvPr id="364" name="path-287">
            <a:extLst xmlns:a="http://schemas.openxmlformats.org/drawingml/2006/main">
              <a:ext uri="{FF2B5EF4-FFF2-40B4-BE49-F238E27FC236}">
                <a16:creationId xmlns:a16="http://schemas.microsoft.com/office/drawing/2014/main" id="{47535887-B19F-45B5-B4E3-FD7DD93F8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34503" y="8399140"/>
            <a:ext cx="97767" cy="78642"/>
          </a:xfrm>
          <a:custGeom xmlns:a="http://schemas.openxmlformats.org/drawingml/2006/main">
            <a:pathLst>
              <a:path w="119221" h="95900">
                <a:moveTo>
                  <a:pt x="119221" y="0"/>
                </a:moveTo>
                <a:lnTo>
                  <a:pt x="59619" y="95900"/>
                </a:lnTo>
                <a:lnTo>
                  <a:pt x="0" y="0"/>
                </a:lnTo>
                <a:lnTo>
                  <a:pt x="119221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365" name="path-288">
            <a:extLst xmlns:a="http://schemas.openxmlformats.org/drawingml/2006/main">
              <a:ext uri="{FF2B5EF4-FFF2-40B4-BE49-F238E27FC236}">
                <a16:creationId xmlns:a16="http://schemas.microsoft.com/office/drawing/2014/main" id="{905783E7-68C5-4651-A60C-8C3FB0775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1421" y="8486599"/>
            <a:ext cx="5993877" cy="970935"/>
          </a:xfrm>
          <a:custGeom xmlns:a="http://schemas.openxmlformats.org/drawingml/2006/main">
            <a:pathLst>
              <a:path w="7309200" h="1184001">
                <a:moveTo>
                  <a:pt x="0" y="56914"/>
                </a:moveTo>
                <a:lnTo>
                  <a:pt x="0" y="56914"/>
                </a:lnTo>
                <a:cubicBezTo>
                  <a:pt x="0" y="47064"/>
                  <a:pt x="2689" y="37199"/>
                  <a:pt x="7620" y="28235"/>
                </a:cubicBezTo>
                <a:cubicBezTo>
                  <a:pt x="12552" y="19730"/>
                  <a:pt x="19714" y="12552"/>
                  <a:pt x="28678" y="7620"/>
                </a:cubicBezTo>
                <a:cubicBezTo>
                  <a:pt x="37201" y="2703"/>
                  <a:pt x="47050" y="0"/>
                  <a:pt x="56915" y="0"/>
                </a:cubicBezTo>
                <a:lnTo>
                  <a:pt x="7251827" y="0"/>
                </a:lnTo>
                <a:cubicBezTo>
                  <a:pt x="7261692" y="0"/>
                  <a:pt x="7271558" y="2703"/>
                  <a:pt x="7280505" y="7620"/>
                </a:cubicBezTo>
                <a:cubicBezTo>
                  <a:pt x="7289028" y="12552"/>
                  <a:pt x="7296204" y="19730"/>
                  <a:pt x="7301123" y="28694"/>
                </a:cubicBezTo>
                <a:cubicBezTo>
                  <a:pt x="7306055" y="37199"/>
                  <a:pt x="7308742" y="47064"/>
                  <a:pt x="7308742" y="56914"/>
                </a:cubicBezTo>
                <a:lnTo>
                  <a:pt x="7309200" y="1126629"/>
                </a:lnTo>
                <a:cubicBezTo>
                  <a:pt x="7309200" y="1136493"/>
                  <a:pt x="7306513" y="1146359"/>
                  <a:pt x="7301580" y="1155323"/>
                </a:cubicBezTo>
                <a:cubicBezTo>
                  <a:pt x="7296648" y="1163828"/>
                  <a:pt x="7289469" y="1171005"/>
                  <a:pt x="7280505" y="1175938"/>
                </a:cubicBezTo>
                <a:cubicBezTo>
                  <a:pt x="7272001" y="1180855"/>
                  <a:pt x="7262136" y="1183543"/>
                  <a:pt x="7252287" y="1183543"/>
                </a:cubicBezTo>
                <a:lnTo>
                  <a:pt x="56915" y="1184001"/>
                </a:lnTo>
                <a:cubicBezTo>
                  <a:pt x="47050" y="1184001"/>
                  <a:pt x="37201" y="1181313"/>
                  <a:pt x="28237" y="1176381"/>
                </a:cubicBezTo>
                <a:cubicBezTo>
                  <a:pt x="19714" y="1171449"/>
                  <a:pt x="12552" y="1164287"/>
                  <a:pt x="7620" y="1155323"/>
                </a:cubicBezTo>
                <a:cubicBezTo>
                  <a:pt x="2689" y="1146801"/>
                  <a:pt x="0" y="1136937"/>
                  <a:pt x="0" y="1127087"/>
                </a:cubicBezTo>
                <a:lnTo>
                  <a:pt x="0" y="56914"/>
                </a:lnTo>
              </a:path>
            </a:pathLst>
          </a:custGeom>
          <a:solidFill xmlns:a="http://schemas.openxmlformats.org/drawingml/2006/main">
            <a:srgbClr val="FEFCF9"/>
          </a:solidFill>
          <a:ln xmlns:a="http://schemas.openxmlformats.org/drawingml/2006/main" w="12862">
            <a:solidFill>
              <a:srgbClr val="EDBE93"/>
            </a:solidFill>
            <a:prstDash val="solid"/>
          </a:ln>
        </p:spPr>
      </p:sp>
      <p:sp>
        <p:nvSpPr>
          <p:cNvPr id="366" name="text-289 Source-Conditioned">
            <a:extLst xmlns:a="http://schemas.openxmlformats.org/drawingml/2006/main">
              <a:ext uri="{FF2B5EF4-FFF2-40B4-BE49-F238E27FC236}">
                <a16:creationId xmlns:a16="http://schemas.microsoft.com/office/drawing/2014/main" id="{8751E8F7-D990-4A41-B5BF-421D6839D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31856" y="8515197"/>
            <a:ext cx="1270626" cy="1827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8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8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028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Source-Conditioned</a:t>
            </a:r>
          </a:p>
        </p:txBody>
      </p:sp>
      <p:sp>
        <p:nvSpPr>
          <p:cNvPr id="367" name="text-289 Views">
            <a:extLst xmlns:a="http://schemas.openxmlformats.org/drawingml/2006/main">
              <a:ext uri="{FF2B5EF4-FFF2-40B4-BE49-F238E27FC236}">
                <a16:creationId xmlns:a16="http://schemas.microsoft.com/office/drawing/2014/main" id="{703BADB7-FFF4-4D03-9D3D-490F45595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14984" y="8515168"/>
            <a:ext cx="391267" cy="1827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8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8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028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Views</a:t>
            </a:r>
          </a:p>
        </p:txBody>
      </p:sp>
      <p:pic>
        <p:nvPicPr>
          <p:cNvPr id="368" name="">
            <a:extLst xmlns:a="http://schemas.openxmlformats.org/drawingml/2006/main">
              <a:ext uri="{FF2B5EF4-FFF2-40B4-BE49-F238E27FC236}">
                <a16:creationId xmlns:a16="http://schemas.microsoft.com/office/drawing/2014/main" id="{791DF8DA-47C0-4933-8B48-BEED0D7932A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1db9fa99fc74bb8"/>
          <a:stretch xmlns:a="http://schemas.openxmlformats.org/drawingml/2006/main"/>
        </p:blipFill>
        <p:spPr>
          <a:xfrm xmlns:a="http://schemas.openxmlformats.org/drawingml/2006/main">
            <a:off x="10674979" y="8700142"/>
            <a:ext cx="555281" cy="720617"/>
          </a:xfrm>
          <a:prstGeom xmlns:a="http://schemas.openxmlformats.org/drawingml/2006/main" prst="rect">
            <a:avLst/>
          </a:prstGeom>
        </p:spPr>
      </p:pic>
      <p:pic>
        <p:nvPicPr>
          <p:cNvPr id="369" name="">
            <a:extLst xmlns:a="http://schemas.openxmlformats.org/drawingml/2006/main">
              <a:ext uri="{FF2B5EF4-FFF2-40B4-BE49-F238E27FC236}">
                <a16:creationId xmlns:a16="http://schemas.microsoft.com/office/drawing/2014/main" id="{04E28709-9E9D-4421-8392-A9E7E7BA035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5f8680d38fc4109"/>
          <a:stretch xmlns:a="http://schemas.openxmlformats.org/drawingml/2006/main"/>
        </p:blipFill>
        <p:spPr>
          <a:xfrm xmlns:a="http://schemas.openxmlformats.org/drawingml/2006/main">
            <a:off x="11288327" y="8700142"/>
            <a:ext cx="555281" cy="720617"/>
          </a:xfrm>
          <a:prstGeom xmlns:a="http://schemas.openxmlformats.org/drawingml/2006/main" prst="rect">
            <a:avLst/>
          </a:prstGeom>
        </p:spPr>
      </p:pic>
      <p:pic>
        <p:nvPicPr>
          <p:cNvPr id="370" name="">
            <a:extLst xmlns:a="http://schemas.openxmlformats.org/drawingml/2006/main">
              <a:ext uri="{FF2B5EF4-FFF2-40B4-BE49-F238E27FC236}">
                <a16:creationId xmlns:a16="http://schemas.microsoft.com/office/drawing/2014/main" id="{D1BE9F4D-2DE6-45AB-835A-5CDF01BCF36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e08431f8c7a478c"/>
          <a:stretch xmlns:a="http://schemas.openxmlformats.org/drawingml/2006/main"/>
        </p:blipFill>
        <p:spPr>
          <a:xfrm xmlns:a="http://schemas.openxmlformats.org/drawingml/2006/main">
            <a:off x="11902052" y="8700142"/>
            <a:ext cx="555281" cy="720617"/>
          </a:xfrm>
          <a:prstGeom xmlns:a="http://schemas.openxmlformats.org/drawingml/2006/main" prst="rect">
            <a:avLst/>
          </a:prstGeom>
        </p:spPr>
      </p:pic>
      <p:pic>
        <p:nvPicPr>
          <p:cNvPr id="371" name="">
            <a:extLst xmlns:a="http://schemas.openxmlformats.org/drawingml/2006/main">
              <a:ext uri="{FF2B5EF4-FFF2-40B4-BE49-F238E27FC236}">
                <a16:creationId xmlns:a16="http://schemas.microsoft.com/office/drawing/2014/main" id="{5828AE22-AE33-4054-92EA-69D9F86A938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80b30482a034778"/>
          <a:stretch xmlns:a="http://schemas.openxmlformats.org/drawingml/2006/main"/>
        </p:blipFill>
        <p:spPr>
          <a:xfrm xmlns:a="http://schemas.openxmlformats.org/drawingml/2006/main">
            <a:off x="12515400" y="8700917"/>
            <a:ext cx="734632" cy="719068"/>
          </a:xfrm>
          <a:prstGeom xmlns:a="http://schemas.openxmlformats.org/drawingml/2006/main" prst="rect">
            <a:avLst/>
          </a:prstGeom>
        </p:spPr>
      </p:pic>
      <p:pic>
        <p:nvPicPr>
          <p:cNvPr id="372" name="">
            <a:extLst xmlns:a="http://schemas.openxmlformats.org/drawingml/2006/main">
              <a:ext uri="{FF2B5EF4-FFF2-40B4-BE49-F238E27FC236}">
                <a16:creationId xmlns:a16="http://schemas.microsoft.com/office/drawing/2014/main" id="{45AEE114-4D0D-4BFA-B4DA-5DF2868B5F2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1ecc8d0845a4c4f"/>
          <a:stretch xmlns:a="http://schemas.openxmlformats.org/drawingml/2006/main"/>
        </p:blipFill>
        <p:spPr>
          <a:xfrm xmlns:a="http://schemas.openxmlformats.org/drawingml/2006/main">
            <a:off x="13307362" y="8701000"/>
            <a:ext cx="491716" cy="718902"/>
          </a:xfrm>
          <a:prstGeom xmlns:a="http://schemas.openxmlformats.org/drawingml/2006/main" prst="rect">
            <a:avLst/>
          </a:prstGeom>
        </p:spPr>
      </p:pic>
      <p:pic>
        <p:nvPicPr>
          <p:cNvPr id="373" name="">
            <a:extLst xmlns:a="http://schemas.openxmlformats.org/drawingml/2006/main">
              <a:ext uri="{FF2B5EF4-FFF2-40B4-BE49-F238E27FC236}">
                <a16:creationId xmlns:a16="http://schemas.microsoft.com/office/drawing/2014/main" id="{20D9B3EB-0F5E-4EB1-B958-40D3C9F5052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836cf2d1b2a4097"/>
          <a:stretch xmlns:a="http://schemas.openxmlformats.org/drawingml/2006/main"/>
        </p:blipFill>
        <p:spPr>
          <a:xfrm xmlns:a="http://schemas.openxmlformats.org/drawingml/2006/main">
            <a:off x="13857133" y="8700142"/>
            <a:ext cx="555281" cy="720617"/>
          </a:xfrm>
          <a:prstGeom xmlns:a="http://schemas.openxmlformats.org/drawingml/2006/main" prst="rect">
            <a:avLst/>
          </a:prstGeom>
        </p:spPr>
      </p:pic>
      <p:pic>
        <p:nvPicPr>
          <p:cNvPr id="374" name="">
            <a:extLst xmlns:a="http://schemas.openxmlformats.org/drawingml/2006/main">
              <a:ext uri="{FF2B5EF4-FFF2-40B4-BE49-F238E27FC236}">
                <a16:creationId xmlns:a16="http://schemas.microsoft.com/office/drawing/2014/main" id="{C3CA0B41-1813-44C2-B34B-24E9DF53191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19bbf3e280943a3"/>
          <a:stretch xmlns:a="http://schemas.openxmlformats.org/drawingml/2006/main"/>
        </p:blipFill>
        <p:spPr>
          <a:xfrm xmlns:a="http://schemas.openxmlformats.org/drawingml/2006/main">
            <a:off x="14470859" y="8700142"/>
            <a:ext cx="555281" cy="720617"/>
          </a:xfrm>
          <a:prstGeom xmlns:a="http://schemas.openxmlformats.org/drawingml/2006/main" prst="rect">
            <a:avLst/>
          </a:prstGeom>
        </p:spPr>
      </p:pic>
      <p:pic>
        <p:nvPicPr>
          <p:cNvPr id="375" name="">
            <a:extLst xmlns:a="http://schemas.openxmlformats.org/drawingml/2006/main">
              <a:ext uri="{FF2B5EF4-FFF2-40B4-BE49-F238E27FC236}">
                <a16:creationId xmlns:a16="http://schemas.microsoft.com/office/drawing/2014/main" id="{B22B9FA2-BB22-4C02-915B-0B9D46D0777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fa64a87fed941a7"/>
          <a:stretch xmlns:a="http://schemas.openxmlformats.org/drawingml/2006/main"/>
        </p:blipFill>
        <p:spPr>
          <a:xfrm xmlns:a="http://schemas.openxmlformats.org/drawingml/2006/main">
            <a:off x="15085516" y="8763689"/>
            <a:ext cx="988153" cy="593513"/>
          </a:xfrm>
          <a:prstGeom xmlns:a="http://schemas.openxmlformats.org/drawingml/2006/main" prst="rect">
            <a:avLst/>
          </a:prstGeom>
        </p:spPr>
      </p:pic>
      <p:sp>
        <p:nvSpPr>
          <p:cNvPr id="376" name="text-298 ...">
            <a:extLst xmlns:a="http://schemas.openxmlformats.org/drawingml/2006/main">
              <a:ext uri="{FF2B5EF4-FFF2-40B4-BE49-F238E27FC236}">
                <a16:creationId xmlns:a16="http://schemas.microsoft.com/office/drawing/2014/main" id="{277CA724-BB2C-4C63-847D-654AC756B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78196" y="8931075"/>
            <a:ext cx="193403" cy="2672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3" b="1" i="0">
                <a:solidFill>
                  <a:srgbClr val="33415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3" b="1" i="0">
                <a:solidFill>
                  <a:srgbClr val="334155"/>
                </a:solidFill>
                <a:latin typeface="Arial"/>
                <a:ea typeface="Arial"/>
                <a:cs typeface="Arial"/>
              </a:defRPr>
            </a:pPr>
            <a:r>
              <a:rPr sz="1503" b="1" i="0">
                <a:solidFill>
                  <a:srgbClr val="334155"/>
                </a:solidFill>
                <a:latin typeface="Arial"/>
                <a:ea typeface="Arial"/>
                <a:cs typeface="Arial"/>
              </a:rPr>
              <a:t>...</a:t>
            </a:r>
          </a:p>
        </p:txBody>
      </p:sp>
      <p:sp>
        <p:nvSpPr>
          <p:cNvPr id="377" name="path-299">
            <a:extLst xmlns:a="http://schemas.openxmlformats.org/drawingml/2006/main">
              <a:ext uri="{FF2B5EF4-FFF2-40B4-BE49-F238E27FC236}">
                <a16:creationId xmlns:a16="http://schemas.microsoft.com/office/drawing/2014/main" id="{4C0052B4-0690-4257-8D0C-3D195CC04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3951" y="9462304"/>
            <a:ext cx="364" cy="73508"/>
          </a:xfrm>
          <a:custGeom xmlns:a="http://schemas.openxmlformats.org/drawingml/2006/main">
            <a:pathLst>
              <a:path w="443" h="89639">
                <a:moveTo>
                  <a:pt x="0" y="0"/>
                </a:moveTo>
                <a:lnTo>
                  <a:pt x="443" y="89639"/>
                </a:lnTo>
              </a:path>
            </a:pathLst>
          </a:custGeom>
          <a:noFill xmlns:a="http://schemas.openxmlformats.org/drawingml/2006/main"/>
          <a:ln xmlns:a="http://schemas.openxmlformats.org/drawingml/2006/main" w="18007">
            <a:solidFill>
              <a:srgbClr val="17202B"/>
            </a:solidFill>
            <a:prstDash val="solid"/>
          </a:ln>
        </p:spPr>
      </p:sp>
      <p:sp>
        <p:nvSpPr>
          <p:cNvPr id="378" name="path-300">
            <a:extLst xmlns:a="http://schemas.openxmlformats.org/drawingml/2006/main">
              <a:ext uri="{FF2B5EF4-FFF2-40B4-BE49-F238E27FC236}">
                <a16:creationId xmlns:a16="http://schemas.microsoft.com/office/drawing/2014/main" id="{F6B825F8-1A8C-4460-963C-20F223AD7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15438" y="9538380"/>
            <a:ext cx="97753" cy="78642"/>
          </a:xfrm>
          <a:custGeom xmlns:a="http://schemas.openxmlformats.org/drawingml/2006/main">
            <a:pathLst>
              <a:path w="119204" h="95900">
                <a:moveTo>
                  <a:pt x="119204" y="0"/>
                </a:moveTo>
                <a:lnTo>
                  <a:pt x="59602" y="95900"/>
                </a:lnTo>
                <a:lnTo>
                  <a:pt x="0" y="0"/>
                </a:lnTo>
                <a:lnTo>
                  <a:pt x="119204" y="0"/>
                </a:lnTo>
              </a:path>
            </a:pathLst>
          </a:custGeom>
          <a:solidFill xmlns:a="http://schemas.openxmlformats.org/drawingml/2006/main">
            <a:srgbClr val="17202B"/>
          </a:solidFill>
          <a:ln xmlns:a="http://schemas.openxmlformats.org/drawingml/2006/main" w="4042">
            <a:solidFill>
              <a:srgbClr val="17202B"/>
            </a:solidFill>
            <a:prstDash val="solid"/>
          </a:ln>
        </p:spPr>
      </p:sp>
      <p:sp>
        <p:nvSpPr>
          <p:cNvPr id="379" name="path-301">
            <a:extLst xmlns:a="http://schemas.openxmlformats.org/drawingml/2006/main">
              <a:ext uri="{FF2B5EF4-FFF2-40B4-BE49-F238E27FC236}">
                <a16:creationId xmlns:a16="http://schemas.microsoft.com/office/drawing/2014/main" id="{FA253778-0294-4005-AD34-1FB34E358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75185" y="9622532"/>
            <a:ext cx="3195015" cy="382568"/>
          </a:xfrm>
          <a:custGeom xmlns:a="http://schemas.openxmlformats.org/drawingml/2006/main">
            <a:pathLst>
              <a:path w="3896143" h="466521">
                <a:moveTo>
                  <a:pt x="0" y="113828"/>
                </a:moveTo>
                <a:lnTo>
                  <a:pt x="0" y="113828"/>
                </a:lnTo>
                <a:cubicBezTo>
                  <a:pt x="0" y="93671"/>
                  <a:pt x="5376" y="74399"/>
                  <a:pt x="15239" y="56914"/>
                </a:cubicBezTo>
                <a:cubicBezTo>
                  <a:pt x="25090" y="39445"/>
                  <a:pt x="39428" y="25106"/>
                  <a:pt x="56913" y="15240"/>
                </a:cubicBezTo>
                <a:cubicBezTo>
                  <a:pt x="74383" y="5375"/>
                  <a:pt x="93654" y="0"/>
                  <a:pt x="113828" y="0"/>
                </a:cubicBezTo>
                <a:lnTo>
                  <a:pt x="3781872" y="0"/>
                </a:lnTo>
                <a:cubicBezTo>
                  <a:pt x="3802032" y="0"/>
                  <a:pt x="3821302" y="5375"/>
                  <a:pt x="3838787" y="15240"/>
                </a:cubicBezTo>
                <a:cubicBezTo>
                  <a:pt x="3856255" y="25106"/>
                  <a:pt x="3870598" y="39445"/>
                  <a:pt x="3880461" y="56914"/>
                </a:cubicBezTo>
                <a:cubicBezTo>
                  <a:pt x="3890309" y="74399"/>
                  <a:pt x="3895700" y="93671"/>
                  <a:pt x="3895700" y="113828"/>
                </a:cubicBezTo>
                <a:lnTo>
                  <a:pt x="3896143" y="352251"/>
                </a:lnTo>
                <a:cubicBezTo>
                  <a:pt x="3896143" y="372408"/>
                  <a:pt x="3890770" y="391680"/>
                  <a:pt x="3880904" y="409165"/>
                </a:cubicBezTo>
                <a:cubicBezTo>
                  <a:pt x="3871039" y="426634"/>
                  <a:pt x="3856701" y="440973"/>
                  <a:pt x="3839230" y="450838"/>
                </a:cubicBezTo>
                <a:cubicBezTo>
                  <a:pt x="3821743" y="460688"/>
                  <a:pt x="3802472" y="466079"/>
                  <a:pt x="3782315" y="466079"/>
                </a:cubicBezTo>
                <a:lnTo>
                  <a:pt x="113828" y="466521"/>
                </a:lnTo>
                <a:cubicBezTo>
                  <a:pt x="93654" y="466521"/>
                  <a:pt x="74383" y="461146"/>
                  <a:pt x="56913" y="451281"/>
                </a:cubicBezTo>
                <a:cubicBezTo>
                  <a:pt x="39428" y="441432"/>
                  <a:pt x="25090" y="427093"/>
                  <a:pt x="15239" y="409607"/>
                </a:cubicBezTo>
                <a:cubicBezTo>
                  <a:pt x="5376" y="392122"/>
                  <a:pt x="0" y="372866"/>
                  <a:pt x="0" y="352693"/>
                </a:cubicBezTo>
                <a:lnTo>
                  <a:pt x="0" y="113828"/>
                </a:lnTo>
              </a:path>
            </a:pathLst>
          </a:custGeom>
          <a:solidFill xmlns:a="http://schemas.openxmlformats.org/drawingml/2006/main">
            <a:srgbClr val="FEF9F3"/>
          </a:solidFill>
          <a:ln xmlns:a="http://schemas.openxmlformats.org/drawingml/2006/main" w="18007">
            <a:solidFill>
              <a:srgbClr val="C0631A"/>
            </a:solidFill>
            <a:prstDash val="solid"/>
          </a:ln>
        </p:spPr>
      </p:sp>
      <p:pic>
        <p:nvPicPr>
          <p:cNvPr id="380" name="">
            <a:extLst xmlns:a="http://schemas.openxmlformats.org/drawingml/2006/main">
              <a:ext uri="{FF2B5EF4-FFF2-40B4-BE49-F238E27FC236}">
                <a16:creationId xmlns:a16="http://schemas.microsoft.com/office/drawing/2014/main" id="{BE2E9E02-94E6-417F-A49D-A1AAC5F9CB7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830c4d3431e4bab"/>
          <a:stretch xmlns:a="http://schemas.openxmlformats.org/drawingml/2006/main"/>
        </p:blipFill>
        <p:spPr>
          <a:xfrm xmlns:a="http://schemas.openxmlformats.org/drawingml/2006/main">
            <a:off x="12145329" y="9703378"/>
            <a:ext cx="211684" cy="211684"/>
          </a:xfrm>
          <a:prstGeom xmlns:a="http://schemas.openxmlformats.org/drawingml/2006/main" prst="rect">
            <a:avLst/>
          </a:prstGeom>
        </p:spPr>
      </p:pic>
      <p:sp>
        <p:nvSpPr>
          <p:cNvPr id="381" name="text-303 Target-Preserving">
            <a:extLst xmlns:a="http://schemas.openxmlformats.org/drawingml/2006/main">
              <a:ext uri="{FF2B5EF4-FFF2-40B4-BE49-F238E27FC236}">
                <a16:creationId xmlns:a16="http://schemas.microsoft.com/office/drawing/2014/main" id="{FABE9CBB-4930-4735-86DB-D316C6201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89304" y="9718491"/>
            <a:ext cx="1211812" cy="195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Target-Preserving</a:t>
            </a:r>
          </a:p>
        </p:txBody>
      </p:sp>
      <p:sp>
        <p:nvSpPr>
          <p:cNvPr id="382" name="text-303 Augmented">
            <a:extLst xmlns:a="http://schemas.openxmlformats.org/drawingml/2006/main">
              <a:ext uri="{FF2B5EF4-FFF2-40B4-BE49-F238E27FC236}">
                <a16:creationId xmlns:a16="http://schemas.microsoft.com/office/drawing/2014/main" id="{2CD5175A-FA03-4407-A751-9317FC7F6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09686" y="9718391"/>
            <a:ext cx="795001" cy="1961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Augmented</a:t>
            </a:r>
          </a:p>
        </p:txBody>
      </p:sp>
      <p:sp>
        <p:nvSpPr>
          <p:cNvPr id="383" name="text-303 Records">
            <a:extLst xmlns:a="http://schemas.openxmlformats.org/drawingml/2006/main">
              <a:ext uri="{FF2B5EF4-FFF2-40B4-BE49-F238E27FC236}">
                <a16:creationId xmlns:a16="http://schemas.microsoft.com/office/drawing/2014/main" id="{D4F4EB1D-FD4E-4DED-962F-D2E28C001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18001" y="9718380"/>
            <a:ext cx="585302" cy="1961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1E293B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1E293B"/>
                </a:solidFill>
                <a:latin typeface="Arial"/>
                <a:ea typeface="Arial"/>
                <a:cs typeface="Arial"/>
              </a:rPr>
              <a:t>Records</a:t>
            </a:r>
          </a:p>
        </p:txBody>
      </p:sp>
      <p:sp>
        <p:nvSpPr>
          <p:cNvPr id="384" name="path-304">
            <a:extLst xmlns:a="http://schemas.openxmlformats.org/drawingml/2006/main">
              <a:ext uri="{FF2B5EF4-FFF2-40B4-BE49-F238E27FC236}">
                <a16:creationId xmlns:a16="http://schemas.microsoft.com/office/drawing/2014/main" id="{9CF620FB-9466-41A6-882E-29DB2313F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034" y="9812903"/>
            <a:ext cx="2223718" cy="363"/>
          </a:xfrm>
          <a:custGeom xmlns:a="http://schemas.openxmlformats.org/drawingml/2006/main">
            <a:pathLst>
              <a:path w="2711700" h="442">
                <a:moveTo>
                  <a:pt x="0" y="0"/>
                </a:moveTo>
                <a:lnTo>
                  <a:pt x="2711700" y="442"/>
                </a:lnTo>
              </a:path>
            </a:pathLst>
          </a:custGeom>
          <a:noFill xmlns:a="http://schemas.openxmlformats.org/drawingml/2006/main"/>
          <a:ln xmlns:a="http://schemas.openxmlformats.org/drawingml/2006/main" w="31237">
            <a:solidFill>
              <a:srgbClr val="C0521A"/>
            </a:solidFill>
            <a:prstDash val="solid"/>
          </a:ln>
        </p:spPr>
      </p:sp>
      <p:sp>
        <p:nvSpPr>
          <p:cNvPr id="385" name="path-305">
            <a:extLst xmlns:a="http://schemas.openxmlformats.org/drawingml/2006/main">
              <a:ext uri="{FF2B5EF4-FFF2-40B4-BE49-F238E27FC236}">
                <a16:creationId xmlns:a16="http://schemas.microsoft.com/office/drawing/2014/main" id="{FAA3DB9B-D134-4B9D-8A2C-1675C844E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4034" y="7514574"/>
            <a:ext cx="363" cy="2315234"/>
          </a:xfrm>
          <a:custGeom xmlns:a="http://schemas.openxmlformats.org/drawingml/2006/main">
            <a:pathLst>
              <a:path w="442" h="2823299">
                <a:moveTo>
                  <a:pt x="0" y="0"/>
                </a:moveTo>
                <a:lnTo>
                  <a:pt x="442" y="2823299"/>
                </a:lnTo>
              </a:path>
            </a:pathLst>
          </a:custGeom>
          <a:noFill xmlns:a="http://schemas.openxmlformats.org/drawingml/2006/main"/>
          <a:ln xmlns:a="http://schemas.openxmlformats.org/drawingml/2006/main" w="31237">
            <a:solidFill>
              <a:srgbClr val="C0521A"/>
            </a:solidFill>
            <a:prstDash val="solid"/>
          </a:ln>
        </p:spPr>
      </p:sp>
      <p:sp>
        <p:nvSpPr>
          <p:cNvPr id="386" name="path-306">
            <a:extLst xmlns:a="http://schemas.openxmlformats.org/drawingml/2006/main">
              <a:ext uri="{FF2B5EF4-FFF2-40B4-BE49-F238E27FC236}">
                <a16:creationId xmlns:a16="http://schemas.microsoft.com/office/drawing/2014/main" id="{0CA7D8AE-81BA-469E-8B1F-DE5D1851A5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0706" y="6844998"/>
            <a:ext cx="2286934" cy="603795"/>
          </a:xfrm>
          <a:custGeom xmlns:a="http://schemas.openxmlformats.org/drawingml/2006/main">
            <a:pathLst>
              <a:path w="2788788" h="736294">
                <a:moveTo>
                  <a:pt x="0" y="367917"/>
                </a:moveTo>
                <a:lnTo>
                  <a:pt x="0" y="367917"/>
                </a:lnTo>
                <a:cubicBezTo>
                  <a:pt x="0" y="303384"/>
                  <a:pt x="64534" y="239750"/>
                  <a:pt x="186868" y="183738"/>
                </a:cubicBezTo>
                <a:cubicBezTo>
                  <a:pt x="309217" y="127725"/>
                  <a:pt x="485335" y="81562"/>
                  <a:pt x="697308" y="49294"/>
                </a:cubicBezTo>
                <a:cubicBezTo>
                  <a:pt x="909281" y="16585"/>
                  <a:pt x="1149473" y="0"/>
                  <a:pt x="1394615" y="0"/>
                </a:cubicBezTo>
                <a:cubicBezTo>
                  <a:pt x="1639298" y="0"/>
                  <a:pt x="1879507" y="16585"/>
                  <a:pt x="2091480" y="49294"/>
                </a:cubicBezTo>
                <a:cubicBezTo>
                  <a:pt x="2303454" y="81562"/>
                  <a:pt x="2479571" y="127725"/>
                  <a:pt x="2601905" y="183738"/>
                </a:cubicBezTo>
                <a:cubicBezTo>
                  <a:pt x="2724254" y="239750"/>
                  <a:pt x="2788788" y="303384"/>
                  <a:pt x="2788788" y="367917"/>
                </a:cubicBezTo>
                <a:cubicBezTo>
                  <a:pt x="2788788" y="432452"/>
                  <a:pt x="2724254" y="496086"/>
                  <a:pt x="2601905" y="552114"/>
                </a:cubicBezTo>
                <a:cubicBezTo>
                  <a:pt x="2479571" y="608127"/>
                  <a:pt x="2303454" y="654290"/>
                  <a:pt x="2091480" y="686557"/>
                </a:cubicBezTo>
                <a:cubicBezTo>
                  <a:pt x="1879507" y="719267"/>
                  <a:pt x="1639298" y="736294"/>
                  <a:pt x="1394615" y="736294"/>
                </a:cubicBezTo>
                <a:cubicBezTo>
                  <a:pt x="1149473" y="736294"/>
                  <a:pt x="909281" y="719267"/>
                  <a:pt x="697308" y="686557"/>
                </a:cubicBezTo>
                <a:cubicBezTo>
                  <a:pt x="485335" y="654290"/>
                  <a:pt x="309217" y="608127"/>
                  <a:pt x="186868" y="552114"/>
                </a:cubicBezTo>
                <a:cubicBezTo>
                  <a:pt x="64534" y="496086"/>
                  <a:pt x="0" y="432452"/>
                  <a:pt x="0" y="367917"/>
                </a:cubicBezTo>
              </a:path>
            </a:pathLst>
          </a:custGeom>
          <a:solidFill xmlns:a="http://schemas.openxmlformats.org/drawingml/2006/main">
            <a:srgbClr val="EBF3FA"/>
          </a:solidFill>
          <a:ln xmlns:a="http://schemas.openxmlformats.org/drawingml/2006/main" w="26092">
            <a:solidFill>
              <a:srgbClr val="1B5E70"/>
            </a:solidFill>
            <a:prstDash val="solid"/>
          </a:ln>
        </p:spPr>
      </p:sp>
      <p:sp>
        <p:nvSpPr>
          <p:cNvPr id="387" name="path-307">
            <a:extLst xmlns:a="http://schemas.openxmlformats.org/drawingml/2006/main">
              <a:ext uri="{FF2B5EF4-FFF2-40B4-BE49-F238E27FC236}">
                <a16:creationId xmlns:a16="http://schemas.microsoft.com/office/drawing/2014/main" id="{3CB8B42E-C097-4FC0-8E63-667F6CD27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0706" y="3430221"/>
            <a:ext cx="2286556" cy="3744424"/>
          </a:xfrm>
          <a:custGeom xmlns:a="http://schemas.openxmlformats.org/drawingml/2006/main">
            <a:pathLst>
              <a:path w="2788328" h="4566117">
                <a:moveTo>
                  <a:pt x="1394172" y="4566117"/>
                </a:moveTo>
                <a:lnTo>
                  <a:pt x="0" y="4566117"/>
                </a:lnTo>
                <a:lnTo>
                  <a:pt x="0" y="0"/>
                </a:lnTo>
                <a:lnTo>
                  <a:pt x="2788328" y="0"/>
                </a:lnTo>
                <a:lnTo>
                  <a:pt x="2788328" y="4566117"/>
                </a:lnTo>
                <a:lnTo>
                  <a:pt x="1394172" y="4566117"/>
                </a:lnTo>
              </a:path>
            </a:pathLst>
          </a:custGeom>
          <a:solidFill xmlns:a="http://schemas.openxmlformats.org/drawingml/2006/main">
            <a:srgbClr val="EBF3FA"/>
          </a:solidFill>
          <a:ln xmlns:a="http://schemas.openxmlformats.org/drawingml/2006/main" w="4042">
            <a:solidFill>
              <a:srgbClr val="EBF3FA"/>
            </a:solidFill>
            <a:prstDash val="solid"/>
          </a:ln>
        </p:spPr>
      </p:sp>
      <p:sp>
        <p:nvSpPr>
          <p:cNvPr id="388" name="path-308">
            <a:extLst xmlns:a="http://schemas.openxmlformats.org/drawingml/2006/main">
              <a:ext uri="{FF2B5EF4-FFF2-40B4-BE49-F238E27FC236}">
                <a16:creationId xmlns:a16="http://schemas.microsoft.com/office/drawing/2014/main" id="{4428F4C0-6E6A-460D-BB35-DAA31C6CA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0706" y="3430585"/>
            <a:ext cx="363" cy="3716122"/>
          </a:xfrm>
          <a:custGeom xmlns:a="http://schemas.openxmlformats.org/drawingml/2006/main">
            <a:pathLst>
              <a:path w="442" h="4531605">
                <a:moveTo>
                  <a:pt x="0" y="0"/>
                </a:moveTo>
                <a:lnTo>
                  <a:pt x="442" y="4531605"/>
                </a:lnTo>
              </a:path>
            </a:pathLst>
          </a:custGeom>
          <a:noFill xmlns:a="http://schemas.openxmlformats.org/drawingml/2006/main"/>
          <a:ln xmlns:a="http://schemas.openxmlformats.org/drawingml/2006/main" w="26092">
            <a:solidFill>
              <a:srgbClr val="1B5E70"/>
            </a:solidFill>
            <a:prstDash val="solid"/>
          </a:ln>
        </p:spPr>
      </p:sp>
      <p:sp>
        <p:nvSpPr>
          <p:cNvPr id="389" name="path-309">
            <a:extLst xmlns:a="http://schemas.openxmlformats.org/drawingml/2006/main">
              <a:ext uri="{FF2B5EF4-FFF2-40B4-BE49-F238E27FC236}">
                <a16:creationId xmlns:a16="http://schemas.microsoft.com/office/drawing/2014/main" id="{D0D7B377-EF98-40FF-87C6-23840AFBA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639" y="3430585"/>
            <a:ext cx="362" cy="3716122"/>
          </a:xfrm>
          <a:custGeom xmlns:a="http://schemas.openxmlformats.org/drawingml/2006/main">
            <a:pathLst>
              <a:path w="441" h="4531605">
                <a:moveTo>
                  <a:pt x="0" y="0"/>
                </a:moveTo>
                <a:lnTo>
                  <a:pt x="441" y="4531605"/>
                </a:lnTo>
              </a:path>
            </a:pathLst>
          </a:custGeom>
          <a:noFill xmlns:a="http://schemas.openxmlformats.org/drawingml/2006/main"/>
          <a:ln xmlns:a="http://schemas.openxmlformats.org/drawingml/2006/main" w="26092">
            <a:solidFill>
              <a:srgbClr val="1B5E70"/>
            </a:solidFill>
            <a:prstDash val="solid"/>
          </a:ln>
        </p:spPr>
      </p:sp>
      <p:sp>
        <p:nvSpPr>
          <p:cNvPr id="390" name="path-310">
            <a:extLst xmlns:a="http://schemas.openxmlformats.org/drawingml/2006/main">
              <a:ext uri="{FF2B5EF4-FFF2-40B4-BE49-F238E27FC236}">
                <a16:creationId xmlns:a16="http://schemas.microsoft.com/office/drawing/2014/main" id="{2D058966-8FBF-458E-9B4D-75A1E1FA0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0706" y="3128863"/>
            <a:ext cx="2286934" cy="603807"/>
          </a:xfrm>
          <a:custGeom xmlns:a="http://schemas.openxmlformats.org/drawingml/2006/main">
            <a:pathLst>
              <a:path w="2788788" h="736309">
                <a:moveTo>
                  <a:pt x="0" y="367933"/>
                </a:moveTo>
                <a:lnTo>
                  <a:pt x="0" y="367933"/>
                </a:lnTo>
                <a:cubicBezTo>
                  <a:pt x="0" y="303398"/>
                  <a:pt x="64534" y="239766"/>
                  <a:pt x="186868" y="183738"/>
                </a:cubicBezTo>
                <a:cubicBezTo>
                  <a:pt x="309217" y="127724"/>
                  <a:pt x="485335" y="81561"/>
                  <a:pt x="697308" y="49310"/>
                </a:cubicBezTo>
                <a:cubicBezTo>
                  <a:pt x="909281" y="16584"/>
                  <a:pt x="1149473" y="0"/>
                  <a:pt x="1394615" y="0"/>
                </a:cubicBezTo>
                <a:cubicBezTo>
                  <a:pt x="1639298" y="0"/>
                  <a:pt x="1879507" y="16584"/>
                  <a:pt x="2091480" y="49310"/>
                </a:cubicBezTo>
                <a:cubicBezTo>
                  <a:pt x="2303454" y="81561"/>
                  <a:pt x="2479571" y="127724"/>
                  <a:pt x="2601905" y="183738"/>
                </a:cubicBezTo>
                <a:cubicBezTo>
                  <a:pt x="2724254" y="239766"/>
                  <a:pt x="2788788" y="303398"/>
                  <a:pt x="2788788" y="367933"/>
                </a:cubicBezTo>
                <a:cubicBezTo>
                  <a:pt x="2788788" y="432467"/>
                  <a:pt x="2724254" y="496101"/>
                  <a:pt x="2601905" y="552113"/>
                </a:cubicBezTo>
                <a:cubicBezTo>
                  <a:pt x="2479571" y="608141"/>
                  <a:pt x="2303454" y="654289"/>
                  <a:pt x="2091480" y="686557"/>
                </a:cubicBezTo>
                <a:cubicBezTo>
                  <a:pt x="1879507" y="719283"/>
                  <a:pt x="1639298" y="736309"/>
                  <a:pt x="1394615" y="736309"/>
                </a:cubicBezTo>
                <a:cubicBezTo>
                  <a:pt x="1149473" y="736309"/>
                  <a:pt x="909281" y="719283"/>
                  <a:pt x="697308" y="686557"/>
                </a:cubicBezTo>
                <a:cubicBezTo>
                  <a:pt x="485335" y="654289"/>
                  <a:pt x="309217" y="608141"/>
                  <a:pt x="186868" y="552113"/>
                </a:cubicBezTo>
                <a:cubicBezTo>
                  <a:pt x="64534" y="496101"/>
                  <a:pt x="0" y="432467"/>
                  <a:pt x="0" y="367933"/>
                </a:cubicBezTo>
              </a:path>
            </a:pathLst>
          </a:custGeom>
          <a:solidFill xmlns:a="http://schemas.openxmlformats.org/drawingml/2006/main">
            <a:srgbClr val="EBF3FA"/>
          </a:solidFill>
          <a:ln xmlns:a="http://schemas.openxmlformats.org/drawingml/2006/main" w="22049">
            <a:solidFill>
              <a:srgbClr val="1B5E70"/>
            </a:solidFill>
            <a:prstDash val="solid"/>
          </a:ln>
        </p:spPr>
      </p:sp>
      <p:sp>
        <p:nvSpPr>
          <p:cNvPr id="391" name="text-311 Stage">
            <a:extLst xmlns:a="http://schemas.openxmlformats.org/drawingml/2006/main">
              <a:ext uri="{FF2B5EF4-FFF2-40B4-BE49-F238E27FC236}">
                <a16:creationId xmlns:a16="http://schemas.microsoft.com/office/drawing/2014/main" id="{1420866B-F761-4609-8CB3-DA56C0892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37009" y="3314527"/>
            <a:ext cx="533164" cy="2571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6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6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pPr>
            <a:r>
              <a:rPr sz="1446" b="1" i="0">
                <a:solidFill>
                  <a:srgbClr val="17457C"/>
                </a:solidFill>
                <a:latin typeface="Arial"/>
                <a:ea typeface="Arial"/>
                <a:cs typeface="Arial"/>
              </a:rPr>
              <a:t>Stage</a:t>
            </a:r>
          </a:p>
        </p:txBody>
      </p:sp>
      <p:sp>
        <p:nvSpPr>
          <p:cNvPr id="392" name="text-311 I">
            <a:extLst xmlns:a="http://schemas.openxmlformats.org/drawingml/2006/main">
              <a:ext uri="{FF2B5EF4-FFF2-40B4-BE49-F238E27FC236}">
                <a16:creationId xmlns:a16="http://schemas.microsoft.com/office/drawing/2014/main" id="{9CF1AABB-880C-4CD0-942E-B5DE4F713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87900" y="3314065"/>
            <a:ext cx="84301" cy="257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0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0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pPr>
            <a:r>
              <a:rPr sz="1450" b="1" i="0">
                <a:solidFill>
                  <a:srgbClr val="17457C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393" name="text-311 Training">
            <a:extLst xmlns:a="http://schemas.openxmlformats.org/drawingml/2006/main">
              <a:ext uri="{FF2B5EF4-FFF2-40B4-BE49-F238E27FC236}">
                <a16:creationId xmlns:a16="http://schemas.microsoft.com/office/drawing/2014/main" id="{893479D9-F740-4A57-AB0D-F03D4C6A4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89535" y="3314506"/>
            <a:ext cx="747427" cy="2571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6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6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pPr>
            <a:r>
              <a:rPr sz="1446" b="1" i="0">
                <a:solidFill>
                  <a:srgbClr val="17457C"/>
                </a:solidFill>
                <a:latin typeface="Arial"/>
                <a:ea typeface="Arial"/>
                <a:cs typeface="Arial"/>
              </a:rPr>
              <a:t>Training</a:t>
            </a:r>
          </a:p>
        </p:txBody>
      </p:sp>
      <p:sp>
        <p:nvSpPr>
          <p:cNvPr id="394" name="text-311 Pool">
            <a:extLst xmlns:a="http://schemas.openxmlformats.org/drawingml/2006/main">
              <a:ext uri="{FF2B5EF4-FFF2-40B4-BE49-F238E27FC236}">
                <a16:creationId xmlns:a16="http://schemas.microsoft.com/office/drawing/2014/main" id="{4312F573-711C-4B6F-AA45-558D5882A7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54559" y="3314528"/>
            <a:ext cx="430918" cy="2571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6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6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pPr>
            <a:r>
              <a:rPr sz="1446" b="1" i="0">
                <a:solidFill>
                  <a:srgbClr val="17457C"/>
                </a:solidFill>
                <a:latin typeface="Arial"/>
                <a:ea typeface="Arial"/>
                <a:cs typeface="Arial"/>
              </a:rPr>
              <a:t>Pool</a:t>
            </a:r>
          </a:p>
        </p:txBody>
      </p:sp>
      <p:sp>
        <p:nvSpPr>
          <p:cNvPr id="395" name="path-312">
            <a:extLst xmlns:a="http://schemas.openxmlformats.org/drawingml/2006/main">
              <a:ext uri="{FF2B5EF4-FFF2-40B4-BE49-F238E27FC236}">
                <a16:creationId xmlns:a16="http://schemas.microsoft.com/office/drawing/2014/main" id="{D4ABD9F4-53D4-4008-AADB-874C4ADA4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7485" y="4204162"/>
            <a:ext cx="2046960" cy="811070"/>
          </a:xfrm>
          <a:custGeom xmlns:a="http://schemas.openxmlformats.org/drawingml/2006/main">
            <a:pathLst>
              <a:path w="2496154" h="989055">
                <a:moveTo>
                  <a:pt x="0" y="68123"/>
                </a:moveTo>
                <a:lnTo>
                  <a:pt x="0" y="68123"/>
                </a:lnTo>
                <a:cubicBezTo>
                  <a:pt x="0" y="56013"/>
                  <a:pt x="3146" y="44361"/>
                  <a:pt x="8964" y="34069"/>
                </a:cubicBezTo>
                <a:cubicBezTo>
                  <a:pt x="15240" y="23762"/>
                  <a:pt x="23762" y="14798"/>
                  <a:pt x="34070" y="8964"/>
                </a:cubicBezTo>
                <a:cubicBezTo>
                  <a:pt x="44376" y="3146"/>
                  <a:pt x="56471" y="0"/>
                  <a:pt x="68123" y="0"/>
                </a:cubicBezTo>
                <a:lnTo>
                  <a:pt x="2427588" y="0"/>
                </a:lnTo>
                <a:cubicBezTo>
                  <a:pt x="2439682" y="0"/>
                  <a:pt x="2451336" y="3146"/>
                  <a:pt x="2461642" y="8964"/>
                </a:cubicBezTo>
                <a:cubicBezTo>
                  <a:pt x="2471951" y="15240"/>
                  <a:pt x="2480915" y="23762"/>
                  <a:pt x="2486749" y="34069"/>
                </a:cubicBezTo>
                <a:cubicBezTo>
                  <a:pt x="2492566" y="44361"/>
                  <a:pt x="2495713" y="56471"/>
                  <a:pt x="2495713" y="68123"/>
                </a:cubicBezTo>
                <a:lnTo>
                  <a:pt x="2496154" y="920489"/>
                </a:lnTo>
                <a:cubicBezTo>
                  <a:pt x="2496154" y="932584"/>
                  <a:pt x="2493024" y="944235"/>
                  <a:pt x="2487190" y="954543"/>
                </a:cubicBezTo>
                <a:cubicBezTo>
                  <a:pt x="2480915" y="964851"/>
                  <a:pt x="2472409" y="973815"/>
                  <a:pt x="2462100" y="979648"/>
                </a:cubicBezTo>
                <a:cubicBezTo>
                  <a:pt x="2451794" y="985466"/>
                  <a:pt x="2439682" y="988597"/>
                  <a:pt x="2428031" y="988597"/>
                </a:cubicBezTo>
                <a:lnTo>
                  <a:pt x="68123" y="989055"/>
                </a:lnTo>
                <a:cubicBezTo>
                  <a:pt x="56028" y="989055"/>
                  <a:pt x="44376" y="985909"/>
                  <a:pt x="34070" y="980091"/>
                </a:cubicBezTo>
                <a:cubicBezTo>
                  <a:pt x="23762" y="973815"/>
                  <a:pt x="14798" y="965293"/>
                  <a:pt x="8964" y="954986"/>
                </a:cubicBezTo>
                <a:cubicBezTo>
                  <a:pt x="3146" y="944694"/>
                  <a:pt x="0" y="932584"/>
                  <a:pt x="0" y="920932"/>
                </a:cubicBezTo>
                <a:lnTo>
                  <a:pt x="0" y="68123"/>
                </a:lnTo>
              </a:path>
            </a:pathLst>
          </a:custGeom>
          <a:solidFill xmlns:a="http://schemas.openxmlformats.org/drawingml/2006/main">
            <a:srgbClr val="EEF7F0"/>
          </a:solidFill>
          <a:ln xmlns:a="http://schemas.openxmlformats.org/drawingml/2006/main" w="14332">
            <a:solidFill>
              <a:srgbClr val="A8CCB6"/>
            </a:solidFill>
            <a:prstDash val="solid"/>
          </a:ln>
        </p:spPr>
      </p:sp>
      <p:pic>
        <p:nvPicPr>
          <p:cNvPr id="396" name="">
            <a:extLst xmlns:a="http://schemas.openxmlformats.org/drawingml/2006/main">
              <a:ext uri="{FF2B5EF4-FFF2-40B4-BE49-F238E27FC236}">
                <a16:creationId xmlns:a16="http://schemas.microsoft.com/office/drawing/2014/main" id="{DB4F64A3-1551-4F6B-9F1E-043B2ED9905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4b231c5d65b4a3a"/>
          <a:stretch xmlns:a="http://schemas.openxmlformats.org/drawingml/2006/main"/>
        </p:blipFill>
        <p:spPr>
          <a:xfrm xmlns:a="http://schemas.openxmlformats.org/drawingml/2006/main">
            <a:off x="8255016" y="4439363"/>
            <a:ext cx="253572" cy="253572"/>
          </a:xfrm>
          <a:prstGeom xmlns:a="http://schemas.openxmlformats.org/drawingml/2006/main" prst="rect">
            <a:avLst/>
          </a:prstGeom>
        </p:spPr>
      </p:pic>
      <p:sp>
        <p:nvSpPr>
          <p:cNvPr id="397" name="text-314 Validated">
            <a:extLst xmlns:a="http://schemas.openxmlformats.org/drawingml/2006/main">
              <a:ext uri="{FF2B5EF4-FFF2-40B4-BE49-F238E27FC236}">
                <a16:creationId xmlns:a16="http://schemas.microsoft.com/office/drawing/2014/main" id="{2EDDDFFA-D61F-4729-BC92-E5D0832B7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07399" y="4437531"/>
            <a:ext cx="639430" cy="1960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55C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55C33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55C33"/>
                </a:solidFill>
                <a:latin typeface="Arial"/>
                <a:ea typeface="Arial"/>
                <a:cs typeface="Arial"/>
              </a:rPr>
              <a:t>Validated</a:t>
            </a:r>
          </a:p>
        </p:txBody>
      </p:sp>
      <p:sp>
        <p:nvSpPr>
          <p:cNvPr id="398" name="text-314 Collected">
            <a:extLst xmlns:a="http://schemas.openxmlformats.org/drawingml/2006/main">
              <a:ext uri="{FF2B5EF4-FFF2-40B4-BE49-F238E27FC236}">
                <a16:creationId xmlns:a16="http://schemas.microsoft.com/office/drawing/2014/main" id="{61530D85-963E-47AB-BA97-98CF76EFC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60154" y="4437537"/>
            <a:ext cx="654831" cy="1960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55C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55C33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55C33"/>
                </a:solidFill>
                <a:latin typeface="Arial"/>
                <a:ea typeface="Arial"/>
                <a:cs typeface="Arial"/>
              </a:rPr>
              <a:t>Collected</a:t>
            </a:r>
          </a:p>
        </p:txBody>
      </p:sp>
      <p:sp>
        <p:nvSpPr>
          <p:cNvPr id="399" name="text-315 Records">
            <a:extLst xmlns:a="http://schemas.openxmlformats.org/drawingml/2006/main">
              <a:ext uri="{FF2B5EF4-FFF2-40B4-BE49-F238E27FC236}">
                <a16:creationId xmlns:a16="http://schemas.microsoft.com/office/drawing/2014/main" id="{16113C94-BF73-4C0D-85C4-F2903C76E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9017" y="4598846"/>
            <a:ext cx="585011" cy="1960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155C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155C33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155C33"/>
                </a:solidFill>
                <a:latin typeface="Arial"/>
                <a:ea typeface="Arial"/>
                <a:cs typeface="Arial"/>
              </a:rPr>
              <a:t>Records</a:t>
            </a:r>
          </a:p>
        </p:txBody>
      </p:sp>
      <p:sp>
        <p:nvSpPr>
          <p:cNvPr id="400" name="path-316">
            <a:extLst xmlns:a="http://schemas.openxmlformats.org/drawingml/2006/main">
              <a:ext uri="{FF2B5EF4-FFF2-40B4-BE49-F238E27FC236}">
                <a16:creationId xmlns:a16="http://schemas.microsoft.com/office/drawing/2014/main" id="{9FE85A40-AC16-494B-950E-DAD2EBEA0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7485" y="5109302"/>
            <a:ext cx="2046960" cy="962119"/>
          </a:xfrm>
          <a:custGeom xmlns:a="http://schemas.openxmlformats.org/drawingml/2006/main">
            <a:pathLst>
              <a:path w="2496154" h="1173251">
                <a:moveTo>
                  <a:pt x="0" y="68123"/>
                </a:moveTo>
                <a:lnTo>
                  <a:pt x="0" y="68123"/>
                </a:lnTo>
                <a:cubicBezTo>
                  <a:pt x="0" y="56028"/>
                  <a:pt x="3146" y="44377"/>
                  <a:pt x="8964" y="34069"/>
                </a:cubicBezTo>
                <a:cubicBezTo>
                  <a:pt x="15240" y="23762"/>
                  <a:pt x="23762" y="14798"/>
                  <a:pt x="34070" y="8964"/>
                </a:cubicBezTo>
                <a:cubicBezTo>
                  <a:pt x="44376" y="3146"/>
                  <a:pt x="56471" y="0"/>
                  <a:pt x="68123" y="0"/>
                </a:cubicBezTo>
                <a:lnTo>
                  <a:pt x="2427588" y="0"/>
                </a:lnTo>
                <a:cubicBezTo>
                  <a:pt x="2439682" y="0"/>
                  <a:pt x="2451336" y="3146"/>
                  <a:pt x="2461642" y="8964"/>
                </a:cubicBezTo>
                <a:cubicBezTo>
                  <a:pt x="2471951" y="15240"/>
                  <a:pt x="2480915" y="23762"/>
                  <a:pt x="2486749" y="34069"/>
                </a:cubicBezTo>
                <a:cubicBezTo>
                  <a:pt x="2492566" y="44377"/>
                  <a:pt x="2495713" y="56471"/>
                  <a:pt x="2495713" y="68123"/>
                </a:cubicBezTo>
                <a:lnTo>
                  <a:pt x="2496154" y="1104686"/>
                </a:lnTo>
                <a:cubicBezTo>
                  <a:pt x="2496154" y="1116779"/>
                  <a:pt x="2493024" y="1128432"/>
                  <a:pt x="2487190" y="1138739"/>
                </a:cubicBezTo>
                <a:cubicBezTo>
                  <a:pt x="2480915" y="1149047"/>
                  <a:pt x="2472409" y="1158011"/>
                  <a:pt x="2462100" y="1163828"/>
                </a:cubicBezTo>
                <a:cubicBezTo>
                  <a:pt x="2451794" y="1169662"/>
                  <a:pt x="2439682" y="1172792"/>
                  <a:pt x="2428031" y="1172792"/>
                </a:cubicBezTo>
                <a:lnTo>
                  <a:pt x="68123" y="1173251"/>
                </a:lnTo>
                <a:cubicBezTo>
                  <a:pt x="56028" y="1173251"/>
                  <a:pt x="44376" y="1170105"/>
                  <a:pt x="34070" y="1164287"/>
                </a:cubicBezTo>
                <a:cubicBezTo>
                  <a:pt x="23762" y="1158011"/>
                  <a:pt x="14798" y="1149489"/>
                  <a:pt x="8964" y="1139181"/>
                </a:cubicBezTo>
                <a:cubicBezTo>
                  <a:pt x="3146" y="1128874"/>
                  <a:pt x="0" y="1116779"/>
                  <a:pt x="0" y="1105127"/>
                </a:cubicBezTo>
                <a:lnTo>
                  <a:pt x="0" y="68123"/>
                </a:lnTo>
              </a:path>
            </a:pathLst>
          </a:custGeom>
          <a:solidFill xmlns:a="http://schemas.openxmlformats.org/drawingml/2006/main">
            <a:srgbClr val="E9F2FB"/>
          </a:solidFill>
          <a:ln xmlns:a="http://schemas.openxmlformats.org/drawingml/2006/main" w="14332">
            <a:solidFill>
              <a:srgbClr val="9CBEE0"/>
            </a:solidFill>
            <a:prstDash val="solid"/>
          </a:ln>
        </p:spPr>
      </p:sp>
      <p:pic>
        <p:nvPicPr>
          <p:cNvPr id="401" name="">
            <a:extLst xmlns:a="http://schemas.openxmlformats.org/drawingml/2006/main">
              <a:ext uri="{FF2B5EF4-FFF2-40B4-BE49-F238E27FC236}">
                <a16:creationId xmlns:a16="http://schemas.microsoft.com/office/drawing/2014/main" id="{B249625E-FD0D-4496-B9F8-0C8EAF752CD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29ba553c7c048f1"/>
          <a:stretch xmlns:a="http://schemas.openxmlformats.org/drawingml/2006/main"/>
        </p:blipFill>
        <p:spPr>
          <a:xfrm xmlns:a="http://schemas.openxmlformats.org/drawingml/2006/main">
            <a:off x="8255016" y="5420579"/>
            <a:ext cx="253572" cy="253572"/>
          </a:xfrm>
          <a:prstGeom xmlns:a="http://schemas.openxmlformats.org/drawingml/2006/main" prst="rect">
            <a:avLst/>
          </a:prstGeom>
        </p:spPr>
      </p:pic>
      <p:sp>
        <p:nvSpPr>
          <p:cNvPr id="402" name="text-318 Exact">
            <a:extLst xmlns:a="http://schemas.openxmlformats.org/drawingml/2006/main">
              <a:ext uri="{FF2B5EF4-FFF2-40B4-BE49-F238E27FC236}">
                <a16:creationId xmlns:a16="http://schemas.microsoft.com/office/drawing/2014/main" id="{BFC4D47C-82F4-4A3F-8D4F-83C8EE545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27943" y="5418064"/>
            <a:ext cx="398340" cy="1959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7457C"/>
                </a:solidFill>
                <a:latin typeface="Arial"/>
                <a:ea typeface="Arial"/>
                <a:cs typeface="Arial"/>
              </a:rPr>
              <a:t>Exact</a:t>
            </a:r>
          </a:p>
        </p:txBody>
      </p:sp>
      <p:sp>
        <p:nvSpPr>
          <p:cNvPr id="403" name="text-318 Synthetic">
            <a:extLst xmlns:a="http://schemas.openxmlformats.org/drawingml/2006/main">
              <a:ext uri="{FF2B5EF4-FFF2-40B4-BE49-F238E27FC236}">
                <a16:creationId xmlns:a16="http://schemas.microsoft.com/office/drawing/2014/main" id="{CD9F50FF-75DE-4F93-A963-03200DC8F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39871" y="5418017"/>
            <a:ext cx="654876" cy="1960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17457C"/>
                </a:solidFill>
                <a:latin typeface="Arial"/>
                <a:ea typeface="Arial"/>
                <a:cs typeface="Arial"/>
              </a:rPr>
              <a:t>Synthetic</a:t>
            </a:r>
          </a:p>
        </p:txBody>
      </p:sp>
      <p:sp>
        <p:nvSpPr>
          <p:cNvPr id="404" name="text-319 Records">
            <a:extLst xmlns:a="http://schemas.openxmlformats.org/drawingml/2006/main">
              <a:ext uri="{FF2B5EF4-FFF2-40B4-BE49-F238E27FC236}">
                <a16:creationId xmlns:a16="http://schemas.microsoft.com/office/drawing/2014/main" id="{F3619F15-673E-498F-9043-9C5ECADB0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9017" y="5579336"/>
            <a:ext cx="585011" cy="1960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17457C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17457C"/>
                </a:solidFill>
                <a:latin typeface="Arial"/>
                <a:ea typeface="Arial"/>
                <a:cs typeface="Arial"/>
              </a:rPr>
              <a:t>Records</a:t>
            </a:r>
          </a:p>
        </p:txBody>
      </p:sp>
      <p:sp>
        <p:nvSpPr>
          <p:cNvPr id="405" name="path-320">
            <a:extLst xmlns:a="http://schemas.openxmlformats.org/drawingml/2006/main">
              <a:ext uri="{FF2B5EF4-FFF2-40B4-BE49-F238E27FC236}">
                <a16:creationId xmlns:a16="http://schemas.microsoft.com/office/drawing/2014/main" id="{51442ECC-6305-4004-B109-507F1F100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7485" y="6147120"/>
            <a:ext cx="2046960" cy="924251"/>
          </a:xfrm>
          <a:custGeom xmlns:a="http://schemas.openxmlformats.org/drawingml/2006/main">
            <a:pathLst>
              <a:path w="2496154" h="1127072">
                <a:moveTo>
                  <a:pt x="0" y="68123"/>
                </a:moveTo>
                <a:lnTo>
                  <a:pt x="0" y="68123"/>
                </a:lnTo>
                <a:cubicBezTo>
                  <a:pt x="0" y="56014"/>
                  <a:pt x="3146" y="44362"/>
                  <a:pt x="8964" y="34054"/>
                </a:cubicBezTo>
                <a:cubicBezTo>
                  <a:pt x="15240" y="23747"/>
                  <a:pt x="23762" y="14782"/>
                  <a:pt x="34070" y="8964"/>
                </a:cubicBezTo>
                <a:cubicBezTo>
                  <a:pt x="44376" y="3130"/>
                  <a:pt x="56471" y="0"/>
                  <a:pt x="68123" y="0"/>
                </a:cubicBezTo>
                <a:lnTo>
                  <a:pt x="2427588" y="0"/>
                </a:lnTo>
                <a:cubicBezTo>
                  <a:pt x="2439682" y="0"/>
                  <a:pt x="2451336" y="3130"/>
                  <a:pt x="2461642" y="8964"/>
                </a:cubicBezTo>
                <a:cubicBezTo>
                  <a:pt x="2471951" y="15242"/>
                  <a:pt x="2480915" y="23747"/>
                  <a:pt x="2486749" y="34054"/>
                </a:cubicBezTo>
                <a:cubicBezTo>
                  <a:pt x="2492566" y="44362"/>
                  <a:pt x="2495713" y="56472"/>
                  <a:pt x="2495713" y="68123"/>
                </a:cubicBezTo>
                <a:lnTo>
                  <a:pt x="2496154" y="1058506"/>
                </a:lnTo>
                <a:cubicBezTo>
                  <a:pt x="2496154" y="1070617"/>
                  <a:pt x="2493024" y="1082268"/>
                  <a:pt x="2487190" y="1092576"/>
                </a:cubicBezTo>
                <a:cubicBezTo>
                  <a:pt x="2480915" y="1102884"/>
                  <a:pt x="2472409" y="1111832"/>
                  <a:pt x="2462100" y="1117666"/>
                </a:cubicBezTo>
                <a:cubicBezTo>
                  <a:pt x="2451794" y="1123484"/>
                  <a:pt x="2439682" y="1126629"/>
                  <a:pt x="2428031" y="1126629"/>
                </a:cubicBezTo>
                <a:lnTo>
                  <a:pt x="68123" y="1127072"/>
                </a:lnTo>
                <a:cubicBezTo>
                  <a:pt x="56028" y="1127072"/>
                  <a:pt x="44376" y="1123942"/>
                  <a:pt x="34070" y="1118108"/>
                </a:cubicBezTo>
                <a:cubicBezTo>
                  <a:pt x="23762" y="1111832"/>
                  <a:pt x="14798" y="1103327"/>
                  <a:pt x="8964" y="1093018"/>
                </a:cubicBezTo>
                <a:cubicBezTo>
                  <a:pt x="3146" y="1082711"/>
                  <a:pt x="0" y="1070617"/>
                  <a:pt x="0" y="1058965"/>
                </a:cubicBezTo>
                <a:lnTo>
                  <a:pt x="0" y="68123"/>
                </a:lnTo>
              </a:path>
            </a:pathLst>
          </a:custGeom>
          <a:solidFill xmlns:a="http://schemas.openxmlformats.org/drawingml/2006/main">
            <a:srgbClr val="FDF5E7"/>
          </a:solidFill>
          <a:ln xmlns:a="http://schemas.openxmlformats.org/drawingml/2006/main" w="14332">
            <a:solidFill>
              <a:srgbClr val="EBCB96"/>
            </a:solidFill>
            <a:prstDash val="solid"/>
          </a:ln>
        </p:spPr>
      </p:sp>
      <p:pic>
        <p:nvPicPr>
          <p:cNvPr id="406" name="">
            <a:extLst xmlns:a="http://schemas.openxmlformats.org/drawingml/2006/main">
              <a:ext uri="{FF2B5EF4-FFF2-40B4-BE49-F238E27FC236}">
                <a16:creationId xmlns:a16="http://schemas.microsoft.com/office/drawing/2014/main" id="{5C7202CD-CEB7-469B-AE0C-7137816BB8A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88658d7329543af"/>
          <a:stretch xmlns:a="http://schemas.openxmlformats.org/drawingml/2006/main"/>
        </p:blipFill>
        <p:spPr>
          <a:xfrm xmlns:a="http://schemas.openxmlformats.org/drawingml/2006/main">
            <a:off x="8255016" y="6439275"/>
            <a:ext cx="253572" cy="253572"/>
          </a:xfrm>
          <a:prstGeom xmlns:a="http://schemas.openxmlformats.org/drawingml/2006/main" prst="rect">
            <a:avLst/>
          </a:prstGeom>
        </p:spPr>
      </p:pic>
      <p:sp>
        <p:nvSpPr>
          <p:cNvPr id="407" name="text-322 Target-Preserving">
            <a:extLst xmlns:a="http://schemas.openxmlformats.org/drawingml/2006/main">
              <a:ext uri="{FF2B5EF4-FFF2-40B4-BE49-F238E27FC236}">
                <a16:creationId xmlns:a16="http://schemas.microsoft.com/office/drawing/2014/main" id="{1DEA2276-2D1B-4AE6-86B7-71E0AB2F8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55172" y="6437106"/>
            <a:ext cx="1211812" cy="1959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2" b="1" i="0">
                <a:solidFill>
                  <a:srgbClr val="B474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2" b="1" i="0">
                <a:solidFill>
                  <a:srgbClr val="B4741A"/>
                </a:solidFill>
                <a:latin typeface="Arial"/>
                <a:ea typeface="Arial"/>
                <a:cs typeface="Arial"/>
              </a:defRPr>
            </a:pPr>
            <a:r>
              <a:rPr sz="1102" b="1" i="0">
                <a:solidFill>
                  <a:srgbClr val="B4741A"/>
                </a:solidFill>
                <a:latin typeface="Arial"/>
                <a:ea typeface="Arial"/>
                <a:cs typeface="Arial"/>
              </a:rPr>
              <a:t>Target-Preserving</a:t>
            </a:r>
          </a:p>
        </p:txBody>
      </p:sp>
      <p:sp>
        <p:nvSpPr>
          <p:cNvPr id="408" name="text-323 Augmented">
            <a:extLst xmlns:a="http://schemas.openxmlformats.org/drawingml/2006/main">
              <a:ext uri="{FF2B5EF4-FFF2-40B4-BE49-F238E27FC236}">
                <a16:creationId xmlns:a16="http://schemas.microsoft.com/office/drawing/2014/main" id="{3B5A1737-C294-4B4D-BF42-826B75EF9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64773" y="6598387"/>
            <a:ext cx="794712" cy="1960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B474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B4741A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B4741A"/>
                </a:solidFill>
                <a:latin typeface="Arial"/>
                <a:ea typeface="Arial"/>
                <a:cs typeface="Arial"/>
              </a:rPr>
              <a:t>Augmented</a:t>
            </a:r>
          </a:p>
        </p:txBody>
      </p:sp>
      <p:sp>
        <p:nvSpPr>
          <p:cNvPr id="409" name="text-323 Records">
            <a:extLst xmlns:a="http://schemas.openxmlformats.org/drawingml/2006/main">
              <a:ext uri="{FF2B5EF4-FFF2-40B4-BE49-F238E27FC236}">
                <a16:creationId xmlns:a16="http://schemas.microsoft.com/office/drawing/2014/main" id="{7DD8DE81-8341-43B1-82DF-0578FE688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73087" y="6598325"/>
            <a:ext cx="585303" cy="1961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0">
                <a:solidFill>
                  <a:srgbClr val="B474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0">
                <a:solidFill>
                  <a:srgbClr val="B4741A"/>
                </a:solidFill>
                <a:latin typeface="Arial"/>
                <a:ea typeface="Arial"/>
                <a:cs typeface="Arial"/>
              </a:defRPr>
            </a:pPr>
            <a:r>
              <a:rPr sz="1103" b="1" i="0">
                <a:solidFill>
                  <a:srgbClr val="B4741A"/>
                </a:solidFill>
                <a:latin typeface="Arial"/>
                <a:ea typeface="Arial"/>
                <a:cs typeface="Arial"/>
              </a:rPr>
              <a:t>Records</a:t>
            </a:r>
          </a:p>
        </p:txBody>
      </p:sp>
      <p:sp>
        <p:nvSpPr>
          <p:cNvPr id="410" name="path-324">
            <a:extLst xmlns:a="http://schemas.openxmlformats.org/drawingml/2006/main">
              <a:ext uri="{FF2B5EF4-FFF2-40B4-BE49-F238E27FC236}">
                <a16:creationId xmlns:a16="http://schemas.microsoft.com/office/drawing/2014/main" id="{8F818F3F-61D6-46B4-83C5-473D3388B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73550" y="4760920"/>
            <a:ext cx="127156" cy="157661"/>
          </a:xfrm>
          <a:custGeom xmlns:a="http://schemas.openxmlformats.org/drawingml/2006/main">
            <a:pathLst>
              <a:path w="155060" h="192259">
                <a:moveTo>
                  <a:pt x="0" y="0"/>
                </a:moveTo>
                <a:lnTo>
                  <a:pt x="155060" y="95900"/>
                </a:lnTo>
                <a:lnTo>
                  <a:pt x="0" y="192259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6B3FA0"/>
          </a:solidFill>
          <a:ln xmlns:a="http://schemas.openxmlformats.org/drawingml/2006/main" w="4042">
            <a:solidFill>
              <a:srgbClr val="6B3FA0"/>
            </a:solidFill>
            <a:prstDash val="solid"/>
          </a:ln>
        </p:spPr>
      </p:sp>
      <p:sp>
        <p:nvSpPr>
          <p:cNvPr id="411" name="path-325">
            <a:extLst xmlns:a="http://schemas.openxmlformats.org/drawingml/2006/main">
              <a:ext uri="{FF2B5EF4-FFF2-40B4-BE49-F238E27FC236}">
                <a16:creationId xmlns:a16="http://schemas.microsoft.com/office/drawing/2014/main" id="{2A7CE9EC-08D5-4067-BBD4-01B04DEBD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639" y="4774520"/>
            <a:ext cx="127155" cy="157661"/>
          </a:xfrm>
          <a:custGeom xmlns:a="http://schemas.openxmlformats.org/drawingml/2006/main">
            <a:pathLst>
              <a:path w="155058" h="192258">
                <a:moveTo>
                  <a:pt x="155058" y="192258"/>
                </a:moveTo>
                <a:lnTo>
                  <a:pt x="0" y="96343"/>
                </a:lnTo>
                <a:lnTo>
                  <a:pt x="155058" y="0"/>
                </a:lnTo>
                <a:lnTo>
                  <a:pt x="155058" y="192258"/>
                </a:lnTo>
              </a:path>
            </a:pathLst>
          </a:custGeom>
          <a:solidFill xmlns:a="http://schemas.openxmlformats.org/drawingml/2006/main">
            <a:srgbClr val="1B6B3A"/>
          </a:solidFill>
          <a:ln xmlns:a="http://schemas.openxmlformats.org/drawingml/2006/main" w="4042">
            <a:solidFill>
              <a:srgbClr val="1B6B3A"/>
            </a:solidFill>
            <a:prstDash val="solid"/>
          </a:ln>
        </p:spPr>
      </p:sp>
      <p:sp>
        <p:nvSpPr>
          <p:cNvPr id="412" name="path-326">
            <a:extLst xmlns:a="http://schemas.openxmlformats.org/drawingml/2006/main">
              <a:ext uri="{FF2B5EF4-FFF2-40B4-BE49-F238E27FC236}">
                <a16:creationId xmlns:a16="http://schemas.microsoft.com/office/drawing/2014/main" id="{0CD6C1C0-B9FF-4877-8C7C-2249B27E2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34717" y="7423433"/>
            <a:ext cx="173464" cy="139654"/>
          </a:xfrm>
          <a:custGeom xmlns:a="http://schemas.openxmlformats.org/drawingml/2006/main">
            <a:pathLst>
              <a:path w="211530" h="170300">
                <a:moveTo>
                  <a:pt x="0" y="170300"/>
                </a:moveTo>
                <a:lnTo>
                  <a:pt x="105765" y="0"/>
                </a:lnTo>
                <a:lnTo>
                  <a:pt x="211530" y="170300"/>
                </a:lnTo>
                <a:lnTo>
                  <a:pt x="0" y="170300"/>
                </a:lnTo>
              </a:path>
            </a:pathLst>
          </a:custGeom>
          <a:solidFill xmlns:a="http://schemas.openxmlformats.org/drawingml/2006/main">
            <a:srgbClr val="1B4E8C"/>
          </a:solidFill>
          <a:ln xmlns:a="http://schemas.openxmlformats.org/drawingml/2006/main" w="4042">
            <a:solidFill>
              <a:srgbClr val="1B4E8C"/>
            </a:solidFill>
            <a:prstDash val="solid"/>
          </a:ln>
        </p:spPr>
      </p:sp>
      <p:sp>
        <p:nvSpPr>
          <p:cNvPr id="413" name="path-327">
            <a:extLst xmlns:a="http://schemas.openxmlformats.org/drawingml/2006/main">
              <a:ext uri="{FF2B5EF4-FFF2-40B4-BE49-F238E27FC236}">
                <a16:creationId xmlns:a16="http://schemas.microsoft.com/office/drawing/2014/main" id="{FC687122-1B50-4813-93F7-E072488C1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7302" y="7417924"/>
            <a:ext cx="173464" cy="139654"/>
          </a:xfrm>
          <a:custGeom xmlns:a="http://schemas.openxmlformats.org/drawingml/2006/main">
            <a:pathLst>
              <a:path w="211530" h="170300">
                <a:moveTo>
                  <a:pt x="0" y="170300"/>
                </a:moveTo>
                <a:lnTo>
                  <a:pt x="105765" y="0"/>
                </a:lnTo>
                <a:lnTo>
                  <a:pt x="211530" y="170300"/>
                </a:lnTo>
                <a:lnTo>
                  <a:pt x="0" y="170300"/>
                </a:lnTo>
              </a:path>
            </a:pathLst>
          </a:custGeom>
          <a:solidFill xmlns:a="http://schemas.openxmlformats.org/drawingml/2006/main">
            <a:srgbClr val="C0521A"/>
          </a:solidFill>
          <a:ln xmlns:a="http://schemas.openxmlformats.org/drawingml/2006/main" w="4042">
            <a:solidFill>
              <a:srgbClr val="C0521A"/>
            </a:solidFill>
            <a:prstDash val="solid"/>
          </a:ln>
        </p:spPr>
      </p:sp>
      <p:sp>
        <p:nvSpPr>
          <p:cNvPr id="414" name="path-328">
            <a:extLst xmlns:a="http://schemas.openxmlformats.org/drawingml/2006/main">
              <a:ext uri="{FF2B5EF4-FFF2-40B4-BE49-F238E27FC236}">
                <a16:creationId xmlns:a16="http://schemas.microsoft.com/office/drawing/2014/main" id="{5D0B3CCF-2F1D-4FC1-B44E-1C8A4800BA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4862" y="4857208"/>
            <a:ext cx="404247" cy="363"/>
          </a:xfrm>
          <a:custGeom xmlns:a="http://schemas.openxmlformats.org/drawingml/2006/main">
            <a:pathLst>
              <a:path w="492957" h="443">
                <a:moveTo>
                  <a:pt x="0" y="0"/>
                </a:moveTo>
                <a:lnTo>
                  <a:pt x="492957" y="443"/>
                </a:lnTo>
              </a:path>
            </a:pathLst>
          </a:custGeom>
          <a:noFill xmlns:a="http://schemas.openxmlformats.org/drawingml/2006/main"/>
          <a:ln xmlns:a="http://schemas.openxmlformats.org/drawingml/2006/main" w="26092">
            <a:solidFill>
              <a:srgbClr val="1B6B3A"/>
            </a:solidFill>
            <a:prstDash val="solid"/>
          </a:ln>
        </p:spPr>
      </p:sp>
    </p:spTree>
    <p:extLst>
      <p:ext uri="{BB962C8B-B14F-4D97-AF65-F5344CB8AC3E}">
        <p14:creationId xmlns:p14="http://schemas.microsoft.com/office/powerpoint/2010/main" val="2117386797"/>
      </p:ext>
    </p:extLst>
  </p:cSld>
</p:sld>
</file>

<file path=ppt/slides/slide20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811" name="path-1">
            <a:extLst xmlns:a="http://schemas.openxmlformats.org/drawingml/2006/main">
              <a:ext uri="{FF2B5EF4-FFF2-40B4-BE49-F238E27FC236}">
                <a16:creationId xmlns:a16="http://schemas.microsoft.com/office/drawing/2014/main" id="{8A06BB30-818A-41A6-A95E-CAF444681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47" y="0"/>
            <a:ext cx="17964706" cy="10229073"/>
          </a:xfrm>
          <a:custGeom xmlns:a="http://schemas.openxmlformats.org/drawingml/2006/main">
            <a:pathLst>
              <a:path w="18230850" h="10380615">
                <a:moveTo>
                  <a:pt x="18230850" y="10380615"/>
                </a:moveTo>
                <a:lnTo>
                  <a:pt x="18230850" y="0"/>
                </a:lnTo>
                <a:lnTo>
                  <a:pt x="0" y="0"/>
                </a:lnTo>
                <a:lnTo>
                  <a:pt x="0" y="10380615"/>
                </a:lnTo>
                <a:lnTo>
                  <a:pt x="18230850" y="1038061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D784EB3C-DBA4-425C-87C7-ECE44084C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47" y="0"/>
            <a:ext cx="17964706" cy="10229073"/>
          </a:xfrm>
          <a:custGeom xmlns:a="http://schemas.openxmlformats.org/drawingml/2006/main">
            <a:pathLst>
              <a:path w="18230850" h="10380615">
                <a:moveTo>
                  <a:pt x="0" y="10380615"/>
                </a:moveTo>
                <a:lnTo>
                  <a:pt x="18230850" y="10380615"/>
                </a:lnTo>
                <a:lnTo>
                  <a:pt x="18230850" y="0"/>
                </a:lnTo>
                <a:lnTo>
                  <a:pt x="0" y="0"/>
                </a:lnTo>
                <a:lnTo>
                  <a:pt x="0" y="1038061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7DB146DB-1378-44A5-94ED-1C0671A6F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69" y="201795"/>
            <a:ext cx="4800338" cy="9934591"/>
          </a:xfrm>
          <a:custGeom xmlns:a="http://schemas.openxmlformats.org/drawingml/2006/main">
            <a:pathLst>
              <a:path w="4871454" h="10081770">
                <a:moveTo>
                  <a:pt x="0" y="136196"/>
                </a:moveTo>
                <a:lnTo>
                  <a:pt x="0" y="136196"/>
                </a:lnTo>
                <a:cubicBezTo>
                  <a:pt x="0" y="112421"/>
                  <a:pt x="6483" y="88643"/>
                  <a:pt x="18381" y="68108"/>
                </a:cubicBezTo>
                <a:cubicBezTo>
                  <a:pt x="30279" y="47019"/>
                  <a:pt x="47573" y="30259"/>
                  <a:pt x="68109" y="17828"/>
                </a:cubicBezTo>
                <a:cubicBezTo>
                  <a:pt x="89197" y="5948"/>
                  <a:pt x="112421" y="0"/>
                  <a:pt x="136217" y="0"/>
                </a:cubicBezTo>
                <a:lnTo>
                  <a:pt x="4734703" y="0"/>
                </a:lnTo>
                <a:cubicBezTo>
                  <a:pt x="4758498" y="0"/>
                  <a:pt x="4782276" y="6482"/>
                  <a:pt x="4802811" y="18381"/>
                </a:cubicBezTo>
                <a:cubicBezTo>
                  <a:pt x="4823881" y="30259"/>
                  <a:pt x="4840641" y="47553"/>
                  <a:pt x="4853073" y="68108"/>
                </a:cubicBezTo>
                <a:cubicBezTo>
                  <a:pt x="4864971" y="89177"/>
                  <a:pt x="4870920" y="112421"/>
                  <a:pt x="4870920" y="136196"/>
                </a:cubicBezTo>
                <a:lnTo>
                  <a:pt x="4871454" y="9945039"/>
                </a:lnTo>
                <a:cubicBezTo>
                  <a:pt x="4871454" y="9968815"/>
                  <a:pt x="4864971" y="9992592"/>
                  <a:pt x="4853073" y="10013128"/>
                </a:cubicBezTo>
                <a:cubicBezTo>
                  <a:pt x="4841194" y="10034216"/>
                  <a:pt x="4823881" y="10050978"/>
                  <a:pt x="4803345" y="10063409"/>
                </a:cubicBezTo>
                <a:cubicBezTo>
                  <a:pt x="4782276" y="10075288"/>
                  <a:pt x="4759033" y="10081237"/>
                  <a:pt x="4735256" y="10081237"/>
                </a:cubicBezTo>
                <a:lnTo>
                  <a:pt x="136217" y="10081770"/>
                </a:lnTo>
                <a:cubicBezTo>
                  <a:pt x="112421" y="10081770"/>
                  <a:pt x="88644" y="10075288"/>
                  <a:pt x="68109" y="10063409"/>
                </a:cubicBezTo>
                <a:cubicBezTo>
                  <a:pt x="47020" y="10051511"/>
                  <a:pt x="30279" y="10034216"/>
                  <a:pt x="17847" y="10013681"/>
                </a:cubicBezTo>
                <a:cubicBezTo>
                  <a:pt x="5949" y="9992592"/>
                  <a:pt x="0" y="9969350"/>
                  <a:pt x="0" y="9945573"/>
                </a:cubicBezTo>
                <a:lnTo>
                  <a:pt x="0" y="13619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37814">
            <a:solidFill>
              <a:srgbClr val="1F4E99"/>
            </a:solidFill>
            <a:prstDash val="solid"/>
          </a:ln>
        </p:spPr>
      </p:sp>
      <p:sp>
        <p:nvSpPr>
          <p:cNvPr id="4" name="text-4 1.">
            <a:extLst xmlns:a="http://schemas.openxmlformats.org/drawingml/2006/main">
              <a:ext uri="{FF2B5EF4-FFF2-40B4-BE49-F238E27FC236}">
                <a16:creationId xmlns:a16="http://schemas.microsoft.com/office/drawing/2014/main" id="{EBCE666B-F637-44E2-AB48-72E77000B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5043" y="183720"/>
            <a:ext cx="342872" cy="473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66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66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2663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1.</a:t>
            </a:r>
          </a:p>
        </p:txBody>
      </p:sp>
      <p:sp>
        <p:nvSpPr>
          <p:cNvPr id="5" name="text-4 Hard-Example">
            <a:extLst xmlns:a="http://schemas.openxmlformats.org/drawingml/2006/main">
              <a:ext uri="{FF2B5EF4-FFF2-40B4-BE49-F238E27FC236}">
                <a16:creationId xmlns:a16="http://schemas.microsoft.com/office/drawing/2014/main" id="{FEE17987-276F-47E6-BF05-ACD5EACA3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0784" y="183937"/>
            <a:ext cx="2332919" cy="4731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661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661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2661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Hard-Example</a:t>
            </a:r>
          </a:p>
        </p:txBody>
      </p:sp>
      <p:sp>
        <p:nvSpPr>
          <p:cNvPr id="6" name="text-4 Mining">
            <a:extLst xmlns:a="http://schemas.openxmlformats.org/drawingml/2006/main">
              <a:ext uri="{FF2B5EF4-FFF2-40B4-BE49-F238E27FC236}">
                <a16:creationId xmlns:a16="http://schemas.microsoft.com/office/drawing/2014/main" id="{9FD95F78-FE55-4CAF-9337-30A1D8103A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86503" y="183857"/>
            <a:ext cx="1149462" cy="4732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662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662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2662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Mining</a:t>
            </a:r>
          </a:p>
        </p:txBody>
      </p:sp>
      <p:sp>
        <p:nvSpPr>
          <p:cNvPr id="7" name="path-5">
            <a:extLst xmlns:a="http://schemas.openxmlformats.org/drawingml/2006/main">
              <a:ext uri="{FF2B5EF4-FFF2-40B4-BE49-F238E27FC236}">
                <a16:creationId xmlns:a16="http://schemas.microsoft.com/office/drawing/2014/main" id="{E78B1D1A-7349-4B65-BF95-41735A587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482" y="627345"/>
            <a:ext cx="1235638" cy="902228"/>
          </a:xfrm>
          <a:custGeom xmlns:a="http://schemas.openxmlformats.org/drawingml/2006/main">
            <a:pathLst>
              <a:path w="1253944" h="915594">
                <a:moveTo>
                  <a:pt x="534" y="146475"/>
                </a:moveTo>
                <a:lnTo>
                  <a:pt x="534" y="146475"/>
                </a:lnTo>
                <a:cubicBezTo>
                  <a:pt x="534" y="120525"/>
                  <a:pt x="7570" y="95661"/>
                  <a:pt x="20002" y="73505"/>
                </a:cubicBezTo>
                <a:cubicBezTo>
                  <a:pt x="32967" y="50796"/>
                  <a:pt x="51349" y="32434"/>
                  <a:pt x="73505" y="19449"/>
                </a:cubicBezTo>
                <a:cubicBezTo>
                  <a:pt x="96214" y="7017"/>
                  <a:pt x="121078" y="0"/>
                  <a:pt x="147009" y="0"/>
                </a:cubicBezTo>
                <a:lnTo>
                  <a:pt x="1107469" y="534"/>
                </a:lnTo>
                <a:cubicBezTo>
                  <a:pt x="1133400" y="534"/>
                  <a:pt x="1158264" y="7570"/>
                  <a:pt x="1180439" y="20002"/>
                </a:cubicBezTo>
                <a:cubicBezTo>
                  <a:pt x="1203129" y="32968"/>
                  <a:pt x="1221510" y="51349"/>
                  <a:pt x="1234476" y="73505"/>
                </a:cubicBezTo>
                <a:cubicBezTo>
                  <a:pt x="1246908" y="96195"/>
                  <a:pt x="1253944" y="121058"/>
                  <a:pt x="1253944" y="147010"/>
                </a:cubicBezTo>
                <a:lnTo>
                  <a:pt x="1253944" y="769119"/>
                </a:lnTo>
                <a:cubicBezTo>
                  <a:pt x="1253944" y="795051"/>
                  <a:pt x="1246908" y="819914"/>
                  <a:pt x="1234476" y="842089"/>
                </a:cubicBezTo>
                <a:cubicBezTo>
                  <a:pt x="1221510" y="864780"/>
                  <a:pt x="1203129" y="883161"/>
                  <a:pt x="1180973" y="896127"/>
                </a:cubicBezTo>
                <a:cubicBezTo>
                  <a:pt x="1158264" y="908559"/>
                  <a:pt x="1133400" y="915594"/>
                  <a:pt x="1107469" y="915594"/>
                </a:cubicBezTo>
                <a:lnTo>
                  <a:pt x="146475" y="915594"/>
                </a:lnTo>
                <a:cubicBezTo>
                  <a:pt x="120525" y="915594"/>
                  <a:pt x="95661" y="908559"/>
                  <a:pt x="73505" y="896127"/>
                </a:cubicBezTo>
                <a:cubicBezTo>
                  <a:pt x="50796" y="883161"/>
                  <a:pt x="32434" y="864780"/>
                  <a:pt x="19449" y="842623"/>
                </a:cubicBezTo>
                <a:cubicBezTo>
                  <a:pt x="7017" y="819914"/>
                  <a:pt x="0" y="795051"/>
                  <a:pt x="0" y="769119"/>
                </a:cubicBezTo>
                <a:lnTo>
                  <a:pt x="534" y="14647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771">
            <a:solidFill>
              <a:srgbClr val="6B8FC4"/>
            </a:solidFill>
            <a:prstDash val="solid"/>
          </a:ln>
        </p:spPr>
      </p:sp>
      <p:sp>
        <p:nvSpPr>
          <p:cNvPr id="8" name="path-6">
            <a:extLst xmlns:a="http://schemas.openxmlformats.org/drawingml/2006/main">
              <a:ext uri="{FF2B5EF4-FFF2-40B4-BE49-F238E27FC236}">
                <a16:creationId xmlns:a16="http://schemas.microsoft.com/office/drawing/2014/main" id="{E912BA46-D6AE-48DA-AEAC-246B02A95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4511" y="627345"/>
            <a:ext cx="1455074" cy="902228"/>
          </a:xfrm>
          <a:custGeom xmlns:a="http://schemas.openxmlformats.org/drawingml/2006/main">
            <a:pathLst>
              <a:path w="1476631" h="915594">
                <a:moveTo>
                  <a:pt x="534" y="146475"/>
                </a:moveTo>
                <a:lnTo>
                  <a:pt x="534" y="146475"/>
                </a:lnTo>
                <a:cubicBezTo>
                  <a:pt x="534" y="120525"/>
                  <a:pt x="7570" y="95661"/>
                  <a:pt x="20002" y="73505"/>
                </a:cubicBezTo>
                <a:cubicBezTo>
                  <a:pt x="32967" y="50796"/>
                  <a:pt x="51349" y="32434"/>
                  <a:pt x="73505" y="19449"/>
                </a:cubicBezTo>
                <a:cubicBezTo>
                  <a:pt x="96214" y="7017"/>
                  <a:pt x="121078" y="0"/>
                  <a:pt x="147009" y="0"/>
                </a:cubicBezTo>
                <a:lnTo>
                  <a:pt x="1330156" y="534"/>
                </a:lnTo>
                <a:cubicBezTo>
                  <a:pt x="1356087" y="534"/>
                  <a:pt x="1380951" y="7570"/>
                  <a:pt x="1403126" y="20002"/>
                </a:cubicBezTo>
                <a:cubicBezTo>
                  <a:pt x="1425816" y="32968"/>
                  <a:pt x="1444198" y="51349"/>
                  <a:pt x="1457163" y="73505"/>
                </a:cubicBezTo>
                <a:cubicBezTo>
                  <a:pt x="1469595" y="96195"/>
                  <a:pt x="1476631" y="121058"/>
                  <a:pt x="1476631" y="147010"/>
                </a:cubicBezTo>
                <a:lnTo>
                  <a:pt x="1476631" y="769119"/>
                </a:lnTo>
                <a:cubicBezTo>
                  <a:pt x="1476631" y="795051"/>
                  <a:pt x="1469595" y="819914"/>
                  <a:pt x="1457163" y="842089"/>
                </a:cubicBezTo>
                <a:cubicBezTo>
                  <a:pt x="1444198" y="864780"/>
                  <a:pt x="1425816" y="883161"/>
                  <a:pt x="1403660" y="896127"/>
                </a:cubicBezTo>
                <a:cubicBezTo>
                  <a:pt x="1380951" y="908559"/>
                  <a:pt x="1356087" y="915594"/>
                  <a:pt x="1330156" y="915594"/>
                </a:cubicBezTo>
                <a:lnTo>
                  <a:pt x="146475" y="915594"/>
                </a:lnTo>
                <a:cubicBezTo>
                  <a:pt x="120525" y="915594"/>
                  <a:pt x="95661" y="908559"/>
                  <a:pt x="73505" y="896127"/>
                </a:cubicBezTo>
                <a:cubicBezTo>
                  <a:pt x="50815" y="883161"/>
                  <a:pt x="32434" y="864780"/>
                  <a:pt x="19468" y="842623"/>
                </a:cubicBezTo>
                <a:cubicBezTo>
                  <a:pt x="7036" y="819914"/>
                  <a:pt x="0" y="795051"/>
                  <a:pt x="0" y="769119"/>
                </a:cubicBezTo>
                <a:lnTo>
                  <a:pt x="534" y="14647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771">
            <a:solidFill>
              <a:srgbClr val="6B8FC4"/>
            </a:solidFill>
            <a:prstDash val="solid"/>
          </a:ln>
        </p:spPr>
      </p:sp>
      <p:sp>
        <p:nvSpPr>
          <p:cNvPr id="9" name="path-7">
            <a:extLst xmlns:a="http://schemas.openxmlformats.org/drawingml/2006/main">
              <a:ext uri="{FF2B5EF4-FFF2-40B4-BE49-F238E27FC236}">
                <a16:creationId xmlns:a16="http://schemas.microsoft.com/office/drawing/2014/main" id="{D9D1CCC6-2229-45D5-A6EC-F54DBABE6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05391" y="627345"/>
            <a:ext cx="1571698" cy="902228"/>
          </a:xfrm>
          <a:custGeom xmlns:a="http://schemas.openxmlformats.org/drawingml/2006/main">
            <a:pathLst>
              <a:path w="1594982" h="915594">
                <a:moveTo>
                  <a:pt x="534" y="146475"/>
                </a:moveTo>
                <a:lnTo>
                  <a:pt x="534" y="146475"/>
                </a:lnTo>
                <a:cubicBezTo>
                  <a:pt x="534" y="120525"/>
                  <a:pt x="7570" y="95661"/>
                  <a:pt x="20002" y="73505"/>
                </a:cubicBezTo>
                <a:cubicBezTo>
                  <a:pt x="32967" y="50796"/>
                  <a:pt x="51348" y="32434"/>
                  <a:pt x="73505" y="19449"/>
                </a:cubicBezTo>
                <a:cubicBezTo>
                  <a:pt x="96214" y="7017"/>
                  <a:pt x="121077" y="0"/>
                  <a:pt x="147009" y="0"/>
                </a:cubicBezTo>
                <a:lnTo>
                  <a:pt x="1448526" y="534"/>
                </a:lnTo>
                <a:cubicBezTo>
                  <a:pt x="1474457" y="534"/>
                  <a:pt x="1499321" y="7570"/>
                  <a:pt x="1521477" y="20002"/>
                </a:cubicBezTo>
                <a:cubicBezTo>
                  <a:pt x="1544186" y="32968"/>
                  <a:pt x="1562567" y="51349"/>
                  <a:pt x="1575533" y="73505"/>
                </a:cubicBezTo>
                <a:cubicBezTo>
                  <a:pt x="1587964" y="96195"/>
                  <a:pt x="1594982" y="121058"/>
                  <a:pt x="1594982" y="147010"/>
                </a:cubicBezTo>
                <a:lnTo>
                  <a:pt x="1594982" y="769119"/>
                </a:lnTo>
                <a:cubicBezTo>
                  <a:pt x="1594982" y="795051"/>
                  <a:pt x="1587964" y="819914"/>
                  <a:pt x="1575533" y="842089"/>
                </a:cubicBezTo>
                <a:cubicBezTo>
                  <a:pt x="1562567" y="864780"/>
                  <a:pt x="1544186" y="883161"/>
                  <a:pt x="1522030" y="896127"/>
                </a:cubicBezTo>
                <a:cubicBezTo>
                  <a:pt x="1499321" y="908559"/>
                  <a:pt x="1474457" y="915594"/>
                  <a:pt x="1448526" y="915594"/>
                </a:cubicBezTo>
                <a:lnTo>
                  <a:pt x="146475" y="915594"/>
                </a:lnTo>
                <a:cubicBezTo>
                  <a:pt x="120524" y="915594"/>
                  <a:pt x="95661" y="908559"/>
                  <a:pt x="73505" y="896127"/>
                </a:cubicBezTo>
                <a:cubicBezTo>
                  <a:pt x="50814" y="883161"/>
                  <a:pt x="32434" y="864780"/>
                  <a:pt x="19448" y="842623"/>
                </a:cubicBezTo>
                <a:cubicBezTo>
                  <a:pt x="7036" y="819914"/>
                  <a:pt x="0" y="795051"/>
                  <a:pt x="0" y="769119"/>
                </a:cubicBezTo>
                <a:lnTo>
                  <a:pt x="534" y="14647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771">
            <a:solidFill>
              <a:srgbClr val="6B8FC4"/>
            </a:solidFill>
            <a:prstDash val="solid"/>
          </a:ln>
        </p:spPr>
      </p:sp>
      <p:sp>
        <p:nvSpPr>
          <p:cNvPr id="10" name="path-8">
            <a:extLst xmlns:a="http://schemas.openxmlformats.org/drawingml/2006/main">
              <a:ext uri="{FF2B5EF4-FFF2-40B4-BE49-F238E27FC236}">
                <a16:creationId xmlns:a16="http://schemas.microsoft.com/office/drawing/2014/main" id="{17D1777F-ED98-479C-8FDA-6330DAFF6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6496" y="802027"/>
            <a:ext cx="435679" cy="552320"/>
          </a:xfrm>
          <a:custGeom xmlns:a="http://schemas.openxmlformats.org/drawingml/2006/main">
            <a:pathLst>
              <a:path w="442133" h="560503">
                <a:moveTo>
                  <a:pt x="221066" y="560503"/>
                </a:moveTo>
                <a:lnTo>
                  <a:pt x="0" y="560503"/>
                </a:lnTo>
                <a:lnTo>
                  <a:pt x="0" y="0"/>
                </a:lnTo>
                <a:lnTo>
                  <a:pt x="442133" y="0"/>
                </a:lnTo>
                <a:lnTo>
                  <a:pt x="442133" y="560503"/>
                </a:lnTo>
                <a:lnTo>
                  <a:pt x="221066" y="56050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3A3A3A"/>
            </a:solidFill>
            <a:prstDash val="solid"/>
          </a:ln>
        </p:spPr>
      </p:sp>
      <p:sp>
        <p:nvSpPr>
          <p:cNvPr id="11" name="path-9">
            <a:extLst xmlns:a="http://schemas.openxmlformats.org/drawingml/2006/main">
              <a:ext uri="{FF2B5EF4-FFF2-40B4-BE49-F238E27FC236}">
                <a16:creationId xmlns:a16="http://schemas.microsoft.com/office/drawing/2014/main" id="{D8D0C9D8-C04D-43F8-87ED-09AE84847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6496" y="802027"/>
            <a:ext cx="435679" cy="115589"/>
          </a:xfrm>
          <a:custGeom xmlns:a="http://schemas.openxmlformats.org/drawingml/2006/main">
            <a:pathLst>
              <a:path w="442133" h="117301">
                <a:moveTo>
                  <a:pt x="221066" y="117301"/>
                </a:moveTo>
                <a:lnTo>
                  <a:pt x="0" y="117301"/>
                </a:lnTo>
                <a:lnTo>
                  <a:pt x="0" y="0"/>
                </a:lnTo>
                <a:lnTo>
                  <a:pt x="442133" y="0"/>
                </a:lnTo>
                <a:lnTo>
                  <a:pt x="442133" y="117301"/>
                </a:lnTo>
                <a:lnTo>
                  <a:pt x="221066" y="117301"/>
                </a:lnTo>
              </a:path>
            </a:pathLst>
          </a:custGeom>
          <a:solidFill xmlns:a="http://schemas.openxmlformats.org/drawingml/2006/main">
            <a:srgbClr val="4A5A70"/>
          </a:solidFill>
          <a:ln xmlns:a="http://schemas.openxmlformats.org/drawingml/2006/main" w="18641">
            <a:solidFill>
              <a:srgbClr val="3A3A3A"/>
            </a:solidFill>
            <a:prstDash val="solid"/>
          </a:ln>
        </p:spPr>
      </p:sp>
      <p:sp>
        <p:nvSpPr>
          <p:cNvPr id="12" name="path-10">
            <a:extLst xmlns:a="http://schemas.openxmlformats.org/drawingml/2006/main">
              <a:ext uri="{FF2B5EF4-FFF2-40B4-BE49-F238E27FC236}">
                <a16:creationId xmlns:a16="http://schemas.microsoft.com/office/drawing/2014/main" id="{A6073354-2872-48AB-859F-76D07986F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0997" y="831864"/>
            <a:ext cx="49528" cy="49528"/>
          </a:xfrm>
          <a:custGeom xmlns:a="http://schemas.openxmlformats.org/drawingml/2006/main">
            <a:pathLst>
              <a:path w="50261" h="50262">
                <a:moveTo>
                  <a:pt x="0" y="24864"/>
                </a:moveTo>
                <a:lnTo>
                  <a:pt x="0" y="24864"/>
                </a:lnTo>
                <a:cubicBezTo>
                  <a:pt x="0" y="20535"/>
                  <a:pt x="1087" y="16207"/>
                  <a:pt x="3242" y="12432"/>
                </a:cubicBezTo>
                <a:cubicBezTo>
                  <a:pt x="5415" y="8638"/>
                  <a:pt x="8657" y="5396"/>
                  <a:pt x="12432" y="3241"/>
                </a:cubicBezTo>
                <a:cubicBezTo>
                  <a:pt x="16226" y="1087"/>
                  <a:pt x="20535" y="0"/>
                  <a:pt x="24864" y="0"/>
                </a:cubicBezTo>
                <a:cubicBezTo>
                  <a:pt x="29726" y="0"/>
                  <a:pt x="34054" y="1087"/>
                  <a:pt x="37830" y="3241"/>
                </a:cubicBezTo>
                <a:cubicBezTo>
                  <a:pt x="41624" y="5396"/>
                  <a:pt x="44865" y="8638"/>
                  <a:pt x="47020" y="12432"/>
                </a:cubicBezTo>
                <a:cubicBezTo>
                  <a:pt x="49193" y="16207"/>
                  <a:pt x="50261" y="20535"/>
                  <a:pt x="50261" y="24864"/>
                </a:cubicBezTo>
                <a:cubicBezTo>
                  <a:pt x="50261" y="29192"/>
                  <a:pt x="49193" y="33502"/>
                  <a:pt x="47020" y="37296"/>
                </a:cubicBezTo>
                <a:cubicBezTo>
                  <a:pt x="44865" y="41071"/>
                  <a:pt x="41624" y="44313"/>
                  <a:pt x="37830" y="46486"/>
                </a:cubicBezTo>
                <a:cubicBezTo>
                  <a:pt x="34054" y="48640"/>
                  <a:pt x="29726" y="50262"/>
                  <a:pt x="24864" y="50262"/>
                </a:cubicBezTo>
                <a:cubicBezTo>
                  <a:pt x="20535" y="50262"/>
                  <a:pt x="16226" y="48640"/>
                  <a:pt x="12432" y="46486"/>
                </a:cubicBezTo>
                <a:cubicBezTo>
                  <a:pt x="8657" y="44313"/>
                  <a:pt x="5415" y="41071"/>
                  <a:pt x="3242" y="37296"/>
                </a:cubicBezTo>
                <a:cubicBezTo>
                  <a:pt x="1087" y="33502"/>
                  <a:pt x="0" y="29192"/>
                  <a:pt x="0" y="24864"/>
                </a:cubicBezTo>
              </a:path>
            </a:pathLst>
          </a:custGeom>
          <a:solidFill xmlns:a="http://schemas.openxmlformats.org/drawingml/2006/main">
            <a:srgbClr val="7AA6D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1">
            <a:extLst xmlns:a="http://schemas.openxmlformats.org/drawingml/2006/main">
              <a:ext uri="{FF2B5EF4-FFF2-40B4-BE49-F238E27FC236}">
                <a16:creationId xmlns:a16="http://schemas.microsoft.com/office/drawing/2014/main" id="{ECBA0E14-4B5F-4851-A1FE-762A9FE80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5334" y="831864"/>
            <a:ext cx="49528" cy="49528"/>
          </a:xfrm>
          <a:custGeom xmlns:a="http://schemas.openxmlformats.org/drawingml/2006/main">
            <a:pathLst>
              <a:path w="50262" h="50262">
                <a:moveTo>
                  <a:pt x="0" y="24864"/>
                </a:moveTo>
                <a:lnTo>
                  <a:pt x="0" y="24864"/>
                </a:lnTo>
                <a:cubicBezTo>
                  <a:pt x="0" y="20535"/>
                  <a:pt x="1068" y="16207"/>
                  <a:pt x="3242" y="12432"/>
                </a:cubicBezTo>
                <a:cubicBezTo>
                  <a:pt x="5396" y="8638"/>
                  <a:pt x="8638" y="5396"/>
                  <a:pt x="12432" y="3241"/>
                </a:cubicBezTo>
                <a:cubicBezTo>
                  <a:pt x="16207" y="1087"/>
                  <a:pt x="20536" y="0"/>
                  <a:pt x="25398" y="0"/>
                </a:cubicBezTo>
                <a:cubicBezTo>
                  <a:pt x="29726" y="0"/>
                  <a:pt x="34035" y="1087"/>
                  <a:pt x="37830" y="3241"/>
                </a:cubicBezTo>
                <a:cubicBezTo>
                  <a:pt x="41605" y="5396"/>
                  <a:pt x="44846" y="8638"/>
                  <a:pt x="47020" y="12432"/>
                </a:cubicBezTo>
                <a:cubicBezTo>
                  <a:pt x="49175" y="16207"/>
                  <a:pt x="50262" y="20535"/>
                  <a:pt x="50262" y="24864"/>
                </a:cubicBezTo>
                <a:cubicBezTo>
                  <a:pt x="50262" y="29192"/>
                  <a:pt x="49175" y="33502"/>
                  <a:pt x="47020" y="37296"/>
                </a:cubicBezTo>
                <a:cubicBezTo>
                  <a:pt x="44846" y="41071"/>
                  <a:pt x="41605" y="44313"/>
                  <a:pt x="37830" y="46486"/>
                </a:cubicBezTo>
                <a:cubicBezTo>
                  <a:pt x="34035" y="48640"/>
                  <a:pt x="29726" y="50262"/>
                  <a:pt x="25398" y="50262"/>
                </a:cubicBezTo>
                <a:cubicBezTo>
                  <a:pt x="20536" y="50262"/>
                  <a:pt x="16207" y="48640"/>
                  <a:pt x="12432" y="46486"/>
                </a:cubicBezTo>
                <a:cubicBezTo>
                  <a:pt x="8638" y="44313"/>
                  <a:pt x="5396" y="41071"/>
                  <a:pt x="3242" y="37296"/>
                </a:cubicBezTo>
                <a:cubicBezTo>
                  <a:pt x="1068" y="33502"/>
                  <a:pt x="0" y="29192"/>
                  <a:pt x="0" y="24864"/>
                </a:cubicBezTo>
              </a:path>
            </a:pathLst>
          </a:custGeom>
          <a:solidFill xmlns:a="http://schemas.openxmlformats.org/drawingml/2006/main">
            <a:srgbClr val="9ACB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12">
            <a:extLst xmlns:a="http://schemas.openxmlformats.org/drawingml/2006/main">
              <a:ext uri="{FF2B5EF4-FFF2-40B4-BE49-F238E27FC236}">
                <a16:creationId xmlns:a16="http://schemas.microsoft.com/office/drawing/2014/main" id="{EB12B923-336F-4D2F-A32A-86BF41967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4171" y="831864"/>
            <a:ext cx="49528" cy="49528"/>
          </a:xfrm>
          <a:custGeom xmlns:a="http://schemas.openxmlformats.org/drawingml/2006/main">
            <a:pathLst>
              <a:path w="50261" h="50262">
                <a:moveTo>
                  <a:pt x="0" y="24864"/>
                </a:moveTo>
                <a:lnTo>
                  <a:pt x="0" y="24864"/>
                </a:lnTo>
                <a:cubicBezTo>
                  <a:pt x="0" y="20535"/>
                  <a:pt x="1087" y="16207"/>
                  <a:pt x="3241" y="12432"/>
                </a:cubicBezTo>
                <a:cubicBezTo>
                  <a:pt x="5396" y="8638"/>
                  <a:pt x="8638" y="5396"/>
                  <a:pt x="12432" y="3241"/>
                </a:cubicBezTo>
                <a:cubicBezTo>
                  <a:pt x="16207" y="1087"/>
                  <a:pt x="20535" y="0"/>
                  <a:pt x="25397" y="0"/>
                </a:cubicBezTo>
                <a:cubicBezTo>
                  <a:pt x="29726" y="0"/>
                  <a:pt x="34054" y="1087"/>
                  <a:pt x="37830" y="3241"/>
                </a:cubicBezTo>
                <a:cubicBezTo>
                  <a:pt x="41624" y="5396"/>
                  <a:pt x="44865" y="8638"/>
                  <a:pt x="47020" y="12432"/>
                </a:cubicBezTo>
                <a:cubicBezTo>
                  <a:pt x="49175" y="16207"/>
                  <a:pt x="50261" y="20535"/>
                  <a:pt x="50261" y="24864"/>
                </a:cubicBezTo>
                <a:cubicBezTo>
                  <a:pt x="50261" y="29192"/>
                  <a:pt x="49175" y="33502"/>
                  <a:pt x="47020" y="37296"/>
                </a:cubicBezTo>
                <a:cubicBezTo>
                  <a:pt x="44865" y="41071"/>
                  <a:pt x="41624" y="44313"/>
                  <a:pt x="37830" y="46486"/>
                </a:cubicBezTo>
                <a:cubicBezTo>
                  <a:pt x="34054" y="48640"/>
                  <a:pt x="29726" y="50262"/>
                  <a:pt x="25397" y="50262"/>
                </a:cubicBezTo>
                <a:cubicBezTo>
                  <a:pt x="20535" y="50262"/>
                  <a:pt x="16207" y="48640"/>
                  <a:pt x="12432" y="46486"/>
                </a:cubicBezTo>
                <a:cubicBezTo>
                  <a:pt x="8638" y="44313"/>
                  <a:pt x="5396" y="41071"/>
                  <a:pt x="3241" y="37296"/>
                </a:cubicBezTo>
                <a:cubicBezTo>
                  <a:pt x="1087" y="33502"/>
                  <a:pt x="0" y="29192"/>
                  <a:pt x="0" y="24864"/>
                </a:cubicBezTo>
              </a:path>
            </a:pathLst>
          </a:custGeom>
          <a:solidFill xmlns:a="http://schemas.openxmlformats.org/drawingml/2006/main">
            <a:srgbClr val="E06C4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path-13">
            <a:extLst xmlns:a="http://schemas.openxmlformats.org/drawingml/2006/main">
              <a:ext uri="{FF2B5EF4-FFF2-40B4-BE49-F238E27FC236}">
                <a16:creationId xmlns:a16="http://schemas.microsoft.com/office/drawing/2014/main" id="{56517DB2-957C-4D72-8896-98CFEF95F0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986" y="1107742"/>
            <a:ext cx="94790" cy="160326"/>
          </a:xfrm>
          <a:custGeom xmlns:a="http://schemas.openxmlformats.org/drawingml/2006/main">
            <a:pathLst>
              <a:path w="96194" h="162701">
                <a:moveTo>
                  <a:pt x="0" y="162701"/>
                </a:moveTo>
                <a:lnTo>
                  <a:pt x="961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69">
            <a:solidFill>
              <a:srgbClr val="3E6FA8"/>
            </a:solidFill>
            <a:prstDash val="solid"/>
          </a:ln>
        </p:spPr>
      </p:sp>
      <p:sp>
        <p:nvSpPr>
          <p:cNvPr id="16" name="path-14">
            <a:extLst xmlns:a="http://schemas.openxmlformats.org/drawingml/2006/main">
              <a:ext uri="{FF2B5EF4-FFF2-40B4-BE49-F238E27FC236}">
                <a16:creationId xmlns:a16="http://schemas.microsoft.com/office/drawing/2014/main" id="{3AEB759D-92ED-41BF-ACCB-B41A7E819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776" y="1107742"/>
            <a:ext cx="92686" cy="87350"/>
          </a:xfrm>
          <a:custGeom xmlns:a="http://schemas.openxmlformats.org/drawingml/2006/main">
            <a:pathLst>
              <a:path w="94059" h="88644">
                <a:moveTo>
                  <a:pt x="0" y="0"/>
                </a:moveTo>
                <a:lnTo>
                  <a:pt x="94059" y="88644"/>
                </a:lnTo>
              </a:path>
            </a:pathLst>
          </a:custGeom>
          <a:noFill xmlns:a="http://schemas.openxmlformats.org/drawingml/2006/main"/>
          <a:ln xmlns:a="http://schemas.openxmlformats.org/drawingml/2006/main" w="22369">
            <a:solidFill>
              <a:srgbClr val="3E6FA8"/>
            </a:solidFill>
            <a:prstDash val="solid"/>
          </a:ln>
        </p:spPr>
      </p:sp>
      <p:sp>
        <p:nvSpPr>
          <p:cNvPr id="17" name="path-15">
            <a:extLst xmlns:a="http://schemas.openxmlformats.org/drawingml/2006/main">
              <a:ext uri="{FF2B5EF4-FFF2-40B4-BE49-F238E27FC236}">
                <a16:creationId xmlns:a16="http://schemas.microsoft.com/office/drawing/2014/main" id="{68773878-BE94-49A9-9870-885A3C905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463" y="1006019"/>
            <a:ext cx="135280" cy="189073"/>
          </a:xfrm>
          <a:custGeom xmlns:a="http://schemas.openxmlformats.org/drawingml/2006/main">
            <a:pathLst>
              <a:path w="137285" h="191874">
                <a:moveTo>
                  <a:pt x="0" y="191874"/>
                </a:moveTo>
                <a:lnTo>
                  <a:pt x="137285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69">
            <a:solidFill>
              <a:srgbClr val="3E6FA8"/>
            </a:solidFill>
            <a:prstDash val="solid"/>
          </a:ln>
        </p:spPr>
      </p:sp>
      <p:sp>
        <p:nvSpPr>
          <p:cNvPr id="18" name="path-16">
            <a:extLst xmlns:a="http://schemas.openxmlformats.org/drawingml/2006/main">
              <a:ext uri="{FF2B5EF4-FFF2-40B4-BE49-F238E27FC236}">
                <a16:creationId xmlns:a16="http://schemas.microsoft.com/office/drawing/2014/main" id="{2BA5E32E-C701-4345-A2C2-4CB75F1E5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485" y="1243567"/>
            <a:ext cx="49528" cy="49001"/>
          </a:xfrm>
          <a:custGeom xmlns:a="http://schemas.openxmlformats.org/drawingml/2006/main">
            <a:pathLst>
              <a:path w="50261" h="49727">
                <a:moveTo>
                  <a:pt x="0" y="24864"/>
                </a:moveTo>
                <a:lnTo>
                  <a:pt x="0" y="24864"/>
                </a:lnTo>
                <a:cubicBezTo>
                  <a:pt x="0" y="20536"/>
                  <a:pt x="1068" y="16207"/>
                  <a:pt x="3242" y="12431"/>
                </a:cubicBezTo>
                <a:cubicBezTo>
                  <a:pt x="5396" y="8637"/>
                  <a:pt x="8638" y="5396"/>
                  <a:pt x="12432" y="3241"/>
                </a:cubicBezTo>
                <a:cubicBezTo>
                  <a:pt x="16207" y="1068"/>
                  <a:pt x="20535" y="0"/>
                  <a:pt x="25398" y="0"/>
                </a:cubicBezTo>
                <a:cubicBezTo>
                  <a:pt x="29726" y="0"/>
                  <a:pt x="34035" y="1068"/>
                  <a:pt x="37830" y="3241"/>
                </a:cubicBezTo>
                <a:cubicBezTo>
                  <a:pt x="41605" y="5396"/>
                  <a:pt x="44846" y="8637"/>
                  <a:pt x="47020" y="12431"/>
                </a:cubicBezTo>
                <a:cubicBezTo>
                  <a:pt x="49175" y="16207"/>
                  <a:pt x="50261" y="20536"/>
                  <a:pt x="50261" y="24864"/>
                </a:cubicBezTo>
                <a:cubicBezTo>
                  <a:pt x="50261" y="29173"/>
                  <a:pt x="49175" y="33501"/>
                  <a:pt x="47020" y="37296"/>
                </a:cubicBezTo>
                <a:cubicBezTo>
                  <a:pt x="44846" y="41071"/>
                  <a:pt x="41605" y="44312"/>
                  <a:pt x="37830" y="46467"/>
                </a:cubicBezTo>
                <a:cubicBezTo>
                  <a:pt x="34035" y="48641"/>
                  <a:pt x="29726" y="49727"/>
                  <a:pt x="25398" y="49727"/>
                </a:cubicBezTo>
                <a:cubicBezTo>
                  <a:pt x="20535" y="49727"/>
                  <a:pt x="16207" y="48641"/>
                  <a:pt x="12432" y="46467"/>
                </a:cubicBezTo>
                <a:cubicBezTo>
                  <a:pt x="8638" y="44312"/>
                  <a:pt x="5396" y="41071"/>
                  <a:pt x="3242" y="37296"/>
                </a:cubicBezTo>
                <a:cubicBezTo>
                  <a:pt x="1068" y="33501"/>
                  <a:pt x="0" y="29173"/>
                  <a:pt x="0" y="24864"/>
                </a:cubicBezTo>
              </a:path>
            </a:pathLst>
          </a:custGeom>
          <a:solidFill xmlns:a="http://schemas.openxmlformats.org/drawingml/2006/main">
            <a:srgbClr val="3E6FA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" name="path-17">
            <a:extLst xmlns:a="http://schemas.openxmlformats.org/drawingml/2006/main">
              <a:ext uri="{FF2B5EF4-FFF2-40B4-BE49-F238E27FC236}">
                <a16:creationId xmlns:a16="http://schemas.microsoft.com/office/drawing/2014/main" id="{EA18A279-0592-4F2F-A8C7-A07D0A006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276" y="1083241"/>
            <a:ext cx="49547" cy="49546"/>
          </a:xfrm>
          <a:custGeom xmlns:a="http://schemas.openxmlformats.org/drawingml/2006/main">
            <a:pathLst>
              <a:path w="50281" h="50280">
                <a:moveTo>
                  <a:pt x="0" y="24864"/>
                </a:moveTo>
                <a:lnTo>
                  <a:pt x="0" y="24864"/>
                </a:lnTo>
                <a:cubicBezTo>
                  <a:pt x="0" y="20554"/>
                  <a:pt x="1087" y="16227"/>
                  <a:pt x="3242" y="12432"/>
                </a:cubicBezTo>
                <a:cubicBezTo>
                  <a:pt x="5415" y="8657"/>
                  <a:pt x="8657" y="5415"/>
                  <a:pt x="12432" y="3242"/>
                </a:cubicBezTo>
                <a:cubicBezTo>
                  <a:pt x="16227" y="1087"/>
                  <a:pt x="20536" y="0"/>
                  <a:pt x="25417" y="0"/>
                </a:cubicBezTo>
                <a:cubicBezTo>
                  <a:pt x="29726" y="0"/>
                  <a:pt x="34054" y="1087"/>
                  <a:pt x="37849" y="3242"/>
                </a:cubicBezTo>
                <a:cubicBezTo>
                  <a:pt x="41624" y="5415"/>
                  <a:pt x="44866" y="8657"/>
                  <a:pt x="47020" y="12432"/>
                </a:cubicBezTo>
                <a:cubicBezTo>
                  <a:pt x="49194" y="16227"/>
                  <a:pt x="50281" y="20554"/>
                  <a:pt x="50281" y="24864"/>
                </a:cubicBezTo>
                <a:cubicBezTo>
                  <a:pt x="50281" y="29192"/>
                  <a:pt x="49194" y="33520"/>
                  <a:pt x="47020" y="37296"/>
                </a:cubicBezTo>
                <a:cubicBezTo>
                  <a:pt x="44866" y="41090"/>
                  <a:pt x="41624" y="44332"/>
                  <a:pt x="37849" y="46486"/>
                </a:cubicBezTo>
                <a:cubicBezTo>
                  <a:pt x="34054" y="48660"/>
                  <a:pt x="29726" y="50280"/>
                  <a:pt x="25417" y="50280"/>
                </a:cubicBezTo>
                <a:cubicBezTo>
                  <a:pt x="20536" y="50280"/>
                  <a:pt x="16227" y="48660"/>
                  <a:pt x="12432" y="46486"/>
                </a:cubicBezTo>
                <a:cubicBezTo>
                  <a:pt x="8657" y="44332"/>
                  <a:pt x="5415" y="41090"/>
                  <a:pt x="3242" y="37296"/>
                </a:cubicBezTo>
                <a:cubicBezTo>
                  <a:pt x="1087" y="33520"/>
                  <a:pt x="0" y="29192"/>
                  <a:pt x="0" y="24864"/>
                </a:cubicBezTo>
              </a:path>
            </a:pathLst>
          </a:custGeom>
          <a:solidFill xmlns:a="http://schemas.openxmlformats.org/drawingml/2006/main">
            <a:srgbClr val="3E6FA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path-18">
            <a:extLst xmlns:a="http://schemas.openxmlformats.org/drawingml/2006/main">
              <a:ext uri="{FF2B5EF4-FFF2-40B4-BE49-F238E27FC236}">
                <a16:creationId xmlns:a16="http://schemas.microsoft.com/office/drawing/2014/main" id="{B1754353-780C-4512-984D-429C1E09A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9962" y="1170065"/>
            <a:ext cx="49528" cy="49528"/>
          </a:xfrm>
          <a:custGeom xmlns:a="http://schemas.openxmlformats.org/drawingml/2006/main">
            <a:pathLst>
              <a:path w="50261" h="50262">
                <a:moveTo>
                  <a:pt x="0" y="25398"/>
                </a:moveTo>
                <a:lnTo>
                  <a:pt x="0" y="25398"/>
                </a:lnTo>
                <a:cubicBezTo>
                  <a:pt x="0" y="21070"/>
                  <a:pt x="1068" y="16761"/>
                  <a:pt x="3242" y="12966"/>
                </a:cubicBezTo>
                <a:cubicBezTo>
                  <a:pt x="5396" y="9191"/>
                  <a:pt x="8638" y="5950"/>
                  <a:pt x="12432" y="3776"/>
                </a:cubicBezTo>
                <a:cubicBezTo>
                  <a:pt x="16207" y="1621"/>
                  <a:pt x="20535" y="0"/>
                  <a:pt x="25398" y="0"/>
                </a:cubicBezTo>
                <a:cubicBezTo>
                  <a:pt x="29726" y="0"/>
                  <a:pt x="34035" y="1621"/>
                  <a:pt x="37830" y="3776"/>
                </a:cubicBezTo>
                <a:cubicBezTo>
                  <a:pt x="41605" y="5950"/>
                  <a:pt x="44846" y="9191"/>
                  <a:pt x="47020" y="12966"/>
                </a:cubicBezTo>
                <a:cubicBezTo>
                  <a:pt x="49175" y="16761"/>
                  <a:pt x="50261" y="21070"/>
                  <a:pt x="50261" y="25398"/>
                </a:cubicBezTo>
                <a:cubicBezTo>
                  <a:pt x="50261" y="29726"/>
                  <a:pt x="49175" y="34055"/>
                  <a:pt x="47020" y="37830"/>
                </a:cubicBezTo>
                <a:cubicBezTo>
                  <a:pt x="44846" y="41625"/>
                  <a:pt x="41605" y="44866"/>
                  <a:pt x="37830" y="47020"/>
                </a:cubicBezTo>
                <a:cubicBezTo>
                  <a:pt x="34035" y="49175"/>
                  <a:pt x="29726" y="50262"/>
                  <a:pt x="25398" y="50262"/>
                </a:cubicBezTo>
                <a:cubicBezTo>
                  <a:pt x="20535" y="50262"/>
                  <a:pt x="16207" y="49175"/>
                  <a:pt x="12432" y="47020"/>
                </a:cubicBezTo>
                <a:cubicBezTo>
                  <a:pt x="8638" y="44866"/>
                  <a:pt x="5396" y="41625"/>
                  <a:pt x="3242" y="37830"/>
                </a:cubicBezTo>
                <a:cubicBezTo>
                  <a:pt x="1068" y="34055"/>
                  <a:pt x="0" y="29726"/>
                  <a:pt x="0" y="25398"/>
                </a:cubicBezTo>
              </a:path>
            </a:pathLst>
          </a:custGeom>
          <a:solidFill xmlns:a="http://schemas.openxmlformats.org/drawingml/2006/main">
            <a:srgbClr val="3E6FA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path-19">
            <a:extLst xmlns:a="http://schemas.openxmlformats.org/drawingml/2006/main">
              <a:ext uri="{FF2B5EF4-FFF2-40B4-BE49-F238E27FC236}">
                <a16:creationId xmlns:a16="http://schemas.microsoft.com/office/drawing/2014/main" id="{6ADDCE81-1E3A-4438-A58A-B0942ACBA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242" y="981517"/>
            <a:ext cx="49528" cy="49528"/>
          </a:xfrm>
          <a:custGeom xmlns:a="http://schemas.openxmlformats.org/drawingml/2006/main">
            <a:pathLst>
              <a:path w="50262" h="50262">
                <a:moveTo>
                  <a:pt x="0" y="24864"/>
                </a:moveTo>
                <a:lnTo>
                  <a:pt x="0" y="24864"/>
                </a:lnTo>
                <a:cubicBezTo>
                  <a:pt x="0" y="20536"/>
                  <a:pt x="1068" y="16227"/>
                  <a:pt x="3242" y="12432"/>
                </a:cubicBezTo>
                <a:cubicBezTo>
                  <a:pt x="5396" y="8657"/>
                  <a:pt x="8638" y="5415"/>
                  <a:pt x="12432" y="3242"/>
                </a:cubicBezTo>
                <a:cubicBezTo>
                  <a:pt x="16207" y="1087"/>
                  <a:pt x="20536" y="0"/>
                  <a:pt x="25398" y="0"/>
                </a:cubicBezTo>
                <a:cubicBezTo>
                  <a:pt x="29726" y="0"/>
                  <a:pt x="34035" y="1087"/>
                  <a:pt x="37830" y="3242"/>
                </a:cubicBezTo>
                <a:cubicBezTo>
                  <a:pt x="41605" y="5415"/>
                  <a:pt x="44846" y="8657"/>
                  <a:pt x="47020" y="12432"/>
                </a:cubicBezTo>
                <a:cubicBezTo>
                  <a:pt x="49175" y="16227"/>
                  <a:pt x="50262" y="20536"/>
                  <a:pt x="50262" y="24864"/>
                </a:cubicBezTo>
                <a:cubicBezTo>
                  <a:pt x="50262" y="29192"/>
                  <a:pt x="49175" y="33520"/>
                  <a:pt x="47020" y="37296"/>
                </a:cubicBezTo>
                <a:cubicBezTo>
                  <a:pt x="44846" y="41090"/>
                  <a:pt x="41605" y="44332"/>
                  <a:pt x="37830" y="46486"/>
                </a:cubicBezTo>
                <a:cubicBezTo>
                  <a:pt x="34035" y="48640"/>
                  <a:pt x="29726" y="50262"/>
                  <a:pt x="25398" y="50262"/>
                </a:cubicBezTo>
                <a:cubicBezTo>
                  <a:pt x="20536" y="50262"/>
                  <a:pt x="16207" y="48640"/>
                  <a:pt x="12432" y="46486"/>
                </a:cubicBezTo>
                <a:cubicBezTo>
                  <a:pt x="8638" y="44332"/>
                  <a:pt x="5396" y="41090"/>
                  <a:pt x="3242" y="37296"/>
                </a:cubicBezTo>
                <a:cubicBezTo>
                  <a:pt x="1068" y="33520"/>
                  <a:pt x="0" y="29192"/>
                  <a:pt x="0" y="24864"/>
                </a:cubicBezTo>
              </a:path>
            </a:pathLst>
          </a:custGeom>
          <a:solidFill xmlns:a="http://schemas.openxmlformats.org/drawingml/2006/main">
            <a:srgbClr val="3E6FA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text-20 Stage">
            <a:extLst xmlns:a="http://schemas.openxmlformats.org/drawingml/2006/main">
              <a:ext uri="{FF2B5EF4-FFF2-40B4-BE49-F238E27FC236}">
                <a16:creationId xmlns:a16="http://schemas.microsoft.com/office/drawing/2014/main" id="{56186BAF-9D04-4E07-86A6-62E704B85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4243" y="844030"/>
            <a:ext cx="501064" cy="2416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5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5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35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Stage</a:t>
            </a:r>
          </a:p>
        </p:txBody>
      </p:sp>
      <p:sp>
        <p:nvSpPr>
          <p:cNvPr id="23" name="text-20 I">
            <a:extLst xmlns:a="http://schemas.openxmlformats.org/drawingml/2006/main">
              <a:ext uri="{FF2B5EF4-FFF2-40B4-BE49-F238E27FC236}">
                <a16:creationId xmlns:a16="http://schemas.microsoft.com/office/drawing/2014/main" id="{1A9C1BA6-9829-4064-8643-1AD0E1A22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1053" y="818467"/>
            <a:ext cx="90768" cy="2774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561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24" name="text-21 Parser">
            <a:extLst xmlns:a="http://schemas.openxmlformats.org/drawingml/2006/main">
              <a:ext uri="{FF2B5EF4-FFF2-40B4-BE49-F238E27FC236}">
                <a16:creationId xmlns:a16="http://schemas.microsoft.com/office/drawing/2014/main" id="{D611F377-D5DA-4083-B0CD-2414B42FE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0214" y="1079194"/>
            <a:ext cx="571061" cy="2428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66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66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366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Parser</a:t>
            </a:r>
          </a:p>
        </p:txBody>
      </p:sp>
      <p:sp>
        <p:nvSpPr>
          <p:cNvPr id="25" name="path-22">
            <a:extLst xmlns:a="http://schemas.openxmlformats.org/drawingml/2006/main">
              <a:ext uri="{FF2B5EF4-FFF2-40B4-BE49-F238E27FC236}">
                <a16:creationId xmlns:a16="http://schemas.microsoft.com/office/drawing/2014/main" id="{E6EA6E29-9635-47DC-823E-AC691F72B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617" y="1078995"/>
            <a:ext cx="75099" cy="191"/>
          </a:xfrm>
          <a:custGeom xmlns:a="http://schemas.openxmlformats.org/drawingml/2006/main">
            <a:pathLst>
              <a:path w="76212" h="191">
                <a:moveTo>
                  <a:pt x="0" y="0"/>
                </a:moveTo>
                <a:lnTo>
                  <a:pt x="762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111111"/>
            </a:solidFill>
            <a:prstDash val="solid"/>
          </a:ln>
        </p:spPr>
      </p:sp>
      <p:sp>
        <p:nvSpPr>
          <p:cNvPr id="26" name="path-23">
            <a:extLst xmlns:a="http://schemas.openxmlformats.org/drawingml/2006/main">
              <a:ext uri="{FF2B5EF4-FFF2-40B4-BE49-F238E27FC236}">
                <a16:creationId xmlns:a16="http://schemas.microsoft.com/office/drawing/2014/main" id="{28DBBCB3-F097-48BE-BCBF-4757F5A1A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5854" y="1033714"/>
            <a:ext cx="90544" cy="90544"/>
          </a:xfrm>
          <a:custGeom xmlns:a="http://schemas.openxmlformats.org/drawingml/2006/main">
            <a:pathLst>
              <a:path w="91885" h="91885">
                <a:moveTo>
                  <a:pt x="91885" y="45952"/>
                </a:moveTo>
                <a:lnTo>
                  <a:pt x="0" y="91885"/>
                </a:lnTo>
                <a:lnTo>
                  <a:pt x="0" y="0"/>
                </a:lnTo>
                <a:lnTo>
                  <a:pt x="91885" y="45952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24">
            <a:extLst xmlns:a="http://schemas.openxmlformats.org/drawingml/2006/main">
              <a:ext uri="{FF2B5EF4-FFF2-40B4-BE49-F238E27FC236}">
                <a16:creationId xmlns:a16="http://schemas.microsoft.com/office/drawing/2014/main" id="{61D34E20-E04D-4108-82CE-A78A29DBB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4401" y="787653"/>
            <a:ext cx="295062" cy="378147"/>
          </a:xfrm>
          <a:custGeom xmlns:a="http://schemas.openxmlformats.org/drawingml/2006/main">
            <a:pathLst>
              <a:path w="299433" h="383749">
                <a:moveTo>
                  <a:pt x="0" y="0"/>
                </a:moveTo>
                <a:lnTo>
                  <a:pt x="209169" y="0"/>
                </a:lnTo>
                <a:lnTo>
                  <a:pt x="299433" y="89731"/>
                </a:lnTo>
                <a:lnTo>
                  <a:pt x="299433" y="383749"/>
                </a:lnTo>
                <a:lnTo>
                  <a:pt x="0" y="383749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28" name="path-25">
            <a:extLst xmlns:a="http://schemas.openxmlformats.org/drawingml/2006/main">
              <a:ext uri="{FF2B5EF4-FFF2-40B4-BE49-F238E27FC236}">
                <a16:creationId xmlns:a16="http://schemas.microsoft.com/office/drawing/2014/main" id="{F13C1418-D5A5-46D7-BAB6-733C24F7F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1061" y="787653"/>
            <a:ext cx="191" cy="88421"/>
          </a:xfrm>
          <a:custGeom xmlns:a="http://schemas.openxmlformats.org/drawingml/2006/main">
            <a:pathLst>
              <a:path w="191" h="89731">
                <a:moveTo>
                  <a:pt x="0" y="0"/>
                </a:moveTo>
                <a:lnTo>
                  <a:pt x="0" y="89731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29" name="path-26">
            <a:extLst xmlns:a="http://schemas.openxmlformats.org/drawingml/2006/main">
              <a:ext uri="{FF2B5EF4-FFF2-40B4-BE49-F238E27FC236}">
                <a16:creationId xmlns:a16="http://schemas.microsoft.com/office/drawing/2014/main" id="{EDFDB6A4-C80F-4BB5-A5F1-A3296765D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1061" y="876074"/>
            <a:ext cx="88402" cy="191"/>
          </a:xfrm>
          <a:custGeom xmlns:a="http://schemas.openxmlformats.org/drawingml/2006/main">
            <a:pathLst>
              <a:path w="89712" h="191">
                <a:moveTo>
                  <a:pt x="0" y="0"/>
                </a:moveTo>
                <a:lnTo>
                  <a:pt x="897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30" name="path-27">
            <a:extLst xmlns:a="http://schemas.openxmlformats.org/drawingml/2006/main">
              <a:ext uri="{FF2B5EF4-FFF2-40B4-BE49-F238E27FC236}">
                <a16:creationId xmlns:a16="http://schemas.microsoft.com/office/drawing/2014/main" id="{DE329D96-93E5-4751-A556-D44E6C91F1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5000" y="938904"/>
            <a:ext cx="194391" cy="191"/>
          </a:xfrm>
          <a:custGeom xmlns:a="http://schemas.openxmlformats.org/drawingml/2006/main">
            <a:pathLst>
              <a:path w="197270" h="191">
                <a:moveTo>
                  <a:pt x="0" y="0"/>
                </a:moveTo>
                <a:lnTo>
                  <a:pt x="19727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31" name="path-28">
            <a:extLst xmlns:a="http://schemas.openxmlformats.org/drawingml/2006/main">
              <a:ext uri="{FF2B5EF4-FFF2-40B4-BE49-F238E27FC236}">
                <a16:creationId xmlns:a16="http://schemas.microsoft.com/office/drawing/2014/main" id="{AB28B10C-9A54-4308-A150-0639C5E5B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5000" y="1003351"/>
            <a:ext cx="194391" cy="191"/>
          </a:xfrm>
          <a:custGeom xmlns:a="http://schemas.openxmlformats.org/drawingml/2006/main">
            <a:pathLst>
              <a:path w="197270" h="191">
                <a:moveTo>
                  <a:pt x="0" y="0"/>
                </a:moveTo>
                <a:lnTo>
                  <a:pt x="19727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32" name="path-29">
            <a:extLst xmlns:a="http://schemas.openxmlformats.org/drawingml/2006/main">
              <a:ext uri="{FF2B5EF4-FFF2-40B4-BE49-F238E27FC236}">
                <a16:creationId xmlns:a16="http://schemas.microsoft.com/office/drawing/2014/main" id="{FA613BA5-88D9-440B-9A89-073116BA5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2097" y="1296815"/>
            <a:ext cx="61252" cy="72976"/>
          </a:xfrm>
          <a:custGeom xmlns:a="http://schemas.openxmlformats.org/drawingml/2006/main">
            <a:pathLst>
              <a:path w="62159" h="74057">
                <a:moveTo>
                  <a:pt x="0" y="74057"/>
                </a:moveTo>
                <a:lnTo>
                  <a:pt x="6215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3E6FA8"/>
            </a:solidFill>
            <a:prstDash val="dash"/>
          </a:ln>
        </p:spPr>
      </p:sp>
      <p:sp>
        <p:nvSpPr>
          <p:cNvPr id="33" name="path-30">
            <a:extLst xmlns:a="http://schemas.openxmlformats.org/drawingml/2006/main">
              <a:ext uri="{FF2B5EF4-FFF2-40B4-BE49-F238E27FC236}">
                <a16:creationId xmlns:a16="http://schemas.microsoft.com/office/drawing/2014/main" id="{9AF064F7-1CCB-4DF3-8BBE-BAFA25ACE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7432" y="1298412"/>
            <a:ext cx="87350" cy="71905"/>
          </a:xfrm>
          <a:custGeom xmlns:a="http://schemas.openxmlformats.org/drawingml/2006/main">
            <a:pathLst>
              <a:path w="88644" h="72971">
                <a:moveTo>
                  <a:pt x="0" y="0"/>
                </a:moveTo>
                <a:lnTo>
                  <a:pt x="88644" y="72971"/>
                </a:ln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3E6FA8"/>
            </a:solidFill>
            <a:prstDash val="dash"/>
          </a:ln>
        </p:spPr>
      </p:sp>
      <p:sp>
        <p:nvSpPr>
          <p:cNvPr id="34" name="path-31">
            <a:extLst xmlns:a="http://schemas.openxmlformats.org/drawingml/2006/main">
              <a:ext uri="{FF2B5EF4-FFF2-40B4-BE49-F238E27FC236}">
                <a16:creationId xmlns:a16="http://schemas.microsoft.com/office/drawing/2014/main" id="{0244F1EA-0B8C-4982-9640-D944AC026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26614" y="1262206"/>
            <a:ext cx="72431" cy="76697"/>
          </a:xfrm>
          <a:custGeom xmlns:a="http://schemas.openxmlformats.org/drawingml/2006/main">
            <a:pathLst>
              <a:path w="73505" h="77833">
                <a:moveTo>
                  <a:pt x="0" y="77833"/>
                </a:moveTo>
                <a:lnTo>
                  <a:pt x="7350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3E6FA8"/>
            </a:solidFill>
            <a:prstDash val="dash"/>
          </a:ln>
        </p:spPr>
      </p:sp>
      <p:sp>
        <p:nvSpPr>
          <p:cNvPr id="35" name="path-32">
            <a:extLst xmlns:a="http://schemas.openxmlformats.org/drawingml/2006/main">
              <a:ext uri="{FF2B5EF4-FFF2-40B4-BE49-F238E27FC236}">
                <a16:creationId xmlns:a16="http://schemas.microsoft.com/office/drawing/2014/main" id="{E8F2E4D0-3808-4585-AAB3-5E08DDC4E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9192" y="1346362"/>
            <a:ext cx="46334" cy="46333"/>
          </a:xfrm>
          <a:custGeom xmlns:a="http://schemas.openxmlformats.org/drawingml/2006/main">
            <a:pathLst>
              <a:path w="47020" h="47020">
                <a:moveTo>
                  <a:pt x="0" y="23777"/>
                </a:moveTo>
                <a:lnTo>
                  <a:pt x="0" y="23777"/>
                </a:lnTo>
                <a:cubicBezTo>
                  <a:pt x="0" y="19449"/>
                  <a:pt x="1087" y="15674"/>
                  <a:pt x="3242" y="11879"/>
                </a:cubicBezTo>
                <a:cubicBezTo>
                  <a:pt x="5415" y="8638"/>
                  <a:pt x="8104" y="5396"/>
                  <a:pt x="11898" y="3242"/>
                </a:cubicBezTo>
                <a:cubicBezTo>
                  <a:pt x="15140" y="1621"/>
                  <a:pt x="19468" y="0"/>
                  <a:pt x="23244" y="0"/>
                </a:cubicBezTo>
                <a:cubicBezTo>
                  <a:pt x="27571" y="0"/>
                  <a:pt x="31900" y="1621"/>
                  <a:pt x="35141" y="3242"/>
                </a:cubicBezTo>
                <a:cubicBezTo>
                  <a:pt x="38917" y="5396"/>
                  <a:pt x="41624" y="8638"/>
                  <a:pt x="43779" y="11879"/>
                </a:cubicBezTo>
                <a:cubicBezTo>
                  <a:pt x="45953" y="15674"/>
                  <a:pt x="47020" y="19449"/>
                  <a:pt x="47020" y="23777"/>
                </a:cubicBezTo>
                <a:cubicBezTo>
                  <a:pt x="47020" y="28105"/>
                  <a:pt x="45953" y="31880"/>
                  <a:pt x="43779" y="35656"/>
                </a:cubicBezTo>
                <a:cubicBezTo>
                  <a:pt x="41624" y="38897"/>
                  <a:pt x="38917" y="42158"/>
                  <a:pt x="35141" y="44313"/>
                </a:cubicBezTo>
                <a:cubicBezTo>
                  <a:pt x="31900" y="45933"/>
                  <a:pt x="27571" y="47020"/>
                  <a:pt x="23244" y="47020"/>
                </a:cubicBezTo>
                <a:cubicBezTo>
                  <a:pt x="19468" y="47020"/>
                  <a:pt x="15140" y="45933"/>
                  <a:pt x="11898" y="44313"/>
                </a:cubicBezTo>
                <a:cubicBezTo>
                  <a:pt x="8104" y="42158"/>
                  <a:pt x="5415" y="38897"/>
                  <a:pt x="3242" y="35656"/>
                </a:cubicBezTo>
                <a:cubicBezTo>
                  <a:pt x="1087" y="31880"/>
                  <a:pt x="0" y="28105"/>
                  <a:pt x="0" y="23777"/>
                </a:cubicBezTo>
              </a:path>
            </a:pathLst>
          </a:custGeom>
          <a:solidFill xmlns:a="http://schemas.openxmlformats.org/drawingml/2006/main">
            <a:srgbClr val="3E6FA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path-33">
            <a:extLst xmlns:a="http://schemas.openxmlformats.org/drawingml/2006/main">
              <a:ext uri="{FF2B5EF4-FFF2-40B4-BE49-F238E27FC236}">
                <a16:creationId xmlns:a16="http://schemas.microsoft.com/office/drawing/2014/main" id="{FCCB987F-80AF-46CD-9E25-2037AAE75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68430" y="1262732"/>
            <a:ext cx="46333" cy="46334"/>
          </a:xfrm>
          <a:custGeom xmlns:a="http://schemas.openxmlformats.org/drawingml/2006/main">
            <a:pathLst>
              <a:path w="47020" h="47020">
                <a:moveTo>
                  <a:pt x="0" y="23243"/>
                </a:moveTo>
                <a:lnTo>
                  <a:pt x="0" y="23243"/>
                </a:lnTo>
                <a:cubicBezTo>
                  <a:pt x="0" y="18915"/>
                  <a:pt x="1087" y="15140"/>
                  <a:pt x="3241" y="11345"/>
                </a:cubicBezTo>
                <a:cubicBezTo>
                  <a:pt x="5415" y="8104"/>
                  <a:pt x="8104" y="4862"/>
                  <a:pt x="11898" y="2708"/>
                </a:cubicBezTo>
                <a:cubicBezTo>
                  <a:pt x="15139" y="1087"/>
                  <a:pt x="19468" y="0"/>
                  <a:pt x="23243" y="0"/>
                </a:cubicBezTo>
                <a:cubicBezTo>
                  <a:pt x="27571" y="0"/>
                  <a:pt x="31900" y="1087"/>
                  <a:pt x="35141" y="2708"/>
                </a:cubicBezTo>
                <a:cubicBezTo>
                  <a:pt x="38916" y="4862"/>
                  <a:pt x="41624" y="8104"/>
                  <a:pt x="43779" y="11345"/>
                </a:cubicBezTo>
                <a:cubicBezTo>
                  <a:pt x="45952" y="15140"/>
                  <a:pt x="47020" y="18915"/>
                  <a:pt x="47020" y="23243"/>
                </a:cubicBezTo>
                <a:cubicBezTo>
                  <a:pt x="47020" y="27571"/>
                  <a:pt x="45952" y="31347"/>
                  <a:pt x="43779" y="35141"/>
                </a:cubicBezTo>
                <a:cubicBezTo>
                  <a:pt x="41624" y="38383"/>
                  <a:pt x="38916" y="41624"/>
                  <a:pt x="35141" y="43779"/>
                </a:cubicBezTo>
                <a:cubicBezTo>
                  <a:pt x="31900" y="45400"/>
                  <a:pt x="27571" y="47020"/>
                  <a:pt x="23243" y="47020"/>
                </a:cubicBezTo>
                <a:cubicBezTo>
                  <a:pt x="19468" y="47020"/>
                  <a:pt x="15139" y="45400"/>
                  <a:pt x="11898" y="43779"/>
                </a:cubicBezTo>
                <a:cubicBezTo>
                  <a:pt x="8104" y="41624"/>
                  <a:pt x="5415" y="38383"/>
                  <a:pt x="3241" y="35141"/>
                </a:cubicBezTo>
                <a:cubicBezTo>
                  <a:pt x="1087" y="31347"/>
                  <a:pt x="0" y="27571"/>
                  <a:pt x="0" y="23243"/>
                </a:cubicBezTo>
              </a:path>
            </a:pathLst>
          </a:custGeom>
          <a:solidFill xmlns:a="http://schemas.openxmlformats.org/drawingml/2006/main">
            <a:srgbClr val="3E6FA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path-34">
            <a:extLst xmlns:a="http://schemas.openxmlformats.org/drawingml/2006/main">
              <a:ext uri="{FF2B5EF4-FFF2-40B4-BE49-F238E27FC236}">
                <a16:creationId xmlns:a16="http://schemas.microsoft.com/office/drawing/2014/main" id="{03FA65D5-EFE2-4D05-B394-86340405D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77613" y="1334637"/>
            <a:ext cx="46333" cy="46334"/>
          </a:xfrm>
          <a:custGeom xmlns:a="http://schemas.openxmlformats.org/drawingml/2006/main">
            <a:pathLst>
              <a:path w="47020" h="47020">
                <a:moveTo>
                  <a:pt x="0" y="23777"/>
                </a:moveTo>
                <a:lnTo>
                  <a:pt x="0" y="23777"/>
                </a:lnTo>
                <a:cubicBezTo>
                  <a:pt x="0" y="19448"/>
                  <a:pt x="1087" y="15673"/>
                  <a:pt x="3242" y="11898"/>
                </a:cubicBezTo>
                <a:cubicBezTo>
                  <a:pt x="5415" y="8638"/>
                  <a:pt x="8104" y="5396"/>
                  <a:pt x="11898" y="3242"/>
                </a:cubicBezTo>
                <a:cubicBezTo>
                  <a:pt x="15139" y="1621"/>
                  <a:pt x="19468" y="0"/>
                  <a:pt x="23243" y="0"/>
                </a:cubicBezTo>
                <a:cubicBezTo>
                  <a:pt x="27571" y="0"/>
                  <a:pt x="31900" y="1621"/>
                  <a:pt x="35141" y="3242"/>
                </a:cubicBezTo>
                <a:cubicBezTo>
                  <a:pt x="38917" y="5396"/>
                  <a:pt x="41624" y="8638"/>
                  <a:pt x="43779" y="11898"/>
                </a:cubicBezTo>
                <a:cubicBezTo>
                  <a:pt x="45952" y="15673"/>
                  <a:pt x="47020" y="19448"/>
                  <a:pt x="47020" y="23777"/>
                </a:cubicBezTo>
                <a:cubicBezTo>
                  <a:pt x="47020" y="28105"/>
                  <a:pt x="45952" y="31880"/>
                  <a:pt x="43779" y="35675"/>
                </a:cubicBezTo>
                <a:cubicBezTo>
                  <a:pt x="41624" y="38917"/>
                  <a:pt x="38917" y="42158"/>
                  <a:pt x="35141" y="44313"/>
                </a:cubicBezTo>
                <a:cubicBezTo>
                  <a:pt x="31900" y="45933"/>
                  <a:pt x="27571" y="47020"/>
                  <a:pt x="23243" y="47020"/>
                </a:cubicBezTo>
                <a:cubicBezTo>
                  <a:pt x="19468" y="47020"/>
                  <a:pt x="15139" y="45933"/>
                  <a:pt x="11898" y="44313"/>
                </a:cubicBezTo>
                <a:cubicBezTo>
                  <a:pt x="8104" y="42158"/>
                  <a:pt x="5415" y="38917"/>
                  <a:pt x="3242" y="35675"/>
                </a:cubicBezTo>
                <a:cubicBezTo>
                  <a:pt x="1087" y="31880"/>
                  <a:pt x="0" y="28105"/>
                  <a:pt x="0" y="23777"/>
                </a:cubicBezTo>
              </a:path>
            </a:pathLst>
          </a:custGeom>
          <a:solidFill xmlns:a="http://schemas.openxmlformats.org/drawingml/2006/main">
            <a:srgbClr val="3E6FA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path-35">
            <a:extLst xmlns:a="http://schemas.openxmlformats.org/drawingml/2006/main">
              <a:ext uri="{FF2B5EF4-FFF2-40B4-BE49-F238E27FC236}">
                <a16:creationId xmlns:a16="http://schemas.microsoft.com/office/drawing/2014/main" id="{0A30D004-AFDC-4771-8F78-0755EBAB3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4545" y="1236108"/>
            <a:ext cx="46334" cy="46334"/>
          </a:xfrm>
          <a:custGeom xmlns:a="http://schemas.openxmlformats.org/drawingml/2006/main">
            <a:pathLst>
              <a:path w="47020" h="47020">
                <a:moveTo>
                  <a:pt x="0" y="23777"/>
                </a:moveTo>
                <a:lnTo>
                  <a:pt x="0" y="23777"/>
                </a:lnTo>
                <a:cubicBezTo>
                  <a:pt x="0" y="19448"/>
                  <a:pt x="1087" y="15673"/>
                  <a:pt x="3242" y="11879"/>
                </a:cubicBezTo>
                <a:cubicBezTo>
                  <a:pt x="5415" y="8638"/>
                  <a:pt x="8123" y="5396"/>
                  <a:pt x="11898" y="3241"/>
                </a:cubicBezTo>
                <a:cubicBezTo>
                  <a:pt x="15139" y="1621"/>
                  <a:pt x="19468" y="0"/>
                  <a:pt x="23796" y="0"/>
                </a:cubicBezTo>
                <a:cubicBezTo>
                  <a:pt x="27571" y="0"/>
                  <a:pt x="31900" y="1621"/>
                  <a:pt x="35141" y="3241"/>
                </a:cubicBezTo>
                <a:cubicBezTo>
                  <a:pt x="38917" y="5396"/>
                  <a:pt x="41624" y="8638"/>
                  <a:pt x="43778" y="11879"/>
                </a:cubicBezTo>
                <a:cubicBezTo>
                  <a:pt x="45952" y="15673"/>
                  <a:pt x="47020" y="19448"/>
                  <a:pt x="47020" y="23777"/>
                </a:cubicBezTo>
                <a:cubicBezTo>
                  <a:pt x="47020" y="28105"/>
                  <a:pt x="45952" y="31880"/>
                  <a:pt x="43778" y="35675"/>
                </a:cubicBezTo>
                <a:cubicBezTo>
                  <a:pt x="41624" y="38916"/>
                  <a:pt x="38917" y="42158"/>
                  <a:pt x="35141" y="44312"/>
                </a:cubicBezTo>
                <a:cubicBezTo>
                  <a:pt x="31900" y="45933"/>
                  <a:pt x="27571" y="47020"/>
                  <a:pt x="23796" y="47020"/>
                </a:cubicBezTo>
                <a:cubicBezTo>
                  <a:pt x="19468" y="47020"/>
                  <a:pt x="15139" y="45933"/>
                  <a:pt x="11898" y="44312"/>
                </a:cubicBezTo>
                <a:cubicBezTo>
                  <a:pt x="8123" y="42158"/>
                  <a:pt x="5415" y="38916"/>
                  <a:pt x="3242" y="35675"/>
                </a:cubicBezTo>
                <a:cubicBezTo>
                  <a:pt x="1087" y="31880"/>
                  <a:pt x="0" y="28105"/>
                  <a:pt x="0" y="23777"/>
                </a:cubicBezTo>
              </a:path>
            </a:pathLst>
          </a:custGeom>
          <a:solidFill xmlns:a="http://schemas.openxmlformats.org/drawingml/2006/main">
            <a:srgbClr val="3E6FA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text-36 Model">
            <a:extLst xmlns:a="http://schemas.openxmlformats.org/drawingml/2006/main">
              <a:ext uri="{FF2B5EF4-FFF2-40B4-BE49-F238E27FC236}">
                <a16:creationId xmlns:a16="http://schemas.microsoft.com/office/drawing/2014/main" id="{013383B2-497A-4DD1-A6E9-2B6F27745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80260" y="851647"/>
            <a:ext cx="592841" cy="2705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22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22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522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Model</a:t>
            </a:r>
          </a:p>
        </p:txBody>
      </p:sp>
      <p:sp>
        <p:nvSpPr>
          <p:cNvPr id="40" name="text-37 Predictions">
            <a:extLst xmlns:a="http://schemas.openxmlformats.org/drawingml/2006/main">
              <a:ext uri="{FF2B5EF4-FFF2-40B4-BE49-F238E27FC236}">
                <a16:creationId xmlns:a16="http://schemas.microsoft.com/office/drawing/2014/main" id="{18FB12E2-580F-4128-BA1E-422B61511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78410" y="1104503"/>
            <a:ext cx="991781" cy="2468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38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Predictions</a:t>
            </a:r>
          </a:p>
        </p:txBody>
      </p:sp>
      <p:sp>
        <p:nvSpPr>
          <p:cNvPr id="41" name="path-38">
            <a:extLst xmlns:a="http://schemas.openxmlformats.org/drawingml/2006/main">
              <a:ext uri="{FF2B5EF4-FFF2-40B4-BE49-F238E27FC236}">
                <a16:creationId xmlns:a16="http://schemas.microsoft.com/office/drawing/2014/main" id="{11B22631-73EC-408D-A6FA-1A7B8548A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85808" y="743987"/>
            <a:ext cx="329145" cy="421813"/>
          </a:xfrm>
          <a:custGeom xmlns:a="http://schemas.openxmlformats.org/drawingml/2006/main">
            <a:pathLst>
              <a:path w="334022" h="428062">
                <a:moveTo>
                  <a:pt x="0" y="0"/>
                </a:moveTo>
                <a:lnTo>
                  <a:pt x="233498" y="0"/>
                </a:lnTo>
                <a:lnTo>
                  <a:pt x="334022" y="99990"/>
                </a:lnTo>
                <a:lnTo>
                  <a:pt x="334022" y="428062"/>
                </a:lnTo>
                <a:lnTo>
                  <a:pt x="0" y="428062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42" name="path-39">
            <a:extLst xmlns:a="http://schemas.openxmlformats.org/drawingml/2006/main">
              <a:ext uri="{FF2B5EF4-FFF2-40B4-BE49-F238E27FC236}">
                <a16:creationId xmlns:a16="http://schemas.microsoft.com/office/drawing/2014/main" id="{EA494E04-684D-4431-8402-9B4C4BCA7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6424" y="743987"/>
            <a:ext cx="191" cy="99056"/>
          </a:xfrm>
          <a:custGeom xmlns:a="http://schemas.openxmlformats.org/drawingml/2006/main">
            <a:pathLst>
              <a:path w="191" h="100523">
                <a:moveTo>
                  <a:pt x="0" y="0"/>
                </a:moveTo>
                <a:lnTo>
                  <a:pt x="0" y="100523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43" name="path-40">
            <a:extLst xmlns:a="http://schemas.openxmlformats.org/drawingml/2006/main">
              <a:ext uri="{FF2B5EF4-FFF2-40B4-BE49-F238E27FC236}">
                <a16:creationId xmlns:a16="http://schemas.microsoft.com/office/drawing/2014/main" id="{ACE7C52A-2A0A-4464-A4C8-812DDA9DB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6424" y="843043"/>
            <a:ext cx="98530" cy="191"/>
          </a:xfrm>
          <a:custGeom xmlns:a="http://schemas.openxmlformats.org/drawingml/2006/main">
            <a:pathLst>
              <a:path w="99989" h="191">
                <a:moveTo>
                  <a:pt x="0" y="0"/>
                </a:moveTo>
                <a:lnTo>
                  <a:pt x="9998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44" name="path-41">
            <a:extLst xmlns:a="http://schemas.openxmlformats.org/drawingml/2006/main">
              <a:ext uri="{FF2B5EF4-FFF2-40B4-BE49-F238E27FC236}">
                <a16:creationId xmlns:a16="http://schemas.microsoft.com/office/drawing/2014/main" id="{D0DD52CA-85F7-4F00-A9F4-0CD3B63B1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1743" y="912825"/>
            <a:ext cx="217294" cy="191"/>
          </a:xfrm>
          <a:custGeom xmlns:a="http://schemas.openxmlformats.org/drawingml/2006/main">
            <a:pathLst>
              <a:path w="220513" h="191">
                <a:moveTo>
                  <a:pt x="0" y="0"/>
                </a:moveTo>
                <a:lnTo>
                  <a:pt x="22051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45" name="path-42">
            <a:extLst xmlns:a="http://schemas.openxmlformats.org/drawingml/2006/main">
              <a:ext uri="{FF2B5EF4-FFF2-40B4-BE49-F238E27FC236}">
                <a16:creationId xmlns:a16="http://schemas.microsoft.com/office/drawing/2014/main" id="{701A5DA6-1941-4D1F-9792-D2C36B496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1743" y="984712"/>
            <a:ext cx="217294" cy="191"/>
          </a:xfrm>
          <a:custGeom xmlns:a="http://schemas.openxmlformats.org/drawingml/2006/main">
            <a:pathLst>
              <a:path w="220513" h="191">
                <a:moveTo>
                  <a:pt x="0" y="0"/>
                </a:moveTo>
                <a:lnTo>
                  <a:pt x="22051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46" name="path-43">
            <a:extLst xmlns:a="http://schemas.openxmlformats.org/drawingml/2006/main">
              <a:ext uri="{FF2B5EF4-FFF2-40B4-BE49-F238E27FC236}">
                <a16:creationId xmlns:a16="http://schemas.microsoft.com/office/drawing/2014/main" id="{AF724FC2-03D1-4712-9DC3-9B8624CEF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1743" y="1056090"/>
            <a:ext cx="217294" cy="191"/>
          </a:xfrm>
          <a:custGeom xmlns:a="http://schemas.openxmlformats.org/drawingml/2006/main">
            <a:pathLst>
              <a:path w="220513" h="191">
                <a:moveTo>
                  <a:pt x="0" y="0"/>
                </a:moveTo>
                <a:lnTo>
                  <a:pt x="22051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47" name="path-44">
            <a:extLst xmlns:a="http://schemas.openxmlformats.org/drawingml/2006/main">
              <a:ext uri="{FF2B5EF4-FFF2-40B4-BE49-F238E27FC236}">
                <a16:creationId xmlns:a16="http://schemas.microsoft.com/office/drawing/2014/main" id="{4B9E411E-75D5-4FC5-A260-F0640A599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1743" y="1127978"/>
            <a:ext cx="217294" cy="191"/>
          </a:xfrm>
          <a:custGeom xmlns:a="http://schemas.openxmlformats.org/drawingml/2006/main">
            <a:pathLst>
              <a:path w="220513" h="191">
                <a:moveTo>
                  <a:pt x="0" y="0"/>
                </a:moveTo>
                <a:lnTo>
                  <a:pt x="22051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48" name="path-45">
            <a:extLst xmlns:a="http://schemas.openxmlformats.org/drawingml/2006/main">
              <a:ext uri="{FF2B5EF4-FFF2-40B4-BE49-F238E27FC236}">
                <a16:creationId xmlns:a16="http://schemas.microsoft.com/office/drawing/2014/main" id="{BAE0DAF0-B9C6-46B5-A2E6-A287C15AF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7187" y="1064076"/>
            <a:ext cx="247132" cy="247131"/>
          </a:xfrm>
          <a:custGeom xmlns:a="http://schemas.openxmlformats.org/drawingml/2006/main">
            <a:pathLst>
              <a:path w="250793" h="250792">
                <a:moveTo>
                  <a:pt x="0" y="125387"/>
                </a:moveTo>
                <a:lnTo>
                  <a:pt x="0" y="125387"/>
                </a:lnTo>
                <a:cubicBezTo>
                  <a:pt x="0" y="103230"/>
                  <a:pt x="5949" y="81608"/>
                  <a:pt x="16761" y="62693"/>
                </a:cubicBezTo>
                <a:cubicBezTo>
                  <a:pt x="27572" y="43779"/>
                  <a:pt x="43779" y="27571"/>
                  <a:pt x="62694" y="16760"/>
                </a:cubicBezTo>
                <a:cubicBezTo>
                  <a:pt x="81628" y="5948"/>
                  <a:pt x="103231" y="0"/>
                  <a:pt x="125406" y="0"/>
                </a:cubicBezTo>
                <a:cubicBezTo>
                  <a:pt x="147562" y="0"/>
                  <a:pt x="169185" y="5948"/>
                  <a:pt x="188099" y="16760"/>
                </a:cubicBezTo>
                <a:cubicBezTo>
                  <a:pt x="207014" y="27571"/>
                  <a:pt x="223222" y="43779"/>
                  <a:pt x="234032" y="62693"/>
                </a:cubicBezTo>
                <a:cubicBezTo>
                  <a:pt x="244844" y="81608"/>
                  <a:pt x="250793" y="103230"/>
                  <a:pt x="250793" y="125387"/>
                </a:cubicBezTo>
                <a:cubicBezTo>
                  <a:pt x="250793" y="147543"/>
                  <a:pt x="244844" y="169165"/>
                  <a:pt x="234032" y="188080"/>
                </a:cubicBezTo>
                <a:cubicBezTo>
                  <a:pt x="223222" y="207014"/>
                  <a:pt x="207014" y="223221"/>
                  <a:pt x="188099" y="234032"/>
                </a:cubicBezTo>
                <a:cubicBezTo>
                  <a:pt x="169185" y="244844"/>
                  <a:pt x="147562" y="250792"/>
                  <a:pt x="125406" y="250792"/>
                </a:cubicBezTo>
                <a:cubicBezTo>
                  <a:pt x="103231" y="250792"/>
                  <a:pt x="81628" y="244844"/>
                  <a:pt x="62694" y="234032"/>
                </a:cubicBezTo>
                <a:cubicBezTo>
                  <a:pt x="43779" y="223221"/>
                  <a:pt x="27572" y="207014"/>
                  <a:pt x="16761" y="188080"/>
                </a:cubicBezTo>
                <a:cubicBezTo>
                  <a:pt x="5949" y="169165"/>
                  <a:pt x="0" y="147543"/>
                  <a:pt x="0" y="125387"/>
                </a:cubicBezTo>
              </a:path>
            </a:pathLst>
          </a:custGeom>
          <a:solidFill xmlns:a="http://schemas.openxmlformats.org/drawingml/2006/main">
            <a:srgbClr val="2F9C5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" name="path-46">
            <a:extLst xmlns:a="http://schemas.openxmlformats.org/drawingml/2006/main">
              <a:ext uri="{FF2B5EF4-FFF2-40B4-BE49-F238E27FC236}">
                <a16:creationId xmlns:a16="http://schemas.microsoft.com/office/drawing/2014/main" id="{9681EA2B-B311-4402-99E6-AC3D531ED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11633" y="1192969"/>
            <a:ext cx="44737" cy="44192"/>
          </a:xfrm>
          <a:custGeom xmlns:a="http://schemas.openxmlformats.org/drawingml/2006/main">
            <a:pathLst>
              <a:path w="45400" h="44846">
                <a:moveTo>
                  <a:pt x="0" y="0"/>
                </a:moveTo>
                <a:lnTo>
                  <a:pt x="45400" y="44846"/>
                </a:lnTo>
              </a:path>
            </a:pathLst>
          </a:custGeom>
          <a:noFill xmlns:a="http://schemas.openxmlformats.org/drawingml/2006/main"/>
          <a:ln xmlns:a="http://schemas.openxmlformats.org/drawingml/2006/main" w="44738">
            <a:solidFill>
              <a:srgbClr val="FFFFFF"/>
            </a:solidFill>
            <a:prstDash val="solid"/>
          </a:ln>
        </p:spPr>
      </p:sp>
      <p:sp>
        <p:nvSpPr>
          <p:cNvPr id="50" name="path-47">
            <a:extLst xmlns:a="http://schemas.openxmlformats.org/drawingml/2006/main">
              <a:ext uri="{FF2B5EF4-FFF2-40B4-BE49-F238E27FC236}">
                <a16:creationId xmlns:a16="http://schemas.microsoft.com/office/drawing/2014/main" id="{50E93350-F583-485F-BA39-A4EC90BCB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6370" y="1138105"/>
            <a:ext cx="79365" cy="99056"/>
          </a:xfrm>
          <a:custGeom xmlns:a="http://schemas.openxmlformats.org/drawingml/2006/main">
            <a:pathLst>
              <a:path w="80540" h="100523">
                <a:moveTo>
                  <a:pt x="0" y="100523"/>
                </a:moveTo>
                <a:lnTo>
                  <a:pt x="8054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4738">
            <a:solidFill>
              <a:srgbClr val="FFFFFF"/>
            </a:solidFill>
            <a:prstDash val="solid"/>
          </a:ln>
        </p:spPr>
      </p:sp>
      <p:sp>
        <p:nvSpPr>
          <p:cNvPr id="51" name="text-48 Reliable">
            <a:extLst xmlns:a="http://schemas.openxmlformats.org/drawingml/2006/main">
              <a:ext uri="{FF2B5EF4-FFF2-40B4-BE49-F238E27FC236}">
                <a16:creationId xmlns:a16="http://schemas.microsoft.com/office/drawing/2014/main" id="{2D67829F-B9C0-4ED6-92A4-6AEC752D3D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26404" y="734052"/>
            <a:ext cx="719649" cy="2510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2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2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412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Reliable</a:t>
            </a:r>
          </a:p>
        </p:txBody>
      </p:sp>
      <p:sp>
        <p:nvSpPr>
          <p:cNvPr id="52" name="text-49 Reference">
            <a:extLst xmlns:a="http://schemas.openxmlformats.org/drawingml/2006/main">
              <a:ext uri="{FF2B5EF4-FFF2-40B4-BE49-F238E27FC236}">
                <a16:creationId xmlns:a16="http://schemas.microsoft.com/office/drawing/2014/main" id="{1F72081F-0D9E-4C8C-A1C0-E907D143F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40125" y="971409"/>
            <a:ext cx="891938" cy="2490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401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Reference</a:t>
            </a:r>
          </a:p>
        </p:txBody>
      </p:sp>
      <p:sp>
        <p:nvSpPr>
          <p:cNvPr id="53" name="text-50 Targets">
            <a:extLst xmlns:a="http://schemas.openxmlformats.org/drawingml/2006/main">
              <a:ext uri="{FF2B5EF4-FFF2-40B4-BE49-F238E27FC236}">
                <a16:creationId xmlns:a16="http://schemas.microsoft.com/office/drawing/2014/main" id="{4DEF4AC1-67EE-4791-9B84-4431B089E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63682" y="1211775"/>
            <a:ext cx="644726" cy="2428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66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66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366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Targets</a:t>
            </a:r>
          </a:p>
        </p:txBody>
      </p:sp>
      <p:sp>
        <p:nvSpPr>
          <p:cNvPr id="54" name="path-51">
            <a:extLst xmlns:a="http://schemas.openxmlformats.org/drawingml/2006/main">
              <a:ext uri="{FF2B5EF4-FFF2-40B4-BE49-F238E27FC236}">
                <a16:creationId xmlns:a16="http://schemas.microsoft.com/office/drawing/2014/main" id="{282FD5E5-E10B-4820-8763-883C9C96E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5541" y="1558865"/>
            <a:ext cx="191" cy="182686"/>
          </a:xfrm>
          <a:custGeom xmlns:a="http://schemas.openxmlformats.org/drawingml/2006/main">
            <a:pathLst>
              <a:path w="191" h="185392">
                <a:moveTo>
                  <a:pt x="0" y="0"/>
                </a:moveTo>
                <a:lnTo>
                  <a:pt x="0" y="185392"/>
                </a:lnTo>
              </a:path>
            </a:pathLst>
          </a:custGeom>
          <a:noFill xmlns:a="http://schemas.openxmlformats.org/drawingml/2006/main"/>
          <a:ln xmlns:a="http://schemas.openxmlformats.org/drawingml/2006/main" w="48998">
            <a:solidFill>
              <a:srgbClr val="111111"/>
            </a:solidFill>
            <a:prstDash val="solid"/>
          </a:ln>
        </p:spPr>
      </p:sp>
      <p:sp>
        <p:nvSpPr>
          <p:cNvPr id="55" name="path-52">
            <a:extLst xmlns:a="http://schemas.openxmlformats.org/drawingml/2006/main">
              <a:ext uri="{FF2B5EF4-FFF2-40B4-BE49-F238E27FC236}">
                <a16:creationId xmlns:a16="http://schemas.microsoft.com/office/drawing/2014/main" id="{83F16547-C04E-4BC0-B4DF-904E570DD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2039" y="1731949"/>
            <a:ext cx="146986" cy="147005"/>
          </a:xfrm>
          <a:custGeom xmlns:a="http://schemas.openxmlformats.org/drawingml/2006/main">
            <a:pathLst>
              <a:path w="149164" h="149183">
                <a:moveTo>
                  <a:pt x="74591" y="149183"/>
                </a:moveTo>
                <a:lnTo>
                  <a:pt x="0" y="0"/>
                </a:lnTo>
                <a:lnTo>
                  <a:pt x="149164" y="0"/>
                </a:lnTo>
                <a:lnTo>
                  <a:pt x="74591" y="149183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path-53">
            <a:extLst xmlns:a="http://schemas.openxmlformats.org/drawingml/2006/main">
              <a:ext uri="{FF2B5EF4-FFF2-40B4-BE49-F238E27FC236}">
                <a16:creationId xmlns:a16="http://schemas.microsoft.com/office/drawing/2014/main" id="{A9906424-3B6F-4DB8-82A8-2D9F013FE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95242" y="1558865"/>
            <a:ext cx="191" cy="182686"/>
          </a:xfrm>
          <a:custGeom xmlns:a="http://schemas.openxmlformats.org/drawingml/2006/main">
            <a:pathLst>
              <a:path w="191" h="185392">
                <a:moveTo>
                  <a:pt x="0" y="0"/>
                </a:moveTo>
                <a:lnTo>
                  <a:pt x="0" y="185392"/>
                </a:lnTo>
              </a:path>
            </a:pathLst>
          </a:custGeom>
          <a:noFill xmlns:a="http://schemas.openxmlformats.org/drawingml/2006/main"/>
          <a:ln xmlns:a="http://schemas.openxmlformats.org/drawingml/2006/main" w="48998">
            <a:solidFill>
              <a:srgbClr val="111111"/>
            </a:solidFill>
            <a:prstDash val="solid"/>
          </a:ln>
        </p:spPr>
      </p:sp>
      <p:sp>
        <p:nvSpPr>
          <p:cNvPr id="57" name="path-54">
            <a:extLst xmlns:a="http://schemas.openxmlformats.org/drawingml/2006/main">
              <a:ext uri="{FF2B5EF4-FFF2-40B4-BE49-F238E27FC236}">
                <a16:creationId xmlns:a16="http://schemas.microsoft.com/office/drawing/2014/main" id="{A9EA8E5C-2562-413F-95C8-F36CC2738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21740" y="1731949"/>
            <a:ext cx="147005" cy="147005"/>
          </a:xfrm>
          <a:custGeom xmlns:a="http://schemas.openxmlformats.org/drawingml/2006/main">
            <a:pathLst>
              <a:path w="149182" h="149183">
                <a:moveTo>
                  <a:pt x="74591" y="149183"/>
                </a:moveTo>
                <a:lnTo>
                  <a:pt x="0" y="0"/>
                </a:lnTo>
                <a:lnTo>
                  <a:pt x="149182" y="0"/>
                </a:lnTo>
                <a:lnTo>
                  <a:pt x="74591" y="149183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" name="path-55">
            <a:extLst xmlns:a="http://schemas.openxmlformats.org/drawingml/2006/main">
              <a:ext uri="{FF2B5EF4-FFF2-40B4-BE49-F238E27FC236}">
                <a16:creationId xmlns:a16="http://schemas.microsoft.com/office/drawing/2014/main" id="{FA06DE22-BD4A-4A04-9A01-0F29EC60E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9510" y="1907720"/>
            <a:ext cx="4704983" cy="2648080"/>
          </a:xfrm>
          <a:custGeom xmlns:a="http://schemas.openxmlformats.org/drawingml/2006/main">
            <a:pathLst>
              <a:path w="4774687" h="2687310">
                <a:moveTo>
                  <a:pt x="534" y="121058"/>
                </a:moveTo>
                <a:lnTo>
                  <a:pt x="534" y="121058"/>
                </a:lnTo>
                <a:cubicBezTo>
                  <a:pt x="534" y="99989"/>
                  <a:pt x="5930" y="78901"/>
                  <a:pt x="16741" y="60519"/>
                </a:cubicBezTo>
                <a:cubicBezTo>
                  <a:pt x="27552" y="42158"/>
                  <a:pt x="42692" y="27018"/>
                  <a:pt x="61072" y="16207"/>
                </a:cubicBezTo>
                <a:cubicBezTo>
                  <a:pt x="79454" y="5930"/>
                  <a:pt x="99989" y="0"/>
                  <a:pt x="121611" y="0"/>
                </a:cubicBezTo>
                <a:lnTo>
                  <a:pt x="4653628" y="533"/>
                </a:lnTo>
                <a:cubicBezTo>
                  <a:pt x="4674697" y="533"/>
                  <a:pt x="4695786" y="5930"/>
                  <a:pt x="4714148" y="16741"/>
                </a:cubicBezTo>
                <a:cubicBezTo>
                  <a:pt x="4732529" y="27553"/>
                  <a:pt x="4747668" y="42691"/>
                  <a:pt x="4758479" y="61072"/>
                </a:cubicBezTo>
                <a:cubicBezTo>
                  <a:pt x="4768738" y="79454"/>
                  <a:pt x="4774687" y="99989"/>
                  <a:pt x="4774687" y="121611"/>
                </a:cubicBezTo>
                <a:lnTo>
                  <a:pt x="4774687" y="2566252"/>
                </a:lnTo>
                <a:cubicBezTo>
                  <a:pt x="4774687" y="2587322"/>
                  <a:pt x="4769291" y="2608410"/>
                  <a:pt x="4758479" y="2626772"/>
                </a:cubicBezTo>
                <a:cubicBezTo>
                  <a:pt x="4747668" y="2645152"/>
                  <a:pt x="4732529" y="2660292"/>
                  <a:pt x="4714148" y="2671103"/>
                </a:cubicBezTo>
                <a:cubicBezTo>
                  <a:pt x="4695786" y="2681362"/>
                  <a:pt x="4675232" y="2687310"/>
                  <a:pt x="4653628" y="2687310"/>
                </a:cubicBezTo>
                <a:lnTo>
                  <a:pt x="121058" y="2687310"/>
                </a:lnTo>
                <a:cubicBezTo>
                  <a:pt x="99989" y="2687310"/>
                  <a:pt x="78901" y="2681915"/>
                  <a:pt x="60520" y="2671103"/>
                </a:cubicBezTo>
                <a:cubicBezTo>
                  <a:pt x="42158" y="2660292"/>
                  <a:pt x="27018" y="2645152"/>
                  <a:pt x="16207" y="2626772"/>
                </a:cubicBezTo>
                <a:cubicBezTo>
                  <a:pt x="5930" y="2608410"/>
                  <a:pt x="0" y="2587874"/>
                  <a:pt x="0" y="2566252"/>
                </a:cubicBezTo>
                <a:lnTo>
                  <a:pt x="534" y="121058"/>
                </a:lnTo>
              </a:path>
            </a:pathLst>
          </a:custGeom>
          <a:solidFill xmlns:a="http://schemas.openxmlformats.org/drawingml/2006/main">
            <a:srgbClr val="F2F6FC"/>
          </a:solidFill>
          <a:ln xmlns:a="http://schemas.openxmlformats.org/drawingml/2006/main" w="24499">
            <a:solidFill>
              <a:srgbClr val="6B8FC4"/>
            </a:solidFill>
            <a:prstDash val="solid"/>
          </a:ln>
        </p:spPr>
      </p:sp>
      <p:sp>
        <p:nvSpPr>
          <p:cNvPr id="59" name="text-56 Compare">
            <a:extLst xmlns:a="http://schemas.openxmlformats.org/drawingml/2006/main">
              <a:ext uri="{FF2B5EF4-FFF2-40B4-BE49-F238E27FC236}">
                <a16:creationId xmlns:a16="http://schemas.microsoft.com/office/drawing/2014/main" id="{9EDF81BE-440D-4D92-AEF2-3C94A0E43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6963" y="1938259"/>
            <a:ext cx="1188798" cy="3688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74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74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2074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Compare</a:t>
            </a:r>
          </a:p>
        </p:txBody>
      </p:sp>
      <p:sp>
        <p:nvSpPr>
          <p:cNvPr id="60" name="text-56 &amp;">
            <a:extLst xmlns:a="http://schemas.openxmlformats.org/drawingml/2006/main">
              <a:ext uri="{FF2B5EF4-FFF2-40B4-BE49-F238E27FC236}">
                <a16:creationId xmlns:a16="http://schemas.microsoft.com/office/drawing/2014/main" id="{7E7964DE-22C3-4F40-BA76-0090AE60D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11442" y="1938505"/>
            <a:ext cx="237381" cy="3684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72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72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2072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61" name="text-56 Measure">
            <a:extLst xmlns:a="http://schemas.openxmlformats.org/drawingml/2006/main">
              <a:ext uri="{FF2B5EF4-FFF2-40B4-BE49-F238E27FC236}">
                <a16:creationId xmlns:a16="http://schemas.microsoft.com/office/drawing/2014/main" id="{F78019DE-5286-485A-BC7F-116E6EAAF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74807" y="1938131"/>
            <a:ext cx="1116468" cy="3690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75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75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2075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Measure</a:t>
            </a:r>
          </a:p>
        </p:txBody>
      </p:sp>
      <p:sp>
        <p:nvSpPr>
          <p:cNvPr id="62" name="path-57">
            <a:extLst xmlns:a="http://schemas.openxmlformats.org/drawingml/2006/main">
              <a:ext uri="{FF2B5EF4-FFF2-40B4-BE49-F238E27FC236}">
                <a16:creationId xmlns:a16="http://schemas.microsoft.com/office/drawing/2014/main" id="{87C1EE20-D0E4-4323-921F-7DF78BBFE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303" y="2315159"/>
            <a:ext cx="4597397" cy="524081"/>
          </a:xfrm>
          <a:custGeom xmlns:a="http://schemas.openxmlformats.org/drawingml/2006/main">
            <a:pathLst>
              <a:path w="4665507" h="531845">
                <a:moveTo>
                  <a:pt x="534" y="106472"/>
                </a:moveTo>
                <a:lnTo>
                  <a:pt x="534" y="106472"/>
                </a:lnTo>
                <a:cubicBezTo>
                  <a:pt x="534" y="87558"/>
                  <a:pt x="5396" y="69711"/>
                  <a:pt x="14586" y="53503"/>
                </a:cubicBezTo>
                <a:cubicBezTo>
                  <a:pt x="24311" y="37296"/>
                  <a:pt x="37296" y="23777"/>
                  <a:pt x="53503" y="14587"/>
                </a:cubicBezTo>
                <a:cubicBezTo>
                  <a:pt x="69710" y="4862"/>
                  <a:pt x="88091" y="0"/>
                  <a:pt x="107006" y="0"/>
                </a:cubicBezTo>
                <a:lnTo>
                  <a:pt x="4559035" y="534"/>
                </a:lnTo>
                <a:cubicBezTo>
                  <a:pt x="4577950" y="534"/>
                  <a:pt x="4595797" y="5396"/>
                  <a:pt x="4612005" y="14587"/>
                </a:cubicBezTo>
                <a:cubicBezTo>
                  <a:pt x="4628212" y="24311"/>
                  <a:pt x="4641731" y="37296"/>
                  <a:pt x="4650921" y="53503"/>
                </a:cubicBezTo>
                <a:cubicBezTo>
                  <a:pt x="4660646" y="69711"/>
                  <a:pt x="4665507" y="88091"/>
                  <a:pt x="4665507" y="107006"/>
                </a:cubicBezTo>
                <a:lnTo>
                  <a:pt x="4665507" y="425354"/>
                </a:lnTo>
                <a:cubicBezTo>
                  <a:pt x="4665507" y="444288"/>
                  <a:pt x="4660646" y="462116"/>
                  <a:pt x="4651454" y="478323"/>
                </a:cubicBezTo>
                <a:cubicBezTo>
                  <a:pt x="4641731" y="494550"/>
                  <a:pt x="4628765" y="508049"/>
                  <a:pt x="4612538" y="517239"/>
                </a:cubicBezTo>
                <a:cubicBezTo>
                  <a:pt x="4596331" y="526983"/>
                  <a:pt x="4577950" y="531845"/>
                  <a:pt x="4559035" y="531845"/>
                </a:cubicBezTo>
                <a:lnTo>
                  <a:pt x="106472" y="531845"/>
                </a:lnTo>
                <a:cubicBezTo>
                  <a:pt x="87557" y="531845"/>
                  <a:pt x="69710" y="526983"/>
                  <a:pt x="53503" y="517792"/>
                </a:cubicBezTo>
                <a:cubicBezTo>
                  <a:pt x="37296" y="508049"/>
                  <a:pt x="23777" y="495083"/>
                  <a:pt x="14586" y="478876"/>
                </a:cubicBezTo>
                <a:cubicBezTo>
                  <a:pt x="4862" y="462650"/>
                  <a:pt x="0" y="444288"/>
                  <a:pt x="0" y="425354"/>
                </a:cubicBezTo>
                <a:lnTo>
                  <a:pt x="534" y="10647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6B8FC4"/>
            </a:solidFill>
            <a:prstDash val="solid"/>
          </a:ln>
        </p:spPr>
      </p:sp>
      <p:sp>
        <p:nvSpPr>
          <p:cNvPr id="63" name="text-58 A)">
            <a:extLst xmlns:a="http://schemas.openxmlformats.org/drawingml/2006/main">
              <a:ext uri="{FF2B5EF4-FFF2-40B4-BE49-F238E27FC236}">
                <a16:creationId xmlns:a16="http://schemas.microsoft.com/office/drawing/2014/main" id="{C01ADDD4-81EA-4E56-9C16-61338F834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8583" y="2383221"/>
            <a:ext cx="267080" cy="3028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704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A)</a:t>
            </a:r>
          </a:p>
        </p:txBody>
      </p:sp>
      <p:sp>
        <p:nvSpPr>
          <p:cNvPr id="64" name="text-58 Page-Level">
            <a:extLst xmlns:a="http://schemas.openxmlformats.org/drawingml/2006/main">
              <a:ext uri="{FF2B5EF4-FFF2-40B4-BE49-F238E27FC236}">
                <a16:creationId xmlns:a16="http://schemas.microsoft.com/office/drawing/2014/main" id="{312AFE9C-B303-4635-B260-A7F625A631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6834" y="2383165"/>
            <a:ext cx="1180892" cy="3029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704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Page-Level</a:t>
            </a:r>
          </a:p>
        </p:txBody>
      </p:sp>
      <p:sp>
        <p:nvSpPr>
          <p:cNvPr id="65" name="text-58 NED">
            <a:extLst xmlns:a="http://schemas.openxmlformats.org/drawingml/2006/main">
              <a:ext uri="{FF2B5EF4-FFF2-40B4-BE49-F238E27FC236}">
                <a16:creationId xmlns:a16="http://schemas.microsoft.com/office/drawing/2014/main" id="{E4F94B42-4534-4ECC-8B50-F3B262AA6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98925" y="2382989"/>
            <a:ext cx="495940" cy="3032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705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NED</a:t>
            </a:r>
          </a:p>
        </p:txBody>
      </p:sp>
      <p:sp>
        <p:nvSpPr>
          <p:cNvPr id="66" name="path-59">
            <a:extLst xmlns:a="http://schemas.openxmlformats.org/drawingml/2006/main">
              <a:ext uri="{FF2B5EF4-FFF2-40B4-BE49-F238E27FC236}">
                <a16:creationId xmlns:a16="http://schemas.microsoft.com/office/drawing/2014/main" id="{946BE2F9-724C-40A8-ACFE-250F24B69C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8608" y="2489314"/>
            <a:ext cx="256188" cy="159255"/>
          </a:xfrm>
          <a:custGeom xmlns:a="http://schemas.openxmlformats.org/drawingml/2006/main">
            <a:pathLst>
              <a:path w="259983" h="161614">
                <a:moveTo>
                  <a:pt x="130268" y="161614"/>
                </a:moveTo>
                <a:lnTo>
                  <a:pt x="0" y="161614"/>
                </a:lnTo>
                <a:lnTo>
                  <a:pt x="0" y="0"/>
                </a:lnTo>
                <a:lnTo>
                  <a:pt x="259983" y="0"/>
                </a:lnTo>
                <a:lnTo>
                  <a:pt x="259983" y="161614"/>
                </a:lnTo>
                <a:lnTo>
                  <a:pt x="130268" y="161614"/>
                </a:lnTo>
              </a:path>
            </a:pathLst>
          </a:custGeom>
          <a:solidFill xmlns:a="http://schemas.openxmlformats.org/drawingml/2006/main">
            <a:srgbClr val="4F9E4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" name="path-60">
            <a:extLst xmlns:a="http://schemas.openxmlformats.org/drawingml/2006/main">
              <a:ext uri="{FF2B5EF4-FFF2-40B4-BE49-F238E27FC236}">
                <a16:creationId xmlns:a16="http://schemas.microsoft.com/office/drawing/2014/main" id="{C1EB8B52-647B-46F2-BFCE-C28958036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1057" y="2489314"/>
            <a:ext cx="256188" cy="159255"/>
          </a:xfrm>
          <a:custGeom xmlns:a="http://schemas.openxmlformats.org/drawingml/2006/main">
            <a:pathLst>
              <a:path w="259983" h="161614">
                <a:moveTo>
                  <a:pt x="130268" y="161614"/>
                </a:moveTo>
                <a:lnTo>
                  <a:pt x="0" y="161614"/>
                </a:lnTo>
                <a:lnTo>
                  <a:pt x="0" y="0"/>
                </a:lnTo>
                <a:lnTo>
                  <a:pt x="259983" y="0"/>
                </a:lnTo>
                <a:lnTo>
                  <a:pt x="259983" y="161614"/>
                </a:lnTo>
                <a:lnTo>
                  <a:pt x="130268" y="161614"/>
                </a:lnTo>
              </a:path>
            </a:pathLst>
          </a:custGeom>
          <a:solidFill xmlns:a="http://schemas.openxmlformats.org/drawingml/2006/main">
            <a:srgbClr val="6DAD4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" name="path-61">
            <a:extLst xmlns:a="http://schemas.openxmlformats.org/drawingml/2006/main">
              <a:ext uri="{FF2B5EF4-FFF2-40B4-BE49-F238E27FC236}">
                <a16:creationId xmlns:a16="http://schemas.microsoft.com/office/drawing/2014/main" id="{963839CD-1544-47FC-BAAB-7FBFF1D25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22980" y="2489314"/>
            <a:ext cx="256188" cy="159255"/>
          </a:xfrm>
          <a:custGeom xmlns:a="http://schemas.openxmlformats.org/drawingml/2006/main">
            <a:pathLst>
              <a:path w="259983" h="161614">
                <a:moveTo>
                  <a:pt x="130268" y="161614"/>
                </a:moveTo>
                <a:lnTo>
                  <a:pt x="0" y="161614"/>
                </a:lnTo>
                <a:lnTo>
                  <a:pt x="0" y="0"/>
                </a:lnTo>
                <a:lnTo>
                  <a:pt x="259983" y="0"/>
                </a:lnTo>
                <a:lnTo>
                  <a:pt x="259983" y="161614"/>
                </a:lnTo>
                <a:lnTo>
                  <a:pt x="130268" y="161614"/>
                </a:lnTo>
              </a:path>
            </a:pathLst>
          </a:custGeom>
          <a:solidFill xmlns:a="http://schemas.openxmlformats.org/drawingml/2006/main">
            <a:srgbClr val="94BE3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9" name="path-62">
            <a:extLst xmlns:a="http://schemas.openxmlformats.org/drawingml/2006/main">
              <a:ext uri="{FF2B5EF4-FFF2-40B4-BE49-F238E27FC236}">
                <a16:creationId xmlns:a16="http://schemas.microsoft.com/office/drawing/2014/main" id="{C18EC5DF-DFE7-4E41-8693-376D537AE0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74902" y="2489314"/>
            <a:ext cx="256188" cy="159255"/>
          </a:xfrm>
          <a:custGeom xmlns:a="http://schemas.openxmlformats.org/drawingml/2006/main">
            <a:pathLst>
              <a:path w="259983" h="161614">
                <a:moveTo>
                  <a:pt x="130268" y="161614"/>
                </a:moveTo>
                <a:lnTo>
                  <a:pt x="0" y="161614"/>
                </a:lnTo>
                <a:lnTo>
                  <a:pt x="0" y="0"/>
                </a:lnTo>
                <a:lnTo>
                  <a:pt x="259983" y="0"/>
                </a:lnTo>
                <a:lnTo>
                  <a:pt x="259983" y="161614"/>
                </a:lnTo>
                <a:lnTo>
                  <a:pt x="130268" y="161614"/>
                </a:lnTo>
              </a:path>
            </a:pathLst>
          </a:custGeom>
          <a:solidFill xmlns:a="http://schemas.openxmlformats.org/drawingml/2006/main">
            <a:srgbClr val="BDCB3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path-63">
            <a:extLst xmlns:a="http://schemas.openxmlformats.org/drawingml/2006/main">
              <a:ext uri="{FF2B5EF4-FFF2-40B4-BE49-F238E27FC236}">
                <a16:creationId xmlns:a16="http://schemas.microsoft.com/office/drawing/2014/main" id="{95EE7458-0A21-4FFB-A700-4A56A630EE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27350" y="2489314"/>
            <a:ext cx="256188" cy="159255"/>
          </a:xfrm>
          <a:custGeom xmlns:a="http://schemas.openxmlformats.org/drawingml/2006/main">
            <a:pathLst>
              <a:path w="259983" h="161614">
                <a:moveTo>
                  <a:pt x="130269" y="161614"/>
                </a:moveTo>
                <a:lnTo>
                  <a:pt x="0" y="161614"/>
                </a:lnTo>
                <a:lnTo>
                  <a:pt x="0" y="0"/>
                </a:lnTo>
                <a:lnTo>
                  <a:pt x="259983" y="0"/>
                </a:lnTo>
                <a:lnTo>
                  <a:pt x="259983" y="161614"/>
                </a:lnTo>
                <a:lnTo>
                  <a:pt x="130269" y="161614"/>
                </a:lnTo>
              </a:path>
            </a:pathLst>
          </a:custGeom>
          <a:solidFill xmlns:a="http://schemas.openxmlformats.org/drawingml/2006/main">
            <a:srgbClr val="E2C42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64">
            <a:extLst xmlns:a="http://schemas.openxmlformats.org/drawingml/2006/main">
              <a:ext uri="{FF2B5EF4-FFF2-40B4-BE49-F238E27FC236}">
                <a16:creationId xmlns:a16="http://schemas.microsoft.com/office/drawing/2014/main" id="{19436AC7-E530-4FA7-B7BA-2500D6F80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9273" y="2489314"/>
            <a:ext cx="256187" cy="159255"/>
          </a:xfrm>
          <a:custGeom xmlns:a="http://schemas.openxmlformats.org/drawingml/2006/main">
            <a:pathLst>
              <a:path w="259983" h="161614">
                <a:moveTo>
                  <a:pt x="130268" y="161614"/>
                </a:moveTo>
                <a:lnTo>
                  <a:pt x="0" y="161614"/>
                </a:lnTo>
                <a:lnTo>
                  <a:pt x="0" y="0"/>
                </a:lnTo>
                <a:lnTo>
                  <a:pt x="259983" y="0"/>
                </a:lnTo>
                <a:lnTo>
                  <a:pt x="259983" y="161614"/>
                </a:lnTo>
                <a:lnTo>
                  <a:pt x="130268" y="161614"/>
                </a:lnTo>
              </a:path>
            </a:pathLst>
          </a:custGeom>
          <a:solidFill xmlns:a="http://schemas.openxmlformats.org/drawingml/2006/main">
            <a:srgbClr val="EB9F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path-65">
            <a:extLst xmlns:a="http://schemas.openxmlformats.org/drawingml/2006/main">
              <a:ext uri="{FF2B5EF4-FFF2-40B4-BE49-F238E27FC236}">
                <a16:creationId xmlns:a16="http://schemas.microsoft.com/office/drawing/2014/main" id="{896221F8-2336-42DE-91AD-FF1FDFABA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1722" y="2489314"/>
            <a:ext cx="256188" cy="159255"/>
          </a:xfrm>
          <a:custGeom xmlns:a="http://schemas.openxmlformats.org/drawingml/2006/main">
            <a:pathLst>
              <a:path w="259983" h="161614">
                <a:moveTo>
                  <a:pt x="130267" y="161614"/>
                </a:moveTo>
                <a:lnTo>
                  <a:pt x="0" y="161614"/>
                </a:lnTo>
                <a:lnTo>
                  <a:pt x="0" y="0"/>
                </a:lnTo>
                <a:lnTo>
                  <a:pt x="259983" y="0"/>
                </a:lnTo>
                <a:lnTo>
                  <a:pt x="259983" y="161614"/>
                </a:lnTo>
                <a:lnTo>
                  <a:pt x="130267" y="161614"/>
                </a:lnTo>
              </a:path>
            </a:pathLst>
          </a:custGeom>
          <a:solidFill xmlns:a="http://schemas.openxmlformats.org/drawingml/2006/main">
            <a:srgbClr val="E5762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" name="path-66">
            <a:extLst xmlns:a="http://schemas.openxmlformats.org/drawingml/2006/main">
              <a:ext uri="{FF2B5EF4-FFF2-40B4-BE49-F238E27FC236}">
                <a16:creationId xmlns:a16="http://schemas.microsoft.com/office/drawing/2014/main" id="{55B2C9B7-2C9E-41A3-890F-37DD5DCF3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3645" y="2489314"/>
            <a:ext cx="256187" cy="159255"/>
          </a:xfrm>
          <a:custGeom xmlns:a="http://schemas.openxmlformats.org/drawingml/2006/main">
            <a:pathLst>
              <a:path w="259983" h="161614">
                <a:moveTo>
                  <a:pt x="130267" y="161614"/>
                </a:moveTo>
                <a:lnTo>
                  <a:pt x="0" y="161614"/>
                </a:lnTo>
                <a:lnTo>
                  <a:pt x="0" y="0"/>
                </a:lnTo>
                <a:lnTo>
                  <a:pt x="259983" y="0"/>
                </a:lnTo>
                <a:lnTo>
                  <a:pt x="259983" y="161614"/>
                </a:lnTo>
                <a:lnTo>
                  <a:pt x="130267" y="161614"/>
                </a:lnTo>
              </a:path>
            </a:pathLst>
          </a:custGeom>
          <a:solidFill xmlns:a="http://schemas.openxmlformats.org/drawingml/2006/main">
            <a:srgbClr val="DA502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" name="path-67">
            <a:extLst xmlns:a="http://schemas.openxmlformats.org/drawingml/2006/main">
              <a:ext uri="{FF2B5EF4-FFF2-40B4-BE49-F238E27FC236}">
                <a16:creationId xmlns:a16="http://schemas.microsoft.com/office/drawing/2014/main" id="{AFC87A4E-BD42-4FE7-9AA0-0227B6B65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35567" y="2489314"/>
            <a:ext cx="256187" cy="159255"/>
          </a:xfrm>
          <a:custGeom xmlns:a="http://schemas.openxmlformats.org/drawingml/2006/main">
            <a:pathLst>
              <a:path w="259983" h="161614">
                <a:moveTo>
                  <a:pt x="130267" y="161614"/>
                </a:moveTo>
                <a:lnTo>
                  <a:pt x="0" y="161614"/>
                </a:lnTo>
                <a:lnTo>
                  <a:pt x="0" y="0"/>
                </a:lnTo>
                <a:lnTo>
                  <a:pt x="259983" y="0"/>
                </a:lnTo>
                <a:lnTo>
                  <a:pt x="259983" y="161614"/>
                </a:lnTo>
                <a:lnTo>
                  <a:pt x="130267" y="161614"/>
                </a:lnTo>
              </a:path>
            </a:pathLst>
          </a:custGeom>
          <a:solidFill xmlns:a="http://schemas.openxmlformats.org/drawingml/2006/main">
            <a:srgbClr val="CB272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" name="path-68">
            <a:extLst xmlns:a="http://schemas.openxmlformats.org/drawingml/2006/main">
              <a:ext uri="{FF2B5EF4-FFF2-40B4-BE49-F238E27FC236}">
                <a16:creationId xmlns:a16="http://schemas.microsoft.com/office/drawing/2014/main" id="{FE1C6173-4A0E-4032-AB35-2F99810D6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9154" y="2489314"/>
            <a:ext cx="2268862" cy="159255"/>
          </a:xfrm>
          <a:custGeom xmlns:a="http://schemas.openxmlformats.org/drawingml/2006/main">
            <a:pathLst>
              <a:path w="2302474" h="161614">
                <a:moveTo>
                  <a:pt x="1151227" y="161614"/>
                </a:moveTo>
                <a:lnTo>
                  <a:pt x="0" y="161614"/>
                </a:lnTo>
                <a:lnTo>
                  <a:pt x="0" y="0"/>
                </a:lnTo>
                <a:lnTo>
                  <a:pt x="2302474" y="0"/>
                </a:lnTo>
                <a:lnTo>
                  <a:pt x="2302474" y="161614"/>
                </a:lnTo>
                <a:lnTo>
                  <a:pt x="1151227" y="161614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8A8A8A"/>
            </a:solidFill>
            <a:prstDash val="solid"/>
          </a:ln>
        </p:spPr>
      </p:sp>
      <p:sp>
        <p:nvSpPr>
          <p:cNvPr id="76" name="path-69">
            <a:extLst xmlns:a="http://schemas.openxmlformats.org/drawingml/2006/main">
              <a:ext uri="{FF2B5EF4-FFF2-40B4-BE49-F238E27FC236}">
                <a16:creationId xmlns:a16="http://schemas.microsoft.com/office/drawing/2014/main" id="{104FFB66-5F1D-4186-A222-31703351BF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85242" y="2388661"/>
            <a:ext cx="74573" cy="109709"/>
          </a:xfrm>
          <a:custGeom xmlns:a="http://schemas.openxmlformats.org/drawingml/2006/main">
            <a:pathLst>
              <a:path w="75678" h="111335">
                <a:moveTo>
                  <a:pt x="37848" y="111335"/>
                </a:moveTo>
                <a:lnTo>
                  <a:pt x="0" y="0"/>
                </a:lnTo>
                <a:lnTo>
                  <a:pt x="75678" y="0"/>
                </a:lnTo>
                <a:lnTo>
                  <a:pt x="37848" y="111335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" name="path-70">
            <a:extLst xmlns:a="http://schemas.openxmlformats.org/drawingml/2006/main">
              <a:ext uri="{FF2B5EF4-FFF2-40B4-BE49-F238E27FC236}">
                <a16:creationId xmlns:a16="http://schemas.microsoft.com/office/drawing/2014/main" id="{A64D5CB2-3E77-4944-85F2-BC987DB1F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17348" y="2416882"/>
            <a:ext cx="191" cy="262031"/>
          </a:xfrm>
          <a:custGeom xmlns:a="http://schemas.openxmlformats.org/drawingml/2006/main">
            <a:pathLst>
              <a:path w="191" h="265913">
                <a:moveTo>
                  <a:pt x="0" y="0"/>
                </a:moveTo>
                <a:lnTo>
                  <a:pt x="0" y="265913"/>
                </a:lnTo>
              </a:path>
            </a:pathLst>
          </a:custGeom>
          <a:noFill xmlns:a="http://schemas.openxmlformats.org/drawingml/2006/main"/>
          <a:ln xmlns:a="http://schemas.openxmlformats.org/drawingml/2006/main" w="28227">
            <a:solidFill>
              <a:srgbClr val="111111"/>
            </a:solidFill>
            <a:prstDash val="solid"/>
          </a:ln>
        </p:spPr>
      </p:sp>
      <p:sp>
        <p:nvSpPr>
          <p:cNvPr id="78" name="path-71">
            <a:extLst xmlns:a="http://schemas.openxmlformats.org/drawingml/2006/main">
              <a:ext uri="{FF2B5EF4-FFF2-40B4-BE49-F238E27FC236}">
                <a16:creationId xmlns:a16="http://schemas.microsoft.com/office/drawing/2014/main" id="{0BD61E62-8A63-4827-9241-666194C28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3303" y="2926045"/>
            <a:ext cx="4597397" cy="1542405"/>
          </a:xfrm>
          <a:custGeom xmlns:a="http://schemas.openxmlformats.org/drawingml/2006/main">
            <a:pathLst>
              <a:path w="4665507" h="1565255">
                <a:moveTo>
                  <a:pt x="534" y="94040"/>
                </a:moveTo>
                <a:lnTo>
                  <a:pt x="534" y="94040"/>
                </a:lnTo>
                <a:cubicBezTo>
                  <a:pt x="534" y="77832"/>
                  <a:pt x="4862" y="61625"/>
                  <a:pt x="12966" y="47020"/>
                </a:cubicBezTo>
                <a:cubicBezTo>
                  <a:pt x="21603" y="32967"/>
                  <a:pt x="32967" y="21088"/>
                  <a:pt x="47554" y="12965"/>
                </a:cubicBezTo>
                <a:cubicBezTo>
                  <a:pt x="61606" y="4328"/>
                  <a:pt x="77833" y="0"/>
                  <a:pt x="94574" y="0"/>
                </a:cubicBezTo>
                <a:lnTo>
                  <a:pt x="4571467" y="533"/>
                </a:lnTo>
                <a:cubicBezTo>
                  <a:pt x="4587675" y="533"/>
                  <a:pt x="4603900" y="4862"/>
                  <a:pt x="4618487" y="12965"/>
                </a:cubicBezTo>
                <a:cubicBezTo>
                  <a:pt x="4632540" y="21622"/>
                  <a:pt x="4644438" y="32967"/>
                  <a:pt x="4652542" y="47573"/>
                </a:cubicBezTo>
                <a:cubicBezTo>
                  <a:pt x="4661179" y="61625"/>
                  <a:pt x="4665507" y="77832"/>
                  <a:pt x="4665507" y="94593"/>
                </a:cubicBezTo>
                <a:lnTo>
                  <a:pt x="4665507" y="1471215"/>
                </a:lnTo>
                <a:cubicBezTo>
                  <a:pt x="4665507" y="1487442"/>
                  <a:pt x="4661179" y="1503649"/>
                  <a:pt x="4653075" y="1518236"/>
                </a:cubicBezTo>
                <a:cubicBezTo>
                  <a:pt x="4644438" y="1532288"/>
                  <a:pt x="4633074" y="1544186"/>
                  <a:pt x="4618487" y="1552290"/>
                </a:cubicBezTo>
                <a:cubicBezTo>
                  <a:pt x="4604435" y="1560946"/>
                  <a:pt x="4588228" y="1565255"/>
                  <a:pt x="4571467" y="1565255"/>
                </a:cubicBezTo>
                <a:lnTo>
                  <a:pt x="94040" y="1565255"/>
                </a:lnTo>
                <a:cubicBezTo>
                  <a:pt x="77833" y="1565255"/>
                  <a:pt x="61606" y="1560946"/>
                  <a:pt x="47020" y="1552823"/>
                </a:cubicBezTo>
                <a:cubicBezTo>
                  <a:pt x="32967" y="1544186"/>
                  <a:pt x="21069" y="1532841"/>
                  <a:pt x="12966" y="1518236"/>
                </a:cubicBezTo>
                <a:cubicBezTo>
                  <a:pt x="4309" y="1504183"/>
                  <a:pt x="0" y="1487976"/>
                  <a:pt x="0" y="1471215"/>
                </a:cubicBezTo>
                <a:lnTo>
                  <a:pt x="534" y="9404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6B8FC4"/>
            </a:solidFill>
            <a:prstDash val="solid"/>
          </a:ln>
        </p:spPr>
      </p:sp>
      <p:sp>
        <p:nvSpPr>
          <p:cNvPr id="79" name="text-72 B)">
            <a:extLst xmlns:a="http://schemas.openxmlformats.org/drawingml/2006/main">
              <a:ext uri="{FF2B5EF4-FFF2-40B4-BE49-F238E27FC236}">
                <a16:creationId xmlns:a16="http://schemas.microsoft.com/office/drawing/2014/main" id="{1637D7A1-51C8-4529-AE09-2A74ABA0B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9109" y="2964670"/>
            <a:ext cx="255458" cy="2896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62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B)</a:t>
            </a:r>
          </a:p>
        </p:txBody>
      </p:sp>
      <p:sp>
        <p:nvSpPr>
          <p:cNvPr id="80" name="text-72 Component">
            <a:extLst xmlns:a="http://schemas.openxmlformats.org/drawingml/2006/main">
              <a:ext uri="{FF2B5EF4-FFF2-40B4-BE49-F238E27FC236}">
                <a16:creationId xmlns:a16="http://schemas.microsoft.com/office/drawing/2014/main" id="{2C3CD26B-1E36-4B6D-9064-7C2BE31D9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4975" y="2964565"/>
            <a:ext cx="1186808" cy="2898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630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Component</a:t>
            </a:r>
          </a:p>
        </p:txBody>
      </p:sp>
      <p:sp>
        <p:nvSpPr>
          <p:cNvPr id="81" name="text-72 Error">
            <a:extLst xmlns:a="http://schemas.openxmlformats.org/drawingml/2006/main">
              <a:ext uri="{FF2B5EF4-FFF2-40B4-BE49-F238E27FC236}">
                <a16:creationId xmlns:a16="http://schemas.microsoft.com/office/drawing/2014/main" id="{5B3F0D95-CC81-42F8-8C37-1ABFC9483F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91966" y="2964450"/>
            <a:ext cx="543586" cy="2899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631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Error</a:t>
            </a:r>
          </a:p>
        </p:txBody>
      </p:sp>
      <p:sp>
        <p:nvSpPr>
          <p:cNvPr id="82" name="text-72 Metrics">
            <a:extLst xmlns:a="http://schemas.openxmlformats.org/drawingml/2006/main">
              <a:ext uri="{FF2B5EF4-FFF2-40B4-BE49-F238E27FC236}">
                <a16:creationId xmlns:a16="http://schemas.microsoft.com/office/drawing/2014/main" id="{841D8068-D134-41A0-AD55-4D0AD6B1E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55889" y="2964598"/>
            <a:ext cx="761773" cy="2897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630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Metrics</a:t>
            </a:r>
          </a:p>
        </p:txBody>
      </p:sp>
      <p:sp>
        <p:nvSpPr>
          <p:cNvPr id="83" name="path-73">
            <a:extLst xmlns:a="http://schemas.openxmlformats.org/drawingml/2006/main">
              <a:ext uri="{FF2B5EF4-FFF2-40B4-BE49-F238E27FC236}">
                <a16:creationId xmlns:a16="http://schemas.microsoft.com/office/drawing/2014/main" id="{C501A36B-CD61-4335-8512-7ADF7CB08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259" y="3274373"/>
            <a:ext cx="1076927" cy="1106201"/>
          </a:xfrm>
          <a:custGeom xmlns:a="http://schemas.openxmlformats.org/drawingml/2006/main">
            <a:pathLst>
              <a:path w="1092882" h="1122589">
                <a:moveTo>
                  <a:pt x="553" y="142147"/>
                </a:moveTo>
                <a:lnTo>
                  <a:pt x="553" y="142147"/>
                </a:lnTo>
                <a:cubicBezTo>
                  <a:pt x="553" y="117283"/>
                  <a:pt x="7036" y="92954"/>
                  <a:pt x="19467" y="71331"/>
                </a:cubicBezTo>
                <a:cubicBezTo>
                  <a:pt x="31900" y="49728"/>
                  <a:pt x="49727" y="31880"/>
                  <a:pt x="71350" y="18915"/>
                </a:cubicBezTo>
                <a:cubicBezTo>
                  <a:pt x="92972" y="6483"/>
                  <a:pt x="117836" y="0"/>
                  <a:pt x="142700" y="0"/>
                </a:cubicBezTo>
                <a:lnTo>
                  <a:pt x="950735" y="534"/>
                </a:lnTo>
                <a:cubicBezTo>
                  <a:pt x="975599" y="534"/>
                  <a:pt x="999910" y="7016"/>
                  <a:pt x="1021532" y="19448"/>
                </a:cubicBezTo>
                <a:cubicBezTo>
                  <a:pt x="1043154" y="31880"/>
                  <a:pt x="1060982" y="49728"/>
                  <a:pt x="1073967" y="71331"/>
                </a:cubicBezTo>
                <a:cubicBezTo>
                  <a:pt x="1086399" y="92954"/>
                  <a:pt x="1092882" y="117817"/>
                  <a:pt x="1092882" y="142681"/>
                </a:cubicBezTo>
                <a:lnTo>
                  <a:pt x="1092882" y="980441"/>
                </a:lnTo>
                <a:cubicBezTo>
                  <a:pt x="1092882" y="1005306"/>
                  <a:pt x="1086399" y="1029636"/>
                  <a:pt x="1073967" y="1051258"/>
                </a:cubicBezTo>
                <a:cubicBezTo>
                  <a:pt x="1061535" y="1072861"/>
                  <a:pt x="1043688" y="1090708"/>
                  <a:pt x="1022066" y="1103674"/>
                </a:cubicBezTo>
                <a:cubicBezTo>
                  <a:pt x="1000462" y="1116106"/>
                  <a:pt x="975599" y="1122589"/>
                  <a:pt x="950735" y="1122589"/>
                </a:cubicBezTo>
                <a:lnTo>
                  <a:pt x="142147" y="1122589"/>
                </a:lnTo>
                <a:cubicBezTo>
                  <a:pt x="117283" y="1122589"/>
                  <a:pt x="92972" y="1116106"/>
                  <a:pt x="71350" y="1103674"/>
                </a:cubicBezTo>
                <a:cubicBezTo>
                  <a:pt x="49727" y="1091242"/>
                  <a:pt x="31900" y="1073414"/>
                  <a:pt x="18915" y="1051792"/>
                </a:cubicBezTo>
                <a:cubicBezTo>
                  <a:pt x="6483" y="1030169"/>
                  <a:pt x="0" y="1005306"/>
                  <a:pt x="0" y="980441"/>
                </a:cubicBezTo>
                <a:lnTo>
                  <a:pt x="553" y="142147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B8FC4"/>
            </a:solidFill>
            <a:prstDash val="solid"/>
          </a:ln>
        </p:spPr>
      </p:sp>
      <p:sp>
        <p:nvSpPr>
          <p:cNvPr id="84" name="text-74 Text">
            <a:extLst xmlns:a="http://schemas.openxmlformats.org/drawingml/2006/main">
              <a:ext uri="{FF2B5EF4-FFF2-40B4-BE49-F238E27FC236}">
                <a16:creationId xmlns:a16="http://schemas.microsoft.com/office/drawing/2014/main" id="{35097F27-CE2D-4C74-9298-3CFFCC3AD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6224" y="3365186"/>
            <a:ext cx="314785" cy="2188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31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Text</a:t>
            </a:r>
          </a:p>
        </p:txBody>
      </p:sp>
      <p:sp>
        <p:nvSpPr>
          <p:cNvPr id="85" name="text-75 Error">
            <a:extLst xmlns:a="http://schemas.openxmlformats.org/drawingml/2006/main">
              <a:ext uri="{FF2B5EF4-FFF2-40B4-BE49-F238E27FC236}">
                <a16:creationId xmlns:a16="http://schemas.microsoft.com/office/drawing/2014/main" id="{B892963E-A65F-4695-BF5D-02D182119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0998" y="3361805"/>
            <a:ext cx="383540" cy="2235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57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Error</a:t>
            </a:r>
          </a:p>
        </p:txBody>
      </p:sp>
      <p:sp>
        <p:nvSpPr>
          <p:cNvPr id="86" name="text-76 NED">
            <a:extLst xmlns:a="http://schemas.openxmlformats.org/drawingml/2006/main">
              <a:ext uri="{FF2B5EF4-FFF2-40B4-BE49-F238E27FC236}">
                <a16:creationId xmlns:a16="http://schemas.microsoft.com/office/drawing/2014/main" id="{2C9D7ACF-F9C1-4A3B-A795-152BBB2032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4462" y="4157730"/>
            <a:ext cx="328800" cy="2008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3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3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30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NED</a:t>
            </a:r>
          </a:p>
        </p:txBody>
      </p:sp>
      <p:sp>
        <p:nvSpPr>
          <p:cNvPr id="87" name="path-77">
            <a:extLst xmlns:a="http://schemas.openxmlformats.org/drawingml/2006/main">
              <a:ext uri="{FF2B5EF4-FFF2-40B4-BE49-F238E27FC236}">
                <a16:creationId xmlns:a16="http://schemas.microsoft.com/office/drawing/2014/main" id="{D3787FD1-B25B-4381-BF4B-CEFD96EEA5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1699" y="3274373"/>
            <a:ext cx="1076927" cy="1106201"/>
          </a:xfrm>
          <a:custGeom xmlns:a="http://schemas.openxmlformats.org/drawingml/2006/main">
            <a:pathLst>
              <a:path w="1092882" h="1122589">
                <a:moveTo>
                  <a:pt x="553" y="142147"/>
                </a:moveTo>
                <a:lnTo>
                  <a:pt x="553" y="142147"/>
                </a:lnTo>
                <a:cubicBezTo>
                  <a:pt x="553" y="117283"/>
                  <a:pt x="7036" y="92954"/>
                  <a:pt x="19467" y="71331"/>
                </a:cubicBezTo>
                <a:cubicBezTo>
                  <a:pt x="31900" y="49728"/>
                  <a:pt x="49727" y="31880"/>
                  <a:pt x="71350" y="18915"/>
                </a:cubicBezTo>
                <a:cubicBezTo>
                  <a:pt x="92972" y="6483"/>
                  <a:pt x="117836" y="0"/>
                  <a:pt x="142700" y="0"/>
                </a:cubicBezTo>
                <a:lnTo>
                  <a:pt x="950735" y="534"/>
                </a:lnTo>
                <a:cubicBezTo>
                  <a:pt x="975599" y="534"/>
                  <a:pt x="999910" y="7016"/>
                  <a:pt x="1021532" y="19448"/>
                </a:cubicBezTo>
                <a:cubicBezTo>
                  <a:pt x="1043154" y="31880"/>
                  <a:pt x="1060982" y="49728"/>
                  <a:pt x="1073967" y="71331"/>
                </a:cubicBezTo>
                <a:cubicBezTo>
                  <a:pt x="1086399" y="92954"/>
                  <a:pt x="1092882" y="117817"/>
                  <a:pt x="1092882" y="142681"/>
                </a:cubicBezTo>
                <a:lnTo>
                  <a:pt x="1092882" y="980441"/>
                </a:lnTo>
                <a:cubicBezTo>
                  <a:pt x="1092882" y="1005306"/>
                  <a:pt x="1086399" y="1029636"/>
                  <a:pt x="1073967" y="1051258"/>
                </a:cubicBezTo>
                <a:cubicBezTo>
                  <a:pt x="1061535" y="1072861"/>
                  <a:pt x="1043688" y="1090708"/>
                  <a:pt x="1022066" y="1103674"/>
                </a:cubicBezTo>
                <a:cubicBezTo>
                  <a:pt x="1000444" y="1116106"/>
                  <a:pt x="975599" y="1122589"/>
                  <a:pt x="950735" y="1122589"/>
                </a:cubicBezTo>
                <a:lnTo>
                  <a:pt x="142147" y="1122589"/>
                </a:lnTo>
                <a:cubicBezTo>
                  <a:pt x="117283" y="1122589"/>
                  <a:pt x="92972" y="1116106"/>
                  <a:pt x="71350" y="1103674"/>
                </a:cubicBezTo>
                <a:cubicBezTo>
                  <a:pt x="49727" y="1091242"/>
                  <a:pt x="31900" y="1073414"/>
                  <a:pt x="18915" y="1051792"/>
                </a:cubicBezTo>
                <a:cubicBezTo>
                  <a:pt x="6483" y="1030169"/>
                  <a:pt x="0" y="1005306"/>
                  <a:pt x="0" y="980441"/>
                </a:cubicBezTo>
                <a:lnTo>
                  <a:pt x="553" y="142147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B8FC4"/>
            </a:solidFill>
            <a:prstDash val="solid"/>
          </a:ln>
        </p:spPr>
      </p:sp>
      <p:sp>
        <p:nvSpPr>
          <p:cNvPr id="88" name="text-78 Table">
            <a:extLst xmlns:a="http://schemas.openxmlformats.org/drawingml/2006/main">
              <a:ext uri="{FF2B5EF4-FFF2-40B4-BE49-F238E27FC236}">
                <a16:creationId xmlns:a16="http://schemas.microsoft.com/office/drawing/2014/main" id="{7D963FDF-0C0A-44FA-96E2-2D8C8E51B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87760" y="3366251"/>
            <a:ext cx="398998" cy="2173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22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Table</a:t>
            </a:r>
          </a:p>
        </p:txBody>
      </p:sp>
      <p:sp>
        <p:nvSpPr>
          <p:cNvPr id="89" name="text-78 Error">
            <a:extLst xmlns:a="http://schemas.openxmlformats.org/drawingml/2006/main">
              <a:ext uri="{FF2B5EF4-FFF2-40B4-BE49-F238E27FC236}">
                <a16:creationId xmlns:a16="http://schemas.microsoft.com/office/drawing/2014/main" id="{12DFD707-22AE-4E48-B4C1-0D4CB79E2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98187" y="3361805"/>
            <a:ext cx="383540" cy="2235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57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Error</a:t>
            </a:r>
          </a:p>
        </p:txBody>
      </p:sp>
      <p:sp>
        <p:nvSpPr>
          <p:cNvPr id="90" name="text-79 1">
            <a:extLst xmlns:a="http://schemas.openxmlformats.org/drawingml/2006/main">
              <a:ext uri="{FF2B5EF4-FFF2-40B4-BE49-F238E27FC236}">
                <a16:creationId xmlns:a16="http://schemas.microsoft.com/office/drawing/2014/main" id="{708F94F1-8655-4455-8CED-BE876C767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66054" y="4143518"/>
            <a:ext cx="116123" cy="2207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42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91" name="text-79 −">
            <a:extLst xmlns:a="http://schemas.openxmlformats.org/drawingml/2006/main">
              <a:ext uri="{FF2B5EF4-FFF2-40B4-BE49-F238E27FC236}">
                <a16:creationId xmlns:a16="http://schemas.microsoft.com/office/drawing/2014/main" id="{A96B96C3-3F99-4944-B20E-4971CF44C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92765" y="4153556"/>
            <a:ext cx="112794" cy="2067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6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6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63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−</a:t>
            </a:r>
          </a:p>
        </p:txBody>
      </p:sp>
      <p:sp>
        <p:nvSpPr>
          <p:cNvPr id="92" name="text-79 TEDS">
            <a:extLst xmlns:a="http://schemas.openxmlformats.org/drawingml/2006/main">
              <a:ext uri="{FF2B5EF4-FFF2-40B4-BE49-F238E27FC236}">
                <a16:creationId xmlns:a16="http://schemas.microsoft.com/office/drawing/2014/main" id="{7DC2003A-9DAD-42EC-A4EC-6951A724C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18438" y="4167793"/>
            <a:ext cx="379826" cy="1868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051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TEDS</a:t>
            </a:r>
          </a:p>
        </p:txBody>
      </p:sp>
      <p:sp>
        <p:nvSpPr>
          <p:cNvPr id="93" name="path-80">
            <a:extLst xmlns:a="http://schemas.openxmlformats.org/drawingml/2006/main">
              <a:ext uri="{FF2B5EF4-FFF2-40B4-BE49-F238E27FC236}">
                <a16:creationId xmlns:a16="http://schemas.microsoft.com/office/drawing/2014/main" id="{3C4513D1-42C9-4E24-98D5-A087DF76B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6666" y="3274373"/>
            <a:ext cx="1076927" cy="1106201"/>
          </a:xfrm>
          <a:custGeom xmlns:a="http://schemas.openxmlformats.org/drawingml/2006/main">
            <a:pathLst>
              <a:path w="1092882" h="1122589">
                <a:moveTo>
                  <a:pt x="553" y="142147"/>
                </a:moveTo>
                <a:lnTo>
                  <a:pt x="553" y="142147"/>
                </a:lnTo>
                <a:cubicBezTo>
                  <a:pt x="553" y="117283"/>
                  <a:pt x="7036" y="92954"/>
                  <a:pt x="19468" y="71331"/>
                </a:cubicBezTo>
                <a:cubicBezTo>
                  <a:pt x="31899" y="49728"/>
                  <a:pt x="49727" y="31880"/>
                  <a:pt x="71350" y="18915"/>
                </a:cubicBezTo>
                <a:cubicBezTo>
                  <a:pt x="92972" y="6483"/>
                  <a:pt x="117836" y="0"/>
                  <a:pt x="142699" y="0"/>
                </a:cubicBezTo>
                <a:lnTo>
                  <a:pt x="950734" y="534"/>
                </a:lnTo>
                <a:cubicBezTo>
                  <a:pt x="975598" y="534"/>
                  <a:pt x="999909" y="7016"/>
                  <a:pt x="1021532" y="19448"/>
                </a:cubicBezTo>
                <a:cubicBezTo>
                  <a:pt x="1043154" y="31880"/>
                  <a:pt x="1061001" y="49728"/>
                  <a:pt x="1073967" y="71331"/>
                </a:cubicBezTo>
                <a:cubicBezTo>
                  <a:pt x="1086399" y="92954"/>
                  <a:pt x="1092882" y="117817"/>
                  <a:pt x="1092882" y="142681"/>
                </a:cubicBezTo>
                <a:lnTo>
                  <a:pt x="1092882" y="980441"/>
                </a:lnTo>
                <a:cubicBezTo>
                  <a:pt x="1092882" y="1005306"/>
                  <a:pt x="1086399" y="1029636"/>
                  <a:pt x="1073967" y="1051258"/>
                </a:cubicBezTo>
                <a:cubicBezTo>
                  <a:pt x="1061535" y="1072861"/>
                  <a:pt x="1043688" y="1090708"/>
                  <a:pt x="1022084" y="1103674"/>
                </a:cubicBezTo>
                <a:cubicBezTo>
                  <a:pt x="1000463" y="1116106"/>
                  <a:pt x="975598" y="1122589"/>
                  <a:pt x="950734" y="1122589"/>
                </a:cubicBezTo>
                <a:lnTo>
                  <a:pt x="142165" y="1122589"/>
                </a:lnTo>
                <a:cubicBezTo>
                  <a:pt x="117301" y="1122589"/>
                  <a:pt x="92972" y="1116106"/>
                  <a:pt x="71350" y="1103674"/>
                </a:cubicBezTo>
                <a:cubicBezTo>
                  <a:pt x="49727" y="1091242"/>
                  <a:pt x="31899" y="1073414"/>
                  <a:pt x="18933" y="1051792"/>
                </a:cubicBezTo>
                <a:cubicBezTo>
                  <a:pt x="6502" y="1030169"/>
                  <a:pt x="0" y="1005306"/>
                  <a:pt x="0" y="980441"/>
                </a:cubicBezTo>
                <a:lnTo>
                  <a:pt x="553" y="142147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B8FC4"/>
            </a:solidFill>
            <a:prstDash val="solid"/>
          </a:ln>
        </p:spPr>
      </p:sp>
      <p:sp>
        <p:nvSpPr>
          <p:cNvPr id="94" name="text-81 Formula">
            <a:extLst xmlns:a="http://schemas.openxmlformats.org/drawingml/2006/main">
              <a:ext uri="{FF2B5EF4-FFF2-40B4-BE49-F238E27FC236}">
                <a16:creationId xmlns:a16="http://schemas.microsoft.com/office/drawing/2014/main" id="{6E6F552B-4C3A-45D1-BB84-237583F5CD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17264" y="3362799"/>
            <a:ext cx="610536" cy="2221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50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Formula</a:t>
            </a:r>
          </a:p>
        </p:txBody>
      </p:sp>
      <p:sp>
        <p:nvSpPr>
          <p:cNvPr id="95" name="text-81 Error">
            <a:extLst xmlns:a="http://schemas.openxmlformats.org/drawingml/2006/main">
              <a:ext uri="{FF2B5EF4-FFF2-40B4-BE49-F238E27FC236}">
                <a16:creationId xmlns:a16="http://schemas.microsoft.com/office/drawing/2014/main" id="{F4CAD33C-4F84-4EE6-947F-5BBB984DD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38703" y="3361727"/>
            <a:ext cx="383728" cy="2236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8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8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58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Error</a:t>
            </a:r>
          </a:p>
        </p:txBody>
      </p:sp>
      <p:sp>
        <p:nvSpPr>
          <p:cNvPr id="96" name="text-82 1">
            <a:extLst xmlns:a="http://schemas.openxmlformats.org/drawingml/2006/main">
              <a:ext uri="{FF2B5EF4-FFF2-40B4-BE49-F238E27FC236}">
                <a16:creationId xmlns:a16="http://schemas.microsoft.com/office/drawing/2014/main" id="{D3DD86A5-5ABB-42FB-BBE0-FF0F3269AB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05286" y="4143519"/>
            <a:ext cx="116122" cy="2207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42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97" name="text-82 −">
            <a:extLst xmlns:a="http://schemas.openxmlformats.org/drawingml/2006/main">
              <a:ext uri="{FF2B5EF4-FFF2-40B4-BE49-F238E27FC236}">
                <a16:creationId xmlns:a16="http://schemas.microsoft.com/office/drawing/2014/main" id="{FAABB16A-66E5-401D-96A2-9188F77536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31996" y="4153556"/>
            <a:ext cx="112794" cy="2067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6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6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63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−</a:t>
            </a:r>
          </a:p>
        </p:txBody>
      </p:sp>
      <p:sp>
        <p:nvSpPr>
          <p:cNvPr id="98" name="text-82 CDM">
            <a:extLst xmlns:a="http://schemas.openxmlformats.org/drawingml/2006/main">
              <a:ext uri="{FF2B5EF4-FFF2-40B4-BE49-F238E27FC236}">
                <a16:creationId xmlns:a16="http://schemas.microsoft.com/office/drawing/2014/main" id="{A300AD6C-E959-46F7-B8A9-54EE997AF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57669" y="4148573"/>
            <a:ext cx="375065" cy="2137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0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0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02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CDM</a:t>
            </a:r>
          </a:p>
        </p:txBody>
      </p:sp>
      <p:sp>
        <p:nvSpPr>
          <p:cNvPr id="99" name="path-83">
            <a:extLst xmlns:a="http://schemas.openxmlformats.org/drawingml/2006/main">
              <a:ext uri="{FF2B5EF4-FFF2-40B4-BE49-F238E27FC236}">
                <a16:creationId xmlns:a16="http://schemas.microsoft.com/office/drawing/2014/main" id="{0BB7A663-77D1-4801-B499-B9A18C8A1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00580" y="3274373"/>
            <a:ext cx="1134966" cy="1106201"/>
          </a:xfrm>
          <a:custGeom xmlns:a="http://schemas.openxmlformats.org/drawingml/2006/main">
            <a:pathLst>
              <a:path w="1151781" h="1122589">
                <a:moveTo>
                  <a:pt x="534" y="145922"/>
                </a:moveTo>
                <a:lnTo>
                  <a:pt x="534" y="145922"/>
                </a:lnTo>
                <a:cubicBezTo>
                  <a:pt x="534" y="120524"/>
                  <a:pt x="7035" y="95127"/>
                  <a:pt x="20001" y="72951"/>
                </a:cubicBezTo>
                <a:cubicBezTo>
                  <a:pt x="32967" y="50796"/>
                  <a:pt x="51348" y="32414"/>
                  <a:pt x="73505" y="19448"/>
                </a:cubicBezTo>
                <a:cubicBezTo>
                  <a:pt x="95661" y="7016"/>
                  <a:pt x="121077" y="0"/>
                  <a:pt x="146475" y="0"/>
                </a:cubicBezTo>
                <a:lnTo>
                  <a:pt x="1005858" y="534"/>
                </a:lnTo>
                <a:cubicBezTo>
                  <a:pt x="1031256" y="534"/>
                  <a:pt x="1056654" y="7016"/>
                  <a:pt x="1078829" y="20001"/>
                </a:cubicBezTo>
                <a:cubicBezTo>
                  <a:pt x="1100985" y="32968"/>
                  <a:pt x="1119366" y="51348"/>
                  <a:pt x="1132332" y="73505"/>
                </a:cubicBezTo>
                <a:cubicBezTo>
                  <a:pt x="1144764" y="95661"/>
                  <a:pt x="1151781" y="121058"/>
                  <a:pt x="1151781" y="146475"/>
                </a:cubicBezTo>
                <a:lnTo>
                  <a:pt x="1151781" y="976666"/>
                </a:lnTo>
                <a:cubicBezTo>
                  <a:pt x="1151781" y="1002064"/>
                  <a:pt x="1145298" y="1027462"/>
                  <a:pt x="1132332" y="1049637"/>
                </a:cubicBezTo>
                <a:cubicBezTo>
                  <a:pt x="1119366" y="1071793"/>
                  <a:pt x="1100985" y="1090155"/>
                  <a:pt x="1078829" y="1103140"/>
                </a:cubicBezTo>
                <a:cubicBezTo>
                  <a:pt x="1056654" y="1115572"/>
                  <a:pt x="1031256" y="1122589"/>
                  <a:pt x="1005858" y="1122589"/>
                </a:cubicBezTo>
                <a:lnTo>
                  <a:pt x="145941" y="1122589"/>
                </a:lnTo>
                <a:cubicBezTo>
                  <a:pt x="120524" y="1122589"/>
                  <a:pt x="95127" y="1116106"/>
                  <a:pt x="72971" y="1103140"/>
                </a:cubicBezTo>
                <a:cubicBezTo>
                  <a:pt x="50814" y="1090155"/>
                  <a:pt x="32433" y="1071793"/>
                  <a:pt x="19468" y="1049637"/>
                </a:cubicBezTo>
                <a:cubicBezTo>
                  <a:pt x="7035" y="1027462"/>
                  <a:pt x="0" y="1002064"/>
                  <a:pt x="0" y="976666"/>
                </a:cubicBezTo>
                <a:lnTo>
                  <a:pt x="534" y="14592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B8FC4"/>
            </a:solidFill>
            <a:prstDash val="solid"/>
          </a:ln>
        </p:spPr>
      </p:sp>
      <p:sp>
        <p:nvSpPr>
          <p:cNvPr id="100" name="text-84 Reading-Order">
            <a:extLst xmlns:a="http://schemas.openxmlformats.org/drawingml/2006/main">
              <a:ext uri="{FF2B5EF4-FFF2-40B4-BE49-F238E27FC236}">
                <a16:creationId xmlns:a16="http://schemas.microsoft.com/office/drawing/2014/main" id="{A062378D-3490-4774-8749-A087E01AB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53846" y="3365994"/>
            <a:ext cx="1056329" cy="2176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24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Reading-Order</a:t>
            </a:r>
          </a:p>
        </p:txBody>
      </p:sp>
      <p:sp>
        <p:nvSpPr>
          <p:cNvPr id="101" name="text-85 Error">
            <a:extLst xmlns:a="http://schemas.openxmlformats.org/drawingml/2006/main">
              <a:ext uri="{FF2B5EF4-FFF2-40B4-BE49-F238E27FC236}">
                <a16:creationId xmlns:a16="http://schemas.microsoft.com/office/drawing/2014/main" id="{FD1772DE-5330-45D9-AE8B-1B769886A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90977" y="3569458"/>
            <a:ext cx="383727" cy="2236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8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8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58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Error</a:t>
            </a:r>
          </a:p>
        </p:txBody>
      </p:sp>
      <p:sp>
        <p:nvSpPr>
          <p:cNvPr id="102" name="text-86 Order">
            <a:extLst xmlns:a="http://schemas.openxmlformats.org/drawingml/2006/main">
              <a:ext uri="{FF2B5EF4-FFF2-40B4-BE49-F238E27FC236}">
                <a16:creationId xmlns:a16="http://schemas.microsoft.com/office/drawing/2014/main" id="{245668FE-7E8A-4894-B77B-0067D6578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07766" y="4140471"/>
            <a:ext cx="439820" cy="2250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6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6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66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Order</a:t>
            </a:r>
          </a:p>
        </p:txBody>
      </p:sp>
      <p:sp>
        <p:nvSpPr>
          <p:cNvPr id="103" name="text-86 Edit">
            <a:extLst xmlns:a="http://schemas.openxmlformats.org/drawingml/2006/main">
              <a:ext uri="{FF2B5EF4-FFF2-40B4-BE49-F238E27FC236}">
                <a16:creationId xmlns:a16="http://schemas.microsoft.com/office/drawing/2014/main" id="{B8FF94A8-99A9-4D66-B154-AF74DC856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57834" y="4143587"/>
            <a:ext cx="299967" cy="2206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41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Edit</a:t>
            </a:r>
          </a:p>
        </p:txBody>
      </p:sp>
      <p:sp>
        <p:nvSpPr>
          <p:cNvPr id="104" name="path-87">
            <a:extLst xmlns:a="http://schemas.openxmlformats.org/drawingml/2006/main">
              <a:ext uri="{FF2B5EF4-FFF2-40B4-BE49-F238E27FC236}">
                <a16:creationId xmlns:a16="http://schemas.microsoft.com/office/drawing/2014/main" id="{D518910F-66CE-4B54-BC0F-B525F89F0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902" y="3770214"/>
            <a:ext cx="227422" cy="320089"/>
          </a:xfrm>
          <a:custGeom xmlns:a="http://schemas.openxmlformats.org/drawingml/2006/main">
            <a:pathLst>
              <a:path w="230791" h="324831">
                <a:moveTo>
                  <a:pt x="68109" y="162148"/>
                </a:moveTo>
                <a:lnTo>
                  <a:pt x="68109" y="0"/>
                </a:lnTo>
                <a:lnTo>
                  <a:pt x="100523" y="2708"/>
                </a:lnTo>
                <a:lnTo>
                  <a:pt x="131336" y="12432"/>
                </a:lnTo>
                <a:lnTo>
                  <a:pt x="159441" y="27571"/>
                </a:lnTo>
                <a:lnTo>
                  <a:pt x="184305" y="48641"/>
                </a:lnTo>
                <a:lnTo>
                  <a:pt x="204306" y="73505"/>
                </a:lnTo>
                <a:lnTo>
                  <a:pt x="218893" y="102163"/>
                </a:lnTo>
                <a:lnTo>
                  <a:pt x="228083" y="132957"/>
                </a:lnTo>
                <a:lnTo>
                  <a:pt x="230791" y="165390"/>
                </a:lnTo>
                <a:lnTo>
                  <a:pt x="226462" y="197290"/>
                </a:lnTo>
                <a:lnTo>
                  <a:pt x="216738" y="228083"/>
                </a:lnTo>
                <a:lnTo>
                  <a:pt x="200531" y="256189"/>
                </a:lnTo>
                <a:lnTo>
                  <a:pt x="179443" y="280519"/>
                </a:lnTo>
                <a:lnTo>
                  <a:pt x="154045" y="299986"/>
                </a:lnTo>
                <a:lnTo>
                  <a:pt x="125387" y="314573"/>
                </a:lnTo>
                <a:lnTo>
                  <a:pt x="94040" y="322676"/>
                </a:lnTo>
                <a:lnTo>
                  <a:pt x="62159" y="324831"/>
                </a:lnTo>
                <a:lnTo>
                  <a:pt x="30260" y="319969"/>
                </a:lnTo>
                <a:lnTo>
                  <a:pt x="0" y="309711"/>
                </a:lnTo>
                <a:lnTo>
                  <a:pt x="68109" y="162148"/>
                </a:lnTo>
              </a:path>
            </a:pathLst>
          </a:custGeom>
          <a:solidFill xmlns:a="http://schemas.openxmlformats.org/drawingml/2006/main">
            <a:srgbClr val="5FA96F"/>
          </a:solidFill>
          <a:ln xmlns:a="http://schemas.openxmlformats.org/drawingml/2006/main" w="11185">
            <a:solidFill>
              <a:srgbClr val="FFFFFF"/>
            </a:solidFill>
            <a:prstDash val="solid"/>
          </a:ln>
        </p:spPr>
      </p:sp>
      <p:sp>
        <p:nvSpPr>
          <p:cNvPr id="105" name="path-88">
            <a:extLst xmlns:a="http://schemas.openxmlformats.org/drawingml/2006/main">
              <a:ext uri="{FF2B5EF4-FFF2-40B4-BE49-F238E27FC236}">
                <a16:creationId xmlns:a16="http://schemas.microsoft.com/office/drawing/2014/main" id="{99CDD35F-75EA-4C3A-8693-CB637F34A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690" y="3822955"/>
            <a:ext cx="159781" cy="251904"/>
          </a:xfrm>
          <a:custGeom xmlns:a="http://schemas.openxmlformats.org/drawingml/2006/main">
            <a:pathLst>
              <a:path w="162148" h="255636">
                <a:moveTo>
                  <a:pt x="162148" y="108093"/>
                </a:moveTo>
                <a:lnTo>
                  <a:pt x="93506" y="255636"/>
                </a:lnTo>
                <a:lnTo>
                  <a:pt x="78386" y="247532"/>
                </a:lnTo>
                <a:lnTo>
                  <a:pt x="64333" y="238341"/>
                </a:lnTo>
                <a:lnTo>
                  <a:pt x="51901" y="227531"/>
                </a:lnTo>
                <a:lnTo>
                  <a:pt x="40003" y="215099"/>
                </a:lnTo>
                <a:lnTo>
                  <a:pt x="29726" y="202133"/>
                </a:lnTo>
                <a:lnTo>
                  <a:pt x="20554" y="187546"/>
                </a:lnTo>
                <a:lnTo>
                  <a:pt x="12985" y="172941"/>
                </a:lnTo>
                <a:lnTo>
                  <a:pt x="7036" y="156733"/>
                </a:lnTo>
                <a:lnTo>
                  <a:pt x="3242" y="140526"/>
                </a:lnTo>
                <a:lnTo>
                  <a:pt x="553" y="123766"/>
                </a:lnTo>
                <a:lnTo>
                  <a:pt x="0" y="107006"/>
                </a:lnTo>
                <a:lnTo>
                  <a:pt x="553" y="90246"/>
                </a:lnTo>
                <a:lnTo>
                  <a:pt x="3242" y="74038"/>
                </a:lnTo>
                <a:lnTo>
                  <a:pt x="8123" y="57831"/>
                </a:lnTo>
                <a:lnTo>
                  <a:pt x="14052" y="41605"/>
                </a:lnTo>
                <a:lnTo>
                  <a:pt x="21622" y="27018"/>
                </a:lnTo>
                <a:lnTo>
                  <a:pt x="30813" y="12965"/>
                </a:lnTo>
                <a:lnTo>
                  <a:pt x="41624" y="0"/>
                </a:lnTo>
                <a:lnTo>
                  <a:pt x="162148" y="108093"/>
                </a:lnTo>
              </a:path>
            </a:pathLst>
          </a:custGeom>
          <a:solidFill xmlns:a="http://schemas.openxmlformats.org/drawingml/2006/main">
            <a:srgbClr val="A8CEEA"/>
          </a:solidFill>
          <a:ln xmlns:a="http://schemas.openxmlformats.org/drawingml/2006/main" w="11185">
            <a:solidFill>
              <a:srgbClr val="FFFFFF"/>
            </a:solidFill>
            <a:prstDash val="solid"/>
          </a:ln>
        </p:spPr>
      </p:sp>
      <p:sp>
        <p:nvSpPr>
          <p:cNvPr id="106" name="path-89">
            <a:extLst xmlns:a="http://schemas.openxmlformats.org/drawingml/2006/main">
              <a:ext uri="{FF2B5EF4-FFF2-40B4-BE49-F238E27FC236}">
                <a16:creationId xmlns:a16="http://schemas.microsoft.com/office/drawing/2014/main" id="{4E6D284E-EE5D-4310-B2F0-15A21AA157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777" y="3769688"/>
            <a:ext cx="118765" cy="159781"/>
          </a:xfrm>
          <a:custGeom xmlns:a="http://schemas.openxmlformats.org/drawingml/2006/main">
            <a:pathLst>
              <a:path w="120525" h="162148">
                <a:moveTo>
                  <a:pt x="120525" y="162148"/>
                </a:moveTo>
                <a:lnTo>
                  <a:pt x="0" y="53503"/>
                </a:lnTo>
                <a:lnTo>
                  <a:pt x="4862" y="48107"/>
                </a:lnTo>
                <a:lnTo>
                  <a:pt x="10258" y="42691"/>
                </a:lnTo>
                <a:lnTo>
                  <a:pt x="16207" y="37830"/>
                </a:lnTo>
                <a:lnTo>
                  <a:pt x="22156" y="32967"/>
                </a:lnTo>
                <a:lnTo>
                  <a:pt x="28105" y="28639"/>
                </a:lnTo>
                <a:lnTo>
                  <a:pt x="34054" y="24311"/>
                </a:lnTo>
                <a:lnTo>
                  <a:pt x="40537" y="20535"/>
                </a:lnTo>
                <a:lnTo>
                  <a:pt x="47554" y="16760"/>
                </a:lnTo>
                <a:lnTo>
                  <a:pt x="54037" y="13518"/>
                </a:lnTo>
                <a:lnTo>
                  <a:pt x="61072" y="10811"/>
                </a:lnTo>
                <a:lnTo>
                  <a:pt x="68089" y="8103"/>
                </a:lnTo>
                <a:lnTo>
                  <a:pt x="75659" y="5948"/>
                </a:lnTo>
                <a:lnTo>
                  <a:pt x="82695" y="4328"/>
                </a:lnTo>
                <a:lnTo>
                  <a:pt x="90265" y="2707"/>
                </a:lnTo>
                <a:lnTo>
                  <a:pt x="97815" y="1087"/>
                </a:lnTo>
                <a:lnTo>
                  <a:pt x="105385" y="533"/>
                </a:lnTo>
                <a:lnTo>
                  <a:pt x="112955" y="0"/>
                </a:lnTo>
                <a:lnTo>
                  <a:pt x="120525" y="0"/>
                </a:lnTo>
                <a:lnTo>
                  <a:pt x="120525" y="162148"/>
                </a:lnTo>
              </a:path>
            </a:pathLst>
          </a:custGeom>
          <a:solidFill xmlns:a="http://schemas.openxmlformats.org/drawingml/2006/main">
            <a:srgbClr val="E4963C"/>
          </a:solidFill>
          <a:ln xmlns:a="http://schemas.openxmlformats.org/drawingml/2006/main" w="11185">
            <a:solidFill>
              <a:srgbClr val="FFFFFF"/>
            </a:solidFill>
            <a:prstDash val="solid"/>
          </a:ln>
        </p:spPr>
      </p:sp>
      <p:sp>
        <p:nvSpPr>
          <p:cNvPr id="107" name="path-90">
            <a:extLst xmlns:a="http://schemas.openxmlformats.org/drawingml/2006/main">
              <a:ext uri="{FF2B5EF4-FFF2-40B4-BE49-F238E27FC236}">
                <a16:creationId xmlns:a16="http://schemas.microsoft.com/office/drawing/2014/main" id="{C90817CB-811C-4A5B-82F0-F5A93731D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755" y="3842645"/>
            <a:ext cx="509162" cy="191"/>
          </a:xfrm>
          <a:custGeom xmlns:a="http://schemas.openxmlformats.org/drawingml/2006/main">
            <a:pathLst>
              <a:path w="516705" h="191">
                <a:moveTo>
                  <a:pt x="0" y="0"/>
                </a:moveTo>
                <a:lnTo>
                  <a:pt x="51670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5684">
            <a:solidFill>
              <a:srgbClr val="505050"/>
            </a:solidFill>
            <a:prstDash val="solid"/>
          </a:ln>
        </p:spPr>
      </p:sp>
      <p:sp>
        <p:nvSpPr>
          <p:cNvPr id="108" name="path-91">
            <a:extLst xmlns:a="http://schemas.openxmlformats.org/drawingml/2006/main">
              <a:ext uri="{FF2B5EF4-FFF2-40B4-BE49-F238E27FC236}">
                <a16:creationId xmlns:a16="http://schemas.microsoft.com/office/drawing/2014/main" id="{41F73F6E-95AB-423E-B63C-E394C59ACD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755" y="3936929"/>
            <a:ext cx="509162" cy="191"/>
          </a:xfrm>
          <a:custGeom xmlns:a="http://schemas.openxmlformats.org/drawingml/2006/main">
            <a:pathLst>
              <a:path w="516705" h="191">
                <a:moveTo>
                  <a:pt x="0" y="0"/>
                </a:moveTo>
                <a:lnTo>
                  <a:pt x="51670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5684">
            <a:solidFill>
              <a:srgbClr val="505050"/>
            </a:solidFill>
            <a:prstDash val="solid"/>
          </a:ln>
        </p:spPr>
      </p:sp>
      <p:sp>
        <p:nvSpPr>
          <p:cNvPr id="109" name="path-92">
            <a:extLst xmlns:a="http://schemas.openxmlformats.org/drawingml/2006/main">
              <a:ext uri="{FF2B5EF4-FFF2-40B4-BE49-F238E27FC236}">
                <a16:creationId xmlns:a16="http://schemas.microsoft.com/office/drawing/2014/main" id="{9C300204-BA29-4345-B735-A9E5E3BD4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755" y="4031719"/>
            <a:ext cx="509162" cy="191"/>
          </a:xfrm>
          <a:custGeom xmlns:a="http://schemas.openxmlformats.org/drawingml/2006/main">
            <a:pathLst>
              <a:path w="516705" h="191">
                <a:moveTo>
                  <a:pt x="0" y="0"/>
                </a:moveTo>
                <a:lnTo>
                  <a:pt x="516705" y="0"/>
                </a:lnTo>
              </a:path>
            </a:pathLst>
          </a:custGeom>
          <a:noFill xmlns:a="http://schemas.openxmlformats.org/drawingml/2006/main"/>
          <a:ln xmlns:a="http://schemas.openxmlformats.org/drawingml/2006/main" w="35684">
            <a:solidFill>
              <a:srgbClr val="505050"/>
            </a:solidFill>
            <a:prstDash val="solid"/>
          </a:ln>
        </p:spPr>
      </p:sp>
      <p:sp>
        <p:nvSpPr>
          <p:cNvPr id="110" name="path-93">
            <a:extLst xmlns:a="http://schemas.openxmlformats.org/drawingml/2006/main">
              <a:ext uri="{FF2B5EF4-FFF2-40B4-BE49-F238E27FC236}">
                <a16:creationId xmlns:a16="http://schemas.microsoft.com/office/drawing/2014/main" id="{634F698B-92E1-42CA-B7E6-840E53ED2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064" y="3784061"/>
            <a:ext cx="639652" cy="66588"/>
          </a:xfrm>
          <a:custGeom xmlns:a="http://schemas.openxmlformats.org/drawingml/2006/main">
            <a:pathLst>
              <a:path w="649128" h="67575">
                <a:moveTo>
                  <a:pt x="324831" y="67575"/>
                </a:moveTo>
                <a:lnTo>
                  <a:pt x="0" y="67575"/>
                </a:lnTo>
                <a:lnTo>
                  <a:pt x="0" y="0"/>
                </a:lnTo>
                <a:lnTo>
                  <a:pt x="649128" y="0"/>
                </a:lnTo>
                <a:lnTo>
                  <a:pt x="649128" y="67575"/>
                </a:lnTo>
                <a:lnTo>
                  <a:pt x="324831" y="67575"/>
                </a:lnTo>
              </a:path>
            </a:pathLst>
          </a:custGeom>
          <a:solidFill xmlns:a="http://schemas.openxmlformats.org/drawingml/2006/main">
            <a:srgbClr val="8FA9C6"/>
          </a:solidFill>
          <a:ln xmlns:a="http://schemas.openxmlformats.org/drawingml/2006/main" w="14913">
            <a:solidFill>
              <a:srgbClr val="333333"/>
            </a:solidFill>
            <a:prstDash val="solid"/>
          </a:ln>
        </p:spPr>
      </p:sp>
      <p:sp>
        <p:nvSpPr>
          <p:cNvPr id="111" name="path-94">
            <a:extLst xmlns:a="http://schemas.openxmlformats.org/drawingml/2006/main">
              <a:ext uri="{FF2B5EF4-FFF2-40B4-BE49-F238E27FC236}">
                <a16:creationId xmlns:a16="http://schemas.microsoft.com/office/drawing/2014/main" id="{E77507E9-E61E-4D45-BC45-7B3D100E8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064" y="3851702"/>
            <a:ext cx="639652" cy="237549"/>
          </a:xfrm>
          <a:custGeom xmlns:a="http://schemas.openxmlformats.org/drawingml/2006/main">
            <a:pathLst>
              <a:path w="649128" h="241068">
                <a:moveTo>
                  <a:pt x="324831" y="241068"/>
                </a:moveTo>
                <a:lnTo>
                  <a:pt x="0" y="241068"/>
                </a:lnTo>
                <a:lnTo>
                  <a:pt x="0" y="0"/>
                </a:lnTo>
                <a:lnTo>
                  <a:pt x="649128" y="0"/>
                </a:lnTo>
                <a:lnTo>
                  <a:pt x="649128" y="241068"/>
                </a:lnTo>
                <a:lnTo>
                  <a:pt x="324831" y="24106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4913">
            <a:solidFill>
              <a:srgbClr val="333333"/>
            </a:solidFill>
            <a:prstDash val="solid"/>
          </a:ln>
        </p:spPr>
      </p:sp>
      <p:sp>
        <p:nvSpPr>
          <p:cNvPr id="112" name="path-95">
            <a:extLst xmlns:a="http://schemas.openxmlformats.org/drawingml/2006/main">
              <a:ext uri="{FF2B5EF4-FFF2-40B4-BE49-F238E27FC236}">
                <a16:creationId xmlns:a16="http://schemas.microsoft.com/office/drawing/2014/main" id="{8160625A-1EF4-4E8C-975D-CF47C0B3E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064" y="3931066"/>
            <a:ext cx="640197" cy="191"/>
          </a:xfrm>
          <a:custGeom xmlns:a="http://schemas.openxmlformats.org/drawingml/2006/main">
            <a:pathLst>
              <a:path w="649681" h="191">
                <a:moveTo>
                  <a:pt x="0" y="0"/>
                </a:moveTo>
                <a:lnTo>
                  <a:pt x="64968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113" name="path-96">
            <a:extLst xmlns:a="http://schemas.openxmlformats.org/drawingml/2006/main">
              <a:ext uri="{FF2B5EF4-FFF2-40B4-BE49-F238E27FC236}">
                <a16:creationId xmlns:a16="http://schemas.microsoft.com/office/drawing/2014/main" id="{4CA3A039-0AC7-4A13-9132-56887E12F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064" y="4010412"/>
            <a:ext cx="640197" cy="191"/>
          </a:xfrm>
          <a:custGeom xmlns:a="http://schemas.openxmlformats.org/drawingml/2006/main">
            <a:pathLst>
              <a:path w="649681" h="191">
                <a:moveTo>
                  <a:pt x="0" y="0"/>
                </a:moveTo>
                <a:lnTo>
                  <a:pt x="64968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114" name="path-97">
            <a:extLst xmlns:a="http://schemas.openxmlformats.org/drawingml/2006/main">
              <a:ext uri="{FF2B5EF4-FFF2-40B4-BE49-F238E27FC236}">
                <a16:creationId xmlns:a16="http://schemas.microsoft.com/office/drawing/2014/main" id="{09FC6FBC-086A-469E-957A-E36BD950D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63638" y="3784061"/>
            <a:ext cx="191" cy="305715"/>
          </a:xfrm>
          <a:custGeom xmlns:a="http://schemas.openxmlformats.org/drawingml/2006/main">
            <a:pathLst>
              <a:path w="191" h="310244">
                <a:moveTo>
                  <a:pt x="0" y="0"/>
                </a:moveTo>
                <a:lnTo>
                  <a:pt x="0" y="310244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115" name="path-98">
            <a:extLst xmlns:a="http://schemas.openxmlformats.org/drawingml/2006/main">
              <a:ext uri="{FF2B5EF4-FFF2-40B4-BE49-F238E27FC236}">
                <a16:creationId xmlns:a16="http://schemas.microsoft.com/office/drawing/2014/main" id="{5EDCB282-DC3E-49A2-AEA2-E4627A0C83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7213" y="3784061"/>
            <a:ext cx="191" cy="305715"/>
          </a:xfrm>
          <a:custGeom xmlns:a="http://schemas.openxmlformats.org/drawingml/2006/main">
            <a:pathLst>
              <a:path w="191" h="310244">
                <a:moveTo>
                  <a:pt x="0" y="0"/>
                </a:moveTo>
                <a:lnTo>
                  <a:pt x="0" y="310244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116" name="text-99 f(x)">
            <a:extLst xmlns:a="http://schemas.openxmlformats.org/drawingml/2006/main">
              <a:ext uri="{FF2B5EF4-FFF2-40B4-BE49-F238E27FC236}">
                <a16:creationId xmlns:a16="http://schemas.microsoft.com/office/drawing/2014/main" id="{CF8BAEBA-7B8D-4789-9FE9-4EB4D6250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57481" y="3696438"/>
            <a:ext cx="557433" cy="48059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03" b="0" i="0">
                <a:solidFill>
                  <a:srgbClr val="1F1F1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03" b="0" i="0">
                <a:solidFill>
                  <a:srgbClr val="1F1F1F"/>
                </a:solidFill>
                <a:latin typeface="Arial"/>
                <a:ea typeface="Arial"/>
                <a:cs typeface="Arial"/>
              </a:defRPr>
            </a:pPr>
            <a:r>
              <a:rPr sz="2703" b="0" i="0">
                <a:solidFill>
                  <a:srgbClr val="1F1F1F"/>
                </a:solidFill>
                <a:latin typeface="Arial"/>
                <a:ea typeface="Arial"/>
                <a:cs typeface="Arial"/>
              </a:rPr>
              <a:t>f(x)</a:t>
            </a:r>
          </a:p>
        </p:txBody>
      </p:sp>
      <p:sp>
        <p:nvSpPr>
          <p:cNvPr id="117" name="path-100">
            <a:extLst xmlns:a="http://schemas.openxmlformats.org/drawingml/2006/main">
              <a:ext uri="{FF2B5EF4-FFF2-40B4-BE49-F238E27FC236}">
                <a16:creationId xmlns:a16="http://schemas.microsoft.com/office/drawing/2014/main" id="{2912CF1A-CC42-433F-A0C8-E263BE024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04172" y="3769688"/>
            <a:ext cx="85734" cy="85753"/>
          </a:xfrm>
          <a:custGeom xmlns:a="http://schemas.openxmlformats.org/drawingml/2006/main">
            <a:pathLst>
              <a:path w="87004" h="87023">
                <a:moveTo>
                  <a:pt x="43779" y="87023"/>
                </a:moveTo>
                <a:lnTo>
                  <a:pt x="0" y="87023"/>
                </a:lnTo>
                <a:lnTo>
                  <a:pt x="0" y="0"/>
                </a:lnTo>
                <a:lnTo>
                  <a:pt x="87004" y="0"/>
                </a:lnTo>
                <a:lnTo>
                  <a:pt x="87004" y="87023"/>
                </a:lnTo>
                <a:lnTo>
                  <a:pt x="43779" y="87023"/>
                </a:lnTo>
              </a:path>
            </a:pathLst>
          </a:custGeom>
          <a:solidFill xmlns:a="http://schemas.openxmlformats.org/drawingml/2006/main">
            <a:srgbClr val="AFC6E2"/>
          </a:solidFill>
          <a:ln xmlns:a="http://schemas.openxmlformats.org/drawingml/2006/main" w="13315">
            <a:solidFill>
              <a:srgbClr val="5B84C4"/>
            </a:solidFill>
            <a:prstDash val="solid"/>
          </a:ln>
        </p:spPr>
      </p:sp>
      <p:sp>
        <p:nvSpPr>
          <p:cNvPr id="118" name="path-101">
            <a:extLst xmlns:a="http://schemas.openxmlformats.org/drawingml/2006/main">
              <a:ext uri="{FF2B5EF4-FFF2-40B4-BE49-F238E27FC236}">
                <a16:creationId xmlns:a16="http://schemas.microsoft.com/office/drawing/2014/main" id="{68785684-236D-44AB-8F5B-6F5651369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47838" y="3855967"/>
            <a:ext cx="191" cy="80417"/>
          </a:xfrm>
          <a:custGeom xmlns:a="http://schemas.openxmlformats.org/drawingml/2006/main">
            <a:pathLst>
              <a:path w="191" h="81608">
                <a:moveTo>
                  <a:pt x="0" y="0"/>
                </a:moveTo>
                <a:lnTo>
                  <a:pt x="0" y="81608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B84C4"/>
            </a:solidFill>
            <a:prstDash val="solid"/>
          </a:ln>
        </p:spPr>
      </p:sp>
      <p:sp>
        <p:nvSpPr>
          <p:cNvPr id="119" name="path-102">
            <a:extLst xmlns:a="http://schemas.openxmlformats.org/drawingml/2006/main">
              <a:ext uri="{FF2B5EF4-FFF2-40B4-BE49-F238E27FC236}">
                <a16:creationId xmlns:a16="http://schemas.microsoft.com/office/drawing/2014/main" id="{925DD8A7-4B1C-4ED6-B0EE-3922D4D86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0670" y="3936384"/>
            <a:ext cx="233810" cy="191"/>
          </a:xfrm>
          <a:custGeom xmlns:a="http://schemas.openxmlformats.org/drawingml/2006/main">
            <a:pathLst>
              <a:path w="237274" h="191">
                <a:moveTo>
                  <a:pt x="0" y="0"/>
                </a:moveTo>
                <a:lnTo>
                  <a:pt x="23727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B84C4"/>
            </a:solidFill>
            <a:prstDash val="solid"/>
          </a:ln>
        </p:spPr>
      </p:sp>
      <p:sp>
        <p:nvSpPr>
          <p:cNvPr id="120" name="path-103">
            <a:extLst xmlns:a="http://schemas.openxmlformats.org/drawingml/2006/main">
              <a:ext uri="{FF2B5EF4-FFF2-40B4-BE49-F238E27FC236}">
                <a16:creationId xmlns:a16="http://schemas.microsoft.com/office/drawing/2014/main" id="{F7743F73-B86E-49C9-9EAE-0D536A580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7530" y="4002972"/>
            <a:ext cx="85734" cy="85734"/>
          </a:xfrm>
          <a:custGeom xmlns:a="http://schemas.openxmlformats.org/drawingml/2006/main">
            <a:pathLst>
              <a:path w="87004" h="87004">
                <a:moveTo>
                  <a:pt x="43779" y="87004"/>
                </a:moveTo>
                <a:lnTo>
                  <a:pt x="0" y="87004"/>
                </a:lnTo>
                <a:lnTo>
                  <a:pt x="0" y="0"/>
                </a:lnTo>
                <a:lnTo>
                  <a:pt x="87004" y="0"/>
                </a:lnTo>
                <a:lnTo>
                  <a:pt x="87004" y="87004"/>
                </a:lnTo>
                <a:lnTo>
                  <a:pt x="43779" y="87004"/>
                </a:lnTo>
              </a:path>
            </a:pathLst>
          </a:custGeom>
          <a:solidFill xmlns:a="http://schemas.openxmlformats.org/drawingml/2006/main">
            <a:srgbClr val="AFC6E2"/>
          </a:solidFill>
          <a:ln xmlns:a="http://schemas.openxmlformats.org/drawingml/2006/main" w="13315">
            <a:solidFill>
              <a:srgbClr val="5B84C4"/>
            </a:solidFill>
            <a:prstDash val="solid"/>
          </a:ln>
        </p:spPr>
      </p:sp>
      <p:sp>
        <p:nvSpPr>
          <p:cNvPr id="121" name="path-104">
            <a:extLst xmlns:a="http://schemas.openxmlformats.org/drawingml/2006/main">
              <a:ext uri="{FF2B5EF4-FFF2-40B4-BE49-F238E27FC236}">
                <a16:creationId xmlns:a16="http://schemas.microsoft.com/office/drawing/2014/main" id="{4CC8762D-DAF0-4176-980B-84084B696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0670" y="3936384"/>
            <a:ext cx="191" cy="67114"/>
          </a:xfrm>
          <a:custGeom xmlns:a="http://schemas.openxmlformats.org/drawingml/2006/main">
            <a:pathLst>
              <a:path w="191" h="68108">
                <a:moveTo>
                  <a:pt x="0" y="0"/>
                </a:moveTo>
                <a:lnTo>
                  <a:pt x="0" y="68108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B84C4"/>
            </a:solidFill>
            <a:prstDash val="solid"/>
          </a:ln>
        </p:spPr>
      </p:sp>
      <p:sp>
        <p:nvSpPr>
          <p:cNvPr id="122" name="path-105">
            <a:extLst xmlns:a="http://schemas.openxmlformats.org/drawingml/2006/main">
              <a:ext uri="{FF2B5EF4-FFF2-40B4-BE49-F238E27FC236}">
                <a16:creationId xmlns:a16="http://schemas.microsoft.com/office/drawing/2014/main" id="{5B449BDB-DE96-431E-B316-C33B7E1DC0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04172" y="4002972"/>
            <a:ext cx="85734" cy="85734"/>
          </a:xfrm>
          <a:custGeom xmlns:a="http://schemas.openxmlformats.org/drawingml/2006/main">
            <a:pathLst>
              <a:path w="87004" h="87004">
                <a:moveTo>
                  <a:pt x="43779" y="87004"/>
                </a:moveTo>
                <a:lnTo>
                  <a:pt x="0" y="87004"/>
                </a:lnTo>
                <a:lnTo>
                  <a:pt x="0" y="0"/>
                </a:lnTo>
                <a:lnTo>
                  <a:pt x="87004" y="0"/>
                </a:lnTo>
                <a:lnTo>
                  <a:pt x="87004" y="87004"/>
                </a:lnTo>
                <a:lnTo>
                  <a:pt x="43779" y="87004"/>
                </a:lnTo>
              </a:path>
            </a:pathLst>
          </a:custGeom>
          <a:solidFill xmlns:a="http://schemas.openxmlformats.org/drawingml/2006/main">
            <a:srgbClr val="AFC6E2"/>
          </a:solidFill>
          <a:ln xmlns:a="http://schemas.openxmlformats.org/drawingml/2006/main" w="13315">
            <a:solidFill>
              <a:srgbClr val="5B84C4"/>
            </a:solidFill>
            <a:prstDash val="solid"/>
          </a:ln>
        </p:spPr>
      </p:sp>
      <p:sp>
        <p:nvSpPr>
          <p:cNvPr id="123" name="path-106">
            <a:extLst xmlns:a="http://schemas.openxmlformats.org/drawingml/2006/main">
              <a:ext uri="{FF2B5EF4-FFF2-40B4-BE49-F238E27FC236}">
                <a16:creationId xmlns:a16="http://schemas.microsoft.com/office/drawing/2014/main" id="{2E52C5F1-DEF5-409D-8EB3-8F08F81D5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47838" y="3936384"/>
            <a:ext cx="191" cy="67114"/>
          </a:xfrm>
          <a:custGeom xmlns:a="http://schemas.openxmlformats.org/drawingml/2006/main">
            <a:pathLst>
              <a:path w="191" h="68108">
                <a:moveTo>
                  <a:pt x="0" y="0"/>
                </a:moveTo>
                <a:lnTo>
                  <a:pt x="0" y="68108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B84C4"/>
            </a:solidFill>
            <a:prstDash val="solid"/>
          </a:ln>
        </p:spPr>
      </p:sp>
      <p:sp>
        <p:nvSpPr>
          <p:cNvPr id="124" name="path-107">
            <a:extLst xmlns:a="http://schemas.openxmlformats.org/drawingml/2006/main">
              <a:ext uri="{FF2B5EF4-FFF2-40B4-BE49-F238E27FC236}">
                <a16:creationId xmlns:a16="http://schemas.microsoft.com/office/drawing/2014/main" id="{4E14BA25-48DF-48A9-A77C-069506403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0795" y="4002972"/>
            <a:ext cx="85752" cy="85734"/>
          </a:xfrm>
          <a:custGeom xmlns:a="http://schemas.openxmlformats.org/drawingml/2006/main">
            <a:pathLst>
              <a:path w="87023" h="87004">
                <a:moveTo>
                  <a:pt x="43779" y="87004"/>
                </a:moveTo>
                <a:lnTo>
                  <a:pt x="0" y="87004"/>
                </a:lnTo>
                <a:lnTo>
                  <a:pt x="0" y="0"/>
                </a:lnTo>
                <a:lnTo>
                  <a:pt x="87023" y="0"/>
                </a:lnTo>
                <a:lnTo>
                  <a:pt x="87023" y="87004"/>
                </a:lnTo>
                <a:lnTo>
                  <a:pt x="43779" y="87004"/>
                </a:lnTo>
              </a:path>
            </a:pathLst>
          </a:custGeom>
          <a:solidFill xmlns:a="http://schemas.openxmlformats.org/drawingml/2006/main">
            <a:srgbClr val="AFC6E2"/>
          </a:solidFill>
          <a:ln xmlns:a="http://schemas.openxmlformats.org/drawingml/2006/main" w="13315">
            <a:solidFill>
              <a:srgbClr val="5B84C4"/>
            </a:solidFill>
            <a:prstDash val="solid"/>
          </a:ln>
        </p:spPr>
      </p:sp>
      <p:sp>
        <p:nvSpPr>
          <p:cNvPr id="125" name="path-108">
            <a:extLst xmlns:a="http://schemas.openxmlformats.org/drawingml/2006/main">
              <a:ext uri="{FF2B5EF4-FFF2-40B4-BE49-F238E27FC236}">
                <a16:creationId xmlns:a16="http://schemas.microsoft.com/office/drawing/2014/main" id="{5C9246F4-D27F-474F-8C63-58658C41A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64479" y="3936384"/>
            <a:ext cx="191" cy="67114"/>
          </a:xfrm>
          <a:custGeom xmlns:a="http://schemas.openxmlformats.org/drawingml/2006/main">
            <a:pathLst>
              <a:path w="191" h="68108">
                <a:moveTo>
                  <a:pt x="0" y="0"/>
                </a:moveTo>
                <a:lnTo>
                  <a:pt x="0" y="68108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B84C4"/>
            </a:solidFill>
            <a:prstDash val="solid"/>
          </a:ln>
        </p:spPr>
      </p:sp>
      <p:sp>
        <p:nvSpPr>
          <p:cNvPr id="126" name="path-109">
            <a:extLst xmlns:a="http://schemas.openxmlformats.org/drawingml/2006/main">
              <a:ext uri="{FF2B5EF4-FFF2-40B4-BE49-F238E27FC236}">
                <a16:creationId xmlns:a16="http://schemas.microsoft.com/office/drawing/2014/main" id="{FA5D8D86-AF5F-44AD-BECD-49DBD99B0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65677" y="3929995"/>
            <a:ext cx="104917" cy="191"/>
          </a:xfrm>
          <a:custGeom xmlns:a="http://schemas.openxmlformats.org/drawingml/2006/main">
            <a:pathLst>
              <a:path w="106472" h="191">
                <a:moveTo>
                  <a:pt x="0" y="0"/>
                </a:moveTo>
                <a:lnTo>
                  <a:pt x="10647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4499">
            <a:solidFill>
              <a:srgbClr val="333333"/>
            </a:solidFill>
            <a:prstDash val="solid"/>
          </a:ln>
        </p:spPr>
      </p:sp>
      <p:sp>
        <p:nvSpPr>
          <p:cNvPr id="127" name="path-110">
            <a:extLst xmlns:a="http://schemas.openxmlformats.org/drawingml/2006/main">
              <a:ext uri="{FF2B5EF4-FFF2-40B4-BE49-F238E27FC236}">
                <a16:creationId xmlns:a16="http://schemas.microsoft.com/office/drawing/2014/main" id="{08A91664-76B5-453B-84C9-20347F177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65803" y="3892718"/>
            <a:ext cx="74555" cy="74555"/>
          </a:xfrm>
          <a:custGeom xmlns:a="http://schemas.openxmlformats.org/drawingml/2006/main">
            <a:pathLst>
              <a:path w="75659" h="75659">
                <a:moveTo>
                  <a:pt x="75659" y="37829"/>
                </a:moveTo>
                <a:lnTo>
                  <a:pt x="0" y="75659"/>
                </a:lnTo>
                <a:lnTo>
                  <a:pt x="0" y="0"/>
                </a:lnTo>
                <a:lnTo>
                  <a:pt x="75659" y="37829"/>
                </a:lnTo>
              </a:path>
            </a:pathLst>
          </a:custGeom>
          <a:solidFill xmlns:a="http://schemas.openxmlformats.org/drawingml/2006/main">
            <a:srgbClr val="33333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" name="path-111">
            <a:extLst xmlns:a="http://schemas.openxmlformats.org/drawingml/2006/main">
              <a:ext uri="{FF2B5EF4-FFF2-40B4-BE49-F238E27FC236}">
                <a16:creationId xmlns:a16="http://schemas.microsoft.com/office/drawing/2014/main" id="{9989006D-78F8-4127-A5AB-3BBC8C9B60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8234" y="3798980"/>
            <a:ext cx="144882" cy="144863"/>
          </a:xfrm>
          <a:custGeom xmlns:a="http://schemas.openxmlformats.org/drawingml/2006/main">
            <a:pathLst>
              <a:path w="147028" h="147009">
                <a:moveTo>
                  <a:pt x="73523" y="147009"/>
                </a:moveTo>
                <a:lnTo>
                  <a:pt x="0" y="147009"/>
                </a:lnTo>
                <a:lnTo>
                  <a:pt x="0" y="0"/>
                </a:lnTo>
                <a:lnTo>
                  <a:pt x="147028" y="0"/>
                </a:lnTo>
                <a:lnTo>
                  <a:pt x="147028" y="147009"/>
                </a:lnTo>
                <a:lnTo>
                  <a:pt x="73523" y="147009"/>
                </a:lnTo>
              </a:path>
            </a:pathLst>
          </a:custGeom>
          <a:solidFill xmlns:a="http://schemas.openxmlformats.org/drawingml/2006/main">
            <a:srgbClr val="AFC6E2"/>
          </a:solidFill>
          <a:ln xmlns:a="http://schemas.openxmlformats.org/drawingml/2006/main" w="13315">
            <a:solidFill>
              <a:srgbClr val="5B84C4"/>
            </a:solidFill>
            <a:prstDash val="solid"/>
          </a:ln>
        </p:spPr>
      </p:sp>
      <p:sp>
        <p:nvSpPr>
          <p:cNvPr id="129" name="path-112">
            <a:extLst xmlns:a="http://schemas.openxmlformats.org/drawingml/2006/main">
              <a:ext uri="{FF2B5EF4-FFF2-40B4-BE49-F238E27FC236}">
                <a16:creationId xmlns:a16="http://schemas.microsoft.com/office/drawing/2014/main" id="{B5BD78AB-E9BA-48E9-A6D8-79EFB6F14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28234" y="3988054"/>
            <a:ext cx="144882" cy="144863"/>
          </a:xfrm>
          <a:custGeom xmlns:a="http://schemas.openxmlformats.org/drawingml/2006/main">
            <a:pathLst>
              <a:path w="147028" h="147009">
                <a:moveTo>
                  <a:pt x="73523" y="147009"/>
                </a:moveTo>
                <a:lnTo>
                  <a:pt x="0" y="147009"/>
                </a:lnTo>
                <a:lnTo>
                  <a:pt x="0" y="0"/>
                </a:lnTo>
                <a:lnTo>
                  <a:pt x="147028" y="0"/>
                </a:lnTo>
                <a:lnTo>
                  <a:pt x="147028" y="147009"/>
                </a:lnTo>
                <a:lnTo>
                  <a:pt x="73523" y="147009"/>
                </a:lnTo>
              </a:path>
            </a:pathLst>
          </a:custGeom>
          <a:solidFill xmlns:a="http://schemas.openxmlformats.org/drawingml/2006/main">
            <a:srgbClr val="AFC6E2"/>
          </a:solidFill>
          <a:ln xmlns:a="http://schemas.openxmlformats.org/drawingml/2006/main" w="13315">
            <a:solidFill>
              <a:srgbClr val="5B84C4"/>
            </a:solidFill>
            <a:prstDash val="solid"/>
          </a:ln>
        </p:spPr>
      </p:sp>
      <p:sp>
        <p:nvSpPr>
          <p:cNvPr id="130" name="path-113">
            <a:extLst xmlns:a="http://schemas.openxmlformats.org/drawingml/2006/main">
              <a:ext uri="{FF2B5EF4-FFF2-40B4-BE49-F238E27FC236}">
                <a16:creationId xmlns:a16="http://schemas.microsoft.com/office/drawing/2014/main" id="{DFFA02C2-E48C-4550-9B18-ED0A40D4F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5014" y="4573912"/>
            <a:ext cx="191" cy="182685"/>
          </a:xfrm>
          <a:custGeom xmlns:a="http://schemas.openxmlformats.org/drawingml/2006/main">
            <a:pathLst>
              <a:path w="191" h="185391">
                <a:moveTo>
                  <a:pt x="0" y="0"/>
                </a:moveTo>
                <a:lnTo>
                  <a:pt x="0" y="185391"/>
                </a:lnTo>
              </a:path>
            </a:pathLst>
          </a:custGeom>
          <a:noFill xmlns:a="http://schemas.openxmlformats.org/drawingml/2006/main"/>
          <a:ln xmlns:a="http://schemas.openxmlformats.org/drawingml/2006/main" w="48998">
            <a:solidFill>
              <a:srgbClr val="111111"/>
            </a:solidFill>
            <a:prstDash val="solid"/>
          </a:ln>
        </p:spPr>
      </p:sp>
      <p:sp>
        <p:nvSpPr>
          <p:cNvPr id="131" name="path-114">
            <a:extLst xmlns:a="http://schemas.openxmlformats.org/drawingml/2006/main">
              <a:ext uri="{FF2B5EF4-FFF2-40B4-BE49-F238E27FC236}">
                <a16:creationId xmlns:a16="http://schemas.microsoft.com/office/drawing/2014/main" id="{CB12B56B-A140-4EC7-B8B8-A1BC44F22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1512" y="4747015"/>
            <a:ext cx="147005" cy="146986"/>
          </a:xfrm>
          <a:custGeom xmlns:a="http://schemas.openxmlformats.org/drawingml/2006/main">
            <a:pathLst>
              <a:path w="149182" h="149164">
                <a:moveTo>
                  <a:pt x="74591" y="149164"/>
                </a:moveTo>
                <a:lnTo>
                  <a:pt x="0" y="0"/>
                </a:lnTo>
                <a:lnTo>
                  <a:pt x="149182" y="0"/>
                </a:lnTo>
                <a:lnTo>
                  <a:pt x="74591" y="149164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" name="path-115">
            <a:extLst xmlns:a="http://schemas.openxmlformats.org/drawingml/2006/main">
              <a:ext uri="{FF2B5EF4-FFF2-40B4-BE49-F238E27FC236}">
                <a16:creationId xmlns:a16="http://schemas.microsoft.com/office/drawing/2014/main" id="{05FBCF5E-1779-4DD4-B226-BC48E5859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648" y="4933947"/>
            <a:ext cx="4704457" cy="1803929"/>
          </a:xfrm>
          <a:custGeom xmlns:a="http://schemas.openxmlformats.org/drawingml/2006/main">
            <a:pathLst>
              <a:path w="4774153" h="1830654">
                <a:moveTo>
                  <a:pt x="0" y="109732"/>
                </a:moveTo>
                <a:lnTo>
                  <a:pt x="0" y="109732"/>
                </a:lnTo>
                <a:cubicBezTo>
                  <a:pt x="0" y="90264"/>
                  <a:pt x="4862" y="71350"/>
                  <a:pt x="14587" y="54589"/>
                </a:cubicBezTo>
                <a:cubicBezTo>
                  <a:pt x="24311" y="37848"/>
                  <a:pt x="38363" y="24330"/>
                  <a:pt x="55124" y="14605"/>
                </a:cubicBezTo>
                <a:cubicBezTo>
                  <a:pt x="71884" y="4862"/>
                  <a:pt x="90798" y="0"/>
                  <a:pt x="109713" y="0"/>
                </a:cubicBezTo>
                <a:lnTo>
                  <a:pt x="4663887" y="0"/>
                </a:lnTo>
                <a:cubicBezTo>
                  <a:pt x="4683354" y="0"/>
                  <a:pt x="4702269" y="4862"/>
                  <a:pt x="4719029" y="14605"/>
                </a:cubicBezTo>
                <a:cubicBezTo>
                  <a:pt x="4735770" y="24330"/>
                  <a:pt x="4749289" y="38382"/>
                  <a:pt x="4759014" y="55142"/>
                </a:cubicBezTo>
                <a:cubicBezTo>
                  <a:pt x="4768757" y="71883"/>
                  <a:pt x="4773620" y="90798"/>
                  <a:pt x="4773620" y="109732"/>
                </a:cubicBezTo>
                <a:lnTo>
                  <a:pt x="4774153" y="1720388"/>
                </a:lnTo>
                <a:cubicBezTo>
                  <a:pt x="4774153" y="1739836"/>
                  <a:pt x="4769291" y="1758770"/>
                  <a:pt x="4759567" y="1775511"/>
                </a:cubicBezTo>
                <a:cubicBezTo>
                  <a:pt x="4749823" y="1792271"/>
                  <a:pt x="4735770" y="1805790"/>
                  <a:pt x="4719029" y="1815514"/>
                </a:cubicBezTo>
                <a:cubicBezTo>
                  <a:pt x="4702269" y="1825238"/>
                  <a:pt x="4683354" y="1830101"/>
                  <a:pt x="4664439" y="1830101"/>
                </a:cubicBezTo>
                <a:lnTo>
                  <a:pt x="109713" y="1830654"/>
                </a:lnTo>
                <a:cubicBezTo>
                  <a:pt x="90265" y="1830654"/>
                  <a:pt x="71350" y="1825791"/>
                  <a:pt x="54590" y="1816048"/>
                </a:cubicBezTo>
                <a:cubicBezTo>
                  <a:pt x="37830" y="1806324"/>
                  <a:pt x="24311" y="1792271"/>
                  <a:pt x="14587" y="1775511"/>
                </a:cubicBezTo>
                <a:cubicBezTo>
                  <a:pt x="4862" y="1758770"/>
                  <a:pt x="0" y="1739836"/>
                  <a:pt x="0" y="1720921"/>
                </a:cubicBezTo>
                <a:lnTo>
                  <a:pt x="0" y="109732"/>
                </a:lnTo>
              </a:path>
            </a:pathLst>
          </a:custGeom>
          <a:solidFill xmlns:a="http://schemas.openxmlformats.org/drawingml/2006/main">
            <a:srgbClr val="F2F6FC"/>
          </a:solidFill>
          <a:ln xmlns:a="http://schemas.openxmlformats.org/drawingml/2006/main" w="24499">
            <a:solidFill>
              <a:srgbClr val="6B8FC4"/>
            </a:solidFill>
            <a:prstDash val="solid"/>
          </a:ln>
        </p:spPr>
      </p:sp>
      <p:sp>
        <p:nvSpPr>
          <p:cNvPr id="133" name="text-116 Hard-Candidate">
            <a:extLst xmlns:a="http://schemas.openxmlformats.org/drawingml/2006/main">
              <a:ext uri="{FF2B5EF4-FFF2-40B4-BE49-F238E27FC236}">
                <a16:creationId xmlns:a16="http://schemas.microsoft.com/office/drawing/2014/main" id="{A70C9214-C3D0-452F-A1EF-C9BCF9B1B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2609" y="4931460"/>
            <a:ext cx="1858075" cy="3412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19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19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919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Hard-Candidate</a:t>
            </a:r>
          </a:p>
        </p:txBody>
      </p:sp>
      <p:sp>
        <p:nvSpPr>
          <p:cNvPr id="134" name="text-116 Validation">
            <a:extLst xmlns:a="http://schemas.openxmlformats.org/drawingml/2006/main">
              <a:ext uri="{FF2B5EF4-FFF2-40B4-BE49-F238E27FC236}">
                <a16:creationId xmlns:a16="http://schemas.microsoft.com/office/drawing/2014/main" id="{68D5689E-C606-44C8-887E-376D81324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54244" y="4931409"/>
            <a:ext cx="1195024" cy="3413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20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20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920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Validation</a:t>
            </a:r>
          </a:p>
        </p:txBody>
      </p:sp>
      <p:sp>
        <p:nvSpPr>
          <p:cNvPr id="135" name="text-116 &amp;">
            <a:extLst xmlns:a="http://schemas.openxmlformats.org/drawingml/2006/main">
              <a:ext uri="{FF2B5EF4-FFF2-40B4-BE49-F238E27FC236}">
                <a16:creationId xmlns:a16="http://schemas.microsoft.com/office/drawing/2014/main" id="{2C791BBA-4F2A-4137-87A6-59E99DA70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72405" y="4930689"/>
            <a:ext cx="220559" cy="3423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25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25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925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136" name="text-117 Failure">
            <a:extLst xmlns:a="http://schemas.openxmlformats.org/drawingml/2006/main">
              <a:ext uri="{FF2B5EF4-FFF2-40B4-BE49-F238E27FC236}">
                <a16:creationId xmlns:a16="http://schemas.microsoft.com/office/drawing/2014/main" id="{D99899F0-22C3-45F4-A24E-F68F872B4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8994" y="5239293"/>
            <a:ext cx="842820" cy="3412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19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19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919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Failure</a:t>
            </a:r>
          </a:p>
        </p:txBody>
      </p:sp>
      <p:sp>
        <p:nvSpPr>
          <p:cNvPr id="137" name="text-117 Attribution">
            <a:extLst xmlns:a="http://schemas.openxmlformats.org/drawingml/2006/main">
              <a:ext uri="{FF2B5EF4-FFF2-40B4-BE49-F238E27FC236}">
                <a16:creationId xmlns:a16="http://schemas.microsoft.com/office/drawing/2014/main" id="{BB3A0823-5D64-4CB1-B601-6E6AF7ADE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16571" y="5239348"/>
            <a:ext cx="1288635" cy="3411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19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19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919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Attribution</a:t>
            </a:r>
          </a:p>
        </p:txBody>
      </p:sp>
      <p:sp>
        <p:nvSpPr>
          <p:cNvPr id="138" name="path-118">
            <a:extLst xmlns:a="http://schemas.openxmlformats.org/drawingml/2006/main">
              <a:ext uri="{FF2B5EF4-FFF2-40B4-BE49-F238E27FC236}">
                <a16:creationId xmlns:a16="http://schemas.microsoft.com/office/drawing/2014/main" id="{2FA784A5-A115-482D-B619-FDB9A742C4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7313" y="5583726"/>
            <a:ext cx="1047091" cy="1047091"/>
          </a:xfrm>
          <a:custGeom xmlns:a="http://schemas.openxmlformats.org/drawingml/2006/main">
            <a:pathLst>
              <a:path w="1062603" h="1062603">
                <a:moveTo>
                  <a:pt x="0" y="148630"/>
                </a:moveTo>
                <a:lnTo>
                  <a:pt x="0" y="148630"/>
                </a:lnTo>
                <a:cubicBezTo>
                  <a:pt x="0" y="122698"/>
                  <a:pt x="7036" y="96747"/>
                  <a:pt x="20001" y="74038"/>
                </a:cubicBezTo>
                <a:cubicBezTo>
                  <a:pt x="32967" y="51882"/>
                  <a:pt x="51882" y="32967"/>
                  <a:pt x="74591" y="20001"/>
                </a:cubicBezTo>
                <a:cubicBezTo>
                  <a:pt x="96747" y="6482"/>
                  <a:pt x="122698" y="0"/>
                  <a:pt x="148649" y="0"/>
                </a:cubicBezTo>
                <a:lnTo>
                  <a:pt x="913439" y="0"/>
                </a:lnTo>
                <a:cubicBezTo>
                  <a:pt x="939371" y="0"/>
                  <a:pt x="965321" y="7017"/>
                  <a:pt x="988031" y="20001"/>
                </a:cubicBezTo>
                <a:cubicBezTo>
                  <a:pt x="1010187" y="32967"/>
                  <a:pt x="1029102" y="51882"/>
                  <a:pt x="1042067" y="74591"/>
                </a:cubicBezTo>
                <a:cubicBezTo>
                  <a:pt x="1055586" y="96747"/>
                  <a:pt x="1062069" y="122698"/>
                  <a:pt x="1062069" y="148630"/>
                </a:cubicBezTo>
                <a:lnTo>
                  <a:pt x="1062603" y="913421"/>
                </a:lnTo>
                <a:cubicBezTo>
                  <a:pt x="1062603" y="939371"/>
                  <a:pt x="1055586" y="965321"/>
                  <a:pt x="1042620" y="988011"/>
                </a:cubicBezTo>
                <a:cubicBezTo>
                  <a:pt x="1029635" y="1010168"/>
                  <a:pt x="1010721" y="1029101"/>
                  <a:pt x="988031" y="1042067"/>
                </a:cubicBezTo>
                <a:cubicBezTo>
                  <a:pt x="965855" y="1055586"/>
                  <a:pt x="939923" y="1062068"/>
                  <a:pt x="913973" y="1062068"/>
                </a:cubicBezTo>
                <a:lnTo>
                  <a:pt x="148649" y="1062603"/>
                </a:lnTo>
                <a:cubicBezTo>
                  <a:pt x="122698" y="1062603"/>
                  <a:pt x="96747" y="1055586"/>
                  <a:pt x="74057" y="1042601"/>
                </a:cubicBezTo>
                <a:cubicBezTo>
                  <a:pt x="51882" y="1029635"/>
                  <a:pt x="32967" y="1010721"/>
                  <a:pt x="20001" y="988011"/>
                </a:cubicBezTo>
                <a:cubicBezTo>
                  <a:pt x="6483" y="965855"/>
                  <a:pt x="0" y="939905"/>
                  <a:pt x="0" y="913973"/>
                </a:cubicBezTo>
                <a:lnTo>
                  <a:pt x="0" y="14863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B8FC4"/>
            </a:solidFill>
            <a:prstDash val="solid"/>
          </a:ln>
        </p:spPr>
      </p:sp>
      <p:sp>
        <p:nvSpPr>
          <p:cNvPr id="139" name="text-119 Annotation">
            <a:extLst xmlns:a="http://schemas.openxmlformats.org/drawingml/2006/main">
              <a:ext uri="{FF2B5EF4-FFF2-40B4-BE49-F238E27FC236}">
                <a16:creationId xmlns:a16="http://schemas.microsoft.com/office/drawing/2014/main" id="{316C7604-EC0E-4163-8DFB-A452EF17F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0344" y="5654938"/>
            <a:ext cx="833070" cy="2350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2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22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322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Annotation</a:t>
            </a:r>
          </a:p>
        </p:txBody>
      </p:sp>
      <p:sp>
        <p:nvSpPr>
          <p:cNvPr id="140" name="text-120 Error">
            <a:extLst xmlns:a="http://schemas.openxmlformats.org/drawingml/2006/main">
              <a:ext uri="{FF2B5EF4-FFF2-40B4-BE49-F238E27FC236}">
                <a16:creationId xmlns:a16="http://schemas.microsoft.com/office/drawing/2014/main" id="{EDAAD00B-0D96-48DE-AE7F-5B3061492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1377" y="5876340"/>
            <a:ext cx="389678" cy="2271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7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7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77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Error</a:t>
            </a:r>
          </a:p>
        </p:txBody>
      </p:sp>
      <p:sp>
        <p:nvSpPr>
          <p:cNvPr id="141" name="path-121">
            <a:extLst xmlns:a="http://schemas.openxmlformats.org/drawingml/2006/main">
              <a:ext uri="{FF2B5EF4-FFF2-40B4-BE49-F238E27FC236}">
                <a16:creationId xmlns:a16="http://schemas.microsoft.com/office/drawing/2014/main" id="{4B83E10D-54E7-4294-8AF4-CC1E489A0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7380" y="5583726"/>
            <a:ext cx="1221791" cy="1047091"/>
          </a:xfrm>
          <a:custGeom xmlns:a="http://schemas.openxmlformats.org/drawingml/2006/main">
            <a:pathLst>
              <a:path w="1239891" h="1062603">
                <a:moveTo>
                  <a:pt x="0" y="148630"/>
                </a:moveTo>
                <a:lnTo>
                  <a:pt x="0" y="148630"/>
                </a:lnTo>
                <a:cubicBezTo>
                  <a:pt x="0" y="122698"/>
                  <a:pt x="7017" y="96747"/>
                  <a:pt x="20002" y="74038"/>
                </a:cubicBezTo>
                <a:cubicBezTo>
                  <a:pt x="32967" y="51882"/>
                  <a:pt x="51882" y="32967"/>
                  <a:pt x="74591" y="20001"/>
                </a:cubicBezTo>
                <a:cubicBezTo>
                  <a:pt x="96747" y="6482"/>
                  <a:pt x="122679" y="0"/>
                  <a:pt x="148630" y="0"/>
                </a:cubicBezTo>
                <a:lnTo>
                  <a:pt x="1090708" y="0"/>
                </a:lnTo>
                <a:cubicBezTo>
                  <a:pt x="1116659" y="0"/>
                  <a:pt x="1142591" y="7017"/>
                  <a:pt x="1165300" y="20001"/>
                </a:cubicBezTo>
                <a:cubicBezTo>
                  <a:pt x="1187456" y="32967"/>
                  <a:pt x="1206370" y="51882"/>
                  <a:pt x="1219336" y="74591"/>
                </a:cubicBezTo>
                <a:cubicBezTo>
                  <a:pt x="1232855" y="96747"/>
                  <a:pt x="1239338" y="122698"/>
                  <a:pt x="1239338" y="148630"/>
                </a:cubicBezTo>
                <a:lnTo>
                  <a:pt x="1239891" y="913421"/>
                </a:lnTo>
                <a:cubicBezTo>
                  <a:pt x="1239891" y="939371"/>
                  <a:pt x="1232855" y="965321"/>
                  <a:pt x="1219889" y="988011"/>
                </a:cubicBezTo>
                <a:cubicBezTo>
                  <a:pt x="1206905" y="1010168"/>
                  <a:pt x="1187990" y="1029101"/>
                  <a:pt x="1165300" y="1042067"/>
                </a:cubicBezTo>
                <a:cubicBezTo>
                  <a:pt x="1143144" y="1055586"/>
                  <a:pt x="1117192" y="1062068"/>
                  <a:pt x="1091242" y="1062068"/>
                </a:cubicBezTo>
                <a:lnTo>
                  <a:pt x="148630" y="1062603"/>
                </a:lnTo>
                <a:cubicBezTo>
                  <a:pt x="122679" y="1062603"/>
                  <a:pt x="96747" y="1055586"/>
                  <a:pt x="74038" y="1042601"/>
                </a:cubicBezTo>
                <a:cubicBezTo>
                  <a:pt x="51882" y="1029635"/>
                  <a:pt x="32967" y="1010721"/>
                  <a:pt x="20002" y="988011"/>
                </a:cubicBezTo>
                <a:cubicBezTo>
                  <a:pt x="6483" y="965855"/>
                  <a:pt x="0" y="939905"/>
                  <a:pt x="0" y="913973"/>
                </a:cubicBezTo>
                <a:lnTo>
                  <a:pt x="0" y="14863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B8FC4"/>
            </a:solidFill>
            <a:prstDash val="solid"/>
          </a:ln>
        </p:spPr>
      </p:sp>
      <p:sp>
        <p:nvSpPr>
          <p:cNvPr id="142" name="text-122 Decoding">
            <a:extLst xmlns:a="http://schemas.openxmlformats.org/drawingml/2006/main">
              <a:ext uri="{FF2B5EF4-FFF2-40B4-BE49-F238E27FC236}">
                <a16:creationId xmlns:a16="http://schemas.microsoft.com/office/drawing/2014/main" id="{1AAEEB36-BC89-49E5-AE47-445A304FD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53803" y="5664157"/>
            <a:ext cx="699025" cy="2221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50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Decoding</a:t>
            </a:r>
          </a:p>
        </p:txBody>
      </p:sp>
      <p:sp>
        <p:nvSpPr>
          <p:cNvPr id="143" name="text-123 Degeneration">
            <a:extLst xmlns:a="http://schemas.openxmlformats.org/drawingml/2006/main">
              <a:ext uri="{FF2B5EF4-FFF2-40B4-BE49-F238E27FC236}">
                <a16:creationId xmlns:a16="http://schemas.microsoft.com/office/drawing/2014/main" id="{F1E38A15-D1FD-48F9-B903-8E33344C8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4676" y="5877168"/>
            <a:ext cx="998110" cy="2259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7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7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71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Degeneration</a:t>
            </a:r>
          </a:p>
        </p:txBody>
      </p:sp>
      <p:sp>
        <p:nvSpPr>
          <p:cNvPr id="144" name="path-124">
            <a:extLst xmlns:a="http://schemas.openxmlformats.org/drawingml/2006/main">
              <a:ext uri="{FF2B5EF4-FFF2-40B4-BE49-F238E27FC236}">
                <a16:creationId xmlns:a16="http://schemas.microsoft.com/office/drawing/2014/main" id="{6EF89F46-8299-4F4F-90D4-ED7918333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2128" y="5583726"/>
            <a:ext cx="1105674" cy="1047091"/>
          </a:xfrm>
          <a:custGeom xmlns:a="http://schemas.openxmlformats.org/drawingml/2006/main">
            <a:pathLst>
              <a:path w="1122055" h="1062603">
                <a:moveTo>
                  <a:pt x="0" y="148630"/>
                </a:moveTo>
                <a:lnTo>
                  <a:pt x="0" y="148630"/>
                </a:lnTo>
                <a:cubicBezTo>
                  <a:pt x="0" y="122698"/>
                  <a:pt x="7036" y="96747"/>
                  <a:pt x="20002" y="74038"/>
                </a:cubicBezTo>
                <a:cubicBezTo>
                  <a:pt x="32968" y="51882"/>
                  <a:pt x="51883" y="32967"/>
                  <a:pt x="74592" y="20001"/>
                </a:cubicBezTo>
                <a:cubicBezTo>
                  <a:pt x="96748" y="6482"/>
                  <a:pt x="122698" y="0"/>
                  <a:pt x="148630" y="0"/>
                </a:cubicBezTo>
                <a:lnTo>
                  <a:pt x="972891" y="0"/>
                </a:lnTo>
                <a:cubicBezTo>
                  <a:pt x="998823" y="0"/>
                  <a:pt x="1024773" y="7017"/>
                  <a:pt x="1047482" y="20001"/>
                </a:cubicBezTo>
                <a:cubicBezTo>
                  <a:pt x="1069639" y="32967"/>
                  <a:pt x="1088554" y="51882"/>
                  <a:pt x="1101520" y="74591"/>
                </a:cubicBezTo>
                <a:cubicBezTo>
                  <a:pt x="1115039" y="96747"/>
                  <a:pt x="1121521" y="122698"/>
                  <a:pt x="1121521" y="148630"/>
                </a:cubicBezTo>
                <a:lnTo>
                  <a:pt x="1122055" y="913421"/>
                </a:lnTo>
                <a:cubicBezTo>
                  <a:pt x="1122055" y="939371"/>
                  <a:pt x="1115039" y="965321"/>
                  <a:pt x="1102053" y="988011"/>
                </a:cubicBezTo>
                <a:cubicBezTo>
                  <a:pt x="1089088" y="1010168"/>
                  <a:pt x="1070173" y="1029101"/>
                  <a:pt x="1047482" y="1042067"/>
                </a:cubicBezTo>
                <a:cubicBezTo>
                  <a:pt x="1025307" y="1055586"/>
                  <a:pt x="999376" y="1062068"/>
                  <a:pt x="973425" y="1062068"/>
                </a:cubicBezTo>
                <a:lnTo>
                  <a:pt x="148630" y="1062603"/>
                </a:lnTo>
                <a:cubicBezTo>
                  <a:pt x="122698" y="1062603"/>
                  <a:pt x="96748" y="1055586"/>
                  <a:pt x="74057" y="1042601"/>
                </a:cubicBezTo>
                <a:cubicBezTo>
                  <a:pt x="51883" y="1029635"/>
                  <a:pt x="32968" y="1010721"/>
                  <a:pt x="20002" y="988011"/>
                </a:cubicBezTo>
                <a:cubicBezTo>
                  <a:pt x="6483" y="965855"/>
                  <a:pt x="0" y="939905"/>
                  <a:pt x="0" y="913973"/>
                </a:cubicBezTo>
                <a:lnTo>
                  <a:pt x="0" y="14863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B8FC4"/>
            </a:solidFill>
            <a:prstDash val="solid"/>
          </a:ln>
        </p:spPr>
      </p:sp>
      <p:sp>
        <p:nvSpPr>
          <p:cNvPr id="145" name="text-125 Low">
            <a:extLst xmlns:a="http://schemas.openxmlformats.org/drawingml/2006/main">
              <a:ext uri="{FF2B5EF4-FFF2-40B4-BE49-F238E27FC236}">
                <a16:creationId xmlns:a16="http://schemas.microsoft.com/office/drawing/2014/main" id="{523FDD41-1855-46CD-A793-4A77EF67A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179041" y="5663511"/>
            <a:ext cx="320943" cy="2230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55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Low</a:t>
            </a:r>
          </a:p>
        </p:txBody>
      </p:sp>
      <p:sp>
        <p:nvSpPr>
          <p:cNvPr id="146" name="text-126 Observability">
            <a:extLst xmlns:a="http://schemas.openxmlformats.org/drawingml/2006/main">
              <a:ext uri="{FF2B5EF4-FFF2-40B4-BE49-F238E27FC236}">
                <a16:creationId xmlns:a16="http://schemas.microsoft.com/office/drawing/2014/main" id="{0666B5CB-433F-4497-9A3C-BC08A9669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55213" y="5875691"/>
            <a:ext cx="970659" cy="2280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8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8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83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Observability</a:t>
            </a:r>
          </a:p>
        </p:txBody>
      </p:sp>
      <p:sp>
        <p:nvSpPr>
          <p:cNvPr id="147" name="path-127">
            <a:extLst xmlns:a="http://schemas.openxmlformats.org/drawingml/2006/main">
              <a:ext uri="{FF2B5EF4-FFF2-40B4-BE49-F238E27FC236}">
                <a16:creationId xmlns:a16="http://schemas.microsoft.com/office/drawing/2014/main" id="{D03050DF-B2C1-422F-95AC-0CA1C6604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0234" y="5583199"/>
            <a:ext cx="1004496" cy="1047617"/>
          </a:xfrm>
          <a:custGeom xmlns:a="http://schemas.openxmlformats.org/drawingml/2006/main">
            <a:pathLst>
              <a:path w="1019378" h="1063138">
                <a:moveTo>
                  <a:pt x="553" y="142681"/>
                </a:moveTo>
                <a:lnTo>
                  <a:pt x="553" y="142681"/>
                </a:lnTo>
                <a:cubicBezTo>
                  <a:pt x="553" y="117818"/>
                  <a:pt x="7036" y="92954"/>
                  <a:pt x="19468" y="71332"/>
                </a:cubicBezTo>
                <a:cubicBezTo>
                  <a:pt x="32434" y="49709"/>
                  <a:pt x="50281" y="31881"/>
                  <a:pt x="71903" y="18915"/>
                </a:cubicBezTo>
                <a:cubicBezTo>
                  <a:pt x="93506" y="6484"/>
                  <a:pt x="118370" y="0"/>
                  <a:pt x="143234" y="0"/>
                </a:cubicBezTo>
                <a:lnTo>
                  <a:pt x="876678" y="535"/>
                </a:lnTo>
                <a:cubicBezTo>
                  <a:pt x="901542" y="535"/>
                  <a:pt x="926405" y="7017"/>
                  <a:pt x="948028" y="19449"/>
                </a:cubicBezTo>
                <a:cubicBezTo>
                  <a:pt x="969650" y="32415"/>
                  <a:pt x="987478" y="50262"/>
                  <a:pt x="1000463" y="71885"/>
                </a:cubicBezTo>
                <a:cubicBezTo>
                  <a:pt x="1012894" y="93506"/>
                  <a:pt x="1019378" y="118351"/>
                  <a:pt x="1019378" y="143215"/>
                </a:cubicBezTo>
                <a:lnTo>
                  <a:pt x="1019378" y="920457"/>
                </a:lnTo>
                <a:cubicBezTo>
                  <a:pt x="1019378" y="945320"/>
                  <a:pt x="1012894" y="970165"/>
                  <a:pt x="1000463" y="991788"/>
                </a:cubicBezTo>
                <a:cubicBezTo>
                  <a:pt x="987478" y="1013409"/>
                  <a:pt x="969650" y="1031256"/>
                  <a:pt x="948028" y="1044222"/>
                </a:cubicBezTo>
                <a:cubicBezTo>
                  <a:pt x="926405" y="1056655"/>
                  <a:pt x="901542" y="1063138"/>
                  <a:pt x="876678" y="1063138"/>
                </a:cubicBezTo>
                <a:lnTo>
                  <a:pt x="142700" y="1063138"/>
                </a:lnTo>
                <a:cubicBezTo>
                  <a:pt x="117836" y="1063138"/>
                  <a:pt x="92972" y="1056655"/>
                  <a:pt x="71350" y="1044222"/>
                </a:cubicBezTo>
                <a:cubicBezTo>
                  <a:pt x="49728" y="1031256"/>
                  <a:pt x="31899" y="1013409"/>
                  <a:pt x="18934" y="991788"/>
                </a:cubicBezTo>
                <a:cubicBezTo>
                  <a:pt x="6502" y="970165"/>
                  <a:pt x="0" y="945320"/>
                  <a:pt x="0" y="920457"/>
                </a:cubicBezTo>
                <a:lnTo>
                  <a:pt x="553" y="14268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B8FC4"/>
            </a:solidFill>
            <a:prstDash val="solid"/>
          </a:ln>
        </p:spPr>
      </p:sp>
      <p:sp>
        <p:nvSpPr>
          <p:cNvPr id="148" name="text-128 Genuine">
            <a:extLst xmlns:a="http://schemas.openxmlformats.org/drawingml/2006/main">
              <a:ext uri="{FF2B5EF4-FFF2-40B4-BE49-F238E27FC236}">
                <a16:creationId xmlns:a16="http://schemas.microsoft.com/office/drawing/2014/main" id="{E94CDE0B-59FD-4CA9-8358-50AE07973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51032" y="5663001"/>
            <a:ext cx="633076" cy="2237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9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9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59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Genuine</a:t>
            </a:r>
          </a:p>
        </p:txBody>
      </p:sp>
      <p:sp>
        <p:nvSpPr>
          <p:cNvPr id="149" name="text-129 Capability">
            <a:extLst xmlns:a="http://schemas.openxmlformats.org/drawingml/2006/main">
              <a:ext uri="{FF2B5EF4-FFF2-40B4-BE49-F238E27FC236}">
                <a16:creationId xmlns:a16="http://schemas.microsoft.com/office/drawing/2014/main" id="{1AC7BC72-4E98-452F-B61F-C0F7B78AD4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99362" y="5877456"/>
            <a:ext cx="736405" cy="2255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9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9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69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Capability</a:t>
            </a:r>
          </a:p>
        </p:txBody>
      </p:sp>
      <p:sp>
        <p:nvSpPr>
          <p:cNvPr id="150" name="text-130 Failure">
            <a:extLst xmlns:a="http://schemas.openxmlformats.org/drawingml/2006/main">
              <a:ext uri="{FF2B5EF4-FFF2-40B4-BE49-F238E27FC236}">
                <a16:creationId xmlns:a16="http://schemas.microsoft.com/office/drawing/2014/main" id="{5F36F218-19B4-433E-8FD9-56FD32813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12809" y="6097106"/>
            <a:ext cx="508640" cy="2200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37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Failure</a:t>
            </a:r>
          </a:p>
        </p:txBody>
      </p:sp>
      <p:sp>
        <p:nvSpPr>
          <p:cNvPr id="151" name="path-131">
            <a:extLst xmlns:a="http://schemas.openxmlformats.org/drawingml/2006/main">
              <a:ext uri="{FF2B5EF4-FFF2-40B4-BE49-F238E27FC236}">
                <a16:creationId xmlns:a16="http://schemas.microsoft.com/office/drawing/2014/main" id="{B0F3A57C-DD51-4377-8699-A1D5810C07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429" y="6238296"/>
            <a:ext cx="320089" cy="320088"/>
          </a:xfrm>
          <a:custGeom xmlns:a="http://schemas.openxmlformats.org/drawingml/2006/main">
            <a:pathLst>
              <a:path w="324831" h="324830">
                <a:moveTo>
                  <a:pt x="0" y="162682"/>
                </a:moveTo>
                <a:lnTo>
                  <a:pt x="0" y="162682"/>
                </a:lnTo>
                <a:cubicBezTo>
                  <a:pt x="0" y="134043"/>
                  <a:pt x="7570" y="105938"/>
                  <a:pt x="21622" y="81608"/>
                </a:cubicBezTo>
                <a:cubicBezTo>
                  <a:pt x="36209" y="56744"/>
                  <a:pt x="56744" y="36208"/>
                  <a:pt x="81074" y="22156"/>
                </a:cubicBezTo>
                <a:cubicBezTo>
                  <a:pt x="105938" y="7570"/>
                  <a:pt x="134043" y="0"/>
                  <a:pt x="162682" y="0"/>
                </a:cubicBezTo>
                <a:cubicBezTo>
                  <a:pt x="190788" y="0"/>
                  <a:pt x="218893" y="7570"/>
                  <a:pt x="243757" y="22156"/>
                </a:cubicBezTo>
                <a:cubicBezTo>
                  <a:pt x="268087" y="36208"/>
                  <a:pt x="288622" y="56744"/>
                  <a:pt x="303208" y="81608"/>
                </a:cubicBezTo>
                <a:cubicBezTo>
                  <a:pt x="317261" y="105938"/>
                  <a:pt x="324831" y="134043"/>
                  <a:pt x="324831" y="162682"/>
                </a:cubicBezTo>
                <a:cubicBezTo>
                  <a:pt x="324831" y="191322"/>
                  <a:pt x="317261" y="219426"/>
                  <a:pt x="303208" y="243757"/>
                </a:cubicBezTo>
                <a:cubicBezTo>
                  <a:pt x="288622" y="268620"/>
                  <a:pt x="268087" y="289155"/>
                  <a:pt x="243757" y="303208"/>
                </a:cubicBezTo>
                <a:cubicBezTo>
                  <a:pt x="218893" y="317795"/>
                  <a:pt x="190788" y="324830"/>
                  <a:pt x="162682" y="324830"/>
                </a:cubicBezTo>
                <a:cubicBezTo>
                  <a:pt x="134043" y="324830"/>
                  <a:pt x="105938" y="317795"/>
                  <a:pt x="81074" y="303208"/>
                </a:cubicBezTo>
                <a:cubicBezTo>
                  <a:pt x="56744" y="289155"/>
                  <a:pt x="36209" y="268620"/>
                  <a:pt x="21622" y="243757"/>
                </a:cubicBezTo>
                <a:cubicBezTo>
                  <a:pt x="7570" y="219426"/>
                  <a:pt x="0" y="191322"/>
                  <a:pt x="0" y="162682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34086">
            <a:solidFill>
              <a:srgbClr val="AE3639"/>
            </a:solidFill>
            <a:prstDash val="solid"/>
          </a:ln>
        </p:spPr>
      </p:sp>
      <p:sp>
        <p:nvSpPr>
          <p:cNvPr id="152" name="path-132">
            <a:extLst xmlns:a="http://schemas.openxmlformats.org/drawingml/2006/main">
              <a:ext uri="{FF2B5EF4-FFF2-40B4-BE49-F238E27FC236}">
                <a16:creationId xmlns:a16="http://schemas.microsoft.com/office/drawing/2014/main" id="{E21331D3-2642-43FD-BCA1-D7681EBDA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5861" y="6311798"/>
            <a:ext cx="159781" cy="159762"/>
          </a:xfrm>
          <a:custGeom xmlns:a="http://schemas.openxmlformats.org/drawingml/2006/main">
            <a:pathLst>
              <a:path w="162148" h="162129">
                <a:moveTo>
                  <a:pt x="0" y="0"/>
                </a:moveTo>
                <a:lnTo>
                  <a:pt x="162148" y="162129"/>
                </a:lnTo>
              </a:path>
            </a:pathLst>
          </a:custGeom>
          <a:noFill xmlns:a="http://schemas.openxmlformats.org/drawingml/2006/main"/>
          <a:ln xmlns:a="http://schemas.openxmlformats.org/drawingml/2006/main" w="43140">
            <a:solidFill>
              <a:srgbClr val="AE3639"/>
            </a:solidFill>
            <a:prstDash val="solid"/>
          </a:ln>
        </p:spPr>
      </p:sp>
      <p:sp>
        <p:nvSpPr>
          <p:cNvPr id="153" name="path-133">
            <a:extLst xmlns:a="http://schemas.openxmlformats.org/drawingml/2006/main">
              <a:ext uri="{FF2B5EF4-FFF2-40B4-BE49-F238E27FC236}">
                <a16:creationId xmlns:a16="http://schemas.microsoft.com/office/drawing/2014/main" id="{8D1CAA9C-C633-4C17-95A8-5780A0E5FB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5861" y="6311798"/>
            <a:ext cx="159781" cy="159762"/>
          </a:xfrm>
          <a:custGeom xmlns:a="http://schemas.openxmlformats.org/drawingml/2006/main">
            <a:pathLst>
              <a:path w="162148" h="162129">
                <a:moveTo>
                  <a:pt x="162148" y="0"/>
                </a:moveTo>
                <a:lnTo>
                  <a:pt x="0" y="162129"/>
                </a:lnTo>
              </a:path>
            </a:pathLst>
          </a:custGeom>
          <a:noFill xmlns:a="http://schemas.openxmlformats.org/drawingml/2006/main"/>
          <a:ln xmlns:a="http://schemas.openxmlformats.org/drawingml/2006/main" w="43140">
            <a:solidFill>
              <a:srgbClr val="AE3639"/>
            </a:solidFill>
            <a:prstDash val="solid"/>
          </a:ln>
        </p:spPr>
      </p:sp>
      <p:sp>
        <p:nvSpPr>
          <p:cNvPr id="154" name="path-134">
            <a:extLst xmlns:a="http://schemas.openxmlformats.org/drawingml/2006/main">
              <a:ext uri="{FF2B5EF4-FFF2-40B4-BE49-F238E27FC236}">
                <a16:creationId xmlns:a16="http://schemas.microsoft.com/office/drawing/2014/main" id="{33455CAA-C183-4631-821A-DBF00BC90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1880" y="6316044"/>
            <a:ext cx="80435" cy="80436"/>
          </a:xfrm>
          <a:custGeom xmlns:a="http://schemas.openxmlformats.org/drawingml/2006/main">
            <a:pathLst>
              <a:path w="81627" h="81628">
                <a:moveTo>
                  <a:pt x="0" y="81628"/>
                </a:moveTo>
                <a:lnTo>
                  <a:pt x="553" y="70816"/>
                </a:lnTo>
                <a:lnTo>
                  <a:pt x="2707" y="60005"/>
                </a:lnTo>
                <a:lnTo>
                  <a:pt x="5949" y="50280"/>
                </a:lnTo>
                <a:lnTo>
                  <a:pt x="10811" y="40537"/>
                </a:lnTo>
                <a:lnTo>
                  <a:pt x="16760" y="31899"/>
                </a:lnTo>
                <a:lnTo>
                  <a:pt x="23796" y="23796"/>
                </a:lnTo>
                <a:lnTo>
                  <a:pt x="31900" y="16760"/>
                </a:lnTo>
                <a:lnTo>
                  <a:pt x="40537" y="10811"/>
                </a:lnTo>
                <a:lnTo>
                  <a:pt x="50280" y="5949"/>
                </a:lnTo>
                <a:lnTo>
                  <a:pt x="60005" y="2708"/>
                </a:lnTo>
                <a:lnTo>
                  <a:pt x="70816" y="553"/>
                </a:lnTo>
                <a:lnTo>
                  <a:pt x="81627" y="0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2B2B2B"/>
            </a:solidFill>
            <a:prstDash val="solid"/>
          </a:ln>
        </p:spPr>
      </p:sp>
      <p:sp>
        <p:nvSpPr>
          <p:cNvPr id="155" name="path-135">
            <a:extLst xmlns:a="http://schemas.openxmlformats.org/drawingml/2006/main">
              <a:ext uri="{FF2B5EF4-FFF2-40B4-BE49-F238E27FC236}">
                <a16:creationId xmlns:a16="http://schemas.microsoft.com/office/drawing/2014/main" id="{21F3BD32-A0B1-46AF-9969-43F116283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3622" y="6395935"/>
            <a:ext cx="80416" cy="80435"/>
          </a:xfrm>
          <a:custGeom xmlns:a="http://schemas.openxmlformats.org/drawingml/2006/main">
            <a:pathLst>
              <a:path w="81608" h="81627">
                <a:moveTo>
                  <a:pt x="81608" y="0"/>
                </a:moveTo>
                <a:lnTo>
                  <a:pt x="80540" y="10278"/>
                </a:lnTo>
                <a:lnTo>
                  <a:pt x="78367" y="21088"/>
                </a:lnTo>
                <a:lnTo>
                  <a:pt x="75125" y="30813"/>
                </a:lnTo>
                <a:lnTo>
                  <a:pt x="70263" y="40537"/>
                </a:lnTo>
                <a:lnTo>
                  <a:pt x="64314" y="49194"/>
                </a:lnTo>
                <a:lnTo>
                  <a:pt x="57297" y="57297"/>
                </a:lnTo>
                <a:lnTo>
                  <a:pt x="49194" y="64333"/>
                </a:lnTo>
                <a:lnTo>
                  <a:pt x="40537" y="70263"/>
                </a:lnTo>
                <a:lnTo>
                  <a:pt x="30813" y="75125"/>
                </a:lnTo>
                <a:lnTo>
                  <a:pt x="21088" y="78386"/>
                </a:lnTo>
                <a:lnTo>
                  <a:pt x="10277" y="80541"/>
                </a:lnTo>
                <a:lnTo>
                  <a:pt x="0" y="81627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2B2B2B"/>
            </a:solidFill>
            <a:prstDash val="solid"/>
          </a:ln>
        </p:spPr>
      </p:sp>
      <p:sp>
        <p:nvSpPr>
          <p:cNvPr id="156" name="path-136">
            <a:extLst xmlns:a="http://schemas.openxmlformats.org/drawingml/2006/main">
              <a:ext uri="{FF2B5EF4-FFF2-40B4-BE49-F238E27FC236}">
                <a16:creationId xmlns:a16="http://schemas.microsoft.com/office/drawing/2014/main" id="{F6C57DB8-D6DE-47FC-A65F-73ED9FCE9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1354" y="6395935"/>
            <a:ext cx="191" cy="191"/>
          </a:xfrm>
          <a:custGeom xmlns:a="http://schemas.openxmlformats.org/drawingml/2006/main">
            <a:pathLst>
              <a:path w="191" h="191">
                <a:moveTo>
                  <a:pt x="0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2B2B2B"/>
            </a:solidFill>
            <a:prstDash val="solid"/>
          </a:ln>
        </p:spPr>
      </p:sp>
      <p:sp>
        <p:nvSpPr>
          <p:cNvPr id="157" name="path-137">
            <a:extLst xmlns:a="http://schemas.openxmlformats.org/drawingml/2006/main">
              <a:ext uri="{FF2B5EF4-FFF2-40B4-BE49-F238E27FC236}">
                <a16:creationId xmlns:a16="http://schemas.microsoft.com/office/drawing/2014/main" id="{13CC350C-1248-4CF6-879C-08BAC3F6E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4038" y="6395935"/>
            <a:ext cx="191" cy="191"/>
          </a:xfrm>
          <a:custGeom xmlns:a="http://schemas.openxmlformats.org/drawingml/2006/main">
            <a:pathLst>
              <a:path w="191" h="191">
                <a:moveTo>
                  <a:pt x="0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2B2B2B"/>
            </a:solidFill>
            <a:prstDash val="solid"/>
          </a:ln>
        </p:spPr>
      </p:sp>
      <p:sp>
        <p:nvSpPr>
          <p:cNvPr id="158" name="path-138">
            <a:extLst xmlns:a="http://schemas.openxmlformats.org/drawingml/2006/main">
              <a:ext uri="{FF2B5EF4-FFF2-40B4-BE49-F238E27FC236}">
                <a16:creationId xmlns:a16="http://schemas.microsoft.com/office/drawing/2014/main" id="{0D63B1E2-4E5E-4377-AAE6-DF1B120D3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771" y="6315519"/>
            <a:ext cx="68185" cy="191"/>
          </a:xfrm>
          <a:custGeom xmlns:a="http://schemas.openxmlformats.org/drawingml/2006/main">
            <a:pathLst>
              <a:path w="69195" h="191">
                <a:moveTo>
                  <a:pt x="0" y="0"/>
                </a:moveTo>
                <a:lnTo>
                  <a:pt x="691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2B2B2B"/>
            </a:solidFill>
            <a:prstDash val="solid"/>
          </a:ln>
        </p:spPr>
      </p:sp>
      <p:sp>
        <p:nvSpPr>
          <p:cNvPr id="159" name="path-139">
            <a:extLst xmlns:a="http://schemas.openxmlformats.org/drawingml/2006/main">
              <a:ext uri="{FF2B5EF4-FFF2-40B4-BE49-F238E27FC236}">
                <a16:creationId xmlns:a16="http://schemas.microsoft.com/office/drawing/2014/main" id="{4E51DA43-FFB4-4F23-BAF7-3204242E0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0609" y="6289946"/>
            <a:ext cx="75625" cy="51669"/>
          </a:xfrm>
          <a:custGeom xmlns:a="http://schemas.openxmlformats.org/drawingml/2006/main">
            <a:pathLst>
              <a:path w="76746" h="52435">
                <a:moveTo>
                  <a:pt x="76746" y="25951"/>
                </a:moveTo>
                <a:lnTo>
                  <a:pt x="0" y="52435"/>
                </a:lnTo>
                <a:lnTo>
                  <a:pt x="0" y="0"/>
                </a:lnTo>
                <a:lnTo>
                  <a:pt x="76746" y="25951"/>
                </a:lnTo>
              </a:path>
            </a:pathLst>
          </a:custGeom>
          <a:solidFill xmlns:a="http://schemas.openxmlformats.org/drawingml/2006/main">
            <a:srgbClr val="2B2B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" name="path-140">
            <a:extLst xmlns:a="http://schemas.openxmlformats.org/drawingml/2006/main">
              <a:ext uri="{FF2B5EF4-FFF2-40B4-BE49-F238E27FC236}">
                <a16:creationId xmlns:a16="http://schemas.microsoft.com/office/drawing/2014/main" id="{216CC761-A096-4262-8328-6F0139FAE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1771" y="6476370"/>
            <a:ext cx="92686" cy="191"/>
          </a:xfrm>
          <a:custGeom xmlns:a="http://schemas.openxmlformats.org/drawingml/2006/main">
            <a:pathLst>
              <a:path w="94059" h="191">
                <a:moveTo>
                  <a:pt x="0" y="0"/>
                </a:moveTo>
                <a:lnTo>
                  <a:pt x="94059" y="0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2B2B2B"/>
            </a:solidFill>
            <a:prstDash val="solid"/>
          </a:ln>
        </p:spPr>
      </p:sp>
      <p:sp>
        <p:nvSpPr>
          <p:cNvPr id="161" name="path-141">
            <a:extLst xmlns:a="http://schemas.openxmlformats.org/drawingml/2006/main">
              <a:ext uri="{FF2B5EF4-FFF2-40B4-BE49-F238E27FC236}">
                <a16:creationId xmlns:a16="http://schemas.microsoft.com/office/drawing/2014/main" id="{90A5FBB5-BC76-44D4-80FA-0B5E1183A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5745" y="6450799"/>
            <a:ext cx="75644" cy="51669"/>
          </a:xfrm>
          <a:custGeom xmlns:a="http://schemas.openxmlformats.org/drawingml/2006/main">
            <a:pathLst>
              <a:path w="76765" h="52435">
                <a:moveTo>
                  <a:pt x="76765" y="25950"/>
                </a:moveTo>
                <a:lnTo>
                  <a:pt x="0" y="52435"/>
                </a:lnTo>
                <a:lnTo>
                  <a:pt x="0" y="0"/>
                </a:lnTo>
                <a:lnTo>
                  <a:pt x="76765" y="25950"/>
                </a:lnTo>
              </a:path>
            </a:pathLst>
          </a:custGeom>
          <a:solidFill xmlns:a="http://schemas.openxmlformats.org/drawingml/2006/main">
            <a:srgbClr val="2B2B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" name="path-142">
            <a:extLst xmlns:a="http://schemas.openxmlformats.org/drawingml/2006/main">
              <a:ext uri="{FF2B5EF4-FFF2-40B4-BE49-F238E27FC236}">
                <a16:creationId xmlns:a16="http://schemas.microsoft.com/office/drawing/2014/main" id="{A3D8B1EF-1BF8-4AF9-A88D-0137326D1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5599" y="6369311"/>
            <a:ext cx="40471" cy="40472"/>
          </a:xfrm>
          <a:custGeom xmlns:a="http://schemas.openxmlformats.org/drawingml/2006/main">
            <a:pathLst>
              <a:path w="41071" h="41071">
                <a:moveTo>
                  <a:pt x="0" y="20536"/>
                </a:moveTo>
                <a:lnTo>
                  <a:pt x="0" y="20536"/>
                </a:lnTo>
                <a:cubicBezTo>
                  <a:pt x="0" y="16761"/>
                  <a:pt x="1087" y="13519"/>
                  <a:pt x="2708" y="10278"/>
                </a:cubicBezTo>
                <a:cubicBezTo>
                  <a:pt x="4328" y="7017"/>
                  <a:pt x="7017" y="4328"/>
                  <a:pt x="10277" y="2708"/>
                </a:cubicBezTo>
                <a:cubicBezTo>
                  <a:pt x="13519" y="1087"/>
                  <a:pt x="16760" y="0"/>
                  <a:pt x="20535" y="0"/>
                </a:cubicBezTo>
                <a:cubicBezTo>
                  <a:pt x="24330" y="0"/>
                  <a:pt x="27571" y="1087"/>
                  <a:pt x="30813" y="2708"/>
                </a:cubicBezTo>
                <a:cubicBezTo>
                  <a:pt x="34054" y="4328"/>
                  <a:pt x="36743" y="7017"/>
                  <a:pt x="38382" y="10278"/>
                </a:cubicBezTo>
                <a:cubicBezTo>
                  <a:pt x="40003" y="13519"/>
                  <a:pt x="41071" y="16761"/>
                  <a:pt x="41071" y="20536"/>
                </a:cubicBezTo>
                <a:cubicBezTo>
                  <a:pt x="41071" y="24330"/>
                  <a:pt x="40003" y="27572"/>
                  <a:pt x="38382" y="30813"/>
                </a:cubicBezTo>
                <a:cubicBezTo>
                  <a:pt x="36743" y="34054"/>
                  <a:pt x="34054" y="36762"/>
                  <a:pt x="30813" y="38383"/>
                </a:cubicBezTo>
                <a:cubicBezTo>
                  <a:pt x="27571" y="40003"/>
                  <a:pt x="24330" y="41071"/>
                  <a:pt x="20535" y="41071"/>
                </a:cubicBezTo>
                <a:cubicBezTo>
                  <a:pt x="16760" y="41071"/>
                  <a:pt x="13519" y="40003"/>
                  <a:pt x="10277" y="38383"/>
                </a:cubicBezTo>
                <a:cubicBezTo>
                  <a:pt x="7017" y="36762"/>
                  <a:pt x="4328" y="34054"/>
                  <a:pt x="2708" y="30813"/>
                </a:cubicBezTo>
                <a:cubicBezTo>
                  <a:pt x="1087" y="27572"/>
                  <a:pt x="0" y="24330"/>
                  <a:pt x="0" y="20536"/>
                </a:cubicBezTo>
              </a:path>
            </a:pathLst>
          </a:custGeom>
          <a:solidFill xmlns:a="http://schemas.openxmlformats.org/drawingml/2006/main">
            <a:srgbClr val="2B2B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" name="path-143">
            <a:extLst xmlns:a="http://schemas.openxmlformats.org/drawingml/2006/main">
              <a:ext uri="{FF2B5EF4-FFF2-40B4-BE49-F238E27FC236}">
                <a16:creationId xmlns:a16="http://schemas.microsoft.com/office/drawing/2014/main" id="{C14EF86A-AF1E-490D-84B5-5A9F9F11F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73892" y="6369311"/>
            <a:ext cx="40471" cy="40472"/>
          </a:xfrm>
          <a:custGeom xmlns:a="http://schemas.openxmlformats.org/drawingml/2006/main">
            <a:pathLst>
              <a:path w="41071" h="41071">
                <a:moveTo>
                  <a:pt x="0" y="20536"/>
                </a:moveTo>
                <a:lnTo>
                  <a:pt x="0" y="20536"/>
                </a:lnTo>
                <a:cubicBezTo>
                  <a:pt x="0" y="16761"/>
                  <a:pt x="1087" y="13519"/>
                  <a:pt x="2708" y="10278"/>
                </a:cubicBezTo>
                <a:cubicBezTo>
                  <a:pt x="4328" y="7017"/>
                  <a:pt x="7017" y="4328"/>
                  <a:pt x="10258" y="2708"/>
                </a:cubicBezTo>
                <a:cubicBezTo>
                  <a:pt x="13519" y="1087"/>
                  <a:pt x="16760" y="0"/>
                  <a:pt x="20536" y="0"/>
                </a:cubicBezTo>
                <a:cubicBezTo>
                  <a:pt x="24311" y="0"/>
                  <a:pt x="27571" y="1087"/>
                  <a:pt x="30813" y="2708"/>
                </a:cubicBezTo>
                <a:cubicBezTo>
                  <a:pt x="34054" y="4328"/>
                  <a:pt x="36743" y="7017"/>
                  <a:pt x="38363" y="10278"/>
                </a:cubicBezTo>
                <a:cubicBezTo>
                  <a:pt x="40003" y="13519"/>
                  <a:pt x="41071" y="16761"/>
                  <a:pt x="41071" y="20536"/>
                </a:cubicBezTo>
                <a:cubicBezTo>
                  <a:pt x="41071" y="24330"/>
                  <a:pt x="40003" y="27572"/>
                  <a:pt x="38363" y="30813"/>
                </a:cubicBezTo>
                <a:cubicBezTo>
                  <a:pt x="36743" y="34054"/>
                  <a:pt x="34054" y="36762"/>
                  <a:pt x="30813" y="38383"/>
                </a:cubicBezTo>
                <a:cubicBezTo>
                  <a:pt x="27571" y="40003"/>
                  <a:pt x="24311" y="41071"/>
                  <a:pt x="20536" y="41071"/>
                </a:cubicBezTo>
                <a:cubicBezTo>
                  <a:pt x="16760" y="41071"/>
                  <a:pt x="13519" y="40003"/>
                  <a:pt x="10258" y="38383"/>
                </a:cubicBezTo>
                <a:cubicBezTo>
                  <a:pt x="7017" y="36762"/>
                  <a:pt x="4328" y="34054"/>
                  <a:pt x="2708" y="30813"/>
                </a:cubicBezTo>
                <a:cubicBezTo>
                  <a:pt x="1087" y="27572"/>
                  <a:pt x="0" y="24330"/>
                  <a:pt x="0" y="20536"/>
                </a:cubicBezTo>
              </a:path>
            </a:pathLst>
          </a:custGeom>
          <a:solidFill xmlns:a="http://schemas.openxmlformats.org/drawingml/2006/main">
            <a:srgbClr val="2B2B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" name="path-144">
            <a:extLst xmlns:a="http://schemas.openxmlformats.org/drawingml/2006/main">
              <a:ext uri="{FF2B5EF4-FFF2-40B4-BE49-F238E27FC236}">
                <a16:creationId xmlns:a16="http://schemas.microsoft.com/office/drawing/2014/main" id="{B6F039AB-B25F-4128-978C-2BDD7B607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2186" y="6369311"/>
            <a:ext cx="40471" cy="40472"/>
          </a:xfrm>
          <a:custGeom xmlns:a="http://schemas.openxmlformats.org/drawingml/2006/main">
            <a:pathLst>
              <a:path w="41071" h="41071">
                <a:moveTo>
                  <a:pt x="0" y="20536"/>
                </a:moveTo>
                <a:lnTo>
                  <a:pt x="0" y="20536"/>
                </a:lnTo>
                <a:cubicBezTo>
                  <a:pt x="0" y="16761"/>
                  <a:pt x="1068" y="13519"/>
                  <a:pt x="2708" y="10278"/>
                </a:cubicBezTo>
                <a:cubicBezTo>
                  <a:pt x="4328" y="7017"/>
                  <a:pt x="7017" y="4328"/>
                  <a:pt x="10258" y="2708"/>
                </a:cubicBezTo>
                <a:cubicBezTo>
                  <a:pt x="13500" y="1087"/>
                  <a:pt x="16760" y="0"/>
                  <a:pt x="20535" y="0"/>
                </a:cubicBezTo>
                <a:cubicBezTo>
                  <a:pt x="24311" y="0"/>
                  <a:pt x="27552" y="1087"/>
                  <a:pt x="30813" y="2708"/>
                </a:cubicBezTo>
                <a:cubicBezTo>
                  <a:pt x="34054" y="4328"/>
                  <a:pt x="36743" y="7017"/>
                  <a:pt x="38363" y="10278"/>
                </a:cubicBezTo>
                <a:cubicBezTo>
                  <a:pt x="39984" y="13519"/>
                  <a:pt x="41071" y="16761"/>
                  <a:pt x="41071" y="20536"/>
                </a:cubicBezTo>
                <a:cubicBezTo>
                  <a:pt x="41071" y="24330"/>
                  <a:pt x="39984" y="27572"/>
                  <a:pt x="38363" y="30813"/>
                </a:cubicBezTo>
                <a:cubicBezTo>
                  <a:pt x="36743" y="34054"/>
                  <a:pt x="34054" y="36762"/>
                  <a:pt x="30813" y="38383"/>
                </a:cubicBezTo>
                <a:cubicBezTo>
                  <a:pt x="27552" y="40003"/>
                  <a:pt x="24311" y="41071"/>
                  <a:pt x="20535" y="41071"/>
                </a:cubicBezTo>
                <a:cubicBezTo>
                  <a:pt x="16760" y="41071"/>
                  <a:pt x="13500" y="40003"/>
                  <a:pt x="10258" y="38383"/>
                </a:cubicBezTo>
                <a:cubicBezTo>
                  <a:pt x="7017" y="36762"/>
                  <a:pt x="4328" y="34054"/>
                  <a:pt x="2708" y="30813"/>
                </a:cubicBezTo>
                <a:cubicBezTo>
                  <a:pt x="1068" y="27572"/>
                  <a:pt x="0" y="24330"/>
                  <a:pt x="0" y="20536"/>
                </a:cubicBezTo>
              </a:path>
            </a:pathLst>
          </a:custGeom>
          <a:solidFill xmlns:a="http://schemas.openxmlformats.org/drawingml/2006/main">
            <a:srgbClr val="2B2B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" name="path-145">
            <a:extLst xmlns:a="http://schemas.openxmlformats.org/drawingml/2006/main">
              <a:ext uri="{FF2B5EF4-FFF2-40B4-BE49-F238E27FC236}">
                <a16:creationId xmlns:a16="http://schemas.microsoft.com/office/drawing/2014/main" id="{CFA87EBA-ACC6-48E4-B166-E6E2B5A12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84504" y="6253195"/>
            <a:ext cx="451123" cy="247132"/>
          </a:xfrm>
          <a:custGeom xmlns:a="http://schemas.openxmlformats.org/drawingml/2006/main">
            <a:pathLst>
              <a:path w="457807" h="250793">
                <a:moveTo>
                  <a:pt x="0" y="125406"/>
                </a:moveTo>
                <a:lnTo>
                  <a:pt x="25398" y="103249"/>
                </a:lnTo>
                <a:lnTo>
                  <a:pt x="50815" y="82161"/>
                </a:lnTo>
                <a:lnTo>
                  <a:pt x="76213" y="62712"/>
                </a:lnTo>
                <a:lnTo>
                  <a:pt x="101610" y="44332"/>
                </a:lnTo>
                <a:lnTo>
                  <a:pt x="127027" y="29192"/>
                </a:lnTo>
                <a:lnTo>
                  <a:pt x="152425" y="16760"/>
                </a:lnTo>
                <a:lnTo>
                  <a:pt x="177822" y="7036"/>
                </a:lnTo>
                <a:lnTo>
                  <a:pt x="203220" y="1621"/>
                </a:lnTo>
                <a:lnTo>
                  <a:pt x="228637" y="0"/>
                </a:lnTo>
                <a:lnTo>
                  <a:pt x="254034" y="1621"/>
                </a:lnTo>
                <a:lnTo>
                  <a:pt x="279432" y="7036"/>
                </a:lnTo>
                <a:lnTo>
                  <a:pt x="304848" y="16760"/>
                </a:lnTo>
                <a:lnTo>
                  <a:pt x="330247" y="29192"/>
                </a:lnTo>
                <a:lnTo>
                  <a:pt x="355645" y="44332"/>
                </a:lnTo>
                <a:lnTo>
                  <a:pt x="381042" y="62712"/>
                </a:lnTo>
                <a:lnTo>
                  <a:pt x="406459" y="82161"/>
                </a:lnTo>
                <a:lnTo>
                  <a:pt x="431856" y="103249"/>
                </a:lnTo>
                <a:lnTo>
                  <a:pt x="457807" y="125406"/>
                </a:lnTo>
                <a:lnTo>
                  <a:pt x="431856" y="147028"/>
                </a:lnTo>
                <a:lnTo>
                  <a:pt x="406459" y="168098"/>
                </a:lnTo>
                <a:lnTo>
                  <a:pt x="381042" y="188099"/>
                </a:lnTo>
                <a:lnTo>
                  <a:pt x="355645" y="205927"/>
                </a:lnTo>
                <a:lnTo>
                  <a:pt x="330247" y="221067"/>
                </a:lnTo>
                <a:lnTo>
                  <a:pt x="304848" y="233498"/>
                </a:lnTo>
                <a:lnTo>
                  <a:pt x="279432" y="243223"/>
                </a:lnTo>
                <a:lnTo>
                  <a:pt x="254034" y="248638"/>
                </a:lnTo>
                <a:lnTo>
                  <a:pt x="228637" y="250793"/>
                </a:lnTo>
                <a:lnTo>
                  <a:pt x="203220" y="248638"/>
                </a:lnTo>
                <a:lnTo>
                  <a:pt x="177822" y="243223"/>
                </a:lnTo>
                <a:lnTo>
                  <a:pt x="152425" y="233498"/>
                </a:lnTo>
                <a:lnTo>
                  <a:pt x="127027" y="221067"/>
                </a:lnTo>
                <a:lnTo>
                  <a:pt x="101610" y="205927"/>
                </a:lnTo>
                <a:lnTo>
                  <a:pt x="76213" y="188099"/>
                </a:lnTo>
                <a:lnTo>
                  <a:pt x="50815" y="168098"/>
                </a:lnTo>
                <a:lnTo>
                  <a:pt x="25398" y="147028"/>
                </a:lnTo>
                <a:lnTo>
                  <a:pt x="0" y="125406"/>
                </a:lnTo>
              </a:path>
            </a:pathLst>
          </a:custGeom>
          <a:solidFill xmlns:a="http://schemas.openxmlformats.org/drawingml/2006/main">
            <a:srgbClr val="F8ECD4"/>
          </a:solidFill>
          <a:ln xmlns:a="http://schemas.openxmlformats.org/drawingml/2006/main" w="24499">
            <a:solidFill>
              <a:srgbClr val="B28633"/>
            </a:solidFill>
            <a:prstDash val="solid"/>
          </a:ln>
        </p:spPr>
      </p:sp>
      <p:sp>
        <p:nvSpPr>
          <p:cNvPr id="166" name="path-146">
            <a:extLst xmlns:a="http://schemas.openxmlformats.org/drawingml/2006/main">
              <a:ext uri="{FF2B5EF4-FFF2-40B4-BE49-F238E27FC236}">
                <a16:creationId xmlns:a16="http://schemas.microsoft.com/office/drawing/2014/main" id="{8D4EB833-5118-4B10-96BD-80AD5FE4F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25648" y="6292615"/>
            <a:ext cx="168293" cy="168312"/>
          </a:xfrm>
          <a:custGeom xmlns:a="http://schemas.openxmlformats.org/drawingml/2006/main">
            <a:pathLst>
              <a:path w="170786" h="170805">
                <a:moveTo>
                  <a:pt x="0" y="85402"/>
                </a:moveTo>
                <a:lnTo>
                  <a:pt x="0" y="85402"/>
                </a:lnTo>
                <a:cubicBezTo>
                  <a:pt x="0" y="70263"/>
                  <a:pt x="3775" y="55676"/>
                  <a:pt x="11345" y="42692"/>
                </a:cubicBezTo>
                <a:cubicBezTo>
                  <a:pt x="18914" y="29726"/>
                  <a:pt x="29726" y="18915"/>
                  <a:pt x="42691" y="11345"/>
                </a:cubicBezTo>
                <a:cubicBezTo>
                  <a:pt x="55676" y="3775"/>
                  <a:pt x="70263" y="0"/>
                  <a:pt x="85402" y="0"/>
                </a:cubicBezTo>
                <a:cubicBezTo>
                  <a:pt x="100523" y="0"/>
                  <a:pt x="115128" y="3775"/>
                  <a:pt x="128094" y="11345"/>
                </a:cubicBezTo>
                <a:cubicBezTo>
                  <a:pt x="141060" y="18915"/>
                  <a:pt x="151871" y="29726"/>
                  <a:pt x="159441" y="42692"/>
                </a:cubicBezTo>
                <a:cubicBezTo>
                  <a:pt x="167010" y="55676"/>
                  <a:pt x="170786" y="70263"/>
                  <a:pt x="170786" y="85402"/>
                </a:cubicBezTo>
                <a:cubicBezTo>
                  <a:pt x="170786" y="100541"/>
                  <a:pt x="167010" y="115129"/>
                  <a:pt x="159441" y="128094"/>
                </a:cubicBezTo>
                <a:cubicBezTo>
                  <a:pt x="151871" y="141060"/>
                  <a:pt x="141060" y="151871"/>
                  <a:pt x="128094" y="159441"/>
                </a:cubicBezTo>
                <a:cubicBezTo>
                  <a:pt x="115128" y="167010"/>
                  <a:pt x="100523" y="170805"/>
                  <a:pt x="85402" y="170805"/>
                </a:cubicBezTo>
                <a:cubicBezTo>
                  <a:pt x="70263" y="170805"/>
                  <a:pt x="55676" y="167010"/>
                  <a:pt x="42691" y="159441"/>
                </a:cubicBezTo>
                <a:cubicBezTo>
                  <a:pt x="29726" y="151871"/>
                  <a:pt x="18914" y="141060"/>
                  <a:pt x="11345" y="128094"/>
                </a:cubicBezTo>
                <a:cubicBezTo>
                  <a:pt x="3775" y="115129"/>
                  <a:pt x="0" y="100541"/>
                  <a:pt x="0" y="85402"/>
                </a:cubicBezTo>
              </a:path>
            </a:pathLst>
          </a:custGeom>
          <a:solidFill xmlns:a="http://schemas.openxmlformats.org/drawingml/2006/main">
            <a:srgbClr val="C48B2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" name="path-147">
            <a:extLst xmlns:a="http://schemas.openxmlformats.org/drawingml/2006/main">
              <a:ext uri="{FF2B5EF4-FFF2-40B4-BE49-F238E27FC236}">
                <a16:creationId xmlns:a16="http://schemas.microsoft.com/office/drawing/2014/main" id="{399FC365-5921-4CA2-A8D0-D58A4FFAE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73052" y="6340019"/>
            <a:ext cx="74029" cy="74029"/>
          </a:xfrm>
          <a:custGeom xmlns:a="http://schemas.openxmlformats.org/drawingml/2006/main">
            <a:pathLst>
              <a:path w="75126" h="75126">
                <a:moveTo>
                  <a:pt x="0" y="37296"/>
                </a:moveTo>
                <a:lnTo>
                  <a:pt x="0" y="37296"/>
                </a:lnTo>
                <a:cubicBezTo>
                  <a:pt x="0" y="30813"/>
                  <a:pt x="1621" y="24311"/>
                  <a:pt x="4862" y="18381"/>
                </a:cubicBezTo>
                <a:cubicBezTo>
                  <a:pt x="8104" y="12966"/>
                  <a:pt x="12966" y="8104"/>
                  <a:pt x="18915" y="4862"/>
                </a:cubicBezTo>
                <a:cubicBezTo>
                  <a:pt x="24311" y="1621"/>
                  <a:pt x="30813" y="0"/>
                  <a:pt x="37830" y="0"/>
                </a:cubicBezTo>
                <a:cubicBezTo>
                  <a:pt x="44313" y="0"/>
                  <a:pt x="50796" y="1621"/>
                  <a:pt x="56211" y="4862"/>
                </a:cubicBezTo>
                <a:cubicBezTo>
                  <a:pt x="62160" y="8104"/>
                  <a:pt x="67022" y="12966"/>
                  <a:pt x="70263" y="18381"/>
                </a:cubicBezTo>
                <a:cubicBezTo>
                  <a:pt x="73505" y="24311"/>
                  <a:pt x="75126" y="30813"/>
                  <a:pt x="75126" y="37296"/>
                </a:cubicBezTo>
                <a:cubicBezTo>
                  <a:pt x="75126" y="43779"/>
                  <a:pt x="73505" y="50262"/>
                  <a:pt x="70263" y="56211"/>
                </a:cubicBezTo>
                <a:cubicBezTo>
                  <a:pt x="67022" y="61607"/>
                  <a:pt x="62160" y="66488"/>
                  <a:pt x="56211" y="69729"/>
                </a:cubicBezTo>
                <a:cubicBezTo>
                  <a:pt x="50796" y="72971"/>
                  <a:pt x="44313" y="75126"/>
                  <a:pt x="37830" y="75126"/>
                </a:cubicBezTo>
                <a:cubicBezTo>
                  <a:pt x="30813" y="75126"/>
                  <a:pt x="24311" y="72971"/>
                  <a:pt x="18915" y="69729"/>
                </a:cubicBezTo>
                <a:cubicBezTo>
                  <a:pt x="12966" y="66488"/>
                  <a:pt x="8104" y="61607"/>
                  <a:pt x="4862" y="56211"/>
                </a:cubicBezTo>
                <a:cubicBezTo>
                  <a:pt x="1621" y="50262"/>
                  <a:pt x="0" y="43779"/>
                  <a:pt x="0" y="37296"/>
                </a:cubicBezTo>
              </a:path>
            </a:pathLst>
          </a:custGeom>
          <a:solidFill xmlns:a="http://schemas.openxmlformats.org/drawingml/2006/main">
            <a:srgbClr val="241D1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" name="path-148">
            <a:extLst xmlns:a="http://schemas.openxmlformats.org/drawingml/2006/main">
              <a:ext uri="{FF2B5EF4-FFF2-40B4-BE49-F238E27FC236}">
                <a16:creationId xmlns:a16="http://schemas.microsoft.com/office/drawing/2014/main" id="{45AE637C-059E-47BB-B71E-44298C5B4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3919" y="6311253"/>
            <a:ext cx="262031" cy="262049"/>
          </a:xfrm>
          <a:custGeom xmlns:a="http://schemas.openxmlformats.org/drawingml/2006/main">
            <a:pathLst>
              <a:path w="265913" h="265931">
                <a:moveTo>
                  <a:pt x="0" y="132956"/>
                </a:moveTo>
                <a:lnTo>
                  <a:pt x="0" y="132956"/>
                </a:lnTo>
                <a:cubicBezTo>
                  <a:pt x="0" y="109732"/>
                  <a:pt x="5949" y="86489"/>
                  <a:pt x="17828" y="66487"/>
                </a:cubicBezTo>
                <a:cubicBezTo>
                  <a:pt x="29726" y="46486"/>
                  <a:pt x="46486" y="29726"/>
                  <a:pt x="66468" y="17847"/>
                </a:cubicBezTo>
                <a:cubicBezTo>
                  <a:pt x="86470" y="5948"/>
                  <a:pt x="109713" y="0"/>
                  <a:pt x="132956" y="0"/>
                </a:cubicBezTo>
                <a:cubicBezTo>
                  <a:pt x="156199" y="0"/>
                  <a:pt x="179442" y="5948"/>
                  <a:pt x="199444" y="17847"/>
                </a:cubicBezTo>
                <a:cubicBezTo>
                  <a:pt x="219446" y="29726"/>
                  <a:pt x="236187" y="46486"/>
                  <a:pt x="248085" y="66487"/>
                </a:cubicBezTo>
                <a:cubicBezTo>
                  <a:pt x="259964" y="86489"/>
                  <a:pt x="265913" y="109732"/>
                  <a:pt x="265913" y="132956"/>
                </a:cubicBezTo>
                <a:cubicBezTo>
                  <a:pt x="265913" y="156199"/>
                  <a:pt x="259964" y="179442"/>
                  <a:pt x="248085" y="199444"/>
                </a:cubicBezTo>
                <a:cubicBezTo>
                  <a:pt x="236187" y="219445"/>
                  <a:pt x="219446" y="236206"/>
                  <a:pt x="199444" y="248085"/>
                </a:cubicBezTo>
                <a:cubicBezTo>
                  <a:pt x="179442" y="259983"/>
                  <a:pt x="156199" y="265931"/>
                  <a:pt x="132956" y="265931"/>
                </a:cubicBezTo>
                <a:cubicBezTo>
                  <a:pt x="109713" y="265931"/>
                  <a:pt x="86470" y="259983"/>
                  <a:pt x="66468" y="248085"/>
                </a:cubicBezTo>
                <a:cubicBezTo>
                  <a:pt x="46486" y="236206"/>
                  <a:pt x="29726" y="219445"/>
                  <a:pt x="17828" y="199444"/>
                </a:cubicBezTo>
                <a:cubicBezTo>
                  <a:pt x="5949" y="179442"/>
                  <a:pt x="0" y="156199"/>
                  <a:pt x="0" y="132956"/>
                </a:cubicBezTo>
              </a:path>
            </a:pathLst>
          </a:custGeom>
          <a:solidFill xmlns:a="http://schemas.openxmlformats.org/drawingml/2006/main">
            <a:srgbClr val="8A1F2A"/>
          </a:solidFill>
          <a:ln xmlns:a="http://schemas.openxmlformats.org/drawingml/2006/main" w="13315">
            <a:solidFill>
              <a:srgbClr val="8A1F2A"/>
            </a:solidFill>
            <a:prstDash val="solid"/>
          </a:ln>
        </p:spPr>
      </p:sp>
      <p:sp>
        <p:nvSpPr>
          <p:cNvPr id="169" name="path-149">
            <a:extLst xmlns:a="http://schemas.openxmlformats.org/drawingml/2006/main">
              <a:ext uri="{FF2B5EF4-FFF2-40B4-BE49-F238E27FC236}">
                <a16:creationId xmlns:a16="http://schemas.microsoft.com/office/drawing/2014/main" id="{282CC279-4DCF-4F20-AC63-E41E775B0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18945" y="6336280"/>
            <a:ext cx="213574" cy="213574"/>
          </a:xfrm>
          <a:custGeom xmlns:a="http://schemas.openxmlformats.org/drawingml/2006/main">
            <a:pathLst>
              <a:path w="216739" h="216739">
                <a:moveTo>
                  <a:pt x="0" y="108112"/>
                </a:moveTo>
                <a:lnTo>
                  <a:pt x="0" y="108112"/>
                </a:lnTo>
                <a:cubicBezTo>
                  <a:pt x="0" y="89197"/>
                  <a:pt x="4862" y="70282"/>
                  <a:pt x="14587" y="54056"/>
                </a:cubicBezTo>
                <a:cubicBezTo>
                  <a:pt x="23777" y="37296"/>
                  <a:pt x="37830" y="23796"/>
                  <a:pt x="54056" y="14052"/>
                </a:cubicBezTo>
                <a:cubicBezTo>
                  <a:pt x="70816" y="4881"/>
                  <a:pt x="89178" y="0"/>
                  <a:pt x="108646" y="0"/>
                </a:cubicBezTo>
                <a:cubicBezTo>
                  <a:pt x="127561" y="0"/>
                  <a:pt x="145941" y="4881"/>
                  <a:pt x="162682" y="14052"/>
                </a:cubicBezTo>
                <a:cubicBezTo>
                  <a:pt x="178908" y="23796"/>
                  <a:pt x="192962" y="37296"/>
                  <a:pt x="202152" y="54056"/>
                </a:cubicBezTo>
                <a:cubicBezTo>
                  <a:pt x="211876" y="70282"/>
                  <a:pt x="216739" y="89197"/>
                  <a:pt x="216739" y="108112"/>
                </a:cubicBezTo>
                <a:cubicBezTo>
                  <a:pt x="216739" y="127026"/>
                  <a:pt x="211876" y="145941"/>
                  <a:pt x="202152" y="162148"/>
                </a:cubicBezTo>
                <a:cubicBezTo>
                  <a:pt x="192962" y="178908"/>
                  <a:pt x="178908" y="192427"/>
                  <a:pt x="162682" y="202152"/>
                </a:cubicBezTo>
                <a:cubicBezTo>
                  <a:pt x="145941" y="211342"/>
                  <a:pt x="127561" y="216739"/>
                  <a:pt x="108646" y="216739"/>
                </a:cubicBezTo>
                <a:cubicBezTo>
                  <a:pt x="89178" y="216739"/>
                  <a:pt x="70816" y="211342"/>
                  <a:pt x="54056" y="202152"/>
                </a:cubicBezTo>
                <a:cubicBezTo>
                  <a:pt x="37830" y="192427"/>
                  <a:pt x="23777" y="178908"/>
                  <a:pt x="14587" y="162148"/>
                </a:cubicBezTo>
                <a:cubicBezTo>
                  <a:pt x="4862" y="145941"/>
                  <a:pt x="0" y="127026"/>
                  <a:pt x="0" y="108112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8A1F2A"/>
            </a:solidFill>
            <a:prstDash val="solid"/>
          </a:ln>
        </p:spPr>
      </p:sp>
      <p:sp>
        <p:nvSpPr>
          <p:cNvPr id="170" name="path-150">
            <a:extLst xmlns:a="http://schemas.openxmlformats.org/drawingml/2006/main">
              <a:ext uri="{FF2B5EF4-FFF2-40B4-BE49-F238E27FC236}">
                <a16:creationId xmlns:a16="http://schemas.microsoft.com/office/drawing/2014/main" id="{50C69F7D-1B63-4446-8BC3-20DEBC741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2375" y="6359729"/>
            <a:ext cx="165118" cy="165098"/>
          </a:xfrm>
          <a:custGeom xmlns:a="http://schemas.openxmlformats.org/drawingml/2006/main">
            <a:pathLst>
              <a:path w="167564" h="167544">
                <a:moveTo>
                  <a:pt x="0" y="83762"/>
                </a:moveTo>
                <a:lnTo>
                  <a:pt x="0" y="83762"/>
                </a:lnTo>
                <a:cubicBezTo>
                  <a:pt x="0" y="69175"/>
                  <a:pt x="3795" y="54589"/>
                  <a:pt x="11364" y="42157"/>
                </a:cubicBezTo>
                <a:cubicBezTo>
                  <a:pt x="18381" y="29173"/>
                  <a:pt x="29192" y="18361"/>
                  <a:pt x="41624" y="11345"/>
                </a:cubicBezTo>
                <a:cubicBezTo>
                  <a:pt x="54590" y="3775"/>
                  <a:pt x="69195" y="0"/>
                  <a:pt x="83781" y="0"/>
                </a:cubicBezTo>
                <a:cubicBezTo>
                  <a:pt x="98368" y="0"/>
                  <a:pt x="112974" y="3775"/>
                  <a:pt x="125406" y="11345"/>
                </a:cubicBezTo>
                <a:cubicBezTo>
                  <a:pt x="138372" y="18361"/>
                  <a:pt x="149182" y="29173"/>
                  <a:pt x="156199" y="42157"/>
                </a:cubicBezTo>
                <a:cubicBezTo>
                  <a:pt x="163769" y="54589"/>
                  <a:pt x="167564" y="69175"/>
                  <a:pt x="167564" y="83762"/>
                </a:cubicBezTo>
                <a:cubicBezTo>
                  <a:pt x="167564" y="98368"/>
                  <a:pt x="163769" y="112955"/>
                  <a:pt x="156199" y="125921"/>
                </a:cubicBezTo>
                <a:cubicBezTo>
                  <a:pt x="149182" y="138352"/>
                  <a:pt x="138372" y="149163"/>
                  <a:pt x="125406" y="156199"/>
                </a:cubicBezTo>
                <a:cubicBezTo>
                  <a:pt x="112974" y="163769"/>
                  <a:pt x="98368" y="167544"/>
                  <a:pt x="83781" y="167544"/>
                </a:cubicBezTo>
                <a:cubicBezTo>
                  <a:pt x="69195" y="167544"/>
                  <a:pt x="54590" y="163769"/>
                  <a:pt x="41624" y="156199"/>
                </a:cubicBezTo>
                <a:cubicBezTo>
                  <a:pt x="29192" y="149163"/>
                  <a:pt x="18381" y="138352"/>
                  <a:pt x="11364" y="125921"/>
                </a:cubicBezTo>
                <a:cubicBezTo>
                  <a:pt x="3795" y="112955"/>
                  <a:pt x="0" y="98368"/>
                  <a:pt x="0" y="83762"/>
                </a:cubicBezTo>
              </a:path>
            </a:pathLst>
          </a:custGeom>
          <a:solidFill xmlns:a="http://schemas.openxmlformats.org/drawingml/2006/main">
            <a:srgbClr val="B43838"/>
          </a:solidFill>
          <a:ln xmlns:a="http://schemas.openxmlformats.org/drawingml/2006/main" w="13315">
            <a:solidFill>
              <a:srgbClr val="8A1F2A"/>
            </a:solidFill>
            <a:prstDash val="solid"/>
          </a:ln>
        </p:spPr>
      </p:sp>
      <p:sp>
        <p:nvSpPr>
          <p:cNvPr id="171" name="path-151">
            <a:extLst xmlns:a="http://schemas.openxmlformats.org/drawingml/2006/main">
              <a:ext uri="{FF2B5EF4-FFF2-40B4-BE49-F238E27FC236}">
                <a16:creationId xmlns:a16="http://schemas.microsoft.com/office/drawing/2014/main" id="{E271020A-12CC-421A-9BAD-4C3B1E45D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67421" y="6384230"/>
            <a:ext cx="116642" cy="116642"/>
          </a:xfrm>
          <a:custGeom xmlns:a="http://schemas.openxmlformats.org/drawingml/2006/main">
            <a:pathLst>
              <a:path w="118370" h="118370">
                <a:moveTo>
                  <a:pt x="0" y="58899"/>
                </a:moveTo>
                <a:lnTo>
                  <a:pt x="0" y="58899"/>
                </a:lnTo>
                <a:cubicBezTo>
                  <a:pt x="0" y="48640"/>
                  <a:pt x="2688" y="38363"/>
                  <a:pt x="8104" y="29173"/>
                </a:cubicBezTo>
                <a:cubicBezTo>
                  <a:pt x="12966" y="20535"/>
                  <a:pt x="20536" y="12965"/>
                  <a:pt x="29726" y="7569"/>
                </a:cubicBezTo>
                <a:cubicBezTo>
                  <a:pt x="38363" y="2688"/>
                  <a:pt x="48641" y="0"/>
                  <a:pt x="59452" y="0"/>
                </a:cubicBezTo>
                <a:cubicBezTo>
                  <a:pt x="69710" y="0"/>
                  <a:pt x="79988" y="2688"/>
                  <a:pt x="88625" y="7569"/>
                </a:cubicBezTo>
                <a:cubicBezTo>
                  <a:pt x="97815" y="12965"/>
                  <a:pt x="105385" y="20535"/>
                  <a:pt x="110247" y="29173"/>
                </a:cubicBezTo>
                <a:cubicBezTo>
                  <a:pt x="115663" y="38363"/>
                  <a:pt x="118370" y="48640"/>
                  <a:pt x="118370" y="58899"/>
                </a:cubicBezTo>
                <a:cubicBezTo>
                  <a:pt x="118370" y="69176"/>
                  <a:pt x="115663" y="79454"/>
                  <a:pt x="110247" y="88624"/>
                </a:cubicBezTo>
                <a:cubicBezTo>
                  <a:pt x="105385" y="97281"/>
                  <a:pt x="97815" y="104851"/>
                  <a:pt x="88625" y="110247"/>
                </a:cubicBezTo>
                <a:cubicBezTo>
                  <a:pt x="79988" y="115109"/>
                  <a:pt x="69710" y="118370"/>
                  <a:pt x="59452" y="118370"/>
                </a:cubicBezTo>
                <a:cubicBezTo>
                  <a:pt x="48641" y="118370"/>
                  <a:pt x="38363" y="115109"/>
                  <a:pt x="29726" y="110247"/>
                </a:cubicBezTo>
                <a:cubicBezTo>
                  <a:pt x="20536" y="104851"/>
                  <a:pt x="12966" y="97281"/>
                  <a:pt x="8104" y="88624"/>
                </a:cubicBezTo>
                <a:cubicBezTo>
                  <a:pt x="2688" y="79454"/>
                  <a:pt x="0" y="69176"/>
                  <a:pt x="0" y="58899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8A1F2A"/>
            </a:solidFill>
            <a:prstDash val="solid"/>
          </a:ln>
        </p:spPr>
      </p:sp>
      <p:sp>
        <p:nvSpPr>
          <p:cNvPr id="172" name="path-152">
            <a:extLst xmlns:a="http://schemas.openxmlformats.org/drawingml/2006/main">
              <a:ext uri="{FF2B5EF4-FFF2-40B4-BE49-F238E27FC236}">
                <a16:creationId xmlns:a16="http://schemas.microsoft.com/office/drawing/2014/main" id="{AE14E451-FD31-424A-8FF1-B59FC2F71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90851" y="6408186"/>
            <a:ext cx="68167" cy="68185"/>
          </a:xfrm>
          <a:custGeom xmlns:a="http://schemas.openxmlformats.org/drawingml/2006/main">
            <a:pathLst>
              <a:path w="69177" h="69195">
                <a:moveTo>
                  <a:pt x="0" y="34588"/>
                </a:moveTo>
                <a:lnTo>
                  <a:pt x="0" y="34588"/>
                </a:lnTo>
                <a:cubicBezTo>
                  <a:pt x="0" y="28658"/>
                  <a:pt x="1621" y="22709"/>
                  <a:pt x="4862" y="17294"/>
                </a:cubicBezTo>
                <a:cubicBezTo>
                  <a:pt x="7570" y="11898"/>
                  <a:pt x="11898" y="7570"/>
                  <a:pt x="17294" y="4862"/>
                </a:cubicBezTo>
                <a:cubicBezTo>
                  <a:pt x="22690" y="1621"/>
                  <a:pt x="28639" y="0"/>
                  <a:pt x="34588" y="0"/>
                </a:cubicBezTo>
                <a:cubicBezTo>
                  <a:pt x="40537" y="0"/>
                  <a:pt x="46486" y="1621"/>
                  <a:pt x="51882" y="4862"/>
                </a:cubicBezTo>
                <a:cubicBezTo>
                  <a:pt x="57297" y="7570"/>
                  <a:pt x="61606" y="11898"/>
                  <a:pt x="64314" y="17294"/>
                </a:cubicBezTo>
                <a:cubicBezTo>
                  <a:pt x="67555" y="22709"/>
                  <a:pt x="69177" y="28658"/>
                  <a:pt x="69177" y="34588"/>
                </a:cubicBezTo>
                <a:cubicBezTo>
                  <a:pt x="69177" y="40537"/>
                  <a:pt x="67555" y="46486"/>
                  <a:pt x="64314" y="51901"/>
                </a:cubicBezTo>
                <a:cubicBezTo>
                  <a:pt x="61606" y="57297"/>
                  <a:pt x="57297" y="61625"/>
                  <a:pt x="51882" y="64314"/>
                </a:cubicBezTo>
                <a:cubicBezTo>
                  <a:pt x="46486" y="67574"/>
                  <a:pt x="40537" y="69195"/>
                  <a:pt x="34588" y="69195"/>
                </a:cubicBezTo>
                <a:cubicBezTo>
                  <a:pt x="28639" y="69195"/>
                  <a:pt x="22690" y="67574"/>
                  <a:pt x="17294" y="64314"/>
                </a:cubicBezTo>
                <a:cubicBezTo>
                  <a:pt x="11898" y="61625"/>
                  <a:pt x="7570" y="57297"/>
                  <a:pt x="4862" y="51901"/>
                </a:cubicBezTo>
                <a:cubicBezTo>
                  <a:pt x="1621" y="46486"/>
                  <a:pt x="0" y="40537"/>
                  <a:pt x="0" y="34588"/>
                </a:cubicBezTo>
              </a:path>
            </a:pathLst>
          </a:custGeom>
          <a:solidFill xmlns:a="http://schemas.openxmlformats.org/drawingml/2006/main">
            <a:srgbClr val="D26C5A"/>
          </a:solidFill>
          <a:ln xmlns:a="http://schemas.openxmlformats.org/drawingml/2006/main" w="13315">
            <a:solidFill>
              <a:srgbClr val="8A1F2A"/>
            </a:solidFill>
            <a:prstDash val="solid"/>
          </a:ln>
        </p:spPr>
      </p:sp>
      <p:sp>
        <p:nvSpPr>
          <p:cNvPr id="173" name="path-153">
            <a:extLst xmlns:a="http://schemas.openxmlformats.org/drawingml/2006/main">
              <a:ext uri="{FF2B5EF4-FFF2-40B4-BE49-F238E27FC236}">
                <a16:creationId xmlns:a16="http://schemas.microsoft.com/office/drawing/2014/main" id="{7FF59C99-CB1F-4F20-AD7A-6924B8DDF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24933" y="6295808"/>
            <a:ext cx="147005" cy="146460"/>
          </a:xfrm>
          <a:custGeom xmlns:a="http://schemas.openxmlformats.org/drawingml/2006/main">
            <a:pathLst>
              <a:path w="149183" h="148630">
                <a:moveTo>
                  <a:pt x="149183" y="0"/>
                </a:moveTo>
                <a:lnTo>
                  <a:pt x="0" y="148630"/>
                </a:lnTo>
              </a:path>
            </a:pathLst>
          </a:custGeom>
          <a:noFill xmlns:a="http://schemas.openxmlformats.org/drawingml/2006/main"/>
          <a:ln xmlns:a="http://schemas.openxmlformats.org/drawingml/2006/main" w="26097">
            <a:solidFill>
              <a:srgbClr val="8A1F2A"/>
            </a:solidFill>
            <a:prstDash val="solid"/>
          </a:ln>
        </p:spPr>
      </p:sp>
      <p:sp>
        <p:nvSpPr>
          <p:cNvPr id="174" name="path-154">
            <a:extLst xmlns:a="http://schemas.openxmlformats.org/drawingml/2006/main">
              <a:ext uri="{FF2B5EF4-FFF2-40B4-BE49-F238E27FC236}">
                <a16:creationId xmlns:a16="http://schemas.microsoft.com/office/drawing/2014/main" id="{DED307F3-21DB-4B9C-82AD-4762F3AD24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37855" y="6316589"/>
            <a:ext cx="23430" cy="39400"/>
          </a:xfrm>
          <a:custGeom xmlns:a="http://schemas.openxmlformats.org/drawingml/2006/main">
            <a:pathLst>
              <a:path w="23777" h="39984">
                <a:moveTo>
                  <a:pt x="0" y="0"/>
                </a:moveTo>
                <a:lnTo>
                  <a:pt x="23777" y="39984"/>
                </a:lnTo>
              </a:path>
            </a:pathLst>
          </a:custGeom>
          <a:noFill xmlns:a="http://schemas.openxmlformats.org/drawingml/2006/main"/>
          <a:ln xmlns:a="http://schemas.openxmlformats.org/drawingml/2006/main" w="22369">
            <a:solidFill>
              <a:srgbClr val="8A1F2A"/>
            </a:solidFill>
            <a:prstDash val="solid"/>
          </a:ln>
        </p:spPr>
      </p:sp>
      <p:sp>
        <p:nvSpPr>
          <p:cNvPr id="175" name="path-155">
            <a:extLst xmlns:a="http://schemas.openxmlformats.org/drawingml/2006/main">
              <a:ext uri="{FF2B5EF4-FFF2-40B4-BE49-F238E27FC236}">
                <a16:creationId xmlns:a16="http://schemas.microsoft.com/office/drawing/2014/main" id="{018F952F-712E-4084-A658-A965AC5D3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09090" y="6345336"/>
            <a:ext cx="23430" cy="39419"/>
          </a:xfrm>
          <a:custGeom xmlns:a="http://schemas.openxmlformats.org/drawingml/2006/main">
            <a:pathLst>
              <a:path w="23777" h="40003">
                <a:moveTo>
                  <a:pt x="0" y="0"/>
                </a:moveTo>
                <a:lnTo>
                  <a:pt x="23777" y="40003"/>
                </a:lnTo>
              </a:path>
            </a:pathLst>
          </a:custGeom>
          <a:noFill xmlns:a="http://schemas.openxmlformats.org/drawingml/2006/main"/>
          <a:ln xmlns:a="http://schemas.openxmlformats.org/drawingml/2006/main" w="22369">
            <a:solidFill>
              <a:srgbClr val="8A1F2A"/>
            </a:solidFill>
            <a:prstDash val="solid"/>
          </a:ln>
        </p:spPr>
      </p:sp>
      <p:sp>
        <p:nvSpPr>
          <p:cNvPr id="176" name="path-156">
            <a:extLst xmlns:a="http://schemas.openxmlformats.org/drawingml/2006/main">
              <a:ext uri="{FF2B5EF4-FFF2-40B4-BE49-F238E27FC236}">
                <a16:creationId xmlns:a16="http://schemas.microsoft.com/office/drawing/2014/main" id="{C657E900-469C-4349-87FB-E67124A40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39" y="6641469"/>
            <a:ext cx="191" cy="249781"/>
          </a:xfrm>
          <a:custGeom xmlns:a="http://schemas.openxmlformats.org/drawingml/2006/main">
            <a:pathLst>
              <a:path w="191" h="253481">
                <a:moveTo>
                  <a:pt x="0" y="0"/>
                </a:moveTo>
                <a:lnTo>
                  <a:pt x="0" y="253481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AE3639"/>
            </a:solidFill>
            <a:prstDash val="solid"/>
          </a:ln>
        </p:spPr>
      </p:sp>
      <p:sp>
        <p:nvSpPr>
          <p:cNvPr id="177" name="path-157">
            <a:extLst xmlns:a="http://schemas.openxmlformats.org/drawingml/2006/main">
              <a:ext uri="{FF2B5EF4-FFF2-40B4-BE49-F238E27FC236}">
                <a16:creationId xmlns:a16="http://schemas.microsoft.com/office/drawing/2014/main" id="{A5590F85-7513-451D-83B2-10802432F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9561" y="6886459"/>
            <a:ext cx="74555" cy="74573"/>
          </a:xfrm>
          <a:custGeom xmlns:a="http://schemas.openxmlformats.org/drawingml/2006/main">
            <a:pathLst>
              <a:path w="75659" h="75678">
                <a:moveTo>
                  <a:pt x="37830" y="75678"/>
                </a:moveTo>
                <a:lnTo>
                  <a:pt x="0" y="0"/>
                </a:lnTo>
                <a:lnTo>
                  <a:pt x="75659" y="0"/>
                </a:lnTo>
                <a:lnTo>
                  <a:pt x="37830" y="75678"/>
                </a:lnTo>
              </a:path>
            </a:pathLst>
          </a:custGeom>
          <a:solidFill xmlns:a="http://schemas.openxmlformats.org/drawingml/2006/main">
            <a:srgbClr val="AE363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" name="path-158">
            <a:extLst xmlns:a="http://schemas.openxmlformats.org/drawingml/2006/main">
              <a:ext uri="{FF2B5EF4-FFF2-40B4-BE49-F238E27FC236}">
                <a16:creationId xmlns:a16="http://schemas.microsoft.com/office/drawing/2014/main" id="{91778613-B0A4-4091-96A6-80904F59A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986" y="6960506"/>
            <a:ext cx="811683" cy="495315"/>
          </a:xfrm>
          <a:custGeom xmlns:a="http://schemas.openxmlformats.org/drawingml/2006/main">
            <a:pathLst>
              <a:path w="823708" h="502653">
                <a:moveTo>
                  <a:pt x="534" y="80521"/>
                </a:moveTo>
                <a:lnTo>
                  <a:pt x="534" y="80521"/>
                </a:lnTo>
                <a:cubicBezTo>
                  <a:pt x="534" y="66469"/>
                  <a:pt x="4309" y="52416"/>
                  <a:pt x="11345" y="40537"/>
                </a:cubicBezTo>
                <a:cubicBezTo>
                  <a:pt x="18362" y="28104"/>
                  <a:pt x="28639" y="17828"/>
                  <a:pt x="40537" y="10791"/>
                </a:cubicBezTo>
                <a:cubicBezTo>
                  <a:pt x="52969" y="3775"/>
                  <a:pt x="67022" y="0"/>
                  <a:pt x="81074" y="0"/>
                </a:cubicBezTo>
                <a:lnTo>
                  <a:pt x="743168" y="533"/>
                </a:lnTo>
                <a:cubicBezTo>
                  <a:pt x="757221" y="533"/>
                  <a:pt x="771273" y="4309"/>
                  <a:pt x="783171" y="11345"/>
                </a:cubicBezTo>
                <a:cubicBezTo>
                  <a:pt x="795603" y="18361"/>
                  <a:pt x="805861" y="28639"/>
                  <a:pt x="812897" y="40537"/>
                </a:cubicBezTo>
                <a:cubicBezTo>
                  <a:pt x="819914" y="52950"/>
                  <a:pt x="823708" y="67002"/>
                  <a:pt x="823708" y="81054"/>
                </a:cubicBezTo>
                <a:lnTo>
                  <a:pt x="823708" y="422112"/>
                </a:lnTo>
                <a:cubicBezTo>
                  <a:pt x="823708" y="436164"/>
                  <a:pt x="819914" y="450218"/>
                  <a:pt x="812897" y="462116"/>
                </a:cubicBezTo>
                <a:cubicBezTo>
                  <a:pt x="805861" y="474547"/>
                  <a:pt x="795603" y="484805"/>
                  <a:pt x="783705" y="491842"/>
                </a:cubicBezTo>
                <a:cubicBezTo>
                  <a:pt x="771273" y="498859"/>
                  <a:pt x="757221" y="502653"/>
                  <a:pt x="743168" y="502653"/>
                </a:cubicBezTo>
                <a:lnTo>
                  <a:pt x="80521" y="502653"/>
                </a:lnTo>
                <a:cubicBezTo>
                  <a:pt x="66469" y="502653"/>
                  <a:pt x="52416" y="498859"/>
                  <a:pt x="40537" y="491842"/>
                </a:cubicBezTo>
                <a:cubicBezTo>
                  <a:pt x="28105" y="484805"/>
                  <a:pt x="17828" y="474547"/>
                  <a:pt x="10811" y="462649"/>
                </a:cubicBezTo>
                <a:cubicBezTo>
                  <a:pt x="3775" y="450218"/>
                  <a:pt x="0" y="436164"/>
                  <a:pt x="0" y="422112"/>
                </a:cubicBezTo>
                <a:lnTo>
                  <a:pt x="534" y="80521"/>
                </a:lnTo>
              </a:path>
            </a:pathLst>
          </a:custGeom>
          <a:solidFill xmlns:a="http://schemas.openxmlformats.org/drawingml/2006/main">
            <a:srgbClr val="FCF3F2"/>
          </a:solidFill>
          <a:ln xmlns:a="http://schemas.openxmlformats.org/drawingml/2006/main" w="22369">
            <a:solidFill>
              <a:srgbClr val="AE3639"/>
            </a:solidFill>
            <a:prstDash val="dash"/>
          </a:ln>
        </p:spPr>
      </p:sp>
      <p:sp>
        <p:nvSpPr>
          <p:cNvPr id="179" name="text-159 Repair">
            <a:extLst xmlns:a="http://schemas.openxmlformats.org/drawingml/2006/main">
              <a:ext uri="{FF2B5EF4-FFF2-40B4-BE49-F238E27FC236}">
                <a16:creationId xmlns:a16="http://schemas.microsoft.com/office/drawing/2014/main" id="{D578DB41-3E02-46ED-B3F2-2CFBFF305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8999" y="7118220"/>
            <a:ext cx="511740" cy="21761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4" b="1" i="0">
                <a:solidFill>
                  <a:srgbClr val="AE363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4" b="1" i="0">
                <a:solidFill>
                  <a:srgbClr val="AE3639"/>
                </a:solidFill>
                <a:latin typeface="Arial"/>
                <a:ea typeface="Arial"/>
                <a:cs typeface="Arial"/>
              </a:defRPr>
            </a:pPr>
            <a:r>
              <a:rPr sz="1224" b="1" i="0">
                <a:solidFill>
                  <a:srgbClr val="AE3639"/>
                </a:solidFill>
                <a:latin typeface="Arial"/>
                <a:ea typeface="Arial"/>
                <a:cs typeface="Arial"/>
              </a:rPr>
              <a:t>Repair</a:t>
            </a:r>
          </a:p>
        </p:txBody>
      </p:sp>
      <p:sp>
        <p:nvSpPr>
          <p:cNvPr id="180" name="path-160">
            <a:extLst xmlns:a="http://schemas.openxmlformats.org/drawingml/2006/main">
              <a:ext uri="{FF2B5EF4-FFF2-40B4-BE49-F238E27FC236}">
                <a16:creationId xmlns:a16="http://schemas.microsoft.com/office/drawing/2014/main" id="{D92CF0B6-5ACB-449E-AEE9-E9A9FDE78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1061" y="6635081"/>
            <a:ext cx="191" cy="249780"/>
          </a:xfrm>
          <a:custGeom xmlns:a="http://schemas.openxmlformats.org/drawingml/2006/main">
            <a:pathLst>
              <a:path w="191" h="253480">
                <a:moveTo>
                  <a:pt x="0" y="0"/>
                </a:moveTo>
                <a:lnTo>
                  <a:pt x="0" y="253480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C16628"/>
            </a:solidFill>
            <a:prstDash val="solid"/>
          </a:ln>
        </p:spPr>
      </p:sp>
      <p:sp>
        <p:nvSpPr>
          <p:cNvPr id="181" name="path-161">
            <a:extLst xmlns:a="http://schemas.openxmlformats.org/drawingml/2006/main">
              <a:ext uri="{FF2B5EF4-FFF2-40B4-BE49-F238E27FC236}">
                <a16:creationId xmlns:a16="http://schemas.microsoft.com/office/drawing/2014/main" id="{6990D6AE-39D4-4308-B161-1DE816175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63765" y="6880070"/>
            <a:ext cx="74573" cy="74574"/>
          </a:xfrm>
          <a:custGeom xmlns:a="http://schemas.openxmlformats.org/drawingml/2006/main">
            <a:pathLst>
              <a:path w="75678" h="75678">
                <a:moveTo>
                  <a:pt x="37849" y="75678"/>
                </a:moveTo>
                <a:lnTo>
                  <a:pt x="0" y="0"/>
                </a:lnTo>
                <a:lnTo>
                  <a:pt x="75678" y="0"/>
                </a:lnTo>
                <a:lnTo>
                  <a:pt x="37849" y="75678"/>
                </a:lnTo>
              </a:path>
            </a:pathLst>
          </a:custGeom>
          <a:solidFill xmlns:a="http://schemas.openxmlformats.org/drawingml/2006/main">
            <a:srgbClr val="C1662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" name="path-162">
            <a:extLst xmlns:a="http://schemas.openxmlformats.org/drawingml/2006/main">
              <a:ext uri="{FF2B5EF4-FFF2-40B4-BE49-F238E27FC236}">
                <a16:creationId xmlns:a16="http://schemas.microsoft.com/office/drawing/2014/main" id="{2A529D81-BFE7-499B-A9BB-964936775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4948" y="6972737"/>
            <a:ext cx="1212208" cy="495334"/>
          </a:xfrm>
          <a:custGeom xmlns:a="http://schemas.openxmlformats.org/drawingml/2006/main">
            <a:pathLst>
              <a:path w="1230166" h="502672">
                <a:moveTo>
                  <a:pt x="553" y="80540"/>
                </a:moveTo>
                <a:lnTo>
                  <a:pt x="553" y="80540"/>
                </a:lnTo>
                <a:cubicBezTo>
                  <a:pt x="553" y="66488"/>
                  <a:pt x="4328" y="52436"/>
                  <a:pt x="11364" y="40538"/>
                </a:cubicBezTo>
                <a:cubicBezTo>
                  <a:pt x="18381" y="28125"/>
                  <a:pt x="28658" y="17847"/>
                  <a:pt x="40537" y="10812"/>
                </a:cubicBezTo>
                <a:cubicBezTo>
                  <a:pt x="52969" y="3795"/>
                  <a:pt x="67022" y="0"/>
                  <a:pt x="81074" y="0"/>
                </a:cubicBezTo>
                <a:lnTo>
                  <a:pt x="1149626" y="554"/>
                </a:lnTo>
                <a:cubicBezTo>
                  <a:pt x="1163679" y="554"/>
                  <a:pt x="1177731" y="4328"/>
                  <a:pt x="1189629" y="11365"/>
                </a:cubicBezTo>
                <a:cubicBezTo>
                  <a:pt x="1202061" y="18382"/>
                  <a:pt x="1212319" y="28659"/>
                  <a:pt x="1219355" y="40538"/>
                </a:cubicBezTo>
                <a:cubicBezTo>
                  <a:pt x="1226372" y="52969"/>
                  <a:pt x="1230166" y="67023"/>
                  <a:pt x="1230166" y="81075"/>
                </a:cubicBezTo>
                <a:lnTo>
                  <a:pt x="1230166" y="422132"/>
                </a:lnTo>
                <a:cubicBezTo>
                  <a:pt x="1230166" y="436185"/>
                  <a:pt x="1226372" y="450237"/>
                  <a:pt x="1219355" y="462135"/>
                </a:cubicBezTo>
                <a:cubicBezTo>
                  <a:pt x="1212319" y="474568"/>
                  <a:pt x="1202061" y="484825"/>
                  <a:pt x="1190163" y="491861"/>
                </a:cubicBezTo>
                <a:cubicBezTo>
                  <a:pt x="1177731" y="498878"/>
                  <a:pt x="1163679" y="502672"/>
                  <a:pt x="1149626" y="502672"/>
                </a:cubicBezTo>
                <a:lnTo>
                  <a:pt x="80540" y="502672"/>
                </a:lnTo>
                <a:cubicBezTo>
                  <a:pt x="66488" y="502672"/>
                  <a:pt x="52435" y="498878"/>
                  <a:pt x="40537" y="491861"/>
                </a:cubicBezTo>
                <a:cubicBezTo>
                  <a:pt x="28105" y="484825"/>
                  <a:pt x="17847" y="474568"/>
                  <a:pt x="10811" y="462670"/>
                </a:cubicBezTo>
                <a:cubicBezTo>
                  <a:pt x="3794" y="450237"/>
                  <a:pt x="0" y="436185"/>
                  <a:pt x="0" y="422132"/>
                </a:cubicBezTo>
                <a:lnTo>
                  <a:pt x="553" y="80540"/>
                </a:lnTo>
              </a:path>
            </a:pathLst>
          </a:custGeom>
          <a:solidFill xmlns:a="http://schemas.openxmlformats.org/drawingml/2006/main">
            <a:srgbClr val="FDF5EC"/>
          </a:solidFill>
          <a:ln xmlns:a="http://schemas.openxmlformats.org/drawingml/2006/main" w="22369">
            <a:solidFill>
              <a:srgbClr val="C16628"/>
            </a:solidFill>
            <a:prstDash val="dash"/>
          </a:ln>
        </p:spPr>
      </p:sp>
      <p:sp>
        <p:nvSpPr>
          <p:cNvPr id="183" name="text-163 Retain">
            <a:extLst xmlns:a="http://schemas.openxmlformats.org/drawingml/2006/main">
              <a:ext uri="{FF2B5EF4-FFF2-40B4-BE49-F238E27FC236}">
                <a16:creationId xmlns:a16="http://schemas.microsoft.com/office/drawing/2014/main" id="{D2DC68A2-A2BC-4E05-B533-0DF180900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86689" y="7043846"/>
            <a:ext cx="462695" cy="2002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6" b="1" i="0">
                <a:solidFill>
                  <a:srgbClr val="C166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6" b="1" i="0">
                <a:solidFill>
                  <a:srgbClr val="C16628"/>
                </a:solidFill>
                <a:latin typeface="Arial"/>
                <a:ea typeface="Arial"/>
                <a:cs typeface="Arial"/>
              </a:defRPr>
            </a:pPr>
            <a:r>
              <a:rPr sz="1126" b="1" i="0">
                <a:solidFill>
                  <a:srgbClr val="C16628"/>
                </a:solidFill>
                <a:latin typeface="Arial"/>
                <a:ea typeface="Arial"/>
                <a:cs typeface="Arial"/>
              </a:rPr>
              <a:t>Retain</a:t>
            </a:r>
          </a:p>
        </p:txBody>
      </p:sp>
      <p:sp>
        <p:nvSpPr>
          <p:cNvPr id="184" name="text-163 with">
            <a:extLst xmlns:a="http://schemas.openxmlformats.org/drawingml/2006/main">
              <a:ext uri="{FF2B5EF4-FFF2-40B4-BE49-F238E27FC236}">
                <a16:creationId xmlns:a16="http://schemas.microsoft.com/office/drawing/2014/main" id="{A64E428E-1AEA-4398-B3CA-18C826CA6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60523" y="7032612"/>
            <a:ext cx="336105" cy="2159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15" b="1" i="0">
                <a:solidFill>
                  <a:srgbClr val="C166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15" b="1" i="0">
                <a:solidFill>
                  <a:srgbClr val="C16628"/>
                </a:solidFill>
                <a:latin typeface="Arial"/>
                <a:ea typeface="Arial"/>
                <a:cs typeface="Arial"/>
              </a:defRPr>
            </a:pPr>
            <a:r>
              <a:rPr sz="1215" b="1" i="0">
                <a:solidFill>
                  <a:srgbClr val="C16628"/>
                </a:solidFill>
                <a:latin typeface="Arial"/>
                <a:ea typeface="Arial"/>
                <a:cs typeface="Arial"/>
              </a:rPr>
              <a:t>with</a:t>
            </a:r>
          </a:p>
        </p:txBody>
      </p:sp>
      <p:sp>
        <p:nvSpPr>
          <p:cNvPr id="185" name="text-164 Failure">
            <a:extLst xmlns:a="http://schemas.openxmlformats.org/drawingml/2006/main">
              <a:ext uri="{FF2B5EF4-FFF2-40B4-BE49-F238E27FC236}">
                <a16:creationId xmlns:a16="http://schemas.microsoft.com/office/drawing/2014/main" id="{EFCBE5DC-A1FB-49EA-B087-4869C9A7B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7815" y="7256306"/>
            <a:ext cx="485468" cy="1965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5" b="1" i="0">
                <a:solidFill>
                  <a:srgbClr val="C166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5" b="1" i="0">
                <a:solidFill>
                  <a:srgbClr val="C16628"/>
                </a:solidFill>
                <a:latin typeface="Arial"/>
                <a:ea typeface="Arial"/>
                <a:cs typeface="Arial"/>
              </a:defRPr>
            </a:pPr>
            <a:r>
              <a:rPr sz="1105" b="1" i="0">
                <a:solidFill>
                  <a:srgbClr val="C16628"/>
                </a:solidFill>
                <a:latin typeface="Arial"/>
                <a:ea typeface="Arial"/>
                <a:cs typeface="Arial"/>
              </a:rPr>
              <a:t>Failure</a:t>
            </a:r>
          </a:p>
        </p:txBody>
      </p:sp>
      <p:sp>
        <p:nvSpPr>
          <p:cNvPr id="186" name="text-164 Label">
            <a:extLst xmlns:a="http://schemas.openxmlformats.org/drawingml/2006/main">
              <a:ext uri="{FF2B5EF4-FFF2-40B4-BE49-F238E27FC236}">
                <a16:creationId xmlns:a16="http://schemas.microsoft.com/office/drawing/2014/main" id="{5F426C9A-8A6E-45FF-83BA-0960C7D1E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45092" y="7257869"/>
            <a:ext cx="387480" cy="1943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93" b="1" i="0">
                <a:solidFill>
                  <a:srgbClr val="C166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93" b="1" i="0">
                <a:solidFill>
                  <a:srgbClr val="C16628"/>
                </a:solidFill>
                <a:latin typeface="Arial"/>
                <a:ea typeface="Arial"/>
                <a:cs typeface="Arial"/>
              </a:defRPr>
            </a:pPr>
            <a:r>
              <a:rPr sz="1093" b="1" i="0">
                <a:solidFill>
                  <a:srgbClr val="C16628"/>
                </a:solidFill>
                <a:latin typeface="Arial"/>
                <a:ea typeface="Arial"/>
                <a:cs typeface="Arial"/>
              </a:rPr>
              <a:t>Label</a:t>
            </a:r>
          </a:p>
        </p:txBody>
      </p:sp>
      <p:sp>
        <p:nvSpPr>
          <p:cNvPr id="187" name="path-165">
            <a:extLst xmlns:a="http://schemas.openxmlformats.org/drawingml/2006/main">
              <a:ext uri="{FF2B5EF4-FFF2-40B4-BE49-F238E27FC236}">
                <a16:creationId xmlns:a16="http://schemas.microsoft.com/office/drawing/2014/main" id="{426E7D27-4E42-40DC-8E81-117AEC0ED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94738" y="6641469"/>
            <a:ext cx="191" cy="249781"/>
          </a:xfrm>
          <a:custGeom xmlns:a="http://schemas.openxmlformats.org/drawingml/2006/main">
            <a:pathLst>
              <a:path w="191" h="253481">
                <a:moveTo>
                  <a:pt x="0" y="0"/>
                </a:moveTo>
                <a:lnTo>
                  <a:pt x="0" y="253481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B08B20"/>
            </a:solidFill>
            <a:prstDash val="solid"/>
          </a:ln>
        </p:spPr>
      </p:sp>
      <p:sp>
        <p:nvSpPr>
          <p:cNvPr id="188" name="path-166">
            <a:extLst xmlns:a="http://schemas.openxmlformats.org/drawingml/2006/main">
              <a:ext uri="{FF2B5EF4-FFF2-40B4-BE49-F238E27FC236}">
                <a16:creationId xmlns:a16="http://schemas.microsoft.com/office/drawing/2014/main" id="{51A3C8E3-40B7-4D21-8380-65CCFDDA7C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57461" y="6886459"/>
            <a:ext cx="74555" cy="74573"/>
          </a:xfrm>
          <a:custGeom xmlns:a="http://schemas.openxmlformats.org/drawingml/2006/main">
            <a:pathLst>
              <a:path w="75659" h="75678">
                <a:moveTo>
                  <a:pt x="37830" y="75678"/>
                </a:moveTo>
                <a:lnTo>
                  <a:pt x="0" y="0"/>
                </a:lnTo>
                <a:lnTo>
                  <a:pt x="75659" y="0"/>
                </a:lnTo>
                <a:lnTo>
                  <a:pt x="37830" y="75678"/>
                </a:lnTo>
              </a:path>
            </a:pathLst>
          </a:custGeom>
          <a:solidFill xmlns:a="http://schemas.openxmlformats.org/drawingml/2006/main">
            <a:srgbClr val="B08B2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" name="path-167">
            <a:extLst xmlns:a="http://schemas.openxmlformats.org/drawingml/2006/main">
              <a:ext uri="{FF2B5EF4-FFF2-40B4-BE49-F238E27FC236}">
                <a16:creationId xmlns:a16="http://schemas.microsoft.com/office/drawing/2014/main" id="{9F6E1616-4EBD-468D-AFDA-F53835219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41365" y="6966349"/>
            <a:ext cx="1606326" cy="495334"/>
          </a:xfrm>
          <a:custGeom xmlns:a="http://schemas.openxmlformats.org/drawingml/2006/main">
            <a:pathLst>
              <a:path w="1630123" h="502672">
                <a:moveTo>
                  <a:pt x="534" y="80540"/>
                </a:moveTo>
                <a:lnTo>
                  <a:pt x="534" y="80540"/>
                </a:lnTo>
                <a:cubicBezTo>
                  <a:pt x="534" y="66487"/>
                  <a:pt x="4328" y="52435"/>
                  <a:pt x="11345" y="40537"/>
                </a:cubicBezTo>
                <a:cubicBezTo>
                  <a:pt x="18381" y="28105"/>
                  <a:pt x="28639" y="17847"/>
                  <a:pt x="40537" y="10811"/>
                </a:cubicBezTo>
                <a:cubicBezTo>
                  <a:pt x="52969" y="3794"/>
                  <a:pt x="67022" y="0"/>
                  <a:pt x="81074" y="0"/>
                </a:cubicBezTo>
                <a:lnTo>
                  <a:pt x="1549582" y="553"/>
                </a:lnTo>
                <a:cubicBezTo>
                  <a:pt x="1563635" y="553"/>
                  <a:pt x="1577688" y="4328"/>
                  <a:pt x="1589585" y="11365"/>
                </a:cubicBezTo>
                <a:cubicBezTo>
                  <a:pt x="1602018" y="18381"/>
                  <a:pt x="1612295" y="28658"/>
                  <a:pt x="1619312" y="40537"/>
                </a:cubicBezTo>
                <a:cubicBezTo>
                  <a:pt x="1626347" y="52969"/>
                  <a:pt x="1630123" y="67022"/>
                  <a:pt x="1630123" y="81074"/>
                </a:cubicBezTo>
                <a:lnTo>
                  <a:pt x="1630123" y="422132"/>
                </a:lnTo>
                <a:cubicBezTo>
                  <a:pt x="1630123" y="436185"/>
                  <a:pt x="1626347" y="450237"/>
                  <a:pt x="1619312" y="462135"/>
                </a:cubicBezTo>
                <a:cubicBezTo>
                  <a:pt x="1612295" y="474567"/>
                  <a:pt x="1602018" y="484825"/>
                  <a:pt x="1590120" y="491861"/>
                </a:cubicBezTo>
                <a:cubicBezTo>
                  <a:pt x="1577688" y="498878"/>
                  <a:pt x="1563635" y="502672"/>
                  <a:pt x="1549582" y="502672"/>
                </a:cubicBezTo>
                <a:lnTo>
                  <a:pt x="80540" y="502672"/>
                </a:lnTo>
                <a:cubicBezTo>
                  <a:pt x="66488" y="502672"/>
                  <a:pt x="52435" y="498878"/>
                  <a:pt x="40537" y="491861"/>
                </a:cubicBezTo>
                <a:cubicBezTo>
                  <a:pt x="28105" y="484825"/>
                  <a:pt x="17847" y="474567"/>
                  <a:pt x="10811" y="462668"/>
                </a:cubicBezTo>
                <a:cubicBezTo>
                  <a:pt x="3794" y="450237"/>
                  <a:pt x="0" y="436185"/>
                  <a:pt x="0" y="422132"/>
                </a:cubicBezTo>
                <a:lnTo>
                  <a:pt x="534" y="80540"/>
                </a:lnTo>
              </a:path>
            </a:pathLst>
          </a:custGeom>
          <a:solidFill xmlns:a="http://schemas.openxmlformats.org/drawingml/2006/main">
            <a:srgbClr val="FDFAEB"/>
          </a:solidFill>
          <a:ln xmlns:a="http://schemas.openxmlformats.org/drawingml/2006/main" w="22369">
            <a:solidFill>
              <a:srgbClr val="B08B20"/>
            </a:solidFill>
            <a:prstDash val="dash"/>
          </a:ln>
        </p:spPr>
      </p:sp>
      <p:sp>
        <p:nvSpPr>
          <p:cNvPr id="190" name="text-168 Robustness">
            <a:extLst xmlns:a="http://schemas.openxmlformats.org/drawingml/2006/main">
              <a:ext uri="{FF2B5EF4-FFF2-40B4-BE49-F238E27FC236}">
                <a16:creationId xmlns:a16="http://schemas.microsoft.com/office/drawing/2014/main" id="{EA559E35-66D7-4E6E-9D2D-CF3AAEAA4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14342" y="7069672"/>
            <a:ext cx="713629" cy="1692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52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52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pPr>
            <a:r>
              <a:rPr sz="952" b="1" i="0">
                <a:solidFill>
                  <a:srgbClr val="B08B20"/>
                </a:solidFill>
                <a:latin typeface="Arial"/>
                <a:ea typeface="Arial"/>
                <a:cs typeface="Arial"/>
              </a:rPr>
              <a:t>Robustness</a:t>
            </a:r>
          </a:p>
        </p:txBody>
      </p:sp>
      <p:sp>
        <p:nvSpPr>
          <p:cNvPr id="191" name="text-168 Diagnostics">
            <a:extLst xmlns:a="http://schemas.openxmlformats.org/drawingml/2006/main">
              <a:ext uri="{FF2B5EF4-FFF2-40B4-BE49-F238E27FC236}">
                <a16:creationId xmlns:a16="http://schemas.microsoft.com/office/drawing/2014/main" id="{5DED1776-0343-4A4A-9C7E-999A7B1BA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39172" y="7069023"/>
            <a:ext cx="710818" cy="1701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57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57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pPr>
            <a:r>
              <a:rPr sz="957" b="1" i="0">
                <a:solidFill>
                  <a:srgbClr val="B08B20"/>
                </a:solidFill>
                <a:latin typeface="Arial"/>
                <a:ea typeface="Arial"/>
                <a:cs typeface="Arial"/>
              </a:rPr>
              <a:t>Diagnostics</a:t>
            </a:r>
          </a:p>
        </p:txBody>
      </p:sp>
      <p:sp>
        <p:nvSpPr>
          <p:cNvPr id="192" name="text-168 /">
            <a:extLst xmlns:a="http://schemas.openxmlformats.org/drawingml/2006/main">
              <a:ext uri="{FF2B5EF4-FFF2-40B4-BE49-F238E27FC236}">
                <a16:creationId xmlns:a16="http://schemas.microsoft.com/office/drawing/2014/main" id="{E8EAF60F-851E-40A2-96D7-45D5288E25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61074" y="7044117"/>
            <a:ext cx="89295" cy="205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53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53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pPr>
            <a:r>
              <a:rPr sz="1153" b="1" i="0">
                <a:solidFill>
                  <a:srgbClr val="B08B20"/>
                </a:solidFill>
                <a:latin typeface="Arial"/>
                <a:ea typeface="Arial"/>
                <a:cs typeface="Arial"/>
              </a:rPr>
              <a:t>/</a:t>
            </a:r>
          </a:p>
        </p:txBody>
      </p:sp>
      <p:sp>
        <p:nvSpPr>
          <p:cNvPr id="193" name="text-169 Reacquire">
            <a:extLst xmlns:a="http://schemas.openxmlformats.org/drawingml/2006/main">
              <a:ext uri="{FF2B5EF4-FFF2-40B4-BE49-F238E27FC236}">
                <a16:creationId xmlns:a16="http://schemas.microsoft.com/office/drawing/2014/main" id="{52EF5B76-607B-4F96-92AF-67C86BAB9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71455" y="7251499"/>
            <a:ext cx="626701" cy="1749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84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84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pPr>
            <a:r>
              <a:rPr sz="984" b="1" i="0">
                <a:solidFill>
                  <a:srgbClr val="B08B20"/>
                </a:solidFill>
                <a:latin typeface="Arial"/>
                <a:ea typeface="Arial"/>
                <a:cs typeface="Arial"/>
              </a:rPr>
              <a:t>Reacquire</a:t>
            </a:r>
          </a:p>
        </p:txBody>
      </p:sp>
      <p:sp>
        <p:nvSpPr>
          <p:cNvPr id="194" name="text-169 /">
            <a:extLst xmlns:a="http://schemas.openxmlformats.org/drawingml/2006/main">
              <a:ext uri="{FF2B5EF4-FFF2-40B4-BE49-F238E27FC236}">
                <a16:creationId xmlns:a16="http://schemas.microsoft.com/office/drawing/2014/main" id="{3DD52A21-F7F6-4E9E-92B1-58A6EA710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8410" y="7229996"/>
            <a:ext cx="89295" cy="205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53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53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pPr>
            <a:r>
              <a:rPr sz="1153" b="1" i="0">
                <a:solidFill>
                  <a:srgbClr val="B08B20"/>
                </a:solidFill>
                <a:latin typeface="Arial"/>
                <a:ea typeface="Arial"/>
                <a:cs typeface="Arial"/>
              </a:rPr>
              <a:t>/</a:t>
            </a:r>
          </a:p>
        </p:txBody>
      </p:sp>
      <p:sp>
        <p:nvSpPr>
          <p:cNvPr id="195" name="text-169 Exclude">
            <a:extLst xmlns:a="http://schemas.openxmlformats.org/drawingml/2006/main">
              <a:ext uri="{FF2B5EF4-FFF2-40B4-BE49-F238E27FC236}">
                <a16:creationId xmlns:a16="http://schemas.microsoft.com/office/drawing/2014/main" id="{5877CEE0-D9B9-44D5-949F-923E3EAEC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04634" y="7255703"/>
            <a:ext cx="484756" cy="1690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51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51" b="1" i="0">
                <a:solidFill>
                  <a:srgbClr val="B08B20"/>
                </a:solidFill>
                <a:latin typeface="Arial"/>
                <a:ea typeface="Arial"/>
                <a:cs typeface="Arial"/>
              </a:defRPr>
            </a:pPr>
            <a:r>
              <a:rPr sz="951" b="1" i="0">
                <a:solidFill>
                  <a:srgbClr val="B08B20"/>
                </a:solidFill>
                <a:latin typeface="Arial"/>
                <a:ea typeface="Arial"/>
                <a:cs typeface="Arial"/>
              </a:rPr>
              <a:t>Exclude</a:t>
            </a:r>
          </a:p>
        </p:txBody>
      </p:sp>
      <p:sp>
        <p:nvSpPr>
          <p:cNvPr id="196" name="path-170">
            <a:extLst xmlns:a="http://schemas.openxmlformats.org/drawingml/2006/main">
              <a:ext uri="{FF2B5EF4-FFF2-40B4-BE49-F238E27FC236}">
                <a16:creationId xmlns:a16="http://schemas.microsoft.com/office/drawing/2014/main" id="{A34112D9-6696-4741-8EDA-89E358E91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839" y="7455276"/>
            <a:ext cx="191" cy="303066"/>
          </a:xfrm>
          <a:custGeom xmlns:a="http://schemas.openxmlformats.org/drawingml/2006/main">
            <a:pathLst>
              <a:path w="191" h="307556">
                <a:moveTo>
                  <a:pt x="0" y="0"/>
                </a:moveTo>
                <a:lnTo>
                  <a:pt x="0" y="307556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AE3639"/>
            </a:solidFill>
            <a:prstDash val="solid"/>
          </a:ln>
        </p:spPr>
      </p:sp>
      <p:sp>
        <p:nvSpPr>
          <p:cNvPr id="197" name="path-171">
            <a:extLst xmlns:a="http://schemas.openxmlformats.org/drawingml/2006/main">
              <a:ext uri="{FF2B5EF4-FFF2-40B4-BE49-F238E27FC236}">
                <a16:creationId xmlns:a16="http://schemas.microsoft.com/office/drawing/2014/main" id="{26EDDE23-AE54-460C-910B-D3CC9FFFF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9561" y="7753531"/>
            <a:ext cx="74555" cy="74574"/>
          </a:xfrm>
          <a:custGeom xmlns:a="http://schemas.openxmlformats.org/drawingml/2006/main">
            <a:pathLst>
              <a:path w="75659" h="75678">
                <a:moveTo>
                  <a:pt x="37830" y="75678"/>
                </a:moveTo>
                <a:lnTo>
                  <a:pt x="0" y="0"/>
                </a:lnTo>
                <a:lnTo>
                  <a:pt x="75659" y="0"/>
                </a:lnTo>
                <a:lnTo>
                  <a:pt x="37830" y="75678"/>
                </a:lnTo>
              </a:path>
            </a:pathLst>
          </a:custGeom>
          <a:solidFill xmlns:a="http://schemas.openxmlformats.org/drawingml/2006/main">
            <a:srgbClr val="AE363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" name="path-172">
            <a:extLst xmlns:a="http://schemas.openxmlformats.org/drawingml/2006/main">
              <a:ext uri="{FF2B5EF4-FFF2-40B4-BE49-F238E27FC236}">
                <a16:creationId xmlns:a16="http://schemas.microsoft.com/office/drawing/2014/main" id="{767F5D10-380F-4639-8DD8-BC601E97D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8811" y="7460612"/>
            <a:ext cx="191" cy="303047"/>
          </a:xfrm>
          <a:custGeom xmlns:a="http://schemas.openxmlformats.org/drawingml/2006/main">
            <a:pathLst>
              <a:path w="191" h="307537">
                <a:moveTo>
                  <a:pt x="0" y="0"/>
                </a:moveTo>
                <a:lnTo>
                  <a:pt x="0" y="307537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C16628"/>
            </a:solidFill>
            <a:prstDash val="solid"/>
          </a:ln>
        </p:spPr>
      </p:sp>
      <p:sp>
        <p:nvSpPr>
          <p:cNvPr id="199" name="path-173">
            <a:extLst xmlns:a="http://schemas.openxmlformats.org/drawingml/2006/main">
              <a:ext uri="{FF2B5EF4-FFF2-40B4-BE49-F238E27FC236}">
                <a16:creationId xmlns:a16="http://schemas.microsoft.com/office/drawing/2014/main" id="{3D4C6EC0-7F1B-434C-9BBD-067878939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1515" y="7758868"/>
            <a:ext cx="74573" cy="74555"/>
          </a:xfrm>
          <a:custGeom xmlns:a="http://schemas.openxmlformats.org/drawingml/2006/main">
            <a:pathLst>
              <a:path w="75678" h="75659">
                <a:moveTo>
                  <a:pt x="37849" y="75659"/>
                </a:moveTo>
                <a:lnTo>
                  <a:pt x="0" y="0"/>
                </a:lnTo>
                <a:lnTo>
                  <a:pt x="75678" y="0"/>
                </a:lnTo>
                <a:lnTo>
                  <a:pt x="37849" y="75659"/>
                </a:lnTo>
              </a:path>
            </a:pathLst>
          </a:custGeom>
          <a:solidFill xmlns:a="http://schemas.openxmlformats.org/drawingml/2006/main">
            <a:srgbClr val="C1662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0" name="path-174">
            <a:extLst xmlns:a="http://schemas.openxmlformats.org/drawingml/2006/main">
              <a:ext uri="{FF2B5EF4-FFF2-40B4-BE49-F238E27FC236}">
                <a16:creationId xmlns:a16="http://schemas.microsoft.com/office/drawing/2014/main" id="{0FD1F8D0-B57C-4639-BE37-B013752A9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64460" y="6635081"/>
            <a:ext cx="191" cy="1098215"/>
          </a:xfrm>
          <a:custGeom xmlns:a="http://schemas.openxmlformats.org/drawingml/2006/main">
            <a:pathLst>
              <a:path w="191" h="1114485">
                <a:moveTo>
                  <a:pt x="0" y="0"/>
                </a:moveTo>
                <a:lnTo>
                  <a:pt x="0" y="1114485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111111"/>
            </a:solidFill>
            <a:prstDash val="solid"/>
          </a:ln>
        </p:spPr>
      </p:sp>
      <p:sp>
        <p:nvSpPr>
          <p:cNvPr id="201" name="path-175">
            <a:extLst xmlns:a="http://schemas.openxmlformats.org/drawingml/2006/main">
              <a:ext uri="{FF2B5EF4-FFF2-40B4-BE49-F238E27FC236}">
                <a16:creationId xmlns:a16="http://schemas.microsoft.com/office/drawing/2014/main" id="{440903FB-8886-4B28-8CAA-DCFF4BCF4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08543" y="7725836"/>
            <a:ext cx="111832" cy="111852"/>
          </a:xfrm>
          <a:custGeom xmlns:a="http://schemas.openxmlformats.org/drawingml/2006/main">
            <a:pathLst>
              <a:path w="113489" h="113509">
                <a:moveTo>
                  <a:pt x="56745" y="113509"/>
                </a:moveTo>
                <a:lnTo>
                  <a:pt x="0" y="0"/>
                </a:lnTo>
                <a:lnTo>
                  <a:pt x="113489" y="0"/>
                </a:lnTo>
                <a:lnTo>
                  <a:pt x="56745" y="113509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2" name="path-176">
            <a:extLst xmlns:a="http://schemas.openxmlformats.org/drawingml/2006/main">
              <a:ext uri="{FF2B5EF4-FFF2-40B4-BE49-F238E27FC236}">
                <a16:creationId xmlns:a16="http://schemas.microsoft.com/office/drawing/2014/main" id="{79C549D2-7A27-4B71-9041-61497A30E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7804" y="7842479"/>
            <a:ext cx="4518052" cy="843644"/>
          </a:xfrm>
          <a:custGeom xmlns:a="http://schemas.openxmlformats.org/drawingml/2006/main">
            <a:pathLst>
              <a:path w="4584986" h="856142">
                <a:moveTo>
                  <a:pt x="0" y="136751"/>
                </a:moveTo>
                <a:lnTo>
                  <a:pt x="0" y="136751"/>
                </a:lnTo>
                <a:cubicBezTo>
                  <a:pt x="0" y="112974"/>
                  <a:pt x="6483" y="89178"/>
                  <a:pt x="18362" y="68109"/>
                </a:cubicBezTo>
                <a:cubicBezTo>
                  <a:pt x="30260" y="47573"/>
                  <a:pt x="47554" y="30279"/>
                  <a:pt x="68642" y="18381"/>
                </a:cubicBezTo>
                <a:cubicBezTo>
                  <a:pt x="89178" y="5949"/>
                  <a:pt x="112955" y="0"/>
                  <a:pt x="136732" y="0"/>
                </a:cubicBezTo>
                <a:lnTo>
                  <a:pt x="4447701" y="0"/>
                </a:lnTo>
                <a:cubicBezTo>
                  <a:pt x="4471478" y="0"/>
                  <a:pt x="4495255" y="6484"/>
                  <a:pt x="4516344" y="18381"/>
                </a:cubicBezTo>
                <a:cubicBezTo>
                  <a:pt x="4536879" y="30279"/>
                  <a:pt x="4554173" y="47573"/>
                  <a:pt x="4566052" y="68642"/>
                </a:cubicBezTo>
                <a:cubicBezTo>
                  <a:pt x="4578484" y="89178"/>
                  <a:pt x="4584433" y="112974"/>
                  <a:pt x="4584433" y="136751"/>
                </a:cubicBezTo>
                <a:lnTo>
                  <a:pt x="4584986" y="718858"/>
                </a:lnTo>
                <a:cubicBezTo>
                  <a:pt x="4584986" y="742635"/>
                  <a:pt x="4578484" y="766431"/>
                  <a:pt x="4566605" y="787500"/>
                </a:cubicBezTo>
                <a:cubicBezTo>
                  <a:pt x="4554707" y="808036"/>
                  <a:pt x="4537413" y="825330"/>
                  <a:pt x="4516344" y="837227"/>
                </a:cubicBezTo>
                <a:cubicBezTo>
                  <a:pt x="4495789" y="849660"/>
                  <a:pt x="4472012" y="855609"/>
                  <a:pt x="4448235" y="855609"/>
                </a:cubicBezTo>
                <a:lnTo>
                  <a:pt x="136732" y="856142"/>
                </a:lnTo>
                <a:cubicBezTo>
                  <a:pt x="112955" y="856142"/>
                  <a:pt x="89178" y="849660"/>
                  <a:pt x="68089" y="837761"/>
                </a:cubicBezTo>
                <a:cubicBezTo>
                  <a:pt x="47554" y="825883"/>
                  <a:pt x="30260" y="808588"/>
                  <a:pt x="18362" y="787500"/>
                </a:cubicBezTo>
                <a:cubicBezTo>
                  <a:pt x="5930" y="766964"/>
                  <a:pt x="0" y="743187"/>
                  <a:pt x="0" y="719391"/>
                </a:cubicBezTo>
                <a:lnTo>
                  <a:pt x="0" y="13675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4499">
            <a:solidFill>
              <a:srgbClr val="6B8FC4"/>
            </a:solidFill>
            <a:prstDash val="solid"/>
          </a:ln>
        </p:spPr>
      </p:sp>
      <p:sp>
        <p:nvSpPr>
          <p:cNvPr id="203" name="text-177 Human">
            <a:extLst xmlns:a="http://schemas.openxmlformats.org/drawingml/2006/main">
              <a:ext uri="{FF2B5EF4-FFF2-40B4-BE49-F238E27FC236}">
                <a16:creationId xmlns:a16="http://schemas.microsoft.com/office/drawing/2014/main" id="{5A92046B-C4DD-4878-8094-125D87EC6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7564" y="7876130"/>
            <a:ext cx="803362" cy="3152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773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Human</a:t>
            </a:r>
          </a:p>
        </p:txBody>
      </p:sp>
      <p:sp>
        <p:nvSpPr>
          <p:cNvPr id="204" name="text-177 +">
            <a:extLst xmlns:a="http://schemas.openxmlformats.org/drawingml/2006/main">
              <a:ext uri="{FF2B5EF4-FFF2-40B4-BE49-F238E27FC236}">
                <a16:creationId xmlns:a16="http://schemas.microsoft.com/office/drawing/2014/main" id="{A33F3BD5-DCA8-4E80-94D2-F155124ED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82608" y="7875984"/>
            <a:ext cx="172134" cy="3154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774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205" name="text-177 Stronger-Model">
            <a:extLst xmlns:a="http://schemas.openxmlformats.org/drawingml/2006/main">
              <a:ext uri="{FF2B5EF4-FFF2-40B4-BE49-F238E27FC236}">
                <a16:creationId xmlns:a16="http://schemas.microsoft.com/office/drawing/2014/main" id="{BD4A5753-41B1-468B-8EC8-7E042EE5BE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76590" y="7876120"/>
            <a:ext cx="1703655" cy="3153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773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Stronger-Model</a:t>
            </a:r>
          </a:p>
        </p:txBody>
      </p:sp>
      <p:sp>
        <p:nvSpPr>
          <p:cNvPr id="206" name="text-177 Review">
            <a:extLst xmlns:a="http://schemas.openxmlformats.org/drawingml/2006/main">
              <a:ext uri="{FF2B5EF4-FFF2-40B4-BE49-F238E27FC236}">
                <a16:creationId xmlns:a16="http://schemas.microsoft.com/office/drawing/2014/main" id="{69936ACB-B2B6-4352-9530-50B0CA8B2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1927" y="7876134"/>
            <a:ext cx="816200" cy="3152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773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Review</a:t>
            </a:r>
          </a:p>
        </p:txBody>
      </p:sp>
      <p:sp>
        <p:nvSpPr>
          <p:cNvPr id="207" name="path-178">
            <a:extLst xmlns:a="http://schemas.openxmlformats.org/drawingml/2006/main">
              <a:ext uri="{FF2B5EF4-FFF2-40B4-BE49-F238E27FC236}">
                <a16:creationId xmlns:a16="http://schemas.microsoft.com/office/drawing/2014/main" id="{014C5332-9A1A-4891-AD95-FD7D12EB7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9268" y="8199864"/>
            <a:ext cx="166170" cy="166170"/>
          </a:xfrm>
          <a:custGeom xmlns:a="http://schemas.openxmlformats.org/drawingml/2006/main">
            <a:pathLst>
              <a:path w="168631" h="168632">
                <a:moveTo>
                  <a:pt x="0" y="84316"/>
                </a:moveTo>
                <a:lnTo>
                  <a:pt x="0" y="84316"/>
                </a:lnTo>
                <a:cubicBezTo>
                  <a:pt x="0" y="69710"/>
                  <a:pt x="3775" y="55123"/>
                  <a:pt x="11345" y="42157"/>
                </a:cubicBezTo>
                <a:cubicBezTo>
                  <a:pt x="18915" y="29173"/>
                  <a:pt x="29173" y="18915"/>
                  <a:pt x="42158" y="11345"/>
                </a:cubicBezTo>
                <a:cubicBezTo>
                  <a:pt x="55124" y="3776"/>
                  <a:pt x="69710" y="0"/>
                  <a:pt x="84316" y="0"/>
                </a:cubicBezTo>
                <a:cubicBezTo>
                  <a:pt x="98903" y="0"/>
                  <a:pt x="113489" y="3776"/>
                  <a:pt x="126474" y="11345"/>
                </a:cubicBezTo>
                <a:cubicBezTo>
                  <a:pt x="139439" y="18915"/>
                  <a:pt x="149698" y="29173"/>
                  <a:pt x="157267" y="42157"/>
                </a:cubicBezTo>
                <a:cubicBezTo>
                  <a:pt x="164837" y="55123"/>
                  <a:pt x="168631" y="69710"/>
                  <a:pt x="168631" y="84316"/>
                </a:cubicBezTo>
                <a:cubicBezTo>
                  <a:pt x="168631" y="98903"/>
                  <a:pt x="164837" y="113489"/>
                  <a:pt x="157267" y="126473"/>
                </a:cubicBezTo>
                <a:cubicBezTo>
                  <a:pt x="149698" y="139439"/>
                  <a:pt x="139439" y="149717"/>
                  <a:pt x="126474" y="157287"/>
                </a:cubicBezTo>
                <a:cubicBezTo>
                  <a:pt x="113489" y="164837"/>
                  <a:pt x="98903" y="168632"/>
                  <a:pt x="84316" y="168632"/>
                </a:cubicBezTo>
                <a:cubicBezTo>
                  <a:pt x="69710" y="168632"/>
                  <a:pt x="55124" y="164837"/>
                  <a:pt x="42158" y="157287"/>
                </a:cubicBezTo>
                <a:cubicBezTo>
                  <a:pt x="29173" y="149717"/>
                  <a:pt x="18915" y="139439"/>
                  <a:pt x="11345" y="126473"/>
                </a:cubicBezTo>
                <a:cubicBezTo>
                  <a:pt x="3775" y="113489"/>
                  <a:pt x="0" y="98903"/>
                  <a:pt x="0" y="84316"/>
                </a:cubicBezTo>
              </a:path>
            </a:pathLst>
          </a:custGeom>
          <a:solidFill xmlns:a="http://schemas.openxmlformats.org/drawingml/2006/main">
            <a:srgbClr val="86A8D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" name="path-179">
            <a:extLst xmlns:a="http://schemas.openxmlformats.org/drawingml/2006/main">
              <a:ext uri="{FF2B5EF4-FFF2-40B4-BE49-F238E27FC236}">
                <a16:creationId xmlns:a16="http://schemas.microsoft.com/office/drawing/2014/main" id="{5C3C461C-D8EF-4918-B3D2-9003CCAB8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6710" y="8400643"/>
            <a:ext cx="340325" cy="177895"/>
          </a:xfrm>
          <a:custGeom xmlns:a="http://schemas.openxmlformats.org/drawingml/2006/main">
            <a:pathLst>
              <a:path w="345366" h="180530">
                <a:moveTo>
                  <a:pt x="81074" y="0"/>
                </a:moveTo>
                <a:lnTo>
                  <a:pt x="263758" y="0"/>
                </a:lnTo>
                <a:cubicBezTo>
                  <a:pt x="277811" y="0"/>
                  <a:pt x="291863" y="3795"/>
                  <a:pt x="304295" y="10811"/>
                </a:cubicBezTo>
                <a:cubicBezTo>
                  <a:pt x="316727" y="17847"/>
                  <a:pt x="326985" y="28105"/>
                  <a:pt x="334021" y="40537"/>
                </a:cubicBezTo>
                <a:cubicBezTo>
                  <a:pt x="341038" y="52969"/>
                  <a:pt x="344833" y="67022"/>
                  <a:pt x="344833" y="81075"/>
                </a:cubicBezTo>
                <a:lnTo>
                  <a:pt x="345366" y="180530"/>
                </a:lnTo>
                <a:lnTo>
                  <a:pt x="0" y="180530"/>
                </a:lnTo>
                <a:lnTo>
                  <a:pt x="0" y="81075"/>
                </a:lnTo>
                <a:cubicBezTo>
                  <a:pt x="0" y="67022"/>
                  <a:pt x="3775" y="52969"/>
                  <a:pt x="10811" y="40537"/>
                </a:cubicBezTo>
                <a:cubicBezTo>
                  <a:pt x="17828" y="28105"/>
                  <a:pt x="28105" y="17847"/>
                  <a:pt x="40537" y="10811"/>
                </a:cubicBezTo>
                <a:cubicBezTo>
                  <a:pt x="52969" y="3795"/>
                  <a:pt x="67022" y="0"/>
                  <a:pt x="81074" y="0"/>
                </a:cubicBezTo>
              </a:path>
            </a:pathLst>
          </a:custGeom>
          <a:solidFill xmlns:a="http://schemas.openxmlformats.org/drawingml/2006/main">
            <a:srgbClr val="86A8D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9" name="text-180 +">
            <a:extLst xmlns:a="http://schemas.openxmlformats.org/drawingml/2006/main">
              <a:ext uri="{FF2B5EF4-FFF2-40B4-BE49-F238E27FC236}">
                <a16:creationId xmlns:a16="http://schemas.microsoft.com/office/drawing/2014/main" id="{5B347A17-C52B-461E-B94D-0DCAF218B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85618" y="8229058"/>
            <a:ext cx="195731" cy="3587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8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8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2018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+</a:t>
            </a:r>
          </a:p>
        </p:txBody>
      </p:sp>
      <p:sp>
        <p:nvSpPr>
          <p:cNvPr id="210" name="path-181">
            <a:extLst xmlns:a="http://schemas.openxmlformats.org/drawingml/2006/main">
              <a:ext uri="{FF2B5EF4-FFF2-40B4-BE49-F238E27FC236}">
                <a16:creationId xmlns:a16="http://schemas.microsoft.com/office/drawing/2014/main" id="{B925842E-D028-4CC9-B247-2A5165734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65907" y="8185471"/>
            <a:ext cx="49001" cy="49002"/>
          </a:xfrm>
          <a:custGeom xmlns:a="http://schemas.openxmlformats.org/drawingml/2006/main">
            <a:pathLst>
              <a:path w="49727" h="49728">
                <a:moveTo>
                  <a:pt x="0" y="24864"/>
                </a:moveTo>
                <a:lnTo>
                  <a:pt x="0" y="24864"/>
                </a:lnTo>
                <a:cubicBezTo>
                  <a:pt x="0" y="20555"/>
                  <a:pt x="1068" y="16227"/>
                  <a:pt x="3241" y="12433"/>
                </a:cubicBezTo>
                <a:cubicBezTo>
                  <a:pt x="5396" y="8657"/>
                  <a:pt x="8637" y="5416"/>
                  <a:pt x="12432" y="3242"/>
                </a:cubicBezTo>
                <a:cubicBezTo>
                  <a:pt x="16207" y="1087"/>
                  <a:pt x="20535" y="0"/>
                  <a:pt x="24864" y="0"/>
                </a:cubicBezTo>
                <a:cubicBezTo>
                  <a:pt x="29173" y="0"/>
                  <a:pt x="33501" y="1087"/>
                  <a:pt x="37296" y="3242"/>
                </a:cubicBezTo>
                <a:cubicBezTo>
                  <a:pt x="41071" y="5416"/>
                  <a:pt x="44312" y="8657"/>
                  <a:pt x="46467" y="12433"/>
                </a:cubicBezTo>
                <a:cubicBezTo>
                  <a:pt x="48640" y="16227"/>
                  <a:pt x="49727" y="20555"/>
                  <a:pt x="49727" y="24864"/>
                </a:cubicBezTo>
                <a:cubicBezTo>
                  <a:pt x="49727" y="29193"/>
                  <a:pt x="48640" y="33521"/>
                  <a:pt x="46467" y="37297"/>
                </a:cubicBezTo>
                <a:cubicBezTo>
                  <a:pt x="44312" y="41091"/>
                  <a:pt x="41071" y="44332"/>
                  <a:pt x="37296" y="46487"/>
                </a:cubicBezTo>
                <a:cubicBezTo>
                  <a:pt x="33501" y="48660"/>
                  <a:pt x="29173" y="49728"/>
                  <a:pt x="24864" y="49728"/>
                </a:cubicBezTo>
                <a:cubicBezTo>
                  <a:pt x="20535" y="49728"/>
                  <a:pt x="16207" y="48660"/>
                  <a:pt x="12432" y="46487"/>
                </a:cubicBezTo>
                <a:cubicBezTo>
                  <a:pt x="8637" y="44332"/>
                  <a:pt x="5396" y="41091"/>
                  <a:pt x="3241" y="37297"/>
                </a:cubicBezTo>
                <a:cubicBezTo>
                  <a:pt x="1068" y="33521"/>
                  <a:pt x="0" y="29193"/>
                  <a:pt x="0" y="24864"/>
                </a:cubicBezTo>
              </a:path>
            </a:pathLst>
          </a:custGeom>
          <a:solidFill xmlns:a="http://schemas.openxmlformats.org/drawingml/2006/main">
            <a:srgbClr val="5C72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1" name="path-182">
            <a:extLst xmlns:a="http://schemas.openxmlformats.org/drawingml/2006/main">
              <a:ext uri="{FF2B5EF4-FFF2-40B4-BE49-F238E27FC236}">
                <a16:creationId xmlns:a16="http://schemas.microsoft.com/office/drawing/2014/main" id="{4DD7B23E-7E5B-4369-9574-F3472DF7C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0934" y="8226488"/>
            <a:ext cx="191" cy="49002"/>
          </a:xfrm>
          <a:custGeom xmlns:a="http://schemas.openxmlformats.org/drawingml/2006/main">
            <a:pathLst>
              <a:path w="191" h="49728">
                <a:moveTo>
                  <a:pt x="0" y="0"/>
                </a:moveTo>
                <a:lnTo>
                  <a:pt x="0" y="49728"/>
                </a:ln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5C728A"/>
            </a:solidFill>
            <a:prstDash val="solid"/>
          </a:ln>
        </p:spPr>
      </p:sp>
      <p:sp>
        <p:nvSpPr>
          <p:cNvPr id="212" name="path-183">
            <a:extLst xmlns:a="http://schemas.openxmlformats.org/drawingml/2006/main">
              <a:ext uri="{FF2B5EF4-FFF2-40B4-BE49-F238E27FC236}">
                <a16:creationId xmlns:a16="http://schemas.microsoft.com/office/drawing/2014/main" id="{30412700-1B06-4636-8E38-E5B31BFD7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6887" y="8266434"/>
            <a:ext cx="326496" cy="188002"/>
          </a:xfrm>
          <a:custGeom xmlns:a="http://schemas.openxmlformats.org/drawingml/2006/main">
            <a:pathLst>
              <a:path w="331333" h="190787">
                <a:moveTo>
                  <a:pt x="553" y="57297"/>
                </a:moveTo>
                <a:lnTo>
                  <a:pt x="553" y="57297"/>
                </a:lnTo>
                <a:cubicBezTo>
                  <a:pt x="553" y="47019"/>
                  <a:pt x="3242" y="37296"/>
                  <a:pt x="8104" y="28639"/>
                </a:cubicBezTo>
                <a:cubicBezTo>
                  <a:pt x="12985" y="20001"/>
                  <a:pt x="20536" y="12965"/>
                  <a:pt x="29192" y="8103"/>
                </a:cubicBezTo>
                <a:cubicBezTo>
                  <a:pt x="37830" y="2707"/>
                  <a:pt x="47573" y="0"/>
                  <a:pt x="57831" y="0"/>
                </a:cubicBezTo>
                <a:lnTo>
                  <a:pt x="274036" y="533"/>
                </a:lnTo>
                <a:cubicBezTo>
                  <a:pt x="284294" y="533"/>
                  <a:pt x="294037" y="3241"/>
                  <a:pt x="302675" y="8103"/>
                </a:cubicBezTo>
                <a:cubicBezTo>
                  <a:pt x="311331" y="12965"/>
                  <a:pt x="318348" y="20536"/>
                  <a:pt x="323210" y="29191"/>
                </a:cubicBezTo>
                <a:cubicBezTo>
                  <a:pt x="328625" y="37829"/>
                  <a:pt x="331333" y="47573"/>
                  <a:pt x="331333" y="57830"/>
                </a:cubicBezTo>
                <a:lnTo>
                  <a:pt x="331333" y="133509"/>
                </a:lnTo>
                <a:cubicBezTo>
                  <a:pt x="331333" y="143767"/>
                  <a:pt x="328625" y="153492"/>
                  <a:pt x="323764" y="162148"/>
                </a:cubicBezTo>
                <a:cubicBezTo>
                  <a:pt x="318901" y="170804"/>
                  <a:pt x="311331" y="177821"/>
                  <a:pt x="302675" y="182683"/>
                </a:cubicBezTo>
                <a:cubicBezTo>
                  <a:pt x="294037" y="188099"/>
                  <a:pt x="284294" y="190787"/>
                  <a:pt x="274036" y="190787"/>
                </a:cubicBezTo>
                <a:lnTo>
                  <a:pt x="57297" y="190787"/>
                </a:lnTo>
                <a:cubicBezTo>
                  <a:pt x="47020" y="190787"/>
                  <a:pt x="37296" y="188099"/>
                  <a:pt x="28658" y="183217"/>
                </a:cubicBezTo>
                <a:cubicBezTo>
                  <a:pt x="20002" y="178356"/>
                  <a:pt x="12985" y="170804"/>
                  <a:pt x="8104" y="162148"/>
                </a:cubicBezTo>
                <a:cubicBezTo>
                  <a:pt x="2708" y="153492"/>
                  <a:pt x="0" y="143767"/>
                  <a:pt x="0" y="133509"/>
                </a:cubicBezTo>
                <a:lnTo>
                  <a:pt x="553" y="57297"/>
                </a:lnTo>
              </a:path>
            </a:pathLst>
          </a:custGeom>
          <a:solidFill xmlns:a="http://schemas.openxmlformats.org/drawingml/2006/main">
            <a:srgbClr val="CBD6E2"/>
          </a:solidFill>
          <a:ln xmlns:a="http://schemas.openxmlformats.org/drawingml/2006/main" w="18641">
            <a:solidFill>
              <a:srgbClr val="5C728A"/>
            </a:solidFill>
            <a:prstDash val="solid"/>
          </a:ln>
        </p:spPr>
      </p:sp>
      <p:sp>
        <p:nvSpPr>
          <p:cNvPr id="213" name="path-184">
            <a:extLst xmlns:a="http://schemas.openxmlformats.org/drawingml/2006/main">
              <a:ext uri="{FF2B5EF4-FFF2-40B4-BE49-F238E27FC236}">
                <a16:creationId xmlns:a16="http://schemas.microsoft.com/office/drawing/2014/main" id="{8A412D2B-C872-4E12-8983-BF6EFB115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3476" y="8319700"/>
            <a:ext cx="52722" cy="52722"/>
          </a:xfrm>
          <a:custGeom xmlns:a="http://schemas.openxmlformats.org/drawingml/2006/main">
            <a:pathLst>
              <a:path w="53503" h="53503">
                <a:moveTo>
                  <a:pt x="0" y="27018"/>
                </a:moveTo>
                <a:lnTo>
                  <a:pt x="0" y="27018"/>
                </a:lnTo>
                <a:cubicBezTo>
                  <a:pt x="0" y="22156"/>
                  <a:pt x="1068" y="17828"/>
                  <a:pt x="3775" y="13499"/>
                </a:cubicBezTo>
                <a:cubicBezTo>
                  <a:pt x="5930" y="9724"/>
                  <a:pt x="9171" y="5930"/>
                  <a:pt x="13499" y="3775"/>
                </a:cubicBezTo>
                <a:cubicBezTo>
                  <a:pt x="17294" y="1621"/>
                  <a:pt x="22156" y="0"/>
                  <a:pt x="26484" y="0"/>
                </a:cubicBezTo>
                <a:cubicBezTo>
                  <a:pt x="31347" y="0"/>
                  <a:pt x="36209" y="1621"/>
                  <a:pt x="39984" y="3775"/>
                </a:cubicBezTo>
                <a:cubicBezTo>
                  <a:pt x="44312" y="5930"/>
                  <a:pt x="47554" y="9724"/>
                  <a:pt x="49708" y="13499"/>
                </a:cubicBezTo>
                <a:cubicBezTo>
                  <a:pt x="52416" y="17828"/>
                  <a:pt x="53503" y="22156"/>
                  <a:pt x="53503" y="27018"/>
                </a:cubicBezTo>
                <a:cubicBezTo>
                  <a:pt x="53503" y="31881"/>
                  <a:pt x="52416" y="36208"/>
                  <a:pt x="49708" y="40537"/>
                </a:cubicBezTo>
                <a:cubicBezTo>
                  <a:pt x="47554" y="44313"/>
                  <a:pt x="44312" y="48106"/>
                  <a:pt x="39984" y="50262"/>
                </a:cubicBezTo>
                <a:cubicBezTo>
                  <a:pt x="36209" y="52416"/>
                  <a:pt x="31347" y="53503"/>
                  <a:pt x="26484" y="53503"/>
                </a:cubicBezTo>
                <a:cubicBezTo>
                  <a:pt x="22156" y="53503"/>
                  <a:pt x="17294" y="52416"/>
                  <a:pt x="13499" y="50262"/>
                </a:cubicBezTo>
                <a:cubicBezTo>
                  <a:pt x="9171" y="48106"/>
                  <a:pt x="5930" y="44313"/>
                  <a:pt x="3775" y="40537"/>
                </a:cubicBezTo>
                <a:cubicBezTo>
                  <a:pt x="1068" y="36208"/>
                  <a:pt x="0" y="31881"/>
                  <a:pt x="0" y="27018"/>
                </a:cubicBezTo>
              </a:path>
            </a:pathLst>
          </a:custGeom>
          <a:solidFill xmlns:a="http://schemas.openxmlformats.org/drawingml/2006/main">
            <a:srgbClr val="5C72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4" name="path-185">
            <a:extLst xmlns:a="http://schemas.openxmlformats.org/drawingml/2006/main">
              <a:ext uri="{FF2B5EF4-FFF2-40B4-BE49-F238E27FC236}">
                <a16:creationId xmlns:a16="http://schemas.microsoft.com/office/drawing/2014/main" id="{78EEB0EB-2F4C-40AA-96B9-8E577FB22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1950" y="8319700"/>
            <a:ext cx="52722" cy="52722"/>
          </a:xfrm>
          <a:custGeom xmlns:a="http://schemas.openxmlformats.org/drawingml/2006/main">
            <a:pathLst>
              <a:path w="53503" h="53503">
                <a:moveTo>
                  <a:pt x="0" y="27018"/>
                </a:moveTo>
                <a:lnTo>
                  <a:pt x="0" y="27018"/>
                </a:lnTo>
                <a:cubicBezTo>
                  <a:pt x="0" y="22156"/>
                  <a:pt x="1068" y="17828"/>
                  <a:pt x="3775" y="13499"/>
                </a:cubicBezTo>
                <a:cubicBezTo>
                  <a:pt x="5930" y="9724"/>
                  <a:pt x="9190" y="5930"/>
                  <a:pt x="13500" y="3775"/>
                </a:cubicBezTo>
                <a:cubicBezTo>
                  <a:pt x="17294" y="1621"/>
                  <a:pt x="22156" y="0"/>
                  <a:pt x="27018" y="0"/>
                </a:cubicBezTo>
                <a:cubicBezTo>
                  <a:pt x="31347" y="0"/>
                  <a:pt x="36209" y="1621"/>
                  <a:pt x="39984" y="3775"/>
                </a:cubicBezTo>
                <a:cubicBezTo>
                  <a:pt x="44313" y="5930"/>
                  <a:pt x="47554" y="9724"/>
                  <a:pt x="49728" y="13499"/>
                </a:cubicBezTo>
                <a:cubicBezTo>
                  <a:pt x="52416" y="17828"/>
                  <a:pt x="53503" y="22156"/>
                  <a:pt x="53503" y="27018"/>
                </a:cubicBezTo>
                <a:cubicBezTo>
                  <a:pt x="53503" y="31881"/>
                  <a:pt x="52416" y="36208"/>
                  <a:pt x="49728" y="40537"/>
                </a:cubicBezTo>
                <a:cubicBezTo>
                  <a:pt x="47554" y="44313"/>
                  <a:pt x="44313" y="48106"/>
                  <a:pt x="39984" y="50262"/>
                </a:cubicBezTo>
                <a:cubicBezTo>
                  <a:pt x="36209" y="52416"/>
                  <a:pt x="31347" y="53503"/>
                  <a:pt x="27018" y="53503"/>
                </a:cubicBezTo>
                <a:cubicBezTo>
                  <a:pt x="22156" y="53503"/>
                  <a:pt x="17294" y="52416"/>
                  <a:pt x="13500" y="50262"/>
                </a:cubicBezTo>
                <a:cubicBezTo>
                  <a:pt x="9190" y="48106"/>
                  <a:pt x="5930" y="44313"/>
                  <a:pt x="3775" y="40537"/>
                </a:cubicBezTo>
                <a:cubicBezTo>
                  <a:pt x="1068" y="36208"/>
                  <a:pt x="0" y="31881"/>
                  <a:pt x="0" y="27018"/>
                </a:cubicBezTo>
              </a:path>
            </a:pathLst>
          </a:custGeom>
          <a:solidFill xmlns:a="http://schemas.openxmlformats.org/drawingml/2006/main">
            <a:srgbClr val="5C728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" name="path-186">
            <a:extLst xmlns:a="http://schemas.openxmlformats.org/drawingml/2006/main">
              <a:ext uri="{FF2B5EF4-FFF2-40B4-BE49-F238E27FC236}">
                <a16:creationId xmlns:a16="http://schemas.microsoft.com/office/drawing/2014/main" id="{B40426BE-FB0D-4EF4-A670-5E04E9614A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41932" y="8409700"/>
            <a:ext cx="97458" cy="191"/>
          </a:xfrm>
          <a:custGeom xmlns:a="http://schemas.openxmlformats.org/drawingml/2006/main">
            <a:pathLst>
              <a:path w="98902" h="191">
                <a:moveTo>
                  <a:pt x="0" y="0"/>
                </a:moveTo>
                <a:lnTo>
                  <a:pt x="9890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7043">
            <a:solidFill>
              <a:srgbClr val="5C728A"/>
            </a:solidFill>
            <a:prstDash val="solid"/>
          </a:ln>
        </p:spPr>
      </p:sp>
      <p:sp>
        <p:nvSpPr>
          <p:cNvPr id="216" name="path-187">
            <a:extLst xmlns:a="http://schemas.openxmlformats.org/drawingml/2006/main">
              <a:ext uri="{FF2B5EF4-FFF2-40B4-BE49-F238E27FC236}">
                <a16:creationId xmlns:a16="http://schemas.microsoft.com/office/drawing/2014/main" id="{C43F34A5-FB4E-4494-B425-A76F108331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68975" y="8470425"/>
            <a:ext cx="243919" cy="97458"/>
          </a:xfrm>
          <a:custGeom xmlns:a="http://schemas.openxmlformats.org/drawingml/2006/main">
            <a:pathLst>
              <a:path w="247532" h="98901">
                <a:moveTo>
                  <a:pt x="123766" y="98901"/>
                </a:moveTo>
                <a:lnTo>
                  <a:pt x="0" y="98901"/>
                </a:lnTo>
                <a:lnTo>
                  <a:pt x="0" y="0"/>
                </a:lnTo>
                <a:lnTo>
                  <a:pt x="247532" y="0"/>
                </a:lnTo>
                <a:lnTo>
                  <a:pt x="247532" y="98901"/>
                </a:lnTo>
                <a:lnTo>
                  <a:pt x="123766" y="98901"/>
                </a:lnTo>
              </a:path>
            </a:pathLst>
          </a:custGeom>
          <a:solidFill xmlns:a="http://schemas.openxmlformats.org/drawingml/2006/main">
            <a:srgbClr val="CBD6E2"/>
          </a:solidFill>
          <a:ln xmlns:a="http://schemas.openxmlformats.org/drawingml/2006/main" w="18641">
            <a:solidFill>
              <a:srgbClr val="5C728A"/>
            </a:solidFill>
            <a:prstDash val="solid"/>
          </a:ln>
        </p:spPr>
      </p:sp>
      <p:sp>
        <p:nvSpPr>
          <p:cNvPr id="217" name="path-188">
            <a:extLst xmlns:a="http://schemas.openxmlformats.org/drawingml/2006/main">
              <a:ext uri="{FF2B5EF4-FFF2-40B4-BE49-F238E27FC236}">
                <a16:creationId xmlns:a16="http://schemas.microsoft.com/office/drawing/2014/main" id="{DE323332-1FFB-43FF-BAD5-FD484B00B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26845" y="8231824"/>
            <a:ext cx="306241" cy="365351"/>
          </a:xfrm>
          <a:custGeom xmlns:a="http://schemas.openxmlformats.org/drawingml/2006/main">
            <a:pathLst>
              <a:path w="310778" h="370763">
                <a:moveTo>
                  <a:pt x="0" y="30794"/>
                </a:moveTo>
                <a:lnTo>
                  <a:pt x="0" y="30794"/>
                </a:lnTo>
                <a:cubicBezTo>
                  <a:pt x="0" y="25397"/>
                  <a:pt x="1621" y="19983"/>
                  <a:pt x="4328" y="15120"/>
                </a:cubicBezTo>
                <a:cubicBezTo>
                  <a:pt x="7017" y="10791"/>
                  <a:pt x="10811" y="6482"/>
                  <a:pt x="15673" y="3775"/>
                </a:cubicBezTo>
                <a:cubicBezTo>
                  <a:pt x="20001" y="1068"/>
                  <a:pt x="25397" y="0"/>
                  <a:pt x="31347" y="0"/>
                </a:cubicBezTo>
                <a:lnTo>
                  <a:pt x="279432" y="0"/>
                </a:lnTo>
                <a:cubicBezTo>
                  <a:pt x="284827" y="0"/>
                  <a:pt x="290242" y="1621"/>
                  <a:pt x="295104" y="4309"/>
                </a:cubicBezTo>
                <a:cubicBezTo>
                  <a:pt x="299433" y="7017"/>
                  <a:pt x="303761" y="10791"/>
                  <a:pt x="306450" y="15673"/>
                </a:cubicBezTo>
                <a:cubicBezTo>
                  <a:pt x="309158" y="19983"/>
                  <a:pt x="310778" y="25397"/>
                  <a:pt x="310778" y="31347"/>
                </a:cubicBezTo>
                <a:lnTo>
                  <a:pt x="310778" y="339417"/>
                </a:lnTo>
                <a:cubicBezTo>
                  <a:pt x="310778" y="344833"/>
                  <a:pt x="309158" y="350229"/>
                  <a:pt x="306450" y="355091"/>
                </a:cubicBezTo>
                <a:cubicBezTo>
                  <a:pt x="303761" y="359419"/>
                  <a:pt x="299967" y="363748"/>
                  <a:pt x="295104" y="366436"/>
                </a:cubicBezTo>
                <a:cubicBezTo>
                  <a:pt x="290776" y="369143"/>
                  <a:pt x="285381" y="370763"/>
                  <a:pt x="279965" y="370763"/>
                </a:cubicBezTo>
                <a:lnTo>
                  <a:pt x="30813" y="370763"/>
                </a:lnTo>
                <a:cubicBezTo>
                  <a:pt x="25397" y="370763"/>
                  <a:pt x="20001" y="369143"/>
                  <a:pt x="15139" y="366436"/>
                </a:cubicBezTo>
                <a:cubicBezTo>
                  <a:pt x="10811" y="363748"/>
                  <a:pt x="6482" y="359952"/>
                  <a:pt x="3775" y="355091"/>
                </a:cubicBezTo>
                <a:cubicBezTo>
                  <a:pt x="1086" y="350762"/>
                  <a:pt x="0" y="345366"/>
                  <a:pt x="0" y="339951"/>
                </a:cubicBezTo>
                <a:lnTo>
                  <a:pt x="0" y="3079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2B2B2B"/>
            </a:solidFill>
            <a:prstDash val="solid"/>
          </a:ln>
        </p:spPr>
      </p:sp>
      <p:sp>
        <p:nvSpPr>
          <p:cNvPr id="218" name="path-189">
            <a:extLst xmlns:a="http://schemas.openxmlformats.org/drawingml/2006/main">
              <a:ext uri="{FF2B5EF4-FFF2-40B4-BE49-F238E27FC236}">
                <a16:creationId xmlns:a16="http://schemas.microsoft.com/office/drawing/2014/main" id="{7980E0C7-487E-4289-AB29-8CBD3C738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12598" y="8204110"/>
            <a:ext cx="134210" cy="50599"/>
          </a:xfrm>
          <a:custGeom xmlns:a="http://schemas.openxmlformats.org/drawingml/2006/main">
            <a:pathLst>
              <a:path w="136198" h="51349">
                <a:moveTo>
                  <a:pt x="68089" y="51349"/>
                </a:moveTo>
                <a:lnTo>
                  <a:pt x="0" y="51349"/>
                </a:lnTo>
                <a:lnTo>
                  <a:pt x="0" y="0"/>
                </a:lnTo>
                <a:lnTo>
                  <a:pt x="136198" y="0"/>
                </a:lnTo>
                <a:lnTo>
                  <a:pt x="136198" y="51349"/>
                </a:lnTo>
                <a:lnTo>
                  <a:pt x="68089" y="51349"/>
                </a:lnTo>
              </a:path>
            </a:pathLst>
          </a:custGeom>
          <a:solidFill xmlns:a="http://schemas.openxmlformats.org/drawingml/2006/main">
            <a:srgbClr val="C9D5E2"/>
          </a:solidFill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219" name="path-190">
            <a:extLst xmlns:a="http://schemas.openxmlformats.org/drawingml/2006/main">
              <a:ext uri="{FF2B5EF4-FFF2-40B4-BE49-F238E27FC236}">
                <a16:creationId xmlns:a16="http://schemas.microsoft.com/office/drawing/2014/main" id="{FA579249-483D-4C0D-B2C7-B086C9968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66246" y="8322349"/>
            <a:ext cx="50598" cy="50598"/>
          </a:xfrm>
          <a:custGeom xmlns:a="http://schemas.openxmlformats.org/drawingml/2006/main">
            <a:pathLst>
              <a:path w="51348" h="51348">
                <a:moveTo>
                  <a:pt x="25950" y="51348"/>
                </a:moveTo>
                <a:lnTo>
                  <a:pt x="0" y="51348"/>
                </a:lnTo>
                <a:lnTo>
                  <a:pt x="0" y="0"/>
                </a:lnTo>
                <a:lnTo>
                  <a:pt x="51348" y="0"/>
                </a:lnTo>
                <a:lnTo>
                  <a:pt x="51348" y="51348"/>
                </a:lnTo>
                <a:lnTo>
                  <a:pt x="25950" y="5134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220" name="path-191">
            <a:extLst xmlns:a="http://schemas.openxmlformats.org/drawingml/2006/main">
              <a:ext uri="{FF2B5EF4-FFF2-40B4-BE49-F238E27FC236}">
                <a16:creationId xmlns:a16="http://schemas.microsoft.com/office/drawing/2014/main" id="{F6975BB9-BFAA-4D5D-A996-2594B975A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7970" y="8350589"/>
            <a:ext cx="11724" cy="12777"/>
          </a:xfrm>
          <a:custGeom xmlns:a="http://schemas.openxmlformats.org/drawingml/2006/main">
            <a:pathLst>
              <a:path w="11898" h="12966">
                <a:moveTo>
                  <a:pt x="0" y="0"/>
                </a:moveTo>
                <a:lnTo>
                  <a:pt x="11898" y="12966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221" name="path-192">
            <a:extLst xmlns:a="http://schemas.openxmlformats.org/drawingml/2006/main">
              <a:ext uri="{FF2B5EF4-FFF2-40B4-BE49-F238E27FC236}">
                <a16:creationId xmlns:a16="http://schemas.microsoft.com/office/drawing/2014/main" id="{4D95468F-B75A-44FA-BE10-3A12A9296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9695" y="8333547"/>
            <a:ext cx="18638" cy="29819"/>
          </a:xfrm>
          <a:custGeom xmlns:a="http://schemas.openxmlformats.org/drawingml/2006/main">
            <a:pathLst>
              <a:path w="18914" h="30260">
                <a:moveTo>
                  <a:pt x="0" y="30260"/>
                </a:moveTo>
                <a:lnTo>
                  <a:pt x="1891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222" name="path-193">
            <a:extLst xmlns:a="http://schemas.openxmlformats.org/drawingml/2006/main">
              <a:ext uri="{FF2B5EF4-FFF2-40B4-BE49-F238E27FC236}">
                <a16:creationId xmlns:a16="http://schemas.microsoft.com/office/drawing/2014/main" id="{0E5CF74A-2DE7-44AD-826C-279D6F051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9331" y="8347921"/>
            <a:ext cx="147005" cy="191"/>
          </a:xfrm>
          <a:custGeom xmlns:a="http://schemas.openxmlformats.org/drawingml/2006/main">
            <a:pathLst>
              <a:path w="149182" h="191">
                <a:moveTo>
                  <a:pt x="0" y="0"/>
                </a:moveTo>
                <a:lnTo>
                  <a:pt x="14918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223" name="path-194">
            <a:extLst xmlns:a="http://schemas.openxmlformats.org/drawingml/2006/main">
              <a:ext uri="{FF2B5EF4-FFF2-40B4-BE49-F238E27FC236}">
                <a16:creationId xmlns:a16="http://schemas.microsoft.com/office/drawing/2014/main" id="{9DD7FF0F-CE53-4010-94D6-0099FABED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66246" y="8404382"/>
            <a:ext cx="50598" cy="50598"/>
          </a:xfrm>
          <a:custGeom xmlns:a="http://schemas.openxmlformats.org/drawingml/2006/main">
            <a:pathLst>
              <a:path w="51348" h="51348">
                <a:moveTo>
                  <a:pt x="25950" y="51348"/>
                </a:moveTo>
                <a:lnTo>
                  <a:pt x="0" y="51348"/>
                </a:lnTo>
                <a:lnTo>
                  <a:pt x="0" y="0"/>
                </a:lnTo>
                <a:lnTo>
                  <a:pt x="51348" y="0"/>
                </a:lnTo>
                <a:lnTo>
                  <a:pt x="51348" y="51348"/>
                </a:lnTo>
                <a:lnTo>
                  <a:pt x="25950" y="5134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224" name="path-195">
            <a:extLst xmlns:a="http://schemas.openxmlformats.org/drawingml/2006/main">
              <a:ext uri="{FF2B5EF4-FFF2-40B4-BE49-F238E27FC236}">
                <a16:creationId xmlns:a16="http://schemas.microsoft.com/office/drawing/2014/main" id="{27653442-95F9-439E-BE40-61BE8BE93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7970" y="8433130"/>
            <a:ext cx="11724" cy="12795"/>
          </a:xfrm>
          <a:custGeom xmlns:a="http://schemas.openxmlformats.org/drawingml/2006/main">
            <a:pathLst>
              <a:path w="11898" h="12984">
                <a:moveTo>
                  <a:pt x="0" y="0"/>
                </a:moveTo>
                <a:lnTo>
                  <a:pt x="11898" y="12984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225" name="path-196">
            <a:extLst xmlns:a="http://schemas.openxmlformats.org/drawingml/2006/main">
              <a:ext uri="{FF2B5EF4-FFF2-40B4-BE49-F238E27FC236}">
                <a16:creationId xmlns:a16="http://schemas.microsoft.com/office/drawing/2014/main" id="{8DAB3907-7C5F-4085-915D-DB8026E2D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9695" y="8416088"/>
            <a:ext cx="18638" cy="29837"/>
          </a:xfrm>
          <a:custGeom xmlns:a="http://schemas.openxmlformats.org/drawingml/2006/main">
            <a:pathLst>
              <a:path w="18914" h="30279">
                <a:moveTo>
                  <a:pt x="0" y="30279"/>
                </a:moveTo>
                <a:lnTo>
                  <a:pt x="1891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226" name="path-197">
            <a:extLst xmlns:a="http://schemas.openxmlformats.org/drawingml/2006/main">
              <a:ext uri="{FF2B5EF4-FFF2-40B4-BE49-F238E27FC236}">
                <a16:creationId xmlns:a16="http://schemas.microsoft.com/office/drawing/2014/main" id="{6F04A465-2EA2-4434-815E-31CA006E5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9331" y="8430480"/>
            <a:ext cx="147005" cy="191"/>
          </a:xfrm>
          <a:custGeom xmlns:a="http://schemas.openxmlformats.org/drawingml/2006/main">
            <a:pathLst>
              <a:path w="149182" h="191">
                <a:moveTo>
                  <a:pt x="0" y="0"/>
                </a:moveTo>
                <a:lnTo>
                  <a:pt x="14918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227" name="path-198">
            <a:extLst xmlns:a="http://schemas.openxmlformats.org/drawingml/2006/main">
              <a:ext uri="{FF2B5EF4-FFF2-40B4-BE49-F238E27FC236}">
                <a16:creationId xmlns:a16="http://schemas.microsoft.com/office/drawing/2014/main" id="{99910217-55A7-4447-B2DC-B572542D7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66246" y="8486922"/>
            <a:ext cx="50598" cy="50599"/>
          </a:xfrm>
          <a:custGeom xmlns:a="http://schemas.openxmlformats.org/drawingml/2006/main">
            <a:pathLst>
              <a:path w="51348" h="51349">
                <a:moveTo>
                  <a:pt x="25950" y="51349"/>
                </a:moveTo>
                <a:lnTo>
                  <a:pt x="0" y="51349"/>
                </a:lnTo>
                <a:lnTo>
                  <a:pt x="0" y="0"/>
                </a:lnTo>
                <a:lnTo>
                  <a:pt x="51348" y="0"/>
                </a:lnTo>
                <a:lnTo>
                  <a:pt x="51348" y="51349"/>
                </a:lnTo>
                <a:lnTo>
                  <a:pt x="25950" y="5134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228" name="path-199">
            <a:extLst xmlns:a="http://schemas.openxmlformats.org/drawingml/2006/main">
              <a:ext uri="{FF2B5EF4-FFF2-40B4-BE49-F238E27FC236}">
                <a16:creationId xmlns:a16="http://schemas.microsoft.com/office/drawing/2014/main" id="{FDA50B6E-1E81-457E-A325-A10E5E8E0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7970" y="8515688"/>
            <a:ext cx="11724" cy="12250"/>
          </a:xfrm>
          <a:custGeom xmlns:a="http://schemas.openxmlformats.org/drawingml/2006/main">
            <a:pathLst>
              <a:path w="11898" h="12431">
                <a:moveTo>
                  <a:pt x="0" y="0"/>
                </a:moveTo>
                <a:lnTo>
                  <a:pt x="11898" y="12431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229" name="path-200">
            <a:extLst xmlns:a="http://schemas.openxmlformats.org/drawingml/2006/main">
              <a:ext uri="{FF2B5EF4-FFF2-40B4-BE49-F238E27FC236}">
                <a16:creationId xmlns:a16="http://schemas.microsoft.com/office/drawing/2014/main" id="{206C344D-429F-4F4C-A596-D84736133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9695" y="8498646"/>
            <a:ext cx="18638" cy="29292"/>
          </a:xfrm>
          <a:custGeom xmlns:a="http://schemas.openxmlformats.org/drawingml/2006/main">
            <a:pathLst>
              <a:path w="18914" h="29726">
                <a:moveTo>
                  <a:pt x="0" y="29726"/>
                </a:moveTo>
                <a:lnTo>
                  <a:pt x="1891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230" name="path-201">
            <a:extLst xmlns:a="http://schemas.openxmlformats.org/drawingml/2006/main">
              <a:ext uri="{FF2B5EF4-FFF2-40B4-BE49-F238E27FC236}">
                <a16:creationId xmlns:a16="http://schemas.microsoft.com/office/drawing/2014/main" id="{1DCC8BD3-58C0-42C3-8809-53382709E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9331" y="8513020"/>
            <a:ext cx="147005" cy="191"/>
          </a:xfrm>
          <a:custGeom xmlns:a="http://schemas.openxmlformats.org/drawingml/2006/main">
            <a:pathLst>
              <a:path w="149182" h="191">
                <a:moveTo>
                  <a:pt x="0" y="0"/>
                </a:moveTo>
                <a:lnTo>
                  <a:pt x="14918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231" name="path-202">
            <a:extLst xmlns:a="http://schemas.openxmlformats.org/drawingml/2006/main">
              <a:ext uri="{FF2B5EF4-FFF2-40B4-BE49-F238E27FC236}">
                <a16:creationId xmlns:a16="http://schemas.microsoft.com/office/drawing/2014/main" id="{C53F2183-7B26-4F2D-A9B9-1800A6929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0980" y="8189736"/>
            <a:ext cx="303574" cy="303592"/>
          </a:xfrm>
          <a:custGeom xmlns:a="http://schemas.openxmlformats.org/drawingml/2006/main">
            <a:pathLst>
              <a:path w="308071" h="308090">
                <a:moveTo>
                  <a:pt x="0" y="154045"/>
                </a:moveTo>
                <a:lnTo>
                  <a:pt x="0" y="154045"/>
                </a:lnTo>
                <a:cubicBezTo>
                  <a:pt x="0" y="127027"/>
                  <a:pt x="7017" y="100543"/>
                  <a:pt x="20536" y="77299"/>
                </a:cubicBezTo>
                <a:cubicBezTo>
                  <a:pt x="34054" y="53503"/>
                  <a:pt x="53503" y="34054"/>
                  <a:pt x="77280" y="20536"/>
                </a:cubicBezTo>
                <a:cubicBezTo>
                  <a:pt x="100523" y="7036"/>
                  <a:pt x="127008" y="0"/>
                  <a:pt x="154026" y="0"/>
                </a:cubicBezTo>
                <a:cubicBezTo>
                  <a:pt x="181064" y="0"/>
                  <a:pt x="207548" y="7036"/>
                  <a:pt x="231325" y="20536"/>
                </a:cubicBezTo>
                <a:cubicBezTo>
                  <a:pt x="254569" y="34054"/>
                  <a:pt x="274017" y="53503"/>
                  <a:pt x="287536" y="77299"/>
                </a:cubicBezTo>
                <a:cubicBezTo>
                  <a:pt x="301055" y="100543"/>
                  <a:pt x="308071" y="127027"/>
                  <a:pt x="308071" y="154045"/>
                </a:cubicBezTo>
                <a:cubicBezTo>
                  <a:pt x="308071" y="181064"/>
                  <a:pt x="301055" y="207548"/>
                  <a:pt x="287536" y="231325"/>
                </a:cubicBezTo>
                <a:cubicBezTo>
                  <a:pt x="274017" y="254567"/>
                  <a:pt x="254569" y="274036"/>
                  <a:pt x="231325" y="287536"/>
                </a:cubicBezTo>
                <a:cubicBezTo>
                  <a:pt x="207548" y="301055"/>
                  <a:pt x="181064" y="308090"/>
                  <a:pt x="154026" y="308090"/>
                </a:cubicBezTo>
                <a:cubicBezTo>
                  <a:pt x="127008" y="308090"/>
                  <a:pt x="100523" y="301055"/>
                  <a:pt x="77280" y="287536"/>
                </a:cubicBezTo>
                <a:cubicBezTo>
                  <a:pt x="53503" y="274036"/>
                  <a:pt x="34054" y="254567"/>
                  <a:pt x="20536" y="231325"/>
                </a:cubicBezTo>
                <a:cubicBezTo>
                  <a:pt x="7017" y="207548"/>
                  <a:pt x="0" y="181064"/>
                  <a:pt x="0" y="154045"/>
                </a:cubicBezTo>
              </a:path>
            </a:pathLst>
          </a:custGeom>
          <a:noFill xmlns:a="http://schemas.openxmlformats.org/drawingml/2006/main"/>
          <a:ln xmlns:a="http://schemas.openxmlformats.org/drawingml/2006/main" w="35684">
            <a:solidFill>
              <a:srgbClr val="1F1F1F"/>
            </a:solidFill>
            <a:prstDash val="solid"/>
          </a:ln>
        </p:spPr>
      </p:sp>
      <p:sp>
        <p:nvSpPr>
          <p:cNvPr id="232" name="path-203">
            <a:extLst xmlns:a="http://schemas.openxmlformats.org/drawingml/2006/main">
              <a:ext uri="{FF2B5EF4-FFF2-40B4-BE49-F238E27FC236}">
                <a16:creationId xmlns:a16="http://schemas.microsoft.com/office/drawing/2014/main" id="{9391852D-EFB4-4626-8430-0D9AF4ECA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68220" y="8447521"/>
            <a:ext cx="160307" cy="160308"/>
          </a:xfrm>
          <a:custGeom xmlns:a="http://schemas.openxmlformats.org/drawingml/2006/main">
            <a:pathLst>
              <a:path w="162682" h="162683">
                <a:moveTo>
                  <a:pt x="0" y="0"/>
                </a:moveTo>
                <a:lnTo>
                  <a:pt x="162682" y="162683"/>
                </a:lnTo>
              </a:path>
            </a:pathLst>
          </a:custGeom>
          <a:noFill xmlns:a="http://schemas.openxmlformats.org/drawingml/2006/main"/>
          <a:ln xmlns:a="http://schemas.openxmlformats.org/drawingml/2006/main" w="46868">
            <a:solidFill>
              <a:srgbClr val="1F1F1F"/>
            </a:solidFill>
            <a:prstDash val="solid"/>
          </a:ln>
        </p:spPr>
      </p:sp>
      <p:sp>
        <p:nvSpPr>
          <p:cNvPr id="233" name="path-204">
            <a:extLst xmlns:a="http://schemas.openxmlformats.org/drawingml/2006/main">
              <a:ext uri="{FF2B5EF4-FFF2-40B4-BE49-F238E27FC236}">
                <a16:creationId xmlns:a16="http://schemas.microsoft.com/office/drawing/2014/main" id="{F0F7643A-0248-4ECA-A1DD-3E4CE2EB0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129" y="8715414"/>
            <a:ext cx="191" cy="128367"/>
          </a:xfrm>
          <a:custGeom xmlns:a="http://schemas.openxmlformats.org/drawingml/2006/main">
            <a:pathLst>
              <a:path w="191" h="130269">
                <a:moveTo>
                  <a:pt x="0" y="0"/>
                </a:moveTo>
                <a:lnTo>
                  <a:pt x="0" y="130269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111111"/>
            </a:solidFill>
            <a:prstDash val="solid"/>
          </a:ln>
        </p:spPr>
      </p:sp>
      <p:sp>
        <p:nvSpPr>
          <p:cNvPr id="234" name="path-205">
            <a:extLst xmlns:a="http://schemas.openxmlformats.org/drawingml/2006/main">
              <a:ext uri="{FF2B5EF4-FFF2-40B4-BE49-F238E27FC236}">
                <a16:creationId xmlns:a16="http://schemas.microsoft.com/office/drawing/2014/main" id="{BF49BBC2-D4B5-47CE-AA56-29A3C3364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6194" y="8836322"/>
            <a:ext cx="111850" cy="111831"/>
          </a:xfrm>
          <a:custGeom xmlns:a="http://schemas.openxmlformats.org/drawingml/2006/main">
            <a:pathLst>
              <a:path w="113507" h="113488">
                <a:moveTo>
                  <a:pt x="56763" y="113488"/>
                </a:moveTo>
                <a:lnTo>
                  <a:pt x="0" y="0"/>
                </a:lnTo>
                <a:lnTo>
                  <a:pt x="113507" y="0"/>
                </a:lnTo>
                <a:lnTo>
                  <a:pt x="56763" y="113488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5" name="path-206">
            <a:extLst xmlns:a="http://schemas.openxmlformats.org/drawingml/2006/main">
              <a:ext uri="{FF2B5EF4-FFF2-40B4-BE49-F238E27FC236}">
                <a16:creationId xmlns:a16="http://schemas.microsoft.com/office/drawing/2014/main" id="{EADA8A9D-8CAE-4F04-961A-3A8BD2F6E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884" y="8976920"/>
            <a:ext cx="4422190" cy="378147"/>
          </a:xfrm>
          <a:custGeom xmlns:a="http://schemas.openxmlformats.org/drawingml/2006/main">
            <a:pathLst>
              <a:path w="4487704" h="383749">
                <a:moveTo>
                  <a:pt x="0" y="161061"/>
                </a:moveTo>
                <a:lnTo>
                  <a:pt x="0" y="161061"/>
                </a:lnTo>
                <a:cubicBezTo>
                  <a:pt x="0" y="132956"/>
                  <a:pt x="7570" y="104850"/>
                  <a:pt x="21622" y="80540"/>
                </a:cubicBezTo>
                <a:cubicBezTo>
                  <a:pt x="35675" y="56211"/>
                  <a:pt x="56210" y="35675"/>
                  <a:pt x="80540" y="21622"/>
                </a:cubicBezTo>
                <a:cubicBezTo>
                  <a:pt x="104870" y="7570"/>
                  <a:pt x="132975" y="0"/>
                  <a:pt x="161081" y="0"/>
                </a:cubicBezTo>
                <a:lnTo>
                  <a:pt x="4326090" y="0"/>
                </a:lnTo>
                <a:cubicBezTo>
                  <a:pt x="4354195" y="0"/>
                  <a:pt x="4382300" y="7570"/>
                  <a:pt x="4406631" y="21622"/>
                </a:cubicBezTo>
                <a:cubicBezTo>
                  <a:pt x="4430960" y="35675"/>
                  <a:pt x="4451496" y="56211"/>
                  <a:pt x="4465548" y="80540"/>
                </a:cubicBezTo>
                <a:cubicBezTo>
                  <a:pt x="4479601" y="104850"/>
                  <a:pt x="4487171" y="132956"/>
                  <a:pt x="4487171" y="161061"/>
                </a:cubicBezTo>
                <a:lnTo>
                  <a:pt x="4487704" y="222153"/>
                </a:lnTo>
                <a:cubicBezTo>
                  <a:pt x="4487704" y="250258"/>
                  <a:pt x="4480135" y="278364"/>
                  <a:pt x="4466083" y="302674"/>
                </a:cubicBezTo>
                <a:cubicBezTo>
                  <a:pt x="4452029" y="327005"/>
                  <a:pt x="4431494" y="347539"/>
                  <a:pt x="4407164" y="361592"/>
                </a:cubicBezTo>
                <a:cubicBezTo>
                  <a:pt x="4382853" y="375645"/>
                  <a:pt x="4354748" y="383214"/>
                  <a:pt x="4326643" y="383214"/>
                </a:cubicBezTo>
                <a:lnTo>
                  <a:pt x="161081" y="383749"/>
                </a:lnTo>
                <a:cubicBezTo>
                  <a:pt x="132975" y="383749"/>
                  <a:pt x="104870" y="376179"/>
                  <a:pt x="80540" y="362126"/>
                </a:cubicBezTo>
                <a:cubicBezTo>
                  <a:pt x="56210" y="348074"/>
                  <a:pt x="35675" y="327538"/>
                  <a:pt x="21622" y="303228"/>
                </a:cubicBezTo>
                <a:cubicBezTo>
                  <a:pt x="7570" y="278897"/>
                  <a:pt x="0" y="250792"/>
                  <a:pt x="0" y="222686"/>
                </a:cubicBezTo>
                <a:lnTo>
                  <a:pt x="0" y="161061"/>
                </a:lnTo>
              </a:path>
            </a:pathLst>
          </a:custGeom>
          <a:solidFill xmlns:a="http://schemas.openxmlformats.org/drawingml/2006/main">
            <a:srgbClr val="ECF3FB"/>
          </a:solidFill>
          <a:ln xmlns:a="http://schemas.openxmlformats.org/drawingml/2006/main" w="22369">
            <a:solidFill>
              <a:srgbClr val="1F4E99"/>
            </a:solidFill>
            <a:prstDash val="solid"/>
          </a:ln>
        </p:spPr>
      </p:sp>
      <p:sp>
        <p:nvSpPr>
          <p:cNvPr id="236" name="text-207 Verified,">
            <a:extLst xmlns:a="http://schemas.openxmlformats.org/drawingml/2006/main">
              <a:ext uri="{FF2B5EF4-FFF2-40B4-BE49-F238E27FC236}">
                <a16:creationId xmlns:a16="http://schemas.microsoft.com/office/drawing/2014/main" id="{DDDE452D-871B-4C44-AE4B-74EEE4373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4480" y="9044251"/>
            <a:ext cx="796725" cy="2740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1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1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541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Verified,</a:t>
            </a:r>
          </a:p>
        </p:txBody>
      </p:sp>
      <p:sp>
        <p:nvSpPr>
          <p:cNvPr id="237" name="text-207 Observable,">
            <a:extLst xmlns:a="http://schemas.openxmlformats.org/drawingml/2006/main">
              <a:ext uri="{FF2B5EF4-FFF2-40B4-BE49-F238E27FC236}">
                <a16:creationId xmlns:a16="http://schemas.microsoft.com/office/drawing/2014/main" id="{54A1D9D4-C888-4B74-B6EA-B6B774F8D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0532" y="9044101"/>
            <a:ext cx="1156597" cy="2742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543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Observable,</a:t>
            </a:r>
          </a:p>
        </p:txBody>
      </p:sp>
      <p:sp>
        <p:nvSpPr>
          <p:cNvPr id="238" name="text-207 Learnable">
            <a:extLst xmlns:a="http://schemas.openxmlformats.org/drawingml/2006/main">
              <a:ext uri="{FF2B5EF4-FFF2-40B4-BE49-F238E27FC236}">
                <a16:creationId xmlns:a16="http://schemas.microsoft.com/office/drawing/2014/main" id="{C16BF11E-E380-49B7-BA15-16C0776A3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66430" y="9044138"/>
            <a:ext cx="960409" cy="2742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2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2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542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Learnable</a:t>
            </a:r>
          </a:p>
        </p:txBody>
      </p:sp>
      <p:sp>
        <p:nvSpPr>
          <p:cNvPr id="239" name="text-207 Failure">
            <a:extLst xmlns:a="http://schemas.openxmlformats.org/drawingml/2006/main">
              <a:ext uri="{FF2B5EF4-FFF2-40B4-BE49-F238E27FC236}">
                <a16:creationId xmlns:a16="http://schemas.microsoft.com/office/drawing/2014/main" id="{70CA1C03-65A4-4FF4-9377-8F2B23842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46085" y="9044259"/>
            <a:ext cx="676969" cy="2740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1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1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541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Failure</a:t>
            </a:r>
          </a:p>
        </p:txBody>
      </p:sp>
      <p:sp>
        <p:nvSpPr>
          <p:cNvPr id="240" name="path-208">
            <a:extLst xmlns:a="http://schemas.openxmlformats.org/drawingml/2006/main">
              <a:ext uri="{FF2B5EF4-FFF2-40B4-BE49-F238E27FC236}">
                <a16:creationId xmlns:a16="http://schemas.microsoft.com/office/drawing/2014/main" id="{E50CB5F5-DD34-4AD5-8604-A72383B76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2129" y="9384903"/>
            <a:ext cx="191" cy="128348"/>
          </a:xfrm>
          <a:custGeom xmlns:a="http://schemas.openxmlformats.org/drawingml/2006/main">
            <a:pathLst>
              <a:path w="191" h="130249">
                <a:moveTo>
                  <a:pt x="0" y="0"/>
                </a:moveTo>
                <a:lnTo>
                  <a:pt x="0" y="130249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111111"/>
            </a:solidFill>
            <a:prstDash val="solid"/>
          </a:ln>
        </p:spPr>
      </p:sp>
      <p:sp>
        <p:nvSpPr>
          <p:cNvPr id="241" name="path-209">
            <a:extLst xmlns:a="http://schemas.openxmlformats.org/drawingml/2006/main">
              <a:ext uri="{FF2B5EF4-FFF2-40B4-BE49-F238E27FC236}">
                <a16:creationId xmlns:a16="http://schemas.microsoft.com/office/drawing/2014/main" id="{24A10C2D-D898-4F19-B944-9FA49B92F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6194" y="9505791"/>
            <a:ext cx="111850" cy="111850"/>
          </a:xfrm>
          <a:custGeom xmlns:a="http://schemas.openxmlformats.org/drawingml/2006/main">
            <a:pathLst>
              <a:path w="113507" h="113507">
                <a:moveTo>
                  <a:pt x="56763" y="113507"/>
                </a:moveTo>
                <a:lnTo>
                  <a:pt x="0" y="0"/>
                </a:lnTo>
                <a:lnTo>
                  <a:pt x="113507" y="0"/>
                </a:lnTo>
                <a:lnTo>
                  <a:pt x="56763" y="113507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" name="path-210">
            <a:extLst xmlns:a="http://schemas.openxmlformats.org/drawingml/2006/main">
              <a:ext uri="{FF2B5EF4-FFF2-40B4-BE49-F238E27FC236}">
                <a16:creationId xmlns:a16="http://schemas.microsoft.com/office/drawing/2014/main" id="{11F33898-67FF-4EDB-9828-6366C5C9C2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362" y="9646408"/>
            <a:ext cx="3956694" cy="378147"/>
          </a:xfrm>
          <a:custGeom xmlns:a="http://schemas.openxmlformats.org/drawingml/2006/main">
            <a:pathLst>
              <a:path w="4015312" h="383749">
                <a:moveTo>
                  <a:pt x="0" y="130248"/>
                </a:moveTo>
                <a:lnTo>
                  <a:pt x="0" y="130248"/>
                </a:lnTo>
                <a:cubicBezTo>
                  <a:pt x="0" y="107558"/>
                  <a:pt x="5949" y="84849"/>
                  <a:pt x="17294" y="64848"/>
                </a:cubicBezTo>
                <a:cubicBezTo>
                  <a:pt x="29192" y="45399"/>
                  <a:pt x="45400" y="28639"/>
                  <a:pt x="65401" y="17293"/>
                </a:cubicBezTo>
                <a:cubicBezTo>
                  <a:pt x="84869" y="5949"/>
                  <a:pt x="107559" y="0"/>
                  <a:pt x="130268" y="0"/>
                </a:cubicBezTo>
                <a:lnTo>
                  <a:pt x="3884510" y="0"/>
                </a:lnTo>
                <a:cubicBezTo>
                  <a:pt x="3907219" y="0"/>
                  <a:pt x="3929909" y="5949"/>
                  <a:pt x="3949911" y="17293"/>
                </a:cubicBezTo>
                <a:cubicBezTo>
                  <a:pt x="3969379" y="29173"/>
                  <a:pt x="3986119" y="45399"/>
                  <a:pt x="3997484" y="65401"/>
                </a:cubicBezTo>
                <a:cubicBezTo>
                  <a:pt x="4008828" y="84849"/>
                  <a:pt x="4014777" y="107558"/>
                  <a:pt x="4014777" y="130248"/>
                </a:cubicBezTo>
                <a:lnTo>
                  <a:pt x="4015312" y="252947"/>
                </a:lnTo>
                <a:cubicBezTo>
                  <a:pt x="4015312" y="275636"/>
                  <a:pt x="4009363" y="298345"/>
                  <a:pt x="3998017" y="318348"/>
                </a:cubicBezTo>
                <a:cubicBezTo>
                  <a:pt x="3986119" y="337796"/>
                  <a:pt x="3969912" y="354556"/>
                  <a:pt x="3949911" y="365902"/>
                </a:cubicBezTo>
                <a:cubicBezTo>
                  <a:pt x="3930462" y="377265"/>
                  <a:pt x="3907753" y="383196"/>
                  <a:pt x="3885063" y="383196"/>
                </a:cubicBezTo>
                <a:lnTo>
                  <a:pt x="130268" y="383749"/>
                </a:lnTo>
                <a:cubicBezTo>
                  <a:pt x="107559" y="383749"/>
                  <a:pt x="84869" y="377800"/>
                  <a:pt x="64867" y="366454"/>
                </a:cubicBezTo>
                <a:cubicBezTo>
                  <a:pt x="45400" y="354556"/>
                  <a:pt x="28658" y="338349"/>
                  <a:pt x="17294" y="318348"/>
                </a:cubicBezTo>
                <a:cubicBezTo>
                  <a:pt x="5949" y="298880"/>
                  <a:pt x="0" y="276190"/>
                  <a:pt x="0" y="253480"/>
                </a:cubicBezTo>
                <a:lnTo>
                  <a:pt x="0" y="13024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6097">
            <a:solidFill>
              <a:srgbClr val="6B8FC4"/>
            </a:solidFill>
            <a:prstDash val="solid"/>
          </a:ln>
        </p:spPr>
      </p:sp>
      <p:sp>
        <p:nvSpPr>
          <p:cNvPr id="243" name="path-211">
            <a:extLst xmlns:a="http://schemas.openxmlformats.org/drawingml/2006/main">
              <a:ext uri="{FF2B5EF4-FFF2-40B4-BE49-F238E27FC236}">
                <a16:creationId xmlns:a16="http://schemas.microsoft.com/office/drawing/2014/main" id="{16744EBD-942B-4657-A208-02B11C65B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215" y="9690074"/>
            <a:ext cx="215171" cy="290796"/>
          </a:xfrm>
          <a:custGeom xmlns:a="http://schemas.openxmlformats.org/drawingml/2006/main">
            <a:pathLst>
              <a:path w="218359" h="295104">
                <a:moveTo>
                  <a:pt x="0" y="0"/>
                </a:moveTo>
                <a:lnTo>
                  <a:pt x="218359" y="0"/>
                </a:lnTo>
                <a:lnTo>
                  <a:pt x="218359" y="295104"/>
                </a:lnTo>
                <a:lnTo>
                  <a:pt x="108646" y="212410"/>
                </a:lnTo>
                <a:lnTo>
                  <a:pt x="0" y="29510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4499">
            <a:solidFill>
              <a:srgbClr val="223E6C"/>
            </a:solidFill>
            <a:prstDash val="solid"/>
          </a:ln>
        </p:spPr>
      </p:sp>
      <p:sp>
        <p:nvSpPr>
          <p:cNvPr id="244" name="path-212">
            <a:extLst xmlns:a="http://schemas.openxmlformats.org/drawingml/2006/main">
              <a:ext uri="{FF2B5EF4-FFF2-40B4-BE49-F238E27FC236}">
                <a16:creationId xmlns:a16="http://schemas.microsoft.com/office/drawing/2014/main" id="{8E998370-39CF-4369-B50A-0B1EB42F5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2410" y="9794991"/>
            <a:ext cx="111851" cy="191"/>
          </a:xfrm>
          <a:custGeom xmlns:a="http://schemas.openxmlformats.org/drawingml/2006/main">
            <a:pathLst>
              <a:path w="113508" h="191">
                <a:moveTo>
                  <a:pt x="0" y="0"/>
                </a:moveTo>
                <a:lnTo>
                  <a:pt x="113508" y="0"/>
                </a:lnTo>
              </a:path>
            </a:pathLst>
          </a:custGeom>
          <a:noFill xmlns:a="http://schemas.openxmlformats.org/drawingml/2006/main"/>
          <a:ln xmlns:a="http://schemas.openxmlformats.org/drawingml/2006/main" w="26097">
            <a:solidFill>
              <a:srgbClr val="223E6C"/>
            </a:solidFill>
            <a:prstDash val="solid"/>
          </a:ln>
        </p:spPr>
      </p:sp>
      <p:sp>
        <p:nvSpPr>
          <p:cNvPr id="245" name="text-213 Verified">
            <a:extLst xmlns:a="http://schemas.openxmlformats.org/drawingml/2006/main">
              <a:ext uri="{FF2B5EF4-FFF2-40B4-BE49-F238E27FC236}">
                <a16:creationId xmlns:a16="http://schemas.microsoft.com/office/drawing/2014/main" id="{A1D1EC99-5378-4AB6-91A1-261D9FA26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1901" y="9688774"/>
            <a:ext cx="889637" cy="3284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7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7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847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Verified</a:t>
            </a:r>
          </a:p>
        </p:txBody>
      </p:sp>
      <p:sp>
        <p:nvSpPr>
          <p:cNvPr id="246" name="text-213 Hard">
            <a:extLst xmlns:a="http://schemas.openxmlformats.org/drawingml/2006/main">
              <a:ext uri="{FF2B5EF4-FFF2-40B4-BE49-F238E27FC236}">
                <a16:creationId xmlns:a16="http://schemas.microsoft.com/office/drawing/2014/main" id="{C64E94DE-C74C-4D97-B447-C4605B63A5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04178" y="9688579"/>
            <a:ext cx="577047" cy="3286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9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9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849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Hard</a:t>
            </a:r>
          </a:p>
        </p:txBody>
      </p:sp>
      <p:sp>
        <p:nvSpPr>
          <p:cNvPr id="247" name="text-213 Examples">
            <a:extLst xmlns:a="http://schemas.openxmlformats.org/drawingml/2006/main">
              <a:ext uri="{FF2B5EF4-FFF2-40B4-BE49-F238E27FC236}">
                <a16:creationId xmlns:a16="http://schemas.microsoft.com/office/drawing/2014/main" id="{89FD8316-ED82-43B1-8E2B-AE1496AEB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03594" y="9688711"/>
            <a:ext cx="1137757" cy="3285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8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8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848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Examples</a:t>
            </a:r>
          </a:p>
        </p:txBody>
      </p:sp>
      <p:sp>
        <p:nvSpPr>
          <p:cNvPr id="248" name="path-214">
            <a:extLst xmlns:a="http://schemas.openxmlformats.org/drawingml/2006/main">
              <a:ext uri="{FF2B5EF4-FFF2-40B4-BE49-F238E27FC236}">
                <a16:creationId xmlns:a16="http://schemas.microsoft.com/office/drawing/2014/main" id="{59A4E56F-BC42-4822-945A-55BE761819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8684" y="1762312"/>
            <a:ext cx="2850474" cy="6981869"/>
          </a:xfrm>
          <a:custGeom xmlns:a="http://schemas.openxmlformats.org/drawingml/2006/main">
            <a:pathLst>
              <a:path w="2892703" h="7085304">
                <a:moveTo>
                  <a:pt x="1446352" y="7085304"/>
                </a:moveTo>
                <a:lnTo>
                  <a:pt x="0" y="7085304"/>
                </a:lnTo>
                <a:lnTo>
                  <a:pt x="0" y="0"/>
                </a:lnTo>
                <a:lnTo>
                  <a:pt x="2892703" y="0"/>
                </a:lnTo>
                <a:lnTo>
                  <a:pt x="2892703" y="7085304"/>
                </a:lnTo>
                <a:lnTo>
                  <a:pt x="1446352" y="7085304"/>
                </a:lnTo>
              </a:path>
            </a:pathLst>
          </a:custGeom>
          <a:solidFill xmlns:a="http://schemas.openxmlformats.org/drawingml/2006/main">
            <a:srgbClr val="E9F1F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" name="path-215">
            <a:extLst xmlns:a="http://schemas.openxmlformats.org/drawingml/2006/main">
              <a:ext uri="{FF2B5EF4-FFF2-40B4-BE49-F238E27FC236}">
                <a16:creationId xmlns:a16="http://schemas.microsoft.com/office/drawing/2014/main" id="{41C011FA-7E70-4902-B20D-A74474728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8684" y="8744181"/>
            <a:ext cx="2851019" cy="218365"/>
          </a:xfrm>
          <a:custGeom xmlns:a="http://schemas.openxmlformats.org/drawingml/2006/main">
            <a:pathLst>
              <a:path w="2893256" h="221600">
                <a:moveTo>
                  <a:pt x="0" y="0"/>
                </a:moveTo>
                <a:lnTo>
                  <a:pt x="4328" y="17293"/>
                </a:lnTo>
                <a:lnTo>
                  <a:pt x="17293" y="34588"/>
                </a:lnTo>
                <a:lnTo>
                  <a:pt x="39451" y="51348"/>
                </a:lnTo>
                <a:lnTo>
                  <a:pt x="70263" y="68089"/>
                </a:lnTo>
                <a:lnTo>
                  <a:pt x="109732" y="84315"/>
                </a:lnTo>
                <a:lnTo>
                  <a:pt x="157287" y="100522"/>
                </a:lnTo>
                <a:lnTo>
                  <a:pt x="212963" y="115663"/>
                </a:lnTo>
                <a:lnTo>
                  <a:pt x="276190" y="129715"/>
                </a:lnTo>
                <a:lnTo>
                  <a:pt x="346453" y="143767"/>
                </a:lnTo>
                <a:lnTo>
                  <a:pt x="423198" y="156199"/>
                </a:lnTo>
                <a:lnTo>
                  <a:pt x="506981" y="168098"/>
                </a:lnTo>
                <a:lnTo>
                  <a:pt x="596159" y="178889"/>
                </a:lnTo>
                <a:lnTo>
                  <a:pt x="690752" y="188633"/>
                </a:lnTo>
                <a:lnTo>
                  <a:pt x="789654" y="197271"/>
                </a:lnTo>
                <a:lnTo>
                  <a:pt x="892903" y="204306"/>
                </a:lnTo>
                <a:lnTo>
                  <a:pt x="999375" y="210255"/>
                </a:lnTo>
                <a:lnTo>
                  <a:pt x="1108554" y="215117"/>
                </a:lnTo>
                <a:lnTo>
                  <a:pt x="1219890" y="218359"/>
                </a:lnTo>
                <a:lnTo>
                  <a:pt x="1332862" y="220513"/>
                </a:lnTo>
                <a:lnTo>
                  <a:pt x="1446352" y="221600"/>
                </a:lnTo>
                <a:lnTo>
                  <a:pt x="1559859" y="220513"/>
                </a:lnTo>
                <a:lnTo>
                  <a:pt x="1672815" y="218359"/>
                </a:lnTo>
                <a:lnTo>
                  <a:pt x="1784167" y="215117"/>
                </a:lnTo>
                <a:lnTo>
                  <a:pt x="1893346" y="210255"/>
                </a:lnTo>
                <a:lnTo>
                  <a:pt x="1999819" y="204306"/>
                </a:lnTo>
                <a:lnTo>
                  <a:pt x="2103050" y="197271"/>
                </a:lnTo>
                <a:lnTo>
                  <a:pt x="2201970" y="188633"/>
                </a:lnTo>
                <a:lnTo>
                  <a:pt x="2296545" y="178889"/>
                </a:lnTo>
                <a:lnTo>
                  <a:pt x="2385722" y="168098"/>
                </a:lnTo>
                <a:lnTo>
                  <a:pt x="2469504" y="156199"/>
                </a:lnTo>
                <a:lnTo>
                  <a:pt x="2546250" y="143767"/>
                </a:lnTo>
                <a:lnTo>
                  <a:pt x="2616513" y="129715"/>
                </a:lnTo>
                <a:lnTo>
                  <a:pt x="2679760" y="115663"/>
                </a:lnTo>
                <a:lnTo>
                  <a:pt x="2735436" y="100522"/>
                </a:lnTo>
                <a:lnTo>
                  <a:pt x="2782990" y="84315"/>
                </a:lnTo>
                <a:lnTo>
                  <a:pt x="2822441" y="68089"/>
                </a:lnTo>
                <a:lnTo>
                  <a:pt x="2853254" y="51348"/>
                </a:lnTo>
                <a:lnTo>
                  <a:pt x="2875409" y="34588"/>
                </a:lnTo>
                <a:lnTo>
                  <a:pt x="2888394" y="17293"/>
                </a:lnTo>
                <a:lnTo>
                  <a:pt x="2893256" y="0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9F1F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" name="path-216">
            <a:extLst xmlns:a="http://schemas.openxmlformats.org/drawingml/2006/main">
              <a:ext uri="{FF2B5EF4-FFF2-40B4-BE49-F238E27FC236}">
                <a16:creationId xmlns:a16="http://schemas.microsoft.com/office/drawing/2014/main" id="{D10EC219-F775-414F-8FAB-FDA342855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8684" y="1576978"/>
            <a:ext cx="191" cy="7190106"/>
          </a:xfrm>
          <a:custGeom xmlns:a="http://schemas.openxmlformats.org/drawingml/2006/main">
            <a:pathLst>
              <a:path w="191" h="7296626">
                <a:moveTo>
                  <a:pt x="0" y="0"/>
                </a:moveTo>
                <a:lnTo>
                  <a:pt x="0" y="7296626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1F5C6B"/>
            </a:solidFill>
            <a:prstDash val="solid"/>
          </a:ln>
        </p:spPr>
      </p:sp>
      <p:sp>
        <p:nvSpPr>
          <p:cNvPr id="251" name="path-217">
            <a:extLst xmlns:a="http://schemas.openxmlformats.org/drawingml/2006/main">
              <a:ext uri="{FF2B5EF4-FFF2-40B4-BE49-F238E27FC236}">
                <a16:creationId xmlns:a16="http://schemas.microsoft.com/office/drawing/2014/main" id="{B4DD7C0B-D15C-4956-A327-50267AABE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9702" y="1616378"/>
            <a:ext cx="191" cy="7136859"/>
          </a:xfrm>
          <a:custGeom xmlns:a="http://schemas.openxmlformats.org/drawingml/2006/main">
            <a:pathLst>
              <a:path w="191" h="7242590">
                <a:moveTo>
                  <a:pt x="0" y="0"/>
                </a:moveTo>
                <a:lnTo>
                  <a:pt x="0" y="7242590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1F5C6B"/>
            </a:solidFill>
            <a:prstDash val="solid"/>
          </a:ln>
        </p:spPr>
      </p:sp>
      <p:sp>
        <p:nvSpPr>
          <p:cNvPr id="252" name="path-218">
            <a:extLst xmlns:a="http://schemas.openxmlformats.org/drawingml/2006/main">
              <a:ext uri="{FF2B5EF4-FFF2-40B4-BE49-F238E27FC236}">
                <a16:creationId xmlns:a16="http://schemas.microsoft.com/office/drawing/2014/main" id="{B3A4DA58-C101-4CF0-92DA-0762D3B6B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8684" y="8744181"/>
            <a:ext cx="2851019" cy="218365"/>
          </a:xfrm>
          <a:custGeom xmlns:a="http://schemas.openxmlformats.org/drawingml/2006/main">
            <a:pathLst>
              <a:path w="2893256" h="221600">
                <a:moveTo>
                  <a:pt x="0" y="0"/>
                </a:moveTo>
                <a:lnTo>
                  <a:pt x="4328" y="17293"/>
                </a:lnTo>
                <a:lnTo>
                  <a:pt x="17293" y="34588"/>
                </a:lnTo>
                <a:lnTo>
                  <a:pt x="39451" y="51348"/>
                </a:lnTo>
                <a:lnTo>
                  <a:pt x="70263" y="68089"/>
                </a:lnTo>
                <a:lnTo>
                  <a:pt x="109732" y="84315"/>
                </a:lnTo>
                <a:lnTo>
                  <a:pt x="157287" y="100522"/>
                </a:lnTo>
                <a:lnTo>
                  <a:pt x="212963" y="115663"/>
                </a:lnTo>
                <a:lnTo>
                  <a:pt x="276190" y="129715"/>
                </a:lnTo>
                <a:lnTo>
                  <a:pt x="346453" y="143767"/>
                </a:lnTo>
                <a:lnTo>
                  <a:pt x="423198" y="156199"/>
                </a:lnTo>
                <a:lnTo>
                  <a:pt x="506981" y="168098"/>
                </a:lnTo>
                <a:lnTo>
                  <a:pt x="596159" y="178889"/>
                </a:lnTo>
                <a:lnTo>
                  <a:pt x="690752" y="188633"/>
                </a:lnTo>
                <a:lnTo>
                  <a:pt x="789654" y="197271"/>
                </a:lnTo>
                <a:lnTo>
                  <a:pt x="892903" y="204306"/>
                </a:lnTo>
                <a:lnTo>
                  <a:pt x="999375" y="210255"/>
                </a:lnTo>
                <a:lnTo>
                  <a:pt x="1108554" y="215117"/>
                </a:lnTo>
                <a:lnTo>
                  <a:pt x="1219890" y="218359"/>
                </a:lnTo>
                <a:lnTo>
                  <a:pt x="1332862" y="220513"/>
                </a:lnTo>
                <a:lnTo>
                  <a:pt x="1446352" y="221600"/>
                </a:lnTo>
                <a:lnTo>
                  <a:pt x="1559859" y="220513"/>
                </a:lnTo>
                <a:lnTo>
                  <a:pt x="1672815" y="218359"/>
                </a:lnTo>
                <a:lnTo>
                  <a:pt x="1784167" y="215117"/>
                </a:lnTo>
                <a:lnTo>
                  <a:pt x="1893346" y="210255"/>
                </a:lnTo>
                <a:lnTo>
                  <a:pt x="1999819" y="204306"/>
                </a:lnTo>
                <a:lnTo>
                  <a:pt x="2103050" y="197271"/>
                </a:lnTo>
                <a:lnTo>
                  <a:pt x="2201970" y="188633"/>
                </a:lnTo>
                <a:lnTo>
                  <a:pt x="2296545" y="178889"/>
                </a:lnTo>
                <a:lnTo>
                  <a:pt x="2385722" y="168098"/>
                </a:lnTo>
                <a:lnTo>
                  <a:pt x="2469504" y="156199"/>
                </a:lnTo>
                <a:lnTo>
                  <a:pt x="2546250" y="143767"/>
                </a:lnTo>
                <a:lnTo>
                  <a:pt x="2616513" y="129715"/>
                </a:lnTo>
                <a:lnTo>
                  <a:pt x="2679760" y="115663"/>
                </a:lnTo>
                <a:lnTo>
                  <a:pt x="2735436" y="100522"/>
                </a:lnTo>
                <a:lnTo>
                  <a:pt x="2782990" y="84315"/>
                </a:lnTo>
                <a:lnTo>
                  <a:pt x="2822441" y="68089"/>
                </a:lnTo>
                <a:lnTo>
                  <a:pt x="2853254" y="51348"/>
                </a:lnTo>
                <a:lnTo>
                  <a:pt x="2875409" y="34588"/>
                </a:lnTo>
                <a:lnTo>
                  <a:pt x="2888394" y="17293"/>
                </a:lnTo>
                <a:lnTo>
                  <a:pt x="2893256" y="0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1F5C6B"/>
            </a:solidFill>
            <a:prstDash val="solid"/>
          </a:ln>
        </p:spPr>
      </p:sp>
      <p:sp>
        <p:nvSpPr>
          <p:cNvPr id="253" name="path-219">
            <a:extLst xmlns:a="http://schemas.openxmlformats.org/drawingml/2006/main">
              <a:ext uri="{FF2B5EF4-FFF2-40B4-BE49-F238E27FC236}">
                <a16:creationId xmlns:a16="http://schemas.microsoft.com/office/drawing/2014/main" id="{65816F9F-3CB3-4A1F-863B-E33E4A9AF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68684" y="1236108"/>
            <a:ext cx="2851019" cy="744569"/>
          </a:xfrm>
          <a:custGeom xmlns:a="http://schemas.openxmlformats.org/drawingml/2006/main">
            <a:pathLst>
              <a:path w="2893256" h="755600">
                <a:moveTo>
                  <a:pt x="0" y="377800"/>
                </a:moveTo>
                <a:lnTo>
                  <a:pt x="0" y="377800"/>
                </a:lnTo>
                <a:cubicBezTo>
                  <a:pt x="0" y="311312"/>
                  <a:pt x="67022" y="246464"/>
                  <a:pt x="194048" y="189167"/>
                </a:cubicBezTo>
                <a:cubicBezTo>
                  <a:pt x="320521" y="131336"/>
                  <a:pt x="503205" y="83781"/>
                  <a:pt x="723185" y="50796"/>
                </a:cubicBezTo>
                <a:cubicBezTo>
                  <a:pt x="943165" y="17294"/>
                  <a:pt x="1192870" y="0"/>
                  <a:pt x="1446352" y="0"/>
                </a:cubicBezTo>
                <a:cubicBezTo>
                  <a:pt x="1700386" y="0"/>
                  <a:pt x="1950092" y="17294"/>
                  <a:pt x="2170071" y="50796"/>
                </a:cubicBezTo>
                <a:cubicBezTo>
                  <a:pt x="2390051" y="83781"/>
                  <a:pt x="2572735" y="131336"/>
                  <a:pt x="2699208" y="188633"/>
                </a:cubicBezTo>
                <a:cubicBezTo>
                  <a:pt x="2826235" y="246464"/>
                  <a:pt x="2893256" y="311312"/>
                  <a:pt x="2893256" y="377800"/>
                </a:cubicBezTo>
                <a:cubicBezTo>
                  <a:pt x="2893256" y="444288"/>
                  <a:pt x="2826235" y="509136"/>
                  <a:pt x="2699208" y="566967"/>
                </a:cubicBezTo>
                <a:cubicBezTo>
                  <a:pt x="2572735" y="624264"/>
                  <a:pt x="2390051" y="671818"/>
                  <a:pt x="2170071" y="704804"/>
                </a:cubicBezTo>
                <a:cubicBezTo>
                  <a:pt x="1950092" y="738306"/>
                  <a:pt x="1700386" y="755600"/>
                  <a:pt x="1446352" y="755600"/>
                </a:cubicBezTo>
                <a:cubicBezTo>
                  <a:pt x="1192870" y="755600"/>
                  <a:pt x="943165" y="738306"/>
                  <a:pt x="723185" y="704804"/>
                </a:cubicBezTo>
                <a:cubicBezTo>
                  <a:pt x="503205" y="671818"/>
                  <a:pt x="320521" y="624264"/>
                  <a:pt x="194048" y="566967"/>
                </a:cubicBezTo>
                <a:cubicBezTo>
                  <a:pt x="67022" y="509136"/>
                  <a:pt x="0" y="444288"/>
                  <a:pt x="0" y="377800"/>
                </a:cubicBezTo>
              </a:path>
            </a:pathLst>
          </a:custGeom>
          <a:solidFill xmlns:a="http://schemas.openxmlformats.org/drawingml/2006/main">
            <a:srgbClr val="E1ECF7"/>
          </a:solidFill>
          <a:ln xmlns:a="http://schemas.openxmlformats.org/drawingml/2006/main" w="34086">
            <a:solidFill>
              <a:srgbClr val="1F5C6B"/>
            </a:solidFill>
            <a:prstDash val="solid"/>
          </a:ln>
        </p:spPr>
      </p:sp>
      <p:sp>
        <p:nvSpPr>
          <p:cNvPr id="254" name="path-220">
            <a:extLst xmlns:a="http://schemas.openxmlformats.org/drawingml/2006/main">
              <a:ext uri="{FF2B5EF4-FFF2-40B4-BE49-F238E27FC236}">
                <a16:creationId xmlns:a16="http://schemas.microsoft.com/office/drawing/2014/main" id="{DB962440-F803-408E-9E83-74B15C50B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46851" y="1248358"/>
            <a:ext cx="418618" cy="237004"/>
          </a:xfrm>
          <a:custGeom xmlns:a="http://schemas.openxmlformats.org/drawingml/2006/main">
            <a:pathLst>
              <a:path w="424820" h="240515">
                <a:moveTo>
                  <a:pt x="0" y="240515"/>
                </a:moveTo>
                <a:lnTo>
                  <a:pt x="8104" y="231325"/>
                </a:lnTo>
                <a:lnTo>
                  <a:pt x="16207" y="222135"/>
                </a:lnTo>
                <a:lnTo>
                  <a:pt x="25950" y="213497"/>
                </a:lnTo>
                <a:lnTo>
                  <a:pt x="36208" y="203754"/>
                </a:lnTo>
                <a:lnTo>
                  <a:pt x="47020" y="194563"/>
                </a:lnTo>
                <a:lnTo>
                  <a:pt x="58917" y="185926"/>
                </a:lnTo>
                <a:lnTo>
                  <a:pt x="71350" y="176201"/>
                </a:lnTo>
                <a:lnTo>
                  <a:pt x="84315" y="166458"/>
                </a:lnTo>
                <a:lnTo>
                  <a:pt x="98368" y="157287"/>
                </a:lnTo>
                <a:lnTo>
                  <a:pt x="112955" y="148096"/>
                </a:lnTo>
                <a:lnTo>
                  <a:pt x="128094" y="138353"/>
                </a:lnTo>
                <a:lnTo>
                  <a:pt x="143768" y="129182"/>
                </a:lnTo>
                <a:lnTo>
                  <a:pt x="159993" y="119990"/>
                </a:lnTo>
                <a:lnTo>
                  <a:pt x="177288" y="110247"/>
                </a:lnTo>
                <a:lnTo>
                  <a:pt x="195116" y="100523"/>
                </a:lnTo>
                <a:lnTo>
                  <a:pt x="212943" y="90799"/>
                </a:lnTo>
                <a:lnTo>
                  <a:pt x="231878" y="81608"/>
                </a:lnTo>
                <a:lnTo>
                  <a:pt x="251326" y="72418"/>
                </a:lnTo>
                <a:lnTo>
                  <a:pt x="271327" y="63228"/>
                </a:lnTo>
                <a:lnTo>
                  <a:pt x="291863" y="54037"/>
                </a:lnTo>
                <a:lnTo>
                  <a:pt x="312399" y="44865"/>
                </a:lnTo>
                <a:lnTo>
                  <a:pt x="334555" y="35122"/>
                </a:lnTo>
                <a:lnTo>
                  <a:pt x="356177" y="26485"/>
                </a:lnTo>
                <a:lnTo>
                  <a:pt x="378334" y="17294"/>
                </a:lnTo>
                <a:lnTo>
                  <a:pt x="401577" y="8638"/>
                </a:lnTo>
                <a:lnTo>
                  <a:pt x="42482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6097">
            <a:solidFill>
              <a:srgbClr val="1F1F1F"/>
            </a:solidFill>
            <a:prstDash val="dash"/>
          </a:ln>
        </p:spPr>
      </p:sp>
      <p:sp>
        <p:nvSpPr>
          <p:cNvPr id="255" name="path-221">
            <a:extLst xmlns:a="http://schemas.openxmlformats.org/drawingml/2006/main">
              <a:ext uri="{FF2B5EF4-FFF2-40B4-BE49-F238E27FC236}">
                <a16:creationId xmlns:a16="http://schemas.microsoft.com/office/drawing/2014/main" id="{DA1FF825-AC2B-4016-9006-63D54C0AB3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2209" y="1254220"/>
            <a:ext cx="392520" cy="225280"/>
          </a:xfrm>
          <a:custGeom xmlns:a="http://schemas.openxmlformats.org/drawingml/2006/main">
            <a:pathLst>
              <a:path w="398335" h="228617">
                <a:moveTo>
                  <a:pt x="0" y="0"/>
                </a:moveTo>
                <a:lnTo>
                  <a:pt x="21623" y="8104"/>
                </a:lnTo>
                <a:lnTo>
                  <a:pt x="43226" y="16208"/>
                </a:lnTo>
                <a:lnTo>
                  <a:pt x="63780" y="25398"/>
                </a:lnTo>
                <a:lnTo>
                  <a:pt x="84849" y="34036"/>
                </a:lnTo>
                <a:lnTo>
                  <a:pt x="104852" y="42692"/>
                </a:lnTo>
                <a:lnTo>
                  <a:pt x="124300" y="51329"/>
                </a:lnTo>
                <a:lnTo>
                  <a:pt x="143235" y="59986"/>
                </a:lnTo>
                <a:lnTo>
                  <a:pt x="162150" y="69176"/>
                </a:lnTo>
                <a:lnTo>
                  <a:pt x="180511" y="77814"/>
                </a:lnTo>
                <a:lnTo>
                  <a:pt x="197825" y="87004"/>
                </a:lnTo>
                <a:lnTo>
                  <a:pt x="215652" y="95661"/>
                </a:lnTo>
                <a:lnTo>
                  <a:pt x="231325" y="105386"/>
                </a:lnTo>
                <a:lnTo>
                  <a:pt x="247532" y="114041"/>
                </a:lnTo>
                <a:lnTo>
                  <a:pt x="263206" y="123233"/>
                </a:lnTo>
                <a:lnTo>
                  <a:pt x="277812" y="131870"/>
                </a:lnTo>
                <a:lnTo>
                  <a:pt x="291864" y="141061"/>
                </a:lnTo>
                <a:lnTo>
                  <a:pt x="305916" y="150251"/>
                </a:lnTo>
                <a:lnTo>
                  <a:pt x="318882" y="158888"/>
                </a:lnTo>
                <a:lnTo>
                  <a:pt x="331315" y="167545"/>
                </a:lnTo>
                <a:lnTo>
                  <a:pt x="342659" y="176736"/>
                </a:lnTo>
                <a:lnTo>
                  <a:pt x="353470" y="185373"/>
                </a:lnTo>
                <a:lnTo>
                  <a:pt x="363748" y="194563"/>
                </a:lnTo>
                <a:lnTo>
                  <a:pt x="373472" y="202686"/>
                </a:lnTo>
                <a:lnTo>
                  <a:pt x="382128" y="211857"/>
                </a:lnTo>
                <a:lnTo>
                  <a:pt x="390232" y="219980"/>
                </a:lnTo>
                <a:lnTo>
                  <a:pt x="398335" y="228617"/>
                </a:lnTo>
              </a:path>
            </a:pathLst>
          </a:custGeom>
          <a:noFill xmlns:a="http://schemas.openxmlformats.org/drawingml/2006/main"/>
          <a:ln xmlns:a="http://schemas.openxmlformats.org/drawingml/2006/main" w="26097">
            <a:solidFill>
              <a:srgbClr val="1F1F1F"/>
            </a:solidFill>
            <a:prstDash val="dash"/>
          </a:ln>
        </p:spPr>
      </p:sp>
      <p:sp>
        <p:nvSpPr>
          <p:cNvPr id="256" name="text-222 Fixed">
            <a:extLst xmlns:a="http://schemas.openxmlformats.org/drawingml/2006/main">
              <a:ext uri="{FF2B5EF4-FFF2-40B4-BE49-F238E27FC236}">
                <a16:creationId xmlns:a16="http://schemas.microsoft.com/office/drawing/2014/main" id="{A212ADC5-579B-427E-ABC4-66E589B23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38592" y="904007"/>
            <a:ext cx="546335" cy="2740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1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1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541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Fixed</a:t>
            </a:r>
          </a:p>
        </p:txBody>
      </p:sp>
      <p:sp>
        <p:nvSpPr>
          <p:cNvPr id="257" name="text-222 Target-Token">
            <a:extLst xmlns:a="http://schemas.openxmlformats.org/drawingml/2006/main">
              <a:ext uri="{FF2B5EF4-FFF2-40B4-BE49-F238E27FC236}">
                <a16:creationId xmlns:a16="http://schemas.microsoft.com/office/drawing/2014/main" id="{F50E4D10-6B00-4B10-AD03-9ED918787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04649" y="903855"/>
            <a:ext cx="1246701" cy="2742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543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Target-Token</a:t>
            </a:r>
          </a:p>
        </p:txBody>
      </p:sp>
      <p:sp>
        <p:nvSpPr>
          <p:cNvPr id="258" name="text-222 Budget">
            <a:extLst xmlns:a="http://schemas.openxmlformats.org/drawingml/2006/main">
              <a:ext uri="{FF2B5EF4-FFF2-40B4-BE49-F238E27FC236}">
                <a16:creationId xmlns:a16="http://schemas.microsoft.com/office/drawing/2014/main" id="{B674C1F5-D16C-416E-8F2E-8BD73EAC3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70458" y="903831"/>
            <a:ext cx="709805" cy="274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3" b="1" i="0">
                <a:solidFill>
                  <a:srgbClr val="13264C"/>
                </a:solidFill>
                <a:latin typeface="Arial"/>
                <a:ea typeface="Arial"/>
                <a:cs typeface="Arial"/>
              </a:defRPr>
            </a:pPr>
            <a:r>
              <a:rPr sz="1543" b="1" i="0">
                <a:solidFill>
                  <a:srgbClr val="13264C"/>
                </a:solidFill>
                <a:latin typeface="Arial"/>
                <a:ea typeface="Arial"/>
                <a:cs typeface="Arial"/>
              </a:rPr>
              <a:t>Budget</a:t>
            </a:r>
          </a:p>
        </p:txBody>
      </p:sp>
      <p:sp>
        <p:nvSpPr>
          <p:cNvPr id="259" name="path-223">
            <a:extLst xmlns:a="http://schemas.openxmlformats.org/drawingml/2006/main">
              <a:ext uri="{FF2B5EF4-FFF2-40B4-BE49-F238E27FC236}">
                <a16:creationId xmlns:a16="http://schemas.microsoft.com/office/drawing/2014/main" id="{3427F7D8-A988-44EC-8350-BFCCE7985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8948" y="1285110"/>
            <a:ext cx="130489" cy="106514"/>
          </a:xfrm>
          <a:custGeom xmlns:a="http://schemas.openxmlformats.org/drawingml/2006/main">
            <a:pathLst>
              <a:path w="132422" h="108092">
                <a:moveTo>
                  <a:pt x="0" y="108092"/>
                </a:moveTo>
                <a:lnTo>
                  <a:pt x="535" y="92419"/>
                </a:lnTo>
                <a:lnTo>
                  <a:pt x="2155" y="77280"/>
                </a:lnTo>
                <a:lnTo>
                  <a:pt x="5949" y="62693"/>
                </a:lnTo>
                <a:lnTo>
                  <a:pt x="10278" y="49174"/>
                </a:lnTo>
                <a:lnTo>
                  <a:pt x="15674" y="37296"/>
                </a:lnTo>
                <a:lnTo>
                  <a:pt x="22710" y="25931"/>
                </a:lnTo>
                <a:lnTo>
                  <a:pt x="30260" y="16741"/>
                </a:lnTo>
                <a:lnTo>
                  <a:pt x="38383" y="9724"/>
                </a:lnTo>
                <a:lnTo>
                  <a:pt x="47020" y="4309"/>
                </a:lnTo>
                <a:lnTo>
                  <a:pt x="56745" y="1068"/>
                </a:lnTo>
                <a:lnTo>
                  <a:pt x="65935" y="0"/>
                </a:lnTo>
                <a:lnTo>
                  <a:pt x="75126" y="1068"/>
                </a:lnTo>
                <a:lnTo>
                  <a:pt x="84851" y="4309"/>
                </a:lnTo>
                <a:lnTo>
                  <a:pt x="93508" y="9724"/>
                </a:lnTo>
                <a:lnTo>
                  <a:pt x="101610" y="16741"/>
                </a:lnTo>
                <a:lnTo>
                  <a:pt x="109180" y="25931"/>
                </a:lnTo>
                <a:lnTo>
                  <a:pt x="116215" y="37296"/>
                </a:lnTo>
                <a:lnTo>
                  <a:pt x="121612" y="49174"/>
                </a:lnTo>
                <a:lnTo>
                  <a:pt x="125940" y="62693"/>
                </a:lnTo>
                <a:lnTo>
                  <a:pt x="129716" y="77280"/>
                </a:lnTo>
                <a:lnTo>
                  <a:pt x="131336" y="92419"/>
                </a:lnTo>
                <a:lnTo>
                  <a:pt x="132422" y="108092"/>
                </a:lnTo>
              </a:path>
            </a:pathLst>
          </a:custGeom>
          <a:noFill xmlns:a="http://schemas.openxmlformats.org/drawingml/2006/main"/>
          <a:ln xmlns:a="http://schemas.openxmlformats.org/drawingml/2006/main" w="36216">
            <a:solidFill>
              <a:srgbClr val="111111"/>
            </a:solidFill>
            <a:prstDash val="solid"/>
          </a:ln>
        </p:spPr>
      </p:sp>
      <p:sp>
        <p:nvSpPr>
          <p:cNvPr id="260" name="path-224">
            <a:extLst xmlns:a="http://schemas.openxmlformats.org/drawingml/2006/main">
              <a:ext uri="{FF2B5EF4-FFF2-40B4-BE49-F238E27FC236}">
                <a16:creationId xmlns:a16="http://schemas.microsoft.com/office/drawing/2014/main" id="{E8D59391-9775-4AE6-870E-0D6D5E2A9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7824" y="1363404"/>
            <a:ext cx="232739" cy="159781"/>
          </a:xfrm>
          <a:custGeom xmlns:a="http://schemas.openxmlformats.org/drawingml/2006/main">
            <a:pathLst>
              <a:path w="236187" h="162148">
                <a:moveTo>
                  <a:pt x="0" y="32414"/>
                </a:moveTo>
                <a:lnTo>
                  <a:pt x="0" y="32414"/>
                </a:lnTo>
                <a:cubicBezTo>
                  <a:pt x="0" y="26484"/>
                  <a:pt x="1621" y="21069"/>
                  <a:pt x="4327" y="16207"/>
                </a:cubicBezTo>
                <a:cubicBezTo>
                  <a:pt x="7016" y="11345"/>
                  <a:pt x="11344" y="7016"/>
                  <a:pt x="16207" y="4308"/>
                </a:cubicBezTo>
                <a:cubicBezTo>
                  <a:pt x="21069" y="1621"/>
                  <a:pt x="26484" y="0"/>
                  <a:pt x="32433" y="0"/>
                </a:cubicBezTo>
                <a:lnTo>
                  <a:pt x="203753" y="0"/>
                </a:lnTo>
                <a:cubicBezTo>
                  <a:pt x="209702" y="0"/>
                  <a:pt x="215117" y="1621"/>
                  <a:pt x="219979" y="4308"/>
                </a:cubicBezTo>
                <a:cubicBezTo>
                  <a:pt x="224842" y="7016"/>
                  <a:pt x="229170" y="11345"/>
                  <a:pt x="231858" y="16207"/>
                </a:cubicBezTo>
                <a:cubicBezTo>
                  <a:pt x="234566" y="21069"/>
                  <a:pt x="236187" y="26484"/>
                  <a:pt x="236187" y="32414"/>
                </a:cubicBezTo>
                <a:lnTo>
                  <a:pt x="236187" y="129715"/>
                </a:lnTo>
                <a:cubicBezTo>
                  <a:pt x="236187" y="135664"/>
                  <a:pt x="234566" y="141060"/>
                  <a:pt x="231858" y="145922"/>
                </a:cubicBezTo>
                <a:cubicBezTo>
                  <a:pt x="229170" y="150784"/>
                  <a:pt x="224842" y="155113"/>
                  <a:pt x="219979" y="157820"/>
                </a:cubicBezTo>
                <a:cubicBezTo>
                  <a:pt x="215117" y="160528"/>
                  <a:pt x="209702" y="162148"/>
                  <a:pt x="203753" y="162148"/>
                </a:cubicBezTo>
                <a:lnTo>
                  <a:pt x="32433" y="162148"/>
                </a:lnTo>
                <a:cubicBezTo>
                  <a:pt x="26484" y="162148"/>
                  <a:pt x="21069" y="160528"/>
                  <a:pt x="16207" y="157820"/>
                </a:cubicBezTo>
                <a:cubicBezTo>
                  <a:pt x="11344" y="155113"/>
                  <a:pt x="7016" y="150784"/>
                  <a:pt x="4327" y="145922"/>
                </a:cubicBezTo>
                <a:cubicBezTo>
                  <a:pt x="1621" y="141060"/>
                  <a:pt x="0" y="135664"/>
                  <a:pt x="0" y="129715"/>
                </a:cubicBezTo>
                <a:lnTo>
                  <a:pt x="0" y="32414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" name="path-225">
            <a:extLst xmlns:a="http://schemas.openxmlformats.org/drawingml/2006/main">
              <a:ext uri="{FF2B5EF4-FFF2-40B4-BE49-F238E27FC236}">
                <a16:creationId xmlns:a16="http://schemas.microsoft.com/office/drawing/2014/main" id="{9CA06A10-355E-410D-9AEC-4A2E79C35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016" y="1405998"/>
            <a:ext cx="46353" cy="46334"/>
          </a:xfrm>
          <a:custGeom xmlns:a="http://schemas.openxmlformats.org/drawingml/2006/main">
            <a:pathLst>
              <a:path w="47040" h="47020">
                <a:moveTo>
                  <a:pt x="0" y="23243"/>
                </a:moveTo>
                <a:lnTo>
                  <a:pt x="0" y="23243"/>
                </a:lnTo>
                <a:cubicBezTo>
                  <a:pt x="0" y="18915"/>
                  <a:pt x="1087" y="15140"/>
                  <a:pt x="3242" y="11364"/>
                </a:cubicBezTo>
                <a:cubicBezTo>
                  <a:pt x="5416" y="8122"/>
                  <a:pt x="8124" y="4862"/>
                  <a:pt x="11898" y="2708"/>
                </a:cubicBezTo>
                <a:cubicBezTo>
                  <a:pt x="15141" y="1087"/>
                  <a:pt x="19468" y="0"/>
                  <a:pt x="23796" y="0"/>
                </a:cubicBezTo>
                <a:cubicBezTo>
                  <a:pt x="27572" y="0"/>
                  <a:pt x="31900" y="1087"/>
                  <a:pt x="35142" y="2708"/>
                </a:cubicBezTo>
                <a:cubicBezTo>
                  <a:pt x="38917" y="4862"/>
                  <a:pt x="41624" y="8122"/>
                  <a:pt x="43779" y="11364"/>
                </a:cubicBezTo>
                <a:cubicBezTo>
                  <a:pt x="45953" y="15140"/>
                  <a:pt x="47040" y="18915"/>
                  <a:pt x="47040" y="23243"/>
                </a:cubicBezTo>
                <a:cubicBezTo>
                  <a:pt x="47040" y="27571"/>
                  <a:pt x="45953" y="31347"/>
                  <a:pt x="43779" y="35141"/>
                </a:cubicBezTo>
                <a:cubicBezTo>
                  <a:pt x="41624" y="38383"/>
                  <a:pt x="38917" y="41623"/>
                  <a:pt x="35142" y="43779"/>
                </a:cubicBezTo>
                <a:cubicBezTo>
                  <a:pt x="31900" y="45400"/>
                  <a:pt x="27572" y="47020"/>
                  <a:pt x="23796" y="47020"/>
                </a:cubicBezTo>
                <a:cubicBezTo>
                  <a:pt x="19468" y="47020"/>
                  <a:pt x="15141" y="45400"/>
                  <a:pt x="11898" y="43779"/>
                </a:cubicBezTo>
                <a:cubicBezTo>
                  <a:pt x="8124" y="41623"/>
                  <a:pt x="5416" y="38383"/>
                  <a:pt x="3242" y="35141"/>
                </a:cubicBezTo>
                <a:cubicBezTo>
                  <a:pt x="1087" y="31347"/>
                  <a:pt x="0" y="27571"/>
                  <a:pt x="0" y="23243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2" name="path-226">
            <a:extLst xmlns:a="http://schemas.openxmlformats.org/drawingml/2006/main">
              <a:ext uri="{FF2B5EF4-FFF2-40B4-BE49-F238E27FC236}">
                <a16:creationId xmlns:a16="http://schemas.microsoft.com/office/drawing/2014/main" id="{9A994C41-20EE-448B-9D3F-834E06765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83812" y="1423585"/>
            <a:ext cx="20236" cy="36751"/>
          </a:xfrm>
          <a:custGeom xmlns:a="http://schemas.openxmlformats.org/drawingml/2006/main">
            <a:pathLst>
              <a:path w="20536" h="37296">
                <a:moveTo>
                  <a:pt x="10258" y="37296"/>
                </a:moveTo>
                <a:lnTo>
                  <a:pt x="0" y="37296"/>
                </a:lnTo>
                <a:lnTo>
                  <a:pt x="0" y="0"/>
                </a:lnTo>
                <a:lnTo>
                  <a:pt x="20536" y="0"/>
                </a:lnTo>
                <a:lnTo>
                  <a:pt x="20536" y="37296"/>
                </a:lnTo>
                <a:lnTo>
                  <a:pt x="10258" y="3729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" name="text-227 Stage">
            <a:extLst xmlns:a="http://schemas.openxmlformats.org/drawingml/2006/main">
              <a:ext uri="{FF2B5EF4-FFF2-40B4-BE49-F238E27FC236}">
                <a16:creationId xmlns:a16="http://schemas.microsoft.com/office/drawing/2014/main" id="{142410FE-7D2E-4292-B0C0-292633CA3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47774" y="1552512"/>
            <a:ext cx="653616" cy="3153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1" i="0">
                <a:solidFill>
                  <a:srgbClr val="121F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1" i="0">
                <a:solidFill>
                  <a:srgbClr val="121F33"/>
                </a:solidFill>
                <a:latin typeface="Arial"/>
                <a:ea typeface="Arial"/>
                <a:cs typeface="Arial"/>
              </a:defRPr>
            </a:pPr>
            <a:r>
              <a:rPr sz="1774" b="1" i="0">
                <a:solidFill>
                  <a:srgbClr val="121F33"/>
                </a:solidFill>
                <a:latin typeface="Arial"/>
                <a:ea typeface="Arial"/>
                <a:cs typeface="Arial"/>
              </a:rPr>
              <a:t>Stage</a:t>
            </a:r>
          </a:p>
        </p:txBody>
      </p:sp>
      <p:sp>
        <p:nvSpPr>
          <p:cNvPr id="264" name="text-227 II">
            <a:extLst xmlns:a="http://schemas.openxmlformats.org/drawingml/2006/main">
              <a:ext uri="{FF2B5EF4-FFF2-40B4-BE49-F238E27FC236}">
                <a16:creationId xmlns:a16="http://schemas.microsoft.com/office/drawing/2014/main" id="{C5E6DDA0-967D-4718-99FC-6CCC5E212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23220" y="1552332"/>
            <a:ext cx="165805" cy="3155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5" b="1" i="0">
                <a:solidFill>
                  <a:srgbClr val="121F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5" b="1" i="0">
                <a:solidFill>
                  <a:srgbClr val="121F33"/>
                </a:solidFill>
                <a:latin typeface="Arial"/>
                <a:ea typeface="Arial"/>
                <a:cs typeface="Arial"/>
              </a:defRPr>
            </a:pPr>
            <a:r>
              <a:rPr sz="1775" b="1" i="0">
                <a:solidFill>
                  <a:srgbClr val="121F33"/>
                </a:solidFill>
                <a:latin typeface="Arial"/>
                <a:ea typeface="Arial"/>
                <a:cs typeface="Arial"/>
              </a:rPr>
              <a:t>II</a:t>
            </a:r>
          </a:p>
        </p:txBody>
      </p:sp>
      <p:sp>
        <p:nvSpPr>
          <p:cNvPr id="265" name="text-227 Training">
            <a:extLst xmlns:a="http://schemas.openxmlformats.org/drawingml/2006/main">
              <a:ext uri="{FF2B5EF4-FFF2-40B4-BE49-F238E27FC236}">
                <a16:creationId xmlns:a16="http://schemas.microsoft.com/office/drawing/2014/main" id="{1B6D54E8-D1D1-4327-B8E4-C42F098EE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10667" y="1552524"/>
            <a:ext cx="916016" cy="3153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1" i="0">
                <a:solidFill>
                  <a:srgbClr val="121F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1" i="0">
                <a:solidFill>
                  <a:srgbClr val="121F33"/>
                </a:solidFill>
                <a:latin typeface="Arial"/>
                <a:ea typeface="Arial"/>
                <a:cs typeface="Arial"/>
              </a:defRPr>
            </a:pPr>
            <a:r>
              <a:rPr sz="1773" b="1" i="0">
                <a:solidFill>
                  <a:srgbClr val="121F33"/>
                </a:solidFill>
                <a:latin typeface="Arial"/>
                <a:ea typeface="Arial"/>
                <a:cs typeface="Arial"/>
              </a:rPr>
              <a:t>Training</a:t>
            </a:r>
          </a:p>
        </p:txBody>
      </p:sp>
      <p:sp>
        <p:nvSpPr>
          <p:cNvPr id="266" name="text-227 Pool">
            <a:extLst xmlns:a="http://schemas.openxmlformats.org/drawingml/2006/main">
              <a:ext uri="{FF2B5EF4-FFF2-40B4-BE49-F238E27FC236}">
                <a16:creationId xmlns:a16="http://schemas.microsoft.com/office/drawing/2014/main" id="{3719FC3B-C85D-41C5-9926-3A1D11C7A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48360" y="1552626"/>
            <a:ext cx="528031" cy="3151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1" i="0">
                <a:solidFill>
                  <a:srgbClr val="121F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1" i="0">
                <a:solidFill>
                  <a:srgbClr val="121F33"/>
                </a:solidFill>
                <a:latin typeface="Arial"/>
                <a:ea typeface="Arial"/>
                <a:cs typeface="Arial"/>
              </a:defRPr>
            </a:pPr>
            <a:r>
              <a:rPr sz="1773" b="1" i="0">
                <a:solidFill>
                  <a:srgbClr val="121F33"/>
                </a:solidFill>
                <a:latin typeface="Arial"/>
                <a:ea typeface="Arial"/>
                <a:cs typeface="Arial"/>
              </a:rPr>
              <a:t>Pool</a:t>
            </a:r>
          </a:p>
        </p:txBody>
      </p:sp>
      <p:sp>
        <p:nvSpPr>
          <p:cNvPr id="267" name="path-228">
            <a:extLst xmlns:a="http://schemas.openxmlformats.org/drawingml/2006/main">
              <a:ext uri="{FF2B5EF4-FFF2-40B4-BE49-F238E27FC236}">
                <a16:creationId xmlns:a16="http://schemas.microsoft.com/office/drawing/2014/main" id="{8F1C1882-4EDB-428D-B658-D392BFABE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7757" y="2664013"/>
            <a:ext cx="2472872" cy="1512588"/>
          </a:xfrm>
          <a:custGeom xmlns:a="http://schemas.openxmlformats.org/drawingml/2006/main">
            <a:pathLst>
              <a:path w="2509507" h="1534996">
                <a:moveTo>
                  <a:pt x="0" y="153493"/>
                </a:moveTo>
                <a:lnTo>
                  <a:pt x="0" y="153493"/>
                </a:lnTo>
                <a:cubicBezTo>
                  <a:pt x="0" y="126473"/>
                  <a:pt x="7035" y="99989"/>
                  <a:pt x="20536" y="76746"/>
                </a:cubicBezTo>
                <a:cubicBezTo>
                  <a:pt x="34054" y="53503"/>
                  <a:pt x="53503" y="34036"/>
                  <a:pt x="76746" y="20536"/>
                </a:cubicBezTo>
                <a:cubicBezTo>
                  <a:pt x="99989" y="7017"/>
                  <a:pt x="126473" y="0"/>
                  <a:pt x="153511" y="0"/>
                </a:cubicBezTo>
                <a:lnTo>
                  <a:pt x="2355997" y="0"/>
                </a:lnTo>
                <a:cubicBezTo>
                  <a:pt x="2383034" y="0"/>
                  <a:pt x="2409519" y="7017"/>
                  <a:pt x="2432762" y="20536"/>
                </a:cubicBezTo>
                <a:cubicBezTo>
                  <a:pt x="2455985" y="34036"/>
                  <a:pt x="2475453" y="53503"/>
                  <a:pt x="2488973" y="76746"/>
                </a:cubicBezTo>
                <a:cubicBezTo>
                  <a:pt x="2502471" y="99989"/>
                  <a:pt x="2509507" y="126473"/>
                  <a:pt x="2509507" y="153493"/>
                </a:cubicBezTo>
                <a:lnTo>
                  <a:pt x="2509507" y="1381485"/>
                </a:lnTo>
                <a:cubicBezTo>
                  <a:pt x="2509507" y="1408523"/>
                  <a:pt x="2502471" y="1434988"/>
                  <a:pt x="2488973" y="1458231"/>
                </a:cubicBezTo>
                <a:cubicBezTo>
                  <a:pt x="2475453" y="1481475"/>
                  <a:pt x="2455985" y="1500942"/>
                  <a:pt x="2432762" y="1514442"/>
                </a:cubicBezTo>
                <a:cubicBezTo>
                  <a:pt x="2409519" y="1527960"/>
                  <a:pt x="2383034" y="1534996"/>
                  <a:pt x="2355997" y="1534996"/>
                </a:cubicBezTo>
                <a:lnTo>
                  <a:pt x="153511" y="1534996"/>
                </a:lnTo>
                <a:cubicBezTo>
                  <a:pt x="126473" y="1534996"/>
                  <a:pt x="99989" y="1527960"/>
                  <a:pt x="76746" y="1514442"/>
                </a:cubicBezTo>
                <a:cubicBezTo>
                  <a:pt x="53503" y="1500942"/>
                  <a:pt x="34054" y="1481475"/>
                  <a:pt x="20536" y="1458231"/>
                </a:cubicBezTo>
                <a:cubicBezTo>
                  <a:pt x="7035" y="1434988"/>
                  <a:pt x="0" y="1408523"/>
                  <a:pt x="0" y="1381485"/>
                </a:cubicBezTo>
                <a:lnTo>
                  <a:pt x="0" y="153493"/>
                </a:lnTo>
              </a:path>
            </a:pathLst>
          </a:custGeom>
          <a:solidFill xmlns:a="http://schemas.openxmlformats.org/drawingml/2006/main">
            <a:srgbClr val="E8EFFA"/>
          </a:solidFill>
          <a:ln xmlns:a="http://schemas.openxmlformats.org/drawingml/2006/main" w="24499">
            <a:solidFill>
              <a:srgbClr val="9CB8DC"/>
            </a:solidFill>
            <a:prstDash val="solid"/>
          </a:ln>
        </p:spPr>
      </p:sp>
      <p:sp>
        <p:nvSpPr>
          <p:cNvPr id="268" name="path-229">
            <a:extLst xmlns:a="http://schemas.openxmlformats.org/drawingml/2006/main">
              <a:ext uri="{FF2B5EF4-FFF2-40B4-BE49-F238E27FC236}">
                <a16:creationId xmlns:a16="http://schemas.microsoft.com/office/drawing/2014/main" id="{45BE1CAD-6CAF-49A1-9F81-4852D000A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46808" y="2853613"/>
            <a:ext cx="395714" cy="494789"/>
          </a:xfrm>
          <a:custGeom xmlns:a="http://schemas.openxmlformats.org/drawingml/2006/main">
            <a:pathLst>
              <a:path w="401577" h="502119">
                <a:moveTo>
                  <a:pt x="0" y="49728"/>
                </a:moveTo>
                <a:lnTo>
                  <a:pt x="48087" y="0"/>
                </a:lnTo>
                <a:lnTo>
                  <a:pt x="352936" y="0"/>
                </a:lnTo>
                <a:lnTo>
                  <a:pt x="401577" y="49728"/>
                </a:lnTo>
                <a:lnTo>
                  <a:pt x="401577" y="200531"/>
                </a:lnTo>
                <a:lnTo>
                  <a:pt x="389145" y="290777"/>
                </a:lnTo>
                <a:lnTo>
                  <a:pt x="344833" y="381595"/>
                </a:lnTo>
                <a:lnTo>
                  <a:pt x="248618" y="471841"/>
                </a:lnTo>
                <a:lnTo>
                  <a:pt x="200512" y="502119"/>
                </a:lnTo>
                <a:lnTo>
                  <a:pt x="152405" y="471841"/>
                </a:lnTo>
                <a:lnTo>
                  <a:pt x="56211" y="381595"/>
                </a:lnTo>
                <a:lnTo>
                  <a:pt x="11879" y="290777"/>
                </a:lnTo>
                <a:lnTo>
                  <a:pt x="0" y="200531"/>
                </a:lnTo>
                <a:lnTo>
                  <a:pt x="0" y="49728"/>
                </a:lnTo>
              </a:path>
            </a:pathLst>
          </a:custGeom>
          <a:solidFill xmlns:a="http://schemas.openxmlformats.org/drawingml/2006/main">
            <a:srgbClr val="2B5190"/>
          </a:solidFill>
          <a:ln xmlns:a="http://schemas.openxmlformats.org/drawingml/2006/main" w="17043">
            <a:solidFill>
              <a:srgbClr val="5B86C4"/>
            </a:solidFill>
            <a:prstDash val="solid"/>
          </a:ln>
        </p:spPr>
      </p:sp>
      <p:sp>
        <p:nvSpPr>
          <p:cNvPr id="269" name="path-230">
            <a:extLst xmlns:a="http://schemas.openxmlformats.org/drawingml/2006/main">
              <a:ext uri="{FF2B5EF4-FFF2-40B4-BE49-F238E27FC236}">
                <a16:creationId xmlns:a16="http://schemas.microsoft.com/office/drawing/2014/main" id="{C94DFBB4-E326-4B6C-BD98-F425CFC03F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53323" y="3061325"/>
            <a:ext cx="63375" cy="78820"/>
          </a:xfrm>
          <a:custGeom xmlns:a="http://schemas.openxmlformats.org/drawingml/2006/main">
            <a:pathLst>
              <a:path w="64314" h="79988">
                <a:moveTo>
                  <a:pt x="0" y="0"/>
                </a:moveTo>
                <a:lnTo>
                  <a:pt x="64314" y="79988"/>
                </a:lnTo>
              </a:path>
            </a:pathLst>
          </a:custGeom>
          <a:noFill xmlns:a="http://schemas.openxmlformats.org/drawingml/2006/main"/>
          <a:ln xmlns:a="http://schemas.openxmlformats.org/drawingml/2006/main" w="63911">
            <a:solidFill>
              <a:srgbClr val="FFFFFF"/>
            </a:solidFill>
            <a:prstDash val="solid"/>
          </a:ln>
        </p:spPr>
      </p:sp>
      <p:sp>
        <p:nvSpPr>
          <p:cNvPr id="270" name="path-231">
            <a:extLst xmlns:a="http://schemas.openxmlformats.org/drawingml/2006/main">
              <a:ext uri="{FF2B5EF4-FFF2-40B4-BE49-F238E27FC236}">
                <a16:creationId xmlns:a16="http://schemas.microsoft.com/office/drawing/2014/main" id="{D5FDF54A-DC14-48A6-A47F-967A09F01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6698" y="2977169"/>
            <a:ext cx="118765" cy="162975"/>
          </a:xfrm>
          <a:custGeom xmlns:a="http://schemas.openxmlformats.org/drawingml/2006/main">
            <a:pathLst>
              <a:path w="120524" h="165390">
                <a:moveTo>
                  <a:pt x="0" y="165390"/>
                </a:moveTo>
                <a:lnTo>
                  <a:pt x="120524" y="0"/>
                </a:lnTo>
              </a:path>
            </a:pathLst>
          </a:custGeom>
          <a:noFill xmlns:a="http://schemas.openxmlformats.org/drawingml/2006/main"/>
          <a:ln xmlns:a="http://schemas.openxmlformats.org/drawingml/2006/main" w="63911">
            <a:solidFill>
              <a:srgbClr val="FFFFFF"/>
            </a:solidFill>
            <a:prstDash val="solid"/>
          </a:ln>
        </p:spPr>
      </p:sp>
      <p:sp>
        <p:nvSpPr>
          <p:cNvPr id="271" name="text-232 Verified">
            <a:extLst xmlns:a="http://schemas.openxmlformats.org/drawingml/2006/main">
              <a:ext uri="{FF2B5EF4-FFF2-40B4-BE49-F238E27FC236}">
                <a16:creationId xmlns:a16="http://schemas.microsoft.com/office/drawing/2014/main" id="{AA2FC1D6-3C98-4794-A24F-055C51FD5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26574" y="3493750"/>
            <a:ext cx="819747" cy="3027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3" b="1" i="0">
                <a:solidFill>
                  <a:srgbClr val="1B3C7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3" b="1" i="0">
                <a:solidFill>
                  <a:srgbClr val="1B3C76"/>
                </a:solidFill>
                <a:latin typeface="Arial"/>
                <a:ea typeface="Arial"/>
                <a:cs typeface="Arial"/>
              </a:defRPr>
            </a:pPr>
            <a:r>
              <a:rPr sz="1703" b="1" i="0">
                <a:solidFill>
                  <a:srgbClr val="1B3C76"/>
                </a:solidFill>
                <a:latin typeface="Arial"/>
                <a:ea typeface="Arial"/>
                <a:cs typeface="Arial"/>
              </a:rPr>
              <a:t>Verified</a:t>
            </a:r>
          </a:p>
        </p:txBody>
      </p:sp>
      <p:sp>
        <p:nvSpPr>
          <p:cNvPr id="272" name="text-232 Hard">
            <a:extLst xmlns:a="http://schemas.openxmlformats.org/drawingml/2006/main">
              <a:ext uri="{FF2B5EF4-FFF2-40B4-BE49-F238E27FC236}">
                <a16:creationId xmlns:a16="http://schemas.microsoft.com/office/drawing/2014/main" id="{80BBEED0-FD5F-4E46-B106-4AEC7A24C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67972" y="3493694"/>
            <a:ext cx="531507" cy="3028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3" b="1" i="0">
                <a:solidFill>
                  <a:srgbClr val="1B3C7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3" b="1" i="0">
                <a:solidFill>
                  <a:srgbClr val="1B3C76"/>
                </a:solidFill>
                <a:latin typeface="Arial"/>
                <a:ea typeface="Arial"/>
                <a:cs typeface="Arial"/>
              </a:defRPr>
            </a:pPr>
            <a:r>
              <a:rPr sz="1703" b="1" i="0">
                <a:solidFill>
                  <a:srgbClr val="1B3C76"/>
                </a:solidFill>
                <a:latin typeface="Arial"/>
                <a:ea typeface="Arial"/>
                <a:cs typeface="Arial"/>
              </a:rPr>
              <a:t>Hard</a:t>
            </a:r>
          </a:p>
        </p:txBody>
      </p:sp>
      <p:sp>
        <p:nvSpPr>
          <p:cNvPr id="273" name="text-233 Examples">
            <a:extLst xmlns:a="http://schemas.openxmlformats.org/drawingml/2006/main">
              <a:ext uri="{FF2B5EF4-FFF2-40B4-BE49-F238E27FC236}">
                <a16:creationId xmlns:a16="http://schemas.microsoft.com/office/drawing/2014/main" id="{E3BA5EA2-AB98-416A-8872-CFA51E1CC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89023" y="3768536"/>
            <a:ext cx="1048391" cy="3028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3" b="1" i="0">
                <a:solidFill>
                  <a:srgbClr val="1B3C7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3" b="1" i="0">
                <a:solidFill>
                  <a:srgbClr val="1B3C76"/>
                </a:solidFill>
                <a:latin typeface="Arial"/>
                <a:ea typeface="Arial"/>
                <a:cs typeface="Arial"/>
              </a:defRPr>
            </a:pPr>
            <a:r>
              <a:rPr sz="1703" b="1" i="0">
                <a:solidFill>
                  <a:srgbClr val="1B3C76"/>
                </a:solidFill>
                <a:latin typeface="Arial"/>
                <a:ea typeface="Arial"/>
                <a:cs typeface="Arial"/>
              </a:rPr>
              <a:t>Examples</a:t>
            </a:r>
          </a:p>
        </p:txBody>
      </p:sp>
      <p:sp>
        <p:nvSpPr>
          <p:cNvPr id="274" name="path-234">
            <a:extLst xmlns:a="http://schemas.openxmlformats.org/drawingml/2006/main">
              <a:ext uri="{FF2B5EF4-FFF2-40B4-BE49-F238E27FC236}">
                <a16:creationId xmlns:a16="http://schemas.microsoft.com/office/drawing/2014/main" id="{7F64F16D-A542-4C12-AE59-F99781A44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7757" y="4496689"/>
            <a:ext cx="2472872" cy="1512587"/>
          </a:xfrm>
          <a:custGeom xmlns:a="http://schemas.openxmlformats.org/drawingml/2006/main">
            <a:pathLst>
              <a:path w="2509507" h="1534996">
                <a:moveTo>
                  <a:pt x="0" y="153492"/>
                </a:moveTo>
                <a:lnTo>
                  <a:pt x="0" y="153492"/>
                </a:lnTo>
                <a:cubicBezTo>
                  <a:pt x="0" y="126473"/>
                  <a:pt x="7035" y="99989"/>
                  <a:pt x="20536" y="76746"/>
                </a:cubicBezTo>
                <a:cubicBezTo>
                  <a:pt x="34054" y="53503"/>
                  <a:pt x="53503" y="34054"/>
                  <a:pt x="76746" y="20536"/>
                </a:cubicBezTo>
                <a:cubicBezTo>
                  <a:pt x="99989" y="7017"/>
                  <a:pt x="126473" y="0"/>
                  <a:pt x="153511" y="0"/>
                </a:cubicBezTo>
                <a:lnTo>
                  <a:pt x="2355997" y="0"/>
                </a:lnTo>
                <a:cubicBezTo>
                  <a:pt x="2383034" y="0"/>
                  <a:pt x="2409519" y="7017"/>
                  <a:pt x="2432762" y="20536"/>
                </a:cubicBezTo>
                <a:cubicBezTo>
                  <a:pt x="2455985" y="34054"/>
                  <a:pt x="2475453" y="53503"/>
                  <a:pt x="2488973" y="76746"/>
                </a:cubicBezTo>
                <a:cubicBezTo>
                  <a:pt x="2502471" y="99989"/>
                  <a:pt x="2509507" y="126473"/>
                  <a:pt x="2509507" y="153492"/>
                </a:cubicBezTo>
                <a:lnTo>
                  <a:pt x="2509507" y="1381485"/>
                </a:lnTo>
                <a:cubicBezTo>
                  <a:pt x="2509507" y="1408522"/>
                  <a:pt x="2502471" y="1435007"/>
                  <a:pt x="2488973" y="1458250"/>
                </a:cubicBezTo>
                <a:cubicBezTo>
                  <a:pt x="2475453" y="1481474"/>
                  <a:pt x="2455985" y="1500942"/>
                  <a:pt x="2432762" y="1514461"/>
                </a:cubicBezTo>
                <a:cubicBezTo>
                  <a:pt x="2409519" y="1527960"/>
                  <a:pt x="2383034" y="1534996"/>
                  <a:pt x="2355997" y="1534996"/>
                </a:cubicBezTo>
                <a:lnTo>
                  <a:pt x="153511" y="1534996"/>
                </a:lnTo>
                <a:cubicBezTo>
                  <a:pt x="126473" y="1534996"/>
                  <a:pt x="99989" y="1527960"/>
                  <a:pt x="76746" y="1514461"/>
                </a:cubicBezTo>
                <a:cubicBezTo>
                  <a:pt x="53503" y="1500942"/>
                  <a:pt x="34054" y="1481474"/>
                  <a:pt x="20536" y="1458250"/>
                </a:cubicBezTo>
                <a:cubicBezTo>
                  <a:pt x="7035" y="1435007"/>
                  <a:pt x="0" y="1408522"/>
                  <a:pt x="0" y="1381485"/>
                </a:cubicBezTo>
                <a:lnTo>
                  <a:pt x="0" y="153492"/>
                </a:lnTo>
              </a:path>
            </a:pathLst>
          </a:custGeom>
          <a:solidFill xmlns:a="http://schemas.openxmlformats.org/drawingml/2006/main">
            <a:srgbClr val="ECF5EA"/>
          </a:solidFill>
          <a:ln xmlns:a="http://schemas.openxmlformats.org/drawingml/2006/main" w="24499">
            <a:solidFill>
              <a:srgbClr val="A6C8A4"/>
            </a:solidFill>
            <a:prstDash val="solid"/>
          </a:ln>
        </p:spPr>
      </p:sp>
      <p:sp>
        <p:nvSpPr>
          <p:cNvPr id="275" name="path-235">
            <a:extLst xmlns:a="http://schemas.openxmlformats.org/drawingml/2006/main">
              <a:ext uri="{FF2B5EF4-FFF2-40B4-BE49-F238E27FC236}">
                <a16:creationId xmlns:a16="http://schemas.microsoft.com/office/drawing/2014/main" id="{3188A49B-49E8-4C96-880B-EE3C2C3CC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46808" y="4686289"/>
            <a:ext cx="494770" cy="494788"/>
          </a:xfrm>
          <a:custGeom xmlns:a="http://schemas.openxmlformats.org/drawingml/2006/main">
            <a:pathLst>
              <a:path w="502100" h="502119">
                <a:moveTo>
                  <a:pt x="0" y="250792"/>
                </a:moveTo>
                <a:lnTo>
                  <a:pt x="0" y="250792"/>
                </a:lnTo>
                <a:cubicBezTo>
                  <a:pt x="0" y="206462"/>
                  <a:pt x="11345" y="163236"/>
                  <a:pt x="33502" y="125406"/>
                </a:cubicBezTo>
                <a:cubicBezTo>
                  <a:pt x="55658" y="87023"/>
                  <a:pt x="87557" y="55123"/>
                  <a:pt x="125387" y="33520"/>
                </a:cubicBezTo>
                <a:cubicBezTo>
                  <a:pt x="163769" y="11345"/>
                  <a:pt x="206996" y="0"/>
                  <a:pt x="251326" y="0"/>
                </a:cubicBezTo>
                <a:cubicBezTo>
                  <a:pt x="295105" y="0"/>
                  <a:pt x="338331" y="11345"/>
                  <a:pt x="376714" y="33520"/>
                </a:cubicBezTo>
                <a:cubicBezTo>
                  <a:pt x="414543" y="55123"/>
                  <a:pt x="446442" y="87023"/>
                  <a:pt x="468598" y="125406"/>
                </a:cubicBezTo>
                <a:cubicBezTo>
                  <a:pt x="490754" y="163236"/>
                  <a:pt x="502100" y="206462"/>
                  <a:pt x="502100" y="250792"/>
                </a:cubicBezTo>
                <a:cubicBezTo>
                  <a:pt x="502100" y="295105"/>
                  <a:pt x="490754" y="338350"/>
                  <a:pt x="468598" y="376180"/>
                </a:cubicBezTo>
                <a:cubicBezTo>
                  <a:pt x="446442" y="414562"/>
                  <a:pt x="414543" y="446442"/>
                  <a:pt x="376714" y="468065"/>
                </a:cubicBezTo>
                <a:cubicBezTo>
                  <a:pt x="338331" y="490221"/>
                  <a:pt x="295105" y="502119"/>
                  <a:pt x="251326" y="502119"/>
                </a:cubicBezTo>
                <a:cubicBezTo>
                  <a:pt x="206996" y="502119"/>
                  <a:pt x="163769" y="490221"/>
                  <a:pt x="125387" y="468065"/>
                </a:cubicBezTo>
                <a:cubicBezTo>
                  <a:pt x="87557" y="446442"/>
                  <a:pt x="55658" y="414562"/>
                  <a:pt x="33502" y="376180"/>
                </a:cubicBezTo>
                <a:cubicBezTo>
                  <a:pt x="11345" y="338350"/>
                  <a:pt x="0" y="295105"/>
                  <a:pt x="0" y="250792"/>
                </a:cubicBezTo>
              </a:path>
            </a:pathLst>
          </a:custGeom>
          <a:solidFill xmlns:a="http://schemas.openxmlformats.org/drawingml/2006/main">
            <a:srgbClr val="2C6340"/>
          </a:solidFill>
          <a:ln xmlns:a="http://schemas.openxmlformats.org/drawingml/2006/main" w="13315">
            <a:solidFill>
              <a:srgbClr val="2C6340"/>
            </a:solidFill>
            <a:prstDash val="solid"/>
          </a:ln>
        </p:spPr>
      </p:sp>
      <p:sp>
        <p:nvSpPr>
          <p:cNvPr id="276" name="path-236">
            <a:extLst xmlns:a="http://schemas.openxmlformats.org/drawingml/2006/main">
              <a:ext uri="{FF2B5EF4-FFF2-40B4-BE49-F238E27FC236}">
                <a16:creationId xmlns:a16="http://schemas.microsoft.com/office/drawing/2014/main" id="{798055DD-32C7-4D05-8A76-4052A8912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92596" y="4731571"/>
            <a:ext cx="403194" cy="403174"/>
          </a:xfrm>
          <a:custGeom xmlns:a="http://schemas.openxmlformats.org/drawingml/2006/main">
            <a:pathLst>
              <a:path w="409167" h="409147">
                <a:moveTo>
                  <a:pt x="0" y="204840"/>
                </a:moveTo>
                <a:lnTo>
                  <a:pt x="0" y="204840"/>
                </a:lnTo>
                <a:cubicBezTo>
                  <a:pt x="0" y="169165"/>
                  <a:pt x="9191" y="133490"/>
                  <a:pt x="27572" y="102678"/>
                </a:cubicBezTo>
                <a:cubicBezTo>
                  <a:pt x="45400" y="71331"/>
                  <a:pt x="71350" y="45399"/>
                  <a:pt x="102163" y="27553"/>
                </a:cubicBezTo>
                <a:cubicBezTo>
                  <a:pt x="133510" y="9725"/>
                  <a:pt x="168632" y="0"/>
                  <a:pt x="204860" y="0"/>
                </a:cubicBezTo>
                <a:cubicBezTo>
                  <a:pt x="240535" y="0"/>
                  <a:pt x="275657" y="9725"/>
                  <a:pt x="307004" y="27553"/>
                </a:cubicBezTo>
                <a:cubicBezTo>
                  <a:pt x="337817" y="45399"/>
                  <a:pt x="363767" y="71331"/>
                  <a:pt x="381595" y="102678"/>
                </a:cubicBezTo>
                <a:cubicBezTo>
                  <a:pt x="399975" y="133490"/>
                  <a:pt x="409167" y="169165"/>
                  <a:pt x="409167" y="204840"/>
                </a:cubicBezTo>
                <a:cubicBezTo>
                  <a:pt x="409167" y="240515"/>
                  <a:pt x="399975" y="276190"/>
                  <a:pt x="381595" y="306984"/>
                </a:cubicBezTo>
                <a:cubicBezTo>
                  <a:pt x="363767" y="338330"/>
                  <a:pt x="337817" y="364281"/>
                  <a:pt x="307004" y="382128"/>
                </a:cubicBezTo>
                <a:cubicBezTo>
                  <a:pt x="275657" y="399956"/>
                  <a:pt x="240535" y="409147"/>
                  <a:pt x="204860" y="409147"/>
                </a:cubicBezTo>
                <a:cubicBezTo>
                  <a:pt x="168632" y="409147"/>
                  <a:pt x="133510" y="399956"/>
                  <a:pt x="102163" y="382128"/>
                </a:cubicBezTo>
                <a:cubicBezTo>
                  <a:pt x="71350" y="364281"/>
                  <a:pt x="45400" y="338330"/>
                  <a:pt x="27572" y="306984"/>
                </a:cubicBezTo>
                <a:cubicBezTo>
                  <a:pt x="9191" y="276190"/>
                  <a:pt x="0" y="240515"/>
                  <a:pt x="0" y="20484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2C6340"/>
            </a:solidFill>
            <a:prstDash val="solid"/>
          </a:ln>
        </p:spPr>
      </p:sp>
      <p:sp>
        <p:nvSpPr>
          <p:cNvPr id="277" name="path-237">
            <a:extLst xmlns:a="http://schemas.openxmlformats.org/drawingml/2006/main">
              <a:ext uri="{FF2B5EF4-FFF2-40B4-BE49-F238E27FC236}">
                <a16:creationId xmlns:a16="http://schemas.microsoft.com/office/drawing/2014/main" id="{EE08CBE6-9102-4563-9F1F-E0592D4F1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38405" y="4777904"/>
            <a:ext cx="311577" cy="311559"/>
          </a:xfrm>
          <a:custGeom xmlns:a="http://schemas.openxmlformats.org/drawingml/2006/main">
            <a:pathLst>
              <a:path w="316193" h="316174">
                <a:moveTo>
                  <a:pt x="0" y="157820"/>
                </a:moveTo>
                <a:lnTo>
                  <a:pt x="0" y="157820"/>
                </a:lnTo>
                <a:cubicBezTo>
                  <a:pt x="0" y="130249"/>
                  <a:pt x="7570" y="102697"/>
                  <a:pt x="21088" y="78901"/>
                </a:cubicBezTo>
                <a:cubicBezTo>
                  <a:pt x="35140" y="54590"/>
                  <a:pt x="55123" y="34588"/>
                  <a:pt x="78920" y="21070"/>
                </a:cubicBezTo>
                <a:cubicBezTo>
                  <a:pt x="103230" y="7017"/>
                  <a:pt x="130267" y="0"/>
                  <a:pt x="158373" y="0"/>
                </a:cubicBezTo>
                <a:cubicBezTo>
                  <a:pt x="185925" y="0"/>
                  <a:pt x="212963" y="7017"/>
                  <a:pt x="237273" y="21070"/>
                </a:cubicBezTo>
                <a:cubicBezTo>
                  <a:pt x="261050" y="34588"/>
                  <a:pt x="281052" y="54590"/>
                  <a:pt x="295104" y="78901"/>
                </a:cubicBezTo>
                <a:cubicBezTo>
                  <a:pt x="308623" y="102697"/>
                  <a:pt x="316193" y="130249"/>
                  <a:pt x="316193" y="157820"/>
                </a:cubicBezTo>
                <a:cubicBezTo>
                  <a:pt x="316193" y="185392"/>
                  <a:pt x="308623" y="212944"/>
                  <a:pt x="295104" y="236721"/>
                </a:cubicBezTo>
                <a:cubicBezTo>
                  <a:pt x="281052" y="261050"/>
                  <a:pt x="261050" y="281052"/>
                  <a:pt x="237273" y="294572"/>
                </a:cubicBezTo>
                <a:cubicBezTo>
                  <a:pt x="212963" y="308624"/>
                  <a:pt x="185925" y="316174"/>
                  <a:pt x="158373" y="316174"/>
                </a:cubicBezTo>
                <a:cubicBezTo>
                  <a:pt x="130267" y="316174"/>
                  <a:pt x="103230" y="308624"/>
                  <a:pt x="78920" y="294572"/>
                </a:cubicBezTo>
                <a:cubicBezTo>
                  <a:pt x="55123" y="281052"/>
                  <a:pt x="35140" y="261050"/>
                  <a:pt x="21088" y="236721"/>
                </a:cubicBezTo>
                <a:cubicBezTo>
                  <a:pt x="7570" y="212944"/>
                  <a:pt x="0" y="185392"/>
                  <a:pt x="0" y="157820"/>
                </a:cubicBezTo>
              </a:path>
            </a:pathLst>
          </a:custGeom>
          <a:solidFill xmlns:a="http://schemas.openxmlformats.org/drawingml/2006/main">
            <a:srgbClr val="4C9262"/>
          </a:solidFill>
          <a:ln xmlns:a="http://schemas.openxmlformats.org/drawingml/2006/main" w="13315">
            <a:solidFill>
              <a:srgbClr val="2C6340"/>
            </a:solidFill>
            <a:prstDash val="solid"/>
          </a:ln>
        </p:spPr>
      </p:sp>
      <p:sp>
        <p:nvSpPr>
          <p:cNvPr id="278" name="path-238">
            <a:extLst xmlns:a="http://schemas.openxmlformats.org/drawingml/2006/main">
              <a:ext uri="{FF2B5EF4-FFF2-40B4-BE49-F238E27FC236}">
                <a16:creationId xmlns:a16="http://schemas.microsoft.com/office/drawing/2014/main" id="{4C21AA0F-F491-461D-B5D2-0B7880510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4212" y="4823712"/>
            <a:ext cx="219962" cy="219962"/>
          </a:xfrm>
          <a:custGeom xmlns:a="http://schemas.openxmlformats.org/drawingml/2006/main">
            <a:pathLst>
              <a:path w="223221" h="223221">
                <a:moveTo>
                  <a:pt x="0" y="111333"/>
                </a:moveTo>
                <a:lnTo>
                  <a:pt x="0" y="111333"/>
                </a:lnTo>
                <a:cubicBezTo>
                  <a:pt x="0" y="91866"/>
                  <a:pt x="5396" y="72417"/>
                  <a:pt x="15139" y="55657"/>
                </a:cubicBezTo>
                <a:cubicBezTo>
                  <a:pt x="24864" y="38363"/>
                  <a:pt x="38916" y="24310"/>
                  <a:pt x="55676" y="14587"/>
                </a:cubicBezTo>
                <a:cubicBezTo>
                  <a:pt x="72971" y="4862"/>
                  <a:pt x="91886" y="0"/>
                  <a:pt x="111887" y="0"/>
                </a:cubicBezTo>
                <a:cubicBezTo>
                  <a:pt x="131335" y="0"/>
                  <a:pt x="150250" y="4862"/>
                  <a:pt x="167545" y="14587"/>
                </a:cubicBezTo>
                <a:cubicBezTo>
                  <a:pt x="184305" y="24310"/>
                  <a:pt x="198357" y="38363"/>
                  <a:pt x="208082" y="55657"/>
                </a:cubicBezTo>
                <a:cubicBezTo>
                  <a:pt x="217825" y="72417"/>
                  <a:pt x="223221" y="91866"/>
                  <a:pt x="223221" y="111333"/>
                </a:cubicBezTo>
                <a:cubicBezTo>
                  <a:pt x="223221" y="130783"/>
                  <a:pt x="217825" y="150250"/>
                  <a:pt x="208082" y="167010"/>
                </a:cubicBezTo>
                <a:cubicBezTo>
                  <a:pt x="198357" y="184305"/>
                  <a:pt x="184305" y="198357"/>
                  <a:pt x="167545" y="208082"/>
                </a:cubicBezTo>
                <a:cubicBezTo>
                  <a:pt x="150250" y="217806"/>
                  <a:pt x="131335" y="223221"/>
                  <a:pt x="111887" y="223221"/>
                </a:cubicBezTo>
                <a:cubicBezTo>
                  <a:pt x="91886" y="223221"/>
                  <a:pt x="72971" y="217806"/>
                  <a:pt x="55676" y="208082"/>
                </a:cubicBezTo>
                <a:cubicBezTo>
                  <a:pt x="38916" y="198357"/>
                  <a:pt x="24864" y="184305"/>
                  <a:pt x="15139" y="167010"/>
                </a:cubicBezTo>
                <a:cubicBezTo>
                  <a:pt x="5396" y="150250"/>
                  <a:pt x="0" y="130783"/>
                  <a:pt x="0" y="111333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2C6340"/>
            </a:solidFill>
            <a:prstDash val="solid"/>
          </a:ln>
        </p:spPr>
      </p:sp>
      <p:sp>
        <p:nvSpPr>
          <p:cNvPr id="279" name="path-239">
            <a:extLst xmlns:a="http://schemas.openxmlformats.org/drawingml/2006/main">
              <a:ext uri="{FF2B5EF4-FFF2-40B4-BE49-F238E27FC236}">
                <a16:creationId xmlns:a16="http://schemas.microsoft.com/office/drawing/2014/main" id="{7D5B55F3-47CD-4AC8-B987-A78C928A4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0019" y="4869501"/>
            <a:ext cx="128348" cy="128366"/>
          </a:xfrm>
          <a:custGeom xmlns:a="http://schemas.openxmlformats.org/drawingml/2006/main">
            <a:pathLst>
              <a:path w="130249" h="130268">
                <a:moveTo>
                  <a:pt x="0" y="64866"/>
                </a:moveTo>
                <a:lnTo>
                  <a:pt x="0" y="64866"/>
                </a:lnTo>
                <a:cubicBezTo>
                  <a:pt x="0" y="53522"/>
                  <a:pt x="3241" y="42158"/>
                  <a:pt x="8638" y="32433"/>
                </a:cubicBezTo>
                <a:cubicBezTo>
                  <a:pt x="14587" y="22175"/>
                  <a:pt x="22691" y="14053"/>
                  <a:pt x="32434" y="8656"/>
                </a:cubicBezTo>
                <a:cubicBezTo>
                  <a:pt x="42692" y="2707"/>
                  <a:pt x="53503" y="0"/>
                  <a:pt x="65401" y="0"/>
                </a:cubicBezTo>
                <a:cubicBezTo>
                  <a:pt x="76746" y="0"/>
                  <a:pt x="87557" y="2707"/>
                  <a:pt x="97815" y="8656"/>
                </a:cubicBezTo>
                <a:cubicBezTo>
                  <a:pt x="107560" y="14053"/>
                  <a:pt x="115663" y="22175"/>
                  <a:pt x="121612" y="32433"/>
                </a:cubicBezTo>
                <a:cubicBezTo>
                  <a:pt x="127008" y="42158"/>
                  <a:pt x="130249" y="53522"/>
                  <a:pt x="130249" y="64866"/>
                </a:cubicBezTo>
                <a:cubicBezTo>
                  <a:pt x="130249" y="76212"/>
                  <a:pt x="127008" y="87557"/>
                  <a:pt x="121612" y="97300"/>
                </a:cubicBezTo>
                <a:cubicBezTo>
                  <a:pt x="115663" y="107558"/>
                  <a:pt x="107560" y="115662"/>
                  <a:pt x="97815" y="121078"/>
                </a:cubicBezTo>
                <a:cubicBezTo>
                  <a:pt x="87557" y="127026"/>
                  <a:pt x="76746" y="130268"/>
                  <a:pt x="65401" y="130268"/>
                </a:cubicBezTo>
                <a:cubicBezTo>
                  <a:pt x="53503" y="130268"/>
                  <a:pt x="42692" y="127026"/>
                  <a:pt x="32434" y="121078"/>
                </a:cubicBezTo>
                <a:cubicBezTo>
                  <a:pt x="22691" y="115662"/>
                  <a:pt x="14587" y="107558"/>
                  <a:pt x="8638" y="97300"/>
                </a:cubicBezTo>
                <a:cubicBezTo>
                  <a:pt x="3241" y="87557"/>
                  <a:pt x="0" y="76212"/>
                  <a:pt x="0" y="64866"/>
                </a:cubicBezTo>
              </a:path>
            </a:pathLst>
          </a:custGeom>
          <a:solidFill xmlns:a="http://schemas.openxmlformats.org/drawingml/2006/main">
            <a:srgbClr val="74B28A"/>
          </a:solidFill>
          <a:ln xmlns:a="http://schemas.openxmlformats.org/drawingml/2006/main" w="13315">
            <a:solidFill>
              <a:srgbClr val="2C6340"/>
            </a:solidFill>
            <a:prstDash val="solid"/>
          </a:ln>
        </p:spPr>
      </p:sp>
      <p:sp>
        <p:nvSpPr>
          <p:cNvPr id="280" name="path-240">
            <a:extLst xmlns:a="http://schemas.openxmlformats.org/drawingml/2006/main">
              <a:ext uri="{FF2B5EF4-FFF2-40B4-BE49-F238E27FC236}">
                <a16:creationId xmlns:a16="http://schemas.microsoft.com/office/drawing/2014/main" id="{E8808274-0D3A-40AC-9C06-8CC924040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3921" y="4656471"/>
            <a:ext cx="276949" cy="276949"/>
          </a:xfrm>
          <a:custGeom xmlns:a="http://schemas.openxmlformats.org/drawingml/2006/main">
            <a:pathLst>
              <a:path w="281052" h="281052">
                <a:moveTo>
                  <a:pt x="281052" y="0"/>
                </a:moveTo>
                <a:lnTo>
                  <a:pt x="0" y="281052"/>
                </a:lnTo>
              </a:path>
            </a:pathLst>
          </a:custGeom>
          <a:noFill xmlns:a="http://schemas.openxmlformats.org/drawingml/2006/main"/>
          <a:ln xmlns:a="http://schemas.openxmlformats.org/drawingml/2006/main" w="47933">
            <a:solidFill>
              <a:srgbClr val="2C6340"/>
            </a:solidFill>
            <a:prstDash val="solid"/>
          </a:ln>
        </p:spPr>
      </p:sp>
      <p:sp>
        <p:nvSpPr>
          <p:cNvPr id="281" name="path-241">
            <a:extLst xmlns:a="http://schemas.openxmlformats.org/drawingml/2006/main">
              <a:ext uri="{FF2B5EF4-FFF2-40B4-BE49-F238E27FC236}">
                <a16:creationId xmlns:a16="http://schemas.microsoft.com/office/drawing/2014/main" id="{F68BFB9E-C754-4035-87A9-F561F5088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6443" y="4695872"/>
            <a:ext cx="44737" cy="74573"/>
          </a:xfrm>
          <a:custGeom xmlns:a="http://schemas.openxmlformats.org/drawingml/2006/main">
            <a:pathLst>
              <a:path w="45400" h="75678">
                <a:moveTo>
                  <a:pt x="0" y="0"/>
                </a:moveTo>
                <a:lnTo>
                  <a:pt x="45400" y="75678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2C6340"/>
            </a:solidFill>
            <a:prstDash val="solid"/>
          </a:ln>
        </p:spPr>
      </p:sp>
      <p:sp>
        <p:nvSpPr>
          <p:cNvPr id="282" name="path-242">
            <a:extLst xmlns:a="http://schemas.openxmlformats.org/drawingml/2006/main">
              <a:ext uri="{FF2B5EF4-FFF2-40B4-BE49-F238E27FC236}">
                <a16:creationId xmlns:a16="http://schemas.microsoft.com/office/drawing/2014/main" id="{B7E49C5F-7F32-4509-A8F2-E2FD5F48C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52105" y="4750735"/>
            <a:ext cx="44737" cy="74028"/>
          </a:xfrm>
          <a:custGeom xmlns:a="http://schemas.openxmlformats.org/drawingml/2006/main">
            <a:pathLst>
              <a:path w="45400" h="75125">
                <a:moveTo>
                  <a:pt x="0" y="0"/>
                </a:moveTo>
                <a:lnTo>
                  <a:pt x="45400" y="75125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2C6340"/>
            </a:solidFill>
            <a:prstDash val="solid"/>
          </a:ln>
        </p:spPr>
      </p:sp>
      <p:sp>
        <p:nvSpPr>
          <p:cNvPr id="283" name="text-243 Targeted">
            <a:extLst xmlns:a="http://schemas.openxmlformats.org/drawingml/2006/main">
              <a:ext uri="{FF2B5EF4-FFF2-40B4-BE49-F238E27FC236}">
                <a16:creationId xmlns:a16="http://schemas.microsoft.com/office/drawing/2014/main" id="{5FAA2E1C-FCF3-4040-A143-67331E6ED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50422" y="5326927"/>
            <a:ext cx="935877" cy="3028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3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3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pPr>
            <a:r>
              <a:rPr sz="1703" b="1" i="0">
                <a:solidFill>
                  <a:srgbClr val="1E5B33"/>
                </a:solidFill>
                <a:latin typeface="Arial"/>
                <a:ea typeface="Arial"/>
                <a:cs typeface="Arial"/>
              </a:rPr>
              <a:t>Targeted</a:t>
            </a:r>
          </a:p>
        </p:txBody>
      </p:sp>
      <p:sp>
        <p:nvSpPr>
          <p:cNvPr id="284" name="text-243 Refill">
            <a:extLst xmlns:a="http://schemas.openxmlformats.org/drawingml/2006/main">
              <a:ext uri="{FF2B5EF4-FFF2-40B4-BE49-F238E27FC236}">
                <a16:creationId xmlns:a16="http://schemas.microsoft.com/office/drawing/2014/main" id="{A415ABA2-2D75-4A22-BA6C-34E4D560E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07943" y="5326879"/>
            <a:ext cx="567623" cy="30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4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4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pPr>
            <a:r>
              <a:rPr sz="1704" b="1" i="0">
                <a:solidFill>
                  <a:srgbClr val="1E5B33"/>
                </a:solidFill>
                <a:latin typeface="Arial"/>
                <a:ea typeface="Arial"/>
                <a:cs typeface="Arial"/>
              </a:rPr>
              <a:t>Refill</a:t>
            </a:r>
          </a:p>
        </p:txBody>
      </p:sp>
      <p:sp>
        <p:nvSpPr>
          <p:cNvPr id="285" name="path-244">
            <a:extLst xmlns:a="http://schemas.openxmlformats.org/drawingml/2006/main">
              <a:ext uri="{FF2B5EF4-FFF2-40B4-BE49-F238E27FC236}">
                <a16:creationId xmlns:a16="http://schemas.microsoft.com/office/drawing/2014/main" id="{6AF3CCAC-0AB7-461C-9329-D071EBC33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57757" y="6329892"/>
            <a:ext cx="2472872" cy="1512587"/>
          </a:xfrm>
          <a:custGeom xmlns:a="http://schemas.openxmlformats.org/drawingml/2006/main">
            <a:pathLst>
              <a:path w="2509507" h="1534996">
                <a:moveTo>
                  <a:pt x="0" y="153511"/>
                </a:moveTo>
                <a:lnTo>
                  <a:pt x="0" y="153511"/>
                </a:lnTo>
                <a:cubicBezTo>
                  <a:pt x="0" y="126473"/>
                  <a:pt x="7035" y="99989"/>
                  <a:pt x="20536" y="76765"/>
                </a:cubicBezTo>
                <a:cubicBezTo>
                  <a:pt x="34054" y="53522"/>
                  <a:pt x="53503" y="34054"/>
                  <a:pt x="76746" y="20535"/>
                </a:cubicBezTo>
                <a:cubicBezTo>
                  <a:pt x="99989" y="7036"/>
                  <a:pt x="126473" y="0"/>
                  <a:pt x="153511" y="0"/>
                </a:cubicBezTo>
                <a:lnTo>
                  <a:pt x="2355997" y="0"/>
                </a:lnTo>
                <a:cubicBezTo>
                  <a:pt x="2383034" y="0"/>
                  <a:pt x="2409519" y="7036"/>
                  <a:pt x="2432762" y="20535"/>
                </a:cubicBezTo>
                <a:cubicBezTo>
                  <a:pt x="2455985" y="34054"/>
                  <a:pt x="2475453" y="53522"/>
                  <a:pt x="2488973" y="76765"/>
                </a:cubicBezTo>
                <a:cubicBezTo>
                  <a:pt x="2502471" y="99989"/>
                  <a:pt x="2509507" y="126473"/>
                  <a:pt x="2509507" y="153511"/>
                </a:cubicBezTo>
                <a:lnTo>
                  <a:pt x="2509507" y="1381504"/>
                </a:lnTo>
                <a:cubicBezTo>
                  <a:pt x="2509507" y="1408522"/>
                  <a:pt x="2502471" y="1435007"/>
                  <a:pt x="2488973" y="1458249"/>
                </a:cubicBezTo>
                <a:cubicBezTo>
                  <a:pt x="2475453" y="1481493"/>
                  <a:pt x="2455985" y="1500941"/>
                  <a:pt x="2432762" y="1514460"/>
                </a:cubicBezTo>
                <a:cubicBezTo>
                  <a:pt x="2409519" y="1527979"/>
                  <a:pt x="2383034" y="1534996"/>
                  <a:pt x="2355997" y="1534996"/>
                </a:cubicBezTo>
                <a:lnTo>
                  <a:pt x="153511" y="1534996"/>
                </a:lnTo>
                <a:cubicBezTo>
                  <a:pt x="126473" y="1534996"/>
                  <a:pt x="99989" y="1527979"/>
                  <a:pt x="76746" y="1514460"/>
                </a:cubicBezTo>
                <a:cubicBezTo>
                  <a:pt x="53503" y="1500941"/>
                  <a:pt x="34054" y="1481493"/>
                  <a:pt x="20536" y="1458249"/>
                </a:cubicBezTo>
                <a:cubicBezTo>
                  <a:pt x="7035" y="1435007"/>
                  <a:pt x="0" y="1408522"/>
                  <a:pt x="0" y="1381504"/>
                </a:cubicBezTo>
                <a:lnTo>
                  <a:pt x="0" y="153511"/>
                </a:lnTo>
              </a:path>
            </a:pathLst>
          </a:custGeom>
          <a:solidFill xmlns:a="http://schemas.openxmlformats.org/drawingml/2006/main">
            <a:srgbClr val="FDF2E2"/>
          </a:solidFill>
          <a:ln xmlns:a="http://schemas.openxmlformats.org/drawingml/2006/main" w="24499">
            <a:solidFill>
              <a:srgbClr val="E3BE8C"/>
            </a:solidFill>
            <a:prstDash val="solid"/>
          </a:ln>
        </p:spPr>
      </p:sp>
      <p:sp>
        <p:nvSpPr>
          <p:cNvPr id="286" name="path-245">
            <a:extLst xmlns:a="http://schemas.openxmlformats.org/drawingml/2006/main">
              <a:ext uri="{FF2B5EF4-FFF2-40B4-BE49-F238E27FC236}">
                <a16:creationId xmlns:a16="http://schemas.microsoft.com/office/drawing/2014/main" id="{66DA4C74-FAA9-4F83-9566-7B229765D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11235" y="6591941"/>
            <a:ext cx="126243" cy="348310"/>
          </a:xfrm>
          <a:custGeom xmlns:a="http://schemas.openxmlformats.org/drawingml/2006/main">
            <a:pathLst>
              <a:path w="128113" h="353470">
                <a:moveTo>
                  <a:pt x="128113" y="353470"/>
                </a:moveTo>
                <a:lnTo>
                  <a:pt x="105939" y="344833"/>
                </a:lnTo>
                <a:lnTo>
                  <a:pt x="85956" y="333488"/>
                </a:lnTo>
                <a:lnTo>
                  <a:pt x="67022" y="319435"/>
                </a:lnTo>
                <a:lnTo>
                  <a:pt x="49728" y="303743"/>
                </a:lnTo>
                <a:lnTo>
                  <a:pt x="35142" y="285915"/>
                </a:lnTo>
                <a:lnTo>
                  <a:pt x="22710" y="265913"/>
                </a:lnTo>
                <a:lnTo>
                  <a:pt x="12985" y="244844"/>
                </a:lnTo>
                <a:lnTo>
                  <a:pt x="5416" y="222688"/>
                </a:lnTo>
                <a:lnTo>
                  <a:pt x="1087" y="199979"/>
                </a:lnTo>
                <a:lnTo>
                  <a:pt x="0" y="176202"/>
                </a:lnTo>
                <a:lnTo>
                  <a:pt x="1087" y="152958"/>
                </a:lnTo>
                <a:lnTo>
                  <a:pt x="5416" y="130249"/>
                </a:lnTo>
                <a:lnTo>
                  <a:pt x="12985" y="108093"/>
                </a:lnTo>
                <a:lnTo>
                  <a:pt x="22710" y="87023"/>
                </a:lnTo>
                <a:lnTo>
                  <a:pt x="35142" y="67022"/>
                </a:lnTo>
                <a:lnTo>
                  <a:pt x="49728" y="49175"/>
                </a:lnTo>
                <a:lnTo>
                  <a:pt x="67022" y="33502"/>
                </a:lnTo>
                <a:lnTo>
                  <a:pt x="85956" y="19449"/>
                </a:lnTo>
                <a:lnTo>
                  <a:pt x="105939" y="8104"/>
                </a:lnTo>
                <a:lnTo>
                  <a:pt x="12811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0302">
            <a:solidFill>
              <a:srgbClr val="A56214"/>
            </a:solidFill>
            <a:prstDash val="solid"/>
          </a:ln>
        </p:spPr>
      </p:sp>
      <p:sp>
        <p:nvSpPr>
          <p:cNvPr id="287" name="path-246">
            <a:extLst xmlns:a="http://schemas.openxmlformats.org/drawingml/2006/main">
              <a:ext uri="{FF2B5EF4-FFF2-40B4-BE49-F238E27FC236}">
                <a16:creationId xmlns:a16="http://schemas.microsoft.com/office/drawing/2014/main" id="{1BAD8858-4165-40FC-80B4-D70FE40F2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93268" y="6564773"/>
            <a:ext cx="124102" cy="76170"/>
          </a:xfrm>
          <a:custGeom xmlns:a="http://schemas.openxmlformats.org/drawingml/2006/main">
            <a:pathLst>
              <a:path w="125940" h="77298">
                <a:moveTo>
                  <a:pt x="125940" y="1621"/>
                </a:moveTo>
                <a:lnTo>
                  <a:pt x="24864" y="77298"/>
                </a:lnTo>
                <a:lnTo>
                  <a:pt x="0" y="0"/>
                </a:lnTo>
                <a:lnTo>
                  <a:pt x="125940" y="1621"/>
                </a:lnTo>
              </a:path>
            </a:pathLst>
          </a:custGeom>
          <a:solidFill xmlns:a="http://schemas.openxmlformats.org/drawingml/2006/main">
            <a:srgbClr val="A5621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" name="path-247">
            <a:extLst xmlns:a="http://schemas.openxmlformats.org/drawingml/2006/main">
              <a:ext uri="{FF2B5EF4-FFF2-40B4-BE49-F238E27FC236}">
                <a16:creationId xmlns:a16="http://schemas.microsoft.com/office/drawing/2014/main" id="{6C96A015-BD74-4A1F-9134-E7D387B78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0908" y="6591941"/>
            <a:ext cx="126224" cy="348310"/>
          </a:xfrm>
          <a:custGeom xmlns:a="http://schemas.openxmlformats.org/drawingml/2006/main">
            <a:pathLst>
              <a:path w="128094" h="353470">
                <a:moveTo>
                  <a:pt x="0" y="0"/>
                </a:moveTo>
                <a:lnTo>
                  <a:pt x="21622" y="8104"/>
                </a:lnTo>
                <a:lnTo>
                  <a:pt x="41624" y="19449"/>
                </a:lnTo>
                <a:lnTo>
                  <a:pt x="60539" y="33502"/>
                </a:lnTo>
                <a:lnTo>
                  <a:pt x="77832" y="49175"/>
                </a:lnTo>
                <a:lnTo>
                  <a:pt x="92438" y="67022"/>
                </a:lnTo>
                <a:lnTo>
                  <a:pt x="104870" y="87023"/>
                </a:lnTo>
                <a:lnTo>
                  <a:pt x="114595" y="108093"/>
                </a:lnTo>
                <a:lnTo>
                  <a:pt x="122164" y="130249"/>
                </a:lnTo>
                <a:lnTo>
                  <a:pt x="126473" y="152958"/>
                </a:lnTo>
                <a:lnTo>
                  <a:pt x="128094" y="176202"/>
                </a:lnTo>
                <a:lnTo>
                  <a:pt x="126473" y="199979"/>
                </a:lnTo>
                <a:lnTo>
                  <a:pt x="122164" y="222688"/>
                </a:lnTo>
                <a:lnTo>
                  <a:pt x="114595" y="244844"/>
                </a:lnTo>
                <a:lnTo>
                  <a:pt x="104870" y="265913"/>
                </a:lnTo>
                <a:lnTo>
                  <a:pt x="92438" y="285915"/>
                </a:lnTo>
                <a:lnTo>
                  <a:pt x="77832" y="303743"/>
                </a:lnTo>
                <a:lnTo>
                  <a:pt x="60539" y="319435"/>
                </a:lnTo>
                <a:lnTo>
                  <a:pt x="41624" y="333488"/>
                </a:lnTo>
                <a:lnTo>
                  <a:pt x="21622" y="344833"/>
                </a:lnTo>
                <a:lnTo>
                  <a:pt x="0" y="353470"/>
                </a:lnTo>
              </a:path>
            </a:pathLst>
          </a:custGeom>
          <a:noFill xmlns:a="http://schemas.openxmlformats.org/drawingml/2006/main"/>
          <a:ln xmlns:a="http://schemas.openxmlformats.org/drawingml/2006/main" w="70302">
            <a:solidFill>
              <a:srgbClr val="A56214"/>
            </a:solidFill>
            <a:prstDash val="solid"/>
          </a:ln>
        </p:spPr>
      </p:sp>
      <p:sp>
        <p:nvSpPr>
          <p:cNvPr id="289" name="path-248">
            <a:extLst xmlns:a="http://schemas.openxmlformats.org/drawingml/2006/main">
              <a:ext uri="{FF2B5EF4-FFF2-40B4-BE49-F238E27FC236}">
                <a16:creationId xmlns:a16="http://schemas.microsoft.com/office/drawing/2014/main" id="{E0048A24-FEEA-483C-8E98-4C7950BBC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1016" y="6892320"/>
            <a:ext cx="124102" cy="76171"/>
          </a:xfrm>
          <a:custGeom xmlns:a="http://schemas.openxmlformats.org/drawingml/2006/main">
            <a:pathLst>
              <a:path w="125940" h="77299">
                <a:moveTo>
                  <a:pt x="0" y="75126"/>
                </a:moveTo>
                <a:lnTo>
                  <a:pt x="100543" y="0"/>
                </a:lnTo>
                <a:lnTo>
                  <a:pt x="125940" y="77299"/>
                </a:lnTo>
                <a:lnTo>
                  <a:pt x="0" y="75126"/>
                </a:lnTo>
              </a:path>
            </a:pathLst>
          </a:custGeom>
          <a:solidFill xmlns:a="http://schemas.openxmlformats.org/drawingml/2006/main">
            <a:srgbClr val="A5621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0" name="path-249">
            <a:extLst xmlns:a="http://schemas.openxmlformats.org/drawingml/2006/main">
              <a:ext uri="{FF2B5EF4-FFF2-40B4-BE49-F238E27FC236}">
                <a16:creationId xmlns:a16="http://schemas.microsoft.com/office/drawing/2014/main" id="{9A66E9CF-B448-4DDC-92D0-4E4C5C0E2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9783" y="6681941"/>
            <a:ext cx="168293" cy="168311"/>
          </a:xfrm>
          <a:custGeom xmlns:a="http://schemas.openxmlformats.org/drawingml/2006/main">
            <a:pathLst>
              <a:path w="170786" h="170805">
                <a:moveTo>
                  <a:pt x="0" y="85402"/>
                </a:moveTo>
                <a:lnTo>
                  <a:pt x="0" y="85402"/>
                </a:lnTo>
                <a:cubicBezTo>
                  <a:pt x="0" y="70263"/>
                  <a:pt x="3776" y="55676"/>
                  <a:pt x="11345" y="42710"/>
                </a:cubicBezTo>
                <a:cubicBezTo>
                  <a:pt x="18915" y="29726"/>
                  <a:pt x="29726" y="18914"/>
                  <a:pt x="42692" y="11364"/>
                </a:cubicBezTo>
                <a:cubicBezTo>
                  <a:pt x="55658" y="3794"/>
                  <a:pt x="70264" y="0"/>
                  <a:pt x="85384" y="0"/>
                </a:cubicBezTo>
                <a:cubicBezTo>
                  <a:pt x="100523" y="0"/>
                  <a:pt x="115110" y="3794"/>
                  <a:pt x="128095" y="11364"/>
                </a:cubicBezTo>
                <a:cubicBezTo>
                  <a:pt x="141060" y="18914"/>
                  <a:pt x="151871" y="29726"/>
                  <a:pt x="159442" y="42710"/>
                </a:cubicBezTo>
                <a:cubicBezTo>
                  <a:pt x="167011" y="55676"/>
                  <a:pt x="170786" y="70263"/>
                  <a:pt x="170786" y="85402"/>
                </a:cubicBezTo>
                <a:cubicBezTo>
                  <a:pt x="170786" y="100541"/>
                  <a:pt x="167011" y="115128"/>
                  <a:pt x="159442" y="128094"/>
                </a:cubicBezTo>
                <a:cubicBezTo>
                  <a:pt x="151871" y="141079"/>
                  <a:pt x="141060" y="151890"/>
                  <a:pt x="128095" y="159460"/>
                </a:cubicBezTo>
                <a:cubicBezTo>
                  <a:pt x="115110" y="167010"/>
                  <a:pt x="100523" y="170805"/>
                  <a:pt x="85384" y="170805"/>
                </a:cubicBezTo>
                <a:cubicBezTo>
                  <a:pt x="70264" y="170805"/>
                  <a:pt x="55658" y="167010"/>
                  <a:pt x="42692" y="159460"/>
                </a:cubicBezTo>
                <a:cubicBezTo>
                  <a:pt x="29726" y="151890"/>
                  <a:pt x="18915" y="141079"/>
                  <a:pt x="11345" y="128094"/>
                </a:cubicBezTo>
                <a:cubicBezTo>
                  <a:pt x="3776" y="115128"/>
                  <a:pt x="0" y="100541"/>
                  <a:pt x="0" y="85402"/>
                </a:cubicBezTo>
              </a:path>
            </a:pathLst>
          </a:custGeom>
          <a:solidFill xmlns:a="http://schemas.openxmlformats.org/drawingml/2006/main">
            <a:srgbClr val="F0C07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" name="text-250 Residual-Aware">
            <a:extLst xmlns:a="http://schemas.openxmlformats.org/drawingml/2006/main">
              <a:ext uri="{FF2B5EF4-FFF2-40B4-BE49-F238E27FC236}">
                <a16:creationId xmlns:a16="http://schemas.microsoft.com/office/drawing/2014/main" id="{85AB7085-0A1D-44CE-ABAE-DFC2BC977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84379" y="7159549"/>
            <a:ext cx="1657339" cy="3029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4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4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pPr>
            <a:r>
              <a:rPr sz="1704" b="1" i="0">
                <a:solidFill>
                  <a:srgbClr val="A56214"/>
                </a:solidFill>
                <a:latin typeface="Arial"/>
                <a:ea typeface="Arial"/>
                <a:cs typeface="Arial"/>
              </a:rPr>
              <a:t>Residual-Aware</a:t>
            </a:r>
          </a:p>
        </p:txBody>
      </p:sp>
      <p:sp>
        <p:nvSpPr>
          <p:cNvPr id="292" name="text-251 Replay">
            <a:extLst xmlns:a="http://schemas.openxmlformats.org/drawingml/2006/main">
              <a:ext uri="{FF2B5EF4-FFF2-40B4-BE49-F238E27FC236}">
                <a16:creationId xmlns:a16="http://schemas.microsoft.com/office/drawing/2014/main" id="{AEF1956C-3BDD-424F-8DE9-B1BA03BBF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39223" y="7434448"/>
            <a:ext cx="747810" cy="3028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3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3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pPr>
            <a:r>
              <a:rPr sz="1703" b="1" i="0">
                <a:solidFill>
                  <a:srgbClr val="A56214"/>
                </a:solidFill>
                <a:latin typeface="Arial"/>
                <a:ea typeface="Arial"/>
                <a:cs typeface="Arial"/>
              </a:rPr>
              <a:t>Replay</a:t>
            </a:r>
          </a:p>
        </p:txBody>
      </p:sp>
      <p:sp>
        <p:nvSpPr>
          <p:cNvPr id="293" name="path-252">
            <a:extLst xmlns:a="http://schemas.openxmlformats.org/drawingml/2006/main">
              <a:ext uri="{FF2B5EF4-FFF2-40B4-BE49-F238E27FC236}">
                <a16:creationId xmlns:a16="http://schemas.microsoft.com/office/drawing/2014/main" id="{E47CED66-A67A-44FA-A3F6-0D433F2F1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6596" y="119235"/>
            <a:ext cx="9338626" cy="4975037"/>
          </a:xfrm>
          <a:custGeom xmlns:a="http://schemas.openxmlformats.org/drawingml/2006/main">
            <a:pathLst>
              <a:path w="9476976" h="5048741">
                <a:moveTo>
                  <a:pt x="0" y="151337"/>
                </a:moveTo>
                <a:lnTo>
                  <a:pt x="0" y="151337"/>
                </a:lnTo>
                <a:cubicBezTo>
                  <a:pt x="0" y="124853"/>
                  <a:pt x="7036" y="98368"/>
                  <a:pt x="20555" y="75677"/>
                </a:cubicBezTo>
                <a:cubicBezTo>
                  <a:pt x="33521" y="52435"/>
                  <a:pt x="52969" y="33520"/>
                  <a:pt x="75678" y="20001"/>
                </a:cubicBezTo>
                <a:cubicBezTo>
                  <a:pt x="98922" y="7036"/>
                  <a:pt x="124853" y="0"/>
                  <a:pt x="151338" y="0"/>
                </a:cubicBezTo>
                <a:lnTo>
                  <a:pt x="9325103" y="0"/>
                </a:lnTo>
                <a:cubicBezTo>
                  <a:pt x="9351590" y="0"/>
                  <a:pt x="9378072" y="7036"/>
                  <a:pt x="9400763" y="20536"/>
                </a:cubicBezTo>
                <a:cubicBezTo>
                  <a:pt x="9424007" y="33520"/>
                  <a:pt x="9442921" y="52969"/>
                  <a:pt x="9456441" y="75677"/>
                </a:cubicBezTo>
                <a:cubicBezTo>
                  <a:pt x="9469405" y="98921"/>
                  <a:pt x="9476441" y="124853"/>
                  <a:pt x="9476441" y="151337"/>
                </a:cubicBezTo>
                <a:lnTo>
                  <a:pt x="9476976" y="4896851"/>
                </a:lnTo>
                <a:cubicBezTo>
                  <a:pt x="9476976" y="4923336"/>
                  <a:pt x="9469958" y="4949820"/>
                  <a:pt x="9456441" y="4972530"/>
                </a:cubicBezTo>
                <a:cubicBezTo>
                  <a:pt x="9443473" y="4995773"/>
                  <a:pt x="9424007" y="5014688"/>
                  <a:pt x="9401316" y="5028187"/>
                </a:cubicBezTo>
                <a:cubicBezTo>
                  <a:pt x="9378072" y="5041172"/>
                  <a:pt x="9352121" y="5048189"/>
                  <a:pt x="9325639" y="5048189"/>
                </a:cubicBezTo>
                <a:lnTo>
                  <a:pt x="151338" y="5048741"/>
                </a:lnTo>
                <a:cubicBezTo>
                  <a:pt x="124853" y="5048741"/>
                  <a:pt x="98387" y="5041706"/>
                  <a:pt x="75678" y="5028187"/>
                </a:cubicBezTo>
                <a:cubicBezTo>
                  <a:pt x="52436" y="5015221"/>
                  <a:pt x="33521" y="4995773"/>
                  <a:pt x="20002" y="4973063"/>
                </a:cubicBezTo>
                <a:cubicBezTo>
                  <a:pt x="7036" y="4949820"/>
                  <a:pt x="0" y="4923889"/>
                  <a:pt x="0" y="4897404"/>
                </a:cubicBezTo>
                <a:lnTo>
                  <a:pt x="0" y="151337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37814">
            <a:solidFill>
              <a:srgbClr val="3A7D44"/>
            </a:solidFill>
            <a:prstDash val="solid"/>
          </a:ln>
        </p:spPr>
      </p:sp>
      <p:sp>
        <p:nvSpPr>
          <p:cNvPr id="294" name="text-253 2.">
            <a:extLst xmlns:a="http://schemas.openxmlformats.org/drawingml/2006/main">
              <a:ext uri="{FF2B5EF4-FFF2-40B4-BE49-F238E27FC236}">
                <a16:creationId xmlns:a16="http://schemas.microsoft.com/office/drawing/2014/main" id="{DD5172EA-1EB4-46BA-89FA-120C1F6A2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49458" y="146507"/>
            <a:ext cx="294673" cy="4069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89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89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2289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2.</a:t>
            </a:r>
          </a:p>
        </p:txBody>
      </p:sp>
      <p:sp>
        <p:nvSpPr>
          <p:cNvPr id="295" name="text-253 Unsupervised">
            <a:extLst xmlns:a="http://schemas.openxmlformats.org/drawingml/2006/main">
              <a:ext uri="{FF2B5EF4-FFF2-40B4-BE49-F238E27FC236}">
                <a16:creationId xmlns:a16="http://schemas.microsoft.com/office/drawing/2014/main" id="{6E9A89B7-78C6-46C0-AD10-87A1AF584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72266" y="146232"/>
            <a:ext cx="1976059" cy="4073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1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1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2291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Unsupervised</a:t>
            </a:r>
          </a:p>
        </p:txBody>
      </p:sp>
      <p:sp>
        <p:nvSpPr>
          <p:cNvPr id="296" name="text-253 Clustering">
            <a:extLst xmlns:a="http://schemas.openxmlformats.org/drawingml/2006/main">
              <a:ext uri="{FF2B5EF4-FFF2-40B4-BE49-F238E27FC236}">
                <a16:creationId xmlns:a16="http://schemas.microsoft.com/office/drawing/2014/main" id="{603D29B0-2565-47A5-9235-2C7265458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76116" y="146239"/>
            <a:ext cx="1490682" cy="4073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1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1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2291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Clustering</a:t>
            </a:r>
          </a:p>
        </p:txBody>
      </p:sp>
      <p:sp>
        <p:nvSpPr>
          <p:cNvPr id="297" name="text-253 &amp;">
            <a:extLst xmlns:a="http://schemas.openxmlformats.org/drawingml/2006/main">
              <a:ext uri="{FF2B5EF4-FFF2-40B4-BE49-F238E27FC236}">
                <a16:creationId xmlns:a16="http://schemas.microsoft.com/office/drawing/2014/main" id="{AA887F4E-0CC1-445D-8A15-A735AB5A4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94592" y="145742"/>
            <a:ext cx="262860" cy="408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5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5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2295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298" name="text-253 Long-Tail">
            <a:extLst xmlns:a="http://schemas.openxmlformats.org/drawingml/2006/main">
              <a:ext uri="{FF2B5EF4-FFF2-40B4-BE49-F238E27FC236}">
                <a16:creationId xmlns:a16="http://schemas.microsoft.com/office/drawing/2014/main" id="{2061B290-D444-4788-B649-83071E62F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85350" y="146229"/>
            <a:ext cx="1339476" cy="4073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1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1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2291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Long-Tail</a:t>
            </a:r>
          </a:p>
        </p:txBody>
      </p:sp>
      <p:sp>
        <p:nvSpPr>
          <p:cNvPr id="299" name="text-253 Diagnosis">
            <a:extLst xmlns:a="http://schemas.openxmlformats.org/drawingml/2006/main">
              <a:ext uri="{FF2B5EF4-FFF2-40B4-BE49-F238E27FC236}">
                <a16:creationId xmlns:a16="http://schemas.microsoft.com/office/drawing/2014/main" id="{ED5BEF84-4D1F-427F-9A46-92E05E033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52620" y="146308"/>
            <a:ext cx="1442107" cy="4072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2290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Diagnosis</a:t>
            </a:r>
          </a:p>
        </p:txBody>
      </p:sp>
      <p:sp>
        <p:nvSpPr>
          <p:cNvPr id="300" name="path-254">
            <a:extLst xmlns:a="http://schemas.openxmlformats.org/drawingml/2006/main">
              <a:ext uri="{FF2B5EF4-FFF2-40B4-BE49-F238E27FC236}">
                <a16:creationId xmlns:a16="http://schemas.microsoft.com/office/drawing/2014/main" id="{F253B402-B145-45A7-91DA-D980CD114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0770" y="656111"/>
            <a:ext cx="1134966" cy="1687795"/>
          </a:xfrm>
          <a:custGeom xmlns:a="http://schemas.openxmlformats.org/drawingml/2006/main">
            <a:pathLst>
              <a:path w="1151781" h="1712799">
                <a:moveTo>
                  <a:pt x="535" y="138353"/>
                </a:moveTo>
                <a:lnTo>
                  <a:pt x="535" y="138353"/>
                </a:lnTo>
                <a:cubicBezTo>
                  <a:pt x="535" y="114042"/>
                  <a:pt x="7017" y="90246"/>
                  <a:pt x="18915" y="69177"/>
                </a:cubicBezTo>
                <a:cubicBezTo>
                  <a:pt x="31347" y="48088"/>
                  <a:pt x="48641" y="30794"/>
                  <a:pt x="69710" y="18915"/>
                </a:cubicBezTo>
                <a:cubicBezTo>
                  <a:pt x="90798" y="6483"/>
                  <a:pt x="114575" y="0"/>
                  <a:pt x="138905" y="0"/>
                </a:cubicBezTo>
                <a:lnTo>
                  <a:pt x="1013409" y="535"/>
                </a:lnTo>
                <a:cubicBezTo>
                  <a:pt x="1037739" y="535"/>
                  <a:pt x="1061516" y="7017"/>
                  <a:pt x="1082605" y="18915"/>
                </a:cubicBezTo>
                <a:cubicBezTo>
                  <a:pt x="1103674" y="31347"/>
                  <a:pt x="1120969" y="48641"/>
                  <a:pt x="1132866" y="69711"/>
                </a:cubicBezTo>
                <a:cubicBezTo>
                  <a:pt x="1145297" y="90798"/>
                  <a:pt x="1151781" y="114576"/>
                  <a:pt x="1151781" y="138905"/>
                </a:cubicBezTo>
                <a:lnTo>
                  <a:pt x="1151781" y="1574446"/>
                </a:lnTo>
                <a:cubicBezTo>
                  <a:pt x="1151781" y="1598758"/>
                  <a:pt x="1145297" y="1622553"/>
                  <a:pt x="1133400" y="1643623"/>
                </a:cubicBezTo>
                <a:cubicBezTo>
                  <a:pt x="1120969" y="1664711"/>
                  <a:pt x="1103674" y="1682005"/>
                  <a:pt x="1082605" y="1693884"/>
                </a:cubicBezTo>
                <a:cubicBezTo>
                  <a:pt x="1061516" y="1706316"/>
                  <a:pt x="1037739" y="1712799"/>
                  <a:pt x="1013409" y="1712799"/>
                </a:cubicBezTo>
                <a:lnTo>
                  <a:pt x="138352" y="1712799"/>
                </a:lnTo>
                <a:cubicBezTo>
                  <a:pt x="114042" y="1712799"/>
                  <a:pt x="90265" y="1706316"/>
                  <a:pt x="69177" y="1694437"/>
                </a:cubicBezTo>
                <a:cubicBezTo>
                  <a:pt x="48106" y="1682005"/>
                  <a:pt x="30794" y="1664711"/>
                  <a:pt x="18915" y="1643623"/>
                </a:cubicBezTo>
                <a:cubicBezTo>
                  <a:pt x="6482" y="1622553"/>
                  <a:pt x="0" y="1598758"/>
                  <a:pt x="0" y="1574446"/>
                </a:cubicBezTo>
                <a:lnTo>
                  <a:pt x="535" y="138353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771">
            <a:solidFill>
              <a:srgbClr val="7AAE85"/>
            </a:solidFill>
            <a:prstDash val="solid"/>
          </a:ln>
        </p:spPr>
      </p:sp>
      <p:sp>
        <p:nvSpPr>
          <p:cNvPr id="301" name="text-255 Training">
            <a:extLst xmlns:a="http://schemas.openxmlformats.org/drawingml/2006/main">
              <a:ext uri="{FF2B5EF4-FFF2-40B4-BE49-F238E27FC236}">
                <a16:creationId xmlns:a16="http://schemas.microsoft.com/office/drawing/2014/main" id="{8C96379A-A939-4460-998B-B11CE7070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59082" y="767262"/>
            <a:ext cx="648560" cy="2231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5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5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55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Training</a:t>
            </a:r>
          </a:p>
        </p:txBody>
      </p:sp>
      <p:sp>
        <p:nvSpPr>
          <p:cNvPr id="302" name="text-256 Documents">
            <a:extLst xmlns:a="http://schemas.openxmlformats.org/drawingml/2006/main">
              <a:ext uri="{FF2B5EF4-FFF2-40B4-BE49-F238E27FC236}">
                <a16:creationId xmlns:a16="http://schemas.microsoft.com/office/drawing/2014/main" id="{10DC8574-9DA1-43BE-8F50-FBAAABCCD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27521" y="998921"/>
            <a:ext cx="911644" cy="2269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76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76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76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Documents</a:t>
            </a:r>
          </a:p>
        </p:txBody>
      </p:sp>
      <p:sp>
        <p:nvSpPr>
          <p:cNvPr id="303" name="path-257">
            <a:extLst xmlns:a="http://schemas.openxmlformats.org/drawingml/2006/main">
              <a:ext uri="{FF2B5EF4-FFF2-40B4-BE49-F238E27FC236}">
                <a16:creationId xmlns:a16="http://schemas.microsoft.com/office/drawing/2014/main" id="{0876E60B-7005-4BA4-8E6C-51672247E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1787" y="1296815"/>
            <a:ext cx="295061" cy="378147"/>
          </a:xfrm>
          <a:custGeom xmlns:a="http://schemas.openxmlformats.org/drawingml/2006/main">
            <a:pathLst>
              <a:path w="299433" h="383749">
                <a:moveTo>
                  <a:pt x="0" y="0"/>
                </a:moveTo>
                <a:lnTo>
                  <a:pt x="209169" y="0"/>
                </a:lnTo>
                <a:lnTo>
                  <a:pt x="299433" y="89731"/>
                </a:lnTo>
                <a:lnTo>
                  <a:pt x="299433" y="383749"/>
                </a:lnTo>
                <a:lnTo>
                  <a:pt x="0" y="383749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304" name="path-258">
            <a:extLst xmlns:a="http://schemas.openxmlformats.org/drawingml/2006/main">
              <a:ext uri="{FF2B5EF4-FFF2-40B4-BE49-F238E27FC236}">
                <a16:creationId xmlns:a16="http://schemas.microsoft.com/office/drawing/2014/main" id="{DB2BC711-75F6-4CC6-B5FE-BFC6B913A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38972" y="1296815"/>
            <a:ext cx="191" cy="88421"/>
          </a:xfrm>
          <a:custGeom xmlns:a="http://schemas.openxmlformats.org/drawingml/2006/main">
            <a:pathLst>
              <a:path w="191" h="89731">
                <a:moveTo>
                  <a:pt x="0" y="0"/>
                </a:moveTo>
                <a:lnTo>
                  <a:pt x="0" y="89731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305" name="path-259">
            <a:extLst xmlns:a="http://schemas.openxmlformats.org/drawingml/2006/main">
              <a:ext uri="{FF2B5EF4-FFF2-40B4-BE49-F238E27FC236}">
                <a16:creationId xmlns:a16="http://schemas.microsoft.com/office/drawing/2014/main" id="{6D1DD3DF-A35F-49E6-8015-B965BDFC1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38972" y="1385236"/>
            <a:ext cx="88403" cy="191"/>
          </a:xfrm>
          <a:custGeom xmlns:a="http://schemas.openxmlformats.org/drawingml/2006/main">
            <a:pathLst>
              <a:path w="89712" h="191">
                <a:moveTo>
                  <a:pt x="0" y="0"/>
                </a:moveTo>
                <a:lnTo>
                  <a:pt x="897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306" name="path-260">
            <a:extLst xmlns:a="http://schemas.openxmlformats.org/drawingml/2006/main">
              <a:ext uri="{FF2B5EF4-FFF2-40B4-BE49-F238E27FC236}">
                <a16:creationId xmlns:a16="http://schemas.microsoft.com/office/drawing/2014/main" id="{BD197E2D-41B1-4DF2-BFD0-8813BCA96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2385" y="1448085"/>
            <a:ext cx="194936" cy="191"/>
          </a:xfrm>
          <a:custGeom xmlns:a="http://schemas.openxmlformats.org/drawingml/2006/main">
            <a:pathLst>
              <a:path w="197823" h="191">
                <a:moveTo>
                  <a:pt x="0" y="0"/>
                </a:moveTo>
                <a:lnTo>
                  <a:pt x="19782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307" name="path-261">
            <a:extLst xmlns:a="http://schemas.openxmlformats.org/drawingml/2006/main">
              <a:ext uri="{FF2B5EF4-FFF2-40B4-BE49-F238E27FC236}">
                <a16:creationId xmlns:a16="http://schemas.microsoft.com/office/drawing/2014/main" id="{EC12822A-8FDB-43F7-9D47-8C0AC97FC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2385" y="1512531"/>
            <a:ext cx="194936" cy="191"/>
          </a:xfrm>
          <a:custGeom xmlns:a="http://schemas.openxmlformats.org/drawingml/2006/main">
            <a:pathLst>
              <a:path w="197823" h="191">
                <a:moveTo>
                  <a:pt x="0" y="0"/>
                </a:moveTo>
                <a:lnTo>
                  <a:pt x="19782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308" name="path-262">
            <a:extLst xmlns:a="http://schemas.openxmlformats.org/drawingml/2006/main">
              <a:ext uri="{FF2B5EF4-FFF2-40B4-BE49-F238E27FC236}">
                <a16:creationId xmlns:a16="http://schemas.microsoft.com/office/drawing/2014/main" id="{CD66FB92-E4CD-43E9-837B-A7EF280397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82385" y="1576978"/>
            <a:ext cx="194936" cy="191"/>
          </a:xfrm>
          <a:custGeom xmlns:a="http://schemas.openxmlformats.org/drawingml/2006/main">
            <a:pathLst>
              <a:path w="197823" h="191">
                <a:moveTo>
                  <a:pt x="0" y="0"/>
                </a:moveTo>
                <a:lnTo>
                  <a:pt x="19782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309" name="path-263">
            <a:extLst xmlns:a="http://schemas.openxmlformats.org/drawingml/2006/main">
              <a:ext uri="{FF2B5EF4-FFF2-40B4-BE49-F238E27FC236}">
                <a16:creationId xmlns:a16="http://schemas.microsoft.com/office/drawing/2014/main" id="{58396110-8943-4651-8FBF-2C9BC068B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12183" y="1296815"/>
            <a:ext cx="295061" cy="378147"/>
          </a:xfrm>
          <a:custGeom xmlns:a="http://schemas.openxmlformats.org/drawingml/2006/main">
            <a:pathLst>
              <a:path w="299433" h="383749">
                <a:moveTo>
                  <a:pt x="0" y="0"/>
                </a:moveTo>
                <a:lnTo>
                  <a:pt x="209187" y="0"/>
                </a:lnTo>
                <a:lnTo>
                  <a:pt x="299433" y="89731"/>
                </a:lnTo>
                <a:lnTo>
                  <a:pt x="299433" y="383749"/>
                </a:lnTo>
                <a:lnTo>
                  <a:pt x="0" y="383749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310" name="path-264">
            <a:extLst xmlns:a="http://schemas.openxmlformats.org/drawingml/2006/main">
              <a:ext uri="{FF2B5EF4-FFF2-40B4-BE49-F238E27FC236}">
                <a16:creationId xmlns:a16="http://schemas.microsoft.com/office/drawing/2014/main" id="{3C1D8534-FF65-4103-AA5F-33A1D1FEB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8843" y="1296815"/>
            <a:ext cx="191" cy="88421"/>
          </a:xfrm>
          <a:custGeom xmlns:a="http://schemas.openxmlformats.org/drawingml/2006/main">
            <a:pathLst>
              <a:path w="191" h="89731">
                <a:moveTo>
                  <a:pt x="0" y="0"/>
                </a:moveTo>
                <a:lnTo>
                  <a:pt x="0" y="89731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311" name="path-265">
            <a:extLst xmlns:a="http://schemas.openxmlformats.org/drawingml/2006/main">
              <a:ext uri="{FF2B5EF4-FFF2-40B4-BE49-F238E27FC236}">
                <a16:creationId xmlns:a16="http://schemas.microsoft.com/office/drawing/2014/main" id="{7FC986BB-CB1E-4050-93CF-534F3D426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8843" y="1385236"/>
            <a:ext cx="88402" cy="191"/>
          </a:xfrm>
          <a:custGeom xmlns:a="http://schemas.openxmlformats.org/drawingml/2006/main">
            <a:pathLst>
              <a:path w="89711" h="191">
                <a:moveTo>
                  <a:pt x="0" y="0"/>
                </a:moveTo>
                <a:lnTo>
                  <a:pt x="897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312" name="path-266">
            <a:extLst xmlns:a="http://schemas.openxmlformats.org/drawingml/2006/main">
              <a:ext uri="{FF2B5EF4-FFF2-40B4-BE49-F238E27FC236}">
                <a16:creationId xmlns:a16="http://schemas.microsoft.com/office/drawing/2014/main" id="{8776E746-2312-4145-AE9C-58EBEED455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2255" y="1448085"/>
            <a:ext cx="194936" cy="191"/>
          </a:xfrm>
          <a:custGeom xmlns:a="http://schemas.openxmlformats.org/drawingml/2006/main">
            <a:pathLst>
              <a:path w="197823" h="191">
                <a:moveTo>
                  <a:pt x="0" y="0"/>
                </a:moveTo>
                <a:lnTo>
                  <a:pt x="19782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313" name="path-267">
            <a:extLst xmlns:a="http://schemas.openxmlformats.org/drawingml/2006/main">
              <a:ext uri="{FF2B5EF4-FFF2-40B4-BE49-F238E27FC236}">
                <a16:creationId xmlns:a16="http://schemas.microsoft.com/office/drawing/2014/main" id="{B8095914-ED04-4587-8646-1CEC68C58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2255" y="1512531"/>
            <a:ext cx="194936" cy="191"/>
          </a:xfrm>
          <a:custGeom xmlns:a="http://schemas.openxmlformats.org/drawingml/2006/main">
            <a:pathLst>
              <a:path w="197823" h="191">
                <a:moveTo>
                  <a:pt x="0" y="0"/>
                </a:moveTo>
                <a:lnTo>
                  <a:pt x="19782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314" name="path-268">
            <a:extLst xmlns:a="http://schemas.openxmlformats.org/drawingml/2006/main">
              <a:ext uri="{FF2B5EF4-FFF2-40B4-BE49-F238E27FC236}">
                <a16:creationId xmlns:a16="http://schemas.microsoft.com/office/drawing/2014/main" id="{8AE4468E-5501-4546-982B-98415EA77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2255" y="1576978"/>
            <a:ext cx="194936" cy="191"/>
          </a:xfrm>
          <a:custGeom xmlns:a="http://schemas.openxmlformats.org/drawingml/2006/main">
            <a:pathLst>
              <a:path w="197823" h="191">
                <a:moveTo>
                  <a:pt x="0" y="0"/>
                </a:moveTo>
                <a:lnTo>
                  <a:pt x="19782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315" name="text-269 •">
            <a:extLst xmlns:a="http://schemas.openxmlformats.org/drawingml/2006/main">
              <a:ext uri="{FF2B5EF4-FFF2-40B4-BE49-F238E27FC236}">
                <a16:creationId xmlns:a16="http://schemas.microsoft.com/office/drawing/2014/main" id="{50980364-5CC9-41AC-A846-694E0BDBDE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93817" y="1897250"/>
            <a:ext cx="119603" cy="3158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2B2B2B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2B2B2B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7" b="1" i="0">
                <a:solidFill>
                  <a:srgbClr val="2B2B2B"/>
                </a:solidFill>
                <a:latin typeface="Times New Roman"/>
                <a:ea typeface="Times New Roman"/>
                <a:cs typeface="Times New Roman"/>
              </a:rPr>
              <a:t>•</a:t>
            </a:r>
          </a:p>
        </p:txBody>
      </p:sp>
      <p:sp>
        <p:nvSpPr>
          <p:cNvPr id="316" name="text-269 •">
            <a:extLst xmlns:a="http://schemas.openxmlformats.org/drawingml/2006/main">
              <a:ext uri="{FF2B5EF4-FFF2-40B4-BE49-F238E27FC236}">
                <a16:creationId xmlns:a16="http://schemas.microsoft.com/office/drawing/2014/main" id="{77D94095-0F97-4375-BCF5-F2DCEDAF2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28996" y="1897250"/>
            <a:ext cx="119603" cy="3158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2B2B2B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2B2B2B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7" b="1" i="0">
                <a:solidFill>
                  <a:srgbClr val="2B2B2B"/>
                </a:solidFill>
                <a:latin typeface="Times New Roman"/>
                <a:ea typeface="Times New Roman"/>
                <a:cs typeface="Times New Roman"/>
              </a:rPr>
              <a:t>•</a:t>
            </a:r>
          </a:p>
        </p:txBody>
      </p:sp>
      <p:sp>
        <p:nvSpPr>
          <p:cNvPr id="317" name="text-269 •">
            <a:extLst xmlns:a="http://schemas.openxmlformats.org/drawingml/2006/main">
              <a:ext uri="{FF2B5EF4-FFF2-40B4-BE49-F238E27FC236}">
                <a16:creationId xmlns:a16="http://schemas.microsoft.com/office/drawing/2014/main" id="{C027CFEE-2683-447F-BFA5-F684B6508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64175" y="1897250"/>
            <a:ext cx="119603" cy="3158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7" b="1" i="0">
                <a:solidFill>
                  <a:srgbClr val="2B2B2B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7" b="1" i="0">
                <a:solidFill>
                  <a:srgbClr val="2B2B2B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7" b="1" i="0">
                <a:solidFill>
                  <a:srgbClr val="2B2B2B"/>
                </a:solidFill>
                <a:latin typeface="Times New Roman"/>
                <a:ea typeface="Times New Roman"/>
                <a:cs typeface="Times New Roman"/>
              </a:rPr>
              <a:t>•</a:t>
            </a:r>
          </a:p>
        </p:txBody>
      </p:sp>
      <p:sp>
        <p:nvSpPr>
          <p:cNvPr id="318" name="path-270">
            <a:extLst xmlns:a="http://schemas.openxmlformats.org/drawingml/2006/main">
              <a:ext uri="{FF2B5EF4-FFF2-40B4-BE49-F238E27FC236}">
                <a16:creationId xmlns:a16="http://schemas.microsoft.com/office/drawing/2014/main" id="{2ECE9DFA-949C-46CC-9B27-DA322959A0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5737" y="1543947"/>
            <a:ext cx="232740" cy="191"/>
          </a:xfrm>
          <a:custGeom xmlns:a="http://schemas.openxmlformats.org/drawingml/2006/main">
            <a:pathLst>
              <a:path w="236188" h="191">
                <a:moveTo>
                  <a:pt x="0" y="0"/>
                </a:moveTo>
                <a:lnTo>
                  <a:pt x="236188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319" name="path-271">
            <a:extLst xmlns:a="http://schemas.openxmlformats.org/drawingml/2006/main">
              <a:ext uri="{FF2B5EF4-FFF2-40B4-BE49-F238E27FC236}">
                <a16:creationId xmlns:a16="http://schemas.microsoft.com/office/drawing/2014/main" id="{3427723E-5211-424F-BCB1-E16165735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8477" y="1122134"/>
            <a:ext cx="191" cy="421813"/>
          </a:xfrm>
          <a:custGeom xmlns:a="http://schemas.openxmlformats.org/drawingml/2006/main">
            <a:pathLst>
              <a:path w="191" h="428062">
                <a:moveTo>
                  <a:pt x="0" y="428062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320" name="path-272">
            <a:extLst xmlns:a="http://schemas.openxmlformats.org/drawingml/2006/main">
              <a:ext uri="{FF2B5EF4-FFF2-40B4-BE49-F238E27FC236}">
                <a16:creationId xmlns:a16="http://schemas.microsoft.com/office/drawing/2014/main" id="{38294DCC-B2C0-4041-8F20-4E426725C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8477" y="1122134"/>
            <a:ext cx="133156" cy="191"/>
          </a:xfrm>
          <a:custGeom xmlns:a="http://schemas.openxmlformats.org/drawingml/2006/main">
            <a:pathLst>
              <a:path w="135129" h="191">
                <a:moveTo>
                  <a:pt x="0" y="0"/>
                </a:moveTo>
                <a:lnTo>
                  <a:pt x="135129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321" name="path-273">
            <a:extLst xmlns:a="http://schemas.openxmlformats.org/drawingml/2006/main">
              <a:ext uri="{FF2B5EF4-FFF2-40B4-BE49-F238E27FC236}">
                <a16:creationId xmlns:a16="http://schemas.microsoft.com/office/drawing/2014/main" id="{68DDB9ED-C770-4813-8356-022E44AB8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6843" y="1084312"/>
            <a:ext cx="75626" cy="75625"/>
          </a:xfrm>
          <a:custGeom xmlns:a="http://schemas.openxmlformats.org/drawingml/2006/main">
            <a:pathLst>
              <a:path w="76746" h="76746">
                <a:moveTo>
                  <a:pt x="76746" y="38382"/>
                </a:moveTo>
                <a:lnTo>
                  <a:pt x="0" y="76746"/>
                </a:lnTo>
                <a:lnTo>
                  <a:pt x="0" y="0"/>
                </a:lnTo>
                <a:lnTo>
                  <a:pt x="76746" y="38382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2" name="path-274">
            <a:extLst xmlns:a="http://schemas.openxmlformats.org/drawingml/2006/main">
              <a:ext uri="{FF2B5EF4-FFF2-40B4-BE49-F238E27FC236}">
                <a16:creationId xmlns:a16="http://schemas.microsoft.com/office/drawing/2014/main" id="{D4676850-0C0A-43F8-8F12-3DA855ADB1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8477" y="1543947"/>
            <a:ext cx="191" cy="422356"/>
          </a:xfrm>
          <a:custGeom xmlns:a="http://schemas.openxmlformats.org/drawingml/2006/main">
            <a:pathLst>
              <a:path w="191" h="428613">
                <a:moveTo>
                  <a:pt x="0" y="0"/>
                </a:moveTo>
                <a:lnTo>
                  <a:pt x="0" y="428613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323" name="path-275">
            <a:extLst xmlns:a="http://schemas.openxmlformats.org/drawingml/2006/main">
              <a:ext uri="{FF2B5EF4-FFF2-40B4-BE49-F238E27FC236}">
                <a16:creationId xmlns:a16="http://schemas.microsoft.com/office/drawing/2014/main" id="{8B0B47C1-A2CA-4C43-BE0F-A8760A249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8477" y="1966303"/>
            <a:ext cx="133156" cy="191"/>
          </a:xfrm>
          <a:custGeom xmlns:a="http://schemas.openxmlformats.org/drawingml/2006/main">
            <a:pathLst>
              <a:path w="135129" h="191">
                <a:moveTo>
                  <a:pt x="0" y="0"/>
                </a:moveTo>
                <a:lnTo>
                  <a:pt x="135129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324" name="path-276">
            <a:extLst xmlns:a="http://schemas.openxmlformats.org/drawingml/2006/main">
              <a:ext uri="{FF2B5EF4-FFF2-40B4-BE49-F238E27FC236}">
                <a16:creationId xmlns:a16="http://schemas.microsoft.com/office/drawing/2014/main" id="{7381C3A4-1D19-4225-8714-3F51B4008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6843" y="1928481"/>
            <a:ext cx="75626" cy="75626"/>
          </a:xfrm>
          <a:custGeom xmlns:a="http://schemas.openxmlformats.org/drawingml/2006/main">
            <a:pathLst>
              <a:path w="76746" h="76746">
                <a:moveTo>
                  <a:pt x="76746" y="38382"/>
                </a:moveTo>
                <a:lnTo>
                  <a:pt x="0" y="76746"/>
                </a:lnTo>
                <a:lnTo>
                  <a:pt x="0" y="0"/>
                </a:lnTo>
                <a:lnTo>
                  <a:pt x="76746" y="38382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5" name="path-277">
            <a:extLst xmlns:a="http://schemas.openxmlformats.org/drawingml/2006/main">
              <a:ext uri="{FF2B5EF4-FFF2-40B4-BE49-F238E27FC236}">
                <a16:creationId xmlns:a16="http://schemas.microsoft.com/office/drawing/2014/main" id="{B0FC811F-26D9-4872-9BF6-FBB6302121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0526" y="743987"/>
            <a:ext cx="1512588" cy="756294"/>
          </a:xfrm>
          <a:custGeom xmlns:a="http://schemas.openxmlformats.org/drawingml/2006/main">
            <a:pathLst>
              <a:path w="1534996" h="767499">
                <a:moveTo>
                  <a:pt x="0" y="122680"/>
                </a:moveTo>
                <a:lnTo>
                  <a:pt x="0" y="122680"/>
                </a:lnTo>
                <a:cubicBezTo>
                  <a:pt x="0" y="101057"/>
                  <a:pt x="5396" y="79988"/>
                  <a:pt x="16207" y="61073"/>
                </a:cubicBezTo>
                <a:cubicBezTo>
                  <a:pt x="27018" y="42693"/>
                  <a:pt x="42692" y="27019"/>
                  <a:pt x="61607" y="16208"/>
                </a:cubicBezTo>
                <a:cubicBezTo>
                  <a:pt x="79988" y="5397"/>
                  <a:pt x="101076" y="0"/>
                  <a:pt x="122698" y="0"/>
                </a:cubicBezTo>
                <a:lnTo>
                  <a:pt x="1411764" y="0"/>
                </a:lnTo>
                <a:cubicBezTo>
                  <a:pt x="1433387" y="0"/>
                  <a:pt x="1454456" y="5397"/>
                  <a:pt x="1473371" y="16208"/>
                </a:cubicBezTo>
                <a:cubicBezTo>
                  <a:pt x="1491752" y="27019"/>
                  <a:pt x="1507425" y="42693"/>
                  <a:pt x="1518235" y="61607"/>
                </a:cubicBezTo>
                <a:cubicBezTo>
                  <a:pt x="1529047" y="79988"/>
                  <a:pt x="1534443" y="101057"/>
                  <a:pt x="1534443" y="122680"/>
                </a:cubicBezTo>
                <a:lnTo>
                  <a:pt x="1534996" y="644266"/>
                </a:lnTo>
                <a:cubicBezTo>
                  <a:pt x="1534996" y="665889"/>
                  <a:pt x="1529582" y="686958"/>
                  <a:pt x="1518770" y="705873"/>
                </a:cubicBezTo>
                <a:cubicBezTo>
                  <a:pt x="1507978" y="724253"/>
                  <a:pt x="1492286" y="739927"/>
                  <a:pt x="1473371" y="750738"/>
                </a:cubicBezTo>
                <a:cubicBezTo>
                  <a:pt x="1455009" y="761549"/>
                  <a:pt x="1433920" y="766945"/>
                  <a:pt x="1412299" y="766945"/>
                </a:cubicBezTo>
                <a:lnTo>
                  <a:pt x="122698" y="767499"/>
                </a:lnTo>
                <a:cubicBezTo>
                  <a:pt x="101076" y="767499"/>
                  <a:pt x="79988" y="762084"/>
                  <a:pt x="61072" y="751272"/>
                </a:cubicBezTo>
                <a:cubicBezTo>
                  <a:pt x="42692" y="740461"/>
                  <a:pt x="27018" y="724787"/>
                  <a:pt x="16207" y="705873"/>
                </a:cubicBezTo>
                <a:cubicBezTo>
                  <a:pt x="5396" y="687492"/>
                  <a:pt x="0" y="666423"/>
                  <a:pt x="0" y="644800"/>
                </a:cubicBezTo>
                <a:lnTo>
                  <a:pt x="0" y="12268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7AAE85"/>
            </a:solidFill>
            <a:prstDash val="solid"/>
          </a:ln>
        </p:spPr>
      </p:sp>
      <p:sp>
        <p:nvSpPr>
          <p:cNvPr id="326" name="text-278 SigLIP2">
            <a:extLst xmlns:a="http://schemas.openxmlformats.org/drawingml/2006/main">
              <a:ext uri="{FF2B5EF4-FFF2-40B4-BE49-F238E27FC236}">
                <a16:creationId xmlns:a16="http://schemas.microsoft.com/office/drawing/2014/main" id="{B7AD119B-106E-4D72-BB10-D5470F9874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02958" y="829929"/>
            <a:ext cx="552464" cy="201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3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3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31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SigLIP2</a:t>
            </a:r>
          </a:p>
        </p:txBody>
      </p:sp>
      <p:sp>
        <p:nvSpPr>
          <p:cNvPr id="327" name="text-279 Visual">
            <a:extLst xmlns:a="http://schemas.openxmlformats.org/drawingml/2006/main">
              <a:ext uri="{FF2B5EF4-FFF2-40B4-BE49-F238E27FC236}">
                <a16:creationId xmlns:a16="http://schemas.microsoft.com/office/drawing/2014/main" id="{BA16CD4D-A47B-401E-8F81-0FB81A83C6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02958" y="1044122"/>
            <a:ext cx="480760" cy="2165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18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18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18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Visual</a:t>
            </a:r>
          </a:p>
        </p:txBody>
      </p:sp>
      <p:sp>
        <p:nvSpPr>
          <p:cNvPr id="328" name="text-280 Features">
            <a:extLst xmlns:a="http://schemas.openxmlformats.org/drawingml/2006/main">
              <a:ext uri="{FF2B5EF4-FFF2-40B4-BE49-F238E27FC236}">
                <a16:creationId xmlns:a16="http://schemas.microsoft.com/office/drawing/2014/main" id="{F125F9EE-7459-49B8-8D52-5687B0526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02958" y="1269963"/>
            <a:ext cx="670286" cy="2158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1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1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14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Features</a:t>
            </a:r>
          </a:p>
        </p:txBody>
      </p:sp>
      <p:sp>
        <p:nvSpPr>
          <p:cNvPr id="329" name="path-281">
            <a:extLst xmlns:a="http://schemas.openxmlformats.org/drawingml/2006/main">
              <a:ext uri="{FF2B5EF4-FFF2-40B4-BE49-F238E27FC236}">
                <a16:creationId xmlns:a16="http://schemas.microsoft.com/office/drawing/2014/main" id="{A2C8A51D-5050-42BA-B0CF-F49F9DF1F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559" y="860629"/>
            <a:ext cx="203992" cy="58039"/>
          </a:xfrm>
          <a:custGeom xmlns:a="http://schemas.openxmlformats.org/drawingml/2006/main">
            <a:pathLst>
              <a:path w="207014" h="58899">
                <a:moveTo>
                  <a:pt x="0" y="58899"/>
                </a:moveTo>
                <a:lnTo>
                  <a:pt x="20701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4E8B5C"/>
            </a:solidFill>
            <a:prstDash val="solid"/>
          </a:ln>
        </p:spPr>
      </p:sp>
      <p:sp>
        <p:nvSpPr>
          <p:cNvPr id="330" name="path-282">
            <a:extLst xmlns:a="http://schemas.openxmlformats.org/drawingml/2006/main">
              <a:ext uri="{FF2B5EF4-FFF2-40B4-BE49-F238E27FC236}">
                <a16:creationId xmlns:a16="http://schemas.microsoft.com/office/drawing/2014/main" id="{615711BC-55B6-4A0A-B1E1-53F70F692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202" y="860629"/>
            <a:ext cx="87349" cy="203447"/>
          </a:xfrm>
          <a:custGeom xmlns:a="http://schemas.openxmlformats.org/drawingml/2006/main">
            <a:pathLst>
              <a:path w="88643" h="206461">
                <a:moveTo>
                  <a:pt x="88643" y="0"/>
                </a:moveTo>
                <a:lnTo>
                  <a:pt x="0" y="206461"/>
                </a:ln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4E8B5C"/>
            </a:solidFill>
            <a:prstDash val="solid"/>
          </a:ln>
        </p:spPr>
      </p:sp>
      <p:sp>
        <p:nvSpPr>
          <p:cNvPr id="331" name="path-283">
            <a:extLst xmlns:a="http://schemas.openxmlformats.org/drawingml/2006/main">
              <a:ext uri="{FF2B5EF4-FFF2-40B4-BE49-F238E27FC236}">
                <a16:creationId xmlns:a16="http://schemas.microsoft.com/office/drawing/2014/main" id="{69250A1B-E68E-4734-9893-E46A9D295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202" y="1064076"/>
            <a:ext cx="174698" cy="72958"/>
          </a:xfrm>
          <a:custGeom xmlns:a="http://schemas.openxmlformats.org/drawingml/2006/main">
            <a:pathLst>
              <a:path w="177287" h="74038">
                <a:moveTo>
                  <a:pt x="0" y="0"/>
                </a:moveTo>
                <a:lnTo>
                  <a:pt x="177287" y="74038"/>
                </a:ln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4E8B5C"/>
            </a:solidFill>
            <a:prstDash val="solid"/>
          </a:ln>
        </p:spPr>
      </p:sp>
      <p:sp>
        <p:nvSpPr>
          <p:cNvPr id="332" name="path-284">
            <a:extLst xmlns:a="http://schemas.openxmlformats.org/drawingml/2006/main">
              <a:ext uri="{FF2B5EF4-FFF2-40B4-BE49-F238E27FC236}">
                <a16:creationId xmlns:a16="http://schemas.microsoft.com/office/drawing/2014/main" id="{DADA6DD1-3A38-4F22-9C49-5B64B6FDE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0812" y="1137034"/>
            <a:ext cx="320088" cy="101743"/>
          </a:xfrm>
          <a:custGeom xmlns:a="http://schemas.openxmlformats.org/drawingml/2006/main">
            <a:pathLst>
              <a:path w="324830" h="103250">
                <a:moveTo>
                  <a:pt x="324830" y="0"/>
                </a:moveTo>
                <a:lnTo>
                  <a:pt x="0" y="103250"/>
                </a:ln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4E8B5C"/>
            </a:solidFill>
            <a:prstDash val="solid"/>
          </a:ln>
        </p:spPr>
      </p:sp>
      <p:sp>
        <p:nvSpPr>
          <p:cNvPr id="333" name="path-285">
            <a:extLst xmlns:a="http://schemas.openxmlformats.org/drawingml/2006/main">
              <a:ext uri="{FF2B5EF4-FFF2-40B4-BE49-F238E27FC236}">
                <a16:creationId xmlns:a16="http://schemas.microsoft.com/office/drawing/2014/main" id="{235F4BB6-0A11-4BE1-A91D-86F7EEE9F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0812" y="1006019"/>
            <a:ext cx="261505" cy="232758"/>
          </a:xfrm>
          <a:custGeom xmlns:a="http://schemas.openxmlformats.org/drawingml/2006/main">
            <a:pathLst>
              <a:path w="265380" h="236206">
                <a:moveTo>
                  <a:pt x="0" y="236206"/>
                </a:moveTo>
                <a:lnTo>
                  <a:pt x="26538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4E8B5C"/>
            </a:solidFill>
            <a:prstDash val="solid"/>
          </a:ln>
        </p:spPr>
      </p:sp>
      <p:sp>
        <p:nvSpPr>
          <p:cNvPr id="334" name="path-286">
            <a:extLst xmlns:a="http://schemas.openxmlformats.org/drawingml/2006/main">
              <a:ext uri="{FF2B5EF4-FFF2-40B4-BE49-F238E27FC236}">
                <a16:creationId xmlns:a16="http://schemas.microsoft.com/office/drawing/2014/main" id="{28B64EE2-37C2-470D-91B2-C73E572CB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7598" y="886182"/>
            <a:ext cx="63921" cy="63920"/>
          </a:xfrm>
          <a:custGeom xmlns:a="http://schemas.openxmlformats.org/drawingml/2006/main">
            <a:pathLst>
              <a:path w="64868" h="64867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41" y="21088"/>
                  <a:pt x="4330" y="16227"/>
                </a:cubicBezTo>
                <a:cubicBezTo>
                  <a:pt x="7036" y="11345"/>
                  <a:pt x="11365" y="7036"/>
                  <a:pt x="16227" y="4328"/>
                </a:cubicBezTo>
                <a:cubicBezTo>
                  <a:pt x="21090" y="1621"/>
                  <a:pt x="26486" y="0"/>
                  <a:pt x="32435" y="0"/>
                </a:cubicBezTo>
                <a:cubicBezTo>
                  <a:pt x="38383" y="0"/>
                  <a:pt x="43799" y="1621"/>
                  <a:pt x="48660" y="4328"/>
                </a:cubicBezTo>
                <a:cubicBezTo>
                  <a:pt x="53522" y="7036"/>
                  <a:pt x="57852" y="11345"/>
                  <a:pt x="60540" y="16227"/>
                </a:cubicBezTo>
                <a:cubicBezTo>
                  <a:pt x="63247" y="21088"/>
                  <a:pt x="64868" y="26485"/>
                  <a:pt x="64868" y="32434"/>
                </a:cubicBezTo>
                <a:cubicBezTo>
                  <a:pt x="64868" y="38382"/>
                  <a:pt x="63247" y="43779"/>
                  <a:pt x="60540" y="48641"/>
                </a:cubicBezTo>
                <a:cubicBezTo>
                  <a:pt x="57852" y="53503"/>
                  <a:pt x="53522" y="57831"/>
                  <a:pt x="48660" y="60539"/>
                </a:cubicBezTo>
                <a:cubicBezTo>
                  <a:pt x="43799" y="63246"/>
                  <a:pt x="38383" y="64867"/>
                  <a:pt x="32435" y="64867"/>
                </a:cubicBezTo>
                <a:cubicBezTo>
                  <a:pt x="26486" y="64867"/>
                  <a:pt x="21090" y="63246"/>
                  <a:pt x="16227" y="60539"/>
                </a:cubicBezTo>
                <a:cubicBezTo>
                  <a:pt x="11365" y="57831"/>
                  <a:pt x="7036" y="53503"/>
                  <a:pt x="4330" y="48641"/>
                </a:cubicBezTo>
                <a:cubicBezTo>
                  <a:pt x="1641" y="43779"/>
                  <a:pt x="0" y="38382"/>
                  <a:pt x="0" y="32434"/>
                </a:cubicBezTo>
              </a:path>
            </a:pathLst>
          </a:custGeom>
          <a:solidFill xmlns:a="http://schemas.openxmlformats.org/drawingml/2006/main">
            <a:srgbClr val="5AA069"/>
          </a:solidFill>
          <a:ln xmlns:a="http://schemas.openxmlformats.org/drawingml/2006/main" w="11185">
            <a:solidFill>
              <a:srgbClr val="2E6B45"/>
            </a:solidFill>
            <a:prstDash val="solid"/>
          </a:ln>
        </p:spPr>
      </p:sp>
      <p:sp>
        <p:nvSpPr>
          <p:cNvPr id="335" name="path-287">
            <a:extLst xmlns:a="http://schemas.openxmlformats.org/drawingml/2006/main">
              <a:ext uri="{FF2B5EF4-FFF2-40B4-BE49-F238E27FC236}">
                <a16:creationId xmlns:a16="http://schemas.microsoft.com/office/drawing/2014/main" id="{16B71012-35CA-459C-8470-888401475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1065" y="828124"/>
            <a:ext cx="63900" cy="63920"/>
          </a:xfrm>
          <a:custGeom xmlns:a="http://schemas.openxmlformats.org/drawingml/2006/main">
            <a:pathLst>
              <a:path w="64847" h="64867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19" y="21088"/>
                  <a:pt x="4327" y="16227"/>
                </a:cubicBezTo>
                <a:cubicBezTo>
                  <a:pt x="7016" y="11364"/>
                  <a:pt x="11344" y="7036"/>
                  <a:pt x="16206" y="4328"/>
                </a:cubicBezTo>
                <a:cubicBezTo>
                  <a:pt x="21069" y="1621"/>
                  <a:pt x="26484" y="0"/>
                  <a:pt x="32433" y="0"/>
                </a:cubicBezTo>
                <a:cubicBezTo>
                  <a:pt x="38362" y="0"/>
                  <a:pt x="43777" y="1621"/>
                  <a:pt x="48640" y="4328"/>
                </a:cubicBezTo>
                <a:cubicBezTo>
                  <a:pt x="53502" y="7036"/>
                  <a:pt x="57831" y="11364"/>
                  <a:pt x="60538" y="16227"/>
                </a:cubicBezTo>
                <a:cubicBezTo>
                  <a:pt x="63226" y="21088"/>
                  <a:pt x="64847" y="26485"/>
                  <a:pt x="64847" y="32434"/>
                </a:cubicBezTo>
                <a:cubicBezTo>
                  <a:pt x="64847" y="38382"/>
                  <a:pt x="63226" y="43779"/>
                  <a:pt x="60538" y="48660"/>
                </a:cubicBezTo>
                <a:cubicBezTo>
                  <a:pt x="57831" y="53522"/>
                  <a:pt x="53502" y="57831"/>
                  <a:pt x="48640" y="60539"/>
                </a:cubicBezTo>
                <a:cubicBezTo>
                  <a:pt x="43777" y="63246"/>
                  <a:pt x="38362" y="64867"/>
                  <a:pt x="32433" y="64867"/>
                </a:cubicBezTo>
                <a:cubicBezTo>
                  <a:pt x="26484" y="64867"/>
                  <a:pt x="21069" y="63246"/>
                  <a:pt x="16206" y="60539"/>
                </a:cubicBezTo>
                <a:cubicBezTo>
                  <a:pt x="11344" y="57831"/>
                  <a:pt x="7016" y="53522"/>
                  <a:pt x="4327" y="48660"/>
                </a:cubicBezTo>
                <a:cubicBezTo>
                  <a:pt x="1619" y="43779"/>
                  <a:pt x="0" y="38382"/>
                  <a:pt x="0" y="32434"/>
                </a:cubicBezTo>
              </a:path>
            </a:pathLst>
          </a:custGeom>
          <a:solidFill xmlns:a="http://schemas.openxmlformats.org/drawingml/2006/main">
            <a:srgbClr val="5AA069"/>
          </a:solidFill>
          <a:ln xmlns:a="http://schemas.openxmlformats.org/drawingml/2006/main" w="11185">
            <a:solidFill>
              <a:srgbClr val="2E6B45"/>
            </a:solidFill>
            <a:prstDash val="solid"/>
          </a:ln>
        </p:spPr>
      </p:sp>
      <p:sp>
        <p:nvSpPr>
          <p:cNvPr id="336" name="path-288">
            <a:extLst xmlns:a="http://schemas.openxmlformats.org/drawingml/2006/main">
              <a:ext uri="{FF2B5EF4-FFF2-40B4-BE49-F238E27FC236}">
                <a16:creationId xmlns:a16="http://schemas.microsoft.com/office/drawing/2014/main" id="{ED5C8BCE-0B67-4D0A-A4B7-1DB1FEF612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715" y="1032116"/>
            <a:ext cx="63919" cy="63920"/>
          </a:xfrm>
          <a:custGeom xmlns:a="http://schemas.openxmlformats.org/drawingml/2006/main">
            <a:pathLst>
              <a:path w="64866" h="64867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89"/>
                  <a:pt x="4328" y="16227"/>
                </a:cubicBezTo>
                <a:cubicBezTo>
                  <a:pt x="7035" y="11345"/>
                  <a:pt x="11344" y="7036"/>
                  <a:pt x="16207" y="4328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3" y="0"/>
                  <a:pt x="43778" y="1621"/>
                  <a:pt x="48640" y="4328"/>
                </a:cubicBezTo>
                <a:cubicBezTo>
                  <a:pt x="53503" y="7036"/>
                  <a:pt x="57831" y="11345"/>
                  <a:pt x="60539" y="16227"/>
                </a:cubicBezTo>
                <a:cubicBezTo>
                  <a:pt x="63246" y="21089"/>
                  <a:pt x="64866" y="26485"/>
                  <a:pt x="64866" y="32434"/>
                </a:cubicBezTo>
                <a:cubicBezTo>
                  <a:pt x="64866" y="38382"/>
                  <a:pt x="63246" y="43779"/>
                  <a:pt x="60539" y="48641"/>
                </a:cubicBezTo>
                <a:cubicBezTo>
                  <a:pt x="57831" y="53503"/>
                  <a:pt x="53503" y="57831"/>
                  <a:pt x="48640" y="60539"/>
                </a:cubicBezTo>
                <a:cubicBezTo>
                  <a:pt x="43778" y="63246"/>
                  <a:pt x="38383" y="64867"/>
                  <a:pt x="32434" y="64867"/>
                </a:cubicBezTo>
                <a:cubicBezTo>
                  <a:pt x="26485" y="64867"/>
                  <a:pt x="21088" y="63246"/>
                  <a:pt x="16207" y="60539"/>
                </a:cubicBezTo>
                <a:cubicBezTo>
                  <a:pt x="11344" y="57831"/>
                  <a:pt x="7035" y="53503"/>
                  <a:pt x="4328" y="48641"/>
                </a:cubicBezTo>
                <a:cubicBezTo>
                  <a:pt x="1621" y="43779"/>
                  <a:pt x="0" y="38382"/>
                  <a:pt x="0" y="32434"/>
                </a:cubicBezTo>
              </a:path>
            </a:pathLst>
          </a:custGeom>
          <a:solidFill xmlns:a="http://schemas.openxmlformats.org/drawingml/2006/main">
            <a:srgbClr val="5AA069"/>
          </a:solidFill>
          <a:ln xmlns:a="http://schemas.openxmlformats.org/drawingml/2006/main" w="11185">
            <a:solidFill>
              <a:srgbClr val="2E6B45"/>
            </a:solidFill>
            <a:prstDash val="solid"/>
          </a:ln>
        </p:spPr>
      </p:sp>
      <p:sp>
        <p:nvSpPr>
          <p:cNvPr id="337" name="path-289">
            <a:extLst xmlns:a="http://schemas.openxmlformats.org/drawingml/2006/main">
              <a:ext uri="{FF2B5EF4-FFF2-40B4-BE49-F238E27FC236}">
                <a16:creationId xmlns:a16="http://schemas.microsoft.com/office/drawing/2014/main" id="{534853EF-D03C-4631-9DE3-EBFA3F8DD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414" y="1104548"/>
            <a:ext cx="63902" cy="63921"/>
          </a:xfrm>
          <a:custGeom xmlns:a="http://schemas.openxmlformats.org/drawingml/2006/main">
            <a:pathLst>
              <a:path w="64848" h="64868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1" y="21089"/>
                  <a:pt x="4309" y="16227"/>
                </a:cubicBezTo>
                <a:cubicBezTo>
                  <a:pt x="7017" y="11364"/>
                  <a:pt x="11345" y="7036"/>
                  <a:pt x="16207" y="4328"/>
                </a:cubicBezTo>
                <a:cubicBezTo>
                  <a:pt x="21069" y="1621"/>
                  <a:pt x="26484" y="0"/>
                  <a:pt x="32414" y="0"/>
                </a:cubicBezTo>
                <a:cubicBezTo>
                  <a:pt x="38363" y="0"/>
                  <a:pt x="43779" y="1621"/>
                  <a:pt x="48641" y="4328"/>
                </a:cubicBezTo>
                <a:cubicBezTo>
                  <a:pt x="53504" y="7036"/>
                  <a:pt x="57831" y="11364"/>
                  <a:pt x="60520" y="16227"/>
                </a:cubicBezTo>
                <a:cubicBezTo>
                  <a:pt x="63226" y="21089"/>
                  <a:pt x="64848" y="26485"/>
                  <a:pt x="64848" y="32433"/>
                </a:cubicBezTo>
                <a:cubicBezTo>
                  <a:pt x="64848" y="38383"/>
                  <a:pt x="63226" y="43779"/>
                  <a:pt x="60520" y="48641"/>
                </a:cubicBezTo>
                <a:cubicBezTo>
                  <a:pt x="57831" y="53522"/>
                  <a:pt x="53504" y="57831"/>
                  <a:pt x="48641" y="60539"/>
                </a:cubicBezTo>
                <a:cubicBezTo>
                  <a:pt x="43779" y="63247"/>
                  <a:pt x="38363" y="64868"/>
                  <a:pt x="32414" y="64868"/>
                </a:cubicBezTo>
                <a:cubicBezTo>
                  <a:pt x="26484" y="64868"/>
                  <a:pt x="21069" y="63247"/>
                  <a:pt x="16207" y="60539"/>
                </a:cubicBezTo>
                <a:cubicBezTo>
                  <a:pt x="11345" y="57831"/>
                  <a:pt x="7017" y="53522"/>
                  <a:pt x="4309" y="48641"/>
                </a:cubicBezTo>
                <a:cubicBezTo>
                  <a:pt x="1621" y="43779"/>
                  <a:pt x="0" y="38383"/>
                  <a:pt x="0" y="32433"/>
                </a:cubicBezTo>
              </a:path>
            </a:pathLst>
          </a:custGeom>
          <a:solidFill xmlns:a="http://schemas.openxmlformats.org/drawingml/2006/main">
            <a:srgbClr val="5AA069"/>
          </a:solidFill>
          <a:ln xmlns:a="http://schemas.openxmlformats.org/drawingml/2006/main" w="11185">
            <a:solidFill>
              <a:srgbClr val="2E6B45"/>
            </a:solidFill>
            <a:prstDash val="solid"/>
          </a:ln>
        </p:spPr>
      </p:sp>
      <p:sp>
        <p:nvSpPr>
          <p:cNvPr id="338" name="path-290">
            <a:extLst xmlns:a="http://schemas.openxmlformats.org/drawingml/2006/main">
              <a:ext uri="{FF2B5EF4-FFF2-40B4-BE49-F238E27FC236}">
                <a16:creationId xmlns:a16="http://schemas.microsoft.com/office/drawing/2014/main" id="{8730D36D-14A6-4A53-BD3C-EBE9E9220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8307" y="1206271"/>
            <a:ext cx="63919" cy="63921"/>
          </a:xfrm>
          <a:custGeom xmlns:a="http://schemas.openxmlformats.org/drawingml/2006/main">
            <a:pathLst>
              <a:path w="64866" h="64868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19" y="21088"/>
                  <a:pt x="4328" y="16227"/>
                </a:cubicBezTo>
                <a:cubicBezTo>
                  <a:pt x="7036" y="11364"/>
                  <a:pt x="11364" y="7036"/>
                  <a:pt x="16227" y="4328"/>
                </a:cubicBezTo>
                <a:cubicBezTo>
                  <a:pt x="21088" y="1621"/>
                  <a:pt x="26484" y="0"/>
                  <a:pt x="32433" y="0"/>
                </a:cubicBezTo>
                <a:cubicBezTo>
                  <a:pt x="38383" y="0"/>
                  <a:pt x="43779" y="1621"/>
                  <a:pt x="48659" y="4328"/>
                </a:cubicBezTo>
                <a:cubicBezTo>
                  <a:pt x="53522" y="7036"/>
                  <a:pt x="57849" y="11364"/>
                  <a:pt x="60538" y="16227"/>
                </a:cubicBezTo>
                <a:cubicBezTo>
                  <a:pt x="63247" y="21088"/>
                  <a:pt x="64866" y="26485"/>
                  <a:pt x="64866" y="32433"/>
                </a:cubicBezTo>
                <a:cubicBezTo>
                  <a:pt x="64866" y="38383"/>
                  <a:pt x="63247" y="43779"/>
                  <a:pt x="60538" y="48660"/>
                </a:cubicBezTo>
                <a:cubicBezTo>
                  <a:pt x="57849" y="53522"/>
                  <a:pt x="53522" y="57831"/>
                  <a:pt x="48659" y="60539"/>
                </a:cubicBezTo>
                <a:cubicBezTo>
                  <a:pt x="43779" y="63247"/>
                  <a:pt x="38383" y="64868"/>
                  <a:pt x="32433" y="64868"/>
                </a:cubicBezTo>
                <a:cubicBezTo>
                  <a:pt x="26484" y="64868"/>
                  <a:pt x="21088" y="63247"/>
                  <a:pt x="16227" y="60539"/>
                </a:cubicBezTo>
                <a:cubicBezTo>
                  <a:pt x="11364" y="57831"/>
                  <a:pt x="7036" y="53522"/>
                  <a:pt x="4328" y="48660"/>
                </a:cubicBezTo>
                <a:cubicBezTo>
                  <a:pt x="1619" y="43779"/>
                  <a:pt x="0" y="38383"/>
                  <a:pt x="0" y="32433"/>
                </a:cubicBezTo>
              </a:path>
            </a:pathLst>
          </a:custGeom>
          <a:solidFill xmlns:a="http://schemas.openxmlformats.org/drawingml/2006/main">
            <a:srgbClr val="5AA069"/>
          </a:solidFill>
          <a:ln xmlns:a="http://schemas.openxmlformats.org/drawingml/2006/main" w="11185">
            <a:solidFill>
              <a:srgbClr val="2E6B45"/>
            </a:solidFill>
            <a:prstDash val="solid"/>
          </a:ln>
        </p:spPr>
      </p:sp>
      <p:sp>
        <p:nvSpPr>
          <p:cNvPr id="339" name="path-291">
            <a:extLst xmlns:a="http://schemas.openxmlformats.org/drawingml/2006/main">
              <a:ext uri="{FF2B5EF4-FFF2-40B4-BE49-F238E27FC236}">
                <a16:creationId xmlns:a16="http://schemas.microsoft.com/office/drawing/2014/main" id="{1F2A839B-B00F-4443-8EED-A41E011F25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0356" y="973532"/>
            <a:ext cx="63902" cy="63921"/>
          </a:xfrm>
          <a:custGeom xmlns:a="http://schemas.openxmlformats.org/drawingml/2006/main">
            <a:pathLst>
              <a:path w="64848" h="6486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88"/>
                  <a:pt x="4330" y="16208"/>
                </a:cubicBezTo>
                <a:cubicBezTo>
                  <a:pt x="7018" y="11345"/>
                  <a:pt x="11345" y="7036"/>
                  <a:pt x="16208" y="4328"/>
                </a:cubicBezTo>
                <a:cubicBezTo>
                  <a:pt x="21070" y="1621"/>
                  <a:pt x="26485" y="0"/>
                  <a:pt x="32435" y="0"/>
                </a:cubicBezTo>
                <a:cubicBezTo>
                  <a:pt x="38363" y="0"/>
                  <a:pt x="43779" y="1621"/>
                  <a:pt x="48641" y="4328"/>
                </a:cubicBezTo>
                <a:cubicBezTo>
                  <a:pt x="53504" y="7036"/>
                  <a:pt x="57831" y="11345"/>
                  <a:pt x="60539" y="16208"/>
                </a:cubicBezTo>
                <a:cubicBezTo>
                  <a:pt x="63228" y="21088"/>
                  <a:pt x="64848" y="26485"/>
                  <a:pt x="64848" y="32434"/>
                </a:cubicBezTo>
                <a:cubicBezTo>
                  <a:pt x="64848" y="38383"/>
                  <a:pt x="63228" y="43779"/>
                  <a:pt x="60539" y="48641"/>
                </a:cubicBezTo>
                <a:cubicBezTo>
                  <a:pt x="57831" y="53503"/>
                  <a:pt x="53504" y="57831"/>
                  <a:pt x="48641" y="60539"/>
                </a:cubicBezTo>
                <a:cubicBezTo>
                  <a:pt x="43779" y="63246"/>
                  <a:pt x="38363" y="64868"/>
                  <a:pt x="32435" y="64868"/>
                </a:cubicBezTo>
                <a:cubicBezTo>
                  <a:pt x="26485" y="64868"/>
                  <a:pt x="21070" y="63246"/>
                  <a:pt x="16208" y="60539"/>
                </a:cubicBezTo>
                <a:cubicBezTo>
                  <a:pt x="11345" y="57831"/>
                  <a:pt x="7018" y="53503"/>
                  <a:pt x="4330" y="48641"/>
                </a:cubicBezTo>
                <a:cubicBezTo>
                  <a:pt x="1621" y="43779"/>
                  <a:pt x="0" y="38383"/>
                  <a:pt x="0" y="32434"/>
                </a:cubicBezTo>
              </a:path>
            </a:pathLst>
          </a:custGeom>
          <a:solidFill xmlns:a="http://schemas.openxmlformats.org/drawingml/2006/main">
            <a:srgbClr val="5AA069"/>
          </a:solidFill>
          <a:ln xmlns:a="http://schemas.openxmlformats.org/drawingml/2006/main" w="11185">
            <a:solidFill>
              <a:srgbClr val="2E6B45"/>
            </a:solidFill>
            <a:prstDash val="solid"/>
          </a:ln>
        </p:spPr>
      </p:sp>
      <p:sp>
        <p:nvSpPr>
          <p:cNvPr id="340" name="path-292">
            <a:extLst xmlns:a="http://schemas.openxmlformats.org/drawingml/2006/main">
              <a:ext uri="{FF2B5EF4-FFF2-40B4-BE49-F238E27FC236}">
                <a16:creationId xmlns:a16="http://schemas.microsoft.com/office/drawing/2014/main" id="{C78A4B6D-5A2B-42FF-BDCB-4D22A35C7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0000" y="1587086"/>
            <a:ext cx="1513113" cy="756820"/>
          </a:xfrm>
          <a:custGeom xmlns:a="http://schemas.openxmlformats.org/drawingml/2006/main">
            <a:pathLst>
              <a:path w="1535530" h="768032">
                <a:moveTo>
                  <a:pt x="533" y="138372"/>
                </a:moveTo>
                <a:lnTo>
                  <a:pt x="533" y="138372"/>
                </a:lnTo>
                <a:cubicBezTo>
                  <a:pt x="533" y="114041"/>
                  <a:pt x="7017" y="90265"/>
                  <a:pt x="18914" y="69176"/>
                </a:cubicBezTo>
                <a:cubicBezTo>
                  <a:pt x="31347" y="48107"/>
                  <a:pt x="48640" y="30813"/>
                  <a:pt x="69709" y="18915"/>
                </a:cubicBezTo>
                <a:cubicBezTo>
                  <a:pt x="90798" y="6483"/>
                  <a:pt x="114575" y="0"/>
                  <a:pt x="138905" y="0"/>
                </a:cubicBezTo>
                <a:lnTo>
                  <a:pt x="1397158" y="534"/>
                </a:lnTo>
                <a:cubicBezTo>
                  <a:pt x="1421488" y="534"/>
                  <a:pt x="1445264" y="7036"/>
                  <a:pt x="1466333" y="18915"/>
                </a:cubicBezTo>
                <a:cubicBezTo>
                  <a:pt x="1487423" y="31347"/>
                  <a:pt x="1504716" y="48641"/>
                  <a:pt x="1516614" y="69729"/>
                </a:cubicBezTo>
                <a:cubicBezTo>
                  <a:pt x="1529046" y="90798"/>
                  <a:pt x="1535530" y="114595"/>
                  <a:pt x="1535530" y="138905"/>
                </a:cubicBezTo>
                <a:lnTo>
                  <a:pt x="1535530" y="629679"/>
                </a:lnTo>
                <a:cubicBezTo>
                  <a:pt x="1535530" y="653991"/>
                  <a:pt x="1529046" y="677786"/>
                  <a:pt x="1517149" y="698856"/>
                </a:cubicBezTo>
                <a:cubicBezTo>
                  <a:pt x="1504716" y="719944"/>
                  <a:pt x="1487423" y="737238"/>
                  <a:pt x="1466333" y="749117"/>
                </a:cubicBezTo>
                <a:cubicBezTo>
                  <a:pt x="1445264" y="761549"/>
                  <a:pt x="1421488" y="768032"/>
                  <a:pt x="1397158" y="768032"/>
                </a:cubicBezTo>
                <a:lnTo>
                  <a:pt x="138352" y="768032"/>
                </a:lnTo>
                <a:cubicBezTo>
                  <a:pt x="114041" y="768032"/>
                  <a:pt x="90246" y="761549"/>
                  <a:pt x="69177" y="749670"/>
                </a:cubicBezTo>
                <a:cubicBezTo>
                  <a:pt x="48087" y="737238"/>
                  <a:pt x="30794" y="719944"/>
                  <a:pt x="18914" y="698856"/>
                </a:cubicBezTo>
                <a:cubicBezTo>
                  <a:pt x="6482" y="677786"/>
                  <a:pt x="0" y="653991"/>
                  <a:pt x="0" y="629679"/>
                </a:cubicBezTo>
                <a:lnTo>
                  <a:pt x="533" y="13837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7AAE85"/>
            </a:solidFill>
            <a:prstDash val="solid"/>
          </a:ln>
        </p:spPr>
      </p:sp>
      <p:sp>
        <p:nvSpPr>
          <p:cNvPr id="341" name="text-293 Structural">
            <a:extLst xmlns:a="http://schemas.openxmlformats.org/drawingml/2006/main">
              <a:ext uri="{FF2B5EF4-FFF2-40B4-BE49-F238E27FC236}">
                <a16:creationId xmlns:a16="http://schemas.microsoft.com/office/drawing/2014/main" id="{AADFC444-B973-4E98-B5F9-354984201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03484" y="1789081"/>
            <a:ext cx="764431" cy="2182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28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28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28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Structural</a:t>
            </a:r>
          </a:p>
        </p:txBody>
      </p:sp>
      <p:sp>
        <p:nvSpPr>
          <p:cNvPr id="342" name="text-294 Features">
            <a:extLst xmlns:a="http://schemas.openxmlformats.org/drawingml/2006/main">
              <a:ext uri="{FF2B5EF4-FFF2-40B4-BE49-F238E27FC236}">
                <a16:creationId xmlns:a16="http://schemas.microsoft.com/office/drawing/2014/main" id="{B3C358EB-84BD-42D4-A557-406DF7DD2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03484" y="2016130"/>
            <a:ext cx="670286" cy="2158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1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1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14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Features</a:t>
            </a:r>
          </a:p>
        </p:txBody>
      </p:sp>
      <p:sp>
        <p:nvSpPr>
          <p:cNvPr id="343" name="path-295">
            <a:extLst xmlns:a="http://schemas.openxmlformats.org/drawingml/2006/main">
              <a:ext uri="{FF2B5EF4-FFF2-40B4-BE49-F238E27FC236}">
                <a16:creationId xmlns:a16="http://schemas.microsoft.com/office/drawing/2014/main" id="{6C43EAD0-8D87-4747-94E2-E8B05186E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6800" y="1762312"/>
            <a:ext cx="101723" cy="101723"/>
          </a:xfrm>
          <a:custGeom xmlns:a="http://schemas.openxmlformats.org/drawingml/2006/main">
            <a:pathLst>
              <a:path w="103230" h="103230">
                <a:moveTo>
                  <a:pt x="51882" y="103230"/>
                </a:moveTo>
                <a:lnTo>
                  <a:pt x="0" y="103230"/>
                </a:lnTo>
                <a:lnTo>
                  <a:pt x="0" y="0"/>
                </a:lnTo>
                <a:lnTo>
                  <a:pt x="103230" y="0"/>
                </a:lnTo>
                <a:lnTo>
                  <a:pt x="103230" y="103230"/>
                </a:lnTo>
                <a:lnTo>
                  <a:pt x="51882" y="103230"/>
                </a:lnTo>
              </a:path>
            </a:pathLst>
          </a:custGeom>
          <a:solidFill xmlns:a="http://schemas.openxmlformats.org/drawingml/2006/main">
            <a:srgbClr val="C3DFC9"/>
          </a:solidFill>
          <a:ln xmlns:a="http://schemas.openxmlformats.org/drawingml/2006/main" w="13315">
            <a:solidFill>
              <a:srgbClr val="4E8B5C"/>
            </a:solidFill>
            <a:prstDash val="solid"/>
          </a:ln>
        </p:spPr>
      </p:sp>
      <p:sp>
        <p:nvSpPr>
          <p:cNvPr id="344" name="path-296">
            <a:extLst xmlns:a="http://schemas.openxmlformats.org/drawingml/2006/main">
              <a:ext uri="{FF2B5EF4-FFF2-40B4-BE49-F238E27FC236}">
                <a16:creationId xmlns:a16="http://schemas.microsoft.com/office/drawing/2014/main" id="{D31A54D4-6BBB-4830-A9B4-6D6AAE2B7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7924" y="1864580"/>
            <a:ext cx="191" cy="94265"/>
          </a:xfrm>
          <a:custGeom xmlns:a="http://schemas.openxmlformats.org/drawingml/2006/main">
            <a:pathLst>
              <a:path w="191" h="95661">
                <a:moveTo>
                  <a:pt x="0" y="0"/>
                </a:moveTo>
                <a:lnTo>
                  <a:pt x="0" y="95661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345" name="path-297">
            <a:extLst xmlns:a="http://schemas.openxmlformats.org/drawingml/2006/main">
              <a:ext uri="{FF2B5EF4-FFF2-40B4-BE49-F238E27FC236}">
                <a16:creationId xmlns:a16="http://schemas.microsoft.com/office/drawing/2014/main" id="{7024E3CA-8962-4BB4-B269-5842083E0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995" y="1958845"/>
            <a:ext cx="275878" cy="191"/>
          </a:xfrm>
          <a:custGeom xmlns:a="http://schemas.openxmlformats.org/drawingml/2006/main">
            <a:pathLst>
              <a:path w="279965" h="191">
                <a:moveTo>
                  <a:pt x="0" y="0"/>
                </a:moveTo>
                <a:lnTo>
                  <a:pt x="2799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346" name="path-298">
            <a:extLst xmlns:a="http://schemas.openxmlformats.org/drawingml/2006/main">
              <a:ext uri="{FF2B5EF4-FFF2-40B4-BE49-F238E27FC236}">
                <a16:creationId xmlns:a16="http://schemas.microsoft.com/office/drawing/2014/main" id="{7C29D21F-97B4-4B04-A044-70612509A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324" y="2038209"/>
            <a:ext cx="101724" cy="101723"/>
          </a:xfrm>
          <a:custGeom xmlns:a="http://schemas.openxmlformats.org/drawingml/2006/main">
            <a:pathLst>
              <a:path w="103231" h="103230">
                <a:moveTo>
                  <a:pt x="51882" y="103230"/>
                </a:moveTo>
                <a:lnTo>
                  <a:pt x="0" y="103230"/>
                </a:lnTo>
                <a:lnTo>
                  <a:pt x="0" y="0"/>
                </a:lnTo>
                <a:lnTo>
                  <a:pt x="103231" y="0"/>
                </a:lnTo>
                <a:lnTo>
                  <a:pt x="103231" y="103230"/>
                </a:lnTo>
                <a:lnTo>
                  <a:pt x="51882" y="103230"/>
                </a:lnTo>
              </a:path>
            </a:pathLst>
          </a:custGeom>
          <a:solidFill xmlns:a="http://schemas.openxmlformats.org/drawingml/2006/main">
            <a:srgbClr val="C3DFC9"/>
          </a:solidFill>
          <a:ln xmlns:a="http://schemas.openxmlformats.org/drawingml/2006/main" w="13315">
            <a:solidFill>
              <a:srgbClr val="4E8B5C"/>
            </a:solidFill>
            <a:prstDash val="solid"/>
          </a:ln>
        </p:spPr>
      </p:sp>
      <p:sp>
        <p:nvSpPr>
          <p:cNvPr id="347" name="path-299">
            <a:extLst xmlns:a="http://schemas.openxmlformats.org/drawingml/2006/main">
              <a:ext uri="{FF2B5EF4-FFF2-40B4-BE49-F238E27FC236}">
                <a16:creationId xmlns:a16="http://schemas.microsoft.com/office/drawing/2014/main" id="{34FEA524-95C1-4491-9B2C-C1AE4407D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9995" y="1958845"/>
            <a:ext cx="191" cy="79891"/>
          </a:xfrm>
          <a:custGeom xmlns:a="http://schemas.openxmlformats.org/drawingml/2006/main">
            <a:pathLst>
              <a:path w="191" h="81074">
                <a:moveTo>
                  <a:pt x="0" y="0"/>
                </a:moveTo>
                <a:lnTo>
                  <a:pt x="0" y="81074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348" name="path-300">
            <a:extLst xmlns:a="http://schemas.openxmlformats.org/drawingml/2006/main">
              <a:ext uri="{FF2B5EF4-FFF2-40B4-BE49-F238E27FC236}">
                <a16:creationId xmlns:a16="http://schemas.microsoft.com/office/drawing/2014/main" id="{B69E8FC8-3289-47A2-9EB4-ED32A2BCD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6800" y="2038209"/>
            <a:ext cx="101723" cy="101723"/>
          </a:xfrm>
          <a:custGeom xmlns:a="http://schemas.openxmlformats.org/drawingml/2006/main">
            <a:pathLst>
              <a:path w="103230" h="103230">
                <a:moveTo>
                  <a:pt x="51882" y="103230"/>
                </a:moveTo>
                <a:lnTo>
                  <a:pt x="0" y="103230"/>
                </a:lnTo>
                <a:lnTo>
                  <a:pt x="0" y="0"/>
                </a:lnTo>
                <a:lnTo>
                  <a:pt x="103230" y="0"/>
                </a:lnTo>
                <a:lnTo>
                  <a:pt x="103230" y="103230"/>
                </a:lnTo>
                <a:lnTo>
                  <a:pt x="51882" y="103230"/>
                </a:lnTo>
              </a:path>
            </a:pathLst>
          </a:custGeom>
          <a:solidFill xmlns:a="http://schemas.openxmlformats.org/drawingml/2006/main">
            <a:srgbClr val="C3DFC9"/>
          </a:solidFill>
          <a:ln xmlns:a="http://schemas.openxmlformats.org/drawingml/2006/main" w="13315">
            <a:solidFill>
              <a:srgbClr val="4E8B5C"/>
            </a:solidFill>
            <a:prstDash val="solid"/>
          </a:ln>
        </p:spPr>
      </p:sp>
      <p:sp>
        <p:nvSpPr>
          <p:cNvPr id="349" name="path-301">
            <a:extLst xmlns:a="http://schemas.openxmlformats.org/drawingml/2006/main">
              <a:ext uri="{FF2B5EF4-FFF2-40B4-BE49-F238E27FC236}">
                <a16:creationId xmlns:a16="http://schemas.microsoft.com/office/drawing/2014/main" id="{EA2C3F93-500D-4EAF-B0D9-6C669410A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7924" y="1958845"/>
            <a:ext cx="191" cy="79891"/>
          </a:xfrm>
          <a:custGeom xmlns:a="http://schemas.openxmlformats.org/drawingml/2006/main">
            <a:pathLst>
              <a:path w="191" h="81074">
                <a:moveTo>
                  <a:pt x="0" y="0"/>
                </a:moveTo>
                <a:lnTo>
                  <a:pt x="0" y="81074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350" name="path-302">
            <a:extLst xmlns:a="http://schemas.openxmlformats.org/drawingml/2006/main">
              <a:ext uri="{FF2B5EF4-FFF2-40B4-BE49-F238E27FC236}">
                <a16:creationId xmlns:a16="http://schemas.microsoft.com/office/drawing/2014/main" id="{ABA41561-8377-4530-A06E-54F070AD8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48" y="2038209"/>
            <a:ext cx="101723" cy="101723"/>
          </a:xfrm>
          <a:custGeom xmlns:a="http://schemas.openxmlformats.org/drawingml/2006/main">
            <a:pathLst>
              <a:path w="103230" h="103230">
                <a:moveTo>
                  <a:pt x="51882" y="103230"/>
                </a:moveTo>
                <a:lnTo>
                  <a:pt x="0" y="103230"/>
                </a:lnTo>
                <a:lnTo>
                  <a:pt x="0" y="0"/>
                </a:lnTo>
                <a:lnTo>
                  <a:pt x="103230" y="0"/>
                </a:lnTo>
                <a:lnTo>
                  <a:pt x="103230" y="103230"/>
                </a:lnTo>
                <a:lnTo>
                  <a:pt x="51882" y="103230"/>
                </a:lnTo>
              </a:path>
            </a:pathLst>
          </a:custGeom>
          <a:solidFill xmlns:a="http://schemas.openxmlformats.org/drawingml/2006/main">
            <a:srgbClr val="C3DFC9"/>
          </a:solidFill>
          <a:ln xmlns:a="http://schemas.openxmlformats.org/drawingml/2006/main" w="13315">
            <a:solidFill>
              <a:srgbClr val="4E8B5C"/>
            </a:solidFill>
            <a:prstDash val="solid"/>
          </a:ln>
        </p:spPr>
      </p:sp>
      <p:sp>
        <p:nvSpPr>
          <p:cNvPr id="351" name="path-303">
            <a:extLst xmlns:a="http://schemas.openxmlformats.org/drawingml/2006/main">
              <a:ext uri="{FF2B5EF4-FFF2-40B4-BE49-F238E27FC236}">
                <a16:creationId xmlns:a16="http://schemas.microsoft.com/office/drawing/2014/main" id="{214A378E-38C2-40D0-989C-88909D3A2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75873" y="1958845"/>
            <a:ext cx="191" cy="79891"/>
          </a:xfrm>
          <a:custGeom xmlns:a="http://schemas.openxmlformats.org/drawingml/2006/main">
            <a:pathLst>
              <a:path w="191" h="81074">
                <a:moveTo>
                  <a:pt x="0" y="0"/>
                </a:moveTo>
                <a:lnTo>
                  <a:pt x="0" y="81074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352" name="path-304">
            <a:extLst xmlns:a="http://schemas.openxmlformats.org/drawingml/2006/main">
              <a:ext uri="{FF2B5EF4-FFF2-40B4-BE49-F238E27FC236}">
                <a16:creationId xmlns:a16="http://schemas.microsoft.com/office/drawing/2014/main" id="{71904F8F-25D1-43B9-A5A9-BA25ED376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640" y="1122134"/>
            <a:ext cx="174154" cy="191"/>
          </a:xfrm>
          <a:custGeom xmlns:a="http://schemas.openxmlformats.org/drawingml/2006/main">
            <a:pathLst>
              <a:path w="176734" h="191">
                <a:moveTo>
                  <a:pt x="0" y="0"/>
                </a:moveTo>
                <a:lnTo>
                  <a:pt x="176734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353" name="path-305">
            <a:extLst xmlns:a="http://schemas.openxmlformats.org/drawingml/2006/main">
              <a:ext uri="{FF2B5EF4-FFF2-40B4-BE49-F238E27FC236}">
                <a16:creationId xmlns:a16="http://schemas.microsoft.com/office/drawing/2014/main" id="{F3976393-F7AC-40FA-BF03-2EB6E45D3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640" y="1966303"/>
            <a:ext cx="174154" cy="191"/>
          </a:xfrm>
          <a:custGeom xmlns:a="http://schemas.openxmlformats.org/drawingml/2006/main">
            <a:pathLst>
              <a:path w="176734" h="191">
                <a:moveTo>
                  <a:pt x="0" y="0"/>
                </a:moveTo>
                <a:lnTo>
                  <a:pt x="176734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354" name="path-306">
            <a:extLst xmlns:a="http://schemas.openxmlformats.org/drawingml/2006/main">
              <a:ext uri="{FF2B5EF4-FFF2-40B4-BE49-F238E27FC236}">
                <a16:creationId xmlns:a16="http://schemas.microsoft.com/office/drawing/2014/main" id="{843E88B7-95E3-45E4-809F-924EA4EFF3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7794" y="1122134"/>
            <a:ext cx="191" cy="844169"/>
          </a:xfrm>
          <a:custGeom xmlns:a="http://schemas.openxmlformats.org/drawingml/2006/main">
            <a:pathLst>
              <a:path w="191" h="856675">
                <a:moveTo>
                  <a:pt x="0" y="0"/>
                </a:moveTo>
                <a:lnTo>
                  <a:pt x="0" y="856675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355" name="path-307">
            <a:extLst xmlns:a="http://schemas.openxmlformats.org/drawingml/2006/main">
              <a:ext uri="{FF2B5EF4-FFF2-40B4-BE49-F238E27FC236}">
                <a16:creationId xmlns:a16="http://schemas.microsoft.com/office/drawing/2014/main" id="{F397E176-CB83-4891-9173-BC5A5D3A5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7794" y="1543947"/>
            <a:ext cx="191216" cy="191"/>
          </a:xfrm>
          <a:custGeom xmlns:a="http://schemas.openxmlformats.org/drawingml/2006/main">
            <a:pathLst>
              <a:path w="194049" h="191">
                <a:moveTo>
                  <a:pt x="0" y="0"/>
                </a:moveTo>
                <a:lnTo>
                  <a:pt x="194049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356" name="path-308">
            <a:extLst xmlns:a="http://schemas.openxmlformats.org/drawingml/2006/main">
              <a:ext uri="{FF2B5EF4-FFF2-40B4-BE49-F238E27FC236}">
                <a16:creationId xmlns:a16="http://schemas.microsoft.com/office/drawing/2014/main" id="{DF2FD6E6-6A90-4FED-B003-1C3040B32C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4218" y="1506125"/>
            <a:ext cx="75626" cy="75644"/>
          </a:xfrm>
          <a:custGeom xmlns:a="http://schemas.openxmlformats.org/drawingml/2006/main">
            <a:pathLst>
              <a:path w="76746" h="76765">
                <a:moveTo>
                  <a:pt x="76746" y="38383"/>
                </a:moveTo>
                <a:lnTo>
                  <a:pt x="0" y="76765"/>
                </a:lnTo>
                <a:lnTo>
                  <a:pt x="0" y="0"/>
                </a:lnTo>
                <a:lnTo>
                  <a:pt x="76746" y="38383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7" name="path-309">
            <a:extLst xmlns:a="http://schemas.openxmlformats.org/drawingml/2006/main">
              <a:ext uri="{FF2B5EF4-FFF2-40B4-BE49-F238E27FC236}">
                <a16:creationId xmlns:a16="http://schemas.microsoft.com/office/drawing/2014/main" id="{4BFCB189-1954-43C4-A754-9F369ED8F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8428" y="656638"/>
            <a:ext cx="5353164" cy="1774618"/>
          </a:xfrm>
          <a:custGeom xmlns:a="http://schemas.openxmlformats.org/drawingml/2006/main">
            <a:pathLst>
              <a:path w="5432470" h="1800908">
                <a:moveTo>
                  <a:pt x="0" y="125939"/>
                </a:moveTo>
                <a:lnTo>
                  <a:pt x="0" y="125939"/>
                </a:lnTo>
                <a:cubicBezTo>
                  <a:pt x="0" y="103764"/>
                  <a:pt x="5949" y="82161"/>
                  <a:pt x="16760" y="62693"/>
                </a:cubicBezTo>
                <a:cubicBezTo>
                  <a:pt x="28105" y="43778"/>
                  <a:pt x="43779" y="27571"/>
                  <a:pt x="63247" y="16760"/>
                </a:cubicBezTo>
                <a:cubicBezTo>
                  <a:pt x="82162" y="5948"/>
                  <a:pt x="103784" y="0"/>
                  <a:pt x="125940" y="0"/>
                </a:cubicBezTo>
                <a:lnTo>
                  <a:pt x="5305998" y="0"/>
                </a:lnTo>
                <a:cubicBezTo>
                  <a:pt x="5328153" y="0"/>
                  <a:pt x="5349777" y="5948"/>
                  <a:pt x="5369244" y="16760"/>
                </a:cubicBezTo>
                <a:cubicBezTo>
                  <a:pt x="5388158" y="28105"/>
                  <a:pt x="5404366" y="43778"/>
                  <a:pt x="5415178" y="63226"/>
                </a:cubicBezTo>
                <a:cubicBezTo>
                  <a:pt x="5425988" y="82161"/>
                  <a:pt x="5431937" y="103764"/>
                  <a:pt x="5431937" y="125939"/>
                </a:cubicBezTo>
                <a:lnTo>
                  <a:pt x="5432470" y="1674435"/>
                </a:lnTo>
                <a:cubicBezTo>
                  <a:pt x="5432470" y="1696591"/>
                  <a:pt x="5426521" y="1718214"/>
                  <a:pt x="5415731" y="1737681"/>
                </a:cubicBezTo>
                <a:cubicBezTo>
                  <a:pt x="5404366" y="1756597"/>
                  <a:pt x="5388693" y="1772803"/>
                  <a:pt x="5369244" y="1783615"/>
                </a:cubicBezTo>
                <a:cubicBezTo>
                  <a:pt x="5350330" y="1794425"/>
                  <a:pt x="5328708" y="1800375"/>
                  <a:pt x="5306551" y="1800375"/>
                </a:cubicBezTo>
                <a:lnTo>
                  <a:pt x="125940" y="1800908"/>
                </a:lnTo>
                <a:cubicBezTo>
                  <a:pt x="103784" y="1800908"/>
                  <a:pt x="82162" y="1794959"/>
                  <a:pt x="62693" y="1784167"/>
                </a:cubicBezTo>
                <a:cubicBezTo>
                  <a:pt x="43779" y="1772803"/>
                  <a:pt x="27571" y="1757130"/>
                  <a:pt x="16760" y="1737681"/>
                </a:cubicBezTo>
                <a:cubicBezTo>
                  <a:pt x="5949" y="1718766"/>
                  <a:pt x="0" y="1697144"/>
                  <a:pt x="0" y="1674988"/>
                </a:cubicBezTo>
                <a:lnTo>
                  <a:pt x="0" y="125939"/>
                </a:lnTo>
              </a:path>
            </a:pathLst>
          </a:custGeom>
          <a:solidFill xmlns:a="http://schemas.openxmlformats.org/drawingml/2006/main">
            <a:srgbClr val="F3F9F3"/>
          </a:solidFill>
          <a:ln xmlns:a="http://schemas.openxmlformats.org/drawingml/2006/main" w="22369">
            <a:solidFill>
              <a:srgbClr val="7AAE85"/>
            </a:solidFill>
            <a:prstDash val="solid"/>
          </a:ln>
        </p:spPr>
      </p:sp>
      <p:sp>
        <p:nvSpPr>
          <p:cNvPr id="358" name="text-310 Unsupervised">
            <a:extLst xmlns:a="http://schemas.openxmlformats.org/drawingml/2006/main">
              <a:ext uri="{FF2B5EF4-FFF2-40B4-BE49-F238E27FC236}">
                <a16:creationId xmlns:a16="http://schemas.microsoft.com/office/drawing/2014/main" id="{7EF817B5-C8D8-4DF5-A999-D5AB407BF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04704" y="702117"/>
            <a:ext cx="1405594" cy="2897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30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Unsupervised</a:t>
            </a:r>
          </a:p>
        </p:txBody>
      </p:sp>
      <p:sp>
        <p:nvSpPr>
          <p:cNvPr id="359" name="text-310 Visual–Structural">
            <a:extLst xmlns:a="http://schemas.openxmlformats.org/drawingml/2006/main">
              <a:ext uri="{FF2B5EF4-FFF2-40B4-BE49-F238E27FC236}">
                <a16:creationId xmlns:a16="http://schemas.microsoft.com/office/drawing/2014/main" id="{C99F2598-A4A2-46DC-A000-D151131F4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30524" y="701955"/>
            <a:ext cx="1736661" cy="2899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1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1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31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Visual–Structural</a:t>
            </a:r>
          </a:p>
        </p:txBody>
      </p:sp>
      <p:sp>
        <p:nvSpPr>
          <p:cNvPr id="360" name="text-310 Clusters">
            <a:extLst xmlns:a="http://schemas.openxmlformats.org/drawingml/2006/main">
              <a:ext uri="{FF2B5EF4-FFF2-40B4-BE49-F238E27FC236}">
                <a16:creationId xmlns:a16="http://schemas.microsoft.com/office/drawing/2014/main" id="{C7701255-2DC5-49AF-8EFF-894EBA763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86969" y="702080"/>
            <a:ext cx="865301" cy="2898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30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Clusters</a:t>
            </a:r>
          </a:p>
        </p:txBody>
      </p:sp>
      <p:sp>
        <p:nvSpPr>
          <p:cNvPr id="361" name="path-311">
            <a:extLst xmlns:a="http://schemas.openxmlformats.org/drawingml/2006/main">
              <a:ext uri="{FF2B5EF4-FFF2-40B4-BE49-F238E27FC236}">
                <a16:creationId xmlns:a16="http://schemas.microsoft.com/office/drawing/2014/main" id="{8ACD1CD5-A7F0-4C56-AAB2-38CD0F5E7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57991" y="1137034"/>
            <a:ext cx="1279829" cy="872409"/>
          </a:xfrm>
          <a:custGeom xmlns:a="http://schemas.openxmlformats.org/drawingml/2006/main">
            <a:pathLst>
              <a:path w="1298790" h="885334">
                <a:moveTo>
                  <a:pt x="0" y="442667"/>
                </a:moveTo>
                <a:lnTo>
                  <a:pt x="0" y="442667"/>
                </a:lnTo>
                <a:cubicBezTo>
                  <a:pt x="0" y="364834"/>
                  <a:pt x="30259" y="288622"/>
                  <a:pt x="87023" y="221066"/>
                </a:cubicBezTo>
                <a:cubicBezTo>
                  <a:pt x="143768" y="154045"/>
                  <a:pt x="225929" y="97835"/>
                  <a:pt x="324831" y="58918"/>
                </a:cubicBezTo>
                <a:cubicBezTo>
                  <a:pt x="423200" y="20002"/>
                  <a:pt x="535621" y="0"/>
                  <a:pt x="649663" y="0"/>
                </a:cubicBezTo>
                <a:cubicBezTo>
                  <a:pt x="763170" y="0"/>
                  <a:pt x="875592" y="20002"/>
                  <a:pt x="973960" y="58918"/>
                </a:cubicBezTo>
                <a:cubicBezTo>
                  <a:pt x="1072881" y="97835"/>
                  <a:pt x="1155022" y="154045"/>
                  <a:pt x="1211785" y="221066"/>
                </a:cubicBezTo>
                <a:cubicBezTo>
                  <a:pt x="1268531" y="288622"/>
                  <a:pt x="1298790" y="364834"/>
                  <a:pt x="1298790" y="442667"/>
                </a:cubicBezTo>
                <a:cubicBezTo>
                  <a:pt x="1298790" y="520500"/>
                  <a:pt x="1268531" y="596712"/>
                  <a:pt x="1211785" y="664268"/>
                </a:cubicBezTo>
                <a:cubicBezTo>
                  <a:pt x="1155022" y="731289"/>
                  <a:pt x="1072881" y="787499"/>
                  <a:pt x="973960" y="826416"/>
                </a:cubicBezTo>
                <a:cubicBezTo>
                  <a:pt x="875592" y="865332"/>
                  <a:pt x="763170" y="885334"/>
                  <a:pt x="649663" y="885334"/>
                </a:cubicBezTo>
                <a:cubicBezTo>
                  <a:pt x="535621" y="885334"/>
                  <a:pt x="423200" y="865332"/>
                  <a:pt x="324831" y="826416"/>
                </a:cubicBezTo>
                <a:cubicBezTo>
                  <a:pt x="225929" y="787499"/>
                  <a:pt x="143768" y="731289"/>
                  <a:pt x="87023" y="664268"/>
                </a:cubicBezTo>
                <a:cubicBezTo>
                  <a:pt x="30259" y="596712"/>
                  <a:pt x="0" y="520500"/>
                  <a:pt x="0" y="442667"/>
                </a:cubicBez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3A7D44"/>
            </a:solidFill>
            <a:prstDash val="dash"/>
          </a:ln>
        </p:spPr>
      </p:sp>
      <p:sp>
        <p:nvSpPr>
          <p:cNvPr id="362" name="path-312">
            <a:extLst xmlns:a="http://schemas.openxmlformats.org/drawingml/2006/main">
              <a:ext uri="{FF2B5EF4-FFF2-40B4-BE49-F238E27FC236}">
                <a16:creationId xmlns:a16="http://schemas.microsoft.com/office/drawing/2014/main" id="{D876409D-3F01-4A63-9EB8-22CFC5160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40402" y="1236108"/>
            <a:ext cx="63902" cy="63902"/>
          </a:xfrm>
          <a:custGeom xmlns:a="http://schemas.openxmlformats.org/drawingml/2006/main">
            <a:pathLst>
              <a:path w="64848" h="64848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21" y="21069"/>
                  <a:pt x="4309" y="16207"/>
                </a:cubicBezTo>
                <a:cubicBezTo>
                  <a:pt x="7017" y="11345"/>
                  <a:pt x="11345" y="7016"/>
                  <a:pt x="16207" y="4328"/>
                </a:cubicBezTo>
                <a:cubicBezTo>
                  <a:pt x="21070" y="1621"/>
                  <a:pt x="26485" y="0"/>
                  <a:pt x="32414" y="0"/>
                </a:cubicBezTo>
                <a:cubicBezTo>
                  <a:pt x="38363" y="0"/>
                  <a:pt x="43779" y="1621"/>
                  <a:pt x="48641" y="4328"/>
                </a:cubicBezTo>
                <a:cubicBezTo>
                  <a:pt x="53503" y="7016"/>
                  <a:pt x="57831" y="11345"/>
                  <a:pt x="60520" y="16207"/>
                </a:cubicBezTo>
                <a:cubicBezTo>
                  <a:pt x="63228" y="21069"/>
                  <a:pt x="64848" y="26484"/>
                  <a:pt x="64848" y="32433"/>
                </a:cubicBezTo>
                <a:cubicBezTo>
                  <a:pt x="64848" y="38363"/>
                  <a:pt x="63228" y="43779"/>
                  <a:pt x="60520" y="48640"/>
                </a:cubicBezTo>
                <a:cubicBezTo>
                  <a:pt x="57831" y="53503"/>
                  <a:pt x="53503" y="57831"/>
                  <a:pt x="48641" y="60539"/>
                </a:cubicBezTo>
                <a:cubicBezTo>
                  <a:pt x="43779" y="63227"/>
                  <a:pt x="38363" y="64848"/>
                  <a:pt x="32414" y="64848"/>
                </a:cubicBezTo>
                <a:cubicBezTo>
                  <a:pt x="26485" y="64848"/>
                  <a:pt x="21070" y="63227"/>
                  <a:pt x="16207" y="60539"/>
                </a:cubicBezTo>
                <a:cubicBezTo>
                  <a:pt x="11345" y="57831"/>
                  <a:pt x="7017" y="53503"/>
                  <a:pt x="4309" y="48640"/>
                </a:cubicBezTo>
                <a:cubicBezTo>
                  <a:pt x="1621" y="43779"/>
                  <a:pt x="0" y="3836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3" name="path-313">
            <a:extLst xmlns:a="http://schemas.openxmlformats.org/drawingml/2006/main">
              <a:ext uri="{FF2B5EF4-FFF2-40B4-BE49-F238E27FC236}">
                <a16:creationId xmlns:a16="http://schemas.microsoft.com/office/drawing/2014/main" id="{4EED7BDD-1AB4-4572-BF4A-528B4507A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11491" y="1423585"/>
            <a:ext cx="63919" cy="63902"/>
          </a:xfrm>
          <a:custGeom xmlns:a="http://schemas.openxmlformats.org/drawingml/2006/main">
            <a:pathLst>
              <a:path w="64866" h="64848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19" y="21069"/>
                  <a:pt x="4327" y="16207"/>
                </a:cubicBezTo>
                <a:cubicBezTo>
                  <a:pt x="7036" y="11345"/>
                  <a:pt x="11344" y="7016"/>
                  <a:pt x="16206" y="4328"/>
                </a:cubicBezTo>
                <a:cubicBezTo>
                  <a:pt x="21088" y="1621"/>
                  <a:pt x="26484" y="0"/>
                  <a:pt x="32433" y="0"/>
                </a:cubicBezTo>
                <a:cubicBezTo>
                  <a:pt x="38382" y="0"/>
                  <a:pt x="43777" y="1621"/>
                  <a:pt x="48640" y="4328"/>
                </a:cubicBezTo>
                <a:cubicBezTo>
                  <a:pt x="53502" y="7016"/>
                  <a:pt x="57830" y="11345"/>
                  <a:pt x="60538" y="16207"/>
                </a:cubicBezTo>
                <a:cubicBezTo>
                  <a:pt x="63246" y="21069"/>
                  <a:pt x="64866" y="26485"/>
                  <a:pt x="64866" y="32433"/>
                </a:cubicBezTo>
                <a:cubicBezTo>
                  <a:pt x="64866" y="38363"/>
                  <a:pt x="63246" y="43779"/>
                  <a:pt x="60538" y="48640"/>
                </a:cubicBezTo>
                <a:cubicBezTo>
                  <a:pt x="57830" y="53503"/>
                  <a:pt x="53502" y="57831"/>
                  <a:pt x="48640" y="60539"/>
                </a:cubicBezTo>
                <a:cubicBezTo>
                  <a:pt x="43777" y="63227"/>
                  <a:pt x="38382" y="64848"/>
                  <a:pt x="32433" y="64848"/>
                </a:cubicBezTo>
                <a:cubicBezTo>
                  <a:pt x="26484" y="64848"/>
                  <a:pt x="21088" y="63227"/>
                  <a:pt x="16206" y="60539"/>
                </a:cubicBezTo>
                <a:cubicBezTo>
                  <a:pt x="11344" y="57831"/>
                  <a:pt x="7036" y="53503"/>
                  <a:pt x="4327" y="48640"/>
                </a:cubicBezTo>
                <a:cubicBezTo>
                  <a:pt x="1619" y="43779"/>
                  <a:pt x="0" y="3836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4" name="path-314">
            <a:extLst xmlns:a="http://schemas.openxmlformats.org/drawingml/2006/main">
              <a:ext uri="{FF2B5EF4-FFF2-40B4-BE49-F238E27FC236}">
                <a16:creationId xmlns:a16="http://schemas.microsoft.com/office/drawing/2014/main" id="{DD92E185-5AA8-456C-B1CE-CAD7B9CFA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00059" y="1547667"/>
            <a:ext cx="63921" cy="63919"/>
          </a:xfrm>
          <a:custGeom xmlns:a="http://schemas.openxmlformats.org/drawingml/2006/main">
            <a:pathLst>
              <a:path w="64868" h="64866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21" y="21088"/>
                  <a:pt x="4328" y="16226"/>
                </a:cubicBezTo>
                <a:cubicBezTo>
                  <a:pt x="7035" y="11364"/>
                  <a:pt x="11365" y="7036"/>
                  <a:pt x="16225" y="4328"/>
                </a:cubicBezTo>
                <a:cubicBezTo>
                  <a:pt x="21088" y="1640"/>
                  <a:pt x="26485" y="0"/>
                  <a:pt x="32434" y="0"/>
                </a:cubicBezTo>
                <a:cubicBezTo>
                  <a:pt x="38383" y="0"/>
                  <a:pt x="43778" y="1640"/>
                  <a:pt x="48641" y="4328"/>
                </a:cubicBezTo>
                <a:cubicBezTo>
                  <a:pt x="53522" y="7036"/>
                  <a:pt x="57831" y="11364"/>
                  <a:pt x="60539" y="16226"/>
                </a:cubicBezTo>
                <a:cubicBezTo>
                  <a:pt x="63246" y="21088"/>
                  <a:pt x="64868" y="26484"/>
                  <a:pt x="64868" y="32433"/>
                </a:cubicBezTo>
                <a:cubicBezTo>
                  <a:pt x="64868" y="38382"/>
                  <a:pt x="63246" y="43797"/>
                  <a:pt x="60539" y="48660"/>
                </a:cubicBezTo>
                <a:cubicBezTo>
                  <a:pt x="57831" y="53522"/>
                  <a:pt x="53522" y="57850"/>
                  <a:pt x="48641" y="60539"/>
                </a:cubicBezTo>
                <a:cubicBezTo>
                  <a:pt x="43778" y="63246"/>
                  <a:pt x="38383" y="64866"/>
                  <a:pt x="32434" y="64866"/>
                </a:cubicBezTo>
                <a:cubicBezTo>
                  <a:pt x="26485" y="64866"/>
                  <a:pt x="21088" y="63246"/>
                  <a:pt x="16225" y="60539"/>
                </a:cubicBezTo>
                <a:cubicBezTo>
                  <a:pt x="11365" y="57850"/>
                  <a:pt x="7035" y="53522"/>
                  <a:pt x="4328" y="48660"/>
                </a:cubicBezTo>
                <a:cubicBezTo>
                  <a:pt x="1621" y="43797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5" name="path-315">
            <a:extLst xmlns:a="http://schemas.openxmlformats.org/drawingml/2006/main">
              <a:ext uri="{FF2B5EF4-FFF2-40B4-BE49-F238E27FC236}">
                <a16:creationId xmlns:a16="http://schemas.microsoft.com/office/drawing/2014/main" id="{2C951078-9416-4310-8516-3A85C0E52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9296" y="1826232"/>
            <a:ext cx="63900" cy="63901"/>
          </a:xfrm>
          <a:custGeom xmlns:a="http://schemas.openxmlformats.org/drawingml/2006/main">
            <a:pathLst>
              <a:path w="64847" h="64848">
                <a:moveTo>
                  <a:pt x="0" y="32414"/>
                </a:moveTo>
                <a:lnTo>
                  <a:pt x="0" y="32414"/>
                </a:lnTo>
                <a:cubicBezTo>
                  <a:pt x="0" y="26484"/>
                  <a:pt x="1619" y="21070"/>
                  <a:pt x="4308" y="16207"/>
                </a:cubicBezTo>
                <a:cubicBezTo>
                  <a:pt x="7016" y="11345"/>
                  <a:pt x="11344" y="7017"/>
                  <a:pt x="16206" y="4309"/>
                </a:cubicBezTo>
                <a:cubicBezTo>
                  <a:pt x="21069" y="1620"/>
                  <a:pt x="26465" y="0"/>
                  <a:pt x="32414" y="0"/>
                </a:cubicBezTo>
                <a:cubicBezTo>
                  <a:pt x="38362" y="0"/>
                  <a:pt x="43777" y="1620"/>
                  <a:pt x="48640" y="4309"/>
                </a:cubicBezTo>
                <a:cubicBezTo>
                  <a:pt x="53502" y="7017"/>
                  <a:pt x="57830" y="11345"/>
                  <a:pt x="60520" y="16207"/>
                </a:cubicBezTo>
                <a:cubicBezTo>
                  <a:pt x="63226" y="21070"/>
                  <a:pt x="64847" y="26484"/>
                  <a:pt x="64847" y="32414"/>
                </a:cubicBezTo>
                <a:cubicBezTo>
                  <a:pt x="64847" y="38363"/>
                  <a:pt x="63226" y="43778"/>
                  <a:pt x="60520" y="48640"/>
                </a:cubicBezTo>
                <a:cubicBezTo>
                  <a:pt x="57830" y="53503"/>
                  <a:pt x="53502" y="57831"/>
                  <a:pt x="48640" y="60520"/>
                </a:cubicBezTo>
                <a:cubicBezTo>
                  <a:pt x="43777" y="63227"/>
                  <a:pt x="38362" y="64848"/>
                  <a:pt x="32414" y="64848"/>
                </a:cubicBezTo>
                <a:cubicBezTo>
                  <a:pt x="26465" y="64848"/>
                  <a:pt x="21069" y="63227"/>
                  <a:pt x="16206" y="60520"/>
                </a:cubicBezTo>
                <a:cubicBezTo>
                  <a:pt x="11344" y="57831"/>
                  <a:pt x="7016" y="53503"/>
                  <a:pt x="4308" y="48640"/>
                </a:cubicBezTo>
                <a:cubicBezTo>
                  <a:pt x="1619" y="43778"/>
                  <a:pt x="0" y="38363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6" name="path-316">
            <a:extLst xmlns:a="http://schemas.openxmlformats.org/drawingml/2006/main">
              <a:ext uri="{FF2B5EF4-FFF2-40B4-BE49-F238E27FC236}">
                <a16:creationId xmlns:a16="http://schemas.microsoft.com/office/drawing/2014/main" id="{9493C94F-F3BA-4DF3-A1A9-C5F6AA7CF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64211" y="1450735"/>
            <a:ext cx="63921" cy="63919"/>
          </a:xfrm>
          <a:custGeom xmlns:a="http://schemas.openxmlformats.org/drawingml/2006/main">
            <a:pathLst>
              <a:path w="64868" h="64866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22" y="21088"/>
                  <a:pt x="4328" y="16226"/>
                </a:cubicBezTo>
                <a:cubicBezTo>
                  <a:pt x="7036" y="11364"/>
                  <a:pt x="11365" y="7035"/>
                  <a:pt x="16227" y="4328"/>
                </a:cubicBezTo>
                <a:cubicBezTo>
                  <a:pt x="21090" y="1621"/>
                  <a:pt x="26486" y="0"/>
                  <a:pt x="32435" y="0"/>
                </a:cubicBezTo>
                <a:cubicBezTo>
                  <a:pt x="38383" y="0"/>
                  <a:pt x="43779" y="1621"/>
                  <a:pt x="48660" y="4328"/>
                </a:cubicBezTo>
                <a:cubicBezTo>
                  <a:pt x="53522" y="7035"/>
                  <a:pt x="57831" y="11364"/>
                  <a:pt x="60540" y="16226"/>
                </a:cubicBezTo>
                <a:cubicBezTo>
                  <a:pt x="63247" y="21088"/>
                  <a:pt x="64868" y="26484"/>
                  <a:pt x="64868" y="32433"/>
                </a:cubicBezTo>
                <a:cubicBezTo>
                  <a:pt x="64868" y="38382"/>
                  <a:pt x="63247" y="43778"/>
                  <a:pt x="60540" y="48659"/>
                </a:cubicBezTo>
                <a:cubicBezTo>
                  <a:pt x="57831" y="53522"/>
                  <a:pt x="53522" y="57831"/>
                  <a:pt x="48660" y="60539"/>
                </a:cubicBezTo>
                <a:cubicBezTo>
                  <a:pt x="43779" y="63246"/>
                  <a:pt x="38383" y="64866"/>
                  <a:pt x="32435" y="64866"/>
                </a:cubicBezTo>
                <a:cubicBezTo>
                  <a:pt x="26486" y="64866"/>
                  <a:pt x="21090" y="63246"/>
                  <a:pt x="16227" y="60539"/>
                </a:cubicBezTo>
                <a:cubicBezTo>
                  <a:pt x="11365" y="57831"/>
                  <a:pt x="7036" y="53522"/>
                  <a:pt x="4328" y="48659"/>
                </a:cubicBezTo>
                <a:cubicBezTo>
                  <a:pt x="1622" y="43778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7" name="path-317">
            <a:extLst xmlns:a="http://schemas.openxmlformats.org/drawingml/2006/main">
              <a:ext uri="{FF2B5EF4-FFF2-40B4-BE49-F238E27FC236}">
                <a16:creationId xmlns:a16="http://schemas.microsoft.com/office/drawing/2014/main" id="{BAB460F4-927C-4EE5-A557-3D39C0B3E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24791" y="1357541"/>
            <a:ext cx="63902" cy="63902"/>
          </a:xfrm>
          <a:custGeom xmlns:a="http://schemas.openxmlformats.org/drawingml/2006/main">
            <a:pathLst>
              <a:path w="64848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19" y="21070"/>
                  <a:pt x="4328" y="16208"/>
                </a:cubicBezTo>
                <a:cubicBezTo>
                  <a:pt x="7016" y="11345"/>
                  <a:pt x="11344" y="7017"/>
                  <a:pt x="16207" y="4329"/>
                </a:cubicBezTo>
                <a:cubicBezTo>
                  <a:pt x="21069" y="1621"/>
                  <a:pt x="26484" y="0"/>
                  <a:pt x="32434" y="0"/>
                </a:cubicBezTo>
                <a:cubicBezTo>
                  <a:pt x="38362" y="0"/>
                  <a:pt x="43778" y="1621"/>
                  <a:pt x="48640" y="4329"/>
                </a:cubicBezTo>
                <a:cubicBezTo>
                  <a:pt x="53503" y="7017"/>
                  <a:pt x="57830" y="11345"/>
                  <a:pt x="60538" y="16208"/>
                </a:cubicBezTo>
                <a:cubicBezTo>
                  <a:pt x="63226" y="21070"/>
                  <a:pt x="64848" y="26485"/>
                  <a:pt x="64848" y="32434"/>
                </a:cubicBezTo>
                <a:cubicBezTo>
                  <a:pt x="64848" y="38363"/>
                  <a:pt x="63226" y="43779"/>
                  <a:pt x="60538" y="48641"/>
                </a:cubicBezTo>
                <a:cubicBezTo>
                  <a:pt x="57830" y="53503"/>
                  <a:pt x="53503" y="57832"/>
                  <a:pt x="48640" y="60539"/>
                </a:cubicBezTo>
                <a:cubicBezTo>
                  <a:pt x="43778" y="63228"/>
                  <a:pt x="38362" y="64848"/>
                  <a:pt x="32434" y="64848"/>
                </a:cubicBezTo>
                <a:cubicBezTo>
                  <a:pt x="26484" y="64848"/>
                  <a:pt x="21069" y="63228"/>
                  <a:pt x="16207" y="60539"/>
                </a:cubicBezTo>
                <a:cubicBezTo>
                  <a:pt x="11344" y="57832"/>
                  <a:pt x="7016" y="53503"/>
                  <a:pt x="4328" y="48641"/>
                </a:cubicBezTo>
                <a:cubicBezTo>
                  <a:pt x="1619" y="43779"/>
                  <a:pt x="0" y="3836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8" name="path-318">
            <a:extLst xmlns:a="http://schemas.openxmlformats.org/drawingml/2006/main">
              <a:ext uri="{FF2B5EF4-FFF2-40B4-BE49-F238E27FC236}">
                <a16:creationId xmlns:a16="http://schemas.microsoft.com/office/drawing/2014/main" id="{79BB9009-62E2-4067-AA51-84A7EFBF1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0693" y="1817176"/>
            <a:ext cx="63902" cy="63902"/>
          </a:xfrm>
          <a:custGeom xmlns:a="http://schemas.openxmlformats.org/drawingml/2006/main">
            <a:pathLst>
              <a:path w="64848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69"/>
                  <a:pt x="4328" y="16208"/>
                </a:cubicBezTo>
                <a:cubicBezTo>
                  <a:pt x="7017" y="11345"/>
                  <a:pt x="11344" y="7017"/>
                  <a:pt x="16207" y="4328"/>
                </a:cubicBezTo>
                <a:cubicBezTo>
                  <a:pt x="21069" y="1621"/>
                  <a:pt x="26485" y="0"/>
                  <a:pt x="32434" y="0"/>
                </a:cubicBezTo>
                <a:cubicBezTo>
                  <a:pt x="38363" y="0"/>
                  <a:pt x="43778" y="1621"/>
                  <a:pt x="48640" y="4328"/>
                </a:cubicBezTo>
                <a:cubicBezTo>
                  <a:pt x="53503" y="7017"/>
                  <a:pt x="57830" y="11345"/>
                  <a:pt x="60539" y="16208"/>
                </a:cubicBezTo>
                <a:cubicBezTo>
                  <a:pt x="63228" y="21069"/>
                  <a:pt x="64848" y="26485"/>
                  <a:pt x="64848" y="32434"/>
                </a:cubicBezTo>
                <a:cubicBezTo>
                  <a:pt x="64848" y="38363"/>
                  <a:pt x="63228" y="43779"/>
                  <a:pt x="60539" y="48641"/>
                </a:cubicBezTo>
                <a:cubicBezTo>
                  <a:pt x="57830" y="53503"/>
                  <a:pt x="53503" y="57831"/>
                  <a:pt x="48640" y="60539"/>
                </a:cubicBezTo>
                <a:cubicBezTo>
                  <a:pt x="43778" y="63228"/>
                  <a:pt x="38363" y="64848"/>
                  <a:pt x="32434" y="64848"/>
                </a:cubicBezTo>
                <a:cubicBezTo>
                  <a:pt x="26485" y="64848"/>
                  <a:pt x="21069" y="63228"/>
                  <a:pt x="16207" y="60539"/>
                </a:cubicBezTo>
                <a:cubicBezTo>
                  <a:pt x="11344" y="57831"/>
                  <a:pt x="7017" y="53503"/>
                  <a:pt x="4328" y="48641"/>
                </a:cubicBezTo>
                <a:cubicBezTo>
                  <a:pt x="1621" y="43779"/>
                  <a:pt x="0" y="3836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9" name="path-319">
            <a:extLst xmlns:a="http://schemas.openxmlformats.org/drawingml/2006/main">
              <a:ext uri="{FF2B5EF4-FFF2-40B4-BE49-F238E27FC236}">
                <a16:creationId xmlns:a16="http://schemas.microsoft.com/office/drawing/2014/main" id="{91D810AF-4B55-4F11-8705-9A27A3CEA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57173" y="1612113"/>
            <a:ext cx="63919" cy="63920"/>
          </a:xfrm>
          <a:custGeom xmlns:a="http://schemas.openxmlformats.org/drawingml/2006/main">
            <a:pathLst>
              <a:path w="64866" h="64867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39" y="21088"/>
                  <a:pt x="4327" y="16226"/>
                </a:cubicBezTo>
                <a:cubicBezTo>
                  <a:pt x="7035" y="11364"/>
                  <a:pt x="11364" y="7035"/>
                  <a:pt x="16225" y="4328"/>
                </a:cubicBezTo>
                <a:cubicBezTo>
                  <a:pt x="21087" y="1621"/>
                  <a:pt x="26484" y="0"/>
                  <a:pt x="32433" y="0"/>
                </a:cubicBezTo>
                <a:cubicBezTo>
                  <a:pt x="38382" y="0"/>
                  <a:pt x="43797" y="1621"/>
                  <a:pt x="48659" y="4328"/>
                </a:cubicBezTo>
                <a:cubicBezTo>
                  <a:pt x="53522" y="7035"/>
                  <a:pt x="57849" y="11364"/>
                  <a:pt x="60538" y="16226"/>
                </a:cubicBezTo>
                <a:cubicBezTo>
                  <a:pt x="63245" y="21088"/>
                  <a:pt x="64866" y="26485"/>
                  <a:pt x="64866" y="32433"/>
                </a:cubicBezTo>
                <a:cubicBezTo>
                  <a:pt x="64866" y="38382"/>
                  <a:pt x="63245" y="43778"/>
                  <a:pt x="60538" y="48660"/>
                </a:cubicBezTo>
                <a:cubicBezTo>
                  <a:pt x="57849" y="53522"/>
                  <a:pt x="53522" y="57831"/>
                  <a:pt x="48659" y="60539"/>
                </a:cubicBezTo>
                <a:cubicBezTo>
                  <a:pt x="43797" y="63246"/>
                  <a:pt x="38382" y="64867"/>
                  <a:pt x="32433" y="64867"/>
                </a:cubicBezTo>
                <a:cubicBezTo>
                  <a:pt x="26484" y="64867"/>
                  <a:pt x="21087" y="63246"/>
                  <a:pt x="16225" y="60539"/>
                </a:cubicBezTo>
                <a:cubicBezTo>
                  <a:pt x="11364" y="57831"/>
                  <a:pt x="7035" y="53522"/>
                  <a:pt x="4327" y="48660"/>
                </a:cubicBezTo>
                <a:cubicBezTo>
                  <a:pt x="1639" y="43778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0" name="path-320">
            <a:extLst xmlns:a="http://schemas.openxmlformats.org/drawingml/2006/main">
              <a:ext uri="{FF2B5EF4-FFF2-40B4-BE49-F238E27FC236}">
                <a16:creationId xmlns:a16="http://schemas.microsoft.com/office/drawing/2014/main" id="{B30AD333-C77B-44F4-8C59-4003980B3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43576" y="1429446"/>
            <a:ext cx="63921" cy="63902"/>
          </a:xfrm>
          <a:custGeom xmlns:a="http://schemas.openxmlformats.org/drawingml/2006/main">
            <a:pathLst>
              <a:path w="64868" h="64848">
                <a:moveTo>
                  <a:pt x="0" y="32415"/>
                </a:moveTo>
                <a:lnTo>
                  <a:pt x="0" y="32415"/>
                </a:lnTo>
                <a:cubicBezTo>
                  <a:pt x="0" y="26485"/>
                  <a:pt x="1622" y="21070"/>
                  <a:pt x="4330" y="16208"/>
                </a:cubicBezTo>
                <a:cubicBezTo>
                  <a:pt x="7018" y="11345"/>
                  <a:pt x="11347" y="7017"/>
                  <a:pt x="16208" y="4310"/>
                </a:cubicBezTo>
                <a:cubicBezTo>
                  <a:pt x="21070" y="1621"/>
                  <a:pt x="26486" y="0"/>
                  <a:pt x="32435" y="0"/>
                </a:cubicBezTo>
                <a:cubicBezTo>
                  <a:pt x="38383" y="0"/>
                  <a:pt x="43779" y="1621"/>
                  <a:pt x="48641" y="4310"/>
                </a:cubicBezTo>
                <a:cubicBezTo>
                  <a:pt x="53504" y="7017"/>
                  <a:pt x="57832" y="11345"/>
                  <a:pt x="60540" y="16208"/>
                </a:cubicBezTo>
                <a:cubicBezTo>
                  <a:pt x="63229" y="21070"/>
                  <a:pt x="64868" y="26485"/>
                  <a:pt x="64868" y="32415"/>
                </a:cubicBezTo>
                <a:cubicBezTo>
                  <a:pt x="64868" y="38364"/>
                  <a:pt x="63229" y="43779"/>
                  <a:pt x="60540" y="48642"/>
                </a:cubicBezTo>
                <a:cubicBezTo>
                  <a:pt x="57832" y="53503"/>
                  <a:pt x="53504" y="57832"/>
                  <a:pt x="48641" y="60520"/>
                </a:cubicBezTo>
                <a:cubicBezTo>
                  <a:pt x="43779" y="63228"/>
                  <a:pt x="38383" y="64848"/>
                  <a:pt x="32435" y="64848"/>
                </a:cubicBezTo>
                <a:cubicBezTo>
                  <a:pt x="26486" y="64848"/>
                  <a:pt x="21070" y="63228"/>
                  <a:pt x="16208" y="60520"/>
                </a:cubicBezTo>
                <a:cubicBezTo>
                  <a:pt x="11347" y="57832"/>
                  <a:pt x="7018" y="53503"/>
                  <a:pt x="4330" y="48642"/>
                </a:cubicBezTo>
                <a:cubicBezTo>
                  <a:pt x="1622" y="43779"/>
                  <a:pt x="0" y="38364"/>
                  <a:pt x="0" y="32415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1" name="path-321">
            <a:extLst xmlns:a="http://schemas.openxmlformats.org/drawingml/2006/main">
              <a:ext uri="{FF2B5EF4-FFF2-40B4-BE49-F238E27FC236}">
                <a16:creationId xmlns:a16="http://schemas.microsoft.com/office/drawing/2014/main" id="{54375C1E-29C5-43CE-B9C6-A69E7A737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6935" y="1159412"/>
            <a:ext cx="63921" cy="63902"/>
          </a:xfrm>
          <a:custGeom xmlns:a="http://schemas.openxmlformats.org/drawingml/2006/main">
            <a:pathLst>
              <a:path w="64868" h="64848">
                <a:moveTo>
                  <a:pt x="0" y="32434"/>
                </a:moveTo>
                <a:lnTo>
                  <a:pt x="0" y="32434"/>
                </a:lnTo>
                <a:cubicBezTo>
                  <a:pt x="0" y="26484"/>
                  <a:pt x="1621" y="21069"/>
                  <a:pt x="4328" y="16207"/>
                </a:cubicBezTo>
                <a:cubicBezTo>
                  <a:pt x="7035" y="11345"/>
                  <a:pt x="11345" y="7017"/>
                  <a:pt x="16207" y="4328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2" y="0"/>
                  <a:pt x="43778" y="1621"/>
                  <a:pt x="48641" y="4328"/>
                </a:cubicBezTo>
                <a:cubicBezTo>
                  <a:pt x="53503" y="7017"/>
                  <a:pt x="57831" y="11345"/>
                  <a:pt x="60539" y="16207"/>
                </a:cubicBezTo>
                <a:cubicBezTo>
                  <a:pt x="63246" y="21069"/>
                  <a:pt x="64868" y="26484"/>
                  <a:pt x="64868" y="32434"/>
                </a:cubicBezTo>
                <a:cubicBezTo>
                  <a:pt x="64868" y="38383"/>
                  <a:pt x="63246" y="43779"/>
                  <a:pt x="60539" y="48641"/>
                </a:cubicBezTo>
                <a:cubicBezTo>
                  <a:pt x="57831" y="53503"/>
                  <a:pt x="53503" y="57831"/>
                  <a:pt x="48641" y="60539"/>
                </a:cubicBezTo>
                <a:cubicBezTo>
                  <a:pt x="43778" y="63227"/>
                  <a:pt x="38382" y="64848"/>
                  <a:pt x="32434" y="64848"/>
                </a:cubicBezTo>
                <a:cubicBezTo>
                  <a:pt x="26485" y="64848"/>
                  <a:pt x="21088" y="63227"/>
                  <a:pt x="16207" y="60539"/>
                </a:cubicBezTo>
                <a:cubicBezTo>
                  <a:pt x="11345" y="57831"/>
                  <a:pt x="7035" y="53503"/>
                  <a:pt x="4328" y="48641"/>
                </a:cubicBezTo>
                <a:cubicBezTo>
                  <a:pt x="1621" y="43779"/>
                  <a:pt x="0" y="3838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2" name="path-322">
            <a:extLst xmlns:a="http://schemas.openxmlformats.org/drawingml/2006/main">
              <a:ext uri="{FF2B5EF4-FFF2-40B4-BE49-F238E27FC236}">
                <a16:creationId xmlns:a16="http://schemas.microsoft.com/office/drawing/2014/main" id="{C99CC947-C05B-46E6-B15A-20B660E63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96843" y="1477903"/>
            <a:ext cx="63902" cy="63920"/>
          </a:xfrm>
          <a:custGeom xmlns:a="http://schemas.openxmlformats.org/drawingml/2006/main">
            <a:pathLst>
              <a:path w="64848" h="64867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1" y="21088"/>
                  <a:pt x="4309" y="16207"/>
                </a:cubicBezTo>
                <a:cubicBezTo>
                  <a:pt x="7016" y="11345"/>
                  <a:pt x="11344" y="7036"/>
                  <a:pt x="16207" y="4328"/>
                </a:cubicBezTo>
                <a:cubicBezTo>
                  <a:pt x="21069" y="1621"/>
                  <a:pt x="26484" y="0"/>
                  <a:pt x="32414" y="0"/>
                </a:cubicBezTo>
                <a:cubicBezTo>
                  <a:pt x="38363" y="0"/>
                  <a:pt x="43779" y="1621"/>
                  <a:pt x="48641" y="4328"/>
                </a:cubicBezTo>
                <a:cubicBezTo>
                  <a:pt x="53503" y="7036"/>
                  <a:pt x="57831" y="11345"/>
                  <a:pt x="60520" y="16207"/>
                </a:cubicBezTo>
                <a:cubicBezTo>
                  <a:pt x="63226" y="21088"/>
                  <a:pt x="64848" y="26485"/>
                  <a:pt x="64848" y="32433"/>
                </a:cubicBezTo>
                <a:cubicBezTo>
                  <a:pt x="64848" y="38382"/>
                  <a:pt x="63226" y="43779"/>
                  <a:pt x="60520" y="48640"/>
                </a:cubicBezTo>
                <a:cubicBezTo>
                  <a:pt x="57831" y="53503"/>
                  <a:pt x="53503" y="57831"/>
                  <a:pt x="48641" y="60539"/>
                </a:cubicBezTo>
                <a:cubicBezTo>
                  <a:pt x="43779" y="63246"/>
                  <a:pt x="38363" y="64867"/>
                  <a:pt x="32414" y="64867"/>
                </a:cubicBezTo>
                <a:cubicBezTo>
                  <a:pt x="26484" y="64867"/>
                  <a:pt x="21069" y="63246"/>
                  <a:pt x="16207" y="60539"/>
                </a:cubicBezTo>
                <a:cubicBezTo>
                  <a:pt x="11344" y="57831"/>
                  <a:pt x="7016" y="53503"/>
                  <a:pt x="4309" y="48640"/>
                </a:cubicBezTo>
                <a:cubicBezTo>
                  <a:pt x="1621" y="43779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3" name="path-323">
            <a:extLst xmlns:a="http://schemas.openxmlformats.org/drawingml/2006/main">
              <a:ext uri="{FF2B5EF4-FFF2-40B4-BE49-F238E27FC236}">
                <a16:creationId xmlns:a16="http://schemas.microsoft.com/office/drawing/2014/main" id="{7320AF72-54CD-463B-B6C3-5B71BFB32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27608" y="1615852"/>
            <a:ext cx="63919" cy="63901"/>
          </a:xfrm>
          <a:custGeom xmlns:a="http://schemas.openxmlformats.org/drawingml/2006/main">
            <a:pathLst>
              <a:path w="64866" h="64848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21" y="21069"/>
                  <a:pt x="4327" y="16207"/>
                </a:cubicBezTo>
                <a:cubicBezTo>
                  <a:pt x="7036" y="11345"/>
                  <a:pt x="11364" y="7016"/>
                  <a:pt x="16227" y="4328"/>
                </a:cubicBezTo>
                <a:cubicBezTo>
                  <a:pt x="21088" y="1621"/>
                  <a:pt x="26484" y="0"/>
                  <a:pt x="32433" y="0"/>
                </a:cubicBezTo>
                <a:cubicBezTo>
                  <a:pt x="38382" y="0"/>
                  <a:pt x="43779" y="1621"/>
                  <a:pt x="48659" y="4328"/>
                </a:cubicBezTo>
                <a:cubicBezTo>
                  <a:pt x="53522" y="7016"/>
                  <a:pt x="57831" y="11345"/>
                  <a:pt x="60538" y="16207"/>
                </a:cubicBezTo>
                <a:cubicBezTo>
                  <a:pt x="63246" y="21069"/>
                  <a:pt x="64866" y="26484"/>
                  <a:pt x="64866" y="32433"/>
                </a:cubicBezTo>
                <a:cubicBezTo>
                  <a:pt x="64866" y="38363"/>
                  <a:pt x="63246" y="43778"/>
                  <a:pt x="60538" y="48640"/>
                </a:cubicBezTo>
                <a:cubicBezTo>
                  <a:pt x="57831" y="53503"/>
                  <a:pt x="53522" y="57831"/>
                  <a:pt x="48659" y="60539"/>
                </a:cubicBezTo>
                <a:cubicBezTo>
                  <a:pt x="43779" y="63226"/>
                  <a:pt x="38382" y="64848"/>
                  <a:pt x="32433" y="64848"/>
                </a:cubicBezTo>
                <a:cubicBezTo>
                  <a:pt x="26484" y="64848"/>
                  <a:pt x="21088" y="63226"/>
                  <a:pt x="16227" y="60539"/>
                </a:cubicBezTo>
                <a:cubicBezTo>
                  <a:pt x="11364" y="57831"/>
                  <a:pt x="7036" y="53503"/>
                  <a:pt x="4327" y="48640"/>
                </a:cubicBezTo>
                <a:cubicBezTo>
                  <a:pt x="1621" y="43778"/>
                  <a:pt x="0" y="3836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4" name="path-324">
            <a:extLst xmlns:a="http://schemas.openxmlformats.org/drawingml/2006/main">
              <a:ext uri="{FF2B5EF4-FFF2-40B4-BE49-F238E27FC236}">
                <a16:creationId xmlns:a16="http://schemas.microsoft.com/office/drawing/2014/main" id="{4488A0DE-115D-448D-8E9C-3F5C6FD99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06027" y="1366052"/>
            <a:ext cx="63921" cy="63921"/>
          </a:xfrm>
          <a:custGeom xmlns:a="http://schemas.openxmlformats.org/drawingml/2006/main">
            <a:pathLst>
              <a:path w="64868" h="6486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2" y="21089"/>
                  <a:pt x="4330" y="16227"/>
                </a:cubicBezTo>
                <a:cubicBezTo>
                  <a:pt x="7036" y="11365"/>
                  <a:pt x="11365" y="7036"/>
                  <a:pt x="16227" y="4328"/>
                </a:cubicBezTo>
                <a:cubicBezTo>
                  <a:pt x="21088" y="1621"/>
                  <a:pt x="26486" y="0"/>
                  <a:pt x="32435" y="0"/>
                </a:cubicBezTo>
                <a:cubicBezTo>
                  <a:pt x="38383" y="0"/>
                  <a:pt x="43779" y="1621"/>
                  <a:pt x="48660" y="4328"/>
                </a:cubicBezTo>
                <a:cubicBezTo>
                  <a:pt x="53522" y="7036"/>
                  <a:pt x="57831" y="11365"/>
                  <a:pt x="60540" y="16227"/>
                </a:cubicBezTo>
                <a:cubicBezTo>
                  <a:pt x="63247" y="21089"/>
                  <a:pt x="64868" y="26485"/>
                  <a:pt x="64868" y="32434"/>
                </a:cubicBezTo>
                <a:cubicBezTo>
                  <a:pt x="64868" y="38383"/>
                  <a:pt x="63247" y="43779"/>
                  <a:pt x="60540" y="48660"/>
                </a:cubicBezTo>
                <a:cubicBezTo>
                  <a:pt x="57831" y="53522"/>
                  <a:pt x="53522" y="57831"/>
                  <a:pt x="48660" y="60539"/>
                </a:cubicBezTo>
                <a:cubicBezTo>
                  <a:pt x="43779" y="63247"/>
                  <a:pt x="38383" y="64868"/>
                  <a:pt x="32435" y="64868"/>
                </a:cubicBezTo>
                <a:cubicBezTo>
                  <a:pt x="26486" y="64868"/>
                  <a:pt x="21088" y="63247"/>
                  <a:pt x="16227" y="60539"/>
                </a:cubicBezTo>
                <a:cubicBezTo>
                  <a:pt x="11365" y="57831"/>
                  <a:pt x="7036" y="53522"/>
                  <a:pt x="4330" y="48660"/>
                </a:cubicBezTo>
                <a:cubicBezTo>
                  <a:pt x="1622" y="43779"/>
                  <a:pt x="0" y="3838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5" name="path-325">
            <a:extLst xmlns:a="http://schemas.openxmlformats.org/drawingml/2006/main">
              <a:ext uri="{FF2B5EF4-FFF2-40B4-BE49-F238E27FC236}">
                <a16:creationId xmlns:a16="http://schemas.microsoft.com/office/drawing/2014/main" id="{651661A5-4A08-43A1-B3D5-99A5A19BB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42778" y="1714908"/>
            <a:ext cx="63900" cy="63920"/>
          </a:xfrm>
          <a:custGeom xmlns:a="http://schemas.openxmlformats.org/drawingml/2006/main">
            <a:pathLst>
              <a:path w="64847" h="64867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19" y="21088"/>
                  <a:pt x="4308" y="16226"/>
                </a:cubicBezTo>
                <a:cubicBezTo>
                  <a:pt x="7017" y="11364"/>
                  <a:pt x="11344" y="7036"/>
                  <a:pt x="16207" y="4328"/>
                </a:cubicBezTo>
                <a:cubicBezTo>
                  <a:pt x="21069" y="1621"/>
                  <a:pt x="26465" y="0"/>
                  <a:pt x="32413" y="0"/>
                </a:cubicBezTo>
                <a:cubicBezTo>
                  <a:pt x="38362" y="0"/>
                  <a:pt x="43778" y="1621"/>
                  <a:pt x="48640" y="4328"/>
                </a:cubicBezTo>
                <a:cubicBezTo>
                  <a:pt x="53503" y="7036"/>
                  <a:pt x="57830" y="11364"/>
                  <a:pt x="60519" y="16226"/>
                </a:cubicBezTo>
                <a:cubicBezTo>
                  <a:pt x="63226" y="21088"/>
                  <a:pt x="64847" y="26484"/>
                  <a:pt x="64847" y="32433"/>
                </a:cubicBezTo>
                <a:cubicBezTo>
                  <a:pt x="64847" y="38383"/>
                  <a:pt x="63226" y="43779"/>
                  <a:pt x="60519" y="48641"/>
                </a:cubicBezTo>
                <a:cubicBezTo>
                  <a:pt x="57830" y="53522"/>
                  <a:pt x="53503" y="57831"/>
                  <a:pt x="48640" y="60539"/>
                </a:cubicBezTo>
                <a:cubicBezTo>
                  <a:pt x="43778" y="63246"/>
                  <a:pt x="38362" y="64867"/>
                  <a:pt x="32413" y="64867"/>
                </a:cubicBezTo>
                <a:cubicBezTo>
                  <a:pt x="26465" y="64867"/>
                  <a:pt x="21069" y="63246"/>
                  <a:pt x="16207" y="60539"/>
                </a:cubicBezTo>
                <a:cubicBezTo>
                  <a:pt x="11344" y="57831"/>
                  <a:pt x="7017" y="53522"/>
                  <a:pt x="4308" y="48641"/>
                </a:cubicBezTo>
                <a:cubicBezTo>
                  <a:pt x="1619" y="43779"/>
                  <a:pt x="0" y="3838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6" name="path-326">
            <a:extLst xmlns:a="http://schemas.openxmlformats.org/drawingml/2006/main">
              <a:ext uri="{FF2B5EF4-FFF2-40B4-BE49-F238E27FC236}">
                <a16:creationId xmlns:a16="http://schemas.microsoft.com/office/drawing/2014/main" id="{B76244D6-AF79-4136-B4FA-EFDDE23870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38134" y="1605725"/>
            <a:ext cx="63921" cy="63919"/>
          </a:xfrm>
          <a:custGeom xmlns:a="http://schemas.openxmlformats.org/drawingml/2006/main">
            <a:pathLst>
              <a:path w="64868" h="64866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2" y="21088"/>
                  <a:pt x="4330" y="16226"/>
                </a:cubicBezTo>
                <a:cubicBezTo>
                  <a:pt x="7036" y="11364"/>
                  <a:pt x="11345" y="7036"/>
                  <a:pt x="16227" y="4328"/>
                </a:cubicBezTo>
                <a:cubicBezTo>
                  <a:pt x="21090" y="1621"/>
                  <a:pt x="26486" y="0"/>
                  <a:pt x="32435" y="0"/>
                </a:cubicBezTo>
                <a:cubicBezTo>
                  <a:pt x="38383" y="0"/>
                  <a:pt x="43779" y="1621"/>
                  <a:pt x="48641" y="4328"/>
                </a:cubicBezTo>
                <a:cubicBezTo>
                  <a:pt x="53504" y="7036"/>
                  <a:pt x="57831" y="11364"/>
                  <a:pt x="60540" y="16226"/>
                </a:cubicBezTo>
                <a:cubicBezTo>
                  <a:pt x="63247" y="21088"/>
                  <a:pt x="64868" y="26485"/>
                  <a:pt x="64868" y="32433"/>
                </a:cubicBezTo>
                <a:cubicBezTo>
                  <a:pt x="64868" y="38382"/>
                  <a:pt x="63247" y="43779"/>
                  <a:pt x="60540" y="48640"/>
                </a:cubicBezTo>
                <a:cubicBezTo>
                  <a:pt x="57831" y="53522"/>
                  <a:pt x="53504" y="57831"/>
                  <a:pt x="48641" y="60539"/>
                </a:cubicBezTo>
                <a:cubicBezTo>
                  <a:pt x="43779" y="63246"/>
                  <a:pt x="38383" y="64866"/>
                  <a:pt x="32435" y="64866"/>
                </a:cubicBezTo>
                <a:cubicBezTo>
                  <a:pt x="26486" y="64866"/>
                  <a:pt x="21090" y="63246"/>
                  <a:pt x="16227" y="60539"/>
                </a:cubicBezTo>
                <a:cubicBezTo>
                  <a:pt x="11345" y="57831"/>
                  <a:pt x="7036" y="53522"/>
                  <a:pt x="4330" y="48640"/>
                </a:cubicBezTo>
                <a:cubicBezTo>
                  <a:pt x="1622" y="43779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" name="path-327">
            <a:extLst xmlns:a="http://schemas.openxmlformats.org/drawingml/2006/main">
              <a:ext uri="{FF2B5EF4-FFF2-40B4-BE49-F238E27FC236}">
                <a16:creationId xmlns:a16="http://schemas.microsoft.com/office/drawing/2014/main" id="{87635E02-C99B-4E95-B132-906791834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98169" y="1868301"/>
            <a:ext cx="63919" cy="63919"/>
          </a:xfrm>
          <a:custGeom xmlns:a="http://schemas.openxmlformats.org/drawingml/2006/main">
            <a:pathLst>
              <a:path w="64866" h="64866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19" y="21088"/>
                  <a:pt x="4328" y="16207"/>
                </a:cubicBezTo>
                <a:cubicBezTo>
                  <a:pt x="7035" y="11345"/>
                  <a:pt x="11362" y="7035"/>
                  <a:pt x="16225" y="4328"/>
                </a:cubicBezTo>
                <a:cubicBezTo>
                  <a:pt x="21087" y="1621"/>
                  <a:pt x="26484" y="0"/>
                  <a:pt x="32433" y="0"/>
                </a:cubicBezTo>
                <a:cubicBezTo>
                  <a:pt x="38383" y="0"/>
                  <a:pt x="43778" y="1621"/>
                  <a:pt x="48659" y="4328"/>
                </a:cubicBezTo>
                <a:cubicBezTo>
                  <a:pt x="53521" y="7035"/>
                  <a:pt x="57830" y="11345"/>
                  <a:pt x="60538" y="16207"/>
                </a:cubicBezTo>
                <a:cubicBezTo>
                  <a:pt x="63246" y="21088"/>
                  <a:pt x="64866" y="26484"/>
                  <a:pt x="64866" y="32433"/>
                </a:cubicBezTo>
                <a:cubicBezTo>
                  <a:pt x="64866" y="38382"/>
                  <a:pt x="63246" y="43778"/>
                  <a:pt x="60538" y="48640"/>
                </a:cubicBezTo>
                <a:cubicBezTo>
                  <a:pt x="57830" y="53503"/>
                  <a:pt x="53521" y="57831"/>
                  <a:pt x="48659" y="60539"/>
                </a:cubicBezTo>
                <a:cubicBezTo>
                  <a:pt x="43778" y="63246"/>
                  <a:pt x="38383" y="64866"/>
                  <a:pt x="32433" y="64866"/>
                </a:cubicBezTo>
                <a:cubicBezTo>
                  <a:pt x="26484" y="64866"/>
                  <a:pt x="21087" y="63246"/>
                  <a:pt x="16225" y="60539"/>
                </a:cubicBezTo>
                <a:cubicBezTo>
                  <a:pt x="11362" y="57831"/>
                  <a:pt x="7035" y="53503"/>
                  <a:pt x="4328" y="48640"/>
                </a:cubicBezTo>
                <a:cubicBezTo>
                  <a:pt x="1619" y="43778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8" name="path-328">
            <a:extLst xmlns:a="http://schemas.openxmlformats.org/drawingml/2006/main">
              <a:ext uri="{FF2B5EF4-FFF2-40B4-BE49-F238E27FC236}">
                <a16:creationId xmlns:a16="http://schemas.microsoft.com/office/drawing/2014/main" id="{8E56135B-3754-4C5D-B41F-2E16FAFF6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59673" y="1355944"/>
            <a:ext cx="63919" cy="63902"/>
          </a:xfrm>
          <a:custGeom xmlns:a="http://schemas.openxmlformats.org/drawingml/2006/main">
            <a:pathLst>
              <a:path w="64866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40" y="21070"/>
                  <a:pt x="4328" y="16208"/>
                </a:cubicBezTo>
                <a:cubicBezTo>
                  <a:pt x="7036" y="11345"/>
                  <a:pt x="11365" y="7018"/>
                  <a:pt x="16227" y="4328"/>
                </a:cubicBezTo>
                <a:cubicBezTo>
                  <a:pt x="21088" y="1621"/>
                  <a:pt x="26484" y="0"/>
                  <a:pt x="32434" y="0"/>
                </a:cubicBezTo>
                <a:cubicBezTo>
                  <a:pt x="38383" y="0"/>
                  <a:pt x="43797" y="1621"/>
                  <a:pt x="48660" y="4328"/>
                </a:cubicBezTo>
                <a:cubicBezTo>
                  <a:pt x="53522" y="7018"/>
                  <a:pt x="57851" y="11345"/>
                  <a:pt x="60538" y="16208"/>
                </a:cubicBezTo>
                <a:cubicBezTo>
                  <a:pt x="63247" y="21070"/>
                  <a:pt x="64866" y="26485"/>
                  <a:pt x="64866" y="32434"/>
                </a:cubicBezTo>
                <a:cubicBezTo>
                  <a:pt x="64866" y="38363"/>
                  <a:pt x="63247" y="43779"/>
                  <a:pt x="60538" y="48641"/>
                </a:cubicBezTo>
                <a:cubicBezTo>
                  <a:pt x="57851" y="53503"/>
                  <a:pt x="53522" y="57831"/>
                  <a:pt x="48660" y="60539"/>
                </a:cubicBezTo>
                <a:cubicBezTo>
                  <a:pt x="43797" y="63228"/>
                  <a:pt x="38383" y="64848"/>
                  <a:pt x="32434" y="64848"/>
                </a:cubicBezTo>
                <a:cubicBezTo>
                  <a:pt x="26484" y="64848"/>
                  <a:pt x="21088" y="63228"/>
                  <a:pt x="16227" y="60539"/>
                </a:cubicBezTo>
                <a:cubicBezTo>
                  <a:pt x="11365" y="57831"/>
                  <a:pt x="7036" y="53503"/>
                  <a:pt x="4328" y="48641"/>
                </a:cubicBezTo>
                <a:cubicBezTo>
                  <a:pt x="1640" y="43779"/>
                  <a:pt x="0" y="3836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9" name="path-329">
            <a:extLst xmlns:a="http://schemas.openxmlformats.org/drawingml/2006/main">
              <a:ext uri="{FF2B5EF4-FFF2-40B4-BE49-F238E27FC236}">
                <a16:creationId xmlns:a16="http://schemas.microsoft.com/office/drawing/2014/main" id="{698BBD2A-DE93-4D3A-9E44-0C5AC94A4D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0764" y="1765506"/>
            <a:ext cx="63921" cy="63920"/>
          </a:xfrm>
          <a:custGeom xmlns:a="http://schemas.openxmlformats.org/drawingml/2006/main">
            <a:pathLst>
              <a:path w="64868" h="64867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2" y="21088"/>
                  <a:pt x="4330" y="16226"/>
                </a:cubicBezTo>
                <a:cubicBezTo>
                  <a:pt x="7018" y="11345"/>
                  <a:pt x="11345" y="7036"/>
                  <a:pt x="16208" y="4328"/>
                </a:cubicBezTo>
                <a:cubicBezTo>
                  <a:pt x="21070" y="1621"/>
                  <a:pt x="26486" y="0"/>
                  <a:pt x="32435" y="0"/>
                </a:cubicBezTo>
                <a:cubicBezTo>
                  <a:pt x="38383" y="0"/>
                  <a:pt x="43779" y="1621"/>
                  <a:pt x="48641" y="4328"/>
                </a:cubicBezTo>
                <a:cubicBezTo>
                  <a:pt x="53504" y="7036"/>
                  <a:pt x="57831" y="11345"/>
                  <a:pt x="60540" y="16226"/>
                </a:cubicBezTo>
                <a:cubicBezTo>
                  <a:pt x="63247" y="21088"/>
                  <a:pt x="64868" y="26485"/>
                  <a:pt x="64868" y="32433"/>
                </a:cubicBezTo>
                <a:cubicBezTo>
                  <a:pt x="64868" y="38383"/>
                  <a:pt x="63247" y="43779"/>
                  <a:pt x="60540" y="48640"/>
                </a:cubicBezTo>
                <a:cubicBezTo>
                  <a:pt x="57831" y="53503"/>
                  <a:pt x="53504" y="57831"/>
                  <a:pt x="48641" y="60539"/>
                </a:cubicBezTo>
                <a:cubicBezTo>
                  <a:pt x="43779" y="63246"/>
                  <a:pt x="38383" y="64867"/>
                  <a:pt x="32435" y="64867"/>
                </a:cubicBezTo>
                <a:cubicBezTo>
                  <a:pt x="26486" y="64867"/>
                  <a:pt x="21070" y="63246"/>
                  <a:pt x="16208" y="60539"/>
                </a:cubicBezTo>
                <a:cubicBezTo>
                  <a:pt x="11345" y="57831"/>
                  <a:pt x="7018" y="53503"/>
                  <a:pt x="4330" y="48640"/>
                </a:cubicBezTo>
                <a:cubicBezTo>
                  <a:pt x="1622" y="43779"/>
                  <a:pt x="0" y="3838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" name="path-330">
            <a:extLst xmlns:a="http://schemas.openxmlformats.org/drawingml/2006/main">
              <a:ext uri="{FF2B5EF4-FFF2-40B4-BE49-F238E27FC236}">
                <a16:creationId xmlns:a16="http://schemas.microsoft.com/office/drawing/2014/main" id="{AEAF2923-107E-41B7-BE90-9100E8F43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20440" y="1531170"/>
            <a:ext cx="63902" cy="63902"/>
          </a:xfrm>
          <a:custGeom xmlns:a="http://schemas.openxmlformats.org/drawingml/2006/main">
            <a:pathLst>
              <a:path w="64848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2" y="21070"/>
                  <a:pt x="4309" y="16208"/>
                </a:cubicBezTo>
                <a:cubicBezTo>
                  <a:pt x="7017" y="11345"/>
                  <a:pt x="11344" y="7017"/>
                  <a:pt x="16207" y="4329"/>
                </a:cubicBezTo>
                <a:cubicBezTo>
                  <a:pt x="21069" y="1621"/>
                  <a:pt x="26485" y="0"/>
                  <a:pt x="32414" y="0"/>
                </a:cubicBezTo>
                <a:cubicBezTo>
                  <a:pt x="38363" y="0"/>
                  <a:pt x="43779" y="1621"/>
                  <a:pt x="48641" y="4329"/>
                </a:cubicBezTo>
                <a:cubicBezTo>
                  <a:pt x="53503" y="7017"/>
                  <a:pt x="57831" y="11345"/>
                  <a:pt x="60520" y="16208"/>
                </a:cubicBezTo>
                <a:cubicBezTo>
                  <a:pt x="63226" y="21070"/>
                  <a:pt x="64848" y="26485"/>
                  <a:pt x="64848" y="32434"/>
                </a:cubicBezTo>
                <a:cubicBezTo>
                  <a:pt x="64848" y="38364"/>
                  <a:pt x="63226" y="43779"/>
                  <a:pt x="60520" y="48641"/>
                </a:cubicBezTo>
                <a:cubicBezTo>
                  <a:pt x="57831" y="53503"/>
                  <a:pt x="53503" y="57832"/>
                  <a:pt x="48641" y="60539"/>
                </a:cubicBezTo>
                <a:cubicBezTo>
                  <a:pt x="43779" y="63228"/>
                  <a:pt x="38363" y="64848"/>
                  <a:pt x="32414" y="64848"/>
                </a:cubicBezTo>
                <a:cubicBezTo>
                  <a:pt x="26485" y="64848"/>
                  <a:pt x="21069" y="63228"/>
                  <a:pt x="16207" y="60539"/>
                </a:cubicBezTo>
                <a:cubicBezTo>
                  <a:pt x="11344" y="57832"/>
                  <a:pt x="7017" y="53503"/>
                  <a:pt x="4309" y="48641"/>
                </a:cubicBezTo>
                <a:cubicBezTo>
                  <a:pt x="1622" y="43779"/>
                  <a:pt x="0" y="38364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1" name="path-331">
            <a:extLst xmlns:a="http://schemas.openxmlformats.org/drawingml/2006/main">
              <a:ext uri="{FF2B5EF4-FFF2-40B4-BE49-F238E27FC236}">
                <a16:creationId xmlns:a16="http://schemas.microsoft.com/office/drawing/2014/main" id="{80F4D79E-E721-4E01-A1BA-4D51E9E6E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04430" y="1604673"/>
            <a:ext cx="63900" cy="63902"/>
          </a:xfrm>
          <a:custGeom xmlns:a="http://schemas.openxmlformats.org/drawingml/2006/main">
            <a:pathLst>
              <a:path w="64847" h="64848">
                <a:moveTo>
                  <a:pt x="0" y="32414"/>
                </a:moveTo>
                <a:lnTo>
                  <a:pt x="0" y="32414"/>
                </a:lnTo>
                <a:cubicBezTo>
                  <a:pt x="0" y="26484"/>
                  <a:pt x="1619" y="21069"/>
                  <a:pt x="4309" y="16207"/>
                </a:cubicBezTo>
                <a:cubicBezTo>
                  <a:pt x="7016" y="11345"/>
                  <a:pt x="11344" y="7016"/>
                  <a:pt x="16206" y="4309"/>
                </a:cubicBezTo>
                <a:cubicBezTo>
                  <a:pt x="21069" y="1621"/>
                  <a:pt x="26484" y="0"/>
                  <a:pt x="32414" y="0"/>
                </a:cubicBezTo>
                <a:cubicBezTo>
                  <a:pt x="38362" y="0"/>
                  <a:pt x="43777" y="1621"/>
                  <a:pt x="48640" y="4309"/>
                </a:cubicBezTo>
                <a:cubicBezTo>
                  <a:pt x="53502" y="7016"/>
                  <a:pt x="57830" y="11345"/>
                  <a:pt x="60520" y="16207"/>
                </a:cubicBezTo>
                <a:cubicBezTo>
                  <a:pt x="63226" y="21069"/>
                  <a:pt x="64847" y="26484"/>
                  <a:pt x="64847" y="32414"/>
                </a:cubicBezTo>
                <a:cubicBezTo>
                  <a:pt x="64847" y="38363"/>
                  <a:pt x="63226" y="43779"/>
                  <a:pt x="60520" y="48641"/>
                </a:cubicBezTo>
                <a:cubicBezTo>
                  <a:pt x="57830" y="53503"/>
                  <a:pt x="53502" y="57831"/>
                  <a:pt x="48640" y="60519"/>
                </a:cubicBezTo>
                <a:cubicBezTo>
                  <a:pt x="43777" y="63227"/>
                  <a:pt x="38362" y="64848"/>
                  <a:pt x="32414" y="64848"/>
                </a:cubicBezTo>
                <a:cubicBezTo>
                  <a:pt x="26484" y="64848"/>
                  <a:pt x="21069" y="63227"/>
                  <a:pt x="16206" y="60519"/>
                </a:cubicBezTo>
                <a:cubicBezTo>
                  <a:pt x="11344" y="57831"/>
                  <a:pt x="7016" y="53503"/>
                  <a:pt x="4309" y="48641"/>
                </a:cubicBezTo>
                <a:cubicBezTo>
                  <a:pt x="1619" y="43779"/>
                  <a:pt x="0" y="38363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2" name="path-332">
            <a:extLst xmlns:a="http://schemas.openxmlformats.org/drawingml/2006/main">
              <a:ext uri="{FF2B5EF4-FFF2-40B4-BE49-F238E27FC236}">
                <a16:creationId xmlns:a16="http://schemas.microsoft.com/office/drawing/2014/main" id="{B44D3447-D57C-4CD0-83FE-47CFB754D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46624" y="1378303"/>
            <a:ext cx="63919" cy="63921"/>
          </a:xfrm>
          <a:custGeom xmlns:a="http://schemas.openxmlformats.org/drawingml/2006/main">
            <a:pathLst>
              <a:path w="64866" h="6486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88"/>
                  <a:pt x="4327" y="16226"/>
                </a:cubicBezTo>
                <a:cubicBezTo>
                  <a:pt x="7036" y="11364"/>
                  <a:pt x="11344" y="7036"/>
                  <a:pt x="16206" y="4328"/>
                </a:cubicBezTo>
                <a:cubicBezTo>
                  <a:pt x="21088" y="1621"/>
                  <a:pt x="26484" y="0"/>
                  <a:pt x="32433" y="0"/>
                </a:cubicBezTo>
                <a:cubicBezTo>
                  <a:pt x="38382" y="0"/>
                  <a:pt x="43778" y="1621"/>
                  <a:pt x="48640" y="4328"/>
                </a:cubicBezTo>
                <a:cubicBezTo>
                  <a:pt x="53502" y="7036"/>
                  <a:pt x="57831" y="11364"/>
                  <a:pt x="60538" y="16226"/>
                </a:cubicBezTo>
                <a:cubicBezTo>
                  <a:pt x="63246" y="21088"/>
                  <a:pt x="64866" y="26485"/>
                  <a:pt x="64866" y="32434"/>
                </a:cubicBezTo>
                <a:cubicBezTo>
                  <a:pt x="64866" y="38383"/>
                  <a:pt x="63246" y="43779"/>
                  <a:pt x="60538" y="48641"/>
                </a:cubicBezTo>
                <a:cubicBezTo>
                  <a:pt x="57831" y="53522"/>
                  <a:pt x="53502" y="57831"/>
                  <a:pt x="48640" y="60539"/>
                </a:cubicBezTo>
                <a:cubicBezTo>
                  <a:pt x="43778" y="63246"/>
                  <a:pt x="38382" y="64868"/>
                  <a:pt x="32433" y="64868"/>
                </a:cubicBezTo>
                <a:cubicBezTo>
                  <a:pt x="26484" y="64868"/>
                  <a:pt x="21088" y="63246"/>
                  <a:pt x="16206" y="60539"/>
                </a:cubicBezTo>
                <a:cubicBezTo>
                  <a:pt x="11344" y="57831"/>
                  <a:pt x="7036" y="53522"/>
                  <a:pt x="4327" y="48641"/>
                </a:cubicBezTo>
                <a:cubicBezTo>
                  <a:pt x="1621" y="43779"/>
                  <a:pt x="0" y="3838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" name="path-333">
            <a:extLst xmlns:a="http://schemas.openxmlformats.org/drawingml/2006/main">
              <a:ext uri="{FF2B5EF4-FFF2-40B4-BE49-F238E27FC236}">
                <a16:creationId xmlns:a16="http://schemas.microsoft.com/office/drawing/2014/main" id="{E9FF90BF-BC98-499B-98A1-D53181E3EF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15482" y="1623312"/>
            <a:ext cx="63902" cy="63901"/>
          </a:xfrm>
          <a:custGeom xmlns:a="http://schemas.openxmlformats.org/drawingml/2006/main">
            <a:pathLst>
              <a:path w="64848" h="64848">
                <a:moveTo>
                  <a:pt x="0" y="32414"/>
                </a:moveTo>
                <a:lnTo>
                  <a:pt x="0" y="32414"/>
                </a:lnTo>
                <a:cubicBezTo>
                  <a:pt x="0" y="26484"/>
                  <a:pt x="1621" y="21069"/>
                  <a:pt x="4309" y="16207"/>
                </a:cubicBezTo>
                <a:cubicBezTo>
                  <a:pt x="7016" y="11345"/>
                  <a:pt x="11344" y="7016"/>
                  <a:pt x="16206" y="4309"/>
                </a:cubicBezTo>
                <a:cubicBezTo>
                  <a:pt x="21069" y="1621"/>
                  <a:pt x="26484" y="0"/>
                  <a:pt x="32433" y="0"/>
                </a:cubicBezTo>
                <a:cubicBezTo>
                  <a:pt x="38363" y="0"/>
                  <a:pt x="43779" y="1621"/>
                  <a:pt x="48640" y="4309"/>
                </a:cubicBezTo>
                <a:cubicBezTo>
                  <a:pt x="53502" y="7016"/>
                  <a:pt x="57831" y="11345"/>
                  <a:pt x="60538" y="16207"/>
                </a:cubicBezTo>
                <a:cubicBezTo>
                  <a:pt x="63226" y="21069"/>
                  <a:pt x="64848" y="26484"/>
                  <a:pt x="64848" y="32414"/>
                </a:cubicBezTo>
                <a:cubicBezTo>
                  <a:pt x="64848" y="38363"/>
                  <a:pt x="63226" y="43778"/>
                  <a:pt x="60538" y="48640"/>
                </a:cubicBezTo>
                <a:cubicBezTo>
                  <a:pt x="57831" y="53503"/>
                  <a:pt x="53502" y="57831"/>
                  <a:pt x="48640" y="60519"/>
                </a:cubicBezTo>
                <a:cubicBezTo>
                  <a:pt x="43779" y="63227"/>
                  <a:pt x="38363" y="64848"/>
                  <a:pt x="32433" y="64848"/>
                </a:cubicBezTo>
                <a:cubicBezTo>
                  <a:pt x="26484" y="64848"/>
                  <a:pt x="21069" y="63227"/>
                  <a:pt x="16206" y="60519"/>
                </a:cubicBezTo>
                <a:cubicBezTo>
                  <a:pt x="11344" y="57831"/>
                  <a:pt x="7016" y="53503"/>
                  <a:pt x="4309" y="48640"/>
                </a:cubicBezTo>
                <a:cubicBezTo>
                  <a:pt x="1621" y="43778"/>
                  <a:pt x="0" y="38363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4" name="path-334">
            <a:extLst xmlns:a="http://schemas.openxmlformats.org/drawingml/2006/main">
              <a:ext uri="{FF2B5EF4-FFF2-40B4-BE49-F238E27FC236}">
                <a16:creationId xmlns:a16="http://schemas.microsoft.com/office/drawing/2014/main" id="{807D4C2C-F6C7-4702-8A59-D204560A3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67951" y="1502930"/>
            <a:ext cx="63902" cy="63921"/>
          </a:xfrm>
          <a:custGeom xmlns:a="http://schemas.openxmlformats.org/drawingml/2006/main">
            <a:pathLst>
              <a:path w="64848" h="6486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88"/>
                  <a:pt x="4328" y="16227"/>
                </a:cubicBezTo>
                <a:cubicBezTo>
                  <a:pt x="7017" y="11365"/>
                  <a:pt x="11344" y="7036"/>
                  <a:pt x="16207" y="4328"/>
                </a:cubicBezTo>
                <a:cubicBezTo>
                  <a:pt x="21069" y="1621"/>
                  <a:pt x="26485" y="0"/>
                  <a:pt x="32434" y="0"/>
                </a:cubicBezTo>
                <a:cubicBezTo>
                  <a:pt x="38363" y="0"/>
                  <a:pt x="43778" y="1621"/>
                  <a:pt x="48640" y="4328"/>
                </a:cubicBezTo>
                <a:cubicBezTo>
                  <a:pt x="53503" y="7036"/>
                  <a:pt x="57830" y="11365"/>
                  <a:pt x="60539" y="16227"/>
                </a:cubicBezTo>
                <a:cubicBezTo>
                  <a:pt x="63228" y="21088"/>
                  <a:pt x="64848" y="26485"/>
                  <a:pt x="64848" y="32434"/>
                </a:cubicBezTo>
                <a:cubicBezTo>
                  <a:pt x="64848" y="38383"/>
                  <a:pt x="63228" y="43779"/>
                  <a:pt x="60539" y="48660"/>
                </a:cubicBezTo>
                <a:cubicBezTo>
                  <a:pt x="57830" y="53522"/>
                  <a:pt x="53503" y="57831"/>
                  <a:pt x="48640" y="60539"/>
                </a:cubicBezTo>
                <a:cubicBezTo>
                  <a:pt x="43778" y="63246"/>
                  <a:pt x="38363" y="64868"/>
                  <a:pt x="32434" y="64868"/>
                </a:cubicBezTo>
                <a:cubicBezTo>
                  <a:pt x="26485" y="64868"/>
                  <a:pt x="21069" y="63246"/>
                  <a:pt x="16207" y="60539"/>
                </a:cubicBezTo>
                <a:cubicBezTo>
                  <a:pt x="11344" y="57831"/>
                  <a:pt x="7017" y="53522"/>
                  <a:pt x="4328" y="48660"/>
                </a:cubicBezTo>
                <a:cubicBezTo>
                  <a:pt x="1621" y="43779"/>
                  <a:pt x="0" y="3838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5" name="path-335">
            <a:extLst xmlns:a="http://schemas.openxmlformats.org/drawingml/2006/main">
              <a:ext uri="{FF2B5EF4-FFF2-40B4-BE49-F238E27FC236}">
                <a16:creationId xmlns:a16="http://schemas.microsoft.com/office/drawing/2014/main" id="{A6888478-F05C-4B3F-87B1-B18F9E3B7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2671" y="1684563"/>
            <a:ext cx="63900" cy="63901"/>
          </a:xfrm>
          <a:custGeom xmlns:a="http://schemas.openxmlformats.org/drawingml/2006/main">
            <a:pathLst>
              <a:path w="64847" h="64848">
                <a:moveTo>
                  <a:pt x="0" y="32414"/>
                </a:moveTo>
                <a:lnTo>
                  <a:pt x="0" y="32414"/>
                </a:lnTo>
                <a:cubicBezTo>
                  <a:pt x="0" y="26465"/>
                  <a:pt x="1621" y="21070"/>
                  <a:pt x="4327" y="16207"/>
                </a:cubicBezTo>
                <a:cubicBezTo>
                  <a:pt x="7016" y="11345"/>
                  <a:pt x="11344" y="7017"/>
                  <a:pt x="16206" y="4309"/>
                </a:cubicBezTo>
                <a:cubicBezTo>
                  <a:pt x="21069" y="1621"/>
                  <a:pt x="26484" y="0"/>
                  <a:pt x="32433" y="0"/>
                </a:cubicBezTo>
                <a:cubicBezTo>
                  <a:pt x="38363" y="0"/>
                  <a:pt x="43778" y="1621"/>
                  <a:pt x="48641" y="4309"/>
                </a:cubicBezTo>
                <a:cubicBezTo>
                  <a:pt x="53502" y="7017"/>
                  <a:pt x="57831" y="11345"/>
                  <a:pt x="60538" y="16207"/>
                </a:cubicBezTo>
                <a:cubicBezTo>
                  <a:pt x="63226" y="21070"/>
                  <a:pt x="64847" y="26465"/>
                  <a:pt x="64847" y="32414"/>
                </a:cubicBezTo>
                <a:cubicBezTo>
                  <a:pt x="64847" y="38363"/>
                  <a:pt x="63226" y="43779"/>
                  <a:pt x="60538" y="48640"/>
                </a:cubicBezTo>
                <a:cubicBezTo>
                  <a:pt x="57831" y="53503"/>
                  <a:pt x="53502" y="57831"/>
                  <a:pt x="48641" y="60520"/>
                </a:cubicBezTo>
                <a:cubicBezTo>
                  <a:pt x="43778" y="63227"/>
                  <a:pt x="38363" y="64848"/>
                  <a:pt x="32433" y="64848"/>
                </a:cubicBezTo>
                <a:cubicBezTo>
                  <a:pt x="26484" y="64848"/>
                  <a:pt x="21069" y="63227"/>
                  <a:pt x="16206" y="60520"/>
                </a:cubicBezTo>
                <a:cubicBezTo>
                  <a:pt x="11344" y="57831"/>
                  <a:pt x="7016" y="53503"/>
                  <a:pt x="4327" y="48640"/>
                </a:cubicBezTo>
                <a:cubicBezTo>
                  <a:pt x="1621" y="43779"/>
                  <a:pt x="0" y="38363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" name="path-336">
            <a:extLst xmlns:a="http://schemas.openxmlformats.org/drawingml/2006/main">
              <a:ext uri="{FF2B5EF4-FFF2-40B4-BE49-F238E27FC236}">
                <a16:creationId xmlns:a16="http://schemas.microsoft.com/office/drawing/2014/main" id="{FFA5FB83-5242-413E-BD5F-D7268AE832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77913" y="1353276"/>
            <a:ext cx="63919" cy="63920"/>
          </a:xfrm>
          <a:custGeom xmlns:a="http://schemas.openxmlformats.org/drawingml/2006/main">
            <a:pathLst>
              <a:path w="64866" h="64867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1" y="21088"/>
                  <a:pt x="4328" y="16207"/>
                </a:cubicBezTo>
                <a:cubicBezTo>
                  <a:pt x="7035" y="11345"/>
                  <a:pt x="11364" y="7036"/>
                  <a:pt x="16225" y="4328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3" y="0"/>
                  <a:pt x="43778" y="1621"/>
                  <a:pt x="48660" y="4328"/>
                </a:cubicBezTo>
                <a:cubicBezTo>
                  <a:pt x="53521" y="7036"/>
                  <a:pt x="57830" y="11345"/>
                  <a:pt x="60539" y="16207"/>
                </a:cubicBezTo>
                <a:cubicBezTo>
                  <a:pt x="63246" y="21088"/>
                  <a:pt x="64866" y="26485"/>
                  <a:pt x="64866" y="32433"/>
                </a:cubicBezTo>
                <a:cubicBezTo>
                  <a:pt x="64866" y="38382"/>
                  <a:pt x="63246" y="43779"/>
                  <a:pt x="60539" y="48640"/>
                </a:cubicBezTo>
                <a:cubicBezTo>
                  <a:pt x="57830" y="53503"/>
                  <a:pt x="53521" y="57831"/>
                  <a:pt x="48660" y="60539"/>
                </a:cubicBezTo>
                <a:cubicBezTo>
                  <a:pt x="43778" y="63246"/>
                  <a:pt x="38383" y="64867"/>
                  <a:pt x="32434" y="64867"/>
                </a:cubicBezTo>
                <a:cubicBezTo>
                  <a:pt x="26485" y="64867"/>
                  <a:pt x="21088" y="63246"/>
                  <a:pt x="16225" y="60539"/>
                </a:cubicBezTo>
                <a:cubicBezTo>
                  <a:pt x="11364" y="57831"/>
                  <a:pt x="7035" y="53503"/>
                  <a:pt x="4328" y="48640"/>
                </a:cubicBezTo>
                <a:cubicBezTo>
                  <a:pt x="1621" y="43779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7" name="path-337">
            <a:extLst xmlns:a="http://schemas.openxmlformats.org/drawingml/2006/main">
              <a:ext uri="{FF2B5EF4-FFF2-40B4-BE49-F238E27FC236}">
                <a16:creationId xmlns:a16="http://schemas.microsoft.com/office/drawing/2014/main" id="{D685A7BF-C91B-4054-BEF0-B17C24007B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19749" y="1688283"/>
            <a:ext cx="63919" cy="63920"/>
          </a:xfrm>
          <a:custGeom xmlns:a="http://schemas.openxmlformats.org/drawingml/2006/main">
            <a:pathLst>
              <a:path w="64866" h="64867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70"/>
                  <a:pt x="4327" y="16207"/>
                </a:cubicBezTo>
                <a:cubicBezTo>
                  <a:pt x="7035" y="11345"/>
                  <a:pt x="11364" y="7017"/>
                  <a:pt x="16225" y="4328"/>
                </a:cubicBezTo>
                <a:cubicBezTo>
                  <a:pt x="21088" y="1621"/>
                  <a:pt x="26484" y="0"/>
                  <a:pt x="32433" y="0"/>
                </a:cubicBezTo>
                <a:cubicBezTo>
                  <a:pt x="38382" y="0"/>
                  <a:pt x="43778" y="1621"/>
                  <a:pt x="48641" y="4328"/>
                </a:cubicBezTo>
                <a:cubicBezTo>
                  <a:pt x="53521" y="7017"/>
                  <a:pt x="57831" y="11345"/>
                  <a:pt x="60538" y="16207"/>
                </a:cubicBezTo>
                <a:cubicBezTo>
                  <a:pt x="63246" y="21070"/>
                  <a:pt x="64866" y="26485"/>
                  <a:pt x="64866" y="32434"/>
                </a:cubicBezTo>
                <a:cubicBezTo>
                  <a:pt x="64866" y="38382"/>
                  <a:pt x="63246" y="43779"/>
                  <a:pt x="60538" y="48641"/>
                </a:cubicBezTo>
                <a:cubicBezTo>
                  <a:pt x="57831" y="53503"/>
                  <a:pt x="53521" y="57831"/>
                  <a:pt x="48641" y="60539"/>
                </a:cubicBezTo>
                <a:cubicBezTo>
                  <a:pt x="43778" y="63228"/>
                  <a:pt x="38382" y="64867"/>
                  <a:pt x="32433" y="64867"/>
                </a:cubicBezTo>
                <a:cubicBezTo>
                  <a:pt x="26484" y="64867"/>
                  <a:pt x="21088" y="63228"/>
                  <a:pt x="16225" y="60539"/>
                </a:cubicBezTo>
                <a:cubicBezTo>
                  <a:pt x="11364" y="57831"/>
                  <a:pt x="7035" y="53503"/>
                  <a:pt x="4327" y="48641"/>
                </a:cubicBezTo>
                <a:cubicBezTo>
                  <a:pt x="1621" y="43779"/>
                  <a:pt x="0" y="38382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8" name="path-338">
            <a:extLst xmlns:a="http://schemas.openxmlformats.org/drawingml/2006/main">
              <a:ext uri="{FF2B5EF4-FFF2-40B4-BE49-F238E27FC236}">
                <a16:creationId xmlns:a16="http://schemas.microsoft.com/office/drawing/2014/main" id="{7420D1DB-4CCA-4800-A991-32230650E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6137" y="1865107"/>
            <a:ext cx="63921" cy="63920"/>
          </a:xfrm>
          <a:custGeom xmlns:a="http://schemas.openxmlformats.org/drawingml/2006/main">
            <a:pathLst>
              <a:path w="64868" h="64867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1" y="21070"/>
                  <a:pt x="4328" y="16207"/>
                </a:cubicBezTo>
                <a:cubicBezTo>
                  <a:pt x="7035" y="11345"/>
                  <a:pt x="11365" y="7017"/>
                  <a:pt x="16225" y="4328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3" y="0"/>
                  <a:pt x="43799" y="1621"/>
                  <a:pt x="48660" y="4328"/>
                </a:cubicBezTo>
                <a:cubicBezTo>
                  <a:pt x="53522" y="7017"/>
                  <a:pt x="57851" y="11345"/>
                  <a:pt x="60539" y="16207"/>
                </a:cubicBezTo>
                <a:cubicBezTo>
                  <a:pt x="63246" y="21070"/>
                  <a:pt x="64868" y="26485"/>
                  <a:pt x="64868" y="32433"/>
                </a:cubicBezTo>
                <a:cubicBezTo>
                  <a:pt x="64868" y="38382"/>
                  <a:pt x="63246" y="43778"/>
                  <a:pt x="60539" y="48640"/>
                </a:cubicBezTo>
                <a:cubicBezTo>
                  <a:pt x="57851" y="53503"/>
                  <a:pt x="53522" y="57831"/>
                  <a:pt x="48660" y="60539"/>
                </a:cubicBezTo>
                <a:cubicBezTo>
                  <a:pt x="43799" y="63246"/>
                  <a:pt x="38383" y="64867"/>
                  <a:pt x="32434" y="64867"/>
                </a:cubicBezTo>
                <a:cubicBezTo>
                  <a:pt x="26485" y="64867"/>
                  <a:pt x="21088" y="63246"/>
                  <a:pt x="16225" y="60539"/>
                </a:cubicBezTo>
                <a:cubicBezTo>
                  <a:pt x="11365" y="57831"/>
                  <a:pt x="7035" y="53503"/>
                  <a:pt x="4328" y="48640"/>
                </a:cubicBezTo>
                <a:cubicBezTo>
                  <a:pt x="1621" y="43778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" name="path-339">
            <a:extLst xmlns:a="http://schemas.openxmlformats.org/drawingml/2006/main">
              <a:ext uri="{FF2B5EF4-FFF2-40B4-BE49-F238E27FC236}">
                <a16:creationId xmlns:a16="http://schemas.microsoft.com/office/drawing/2014/main" id="{DEF366BC-86FB-46D3-AF5B-B68BFBF3B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28826" y="1496542"/>
            <a:ext cx="63919" cy="63920"/>
          </a:xfrm>
          <a:custGeom xmlns:a="http://schemas.openxmlformats.org/drawingml/2006/main">
            <a:pathLst>
              <a:path w="64866" h="64867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19" y="21088"/>
                  <a:pt x="4328" y="16226"/>
                </a:cubicBezTo>
                <a:cubicBezTo>
                  <a:pt x="7035" y="11345"/>
                  <a:pt x="11344" y="7036"/>
                  <a:pt x="16207" y="4328"/>
                </a:cubicBezTo>
                <a:cubicBezTo>
                  <a:pt x="21087" y="1621"/>
                  <a:pt x="26484" y="0"/>
                  <a:pt x="32434" y="0"/>
                </a:cubicBezTo>
                <a:cubicBezTo>
                  <a:pt x="38383" y="0"/>
                  <a:pt x="43778" y="1621"/>
                  <a:pt x="48640" y="4328"/>
                </a:cubicBezTo>
                <a:cubicBezTo>
                  <a:pt x="53503" y="7036"/>
                  <a:pt x="57830" y="11345"/>
                  <a:pt x="60538" y="16226"/>
                </a:cubicBezTo>
                <a:cubicBezTo>
                  <a:pt x="63246" y="21088"/>
                  <a:pt x="64866" y="26485"/>
                  <a:pt x="64866" y="32433"/>
                </a:cubicBezTo>
                <a:cubicBezTo>
                  <a:pt x="64866" y="38382"/>
                  <a:pt x="63246" y="43778"/>
                  <a:pt x="60538" y="48640"/>
                </a:cubicBezTo>
                <a:cubicBezTo>
                  <a:pt x="57830" y="53522"/>
                  <a:pt x="53503" y="57831"/>
                  <a:pt x="48640" y="60539"/>
                </a:cubicBezTo>
                <a:cubicBezTo>
                  <a:pt x="43778" y="63246"/>
                  <a:pt x="38383" y="64867"/>
                  <a:pt x="32434" y="64867"/>
                </a:cubicBezTo>
                <a:cubicBezTo>
                  <a:pt x="26484" y="64867"/>
                  <a:pt x="21087" y="63246"/>
                  <a:pt x="16207" y="60539"/>
                </a:cubicBezTo>
                <a:cubicBezTo>
                  <a:pt x="11344" y="57831"/>
                  <a:pt x="7035" y="53522"/>
                  <a:pt x="4328" y="48640"/>
                </a:cubicBezTo>
                <a:cubicBezTo>
                  <a:pt x="1619" y="43778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0" name="path-340">
            <a:extLst xmlns:a="http://schemas.openxmlformats.org/drawingml/2006/main">
              <a:ext uri="{FF2B5EF4-FFF2-40B4-BE49-F238E27FC236}">
                <a16:creationId xmlns:a16="http://schemas.microsoft.com/office/drawing/2014/main" id="{C8F882A1-3070-40CD-A73C-B054663E8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29058" y="1875760"/>
            <a:ext cx="63919" cy="63901"/>
          </a:xfrm>
          <a:custGeom xmlns:a="http://schemas.openxmlformats.org/drawingml/2006/main">
            <a:pathLst>
              <a:path w="64866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70"/>
                  <a:pt x="4327" y="16207"/>
                </a:cubicBezTo>
                <a:cubicBezTo>
                  <a:pt x="7036" y="11345"/>
                  <a:pt x="11364" y="7017"/>
                  <a:pt x="16227" y="4328"/>
                </a:cubicBezTo>
                <a:cubicBezTo>
                  <a:pt x="21088" y="1621"/>
                  <a:pt x="26484" y="0"/>
                  <a:pt x="32433" y="0"/>
                </a:cubicBezTo>
                <a:cubicBezTo>
                  <a:pt x="38382" y="0"/>
                  <a:pt x="43797" y="1621"/>
                  <a:pt x="48659" y="4328"/>
                </a:cubicBezTo>
                <a:cubicBezTo>
                  <a:pt x="53522" y="7017"/>
                  <a:pt x="57849" y="11345"/>
                  <a:pt x="60538" y="16207"/>
                </a:cubicBezTo>
                <a:cubicBezTo>
                  <a:pt x="63246" y="21070"/>
                  <a:pt x="64866" y="26485"/>
                  <a:pt x="64866" y="32434"/>
                </a:cubicBezTo>
                <a:cubicBezTo>
                  <a:pt x="64866" y="38364"/>
                  <a:pt x="63246" y="43779"/>
                  <a:pt x="60538" y="48641"/>
                </a:cubicBezTo>
                <a:cubicBezTo>
                  <a:pt x="57849" y="53503"/>
                  <a:pt x="53522" y="57831"/>
                  <a:pt x="48659" y="60539"/>
                </a:cubicBezTo>
                <a:cubicBezTo>
                  <a:pt x="43797" y="63228"/>
                  <a:pt x="38382" y="64848"/>
                  <a:pt x="32433" y="64848"/>
                </a:cubicBezTo>
                <a:cubicBezTo>
                  <a:pt x="26484" y="64848"/>
                  <a:pt x="21088" y="63228"/>
                  <a:pt x="16227" y="60539"/>
                </a:cubicBezTo>
                <a:cubicBezTo>
                  <a:pt x="11364" y="57831"/>
                  <a:pt x="7036" y="53503"/>
                  <a:pt x="4327" y="48641"/>
                </a:cubicBezTo>
                <a:cubicBezTo>
                  <a:pt x="1621" y="43779"/>
                  <a:pt x="0" y="38364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1" name="path-341">
            <a:extLst xmlns:a="http://schemas.openxmlformats.org/drawingml/2006/main">
              <a:ext uri="{FF2B5EF4-FFF2-40B4-BE49-F238E27FC236}">
                <a16:creationId xmlns:a16="http://schemas.microsoft.com/office/drawing/2014/main" id="{5C195CB6-3B13-4A13-9794-252FB2BD7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82345" y="1467250"/>
            <a:ext cx="63902" cy="63919"/>
          </a:xfrm>
          <a:custGeom xmlns:a="http://schemas.openxmlformats.org/drawingml/2006/main">
            <a:pathLst>
              <a:path w="64848" h="64866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21" y="21088"/>
                  <a:pt x="4327" y="16226"/>
                </a:cubicBezTo>
                <a:cubicBezTo>
                  <a:pt x="7016" y="11345"/>
                  <a:pt x="11344" y="7036"/>
                  <a:pt x="16206" y="4328"/>
                </a:cubicBezTo>
                <a:cubicBezTo>
                  <a:pt x="21069" y="1621"/>
                  <a:pt x="26484" y="0"/>
                  <a:pt x="32433" y="0"/>
                </a:cubicBezTo>
                <a:cubicBezTo>
                  <a:pt x="38383" y="0"/>
                  <a:pt x="43779" y="1621"/>
                  <a:pt x="48640" y="4328"/>
                </a:cubicBezTo>
                <a:cubicBezTo>
                  <a:pt x="53502" y="7036"/>
                  <a:pt x="57831" y="11345"/>
                  <a:pt x="60538" y="16226"/>
                </a:cubicBezTo>
                <a:cubicBezTo>
                  <a:pt x="63226" y="21088"/>
                  <a:pt x="64848" y="26484"/>
                  <a:pt x="64848" y="32433"/>
                </a:cubicBezTo>
                <a:cubicBezTo>
                  <a:pt x="64848" y="38382"/>
                  <a:pt x="63226" y="43779"/>
                  <a:pt x="60538" y="48640"/>
                </a:cubicBezTo>
                <a:cubicBezTo>
                  <a:pt x="57831" y="53503"/>
                  <a:pt x="53502" y="57831"/>
                  <a:pt x="48640" y="60539"/>
                </a:cubicBezTo>
                <a:cubicBezTo>
                  <a:pt x="43779" y="63246"/>
                  <a:pt x="38383" y="64866"/>
                  <a:pt x="32433" y="64866"/>
                </a:cubicBezTo>
                <a:cubicBezTo>
                  <a:pt x="26484" y="64866"/>
                  <a:pt x="21069" y="63246"/>
                  <a:pt x="16206" y="60539"/>
                </a:cubicBezTo>
                <a:cubicBezTo>
                  <a:pt x="11344" y="57831"/>
                  <a:pt x="7016" y="53503"/>
                  <a:pt x="4327" y="48640"/>
                </a:cubicBezTo>
                <a:cubicBezTo>
                  <a:pt x="1621" y="43779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" name="path-342">
            <a:extLst xmlns:a="http://schemas.openxmlformats.org/drawingml/2006/main">
              <a:ext uri="{FF2B5EF4-FFF2-40B4-BE49-F238E27FC236}">
                <a16:creationId xmlns:a16="http://schemas.microsoft.com/office/drawing/2014/main" id="{9E5B27FA-3DA9-43BB-B0E7-7744687AC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85139" y="1876286"/>
            <a:ext cx="63902" cy="63921"/>
          </a:xfrm>
          <a:custGeom xmlns:a="http://schemas.openxmlformats.org/drawingml/2006/main">
            <a:pathLst>
              <a:path w="64848" h="64868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1" y="21088"/>
                  <a:pt x="4328" y="16227"/>
                </a:cubicBezTo>
                <a:cubicBezTo>
                  <a:pt x="7017" y="11364"/>
                  <a:pt x="11344" y="7036"/>
                  <a:pt x="16207" y="4328"/>
                </a:cubicBezTo>
                <a:cubicBezTo>
                  <a:pt x="21069" y="1621"/>
                  <a:pt x="26485" y="0"/>
                  <a:pt x="32434" y="0"/>
                </a:cubicBezTo>
                <a:cubicBezTo>
                  <a:pt x="38362" y="0"/>
                  <a:pt x="43778" y="1621"/>
                  <a:pt x="48640" y="4328"/>
                </a:cubicBezTo>
                <a:cubicBezTo>
                  <a:pt x="53503" y="7036"/>
                  <a:pt x="57830" y="11364"/>
                  <a:pt x="60539" y="16227"/>
                </a:cubicBezTo>
                <a:cubicBezTo>
                  <a:pt x="63226" y="21088"/>
                  <a:pt x="64848" y="26485"/>
                  <a:pt x="64848" y="32433"/>
                </a:cubicBezTo>
                <a:cubicBezTo>
                  <a:pt x="64848" y="38383"/>
                  <a:pt x="63226" y="43779"/>
                  <a:pt x="60539" y="48641"/>
                </a:cubicBezTo>
                <a:cubicBezTo>
                  <a:pt x="57830" y="53522"/>
                  <a:pt x="53503" y="57831"/>
                  <a:pt x="48640" y="60539"/>
                </a:cubicBezTo>
                <a:cubicBezTo>
                  <a:pt x="43778" y="63246"/>
                  <a:pt x="38362" y="64868"/>
                  <a:pt x="32434" y="64868"/>
                </a:cubicBezTo>
                <a:cubicBezTo>
                  <a:pt x="26485" y="64868"/>
                  <a:pt x="21069" y="63246"/>
                  <a:pt x="16207" y="60539"/>
                </a:cubicBezTo>
                <a:cubicBezTo>
                  <a:pt x="11344" y="57831"/>
                  <a:pt x="7017" y="53522"/>
                  <a:pt x="4328" y="48641"/>
                </a:cubicBezTo>
                <a:cubicBezTo>
                  <a:pt x="1621" y="43779"/>
                  <a:pt x="0" y="3838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3" name="path-343">
            <a:extLst xmlns:a="http://schemas.openxmlformats.org/drawingml/2006/main">
              <a:ext uri="{FF2B5EF4-FFF2-40B4-BE49-F238E27FC236}">
                <a16:creationId xmlns:a16="http://schemas.microsoft.com/office/drawing/2014/main" id="{C25DD218-7A58-49F7-B666-3690620C6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51329" y="1306943"/>
            <a:ext cx="63902" cy="63901"/>
          </a:xfrm>
          <a:custGeom xmlns:a="http://schemas.openxmlformats.org/drawingml/2006/main">
            <a:pathLst>
              <a:path w="64848" h="64848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21" y="21070"/>
                  <a:pt x="4309" y="16207"/>
                </a:cubicBezTo>
                <a:cubicBezTo>
                  <a:pt x="7017" y="11345"/>
                  <a:pt x="11345" y="7017"/>
                  <a:pt x="16208" y="4328"/>
                </a:cubicBezTo>
                <a:cubicBezTo>
                  <a:pt x="21070" y="1620"/>
                  <a:pt x="26485" y="0"/>
                  <a:pt x="32414" y="0"/>
                </a:cubicBezTo>
                <a:cubicBezTo>
                  <a:pt x="38363" y="0"/>
                  <a:pt x="43779" y="1620"/>
                  <a:pt x="48641" y="4328"/>
                </a:cubicBezTo>
                <a:cubicBezTo>
                  <a:pt x="53503" y="7017"/>
                  <a:pt x="57831" y="11345"/>
                  <a:pt x="60520" y="16207"/>
                </a:cubicBezTo>
                <a:cubicBezTo>
                  <a:pt x="63228" y="21070"/>
                  <a:pt x="64848" y="26484"/>
                  <a:pt x="64848" y="32433"/>
                </a:cubicBezTo>
                <a:cubicBezTo>
                  <a:pt x="64848" y="38363"/>
                  <a:pt x="63228" y="43778"/>
                  <a:pt x="60520" y="48640"/>
                </a:cubicBezTo>
                <a:cubicBezTo>
                  <a:pt x="57831" y="53503"/>
                  <a:pt x="53503" y="57831"/>
                  <a:pt x="48641" y="60538"/>
                </a:cubicBezTo>
                <a:cubicBezTo>
                  <a:pt x="43779" y="63227"/>
                  <a:pt x="38363" y="64848"/>
                  <a:pt x="32414" y="64848"/>
                </a:cubicBezTo>
                <a:cubicBezTo>
                  <a:pt x="26485" y="64848"/>
                  <a:pt x="21070" y="63227"/>
                  <a:pt x="16208" y="60538"/>
                </a:cubicBezTo>
                <a:cubicBezTo>
                  <a:pt x="11345" y="57831"/>
                  <a:pt x="7017" y="53503"/>
                  <a:pt x="4309" y="48640"/>
                </a:cubicBezTo>
                <a:cubicBezTo>
                  <a:pt x="1621" y="43778"/>
                  <a:pt x="0" y="3836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4" name="path-344">
            <a:extLst xmlns:a="http://schemas.openxmlformats.org/drawingml/2006/main">
              <a:ext uri="{FF2B5EF4-FFF2-40B4-BE49-F238E27FC236}">
                <a16:creationId xmlns:a16="http://schemas.microsoft.com/office/drawing/2014/main" id="{688ED758-F8CF-42DE-A36A-8A5AE878B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24287" y="1527976"/>
            <a:ext cx="63921" cy="63902"/>
          </a:xfrm>
          <a:custGeom xmlns:a="http://schemas.openxmlformats.org/drawingml/2006/main">
            <a:pathLst>
              <a:path w="64868" h="64848">
                <a:moveTo>
                  <a:pt x="0" y="32414"/>
                </a:moveTo>
                <a:lnTo>
                  <a:pt x="0" y="32414"/>
                </a:lnTo>
                <a:cubicBezTo>
                  <a:pt x="0" y="26485"/>
                  <a:pt x="1621" y="21069"/>
                  <a:pt x="4328" y="16208"/>
                </a:cubicBezTo>
                <a:cubicBezTo>
                  <a:pt x="7036" y="11345"/>
                  <a:pt x="11345" y="7017"/>
                  <a:pt x="16227" y="4309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3" y="0"/>
                  <a:pt x="43779" y="1621"/>
                  <a:pt x="48641" y="4309"/>
                </a:cubicBezTo>
                <a:cubicBezTo>
                  <a:pt x="53503" y="7017"/>
                  <a:pt x="57831" y="11345"/>
                  <a:pt x="60539" y="16208"/>
                </a:cubicBezTo>
                <a:cubicBezTo>
                  <a:pt x="63246" y="21069"/>
                  <a:pt x="64868" y="26485"/>
                  <a:pt x="64868" y="32414"/>
                </a:cubicBezTo>
                <a:cubicBezTo>
                  <a:pt x="64868" y="38363"/>
                  <a:pt x="63246" y="43779"/>
                  <a:pt x="60539" y="48641"/>
                </a:cubicBezTo>
                <a:cubicBezTo>
                  <a:pt x="57831" y="53503"/>
                  <a:pt x="53503" y="57831"/>
                  <a:pt x="48641" y="60520"/>
                </a:cubicBezTo>
                <a:cubicBezTo>
                  <a:pt x="43779" y="63227"/>
                  <a:pt x="38383" y="64848"/>
                  <a:pt x="32434" y="64848"/>
                </a:cubicBezTo>
                <a:cubicBezTo>
                  <a:pt x="26485" y="64848"/>
                  <a:pt x="21088" y="63227"/>
                  <a:pt x="16227" y="60520"/>
                </a:cubicBezTo>
                <a:cubicBezTo>
                  <a:pt x="11345" y="57831"/>
                  <a:pt x="7036" y="53503"/>
                  <a:pt x="4328" y="48641"/>
                </a:cubicBezTo>
                <a:cubicBezTo>
                  <a:pt x="1621" y="43779"/>
                  <a:pt x="0" y="38363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" name="path-345">
            <a:extLst xmlns:a="http://schemas.openxmlformats.org/drawingml/2006/main">
              <a:ext uri="{FF2B5EF4-FFF2-40B4-BE49-F238E27FC236}">
                <a16:creationId xmlns:a16="http://schemas.microsoft.com/office/drawing/2014/main" id="{A4A00AC1-8523-4957-80C2-AF390DA0F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79656" y="1334112"/>
            <a:ext cx="63919" cy="63902"/>
          </a:xfrm>
          <a:custGeom xmlns:a="http://schemas.openxmlformats.org/drawingml/2006/main">
            <a:pathLst>
              <a:path w="64866" h="64848">
                <a:moveTo>
                  <a:pt x="0" y="32414"/>
                </a:moveTo>
                <a:lnTo>
                  <a:pt x="0" y="32414"/>
                </a:lnTo>
                <a:cubicBezTo>
                  <a:pt x="0" y="26484"/>
                  <a:pt x="1622" y="21069"/>
                  <a:pt x="4328" y="16207"/>
                </a:cubicBezTo>
                <a:cubicBezTo>
                  <a:pt x="7036" y="11345"/>
                  <a:pt x="11365" y="7016"/>
                  <a:pt x="16227" y="4309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3" y="0"/>
                  <a:pt x="43779" y="1621"/>
                  <a:pt x="48660" y="4309"/>
                </a:cubicBezTo>
                <a:cubicBezTo>
                  <a:pt x="53522" y="7016"/>
                  <a:pt x="57831" y="11345"/>
                  <a:pt x="60539" y="16207"/>
                </a:cubicBezTo>
                <a:cubicBezTo>
                  <a:pt x="63247" y="21069"/>
                  <a:pt x="64866" y="26484"/>
                  <a:pt x="64866" y="32414"/>
                </a:cubicBezTo>
                <a:cubicBezTo>
                  <a:pt x="64866" y="38363"/>
                  <a:pt x="63247" y="43779"/>
                  <a:pt x="60539" y="48640"/>
                </a:cubicBezTo>
                <a:cubicBezTo>
                  <a:pt x="57831" y="53503"/>
                  <a:pt x="53522" y="57831"/>
                  <a:pt x="48660" y="60519"/>
                </a:cubicBezTo>
                <a:cubicBezTo>
                  <a:pt x="43779" y="63227"/>
                  <a:pt x="38383" y="64848"/>
                  <a:pt x="32434" y="64848"/>
                </a:cubicBezTo>
                <a:cubicBezTo>
                  <a:pt x="26485" y="64848"/>
                  <a:pt x="21088" y="63227"/>
                  <a:pt x="16227" y="60519"/>
                </a:cubicBezTo>
                <a:cubicBezTo>
                  <a:pt x="11365" y="57831"/>
                  <a:pt x="7036" y="53503"/>
                  <a:pt x="4328" y="48640"/>
                </a:cubicBezTo>
                <a:cubicBezTo>
                  <a:pt x="1622" y="43779"/>
                  <a:pt x="0" y="38363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6" name="path-346">
            <a:extLst xmlns:a="http://schemas.openxmlformats.org/drawingml/2006/main">
              <a:ext uri="{FF2B5EF4-FFF2-40B4-BE49-F238E27FC236}">
                <a16:creationId xmlns:a16="http://schemas.microsoft.com/office/drawing/2014/main" id="{CE780153-D7DB-4F1A-93BD-0F93AFCD5D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4904" y="1311208"/>
            <a:ext cx="260961" cy="334463"/>
          </a:xfrm>
          <a:custGeom xmlns:a="http://schemas.openxmlformats.org/drawingml/2006/main">
            <a:pathLst>
              <a:path w="264827" h="339418">
                <a:moveTo>
                  <a:pt x="0" y="0"/>
                </a:moveTo>
                <a:lnTo>
                  <a:pt x="185373" y="0"/>
                </a:lnTo>
                <a:lnTo>
                  <a:pt x="264827" y="78900"/>
                </a:lnTo>
                <a:lnTo>
                  <a:pt x="264827" y="339418"/>
                </a:lnTo>
                <a:lnTo>
                  <a:pt x="0" y="339418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5978">
            <a:solidFill>
              <a:srgbClr val="444444"/>
            </a:solidFill>
            <a:prstDash val="solid"/>
          </a:ln>
        </p:spPr>
      </p:sp>
      <p:sp>
        <p:nvSpPr>
          <p:cNvPr id="397" name="path-347">
            <a:extLst xmlns:a="http://schemas.openxmlformats.org/drawingml/2006/main">
              <a:ext uri="{FF2B5EF4-FFF2-40B4-BE49-F238E27FC236}">
                <a16:creationId xmlns:a16="http://schemas.microsoft.com/office/drawing/2014/main" id="{5CDABCDB-441B-473B-8200-2CA01E4D4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48116" y="1311208"/>
            <a:ext cx="191" cy="78294"/>
          </a:xfrm>
          <a:custGeom xmlns:a="http://schemas.openxmlformats.org/drawingml/2006/main">
            <a:pathLst>
              <a:path w="191" h="79454">
                <a:moveTo>
                  <a:pt x="0" y="0"/>
                </a:moveTo>
                <a:lnTo>
                  <a:pt x="0" y="79454"/>
                </a:lnTo>
              </a:path>
            </a:pathLst>
          </a:custGeom>
          <a:noFill xmlns:a="http://schemas.openxmlformats.org/drawingml/2006/main"/>
          <a:ln xmlns:a="http://schemas.openxmlformats.org/drawingml/2006/main" w="12782">
            <a:solidFill>
              <a:srgbClr val="444444"/>
            </a:solidFill>
            <a:prstDash val="solid"/>
          </a:ln>
        </p:spPr>
      </p:sp>
      <p:sp>
        <p:nvSpPr>
          <p:cNvPr id="398" name="path-348">
            <a:extLst xmlns:a="http://schemas.openxmlformats.org/drawingml/2006/main">
              <a:ext uri="{FF2B5EF4-FFF2-40B4-BE49-F238E27FC236}">
                <a16:creationId xmlns:a16="http://schemas.microsoft.com/office/drawing/2014/main" id="{0D75E245-1374-4123-8E55-9BDB25955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48116" y="1389501"/>
            <a:ext cx="78293" cy="191"/>
          </a:xfrm>
          <a:custGeom xmlns:a="http://schemas.openxmlformats.org/drawingml/2006/main">
            <a:pathLst>
              <a:path w="79453" h="191">
                <a:moveTo>
                  <a:pt x="0" y="0"/>
                </a:moveTo>
                <a:lnTo>
                  <a:pt x="7945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782">
            <a:solidFill>
              <a:srgbClr val="444444"/>
            </a:solidFill>
            <a:prstDash val="solid"/>
          </a:ln>
        </p:spPr>
      </p:sp>
      <p:sp>
        <p:nvSpPr>
          <p:cNvPr id="399" name="path-349">
            <a:extLst xmlns:a="http://schemas.openxmlformats.org/drawingml/2006/main">
              <a:ext uri="{FF2B5EF4-FFF2-40B4-BE49-F238E27FC236}">
                <a16:creationId xmlns:a16="http://schemas.microsoft.com/office/drawing/2014/main" id="{71251074-CFF9-42A6-B571-D5DB14B27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09641" y="1445417"/>
            <a:ext cx="172031" cy="191"/>
          </a:xfrm>
          <a:custGeom xmlns:a="http://schemas.openxmlformats.org/drawingml/2006/main">
            <a:pathLst>
              <a:path w="174580" h="191">
                <a:moveTo>
                  <a:pt x="0" y="0"/>
                </a:moveTo>
                <a:lnTo>
                  <a:pt x="17458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00" name="path-350">
            <a:extLst xmlns:a="http://schemas.openxmlformats.org/drawingml/2006/main">
              <a:ext uri="{FF2B5EF4-FFF2-40B4-BE49-F238E27FC236}">
                <a16:creationId xmlns:a16="http://schemas.microsoft.com/office/drawing/2014/main" id="{E6BC7BD8-BE4A-4688-BC8A-493FFCE90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09641" y="1502404"/>
            <a:ext cx="172031" cy="191"/>
          </a:xfrm>
          <a:custGeom xmlns:a="http://schemas.openxmlformats.org/drawingml/2006/main">
            <a:pathLst>
              <a:path w="174580" h="191">
                <a:moveTo>
                  <a:pt x="0" y="0"/>
                </a:moveTo>
                <a:lnTo>
                  <a:pt x="17458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01" name="path-351">
            <a:extLst xmlns:a="http://schemas.openxmlformats.org/drawingml/2006/main">
              <a:ext uri="{FF2B5EF4-FFF2-40B4-BE49-F238E27FC236}">
                <a16:creationId xmlns:a16="http://schemas.microsoft.com/office/drawing/2014/main" id="{5F6F158A-1379-4285-B5E6-9DFA37E28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09641" y="1558865"/>
            <a:ext cx="172031" cy="191"/>
          </a:xfrm>
          <a:custGeom xmlns:a="http://schemas.openxmlformats.org/drawingml/2006/main">
            <a:pathLst>
              <a:path w="174580" h="191">
                <a:moveTo>
                  <a:pt x="0" y="0"/>
                </a:moveTo>
                <a:lnTo>
                  <a:pt x="17458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02" name="path-352">
            <a:extLst xmlns:a="http://schemas.openxmlformats.org/drawingml/2006/main">
              <a:ext uri="{FF2B5EF4-FFF2-40B4-BE49-F238E27FC236}">
                <a16:creationId xmlns:a16="http://schemas.microsoft.com/office/drawing/2014/main" id="{AC9C92EB-C7A1-4E08-9C25-558278D9E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28637" y="1108287"/>
            <a:ext cx="1221771" cy="872916"/>
          </a:xfrm>
          <a:custGeom xmlns:a="http://schemas.openxmlformats.org/drawingml/2006/main">
            <a:pathLst>
              <a:path w="1239871" h="885849">
                <a:moveTo>
                  <a:pt x="0" y="442648"/>
                </a:moveTo>
                <a:lnTo>
                  <a:pt x="0" y="442648"/>
                </a:lnTo>
                <a:cubicBezTo>
                  <a:pt x="0" y="364834"/>
                  <a:pt x="28639" y="288622"/>
                  <a:pt x="83228" y="221048"/>
                </a:cubicBezTo>
                <a:cubicBezTo>
                  <a:pt x="137284" y="154026"/>
                  <a:pt x="215651" y="97815"/>
                  <a:pt x="310225" y="58899"/>
                </a:cubicBezTo>
                <a:cubicBezTo>
                  <a:pt x="404284" y="19983"/>
                  <a:pt x="511290" y="0"/>
                  <a:pt x="619936" y="0"/>
                </a:cubicBezTo>
                <a:cubicBezTo>
                  <a:pt x="728581" y="0"/>
                  <a:pt x="835587" y="19983"/>
                  <a:pt x="930179" y="58899"/>
                </a:cubicBezTo>
                <a:cubicBezTo>
                  <a:pt x="1024220" y="97815"/>
                  <a:pt x="1102586" y="154026"/>
                  <a:pt x="1156643" y="221048"/>
                </a:cubicBezTo>
                <a:cubicBezTo>
                  <a:pt x="1211231" y="288622"/>
                  <a:pt x="1239871" y="364834"/>
                  <a:pt x="1239871" y="442648"/>
                </a:cubicBezTo>
                <a:cubicBezTo>
                  <a:pt x="1239871" y="520481"/>
                  <a:pt x="1211231" y="596693"/>
                  <a:pt x="1156643" y="664249"/>
                </a:cubicBezTo>
                <a:cubicBezTo>
                  <a:pt x="1102586" y="731270"/>
                  <a:pt x="1024220" y="787480"/>
                  <a:pt x="930179" y="826397"/>
                </a:cubicBezTo>
                <a:cubicBezTo>
                  <a:pt x="835587" y="865313"/>
                  <a:pt x="728581" y="885849"/>
                  <a:pt x="619936" y="885849"/>
                </a:cubicBezTo>
                <a:cubicBezTo>
                  <a:pt x="511290" y="885849"/>
                  <a:pt x="404284" y="865313"/>
                  <a:pt x="310225" y="826397"/>
                </a:cubicBezTo>
                <a:cubicBezTo>
                  <a:pt x="215651" y="787480"/>
                  <a:pt x="137284" y="731270"/>
                  <a:pt x="83228" y="664249"/>
                </a:cubicBezTo>
                <a:cubicBezTo>
                  <a:pt x="28639" y="596693"/>
                  <a:pt x="0" y="520481"/>
                  <a:pt x="0" y="442648"/>
                </a:cubicBez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3A7D44"/>
            </a:solidFill>
            <a:prstDash val="dash"/>
          </a:ln>
        </p:spPr>
      </p:sp>
      <p:sp>
        <p:nvSpPr>
          <p:cNvPr id="403" name="path-353">
            <a:extLst xmlns:a="http://schemas.openxmlformats.org/drawingml/2006/main">
              <a:ext uri="{FF2B5EF4-FFF2-40B4-BE49-F238E27FC236}">
                <a16:creationId xmlns:a16="http://schemas.microsoft.com/office/drawing/2014/main" id="{6456A9BF-5933-47C2-95DB-8BE473AD0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49503" y="1564182"/>
            <a:ext cx="63921" cy="63920"/>
          </a:xfrm>
          <a:custGeom xmlns:a="http://schemas.openxmlformats.org/drawingml/2006/main">
            <a:pathLst>
              <a:path w="64868" h="64867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22" y="21088"/>
                  <a:pt x="4328" y="16226"/>
                </a:cubicBezTo>
                <a:cubicBezTo>
                  <a:pt x="7036" y="11345"/>
                  <a:pt x="11365" y="7036"/>
                  <a:pt x="16227" y="4328"/>
                </a:cubicBezTo>
                <a:cubicBezTo>
                  <a:pt x="21090" y="1621"/>
                  <a:pt x="26486" y="0"/>
                  <a:pt x="32434" y="0"/>
                </a:cubicBezTo>
                <a:cubicBezTo>
                  <a:pt x="38383" y="0"/>
                  <a:pt x="43797" y="1621"/>
                  <a:pt x="48660" y="4328"/>
                </a:cubicBezTo>
                <a:cubicBezTo>
                  <a:pt x="53522" y="7036"/>
                  <a:pt x="57851" y="11345"/>
                  <a:pt x="60539" y="16226"/>
                </a:cubicBezTo>
                <a:cubicBezTo>
                  <a:pt x="63247" y="21088"/>
                  <a:pt x="64868" y="26484"/>
                  <a:pt x="64868" y="32433"/>
                </a:cubicBezTo>
                <a:cubicBezTo>
                  <a:pt x="64868" y="38383"/>
                  <a:pt x="63247" y="43779"/>
                  <a:pt x="60539" y="48641"/>
                </a:cubicBezTo>
                <a:cubicBezTo>
                  <a:pt x="57851" y="53522"/>
                  <a:pt x="53522" y="57831"/>
                  <a:pt x="48660" y="60539"/>
                </a:cubicBezTo>
                <a:cubicBezTo>
                  <a:pt x="43797" y="63246"/>
                  <a:pt x="38383" y="64867"/>
                  <a:pt x="32434" y="64867"/>
                </a:cubicBezTo>
                <a:cubicBezTo>
                  <a:pt x="26486" y="64867"/>
                  <a:pt x="21090" y="63246"/>
                  <a:pt x="16227" y="60539"/>
                </a:cubicBezTo>
                <a:cubicBezTo>
                  <a:pt x="11365" y="57831"/>
                  <a:pt x="7036" y="53522"/>
                  <a:pt x="4328" y="48641"/>
                </a:cubicBezTo>
                <a:cubicBezTo>
                  <a:pt x="1622" y="43779"/>
                  <a:pt x="0" y="3838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4" name="path-354">
            <a:extLst xmlns:a="http://schemas.openxmlformats.org/drawingml/2006/main">
              <a:ext uri="{FF2B5EF4-FFF2-40B4-BE49-F238E27FC236}">
                <a16:creationId xmlns:a16="http://schemas.microsoft.com/office/drawing/2014/main" id="{5F7E6AC8-0C6A-44F8-B0DE-9CCCCD1B1B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25780" y="1482168"/>
            <a:ext cx="63919" cy="63902"/>
          </a:xfrm>
          <a:custGeom xmlns:a="http://schemas.openxmlformats.org/drawingml/2006/main">
            <a:pathLst>
              <a:path w="64866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70"/>
                  <a:pt x="4328" y="16208"/>
                </a:cubicBezTo>
                <a:cubicBezTo>
                  <a:pt x="7036" y="11345"/>
                  <a:pt x="11364" y="7018"/>
                  <a:pt x="16227" y="4329"/>
                </a:cubicBezTo>
                <a:cubicBezTo>
                  <a:pt x="21088" y="1621"/>
                  <a:pt x="26484" y="0"/>
                  <a:pt x="32434" y="0"/>
                </a:cubicBezTo>
                <a:cubicBezTo>
                  <a:pt x="38383" y="0"/>
                  <a:pt x="43779" y="1621"/>
                  <a:pt x="48659" y="4329"/>
                </a:cubicBezTo>
                <a:cubicBezTo>
                  <a:pt x="53522" y="7018"/>
                  <a:pt x="57831" y="11345"/>
                  <a:pt x="60538" y="16208"/>
                </a:cubicBezTo>
                <a:cubicBezTo>
                  <a:pt x="63247" y="21070"/>
                  <a:pt x="64866" y="26485"/>
                  <a:pt x="64866" y="32434"/>
                </a:cubicBezTo>
                <a:cubicBezTo>
                  <a:pt x="64866" y="38364"/>
                  <a:pt x="63247" y="43779"/>
                  <a:pt x="60538" y="48642"/>
                </a:cubicBezTo>
                <a:cubicBezTo>
                  <a:pt x="57831" y="53503"/>
                  <a:pt x="53522" y="57832"/>
                  <a:pt x="48659" y="60539"/>
                </a:cubicBezTo>
                <a:cubicBezTo>
                  <a:pt x="43779" y="63228"/>
                  <a:pt x="38383" y="64848"/>
                  <a:pt x="32434" y="64848"/>
                </a:cubicBezTo>
                <a:cubicBezTo>
                  <a:pt x="26484" y="64848"/>
                  <a:pt x="21088" y="63228"/>
                  <a:pt x="16227" y="60539"/>
                </a:cubicBezTo>
                <a:cubicBezTo>
                  <a:pt x="11364" y="57832"/>
                  <a:pt x="7036" y="53503"/>
                  <a:pt x="4328" y="48642"/>
                </a:cubicBezTo>
                <a:cubicBezTo>
                  <a:pt x="1621" y="43779"/>
                  <a:pt x="0" y="38364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5" name="path-355">
            <a:extLst xmlns:a="http://schemas.openxmlformats.org/drawingml/2006/main">
              <a:ext uri="{FF2B5EF4-FFF2-40B4-BE49-F238E27FC236}">
                <a16:creationId xmlns:a16="http://schemas.microsoft.com/office/drawing/2014/main" id="{76E4E693-2F26-4C43-80FE-500607303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17145" y="1588157"/>
            <a:ext cx="63919" cy="63901"/>
          </a:xfrm>
          <a:custGeom xmlns:a="http://schemas.openxmlformats.org/drawingml/2006/main">
            <a:pathLst>
              <a:path w="64866" h="64848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19" y="21069"/>
                  <a:pt x="4328" y="16207"/>
                </a:cubicBezTo>
                <a:cubicBezTo>
                  <a:pt x="7035" y="11345"/>
                  <a:pt x="11365" y="7016"/>
                  <a:pt x="16225" y="4328"/>
                </a:cubicBezTo>
                <a:cubicBezTo>
                  <a:pt x="21087" y="1621"/>
                  <a:pt x="26484" y="0"/>
                  <a:pt x="32434" y="0"/>
                </a:cubicBezTo>
                <a:cubicBezTo>
                  <a:pt x="38383" y="0"/>
                  <a:pt x="43797" y="1621"/>
                  <a:pt x="48659" y="4328"/>
                </a:cubicBezTo>
                <a:cubicBezTo>
                  <a:pt x="53522" y="7016"/>
                  <a:pt x="57851" y="11345"/>
                  <a:pt x="60538" y="16207"/>
                </a:cubicBezTo>
                <a:cubicBezTo>
                  <a:pt x="63246" y="21069"/>
                  <a:pt x="64866" y="26484"/>
                  <a:pt x="64866" y="32433"/>
                </a:cubicBezTo>
                <a:cubicBezTo>
                  <a:pt x="64866" y="38363"/>
                  <a:pt x="63246" y="43778"/>
                  <a:pt x="60538" y="48640"/>
                </a:cubicBezTo>
                <a:cubicBezTo>
                  <a:pt x="57851" y="53503"/>
                  <a:pt x="53522" y="57831"/>
                  <a:pt x="48659" y="60539"/>
                </a:cubicBezTo>
                <a:cubicBezTo>
                  <a:pt x="43797" y="63227"/>
                  <a:pt x="38383" y="64848"/>
                  <a:pt x="32434" y="64848"/>
                </a:cubicBezTo>
                <a:cubicBezTo>
                  <a:pt x="26484" y="64848"/>
                  <a:pt x="21087" y="63227"/>
                  <a:pt x="16225" y="60539"/>
                </a:cubicBezTo>
                <a:cubicBezTo>
                  <a:pt x="11365" y="57831"/>
                  <a:pt x="7035" y="53503"/>
                  <a:pt x="4328" y="48640"/>
                </a:cubicBezTo>
                <a:cubicBezTo>
                  <a:pt x="1619" y="43778"/>
                  <a:pt x="0" y="3836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6" name="path-356">
            <a:extLst xmlns:a="http://schemas.openxmlformats.org/drawingml/2006/main">
              <a:ext uri="{FF2B5EF4-FFF2-40B4-BE49-F238E27FC236}">
                <a16:creationId xmlns:a16="http://schemas.microsoft.com/office/drawing/2014/main" id="{85067AF7-89D7-4995-9A97-28983E89F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2501" y="1522114"/>
            <a:ext cx="63902" cy="63902"/>
          </a:xfrm>
          <a:custGeom xmlns:a="http://schemas.openxmlformats.org/drawingml/2006/main">
            <a:pathLst>
              <a:path w="64848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70"/>
                  <a:pt x="4328" y="16207"/>
                </a:cubicBezTo>
                <a:cubicBezTo>
                  <a:pt x="7016" y="11345"/>
                  <a:pt x="11345" y="7017"/>
                  <a:pt x="16207" y="4328"/>
                </a:cubicBezTo>
                <a:cubicBezTo>
                  <a:pt x="21069" y="1621"/>
                  <a:pt x="26485" y="0"/>
                  <a:pt x="32433" y="0"/>
                </a:cubicBezTo>
                <a:cubicBezTo>
                  <a:pt x="38363" y="0"/>
                  <a:pt x="43779" y="1621"/>
                  <a:pt x="48641" y="4328"/>
                </a:cubicBezTo>
                <a:cubicBezTo>
                  <a:pt x="53503" y="7017"/>
                  <a:pt x="57831" y="11345"/>
                  <a:pt x="60538" y="16207"/>
                </a:cubicBezTo>
                <a:cubicBezTo>
                  <a:pt x="63226" y="21070"/>
                  <a:pt x="64848" y="26485"/>
                  <a:pt x="64848" y="32434"/>
                </a:cubicBezTo>
                <a:cubicBezTo>
                  <a:pt x="64848" y="38363"/>
                  <a:pt x="63226" y="43779"/>
                  <a:pt x="60538" y="48641"/>
                </a:cubicBezTo>
                <a:cubicBezTo>
                  <a:pt x="57831" y="53503"/>
                  <a:pt x="53503" y="57831"/>
                  <a:pt x="48641" y="60539"/>
                </a:cubicBezTo>
                <a:cubicBezTo>
                  <a:pt x="43779" y="63228"/>
                  <a:pt x="38363" y="64848"/>
                  <a:pt x="32433" y="64848"/>
                </a:cubicBezTo>
                <a:cubicBezTo>
                  <a:pt x="26485" y="64848"/>
                  <a:pt x="21069" y="63228"/>
                  <a:pt x="16207" y="60539"/>
                </a:cubicBezTo>
                <a:cubicBezTo>
                  <a:pt x="11345" y="57831"/>
                  <a:pt x="7016" y="53503"/>
                  <a:pt x="4328" y="48641"/>
                </a:cubicBezTo>
                <a:cubicBezTo>
                  <a:pt x="1621" y="43779"/>
                  <a:pt x="0" y="3836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7" name="path-357">
            <a:extLst xmlns:a="http://schemas.openxmlformats.org/drawingml/2006/main">
              <a:ext uri="{FF2B5EF4-FFF2-40B4-BE49-F238E27FC236}">
                <a16:creationId xmlns:a16="http://schemas.microsoft.com/office/drawing/2014/main" id="{090D9C38-6675-4E01-AD69-488578198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66272" y="1767648"/>
            <a:ext cx="63921" cy="63902"/>
          </a:xfrm>
          <a:custGeom xmlns:a="http://schemas.openxmlformats.org/drawingml/2006/main">
            <a:pathLst>
              <a:path w="64868" h="64848">
                <a:moveTo>
                  <a:pt x="0" y="32415"/>
                </a:moveTo>
                <a:lnTo>
                  <a:pt x="0" y="32415"/>
                </a:lnTo>
                <a:cubicBezTo>
                  <a:pt x="0" y="26485"/>
                  <a:pt x="1640" y="21070"/>
                  <a:pt x="4330" y="16207"/>
                </a:cubicBezTo>
                <a:cubicBezTo>
                  <a:pt x="7036" y="11345"/>
                  <a:pt x="11365" y="7017"/>
                  <a:pt x="16227" y="4310"/>
                </a:cubicBezTo>
                <a:cubicBezTo>
                  <a:pt x="21088" y="1621"/>
                  <a:pt x="26485" y="0"/>
                  <a:pt x="32435" y="0"/>
                </a:cubicBezTo>
                <a:cubicBezTo>
                  <a:pt x="38383" y="0"/>
                  <a:pt x="43799" y="1621"/>
                  <a:pt x="48660" y="4310"/>
                </a:cubicBezTo>
                <a:cubicBezTo>
                  <a:pt x="53522" y="7017"/>
                  <a:pt x="57852" y="11345"/>
                  <a:pt x="60539" y="16207"/>
                </a:cubicBezTo>
                <a:cubicBezTo>
                  <a:pt x="63247" y="21070"/>
                  <a:pt x="64868" y="26485"/>
                  <a:pt x="64868" y="32415"/>
                </a:cubicBezTo>
                <a:cubicBezTo>
                  <a:pt x="64868" y="38364"/>
                  <a:pt x="63247" y="43779"/>
                  <a:pt x="60539" y="48641"/>
                </a:cubicBezTo>
                <a:cubicBezTo>
                  <a:pt x="57852" y="53503"/>
                  <a:pt x="53522" y="57832"/>
                  <a:pt x="48660" y="60520"/>
                </a:cubicBezTo>
                <a:cubicBezTo>
                  <a:pt x="43799" y="63228"/>
                  <a:pt x="38383" y="64848"/>
                  <a:pt x="32435" y="64848"/>
                </a:cubicBezTo>
                <a:cubicBezTo>
                  <a:pt x="26485" y="64848"/>
                  <a:pt x="21088" y="63228"/>
                  <a:pt x="16227" y="60520"/>
                </a:cubicBezTo>
                <a:cubicBezTo>
                  <a:pt x="11365" y="57832"/>
                  <a:pt x="7036" y="53503"/>
                  <a:pt x="4330" y="48641"/>
                </a:cubicBezTo>
                <a:cubicBezTo>
                  <a:pt x="1640" y="43779"/>
                  <a:pt x="0" y="38364"/>
                  <a:pt x="0" y="32415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8" name="path-358">
            <a:extLst xmlns:a="http://schemas.openxmlformats.org/drawingml/2006/main">
              <a:ext uri="{FF2B5EF4-FFF2-40B4-BE49-F238E27FC236}">
                <a16:creationId xmlns:a16="http://schemas.microsoft.com/office/drawing/2014/main" id="{F08BAF48-471A-4A89-8E9A-100593BF1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95584" y="1612658"/>
            <a:ext cx="63899" cy="63901"/>
          </a:xfrm>
          <a:custGeom xmlns:a="http://schemas.openxmlformats.org/drawingml/2006/main">
            <a:pathLst>
              <a:path w="64846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19" y="21070"/>
                  <a:pt x="4308" y="16207"/>
                </a:cubicBezTo>
                <a:cubicBezTo>
                  <a:pt x="7016" y="11345"/>
                  <a:pt x="11344" y="7017"/>
                  <a:pt x="16206" y="4328"/>
                </a:cubicBezTo>
                <a:cubicBezTo>
                  <a:pt x="21069" y="1621"/>
                  <a:pt x="26465" y="0"/>
                  <a:pt x="32413" y="0"/>
                </a:cubicBezTo>
                <a:cubicBezTo>
                  <a:pt x="38362" y="0"/>
                  <a:pt x="43777" y="1621"/>
                  <a:pt x="48640" y="4328"/>
                </a:cubicBezTo>
                <a:cubicBezTo>
                  <a:pt x="53502" y="7017"/>
                  <a:pt x="57830" y="11345"/>
                  <a:pt x="60519" y="16207"/>
                </a:cubicBezTo>
                <a:cubicBezTo>
                  <a:pt x="63226" y="21070"/>
                  <a:pt x="64846" y="26485"/>
                  <a:pt x="64846" y="32434"/>
                </a:cubicBezTo>
                <a:cubicBezTo>
                  <a:pt x="64846" y="38363"/>
                  <a:pt x="63226" y="43778"/>
                  <a:pt x="60519" y="48640"/>
                </a:cubicBezTo>
                <a:cubicBezTo>
                  <a:pt x="57830" y="53503"/>
                  <a:pt x="53502" y="57831"/>
                  <a:pt x="48640" y="60539"/>
                </a:cubicBezTo>
                <a:cubicBezTo>
                  <a:pt x="43777" y="63227"/>
                  <a:pt x="38362" y="64848"/>
                  <a:pt x="32413" y="64848"/>
                </a:cubicBezTo>
                <a:cubicBezTo>
                  <a:pt x="26465" y="64848"/>
                  <a:pt x="21069" y="63227"/>
                  <a:pt x="16206" y="60539"/>
                </a:cubicBezTo>
                <a:cubicBezTo>
                  <a:pt x="11344" y="57831"/>
                  <a:pt x="7016" y="53503"/>
                  <a:pt x="4308" y="48640"/>
                </a:cubicBezTo>
                <a:cubicBezTo>
                  <a:pt x="1619" y="43778"/>
                  <a:pt x="0" y="3836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9" name="path-359">
            <a:extLst xmlns:a="http://schemas.openxmlformats.org/drawingml/2006/main">
              <a:ext uri="{FF2B5EF4-FFF2-40B4-BE49-F238E27FC236}">
                <a16:creationId xmlns:a16="http://schemas.microsoft.com/office/drawing/2014/main" id="{2076E9CB-44CA-4634-A34A-412D3F09C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42190" y="1127451"/>
            <a:ext cx="63902" cy="63921"/>
          </a:xfrm>
          <a:custGeom xmlns:a="http://schemas.openxmlformats.org/drawingml/2006/main">
            <a:pathLst>
              <a:path w="64848" h="6486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19" y="21089"/>
                  <a:pt x="4328" y="16227"/>
                </a:cubicBezTo>
                <a:cubicBezTo>
                  <a:pt x="7017" y="11345"/>
                  <a:pt x="11344" y="7036"/>
                  <a:pt x="16207" y="4329"/>
                </a:cubicBezTo>
                <a:cubicBezTo>
                  <a:pt x="21069" y="1621"/>
                  <a:pt x="26484" y="0"/>
                  <a:pt x="32434" y="0"/>
                </a:cubicBezTo>
                <a:cubicBezTo>
                  <a:pt x="38362" y="0"/>
                  <a:pt x="43778" y="1621"/>
                  <a:pt x="48640" y="4329"/>
                </a:cubicBezTo>
                <a:cubicBezTo>
                  <a:pt x="53503" y="7036"/>
                  <a:pt x="57830" y="11345"/>
                  <a:pt x="60538" y="16227"/>
                </a:cubicBezTo>
                <a:cubicBezTo>
                  <a:pt x="63226" y="21089"/>
                  <a:pt x="64848" y="26485"/>
                  <a:pt x="64848" y="32434"/>
                </a:cubicBezTo>
                <a:cubicBezTo>
                  <a:pt x="64848" y="38383"/>
                  <a:pt x="63226" y="43779"/>
                  <a:pt x="60538" y="48641"/>
                </a:cubicBezTo>
                <a:cubicBezTo>
                  <a:pt x="57830" y="53503"/>
                  <a:pt x="53503" y="57832"/>
                  <a:pt x="48640" y="60539"/>
                </a:cubicBezTo>
                <a:cubicBezTo>
                  <a:pt x="43778" y="63247"/>
                  <a:pt x="38362" y="64868"/>
                  <a:pt x="32434" y="64868"/>
                </a:cubicBezTo>
                <a:cubicBezTo>
                  <a:pt x="26484" y="64868"/>
                  <a:pt x="21069" y="63247"/>
                  <a:pt x="16207" y="60539"/>
                </a:cubicBezTo>
                <a:cubicBezTo>
                  <a:pt x="11344" y="57832"/>
                  <a:pt x="7017" y="53503"/>
                  <a:pt x="4328" y="48641"/>
                </a:cubicBezTo>
                <a:cubicBezTo>
                  <a:pt x="1619" y="43779"/>
                  <a:pt x="0" y="3838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0" name="path-360">
            <a:extLst xmlns:a="http://schemas.openxmlformats.org/drawingml/2006/main">
              <a:ext uri="{FF2B5EF4-FFF2-40B4-BE49-F238E27FC236}">
                <a16:creationId xmlns:a16="http://schemas.microsoft.com/office/drawing/2014/main" id="{49B2D3DD-55DB-4DA6-BA18-99DB3D0874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8890" y="1286707"/>
            <a:ext cx="63900" cy="63902"/>
          </a:xfrm>
          <a:custGeom xmlns:a="http://schemas.openxmlformats.org/drawingml/2006/main">
            <a:pathLst>
              <a:path w="64847" h="64848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19" y="21070"/>
                  <a:pt x="4327" y="16207"/>
                </a:cubicBezTo>
                <a:cubicBezTo>
                  <a:pt x="7016" y="11345"/>
                  <a:pt x="11344" y="7017"/>
                  <a:pt x="16206" y="4309"/>
                </a:cubicBezTo>
                <a:cubicBezTo>
                  <a:pt x="21069" y="1621"/>
                  <a:pt x="26484" y="0"/>
                  <a:pt x="32433" y="0"/>
                </a:cubicBezTo>
                <a:cubicBezTo>
                  <a:pt x="38362" y="0"/>
                  <a:pt x="43777" y="1621"/>
                  <a:pt x="48640" y="4309"/>
                </a:cubicBezTo>
                <a:cubicBezTo>
                  <a:pt x="53502" y="7017"/>
                  <a:pt x="57830" y="11345"/>
                  <a:pt x="60538" y="16207"/>
                </a:cubicBezTo>
                <a:cubicBezTo>
                  <a:pt x="63226" y="21070"/>
                  <a:pt x="64847" y="26485"/>
                  <a:pt x="64847" y="32433"/>
                </a:cubicBezTo>
                <a:cubicBezTo>
                  <a:pt x="64847" y="38363"/>
                  <a:pt x="63226" y="43779"/>
                  <a:pt x="60538" y="48640"/>
                </a:cubicBezTo>
                <a:cubicBezTo>
                  <a:pt x="57830" y="53503"/>
                  <a:pt x="53502" y="57831"/>
                  <a:pt x="48640" y="60539"/>
                </a:cubicBezTo>
                <a:cubicBezTo>
                  <a:pt x="43777" y="63228"/>
                  <a:pt x="38362" y="64848"/>
                  <a:pt x="32433" y="64848"/>
                </a:cubicBezTo>
                <a:cubicBezTo>
                  <a:pt x="26484" y="64848"/>
                  <a:pt x="21069" y="63228"/>
                  <a:pt x="16206" y="60539"/>
                </a:cubicBezTo>
                <a:cubicBezTo>
                  <a:pt x="11344" y="57831"/>
                  <a:pt x="7016" y="53503"/>
                  <a:pt x="4327" y="48640"/>
                </a:cubicBezTo>
                <a:cubicBezTo>
                  <a:pt x="1619" y="43779"/>
                  <a:pt x="0" y="3836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1" name="path-361">
            <a:extLst xmlns:a="http://schemas.openxmlformats.org/drawingml/2006/main">
              <a:ext uri="{FF2B5EF4-FFF2-40B4-BE49-F238E27FC236}">
                <a16:creationId xmlns:a16="http://schemas.microsoft.com/office/drawing/2014/main" id="{8FD540E7-9830-4681-A939-615B3CE3E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35131" y="1810788"/>
            <a:ext cx="63919" cy="63901"/>
          </a:xfrm>
          <a:custGeom xmlns:a="http://schemas.openxmlformats.org/drawingml/2006/main">
            <a:pathLst>
              <a:path w="64866" h="64848">
                <a:moveTo>
                  <a:pt x="0" y="32414"/>
                </a:moveTo>
                <a:lnTo>
                  <a:pt x="0" y="32414"/>
                </a:lnTo>
                <a:cubicBezTo>
                  <a:pt x="0" y="26484"/>
                  <a:pt x="1619" y="21069"/>
                  <a:pt x="4328" y="16207"/>
                </a:cubicBezTo>
                <a:cubicBezTo>
                  <a:pt x="7035" y="11345"/>
                  <a:pt x="11344" y="7016"/>
                  <a:pt x="16207" y="4308"/>
                </a:cubicBezTo>
                <a:cubicBezTo>
                  <a:pt x="21087" y="1621"/>
                  <a:pt x="26484" y="0"/>
                  <a:pt x="32434" y="0"/>
                </a:cubicBezTo>
                <a:cubicBezTo>
                  <a:pt x="38382" y="0"/>
                  <a:pt x="43778" y="1621"/>
                  <a:pt x="48640" y="4308"/>
                </a:cubicBezTo>
                <a:cubicBezTo>
                  <a:pt x="53503" y="7016"/>
                  <a:pt x="57830" y="11345"/>
                  <a:pt x="60538" y="16207"/>
                </a:cubicBezTo>
                <a:cubicBezTo>
                  <a:pt x="63246" y="21069"/>
                  <a:pt x="64866" y="26484"/>
                  <a:pt x="64866" y="32414"/>
                </a:cubicBezTo>
                <a:cubicBezTo>
                  <a:pt x="64866" y="38363"/>
                  <a:pt x="63246" y="43778"/>
                  <a:pt x="60538" y="48640"/>
                </a:cubicBezTo>
                <a:cubicBezTo>
                  <a:pt x="57830" y="53503"/>
                  <a:pt x="53503" y="57831"/>
                  <a:pt x="48640" y="60519"/>
                </a:cubicBezTo>
                <a:cubicBezTo>
                  <a:pt x="43778" y="63226"/>
                  <a:pt x="38382" y="64848"/>
                  <a:pt x="32434" y="64848"/>
                </a:cubicBezTo>
                <a:cubicBezTo>
                  <a:pt x="26484" y="64848"/>
                  <a:pt x="21087" y="63226"/>
                  <a:pt x="16207" y="60519"/>
                </a:cubicBezTo>
                <a:cubicBezTo>
                  <a:pt x="11344" y="57831"/>
                  <a:pt x="7035" y="53503"/>
                  <a:pt x="4328" y="48640"/>
                </a:cubicBezTo>
                <a:cubicBezTo>
                  <a:pt x="1619" y="43778"/>
                  <a:pt x="0" y="38363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2" name="path-362">
            <a:extLst xmlns:a="http://schemas.openxmlformats.org/drawingml/2006/main">
              <a:ext uri="{FF2B5EF4-FFF2-40B4-BE49-F238E27FC236}">
                <a16:creationId xmlns:a16="http://schemas.microsoft.com/office/drawing/2014/main" id="{CF27AF5F-1263-4B12-A86C-925B0C309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30991" y="1634491"/>
            <a:ext cx="63921" cy="63920"/>
          </a:xfrm>
          <a:custGeom xmlns:a="http://schemas.openxmlformats.org/drawingml/2006/main">
            <a:pathLst>
              <a:path w="64868" h="64867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40" y="21069"/>
                  <a:pt x="4328" y="16207"/>
                </a:cubicBezTo>
                <a:cubicBezTo>
                  <a:pt x="7035" y="11345"/>
                  <a:pt x="11365" y="7016"/>
                  <a:pt x="16225" y="4328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3" y="0"/>
                  <a:pt x="43799" y="1621"/>
                  <a:pt x="48660" y="4328"/>
                </a:cubicBezTo>
                <a:cubicBezTo>
                  <a:pt x="53522" y="7016"/>
                  <a:pt x="57851" y="11345"/>
                  <a:pt x="60539" y="16207"/>
                </a:cubicBezTo>
                <a:cubicBezTo>
                  <a:pt x="63246" y="21069"/>
                  <a:pt x="64868" y="26484"/>
                  <a:pt x="64868" y="32433"/>
                </a:cubicBezTo>
                <a:cubicBezTo>
                  <a:pt x="64868" y="38383"/>
                  <a:pt x="63246" y="43779"/>
                  <a:pt x="60539" y="48641"/>
                </a:cubicBezTo>
                <a:cubicBezTo>
                  <a:pt x="57851" y="53503"/>
                  <a:pt x="53522" y="57831"/>
                  <a:pt x="48660" y="60539"/>
                </a:cubicBezTo>
                <a:cubicBezTo>
                  <a:pt x="43799" y="63227"/>
                  <a:pt x="38383" y="64867"/>
                  <a:pt x="32434" y="64867"/>
                </a:cubicBezTo>
                <a:cubicBezTo>
                  <a:pt x="26485" y="64867"/>
                  <a:pt x="21088" y="63227"/>
                  <a:pt x="16225" y="60539"/>
                </a:cubicBezTo>
                <a:cubicBezTo>
                  <a:pt x="11365" y="57831"/>
                  <a:pt x="7035" y="53503"/>
                  <a:pt x="4328" y="48641"/>
                </a:cubicBezTo>
                <a:cubicBezTo>
                  <a:pt x="1640" y="43779"/>
                  <a:pt x="0" y="3838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3" name="path-363">
            <a:extLst xmlns:a="http://schemas.openxmlformats.org/drawingml/2006/main">
              <a:ext uri="{FF2B5EF4-FFF2-40B4-BE49-F238E27FC236}">
                <a16:creationId xmlns:a16="http://schemas.microsoft.com/office/drawing/2014/main" id="{6E680D7E-50B8-4382-9FE8-C9DB94521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07562" y="1653655"/>
            <a:ext cx="63919" cy="63921"/>
          </a:xfrm>
          <a:custGeom xmlns:a="http://schemas.openxmlformats.org/drawingml/2006/main">
            <a:pathLst>
              <a:path w="64866" h="6486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88"/>
                  <a:pt x="4328" y="16226"/>
                </a:cubicBezTo>
                <a:cubicBezTo>
                  <a:pt x="7036" y="11365"/>
                  <a:pt x="11344" y="7036"/>
                  <a:pt x="16227" y="4328"/>
                </a:cubicBezTo>
                <a:cubicBezTo>
                  <a:pt x="21090" y="1621"/>
                  <a:pt x="26485" y="0"/>
                  <a:pt x="32434" y="0"/>
                </a:cubicBezTo>
                <a:cubicBezTo>
                  <a:pt x="38383" y="0"/>
                  <a:pt x="43778" y="1621"/>
                  <a:pt x="48640" y="4328"/>
                </a:cubicBezTo>
                <a:cubicBezTo>
                  <a:pt x="53522" y="7036"/>
                  <a:pt x="57830" y="11365"/>
                  <a:pt x="60539" y="16226"/>
                </a:cubicBezTo>
                <a:cubicBezTo>
                  <a:pt x="63247" y="21088"/>
                  <a:pt x="64866" y="26485"/>
                  <a:pt x="64866" y="32434"/>
                </a:cubicBezTo>
                <a:cubicBezTo>
                  <a:pt x="64866" y="38383"/>
                  <a:pt x="63247" y="43779"/>
                  <a:pt x="60539" y="48660"/>
                </a:cubicBezTo>
                <a:cubicBezTo>
                  <a:pt x="57830" y="53522"/>
                  <a:pt x="53522" y="57831"/>
                  <a:pt x="48640" y="60539"/>
                </a:cubicBezTo>
                <a:cubicBezTo>
                  <a:pt x="43778" y="63246"/>
                  <a:pt x="38383" y="64868"/>
                  <a:pt x="32434" y="64868"/>
                </a:cubicBezTo>
                <a:cubicBezTo>
                  <a:pt x="26485" y="64868"/>
                  <a:pt x="21090" y="63246"/>
                  <a:pt x="16227" y="60539"/>
                </a:cubicBezTo>
                <a:cubicBezTo>
                  <a:pt x="11344" y="57831"/>
                  <a:pt x="7036" y="53522"/>
                  <a:pt x="4328" y="48660"/>
                </a:cubicBezTo>
                <a:cubicBezTo>
                  <a:pt x="1621" y="43779"/>
                  <a:pt x="0" y="3838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4" name="path-364">
            <a:extLst xmlns:a="http://schemas.openxmlformats.org/drawingml/2006/main">
              <a:ext uri="{FF2B5EF4-FFF2-40B4-BE49-F238E27FC236}">
                <a16:creationId xmlns:a16="http://schemas.microsoft.com/office/drawing/2014/main" id="{892B61FF-6CA9-45D4-A416-C06EA2F94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55366" y="1318122"/>
            <a:ext cx="63919" cy="63920"/>
          </a:xfrm>
          <a:custGeom xmlns:a="http://schemas.openxmlformats.org/drawingml/2006/main">
            <a:pathLst>
              <a:path w="64866" h="64867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2" y="21088"/>
                  <a:pt x="4328" y="16227"/>
                </a:cubicBezTo>
                <a:cubicBezTo>
                  <a:pt x="7036" y="11345"/>
                  <a:pt x="11365" y="7036"/>
                  <a:pt x="16227" y="4328"/>
                </a:cubicBezTo>
                <a:cubicBezTo>
                  <a:pt x="21090" y="1621"/>
                  <a:pt x="26485" y="0"/>
                  <a:pt x="32434" y="0"/>
                </a:cubicBezTo>
                <a:cubicBezTo>
                  <a:pt x="38383" y="0"/>
                  <a:pt x="43779" y="1621"/>
                  <a:pt x="48641" y="4328"/>
                </a:cubicBezTo>
                <a:cubicBezTo>
                  <a:pt x="53522" y="7036"/>
                  <a:pt x="57832" y="11345"/>
                  <a:pt x="60539" y="16227"/>
                </a:cubicBezTo>
                <a:cubicBezTo>
                  <a:pt x="63247" y="21088"/>
                  <a:pt x="64866" y="26485"/>
                  <a:pt x="64866" y="32433"/>
                </a:cubicBezTo>
                <a:cubicBezTo>
                  <a:pt x="64866" y="38382"/>
                  <a:pt x="63247" y="43779"/>
                  <a:pt x="60539" y="48640"/>
                </a:cubicBezTo>
                <a:cubicBezTo>
                  <a:pt x="57832" y="53503"/>
                  <a:pt x="53522" y="57831"/>
                  <a:pt x="48641" y="60539"/>
                </a:cubicBezTo>
                <a:cubicBezTo>
                  <a:pt x="43779" y="63246"/>
                  <a:pt x="38383" y="64867"/>
                  <a:pt x="32434" y="64867"/>
                </a:cubicBezTo>
                <a:cubicBezTo>
                  <a:pt x="26485" y="64867"/>
                  <a:pt x="21090" y="63246"/>
                  <a:pt x="16227" y="60539"/>
                </a:cubicBezTo>
                <a:cubicBezTo>
                  <a:pt x="11365" y="57831"/>
                  <a:pt x="7036" y="53503"/>
                  <a:pt x="4328" y="48640"/>
                </a:cubicBezTo>
                <a:cubicBezTo>
                  <a:pt x="1622" y="43779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5" name="path-365">
            <a:extLst xmlns:a="http://schemas.openxmlformats.org/drawingml/2006/main">
              <a:ext uri="{FF2B5EF4-FFF2-40B4-BE49-F238E27FC236}">
                <a16:creationId xmlns:a16="http://schemas.microsoft.com/office/drawing/2014/main" id="{2289983E-4B82-4575-9AE8-7BFFF4EEA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23531" y="1693075"/>
            <a:ext cx="63902" cy="63920"/>
          </a:xfrm>
          <a:custGeom xmlns:a="http://schemas.openxmlformats.org/drawingml/2006/main">
            <a:pathLst>
              <a:path w="64848" h="64867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88"/>
                  <a:pt x="4327" y="16207"/>
                </a:cubicBezTo>
                <a:cubicBezTo>
                  <a:pt x="7017" y="11345"/>
                  <a:pt x="11345" y="7036"/>
                  <a:pt x="16207" y="4328"/>
                </a:cubicBezTo>
                <a:cubicBezTo>
                  <a:pt x="21070" y="1621"/>
                  <a:pt x="26485" y="0"/>
                  <a:pt x="32433" y="0"/>
                </a:cubicBezTo>
                <a:cubicBezTo>
                  <a:pt x="38363" y="0"/>
                  <a:pt x="43778" y="1621"/>
                  <a:pt x="48641" y="4328"/>
                </a:cubicBezTo>
                <a:cubicBezTo>
                  <a:pt x="53503" y="7036"/>
                  <a:pt x="57831" y="11345"/>
                  <a:pt x="60538" y="16207"/>
                </a:cubicBezTo>
                <a:cubicBezTo>
                  <a:pt x="63228" y="21088"/>
                  <a:pt x="64848" y="26485"/>
                  <a:pt x="64848" y="32434"/>
                </a:cubicBezTo>
                <a:cubicBezTo>
                  <a:pt x="64848" y="38382"/>
                  <a:pt x="63228" y="43779"/>
                  <a:pt x="60538" y="48640"/>
                </a:cubicBezTo>
                <a:cubicBezTo>
                  <a:pt x="57831" y="53503"/>
                  <a:pt x="53503" y="57831"/>
                  <a:pt x="48641" y="60539"/>
                </a:cubicBezTo>
                <a:cubicBezTo>
                  <a:pt x="43778" y="63246"/>
                  <a:pt x="38363" y="64867"/>
                  <a:pt x="32433" y="64867"/>
                </a:cubicBezTo>
                <a:cubicBezTo>
                  <a:pt x="26485" y="64867"/>
                  <a:pt x="21070" y="63246"/>
                  <a:pt x="16207" y="60539"/>
                </a:cubicBezTo>
                <a:cubicBezTo>
                  <a:pt x="11345" y="57831"/>
                  <a:pt x="7017" y="53503"/>
                  <a:pt x="4327" y="48640"/>
                </a:cubicBezTo>
                <a:cubicBezTo>
                  <a:pt x="1621" y="43779"/>
                  <a:pt x="0" y="38382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6" name="path-366">
            <a:extLst xmlns:a="http://schemas.openxmlformats.org/drawingml/2006/main">
              <a:ext uri="{FF2B5EF4-FFF2-40B4-BE49-F238E27FC236}">
                <a16:creationId xmlns:a16="http://schemas.microsoft.com/office/drawing/2014/main" id="{FE5A564E-BBF3-4715-8328-BE911E87D5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1737" y="1276053"/>
            <a:ext cx="63919" cy="63902"/>
          </a:xfrm>
          <a:custGeom xmlns:a="http://schemas.openxmlformats.org/drawingml/2006/main">
            <a:pathLst>
              <a:path w="64866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70"/>
                  <a:pt x="4328" y="16207"/>
                </a:cubicBezTo>
                <a:cubicBezTo>
                  <a:pt x="7035" y="11345"/>
                  <a:pt x="11364" y="7017"/>
                  <a:pt x="16225" y="4328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3" y="0"/>
                  <a:pt x="43778" y="1621"/>
                  <a:pt x="48659" y="4328"/>
                </a:cubicBezTo>
                <a:cubicBezTo>
                  <a:pt x="53521" y="7017"/>
                  <a:pt x="57831" y="11345"/>
                  <a:pt x="60539" y="16207"/>
                </a:cubicBezTo>
                <a:cubicBezTo>
                  <a:pt x="63246" y="21070"/>
                  <a:pt x="64866" y="26485"/>
                  <a:pt x="64866" y="32434"/>
                </a:cubicBezTo>
                <a:cubicBezTo>
                  <a:pt x="64866" y="38364"/>
                  <a:pt x="63246" y="43779"/>
                  <a:pt x="60539" y="48641"/>
                </a:cubicBezTo>
                <a:cubicBezTo>
                  <a:pt x="57831" y="53503"/>
                  <a:pt x="53521" y="57831"/>
                  <a:pt x="48659" y="60539"/>
                </a:cubicBezTo>
                <a:cubicBezTo>
                  <a:pt x="43778" y="63228"/>
                  <a:pt x="38383" y="64848"/>
                  <a:pt x="32434" y="64848"/>
                </a:cubicBezTo>
                <a:cubicBezTo>
                  <a:pt x="26485" y="64848"/>
                  <a:pt x="21088" y="63228"/>
                  <a:pt x="16225" y="60539"/>
                </a:cubicBezTo>
                <a:cubicBezTo>
                  <a:pt x="11364" y="57831"/>
                  <a:pt x="7035" y="53503"/>
                  <a:pt x="4328" y="48641"/>
                </a:cubicBezTo>
                <a:cubicBezTo>
                  <a:pt x="1621" y="43779"/>
                  <a:pt x="0" y="38364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7" name="path-367">
            <a:extLst xmlns:a="http://schemas.openxmlformats.org/drawingml/2006/main">
              <a:ext uri="{FF2B5EF4-FFF2-40B4-BE49-F238E27FC236}">
                <a16:creationId xmlns:a16="http://schemas.microsoft.com/office/drawing/2014/main" id="{26F71ED8-1988-4D30-A186-9D6E12D92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2987" y="1425182"/>
            <a:ext cx="63902" cy="63902"/>
          </a:xfrm>
          <a:custGeom xmlns:a="http://schemas.openxmlformats.org/drawingml/2006/main">
            <a:pathLst>
              <a:path w="64848" h="64848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1" y="21070"/>
                  <a:pt x="4328" y="16207"/>
                </a:cubicBezTo>
                <a:cubicBezTo>
                  <a:pt x="7017" y="11345"/>
                  <a:pt x="11345" y="7017"/>
                  <a:pt x="16207" y="4328"/>
                </a:cubicBezTo>
                <a:cubicBezTo>
                  <a:pt x="21069" y="1621"/>
                  <a:pt x="26485" y="0"/>
                  <a:pt x="32434" y="0"/>
                </a:cubicBezTo>
                <a:cubicBezTo>
                  <a:pt x="38383" y="0"/>
                  <a:pt x="43778" y="1621"/>
                  <a:pt x="48641" y="4328"/>
                </a:cubicBezTo>
                <a:cubicBezTo>
                  <a:pt x="53503" y="7017"/>
                  <a:pt x="57831" y="11345"/>
                  <a:pt x="60539" y="16207"/>
                </a:cubicBezTo>
                <a:cubicBezTo>
                  <a:pt x="63228" y="21070"/>
                  <a:pt x="64848" y="26485"/>
                  <a:pt x="64848" y="32433"/>
                </a:cubicBezTo>
                <a:cubicBezTo>
                  <a:pt x="64848" y="38363"/>
                  <a:pt x="63228" y="43779"/>
                  <a:pt x="60539" y="48640"/>
                </a:cubicBezTo>
                <a:cubicBezTo>
                  <a:pt x="57831" y="53503"/>
                  <a:pt x="53503" y="57831"/>
                  <a:pt x="48641" y="60539"/>
                </a:cubicBezTo>
                <a:cubicBezTo>
                  <a:pt x="43778" y="63228"/>
                  <a:pt x="38383" y="64848"/>
                  <a:pt x="32434" y="64848"/>
                </a:cubicBezTo>
                <a:cubicBezTo>
                  <a:pt x="26485" y="64848"/>
                  <a:pt x="21069" y="63228"/>
                  <a:pt x="16207" y="60539"/>
                </a:cubicBezTo>
                <a:cubicBezTo>
                  <a:pt x="11345" y="57831"/>
                  <a:pt x="7017" y="53503"/>
                  <a:pt x="4328" y="48640"/>
                </a:cubicBezTo>
                <a:cubicBezTo>
                  <a:pt x="1621" y="43779"/>
                  <a:pt x="0" y="3836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8" name="path-368">
            <a:extLst xmlns:a="http://schemas.openxmlformats.org/drawingml/2006/main">
              <a:ext uri="{FF2B5EF4-FFF2-40B4-BE49-F238E27FC236}">
                <a16:creationId xmlns:a16="http://schemas.microsoft.com/office/drawing/2014/main" id="{4E1A9596-6000-4C25-AE91-FD3449A9E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30990" y="1412931"/>
            <a:ext cx="63902" cy="63902"/>
          </a:xfrm>
          <a:custGeom xmlns:a="http://schemas.openxmlformats.org/drawingml/2006/main">
            <a:pathLst>
              <a:path w="64848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1" y="21070"/>
                  <a:pt x="4309" y="16207"/>
                </a:cubicBezTo>
                <a:cubicBezTo>
                  <a:pt x="7017" y="11345"/>
                  <a:pt x="11345" y="7017"/>
                  <a:pt x="16207" y="4328"/>
                </a:cubicBezTo>
                <a:cubicBezTo>
                  <a:pt x="21069" y="1621"/>
                  <a:pt x="26485" y="0"/>
                  <a:pt x="32414" y="0"/>
                </a:cubicBezTo>
                <a:cubicBezTo>
                  <a:pt x="38363" y="0"/>
                  <a:pt x="43778" y="1621"/>
                  <a:pt x="48641" y="4328"/>
                </a:cubicBezTo>
                <a:cubicBezTo>
                  <a:pt x="53503" y="7017"/>
                  <a:pt x="57831" y="11345"/>
                  <a:pt x="60519" y="16207"/>
                </a:cubicBezTo>
                <a:cubicBezTo>
                  <a:pt x="63228" y="21070"/>
                  <a:pt x="64848" y="26485"/>
                  <a:pt x="64848" y="32434"/>
                </a:cubicBezTo>
                <a:cubicBezTo>
                  <a:pt x="64848" y="38364"/>
                  <a:pt x="63228" y="43779"/>
                  <a:pt x="60519" y="48640"/>
                </a:cubicBezTo>
                <a:cubicBezTo>
                  <a:pt x="57831" y="53503"/>
                  <a:pt x="53503" y="57831"/>
                  <a:pt x="48641" y="60539"/>
                </a:cubicBezTo>
                <a:cubicBezTo>
                  <a:pt x="43778" y="63228"/>
                  <a:pt x="38363" y="64848"/>
                  <a:pt x="32414" y="64848"/>
                </a:cubicBezTo>
                <a:cubicBezTo>
                  <a:pt x="26485" y="64848"/>
                  <a:pt x="21069" y="63228"/>
                  <a:pt x="16207" y="60539"/>
                </a:cubicBezTo>
                <a:cubicBezTo>
                  <a:pt x="11345" y="57831"/>
                  <a:pt x="7017" y="53503"/>
                  <a:pt x="4309" y="48640"/>
                </a:cubicBezTo>
                <a:cubicBezTo>
                  <a:pt x="1621" y="43779"/>
                  <a:pt x="0" y="38364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9" name="path-369">
            <a:extLst xmlns:a="http://schemas.openxmlformats.org/drawingml/2006/main">
              <a:ext uri="{FF2B5EF4-FFF2-40B4-BE49-F238E27FC236}">
                <a16:creationId xmlns:a16="http://schemas.microsoft.com/office/drawing/2014/main" id="{DB10C156-60B7-4D2E-B988-2902CEE672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08740" y="1485889"/>
            <a:ext cx="63919" cy="63920"/>
          </a:xfrm>
          <a:custGeom xmlns:a="http://schemas.openxmlformats.org/drawingml/2006/main">
            <a:pathLst>
              <a:path w="64866" h="64867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19" y="21088"/>
                  <a:pt x="4327" y="16227"/>
                </a:cubicBezTo>
                <a:cubicBezTo>
                  <a:pt x="7034" y="11364"/>
                  <a:pt x="11364" y="7036"/>
                  <a:pt x="16225" y="4328"/>
                </a:cubicBezTo>
                <a:cubicBezTo>
                  <a:pt x="21087" y="1621"/>
                  <a:pt x="26484" y="0"/>
                  <a:pt x="32433" y="0"/>
                </a:cubicBezTo>
                <a:cubicBezTo>
                  <a:pt x="38382" y="0"/>
                  <a:pt x="43777" y="1621"/>
                  <a:pt x="48640" y="4328"/>
                </a:cubicBezTo>
                <a:cubicBezTo>
                  <a:pt x="53521" y="7036"/>
                  <a:pt x="57830" y="11364"/>
                  <a:pt x="60538" y="16227"/>
                </a:cubicBezTo>
                <a:cubicBezTo>
                  <a:pt x="63245" y="21088"/>
                  <a:pt x="64866" y="26485"/>
                  <a:pt x="64866" y="32434"/>
                </a:cubicBezTo>
                <a:cubicBezTo>
                  <a:pt x="64866" y="38382"/>
                  <a:pt x="63245" y="43779"/>
                  <a:pt x="60538" y="48641"/>
                </a:cubicBezTo>
                <a:cubicBezTo>
                  <a:pt x="57830" y="53522"/>
                  <a:pt x="53521" y="57831"/>
                  <a:pt x="48640" y="60539"/>
                </a:cubicBezTo>
                <a:cubicBezTo>
                  <a:pt x="43777" y="63246"/>
                  <a:pt x="38382" y="64867"/>
                  <a:pt x="32433" y="64867"/>
                </a:cubicBezTo>
                <a:cubicBezTo>
                  <a:pt x="26484" y="64867"/>
                  <a:pt x="21087" y="63246"/>
                  <a:pt x="16225" y="60539"/>
                </a:cubicBezTo>
                <a:cubicBezTo>
                  <a:pt x="11364" y="57831"/>
                  <a:pt x="7034" y="53522"/>
                  <a:pt x="4327" y="48641"/>
                </a:cubicBezTo>
                <a:cubicBezTo>
                  <a:pt x="1619" y="43779"/>
                  <a:pt x="0" y="38382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0" name="path-370">
            <a:extLst xmlns:a="http://schemas.openxmlformats.org/drawingml/2006/main">
              <a:ext uri="{FF2B5EF4-FFF2-40B4-BE49-F238E27FC236}">
                <a16:creationId xmlns:a16="http://schemas.microsoft.com/office/drawing/2014/main" id="{25B389F7-2F23-4E62-BAC3-8EB8D3FAD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86149" y="1624908"/>
            <a:ext cx="63921" cy="63901"/>
          </a:xfrm>
          <a:custGeom xmlns:a="http://schemas.openxmlformats.org/drawingml/2006/main">
            <a:pathLst>
              <a:path w="64868" h="64848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1" y="21070"/>
                  <a:pt x="4328" y="16207"/>
                </a:cubicBezTo>
                <a:cubicBezTo>
                  <a:pt x="7035" y="11345"/>
                  <a:pt x="11345" y="7017"/>
                  <a:pt x="16207" y="4308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2" y="0"/>
                  <a:pt x="43778" y="1621"/>
                  <a:pt x="48641" y="4308"/>
                </a:cubicBezTo>
                <a:cubicBezTo>
                  <a:pt x="53503" y="7017"/>
                  <a:pt x="57831" y="11345"/>
                  <a:pt x="60539" y="16207"/>
                </a:cubicBezTo>
                <a:cubicBezTo>
                  <a:pt x="63246" y="21070"/>
                  <a:pt x="64868" y="26485"/>
                  <a:pt x="64868" y="32433"/>
                </a:cubicBezTo>
                <a:cubicBezTo>
                  <a:pt x="64868" y="38363"/>
                  <a:pt x="63246" y="43778"/>
                  <a:pt x="60539" y="48640"/>
                </a:cubicBezTo>
                <a:cubicBezTo>
                  <a:pt x="57831" y="53503"/>
                  <a:pt x="53503" y="57831"/>
                  <a:pt x="48641" y="60539"/>
                </a:cubicBezTo>
                <a:cubicBezTo>
                  <a:pt x="43778" y="63227"/>
                  <a:pt x="38382" y="64848"/>
                  <a:pt x="32434" y="64848"/>
                </a:cubicBezTo>
                <a:cubicBezTo>
                  <a:pt x="26485" y="64848"/>
                  <a:pt x="21088" y="63227"/>
                  <a:pt x="16207" y="60539"/>
                </a:cubicBezTo>
                <a:cubicBezTo>
                  <a:pt x="11345" y="57831"/>
                  <a:pt x="7035" y="53503"/>
                  <a:pt x="4328" y="48640"/>
                </a:cubicBezTo>
                <a:cubicBezTo>
                  <a:pt x="1621" y="43778"/>
                  <a:pt x="0" y="3836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1" name="path-371">
            <a:extLst xmlns:a="http://schemas.openxmlformats.org/drawingml/2006/main">
              <a:ext uri="{FF2B5EF4-FFF2-40B4-BE49-F238E27FC236}">
                <a16:creationId xmlns:a16="http://schemas.microsoft.com/office/drawing/2014/main" id="{703F2266-B3EE-4113-9112-41C0951CF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47906" y="1311208"/>
            <a:ext cx="63900" cy="63902"/>
          </a:xfrm>
          <a:custGeom xmlns:a="http://schemas.openxmlformats.org/drawingml/2006/main">
            <a:pathLst>
              <a:path w="64847" h="64848">
                <a:moveTo>
                  <a:pt x="0" y="32414"/>
                </a:moveTo>
                <a:lnTo>
                  <a:pt x="0" y="32414"/>
                </a:lnTo>
                <a:cubicBezTo>
                  <a:pt x="0" y="26485"/>
                  <a:pt x="1619" y="21070"/>
                  <a:pt x="4308" y="16207"/>
                </a:cubicBezTo>
                <a:cubicBezTo>
                  <a:pt x="7016" y="11345"/>
                  <a:pt x="11344" y="7017"/>
                  <a:pt x="16206" y="4310"/>
                </a:cubicBezTo>
                <a:cubicBezTo>
                  <a:pt x="21069" y="1621"/>
                  <a:pt x="26484" y="0"/>
                  <a:pt x="32413" y="0"/>
                </a:cubicBezTo>
                <a:cubicBezTo>
                  <a:pt x="38362" y="0"/>
                  <a:pt x="43777" y="1621"/>
                  <a:pt x="48640" y="4310"/>
                </a:cubicBezTo>
                <a:cubicBezTo>
                  <a:pt x="53502" y="7017"/>
                  <a:pt x="57830" y="11345"/>
                  <a:pt x="60519" y="16207"/>
                </a:cubicBezTo>
                <a:cubicBezTo>
                  <a:pt x="63226" y="21070"/>
                  <a:pt x="64847" y="26485"/>
                  <a:pt x="64847" y="32414"/>
                </a:cubicBezTo>
                <a:cubicBezTo>
                  <a:pt x="64847" y="38364"/>
                  <a:pt x="63226" y="43779"/>
                  <a:pt x="60519" y="48641"/>
                </a:cubicBezTo>
                <a:cubicBezTo>
                  <a:pt x="57830" y="53503"/>
                  <a:pt x="53502" y="57831"/>
                  <a:pt x="48640" y="60520"/>
                </a:cubicBezTo>
                <a:cubicBezTo>
                  <a:pt x="43777" y="63228"/>
                  <a:pt x="38362" y="64848"/>
                  <a:pt x="32413" y="64848"/>
                </a:cubicBezTo>
                <a:cubicBezTo>
                  <a:pt x="26484" y="64848"/>
                  <a:pt x="21069" y="63228"/>
                  <a:pt x="16206" y="60520"/>
                </a:cubicBezTo>
                <a:cubicBezTo>
                  <a:pt x="11344" y="57831"/>
                  <a:pt x="7016" y="53503"/>
                  <a:pt x="4308" y="48641"/>
                </a:cubicBezTo>
                <a:cubicBezTo>
                  <a:pt x="1619" y="43779"/>
                  <a:pt x="0" y="38364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2" name="path-372">
            <a:extLst xmlns:a="http://schemas.openxmlformats.org/drawingml/2006/main">
              <a:ext uri="{FF2B5EF4-FFF2-40B4-BE49-F238E27FC236}">
                <a16:creationId xmlns:a16="http://schemas.microsoft.com/office/drawing/2014/main" id="{7A5156FA-4171-454E-9207-94E524FCF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3191" y="1366052"/>
            <a:ext cx="63919" cy="63921"/>
          </a:xfrm>
          <a:custGeom xmlns:a="http://schemas.openxmlformats.org/drawingml/2006/main">
            <a:pathLst>
              <a:path w="64866" h="6486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19" y="21089"/>
                  <a:pt x="4328" y="16227"/>
                </a:cubicBezTo>
                <a:cubicBezTo>
                  <a:pt x="7035" y="11365"/>
                  <a:pt x="11344" y="7036"/>
                  <a:pt x="16227" y="4328"/>
                </a:cubicBezTo>
                <a:cubicBezTo>
                  <a:pt x="21087" y="1621"/>
                  <a:pt x="26484" y="0"/>
                  <a:pt x="32433" y="0"/>
                </a:cubicBezTo>
                <a:cubicBezTo>
                  <a:pt x="38383" y="0"/>
                  <a:pt x="43778" y="1621"/>
                  <a:pt x="48640" y="4328"/>
                </a:cubicBezTo>
                <a:cubicBezTo>
                  <a:pt x="53502" y="7036"/>
                  <a:pt x="57830" y="11365"/>
                  <a:pt x="60538" y="16227"/>
                </a:cubicBezTo>
                <a:cubicBezTo>
                  <a:pt x="63246" y="21089"/>
                  <a:pt x="64866" y="26485"/>
                  <a:pt x="64866" y="32434"/>
                </a:cubicBezTo>
                <a:cubicBezTo>
                  <a:pt x="64866" y="38383"/>
                  <a:pt x="63246" y="43779"/>
                  <a:pt x="60538" y="48660"/>
                </a:cubicBezTo>
                <a:cubicBezTo>
                  <a:pt x="57830" y="53522"/>
                  <a:pt x="53502" y="57831"/>
                  <a:pt x="48640" y="60539"/>
                </a:cubicBezTo>
                <a:cubicBezTo>
                  <a:pt x="43778" y="63247"/>
                  <a:pt x="38383" y="64868"/>
                  <a:pt x="32433" y="64868"/>
                </a:cubicBezTo>
                <a:cubicBezTo>
                  <a:pt x="26484" y="64868"/>
                  <a:pt x="21087" y="63247"/>
                  <a:pt x="16227" y="60539"/>
                </a:cubicBezTo>
                <a:cubicBezTo>
                  <a:pt x="11344" y="57831"/>
                  <a:pt x="7035" y="53522"/>
                  <a:pt x="4328" y="48660"/>
                </a:cubicBezTo>
                <a:cubicBezTo>
                  <a:pt x="1619" y="43779"/>
                  <a:pt x="0" y="3838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3" name="path-373">
            <a:extLst xmlns:a="http://schemas.openxmlformats.org/drawingml/2006/main">
              <a:ext uri="{FF2B5EF4-FFF2-40B4-BE49-F238E27FC236}">
                <a16:creationId xmlns:a16="http://schemas.microsoft.com/office/drawing/2014/main" id="{0638211F-326A-480B-B1C0-28D2CDAE0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70809" y="1230772"/>
            <a:ext cx="63902" cy="63920"/>
          </a:xfrm>
          <a:custGeom xmlns:a="http://schemas.openxmlformats.org/drawingml/2006/main">
            <a:pathLst>
              <a:path w="64848" h="64867">
                <a:moveTo>
                  <a:pt x="0" y="32433"/>
                </a:moveTo>
                <a:lnTo>
                  <a:pt x="0" y="32433"/>
                </a:lnTo>
                <a:cubicBezTo>
                  <a:pt x="0" y="26484"/>
                  <a:pt x="1621" y="21088"/>
                  <a:pt x="4308" y="16226"/>
                </a:cubicBezTo>
                <a:cubicBezTo>
                  <a:pt x="7017" y="11364"/>
                  <a:pt x="11344" y="7036"/>
                  <a:pt x="16207" y="4328"/>
                </a:cubicBezTo>
                <a:cubicBezTo>
                  <a:pt x="21069" y="1621"/>
                  <a:pt x="26465" y="0"/>
                  <a:pt x="32413" y="0"/>
                </a:cubicBezTo>
                <a:cubicBezTo>
                  <a:pt x="38363" y="0"/>
                  <a:pt x="43778" y="1621"/>
                  <a:pt x="48640" y="4328"/>
                </a:cubicBezTo>
                <a:cubicBezTo>
                  <a:pt x="53503" y="7036"/>
                  <a:pt x="57830" y="11364"/>
                  <a:pt x="60520" y="16226"/>
                </a:cubicBezTo>
                <a:cubicBezTo>
                  <a:pt x="63226" y="21088"/>
                  <a:pt x="64848" y="26484"/>
                  <a:pt x="64848" y="32433"/>
                </a:cubicBezTo>
                <a:cubicBezTo>
                  <a:pt x="64848" y="38383"/>
                  <a:pt x="63226" y="43779"/>
                  <a:pt x="60520" y="48659"/>
                </a:cubicBezTo>
                <a:cubicBezTo>
                  <a:pt x="57830" y="53522"/>
                  <a:pt x="53503" y="57831"/>
                  <a:pt x="48640" y="60539"/>
                </a:cubicBezTo>
                <a:cubicBezTo>
                  <a:pt x="43778" y="63246"/>
                  <a:pt x="38363" y="64867"/>
                  <a:pt x="32413" y="64867"/>
                </a:cubicBezTo>
                <a:cubicBezTo>
                  <a:pt x="26465" y="64867"/>
                  <a:pt x="21069" y="63246"/>
                  <a:pt x="16207" y="60539"/>
                </a:cubicBezTo>
                <a:cubicBezTo>
                  <a:pt x="11344" y="57831"/>
                  <a:pt x="7017" y="53522"/>
                  <a:pt x="4308" y="48659"/>
                </a:cubicBezTo>
                <a:cubicBezTo>
                  <a:pt x="1621" y="43779"/>
                  <a:pt x="0" y="3838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" name="path-374">
            <a:extLst xmlns:a="http://schemas.openxmlformats.org/drawingml/2006/main">
              <a:ext uri="{FF2B5EF4-FFF2-40B4-BE49-F238E27FC236}">
                <a16:creationId xmlns:a16="http://schemas.microsoft.com/office/drawing/2014/main" id="{73C1A65B-52A0-477B-8DDD-72556D160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79993" y="1466179"/>
            <a:ext cx="63921" cy="63921"/>
          </a:xfrm>
          <a:custGeom xmlns:a="http://schemas.openxmlformats.org/drawingml/2006/main">
            <a:pathLst>
              <a:path w="64868" h="6486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22" y="21088"/>
                  <a:pt x="4328" y="16226"/>
                </a:cubicBezTo>
                <a:cubicBezTo>
                  <a:pt x="7036" y="11365"/>
                  <a:pt x="11365" y="7036"/>
                  <a:pt x="16227" y="4328"/>
                </a:cubicBezTo>
                <a:cubicBezTo>
                  <a:pt x="21090" y="1640"/>
                  <a:pt x="26486" y="0"/>
                  <a:pt x="32434" y="0"/>
                </a:cubicBezTo>
                <a:cubicBezTo>
                  <a:pt x="38383" y="0"/>
                  <a:pt x="43779" y="1640"/>
                  <a:pt x="48660" y="4328"/>
                </a:cubicBezTo>
                <a:cubicBezTo>
                  <a:pt x="53522" y="7036"/>
                  <a:pt x="57832" y="11365"/>
                  <a:pt x="60539" y="16226"/>
                </a:cubicBezTo>
                <a:cubicBezTo>
                  <a:pt x="63247" y="21088"/>
                  <a:pt x="64868" y="26485"/>
                  <a:pt x="64868" y="32434"/>
                </a:cubicBezTo>
                <a:cubicBezTo>
                  <a:pt x="64868" y="38383"/>
                  <a:pt x="63247" y="43798"/>
                  <a:pt x="60539" y="48660"/>
                </a:cubicBezTo>
                <a:cubicBezTo>
                  <a:pt x="57832" y="53522"/>
                  <a:pt x="53522" y="57851"/>
                  <a:pt x="48660" y="60539"/>
                </a:cubicBezTo>
                <a:cubicBezTo>
                  <a:pt x="43779" y="63246"/>
                  <a:pt x="38383" y="64868"/>
                  <a:pt x="32434" y="64868"/>
                </a:cubicBezTo>
                <a:cubicBezTo>
                  <a:pt x="26486" y="64868"/>
                  <a:pt x="21090" y="63246"/>
                  <a:pt x="16227" y="60539"/>
                </a:cubicBezTo>
                <a:cubicBezTo>
                  <a:pt x="11365" y="57851"/>
                  <a:pt x="7036" y="53522"/>
                  <a:pt x="4328" y="48660"/>
                </a:cubicBezTo>
                <a:cubicBezTo>
                  <a:pt x="1622" y="43798"/>
                  <a:pt x="0" y="38383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5" name="path-375">
            <a:extLst xmlns:a="http://schemas.openxmlformats.org/drawingml/2006/main">
              <a:ext uri="{FF2B5EF4-FFF2-40B4-BE49-F238E27FC236}">
                <a16:creationId xmlns:a16="http://schemas.microsoft.com/office/drawing/2014/main" id="{36A2DE0E-035E-48D8-933E-6F0C32C14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9960" y="1714381"/>
            <a:ext cx="63902" cy="63901"/>
          </a:xfrm>
          <a:custGeom xmlns:a="http://schemas.openxmlformats.org/drawingml/2006/main">
            <a:pathLst>
              <a:path w="64848" h="64848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1" y="21070"/>
                  <a:pt x="4309" y="16207"/>
                </a:cubicBezTo>
                <a:cubicBezTo>
                  <a:pt x="7017" y="11345"/>
                  <a:pt x="11345" y="7017"/>
                  <a:pt x="16207" y="4328"/>
                </a:cubicBezTo>
                <a:cubicBezTo>
                  <a:pt x="21069" y="1621"/>
                  <a:pt x="26485" y="0"/>
                  <a:pt x="32414" y="0"/>
                </a:cubicBezTo>
                <a:cubicBezTo>
                  <a:pt x="38363" y="0"/>
                  <a:pt x="43778" y="1621"/>
                  <a:pt x="48641" y="4328"/>
                </a:cubicBezTo>
                <a:cubicBezTo>
                  <a:pt x="53503" y="7017"/>
                  <a:pt x="57831" y="11345"/>
                  <a:pt x="60520" y="16207"/>
                </a:cubicBezTo>
                <a:cubicBezTo>
                  <a:pt x="63228" y="21070"/>
                  <a:pt x="64848" y="26485"/>
                  <a:pt x="64848" y="32433"/>
                </a:cubicBezTo>
                <a:cubicBezTo>
                  <a:pt x="64848" y="38382"/>
                  <a:pt x="63228" y="43778"/>
                  <a:pt x="60520" y="48640"/>
                </a:cubicBezTo>
                <a:cubicBezTo>
                  <a:pt x="57831" y="53503"/>
                  <a:pt x="53503" y="57831"/>
                  <a:pt x="48641" y="60539"/>
                </a:cubicBezTo>
                <a:cubicBezTo>
                  <a:pt x="43778" y="63228"/>
                  <a:pt x="38363" y="64848"/>
                  <a:pt x="32414" y="64848"/>
                </a:cubicBezTo>
                <a:cubicBezTo>
                  <a:pt x="26485" y="64848"/>
                  <a:pt x="21069" y="63228"/>
                  <a:pt x="16207" y="60539"/>
                </a:cubicBezTo>
                <a:cubicBezTo>
                  <a:pt x="11345" y="57831"/>
                  <a:pt x="7017" y="53503"/>
                  <a:pt x="4309" y="48640"/>
                </a:cubicBezTo>
                <a:cubicBezTo>
                  <a:pt x="1621" y="43778"/>
                  <a:pt x="0" y="38382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6" name="path-376">
            <a:extLst xmlns:a="http://schemas.openxmlformats.org/drawingml/2006/main">
              <a:ext uri="{FF2B5EF4-FFF2-40B4-BE49-F238E27FC236}">
                <a16:creationId xmlns:a16="http://schemas.microsoft.com/office/drawing/2014/main" id="{BF115448-08B9-47EB-9419-25D4A540F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56983" y="1637159"/>
            <a:ext cx="63919" cy="63901"/>
          </a:xfrm>
          <a:custGeom xmlns:a="http://schemas.openxmlformats.org/drawingml/2006/main">
            <a:pathLst>
              <a:path w="64866" h="64848">
                <a:moveTo>
                  <a:pt x="0" y="32414"/>
                </a:moveTo>
                <a:lnTo>
                  <a:pt x="0" y="32414"/>
                </a:lnTo>
                <a:cubicBezTo>
                  <a:pt x="0" y="26484"/>
                  <a:pt x="1622" y="21069"/>
                  <a:pt x="4328" y="16207"/>
                </a:cubicBezTo>
                <a:cubicBezTo>
                  <a:pt x="7036" y="11345"/>
                  <a:pt x="11345" y="7016"/>
                  <a:pt x="16227" y="4308"/>
                </a:cubicBezTo>
                <a:cubicBezTo>
                  <a:pt x="21090" y="1621"/>
                  <a:pt x="26485" y="0"/>
                  <a:pt x="32434" y="0"/>
                </a:cubicBezTo>
                <a:cubicBezTo>
                  <a:pt x="38383" y="0"/>
                  <a:pt x="43779" y="1621"/>
                  <a:pt x="48641" y="4308"/>
                </a:cubicBezTo>
                <a:cubicBezTo>
                  <a:pt x="53504" y="7016"/>
                  <a:pt x="57831" y="11345"/>
                  <a:pt x="60539" y="16207"/>
                </a:cubicBezTo>
                <a:cubicBezTo>
                  <a:pt x="63247" y="21069"/>
                  <a:pt x="64866" y="26484"/>
                  <a:pt x="64866" y="32414"/>
                </a:cubicBezTo>
                <a:cubicBezTo>
                  <a:pt x="64866" y="38363"/>
                  <a:pt x="63247" y="43778"/>
                  <a:pt x="60539" y="48640"/>
                </a:cubicBezTo>
                <a:cubicBezTo>
                  <a:pt x="57831" y="53503"/>
                  <a:pt x="53504" y="57831"/>
                  <a:pt x="48641" y="60519"/>
                </a:cubicBezTo>
                <a:cubicBezTo>
                  <a:pt x="43779" y="63226"/>
                  <a:pt x="38383" y="64848"/>
                  <a:pt x="32434" y="64848"/>
                </a:cubicBezTo>
                <a:cubicBezTo>
                  <a:pt x="26485" y="64848"/>
                  <a:pt x="21090" y="63226"/>
                  <a:pt x="16227" y="60519"/>
                </a:cubicBezTo>
                <a:cubicBezTo>
                  <a:pt x="11345" y="57831"/>
                  <a:pt x="7036" y="53503"/>
                  <a:pt x="4328" y="48640"/>
                </a:cubicBezTo>
                <a:cubicBezTo>
                  <a:pt x="1622" y="43778"/>
                  <a:pt x="0" y="38363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" name="path-377">
            <a:extLst xmlns:a="http://schemas.openxmlformats.org/drawingml/2006/main">
              <a:ext uri="{FF2B5EF4-FFF2-40B4-BE49-F238E27FC236}">
                <a16:creationId xmlns:a16="http://schemas.microsoft.com/office/drawing/2014/main" id="{BB207284-CC98-486E-9FCC-E219B71A0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38871" y="1442749"/>
            <a:ext cx="63919" cy="63920"/>
          </a:xfrm>
          <a:custGeom xmlns:a="http://schemas.openxmlformats.org/drawingml/2006/main">
            <a:pathLst>
              <a:path w="64866" h="64867">
                <a:moveTo>
                  <a:pt x="0" y="32433"/>
                </a:moveTo>
                <a:lnTo>
                  <a:pt x="0" y="32433"/>
                </a:lnTo>
                <a:cubicBezTo>
                  <a:pt x="0" y="26485"/>
                  <a:pt x="1622" y="21089"/>
                  <a:pt x="4328" y="16227"/>
                </a:cubicBezTo>
                <a:cubicBezTo>
                  <a:pt x="7036" y="11364"/>
                  <a:pt x="11365" y="7036"/>
                  <a:pt x="16227" y="4328"/>
                </a:cubicBezTo>
                <a:cubicBezTo>
                  <a:pt x="21088" y="1621"/>
                  <a:pt x="26485" y="0"/>
                  <a:pt x="32434" y="0"/>
                </a:cubicBezTo>
                <a:cubicBezTo>
                  <a:pt x="38383" y="0"/>
                  <a:pt x="43779" y="1621"/>
                  <a:pt x="48660" y="4328"/>
                </a:cubicBezTo>
                <a:cubicBezTo>
                  <a:pt x="53522" y="7036"/>
                  <a:pt x="57831" y="11364"/>
                  <a:pt x="60539" y="16227"/>
                </a:cubicBezTo>
                <a:cubicBezTo>
                  <a:pt x="63247" y="21089"/>
                  <a:pt x="64866" y="26485"/>
                  <a:pt x="64866" y="32433"/>
                </a:cubicBezTo>
                <a:cubicBezTo>
                  <a:pt x="64866" y="38383"/>
                  <a:pt x="63247" y="43779"/>
                  <a:pt x="60539" y="48640"/>
                </a:cubicBezTo>
                <a:cubicBezTo>
                  <a:pt x="57831" y="53522"/>
                  <a:pt x="53522" y="57831"/>
                  <a:pt x="48660" y="60539"/>
                </a:cubicBezTo>
                <a:cubicBezTo>
                  <a:pt x="43779" y="63246"/>
                  <a:pt x="38383" y="64867"/>
                  <a:pt x="32434" y="64867"/>
                </a:cubicBezTo>
                <a:cubicBezTo>
                  <a:pt x="26485" y="64867"/>
                  <a:pt x="21088" y="63246"/>
                  <a:pt x="16227" y="60539"/>
                </a:cubicBezTo>
                <a:cubicBezTo>
                  <a:pt x="11365" y="57831"/>
                  <a:pt x="7036" y="53522"/>
                  <a:pt x="4328" y="48640"/>
                </a:cubicBezTo>
                <a:cubicBezTo>
                  <a:pt x="1622" y="43779"/>
                  <a:pt x="0" y="38383"/>
                  <a:pt x="0" y="32433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8" name="path-378">
            <a:extLst xmlns:a="http://schemas.openxmlformats.org/drawingml/2006/main">
              <a:ext uri="{FF2B5EF4-FFF2-40B4-BE49-F238E27FC236}">
                <a16:creationId xmlns:a16="http://schemas.microsoft.com/office/drawing/2014/main" id="{BD0E3671-1FDF-4727-A57D-AD67C0022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56585" y="1311208"/>
            <a:ext cx="63900" cy="63902"/>
          </a:xfrm>
          <a:custGeom xmlns:a="http://schemas.openxmlformats.org/drawingml/2006/main">
            <a:pathLst>
              <a:path w="64847" h="64848">
                <a:moveTo>
                  <a:pt x="0" y="32414"/>
                </a:moveTo>
                <a:lnTo>
                  <a:pt x="0" y="32414"/>
                </a:lnTo>
                <a:cubicBezTo>
                  <a:pt x="0" y="26485"/>
                  <a:pt x="1619" y="21070"/>
                  <a:pt x="4327" y="16207"/>
                </a:cubicBezTo>
                <a:cubicBezTo>
                  <a:pt x="7016" y="11345"/>
                  <a:pt x="11344" y="7017"/>
                  <a:pt x="16206" y="4310"/>
                </a:cubicBezTo>
                <a:cubicBezTo>
                  <a:pt x="21069" y="1621"/>
                  <a:pt x="26484" y="0"/>
                  <a:pt x="32433" y="0"/>
                </a:cubicBezTo>
                <a:cubicBezTo>
                  <a:pt x="38382" y="0"/>
                  <a:pt x="43777" y="1621"/>
                  <a:pt x="48640" y="4310"/>
                </a:cubicBezTo>
                <a:cubicBezTo>
                  <a:pt x="53502" y="7017"/>
                  <a:pt x="57830" y="11345"/>
                  <a:pt x="60538" y="16207"/>
                </a:cubicBezTo>
                <a:cubicBezTo>
                  <a:pt x="63226" y="21070"/>
                  <a:pt x="64847" y="26485"/>
                  <a:pt x="64847" y="32414"/>
                </a:cubicBezTo>
                <a:cubicBezTo>
                  <a:pt x="64847" y="38364"/>
                  <a:pt x="63226" y="43779"/>
                  <a:pt x="60538" y="48641"/>
                </a:cubicBezTo>
                <a:cubicBezTo>
                  <a:pt x="57830" y="53503"/>
                  <a:pt x="53502" y="57831"/>
                  <a:pt x="48640" y="60520"/>
                </a:cubicBezTo>
                <a:cubicBezTo>
                  <a:pt x="43777" y="63228"/>
                  <a:pt x="38382" y="64848"/>
                  <a:pt x="32433" y="64848"/>
                </a:cubicBezTo>
                <a:cubicBezTo>
                  <a:pt x="26484" y="64848"/>
                  <a:pt x="21069" y="63228"/>
                  <a:pt x="16206" y="60520"/>
                </a:cubicBezTo>
                <a:cubicBezTo>
                  <a:pt x="11344" y="57831"/>
                  <a:pt x="7016" y="53503"/>
                  <a:pt x="4327" y="48641"/>
                </a:cubicBezTo>
                <a:cubicBezTo>
                  <a:pt x="1619" y="43779"/>
                  <a:pt x="0" y="38364"/>
                  <a:pt x="0" y="3241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9" name="path-379">
            <a:extLst xmlns:a="http://schemas.openxmlformats.org/drawingml/2006/main">
              <a:ext uri="{FF2B5EF4-FFF2-40B4-BE49-F238E27FC236}">
                <a16:creationId xmlns:a16="http://schemas.microsoft.com/office/drawing/2014/main" id="{07460F29-E446-4C7A-B9C7-F7FE4F9C9B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8435" y="1848065"/>
            <a:ext cx="63902" cy="63902"/>
          </a:xfrm>
          <a:custGeom xmlns:a="http://schemas.openxmlformats.org/drawingml/2006/main">
            <a:pathLst>
              <a:path w="64848" h="64848">
                <a:moveTo>
                  <a:pt x="0" y="32434"/>
                </a:moveTo>
                <a:lnTo>
                  <a:pt x="0" y="32434"/>
                </a:lnTo>
                <a:cubicBezTo>
                  <a:pt x="0" y="26485"/>
                  <a:pt x="1619" y="21070"/>
                  <a:pt x="4308" y="16207"/>
                </a:cubicBezTo>
                <a:cubicBezTo>
                  <a:pt x="7016" y="11345"/>
                  <a:pt x="11344" y="7017"/>
                  <a:pt x="16207" y="4328"/>
                </a:cubicBezTo>
                <a:cubicBezTo>
                  <a:pt x="21069" y="1621"/>
                  <a:pt x="26484" y="0"/>
                  <a:pt x="32413" y="0"/>
                </a:cubicBezTo>
                <a:cubicBezTo>
                  <a:pt x="38362" y="0"/>
                  <a:pt x="43778" y="1621"/>
                  <a:pt x="48640" y="4328"/>
                </a:cubicBezTo>
                <a:cubicBezTo>
                  <a:pt x="53502" y="7017"/>
                  <a:pt x="57830" y="11345"/>
                  <a:pt x="60519" y="16207"/>
                </a:cubicBezTo>
                <a:cubicBezTo>
                  <a:pt x="63226" y="21070"/>
                  <a:pt x="64848" y="26485"/>
                  <a:pt x="64848" y="32434"/>
                </a:cubicBezTo>
                <a:cubicBezTo>
                  <a:pt x="64848" y="38364"/>
                  <a:pt x="63226" y="43779"/>
                  <a:pt x="60519" y="48641"/>
                </a:cubicBezTo>
                <a:cubicBezTo>
                  <a:pt x="57830" y="53503"/>
                  <a:pt x="53502" y="57832"/>
                  <a:pt x="48640" y="60539"/>
                </a:cubicBezTo>
                <a:cubicBezTo>
                  <a:pt x="43778" y="63228"/>
                  <a:pt x="38362" y="64848"/>
                  <a:pt x="32413" y="64848"/>
                </a:cubicBezTo>
                <a:cubicBezTo>
                  <a:pt x="26484" y="64848"/>
                  <a:pt x="21069" y="63228"/>
                  <a:pt x="16207" y="60539"/>
                </a:cubicBezTo>
                <a:cubicBezTo>
                  <a:pt x="11344" y="57832"/>
                  <a:pt x="7016" y="53503"/>
                  <a:pt x="4308" y="48641"/>
                </a:cubicBezTo>
                <a:cubicBezTo>
                  <a:pt x="1619" y="43779"/>
                  <a:pt x="0" y="38364"/>
                  <a:pt x="0" y="32434"/>
                </a:cubicBezTo>
              </a:path>
            </a:pathLst>
          </a:custGeom>
          <a:solidFill xmlns:a="http://schemas.openxmlformats.org/drawingml/2006/main">
            <a:srgbClr val="4A965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0" name="path-380">
            <a:extLst xmlns:a="http://schemas.openxmlformats.org/drawingml/2006/main">
              <a:ext uri="{FF2B5EF4-FFF2-40B4-BE49-F238E27FC236}">
                <a16:creationId xmlns:a16="http://schemas.microsoft.com/office/drawing/2014/main" id="{B1ABE6A3-2041-41D6-927F-33F1FE042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49251" y="1238231"/>
            <a:ext cx="238074" cy="305716"/>
          </a:xfrm>
          <a:custGeom xmlns:a="http://schemas.openxmlformats.org/drawingml/2006/main">
            <a:pathLst>
              <a:path w="241601" h="310245">
                <a:moveTo>
                  <a:pt x="0" y="0"/>
                </a:moveTo>
                <a:lnTo>
                  <a:pt x="168631" y="0"/>
                </a:lnTo>
                <a:lnTo>
                  <a:pt x="241601" y="72437"/>
                </a:lnTo>
                <a:lnTo>
                  <a:pt x="241601" y="310245"/>
                </a:lnTo>
                <a:lnTo>
                  <a:pt x="0" y="310245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31" name="path-381">
            <a:extLst xmlns:a="http://schemas.openxmlformats.org/drawingml/2006/main">
              <a:ext uri="{FF2B5EF4-FFF2-40B4-BE49-F238E27FC236}">
                <a16:creationId xmlns:a16="http://schemas.microsoft.com/office/drawing/2014/main" id="{6733F51F-03C8-4196-B547-1DEAD47DF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15965" y="1238777"/>
            <a:ext cx="191" cy="71360"/>
          </a:xfrm>
          <a:custGeom xmlns:a="http://schemas.openxmlformats.org/drawingml/2006/main">
            <a:pathLst>
              <a:path w="191" h="72417">
                <a:moveTo>
                  <a:pt x="0" y="0"/>
                </a:moveTo>
                <a:lnTo>
                  <a:pt x="0" y="72417"/>
                </a:lnTo>
              </a:path>
            </a:pathLst>
          </a:custGeom>
          <a:noFill xmlns:a="http://schemas.openxmlformats.org/drawingml/2006/main"/>
          <a:ln xmlns:a="http://schemas.openxmlformats.org/drawingml/2006/main" w="12250">
            <a:solidFill>
              <a:srgbClr val="444444"/>
            </a:solidFill>
            <a:prstDash val="solid"/>
          </a:ln>
        </p:spPr>
      </p:sp>
      <p:sp>
        <p:nvSpPr>
          <p:cNvPr id="432" name="path-382">
            <a:extLst xmlns:a="http://schemas.openxmlformats.org/drawingml/2006/main">
              <a:ext uri="{FF2B5EF4-FFF2-40B4-BE49-F238E27FC236}">
                <a16:creationId xmlns:a16="http://schemas.microsoft.com/office/drawing/2014/main" id="{499706AB-84BB-4EE9-B013-A959C274D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15965" y="1310137"/>
            <a:ext cx="71361" cy="191"/>
          </a:xfrm>
          <a:custGeom xmlns:a="http://schemas.openxmlformats.org/drawingml/2006/main">
            <a:pathLst>
              <a:path w="72418" h="191">
                <a:moveTo>
                  <a:pt x="0" y="0"/>
                </a:moveTo>
                <a:lnTo>
                  <a:pt x="7241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250">
            <a:solidFill>
              <a:srgbClr val="444444"/>
            </a:solidFill>
            <a:prstDash val="solid"/>
          </a:ln>
        </p:spPr>
      </p:sp>
      <p:sp>
        <p:nvSpPr>
          <p:cNvPr id="433" name="path-383">
            <a:extLst xmlns:a="http://schemas.openxmlformats.org/drawingml/2006/main">
              <a:ext uri="{FF2B5EF4-FFF2-40B4-BE49-F238E27FC236}">
                <a16:creationId xmlns:a16="http://schemas.microsoft.com/office/drawing/2014/main" id="{659A8BB5-9FCB-44A6-BF76-F3223E0A5E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9741" y="1360735"/>
            <a:ext cx="157113" cy="191"/>
          </a:xfrm>
          <a:custGeom xmlns:a="http://schemas.openxmlformats.org/drawingml/2006/main">
            <a:pathLst>
              <a:path w="159441" h="191">
                <a:moveTo>
                  <a:pt x="0" y="0"/>
                </a:moveTo>
                <a:lnTo>
                  <a:pt x="15944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34" name="path-384">
            <a:extLst xmlns:a="http://schemas.openxmlformats.org/drawingml/2006/main">
              <a:ext uri="{FF2B5EF4-FFF2-40B4-BE49-F238E27FC236}">
                <a16:creationId xmlns:a16="http://schemas.microsoft.com/office/drawing/2014/main" id="{A204C65F-CBAE-4C13-B025-8934F4209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9741" y="1412931"/>
            <a:ext cx="157113" cy="191"/>
          </a:xfrm>
          <a:custGeom xmlns:a="http://schemas.openxmlformats.org/drawingml/2006/main">
            <a:pathLst>
              <a:path w="159441" h="191">
                <a:moveTo>
                  <a:pt x="0" y="0"/>
                </a:moveTo>
                <a:lnTo>
                  <a:pt x="15944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35" name="path-385">
            <a:extLst xmlns:a="http://schemas.openxmlformats.org/drawingml/2006/main">
              <a:ext uri="{FF2B5EF4-FFF2-40B4-BE49-F238E27FC236}">
                <a16:creationId xmlns:a16="http://schemas.microsoft.com/office/drawing/2014/main" id="{1EBA8CC9-E460-4FB4-865F-ED40160DE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9741" y="1464583"/>
            <a:ext cx="157113" cy="191"/>
          </a:xfrm>
          <a:custGeom xmlns:a="http://schemas.openxmlformats.org/drawingml/2006/main">
            <a:pathLst>
              <a:path w="159441" h="191">
                <a:moveTo>
                  <a:pt x="0" y="0"/>
                </a:moveTo>
                <a:lnTo>
                  <a:pt x="15944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36" name="path-386">
            <a:extLst xmlns:a="http://schemas.openxmlformats.org/drawingml/2006/main">
              <a:ext uri="{FF2B5EF4-FFF2-40B4-BE49-F238E27FC236}">
                <a16:creationId xmlns:a16="http://schemas.microsoft.com/office/drawing/2014/main" id="{D2CEFED4-8655-4388-A9FE-027F484C9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40048" y="1398539"/>
            <a:ext cx="238074" cy="305715"/>
          </a:xfrm>
          <a:custGeom xmlns:a="http://schemas.openxmlformats.org/drawingml/2006/main">
            <a:pathLst>
              <a:path w="241601" h="310244">
                <a:moveTo>
                  <a:pt x="0" y="0"/>
                </a:moveTo>
                <a:lnTo>
                  <a:pt x="168632" y="0"/>
                </a:lnTo>
                <a:lnTo>
                  <a:pt x="241601" y="72437"/>
                </a:lnTo>
                <a:lnTo>
                  <a:pt x="241601" y="310244"/>
                </a:lnTo>
                <a:lnTo>
                  <a:pt x="0" y="31024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37" name="path-387">
            <a:extLst xmlns:a="http://schemas.openxmlformats.org/drawingml/2006/main">
              <a:ext uri="{FF2B5EF4-FFF2-40B4-BE49-F238E27FC236}">
                <a16:creationId xmlns:a16="http://schemas.microsoft.com/office/drawing/2014/main" id="{D952E440-73D2-4431-966B-8CF740ECF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6763" y="1398539"/>
            <a:ext cx="191" cy="71905"/>
          </a:xfrm>
          <a:custGeom xmlns:a="http://schemas.openxmlformats.org/drawingml/2006/main">
            <a:pathLst>
              <a:path w="191" h="72971">
                <a:moveTo>
                  <a:pt x="0" y="0"/>
                </a:moveTo>
                <a:lnTo>
                  <a:pt x="0" y="72971"/>
                </a:lnTo>
              </a:path>
            </a:pathLst>
          </a:custGeom>
          <a:noFill xmlns:a="http://schemas.openxmlformats.org/drawingml/2006/main"/>
          <a:ln xmlns:a="http://schemas.openxmlformats.org/drawingml/2006/main" w="12250">
            <a:solidFill>
              <a:srgbClr val="444444"/>
            </a:solidFill>
            <a:prstDash val="solid"/>
          </a:ln>
        </p:spPr>
      </p:sp>
      <p:sp>
        <p:nvSpPr>
          <p:cNvPr id="438" name="path-388">
            <a:extLst xmlns:a="http://schemas.openxmlformats.org/drawingml/2006/main">
              <a:ext uri="{FF2B5EF4-FFF2-40B4-BE49-F238E27FC236}">
                <a16:creationId xmlns:a16="http://schemas.microsoft.com/office/drawing/2014/main" id="{1829EBC1-4A31-414C-94A0-A23E7DDD8E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06763" y="1470444"/>
            <a:ext cx="71359" cy="191"/>
          </a:xfrm>
          <a:custGeom xmlns:a="http://schemas.openxmlformats.org/drawingml/2006/main">
            <a:pathLst>
              <a:path w="72417" h="191">
                <a:moveTo>
                  <a:pt x="0" y="0"/>
                </a:moveTo>
                <a:lnTo>
                  <a:pt x="7241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250">
            <a:solidFill>
              <a:srgbClr val="444444"/>
            </a:solidFill>
            <a:prstDash val="solid"/>
          </a:ln>
        </p:spPr>
      </p:sp>
      <p:sp>
        <p:nvSpPr>
          <p:cNvPr id="439" name="path-389">
            <a:extLst xmlns:a="http://schemas.openxmlformats.org/drawingml/2006/main">
              <a:ext uri="{FF2B5EF4-FFF2-40B4-BE49-F238E27FC236}">
                <a16:creationId xmlns:a16="http://schemas.microsoft.com/office/drawing/2014/main" id="{B615FDC6-242A-49AA-8627-5B3306CA0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80537" y="1521043"/>
            <a:ext cx="157114" cy="191"/>
          </a:xfrm>
          <a:custGeom xmlns:a="http://schemas.openxmlformats.org/drawingml/2006/main">
            <a:pathLst>
              <a:path w="159442" h="191">
                <a:moveTo>
                  <a:pt x="0" y="0"/>
                </a:moveTo>
                <a:lnTo>
                  <a:pt x="15944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40" name="path-390">
            <a:extLst xmlns:a="http://schemas.openxmlformats.org/drawingml/2006/main">
              <a:ext uri="{FF2B5EF4-FFF2-40B4-BE49-F238E27FC236}">
                <a16:creationId xmlns:a16="http://schemas.microsoft.com/office/drawing/2014/main" id="{FF7AE2A4-B732-4C26-B1A0-8D637ABD4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80537" y="1572712"/>
            <a:ext cx="157114" cy="191"/>
          </a:xfrm>
          <a:custGeom xmlns:a="http://schemas.openxmlformats.org/drawingml/2006/main">
            <a:pathLst>
              <a:path w="159442" h="191">
                <a:moveTo>
                  <a:pt x="0" y="0"/>
                </a:moveTo>
                <a:lnTo>
                  <a:pt x="15944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41" name="path-391">
            <a:extLst xmlns:a="http://schemas.openxmlformats.org/drawingml/2006/main">
              <a:ext uri="{FF2B5EF4-FFF2-40B4-BE49-F238E27FC236}">
                <a16:creationId xmlns:a16="http://schemas.microsoft.com/office/drawing/2014/main" id="{8AFCA40E-691E-41D4-8B26-39C2ECD63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80537" y="1624908"/>
            <a:ext cx="157114" cy="191"/>
          </a:xfrm>
          <a:custGeom xmlns:a="http://schemas.openxmlformats.org/drawingml/2006/main">
            <a:pathLst>
              <a:path w="159442" h="191">
                <a:moveTo>
                  <a:pt x="0" y="0"/>
                </a:moveTo>
                <a:lnTo>
                  <a:pt x="15944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44444"/>
            </a:solidFill>
            <a:prstDash val="solid"/>
          </a:ln>
        </p:spPr>
      </p:sp>
      <p:sp>
        <p:nvSpPr>
          <p:cNvPr id="442" name="path-392">
            <a:extLst xmlns:a="http://schemas.openxmlformats.org/drawingml/2006/main">
              <a:ext uri="{FF2B5EF4-FFF2-40B4-BE49-F238E27FC236}">
                <a16:creationId xmlns:a16="http://schemas.microsoft.com/office/drawing/2014/main" id="{813CBED1-62D8-418B-883F-B197E87FC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00334" y="1108287"/>
            <a:ext cx="1803910" cy="872916"/>
          </a:xfrm>
          <a:custGeom xmlns:a="http://schemas.openxmlformats.org/drawingml/2006/main">
            <a:pathLst>
              <a:path w="1830635" h="885849">
                <a:moveTo>
                  <a:pt x="0" y="442648"/>
                </a:moveTo>
                <a:lnTo>
                  <a:pt x="0" y="442648"/>
                </a:lnTo>
                <a:cubicBezTo>
                  <a:pt x="0" y="364834"/>
                  <a:pt x="42157" y="288622"/>
                  <a:pt x="122699" y="221048"/>
                </a:cubicBezTo>
                <a:cubicBezTo>
                  <a:pt x="203219" y="154026"/>
                  <a:pt x="318348" y="97815"/>
                  <a:pt x="457787" y="58899"/>
                </a:cubicBezTo>
                <a:cubicBezTo>
                  <a:pt x="596712" y="19983"/>
                  <a:pt x="754531" y="0"/>
                  <a:pt x="915594" y="0"/>
                </a:cubicBezTo>
                <a:cubicBezTo>
                  <a:pt x="1076122" y="0"/>
                  <a:pt x="1233942" y="19983"/>
                  <a:pt x="1372848" y="58899"/>
                </a:cubicBezTo>
                <a:cubicBezTo>
                  <a:pt x="1512287" y="97815"/>
                  <a:pt x="1627414" y="154026"/>
                  <a:pt x="1707954" y="221048"/>
                </a:cubicBezTo>
                <a:cubicBezTo>
                  <a:pt x="1788475" y="288622"/>
                  <a:pt x="1830635" y="364834"/>
                  <a:pt x="1830635" y="442648"/>
                </a:cubicBezTo>
                <a:cubicBezTo>
                  <a:pt x="1830635" y="520481"/>
                  <a:pt x="1788475" y="596693"/>
                  <a:pt x="1707954" y="664249"/>
                </a:cubicBezTo>
                <a:cubicBezTo>
                  <a:pt x="1627414" y="731270"/>
                  <a:pt x="1512287" y="787480"/>
                  <a:pt x="1372848" y="826397"/>
                </a:cubicBezTo>
                <a:cubicBezTo>
                  <a:pt x="1233942" y="865313"/>
                  <a:pt x="1076122" y="885849"/>
                  <a:pt x="915594" y="885849"/>
                </a:cubicBezTo>
                <a:cubicBezTo>
                  <a:pt x="754531" y="885849"/>
                  <a:pt x="596712" y="865313"/>
                  <a:pt x="457787" y="826397"/>
                </a:cubicBezTo>
                <a:cubicBezTo>
                  <a:pt x="318348" y="787480"/>
                  <a:pt x="203219" y="731270"/>
                  <a:pt x="122699" y="664249"/>
                </a:cubicBezTo>
                <a:cubicBezTo>
                  <a:pt x="42157" y="596693"/>
                  <a:pt x="0" y="520481"/>
                  <a:pt x="0" y="442648"/>
                </a:cubicBez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868686"/>
            </a:solidFill>
            <a:prstDash val="dash"/>
          </a:ln>
        </p:spPr>
      </p:sp>
      <p:sp>
        <p:nvSpPr>
          <p:cNvPr id="443" name="path-393">
            <a:extLst xmlns:a="http://schemas.openxmlformats.org/drawingml/2006/main">
              <a:ext uri="{FF2B5EF4-FFF2-40B4-BE49-F238E27FC236}">
                <a16:creationId xmlns:a16="http://schemas.microsoft.com/office/drawing/2014/main" id="{7EDA2C47-ADBE-4FEA-9BEE-C66E95ED5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4451" y="1548212"/>
            <a:ext cx="69783" cy="69763"/>
          </a:xfrm>
          <a:custGeom xmlns:a="http://schemas.openxmlformats.org/drawingml/2006/main">
            <a:pathLst>
              <a:path w="70817" h="70797">
                <a:moveTo>
                  <a:pt x="0" y="35122"/>
                </a:moveTo>
                <a:lnTo>
                  <a:pt x="0" y="35122"/>
                </a:lnTo>
                <a:cubicBezTo>
                  <a:pt x="0" y="29192"/>
                  <a:pt x="1621" y="22690"/>
                  <a:pt x="4881" y="17294"/>
                </a:cubicBezTo>
                <a:cubicBezTo>
                  <a:pt x="8122" y="11879"/>
                  <a:pt x="12433" y="7570"/>
                  <a:pt x="17847" y="4328"/>
                </a:cubicBezTo>
                <a:cubicBezTo>
                  <a:pt x="23242" y="1621"/>
                  <a:pt x="29191" y="0"/>
                  <a:pt x="35675" y="0"/>
                </a:cubicBezTo>
                <a:cubicBezTo>
                  <a:pt x="41624" y="0"/>
                  <a:pt x="47572" y="1621"/>
                  <a:pt x="52968" y="4328"/>
                </a:cubicBezTo>
                <a:cubicBezTo>
                  <a:pt x="58384" y="7570"/>
                  <a:pt x="62712" y="11879"/>
                  <a:pt x="65954" y="17294"/>
                </a:cubicBezTo>
                <a:cubicBezTo>
                  <a:pt x="69195" y="22690"/>
                  <a:pt x="70817" y="29192"/>
                  <a:pt x="70817" y="35122"/>
                </a:cubicBezTo>
                <a:cubicBezTo>
                  <a:pt x="70817" y="41071"/>
                  <a:pt x="69195" y="47554"/>
                  <a:pt x="65954" y="52969"/>
                </a:cubicBezTo>
                <a:cubicBezTo>
                  <a:pt x="62712" y="58365"/>
                  <a:pt x="58384" y="62693"/>
                  <a:pt x="52968" y="65935"/>
                </a:cubicBezTo>
                <a:cubicBezTo>
                  <a:pt x="47572" y="68643"/>
                  <a:pt x="41624" y="70797"/>
                  <a:pt x="35675" y="70797"/>
                </a:cubicBezTo>
                <a:cubicBezTo>
                  <a:pt x="29191" y="70797"/>
                  <a:pt x="23242" y="68643"/>
                  <a:pt x="17847" y="65935"/>
                </a:cubicBezTo>
                <a:cubicBezTo>
                  <a:pt x="12433" y="62693"/>
                  <a:pt x="8122" y="58365"/>
                  <a:pt x="4881" y="52969"/>
                </a:cubicBezTo>
                <a:cubicBezTo>
                  <a:pt x="1621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" name="path-394">
            <a:extLst xmlns:a="http://schemas.openxmlformats.org/drawingml/2006/main">
              <a:ext uri="{FF2B5EF4-FFF2-40B4-BE49-F238E27FC236}">
                <a16:creationId xmlns:a16="http://schemas.microsoft.com/office/drawing/2014/main" id="{B1AE1AE5-E55D-47EC-AE69-2CE354C59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2525" y="1600407"/>
            <a:ext cx="69783" cy="69764"/>
          </a:xfrm>
          <a:custGeom xmlns:a="http://schemas.openxmlformats.org/drawingml/2006/main">
            <a:pathLst>
              <a:path w="70817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22" y="22690"/>
                  <a:pt x="4863" y="17294"/>
                </a:cubicBezTo>
                <a:cubicBezTo>
                  <a:pt x="8104" y="11879"/>
                  <a:pt x="12431" y="7570"/>
                  <a:pt x="17847" y="4328"/>
                </a:cubicBezTo>
                <a:cubicBezTo>
                  <a:pt x="23244" y="1621"/>
                  <a:pt x="29193" y="0"/>
                  <a:pt x="35676" y="0"/>
                </a:cubicBezTo>
                <a:cubicBezTo>
                  <a:pt x="41624" y="0"/>
                  <a:pt x="47573" y="1621"/>
                  <a:pt x="52969" y="4328"/>
                </a:cubicBezTo>
                <a:cubicBezTo>
                  <a:pt x="58385" y="7570"/>
                  <a:pt x="62694" y="11879"/>
                  <a:pt x="65954" y="17294"/>
                </a:cubicBezTo>
                <a:cubicBezTo>
                  <a:pt x="69196" y="22690"/>
                  <a:pt x="70817" y="29173"/>
                  <a:pt x="70817" y="35122"/>
                </a:cubicBezTo>
                <a:cubicBezTo>
                  <a:pt x="70817" y="41071"/>
                  <a:pt x="69196" y="47554"/>
                  <a:pt x="65954" y="52969"/>
                </a:cubicBezTo>
                <a:cubicBezTo>
                  <a:pt x="62694" y="58365"/>
                  <a:pt x="58385" y="62694"/>
                  <a:pt x="52969" y="65935"/>
                </a:cubicBezTo>
                <a:cubicBezTo>
                  <a:pt x="47573" y="68642"/>
                  <a:pt x="41624" y="70797"/>
                  <a:pt x="35676" y="70797"/>
                </a:cubicBezTo>
                <a:cubicBezTo>
                  <a:pt x="29193" y="70797"/>
                  <a:pt x="23244" y="68642"/>
                  <a:pt x="17847" y="65935"/>
                </a:cubicBezTo>
                <a:cubicBezTo>
                  <a:pt x="12431" y="62694"/>
                  <a:pt x="8104" y="58365"/>
                  <a:pt x="4863" y="52969"/>
                </a:cubicBezTo>
                <a:cubicBezTo>
                  <a:pt x="1622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" name="path-395">
            <a:extLst xmlns:a="http://schemas.openxmlformats.org/drawingml/2006/main">
              <a:ext uri="{FF2B5EF4-FFF2-40B4-BE49-F238E27FC236}">
                <a16:creationId xmlns:a16="http://schemas.microsoft.com/office/drawing/2014/main" id="{184E5860-7F81-41D0-9BD2-78A2FD2C9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3343" y="1277651"/>
            <a:ext cx="69764" cy="69763"/>
          </a:xfrm>
          <a:custGeom xmlns:a="http://schemas.openxmlformats.org/drawingml/2006/main">
            <a:pathLst>
              <a:path w="70797" h="70797">
                <a:moveTo>
                  <a:pt x="0" y="35122"/>
                </a:moveTo>
                <a:lnTo>
                  <a:pt x="0" y="35122"/>
                </a:lnTo>
                <a:cubicBezTo>
                  <a:pt x="0" y="29192"/>
                  <a:pt x="1622" y="22690"/>
                  <a:pt x="4862" y="17294"/>
                </a:cubicBezTo>
                <a:cubicBezTo>
                  <a:pt x="8103" y="11879"/>
                  <a:pt x="12433" y="7570"/>
                  <a:pt x="17828" y="4328"/>
                </a:cubicBezTo>
                <a:cubicBezTo>
                  <a:pt x="23244" y="1621"/>
                  <a:pt x="29173" y="0"/>
                  <a:pt x="35676" y="0"/>
                </a:cubicBezTo>
                <a:cubicBezTo>
                  <a:pt x="41605" y="0"/>
                  <a:pt x="47554" y="1621"/>
                  <a:pt x="52969" y="4328"/>
                </a:cubicBezTo>
                <a:cubicBezTo>
                  <a:pt x="58366" y="7570"/>
                  <a:pt x="62694" y="11879"/>
                  <a:pt x="65935" y="17294"/>
                </a:cubicBezTo>
                <a:cubicBezTo>
                  <a:pt x="69177" y="22690"/>
                  <a:pt x="70797" y="29192"/>
                  <a:pt x="70797" y="35122"/>
                </a:cubicBezTo>
                <a:cubicBezTo>
                  <a:pt x="70797" y="41071"/>
                  <a:pt x="69177" y="47554"/>
                  <a:pt x="65935" y="52969"/>
                </a:cubicBezTo>
                <a:cubicBezTo>
                  <a:pt x="62694" y="58365"/>
                  <a:pt x="58366" y="62693"/>
                  <a:pt x="52969" y="65934"/>
                </a:cubicBezTo>
                <a:cubicBezTo>
                  <a:pt x="47554" y="68642"/>
                  <a:pt x="41605" y="70797"/>
                  <a:pt x="35676" y="70797"/>
                </a:cubicBezTo>
                <a:cubicBezTo>
                  <a:pt x="29173" y="70797"/>
                  <a:pt x="23244" y="68642"/>
                  <a:pt x="17828" y="65934"/>
                </a:cubicBezTo>
                <a:cubicBezTo>
                  <a:pt x="12433" y="62693"/>
                  <a:pt x="8103" y="58365"/>
                  <a:pt x="4862" y="52969"/>
                </a:cubicBezTo>
                <a:cubicBezTo>
                  <a:pt x="1622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" name="path-396">
            <a:extLst xmlns:a="http://schemas.openxmlformats.org/drawingml/2006/main">
              <a:ext uri="{FF2B5EF4-FFF2-40B4-BE49-F238E27FC236}">
                <a16:creationId xmlns:a16="http://schemas.microsoft.com/office/drawing/2014/main" id="{59A9D3D6-9945-4FA7-94F0-F58B0BAEC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74046" y="1489083"/>
            <a:ext cx="69761" cy="69782"/>
          </a:xfrm>
          <a:custGeom xmlns:a="http://schemas.openxmlformats.org/drawingml/2006/main">
            <a:pathLst>
              <a:path w="70795" h="70815">
                <a:moveTo>
                  <a:pt x="0" y="35140"/>
                </a:moveTo>
                <a:lnTo>
                  <a:pt x="0" y="35140"/>
                </a:lnTo>
                <a:cubicBezTo>
                  <a:pt x="0" y="29192"/>
                  <a:pt x="1619" y="22709"/>
                  <a:pt x="4863" y="17294"/>
                </a:cubicBezTo>
                <a:cubicBezTo>
                  <a:pt x="8104" y="11898"/>
                  <a:pt x="12431" y="7570"/>
                  <a:pt x="17828" y="4328"/>
                </a:cubicBezTo>
                <a:cubicBezTo>
                  <a:pt x="23244" y="1620"/>
                  <a:pt x="29173" y="0"/>
                  <a:pt x="35675" y="0"/>
                </a:cubicBezTo>
                <a:cubicBezTo>
                  <a:pt x="41605" y="0"/>
                  <a:pt x="47554" y="1620"/>
                  <a:pt x="52967" y="4328"/>
                </a:cubicBezTo>
                <a:cubicBezTo>
                  <a:pt x="58363" y="7570"/>
                  <a:pt x="62693" y="11898"/>
                  <a:pt x="65934" y="17294"/>
                </a:cubicBezTo>
                <a:cubicBezTo>
                  <a:pt x="69175" y="22709"/>
                  <a:pt x="70795" y="29192"/>
                  <a:pt x="70795" y="35140"/>
                </a:cubicBezTo>
                <a:cubicBezTo>
                  <a:pt x="70795" y="41090"/>
                  <a:pt x="69175" y="47573"/>
                  <a:pt x="65934" y="52969"/>
                </a:cubicBezTo>
                <a:cubicBezTo>
                  <a:pt x="62693" y="58384"/>
                  <a:pt x="58363" y="62712"/>
                  <a:pt x="52967" y="65954"/>
                </a:cubicBezTo>
                <a:cubicBezTo>
                  <a:pt x="47554" y="68642"/>
                  <a:pt x="41605" y="70815"/>
                  <a:pt x="35675" y="70815"/>
                </a:cubicBezTo>
                <a:cubicBezTo>
                  <a:pt x="29173" y="70815"/>
                  <a:pt x="23244" y="68642"/>
                  <a:pt x="17828" y="65954"/>
                </a:cubicBezTo>
                <a:cubicBezTo>
                  <a:pt x="12431" y="62712"/>
                  <a:pt x="8104" y="58384"/>
                  <a:pt x="4863" y="52969"/>
                </a:cubicBezTo>
                <a:cubicBezTo>
                  <a:pt x="1619" y="47573"/>
                  <a:pt x="0" y="41090"/>
                  <a:pt x="0" y="35140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" name="path-397">
            <a:extLst xmlns:a="http://schemas.openxmlformats.org/drawingml/2006/main">
              <a:ext uri="{FF2B5EF4-FFF2-40B4-BE49-F238E27FC236}">
                <a16:creationId xmlns:a16="http://schemas.microsoft.com/office/drawing/2014/main" id="{1B67CE34-10A6-49D4-933C-4ED541036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18258" y="1204674"/>
            <a:ext cx="69782" cy="69782"/>
          </a:xfrm>
          <a:custGeom xmlns:a="http://schemas.openxmlformats.org/drawingml/2006/main">
            <a:pathLst>
              <a:path w="70815" h="70816">
                <a:moveTo>
                  <a:pt x="0" y="35141"/>
                </a:moveTo>
                <a:lnTo>
                  <a:pt x="0" y="35141"/>
                </a:lnTo>
                <a:cubicBezTo>
                  <a:pt x="0" y="29193"/>
                  <a:pt x="1621" y="22709"/>
                  <a:pt x="4862" y="17294"/>
                </a:cubicBezTo>
                <a:cubicBezTo>
                  <a:pt x="8103" y="11898"/>
                  <a:pt x="12433" y="7570"/>
                  <a:pt x="17847" y="4328"/>
                </a:cubicBezTo>
                <a:cubicBezTo>
                  <a:pt x="23242" y="1621"/>
                  <a:pt x="29193" y="0"/>
                  <a:pt x="35675" y="0"/>
                </a:cubicBezTo>
                <a:cubicBezTo>
                  <a:pt x="41625" y="0"/>
                  <a:pt x="47573" y="1621"/>
                  <a:pt x="52969" y="4328"/>
                </a:cubicBezTo>
                <a:cubicBezTo>
                  <a:pt x="58384" y="7570"/>
                  <a:pt x="62694" y="11898"/>
                  <a:pt x="65934" y="17294"/>
                </a:cubicBezTo>
                <a:cubicBezTo>
                  <a:pt x="69196" y="22709"/>
                  <a:pt x="70815" y="29193"/>
                  <a:pt x="70815" y="35141"/>
                </a:cubicBezTo>
                <a:cubicBezTo>
                  <a:pt x="70815" y="41090"/>
                  <a:pt x="69196" y="47573"/>
                  <a:pt x="65934" y="52969"/>
                </a:cubicBezTo>
                <a:cubicBezTo>
                  <a:pt x="62694" y="58384"/>
                  <a:pt x="58384" y="62712"/>
                  <a:pt x="52969" y="65954"/>
                </a:cubicBezTo>
                <a:cubicBezTo>
                  <a:pt x="47573" y="68643"/>
                  <a:pt x="41625" y="70816"/>
                  <a:pt x="35675" y="70816"/>
                </a:cubicBezTo>
                <a:cubicBezTo>
                  <a:pt x="29193" y="70816"/>
                  <a:pt x="23242" y="68643"/>
                  <a:pt x="17847" y="65954"/>
                </a:cubicBezTo>
                <a:cubicBezTo>
                  <a:pt x="12433" y="62712"/>
                  <a:pt x="8103" y="58384"/>
                  <a:pt x="4862" y="52969"/>
                </a:cubicBezTo>
                <a:cubicBezTo>
                  <a:pt x="1621" y="47573"/>
                  <a:pt x="0" y="41090"/>
                  <a:pt x="0" y="35141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" name="path-398">
            <a:extLst xmlns:a="http://schemas.openxmlformats.org/drawingml/2006/main">
              <a:ext uri="{FF2B5EF4-FFF2-40B4-BE49-F238E27FC236}">
                <a16:creationId xmlns:a16="http://schemas.microsoft.com/office/drawing/2014/main" id="{6136C2E1-7B5C-4B47-B271-CF8C58736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10273" y="1831023"/>
            <a:ext cx="69764" cy="69763"/>
          </a:xfrm>
          <a:custGeom xmlns:a="http://schemas.openxmlformats.org/drawingml/2006/main">
            <a:pathLst>
              <a:path w="70797" h="70797">
                <a:moveTo>
                  <a:pt x="0" y="35122"/>
                </a:moveTo>
                <a:lnTo>
                  <a:pt x="0" y="35122"/>
                </a:lnTo>
                <a:cubicBezTo>
                  <a:pt x="0" y="29193"/>
                  <a:pt x="1621" y="22690"/>
                  <a:pt x="4862" y="17294"/>
                </a:cubicBezTo>
                <a:cubicBezTo>
                  <a:pt x="8103" y="11879"/>
                  <a:pt x="12431" y="7570"/>
                  <a:pt x="17828" y="4328"/>
                </a:cubicBezTo>
                <a:cubicBezTo>
                  <a:pt x="23242" y="1621"/>
                  <a:pt x="29191" y="0"/>
                  <a:pt x="35674" y="0"/>
                </a:cubicBezTo>
                <a:cubicBezTo>
                  <a:pt x="41623" y="0"/>
                  <a:pt x="47572" y="1621"/>
                  <a:pt x="52968" y="4328"/>
                </a:cubicBezTo>
                <a:cubicBezTo>
                  <a:pt x="58365" y="7570"/>
                  <a:pt x="62693" y="11879"/>
                  <a:pt x="65934" y="17294"/>
                </a:cubicBezTo>
                <a:cubicBezTo>
                  <a:pt x="69175" y="22690"/>
                  <a:pt x="70797" y="29193"/>
                  <a:pt x="70797" y="35122"/>
                </a:cubicBezTo>
                <a:cubicBezTo>
                  <a:pt x="70797" y="41071"/>
                  <a:pt x="69175" y="47554"/>
                  <a:pt x="65934" y="52969"/>
                </a:cubicBezTo>
                <a:cubicBezTo>
                  <a:pt x="62693" y="58365"/>
                  <a:pt x="58365" y="62694"/>
                  <a:pt x="52968" y="65935"/>
                </a:cubicBezTo>
                <a:cubicBezTo>
                  <a:pt x="47572" y="68643"/>
                  <a:pt x="41623" y="70797"/>
                  <a:pt x="35674" y="70797"/>
                </a:cubicBezTo>
                <a:cubicBezTo>
                  <a:pt x="29191" y="70797"/>
                  <a:pt x="23242" y="68643"/>
                  <a:pt x="17828" y="65935"/>
                </a:cubicBezTo>
                <a:cubicBezTo>
                  <a:pt x="12431" y="62694"/>
                  <a:pt x="8103" y="58365"/>
                  <a:pt x="4862" y="52969"/>
                </a:cubicBezTo>
                <a:cubicBezTo>
                  <a:pt x="1621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" name="path-399">
            <a:extLst xmlns:a="http://schemas.openxmlformats.org/drawingml/2006/main">
              <a:ext uri="{FF2B5EF4-FFF2-40B4-BE49-F238E27FC236}">
                <a16:creationId xmlns:a16="http://schemas.microsoft.com/office/drawing/2014/main" id="{99DDCB3A-CF82-4807-B50D-2ED594F02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08949" y="1720244"/>
            <a:ext cx="69764" cy="69763"/>
          </a:xfrm>
          <a:custGeom xmlns:a="http://schemas.openxmlformats.org/drawingml/2006/main">
            <a:pathLst>
              <a:path w="70797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21" y="22690"/>
                  <a:pt x="4862" y="17294"/>
                </a:cubicBezTo>
                <a:cubicBezTo>
                  <a:pt x="8104" y="11879"/>
                  <a:pt x="12433" y="7570"/>
                  <a:pt x="17847" y="4328"/>
                </a:cubicBezTo>
                <a:cubicBezTo>
                  <a:pt x="23244" y="1621"/>
                  <a:pt x="29191" y="0"/>
                  <a:pt x="35675" y="0"/>
                </a:cubicBezTo>
                <a:cubicBezTo>
                  <a:pt x="41624" y="0"/>
                  <a:pt x="47573" y="1621"/>
                  <a:pt x="52969" y="4328"/>
                </a:cubicBezTo>
                <a:cubicBezTo>
                  <a:pt x="58366" y="7570"/>
                  <a:pt x="62693" y="11879"/>
                  <a:pt x="65934" y="17294"/>
                </a:cubicBezTo>
                <a:cubicBezTo>
                  <a:pt x="69177" y="22690"/>
                  <a:pt x="70797" y="29173"/>
                  <a:pt x="70797" y="35122"/>
                </a:cubicBezTo>
                <a:cubicBezTo>
                  <a:pt x="70797" y="41071"/>
                  <a:pt x="69177" y="47554"/>
                  <a:pt x="65934" y="52969"/>
                </a:cubicBezTo>
                <a:cubicBezTo>
                  <a:pt x="62693" y="58365"/>
                  <a:pt x="58366" y="62693"/>
                  <a:pt x="52969" y="65934"/>
                </a:cubicBezTo>
                <a:cubicBezTo>
                  <a:pt x="47573" y="68643"/>
                  <a:pt x="41624" y="70797"/>
                  <a:pt x="35675" y="70797"/>
                </a:cubicBezTo>
                <a:cubicBezTo>
                  <a:pt x="29191" y="70797"/>
                  <a:pt x="23244" y="68643"/>
                  <a:pt x="17847" y="65934"/>
                </a:cubicBezTo>
                <a:cubicBezTo>
                  <a:pt x="12433" y="62693"/>
                  <a:pt x="8104" y="58365"/>
                  <a:pt x="4862" y="52969"/>
                </a:cubicBezTo>
                <a:cubicBezTo>
                  <a:pt x="1621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" name="path-400">
            <a:extLst xmlns:a="http://schemas.openxmlformats.org/drawingml/2006/main">
              <a:ext uri="{FF2B5EF4-FFF2-40B4-BE49-F238E27FC236}">
                <a16:creationId xmlns:a16="http://schemas.microsoft.com/office/drawing/2014/main" id="{88E59274-8E7E-4C43-9227-DC1CDD464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32904" y="1589228"/>
            <a:ext cx="69761" cy="69764"/>
          </a:xfrm>
          <a:custGeom xmlns:a="http://schemas.openxmlformats.org/drawingml/2006/main">
            <a:pathLst>
              <a:path w="70795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19" y="22690"/>
                  <a:pt x="4861" y="17294"/>
                </a:cubicBezTo>
                <a:cubicBezTo>
                  <a:pt x="8102" y="11879"/>
                  <a:pt x="12431" y="7551"/>
                  <a:pt x="17828" y="4310"/>
                </a:cubicBezTo>
                <a:cubicBezTo>
                  <a:pt x="23241" y="1621"/>
                  <a:pt x="29190" y="0"/>
                  <a:pt x="35675" y="0"/>
                </a:cubicBezTo>
                <a:cubicBezTo>
                  <a:pt x="41622" y="0"/>
                  <a:pt x="47554" y="1621"/>
                  <a:pt x="52967" y="4310"/>
                </a:cubicBezTo>
                <a:cubicBezTo>
                  <a:pt x="58363" y="7551"/>
                  <a:pt x="62693" y="11879"/>
                  <a:pt x="65934" y="17294"/>
                </a:cubicBezTo>
                <a:cubicBezTo>
                  <a:pt x="69175" y="22690"/>
                  <a:pt x="70795" y="29173"/>
                  <a:pt x="70795" y="35122"/>
                </a:cubicBezTo>
                <a:cubicBezTo>
                  <a:pt x="70795" y="41072"/>
                  <a:pt x="69175" y="47554"/>
                  <a:pt x="65934" y="52950"/>
                </a:cubicBezTo>
                <a:cubicBezTo>
                  <a:pt x="62693" y="58365"/>
                  <a:pt x="58363" y="62694"/>
                  <a:pt x="52967" y="65935"/>
                </a:cubicBezTo>
                <a:cubicBezTo>
                  <a:pt x="47554" y="68643"/>
                  <a:pt x="41622" y="70797"/>
                  <a:pt x="35675" y="70797"/>
                </a:cubicBezTo>
                <a:cubicBezTo>
                  <a:pt x="29190" y="70797"/>
                  <a:pt x="23241" y="68643"/>
                  <a:pt x="17828" y="65935"/>
                </a:cubicBezTo>
                <a:cubicBezTo>
                  <a:pt x="12431" y="62694"/>
                  <a:pt x="8102" y="58365"/>
                  <a:pt x="4861" y="52950"/>
                </a:cubicBezTo>
                <a:cubicBezTo>
                  <a:pt x="1619" y="47554"/>
                  <a:pt x="0" y="41072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" name="path-401">
            <a:extLst xmlns:a="http://schemas.openxmlformats.org/drawingml/2006/main">
              <a:ext uri="{FF2B5EF4-FFF2-40B4-BE49-F238E27FC236}">
                <a16:creationId xmlns:a16="http://schemas.microsoft.com/office/drawing/2014/main" id="{8FAC6471-456F-4C63-BDB4-45DE7B354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26768" y="1485889"/>
            <a:ext cx="69764" cy="69782"/>
          </a:xfrm>
          <a:custGeom xmlns:a="http://schemas.openxmlformats.org/drawingml/2006/main">
            <a:pathLst>
              <a:path w="70797" h="70816">
                <a:moveTo>
                  <a:pt x="0" y="35141"/>
                </a:moveTo>
                <a:lnTo>
                  <a:pt x="0" y="35141"/>
                </a:lnTo>
                <a:cubicBezTo>
                  <a:pt x="0" y="29192"/>
                  <a:pt x="1619" y="22709"/>
                  <a:pt x="4861" y="17294"/>
                </a:cubicBezTo>
                <a:cubicBezTo>
                  <a:pt x="8102" y="11898"/>
                  <a:pt x="12431" y="7570"/>
                  <a:pt x="17828" y="4328"/>
                </a:cubicBezTo>
                <a:cubicBezTo>
                  <a:pt x="23241" y="1621"/>
                  <a:pt x="29190" y="0"/>
                  <a:pt x="35675" y="0"/>
                </a:cubicBezTo>
                <a:cubicBezTo>
                  <a:pt x="41622" y="0"/>
                  <a:pt x="47554" y="1621"/>
                  <a:pt x="52969" y="4328"/>
                </a:cubicBezTo>
                <a:cubicBezTo>
                  <a:pt x="58366" y="7570"/>
                  <a:pt x="62693" y="11898"/>
                  <a:pt x="65934" y="17294"/>
                </a:cubicBezTo>
                <a:cubicBezTo>
                  <a:pt x="69175" y="22709"/>
                  <a:pt x="70797" y="29192"/>
                  <a:pt x="70797" y="35141"/>
                </a:cubicBezTo>
                <a:cubicBezTo>
                  <a:pt x="70797" y="41090"/>
                  <a:pt x="69175" y="47573"/>
                  <a:pt x="65934" y="52969"/>
                </a:cubicBezTo>
                <a:cubicBezTo>
                  <a:pt x="62693" y="58384"/>
                  <a:pt x="58366" y="62694"/>
                  <a:pt x="52969" y="65954"/>
                </a:cubicBezTo>
                <a:cubicBezTo>
                  <a:pt x="47554" y="68642"/>
                  <a:pt x="41622" y="70816"/>
                  <a:pt x="35675" y="70816"/>
                </a:cubicBezTo>
                <a:cubicBezTo>
                  <a:pt x="29190" y="70816"/>
                  <a:pt x="23241" y="68642"/>
                  <a:pt x="17828" y="65954"/>
                </a:cubicBezTo>
                <a:cubicBezTo>
                  <a:pt x="12431" y="62694"/>
                  <a:pt x="8102" y="58384"/>
                  <a:pt x="4861" y="52969"/>
                </a:cubicBezTo>
                <a:cubicBezTo>
                  <a:pt x="1619" y="47573"/>
                  <a:pt x="0" y="41090"/>
                  <a:pt x="0" y="35141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2" name="path-402">
            <a:extLst xmlns:a="http://schemas.openxmlformats.org/drawingml/2006/main">
              <a:ext uri="{FF2B5EF4-FFF2-40B4-BE49-F238E27FC236}">
                <a16:creationId xmlns:a16="http://schemas.microsoft.com/office/drawing/2014/main" id="{41845B22-C481-43C1-9152-767DB4D7B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62068" y="1840079"/>
            <a:ext cx="69764" cy="69764"/>
          </a:xfrm>
          <a:custGeom xmlns:a="http://schemas.openxmlformats.org/drawingml/2006/main">
            <a:pathLst>
              <a:path w="70797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22" y="22690"/>
                  <a:pt x="4863" y="17294"/>
                </a:cubicBezTo>
                <a:cubicBezTo>
                  <a:pt x="8104" y="11879"/>
                  <a:pt x="12434" y="7570"/>
                  <a:pt x="17828" y="4310"/>
                </a:cubicBezTo>
                <a:cubicBezTo>
                  <a:pt x="23244" y="1621"/>
                  <a:pt x="29173" y="0"/>
                  <a:pt x="35675" y="0"/>
                </a:cubicBezTo>
                <a:cubicBezTo>
                  <a:pt x="41605" y="0"/>
                  <a:pt x="47554" y="1621"/>
                  <a:pt x="52969" y="4310"/>
                </a:cubicBezTo>
                <a:cubicBezTo>
                  <a:pt x="58366" y="7570"/>
                  <a:pt x="62693" y="11879"/>
                  <a:pt x="65934" y="17294"/>
                </a:cubicBezTo>
                <a:cubicBezTo>
                  <a:pt x="69178" y="22690"/>
                  <a:pt x="70797" y="29173"/>
                  <a:pt x="70797" y="35122"/>
                </a:cubicBezTo>
                <a:cubicBezTo>
                  <a:pt x="70797" y="41071"/>
                  <a:pt x="69178" y="47554"/>
                  <a:pt x="65934" y="52969"/>
                </a:cubicBezTo>
                <a:cubicBezTo>
                  <a:pt x="62693" y="58365"/>
                  <a:pt x="58366" y="62694"/>
                  <a:pt x="52969" y="65935"/>
                </a:cubicBezTo>
                <a:cubicBezTo>
                  <a:pt x="47554" y="68643"/>
                  <a:pt x="41605" y="70797"/>
                  <a:pt x="35675" y="70797"/>
                </a:cubicBezTo>
                <a:cubicBezTo>
                  <a:pt x="29173" y="70797"/>
                  <a:pt x="23244" y="68643"/>
                  <a:pt x="17828" y="65935"/>
                </a:cubicBezTo>
                <a:cubicBezTo>
                  <a:pt x="12434" y="62694"/>
                  <a:pt x="8104" y="58365"/>
                  <a:pt x="4863" y="52969"/>
                </a:cubicBezTo>
                <a:cubicBezTo>
                  <a:pt x="1622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" name="path-403">
            <a:extLst xmlns:a="http://schemas.openxmlformats.org/drawingml/2006/main">
              <a:ext uri="{FF2B5EF4-FFF2-40B4-BE49-F238E27FC236}">
                <a16:creationId xmlns:a16="http://schemas.microsoft.com/office/drawing/2014/main" id="{4A83175B-11A1-4752-9497-12943D618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77808" y="1772439"/>
            <a:ext cx="69763" cy="69764"/>
          </a:xfrm>
          <a:custGeom xmlns:a="http://schemas.openxmlformats.org/drawingml/2006/main">
            <a:pathLst>
              <a:path w="70796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19" y="22690"/>
                  <a:pt x="4861" y="17294"/>
                </a:cubicBezTo>
                <a:cubicBezTo>
                  <a:pt x="8103" y="11879"/>
                  <a:pt x="12431" y="7570"/>
                  <a:pt x="17828" y="4310"/>
                </a:cubicBezTo>
                <a:cubicBezTo>
                  <a:pt x="23242" y="1621"/>
                  <a:pt x="29172" y="0"/>
                  <a:pt x="35674" y="0"/>
                </a:cubicBezTo>
                <a:cubicBezTo>
                  <a:pt x="41603" y="0"/>
                  <a:pt x="47553" y="1621"/>
                  <a:pt x="52968" y="4310"/>
                </a:cubicBezTo>
                <a:cubicBezTo>
                  <a:pt x="58365" y="7570"/>
                  <a:pt x="62692" y="11879"/>
                  <a:pt x="65933" y="17294"/>
                </a:cubicBezTo>
                <a:cubicBezTo>
                  <a:pt x="69175" y="22690"/>
                  <a:pt x="70796" y="29173"/>
                  <a:pt x="70796" y="35122"/>
                </a:cubicBezTo>
                <a:cubicBezTo>
                  <a:pt x="70796" y="41071"/>
                  <a:pt x="69175" y="47554"/>
                  <a:pt x="65933" y="52969"/>
                </a:cubicBezTo>
                <a:cubicBezTo>
                  <a:pt x="62692" y="58365"/>
                  <a:pt x="58365" y="62693"/>
                  <a:pt x="52968" y="65935"/>
                </a:cubicBezTo>
                <a:cubicBezTo>
                  <a:pt x="47553" y="68642"/>
                  <a:pt x="41603" y="70797"/>
                  <a:pt x="35674" y="70797"/>
                </a:cubicBezTo>
                <a:cubicBezTo>
                  <a:pt x="29172" y="70797"/>
                  <a:pt x="23242" y="68642"/>
                  <a:pt x="17828" y="65935"/>
                </a:cubicBezTo>
                <a:cubicBezTo>
                  <a:pt x="12431" y="62693"/>
                  <a:pt x="8103" y="58365"/>
                  <a:pt x="4861" y="52969"/>
                </a:cubicBezTo>
                <a:cubicBezTo>
                  <a:pt x="1619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" name="path-404">
            <a:extLst xmlns:a="http://schemas.openxmlformats.org/drawingml/2006/main">
              <a:ext uri="{FF2B5EF4-FFF2-40B4-BE49-F238E27FC236}">
                <a16:creationId xmlns:a16="http://schemas.microsoft.com/office/drawing/2014/main" id="{8D21C664-2E34-4E3D-8DBF-A35BAECC92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67280" y="1889607"/>
            <a:ext cx="69764" cy="69764"/>
          </a:xfrm>
          <a:custGeom xmlns:a="http://schemas.openxmlformats.org/drawingml/2006/main">
            <a:pathLst>
              <a:path w="70797" h="70797">
                <a:moveTo>
                  <a:pt x="0" y="35122"/>
                </a:moveTo>
                <a:lnTo>
                  <a:pt x="0" y="35122"/>
                </a:lnTo>
                <a:cubicBezTo>
                  <a:pt x="0" y="29192"/>
                  <a:pt x="1622" y="22690"/>
                  <a:pt x="4863" y="17294"/>
                </a:cubicBezTo>
                <a:cubicBezTo>
                  <a:pt x="8104" y="11898"/>
                  <a:pt x="12431" y="7570"/>
                  <a:pt x="17828" y="4328"/>
                </a:cubicBezTo>
                <a:cubicBezTo>
                  <a:pt x="23244" y="1621"/>
                  <a:pt x="29193" y="0"/>
                  <a:pt x="35676" y="0"/>
                </a:cubicBezTo>
                <a:cubicBezTo>
                  <a:pt x="41624" y="0"/>
                  <a:pt x="47555" y="1621"/>
                  <a:pt x="52969" y="4328"/>
                </a:cubicBezTo>
                <a:cubicBezTo>
                  <a:pt x="58366" y="7570"/>
                  <a:pt x="62694" y="11898"/>
                  <a:pt x="65935" y="17294"/>
                </a:cubicBezTo>
                <a:cubicBezTo>
                  <a:pt x="69177" y="22690"/>
                  <a:pt x="70797" y="29192"/>
                  <a:pt x="70797" y="35122"/>
                </a:cubicBezTo>
                <a:cubicBezTo>
                  <a:pt x="70797" y="41071"/>
                  <a:pt x="69177" y="47554"/>
                  <a:pt x="65935" y="52969"/>
                </a:cubicBezTo>
                <a:cubicBezTo>
                  <a:pt x="62694" y="58365"/>
                  <a:pt x="58366" y="62694"/>
                  <a:pt x="52969" y="65935"/>
                </a:cubicBezTo>
                <a:cubicBezTo>
                  <a:pt x="47555" y="68642"/>
                  <a:pt x="41624" y="70797"/>
                  <a:pt x="35676" y="70797"/>
                </a:cubicBezTo>
                <a:cubicBezTo>
                  <a:pt x="29193" y="70797"/>
                  <a:pt x="23244" y="68642"/>
                  <a:pt x="17828" y="65935"/>
                </a:cubicBezTo>
                <a:cubicBezTo>
                  <a:pt x="12431" y="62694"/>
                  <a:pt x="8104" y="58365"/>
                  <a:pt x="4863" y="52969"/>
                </a:cubicBezTo>
                <a:cubicBezTo>
                  <a:pt x="1622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" name="path-405">
            <a:extLst xmlns:a="http://schemas.openxmlformats.org/drawingml/2006/main">
              <a:ext uri="{FF2B5EF4-FFF2-40B4-BE49-F238E27FC236}">
                <a16:creationId xmlns:a16="http://schemas.microsoft.com/office/drawing/2014/main" id="{DF6ABF11-798F-4735-8A31-0C606A0A9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95898" y="1335709"/>
            <a:ext cx="69764" cy="69763"/>
          </a:xfrm>
          <a:custGeom xmlns:a="http://schemas.openxmlformats.org/drawingml/2006/main">
            <a:pathLst>
              <a:path w="70797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22" y="22690"/>
                  <a:pt x="4863" y="17294"/>
                </a:cubicBezTo>
                <a:cubicBezTo>
                  <a:pt x="8104" y="11879"/>
                  <a:pt x="12433" y="7550"/>
                  <a:pt x="17829" y="4309"/>
                </a:cubicBezTo>
                <a:cubicBezTo>
                  <a:pt x="23244" y="1621"/>
                  <a:pt x="29174" y="0"/>
                  <a:pt x="35676" y="0"/>
                </a:cubicBezTo>
                <a:cubicBezTo>
                  <a:pt x="41606" y="0"/>
                  <a:pt x="47555" y="1621"/>
                  <a:pt x="52969" y="4309"/>
                </a:cubicBezTo>
                <a:cubicBezTo>
                  <a:pt x="58366" y="7550"/>
                  <a:pt x="62694" y="11879"/>
                  <a:pt x="65935" y="17294"/>
                </a:cubicBezTo>
                <a:cubicBezTo>
                  <a:pt x="69177" y="22690"/>
                  <a:pt x="70797" y="29173"/>
                  <a:pt x="70797" y="35122"/>
                </a:cubicBezTo>
                <a:cubicBezTo>
                  <a:pt x="70797" y="41071"/>
                  <a:pt x="69177" y="47554"/>
                  <a:pt x="65935" y="52969"/>
                </a:cubicBezTo>
                <a:cubicBezTo>
                  <a:pt x="62694" y="58365"/>
                  <a:pt x="58366" y="62693"/>
                  <a:pt x="52969" y="65935"/>
                </a:cubicBezTo>
                <a:cubicBezTo>
                  <a:pt x="47555" y="68642"/>
                  <a:pt x="41606" y="70797"/>
                  <a:pt x="35676" y="70797"/>
                </a:cubicBezTo>
                <a:cubicBezTo>
                  <a:pt x="29174" y="70797"/>
                  <a:pt x="23244" y="68642"/>
                  <a:pt x="17829" y="65935"/>
                </a:cubicBezTo>
                <a:cubicBezTo>
                  <a:pt x="12433" y="62693"/>
                  <a:pt x="8104" y="58365"/>
                  <a:pt x="4863" y="52969"/>
                </a:cubicBezTo>
                <a:cubicBezTo>
                  <a:pt x="1622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" name="path-406">
            <a:extLst xmlns:a="http://schemas.openxmlformats.org/drawingml/2006/main">
              <a:ext uri="{FF2B5EF4-FFF2-40B4-BE49-F238E27FC236}">
                <a16:creationId xmlns:a16="http://schemas.microsoft.com/office/drawing/2014/main" id="{A4F58E3F-9DA7-4D5F-BD31-CCFCDCAB9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80184" y="1409737"/>
            <a:ext cx="69782" cy="69763"/>
          </a:xfrm>
          <a:custGeom xmlns:a="http://schemas.openxmlformats.org/drawingml/2006/main">
            <a:pathLst>
              <a:path w="70815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21" y="22690"/>
                  <a:pt x="4861" y="17294"/>
                </a:cubicBezTo>
                <a:cubicBezTo>
                  <a:pt x="8122" y="11879"/>
                  <a:pt x="12431" y="7570"/>
                  <a:pt x="17846" y="4328"/>
                </a:cubicBezTo>
                <a:cubicBezTo>
                  <a:pt x="23244" y="1621"/>
                  <a:pt x="29191" y="0"/>
                  <a:pt x="35675" y="0"/>
                </a:cubicBezTo>
                <a:cubicBezTo>
                  <a:pt x="41624" y="0"/>
                  <a:pt x="47573" y="1621"/>
                  <a:pt x="52968" y="4328"/>
                </a:cubicBezTo>
                <a:cubicBezTo>
                  <a:pt x="58383" y="7570"/>
                  <a:pt x="62712" y="11879"/>
                  <a:pt x="65954" y="17294"/>
                </a:cubicBezTo>
                <a:cubicBezTo>
                  <a:pt x="69195" y="22690"/>
                  <a:pt x="70815" y="29173"/>
                  <a:pt x="70815" y="35122"/>
                </a:cubicBezTo>
                <a:cubicBezTo>
                  <a:pt x="70815" y="41071"/>
                  <a:pt x="69195" y="47554"/>
                  <a:pt x="65954" y="52969"/>
                </a:cubicBezTo>
                <a:cubicBezTo>
                  <a:pt x="62712" y="58365"/>
                  <a:pt x="58383" y="62693"/>
                  <a:pt x="52968" y="65934"/>
                </a:cubicBezTo>
                <a:cubicBezTo>
                  <a:pt x="47573" y="68643"/>
                  <a:pt x="41624" y="70797"/>
                  <a:pt x="35675" y="70797"/>
                </a:cubicBezTo>
                <a:cubicBezTo>
                  <a:pt x="29191" y="70797"/>
                  <a:pt x="23244" y="68643"/>
                  <a:pt x="17846" y="65934"/>
                </a:cubicBezTo>
                <a:cubicBezTo>
                  <a:pt x="12431" y="62693"/>
                  <a:pt x="8122" y="58365"/>
                  <a:pt x="4861" y="52969"/>
                </a:cubicBezTo>
                <a:cubicBezTo>
                  <a:pt x="1621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" name="path-407">
            <a:extLst xmlns:a="http://schemas.openxmlformats.org/drawingml/2006/main">
              <a:ext uri="{FF2B5EF4-FFF2-40B4-BE49-F238E27FC236}">
                <a16:creationId xmlns:a16="http://schemas.microsoft.com/office/drawing/2014/main" id="{D170B1DC-37E6-4AB3-B475-64D228403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98442" y="1583891"/>
            <a:ext cx="69764" cy="69764"/>
          </a:xfrm>
          <a:custGeom xmlns:a="http://schemas.openxmlformats.org/drawingml/2006/main">
            <a:pathLst>
              <a:path w="70797" h="70797">
                <a:moveTo>
                  <a:pt x="0" y="35142"/>
                </a:moveTo>
                <a:lnTo>
                  <a:pt x="0" y="35142"/>
                </a:lnTo>
                <a:cubicBezTo>
                  <a:pt x="0" y="29193"/>
                  <a:pt x="1621" y="22710"/>
                  <a:pt x="4862" y="17294"/>
                </a:cubicBezTo>
                <a:cubicBezTo>
                  <a:pt x="8104" y="11899"/>
                  <a:pt x="12433" y="7570"/>
                  <a:pt x="17847" y="4329"/>
                </a:cubicBezTo>
                <a:cubicBezTo>
                  <a:pt x="23244" y="1621"/>
                  <a:pt x="29191" y="0"/>
                  <a:pt x="35675" y="0"/>
                </a:cubicBezTo>
                <a:cubicBezTo>
                  <a:pt x="41624" y="0"/>
                  <a:pt x="47573" y="1621"/>
                  <a:pt x="52969" y="4329"/>
                </a:cubicBezTo>
                <a:cubicBezTo>
                  <a:pt x="58384" y="7570"/>
                  <a:pt x="62693" y="11899"/>
                  <a:pt x="65934" y="17294"/>
                </a:cubicBezTo>
                <a:cubicBezTo>
                  <a:pt x="69177" y="22710"/>
                  <a:pt x="70797" y="29193"/>
                  <a:pt x="70797" y="35142"/>
                </a:cubicBezTo>
                <a:cubicBezTo>
                  <a:pt x="70797" y="41072"/>
                  <a:pt x="69177" y="47573"/>
                  <a:pt x="65934" y="52969"/>
                </a:cubicBezTo>
                <a:cubicBezTo>
                  <a:pt x="62693" y="58365"/>
                  <a:pt x="58384" y="62694"/>
                  <a:pt x="52969" y="65935"/>
                </a:cubicBezTo>
                <a:cubicBezTo>
                  <a:pt x="47573" y="68643"/>
                  <a:pt x="41624" y="70797"/>
                  <a:pt x="35675" y="70797"/>
                </a:cubicBezTo>
                <a:cubicBezTo>
                  <a:pt x="29191" y="70797"/>
                  <a:pt x="23244" y="68643"/>
                  <a:pt x="17847" y="65935"/>
                </a:cubicBezTo>
                <a:cubicBezTo>
                  <a:pt x="12433" y="62694"/>
                  <a:pt x="8104" y="58365"/>
                  <a:pt x="4862" y="52969"/>
                </a:cubicBezTo>
                <a:cubicBezTo>
                  <a:pt x="1621" y="47573"/>
                  <a:pt x="0" y="41072"/>
                  <a:pt x="0" y="35142"/>
                </a:cubicBezTo>
              </a:path>
            </a:pathLst>
          </a:custGeom>
          <a:solidFill xmlns:a="http://schemas.openxmlformats.org/drawingml/2006/main">
            <a:srgbClr val="96969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" name="path-408">
            <a:extLst xmlns:a="http://schemas.openxmlformats.org/drawingml/2006/main">
              <a:ext uri="{FF2B5EF4-FFF2-40B4-BE49-F238E27FC236}">
                <a16:creationId xmlns:a16="http://schemas.microsoft.com/office/drawing/2014/main" id="{70064B87-99A7-435C-AC51-CBDE8F970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4596" y="1238231"/>
            <a:ext cx="238057" cy="305716"/>
          </a:xfrm>
          <a:custGeom xmlns:a="http://schemas.openxmlformats.org/drawingml/2006/main">
            <a:pathLst>
              <a:path w="241583" h="310245">
                <a:moveTo>
                  <a:pt x="0" y="0"/>
                </a:moveTo>
                <a:lnTo>
                  <a:pt x="168631" y="0"/>
                </a:lnTo>
                <a:lnTo>
                  <a:pt x="241583" y="72437"/>
                </a:lnTo>
                <a:lnTo>
                  <a:pt x="241583" y="310245"/>
                </a:lnTo>
                <a:lnTo>
                  <a:pt x="0" y="310245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4913">
            <a:solidFill>
              <a:srgbClr val="555555"/>
            </a:solidFill>
            <a:prstDash val="solid"/>
          </a:ln>
        </p:spPr>
      </p:sp>
      <p:sp>
        <p:nvSpPr>
          <p:cNvPr id="459" name="path-409">
            <a:extLst xmlns:a="http://schemas.openxmlformats.org/drawingml/2006/main">
              <a:ext uri="{FF2B5EF4-FFF2-40B4-BE49-F238E27FC236}">
                <a16:creationId xmlns:a16="http://schemas.microsoft.com/office/drawing/2014/main" id="{44907ED5-0166-40D5-BEA0-5F3506488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1292" y="1238777"/>
            <a:ext cx="191" cy="71360"/>
          </a:xfrm>
          <a:custGeom xmlns:a="http://schemas.openxmlformats.org/drawingml/2006/main">
            <a:pathLst>
              <a:path w="191" h="72417">
                <a:moveTo>
                  <a:pt x="0" y="0"/>
                </a:moveTo>
                <a:lnTo>
                  <a:pt x="0" y="72417"/>
                </a:lnTo>
              </a:path>
            </a:pathLst>
          </a:custGeom>
          <a:noFill xmlns:a="http://schemas.openxmlformats.org/drawingml/2006/main"/>
          <a:ln xmlns:a="http://schemas.openxmlformats.org/drawingml/2006/main" w="12250">
            <a:solidFill>
              <a:srgbClr val="555555"/>
            </a:solidFill>
            <a:prstDash val="solid"/>
          </a:ln>
        </p:spPr>
      </p:sp>
      <p:sp>
        <p:nvSpPr>
          <p:cNvPr id="460" name="path-410">
            <a:extLst xmlns:a="http://schemas.openxmlformats.org/drawingml/2006/main">
              <a:ext uri="{FF2B5EF4-FFF2-40B4-BE49-F238E27FC236}">
                <a16:creationId xmlns:a16="http://schemas.microsoft.com/office/drawing/2014/main" id="{981FE07A-0A39-44E7-8DD7-EA359225F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61292" y="1310137"/>
            <a:ext cx="71361" cy="191"/>
          </a:xfrm>
          <a:custGeom xmlns:a="http://schemas.openxmlformats.org/drawingml/2006/main">
            <a:pathLst>
              <a:path w="72418" h="191">
                <a:moveTo>
                  <a:pt x="0" y="0"/>
                </a:moveTo>
                <a:lnTo>
                  <a:pt x="7241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250">
            <a:solidFill>
              <a:srgbClr val="555555"/>
            </a:solidFill>
            <a:prstDash val="solid"/>
          </a:ln>
        </p:spPr>
      </p:sp>
      <p:sp>
        <p:nvSpPr>
          <p:cNvPr id="461" name="path-411">
            <a:extLst xmlns:a="http://schemas.openxmlformats.org/drawingml/2006/main">
              <a:ext uri="{FF2B5EF4-FFF2-40B4-BE49-F238E27FC236}">
                <a16:creationId xmlns:a16="http://schemas.microsoft.com/office/drawing/2014/main" id="{42FCD937-DDDA-4941-8FE9-9D62752A5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35068" y="1360735"/>
            <a:ext cx="157113" cy="191"/>
          </a:xfrm>
          <a:custGeom xmlns:a="http://schemas.openxmlformats.org/drawingml/2006/main">
            <a:pathLst>
              <a:path w="159441" h="191">
                <a:moveTo>
                  <a:pt x="0" y="0"/>
                </a:moveTo>
                <a:lnTo>
                  <a:pt x="15944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55555"/>
            </a:solidFill>
            <a:prstDash val="solid"/>
          </a:ln>
        </p:spPr>
      </p:sp>
      <p:sp>
        <p:nvSpPr>
          <p:cNvPr id="462" name="path-412">
            <a:extLst xmlns:a="http://schemas.openxmlformats.org/drawingml/2006/main">
              <a:ext uri="{FF2B5EF4-FFF2-40B4-BE49-F238E27FC236}">
                <a16:creationId xmlns:a16="http://schemas.microsoft.com/office/drawing/2014/main" id="{A25B8F61-6169-4D10-9320-5543A1472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35068" y="1412931"/>
            <a:ext cx="157113" cy="191"/>
          </a:xfrm>
          <a:custGeom xmlns:a="http://schemas.openxmlformats.org/drawingml/2006/main">
            <a:pathLst>
              <a:path w="159441" h="191">
                <a:moveTo>
                  <a:pt x="0" y="0"/>
                </a:moveTo>
                <a:lnTo>
                  <a:pt x="15944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55555"/>
            </a:solidFill>
            <a:prstDash val="solid"/>
          </a:ln>
        </p:spPr>
      </p:sp>
      <p:sp>
        <p:nvSpPr>
          <p:cNvPr id="463" name="path-413">
            <a:extLst xmlns:a="http://schemas.openxmlformats.org/drawingml/2006/main">
              <a:ext uri="{FF2B5EF4-FFF2-40B4-BE49-F238E27FC236}">
                <a16:creationId xmlns:a16="http://schemas.microsoft.com/office/drawing/2014/main" id="{58F8ECC7-DF1E-4303-9906-25C3E08CF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35068" y="1464583"/>
            <a:ext cx="157113" cy="191"/>
          </a:xfrm>
          <a:custGeom xmlns:a="http://schemas.openxmlformats.org/drawingml/2006/main">
            <a:pathLst>
              <a:path w="159441" h="191">
                <a:moveTo>
                  <a:pt x="0" y="0"/>
                </a:moveTo>
                <a:lnTo>
                  <a:pt x="15944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55555"/>
            </a:solidFill>
            <a:prstDash val="solid"/>
          </a:ln>
        </p:spPr>
      </p:sp>
      <p:sp>
        <p:nvSpPr>
          <p:cNvPr id="464" name="path-414">
            <a:extLst xmlns:a="http://schemas.openxmlformats.org/drawingml/2006/main">
              <a:ext uri="{FF2B5EF4-FFF2-40B4-BE49-F238E27FC236}">
                <a16:creationId xmlns:a16="http://schemas.microsoft.com/office/drawing/2014/main" id="{05DB268C-2606-4FAB-A669-2B3A8F26A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6716" y="1398539"/>
            <a:ext cx="238073" cy="305715"/>
          </a:xfrm>
          <a:custGeom xmlns:a="http://schemas.openxmlformats.org/drawingml/2006/main">
            <a:pathLst>
              <a:path w="241600" h="310244">
                <a:moveTo>
                  <a:pt x="0" y="0"/>
                </a:moveTo>
                <a:lnTo>
                  <a:pt x="168631" y="0"/>
                </a:lnTo>
                <a:lnTo>
                  <a:pt x="241600" y="72437"/>
                </a:lnTo>
                <a:lnTo>
                  <a:pt x="241600" y="310244"/>
                </a:lnTo>
                <a:lnTo>
                  <a:pt x="0" y="31024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4913">
            <a:solidFill>
              <a:srgbClr val="555555"/>
            </a:solidFill>
            <a:prstDash val="solid"/>
          </a:ln>
        </p:spPr>
      </p:sp>
      <p:sp>
        <p:nvSpPr>
          <p:cNvPr id="465" name="path-415">
            <a:extLst xmlns:a="http://schemas.openxmlformats.org/drawingml/2006/main">
              <a:ext uri="{FF2B5EF4-FFF2-40B4-BE49-F238E27FC236}">
                <a16:creationId xmlns:a16="http://schemas.microsoft.com/office/drawing/2014/main" id="{2B8264DF-CBFE-4D01-8D16-BF6F24C3C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43430" y="1398539"/>
            <a:ext cx="191" cy="71905"/>
          </a:xfrm>
          <a:custGeom xmlns:a="http://schemas.openxmlformats.org/drawingml/2006/main">
            <a:pathLst>
              <a:path w="191" h="72971">
                <a:moveTo>
                  <a:pt x="0" y="0"/>
                </a:moveTo>
                <a:lnTo>
                  <a:pt x="0" y="72971"/>
                </a:lnTo>
              </a:path>
            </a:pathLst>
          </a:custGeom>
          <a:noFill xmlns:a="http://schemas.openxmlformats.org/drawingml/2006/main"/>
          <a:ln xmlns:a="http://schemas.openxmlformats.org/drawingml/2006/main" w="12250">
            <a:solidFill>
              <a:srgbClr val="555555"/>
            </a:solidFill>
            <a:prstDash val="solid"/>
          </a:ln>
        </p:spPr>
      </p:sp>
      <p:sp>
        <p:nvSpPr>
          <p:cNvPr id="466" name="path-416">
            <a:extLst xmlns:a="http://schemas.openxmlformats.org/drawingml/2006/main">
              <a:ext uri="{FF2B5EF4-FFF2-40B4-BE49-F238E27FC236}">
                <a16:creationId xmlns:a16="http://schemas.microsoft.com/office/drawing/2014/main" id="{5220D8E9-9D2F-4E15-ADFD-FA0C1728FE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43430" y="1470444"/>
            <a:ext cx="71359" cy="191"/>
          </a:xfrm>
          <a:custGeom xmlns:a="http://schemas.openxmlformats.org/drawingml/2006/main">
            <a:pathLst>
              <a:path w="72417" h="191">
                <a:moveTo>
                  <a:pt x="0" y="0"/>
                </a:moveTo>
                <a:lnTo>
                  <a:pt x="7241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250">
            <a:solidFill>
              <a:srgbClr val="555555"/>
            </a:solidFill>
            <a:prstDash val="solid"/>
          </a:ln>
        </p:spPr>
      </p:sp>
      <p:sp>
        <p:nvSpPr>
          <p:cNvPr id="467" name="path-417">
            <a:extLst xmlns:a="http://schemas.openxmlformats.org/drawingml/2006/main">
              <a:ext uri="{FF2B5EF4-FFF2-40B4-BE49-F238E27FC236}">
                <a16:creationId xmlns:a16="http://schemas.microsoft.com/office/drawing/2014/main" id="{89629BC6-E2B6-4F95-969C-76C72578B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16661" y="1521043"/>
            <a:ext cx="157659" cy="191"/>
          </a:xfrm>
          <a:custGeom xmlns:a="http://schemas.openxmlformats.org/drawingml/2006/main">
            <a:pathLst>
              <a:path w="159995" h="191">
                <a:moveTo>
                  <a:pt x="0" y="0"/>
                </a:moveTo>
                <a:lnTo>
                  <a:pt x="1599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55555"/>
            </a:solidFill>
            <a:prstDash val="solid"/>
          </a:ln>
        </p:spPr>
      </p:sp>
      <p:sp>
        <p:nvSpPr>
          <p:cNvPr id="468" name="path-418">
            <a:extLst xmlns:a="http://schemas.openxmlformats.org/drawingml/2006/main">
              <a:ext uri="{FF2B5EF4-FFF2-40B4-BE49-F238E27FC236}">
                <a16:creationId xmlns:a16="http://schemas.microsoft.com/office/drawing/2014/main" id="{99EAB242-8CEF-49AC-B68A-F98CAC202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16661" y="1572712"/>
            <a:ext cx="157659" cy="191"/>
          </a:xfrm>
          <a:custGeom xmlns:a="http://schemas.openxmlformats.org/drawingml/2006/main">
            <a:pathLst>
              <a:path w="159995" h="191">
                <a:moveTo>
                  <a:pt x="0" y="0"/>
                </a:moveTo>
                <a:lnTo>
                  <a:pt x="1599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55555"/>
            </a:solidFill>
            <a:prstDash val="solid"/>
          </a:ln>
        </p:spPr>
      </p:sp>
      <p:sp>
        <p:nvSpPr>
          <p:cNvPr id="469" name="path-419">
            <a:extLst xmlns:a="http://schemas.openxmlformats.org/drawingml/2006/main">
              <a:ext uri="{FF2B5EF4-FFF2-40B4-BE49-F238E27FC236}">
                <a16:creationId xmlns:a16="http://schemas.microsoft.com/office/drawing/2014/main" id="{4D5C6D93-3CB9-460D-ABDC-0DDCD04A2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16661" y="1624908"/>
            <a:ext cx="157659" cy="191"/>
          </a:xfrm>
          <a:custGeom xmlns:a="http://schemas.openxmlformats.org/drawingml/2006/main">
            <a:pathLst>
              <a:path w="159995" h="191">
                <a:moveTo>
                  <a:pt x="0" y="0"/>
                </a:moveTo>
                <a:lnTo>
                  <a:pt x="1599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555555"/>
            </a:solidFill>
            <a:prstDash val="solid"/>
          </a:ln>
        </p:spPr>
      </p:sp>
      <p:sp>
        <p:nvSpPr>
          <p:cNvPr id="470" name="text-420 High-Support">
            <a:extLst xmlns:a="http://schemas.openxmlformats.org/drawingml/2006/main">
              <a:ext uri="{FF2B5EF4-FFF2-40B4-BE49-F238E27FC236}">
                <a16:creationId xmlns:a16="http://schemas.microsoft.com/office/drawing/2014/main" id="{19AF0115-E814-455F-B9FC-3BB83E085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72364" y="2123039"/>
            <a:ext cx="1062130" cy="2264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74" b="1" i="0">
                <a:solidFill>
                  <a:srgbClr val="2C754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74" b="1" i="0">
                <a:solidFill>
                  <a:srgbClr val="2C754A"/>
                </a:solidFill>
                <a:latin typeface="Arial"/>
                <a:ea typeface="Arial"/>
                <a:cs typeface="Arial"/>
              </a:defRPr>
            </a:pPr>
            <a:r>
              <a:rPr sz="1274" b="1" i="0">
                <a:solidFill>
                  <a:srgbClr val="2C754A"/>
                </a:solidFill>
                <a:latin typeface="Arial"/>
                <a:ea typeface="Arial"/>
                <a:cs typeface="Arial"/>
              </a:rPr>
              <a:t>High-Support</a:t>
            </a:r>
          </a:p>
        </p:txBody>
      </p:sp>
      <p:sp>
        <p:nvSpPr>
          <p:cNvPr id="471" name="text-420 Clusters">
            <a:extLst xmlns:a="http://schemas.openxmlformats.org/drawingml/2006/main">
              <a:ext uri="{FF2B5EF4-FFF2-40B4-BE49-F238E27FC236}">
                <a16:creationId xmlns:a16="http://schemas.microsoft.com/office/drawing/2014/main" id="{2E5B8176-1D73-4CCE-B780-75481BB51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47362" y="2131238"/>
            <a:ext cx="642018" cy="2149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09" b="1" i="0">
                <a:solidFill>
                  <a:srgbClr val="2C754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09" b="1" i="0">
                <a:solidFill>
                  <a:srgbClr val="2C754A"/>
                </a:solidFill>
                <a:latin typeface="Arial"/>
                <a:ea typeface="Arial"/>
                <a:cs typeface="Arial"/>
              </a:defRPr>
            </a:pPr>
            <a:r>
              <a:rPr sz="1209" b="1" i="0">
                <a:solidFill>
                  <a:srgbClr val="2C754A"/>
                </a:solidFill>
                <a:latin typeface="Arial"/>
                <a:ea typeface="Arial"/>
                <a:cs typeface="Arial"/>
              </a:rPr>
              <a:t>Clusters</a:t>
            </a:r>
          </a:p>
        </p:txBody>
      </p:sp>
      <p:sp>
        <p:nvSpPr>
          <p:cNvPr id="472" name="text-421 Low-Support">
            <a:extLst xmlns:a="http://schemas.openxmlformats.org/drawingml/2006/main">
              <a:ext uri="{FF2B5EF4-FFF2-40B4-BE49-F238E27FC236}">
                <a16:creationId xmlns:a16="http://schemas.microsoft.com/office/drawing/2014/main" id="{6D43C941-4BBC-484A-8853-D6E49CFB8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79824" y="2123669"/>
            <a:ext cx="1022159" cy="2255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69" b="1" i="0">
                <a:solidFill>
                  <a:srgbClr val="525252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69" b="1" i="0">
                <a:solidFill>
                  <a:srgbClr val="525252"/>
                </a:solidFill>
                <a:latin typeface="Arial"/>
                <a:ea typeface="Arial"/>
                <a:cs typeface="Arial"/>
              </a:defRPr>
            </a:pPr>
            <a:r>
              <a:rPr sz="1269" b="1" i="0">
                <a:solidFill>
                  <a:srgbClr val="525252"/>
                </a:solidFill>
                <a:latin typeface="Arial"/>
                <a:ea typeface="Arial"/>
                <a:cs typeface="Arial"/>
              </a:rPr>
              <a:t>Low-Support</a:t>
            </a:r>
          </a:p>
        </p:txBody>
      </p:sp>
      <p:sp>
        <p:nvSpPr>
          <p:cNvPr id="473" name="text-421 Clusters">
            <a:extLst xmlns:a="http://schemas.openxmlformats.org/drawingml/2006/main">
              <a:ext uri="{FF2B5EF4-FFF2-40B4-BE49-F238E27FC236}">
                <a16:creationId xmlns:a16="http://schemas.microsoft.com/office/drawing/2014/main" id="{F873C34A-D1F5-499F-BD89-C07277E45B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214777" y="2131191"/>
            <a:ext cx="642216" cy="2150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09" b="1" i="0">
                <a:solidFill>
                  <a:srgbClr val="525252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09" b="1" i="0">
                <a:solidFill>
                  <a:srgbClr val="525252"/>
                </a:solidFill>
                <a:latin typeface="Arial"/>
                <a:ea typeface="Arial"/>
                <a:cs typeface="Arial"/>
              </a:defRPr>
            </a:pPr>
            <a:r>
              <a:rPr sz="1209" b="1" i="0">
                <a:solidFill>
                  <a:srgbClr val="525252"/>
                </a:solidFill>
                <a:latin typeface="Arial"/>
                <a:ea typeface="Arial"/>
                <a:cs typeface="Arial"/>
              </a:rPr>
              <a:t>Clusters</a:t>
            </a:r>
          </a:p>
        </p:txBody>
      </p:sp>
      <p:sp>
        <p:nvSpPr>
          <p:cNvPr id="474" name="path-422">
            <a:extLst xmlns:a="http://schemas.openxmlformats.org/drawingml/2006/main">
              <a:ext uri="{FF2B5EF4-FFF2-40B4-BE49-F238E27FC236}">
                <a16:creationId xmlns:a16="http://schemas.microsoft.com/office/drawing/2014/main" id="{8CA4B28C-5B4B-41B7-B3BB-AC7CC22BD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01553" y="2460548"/>
            <a:ext cx="191" cy="135281"/>
          </a:xfrm>
          <a:custGeom xmlns:a="http://schemas.openxmlformats.org/drawingml/2006/main">
            <a:pathLst>
              <a:path w="191" h="137285">
                <a:moveTo>
                  <a:pt x="0" y="0"/>
                </a:moveTo>
                <a:lnTo>
                  <a:pt x="0" y="137285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111111"/>
            </a:solidFill>
            <a:prstDash val="solid"/>
          </a:ln>
        </p:spPr>
      </p:sp>
      <p:sp>
        <p:nvSpPr>
          <p:cNvPr id="475" name="path-423">
            <a:extLst xmlns:a="http://schemas.openxmlformats.org/drawingml/2006/main">
              <a:ext uri="{FF2B5EF4-FFF2-40B4-BE49-F238E27FC236}">
                <a16:creationId xmlns:a16="http://schemas.microsoft.com/office/drawing/2014/main" id="{B811EB6A-132F-4049-8F11-7314ED469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60010" y="2590511"/>
            <a:ext cx="83085" cy="83085"/>
          </a:xfrm>
          <a:custGeom xmlns:a="http://schemas.openxmlformats.org/drawingml/2006/main">
            <a:pathLst>
              <a:path w="84316" h="84316">
                <a:moveTo>
                  <a:pt x="42159" y="84316"/>
                </a:moveTo>
                <a:lnTo>
                  <a:pt x="0" y="0"/>
                </a:lnTo>
                <a:lnTo>
                  <a:pt x="84316" y="0"/>
                </a:lnTo>
                <a:lnTo>
                  <a:pt x="42159" y="84316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" name="path-424">
            <a:extLst xmlns:a="http://schemas.openxmlformats.org/drawingml/2006/main">
              <a:ext uri="{FF2B5EF4-FFF2-40B4-BE49-F238E27FC236}">
                <a16:creationId xmlns:a16="http://schemas.microsoft.com/office/drawing/2014/main" id="{99006D68-4624-4984-8C04-C514DB462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1297" y="2667733"/>
            <a:ext cx="8990295" cy="1542406"/>
          </a:xfrm>
          <a:custGeom xmlns:a="http://schemas.openxmlformats.org/drawingml/2006/main">
            <a:pathLst>
              <a:path w="9123484" h="1565256">
                <a:moveTo>
                  <a:pt x="533" y="94040"/>
                </a:moveTo>
                <a:lnTo>
                  <a:pt x="533" y="94040"/>
                </a:lnTo>
                <a:cubicBezTo>
                  <a:pt x="533" y="77833"/>
                  <a:pt x="4862" y="61626"/>
                  <a:pt x="12965" y="47020"/>
                </a:cubicBezTo>
                <a:cubicBezTo>
                  <a:pt x="21622" y="32968"/>
                  <a:pt x="32967" y="21089"/>
                  <a:pt x="47572" y="12967"/>
                </a:cubicBezTo>
                <a:cubicBezTo>
                  <a:pt x="61625" y="4329"/>
                  <a:pt x="77832" y="0"/>
                  <a:pt x="94592" y="0"/>
                </a:cubicBezTo>
                <a:lnTo>
                  <a:pt x="9029444" y="535"/>
                </a:lnTo>
                <a:cubicBezTo>
                  <a:pt x="9045652" y="535"/>
                  <a:pt x="9061880" y="4862"/>
                  <a:pt x="9076464" y="12967"/>
                </a:cubicBezTo>
                <a:cubicBezTo>
                  <a:pt x="9090517" y="21623"/>
                  <a:pt x="9102415" y="32968"/>
                  <a:pt x="9110520" y="47574"/>
                </a:cubicBezTo>
                <a:cubicBezTo>
                  <a:pt x="9119176" y="61626"/>
                  <a:pt x="9123484" y="77833"/>
                  <a:pt x="9123484" y="94594"/>
                </a:cubicBezTo>
                <a:lnTo>
                  <a:pt x="9123484" y="1471216"/>
                </a:lnTo>
                <a:cubicBezTo>
                  <a:pt x="9123484" y="1487442"/>
                  <a:pt x="9119176" y="1503650"/>
                  <a:pt x="9111053" y="1518236"/>
                </a:cubicBezTo>
                <a:cubicBezTo>
                  <a:pt x="9102415" y="1532288"/>
                  <a:pt x="9091051" y="1544187"/>
                  <a:pt x="9076464" y="1552291"/>
                </a:cubicBezTo>
                <a:cubicBezTo>
                  <a:pt x="9062413" y="1560947"/>
                  <a:pt x="9046205" y="1565256"/>
                  <a:pt x="9029444" y="1565256"/>
                </a:cubicBezTo>
                <a:lnTo>
                  <a:pt x="94040" y="1565256"/>
                </a:lnTo>
                <a:cubicBezTo>
                  <a:pt x="77832" y="1565256"/>
                  <a:pt x="61625" y="1560947"/>
                  <a:pt x="47019" y="1552825"/>
                </a:cubicBezTo>
                <a:cubicBezTo>
                  <a:pt x="32967" y="1544187"/>
                  <a:pt x="21087" y="1532842"/>
                  <a:pt x="12965" y="1518236"/>
                </a:cubicBezTo>
                <a:cubicBezTo>
                  <a:pt x="4327" y="1504184"/>
                  <a:pt x="0" y="1487976"/>
                  <a:pt x="0" y="1471216"/>
                </a:cubicBezTo>
                <a:lnTo>
                  <a:pt x="533" y="94040"/>
                </a:lnTo>
              </a:path>
            </a:pathLst>
          </a:custGeom>
          <a:solidFill xmlns:a="http://schemas.openxmlformats.org/drawingml/2006/main">
            <a:srgbClr val="F3F9F3"/>
          </a:solidFill>
          <a:ln xmlns:a="http://schemas.openxmlformats.org/drawingml/2006/main" w="22369">
            <a:solidFill>
              <a:srgbClr val="7AAE85"/>
            </a:solidFill>
            <a:prstDash val="solid"/>
          </a:ln>
        </p:spPr>
      </p:sp>
      <p:sp>
        <p:nvSpPr>
          <p:cNvPr id="477" name="text-425 Post-Clustering">
            <a:extLst xmlns:a="http://schemas.openxmlformats.org/drawingml/2006/main">
              <a:ext uri="{FF2B5EF4-FFF2-40B4-BE49-F238E27FC236}">
                <a16:creationId xmlns:a16="http://schemas.microsoft.com/office/drawing/2014/main" id="{CA2AB598-783A-4F4C-BB22-B8ED5C858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07434" y="2713224"/>
            <a:ext cx="1577520" cy="2897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30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Post-Clustering</a:t>
            </a:r>
          </a:p>
        </p:txBody>
      </p:sp>
      <p:sp>
        <p:nvSpPr>
          <p:cNvPr id="478" name="text-425 Diagnostics">
            <a:extLst xmlns:a="http://schemas.openxmlformats.org/drawingml/2006/main">
              <a:ext uri="{FF2B5EF4-FFF2-40B4-BE49-F238E27FC236}">
                <a16:creationId xmlns:a16="http://schemas.microsoft.com/office/drawing/2014/main" id="{2C390F13-4638-4163-8F2B-3FB312D805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05181" y="2713168"/>
            <a:ext cx="1210186" cy="2898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30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Diagnostics</a:t>
            </a:r>
          </a:p>
        </p:txBody>
      </p:sp>
      <p:sp>
        <p:nvSpPr>
          <p:cNvPr id="479" name="path-426">
            <a:extLst xmlns:a="http://schemas.openxmlformats.org/drawingml/2006/main">
              <a:ext uri="{FF2B5EF4-FFF2-40B4-BE49-F238E27FC236}">
                <a16:creationId xmlns:a16="http://schemas.microsoft.com/office/drawing/2014/main" id="{A56CF612-3C8E-4997-905E-B44223820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9880" y="3045880"/>
            <a:ext cx="2130933" cy="1047091"/>
          </a:xfrm>
          <a:custGeom xmlns:a="http://schemas.openxmlformats.org/drawingml/2006/main">
            <a:pathLst>
              <a:path w="2162503" h="1062603">
                <a:moveTo>
                  <a:pt x="0" y="116750"/>
                </a:moveTo>
                <a:lnTo>
                  <a:pt x="0" y="116750"/>
                </a:lnTo>
                <a:cubicBezTo>
                  <a:pt x="0" y="96214"/>
                  <a:pt x="5416" y="76212"/>
                  <a:pt x="15674" y="58365"/>
                </a:cubicBezTo>
                <a:cubicBezTo>
                  <a:pt x="25951" y="40537"/>
                  <a:pt x="40538" y="25951"/>
                  <a:pt x="58385" y="15673"/>
                </a:cubicBezTo>
                <a:cubicBezTo>
                  <a:pt x="76213" y="5415"/>
                  <a:pt x="96214" y="0"/>
                  <a:pt x="116750" y="0"/>
                </a:cubicBezTo>
                <a:lnTo>
                  <a:pt x="2045220" y="0"/>
                </a:lnTo>
                <a:cubicBezTo>
                  <a:pt x="2065755" y="0"/>
                  <a:pt x="2085756" y="5415"/>
                  <a:pt x="2103604" y="15673"/>
                </a:cubicBezTo>
                <a:cubicBezTo>
                  <a:pt x="2121431" y="25951"/>
                  <a:pt x="2136018" y="40537"/>
                  <a:pt x="2146296" y="58365"/>
                </a:cubicBezTo>
                <a:cubicBezTo>
                  <a:pt x="2156573" y="76212"/>
                  <a:pt x="2161968" y="96214"/>
                  <a:pt x="2161968" y="116750"/>
                </a:cubicBezTo>
                <a:lnTo>
                  <a:pt x="2162503" y="945320"/>
                </a:lnTo>
                <a:cubicBezTo>
                  <a:pt x="2162503" y="965855"/>
                  <a:pt x="2157106" y="985857"/>
                  <a:pt x="2146830" y="1003685"/>
                </a:cubicBezTo>
                <a:cubicBezTo>
                  <a:pt x="2136571" y="1021532"/>
                  <a:pt x="2121966" y="1036118"/>
                  <a:pt x="2104138" y="1046396"/>
                </a:cubicBezTo>
                <a:cubicBezTo>
                  <a:pt x="2086310" y="1056654"/>
                  <a:pt x="2066308" y="1062070"/>
                  <a:pt x="2045772" y="1062070"/>
                </a:cubicBezTo>
                <a:lnTo>
                  <a:pt x="116750" y="1062603"/>
                </a:lnTo>
                <a:cubicBezTo>
                  <a:pt x="96214" y="1062603"/>
                  <a:pt x="76213" y="1057207"/>
                  <a:pt x="58385" y="1046930"/>
                </a:cubicBezTo>
                <a:cubicBezTo>
                  <a:pt x="40538" y="1036672"/>
                  <a:pt x="25951" y="1022066"/>
                  <a:pt x="15674" y="1004238"/>
                </a:cubicBezTo>
                <a:cubicBezTo>
                  <a:pt x="5416" y="986391"/>
                  <a:pt x="0" y="966408"/>
                  <a:pt x="0" y="945854"/>
                </a:cubicBezTo>
                <a:lnTo>
                  <a:pt x="0" y="11675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7AAE85"/>
            </a:solidFill>
            <a:prstDash val="solid"/>
          </a:ln>
        </p:spPr>
      </p:sp>
      <p:sp>
        <p:nvSpPr>
          <p:cNvPr id="480" name="text-427 Record">
            <a:extLst xmlns:a="http://schemas.openxmlformats.org/drawingml/2006/main">
              <a:ext uri="{FF2B5EF4-FFF2-40B4-BE49-F238E27FC236}">
                <a16:creationId xmlns:a16="http://schemas.microsoft.com/office/drawing/2014/main" id="{93D1859B-32CA-4E83-BE05-3C5AFBD50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86503" y="3138362"/>
            <a:ext cx="547061" cy="211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88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88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88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Record</a:t>
            </a:r>
          </a:p>
        </p:txBody>
      </p:sp>
      <p:sp>
        <p:nvSpPr>
          <p:cNvPr id="481" name="text-427 Support">
            <a:extLst xmlns:a="http://schemas.openxmlformats.org/drawingml/2006/main">
              <a:ext uri="{FF2B5EF4-FFF2-40B4-BE49-F238E27FC236}">
                <a16:creationId xmlns:a16="http://schemas.microsoft.com/office/drawing/2014/main" id="{AC6FB788-8139-4D0F-80E6-026422439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46730" y="3132973"/>
            <a:ext cx="627122" cy="2188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31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Support</a:t>
            </a:r>
          </a:p>
        </p:txBody>
      </p:sp>
      <p:sp>
        <p:nvSpPr>
          <p:cNvPr id="482" name="text-427 /">
            <a:extLst xmlns:a="http://schemas.openxmlformats.org/drawingml/2006/main">
              <a:ext uri="{FF2B5EF4-FFF2-40B4-BE49-F238E27FC236}">
                <a16:creationId xmlns:a16="http://schemas.microsoft.com/office/drawing/2014/main" id="{D415E1E6-D856-4D2D-9C93-F9387F839E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86216" y="3108730"/>
            <a:ext cx="110075" cy="2527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22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22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422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/</a:t>
            </a:r>
          </a:p>
        </p:txBody>
      </p:sp>
      <p:sp>
        <p:nvSpPr>
          <p:cNvPr id="483" name="text-428 Prevalence">
            <a:extLst xmlns:a="http://schemas.openxmlformats.org/drawingml/2006/main">
              <a:ext uri="{FF2B5EF4-FFF2-40B4-BE49-F238E27FC236}">
                <a16:creationId xmlns:a16="http://schemas.microsoft.com/office/drawing/2014/main" id="{EE9F5DC4-91F3-4F69-8647-0A2BF07CB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16574" y="3355440"/>
            <a:ext cx="845811" cy="2168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1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1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1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Prevalence</a:t>
            </a:r>
          </a:p>
        </p:txBody>
      </p:sp>
      <p:sp>
        <p:nvSpPr>
          <p:cNvPr id="484" name="path-429">
            <a:extLst xmlns:a="http://schemas.openxmlformats.org/drawingml/2006/main">
              <a:ext uri="{FF2B5EF4-FFF2-40B4-BE49-F238E27FC236}">
                <a16:creationId xmlns:a16="http://schemas.microsoft.com/office/drawing/2014/main" id="{85C9108D-78AD-4F33-A967-5BA1CDE79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7455" y="3045880"/>
            <a:ext cx="2130932" cy="1047091"/>
          </a:xfrm>
          <a:custGeom xmlns:a="http://schemas.openxmlformats.org/drawingml/2006/main">
            <a:pathLst>
              <a:path w="2162502" h="1062603">
                <a:moveTo>
                  <a:pt x="0" y="116750"/>
                </a:moveTo>
                <a:lnTo>
                  <a:pt x="0" y="116750"/>
                </a:lnTo>
                <a:cubicBezTo>
                  <a:pt x="0" y="96214"/>
                  <a:pt x="5416" y="76212"/>
                  <a:pt x="15674" y="58365"/>
                </a:cubicBezTo>
                <a:cubicBezTo>
                  <a:pt x="25951" y="40537"/>
                  <a:pt x="40537" y="25951"/>
                  <a:pt x="58385" y="15673"/>
                </a:cubicBezTo>
                <a:cubicBezTo>
                  <a:pt x="76213" y="5415"/>
                  <a:pt x="96214" y="0"/>
                  <a:pt x="116750" y="0"/>
                </a:cubicBezTo>
                <a:lnTo>
                  <a:pt x="2045218" y="0"/>
                </a:lnTo>
                <a:cubicBezTo>
                  <a:pt x="2065755" y="0"/>
                  <a:pt x="2085755" y="5415"/>
                  <a:pt x="2103604" y="15673"/>
                </a:cubicBezTo>
                <a:cubicBezTo>
                  <a:pt x="2121431" y="25951"/>
                  <a:pt x="2136018" y="40537"/>
                  <a:pt x="2146296" y="58365"/>
                </a:cubicBezTo>
                <a:cubicBezTo>
                  <a:pt x="2156573" y="76212"/>
                  <a:pt x="2161968" y="96214"/>
                  <a:pt x="2161968" y="116750"/>
                </a:cubicBezTo>
                <a:lnTo>
                  <a:pt x="2162502" y="945320"/>
                </a:lnTo>
                <a:cubicBezTo>
                  <a:pt x="2162502" y="965855"/>
                  <a:pt x="2157105" y="985857"/>
                  <a:pt x="2146828" y="1003685"/>
                </a:cubicBezTo>
                <a:cubicBezTo>
                  <a:pt x="2136571" y="1021532"/>
                  <a:pt x="2121965" y="1036118"/>
                  <a:pt x="2104137" y="1046396"/>
                </a:cubicBezTo>
                <a:cubicBezTo>
                  <a:pt x="2086309" y="1056654"/>
                  <a:pt x="2066308" y="1062070"/>
                  <a:pt x="2045771" y="1062070"/>
                </a:cubicBezTo>
                <a:lnTo>
                  <a:pt x="116750" y="1062603"/>
                </a:lnTo>
                <a:cubicBezTo>
                  <a:pt x="96214" y="1062603"/>
                  <a:pt x="76213" y="1057207"/>
                  <a:pt x="58385" y="1046930"/>
                </a:cubicBezTo>
                <a:cubicBezTo>
                  <a:pt x="40537" y="1036672"/>
                  <a:pt x="25951" y="1022066"/>
                  <a:pt x="15674" y="1004238"/>
                </a:cubicBezTo>
                <a:cubicBezTo>
                  <a:pt x="5416" y="986391"/>
                  <a:pt x="0" y="966408"/>
                  <a:pt x="0" y="945854"/>
                </a:cubicBezTo>
                <a:lnTo>
                  <a:pt x="0" y="11675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7AAE85"/>
            </a:solidFill>
            <a:prstDash val="solid"/>
          </a:ln>
        </p:spPr>
      </p:sp>
      <p:sp>
        <p:nvSpPr>
          <p:cNvPr id="485" name="text-430 Local">
            <a:extLst xmlns:a="http://schemas.openxmlformats.org/drawingml/2006/main">
              <a:ext uri="{FF2B5EF4-FFF2-40B4-BE49-F238E27FC236}">
                <a16:creationId xmlns:a16="http://schemas.microsoft.com/office/drawing/2014/main" id="{3B6BD599-223D-4789-8E82-AE92C971E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68686" y="3144533"/>
            <a:ext cx="404040" cy="2026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4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4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40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Local</a:t>
            </a:r>
          </a:p>
        </p:txBody>
      </p:sp>
      <p:sp>
        <p:nvSpPr>
          <p:cNvPr id="486" name="text-431 Dispersion">
            <a:extLst xmlns:a="http://schemas.openxmlformats.org/drawingml/2006/main">
              <a:ext uri="{FF2B5EF4-FFF2-40B4-BE49-F238E27FC236}">
                <a16:creationId xmlns:a16="http://schemas.microsoft.com/office/drawing/2014/main" id="{D672755F-1205-4E02-A9C4-FEBED28BD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87275" y="3136469"/>
            <a:ext cx="817133" cy="213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03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03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03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Dispersion</a:t>
            </a:r>
          </a:p>
        </p:txBody>
      </p:sp>
      <p:sp>
        <p:nvSpPr>
          <p:cNvPr id="487" name="path-432">
            <a:extLst xmlns:a="http://schemas.openxmlformats.org/drawingml/2006/main">
              <a:ext uri="{FF2B5EF4-FFF2-40B4-BE49-F238E27FC236}">
                <a16:creationId xmlns:a16="http://schemas.microsoft.com/office/drawing/2014/main" id="{231E6990-B1F4-4B7C-9C37-C2B28E9C8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54502" y="3045880"/>
            <a:ext cx="2130932" cy="1047091"/>
          </a:xfrm>
          <a:custGeom xmlns:a="http://schemas.openxmlformats.org/drawingml/2006/main">
            <a:pathLst>
              <a:path w="2162502" h="1062603">
                <a:moveTo>
                  <a:pt x="0" y="116750"/>
                </a:moveTo>
                <a:lnTo>
                  <a:pt x="0" y="116750"/>
                </a:lnTo>
                <a:cubicBezTo>
                  <a:pt x="0" y="96214"/>
                  <a:pt x="5396" y="76212"/>
                  <a:pt x="15674" y="58365"/>
                </a:cubicBezTo>
                <a:cubicBezTo>
                  <a:pt x="25951" y="40537"/>
                  <a:pt x="40538" y="25951"/>
                  <a:pt x="58366" y="15673"/>
                </a:cubicBezTo>
                <a:cubicBezTo>
                  <a:pt x="76213" y="5415"/>
                  <a:pt x="96214" y="0"/>
                  <a:pt x="116750" y="0"/>
                </a:cubicBezTo>
                <a:lnTo>
                  <a:pt x="2045218" y="0"/>
                </a:lnTo>
                <a:cubicBezTo>
                  <a:pt x="2065755" y="0"/>
                  <a:pt x="2085756" y="5415"/>
                  <a:pt x="2103584" y="15673"/>
                </a:cubicBezTo>
                <a:cubicBezTo>
                  <a:pt x="2121431" y="25951"/>
                  <a:pt x="2136018" y="40537"/>
                  <a:pt x="2146296" y="58365"/>
                </a:cubicBezTo>
                <a:cubicBezTo>
                  <a:pt x="2156553" y="76212"/>
                  <a:pt x="2161968" y="96214"/>
                  <a:pt x="2161968" y="116750"/>
                </a:cubicBezTo>
                <a:lnTo>
                  <a:pt x="2162502" y="945320"/>
                </a:lnTo>
                <a:cubicBezTo>
                  <a:pt x="2162502" y="965855"/>
                  <a:pt x="2157105" y="985857"/>
                  <a:pt x="2146829" y="1003685"/>
                </a:cubicBezTo>
                <a:cubicBezTo>
                  <a:pt x="2136553" y="1021532"/>
                  <a:pt x="2121966" y="1036118"/>
                  <a:pt x="2104137" y="1046396"/>
                </a:cubicBezTo>
                <a:cubicBezTo>
                  <a:pt x="2086290" y="1056654"/>
                  <a:pt x="2066287" y="1062070"/>
                  <a:pt x="2045753" y="1062070"/>
                </a:cubicBezTo>
                <a:lnTo>
                  <a:pt x="116750" y="1062603"/>
                </a:lnTo>
                <a:cubicBezTo>
                  <a:pt x="96214" y="1062603"/>
                  <a:pt x="76213" y="1057207"/>
                  <a:pt x="58366" y="1046930"/>
                </a:cubicBezTo>
                <a:cubicBezTo>
                  <a:pt x="40538" y="1036672"/>
                  <a:pt x="25951" y="1022066"/>
                  <a:pt x="15674" y="1004238"/>
                </a:cubicBezTo>
                <a:cubicBezTo>
                  <a:pt x="5396" y="986391"/>
                  <a:pt x="0" y="966408"/>
                  <a:pt x="0" y="945854"/>
                </a:cubicBezTo>
                <a:lnTo>
                  <a:pt x="0" y="11675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7AAE85"/>
            </a:solidFill>
            <a:prstDash val="solid"/>
          </a:ln>
        </p:spPr>
      </p:sp>
      <p:sp>
        <p:nvSpPr>
          <p:cNvPr id="488" name="text-433 Cluster">
            <a:extLst xmlns:a="http://schemas.openxmlformats.org/drawingml/2006/main">
              <a:ext uri="{FF2B5EF4-FFF2-40B4-BE49-F238E27FC236}">
                <a16:creationId xmlns:a16="http://schemas.microsoft.com/office/drawing/2014/main" id="{8253480B-1621-4591-A336-5D403C35CB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28005" y="3137794"/>
            <a:ext cx="549121" cy="2120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3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3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93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Cluster</a:t>
            </a:r>
          </a:p>
        </p:txBody>
      </p:sp>
      <p:sp>
        <p:nvSpPr>
          <p:cNvPr id="489" name="text-433 Capability">
            <a:extLst xmlns:a="http://schemas.openxmlformats.org/drawingml/2006/main">
              <a:ext uri="{FF2B5EF4-FFF2-40B4-BE49-F238E27FC236}">
                <a16:creationId xmlns:a16="http://schemas.microsoft.com/office/drawing/2014/main" id="{DFC32077-FA19-4D5E-8984-D6E3BEE86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90398" y="3132746"/>
            <a:ext cx="776099" cy="2191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2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2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32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Capability</a:t>
            </a:r>
          </a:p>
        </p:txBody>
      </p:sp>
      <p:sp>
        <p:nvSpPr>
          <p:cNvPr id="490" name="text-433 Residual">
            <a:extLst xmlns:a="http://schemas.openxmlformats.org/drawingml/2006/main">
              <a:ext uri="{FF2B5EF4-FFF2-40B4-BE49-F238E27FC236}">
                <a16:creationId xmlns:a16="http://schemas.microsoft.com/office/drawing/2014/main" id="{6248E2A9-65D7-4F06-B4A6-30048EA1D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78831" y="3137503"/>
            <a:ext cx="659872" cy="212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95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Residual</a:t>
            </a:r>
          </a:p>
        </p:txBody>
      </p:sp>
      <p:sp>
        <p:nvSpPr>
          <p:cNvPr id="491" name="path-434">
            <a:extLst xmlns:a="http://schemas.openxmlformats.org/drawingml/2006/main">
              <a:ext uri="{FF2B5EF4-FFF2-40B4-BE49-F238E27FC236}">
                <a16:creationId xmlns:a16="http://schemas.microsoft.com/office/drawing/2014/main" id="{BD5E7ADC-834F-40F7-A9BC-CD8F0DE4CB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02077" y="3045880"/>
            <a:ext cx="2130931" cy="1047091"/>
          </a:xfrm>
          <a:custGeom xmlns:a="http://schemas.openxmlformats.org/drawingml/2006/main">
            <a:pathLst>
              <a:path w="2162500" h="1062603">
                <a:moveTo>
                  <a:pt x="0" y="116750"/>
                </a:moveTo>
                <a:lnTo>
                  <a:pt x="0" y="116750"/>
                </a:lnTo>
                <a:cubicBezTo>
                  <a:pt x="0" y="96214"/>
                  <a:pt x="5396" y="76212"/>
                  <a:pt x="15674" y="58365"/>
                </a:cubicBezTo>
                <a:cubicBezTo>
                  <a:pt x="25951" y="40537"/>
                  <a:pt x="40537" y="25951"/>
                  <a:pt x="58365" y="15673"/>
                </a:cubicBezTo>
                <a:cubicBezTo>
                  <a:pt x="76213" y="5415"/>
                  <a:pt x="96214" y="0"/>
                  <a:pt x="116749" y="0"/>
                </a:cubicBezTo>
                <a:lnTo>
                  <a:pt x="2045218" y="0"/>
                </a:lnTo>
                <a:cubicBezTo>
                  <a:pt x="2065754" y="0"/>
                  <a:pt x="2085754" y="5415"/>
                  <a:pt x="2103582" y="15673"/>
                </a:cubicBezTo>
                <a:cubicBezTo>
                  <a:pt x="2121431" y="25951"/>
                  <a:pt x="2136018" y="40537"/>
                  <a:pt x="2146294" y="58365"/>
                </a:cubicBezTo>
                <a:cubicBezTo>
                  <a:pt x="2156551" y="76212"/>
                  <a:pt x="2161967" y="96214"/>
                  <a:pt x="2161967" y="116750"/>
                </a:cubicBezTo>
                <a:lnTo>
                  <a:pt x="2162500" y="945320"/>
                </a:lnTo>
                <a:cubicBezTo>
                  <a:pt x="2162500" y="965855"/>
                  <a:pt x="2157104" y="985857"/>
                  <a:pt x="2146828" y="1003685"/>
                </a:cubicBezTo>
                <a:cubicBezTo>
                  <a:pt x="2136571" y="1021532"/>
                  <a:pt x="2121965" y="1036118"/>
                  <a:pt x="2104137" y="1046396"/>
                </a:cubicBezTo>
                <a:cubicBezTo>
                  <a:pt x="2086290" y="1056654"/>
                  <a:pt x="2066307" y="1062070"/>
                  <a:pt x="2045752" y="1062070"/>
                </a:cubicBezTo>
                <a:lnTo>
                  <a:pt x="116749" y="1062603"/>
                </a:lnTo>
                <a:cubicBezTo>
                  <a:pt x="96214" y="1062603"/>
                  <a:pt x="76213" y="1057207"/>
                  <a:pt x="58365" y="1046930"/>
                </a:cubicBezTo>
                <a:cubicBezTo>
                  <a:pt x="40537" y="1036672"/>
                  <a:pt x="25951" y="1022066"/>
                  <a:pt x="15674" y="1004238"/>
                </a:cubicBezTo>
                <a:cubicBezTo>
                  <a:pt x="5396" y="986391"/>
                  <a:pt x="0" y="966408"/>
                  <a:pt x="0" y="945854"/>
                </a:cubicBezTo>
                <a:lnTo>
                  <a:pt x="0" y="11675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7AAE85"/>
            </a:solidFill>
            <a:prstDash val="solid"/>
          </a:ln>
        </p:spPr>
      </p:sp>
      <p:sp>
        <p:nvSpPr>
          <p:cNvPr id="492" name="text-435 Structured-Element">
            <a:extLst xmlns:a="http://schemas.openxmlformats.org/drawingml/2006/main">
              <a:ext uri="{FF2B5EF4-FFF2-40B4-BE49-F238E27FC236}">
                <a16:creationId xmlns:a16="http://schemas.microsoft.com/office/drawing/2014/main" id="{DA77EA56-EEF4-470D-9812-A3C7DBB14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34416" y="3131258"/>
            <a:ext cx="1494579" cy="2212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44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Structured-Element</a:t>
            </a:r>
          </a:p>
        </p:txBody>
      </p:sp>
      <p:sp>
        <p:nvSpPr>
          <p:cNvPr id="493" name="text-436 Residual">
            <a:extLst xmlns:a="http://schemas.openxmlformats.org/drawingml/2006/main">
              <a:ext uri="{FF2B5EF4-FFF2-40B4-BE49-F238E27FC236}">
                <a16:creationId xmlns:a16="http://schemas.microsoft.com/office/drawing/2014/main" id="{EAA6DF47-974C-4551-A7F5-EB5943678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451438" y="3358536"/>
            <a:ext cx="659872" cy="212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9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9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95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Residual</a:t>
            </a:r>
          </a:p>
        </p:txBody>
      </p:sp>
      <p:sp>
        <p:nvSpPr>
          <p:cNvPr id="494" name="path-437">
            <a:extLst xmlns:a="http://schemas.openxmlformats.org/drawingml/2006/main">
              <a:ext uri="{FF2B5EF4-FFF2-40B4-BE49-F238E27FC236}">
                <a16:creationId xmlns:a16="http://schemas.microsoft.com/office/drawing/2014/main" id="{C24D0A6A-4F53-4424-AF2C-777B93016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389" y="3667420"/>
            <a:ext cx="115571" cy="246605"/>
          </a:xfrm>
          <a:custGeom xmlns:a="http://schemas.openxmlformats.org/drawingml/2006/main">
            <a:pathLst>
              <a:path w="117283" h="250258">
                <a:moveTo>
                  <a:pt x="58917" y="250258"/>
                </a:moveTo>
                <a:lnTo>
                  <a:pt x="0" y="250258"/>
                </a:lnTo>
                <a:lnTo>
                  <a:pt x="0" y="0"/>
                </a:lnTo>
                <a:lnTo>
                  <a:pt x="117283" y="0"/>
                </a:lnTo>
                <a:lnTo>
                  <a:pt x="117283" y="250258"/>
                </a:lnTo>
                <a:lnTo>
                  <a:pt x="58917" y="250258"/>
                </a:lnTo>
              </a:path>
            </a:pathLst>
          </a:custGeom>
          <a:solidFill xmlns:a="http://schemas.openxmlformats.org/drawingml/2006/main">
            <a:srgbClr val="8EB29C"/>
          </a:solidFill>
          <a:ln xmlns:a="http://schemas.openxmlformats.org/drawingml/2006/main" w="13315">
            <a:solidFill>
              <a:srgbClr val="3E7B4C"/>
            </a:solidFill>
            <a:prstDash val="solid"/>
          </a:ln>
        </p:spPr>
      </p:sp>
      <p:sp>
        <p:nvSpPr>
          <p:cNvPr id="495" name="path-438">
            <a:extLst xmlns:a="http://schemas.openxmlformats.org/drawingml/2006/main">
              <a:ext uri="{FF2B5EF4-FFF2-40B4-BE49-F238E27FC236}">
                <a16:creationId xmlns:a16="http://schemas.microsoft.com/office/drawing/2014/main" id="{7D431E22-23B0-47D9-B6CC-D5C05E170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4796" y="3551322"/>
            <a:ext cx="115571" cy="363228"/>
          </a:xfrm>
          <a:custGeom xmlns:a="http://schemas.openxmlformats.org/drawingml/2006/main">
            <a:pathLst>
              <a:path w="117283" h="368609">
                <a:moveTo>
                  <a:pt x="58899" y="368609"/>
                </a:moveTo>
                <a:lnTo>
                  <a:pt x="0" y="368609"/>
                </a:lnTo>
                <a:lnTo>
                  <a:pt x="0" y="0"/>
                </a:lnTo>
                <a:lnTo>
                  <a:pt x="117283" y="0"/>
                </a:lnTo>
                <a:lnTo>
                  <a:pt x="117283" y="368609"/>
                </a:lnTo>
                <a:lnTo>
                  <a:pt x="58899" y="368609"/>
                </a:lnTo>
              </a:path>
            </a:pathLst>
          </a:custGeom>
          <a:solidFill xmlns:a="http://schemas.openxmlformats.org/drawingml/2006/main">
            <a:srgbClr val="8EB29C"/>
          </a:solidFill>
          <a:ln xmlns:a="http://schemas.openxmlformats.org/drawingml/2006/main" w="13315">
            <a:solidFill>
              <a:srgbClr val="3E7B4C"/>
            </a:solidFill>
            <a:prstDash val="solid"/>
          </a:ln>
        </p:spPr>
      </p:sp>
      <p:sp>
        <p:nvSpPr>
          <p:cNvPr id="496" name="path-439">
            <a:extLst xmlns:a="http://schemas.openxmlformats.org/drawingml/2006/main">
              <a:ext uri="{FF2B5EF4-FFF2-40B4-BE49-F238E27FC236}">
                <a16:creationId xmlns:a16="http://schemas.microsoft.com/office/drawing/2014/main" id="{E58BB0E0-6B92-4D17-A418-D8680BDF6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0186" y="3726003"/>
            <a:ext cx="115571" cy="188547"/>
          </a:xfrm>
          <a:custGeom xmlns:a="http://schemas.openxmlformats.org/drawingml/2006/main">
            <a:pathLst>
              <a:path w="117283" h="191340">
                <a:moveTo>
                  <a:pt x="58917" y="191340"/>
                </a:moveTo>
                <a:lnTo>
                  <a:pt x="0" y="191340"/>
                </a:lnTo>
                <a:lnTo>
                  <a:pt x="0" y="0"/>
                </a:lnTo>
                <a:lnTo>
                  <a:pt x="117283" y="0"/>
                </a:lnTo>
                <a:lnTo>
                  <a:pt x="117283" y="191340"/>
                </a:lnTo>
                <a:lnTo>
                  <a:pt x="58917" y="191340"/>
                </a:lnTo>
              </a:path>
            </a:pathLst>
          </a:custGeom>
          <a:solidFill xmlns:a="http://schemas.openxmlformats.org/drawingml/2006/main">
            <a:srgbClr val="8EB29C"/>
          </a:solidFill>
          <a:ln xmlns:a="http://schemas.openxmlformats.org/drawingml/2006/main" w="13315">
            <a:solidFill>
              <a:srgbClr val="3E7B4C"/>
            </a:solidFill>
            <a:prstDash val="solid"/>
          </a:ln>
        </p:spPr>
      </p:sp>
      <p:sp>
        <p:nvSpPr>
          <p:cNvPr id="497" name="path-440">
            <a:extLst xmlns:a="http://schemas.openxmlformats.org/drawingml/2006/main">
              <a:ext uri="{FF2B5EF4-FFF2-40B4-BE49-F238E27FC236}">
                <a16:creationId xmlns:a16="http://schemas.microsoft.com/office/drawing/2014/main" id="{B18FBFEE-C538-4C17-8387-E073BB370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5594" y="3783536"/>
            <a:ext cx="115571" cy="130489"/>
          </a:xfrm>
          <a:custGeom xmlns:a="http://schemas.openxmlformats.org/drawingml/2006/main">
            <a:pathLst>
              <a:path w="117283" h="132422">
                <a:moveTo>
                  <a:pt x="58917" y="132422"/>
                </a:moveTo>
                <a:lnTo>
                  <a:pt x="0" y="132422"/>
                </a:lnTo>
                <a:lnTo>
                  <a:pt x="0" y="0"/>
                </a:lnTo>
                <a:lnTo>
                  <a:pt x="117283" y="0"/>
                </a:lnTo>
                <a:lnTo>
                  <a:pt x="117283" y="132422"/>
                </a:lnTo>
                <a:lnTo>
                  <a:pt x="58917" y="132422"/>
                </a:lnTo>
              </a:path>
            </a:pathLst>
          </a:custGeom>
          <a:solidFill xmlns:a="http://schemas.openxmlformats.org/drawingml/2006/main">
            <a:srgbClr val="8EB29C"/>
          </a:solidFill>
          <a:ln xmlns:a="http://schemas.openxmlformats.org/drawingml/2006/main" w="13315">
            <a:solidFill>
              <a:srgbClr val="3E7B4C"/>
            </a:solidFill>
            <a:prstDash val="solid"/>
          </a:ln>
        </p:spPr>
      </p:sp>
      <p:sp>
        <p:nvSpPr>
          <p:cNvPr id="498" name="path-441">
            <a:extLst xmlns:a="http://schemas.openxmlformats.org/drawingml/2006/main">
              <a:ext uri="{FF2B5EF4-FFF2-40B4-BE49-F238E27FC236}">
                <a16:creationId xmlns:a16="http://schemas.microsoft.com/office/drawing/2014/main" id="{09C3675B-16A0-41C8-9E48-D533AB5A3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1330" y="3929470"/>
            <a:ext cx="698255" cy="191"/>
          </a:xfrm>
          <a:custGeom xmlns:a="http://schemas.openxmlformats.org/drawingml/2006/main">
            <a:pathLst>
              <a:path w="708600" h="191">
                <a:moveTo>
                  <a:pt x="0" y="0"/>
                </a:moveTo>
                <a:lnTo>
                  <a:pt x="7086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227">
            <a:solidFill>
              <a:srgbClr val="333333"/>
            </a:solidFill>
            <a:prstDash val="solid"/>
          </a:ln>
        </p:spPr>
      </p:sp>
      <p:sp>
        <p:nvSpPr>
          <p:cNvPr id="499" name="path-442">
            <a:extLst xmlns:a="http://schemas.openxmlformats.org/drawingml/2006/main">
              <a:ext uri="{FF2B5EF4-FFF2-40B4-BE49-F238E27FC236}">
                <a16:creationId xmlns:a16="http://schemas.microsoft.com/office/drawing/2014/main" id="{47E38CC1-3B67-4ED6-ADFF-E8562A6A2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740" y="3756912"/>
            <a:ext cx="123556" cy="136877"/>
          </a:xfrm>
          <a:custGeom xmlns:a="http://schemas.openxmlformats.org/drawingml/2006/main">
            <a:pathLst>
              <a:path w="125386" h="138905">
                <a:moveTo>
                  <a:pt x="0" y="138905"/>
                </a:moveTo>
                <a:lnTo>
                  <a:pt x="0" y="129162"/>
                </a:lnTo>
                <a:lnTo>
                  <a:pt x="535" y="119972"/>
                </a:lnTo>
                <a:lnTo>
                  <a:pt x="1621" y="110800"/>
                </a:lnTo>
                <a:lnTo>
                  <a:pt x="2708" y="101609"/>
                </a:lnTo>
                <a:lnTo>
                  <a:pt x="4328" y="92419"/>
                </a:lnTo>
                <a:lnTo>
                  <a:pt x="6484" y="83229"/>
                </a:lnTo>
                <a:lnTo>
                  <a:pt x="8638" y="74572"/>
                </a:lnTo>
                <a:lnTo>
                  <a:pt x="11344" y="65401"/>
                </a:lnTo>
                <a:lnTo>
                  <a:pt x="14587" y="56744"/>
                </a:lnTo>
                <a:lnTo>
                  <a:pt x="17828" y="48088"/>
                </a:lnTo>
                <a:lnTo>
                  <a:pt x="21622" y="39451"/>
                </a:lnTo>
                <a:lnTo>
                  <a:pt x="25397" y="31347"/>
                </a:lnTo>
                <a:lnTo>
                  <a:pt x="29726" y="23224"/>
                </a:lnTo>
                <a:lnTo>
                  <a:pt x="34589" y="15121"/>
                </a:lnTo>
                <a:lnTo>
                  <a:pt x="39450" y="7551"/>
                </a:lnTo>
                <a:lnTo>
                  <a:pt x="44866" y="0"/>
                </a:lnTo>
                <a:lnTo>
                  <a:pt x="125386" y="57831"/>
                </a:lnTo>
                <a:lnTo>
                  <a:pt x="122146" y="62694"/>
                </a:lnTo>
                <a:lnTo>
                  <a:pt x="118905" y="67022"/>
                </a:lnTo>
                <a:lnTo>
                  <a:pt x="116196" y="71884"/>
                </a:lnTo>
                <a:lnTo>
                  <a:pt x="114042" y="76193"/>
                </a:lnTo>
                <a:lnTo>
                  <a:pt x="111334" y="81074"/>
                </a:lnTo>
                <a:lnTo>
                  <a:pt x="109180" y="85937"/>
                </a:lnTo>
                <a:lnTo>
                  <a:pt x="107558" y="91332"/>
                </a:lnTo>
                <a:lnTo>
                  <a:pt x="105385" y="96195"/>
                </a:lnTo>
                <a:lnTo>
                  <a:pt x="104317" y="101609"/>
                </a:lnTo>
                <a:lnTo>
                  <a:pt x="102697" y="106472"/>
                </a:lnTo>
                <a:lnTo>
                  <a:pt x="101609" y="111867"/>
                </a:lnTo>
                <a:lnTo>
                  <a:pt x="100522" y="117283"/>
                </a:lnTo>
                <a:lnTo>
                  <a:pt x="99990" y="122679"/>
                </a:lnTo>
                <a:lnTo>
                  <a:pt x="99455" y="128094"/>
                </a:lnTo>
                <a:lnTo>
                  <a:pt x="98903" y="133490"/>
                </a:lnTo>
                <a:lnTo>
                  <a:pt x="98903" y="138905"/>
                </a:lnTo>
                <a:lnTo>
                  <a:pt x="0" y="138905"/>
                </a:lnTo>
              </a:path>
            </a:pathLst>
          </a:custGeom>
          <a:solidFill xmlns:a="http://schemas.openxmlformats.org/drawingml/2006/main">
            <a:srgbClr val="509E4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" name="path-443">
            <a:extLst xmlns:a="http://schemas.openxmlformats.org/drawingml/2006/main">
              <a:ext uri="{FF2B5EF4-FFF2-40B4-BE49-F238E27FC236}">
                <a16:creationId xmlns:a16="http://schemas.microsoft.com/office/drawing/2014/main" id="{8E6AE4F7-1BBB-4839-8B9D-B409E294C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9003" y="3672210"/>
            <a:ext cx="146479" cy="142214"/>
          </a:xfrm>
          <a:custGeom xmlns:a="http://schemas.openxmlformats.org/drawingml/2006/main">
            <a:pathLst>
              <a:path w="148649" h="144321">
                <a:moveTo>
                  <a:pt x="0" y="85403"/>
                </a:moveTo>
                <a:lnTo>
                  <a:pt x="5416" y="78386"/>
                </a:lnTo>
                <a:lnTo>
                  <a:pt x="11365" y="70817"/>
                </a:lnTo>
                <a:lnTo>
                  <a:pt x="17294" y="64334"/>
                </a:lnTo>
                <a:lnTo>
                  <a:pt x="23777" y="57297"/>
                </a:lnTo>
                <a:lnTo>
                  <a:pt x="30280" y="50815"/>
                </a:lnTo>
                <a:lnTo>
                  <a:pt x="37296" y="44866"/>
                </a:lnTo>
                <a:lnTo>
                  <a:pt x="44332" y="38917"/>
                </a:lnTo>
                <a:lnTo>
                  <a:pt x="51902" y="33521"/>
                </a:lnTo>
                <a:lnTo>
                  <a:pt x="59452" y="28125"/>
                </a:lnTo>
                <a:lnTo>
                  <a:pt x="67575" y="23244"/>
                </a:lnTo>
                <a:lnTo>
                  <a:pt x="75126" y="18382"/>
                </a:lnTo>
                <a:lnTo>
                  <a:pt x="83781" y="14072"/>
                </a:lnTo>
                <a:lnTo>
                  <a:pt x="91886" y="9744"/>
                </a:lnTo>
                <a:lnTo>
                  <a:pt x="100543" y="5950"/>
                </a:lnTo>
                <a:lnTo>
                  <a:pt x="109180" y="2708"/>
                </a:lnTo>
                <a:lnTo>
                  <a:pt x="117836" y="0"/>
                </a:lnTo>
                <a:lnTo>
                  <a:pt x="148649" y="94060"/>
                </a:lnTo>
                <a:lnTo>
                  <a:pt x="143235" y="96214"/>
                </a:lnTo>
                <a:lnTo>
                  <a:pt x="138372" y="97835"/>
                </a:lnTo>
                <a:lnTo>
                  <a:pt x="133510" y="100009"/>
                </a:lnTo>
                <a:lnTo>
                  <a:pt x="128648" y="102697"/>
                </a:lnTo>
                <a:lnTo>
                  <a:pt x="123785" y="104870"/>
                </a:lnTo>
                <a:lnTo>
                  <a:pt x="118905" y="107560"/>
                </a:lnTo>
                <a:lnTo>
                  <a:pt x="114595" y="110820"/>
                </a:lnTo>
                <a:lnTo>
                  <a:pt x="110267" y="113508"/>
                </a:lnTo>
                <a:lnTo>
                  <a:pt x="105939" y="116750"/>
                </a:lnTo>
                <a:lnTo>
                  <a:pt x="101609" y="120544"/>
                </a:lnTo>
                <a:lnTo>
                  <a:pt x="97835" y="123786"/>
                </a:lnTo>
                <a:lnTo>
                  <a:pt x="94059" y="127561"/>
                </a:lnTo>
                <a:lnTo>
                  <a:pt x="90265" y="131355"/>
                </a:lnTo>
                <a:lnTo>
                  <a:pt x="86489" y="135665"/>
                </a:lnTo>
                <a:lnTo>
                  <a:pt x="83248" y="139993"/>
                </a:lnTo>
                <a:lnTo>
                  <a:pt x="80007" y="144321"/>
                </a:lnTo>
                <a:lnTo>
                  <a:pt x="0" y="85403"/>
                </a:lnTo>
              </a:path>
            </a:pathLst>
          </a:custGeom>
          <a:solidFill xmlns:a="http://schemas.openxmlformats.org/drawingml/2006/main">
            <a:srgbClr val="8BBE3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" name="path-444">
            <a:extLst xmlns:a="http://schemas.openxmlformats.org/drawingml/2006/main">
              <a:ext uri="{FF2B5EF4-FFF2-40B4-BE49-F238E27FC236}">
                <a16:creationId xmlns:a16="http://schemas.microsoft.com/office/drawing/2014/main" id="{D2F0EFCE-5452-4238-A6D8-A442ACF436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4574" y="3660505"/>
            <a:ext cx="143811" cy="104392"/>
          </a:xfrm>
          <a:custGeom xmlns:a="http://schemas.openxmlformats.org/drawingml/2006/main">
            <a:pathLst>
              <a:path w="145941" h="105938">
                <a:moveTo>
                  <a:pt x="0" y="11345"/>
                </a:moveTo>
                <a:lnTo>
                  <a:pt x="8656" y="8638"/>
                </a:lnTo>
                <a:lnTo>
                  <a:pt x="17847" y="6483"/>
                </a:lnTo>
                <a:lnTo>
                  <a:pt x="26485" y="4328"/>
                </a:lnTo>
                <a:lnTo>
                  <a:pt x="35675" y="2708"/>
                </a:lnTo>
                <a:lnTo>
                  <a:pt x="44866" y="1621"/>
                </a:lnTo>
                <a:lnTo>
                  <a:pt x="54057" y="535"/>
                </a:lnTo>
                <a:lnTo>
                  <a:pt x="63247" y="0"/>
                </a:lnTo>
                <a:lnTo>
                  <a:pt x="72972" y="0"/>
                </a:lnTo>
                <a:lnTo>
                  <a:pt x="82162" y="0"/>
                </a:lnTo>
                <a:lnTo>
                  <a:pt x="91352" y="535"/>
                </a:lnTo>
                <a:lnTo>
                  <a:pt x="100543" y="1621"/>
                </a:lnTo>
                <a:lnTo>
                  <a:pt x="109733" y="2708"/>
                </a:lnTo>
                <a:lnTo>
                  <a:pt x="118923" y="4328"/>
                </a:lnTo>
                <a:lnTo>
                  <a:pt x="127561" y="6483"/>
                </a:lnTo>
                <a:lnTo>
                  <a:pt x="136751" y="8638"/>
                </a:lnTo>
                <a:lnTo>
                  <a:pt x="145941" y="11345"/>
                </a:lnTo>
                <a:lnTo>
                  <a:pt x="115129" y="105938"/>
                </a:lnTo>
                <a:lnTo>
                  <a:pt x="109733" y="104318"/>
                </a:lnTo>
                <a:lnTo>
                  <a:pt x="104870" y="102697"/>
                </a:lnTo>
                <a:lnTo>
                  <a:pt x="99455" y="101610"/>
                </a:lnTo>
                <a:lnTo>
                  <a:pt x="94059" y="100523"/>
                </a:lnTo>
                <a:lnTo>
                  <a:pt x="88643" y="99989"/>
                </a:lnTo>
                <a:lnTo>
                  <a:pt x="83248" y="99455"/>
                </a:lnTo>
                <a:lnTo>
                  <a:pt x="77834" y="98903"/>
                </a:lnTo>
                <a:lnTo>
                  <a:pt x="72972" y="98903"/>
                </a:lnTo>
                <a:lnTo>
                  <a:pt x="67574" y="98903"/>
                </a:lnTo>
                <a:lnTo>
                  <a:pt x="62160" y="99455"/>
                </a:lnTo>
                <a:lnTo>
                  <a:pt x="56763" y="99989"/>
                </a:lnTo>
                <a:lnTo>
                  <a:pt x="51349" y="100523"/>
                </a:lnTo>
                <a:lnTo>
                  <a:pt x="45951" y="101610"/>
                </a:lnTo>
                <a:lnTo>
                  <a:pt x="40537" y="102697"/>
                </a:lnTo>
                <a:lnTo>
                  <a:pt x="35675" y="104318"/>
                </a:lnTo>
                <a:lnTo>
                  <a:pt x="30280" y="105938"/>
                </a:lnTo>
                <a:lnTo>
                  <a:pt x="0" y="11345"/>
                </a:lnTo>
              </a:path>
            </a:pathLst>
          </a:custGeom>
          <a:solidFill xmlns:a="http://schemas.openxmlformats.org/drawingml/2006/main">
            <a:srgbClr val="E2C52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2" name="path-445">
            <a:extLst xmlns:a="http://schemas.openxmlformats.org/drawingml/2006/main">
              <a:ext uri="{FF2B5EF4-FFF2-40B4-BE49-F238E27FC236}">
                <a16:creationId xmlns:a16="http://schemas.microsoft.com/office/drawing/2014/main" id="{D27B119E-F2FB-4741-805D-AFCE54226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8567" y="3672210"/>
            <a:ext cx="146460" cy="142214"/>
          </a:xfrm>
          <a:custGeom xmlns:a="http://schemas.openxmlformats.org/drawingml/2006/main">
            <a:pathLst>
              <a:path w="148630" h="144321">
                <a:moveTo>
                  <a:pt x="30259" y="0"/>
                </a:moveTo>
                <a:lnTo>
                  <a:pt x="38916" y="2708"/>
                </a:lnTo>
                <a:lnTo>
                  <a:pt x="47553" y="5950"/>
                </a:lnTo>
                <a:lnTo>
                  <a:pt x="56211" y="9744"/>
                </a:lnTo>
                <a:lnTo>
                  <a:pt x="64314" y="14072"/>
                </a:lnTo>
                <a:lnTo>
                  <a:pt x="72951" y="18382"/>
                </a:lnTo>
                <a:lnTo>
                  <a:pt x="80521" y="23244"/>
                </a:lnTo>
                <a:lnTo>
                  <a:pt x="88625" y="28125"/>
                </a:lnTo>
                <a:lnTo>
                  <a:pt x="96195" y="33521"/>
                </a:lnTo>
                <a:lnTo>
                  <a:pt x="103763" y="38917"/>
                </a:lnTo>
                <a:lnTo>
                  <a:pt x="110800" y="44866"/>
                </a:lnTo>
                <a:lnTo>
                  <a:pt x="117816" y="50815"/>
                </a:lnTo>
                <a:lnTo>
                  <a:pt x="124299" y="57297"/>
                </a:lnTo>
                <a:lnTo>
                  <a:pt x="130783" y="64334"/>
                </a:lnTo>
                <a:lnTo>
                  <a:pt x="136732" y="70817"/>
                </a:lnTo>
                <a:lnTo>
                  <a:pt x="142681" y="78386"/>
                </a:lnTo>
                <a:lnTo>
                  <a:pt x="148630" y="85403"/>
                </a:lnTo>
                <a:lnTo>
                  <a:pt x="68089" y="144321"/>
                </a:lnTo>
                <a:lnTo>
                  <a:pt x="64848" y="139993"/>
                </a:lnTo>
                <a:lnTo>
                  <a:pt x="61606" y="135665"/>
                </a:lnTo>
                <a:lnTo>
                  <a:pt x="57830" y="131355"/>
                </a:lnTo>
                <a:lnTo>
                  <a:pt x="54036" y="127561"/>
                </a:lnTo>
                <a:lnTo>
                  <a:pt x="50262" y="123786"/>
                </a:lnTo>
                <a:lnTo>
                  <a:pt x="46468" y="120544"/>
                </a:lnTo>
                <a:lnTo>
                  <a:pt x="42157" y="116750"/>
                </a:lnTo>
                <a:lnTo>
                  <a:pt x="37830" y="113508"/>
                </a:lnTo>
                <a:lnTo>
                  <a:pt x="33500" y="110820"/>
                </a:lnTo>
                <a:lnTo>
                  <a:pt x="29172" y="107560"/>
                </a:lnTo>
                <a:lnTo>
                  <a:pt x="24310" y="104870"/>
                </a:lnTo>
                <a:lnTo>
                  <a:pt x="19448" y="102697"/>
                </a:lnTo>
                <a:lnTo>
                  <a:pt x="14587" y="100009"/>
                </a:lnTo>
                <a:lnTo>
                  <a:pt x="9725" y="97835"/>
                </a:lnTo>
                <a:lnTo>
                  <a:pt x="4862" y="96214"/>
                </a:lnTo>
                <a:lnTo>
                  <a:pt x="0" y="94060"/>
                </a:lnTo>
                <a:lnTo>
                  <a:pt x="30259" y="0"/>
                </a:lnTo>
              </a:path>
            </a:pathLst>
          </a:custGeom>
          <a:solidFill xmlns:a="http://schemas.openxmlformats.org/drawingml/2006/main">
            <a:srgbClr val="E88D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" name="path-446">
            <a:extLst xmlns:a="http://schemas.openxmlformats.org/drawingml/2006/main">
              <a:ext uri="{FF2B5EF4-FFF2-40B4-BE49-F238E27FC236}">
                <a16:creationId xmlns:a16="http://schemas.microsoft.com/office/drawing/2014/main" id="{E1627B0F-6A8B-405A-B027-FBA91EC8A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5663" y="3756912"/>
            <a:ext cx="123575" cy="136877"/>
          </a:xfrm>
          <a:custGeom xmlns:a="http://schemas.openxmlformats.org/drawingml/2006/main">
            <a:pathLst>
              <a:path w="125406" h="138905">
                <a:moveTo>
                  <a:pt x="79988" y="0"/>
                </a:moveTo>
                <a:lnTo>
                  <a:pt x="85402" y="7551"/>
                </a:lnTo>
                <a:lnTo>
                  <a:pt x="90265" y="15121"/>
                </a:lnTo>
                <a:lnTo>
                  <a:pt x="95127" y="23224"/>
                </a:lnTo>
                <a:lnTo>
                  <a:pt x="99455" y="31347"/>
                </a:lnTo>
                <a:lnTo>
                  <a:pt x="103230" y="39451"/>
                </a:lnTo>
                <a:lnTo>
                  <a:pt x="107024" y="48088"/>
                </a:lnTo>
                <a:lnTo>
                  <a:pt x="110266" y="56744"/>
                </a:lnTo>
                <a:lnTo>
                  <a:pt x="113507" y="65401"/>
                </a:lnTo>
                <a:lnTo>
                  <a:pt x="116215" y="74572"/>
                </a:lnTo>
                <a:lnTo>
                  <a:pt x="118369" y="83229"/>
                </a:lnTo>
                <a:lnTo>
                  <a:pt x="120524" y="92419"/>
                </a:lnTo>
                <a:lnTo>
                  <a:pt x="122163" y="101609"/>
                </a:lnTo>
                <a:lnTo>
                  <a:pt x="123232" y="110800"/>
                </a:lnTo>
                <a:lnTo>
                  <a:pt x="124319" y="119972"/>
                </a:lnTo>
                <a:lnTo>
                  <a:pt x="124852" y="129162"/>
                </a:lnTo>
                <a:lnTo>
                  <a:pt x="125406" y="138905"/>
                </a:lnTo>
                <a:lnTo>
                  <a:pt x="25950" y="138905"/>
                </a:lnTo>
                <a:lnTo>
                  <a:pt x="25950" y="133490"/>
                </a:lnTo>
                <a:lnTo>
                  <a:pt x="25417" y="128094"/>
                </a:lnTo>
                <a:lnTo>
                  <a:pt x="24864" y="122679"/>
                </a:lnTo>
                <a:lnTo>
                  <a:pt x="24330" y="117283"/>
                </a:lnTo>
                <a:lnTo>
                  <a:pt x="23242" y="111867"/>
                </a:lnTo>
                <a:lnTo>
                  <a:pt x="22155" y="106472"/>
                </a:lnTo>
                <a:lnTo>
                  <a:pt x="20536" y="101609"/>
                </a:lnTo>
                <a:lnTo>
                  <a:pt x="19468" y="96195"/>
                </a:lnTo>
                <a:lnTo>
                  <a:pt x="17293" y="91332"/>
                </a:lnTo>
                <a:lnTo>
                  <a:pt x="15674" y="85937"/>
                </a:lnTo>
                <a:lnTo>
                  <a:pt x="13518" y="81074"/>
                </a:lnTo>
                <a:lnTo>
                  <a:pt x="10811" y="76193"/>
                </a:lnTo>
                <a:lnTo>
                  <a:pt x="8656" y="71884"/>
                </a:lnTo>
                <a:lnTo>
                  <a:pt x="5949" y="67022"/>
                </a:lnTo>
                <a:lnTo>
                  <a:pt x="2708" y="62694"/>
                </a:lnTo>
                <a:lnTo>
                  <a:pt x="0" y="57831"/>
                </a:lnTo>
                <a:lnTo>
                  <a:pt x="79988" y="0"/>
                </a:lnTo>
              </a:path>
            </a:pathLst>
          </a:custGeom>
          <a:solidFill xmlns:a="http://schemas.openxmlformats.org/drawingml/2006/main">
            <a:srgbClr val="D33A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" name="path-447">
            <a:extLst xmlns:a="http://schemas.openxmlformats.org/drawingml/2006/main">
              <a:ext uri="{FF2B5EF4-FFF2-40B4-BE49-F238E27FC236}">
                <a16:creationId xmlns:a16="http://schemas.microsoft.com/office/drawing/2014/main" id="{F7BD702E-AC58-4FE2-8E62-ADAA0CE80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7025" y="3693517"/>
            <a:ext cx="109708" cy="199727"/>
          </a:xfrm>
          <a:custGeom xmlns:a="http://schemas.openxmlformats.org/drawingml/2006/main">
            <a:pathLst>
              <a:path w="111333" h="202686">
                <a:moveTo>
                  <a:pt x="0" y="202686"/>
                </a:moveTo>
                <a:lnTo>
                  <a:pt x="111333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25">
            <a:solidFill>
              <a:srgbClr val="111111"/>
            </a:solidFill>
            <a:prstDash val="solid"/>
          </a:ln>
        </p:spPr>
      </p:sp>
      <p:sp>
        <p:nvSpPr>
          <p:cNvPr id="505" name="path-448">
            <a:extLst xmlns:a="http://schemas.openxmlformats.org/drawingml/2006/main">
              <a:ext uri="{FF2B5EF4-FFF2-40B4-BE49-F238E27FC236}">
                <a16:creationId xmlns:a16="http://schemas.microsoft.com/office/drawing/2014/main" id="{E5862817-6C22-4199-9845-F3617791E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397" y="3858635"/>
            <a:ext cx="69764" cy="69763"/>
          </a:xfrm>
          <a:custGeom xmlns:a="http://schemas.openxmlformats.org/drawingml/2006/main">
            <a:pathLst>
              <a:path w="70797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21" y="22690"/>
                  <a:pt x="4862" y="17294"/>
                </a:cubicBezTo>
                <a:cubicBezTo>
                  <a:pt x="8103" y="11879"/>
                  <a:pt x="12431" y="7570"/>
                  <a:pt x="17828" y="4328"/>
                </a:cubicBezTo>
                <a:cubicBezTo>
                  <a:pt x="23242" y="1621"/>
                  <a:pt x="29191" y="0"/>
                  <a:pt x="35674" y="0"/>
                </a:cubicBezTo>
                <a:cubicBezTo>
                  <a:pt x="41623" y="0"/>
                  <a:pt x="47573" y="1621"/>
                  <a:pt x="52969" y="4328"/>
                </a:cubicBezTo>
                <a:cubicBezTo>
                  <a:pt x="58365" y="7570"/>
                  <a:pt x="62693" y="11879"/>
                  <a:pt x="65934" y="17294"/>
                </a:cubicBezTo>
                <a:cubicBezTo>
                  <a:pt x="69175" y="22690"/>
                  <a:pt x="70797" y="29173"/>
                  <a:pt x="70797" y="35122"/>
                </a:cubicBezTo>
                <a:cubicBezTo>
                  <a:pt x="70797" y="41071"/>
                  <a:pt x="69175" y="47554"/>
                  <a:pt x="65934" y="52969"/>
                </a:cubicBezTo>
                <a:cubicBezTo>
                  <a:pt x="62693" y="58365"/>
                  <a:pt x="58365" y="62694"/>
                  <a:pt x="52969" y="65935"/>
                </a:cubicBezTo>
                <a:cubicBezTo>
                  <a:pt x="47573" y="68642"/>
                  <a:pt x="41623" y="70797"/>
                  <a:pt x="35674" y="70797"/>
                </a:cubicBezTo>
                <a:cubicBezTo>
                  <a:pt x="29191" y="70797"/>
                  <a:pt x="23242" y="68642"/>
                  <a:pt x="17828" y="65935"/>
                </a:cubicBezTo>
                <a:cubicBezTo>
                  <a:pt x="12431" y="62694"/>
                  <a:pt x="8103" y="58365"/>
                  <a:pt x="4862" y="52969"/>
                </a:cubicBezTo>
                <a:cubicBezTo>
                  <a:pt x="1621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" name="path-449">
            <a:extLst xmlns:a="http://schemas.openxmlformats.org/drawingml/2006/main">
              <a:ext uri="{FF2B5EF4-FFF2-40B4-BE49-F238E27FC236}">
                <a16:creationId xmlns:a16="http://schemas.microsoft.com/office/drawing/2014/main" id="{F6B3E8D3-389F-42FD-84AD-330739276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2590" y="3507638"/>
            <a:ext cx="610886" cy="436204"/>
          </a:xfrm>
          <a:custGeom xmlns:a="http://schemas.openxmlformats.org/drawingml/2006/main">
            <a:pathLst>
              <a:path w="619936" h="442667">
                <a:moveTo>
                  <a:pt x="0" y="221067"/>
                </a:moveTo>
                <a:lnTo>
                  <a:pt x="0" y="221067"/>
                </a:lnTo>
                <a:cubicBezTo>
                  <a:pt x="0" y="182150"/>
                  <a:pt x="14053" y="144321"/>
                  <a:pt x="41605" y="110266"/>
                </a:cubicBezTo>
                <a:cubicBezTo>
                  <a:pt x="68642" y="76765"/>
                  <a:pt x="108093" y="48660"/>
                  <a:pt x="155113" y="29192"/>
                </a:cubicBezTo>
                <a:cubicBezTo>
                  <a:pt x="202133" y="9744"/>
                  <a:pt x="255654" y="0"/>
                  <a:pt x="309692" y="0"/>
                </a:cubicBezTo>
                <a:cubicBezTo>
                  <a:pt x="364281" y="0"/>
                  <a:pt x="417803" y="9744"/>
                  <a:pt x="464824" y="29192"/>
                </a:cubicBezTo>
                <a:cubicBezTo>
                  <a:pt x="511843" y="48660"/>
                  <a:pt x="551294" y="76765"/>
                  <a:pt x="578312" y="110266"/>
                </a:cubicBezTo>
                <a:cubicBezTo>
                  <a:pt x="605884" y="144321"/>
                  <a:pt x="619936" y="182150"/>
                  <a:pt x="619936" y="221067"/>
                </a:cubicBezTo>
                <a:cubicBezTo>
                  <a:pt x="619936" y="259983"/>
                  <a:pt x="605884" y="297813"/>
                  <a:pt x="578312" y="331867"/>
                </a:cubicBezTo>
                <a:cubicBezTo>
                  <a:pt x="551294" y="365387"/>
                  <a:pt x="511843" y="393492"/>
                  <a:pt x="464824" y="412941"/>
                </a:cubicBezTo>
                <a:cubicBezTo>
                  <a:pt x="417803" y="432409"/>
                  <a:pt x="364281" y="442667"/>
                  <a:pt x="309692" y="442667"/>
                </a:cubicBezTo>
                <a:cubicBezTo>
                  <a:pt x="255654" y="442667"/>
                  <a:pt x="202133" y="432409"/>
                  <a:pt x="155113" y="412941"/>
                </a:cubicBezTo>
                <a:cubicBezTo>
                  <a:pt x="108093" y="393492"/>
                  <a:pt x="68642" y="365387"/>
                  <a:pt x="41605" y="331867"/>
                </a:cubicBezTo>
                <a:cubicBezTo>
                  <a:pt x="14053" y="297813"/>
                  <a:pt x="0" y="259983"/>
                  <a:pt x="0" y="221067"/>
                </a:cubicBezTo>
              </a:path>
            </a:pathLst>
          </a:custGeom>
          <a:noFill xmlns:a="http://schemas.openxmlformats.org/drawingml/2006/main"/>
          <a:ln xmlns:a="http://schemas.openxmlformats.org/drawingml/2006/main" w="18641">
            <a:solidFill>
              <a:srgbClr val="9A9A9A"/>
            </a:solidFill>
            <a:prstDash val="dash"/>
          </a:ln>
        </p:spPr>
      </p:sp>
      <p:sp>
        <p:nvSpPr>
          <p:cNvPr id="507" name="path-450">
            <a:extLst xmlns:a="http://schemas.openxmlformats.org/drawingml/2006/main">
              <a:ext uri="{FF2B5EF4-FFF2-40B4-BE49-F238E27FC236}">
                <a16:creationId xmlns:a16="http://schemas.microsoft.com/office/drawing/2014/main" id="{0BE74816-3EF7-49E7-A52E-39676F674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26" y="3809107"/>
            <a:ext cx="43667" cy="43666"/>
          </a:xfrm>
          <a:custGeom xmlns:a="http://schemas.openxmlformats.org/drawingml/2006/main">
            <a:pathLst>
              <a:path w="44314" h="44313">
                <a:moveTo>
                  <a:pt x="0" y="22157"/>
                </a:moveTo>
                <a:lnTo>
                  <a:pt x="0" y="22157"/>
                </a:lnTo>
                <a:cubicBezTo>
                  <a:pt x="0" y="18362"/>
                  <a:pt x="1087" y="14587"/>
                  <a:pt x="2709" y="11345"/>
                </a:cubicBezTo>
                <a:cubicBezTo>
                  <a:pt x="4863" y="7551"/>
                  <a:pt x="7571" y="4862"/>
                  <a:pt x="11347" y="2688"/>
                </a:cubicBezTo>
                <a:cubicBezTo>
                  <a:pt x="14588" y="1068"/>
                  <a:pt x="18382" y="0"/>
                  <a:pt x="22157" y="0"/>
                </a:cubicBezTo>
                <a:cubicBezTo>
                  <a:pt x="25951" y="0"/>
                  <a:pt x="29727" y="1068"/>
                  <a:pt x="33502" y="2688"/>
                </a:cubicBezTo>
                <a:cubicBezTo>
                  <a:pt x="36743" y="4862"/>
                  <a:pt x="39451" y="7551"/>
                  <a:pt x="41625" y="11345"/>
                </a:cubicBezTo>
                <a:cubicBezTo>
                  <a:pt x="43245" y="14587"/>
                  <a:pt x="44314" y="18362"/>
                  <a:pt x="44314" y="22157"/>
                </a:cubicBezTo>
                <a:cubicBezTo>
                  <a:pt x="44314" y="25932"/>
                  <a:pt x="43245" y="29726"/>
                  <a:pt x="41625" y="33501"/>
                </a:cubicBezTo>
                <a:cubicBezTo>
                  <a:pt x="39451" y="36743"/>
                  <a:pt x="36743" y="39450"/>
                  <a:pt x="33502" y="41605"/>
                </a:cubicBezTo>
                <a:cubicBezTo>
                  <a:pt x="29727" y="43226"/>
                  <a:pt x="25951" y="44313"/>
                  <a:pt x="22157" y="44313"/>
                </a:cubicBezTo>
                <a:cubicBezTo>
                  <a:pt x="18382" y="44313"/>
                  <a:pt x="14588" y="43226"/>
                  <a:pt x="11347" y="41605"/>
                </a:cubicBezTo>
                <a:cubicBezTo>
                  <a:pt x="7571" y="39450"/>
                  <a:pt x="4863" y="36743"/>
                  <a:pt x="2709" y="33501"/>
                </a:cubicBezTo>
                <a:cubicBezTo>
                  <a:pt x="1087" y="29726"/>
                  <a:pt x="0" y="25932"/>
                  <a:pt x="0" y="22157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" name="path-451">
            <a:extLst xmlns:a="http://schemas.openxmlformats.org/drawingml/2006/main">
              <a:ext uri="{FF2B5EF4-FFF2-40B4-BE49-F238E27FC236}">
                <a16:creationId xmlns:a16="http://schemas.microsoft.com/office/drawing/2014/main" id="{A44C5E4F-0BEC-4402-A9E2-468BCB54A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6762" y="3592865"/>
            <a:ext cx="43666" cy="43666"/>
          </a:xfrm>
          <a:custGeom xmlns:a="http://schemas.openxmlformats.org/drawingml/2006/main">
            <a:pathLst>
              <a:path w="44313" h="44313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68" y="14587"/>
                  <a:pt x="2688" y="10811"/>
                </a:cubicBezTo>
                <a:cubicBezTo>
                  <a:pt x="4863" y="7570"/>
                  <a:pt x="7551" y="4862"/>
                  <a:pt x="11345" y="2707"/>
                </a:cubicBezTo>
                <a:cubicBezTo>
                  <a:pt x="14588" y="1087"/>
                  <a:pt x="18362" y="0"/>
                  <a:pt x="22156" y="0"/>
                </a:cubicBezTo>
                <a:cubicBezTo>
                  <a:pt x="25932" y="0"/>
                  <a:pt x="29726" y="1087"/>
                  <a:pt x="33500" y="2707"/>
                </a:cubicBezTo>
                <a:cubicBezTo>
                  <a:pt x="36743" y="4862"/>
                  <a:pt x="39451" y="7570"/>
                  <a:pt x="41606" y="10811"/>
                </a:cubicBezTo>
                <a:cubicBezTo>
                  <a:pt x="43225" y="14587"/>
                  <a:pt x="44313" y="18381"/>
                  <a:pt x="44313" y="22156"/>
                </a:cubicBezTo>
                <a:cubicBezTo>
                  <a:pt x="44313" y="25950"/>
                  <a:pt x="43225" y="29727"/>
                  <a:pt x="41606" y="32967"/>
                </a:cubicBezTo>
                <a:cubicBezTo>
                  <a:pt x="39451" y="36743"/>
                  <a:pt x="36743" y="39450"/>
                  <a:pt x="33500" y="41624"/>
                </a:cubicBezTo>
                <a:cubicBezTo>
                  <a:pt x="29726" y="43245"/>
                  <a:pt x="25932" y="44313"/>
                  <a:pt x="22156" y="44313"/>
                </a:cubicBezTo>
                <a:cubicBezTo>
                  <a:pt x="18362" y="44313"/>
                  <a:pt x="14588" y="43245"/>
                  <a:pt x="11345" y="41624"/>
                </a:cubicBezTo>
                <a:cubicBezTo>
                  <a:pt x="7551" y="39450"/>
                  <a:pt x="4863" y="36743"/>
                  <a:pt x="2688" y="32967"/>
                </a:cubicBezTo>
                <a:cubicBezTo>
                  <a:pt x="1068" y="29727"/>
                  <a:pt x="0" y="25950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" name="path-452">
            <a:extLst xmlns:a="http://schemas.openxmlformats.org/drawingml/2006/main">
              <a:ext uri="{FF2B5EF4-FFF2-40B4-BE49-F238E27FC236}">
                <a16:creationId xmlns:a16="http://schemas.microsoft.com/office/drawing/2014/main" id="{F35897C4-B3F8-4844-894B-90E93C729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2552" y="3736131"/>
            <a:ext cx="43684" cy="43666"/>
          </a:xfrm>
          <a:custGeom xmlns:a="http://schemas.openxmlformats.org/drawingml/2006/main">
            <a:pathLst>
              <a:path w="44331" h="44313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86" y="14587"/>
                  <a:pt x="2707" y="10811"/>
                </a:cubicBezTo>
                <a:cubicBezTo>
                  <a:pt x="4881" y="7570"/>
                  <a:pt x="7570" y="4862"/>
                  <a:pt x="11364" y="2707"/>
                </a:cubicBezTo>
                <a:cubicBezTo>
                  <a:pt x="14606" y="1087"/>
                  <a:pt x="18381" y="0"/>
                  <a:pt x="22174" y="0"/>
                </a:cubicBezTo>
                <a:cubicBezTo>
                  <a:pt x="25950" y="0"/>
                  <a:pt x="29725" y="1087"/>
                  <a:pt x="33520" y="2707"/>
                </a:cubicBezTo>
                <a:cubicBezTo>
                  <a:pt x="36761" y="4862"/>
                  <a:pt x="39469" y="7570"/>
                  <a:pt x="41624" y="10811"/>
                </a:cubicBezTo>
                <a:cubicBezTo>
                  <a:pt x="43245" y="14587"/>
                  <a:pt x="44331" y="18381"/>
                  <a:pt x="44331" y="22156"/>
                </a:cubicBezTo>
                <a:cubicBezTo>
                  <a:pt x="44331" y="25950"/>
                  <a:pt x="43245" y="29726"/>
                  <a:pt x="41624" y="32967"/>
                </a:cubicBezTo>
                <a:cubicBezTo>
                  <a:pt x="39469" y="36762"/>
                  <a:pt x="36761" y="39450"/>
                  <a:pt x="33520" y="41624"/>
                </a:cubicBezTo>
                <a:cubicBezTo>
                  <a:pt x="29725" y="43245"/>
                  <a:pt x="25950" y="44313"/>
                  <a:pt x="22174" y="44313"/>
                </a:cubicBezTo>
                <a:cubicBezTo>
                  <a:pt x="18381" y="44313"/>
                  <a:pt x="14606" y="43245"/>
                  <a:pt x="11364" y="41624"/>
                </a:cubicBezTo>
                <a:cubicBezTo>
                  <a:pt x="7570" y="39450"/>
                  <a:pt x="4881" y="36762"/>
                  <a:pt x="2707" y="32967"/>
                </a:cubicBezTo>
                <a:cubicBezTo>
                  <a:pt x="1086" y="29726"/>
                  <a:pt x="0" y="25950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" name="path-453">
            <a:extLst xmlns:a="http://schemas.openxmlformats.org/drawingml/2006/main">
              <a:ext uri="{FF2B5EF4-FFF2-40B4-BE49-F238E27FC236}">
                <a16:creationId xmlns:a16="http://schemas.microsoft.com/office/drawing/2014/main" id="{5B8B7F31-1A1C-41E6-A95E-D45F7304D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7832" y="3555042"/>
            <a:ext cx="43685" cy="43685"/>
          </a:xfrm>
          <a:custGeom xmlns:a="http://schemas.openxmlformats.org/drawingml/2006/main">
            <a:pathLst>
              <a:path w="44332" h="44332">
                <a:moveTo>
                  <a:pt x="0" y="22157"/>
                </a:moveTo>
                <a:lnTo>
                  <a:pt x="0" y="22157"/>
                </a:lnTo>
                <a:cubicBezTo>
                  <a:pt x="0" y="18382"/>
                  <a:pt x="1086" y="14606"/>
                  <a:pt x="2708" y="11365"/>
                </a:cubicBezTo>
                <a:cubicBezTo>
                  <a:pt x="4881" y="7570"/>
                  <a:pt x="7570" y="4862"/>
                  <a:pt x="11364" y="2708"/>
                </a:cubicBezTo>
                <a:cubicBezTo>
                  <a:pt x="14606" y="1087"/>
                  <a:pt x="18382" y="0"/>
                  <a:pt x="22176" y="0"/>
                </a:cubicBezTo>
                <a:cubicBezTo>
                  <a:pt x="25950" y="0"/>
                  <a:pt x="29726" y="1087"/>
                  <a:pt x="33520" y="2708"/>
                </a:cubicBezTo>
                <a:cubicBezTo>
                  <a:pt x="36762" y="4862"/>
                  <a:pt x="39469" y="7570"/>
                  <a:pt x="41624" y="11365"/>
                </a:cubicBezTo>
                <a:cubicBezTo>
                  <a:pt x="43245" y="14606"/>
                  <a:pt x="44332" y="18382"/>
                  <a:pt x="44332" y="22157"/>
                </a:cubicBezTo>
                <a:cubicBezTo>
                  <a:pt x="44332" y="25951"/>
                  <a:pt x="43245" y="29727"/>
                  <a:pt x="41624" y="33520"/>
                </a:cubicBezTo>
                <a:cubicBezTo>
                  <a:pt x="39469" y="36762"/>
                  <a:pt x="36762" y="39470"/>
                  <a:pt x="33520" y="41625"/>
                </a:cubicBezTo>
                <a:cubicBezTo>
                  <a:pt x="29726" y="43245"/>
                  <a:pt x="25950" y="44332"/>
                  <a:pt x="22176" y="44332"/>
                </a:cubicBezTo>
                <a:cubicBezTo>
                  <a:pt x="18382" y="44332"/>
                  <a:pt x="14606" y="43245"/>
                  <a:pt x="11364" y="41625"/>
                </a:cubicBezTo>
                <a:cubicBezTo>
                  <a:pt x="7570" y="39470"/>
                  <a:pt x="4881" y="36762"/>
                  <a:pt x="2708" y="33520"/>
                </a:cubicBezTo>
                <a:cubicBezTo>
                  <a:pt x="1086" y="29727"/>
                  <a:pt x="0" y="25951"/>
                  <a:pt x="0" y="22157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" name="path-454">
            <a:extLst xmlns:a="http://schemas.openxmlformats.org/drawingml/2006/main">
              <a:ext uri="{FF2B5EF4-FFF2-40B4-BE49-F238E27FC236}">
                <a16:creationId xmlns:a16="http://schemas.microsoft.com/office/drawing/2014/main" id="{534218D6-1A6E-453F-94C5-D716F8975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7287" y="3540669"/>
            <a:ext cx="43685" cy="43666"/>
          </a:xfrm>
          <a:custGeom xmlns:a="http://schemas.openxmlformats.org/drawingml/2006/main">
            <a:pathLst>
              <a:path w="44332" h="44313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87" y="14586"/>
                  <a:pt x="2708" y="11345"/>
                </a:cubicBezTo>
                <a:cubicBezTo>
                  <a:pt x="4881" y="7570"/>
                  <a:pt x="7570" y="4862"/>
                  <a:pt x="11365" y="2708"/>
                </a:cubicBezTo>
                <a:cubicBezTo>
                  <a:pt x="14606" y="1087"/>
                  <a:pt x="18382" y="0"/>
                  <a:pt x="22176" y="0"/>
                </a:cubicBezTo>
                <a:cubicBezTo>
                  <a:pt x="25951" y="0"/>
                  <a:pt x="29745" y="1087"/>
                  <a:pt x="33521" y="2708"/>
                </a:cubicBezTo>
                <a:cubicBezTo>
                  <a:pt x="36762" y="4862"/>
                  <a:pt x="39470" y="7570"/>
                  <a:pt x="41624" y="11345"/>
                </a:cubicBezTo>
                <a:cubicBezTo>
                  <a:pt x="43245" y="14586"/>
                  <a:pt x="44332" y="18381"/>
                  <a:pt x="44332" y="22156"/>
                </a:cubicBezTo>
                <a:cubicBezTo>
                  <a:pt x="44332" y="25951"/>
                  <a:pt x="43245" y="29726"/>
                  <a:pt x="41624" y="33501"/>
                </a:cubicBezTo>
                <a:cubicBezTo>
                  <a:pt x="39470" y="36743"/>
                  <a:pt x="36762" y="39450"/>
                  <a:pt x="33521" y="41623"/>
                </a:cubicBezTo>
                <a:cubicBezTo>
                  <a:pt x="29745" y="43245"/>
                  <a:pt x="25951" y="44313"/>
                  <a:pt x="22176" y="44313"/>
                </a:cubicBezTo>
                <a:cubicBezTo>
                  <a:pt x="18382" y="44313"/>
                  <a:pt x="14606" y="43245"/>
                  <a:pt x="11365" y="41623"/>
                </a:cubicBezTo>
                <a:cubicBezTo>
                  <a:pt x="7570" y="39450"/>
                  <a:pt x="4881" y="36743"/>
                  <a:pt x="2708" y="33501"/>
                </a:cubicBezTo>
                <a:cubicBezTo>
                  <a:pt x="1087" y="29726"/>
                  <a:pt x="0" y="25951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" name="path-455">
            <a:extLst xmlns:a="http://schemas.openxmlformats.org/drawingml/2006/main">
              <a:ext uri="{FF2B5EF4-FFF2-40B4-BE49-F238E27FC236}">
                <a16:creationId xmlns:a16="http://schemas.microsoft.com/office/drawing/2014/main" id="{05D7F80F-4715-4754-9BBD-649319C25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8033" y="3579544"/>
            <a:ext cx="43685" cy="43684"/>
          </a:xfrm>
          <a:custGeom xmlns:a="http://schemas.openxmlformats.org/drawingml/2006/main">
            <a:pathLst>
              <a:path w="44332" h="44331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87" y="14605"/>
                  <a:pt x="2708" y="11345"/>
                </a:cubicBezTo>
                <a:cubicBezTo>
                  <a:pt x="4863" y="7570"/>
                  <a:pt x="7570" y="4862"/>
                  <a:pt x="11365" y="2708"/>
                </a:cubicBezTo>
                <a:cubicBezTo>
                  <a:pt x="14606" y="1087"/>
                  <a:pt x="18381" y="0"/>
                  <a:pt x="22174" y="0"/>
                </a:cubicBezTo>
                <a:cubicBezTo>
                  <a:pt x="25950" y="0"/>
                  <a:pt x="29726" y="1087"/>
                  <a:pt x="33521" y="2708"/>
                </a:cubicBezTo>
                <a:cubicBezTo>
                  <a:pt x="36762" y="4862"/>
                  <a:pt x="39470" y="7570"/>
                  <a:pt x="41624" y="11345"/>
                </a:cubicBezTo>
                <a:cubicBezTo>
                  <a:pt x="43245" y="14605"/>
                  <a:pt x="44332" y="18381"/>
                  <a:pt x="44332" y="22156"/>
                </a:cubicBezTo>
                <a:cubicBezTo>
                  <a:pt x="44332" y="25951"/>
                  <a:pt x="43245" y="29726"/>
                  <a:pt x="41624" y="33520"/>
                </a:cubicBezTo>
                <a:cubicBezTo>
                  <a:pt x="39470" y="36762"/>
                  <a:pt x="36762" y="39469"/>
                  <a:pt x="33521" y="41624"/>
                </a:cubicBezTo>
                <a:cubicBezTo>
                  <a:pt x="29726" y="43245"/>
                  <a:pt x="25950" y="44331"/>
                  <a:pt x="22174" y="44331"/>
                </a:cubicBezTo>
                <a:cubicBezTo>
                  <a:pt x="18381" y="44331"/>
                  <a:pt x="14606" y="43245"/>
                  <a:pt x="11365" y="41624"/>
                </a:cubicBezTo>
                <a:cubicBezTo>
                  <a:pt x="7570" y="39469"/>
                  <a:pt x="4863" y="36762"/>
                  <a:pt x="2708" y="33520"/>
                </a:cubicBezTo>
                <a:cubicBezTo>
                  <a:pt x="1087" y="29726"/>
                  <a:pt x="0" y="25951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" name="path-456">
            <a:extLst xmlns:a="http://schemas.openxmlformats.org/drawingml/2006/main">
              <a:ext uri="{FF2B5EF4-FFF2-40B4-BE49-F238E27FC236}">
                <a16:creationId xmlns:a16="http://schemas.microsoft.com/office/drawing/2014/main" id="{9D509A62-1227-4A53-B135-BD1759EE8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9901" y="3781412"/>
            <a:ext cx="43667" cy="43666"/>
          </a:xfrm>
          <a:custGeom xmlns:a="http://schemas.openxmlformats.org/drawingml/2006/main">
            <a:pathLst>
              <a:path w="44314" h="44313">
                <a:moveTo>
                  <a:pt x="0" y="22156"/>
                </a:moveTo>
                <a:lnTo>
                  <a:pt x="0" y="22156"/>
                </a:lnTo>
                <a:cubicBezTo>
                  <a:pt x="0" y="18362"/>
                  <a:pt x="1069" y="14587"/>
                  <a:pt x="2690" y="11345"/>
                </a:cubicBezTo>
                <a:cubicBezTo>
                  <a:pt x="4863" y="7551"/>
                  <a:pt x="7571" y="4862"/>
                  <a:pt x="11345" y="2688"/>
                </a:cubicBezTo>
                <a:cubicBezTo>
                  <a:pt x="14587" y="1068"/>
                  <a:pt x="18362" y="0"/>
                  <a:pt x="22157" y="0"/>
                </a:cubicBezTo>
                <a:cubicBezTo>
                  <a:pt x="25933" y="0"/>
                  <a:pt x="29727" y="1068"/>
                  <a:pt x="33502" y="2688"/>
                </a:cubicBezTo>
                <a:cubicBezTo>
                  <a:pt x="36743" y="4862"/>
                  <a:pt x="39451" y="7551"/>
                  <a:pt x="41606" y="11345"/>
                </a:cubicBezTo>
                <a:cubicBezTo>
                  <a:pt x="43226" y="14587"/>
                  <a:pt x="44314" y="18362"/>
                  <a:pt x="44314" y="22156"/>
                </a:cubicBezTo>
                <a:cubicBezTo>
                  <a:pt x="44314" y="25932"/>
                  <a:pt x="43226" y="29726"/>
                  <a:pt x="41606" y="33501"/>
                </a:cubicBezTo>
                <a:cubicBezTo>
                  <a:pt x="39451" y="36743"/>
                  <a:pt x="36743" y="39451"/>
                  <a:pt x="33502" y="41605"/>
                </a:cubicBezTo>
                <a:cubicBezTo>
                  <a:pt x="29727" y="43226"/>
                  <a:pt x="25933" y="44313"/>
                  <a:pt x="22157" y="44313"/>
                </a:cubicBezTo>
                <a:cubicBezTo>
                  <a:pt x="18362" y="44313"/>
                  <a:pt x="14587" y="43226"/>
                  <a:pt x="11345" y="41605"/>
                </a:cubicBezTo>
                <a:cubicBezTo>
                  <a:pt x="7571" y="39451"/>
                  <a:pt x="4863" y="36743"/>
                  <a:pt x="2690" y="33501"/>
                </a:cubicBezTo>
                <a:cubicBezTo>
                  <a:pt x="1069" y="29726"/>
                  <a:pt x="0" y="25932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" name="path-457">
            <a:extLst xmlns:a="http://schemas.openxmlformats.org/drawingml/2006/main">
              <a:ext uri="{FF2B5EF4-FFF2-40B4-BE49-F238E27FC236}">
                <a16:creationId xmlns:a16="http://schemas.microsoft.com/office/drawing/2014/main" id="{316C0111-A5BA-404D-8005-38F5AA422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6126" y="3615769"/>
            <a:ext cx="43684" cy="43666"/>
          </a:xfrm>
          <a:custGeom xmlns:a="http://schemas.openxmlformats.org/drawingml/2006/main">
            <a:pathLst>
              <a:path w="44331" h="44313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86" y="14587"/>
                  <a:pt x="2707" y="11345"/>
                </a:cubicBezTo>
                <a:cubicBezTo>
                  <a:pt x="4861" y="7570"/>
                  <a:pt x="7570" y="4862"/>
                  <a:pt x="11364" y="2707"/>
                </a:cubicBezTo>
                <a:cubicBezTo>
                  <a:pt x="14605" y="1068"/>
                  <a:pt x="18381" y="0"/>
                  <a:pt x="22174" y="0"/>
                </a:cubicBezTo>
                <a:cubicBezTo>
                  <a:pt x="25950" y="0"/>
                  <a:pt x="29725" y="1068"/>
                  <a:pt x="33520" y="2707"/>
                </a:cubicBezTo>
                <a:cubicBezTo>
                  <a:pt x="36761" y="4862"/>
                  <a:pt x="39468" y="7570"/>
                  <a:pt x="41624" y="11345"/>
                </a:cubicBezTo>
                <a:cubicBezTo>
                  <a:pt x="43243" y="14587"/>
                  <a:pt x="44331" y="18381"/>
                  <a:pt x="44331" y="22156"/>
                </a:cubicBezTo>
                <a:cubicBezTo>
                  <a:pt x="44331" y="25932"/>
                  <a:pt x="43243" y="29727"/>
                  <a:pt x="41624" y="33502"/>
                </a:cubicBezTo>
                <a:cubicBezTo>
                  <a:pt x="39468" y="36743"/>
                  <a:pt x="36761" y="39450"/>
                  <a:pt x="33520" y="41605"/>
                </a:cubicBezTo>
                <a:cubicBezTo>
                  <a:pt x="29725" y="43225"/>
                  <a:pt x="25950" y="44313"/>
                  <a:pt x="22174" y="44313"/>
                </a:cubicBezTo>
                <a:cubicBezTo>
                  <a:pt x="18381" y="44313"/>
                  <a:pt x="14605" y="43225"/>
                  <a:pt x="11364" y="41605"/>
                </a:cubicBezTo>
                <a:cubicBezTo>
                  <a:pt x="7570" y="39450"/>
                  <a:pt x="4861" y="36743"/>
                  <a:pt x="2707" y="33502"/>
                </a:cubicBezTo>
                <a:cubicBezTo>
                  <a:pt x="1086" y="29727"/>
                  <a:pt x="0" y="25932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" name="path-458">
            <a:extLst xmlns:a="http://schemas.openxmlformats.org/drawingml/2006/main">
              <a:ext uri="{FF2B5EF4-FFF2-40B4-BE49-F238E27FC236}">
                <a16:creationId xmlns:a16="http://schemas.microsoft.com/office/drawing/2014/main" id="{B9B27574-9577-4F36-B0E6-648D1037C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0719" y="3557711"/>
            <a:ext cx="43666" cy="43666"/>
          </a:xfrm>
          <a:custGeom xmlns:a="http://schemas.openxmlformats.org/drawingml/2006/main">
            <a:pathLst>
              <a:path w="44313" h="44313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68" y="14587"/>
                  <a:pt x="2688" y="11345"/>
                </a:cubicBezTo>
                <a:cubicBezTo>
                  <a:pt x="4862" y="7570"/>
                  <a:pt x="7550" y="4862"/>
                  <a:pt x="11345" y="2707"/>
                </a:cubicBezTo>
                <a:cubicBezTo>
                  <a:pt x="14587" y="1087"/>
                  <a:pt x="18362" y="0"/>
                  <a:pt x="22156" y="0"/>
                </a:cubicBezTo>
                <a:cubicBezTo>
                  <a:pt x="25932" y="0"/>
                  <a:pt x="29726" y="1087"/>
                  <a:pt x="33502" y="2707"/>
                </a:cubicBezTo>
                <a:cubicBezTo>
                  <a:pt x="36743" y="4862"/>
                  <a:pt x="39451" y="7570"/>
                  <a:pt x="41605" y="11345"/>
                </a:cubicBezTo>
                <a:cubicBezTo>
                  <a:pt x="43226" y="14587"/>
                  <a:pt x="44313" y="18381"/>
                  <a:pt x="44313" y="22156"/>
                </a:cubicBezTo>
                <a:cubicBezTo>
                  <a:pt x="44313" y="25951"/>
                  <a:pt x="43226" y="29727"/>
                  <a:pt x="41605" y="33502"/>
                </a:cubicBezTo>
                <a:cubicBezTo>
                  <a:pt x="39451" y="36762"/>
                  <a:pt x="36743" y="39450"/>
                  <a:pt x="33502" y="41624"/>
                </a:cubicBezTo>
                <a:cubicBezTo>
                  <a:pt x="29726" y="43245"/>
                  <a:pt x="25932" y="44313"/>
                  <a:pt x="22156" y="44313"/>
                </a:cubicBezTo>
                <a:cubicBezTo>
                  <a:pt x="18362" y="44313"/>
                  <a:pt x="14587" y="43245"/>
                  <a:pt x="11345" y="41624"/>
                </a:cubicBezTo>
                <a:cubicBezTo>
                  <a:pt x="7550" y="39450"/>
                  <a:pt x="4862" y="36762"/>
                  <a:pt x="2688" y="33502"/>
                </a:cubicBezTo>
                <a:cubicBezTo>
                  <a:pt x="1068" y="29727"/>
                  <a:pt x="0" y="25951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" name="path-459">
            <a:extLst xmlns:a="http://schemas.openxmlformats.org/drawingml/2006/main">
              <a:ext uri="{FF2B5EF4-FFF2-40B4-BE49-F238E27FC236}">
                <a16:creationId xmlns:a16="http://schemas.microsoft.com/office/drawing/2014/main" id="{FB37B3D4-4D56-4AE5-9644-E512BFB805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4495" y="3748907"/>
            <a:ext cx="43664" cy="43685"/>
          </a:xfrm>
          <a:custGeom xmlns:a="http://schemas.openxmlformats.org/drawingml/2006/main">
            <a:pathLst>
              <a:path w="44311" h="44332">
                <a:moveTo>
                  <a:pt x="0" y="22176"/>
                </a:moveTo>
                <a:lnTo>
                  <a:pt x="0" y="22176"/>
                </a:lnTo>
                <a:cubicBezTo>
                  <a:pt x="0" y="18381"/>
                  <a:pt x="1087" y="14606"/>
                  <a:pt x="2707" y="11364"/>
                </a:cubicBezTo>
                <a:cubicBezTo>
                  <a:pt x="4862" y="7570"/>
                  <a:pt x="7568" y="4881"/>
                  <a:pt x="11344" y="2707"/>
                </a:cubicBezTo>
                <a:cubicBezTo>
                  <a:pt x="14585" y="1087"/>
                  <a:pt x="18381" y="0"/>
                  <a:pt x="22156" y="0"/>
                </a:cubicBezTo>
                <a:cubicBezTo>
                  <a:pt x="25950" y="0"/>
                  <a:pt x="29725" y="1087"/>
                  <a:pt x="33520" y="2707"/>
                </a:cubicBezTo>
                <a:cubicBezTo>
                  <a:pt x="36761" y="4881"/>
                  <a:pt x="39450" y="7570"/>
                  <a:pt x="41623" y="11364"/>
                </a:cubicBezTo>
                <a:cubicBezTo>
                  <a:pt x="43245" y="14606"/>
                  <a:pt x="44311" y="18381"/>
                  <a:pt x="44311" y="22176"/>
                </a:cubicBezTo>
                <a:cubicBezTo>
                  <a:pt x="44311" y="25951"/>
                  <a:pt x="43245" y="29727"/>
                  <a:pt x="41623" y="33521"/>
                </a:cubicBezTo>
                <a:cubicBezTo>
                  <a:pt x="39450" y="36762"/>
                  <a:pt x="36761" y="39470"/>
                  <a:pt x="33520" y="41624"/>
                </a:cubicBezTo>
                <a:cubicBezTo>
                  <a:pt x="29725" y="43245"/>
                  <a:pt x="25950" y="44332"/>
                  <a:pt x="22156" y="44332"/>
                </a:cubicBezTo>
                <a:cubicBezTo>
                  <a:pt x="18381" y="44332"/>
                  <a:pt x="14585" y="43245"/>
                  <a:pt x="11344" y="41624"/>
                </a:cubicBezTo>
                <a:cubicBezTo>
                  <a:pt x="7568" y="39470"/>
                  <a:pt x="4862" y="36762"/>
                  <a:pt x="2707" y="33521"/>
                </a:cubicBezTo>
                <a:cubicBezTo>
                  <a:pt x="1087" y="29727"/>
                  <a:pt x="0" y="25951"/>
                  <a:pt x="0" y="2217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" name="path-460">
            <a:extLst xmlns:a="http://schemas.openxmlformats.org/drawingml/2006/main">
              <a:ext uri="{FF2B5EF4-FFF2-40B4-BE49-F238E27FC236}">
                <a16:creationId xmlns:a16="http://schemas.microsoft.com/office/drawing/2014/main" id="{9A644249-2C41-4520-9349-B3986324B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6872" y="3620560"/>
            <a:ext cx="43664" cy="43666"/>
          </a:xfrm>
          <a:custGeom xmlns:a="http://schemas.openxmlformats.org/drawingml/2006/main">
            <a:pathLst>
              <a:path w="44311" h="44313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68" y="14587"/>
                  <a:pt x="2688" y="11345"/>
                </a:cubicBezTo>
                <a:cubicBezTo>
                  <a:pt x="4862" y="7570"/>
                  <a:pt x="7550" y="4862"/>
                  <a:pt x="11345" y="2707"/>
                </a:cubicBezTo>
                <a:cubicBezTo>
                  <a:pt x="14587" y="1087"/>
                  <a:pt x="18361" y="0"/>
                  <a:pt x="22155" y="0"/>
                </a:cubicBezTo>
                <a:cubicBezTo>
                  <a:pt x="25931" y="0"/>
                  <a:pt x="29726" y="1087"/>
                  <a:pt x="33502" y="2707"/>
                </a:cubicBezTo>
                <a:cubicBezTo>
                  <a:pt x="36743" y="4862"/>
                  <a:pt x="39451" y="7570"/>
                  <a:pt x="41605" y="11345"/>
                </a:cubicBezTo>
                <a:cubicBezTo>
                  <a:pt x="43225" y="14587"/>
                  <a:pt x="44311" y="18381"/>
                  <a:pt x="44311" y="22156"/>
                </a:cubicBezTo>
                <a:cubicBezTo>
                  <a:pt x="44311" y="25950"/>
                  <a:pt x="43225" y="29726"/>
                  <a:pt x="41605" y="33502"/>
                </a:cubicBezTo>
                <a:cubicBezTo>
                  <a:pt x="39451" y="36743"/>
                  <a:pt x="36743" y="39450"/>
                  <a:pt x="33502" y="41624"/>
                </a:cubicBezTo>
                <a:cubicBezTo>
                  <a:pt x="29726" y="43245"/>
                  <a:pt x="25931" y="44313"/>
                  <a:pt x="22155" y="44313"/>
                </a:cubicBezTo>
                <a:cubicBezTo>
                  <a:pt x="18361" y="44313"/>
                  <a:pt x="14587" y="43245"/>
                  <a:pt x="11345" y="41624"/>
                </a:cubicBezTo>
                <a:cubicBezTo>
                  <a:pt x="7550" y="39450"/>
                  <a:pt x="4862" y="36743"/>
                  <a:pt x="2688" y="33502"/>
                </a:cubicBezTo>
                <a:cubicBezTo>
                  <a:pt x="1068" y="29726"/>
                  <a:pt x="0" y="25950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" name="path-461">
            <a:extLst xmlns:a="http://schemas.openxmlformats.org/drawingml/2006/main">
              <a:ext uri="{FF2B5EF4-FFF2-40B4-BE49-F238E27FC236}">
                <a16:creationId xmlns:a16="http://schemas.microsoft.com/office/drawing/2014/main" id="{68D36DBA-3E60-4DA0-A932-CA87EEAB1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0337" y="3695115"/>
            <a:ext cx="43666" cy="43684"/>
          </a:xfrm>
          <a:custGeom xmlns:a="http://schemas.openxmlformats.org/drawingml/2006/main">
            <a:pathLst>
              <a:path w="44313" h="44331">
                <a:moveTo>
                  <a:pt x="0" y="22176"/>
                </a:moveTo>
                <a:lnTo>
                  <a:pt x="0" y="22176"/>
                </a:lnTo>
                <a:cubicBezTo>
                  <a:pt x="0" y="18381"/>
                  <a:pt x="1068" y="14605"/>
                  <a:pt x="2688" y="11364"/>
                </a:cubicBezTo>
                <a:cubicBezTo>
                  <a:pt x="4863" y="7570"/>
                  <a:pt x="7551" y="4881"/>
                  <a:pt x="11345" y="2708"/>
                </a:cubicBezTo>
                <a:cubicBezTo>
                  <a:pt x="14585" y="1087"/>
                  <a:pt x="18362" y="0"/>
                  <a:pt x="22156" y="0"/>
                </a:cubicBezTo>
                <a:cubicBezTo>
                  <a:pt x="25932" y="0"/>
                  <a:pt x="29726" y="1087"/>
                  <a:pt x="33500" y="2708"/>
                </a:cubicBezTo>
                <a:cubicBezTo>
                  <a:pt x="36743" y="4881"/>
                  <a:pt x="39450" y="7570"/>
                  <a:pt x="41606" y="11364"/>
                </a:cubicBezTo>
                <a:cubicBezTo>
                  <a:pt x="43225" y="14605"/>
                  <a:pt x="44313" y="18381"/>
                  <a:pt x="44313" y="22176"/>
                </a:cubicBezTo>
                <a:cubicBezTo>
                  <a:pt x="44313" y="25951"/>
                  <a:pt x="43225" y="29726"/>
                  <a:pt x="41606" y="33520"/>
                </a:cubicBezTo>
                <a:cubicBezTo>
                  <a:pt x="39450" y="36762"/>
                  <a:pt x="36743" y="39469"/>
                  <a:pt x="33500" y="41624"/>
                </a:cubicBezTo>
                <a:cubicBezTo>
                  <a:pt x="29726" y="43245"/>
                  <a:pt x="25932" y="44331"/>
                  <a:pt x="22156" y="44331"/>
                </a:cubicBezTo>
                <a:cubicBezTo>
                  <a:pt x="18362" y="44331"/>
                  <a:pt x="14585" y="43245"/>
                  <a:pt x="11345" y="41624"/>
                </a:cubicBezTo>
                <a:cubicBezTo>
                  <a:pt x="7551" y="39469"/>
                  <a:pt x="4863" y="36762"/>
                  <a:pt x="2688" y="33520"/>
                </a:cubicBezTo>
                <a:cubicBezTo>
                  <a:pt x="1068" y="29726"/>
                  <a:pt x="0" y="25951"/>
                  <a:pt x="0" y="2217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" name="path-462">
            <a:extLst xmlns:a="http://schemas.openxmlformats.org/drawingml/2006/main">
              <a:ext uri="{FF2B5EF4-FFF2-40B4-BE49-F238E27FC236}">
                <a16:creationId xmlns:a16="http://schemas.microsoft.com/office/drawing/2014/main" id="{843FC90D-013F-4242-A5C9-907FD303F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3024" y="3695659"/>
            <a:ext cx="43666" cy="43666"/>
          </a:xfrm>
          <a:custGeom xmlns:a="http://schemas.openxmlformats.org/drawingml/2006/main">
            <a:pathLst>
              <a:path w="44313" h="44313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69" y="14587"/>
                  <a:pt x="2688" y="11345"/>
                </a:cubicBezTo>
                <a:cubicBezTo>
                  <a:pt x="4863" y="7570"/>
                  <a:pt x="7550" y="4862"/>
                  <a:pt x="11344" y="2688"/>
                </a:cubicBezTo>
                <a:cubicBezTo>
                  <a:pt x="14587" y="1068"/>
                  <a:pt x="18362" y="0"/>
                  <a:pt x="22156" y="0"/>
                </a:cubicBezTo>
                <a:cubicBezTo>
                  <a:pt x="25932" y="0"/>
                  <a:pt x="29727" y="1068"/>
                  <a:pt x="33502" y="2688"/>
                </a:cubicBezTo>
                <a:cubicBezTo>
                  <a:pt x="36743" y="4862"/>
                  <a:pt x="39451" y="7570"/>
                  <a:pt x="41606" y="11345"/>
                </a:cubicBezTo>
                <a:cubicBezTo>
                  <a:pt x="43226" y="14587"/>
                  <a:pt x="44313" y="18381"/>
                  <a:pt x="44313" y="22156"/>
                </a:cubicBezTo>
                <a:cubicBezTo>
                  <a:pt x="44313" y="25931"/>
                  <a:pt x="43226" y="29726"/>
                  <a:pt x="41606" y="33501"/>
                </a:cubicBezTo>
                <a:cubicBezTo>
                  <a:pt x="39451" y="36743"/>
                  <a:pt x="36743" y="39451"/>
                  <a:pt x="33502" y="41605"/>
                </a:cubicBezTo>
                <a:cubicBezTo>
                  <a:pt x="29727" y="43226"/>
                  <a:pt x="25932" y="44313"/>
                  <a:pt x="22156" y="44313"/>
                </a:cubicBezTo>
                <a:cubicBezTo>
                  <a:pt x="18362" y="44313"/>
                  <a:pt x="14587" y="43226"/>
                  <a:pt x="11344" y="41605"/>
                </a:cubicBezTo>
                <a:cubicBezTo>
                  <a:pt x="7550" y="39451"/>
                  <a:pt x="4863" y="36743"/>
                  <a:pt x="2688" y="33501"/>
                </a:cubicBezTo>
                <a:cubicBezTo>
                  <a:pt x="1069" y="29726"/>
                  <a:pt x="0" y="25931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" name="path-463">
            <a:extLst xmlns:a="http://schemas.openxmlformats.org/drawingml/2006/main">
              <a:ext uri="{FF2B5EF4-FFF2-40B4-BE49-F238E27FC236}">
                <a16:creationId xmlns:a16="http://schemas.microsoft.com/office/drawing/2014/main" id="{6EDD1322-F958-43F9-AEC8-72BC7E2F2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8250" y="3854370"/>
            <a:ext cx="43684" cy="43666"/>
          </a:xfrm>
          <a:custGeom xmlns:a="http://schemas.openxmlformats.org/drawingml/2006/main">
            <a:pathLst>
              <a:path w="44331" h="44313">
                <a:moveTo>
                  <a:pt x="0" y="22157"/>
                </a:moveTo>
                <a:lnTo>
                  <a:pt x="0" y="22157"/>
                </a:lnTo>
                <a:cubicBezTo>
                  <a:pt x="0" y="18381"/>
                  <a:pt x="1086" y="14587"/>
                  <a:pt x="2707" y="11345"/>
                </a:cubicBezTo>
                <a:cubicBezTo>
                  <a:pt x="4861" y="7570"/>
                  <a:pt x="7570" y="4862"/>
                  <a:pt x="11344" y="2707"/>
                </a:cubicBezTo>
                <a:cubicBezTo>
                  <a:pt x="14605" y="1087"/>
                  <a:pt x="18381" y="0"/>
                  <a:pt x="22156" y="0"/>
                </a:cubicBezTo>
                <a:cubicBezTo>
                  <a:pt x="25950" y="0"/>
                  <a:pt x="29725" y="1087"/>
                  <a:pt x="33520" y="2707"/>
                </a:cubicBezTo>
                <a:cubicBezTo>
                  <a:pt x="36761" y="4862"/>
                  <a:pt x="39450" y="7570"/>
                  <a:pt x="41624" y="11345"/>
                </a:cubicBezTo>
                <a:cubicBezTo>
                  <a:pt x="43243" y="14587"/>
                  <a:pt x="44331" y="18381"/>
                  <a:pt x="44331" y="22157"/>
                </a:cubicBezTo>
                <a:cubicBezTo>
                  <a:pt x="44331" y="25950"/>
                  <a:pt x="43243" y="29727"/>
                  <a:pt x="41624" y="33502"/>
                </a:cubicBezTo>
                <a:cubicBezTo>
                  <a:pt x="39450" y="36762"/>
                  <a:pt x="36761" y="39450"/>
                  <a:pt x="33520" y="41624"/>
                </a:cubicBezTo>
                <a:cubicBezTo>
                  <a:pt x="29725" y="43245"/>
                  <a:pt x="25950" y="44313"/>
                  <a:pt x="22156" y="44313"/>
                </a:cubicBezTo>
                <a:cubicBezTo>
                  <a:pt x="18381" y="44313"/>
                  <a:pt x="14605" y="43245"/>
                  <a:pt x="11344" y="41624"/>
                </a:cubicBezTo>
                <a:cubicBezTo>
                  <a:pt x="7570" y="39450"/>
                  <a:pt x="4861" y="36762"/>
                  <a:pt x="2707" y="33502"/>
                </a:cubicBezTo>
                <a:cubicBezTo>
                  <a:pt x="1086" y="29727"/>
                  <a:pt x="0" y="25950"/>
                  <a:pt x="0" y="22157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" name="path-464">
            <a:extLst xmlns:a="http://schemas.openxmlformats.org/drawingml/2006/main">
              <a:ext uri="{FF2B5EF4-FFF2-40B4-BE49-F238E27FC236}">
                <a16:creationId xmlns:a16="http://schemas.microsoft.com/office/drawing/2014/main" id="{BAE9450E-D0A8-4CA8-99A7-32ABAB709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913" y="3737728"/>
            <a:ext cx="43667" cy="43684"/>
          </a:xfrm>
          <a:custGeom xmlns:a="http://schemas.openxmlformats.org/drawingml/2006/main">
            <a:pathLst>
              <a:path w="44314" h="44331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68" y="14587"/>
                  <a:pt x="2688" y="11345"/>
                </a:cubicBezTo>
                <a:cubicBezTo>
                  <a:pt x="4862" y="7570"/>
                  <a:pt x="7571" y="4862"/>
                  <a:pt x="11345" y="2708"/>
                </a:cubicBezTo>
                <a:cubicBezTo>
                  <a:pt x="14587" y="1087"/>
                  <a:pt x="18362" y="0"/>
                  <a:pt x="22157" y="0"/>
                </a:cubicBezTo>
                <a:cubicBezTo>
                  <a:pt x="25932" y="0"/>
                  <a:pt x="29726" y="1087"/>
                  <a:pt x="33502" y="2708"/>
                </a:cubicBezTo>
                <a:cubicBezTo>
                  <a:pt x="36743" y="4862"/>
                  <a:pt x="39451" y="7570"/>
                  <a:pt x="41605" y="11345"/>
                </a:cubicBezTo>
                <a:cubicBezTo>
                  <a:pt x="43226" y="14587"/>
                  <a:pt x="44314" y="18381"/>
                  <a:pt x="44314" y="22156"/>
                </a:cubicBezTo>
                <a:cubicBezTo>
                  <a:pt x="44314" y="25951"/>
                  <a:pt x="43226" y="29726"/>
                  <a:pt x="41605" y="33520"/>
                </a:cubicBezTo>
                <a:cubicBezTo>
                  <a:pt x="39451" y="36762"/>
                  <a:pt x="36743" y="39450"/>
                  <a:pt x="33502" y="41624"/>
                </a:cubicBezTo>
                <a:cubicBezTo>
                  <a:pt x="29726" y="43245"/>
                  <a:pt x="25932" y="44331"/>
                  <a:pt x="22157" y="44331"/>
                </a:cubicBezTo>
                <a:cubicBezTo>
                  <a:pt x="18362" y="44331"/>
                  <a:pt x="14587" y="43245"/>
                  <a:pt x="11345" y="41624"/>
                </a:cubicBezTo>
                <a:cubicBezTo>
                  <a:pt x="7571" y="39450"/>
                  <a:pt x="4862" y="36762"/>
                  <a:pt x="2688" y="33520"/>
                </a:cubicBezTo>
                <a:cubicBezTo>
                  <a:pt x="1068" y="29726"/>
                  <a:pt x="0" y="25951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" name="path-465">
            <a:extLst xmlns:a="http://schemas.openxmlformats.org/drawingml/2006/main">
              <a:ext uri="{FF2B5EF4-FFF2-40B4-BE49-F238E27FC236}">
                <a16:creationId xmlns:a16="http://schemas.microsoft.com/office/drawing/2014/main" id="{B507D1AF-5223-4DAC-9D53-FD6B49295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049" y="3815495"/>
            <a:ext cx="43684" cy="43666"/>
          </a:xfrm>
          <a:custGeom xmlns:a="http://schemas.openxmlformats.org/drawingml/2006/main">
            <a:pathLst>
              <a:path w="44331" h="44313">
                <a:moveTo>
                  <a:pt x="0" y="22156"/>
                </a:moveTo>
                <a:lnTo>
                  <a:pt x="0" y="22156"/>
                </a:lnTo>
                <a:cubicBezTo>
                  <a:pt x="0" y="18362"/>
                  <a:pt x="1086" y="14587"/>
                  <a:pt x="2707" y="11345"/>
                </a:cubicBezTo>
                <a:cubicBezTo>
                  <a:pt x="4861" y="7570"/>
                  <a:pt x="7570" y="4862"/>
                  <a:pt x="11344" y="2688"/>
                </a:cubicBezTo>
                <a:cubicBezTo>
                  <a:pt x="14605" y="1068"/>
                  <a:pt x="18381" y="0"/>
                  <a:pt x="22156" y="0"/>
                </a:cubicBezTo>
                <a:cubicBezTo>
                  <a:pt x="25950" y="0"/>
                  <a:pt x="29725" y="1068"/>
                  <a:pt x="33520" y="2688"/>
                </a:cubicBezTo>
                <a:cubicBezTo>
                  <a:pt x="36761" y="4862"/>
                  <a:pt x="39450" y="7570"/>
                  <a:pt x="41624" y="11345"/>
                </a:cubicBezTo>
                <a:cubicBezTo>
                  <a:pt x="43243" y="14587"/>
                  <a:pt x="44331" y="18362"/>
                  <a:pt x="44331" y="22156"/>
                </a:cubicBezTo>
                <a:cubicBezTo>
                  <a:pt x="44331" y="25932"/>
                  <a:pt x="43243" y="29726"/>
                  <a:pt x="41624" y="33502"/>
                </a:cubicBezTo>
                <a:cubicBezTo>
                  <a:pt x="39450" y="36743"/>
                  <a:pt x="36761" y="39450"/>
                  <a:pt x="33520" y="41605"/>
                </a:cubicBezTo>
                <a:cubicBezTo>
                  <a:pt x="29725" y="43225"/>
                  <a:pt x="25950" y="44313"/>
                  <a:pt x="22156" y="44313"/>
                </a:cubicBezTo>
                <a:cubicBezTo>
                  <a:pt x="18381" y="44313"/>
                  <a:pt x="14605" y="43225"/>
                  <a:pt x="11344" y="41605"/>
                </a:cubicBezTo>
                <a:cubicBezTo>
                  <a:pt x="7570" y="39450"/>
                  <a:pt x="4861" y="36743"/>
                  <a:pt x="2707" y="33502"/>
                </a:cubicBezTo>
                <a:cubicBezTo>
                  <a:pt x="1086" y="29726"/>
                  <a:pt x="0" y="25932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" name="path-466">
            <a:extLst xmlns:a="http://schemas.openxmlformats.org/drawingml/2006/main">
              <a:ext uri="{FF2B5EF4-FFF2-40B4-BE49-F238E27FC236}">
                <a16:creationId xmlns:a16="http://schemas.microsoft.com/office/drawing/2014/main" id="{135641B0-6E7F-4080-BEA1-571D2EE72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592" y="3640270"/>
            <a:ext cx="43666" cy="43666"/>
          </a:xfrm>
          <a:custGeom xmlns:a="http://schemas.openxmlformats.org/drawingml/2006/main">
            <a:pathLst>
              <a:path w="44313" h="44313">
                <a:moveTo>
                  <a:pt x="0" y="22156"/>
                </a:moveTo>
                <a:lnTo>
                  <a:pt x="0" y="22156"/>
                </a:lnTo>
                <a:cubicBezTo>
                  <a:pt x="0" y="18361"/>
                  <a:pt x="1087" y="14586"/>
                  <a:pt x="2708" y="11345"/>
                </a:cubicBezTo>
                <a:cubicBezTo>
                  <a:pt x="4863" y="7570"/>
                  <a:pt x="7571" y="4862"/>
                  <a:pt x="11345" y="2688"/>
                </a:cubicBezTo>
                <a:cubicBezTo>
                  <a:pt x="14587" y="1068"/>
                  <a:pt x="18381" y="0"/>
                  <a:pt x="22156" y="0"/>
                </a:cubicBezTo>
                <a:cubicBezTo>
                  <a:pt x="25951" y="0"/>
                  <a:pt x="29727" y="1068"/>
                  <a:pt x="33521" y="2688"/>
                </a:cubicBezTo>
                <a:cubicBezTo>
                  <a:pt x="36762" y="4862"/>
                  <a:pt x="39451" y="7570"/>
                  <a:pt x="41624" y="11345"/>
                </a:cubicBezTo>
                <a:cubicBezTo>
                  <a:pt x="43245" y="14586"/>
                  <a:pt x="44313" y="18361"/>
                  <a:pt x="44313" y="22156"/>
                </a:cubicBezTo>
                <a:cubicBezTo>
                  <a:pt x="44313" y="25931"/>
                  <a:pt x="43245" y="29726"/>
                  <a:pt x="41624" y="33501"/>
                </a:cubicBezTo>
                <a:cubicBezTo>
                  <a:pt x="39451" y="36743"/>
                  <a:pt x="36762" y="39450"/>
                  <a:pt x="33521" y="41605"/>
                </a:cubicBezTo>
                <a:cubicBezTo>
                  <a:pt x="29727" y="43225"/>
                  <a:pt x="25951" y="44313"/>
                  <a:pt x="22156" y="44313"/>
                </a:cubicBezTo>
                <a:cubicBezTo>
                  <a:pt x="18381" y="44313"/>
                  <a:pt x="14587" y="43225"/>
                  <a:pt x="11345" y="41605"/>
                </a:cubicBezTo>
                <a:cubicBezTo>
                  <a:pt x="7571" y="39450"/>
                  <a:pt x="4863" y="36743"/>
                  <a:pt x="2708" y="33501"/>
                </a:cubicBezTo>
                <a:cubicBezTo>
                  <a:pt x="1087" y="29726"/>
                  <a:pt x="0" y="25931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" name="path-467">
            <a:extLst xmlns:a="http://schemas.openxmlformats.org/drawingml/2006/main">
              <a:ext uri="{FF2B5EF4-FFF2-40B4-BE49-F238E27FC236}">
                <a16:creationId xmlns:a16="http://schemas.microsoft.com/office/drawing/2014/main" id="{DEEF1E41-A66B-4928-A357-09104D626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0845" y="3824007"/>
            <a:ext cx="43667" cy="43684"/>
          </a:xfrm>
          <a:custGeom xmlns:a="http://schemas.openxmlformats.org/drawingml/2006/main">
            <a:pathLst>
              <a:path w="44314" h="44331">
                <a:moveTo>
                  <a:pt x="0" y="22156"/>
                </a:moveTo>
                <a:lnTo>
                  <a:pt x="0" y="22156"/>
                </a:lnTo>
                <a:cubicBezTo>
                  <a:pt x="0" y="18381"/>
                  <a:pt x="1069" y="14605"/>
                  <a:pt x="2708" y="11364"/>
                </a:cubicBezTo>
                <a:cubicBezTo>
                  <a:pt x="4863" y="7570"/>
                  <a:pt x="7571" y="4862"/>
                  <a:pt x="11345" y="2707"/>
                </a:cubicBezTo>
                <a:cubicBezTo>
                  <a:pt x="14587" y="1087"/>
                  <a:pt x="18382" y="0"/>
                  <a:pt x="22157" y="0"/>
                </a:cubicBezTo>
                <a:cubicBezTo>
                  <a:pt x="25933" y="0"/>
                  <a:pt x="29727" y="1087"/>
                  <a:pt x="33502" y="2707"/>
                </a:cubicBezTo>
                <a:cubicBezTo>
                  <a:pt x="36743" y="4862"/>
                  <a:pt x="39451" y="7570"/>
                  <a:pt x="41605" y="11364"/>
                </a:cubicBezTo>
                <a:cubicBezTo>
                  <a:pt x="43226" y="14605"/>
                  <a:pt x="44314" y="18381"/>
                  <a:pt x="44314" y="22156"/>
                </a:cubicBezTo>
                <a:cubicBezTo>
                  <a:pt x="44314" y="25950"/>
                  <a:pt x="43226" y="29726"/>
                  <a:pt x="41605" y="33520"/>
                </a:cubicBezTo>
                <a:cubicBezTo>
                  <a:pt x="39451" y="36762"/>
                  <a:pt x="36743" y="39470"/>
                  <a:pt x="33502" y="41624"/>
                </a:cubicBezTo>
                <a:cubicBezTo>
                  <a:pt x="29727" y="43245"/>
                  <a:pt x="25933" y="44331"/>
                  <a:pt x="22157" y="44331"/>
                </a:cubicBezTo>
                <a:cubicBezTo>
                  <a:pt x="18382" y="44331"/>
                  <a:pt x="14587" y="43245"/>
                  <a:pt x="11345" y="41624"/>
                </a:cubicBezTo>
                <a:cubicBezTo>
                  <a:pt x="7571" y="39470"/>
                  <a:pt x="4863" y="36762"/>
                  <a:pt x="2708" y="33520"/>
                </a:cubicBezTo>
                <a:cubicBezTo>
                  <a:pt x="1069" y="29726"/>
                  <a:pt x="0" y="25950"/>
                  <a:pt x="0" y="22156"/>
                </a:cubicBezTo>
              </a:path>
            </a:pathLst>
          </a:custGeom>
          <a:solidFill xmlns:a="http://schemas.openxmlformats.org/drawingml/2006/main">
            <a:srgbClr val="9A9A9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" name="path-468">
            <a:extLst xmlns:a="http://schemas.openxmlformats.org/drawingml/2006/main">
              <a:ext uri="{FF2B5EF4-FFF2-40B4-BE49-F238E27FC236}">
                <a16:creationId xmlns:a16="http://schemas.microsoft.com/office/drawing/2014/main" id="{0E81F9CF-A2C8-4F1D-BBE3-4C329C46A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10081" y="3756912"/>
            <a:ext cx="123556" cy="136877"/>
          </a:xfrm>
          <a:custGeom xmlns:a="http://schemas.openxmlformats.org/drawingml/2006/main">
            <a:pathLst>
              <a:path w="125386" h="138905">
                <a:moveTo>
                  <a:pt x="0" y="138905"/>
                </a:moveTo>
                <a:lnTo>
                  <a:pt x="0" y="129162"/>
                </a:lnTo>
                <a:lnTo>
                  <a:pt x="532" y="119972"/>
                </a:lnTo>
                <a:lnTo>
                  <a:pt x="1619" y="110800"/>
                </a:lnTo>
                <a:lnTo>
                  <a:pt x="2687" y="101609"/>
                </a:lnTo>
                <a:lnTo>
                  <a:pt x="4309" y="92419"/>
                </a:lnTo>
                <a:lnTo>
                  <a:pt x="6481" y="83229"/>
                </a:lnTo>
                <a:lnTo>
                  <a:pt x="8638" y="74572"/>
                </a:lnTo>
                <a:lnTo>
                  <a:pt x="11344" y="65401"/>
                </a:lnTo>
                <a:lnTo>
                  <a:pt x="14587" y="56744"/>
                </a:lnTo>
                <a:lnTo>
                  <a:pt x="17828" y="48088"/>
                </a:lnTo>
                <a:lnTo>
                  <a:pt x="21602" y="39451"/>
                </a:lnTo>
                <a:lnTo>
                  <a:pt x="25396" y="31347"/>
                </a:lnTo>
                <a:lnTo>
                  <a:pt x="29725" y="23224"/>
                </a:lnTo>
                <a:lnTo>
                  <a:pt x="34587" y="15121"/>
                </a:lnTo>
                <a:lnTo>
                  <a:pt x="39450" y="7551"/>
                </a:lnTo>
                <a:lnTo>
                  <a:pt x="44846" y="0"/>
                </a:lnTo>
                <a:lnTo>
                  <a:pt x="125386" y="57831"/>
                </a:lnTo>
                <a:lnTo>
                  <a:pt x="122145" y="62694"/>
                </a:lnTo>
                <a:lnTo>
                  <a:pt x="118903" y="67022"/>
                </a:lnTo>
                <a:lnTo>
                  <a:pt x="116196" y="71884"/>
                </a:lnTo>
                <a:lnTo>
                  <a:pt x="114041" y="76193"/>
                </a:lnTo>
                <a:lnTo>
                  <a:pt x="111333" y="81074"/>
                </a:lnTo>
                <a:lnTo>
                  <a:pt x="109179" y="85937"/>
                </a:lnTo>
                <a:lnTo>
                  <a:pt x="107539" y="91332"/>
                </a:lnTo>
                <a:lnTo>
                  <a:pt x="105384" y="96195"/>
                </a:lnTo>
                <a:lnTo>
                  <a:pt x="104298" y="101609"/>
                </a:lnTo>
                <a:lnTo>
                  <a:pt x="102677" y="106472"/>
                </a:lnTo>
                <a:lnTo>
                  <a:pt x="101609" y="111867"/>
                </a:lnTo>
                <a:lnTo>
                  <a:pt x="100522" y="117283"/>
                </a:lnTo>
                <a:lnTo>
                  <a:pt x="99987" y="122679"/>
                </a:lnTo>
                <a:lnTo>
                  <a:pt x="99435" y="128094"/>
                </a:lnTo>
                <a:lnTo>
                  <a:pt x="98901" y="133490"/>
                </a:lnTo>
                <a:lnTo>
                  <a:pt x="98901" y="138905"/>
                </a:lnTo>
                <a:lnTo>
                  <a:pt x="0" y="138905"/>
                </a:lnTo>
              </a:path>
            </a:pathLst>
          </a:custGeom>
          <a:solidFill xmlns:a="http://schemas.openxmlformats.org/drawingml/2006/main">
            <a:srgbClr val="509E4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" name="path-469">
            <a:extLst xmlns:a="http://schemas.openxmlformats.org/drawingml/2006/main">
              <a:ext uri="{FF2B5EF4-FFF2-40B4-BE49-F238E27FC236}">
                <a16:creationId xmlns:a16="http://schemas.microsoft.com/office/drawing/2014/main" id="{4E41D716-7501-4FEC-B0AD-E14872ABA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55344" y="3672210"/>
            <a:ext cx="146459" cy="142214"/>
          </a:xfrm>
          <a:custGeom xmlns:a="http://schemas.openxmlformats.org/drawingml/2006/main">
            <a:pathLst>
              <a:path w="148628" h="144321">
                <a:moveTo>
                  <a:pt x="0" y="85403"/>
                </a:moveTo>
                <a:lnTo>
                  <a:pt x="5395" y="78386"/>
                </a:lnTo>
                <a:lnTo>
                  <a:pt x="11344" y="70817"/>
                </a:lnTo>
                <a:lnTo>
                  <a:pt x="17293" y="64334"/>
                </a:lnTo>
                <a:lnTo>
                  <a:pt x="23777" y="57297"/>
                </a:lnTo>
                <a:lnTo>
                  <a:pt x="30259" y="50815"/>
                </a:lnTo>
                <a:lnTo>
                  <a:pt x="37296" y="44866"/>
                </a:lnTo>
                <a:lnTo>
                  <a:pt x="44311" y="38917"/>
                </a:lnTo>
                <a:lnTo>
                  <a:pt x="51882" y="33521"/>
                </a:lnTo>
                <a:lnTo>
                  <a:pt x="59451" y="28125"/>
                </a:lnTo>
                <a:lnTo>
                  <a:pt x="67555" y="23244"/>
                </a:lnTo>
                <a:lnTo>
                  <a:pt x="75125" y="18382"/>
                </a:lnTo>
                <a:lnTo>
                  <a:pt x="83781" y="14072"/>
                </a:lnTo>
                <a:lnTo>
                  <a:pt x="91884" y="9744"/>
                </a:lnTo>
                <a:lnTo>
                  <a:pt x="100522" y="5950"/>
                </a:lnTo>
                <a:lnTo>
                  <a:pt x="109179" y="2708"/>
                </a:lnTo>
                <a:lnTo>
                  <a:pt x="117836" y="0"/>
                </a:lnTo>
                <a:lnTo>
                  <a:pt x="148628" y="94060"/>
                </a:lnTo>
                <a:lnTo>
                  <a:pt x="143232" y="96214"/>
                </a:lnTo>
                <a:lnTo>
                  <a:pt x="138370" y="97835"/>
                </a:lnTo>
                <a:lnTo>
                  <a:pt x="133509" y="100009"/>
                </a:lnTo>
                <a:lnTo>
                  <a:pt x="128627" y="102697"/>
                </a:lnTo>
                <a:lnTo>
                  <a:pt x="123764" y="104870"/>
                </a:lnTo>
                <a:lnTo>
                  <a:pt x="118903" y="107560"/>
                </a:lnTo>
                <a:lnTo>
                  <a:pt x="114574" y="110820"/>
                </a:lnTo>
                <a:lnTo>
                  <a:pt x="110265" y="113508"/>
                </a:lnTo>
                <a:lnTo>
                  <a:pt x="105937" y="116750"/>
                </a:lnTo>
                <a:lnTo>
                  <a:pt x="101609" y="120544"/>
                </a:lnTo>
                <a:lnTo>
                  <a:pt x="97834" y="123786"/>
                </a:lnTo>
                <a:lnTo>
                  <a:pt x="94040" y="127561"/>
                </a:lnTo>
                <a:lnTo>
                  <a:pt x="90264" y="131355"/>
                </a:lnTo>
                <a:lnTo>
                  <a:pt x="86469" y="135665"/>
                </a:lnTo>
                <a:lnTo>
                  <a:pt x="83228" y="139993"/>
                </a:lnTo>
                <a:lnTo>
                  <a:pt x="79988" y="144321"/>
                </a:lnTo>
                <a:lnTo>
                  <a:pt x="0" y="85403"/>
                </a:lnTo>
              </a:path>
            </a:pathLst>
          </a:custGeom>
          <a:solidFill xmlns:a="http://schemas.openxmlformats.org/drawingml/2006/main">
            <a:srgbClr val="8BBE3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7" name="path-470">
            <a:extLst xmlns:a="http://schemas.openxmlformats.org/drawingml/2006/main">
              <a:ext uri="{FF2B5EF4-FFF2-40B4-BE49-F238E27FC236}">
                <a16:creationId xmlns:a16="http://schemas.microsoft.com/office/drawing/2014/main" id="{CE6F344F-F3C0-41F2-AF6D-56BBD1535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0915" y="3660505"/>
            <a:ext cx="143810" cy="104392"/>
          </a:xfrm>
          <a:custGeom xmlns:a="http://schemas.openxmlformats.org/drawingml/2006/main">
            <a:pathLst>
              <a:path w="145940" h="105938">
                <a:moveTo>
                  <a:pt x="0" y="11345"/>
                </a:moveTo>
                <a:lnTo>
                  <a:pt x="8656" y="8638"/>
                </a:lnTo>
                <a:lnTo>
                  <a:pt x="17846" y="6483"/>
                </a:lnTo>
                <a:lnTo>
                  <a:pt x="26484" y="4328"/>
                </a:lnTo>
                <a:lnTo>
                  <a:pt x="35674" y="2708"/>
                </a:lnTo>
                <a:lnTo>
                  <a:pt x="44864" y="1621"/>
                </a:lnTo>
                <a:lnTo>
                  <a:pt x="54054" y="535"/>
                </a:lnTo>
                <a:lnTo>
                  <a:pt x="63246" y="0"/>
                </a:lnTo>
                <a:lnTo>
                  <a:pt x="72969" y="0"/>
                </a:lnTo>
                <a:lnTo>
                  <a:pt x="82160" y="0"/>
                </a:lnTo>
                <a:lnTo>
                  <a:pt x="91351" y="535"/>
                </a:lnTo>
                <a:lnTo>
                  <a:pt x="100541" y="1621"/>
                </a:lnTo>
                <a:lnTo>
                  <a:pt x="109732" y="2708"/>
                </a:lnTo>
                <a:lnTo>
                  <a:pt x="118903" y="4328"/>
                </a:lnTo>
                <a:lnTo>
                  <a:pt x="127559" y="6483"/>
                </a:lnTo>
                <a:lnTo>
                  <a:pt x="136750" y="8638"/>
                </a:lnTo>
                <a:lnTo>
                  <a:pt x="145940" y="11345"/>
                </a:lnTo>
                <a:lnTo>
                  <a:pt x="115127" y="105938"/>
                </a:lnTo>
                <a:lnTo>
                  <a:pt x="109732" y="104318"/>
                </a:lnTo>
                <a:lnTo>
                  <a:pt x="104850" y="102697"/>
                </a:lnTo>
                <a:lnTo>
                  <a:pt x="99454" y="101610"/>
                </a:lnTo>
                <a:lnTo>
                  <a:pt x="94040" y="100523"/>
                </a:lnTo>
                <a:lnTo>
                  <a:pt x="88643" y="99989"/>
                </a:lnTo>
                <a:lnTo>
                  <a:pt x="83247" y="99455"/>
                </a:lnTo>
                <a:lnTo>
                  <a:pt x="77831" y="98903"/>
                </a:lnTo>
                <a:lnTo>
                  <a:pt x="72969" y="98903"/>
                </a:lnTo>
                <a:lnTo>
                  <a:pt x="67555" y="98903"/>
                </a:lnTo>
                <a:lnTo>
                  <a:pt x="62159" y="99455"/>
                </a:lnTo>
                <a:lnTo>
                  <a:pt x="56762" y="99989"/>
                </a:lnTo>
                <a:lnTo>
                  <a:pt x="51348" y="100523"/>
                </a:lnTo>
                <a:lnTo>
                  <a:pt x="45951" y="101610"/>
                </a:lnTo>
                <a:lnTo>
                  <a:pt x="40536" y="102697"/>
                </a:lnTo>
                <a:lnTo>
                  <a:pt x="35674" y="104318"/>
                </a:lnTo>
                <a:lnTo>
                  <a:pt x="30279" y="105938"/>
                </a:lnTo>
                <a:lnTo>
                  <a:pt x="0" y="11345"/>
                </a:lnTo>
              </a:path>
            </a:pathLst>
          </a:custGeom>
          <a:solidFill xmlns:a="http://schemas.openxmlformats.org/drawingml/2006/main">
            <a:srgbClr val="E2C52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8" name="path-471">
            <a:extLst xmlns:a="http://schemas.openxmlformats.org/drawingml/2006/main">
              <a:ext uri="{FF2B5EF4-FFF2-40B4-BE49-F238E27FC236}">
                <a16:creationId xmlns:a16="http://schemas.microsoft.com/office/drawing/2014/main" id="{06DF8169-E126-4B58-B6A5-DC612D182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85433" y="3672210"/>
            <a:ext cx="146461" cy="142214"/>
          </a:xfrm>
          <a:custGeom xmlns:a="http://schemas.openxmlformats.org/drawingml/2006/main">
            <a:pathLst>
              <a:path w="148631" h="144321">
                <a:moveTo>
                  <a:pt x="30260" y="0"/>
                </a:moveTo>
                <a:lnTo>
                  <a:pt x="38917" y="2708"/>
                </a:lnTo>
                <a:lnTo>
                  <a:pt x="47555" y="5950"/>
                </a:lnTo>
                <a:lnTo>
                  <a:pt x="56211" y="9744"/>
                </a:lnTo>
                <a:lnTo>
                  <a:pt x="64314" y="14072"/>
                </a:lnTo>
                <a:lnTo>
                  <a:pt x="72951" y="18382"/>
                </a:lnTo>
                <a:lnTo>
                  <a:pt x="80522" y="23244"/>
                </a:lnTo>
                <a:lnTo>
                  <a:pt x="88625" y="28125"/>
                </a:lnTo>
                <a:lnTo>
                  <a:pt x="96196" y="33521"/>
                </a:lnTo>
                <a:lnTo>
                  <a:pt x="103764" y="38917"/>
                </a:lnTo>
                <a:lnTo>
                  <a:pt x="110801" y="44866"/>
                </a:lnTo>
                <a:lnTo>
                  <a:pt x="117818" y="50815"/>
                </a:lnTo>
                <a:lnTo>
                  <a:pt x="124301" y="57297"/>
                </a:lnTo>
                <a:lnTo>
                  <a:pt x="130803" y="64334"/>
                </a:lnTo>
                <a:lnTo>
                  <a:pt x="136733" y="70817"/>
                </a:lnTo>
                <a:lnTo>
                  <a:pt x="142682" y="78386"/>
                </a:lnTo>
                <a:lnTo>
                  <a:pt x="148631" y="85403"/>
                </a:lnTo>
                <a:lnTo>
                  <a:pt x="68091" y="144321"/>
                </a:lnTo>
                <a:lnTo>
                  <a:pt x="64848" y="139993"/>
                </a:lnTo>
                <a:lnTo>
                  <a:pt x="61607" y="135665"/>
                </a:lnTo>
                <a:lnTo>
                  <a:pt x="57831" y="131355"/>
                </a:lnTo>
                <a:lnTo>
                  <a:pt x="54037" y="127561"/>
                </a:lnTo>
                <a:lnTo>
                  <a:pt x="50262" y="123786"/>
                </a:lnTo>
                <a:lnTo>
                  <a:pt x="46468" y="120544"/>
                </a:lnTo>
                <a:lnTo>
                  <a:pt x="42157" y="116750"/>
                </a:lnTo>
                <a:lnTo>
                  <a:pt x="37830" y="113508"/>
                </a:lnTo>
                <a:lnTo>
                  <a:pt x="33502" y="110820"/>
                </a:lnTo>
                <a:lnTo>
                  <a:pt x="29173" y="107560"/>
                </a:lnTo>
                <a:lnTo>
                  <a:pt x="24311" y="104870"/>
                </a:lnTo>
                <a:lnTo>
                  <a:pt x="19450" y="102697"/>
                </a:lnTo>
                <a:lnTo>
                  <a:pt x="14587" y="100009"/>
                </a:lnTo>
                <a:lnTo>
                  <a:pt x="9725" y="97835"/>
                </a:lnTo>
                <a:lnTo>
                  <a:pt x="4862" y="96214"/>
                </a:lnTo>
                <a:lnTo>
                  <a:pt x="0" y="94060"/>
                </a:lnTo>
                <a:lnTo>
                  <a:pt x="30260" y="0"/>
                </a:lnTo>
              </a:path>
            </a:pathLst>
          </a:custGeom>
          <a:solidFill xmlns:a="http://schemas.openxmlformats.org/drawingml/2006/main">
            <a:srgbClr val="E88D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9" name="path-472">
            <a:extLst xmlns:a="http://schemas.openxmlformats.org/drawingml/2006/main">
              <a:ext uri="{FF2B5EF4-FFF2-40B4-BE49-F238E27FC236}">
                <a16:creationId xmlns:a16="http://schemas.microsoft.com/office/drawing/2014/main" id="{C505CA59-4FFC-4973-97D2-5C4852372E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52002" y="3756912"/>
            <a:ext cx="123556" cy="136877"/>
          </a:xfrm>
          <a:custGeom xmlns:a="http://schemas.openxmlformats.org/drawingml/2006/main">
            <a:pathLst>
              <a:path w="125386" h="138905">
                <a:moveTo>
                  <a:pt x="79988" y="0"/>
                </a:moveTo>
                <a:lnTo>
                  <a:pt x="85403" y="7551"/>
                </a:lnTo>
                <a:lnTo>
                  <a:pt x="90265" y="15121"/>
                </a:lnTo>
                <a:lnTo>
                  <a:pt x="95127" y="23224"/>
                </a:lnTo>
                <a:lnTo>
                  <a:pt x="99455" y="31347"/>
                </a:lnTo>
                <a:lnTo>
                  <a:pt x="103231" y="39451"/>
                </a:lnTo>
                <a:lnTo>
                  <a:pt x="107025" y="48088"/>
                </a:lnTo>
                <a:lnTo>
                  <a:pt x="110266" y="56744"/>
                </a:lnTo>
                <a:lnTo>
                  <a:pt x="113507" y="65401"/>
                </a:lnTo>
                <a:lnTo>
                  <a:pt x="116196" y="74572"/>
                </a:lnTo>
                <a:lnTo>
                  <a:pt x="118370" y="83229"/>
                </a:lnTo>
                <a:lnTo>
                  <a:pt x="120524" y="92419"/>
                </a:lnTo>
                <a:lnTo>
                  <a:pt x="122145" y="101609"/>
                </a:lnTo>
                <a:lnTo>
                  <a:pt x="123232" y="110800"/>
                </a:lnTo>
                <a:lnTo>
                  <a:pt x="124318" y="119972"/>
                </a:lnTo>
                <a:lnTo>
                  <a:pt x="124853" y="129162"/>
                </a:lnTo>
                <a:lnTo>
                  <a:pt x="125386" y="138905"/>
                </a:lnTo>
                <a:lnTo>
                  <a:pt x="25950" y="138905"/>
                </a:lnTo>
                <a:lnTo>
                  <a:pt x="25950" y="133490"/>
                </a:lnTo>
                <a:lnTo>
                  <a:pt x="25397" y="128094"/>
                </a:lnTo>
                <a:lnTo>
                  <a:pt x="24864" y="122679"/>
                </a:lnTo>
                <a:lnTo>
                  <a:pt x="24330" y="117283"/>
                </a:lnTo>
                <a:lnTo>
                  <a:pt x="23244" y="111867"/>
                </a:lnTo>
                <a:lnTo>
                  <a:pt x="22156" y="106472"/>
                </a:lnTo>
                <a:lnTo>
                  <a:pt x="20534" y="101609"/>
                </a:lnTo>
                <a:lnTo>
                  <a:pt x="19448" y="96195"/>
                </a:lnTo>
                <a:lnTo>
                  <a:pt x="17293" y="91332"/>
                </a:lnTo>
                <a:lnTo>
                  <a:pt x="15673" y="85937"/>
                </a:lnTo>
                <a:lnTo>
                  <a:pt x="13519" y="81074"/>
                </a:lnTo>
                <a:lnTo>
                  <a:pt x="10812" y="76193"/>
                </a:lnTo>
                <a:lnTo>
                  <a:pt x="8656" y="71884"/>
                </a:lnTo>
                <a:lnTo>
                  <a:pt x="5949" y="67022"/>
                </a:lnTo>
                <a:lnTo>
                  <a:pt x="2707" y="62694"/>
                </a:lnTo>
                <a:lnTo>
                  <a:pt x="0" y="57831"/>
                </a:lnTo>
                <a:lnTo>
                  <a:pt x="79988" y="0"/>
                </a:lnTo>
              </a:path>
            </a:pathLst>
          </a:custGeom>
          <a:solidFill xmlns:a="http://schemas.openxmlformats.org/drawingml/2006/main">
            <a:srgbClr val="D33A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0" name="path-473">
            <a:extLst xmlns:a="http://schemas.openxmlformats.org/drawingml/2006/main">
              <a:ext uri="{FF2B5EF4-FFF2-40B4-BE49-F238E27FC236}">
                <a16:creationId xmlns:a16="http://schemas.microsoft.com/office/drawing/2014/main" id="{69B0DC20-02D2-4FCC-90B1-EA3B3A064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43346" y="3708962"/>
            <a:ext cx="134228" cy="184282"/>
          </a:xfrm>
          <a:custGeom xmlns:a="http://schemas.openxmlformats.org/drawingml/2006/main">
            <a:pathLst>
              <a:path w="136216" h="187012">
                <a:moveTo>
                  <a:pt x="0" y="187012"/>
                </a:moveTo>
                <a:lnTo>
                  <a:pt x="136216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25">
            <a:solidFill>
              <a:srgbClr val="111111"/>
            </a:solidFill>
            <a:prstDash val="solid"/>
          </a:ln>
        </p:spPr>
      </p:sp>
      <p:sp>
        <p:nvSpPr>
          <p:cNvPr id="531" name="path-474">
            <a:extLst xmlns:a="http://schemas.openxmlformats.org/drawingml/2006/main">
              <a:ext uri="{FF2B5EF4-FFF2-40B4-BE49-F238E27FC236}">
                <a16:creationId xmlns:a16="http://schemas.microsoft.com/office/drawing/2014/main" id="{3FFB0A8E-0E93-49DD-BD69-0AE466C92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08736" y="3858635"/>
            <a:ext cx="69764" cy="69763"/>
          </a:xfrm>
          <a:custGeom xmlns:a="http://schemas.openxmlformats.org/drawingml/2006/main">
            <a:pathLst>
              <a:path w="70797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21" y="22690"/>
                  <a:pt x="4863" y="17294"/>
                </a:cubicBezTo>
                <a:cubicBezTo>
                  <a:pt x="8104" y="11879"/>
                  <a:pt x="12431" y="7570"/>
                  <a:pt x="17828" y="4328"/>
                </a:cubicBezTo>
                <a:cubicBezTo>
                  <a:pt x="23244" y="1621"/>
                  <a:pt x="29173" y="0"/>
                  <a:pt x="35675" y="0"/>
                </a:cubicBezTo>
                <a:cubicBezTo>
                  <a:pt x="41606" y="0"/>
                  <a:pt x="47554" y="1621"/>
                  <a:pt x="52969" y="4328"/>
                </a:cubicBezTo>
                <a:cubicBezTo>
                  <a:pt x="58365" y="7570"/>
                  <a:pt x="62693" y="11879"/>
                  <a:pt x="65935" y="17294"/>
                </a:cubicBezTo>
                <a:cubicBezTo>
                  <a:pt x="69177" y="22690"/>
                  <a:pt x="70797" y="29173"/>
                  <a:pt x="70797" y="35122"/>
                </a:cubicBezTo>
                <a:cubicBezTo>
                  <a:pt x="70797" y="41071"/>
                  <a:pt x="69177" y="47554"/>
                  <a:pt x="65935" y="52969"/>
                </a:cubicBezTo>
                <a:cubicBezTo>
                  <a:pt x="62693" y="58365"/>
                  <a:pt x="58365" y="62694"/>
                  <a:pt x="52969" y="65935"/>
                </a:cubicBezTo>
                <a:cubicBezTo>
                  <a:pt x="47554" y="68642"/>
                  <a:pt x="41606" y="70797"/>
                  <a:pt x="35675" y="70797"/>
                </a:cubicBezTo>
                <a:cubicBezTo>
                  <a:pt x="29173" y="70797"/>
                  <a:pt x="23244" y="68642"/>
                  <a:pt x="17828" y="65935"/>
                </a:cubicBezTo>
                <a:cubicBezTo>
                  <a:pt x="12431" y="62694"/>
                  <a:pt x="8104" y="58365"/>
                  <a:pt x="4863" y="52969"/>
                </a:cubicBezTo>
                <a:cubicBezTo>
                  <a:pt x="1621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2" name="path-475">
            <a:extLst xmlns:a="http://schemas.openxmlformats.org/drawingml/2006/main">
              <a:ext uri="{FF2B5EF4-FFF2-40B4-BE49-F238E27FC236}">
                <a16:creationId xmlns:a16="http://schemas.microsoft.com/office/drawing/2014/main" id="{A3C536B8-2904-4527-80BA-B65819315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85246" y="3710559"/>
            <a:ext cx="10652" cy="545"/>
          </a:xfrm>
          <a:custGeom xmlns:a="http://schemas.openxmlformats.org/drawingml/2006/main">
            <a:pathLst>
              <a:path w="10810" h="553">
                <a:moveTo>
                  <a:pt x="0" y="553"/>
                </a:moveTo>
                <a:lnTo>
                  <a:pt x="108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33" name="path-476">
            <a:extLst xmlns:a="http://schemas.openxmlformats.org/drawingml/2006/main">
              <a:ext uri="{FF2B5EF4-FFF2-40B4-BE49-F238E27FC236}">
                <a16:creationId xmlns:a16="http://schemas.microsoft.com/office/drawing/2014/main" id="{A3829DC2-0A7D-4F07-A412-5658DD450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95898" y="3710033"/>
            <a:ext cx="10654" cy="526"/>
          </a:xfrm>
          <a:custGeom xmlns:a="http://schemas.openxmlformats.org/drawingml/2006/main">
            <a:pathLst>
              <a:path w="10812" h="534">
                <a:moveTo>
                  <a:pt x="0" y="534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34" name="path-477">
            <a:extLst xmlns:a="http://schemas.openxmlformats.org/drawingml/2006/main">
              <a:ext uri="{FF2B5EF4-FFF2-40B4-BE49-F238E27FC236}">
                <a16:creationId xmlns:a16="http://schemas.microsoft.com/office/drawing/2014/main" id="{107B7997-1054-42B9-A0C2-C58F18063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06552" y="3708962"/>
            <a:ext cx="10653" cy="1071"/>
          </a:xfrm>
          <a:custGeom xmlns:a="http://schemas.openxmlformats.org/drawingml/2006/main">
            <a:pathLst>
              <a:path w="10811" h="1087">
                <a:moveTo>
                  <a:pt x="0" y="1087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35" name="path-478">
            <a:extLst xmlns:a="http://schemas.openxmlformats.org/drawingml/2006/main">
              <a:ext uri="{FF2B5EF4-FFF2-40B4-BE49-F238E27FC236}">
                <a16:creationId xmlns:a16="http://schemas.microsoft.com/office/drawing/2014/main" id="{54F80F6A-8E71-497B-B11A-E9C598E9E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17205" y="3707910"/>
            <a:ext cx="10654" cy="1052"/>
          </a:xfrm>
          <a:custGeom xmlns:a="http://schemas.openxmlformats.org/drawingml/2006/main">
            <a:pathLst>
              <a:path w="10812" h="1068">
                <a:moveTo>
                  <a:pt x="0" y="1068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36" name="path-479">
            <a:extLst xmlns:a="http://schemas.openxmlformats.org/drawingml/2006/main">
              <a:ext uri="{FF2B5EF4-FFF2-40B4-BE49-F238E27FC236}">
                <a16:creationId xmlns:a16="http://schemas.microsoft.com/office/drawing/2014/main" id="{CC62E3DF-E81B-4CC7-A76A-763704AFF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27859" y="3706839"/>
            <a:ext cx="10652" cy="1071"/>
          </a:xfrm>
          <a:custGeom xmlns:a="http://schemas.openxmlformats.org/drawingml/2006/main">
            <a:pathLst>
              <a:path w="10810" h="1087">
                <a:moveTo>
                  <a:pt x="0" y="1087"/>
                </a:moveTo>
                <a:lnTo>
                  <a:pt x="108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37" name="path-480">
            <a:extLst xmlns:a="http://schemas.openxmlformats.org/drawingml/2006/main">
              <a:ext uri="{FF2B5EF4-FFF2-40B4-BE49-F238E27FC236}">
                <a16:creationId xmlns:a16="http://schemas.microsoft.com/office/drawing/2014/main" id="{BC8E4568-CC58-4ACC-990E-286AC65DD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8511" y="3706313"/>
            <a:ext cx="10654" cy="526"/>
          </a:xfrm>
          <a:custGeom xmlns:a="http://schemas.openxmlformats.org/drawingml/2006/main">
            <a:pathLst>
              <a:path w="10812" h="534">
                <a:moveTo>
                  <a:pt x="0" y="534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38" name="path-481">
            <a:extLst xmlns:a="http://schemas.openxmlformats.org/drawingml/2006/main">
              <a:ext uri="{FF2B5EF4-FFF2-40B4-BE49-F238E27FC236}">
                <a16:creationId xmlns:a16="http://schemas.microsoft.com/office/drawing/2014/main" id="{F74512FD-CB5F-4219-9C2E-8E959CBF3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49165" y="3706313"/>
            <a:ext cx="10653" cy="526"/>
          </a:xfrm>
          <a:custGeom xmlns:a="http://schemas.openxmlformats.org/drawingml/2006/main">
            <a:pathLst>
              <a:path w="10811" h="534">
                <a:moveTo>
                  <a:pt x="0" y="0"/>
                </a:moveTo>
                <a:lnTo>
                  <a:pt x="10811" y="534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39" name="path-482">
            <a:extLst xmlns:a="http://schemas.openxmlformats.org/drawingml/2006/main">
              <a:ext uri="{FF2B5EF4-FFF2-40B4-BE49-F238E27FC236}">
                <a16:creationId xmlns:a16="http://schemas.microsoft.com/office/drawing/2014/main" id="{D9AF19AE-CE32-461B-B83C-A36754645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59819" y="3706839"/>
            <a:ext cx="10654" cy="2123"/>
          </a:xfrm>
          <a:custGeom xmlns:a="http://schemas.openxmlformats.org/drawingml/2006/main">
            <a:pathLst>
              <a:path w="10812" h="2155">
                <a:moveTo>
                  <a:pt x="0" y="0"/>
                </a:moveTo>
                <a:lnTo>
                  <a:pt x="10812" y="2155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0" name="path-483">
            <a:extLst xmlns:a="http://schemas.openxmlformats.org/drawingml/2006/main">
              <a:ext uri="{FF2B5EF4-FFF2-40B4-BE49-F238E27FC236}">
                <a16:creationId xmlns:a16="http://schemas.microsoft.com/office/drawing/2014/main" id="{E3BCDAC1-C13E-41FE-BB8A-F4DC80727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70473" y="3708962"/>
            <a:ext cx="10634" cy="4810"/>
          </a:xfrm>
          <a:custGeom xmlns:a="http://schemas.openxmlformats.org/drawingml/2006/main">
            <a:pathLst>
              <a:path w="10791" h="4881">
                <a:moveTo>
                  <a:pt x="0" y="0"/>
                </a:moveTo>
                <a:lnTo>
                  <a:pt x="10791" y="4881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1" name="path-484">
            <a:extLst xmlns:a="http://schemas.openxmlformats.org/drawingml/2006/main">
              <a:ext uri="{FF2B5EF4-FFF2-40B4-BE49-F238E27FC236}">
                <a16:creationId xmlns:a16="http://schemas.microsoft.com/office/drawing/2014/main" id="{E47D032E-FC0B-4EE2-9D33-E57955B20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81107" y="3713772"/>
            <a:ext cx="10654" cy="6915"/>
          </a:xfrm>
          <a:custGeom xmlns:a="http://schemas.openxmlformats.org/drawingml/2006/main">
            <a:pathLst>
              <a:path w="10812" h="7017">
                <a:moveTo>
                  <a:pt x="0" y="0"/>
                </a:moveTo>
                <a:lnTo>
                  <a:pt x="10812" y="7017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2" name="path-485">
            <a:extLst xmlns:a="http://schemas.openxmlformats.org/drawingml/2006/main">
              <a:ext uri="{FF2B5EF4-FFF2-40B4-BE49-F238E27FC236}">
                <a16:creationId xmlns:a16="http://schemas.microsoft.com/office/drawing/2014/main" id="{30030144-F0D4-49CF-827C-7FEBC9133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91761" y="3720686"/>
            <a:ext cx="10652" cy="9056"/>
          </a:xfrm>
          <a:custGeom xmlns:a="http://schemas.openxmlformats.org/drawingml/2006/main">
            <a:pathLst>
              <a:path w="10810" h="9190">
                <a:moveTo>
                  <a:pt x="0" y="0"/>
                </a:moveTo>
                <a:lnTo>
                  <a:pt x="10810" y="919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3" name="path-486">
            <a:extLst xmlns:a="http://schemas.openxmlformats.org/drawingml/2006/main">
              <a:ext uri="{FF2B5EF4-FFF2-40B4-BE49-F238E27FC236}">
                <a16:creationId xmlns:a16="http://schemas.microsoft.com/office/drawing/2014/main" id="{9EF38FCD-09AB-4360-89E1-4765071DC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02413" y="3729743"/>
            <a:ext cx="10654" cy="9582"/>
          </a:xfrm>
          <a:custGeom xmlns:a="http://schemas.openxmlformats.org/drawingml/2006/main">
            <a:pathLst>
              <a:path w="10812" h="9724">
                <a:moveTo>
                  <a:pt x="0" y="0"/>
                </a:moveTo>
                <a:lnTo>
                  <a:pt x="10812" y="9724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4" name="path-487">
            <a:extLst xmlns:a="http://schemas.openxmlformats.org/drawingml/2006/main">
              <a:ext uri="{FF2B5EF4-FFF2-40B4-BE49-F238E27FC236}">
                <a16:creationId xmlns:a16="http://schemas.microsoft.com/office/drawing/2014/main" id="{0C693B44-EF7F-440E-9DC0-061CE34928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13067" y="3739325"/>
            <a:ext cx="10653" cy="8530"/>
          </a:xfrm>
          <a:custGeom xmlns:a="http://schemas.openxmlformats.org/drawingml/2006/main">
            <a:pathLst>
              <a:path w="10811" h="8656">
                <a:moveTo>
                  <a:pt x="0" y="0"/>
                </a:moveTo>
                <a:lnTo>
                  <a:pt x="10811" y="8656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5" name="path-488">
            <a:extLst xmlns:a="http://schemas.openxmlformats.org/drawingml/2006/main">
              <a:ext uri="{FF2B5EF4-FFF2-40B4-BE49-F238E27FC236}">
                <a16:creationId xmlns:a16="http://schemas.microsoft.com/office/drawing/2014/main" id="{17C1CC78-7AA9-470C-84F9-8F0B9DDBD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23720" y="3747855"/>
            <a:ext cx="10654" cy="4247"/>
          </a:xfrm>
          <a:custGeom xmlns:a="http://schemas.openxmlformats.org/drawingml/2006/main">
            <a:pathLst>
              <a:path w="10812" h="4310">
                <a:moveTo>
                  <a:pt x="0" y="0"/>
                </a:moveTo>
                <a:lnTo>
                  <a:pt x="10812" y="431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6" name="path-489">
            <a:extLst xmlns:a="http://schemas.openxmlformats.org/drawingml/2006/main">
              <a:ext uri="{FF2B5EF4-FFF2-40B4-BE49-F238E27FC236}">
                <a16:creationId xmlns:a16="http://schemas.microsoft.com/office/drawing/2014/main" id="{ED8502FF-8563-4FA7-B6FD-B4E882F25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34374" y="3749452"/>
            <a:ext cx="10652" cy="2649"/>
          </a:xfrm>
          <a:custGeom xmlns:a="http://schemas.openxmlformats.org/drawingml/2006/main">
            <a:pathLst>
              <a:path w="10810" h="2688">
                <a:moveTo>
                  <a:pt x="0" y="2688"/>
                </a:moveTo>
                <a:lnTo>
                  <a:pt x="108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7" name="path-490">
            <a:extLst xmlns:a="http://schemas.openxmlformats.org/drawingml/2006/main">
              <a:ext uri="{FF2B5EF4-FFF2-40B4-BE49-F238E27FC236}">
                <a16:creationId xmlns:a16="http://schemas.microsoft.com/office/drawing/2014/main" id="{C21F8E68-C2F6-4598-9495-5C5092C96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45026" y="3737728"/>
            <a:ext cx="10654" cy="11724"/>
          </a:xfrm>
          <a:custGeom xmlns:a="http://schemas.openxmlformats.org/drawingml/2006/main">
            <a:pathLst>
              <a:path w="10812" h="11898">
                <a:moveTo>
                  <a:pt x="0" y="11898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8" name="path-491">
            <a:extLst xmlns:a="http://schemas.openxmlformats.org/drawingml/2006/main">
              <a:ext uri="{FF2B5EF4-FFF2-40B4-BE49-F238E27FC236}">
                <a16:creationId xmlns:a16="http://schemas.microsoft.com/office/drawing/2014/main" id="{D0ACD47E-9DEE-4031-BD3F-B36F35282C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55680" y="3714824"/>
            <a:ext cx="10653" cy="22904"/>
          </a:xfrm>
          <a:custGeom xmlns:a="http://schemas.openxmlformats.org/drawingml/2006/main">
            <a:pathLst>
              <a:path w="10811" h="23243">
                <a:moveTo>
                  <a:pt x="0" y="23243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49" name="path-492">
            <a:extLst xmlns:a="http://schemas.openxmlformats.org/drawingml/2006/main">
              <a:ext uri="{FF2B5EF4-FFF2-40B4-BE49-F238E27FC236}">
                <a16:creationId xmlns:a16="http://schemas.microsoft.com/office/drawing/2014/main" id="{C0822F5B-1367-4A98-A886-8F90507D2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66333" y="3683409"/>
            <a:ext cx="10653" cy="31416"/>
          </a:xfrm>
          <a:custGeom xmlns:a="http://schemas.openxmlformats.org/drawingml/2006/main">
            <a:pathLst>
              <a:path w="10811" h="31881">
                <a:moveTo>
                  <a:pt x="0" y="31881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0" name="path-493">
            <a:extLst xmlns:a="http://schemas.openxmlformats.org/drawingml/2006/main">
              <a:ext uri="{FF2B5EF4-FFF2-40B4-BE49-F238E27FC236}">
                <a16:creationId xmlns:a16="http://schemas.microsoft.com/office/drawing/2014/main" id="{B8B8EF67-F1D3-4DD1-81A7-371C50B2A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76986" y="3646131"/>
            <a:ext cx="10653" cy="37277"/>
          </a:xfrm>
          <a:custGeom xmlns:a="http://schemas.openxmlformats.org/drawingml/2006/main">
            <a:pathLst>
              <a:path w="10811" h="37830">
                <a:moveTo>
                  <a:pt x="0" y="37830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1" name="path-494">
            <a:extLst xmlns:a="http://schemas.openxmlformats.org/drawingml/2006/main">
              <a:ext uri="{FF2B5EF4-FFF2-40B4-BE49-F238E27FC236}">
                <a16:creationId xmlns:a16="http://schemas.microsoft.com/office/drawing/2014/main" id="{46E089D7-CCFB-4CE9-BF57-51FC9B4CE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87639" y="3609380"/>
            <a:ext cx="10654" cy="36751"/>
          </a:xfrm>
          <a:custGeom xmlns:a="http://schemas.openxmlformats.org/drawingml/2006/main">
            <a:pathLst>
              <a:path w="10812" h="37296">
                <a:moveTo>
                  <a:pt x="0" y="37296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2" name="path-495">
            <a:extLst xmlns:a="http://schemas.openxmlformats.org/drawingml/2006/main">
              <a:ext uri="{FF2B5EF4-FFF2-40B4-BE49-F238E27FC236}">
                <a16:creationId xmlns:a16="http://schemas.microsoft.com/office/drawing/2014/main" id="{BE8481B7-4C46-408C-8BA6-DC062C1CA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98294" y="3580614"/>
            <a:ext cx="10653" cy="28766"/>
          </a:xfrm>
          <a:custGeom xmlns:a="http://schemas.openxmlformats.org/drawingml/2006/main">
            <a:pathLst>
              <a:path w="10811" h="29192">
                <a:moveTo>
                  <a:pt x="0" y="29192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3" name="path-496">
            <a:extLst xmlns:a="http://schemas.openxmlformats.org/drawingml/2006/main">
              <a:ext uri="{FF2B5EF4-FFF2-40B4-BE49-F238E27FC236}">
                <a16:creationId xmlns:a16="http://schemas.microsoft.com/office/drawing/2014/main" id="{53BCE319-B150-4ECA-891A-CD8B4431EF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08947" y="3567838"/>
            <a:ext cx="10653" cy="12776"/>
          </a:xfrm>
          <a:custGeom xmlns:a="http://schemas.openxmlformats.org/drawingml/2006/main">
            <a:pathLst>
              <a:path w="10811" h="12965">
                <a:moveTo>
                  <a:pt x="0" y="12965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4" name="path-497">
            <a:extLst xmlns:a="http://schemas.openxmlformats.org/drawingml/2006/main">
              <a:ext uri="{FF2B5EF4-FFF2-40B4-BE49-F238E27FC236}">
                <a16:creationId xmlns:a16="http://schemas.microsoft.com/office/drawing/2014/main" id="{FD1C89C3-B867-4398-B099-C18839966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19600" y="3567838"/>
            <a:ext cx="10635" cy="8511"/>
          </a:xfrm>
          <a:custGeom xmlns:a="http://schemas.openxmlformats.org/drawingml/2006/main">
            <a:pathLst>
              <a:path w="10793" h="8638">
                <a:moveTo>
                  <a:pt x="0" y="0"/>
                </a:moveTo>
                <a:lnTo>
                  <a:pt x="10793" y="8638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5" name="path-498">
            <a:extLst xmlns:a="http://schemas.openxmlformats.org/drawingml/2006/main">
              <a:ext uri="{FF2B5EF4-FFF2-40B4-BE49-F238E27FC236}">
                <a16:creationId xmlns:a16="http://schemas.microsoft.com/office/drawing/2014/main" id="{77530F10-7F91-457A-B6B3-B2DA307D8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30235" y="3576350"/>
            <a:ext cx="11199" cy="32486"/>
          </a:xfrm>
          <a:custGeom xmlns:a="http://schemas.openxmlformats.org/drawingml/2006/main">
            <a:pathLst>
              <a:path w="11365" h="32967">
                <a:moveTo>
                  <a:pt x="0" y="0"/>
                </a:moveTo>
                <a:lnTo>
                  <a:pt x="11365" y="32967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6" name="path-499">
            <a:extLst xmlns:a="http://schemas.openxmlformats.org/drawingml/2006/main">
              <a:ext uri="{FF2B5EF4-FFF2-40B4-BE49-F238E27FC236}">
                <a16:creationId xmlns:a16="http://schemas.microsoft.com/office/drawing/2014/main" id="{3A1997FE-F1A3-41FC-B6CF-029D679DE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1434" y="3608836"/>
            <a:ext cx="10652" cy="54864"/>
          </a:xfrm>
          <a:custGeom xmlns:a="http://schemas.openxmlformats.org/drawingml/2006/main">
            <a:pathLst>
              <a:path w="10810" h="55677">
                <a:moveTo>
                  <a:pt x="0" y="0"/>
                </a:moveTo>
                <a:lnTo>
                  <a:pt x="10810" y="55677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7" name="path-500">
            <a:extLst xmlns:a="http://schemas.openxmlformats.org/drawingml/2006/main">
              <a:ext uri="{FF2B5EF4-FFF2-40B4-BE49-F238E27FC236}">
                <a16:creationId xmlns:a16="http://schemas.microsoft.com/office/drawing/2014/main" id="{49E429ED-7896-4658-A434-3759F7C38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52086" y="3663699"/>
            <a:ext cx="10654" cy="68711"/>
          </a:xfrm>
          <a:custGeom xmlns:a="http://schemas.openxmlformats.org/drawingml/2006/main">
            <a:pathLst>
              <a:path w="10812" h="69729">
                <a:moveTo>
                  <a:pt x="0" y="0"/>
                </a:moveTo>
                <a:lnTo>
                  <a:pt x="10812" y="69729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8" name="path-501">
            <a:extLst xmlns:a="http://schemas.openxmlformats.org/drawingml/2006/main">
              <a:ext uri="{FF2B5EF4-FFF2-40B4-BE49-F238E27FC236}">
                <a16:creationId xmlns:a16="http://schemas.microsoft.com/office/drawing/2014/main" id="{B1D345C4-2A14-494B-946E-0DE80F5F2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62740" y="3732410"/>
            <a:ext cx="10653" cy="73484"/>
          </a:xfrm>
          <a:custGeom xmlns:a="http://schemas.openxmlformats.org/drawingml/2006/main">
            <a:pathLst>
              <a:path w="10811" h="74573">
                <a:moveTo>
                  <a:pt x="0" y="0"/>
                </a:moveTo>
                <a:lnTo>
                  <a:pt x="10811" y="74573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59" name="path-502">
            <a:extLst xmlns:a="http://schemas.openxmlformats.org/drawingml/2006/main">
              <a:ext uri="{FF2B5EF4-FFF2-40B4-BE49-F238E27FC236}">
                <a16:creationId xmlns:a16="http://schemas.microsoft.com/office/drawing/2014/main" id="{B50AC88B-ECA2-4D70-AA37-51AF0A105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3393" y="3805895"/>
            <a:ext cx="10634" cy="63920"/>
          </a:xfrm>
          <a:custGeom xmlns:a="http://schemas.openxmlformats.org/drawingml/2006/main">
            <a:pathLst>
              <a:path w="10791" h="64867">
                <a:moveTo>
                  <a:pt x="0" y="0"/>
                </a:moveTo>
                <a:lnTo>
                  <a:pt x="10791" y="64867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0" name="path-503">
            <a:extLst xmlns:a="http://schemas.openxmlformats.org/drawingml/2006/main">
              <a:ext uri="{FF2B5EF4-FFF2-40B4-BE49-F238E27FC236}">
                <a16:creationId xmlns:a16="http://schemas.microsoft.com/office/drawing/2014/main" id="{BEE1821F-D049-4EC8-A2EA-8C559E6D56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84027" y="3869815"/>
            <a:ext cx="10654" cy="44210"/>
          </a:xfrm>
          <a:custGeom xmlns:a="http://schemas.openxmlformats.org/drawingml/2006/main">
            <a:pathLst>
              <a:path w="10812" h="44865">
                <a:moveTo>
                  <a:pt x="0" y="0"/>
                </a:moveTo>
                <a:lnTo>
                  <a:pt x="10812" y="44865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1" name="path-504">
            <a:extLst xmlns:a="http://schemas.openxmlformats.org/drawingml/2006/main">
              <a:ext uri="{FF2B5EF4-FFF2-40B4-BE49-F238E27FC236}">
                <a16:creationId xmlns:a16="http://schemas.microsoft.com/office/drawing/2014/main" id="{164A6B7E-5C55-48F0-81D0-9BF0FA583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94681" y="3914025"/>
            <a:ext cx="10653" cy="15444"/>
          </a:xfrm>
          <a:custGeom xmlns:a="http://schemas.openxmlformats.org/drawingml/2006/main">
            <a:pathLst>
              <a:path w="10811" h="15673">
                <a:moveTo>
                  <a:pt x="0" y="0"/>
                </a:moveTo>
                <a:lnTo>
                  <a:pt x="10811" y="15673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2" name="path-505">
            <a:extLst xmlns:a="http://schemas.openxmlformats.org/drawingml/2006/main">
              <a:ext uri="{FF2B5EF4-FFF2-40B4-BE49-F238E27FC236}">
                <a16:creationId xmlns:a16="http://schemas.microsoft.com/office/drawing/2014/main" id="{DF69570E-460A-4788-9913-9B9B56184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05334" y="3913480"/>
            <a:ext cx="10653" cy="15990"/>
          </a:xfrm>
          <a:custGeom xmlns:a="http://schemas.openxmlformats.org/drawingml/2006/main">
            <a:pathLst>
              <a:path w="10811" h="16227">
                <a:moveTo>
                  <a:pt x="0" y="16227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3" name="path-506">
            <a:extLst xmlns:a="http://schemas.openxmlformats.org/drawingml/2006/main">
              <a:ext uri="{FF2B5EF4-FFF2-40B4-BE49-F238E27FC236}">
                <a16:creationId xmlns:a16="http://schemas.microsoft.com/office/drawing/2014/main" id="{8AB26347-8BDD-4895-8626-33B917F86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15987" y="3868743"/>
            <a:ext cx="10654" cy="44736"/>
          </a:xfrm>
          <a:custGeom xmlns:a="http://schemas.openxmlformats.org/drawingml/2006/main">
            <a:pathLst>
              <a:path w="10812" h="45399">
                <a:moveTo>
                  <a:pt x="0" y="45399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4" name="path-507">
            <a:extLst xmlns:a="http://schemas.openxmlformats.org/drawingml/2006/main">
              <a:ext uri="{FF2B5EF4-FFF2-40B4-BE49-F238E27FC236}">
                <a16:creationId xmlns:a16="http://schemas.microsoft.com/office/drawing/2014/main" id="{9A2303C5-D83B-4548-BAA8-23AEA0CBB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26641" y="3804298"/>
            <a:ext cx="10653" cy="64446"/>
          </a:xfrm>
          <a:custGeom xmlns:a="http://schemas.openxmlformats.org/drawingml/2006/main">
            <a:pathLst>
              <a:path w="10811" h="65400">
                <a:moveTo>
                  <a:pt x="0" y="65400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5" name="path-508">
            <a:extLst xmlns:a="http://schemas.openxmlformats.org/drawingml/2006/main">
              <a:ext uri="{FF2B5EF4-FFF2-40B4-BE49-F238E27FC236}">
                <a16:creationId xmlns:a16="http://schemas.microsoft.com/office/drawing/2014/main" id="{9DC5AADC-BFBF-4DB1-AB0C-45FD508AD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37294" y="3730813"/>
            <a:ext cx="10653" cy="73484"/>
          </a:xfrm>
          <a:custGeom xmlns:a="http://schemas.openxmlformats.org/drawingml/2006/main">
            <a:pathLst>
              <a:path w="10811" h="74573">
                <a:moveTo>
                  <a:pt x="0" y="74573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6" name="path-509">
            <a:extLst xmlns:a="http://schemas.openxmlformats.org/drawingml/2006/main">
              <a:ext uri="{FF2B5EF4-FFF2-40B4-BE49-F238E27FC236}">
                <a16:creationId xmlns:a16="http://schemas.microsoft.com/office/drawing/2014/main" id="{E771A646-FB5F-40A9-BCA0-968A25B8E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47948" y="3662102"/>
            <a:ext cx="10653" cy="68711"/>
          </a:xfrm>
          <a:custGeom xmlns:a="http://schemas.openxmlformats.org/drawingml/2006/main">
            <a:pathLst>
              <a:path w="10811" h="69729">
                <a:moveTo>
                  <a:pt x="0" y="69729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7" name="path-510">
            <a:extLst xmlns:a="http://schemas.openxmlformats.org/drawingml/2006/main">
              <a:ext uri="{FF2B5EF4-FFF2-40B4-BE49-F238E27FC236}">
                <a16:creationId xmlns:a16="http://schemas.microsoft.com/office/drawing/2014/main" id="{A850A4E3-1218-47B6-9420-4853F3852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58601" y="3607783"/>
            <a:ext cx="10654" cy="54319"/>
          </a:xfrm>
          <a:custGeom xmlns:a="http://schemas.openxmlformats.org/drawingml/2006/main">
            <a:pathLst>
              <a:path w="10812" h="55123">
                <a:moveTo>
                  <a:pt x="0" y="55123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8" name="path-511">
            <a:extLst xmlns:a="http://schemas.openxmlformats.org/drawingml/2006/main">
              <a:ext uri="{FF2B5EF4-FFF2-40B4-BE49-F238E27FC236}">
                <a16:creationId xmlns:a16="http://schemas.microsoft.com/office/drawing/2014/main" id="{ECA10C5C-0B16-4ABA-88CB-73EACAA08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69255" y="3575278"/>
            <a:ext cx="10653" cy="32505"/>
          </a:xfrm>
          <a:custGeom xmlns:a="http://schemas.openxmlformats.org/drawingml/2006/main">
            <a:pathLst>
              <a:path w="10811" h="32987">
                <a:moveTo>
                  <a:pt x="0" y="32987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69" name="path-512">
            <a:extLst xmlns:a="http://schemas.openxmlformats.org/drawingml/2006/main">
              <a:ext uri="{FF2B5EF4-FFF2-40B4-BE49-F238E27FC236}">
                <a16:creationId xmlns:a16="http://schemas.microsoft.com/office/drawing/2014/main" id="{09322BB0-9A03-4CE8-AD8B-813A99FFC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79908" y="3567293"/>
            <a:ext cx="10653" cy="7985"/>
          </a:xfrm>
          <a:custGeom xmlns:a="http://schemas.openxmlformats.org/drawingml/2006/main">
            <a:pathLst>
              <a:path w="10811" h="8104">
                <a:moveTo>
                  <a:pt x="0" y="8104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0" name="path-513">
            <a:extLst xmlns:a="http://schemas.openxmlformats.org/drawingml/2006/main">
              <a:ext uri="{FF2B5EF4-FFF2-40B4-BE49-F238E27FC236}">
                <a16:creationId xmlns:a16="http://schemas.microsoft.com/office/drawing/2014/main" id="{53415EA8-2E56-416B-94F7-4806BB899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90561" y="3567293"/>
            <a:ext cx="10653" cy="13321"/>
          </a:xfrm>
          <a:custGeom xmlns:a="http://schemas.openxmlformats.org/drawingml/2006/main">
            <a:pathLst>
              <a:path w="10811" h="13519">
                <a:moveTo>
                  <a:pt x="0" y="0"/>
                </a:moveTo>
                <a:lnTo>
                  <a:pt x="10811" y="13519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1" name="path-514">
            <a:extLst xmlns:a="http://schemas.openxmlformats.org/drawingml/2006/main">
              <a:ext uri="{FF2B5EF4-FFF2-40B4-BE49-F238E27FC236}">
                <a16:creationId xmlns:a16="http://schemas.microsoft.com/office/drawing/2014/main" id="{D338CCC2-EA08-4F7E-A0AC-B1433BD1D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1214" y="3580614"/>
            <a:ext cx="10654" cy="29293"/>
          </a:xfrm>
          <a:custGeom xmlns:a="http://schemas.openxmlformats.org/drawingml/2006/main">
            <a:pathLst>
              <a:path w="10812" h="29727">
                <a:moveTo>
                  <a:pt x="0" y="0"/>
                </a:moveTo>
                <a:lnTo>
                  <a:pt x="10812" y="29727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2" name="path-515">
            <a:extLst xmlns:a="http://schemas.openxmlformats.org/drawingml/2006/main">
              <a:ext uri="{FF2B5EF4-FFF2-40B4-BE49-F238E27FC236}">
                <a16:creationId xmlns:a16="http://schemas.microsoft.com/office/drawing/2014/main" id="{641283E3-8E34-4C51-9594-8F32B776A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11868" y="3609907"/>
            <a:ext cx="10653" cy="36751"/>
          </a:xfrm>
          <a:custGeom xmlns:a="http://schemas.openxmlformats.org/drawingml/2006/main">
            <a:pathLst>
              <a:path w="10811" h="37296">
                <a:moveTo>
                  <a:pt x="0" y="0"/>
                </a:moveTo>
                <a:lnTo>
                  <a:pt x="10811" y="37296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3" name="path-516">
            <a:extLst xmlns:a="http://schemas.openxmlformats.org/drawingml/2006/main">
              <a:ext uri="{FF2B5EF4-FFF2-40B4-BE49-F238E27FC236}">
                <a16:creationId xmlns:a16="http://schemas.microsoft.com/office/drawing/2014/main" id="{AF687FB1-6DA2-4622-A45B-7FE542674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22521" y="3646658"/>
            <a:ext cx="10634" cy="37277"/>
          </a:xfrm>
          <a:custGeom xmlns:a="http://schemas.openxmlformats.org/drawingml/2006/main">
            <a:pathLst>
              <a:path w="10791" h="37830">
                <a:moveTo>
                  <a:pt x="0" y="0"/>
                </a:moveTo>
                <a:lnTo>
                  <a:pt x="10791" y="3783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4" name="path-517">
            <a:extLst xmlns:a="http://schemas.openxmlformats.org/drawingml/2006/main">
              <a:ext uri="{FF2B5EF4-FFF2-40B4-BE49-F238E27FC236}">
                <a16:creationId xmlns:a16="http://schemas.microsoft.com/office/drawing/2014/main" id="{9907AA68-D52C-4479-BBD2-CA8146E8C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33155" y="3683935"/>
            <a:ext cx="10654" cy="31960"/>
          </a:xfrm>
          <a:custGeom xmlns:a="http://schemas.openxmlformats.org/drawingml/2006/main">
            <a:pathLst>
              <a:path w="10812" h="32433">
                <a:moveTo>
                  <a:pt x="0" y="0"/>
                </a:moveTo>
                <a:lnTo>
                  <a:pt x="10812" y="32433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5" name="path-518">
            <a:extLst xmlns:a="http://schemas.openxmlformats.org/drawingml/2006/main">
              <a:ext uri="{FF2B5EF4-FFF2-40B4-BE49-F238E27FC236}">
                <a16:creationId xmlns:a16="http://schemas.microsoft.com/office/drawing/2014/main" id="{A56A1916-BDCD-402D-8577-020FAD4CC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43809" y="3715895"/>
            <a:ext cx="10653" cy="22359"/>
          </a:xfrm>
          <a:custGeom xmlns:a="http://schemas.openxmlformats.org/drawingml/2006/main">
            <a:pathLst>
              <a:path w="10811" h="22690">
                <a:moveTo>
                  <a:pt x="0" y="0"/>
                </a:moveTo>
                <a:lnTo>
                  <a:pt x="10811" y="2269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6" name="path-519">
            <a:extLst xmlns:a="http://schemas.openxmlformats.org/drawingml/2006/main">
              <a:ext uri="{FF2B5EF4-FFF2-40B4-BE49-F238E27FC236}">
                <a16:creationId xmlns:a16="http://schemas.microsoft.com/office/drawing/2014/main" id="{14758C80-47F7-4D66-BC1D-D873CDFC2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54462" y="3738254"/>
            <a:ext cx="10653" cy="11724"/>
          </a:xfrm>
          <a:custGeom xmlns:a="http://schemas.openxmlformats.org/drawingml/2006/main">
            <a:pathLst>
              <a:path w="10811" h="11898">
                <a:moveTo>
                  <a:pt x="0" y="0"/>
                </a:moveTo>
                <a:lnTo>
                  <a:pt x="10811" y="11898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7" name="path-520">
            <a:extLst xmlns:a="http://schemas.openxmlformats.org/drawingml/2006/main">
              <a:ext uri="{FF2B5EF4-FFF2-40B4-BE49-F238E27FC236}">
                <a16:creationId xmlns:a16="http://schemas.microsoft.com/office/drawing/2014/main" id="{1C1DEDB2-2021-4DB0-A02A-1588B13DA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65115" y="3749978"/>
            <a:ext cx="10654" cy="2668"/>
          </a:xfrm>
          <a:custGeom xmlns:a="http://schemas.openxmlformats.org/drawingml/2006/main">
            <a:pathLst>
              <a:path w="10812" h="2707">
                <a:moveTo>
                  <a:pt x="0" y="0"/>
                </a:moveTo>
                <a:lnTo>
                  <a:pt x="10812" y="2707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8" name="path-521">
            <a:extLst xmlns:a="http://schemas.openxmlformats.org/drawingml/2006/main">
              <a:ext uri="{FF2B5EF4-FFF2-40B4-BE49-F238E27FC236}">
                <a16:creationId xmlns:a16="http://schemas.microsoft.com/office/drawing/2014/main" id="{D6B604D8-8D51-4106-9E90-9C7BB0E0A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75770" y="3747855"/>
            <a:ext cx="10653" cy="4791"/>
          </a:xfrm>
          <a:custGeom xmlns:a="http://schemas.openxmlformats.org/drawingml/2006/main">
            <a:pathLst>
              <a:path w="10811" h="4862">
                <a:moveTo>
                  <a:pt x="0" y="4862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79" name="path-522">
            <a:extLst xmlns:a="http://schemas.openxmlformats.org/drawingml/2006/main">
              <a:ext uri="{FF2B5EF4-FFF2-40B4-BE49-F238E27FC236}">
                <a16:creationId xmlns:a16="http://schemas.microsoft.com/office/drawing/2014/main" id="{0BBC6655-74B6-42B7-BA02-BBC84E5FA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6423" y="3739325"/>
            <a:ext cx="10653" cy="8530"/>
          </a:xfrm>
          <a:custGeom xmlns:a="http://schemas.openxmlformats.org/drawingml/2006/main">
            <a:pathLst>
              <a:path w="10811" h="8656">
                <a:moveTo>
                  <a:pt x="0" y="8656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0" name="path-523">
            <a:extLst xmlns:a="http://schemas.openxmlformats.org/drawingml/2006/main">
              <a:ext uri="{FF2B5EF4-FFF2-40B4-BE49-F238E27FC236}">
                <a16:creationId xmlns:a16="http://schemas.microsoft.com/office/drawing/2014/main" id="{E0C3D77E-CDDA-4027-82E7-976F57689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7076" y="3729217"/>
            <a:ext cx="10653" cy="10108"/>
          </a:xfrm>
          <a:custGeom xmlns:a="http://schemas.openxmlformats.org/drawingml/2006/main">
            <a:pathLst>
              <a:path w="10811" h="10258">
                <a:moveTo>
                  <a:pt x="0" y="10258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1" name="path-524">
            <a:extLst xmlns:a="http://schemas.openxmlformats.org/drawingml/2006/main">
              <a:ext uri="{FF2B5EF4-FFF2-40B4-BE49-F238E27FC236}">
                <a16:creationId xmlns:a16="http://schemas.microsoft.com/office/drawing/2014/main" id="{D860B752-AA42-48B9-B7BB-F25C5F02A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7729" y="3720160"/>
            <a:ext cx="10654" cy="9057"/>
          </a:xfrm>
          <a:custGeom xmlns:a="http://schemas.openxmlformats.org/drawingml/2006/main">
            <a:pathLst>
              <a:path w="10812" h="9191">
                <a:moveTo>
                  <a:pt x="0" y="9191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2" name="path-525">
            <a:extLst xmlns:a="http://schemas.openxmlformats.org/drawingml/2006/main">
              <a:ext uri="{FF2B5EF4-FFF2-40B4-BE49-F238E27FC236}">
                <a16:creationId xmlns:a16="http://schemas.microsoft.com/office/drawing/2014/main" id="{9BA4B4FC-0F2F-4333-9647-BF71FE54E5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8383" y="3713227"/>
            <a:ext cx="10652" cy="6932"/>
          </a:xfrm>
          <a:custGeom xmlns:a="http://schemas.openxmlformats.org/drawingml/2006/main">
            <a:pathLst>
              <a:path w="10810" h="7035">
                <a:moveTo>
                  <a:pt x="0" y="7035"/>
                </a:moveTo>
                <a:lnTo>
                  <a:pt x="108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3" name="path-526">
            <a:extLst xmlns:a="http://schemas.openxmlformats.org/drawingml/2006/main">
              <a:ext uri="{FF2B5EF4-FFF2-40B4-BE49-F238E27FC236}">
                <a16:creationId xmlns:a16="http://schemas.microsoft.com/office/drawing/2014/main" id="{A73C99D6-1B45-4F94-AF0C-D2590762E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9035" y="3708962"/>
            <a:ext cx="10654" cy="4265"/>
          </a:xfrm>
          <a:custGeom xmlns:a="http://schemas.openxmlformats.org/drawingml/2006/main">
            <a:pathLst>
              <a:path w="10812" h="4328">
                <a:moveTo>
                  <a:pt x="0" y="4328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4" name="path-527">
            <a:extLst xmlns:a="http://schemas.openxmlformats.org/drawingml/2006/main">
              <a:ext uri="{FF2B5EF4-FFF2-40B4-BE49-F238E27FC236}">
                <a16:creationId xmlns:a16="http://schemas.microsoft.com/office/drawing/2014/main" id="{B42257AB-0C6C-4846-AE8F-6295B9AFA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9689" y="3706839"/>
            <a:ext cx="10653" cy="2123"/>
          </a:xfrm>
          <a:custGeom xmlns:a="http://schemas.openxmlformats.org/drawingml/2006/main">
            <a:pathLst>
              <a:path w="10811" h="2155">
                <a:moveTo>
                  <a:pt x="0" y="2155"/>
                </a:moveTo>
                <a:lnTo>
                  <a:pt x="1081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5" name="path-528">
            <a:extLst xmlns:a="http://schemas.openxmlformats.org/drawingml/2006/main">
              <a:ext uri="{FF2B5EF4-FFF2-40B4-BE49-F238E27FC236}">
                <a16:creationId xmlns:a16="http://schemas.microsoft.com/office/drawing/2014/main" id="{EE869890-D3E7-4290-8724-8B3777419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0342" y="3706313"/>
            <a:ext cx="10654" cy="526"/>
          </a:xfrm>
          <a:custGeom xmlns:a="http://schemas.openxmlformats.org/drawingml/2006/main">
            <a:pathLst>
              <a:path w="10812" h="534">
                <a:moveTo>
                  <a:pt x="0" y="534"/>
                </a:moveTo>
                <a:lnTo>
                  <a:pt x="108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6" name="path-529">
            <a:extLst xmlns:a="http://schemas.openxmlformats.org/drawingml/2006/main">
              <a:ext uri="{FF2B5EF4-FFF2-40B4-BE49-F238E27FC236}">
                <a16:creationId xmlns:a16="http://schemas.microsoft.com/office/drawing/2014/main" id="{F54C65FF-AF79-4753-B5FC-ECBA91CD5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60996" y="3706313"/>
            <a:ext cx="10652" cy="526"/>
          </a:xfrm>
          <a:custGeom xmlns:a="http://schemas.openxmlformats.org/drawingml/2006/main">
            <a:pathLst>
              <a:path w="10810" h="534">
                <a:moveTo>
                  <a:pt x="0" y="0"/>
                </a:moveTo>
                <a:lnTo>
                  <a:pt x="10810" y="534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7" name="path-530">
            <a:extLst xmlns:a="http://schemas.openxmlformats.org/drawingml/2006/main">
              <a:ext uri="{FF2B5EF4-FFF2-40B4-BE49-F238E27FC236}">
                <a16:creationId xmlns:a16="http://schemas.microsoft.com/office/drawing/2014/main" id="{4FCF4261-9968-4A7E-B976-3B9C930B2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1648" y="3706839"/>
            <a:ext cx="10635" cy="1071"/>
          </a:xfrm>
          <a:custGeom xmlns:a="http://schemas.openxmlformats.org/drawingml/2006/main">
            <a:pathLst>
              <a:path w="10793" h="1087">
                <a:moveTo>
                  <a:pt x="0" y="0"/>
                </a:moveTo>
                <a:lnTo>
                  <a:pt x="10793" y="1087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8" name="path-531">
            <a:extLst xmlns:a="http://schemas.openxmlformats.org/drawingml/2006/main">
              <a:ext uri="{FF2B5EF4-FFF2-40B4-BE49-F238E27FC236}">
                <a16:creationId xmlns:a16="http://schemas.microsoft.com/office/drawing/2014/main" id="{69E6359D-4548-4B24-A3E2-66A18FAD8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82283" y="3707910"/>
            <a:ext cx="10653" cy="1052"/>
          </a:xfrm>
          <a:custGeom xmlns:a="http://schemas.openxmlformats.org/drawingml/2006/main">
            <a:pathLst>
              <a:path w="10811" h="1068">
                <a:moveTo>
                  <a:pt x="0" y="0"/>
                </a:moveTo>
                <a:lnTo>
                  <a:pt x="10811" y="1068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89" name="path-532">
            <a:extLst xmlns:a="http://schemas.openxmlformats.org/drawingml/2006/main">
              <a:ext uri="{FF2B5EF4-FFF2-40B4-BE49-F238E27FC236}">
                <a16:creationId xmlns:a16="http://schemas.microsoft.com/office/drawing/2014/main" id="{139C139D-BA92-4FEE-A041-DA3FE46B3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92936" y="3708962"/>
            <a:ext cx="10654" cy="1071"/>
          </a:xfrm>
          <a:custGeom xmlns:a="http://schemas.openxmlformats.org/drawingml/2006/main">
            <a:pathLst>
              <a:path w="10812" h="1087">
                <a:moveTo>
                  <a:pt x="0" y="0"/>
                </a:moveTo>
                <a:lnTo>
                  <a:pt x="10812" y="1087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90" name="path-533">
            <a:extLst xmlns:a="http://schemas.openxmlformats.org/drawingml/2006/main">
              <a:ext uri="{FF2B5EF4-FFF2-40B4-BE49-F238E27FC236}">
                <a16:creationId xmlns:a16="http://schemas.microsoft.com/office/drawing/2014/main" id="{59F41B02-B68C-45B8-9518-45A272909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03591" y="3710033"/>
            <a:ext cx="11198" cy="526"/>
          </a:xfrm>
          <a:custGeom xmlns:a="http://schemas.openxmlformats.org/drawingml/2006/main">
            <a:pathLst>
              <a:path w="11364" h="534">
                <a:moveTo>
                  <a:pt x="0" y="0"/>
                </a:moveTo>
                <a:lnTo>
                  <a:pt x="11364" y="534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91" name="path-534">
            <a:extLst xmlns:a="http://schemas.openxmlformats.org/drawingml/2006/main">
              <a:ext uri="{FF2B5EF4-FFF2-40B4-BE49-F238E27FC236}">
                <a16:creationId xmlns:a16="http://schemas.microsoft.com/office/drawing/2014/main" id="{D6505CE6-3BA3-4E63-B1CD-F79729E25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14788" y="3710559"/>
            <a:ext cx="10654" cy="545"/>
          </a:xfrm>
          <a:custGeom xmlns:a="http://schemas.openxmlformats.org/drawingml/2006/main">
            <a:pathLst>
              <a:path w="10812" h="553">
                <a:moveTo>
                  <a:pt x="0" y="0"/>
                </a:moveTo>
                <a:lnTo>
                  <a:pt x="10812" y="553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55555"/>
            </a:solidFill>
            <a:prstDash val="solid"/>
          </a:ln>
        </p:spPr>
      </p:sp>
      <p:sp>
        <p:nvSpPr>
          <p:cNvPr id="592" name="path-535">
            <a:extLst xmlns:a="http://schemas.openxmlformats.org/drawingml/2006/main">
              <a:ext uri="{FF2B5EF4-FFF2-40B4-BE49-F238E27FC236}">
                <a16:creationId xmlns:a16="http://schemas.microsoft.com/office/drawing/2014/main" id="{2266BDB8-DCBA-4B69-AC23-E8EE90040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57655" y="3756912"/>
            <a:ext cx="123557" cy="136877"/>
          </a:xfrm>
          <a:custGeom xmlns:a="http://schemas.openxmlformats.org/drawingml/2006/main">
            <a:pathLst>
              <a:path w="125387" h="138905">
                <a:moveTo>
                  <a:pt x="0" y="138905"/>
                </a:moveTo>
                <a:lnTo>
                  <a:pt x="0" y="129162"/>
                </a:lnTo>
                <a:lnTo>
                  <a:pt x="533" y="119972"/>
                </a:lnTo>
                <a:lnTo>
                  <a:pt x="1621" y="110800"/>
                </a:lnTo>
                <a:lnTo>
                  <a:pt x="2688" y="101609"/>
                </a:lnTo>
                <a:lnTo>
                  <a:pt x="4309" y="92419"/>
                </a:lnTo>
                <a:lnTo>
                  <a:pt x="6482" y="83229"/>
                </a:lnTo>
                <a:lnTo>
                  <a:pt x="8638" y="74572"/>
                </a:lnTo>
                <a:lnTo>
                  <a:pt x="11345" y="65401"/>
                </a:lnTo>
                <a:lnTo>
                  <a:pt x="14585" y="56744"/>
                </a:lnTo>
                <a:lnTo>
                  <a:pt x="17828" y="48088"/>
                </a:lnTo>
                <a:lnTo>
                  <a:pt x="21604" y="39451"/>
                </a:lnTo>
                <a:lnTo>
                  <a:pt x="25397" y="31347"/>
                </a:lnTo>
                <a:lnTo>
                  <a:pt x="29726" y="23224"/>
                </a:lnTo>
                <a:lnTo>
                  <a:pt x="34588" y="15121"/>
                </a:lnTo>
                <a:lnTo>
                  <a:pt x="39450" y="7551"/>
                </a:lnTo>
                <a:lnTo>
                  <a:pt x="44847" y="0"/>
                </a:lnTo>
                <a:lnTo>
                  <a:pt x="125387" y="57831"/>
                </a:lnTo>
                <a:lnTo>
                  <a:pt x="122145" y="62694"/>
                </a:lnTo>
                <a:lnTo>
                  <a:pt x="118904" y="67022"/>
                </a:lnTo>
                <a:lnTo>
                  <a:pt x="116197" y="71884"/>
                </a:lnTo>
                <a:lnTo>
                  <a:pt x="114041" y="76193"/>
                </a:lnTo>
                <a:lnTo>
                  <a:pt x="111334" y="81074"/>
                </a:lnTo>
                <a:lnTo>
                  <a:pt x="109179" y="85937"/>
                </a:lnTo>
                <a:lnTo>
                  <a:pt x="107560" y="91332"/>
                </a:lnTo>
                <a:lnTo>
                  <a:pt x="105385" y="96195"/>
                </a:lnTo>
                <a:lnTo>
                  <a:pt x="104298" y="101609"/>
                </a:lnTo>
                <a:lnTo>
                  <a:pt x="102677" y="106472"/>
                </a:lnTo>
                <a:lnTo>
                  <a:pt x="101609" y="111867"/>
                </a:lnTo>
                <a:lnTo>
                  <a:pt x="100523" y="117283"/>
                </a:lnTo>
                <a:lnTo>
                  <a:pt x="99989" y="122679"/>
                </a:lnTo>
                <a:lnTo>
                  <a:pt x="99436" y="128094"/>
                </a:lnTo>
                <a:lnTo>
                  <a:pt x="98901" y="133490"/>
                </a:lnTo>
                <a:lnTo>
                  <a:pt x="98901" y="138905"/>
                </a:lnTo>
                <a:lnTo>
                  <a:pt x="0" y="138905"/>
                </a:lnTo>
              </a:path>
            </a:pathLst>
          </a:custGeom>
          <a:solidFill xmlns:a="http://schemas.openxmlformats.org/drawingml/2006/main">
            <a:srgbClr val="509E4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3" name="path-536">
            <a:extLst xmlns:a="http://schemas.openxmlformats.org/drawingml/2006/main">
              <a:ext uri="{FF2B5EF4-FFF2-40B4-BE49-F238E27FC236}">
                <a16:creationId xmlns:a16="http://schemas.microsoft.com/office/drawing/2014/main" id="{36D37439-4951-4672-A5F2-D9526CD7C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02392" y="3672210"/>
            <a:ext cx="146459" cy="142214"/>
          </a:xfrm>
          <a:custGeom xmlns:a="http://schemas.openxmlformats.org/drawingml/2006/main">
            <a:pathLst>
              <a:path w="148628" h="144321">
                <a:moveTo>
                  <a:pt x="0" y="85403"/>
                </a:moveTo>
                <a:lnTo>
                  <a:pt x="5396" y="78386"/>
                </a:lnTo>
                <a:lnTo>
                  <a:pt x="11344" y="70817"/>
                </a:lnTo>
                <a:lnTo>
                  <a:pt x="17293" y="64334"/>
                </a:lnTo>
                <a:lnTo>
                  <a:pt x="23777" y="57297"/>
                </a:lnTo>
                <a:lnTo>
                  <a:pt x="30259" y="50815"/>
                </a:lnTo>
                <a:lnTo>
                  <a:pt x="37296" y="44866"/>
                </a:lnTo>
                <a:lnTo>
                  <a:pt x="44311" y="38917"/>
                </a:lnTo>
                <a:lnTo>
                  <a:pt x="51882" y="33521"/>
                </a:lnTo>
                <a:lnTo>
                  <a:pt x="59451" y="28125"/>
                </a:lnTo>
                <a:lnTo>
                  <a:pt x="67555" y="23244"/>
                </a:lnTo>
                <a:lnTo>
                  <a:pt x="75125" y="18382"/>
                </a:lnTo>
                <a:lnTo>
                  <a:pt x="83762" y="14072"/>
                </a:lnTo>
                <a:lnTo>
                  <a:pt x="91884" y="9744"/>
                </a:lnTo>
                <a:lnTo>
                  <a:pt x="100522" y="5950"/>
                </a:lnTo>
                <a:lnTo>
                  <a:pt x="109179" y="2708"/>
                </a:lnTo>
                <a:lnTo>
                  <a:pt x="117816" y="0"/>
                </a:lnTo>
                <a:lnTo>
                  <a:pt x="148628" y="94060"/>
                </a:lnTo>
                <a:lnTo>
                  <a:pt x="143233" y="96214"/>
                </a:lnTo>
                <a:lnTo>
                  <a:pt x="138352" y="97835"/>
                </a:lnTo>
                <a:lnTo>
                  <a:pt x="133489" y="100009"/>
                </a:lnTo>
                <a:lnTo>
                  <a:pt x="128627" y="102697"/>
                </a:lnTo>
                <a:lnTo>
                  <a:pt x="123764" y="104870"/>
                </a:lnTo>
                <a:lnTo>
                  <a:pt x="118904" y="107560"/>
                </a:lnTo>
                <a:lnTo>
                  <a:pt x="114574" y="110820"/>
                </a:lnTo>
                <a:lnTo>
                  <a:pt x="110247" y="113508"/>
                </a:lnTo>
                <a:lnTo>
                  <a:pt x="105937" y="116750"/>
                </a:lnTo>
                <a:lnTo>
                  <a:pt x="101609" y="120544"/>
                </a:lnTo>
                <a:lnTo>
                  <a:pt x="97815" y="123786"/>
                </a:lnTo>
                <a:lnTo>
                  <a:pt x="94040" y="127561"/>
                </a:lnTo>
                <a:lnTo>
                  <a:pt x="90264" y="131355"/>
                </a:lnTo>
                <a:lnTo>
                  <a:pt x="86469" y="135665"/>
                </a:lnTo>
                <a:lnTo>
                  <a:pt x="83229" y="139993"/>
                </a:lnTo>
                <a:lnTo>
                  <a:pt x="79988" y="144321"/>
                </a:lnTo>
                <a:lnTo>
                  <a:pt x="0" y="85403"/>
                </a:lnTo>
              </a:path>
            </a:pathLst>
          </a:custGeom>
          <a:solidFill xmlns:a="http://schemas.openxmlformats.org/drawingml/2006/main">
            <a:srgbClr val="8BBE3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4" name="path-537">
            <a:extLst xmlns:a="http://schemas.openxmlformats.org/drawingml/2006/main">
              <a:ext uri="{FF2B5EF4-FFF2-40B4-BE49-F238E27FC236}">
                <a16:creationId xmlns:a16="http://schemas.microsoft.com/office/drawing/2014/main" id="{237F4988-CB0C-4DBD-99FA-97FB21AB8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18488" y="3660505"/>
            <a:ext cx="143811" cy="104392"/>
          </a:xfrm>
          <a:custGeom xmlns:a="http://schemas.openxmlformats.org/drawingml/2006/main">
            <a:pathLst>
              <a:path w="145941" h="105938">
                <a:moveTo>
                  <a:pt x="0" y="11345"/>
                </a:moveTo>
                <a:lnTo>
                  <a:pt x="8657" y="8638"/>
                </a:lnTo>
                <a:lnTo>
                  <a:pt x="17847" y="6483"/>
                </a:lnTo>
                <a:lnTo>
                  <a:pt x="26485" y="4328"/>
                </a:lnTo>
                <a:lnTo>
                  <a:pt x="35675" y="2708"/>
                </a:lnTo>
                <a:lnTo>
                  <a:pt x="44865" y="1621"/>
                </a:lnTo>
                <a:lnTo>
                  <a:pt x="54056" y="535"/>
                </a:lnTo>
                <a:lnTo>
                  <a:pt x="63246" y="0"/>
                </a:lnTo>
                <a:lnTo>
                  <a:pt x="72971" y="0"/>
                </a:lnTo>
                <a:lnTo>
                  <a:pt x="82161" y="0"/>
                </a:lnTo>
                <a:lnTo>
                  <a:pt x="91351" y="535"/>
                </a:lnTo>
                <a:lnTo>
                  <a:pt x="100541" y="1621"/>
                </a:lnTo>
                <a:lnTo>
                  <a:pt x="109733" y="2708"/>
                </a:lnTo>
                <a:lnTo>
                  <a:pt x="118904" y="4328"/>
                </a:lnTo>
                <a:lnTo>
                  <a:pt x="127561" y="6483"/>
                </a:lnTo>
                <a:lnTo>
                  <a:pt x="136751" y="8638"/>
                </a:lnTo>
                <a:lnTo>
                  <a:pt x="145941" y="11345"/>
                </a:lnTo>
                <a:lnTo>
                  <a:pt x="115128" y="105938"/>
                </a:lnTo>
                <a:lnTo>
                  <a:pt x="109733" y="104318"/>
                </a:lnTo>
                <a:lnTo>
                  <a:pt x="104850" y="102697"/>
                </a:lnTo>
                <a:lnTo>
                  <a:pt x="99455" y="101610"/>
                </a:lnTo>
                <a:lnTo>
                  <a:pt x="94059" y="100523"/>
                </a:lnTo>
                <a:lnTo>
                  <a:pt x="88644" y="99989"/>
                </a:lnTo>
                <a:lnTo>
                  <a:pt x="83248" y="99455"/>
                </a:lnTo>
                <a:lnTo>
                  <a:pt x="77832" y="98903"/>
                </a:lnTo>
                <a:lnTo>
                  <a:pt x="72971" y="98903"/>
                </a:lnTo>
                <a:lnTo>
                  <a:pt x="67575" y="98903"/>
                </a:lnTo>
                <a:lnTo>
                  <a:pt x="62159" y="99455"/>
                </a:lnTo>
                <a:lnTo>
                  <a:pt x="56763" y="99989"/>
                </a:lnTo>
                <a:lnTo>
                  <a:pt x="51349" y="100523"/>
                </a:lnTo>
                <a:lnTo>
                  <a:pt x="45953" y="101610"/>
                </a:lnTo>
                <a:lnTo>
                  <a:pt x="40537" y="102697"/>
                </a:lnTo>
                <a:lnTo>
                  <a:pt x="35675" y="104318"/>
                </a:lnTo>
                <a:lnTo>
                  <a:pt x="30279" y="105938"/>
                </a:lnTo>
                <a:lnTo>
                  <a:pt x="0" y="11345"/>
                </a:lnTo>
              </a:path>
            </a:pathLst>
          </a:custGeom>
          <a:solidFill xmlns:a="http://schemas.openxmlformats.org/drawingml/2006/main">
            <a:srgbClr val="E2C52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5" name="path-538">
            <a:extLst xmlns:a="http://schemas.openxmlformats.org/drawingml/2006/main">
              <a:ext uri="{FF2B5EF4-FFF2-40B4-BE49-F238E27FC236}">
                <a16:creationId xmlns:a16="http://schemas.microsoft.com/office/drawing/2014/main" id="{4448B0B0-9562-4D09-9BDE-93754322C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32462" y="3672210"/>
            <a:ext cx="146479" cy="142214"/>
          </a:xfrm>
          <a:custGeom xmlns:a="http://schemas.openxmlformats.org/drawingml/2006/main">
            <a:pathLst>
              <a:path w="148649" h="144321">
                <a:moveTo>
                  <a:pt x="30279" y="0"/>
                </a:moveTo>
                <a:lnTo>
                  <a:pt x="38916" y="2708"/>
                </a:lnTo>
                <a:lnTo>
                  <a:pt x="47573" y="5950"/>
                </a:lnTo>
                <a:lnTo>
                  <a:pt x="56211" y="9744"/>
                </a:lnTo>
                <a:lnTo>
                  <a:pt x="64333" y="14072"/>
                </a:lnTo>
                <a:lnTo>
                  <a:pt x="72971" y="18382"/>
                </a:lnTo>
                <a:lnTo>
                  <a:pt x="80540" y="23244"/>
                </a:lnTo>
                <a:lnTo>
                  <a:pt x="88643" y="28125"/>
                </a:lnTo>
                <a:lnTo>
                  <a:pt x="96214" y="33521"/>
                </a:lnTo>
                <a:lnTo>
                  <a:pt x="103783" y="38917"/>
                </a:lnTo>
                <a:lnTo>
                  <a:pt x="110800" y="44866"/>
                </a:lnTo>
                <a:lnTo>
                  <a:pt x="117836" y="50815"/>
                </a:lnTo>
                <a:lnTo>
                  <a:pt x="124319" y="57297"/>
                </a:lnTo>
                <a:lnTo>
                  <a:pt x="130802" y="64334"/>
                </a:lnTo>
                <a:lnTo>
                  <a:pt x="136751" y="70817"/>
                </a:lnTo>
                <a:lnTo>
                  <a:pt x="142700" y="78386"/>
                </a:lnTo>
                <a:lnTo>
                  <a:pt x="148649" y="85403"/>
                </a:lnTo>
                <a:lnTo>
                  <a:pt x="68109" y="144321"/>
                </a:lnTo>
                <a:lnTo>
                  <a:pt x="64866" y="139993"/>
                </a:lnTo>
                <a:lnTo>
                  <a:pt x="61625" y="135665"/>
                </a:lnTo>
                <a:lnTo>
                  <a:pt x="57831" y="131355"/>
                </a:lnTo>
                <a:lnTo>
                  <a:pt x="54056" y="127561"/>
                </a:lnTo>
                <a:lnTo>
                  <a:pt x="50281" y="123786"/>
                </a:lnTo>
                <a:lnTo>
                  <a:pt x="46486" y="120544"/>
                </a:lnTo>
                <a:lnTo>
                  <a:pt x="42157" y="116750"/>
                </a:lnTo>
                <a:lnTo>
                  <a:pt x="37848" y="113508"/>
                </a:lnTo>
                <a:lnTo>
                  <a:pt x="33520" y="110820"/>
                </a:lnTo>
                <a:lnTo>
                  <a:pt x="29191" y="107560"/>
                </a:lnTo>
                <a:lnTo>
                  <a:pt x="24330" y="104870"/>
                </a:lnTo>
                <a:lnTo>
                  <a:pt x="19468" y="102697"/>
                </a:lnTo>
                <a:lnTo>
                  <a:pt x="14605" y="100009"/>
                </a:lnTo>
                <a:lnTo>
                  <a:pt x="9743" y="97835"/>
                </a:lnTo>
                <a:lnTo>
                  <a:pt x="4862" y="96214"/>
                </a:lnTo>
                <a:lnTo>
                  <a:pt x="0" y="94060"/>
                </a:lnTo>
                <a:lnTo>
                  <a:pt x="30279" y="0"/>
                </a:lnTo>
              </a:path>
            </a:pathLst>
          </a:custGeom>
          <a:solidFill xmlns:a="http://schemas.openxmlformats.org/drawingml/2006/main">
            <a:srgbClr val="E88D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6" name="path-539">
            <a:extLst xmlns:a="http://schemas.openxmlformats.org/drawingml/2006/main">
              <a:ext uri="{FF2B5EF4-FFF2-40B4-BE49-F238E27FC236}">
                <a16:creationId xmlns:a16="http://schemas.microsoft.com/office/drawing/2014/main" id="{36696F03-C08F-4667-8122-37CCEC026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99577" y="3756912"/>
            <a:ext cx="123556" cy="136877"/>
          </a:xfrm>
          <a:custGeom xmlns:a="http://schemas.openxmlformats.org/drawingml/2006/main">
            <a:pathLst>
              <a:path w="125386" h="138905">
                <a:moveTo>
                  <a:pt x="79988" y="0"/>
                </a:moveTo>
                <a:lnTo>
                  <a:pt x="85402" y="7551"/>
                </a:lnTo>
                <a:lnTo>
                  <a:pt x="90264" y="15121"/>
                </a:lnTo>
                <a:lnTo>
                  <a:pt x="95126" y="23224"/>
                </a:lnTo>
                <a:lnTo>
                  <a:pt x="99455" y="31347"/>
                </a:lnTo>
                <a:lnTo>
                  <a:pt x="103230" y="39451"/>
                </a:lnTo>
                <a:lnTo>
                  <a:pt x="107024" y="48088"/>
                </a:lnTo>
                <a:lnTo>
                  <a:pt x="110265" y="56744"/>
                </a:lnTo>
                <a:lnTo>
                  <a:pt x="113507" y="65401"/>
                </a:lnTo>
                <a:lnTo>
                  <a:pt x="116214" y="74572"/>
                </a:lnTo>
                <a:lnTo>
                  <a:pt x="118369" y="83229"/>
                </a:lnTo>
                <a:lnTo>
                  <a:pt x="120524" y="92419"/>
                </a:lnTo>
                <a:lnTo>
                  <a:pt x="122145" y="101609"/>
                </a:lnTo>
                <a:lnTo>
                  <a:pt x="123231" y="110800"/>
                </a:lnTo>
                <a:lnTo>
                  <a:pt x="124318" y="119972"/>
                </a:lnTo>
                <a:lnTo>
                  <a:pt x="124852" y="129162"/>
                </a:lnTo>
                <a:lnTo>
                  <a:pt x="125386" y="138905"/>
                </a:lnTo>
                <a:lnTo>
                  <a:pt x="25950" y="138905"/>
                </a:lnTo>
                <a:lnTo>
                  <a:pt x="25950" y="133490"/>
                </a:lnTo>
                <a:lnTo>
                  <a:pt x="25397" y="128094"/>
                </a:lnTo>
                <a:lnTo>
                  <a:pt x="24863" y="122679"/>
                </a:lnTo>
                <a:lnTo>
                  <a:pt x="24330" y="117283"/>
                </a:lnTo>
                <a:lnTo>
                  <a:pt x="23242" y="111867"/>
                </a:lnTo>
                <a:lnTo>
                  <a:pt x="22156" y="106472"/>
                </a:lnTo>
                <a:lnTo>
                  <a:pt x="20534" y="101609"/>
                </a:lnTo>
                <a:lnTo>
                  <a:pt x="19447" y="96195"/>
                </a:lnTo>
                <a:lnTo>
                  <a:pt x="17293" y="91332"/>
                </a:lnTo>
                <a:lnTo>
                  <a:pt x="15673" y="85937"/>
                </a:lnTo>
                <a:lnTo>
                  <a:pt x="13519" y="81074"/>
                </a:lnTo>
                <a:lnTo>
                  <a:pt x="10810" y="76193"/>
                </a:lnTo>
                <a:lnTo>
                  <a:pt x="8656" y="71884"/>
                </a:lnTo>
                <a:lnTo>
                  <a:pt x="5948" y="67022"/>
                </a:lnTo>
                <a:lnTo>
                  <a:pt x="2707" y="62694"/>
                </a:lnTo>
                <a:lnTo>
                  <a:pt x="0" y="57831"/>
                </a:lnTo>
                <a:lnTo>
                  <a:pt x="79988" y="0"/>
                </a:lnTo>
              </a:path>
            </a:pathLst>
          </a:custGeom>
          <a:solidFill xmlns:a="http://schemas.openxmlformats.org/drawingml/2006/main">
            <a:srgbClr val="D33A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7" name="path-540">
            <a:extLst xmlns:a="http://schemas.openxmlformats.org/drawingml/2006/main">
              <a:ext uri="{FF2B5EF4-FFF2-40B4-BE49-F238E27FC236}">
                <a16:creationId xmlns:a16="http://schemas.microsoft.com/office/drawing/2014/main" id="{52FD8602-B085-4F48-8078-AF5DD11F7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90919" y="3717492"/>
            <a:ext cx="144882" cy="175752"/>
          </a:xfrm>
          <a:custGeom xmlns:a="http://schemas.openxmlformats.org/drawingml/2006/main">
            <a:pathLst>
              <a:path w="147028" h="178356">
                <a:moveTo>
                  <a:pt x="0" y="178356"/>
                </a:moveTo>
                <a:lnTo>
                  <a:pt x="147028" y="0"/>
                </a:lnTo>
              </a:path>
            </a:pathLst>
          </a:custGeom>
          <a:noFill xmlns:a="http://schemas.openxmlformats.org/drawingml/2006/main"/>
          <a:ln xmlns:a="http://schemas.openxmlformats.org/drawingml/2006/main" w="29825">
            <a:solidFill>
              <a:srgbClr val="111111"/>
            </a:solidFill>
            <a:prstDash val="solid"/>
          </a:ln>
        </p:spPr>
      </p:sp>
      <p:sp>
        <p:nvSpPr>
          <p:cNvPr id="598" name="path-541">
            <a:extLst xmlns:a="http://schemas.openxmlformats.org/drawingml/2006/main">
              <a:ext uri="{FF2B5EF4-FFF2-40B4-BE49-F238E27FC236}">
                <a16:creationId xmlns:a16="http://schemas.microsoft.com/office/drawing/2014/main" id="{F2C7FBC3-E8D3-4E02-A475-70C7342CA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55765" y="3858635"/>
            <a:ext cx="69783" cy="69763"/>
          </a:xfrm>
          <a:custGeom xmlns:a="http://schemas.openxmlformats.org/drawingml/2006/main">
            <a:pathLst>
              <a:path w="70817" h="70797">
                <a:moveTo>
                  <a:pt x="0" y="35122"/>
                </a:moveTo>
                <a:lnTo>
                  <a:pt x="0" y="35122"/>
                </a:lnTo>
                <a:cubicBezTo>
                  <a:pt x="0" y="29173"/>
                  <a:pt x="1641" y="22690"/>
                  <a:pt x="4882" y="17294"/>
                </a:cubicBezTo>
                <a:cubicBezTo>
                  <a:pt x="8124" y="11879"/>
                  <a:pt x="12433" y="7570"/>
                  <a:pt x="17847" y="4328"/>
                </a:cubicBezTo>
                <a:cubicBezTo>
                  <a:pt x="23244" y="1621"/>
                  <a:pt x="29193" y="0"/>
                  <a:pt x="35675" y="0"/>
                </a:cubicBezTo>
                <a:cubicBezTo>
                  <a:pt x="41625" y="0"/>
                  <a:pt x="47574" y="1621"/>
                  <a:pt x="52969" y="4328"/>
                </a:cubicBezTo>
                <a:cubicBezTo>
                  <a:pt x="58384" y="7570"/>
                  <a:pt x="62712" y="11879"/>
                  <a:pt x="65955" y="17294"/>
                </a:cubicBezTo>
                <a:cubicBezTo>
                  <a:pt x="69196" y="22690"/>
                  <a:pt x="70817" y="29173"/>
                  <a:pt x="70817" y="35122"/>
                </a:cubicBezTo>
                <a:cubicBezTo>
                  <a:pt x="70817" y="41071"/>
                  <a:pt x="69196" y="47554"/>
                  <a:pt x="65955" y="52969"/>
                </a:cubicBezTo>
                <a:cubicBezTo>
                  <a:pt x="62712" y="58365"/>
                  <a:pt x="58384" y="62694"/>
                  <a:pt x="52969" y="65935"/>
                </a:cubicBezTo>
                <a:cubicBezTo>
                  <a:pt x="47574" y="68642"/>
                  <a:pt x="41625" y="70797"/>
                  <a:pt x="35675" y="70797"/>
                </a:cubicBezTo>
                <a:cubicBezTo>
                  <a:pt x="29193" y="70797"/>
                  <a:pt x="23244" y="68642"/>
                  <a:pt x="17847" y="65935"/>
                </a:cubicBezTo>
                <a:cubicBezTo>
                  <a:pt x="12433" y="62694"/>
                  <a:pt x="8124" y="58365"/>
                  <a:pt x="4882" y="52969"/>
                </a:cubicBezTo>
                <a:cubicBezTo>
                  <a:pt x="1641" y="47554"/>
                  <a:pt x="0" y="41071"/>
                  <a:pt x="0" y="35122"/>
                </a:cubicBez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9" name="text-542 f(x)">
            <a:extLst xmlns:a="http://schemas.openxmlformats.org/drawingml/2006/main">
              <a:ext uri="{FF2B5EF4-FFF2-40B4-BE49-F238E27FC236}">
                <a16:creationId xmlns:a16="http://schemas.microsoft.com/office/drawing/2014/main" id="{86684CAD-0328-4F38-8313-6F02544BD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96068" y="3595698"/>
            <a:ext cx="310044" cy="2674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504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f(x)</a:t>
            </a:r>
          </a:p>
        </p:txBody>
      </p:sp>
      <p:sp>
        <p:nvSpPr>
          <p:cNvPr id="600" name="path-543">
            <a:extLst xmlns:a="http://schemas.openxmlformats.org/drawingml/2006/main">
              <a:ext uri="{FF2B5EF4-FFF2-40B4-BE49-F238E27FC236}">
                <a16:creationId xmlns:a16="http://schemas.microsoft.com/office/drawing/2014/main" id="{466C5A51-B55A-4B09-BF46-F8639E38D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2383" y="3638128"/>
            <a:ext cx="261504" cy="44210"/>
          </a:xfrm>
          <a:custGeom xmlns:a="http://schemas.openxmlformats.org/drawingml/2006/main">
            <a:pathLst>
              <a:path w="265378" h="44865">
                <a:moveTo>
                  <a:pt x="132955" y="44865"/>
                </a:moveTo>
                <a:lnTo>
                  <a:pt x="0" y="44865"/>
                </a:lnTo>
                <a:lnTo>
                  <a:pt x="0" y="0"/>
                </a:lnTo>
                <a:lnTo>
                  <a:pt x="265378" y="0"/>
                </a:lnTo>
                <a:lnTo>
                  <a:pt x="265378" y="44865"/>
                </a:lnTo>
                <a:lnTo>
                  <a:pt x="132955" y="44865"/>
                </a:lnTo>
              </a:path>
            </a:pathLst>
          </a:custGeom>
          <a:solidFill xmlns:a="http://schemas.openxmlformats.org/drawingml/2006/main">
            <a:srgbClr val="8FA9C6"/>
          </a:solidFill>
          <a:ln xmlns:a="http://schemas.openxmlformats.org/drawingml/2006/main" w="14913">
            <a:solidFill>
              <a:srgbClr val="333333"/>
            </a:solidFill>
            <a:prstDash val="solid"/>
          </a:ln>
        </p:spPr>
      </p:sp>
      <p:sp>
        <p:nvSpPr>
          <p:cNvPr id="601" name="path-544">
            <a:extLst xmlns:a="http://schemas.openxmlformats.org/drawingml/2006/main">
              <a:ext uri="{FF2B5EF4-FFF2-40B4-BE49-F238E27FC236}">
                <a16:creationId xmlns:a16="http://schemas.microsoft.com/office/drawing/2014/main" id="{1C64EC27-1419-43B4-A367-FD5F4BDA8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2383" y="3682864"/>
            <a:ext cx="261504" cy="158185"/>
          </a:xfrm>
          <a:custGeom xmlns:a="http://schemas.openxmlformats.org/drawingml/2006/main">
            <a:pathLst>
              <a:path w="265378" h="160528">
                <a:moveTo>
                  <a:pt x="132955" y="160528"/>
                </a:moveTo>
                <a:lnTo>
                  <a:pt x="0" y="160528"/>
                </a:lnTo>
                <a:lnTo>
                  <a:pt x="0" y="0"/>
                </a:lnTo>
                <a:lnTo>
                  <a:pt x="265378" y="0"/>
                </a:lnTo>
                <a:lnTo>
                  <a:pt x="265378" y="160528"/>
                </a:lnTo>
                <a:lnTo>
                  <a:pt x="132955" y="16052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4913">
            <a:solidFill>
              <a:srgbClr val="333333"/>
            </a:solidFill>
            <a:prstDash val="solid"/>
          </a:ln>
        </p:spPr>
      </p:sp>
      <p:sp>
        <p:nvSpPr>
          <p:cNvPr id="602" name="path-545">
            <a:extLst xmlns:a="http://schemas.openxmlformats.org/drawingml/2006/main">
              <a:ext uri="{FF2B5EF4-FFF2-40B4-BE49-F238E27FC236}">
                <a16:creationId xmlns:a16="http://schemas.microsoft.com/office/drawing/2014/main" id="{F331593C-4AB2-4642-9DBD-A92F206C0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2383" y="3736131"/>
            <a:ext cx="262030" cy="191"/>
          </a:xfrm>
          <a:custGeom xmlns:a="http://schemas.openxmlformats.org/drawingml/2006/main">
            <a:pathLst>
              <a:path w="265912" h="191">
                <a:moveTo>
                  <a:pt x="0" y="0"/>
                </a:moveTo>
                <a:lnTo>
                  <a:pt x="2659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603" name="path-546">
            <a:extLst xmlns:a="http://schemas.openxmlformats.org/drawingml/2006/main">
              <a:ext uri="{FF2B5EF4-FFF2-40B4-BE49-F238E27FC236}">
                <a16:creationId xmlns:a16="http://schemas.microsoft.com/office/drawing/2014/main" id="{2460603C-C837-4C22-991B-277BF6372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52383" y="3789397"/>
            <a:ext cx="262030" cy="191"/>
          </a:xfrm>
          <a:custGeom xmlns:a="http://schemas.openxmlformats.org/drawingml/2006/main">
            <a:pathLst>
              <a:path w="265912" h="191">
                <a:moveTo>
                  <a:pt x="0" y="0"/>
                </a:moveTo>
                <a:lnTo>
                  <a:pt x="26591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604" name="path-547">
            <a:extLst xmlns:a="http://schemas.openxmlformats.org/drawingml/2006/main">
              <a:ext uri="{FF2B5EF4-FFF2-40B4-BE49-F238E27FC236}">
                <a16:creationId xmlns:a16="http://schemas.microsoft.com/office/drawing/2014/main" id="{D3BA8736-A51F-4A1E-83B0-ABCDC1043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9732" y="3638673"/>
            <a:ext cx="191" cy="203446"/>
          </a:xfrm>
          <a:custGeom xmlns:a="http://schemas.openxmlformats.org/drawingml/2006/main">
            <a:pathLst>
              <a:path w="191" h="206460">
                <a:moveTo>
                  <a:pt x="0" y="0"/>
                </a:moveTo>
                <a:lnTo>
                  <a:pt x="0" y="20646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605" name="path-548">
            <a:extLst xmlns:a="http://schemas.openxmlformats.org/drawingml/2006/main">
              <a:ext uri="{FF2B5EF4-FFF2-40B4-BE49-F238E27FC236}">
                <a16:creationId xmlns:a16="http://schemas.microsoft.com/office/drawing/2014/main" id="{38064CBA-DE48-4ECA-90EA-DDFDF24A0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27082" y="3638673"/>
            <a:ext cx="191" cy="203446"/>
          </a:xfrm>
          <a:custGeom xmlns:a="http://schemas.openxmlformats.org/drawingml/2006/main">
            <a:pathLst>
              <a:path w="191" h="206460">
                <a:moveTo>
                  <a:pt x="0" y="0"/>
                </a:moveTo>
                <a:lnTo>
                  <a:pt x="0" y="20646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606" name="path-549">
            <a:extLst xmlns:a="http://schemas.openxmlformats.org/drawingml/2006/main">
              <a:ext uri="{FF2B5EF4-FFF2-40B4-BE49-F238E27FC236}">
                <a16:creationId xmlns:a16="http://schemas.microsoft.com/office/drawing/2014/main" id="{E26ADC8F-B18F-4193-8724-27A6C6A33A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72597" y="3623754"/>
            <a:ext cx="175771" cy="247131"/>
          </a:xfrm>
          <a:custGeom xmlns:a="http://schemas.openxmlformats.org/drawingml/2006/main">
            <a:pathLst>
              <a:path w="178375" h="250792">
                <a:moveTo>
                  <a:pt x="52969" y="125386"/>
                </a:moveTo>
                <a:lnTo>
                  <a:pt x="52969" y="0"/>
                </a:lnTo>
                <a:lnTo>
                  <a:pt x="77300" y="2155"/>
                </a:lnTo>
                <a:lnTo>
                  <a:pt x="101076" y="9724"/>
                </a:lnTo>
                <a:lnTo>
                  <a:pt x="123232" y="21622"/>
                </a:lnTo>
                <a:lnTo>
                  <a:pt x="142147" y="37295"/>
                </a:lnTo>
                <a:lnTo>
                  <a:pt x="157841" y="56744"/>
                </a:lnTo>
                <a:lnTo>
                  <a:pt x="169185" y="78920"/>
                </a:lnTo>
                <a:lnTo>
                  <a:pt x="176201" y="102696"/>
                </a:lnTo>
                <a:lnTo>
                  <a:pt x="178375" y="127560"/>
                </a:lnTo>
                <a:lnTo>
                  <a:pt x="175134" y="152424"/>
                </a:lnTo>
                <a:lnTo>
                  <a:pt x="167563" y="176201"/>
                </a:lnTo>
                <a:lnTo>
                  <a:pt x="155131" y="197823"/>
                </a:lnTo>
                <a:lnTo>
                  <a:pt x="138905" y="216204"/>
                </a:lnTo>
                <a:lnTo>
                  <a:pt x="118923" y="231877"/>
                </a:lnTo>
                <a:lnTo>
                  <a:pt x="96747" y="242689"/>
                </a:lnTo>
                <a:lnTo>
                  <a:pt x="72971" y="249171"/>
                </a:lnTo>
                <a:lnTo>
                  <a:pt x="48108" y="250792"/>
                </a:lnTo>
                <a:lnTo>
                  <a:pt x="23244" y="246997"/>
                </a:lnTo>
                <a:lnTo>
                  <a:pt x="0" y="238894"/>
                </a:lnTo>
                <a:lnTo>
                  <a:pt x="52969" y="125386"/>
                </a:lnTo>
              </a:path>
            </a:pathLst>
          </a:custGeom>
          <a:solidFill xmlns:a="http://schemas.openxmlformats.org/drawingml/2006/main">
            <a:srgbClr val="5FA96F"/>
          </a:solidFill>
          <a:ln xmlns:a="http://schemas.openxmlformats.org/drawingml/2006/main" w="11185">
            <a:solidFill>
              <a:srgbClr val="FFFFFF"/>
            </a:solidFill>
            <a:prstDash val="solid"/>
          </a:ln>
        </p:spPr>
      </p:sp>
      <p:sp>
        <p:nvSpPr>
          <p:cNvPr id="607" name="path-550">
            <a:extLst xmlns:a="http://schemas.openxmlformats.org/drawingml/2006/main">
              <a:ext uri="{FF2B5EF4-FFF2-40B4-BE49-F238E27FC236}">
                <a16:creationId xmlns:a16="http://schemas.microsoft.com/office/drawing/2014/main" id="{D08A9DA1-3D33-4F01-88A2-1B90FADAA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01237" y="3664770"/>
            <a:ext cx="123557" cy="194917"/>
          </a:xfrm>
          <a:custGeom xmlns:a="http://schemas.openxmlformats.org/drawingml/2006/main">
            <a:pathLst>
              <a:path w="125387" h="197805">
                <a:moveTo>
                  <a:pt x="125387" y="83763"/>
                </a:moveTo>
                <a:lnTo>
                  <a:pt x="71885" y="197805"/>
                </a:lnTo>
                <a:lnTo>
                  <a:pt x="60539" y="191322"/>
                </a:lnTo>
                <a:lnTo>
                  <a:pt x="49728" y="184305"/>
                </a:lnTo>
                <a:lnTo>
                  <a:pt x="40003" y="175648"/>
                </a:lnTo>
                <a:lnTo>
                  <a:pt x="30813" y="166458"/>
                </a:lnTo>
                <a:lnTo>
                  <a:pt x="22710" y="156200"/>
                </a:lnTo>
                <a:lnTo>
                  <a:pt x="15674" y="145389"/>
                </a:lnTo>
                <a:lnTo>
                  <a:pt x="10278" y="133490"/>
                </a:lnTo>
                <a:lnTo>
                  <a:pt x="5396" y="121612"/>
                </a:lnTo>
                <a:lnTo>
                  <a:pt x="2155" y="108627"/>
                </a:lnTo>
                <a:lnTo>
                  <a:pt x="535" y="95661"/>
                </a:lnTo>
                <a:lnTo>
                  <a:pt x="0" y="82695"/>
                </a:lnTo>
                <a:lnTo>
                  <a:pt x="535" y="69710"/>
                </a:lnTo>
                <a:lnTo>
                  <a:pt x="2708" y="57278"/>
                </a:lnTo>
                <a:lnTo>
                  <a:pt x="5949" y="44313"/>
                </a:lnTo>
                <a:lnTo>
                  <a:pt x="10812" y="32414"/>
                </a:lnTo>
                <a:lnTo>
                  <a:pt x="16761" y="20535"/>
                </a:lnTo>
                <a:lnTo>
                  <a:pt x="23777" y="9724"/>
                </a:lnTo>
                <a:lnTo>
                  <a:pt x="31881" y="0"/>
                </a:lnTo>
                <a:lnTo>
                  <a:pt x="125387" y="83763"/>
                </a:lnTo>
              </a:path>
            </a:pathLst>
          </a:custGeom>
          <a:solidFill xmlns:a="http://schemas.openxmlformats.org/drawingml/2006/main">
            <a:srgbClr val="A8CEEA"/>
          </a:solidFill>
          <a:ln xmlns:a="http://schemas.openxmlformats.org/drawingml/2006/main" w="11185">
            <a:solidFill>
              <a:srgbClr val="FFFFFF"/>
            </a:solidFill>
            <a:prstDash val="solid"/>
          </a:ln>
        </p:spPr>
      </p:sp>
      <p:sp>
        <p:nvSpPr>
          <p:cNvPr id="608" name="path-551">
            <a:extLst xmlns:a="http://schemas.openxmlformats.org/drawingml/2006/main">
              <a:ext uri="{FF2B5EF4-FFF2-40B4-BE49-F238E27FC236}">
                <a16:creationId xmlns:a16="http://schemas.microsoft.com/office/drawing/2014/main" id="{944A787E-23EF-474C-BC51-CBECC4594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3722" y="3623754"/>
            <a:ext cx="92141" cy="123556"/>
          </a:xfrm>
          <a:custGeom xmlns:a="http://schemas.openxmlformats.org/drawingml/2006/main">
            <a:pathLst>
              <a:path w="93506" h="125386">
                <a:moveTo>
                  <a:pt x="93506" y="125386"/>
                </a:moveTo>
                <a:lnTo>
                  <a:pt x="0" y="41071"/>
                </a:lnTo>
                <a:lnTo>
                  <a:pt x="3795" y="36761"/>
                </a:lnTo>
                <a:lnTo>
                  <a:pt x="8104" y="32967"/>
                </a:lnTo>
                <a:lnTo>
                  <a:pt x="12433" y="29192"/>
                </a:lnTo>
                <a:lnTo>
                  <a:pt x="16761" y="25397"/>
                </a:lnTo>
                <a:lnTo>
                  <a:pt x="21623" y="22156"/>
                </a:lnTo>
                <a:lnTo>
                  <a:pt x="26486" y="18914"/>
                </a:lnTo>
                <a:lnTo>
                  <a:pt x="31348" y="15673"/>
                </a:lnTo>
                <a:lnTo>
                  <a:pt x="36762" y="12965"/>
                </a:lnTo>
                <a:lnTo>
                  <a:pt x="42159" y="10811"/>
                </a:lnTo>
                <a:lnTo>
                  <a:pt x="47573" y="8103"/>
                </a:lnTo>
                <a:lnTo>
                  <a:pt x="52969" y="6482"/>
                </a:lnTo>
                <a:lnTo>
                  <a:pt x="58385" y="4328"/>
                </a:lnTo>
                <a:lnTo>
                  <a:pt x="64315" y="3241"/>
                </a:lnTo>
                <a:lnTo>
                  <a:pt x="69731" y="2155"/>
                </a:lnTo>
                <a:lnTo>
                  <a:pt x="75678" y="1087"/>
                </a:lnTo>
                <a:lnTo>
                  <a:pt x="81609" y="533"/>
                </a:lnTo>
                <a:lnTo>
                  <a:pt x="87558" y="0"/>
                </a:lnTo>
                <a:lnTo>
                  <a:pt x="93506" y="0"/>
                </a:lnTo>
                <a:lnTo>
                  <a:pt x="93506" y="125386"/>
                </a:lnTo>
              </a:path>
            </a:pathLst>
          </a:custGeom>
          <a:solidFill xmlns:a="http://schemas.openxmlformats.org/drawingml/2006/main">
            <a:srgbClr val="E4963C"/>
          </a:solidFill>
          <a:ln xmlns:a="http://schemas.openxmlformats.org/drawingml/2006/main" w="11185">
            <a:solidFill>
              <a:srgbClr val="FFFFFF"/>
            </a:solidFill>
            <a:prstDash val="solid"/>
          </a:ln>
        </p:spPr>
      </p:sp>
      <p:sp>
        <p:nvSpPr>
          <p:cNvPr id="609" name="path-552">
            <a:extLst xmlns:a="http://schemas.openxmlformats.org/drawingml/2006/main">
              <a:ext uri="{FF2B5EF4-FFF2-40B4-BE49-F238E27FC236}">
                <a16:creationId xmlns:a16="http://schemas.microsoft.com/office/drawing/2014/main" id="{D3FB5494-661F-4511-9076-9DAF0877B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12396" y="3624280"/>
            <a:ext cx="66043" cy="66044"/>
          </a:xfrm>
          <a:custGeom xmlns:a="http://schemas.openxmlformats.org/drawingml/2006/main">
            <a:pathLst>
              <a:path w="67022" h="67022">
                <a:moveTo>
                  <a:pt x="33520" y="67022"/>
                </a:moveTo>
                <a:lnTo>
                  <a:pt x="0" y="67022"/>
                </a:lnTo>
                <a:lnTo>
                  <a:pt x="0" y="0"/>
                </a:lnTo>
                <a:lnTo>
                  <a:pt x="67022" y="0"/>
                </a:lnTo>
                <a:lnTo>
                  <a:pt x="67022" y="67022"/>
                </a:lnTo>
                <a:lnTo>
                  <a:pt x="33520" y="67022"/>
                </a:lnTo>
              </a:path>
            </a:pathLst>
          </a:custGeom>
          <a:solidFill xmlns:a="http://schemas.openxmlformats.org/drawingml/2006/main">
            <a:srgbClr val="C3DFC9"/>
          </a:solidFill>
          <a:ln xmlns:a="http://schemas.openxmlformats.org/drawingml/2006/main" w="13315">
            <a:solidFill>
              <a:srgbClr val="4E8B5C"/>
            </a:solidFill>
            <a:prstDash val="solid"/>
          </a:ln>
        </p:spPr>
      </p:sp>
      <p:sp>
        <p:nvSpPr>
          <p:cNvPr id="610" name="path-553">
            <a:extLst xmlns:a="http://schemas.openxmlformats.org/drawingml/2006/main">
              <a:ext uri="{FF2B5EF4-FFF2-40B4-BE49-F238E27FC236}">
                <a16:creationId xmlns:a16="http://schemas.microsoft.com/office/drawing/2014/main" id="{3F1814CD-3FBF-40FF-877D-F3FA8C4D36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45426" y="3690868"/>
            <a:ext cx="191" cy="61778"/>
          </a:xfrm>
          <a:custGeom xmlns:a="http://schemas.openxmlformats.org/drawingml/2006/main">
            <a:pathLst>
              <a:path w="191" h="62693">
                <a:moveTo>
                  <a:pt x="0" y="0"/>
                </a:moveTo>
                <a:lnTo>
                  <a:pt x="0" y="62693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611" name="path-554">
            <a:extLst xmlns:a="http://schemas.openxmlformats.org/drawingml/2006/main">
              <a:ext uri="{FF2B5EF4-FFF2-40B4-BE49-F238E27FC236}">
                <a16:creationId xmlns:a16="http://schemas.microsoft.com/office/drawing/2014/main" id="{7CDC15C7-3150-437D-B831-3D3826F1E4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54883" y="3752646"/>
            <a:ext cx="180542" cy="191"/>
          </a:xfrm>
          <a:custGeom xmlns:a="http://schemas.openxmlformats.org/drawingml/2006/main">
            <a:pathLst>
              <a:path w="183216" h="191">
                <a:moveTo>
                  <a:pt x="0" y="0"/>
                </a:moveTo>
                <a:lnTo>
                  <a:pt x="18321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612" name="path-555">
            <a:extLst xmlns:a="http://schemas.openxmlformats.org/drawingml/2006/main">
              <a:ext uri="{FF2B5EF4-FFF2-40B4-BE49-F238E27FC236}">
                <a16:creationId xmlns:a16="http://schemas.microsoft.com/office/drawing/2014/main" id="{ECA373E9-0B18-4957-8018-AE296E002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21871" y="3804842"/>
            <a:ext cx="66025" cy="66043"/>
          </a:xfrm>
          <a:custGeom xmlns:a="http://schemas.openxmlformats.org/drawingml/2006/main">
            <a:pathLst>
              <a:path w="67003" h="67021">
                <a:moveTo>
                  <a:pt x="33502" y="67021"/>
                </a:moveTo>
                <a:lnTo>
                  <a:pt x="0" y="67021"/>
                </a:lnTo>
                <a:lnTo>
                  <a:pt x="0" y="0"/>
                </a:lnTo>
                <a:lnTo>
                  <a:pt x="67003" y="0"/>
                </a:lnTo>
                <a:lnTo>
                  <a:pt x="67003" y="67021"/>
                </a:lnTo>
                <a:lnTo>
                  <a:pt x="33502" y="67021"/>
                </a:lnTo>
              </a:path>
            </a:pathLst>
          </a:custGeom>
          <a:solidFill xmlns:a="http://schemas.openxmlformats.org/drawingml/2006/main">
            <a:srgbClr val="C3DFC9"/>
          </a:solidFill>
          <a:ln xmlns:a="http://schemas.openxmlformats.org/drawingml/2006/main" w="13315">
            <a:solidFill>
              <a:srgbClr val="4E8B5C"/>
            </a:solidFill>
            <a:prstDash val="solid"/>
          </a:ln>
        </p:spPr>
      </p:sp>
      <p:sp>
        <p:nvSpPr>
          <p:cNvPr id="613" name="path-556">
            <a:extLst xmlns:a="http://schemas.openxmlformats.org/drawingml/2006/main">
              <a:ext uri="{FF2B5EF4-FFF2-40B4-BE49-F238E27FC236}">
                <a16:creationId xmlns:a16="http://schemas.microsoft.com/office/drawing/2014/main" id="{96BAC727-41DC-4BE5-A2DE-637D449C4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54883" y="3752646"/>
            <a:ext cx="191" cy="51652"/>
          </a:xfrm>
          <a:custGeom xmlns:a="http://schemas.openxmlformats.org/drawingml/2006/main">
            <a:pathLst>
              <a:path w="191" h="52417">
                <a:moveTo>
                  <a:pt x="0" y="0"/>
                </a:moveTo>
                <a:lnTo>
                  <a:pt x="0" y="52417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614" name="path-557">
            <a:extLst xmlns:a="http://schemas.openxmlformats.org/drawingml/2006/main">
              <a:ext uri="{FF2B5EF4-FFF2-40B4-BE49-F238E27FC236}">
                <a16:creationId xmlns:a16="http://schemas.microsoft.com/office/drawing/2014/main" id="{CA21268F-D5D2-4534-9EA4-FFB983FE6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12396" y="3804842"/>
            <a:ext cx="66043" cy="66043"/>
          </a:xfrm>
          <a:custGeom xmlns:a="http://schemas.openxmlformats.org/drawingml/2006/main">
            <a:pathLst>
              <a:path w="67022" h="67021">
                <a:moveTo>
                  <a:pt x="33520" y="67021"/>
                </a:moveTo>
                <a:lnTo>
                  <a:pt x="0" y="67021"/>
                </a:lnTo>
                <a:lnTo>
                  <a:pt x="0" y="0"/>
                </a:lnTo>
                <a:lnTo>
                  <a:pt x="67022" y="0"/>
                </a:lnTo>
                <a:lnTo>
                  <a:pt x="67022" y="67021"/>
                </a:lnTo>
                <a:lnTo>
                  <a:pt x="33520" y="67021"/>
                </a:lnTo>
              </a:path>
            </a:pathLst>
          </a:custGeom>
          <a:solidFill xmlns:a="http://schemas.openxmlformats.org/drawingml/2006/main">
            <a:srgbClr val="C3DFC9"/>
          </a:solidFill>
          <a:ln xmlns:a="http://schemas.openxmlformats.org/drawingml/2006/main" w="13315">
            <a:solidFill>
              <a:srgbClr val="4E8B5C"/>
            </a:solidFill>
            <a:prstDash val="solid"/>
          </a:ln>
        </p:spPr>
      </p:sp>
      <p:sp>
        <p:nvSpPr>
          <p:cNvPr id="615" name="path-558">
            <a:extLst xmlns:a="http://schemas.openxmlformats.org/drawingml/2006/main">
              <a:ext uri="{FF2B5EF4-FFF2-40B4-BE49-F238E27FC236}">
                <a16:creationId xmlns:a16="http://schemas.microsoft.com/office/drawing/2014/main" id="{53EAD458-4BCF-4BDB-A4BB-1B568100C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45426" y="3752646"/>
            <a:ext cx="191" cy="51652"/>
          </a:xfrm>
          <a:custGeom xmlns:a="http://schemas.openxmlformats.org/drawingml/2006/main">
            <a:pathLst>
              <a:path w="191" h="52417">
                <a:moveTo>
                  <a:pt x="0" y="0"/>
                </a:moveTo>
                <a:lnTo>
                  <a:pt x="0" y="52417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616" name="path-559">
            <a:extLst xmlns:a="http://schemas.openxmlformats.org/drawingml/2006/main">
              <a:ext uri="{FF2B5EF4-FFF2-40B4-BE49-F238E27FC236}">
                <a16:creationId xmlns:a16="http://schemas.microsoft.com/office/drawing/2014/main" id="{5790301D-6B1D-496A-912E-4F071C180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02413" y="3804842"/>
            <a:ext cx="66044" cy="66043"/>
          </a:xfrm>
          <a:custGeom xmlns:a="http://schemas.openxmlformats.org/drawingml/2006/main">
            <a:pathLst>
              <a:path w="67023" h="67021">
                <a:moveTo>
                  <a:pt x="33500" y="67021"/>
                </a:moveTo>
                <a:lnTo>
                  <a:pt x="0" y="67021"/>
                </a:lnTo>
                <a:lnTo>
                  <a:pt x="0" y="0"/>
                </a:lnTo>
                <a:lnTo>
                  <a:pt x="67023" y="0"/>
                </a:lnTo>
                <a:lnTo>
                  <a:pt x="67023" y="67021"/>
                </a:lnTo>
                <a:lnTo>
                  <a:pt x="33500" y="67021"/>
                </a:lnTo>
              </a:path>
            </a:pathLst>
          </a:custGeom>
          <a:solidFill xmlns:a="http://schemas.openxmlformats.org/drawingml/2006/main">
            <a:srgbClr val="C3DFC9"/>
          </a:solidFill>
          <a:ln xmlns:a="http://schemas.openxmlformats.org/drawingml/2006/main" w="13315">
            <a:solidFill>
              <a:srgbClr val="4E8B5C"/>
            </a:solidFill>
            <a:prstDash val="solid"/>
          </a:ln>
        </p:spPr>
      </p:sp>
      <p:sp>
        <p:nvSpPr>
          <p:cNvPr id="617" name="path-560">
            <a:extLst xmlns:a="http://schemas.openxmlformats.org/drawingml/2006/main">
              <a:ext uri="{FF2B5EF4-FFF2-40B4-BE49-F238E27FC236}">
                <a16:creationId xmlns:a16="http://schemas.microsoft.com/office/drawing/2014/main" id="{A993BDDE-133D-48D7-91EF-F23052742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35425" y="3752646"/>
            <a:ext cx="191" cy="51652"/>
          </a:xfrm>
          <a:custGeom xmlns:a="http://schemas.openxmlformats.org/drawingml/2006/main">
            <a:pathLst>
              <a:path w="191" h="52417">
                <a:moveTo>
                  <a:pt x="0" y="0"/>
                </a:moveTo>
                <a:lnTo>
                  <a:pt x="0" y="52417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4E8B5C"/>
            </a:solidFill>
            <a:prstDash val="solid"/>
          </a:ln>
        </p:spPr>
      </p:sp>
      <p:sp>
        <p:nvSpPr>
          <p:cNvPr id="618" name="path-561">
            <a:extLst xmlns:a="http://schemas.openxmlformats.org/drawingml/2006/main">
              <a:ext uri="{FF2B5EF4-FFF2-40B4-BE49-F238E27FC236}">
                <a16:creationId xmlns:a16="http://schemas.microsoft.com/office/drawing/2014/main" id="{E36CC9BD-EB78-440F-9027-06FF990B8A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6334" y="3776076"/>
            <a:ext cx="84682" cy="94264"/>
          </a:xfrm>
          <a:custGeom xmlns:a="http://schemas.openxmlformats.org/drawingml/2006/main">
            <a:pathLst>
              <a:path w="85937" h="95661">
                <a:moveTo>
                  <a:pt x="0" y="95661"/>
                </a:moveTo>
                <a:lnTo>
                  <a:pt x="0" y="89178"/>
                </a:lnTo>
                <a:lnTo>
                  <a:pt x="0" y="82695"/>
                </a:lnTo>
                <a:lnTo>
                  <a:pt x="1086" y="76212"/>
                </a:lnTo>
                <a:lnTo>
                  <a:pt x="1619" y="69729"/>
                </a:lnTo>
                <a:lnTo>
                  <a:pt x="2705" y="63780"/>
                </a:lnTo>
                <a:lnTo>
                  <a:pt x="4327" y="57297"/>
                </a:lnTo>
                <a:lnTo>
                  <a:pt x="5949" y="51348"/>
                </a:lnTo>
                <a:lnTo>
                  <a:pt x="7568" y="44866"/>
                </a:lnTo>
                <a:lnTo>
                  <a:pt x="9724" y="38916"/>
                </a:lnTo>
                <a:lnTo>
                  <a:pt x="11898" y="32968"/>
                </a:lnTo>
                <a:lnTo>
                  <a:pt x="14587" y="27019"/>
                </a:lnTo>
                <a:lnTo>
                  <a:pt x="17292" y="21622"/>
                </a:lnTo>
                <a:lnTo>
                  <a:pt x="20533" y="15673"/>
                </a:lnTo>
                <a:lnTo>
                  <a:pt x="23777" y="10278"/>
                </a:lnTo>
                <a:lnTo>
                  <a:pt x="27018" y="4862"/>
                </a:lnTo>
                <a:lnTo>
                  <a:pt x="30812" y="0"/>
                </a:lnTo>
                <a:lnTo>
                  <a:pt x="85937" y="40003"/>
                </a:lnTo>
                <a:lnTo>
                  <a:pt x="83781" y="42692"/>
                </a:lnTo>
                <a:lnTo>
                  <a:pt x="81607" y="45953"/>
                </a:lnTo>
                <a:lnTo>
                  <a:pt x="79452" y="49194"/>
                </a:lnTo>
                <a:lnTo>
                  <a:pt x="77832" y="52436"/>
                </a:lnTo>
                <a:lnTo>
                  <a:pt x="76211" y="55677"/>
                </a:lnTo>
                <a:lnTo>
                  <a:pt x="75125" y="59452"/>
                </a:lnTo>
                <a:lnTo>
                  <a:pt x="73503" y="62694"/>
                </a:lnTo>
                <a:lnTo>
                  <a:pt x="72436" y="66488"/>
                </a:lnTo>
                <a:lnTo>
                  <a:pt x="71350" y="69729"/>
                </a:lnTo>
                <a:lnTo>
                  <a:pt x="70262" y="73505"/>
                </a:lnTo>
                <a:lnTo>
                  <a:pt x="69728" y="76746"/>
                </a:lnTo>
                <a:lnTo>
                  <a:pt x="68642" y="80541"/>
                </a:lnTo>
                <a:lnTo>
                  <a:pt x="68642" y="84316"/>
                </a:lnTo>
                <a:lnTo>
                  <a:pt x="68109" y="88111"/>
                </a:lnTo>
                <a:lnTo>
                  <a:pt x="67554" y="91886"/>
                </a:lnTo>
                <a:lnTo>
                  <a:pt x="67554" y="95661"/>
                </a:lnTo>
                <a:lnTo>
                  <a:pt x="0" y="95661"/>
                </a:lnTo>
              </a:path>
            </a:pathLst>
          </a:custGeom>
          <a:solidFill xmlns:a="http://schemas.openxmlformats.org/drawingml/2006/main">
            <a:srgbClr val="509E4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9" name="path-562">
            <a:extLst xmlns:a="http://schemas.openxmlformats.org/drawingml/2006/main">
              <a:ext uri="{FF2B5EF4-FFF2-40B4-BE49-F238E27FC236}">
                <a16:creationId xmlns:a16="http://schemas.microsoft.com/office/drawing/2014/main" id="{14BD8DFD-7428-4F06-976D-841A81BB2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87221" y="3718018"/>
            <a:ext cx="100673" cy="97477"/>
          </a:xfrm>
          <a:custGeom xmlns:a="http://schemas.openxmlformats.org/drawingml/2006/main">
            <a:pathLst>
              <a:path w="102164" h="98921">
                <a:moveTo>
                  <a:pt x="0" y="58384"/>
                </a:moveTo>
                <a:lnTo>
                  <a:pt x="3796" y="53522"/>
                </a:lnTo>
                <a:lnTo>
                  <a:pt x="7571" y="48641"/>
                </a:lnTo>
                <a:lnTo>
                  <a:pt x="11898" y="43779"/>
                </a:lnTo>
                <a:lnTo>
                  <a:pt x="16228" y="39470"/>
                </a:lnTo>
                <a:lnTo>
                  <a:pt x="21088" y="35141"/>
                </a:lnTo>
                <a:lnTo>
                  <a:pt x="25399" y="30813"/>
                </a:lnTo>
                <a:lnTo>
                  <a:pt x="30279" y="26485"/>
                </a:lnTo>
                <a:lnTo>
                  <a:pt x="35675" y="22710"/>
                </a:lnTo>
                <a:lnTo>
                  <a:pt x="41091" y="18915"/>
                </a:lnTo>
                <a:lnTo>
                  <a:pt x="45954" y="15673"/>
                </a:lnTo>
                <a:lnTo>
                  <a:pt x="51883" y="12432"/>
                </a:lnTo>
                <a:lnTo>
                  <a:pt x="57297" y="9744"/>
                </a:lnTo>
                <a:lnTo>
                  <a:pt x="63246" y="6483"/>
                </a:lnTo>
                <a:lnTo>
                  <a:pt x="68642" y="4328"/>
                </a:lnTo>
                <a:lnTo>
                  <a:pt x="74591" y="1621"/>
                </a:lnTo>
                <a:lnTo>
                  <a:pt x="81074" y="0"/>
                </a:lnTo>
                <a:lnTo>
                  <a:pt x="102164" y="64333"/>
                </a:lnTo>
                <a:lnTo>
                  <a:pt x="98368" y="65954"/>
                </a:lnTo>
                <a:lnTo>
                  <a:pt x="95127" y="67022"/>
                </a:lnTo>
                <a:lnTo>
                  <a:pt x="91352" y="68643"/>
                </a:lnTo>
                <a:lnTo>
                  <a:pt x="88111" y="70263"/>
                </a:lnTo>
                <a:lnTo>
                  <a:pt x="84868" y="71884"/>
                </a:lnTo>
                <a:lnTo>
                  <a:pt x="81626" y="73505"/>
                </a:lnTo>
                <a:lnTo>
                  <a:pt x="78921" y="75678"/>
                </a:lnTo>
                <a:lnTo>
                  <a:pt x="75677" y="77833"/>
                </a:lnTo>
                <a:lnTo>
                  <a:pt x="72972" y="80006"/>
                </a:lnTo>
                <a:lnTo>
                  <a:pt x="69728" y="82161"/>
                </a:lnTo>
                <a:lnTo>
                  <a:pt x="67023" y="84869"/>
                </a:lnTo>
                <a:lnTo>
                  <a:pt x="64315" y="87558"/>
                </a:lnTo>
                <a:lnTo>
                  <a:pt x="61626" y="90265"/>
                </a:lnTo>
                <a:lnTo>
                  <a:pt x="59452" y="92972"/>
                </a:lnTo>
                <a:lnTo>
                  <a:pt x="57297" y="95680"/>
                </a:lnTo>
                <a:lnTo>
                  <a:pt x="54591" y="98921"/>
                </a:lnTo>
                <a:lnTo>
                  <a:pt x="0" y="58384"/>
                </a:lnTo>
              </a:path>
            </a:pathLst>
          </a:custGeom>
          <a:solidFill xmlns:a="http://schemas.openxmlformats.org/drawingml/2006/main">
            <a:srgbClr val="8BBE3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0" name="path-563">
            <a:extLst xmlns:a="http://schemas.openxmlformats.org/drawingml/2006/main">
              <a:ext uri="{FF2B5EF4-FFF2-40B4-BE49-F238E27FC236}">
                <a16:creationId xmlns:a16="http://schemas.microsoft.com/office/drawing/2014/main" id="{5F26BF5B-5F21-41FD-B640-DE4205899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6586" y="3710559"/>
            <a:ext cx="99056" cy="71905"/>
          </a:xfrm>
          <a:custGeom xmlns:a="http://schemas.openxmlformats.org/drawingml/2006/main">
            <a:pathLst>
              <a:path w="100523" h="72971">
                <a:moveTo>
                  <a:pt x="0" y="7570"/>
                </a:moveTo>
                <a:lnTo>
                  <a:pt x="5949" y="5949"/>
                </a:lnTo>
                <a:lnTo>
                  <a:pt x="11879" y="4328"/>
                </a:lnTo>
                <a:lnTo>
                  <a:pt x="18381" y="2708"/>
                </a:lnTo>
                <a:lnTo>
                  <a:pt x="24313" y="1621"/>
                </a:lnTo>
                <a:lnTo>
                  <a:pt x="30814" y="1087"/>
                </a:lnTo>
                <a:lnTo>
                  <a:pt x="37297" y="0"/>
                </a:lnTo>
                <a:lnTo>
                  <a:pt x="43779" y="0"/>
                </a:lnTo>
                <a:lnTo>
                  <a:pt x="50262" y="0"/>
                </a:lnTo>
                <a:lnTo>
                  <a:pt x="56211" y="0"/>
                </a:lnTo>
                <a:lnTo>
                  <a:pt x="62693" y="0"/>
                </a:lnTo>
                <a:lnTo>
                  <a:pt x="69175" y="1087"/>
                </a:lnTo>
                <a:lnTo>
                  <a:pt x="75660" y="1621"/>
                </a:lnTo>
                <a:lnTo>
                  <a:pt x="81609" y="2708"/>
                </a:lnTo>
                <a:lnTo>
                  <a:pt x="88092" y="4328"/>
                </a:lnTo>
                <a:lnTo>
                  <a:pt x="94041" y="5949"/>
                </a:lnTo>
                <a:lnTo>
                  <a:pt x="100523" y="7570"/>
                </a:lnTo>
                <a:lnTo>
                  <a:pt x="78901" y="72971"/>
                </a:lnTo>
                <a:lnTo>
                  <a:pt x="75660" y="71903"/>
                </a:lnTo>
                <a:lnTo>
                  <a:pt x="71883" y="70816"/>
                </a:lnTo>
                <a:lnTo>
                  <a:pt x="68642" y="69729"/>
                </a:lnTo>
                <a:lnTo>
                  <a:pt x="64848" y="69195"/>
                </a:lnTo>
                <a:lnTo>
                  <a:pt x="61074" y="68643"/>
                </a:lnTo>
                <a:lnTo>
                  <a:pt x="57297" y="68108"/>
                </a:lnTo>
                <a:lnTo>
                  <a:pt x="53503" y="68108"/>
                </a:lnTo>
                <a:lnTo>
                  <a:pt x="50262" y="68108"/>
                </a:lnTo>
                <a:lnTo>
                  <a:pt x="46487" y="68108"/>
                </a:lnTo>
                <a:lnTo>
                  <a:pt x="42693" y="68108"/>
                </a:lnTo>
                <a:lnTo>
                  <a:pt x="38916" y="68643"/>
                </a:lnTo>
                <a:lnTo>
                  <a:pt x="35122" y="69195"/>
                </a:lnTo>
                <a:lnTo>
                  <a:pt x="31348" y="69729"/>
                </a:lnTo>
                <a:lnTo>
                  <a:pt x="28107" y="70816"/>
                </a:lnTo>
                <a:lnTo>
                  <a:pt x="24313" y="71903"/>
                </a:lnTo>
                <a:lnTo>
                  <a:pt x="21071" y="72971"/>
                </a:lnTo>
                <a:lnTo>
                  <a:pt x="0" y="7570"/>
                </a:lnTo>
              </a:path>
            </a:pathLst>
          </a:custGeom>
          <a:solidFill xmlns:a="http://schemas.openxmlformats.org/drawingml/2006/main">
            <a:srgbClr val="E2C52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1" name="path-564">
            <a:extLst xmlns:a="http://schemas.openxmlformats.org/drawingml/2006/main">
              <a:ext uri="{FF2B5EF4-FFF2-40B4-BE49-F238E27FC236}">
                <a16:creationId xmlns:a16="http://schemas.microsoft.com/office/drawing/2014/main" id="{84EF771D-C44A-454B-AE2F-350F4A0306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45406" y="3718018"/>
            <a:ext cx="100673" cy="97477"/>
          </a:xfrm>
          <a:custGeom xmlns:a="http://schemas.openxmlformats.org/drawingml/2006/main">
            <a:pathLst>
              <a:path w="102164" h="98921">
                <a:moveTo>
                  <a:pt x="20536" y="0"/>
                </a:moveTo>
                <a:lnTo>
                  <a:pt x="27018" y="1621"/>
                </a:lnTo>
                <a:lnTo>
                  <a:pt x="32967" y="4328"/>
                </a:lnTo>
                <a:lnTo>
                  <a:pt x="38383" y="6483"/>
                </a:lnTo>
                <a:lnTo>
                  <a:pt x="44313" y="9744"/>
                </a:lnTo>
                <a:lnTo>
                  <a:pt x="49728" y="12432"/>
                </a:lnTo>
                <a:lnTo>
                  <a:pt x="55677" y="15673"/>
                </a:lnTo>
                <a:lnTo>
                  <a:pt x="60538" y="18915"/>
                </a:lnTo>
                <a:lnTo>
                  <a:pt x="65934" y="22710"/>
                </a:lnTo>
                <a:lnTo>
                  <a:pt x="71350" y="26485"/>
                </a:lnTo>
                <a:lnTo>
                  <a:pt x="76213" y="30813"/>
                </a:lnTo>
                <a:lnTo>
                  <a:pt x="80540" y="35141"/>
                </a:lnTo>
                <a:lnTo>
                  <a:pt x="85403" y="39470"/>
                </a:lnTo>
                <a:lnTo>
                  <a:pt x="89731" y="43779"/>
                </a:lnTo>
                <a:lnTo>
                  <a:pt x="94041" y="48641"/>
                </a:lnTo>
                <a:lnTo>
                  <a:pt x="97835" y="53522"/>
                </a:lnTo>
                <a:lnTo>
                  <a:pt x="102164" y="58384"/>
                </a:lnTo>
                <a:lnTo>
                  <a:pt x="47020" y="98921"/>
                </a:lnTo>
                <a:lnTo>
                  <a:pt x="44313" y="95680"/>
                </a:lnTo>
                <a:lnTo>
                  <a:pt x="42157" y="92972"/>
                </a:lnTo>
                <a:lnTo>
                  <a:pt x="40005" y="90265"/>
                </a:lnTo>
                <a:lnTo>
                  <a:pt x="37297" y="87558"/>
                </a:lnTo>
                <a:lnTo>
                  <a:pt x="34589" y="84869"/>
                </a:lnTo>
                <a:lnTo>
                  <a:pt x="31900" y="82161"/>
                </a:lnTo>
                <a:lnTo>
                  <a:pt x="28640" y="80006"/>
                </a:lnTo>
                <a:lnTo>
                  <a:pt x="25951" y="77833"/>
                </a:lnTo>
                <a:lnTo>
                  <a:pt x="22708" y="75678"/>
                </a:lnTo>
                <a:lnTo>
                  <a:pt x="20002" y="73505"/>
                </a:lnTo>
                <a:lnTo>
                  <a:pt x="16761" y="71884"/>
                </a:lnTo>
                <a:lnTo>
                  <a:pt x="13518" y="70263"/>
                </a:lnTo>
                <a:lnTo>
                  <a:pt x="10276" y="68643"/>
                </a:lnTo>
                <a:lnTo>
                  <a:pt x="6482" y="67022"/>
                </a:lnTo>
                <a:lnTo>
                  <a:pt x="3241" y="65954"/>
                </a:lnTo>
                <a:lnTo>
                  <a:pt x="0" y="64333"/>
                </a:lnTo>
                <a:lnTo>
                  <a:pt x="20536" y="0"/>
                </a:lnTo>
              </a:path>
            </a:pathLst>
          </a:custGeom>
          <a:solidFill xmlns:a="http://schemas.openxmlformats.org/drawingml/2006/main">
            <a:srgbClr val="E88D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2" name="path-565">
            <a:extLst xmlns:a="http://schemas.openxmlformats.org/drawingml/2006/main">
              <a:ext uri="{FF2B5EF4-FFF2-40B4-BE49-F238E27FC236}">
                <a16:creationId xmlns:a16="http://schemas.microsoft.com/office/drawing/2014/main" id="{F6472B46-8F6D-48F8-AEC4-F1262D8B44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91740" y="3776076"/>
            <a:ext cx="84682" cy="94264"/>
          </a:xfrm>
          <a:custGeom xmlns:a="http://schemas.openxmlformats.org/drawingml/2006/main">
            <a:pathLst>
              <a:path w="85937" h="95661">
                <a:moveTo>
                  <a:pt x="54589" y="0"/>
                </a:moveTo>
                <a:lnTo>
                  <a:pt x="58385" y="4862"/>
                </a:lnTo>
                <a:lnTo>
                  <a:pt x="61626" y="10278"/>
                </a:lnTo>
                <a:lnTo>
                  <a:pt x="64868" y="15673"/>
                </a:lnTo>
                <a:lnTo>
                  <a:pt x="68109" y="21622"/>
                </a:lnTo>
                <a:lnTo>
                  <a:pt x="70817" y="27019"/>
                </a:lnTo>
                <a:lnTo>
                  <a:pt x="73505" y="32968"/>
                </a:lnTo>
                <a:lnTo>
                  <a:pt x="75677" y="38916"/>
                </a:lnTo>
                <a:lnTo>
                  <a:pt x="77832" y="44866"/>
                </a:lnTo>
                <a:lnTo>
                  <a:pt x="79454" y="51348"/>
                </a:lnTo>
                <a:lnTo>
                  <a:pt x="81074" y="57297"/>
                </a:lnTo>
                <a:lnTo>
                  <a:pt x="82695" y="63780"/>
                </a:lnTo>
                <a:lnTo>
                  <a:pt x="83781" y="69729"/>
                </a:lnTo>
                <a:lnTo>
                  <a:pt x="84315" y="76212"/>
                </a:lnTo>
                <a:lnTo>
                  <a:pt x="85403" y="82695"/>
                </a:lnTo>
                <a:lnTo>
                  <a:pt x="85403" y="89178"/>
                </a:lnTo>
                <a:lnTo>
                  <a:pt x="85937" y="95661"/>
                </a:lnTo>
                <a:lnTo>
                  <a:pt x="17847" y="95661"/>
                </a:lnTo>
                <a:lnTo>
                  <a:pt x="17847" y="91886"/>
                </a:lnTo>
                <a:lnTo>
                  <a:pt x="17294" y="88111"/>
                </a:lnTo>
                <a:lnTo>
                  <a:pt x="16761" y="84316"/>
                </a:lnTo>
                <a:lnTo>
                  <a:pt x="16761" y="80541"/>
                </a:lnTo>
                <a:lnTo>
                  <a:pt x="15673" y="76746"/>
                </a:lnTo>
                <a:lnTo>
                  <a:pt x="15139" y="73505"/>
                </a:lnTo>
                <a:lnTo>
                  <a:pt x="14053" y="69729"/>
                </a:lnTo>
                <a:lnTo>
                  <a:pt x="12984" y="66488"/>
                </a:lnTo>
                <a:lnTo>
                  <a:pt x="11898" y="62694"/>
                </a:lnTo>
                <a:lnTo>
                  <a:pt x="10276" y="59452"/>
                </a:lnTo>
                <a:lnTo>
                  <a:pt x="9190" y="55677"/>
                </a:lnTo>
                <a:lnTo>
                  <a:pt x="7568" y="52436"/>
                </a:lnTo>
                <a:lnTo>
                  <a:pt x="5949" y="49194"/>
                </a:lnTo>
                <a:lnTo>
                  <a:pt x="3794" y="45953"/>
                </a:lnTo>
                <a:lnTo>
                  <a:pt x="1622" y="42692"/>
                </a:lnTo>
                <a:lnTo>
                  <a:pt x="0" y="40003"/>
                </a:lnTo>
                <a:lnTo>
                  <a:pt x="54589" y="0"/>
                </a:lnTo>
              </a:path>
            </a:pathLst>
          </a:custGeom>
          <a:solidFill xmlns:a="http://schemas.openxmlformats.org/drawingml/2006/main">
            <a:srgbClr val="D33A2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3" name="path-566">
            <a:extLst xmlns:a="http://schemas.openxmlformats.org/drawingml/2006/main">
              <a:ext uri="{FF2B5EF4-FFF2-40B4-BE49-F238E27FC236}">
                <a16:creationId xmlns:a16="http://schemas.microsoft.com/office/drawing/2014/main" id="{8D089D5D-996F-4EB4-AA52-C0B9C79BB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16114" y="3755841"/>
            <a:ext cx="107586" cy="114500"/>
          </a:xfrm>
          <a:custGeom xmlns:a="http://schemas.openxmlformats.org/drawingml/2006/main">
            <a:pathLst>
              <a:path w="109180" h="116196">
                <a:moveTo>
                  <a:pt x="0" y="116196"/>
                </a:moveTo>
                <a:lnTo>
                  <a:pt x="10918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111111"/>
            </a:solidFill>
            <a:prstDash val="solid"/>
          </a:ln>
        </p:spPr>
      </p:sp>
      <p:sp>
        <p:nvSpPr>
          <p:cNvPr id="624" name="path-567">
            <a:extLst xmlns:a="http://schemas.openxmlformats.org/drawingml/2006/main">
              <a:ext uri="{FF2B5EF4-FFF2-40B4-BE49-F238E27FC236}">
                <a16:creationId xmlns:a16="http://schemas.microsoft.com/office/drawing/2014/main" id="{267260E5-5515-4F90-8031-97E9F8DEF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92139" y="3845840"/>
            <a:ext cx="47949" cy="47949"/>
          </a:xfrm>
          <a:custGeom xmlns:a="http://schemas.openxmlformats.org/drawingml/2006/main">
            <a:pathLst>
              <a:path w="48659" h="48659">
                <a:moveTo>
                  <a:pt x="0" y="24330"/>
                </a:moveTo>
                <a:lnTo>
                  <a:pt x="0" y="24330"/>
                </a:lnTo>
                <a:cubicBezTo>
                  <a:pt x="0" y="20001"/>
                  <a:pt x="1086" y="15673"/>
                  <a:pt x="3261" y="12431"/>
                </a:cubicBezTo>
                <a:cubicBezTo>
                  <a:pt x="5416" y="8656"/>
                  <a:pt x="8657" y="5415"/>
                  <a:pt x="12431" y="3261"/>
                </a:cubicBezTo>
                <a:cubicBezTo>
                  <a:pt x="15673" y="1087"/>
                  <a:pt x="20002" y="0"/>
                  <a:pt x="24330" y="0"/>
                </a:cubicBezTo>
                <a:cubicBezTo>
                  <a:pt x="28659" y="0"/>
                  <a:pt x="32987" y="1087"/>
                  <a:pt x="36761" y="3261"/>
                </a:cubicBezTo>
                <a:cubicBezTo>
                  <a:pt x="40002" y="5415"/>
                  <a:pt x="43243" y="8656"/>
                  <a:pt x="45418" y="12431"/>
                </a:cubicBezTo>
                <a:cubicBezTo>
                  <a:pt x="47573" y="15673"/>
                  <a:pt x="48659" y="20001"/>
                  <a:pt x="48659" y="24330"/>
                </a:cubicBezTo>
                <a:cubicBezTo>
                  <a:pt x="48659" y="28658"/>
                  <a:pt x="47573" y="32987"/>
                  <a:pt x="45418" y="36762"/>
                </a:cubicBezTo>
                <a:cubicBezTo>
                  <a:pt x="43243" y="40003"/>
                  <a:pt x="40002" y="43245"/>
                  <a:pt x="36761" y="45419"/>
                </a:cubicBezTo>
                <a:cubicBezTo>
                  <a:pt x="32987" y="47573"/>
                  <a:pt x="28659" y="48659"/>
                  <a:pt x="24330" y="48659"/>
                </a:cubicBezTo>
                <a:cubicBezTo>
                  <a:pt x="20002" y="48659"/>
                  <a:pt x="15673" y="47573"/>
                  <a:pt x="12431" y="45419"/>
                </a:cubicBezTo>
                <a:cubicBezTo>
                  <a:pt x="8657" y="43245"/>
                  <a:pt x="5416" y="40003"/>
                  <a:pt x="3261" y="36762"/>
                </a:cubicBezTo>
                <a:cubicBezTo>
                  <a:pt x="1086" y="32987"/>
                  <a:pt x="0" y="28658"/>
                  <a:pt x="0" y="24330"/>
                </a:cubicBez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5" name="path-568">
            <a:extLst xmlns:a="http://schemas.openxmlformats.org/drawingml/2006/main">
              <a:ext uri="{FF2B5EF4-FFF2-40B4-BE49-F238E27FC236}">
                <a16:creationId xmlns:a16="http://schemas.microsoft.com/office/drawing/2014/main" id="{B8584FCD-1DC5-4EB5-AE23-370BFF32D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5083" y="4093516"/>
            <a:ext cx="191" cy="213030"/>
          </a:xfrm>
          <a:custGeom xmlns:a="http://schemas.openxmlformats.org/drawingml/2006/main">
            <a:pathLst>
              <a:path w="191" h="216186">
                <a:moveTo>
                  <a:pt x="0" y="0"/>
                </a:moveTo>
                <a:lnTo>
                  <a:pt x="0" y="216186"/>
                </a:lnTo>
              </a:path>
            </a:pathLst>
          </a:custGeom>
          <a:noFill xmlns:a="http://schemas.openxmlformats.org/drawingml/2006/main"/>
          <a:ln xmlns:a="http://schemas.openxmlformats.org/drawingml/2006/main" w="26097">
            <a:solidFill>
              <a:srgbClr val="2B2B2B"/>
            </a:solidFill>
            <a:prstDash val="solid"/>
          </a:ln>
        </p:spPr>
      </p:sp>
      <p:sp>
        <p:nvSpPr>
          <p:cNvPr id="626" name="path-569">
            <a:extLst xmlns:a="http://schemas.openxmlformats.org/drawingml/2006/main">
              <a:ext uri="{FF2B5EF4-FFF2-40B4-BE49-F238E27FC236}">
                <a16:creationId xmlns:a16="http://schemas.microsoft.com/office/drawing/2014/main" id="{C701EC2D-3996-4707-A16C-AE566C69A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2657" y="4093516"/>
            <a:ext cx="191" cy="213030"/>
          </a:xfrm>
          <a:custGeom xmlns:a="http://schemas.openxmlformats.org/drawingml/2006/main">
            <a:pathLst>
              <a:path w="191" h="216186">
                <a:moveTo>
                  <a:pt x="0" y="0"/>
                </a:moveTo>
                <a:lnTo>
                  <a:pt x="0" y="216186"/>
                </a:lnTo>
              </a:path>
            </a:pathLst>
          </a:custGeom>
          <a:noFill xmlns:a="http://schemas.openxmlformats.org/drawingml/2006/main"/>
          <a:ln xmlns:a="http://schemas.openxmlformats.org/drawingml/2006/main" w="26097">
            <a:solidFill>
              <a:srgbClr val="2B2B2B"/>
            </a:solidFill>
            <a:prstDash val="solid"/>
          </a:ln>
        </p:spPr>
      </p:sp>
      <p:sp>
        <p:nvSpPr>
          <p:cNvPr id="627" name="path-570">
            <a:extLst xmlns:a="http://schemas.openxmlformats.org/drawingml/2006/main">
              <a:ext uri="{FF2B5EF4-FFF2-40B4-BE49-F238E27FC236}">
                <a16:creationId xmlns:a16="http://schemas.microsoft.com/office/drawing/2014/main" id="{409B4EA9-1F07-4BA3-B82D-5A9871C51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9706" y="4093516"/>
            <a:ext cx="191" cy="213030"/>
          </a:xfrm>
          <a:custGeom xmlns:a="http://schemas.openxmlformats.org/drawingml/2006/main">
            <a:pathLst>
              <a:path w="191" h="216186">
                <a:moveTo>
                  <a:pt x="0" y="0"/>
                </a:moveTo>
                <a:lnTo>
                  <a:pt x="0" y="216186"/>
                </a:lnTo>
              </a:path>
            </a:pathLst>
          </a:custGeom>
          <a:noFill xmlns:a="http://schemas.openxmlformats.org/drawingml/2006/main"/>
          <a:ln xmlns:a="http://schemas.openxmlformats.org/drawingml/2006/main" w="26097">
            <a:solidFill>
              <a:srgbClr val="2B2B2B"/>
            </a:solidFill>
            <a:prstDash val="solid"/>
          </a:ln>
        </p:spPr>
      </p:sp>
      <p:sp>
        <p:nvSpPr>
          <p:cNvPr id="628" name="path-571">
            <a:extLst xmlns:a="http://schemas.openxmlformats.org/drawingml/2006/main">
              <a:ext uri="{FF2B5EF4-FFF2-40B4-BE49-F238E27FC236}">
                <a16:creationId xmlns:a16="http://schemas.microsoft.com/office/drawing/2014/main" id="{A4AE6903-13AD-4F2E-9A8C-226E3D0E2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67280" y="4093516"/>
            <a:ext cx="191" cy="213030"/>
          </a:xfrm>
          <a:custGeom xmlns:a="http://schemas.openxmlformats.org/drawingml/2006/main">
            <a:pathLst>
              <a:path w="191" h="216186">
                <a:moveTo>
                  <a:pt x="0" y="0"/>
                </a:moveTo>
                <a:lnTo>
                  <a:pt x="0" y="216186"/>
                </a:lnTo>
              </a:path>
            </a:pathLst>
          </a:custGeom>
          <a:noFill xmlns:a="http://schemas.openxmlformats.org/drawingml/2006/main"/>
          <a:ln xmlns:a="http://schemas.openxmlformats.org/drawingml/2006/main" w="26097">
            <a:solidFill>
              <a:srgbClr val="2B2B2B"/>
            </a:solidFill>
            <a:prstDash val="solid"/>
          </a:ln>
        </p:spPr>
      </p:sp>
      <p:sp>
        <p:nvSpPr>
          <p:cNvPr id="629" name="path-572">
            <a:extLst xmlns:a="http://schemas.openxmlformats.org/drawingml/2006/main">
              <a:ext uri="{FF2B5EF4-FFF2-40B4-BE49-F238E27FC236}">
                <a16:creationId xmlns:a16="http://schemas.microsoft.com/office/drawing/2014/main" id="{1661A21E-C340-4051-8F18-F84368B7A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5083" y="4302825"/>
            <a:ext cx="6742197" cy="191"/>
          </a:xfrm>
          <a:custGeom xmlns:a="http://schemas.openxmlformats.org/drawingml/2006/main">
            <a:pathLst>
              <a:path w="6842081" h="191">
                <a:moveTo>
                  <a:pt x="0" y="0"/>
                </a:moveTo>
                <a:lnTo>
                  <a:pt x="684208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6097">
            <a:solidFill>
              <a:srgbClr val="2B2B2B"/>
            </a:solidFill>
            <a:prstDash val="solid"/>
          </a:ln>
        </p:spPr>
      </p:sp>
      <p:sp>
        <p:nvSpPr>
          <p:cNvPr id="630" name="path-573">
            <a:extLst xmlns:a="http://schemas.openxmlformats.org/drawingml/2006/main">
              <a:ext uri="{FF2B5EF4-FFF2-40B4-BE49-F238E27FC236}">
                <a16:creationId xmlns:a16="http://schemas.microsoft.com/office/drawing/2014/main" id="{B35FA2B6-ABF1-4B62-AC0F-1C2183BD7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96445" y="4320393"/>
            <a:ext cx="191" cy="82014"/>
          </a:xfrm>
          <a:custGeom xmlns:a="http://schemas.openxmlformats.org/drawingml/2006/main">
            <a:pathLst>
              <a:path w="191" h="83229">
                <a:moveTo>
                  <a:pt x="0" y="0"/>
                </a:moveTo>
                <a:lnTo>
                  <a:pt x="0" y="83229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111111"/>
            </a:solidFill>
            <a:prstDash val="solid"/>
          </a:ln>
        </p:spPr>
      </p:sp>
      <p:sp>
        <p:nvSpPr>
          <p:cNvPr id="631" name="path-574">
            <a:extLst xmlns:a="http://schemas.openxmlformats.org/drawingml/2006/main">
              <a:ext uri="{FF2B5EF4-FFF2-40B4-BE49-F238E27FC236}">
                <a16:creationId xmlns:a16="http://schemas.microsoft.com/office/drawing/2014/main" id="{A10706F9-36EB-4EA6-82E7-F86EEA34E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54903" y="4397089"/>
            <a:ext cx="83085" cy="83085"/>
          </a:xfrm>
          <a:custGeom xmlns:a="http://schemas.openxmlformats.org/drawingml/2006/main">
            <a:pathLst>
              <a:path w="84316" h="84316">
                <a:moveTo>
                  <a:pt x="42157" y="84316"/>
                </a:moveTo>
                <a:lnTo>
                  <a:pt x="0" y="0"/>
                </a:lnTo>
                <a:lnTo>
                  <a:pt x="84316" y="0"/>
                </a:lnTo>
                <a:lnTo>
                  <a:pt x="42157" y="84316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2" name="path-575">
            <a:extLst xmlns:a="http://schemas.openxmlformats.org/drawingml/2006/main">
              <a:ext uri="{FF2B5EF4-FFF2-40B4-BE49-F238E27FC236}">
                <a16:creationId xmlns:a16="http://schemas.microsoft.com/office/drawing/2014/main" id="{0CF8A472-7B44-497E-B75F-248984A60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1823" y="4502006"/>
            <a:ext cx="8989769" cy="407439"/>
          </a:xfrm>
          <a:custGeom xmlns:a="http://schemas.openxmlformats.org/drawingml/2006/main">
            <a:pathLst>
              <a:path w="9122951" h="413475">
                <a:moveTo>
                  <a:pt x="0" y="173494"/>
                </a:moveTo>
                <a:lnTo>
                  <a:pt x="0" y="173494"/>
                </a:lnTo>
                <a:cubicBezTo>
                  <a:pt x="0" y="143235"/>
                  <a:pt x="8122" y="112975"/>
                  <a:pt x="23242" y="86490"/>
                </a:cubicBezTo>
                <a:cubicBezTo>
                  <a:pt x="38383" y="60539"/>
                  <a:pt x="60539" y="38383"/>
                  <a:pt x="87023" y="23244"/>
                </a:cubicBezTo>
                <a:cubicBezTo>
                  <a:pt x="112974" y="8104"/>
                  <a:pt x="143235" y="0"/>
                  <a:pt x="173512" y="0"/>
                </a:cubicBezTo>
                <a:lnTo>
                  <a:pt x="8948925" y="0"/>
                </a:lnTo>
                <a:cubicBezTo>
                  <a:pt x="8979184" y="0"/>
                  <a:pt x="9009463" y="8104"/>
                  <a:pt x="9035948" y="23244"/>
                </a:cubicBezTo>
                <a:cubicBezTo>
                  <a:pt x="9061880" y="38383"/>
                  <a:pt x="9084035" y="60539"/>
                  <a:pt x="9099174" y="87024"/>
                </a:cubicBezTo>
                <a:cubicBezTo>
                  <a:pt x="9114313" y="112975"/>
                  <a:pt x="9122418" y="143235"/>
                  <a:pt x="9122418" y="173494"/>
                </a:cubicBezTo>
                <a:lnTo>
                  <a:pt x="9122951" y="239448"/>
                </a:lnTo>
                <a:cubicBezTo>
                  <a:pt x="9122951" y="269708"/>
                  <a:pt x="9114849" y="299987"/>
                  <a:pt x="9099707" y="326471"/>
                </a:cubicBezTo>
                <a:cubicBezTo>
                  <a:pt x="9084588" y="352403"/>
                  <a:pt x="9062413" y="374559"/>
                  <a:pt x="9035948" y="389698"/>
                </a:cubicBezTo>
                <a:cubicBezTo>
                  <a:pt x="9009996" y="404838"/>
                  <a:pt x="8979718" y="412941"/>
                  <a:pt x="8949458" y="412941"/>
                </a:cubicBezTo>
                <a:lnTo>
                  <a:pt x="173512" y="413475"/>
                </a:lnTo>
                <a:cubicBezTo>
                  <a:pt x="143235" y="413475"/>
                  <a:pt x="112974" y="405372"/>
                  <a:pt x="86489" y="390232"/>
                </a:cubicBezTo>
                <a:cubicBezTo>
                  <a:pt x="60539" y="375112"/>
                  <a:pt x="38383" y="352956"/>
                  <a:pt x="23242" y="326471"/>
                </a:cubicBezTo>
                <a:cubicBezTo>
                  <a:pt x="8122" y="300521"/>
                  <a:pt x="0" y="270261"/>
                  <a:pt x="0" y="239981"/>
                </a:cubicBezTo>
                <a:lnTo>
                  <a:pt x="0" y="173494"/>
                </a:lnTo>
              </a:path>
            </a:pathLst>
          </a:custGeom>
          <a:solidFill xmlns:a="http://schemas.openxmlformats.org/drawingml/2006/main">
            <a:srgbClr val="E8F2E8"/>
          </a:solidFill>
          <a:ln xmlns:a="http://schemas.openxmlformats.org/drawingml/2006/main" w="24499">
            <a:solidFill>
              <a:srgbClr val="3A7D44"/>
            </a:solidFill>
            <a:prstDash val="solid"/>
          </a:ln>
        </p:spPr>
      </p:sp>
      <p:sp>
        <p:nvSpPr>
          <p:cNvPr id="633" name="text-576 Intervention">
            <a:extLst xmlns:a="http://schemas.openxmlformats.org/drawingml/2006/main">
              <a:ext uri="{FF2B5EF4-FFF2-40B4-BE49-F238E27FC236}">
                <a16:creationId xmlns:a16="http://schemas.microsoft.com/office/drawing/2014/main" id="{C8971139-8ADE-4486-871C-CB497B2A5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14662" y="4576326"/>
            <a:ext cx="1220846" cy="2896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9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9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29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Intervention</a:t>
            </a:r>
          </a:p>
        </p:txBody>
      </p:sp>
      <p:sp>
        <p:nvSpPr>
          <p:cNvPr id="634" name="text-576 Priority">
            <a:extLst xmlns:a="http://schemas.openxmlformats.org/drawingml/2006/main">
              <a:ext uri="{FF2B5EF4-FFF2-40B4-BE49-F238E27FC236}">
                <a16:creationId xmlns:a16="http://schemas.microsoft.com/office/drawing/2014/main" id="{3EA4715E-72D8-431B-AD0C-D1CFA8D418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55747" y="4576214"/>
            <a:ext cx="761776" cy="2898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30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Priority</a:t>
            </a:r>
          </a:p>
        </p:txBody>
      </p:sp>
      <p:sp>
        <p:nvSpPr>
          <p:cNvPr id="635" name="text-576 &amp;">
            <a:extLst xmlns:a="http://schemas.openxmlformats.org/drawingml/2006/main">
              <a:ext uri="{FF2B5EF4-FFF2-40B4-BE49-F238E27FC236}">
                <a16:creationId xmlns:a16="http://schemas.microsoft.com/office/drawing/2014/main" id="{AD1B22CD-CD45-4FA0-9744-4C5552DEB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37882" y="4576486"/>
            <a:ext cx="186442" cy="2894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8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8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28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636" name="text-576 Data-Availability">
            <a:extLst xmlns:a="http://schemas.openxmlformats.org/drawingml/2006/main">
              <a:ext uri="{FF2B5EF4-FFF2-40B4-BE49-F238E27FC236}">
                <a16:creationId xmlns:a16="http://schemas.microsoft.com/office/drawing/2014/main" id="{1CDA3C7F-E85F-459E-A7A4-FB9BE6E313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45143" y="4576273"/>
            <a:ext cx="1639161" cy="2897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0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30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Data-Availability</a:t>
            </a:r>
          </a:p>
        </p:txBody>
      </p:sp>
      <p:sp>
        <p:nvSpPr>
          <p:cNvPr id="637" name="text-576 Decision">
            <a:extLst xmlns:a="http://schemas.openxmlformats.org/drawingml/2006/main">
              <a:ext uri="{FF2B5EF4-FFF2-40B4-BE49-F238E27FC236}">
                <a16:creationId xmlns:a16="http://schemas.microsoft.com/office/drawing/2014/main" id="{21939437-619D-4A55-8C94-5BD4D50EE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04882" y="4576315"/>
            <a:ext cx="899314" cy="2896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9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9" b="1" i="0">
                <a:solidFill>
                  <a:srgbClr val="1B4728"/>
                </a:solidFill>
                <a:latin typeface="Arial"/>
                <a:ea typeface="Arial"/>
                <a:cs typeface="Arial"/>
              </a:defRPr>
            </a:pPr>
            <a:r>
              <a:rPr sz="1629" b="1" i="0">
                <a:solidFill>
                  <a:srgbClr val="1B4728"/>
                </a:solidFill>
                <a:latin typeface="Arial"/>
                <a:ea typeface="Arial"/>
                <a:cs typeface="Arial"/>
              </a:rPr>
              <a:t>Decision</a:t>
            </a:r>
          </a:p>
        </p:txBody>
      </p:sp>
      <p:sp>
        <p:nvSpPr>
          <p:cNvPr id="638" name="path-577">
            <a:extLst xmlns:a="http://schemas.openxmlformats.org/drawingml/2006/main">
              <a:ext uri="{FF2B5EF4-FFF2-40B4-BE49-F238E27FC236}">
                <a16:creationId xmlns:a16="http://schemas.microsoft.com/office/drawing/2014/main" id="{0CC0F2B9-C84F-425C-9857-015705C00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26071" y="5241804"/>
            <a:ext cx="9339152" cy="4899919"/>
          </a:xfrm>
          <a:custGeom xmlns:a="http://schemas.openxmlformats.org/drawingml/2006/main">
            <a:pathLst>
              <a:path w="9477510" h="4972510">
                <a:moveTo>
                  <a:pt x="533" y="149164"/>
                </a:moveTo>
                <a:lnTo>
                  <a:pt x="533" y="149164"/>
                </a:lnTo>
                <a:cubicBezTo>
                  <a:pt x="533" y="123212"/>
                  <a:pt x="7570" y="97281"/>
                  <a:pt x="20536" y="74572"/>
                </a:cubicBezTo>
                <a:cubicBezTo>
                  <a:pt x="33520" y="51882"/>
                  <a:pt x="52435" y="32968"/>
                  <a:pt x="75125" y="19982"/>
                </a:cubicBezTo>
                <a:cubicBezTo>
                  <a:pt x="97835" y="7016"/>
                  <a:pt x="123766" y="0"/>
                  <a:pt x="149717" y="0"/>
                </a:cubicBezTo>
                <a:lnTo>
                  <a:pt x="9328344" y="534"/>
                </a:lnTo>
                <a:cubicBezTo>
                  <a:pt x="9354276" y="534"/>
                  <a:pt x="9380228" y="7551"/>
                  <a:pt x="9402918" y="20535"/>
                </a:cubicBezTo>
                <a:cubicBezTo>
                  <a:pt x="9425626" y="33501"/>
                  <a:pt x="9444542" y="52416"/>
                  <a:pt x="9457507" y="75125"/>
                </a:cubicBezTo>
                <a:cubicBezTo>
                  <a:pt x="9470491" y="97815"/>
                  <a:pt x="9477510" y="123766"/>
                  <a:pt x="9477510" y="149697"/>
                </a:cubicBezTo>
                <a:lnTo>
                  <a:pt x="9477510" y="4823328"/>
                </a:lnTo>
                <a:cubicBezTo>
                  <a:pt x="9477510" y="4849278"/>
                  <a:pt x="9470491" y="4875228"/>
                  <a:pt x="9457507" y="4897919"/>
                </a:cubicBezTo>
                <a:cubicBezTo>
                  <a:pt x="9444542" y="4920628"/>
                  <a:pt x="9425626" y="4939543"/>
                  <a:pt x="9402918" y="4952509"/>
                </a:cubicBezTo>
                <a:cubicBezTo>
                  <a:pt x="9380228" y="4965474"/>
                  <a:pt x="9354276" y="4972510"/>
                  <a:pt x="9328344" y="4972510"/>
                </a:cubicBezTo>
                <a:lnTo>
                  <a:pt x="149182" y="4972510"/>
                </a:lnTo>
                <a:cubicBezTo>
                  <a:pt x="123232" y="4972510"/>
                  <a:pt x="97282" y="4965474"/>
                  <a:pt x="74591" y="4952509"/>
                </a:cubicBezTo>
                <a:cubicBezTo>
                  <a:pt x="51882" y="4939543"/>
                  <a:pt x="32967" y="4920628"/>
                  <a:pt x="20001" y="4897919"/>
                </a:cubicBezTo>
                <a:cubicBezTo>
                  <a:pt x="7036" y="4875228"/>
                  <a:pt x="0" y="4849278"/>
                  <a:pt x="0" y="4823328"/>
                </a:cubicBezTo>
                <a:lnTo>
                  <a:pt x="533" y="14916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37814">
            <a:solidFill>
              <a:srgbClr val="8B63B8"/>
            </a:solidFill>
            <a:prstDash val="solid"/>
          </a:ln>
        </p:spPr>
      </p:sp>
      <p:sp>
        <p:nvSpPr>
          <p:cNvPr id="639" name="text-578 3.">
            <a:extLst xmlns:a="http://schemas.openxmlformats.org/drawingml/2006/main">
              <a:ext uri="{FF2B5EF4-FFF2-40B4-BE49-F238E27FC236}">
                <a16:creationId xmlns:a16="http://schemas.microsoft.com/office/drawing/2014/main" id="{CD92B8EA-C4AC-4182-9412-CBFF2CB09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48850" y="5237642"/>
            <a:ext cx="294672" cy="4069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89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89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pPr>
            <a:r>
              <a:rPr sz="2289" b="1" i="0">
                <a:solidFill>
                  <a:srgbClr val="382456"/>
                </a:solidFill>
                <a:latin typeface="Arial"/>
                <a:ea typeface="Arial"/>
                <a:cs typeface="Arial"/>
              </a:rPr>
              <a:t>3.</a:t>
            </a:r>
          </a:p>
        </p:txBody>
      </p:sp>
      <p:sp>
        <p:nvSpPr>
          <p:cNvPr id="640" name="text-578 Targeted">
            <a:extLst xmlns:a="http://schemas.openxmlformats.org/drawingml/2006/main">
              <a:ext uri="{FF2B5EF4-FFF2-40B4-BE49-F238E27FC236}">
                <a16:creationId xmlns:a16="http://schemas.microsoft.com/office/drawing/2014/main" id="{F0A99855-9954-454C-A663-1F56100EB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71657" y="5237344"/>
            <a:ext cx="1259363" cy="4073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1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1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pPr>
            <a:r>
              <a:rPr sz="2291" b="1" i="0">
                <a:solidFill>
                  <a:srgbClr val="382456"/>
                </a:solidFill>
                <a:latin typeface="Arial"/>
                <a:ea typeface="Arial"/>
                <a:cs typeface="Arial"/>
              </a:rPr>
              <a:t>Targeted</a:t>
            </a:r>
          </a:p>
        </p:txBody>
      </p:sp>
      <p:sp>
        <p:nvSpPr>
          <p:cNvPr id="641" name="text-578 Data">
            <a:extLst xmlns:a="http://schemas.openxmlformats.org/drawingml/2006/main">
              <a:ext uri="{FF2B5EF4-FFF2-40B4-BE49-F238E27FC236}">
                <a16:creationId xmlns:a16="http://schemas.microsoft.com/office/drawing/2014/main" id="{F82ECFED-73C9-4F3A-AF8B-772C515C2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58807" y="5237098"/>
            <a:ext cx="683514" cy="4077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3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3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pPr>
            <a:r>
              <a:rPr sz="2293" b="1" i="0">
                <a:solidFill>
                  <a:srgbClr val="382456"/>
                </a:solidFill>
                <a:latin typeface="Arial"/>
                <a:ea typeface="Arial"/>
                <a:cs typeface="Arial"/>
              </a:rPr>
              <a:t>Data</a:t>
            </a:r>
          </a:p>
        </p:txBody>
      </p:sp>
      <p:sp>
        <p:nvSpPr>
          <p:cNvPr id="642" name="text-578 Synthesis">
            <a:extLst xmlns:a="http://schemas.openxmlformats.org/drawingml/2006/main">
              <a:ext uri="{FF2B5EF4-FFF2-40B4-BE49-F238E27FC236}">
                <a16:creationId xmlns:a16="http://schemas.microsoft.com/office/drawing/2014/main" id="{06BEEBF3-E6A5-4780-A768-BFA5725C9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70555" y="5237329"/>
            <a:ext cx="1426686" cy="4074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1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1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pPr>
            <a:r>
              <a:rPr sz="2291" b="1" i="0">
                <a:solidFill>
                  <a:srgbClr val="382456"/>
                </a:solidFill>
                <a:latin typeface="Arial"/>
                <a:ea typeface="Arial"/>
                <a:cs typeface="Arial"/>
              </a:rPr>
              <a:t>Synthesis</a:t>
            </a:r>
          </a:p>
        </p:txBody>
      </p:sp>
      <p:sp>
        <p:nvSpPr>
          <p:cNvPr id="643" name="path-579">
            <a:extLst xmlns:a="http://schemas.openxmlformats.org/drawingml/2006/main">
              <a:ext uri="{FF2B5EF4-FFF2-40B4-BE49-F238E27FC236}">
                <a16:creationId xmlns:a16="http://schemas.microsoft.com/office/drawing/2014/main" id="{2189ECC3-5EDB-4B5E-8AEF-7496F656F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0381" y="4928629"/>
            <a:ext cx="191" cy="774406"/>
          </a:xfrm>
          <a:custGeom xmlns:a="http://schemas.openxmlformats.org/drawingml/2006/main">
            <a:pathLst>
              <a:path w="191" h="785879">
                <a:moveTo>
                  <a:pt x="0" y="0"/>
                </a:moveTo>
                <a:lnTo>
                  <a:pt x="0" y="785879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111111"/>
            </a:solidFill>
            <a:prstDash val="solid"/>
          </a:ln>
        </p:spPr>
      </p:sp>
      <p:sp>
        <p:nvSpPr>
          <p:cNvPr id="644" name="path-580">
            <a:extLst xmlns:a="http://schemas.openxmlformats.org/drawingml/2006/main">
              <a:ext uri="{FF2B5EF4-FFF2-40B4-BE49-F238E27FC236}">
                <a16:creationId xmlns:a16="http://schemas.microsoft.com/office/drawing/2014/main" id="{2D30326F-F5F9-46E4-BB6D-4E4ED5700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8839" y="5697700"/>
            <a:ext cx="83084" cy="83085"/>
          </a:xfrm>
          <a:custGeom xmlns:a="http://schemas.openxmlformats.org/drawingml/2006/main">
            <a:pathLst>
              <a:path w="84315" h="84315">
                <a:moveTo>
                  <a:pt x="42157" y="84315"/>
                </a:moveTo>
                <a:lnTo>
                  <a:pt x="0" y="0"/>
                </a:lnTo>
                <a:lnTo>
                  <a:pt x="84315" y="0"/>
                </a:lnTo>
                <a:lnTo>
                  <a:pt x="42157" y="84315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5" name="path-581">
            <a:extLst xmlns:a="http://schemas.openxmlformats.org/drawingml/2006/main">
              <a:ext uri="{FF2B5EF4-FFF2-40B4-BE49-F238E27FC236}">
                <a16:creationId xmlns:a16="http://schemas.microsoft.com/office/drawing/2014/main" id="{FC313287-F8D6-48E4-B002-5C48AD821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7354" y="4906252"/>
            <a:ext cx="191" cy="774406"/>
          </a:xfrm>
          <a:custGeom xmlns:a="http://schemas.openxmlformats.org/drawingml/2006/main">
            <a:pathLst>
              <a:path w="191" h="785879">
                <a:moveTo>
                  <a:pt x="0" y="0"/>
                </a:moveTo>
                <a:lnTo>
                  <a:pt x="0" y="785879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111111"/>
            </a:solidFill>
            <a:prstDash val="solid"/>
          </a:ln>
        </p:spPr>
      </p:sp>
      <p:sp>
        <p:nvSpPr>
          <p:cNvPr id="646" name="path-582">
            <a:extLst xmlns:a="http://schemas.openxmlformats.org/drawingml/2006/main">
              <a:ext uri="{FF2B5EF4-FFF2-40B4-BE49-F238E27FC236}">
                <a16:creationId xmlns:a16="http://schemas.microsoft.com/office/drawing/2014/main" id="{2C133F9C-A50E-47DD-BD4A-0592E974D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75812" y="5675340"/>
            <a:ext cx="83085" cy="83085"/>
          </a:xfrm>
          <a:custGeom xmlns:a="http://schemas.openxmlformats.org/drawingml/2006/main">
            <a:pathLst>
              <a:path w="84316" h="84316">
                <a:moveTo>
                  <a:pt x="42157" y="84316"/>
                </a:moveTo>
                <a:lnTo>
                  <a:pt x="0" y="0"/>
                </a:lnTo>
                <a:lnTo>
                  <a:pt x="84316" y="0"/>
                </a:lnTo>
                <a:lnTo>
                  <a:pt x="42157" y="84316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7" name="path-583">
            <a:extLst xmlns:a="http://schemas.openxmlformats.org/drawingml/2006/main">
              <a:ext uri="{FF2B5EF4-FFF2-40B4-BE49-F238E27FC236}">
                <a16:creationId xmlns:a16="http://schemas.microsoft.com/office/drawing/2014/main" id="{ACFE34DE-1741-47DC-B4E0-ADB0A95EB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7775" y="5777590"/>
            <a:ext cx="2298173" cy="610886"/>
          </a:xfrm>
          <a:custGeom xmlns:a="http://schemas.openxmlformats.org/drawingml/2006/main">
            <a:pathLst>
              <a:path w="2332220" h="619936">
                <a:moveTo>
                  <a:pt x="0" y="123766"/>
                </a:moveTo>
                <a:lnTo>
                  <a:pt x="0" y="123766"/>
                </a:lnTo>
                <a:cubicBezTo>
                  <a:pt x="0" y="102163"/>
                  <a:pt x="5949" y="80540"/>
                  <a:pt x="16760" y="61626"/>
                </a:cubicBezTo>
                <a:cubicBezTo>
                  <a:pt x="27571" y="42692"/>
                  <a:pt x="43245" y="27019"/>
                  <a:pt x="62160" y="16207"/>
                </a:cubicBezTo>
                <a:cubicBezTo>
                  <a:pt x="81074" y="5416"/>
                  <a:pt x="102144" y="0"/>
                  <a:pt x="123766" y="0"/>
                </a:cubicBezTo>
                <a:lnTo>
                  <a:pt x="2207901" y="0"/>
                </a:lnTo>
                <a:cubicBezTo>
                  <a:pt x="2229524" y="0"/>
                  <a:pt x="2251146" y="5949"/>
                  <a:pt x="2270060" y="16761"/>
                </a:cubicBezTo>
                <a:cubicBezTo>
                  <a:pt x="2288975" y="27572"/>
                  <a:pt x="2304649" y="43245"/>
                  <a:pt x="2315460" y="62160"/>
                </a:cubicBezTo>
                <a:cubicBezTo>
                  <a:pt x="2326271" y="81075"/>
                  <a:pt x="2331686" y="102163"/>
                  <a:pt x="2331686" y="123766"/>
                </a:cubicBezTo>
                <a:lnTo>
                  <a:pt x="2332220" y="495637"/>
                </a:lnTo>
                <a:cubicBezTo>
                  <a:pt x="2332220" y="517259"/>
                  <a:pt x="2326271" y="538862"/>
                  <a:pt x="2315460" y="557796"/>
                </a:cubicBezTo>
                <a:cubicBezTo>
                  <a:pt x="2304649" y="576710"/>
                  <a:pt x="2288975" y="592384"/>
                  <a:pt x="2270060" y="603195"/>
                </a:cubicBezTo>
                <a:cubicBezTo>
                  <a:pt x="2251146" y="614006"/>
                  <a:pt x="2230056" y="619402"/>
                  <a:pt x="2208454" y="619402"/>
                </a:cubicBezTo>
                <a:lnTo>
                  <a:pt x="123766" y="619936"/>
                </a:lnTo>
                <a:cubicBezTo>
                  <a:pt x="102144" y="619936"/>
                  <a:pt x="80540" y="614006"/>
                  <a:pt x="61606" y="603195"/>
                </a:cubicBezTo>
                <a:cubicBezTo>
                  <a:pt x="42692" y="592384"/>
                  <a:pt x="27018" y="576710"/>
                  <a:pt x="16207" y="557796"/>
                </a:cubicBezTo>
                <a:cubicBezTo>
                  <a:pt x="5396" y="538862"/>
                  <a:pt x="0" y="517792"/>
                  <a:pt x="0" y="496170"/>
                </a:cubicBezTo>
                <a:lnTo>
                  <a:pt x="0" y="123766"/>
                </a:lnTo>
              </a:path>
            </a:pathLst>
          </a:custGeom>
          <a:solidFill xmlns:a="http://schemas.openxmlformats.org/drawingml/2006/main">
            <a:srgbClr val="FEF2E2"/>
          </a:solidFill>
          <a:ln xmlns:a="http://schemas.openxmlformats.org/drawingml/2006/main" w="29825">
            <a:solidFill>
              <a:srgbClr val="B56B16"/>
            </a:solidFill>
            <a:prstDash val="solid"/>
          </a:ln>
        </p:spPr>
      </p:sp>
      <p:sp>
        <p:nvSpPr>
          <p:cNvPr id="648" name="path-584">
            <a:extLst xmlns:a="http://schemas.openxmlformats.org/drawingml/2006/main">
              <a:ext uri="{FF2B5EF4-FFF2-40B4-BE49-F238E27FC236}">
                <a16:creationId xmlns:a16="http://schemas.microsoft.com/office/drawing/2014/main" id="{247B1F65-43F8-4E5B-BCF3-F1F8FCA9C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5414" y="5970384"/>
            <a:ext cx="82032" cy="225299"/>
          </a:xfrm>
          <a:custGeom xmlns:a="http://schemas.openxmlformats.org/drawingml/2006/main">
            <a:pathLst>
              <a:path w="83247" h="228637">
                <a:moveTo>
                  <a:pt x="83247" y="228637"/>
                </a:moveTo>
                <a:lnTo>
                  <a:pt x="68642" y="222688"/>
                </a:lnTo>
                <a:lnTo>
                  <a:pt x="55676" y="215671"/>
                </a:lnTo>
                <a:lnTo>
                  <a:pt x="43245" y="206480"/>
                </a:lnTo>
                <a:lnTo>
                  <a:pt x="32434" y="196203"/>
                </a:lnTo>
                <a:lnTo>
                  <a:pt x="22709" y="184857"/>
                </a:lnTo>
                <a:lnTo>
                  <a:pt x="14606" y="171892"/>
                </a:lnTo>
                <a:lnTo>
                  <a:pt x="8122" y="158373"/>
                </a:lnTo>
                <a:lnTo>
                  <a:pt x="3794" y="143787"/>
                </a:lnTo>
                <a:lnTo>
                  <a:pt x="553" y="129181"/>
                </a:lnTo>
                <a:lnTo>
                  <a:pt x="0" y="114061"/>
                </a:lnTo>
                <a:lnTo>
                  <a:pt x="553" y="98921"/>
                </a:lnTo>
                <a:lnTo>
                  <a:pt x="3794" y="84334"/>
                </a:lnTo>
                <a:lnTo>
                  <a:pt x="8122" y="69729"/>
                </a:lnTo>
                <a:lnTo>
                  <a:pt x="14606" y="56211"/>
                </a:lnTo>
                <a:lnTo>
                  <a:pt x="22709" y="43245"/>
                </a:lnTo>
                <a:lnTo>
                  <a:pt x="32434" y="31899"/>
                </a:lnTo>
                <a:lnTo>
                  <a:pt x="43245" y="21622"/>
                </a:lnTo>
                <a:lnTo>
                  <a:pt x="55676" y="12431"/>
                </a:lnTo>
                <a:lnTo>
                  <a:pt x="68642" y="5415"/>
                </a:lnTo>
                <a:lnTo>
                  <a:pt x="83247" y="0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A56214"/>
            </a:solidFill>
            <a:prstDash val="solid"/>
          </a:ln>
        </p:spPr>
      </p:sp>
      <p:sp>
        <p:nvSpPr>
          <p:cNvPr id="649" name="path-585">
            <a:extLst xmlns:a="http://schemas.openxmlformats.org/drawingml/2006/main">
              <a:ext uri="{FF2B5EF4-FFF2-40B4-BE49-F238E27FC236}">
                <a16:creationId xmlns:a16="http://schemas.microsoft.com/office/drawing/2014/main" id="{A8AEEEDE-DD32-4761-95B5-5A6E1E765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9206" y="5951745"/>
            <a:ext cx="80436" cy="49002"/>
          </a:xfrm>
          <a:custGeom xmlns:a="http://schemas.openxmlformats.org/drawingml/2006/main">
            <a:pathLst>
              <a:path w="81628" h="49728">
                <a:moveTo>
                  <a:pt x="81628" y="553"/>
                </a:moveTo>
                <a:lnTo>
                  <a:pt x="16227" y="49728"/>
                </a:lnTo>
                <a:lnTo>
                  <a:pt x="0" y="0"/>
                </a:lnTo>
                <a:lnTo>
                  <a:pt x="81628" y="553"/>
                </a:lnTo>
              </a:path>
            </a:pathLst>
          </a:custGeom>
          <a:solidFill xmlns:a="http://schemas.openxmlformats.org/drawingml/2006/main">
            <a:srgbClr val="A56214"/>
          </a:solidFill>
          <a:ln xmlns:a="http://schemas.openxmlformats.org/drawingml/2006/main" w="13847">
            <a:solidFill>
              <a:srgbClr val="A56214"/>
            </a:solidFill>
            <a:prstDash val="solid"/>
          </a:ln>
        </p:spPr>
      </p:sp>
      <p:sp>
        <p:nvSpPr>
          <p:cNvPr id="650" name="path-586">
            <a:extLst xmlns:a="http://schemas.openxmlformats.org/drawingml/2006/main">
              <a:ext uri="{FF2B5EF4-FFF2-40B4-BE49-F238E27FC236}">
                <a16:creationId xmlns:a16="http://schemas.microsoft.com/office/drawing/2014/main" id="{616FB457-1963-419E-9C64-DA9D84FE4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50405" y="5970384"/>
            <a:ext cx="82032" cy="225299"/>
          </a:xfrm>
          <a:custGeom xmlns:a="http://schemas.openxmlformats.org/drawingml/2006/main">
            <a:pathLst>
              <a:path w="83247" h="228637">
                <a:moveTo>
                  <a:pt x="0" y="0"/>
                </a:moveTo>
                <a:lnTo>
                  <a:pt x="14052" y="5415"/>
                </a:lnTo>
                <a:lnTo>
                  <a:pt x="27037" y="12431"/>
                </a:lnTo>
                <a:lnTo>
                  <a:pt x="39469" y="21622"/>
                </a:lnTo>
                <a:lnTo>
                  <a:pt x="50280" y="31899"/>
                </a:lnTo>
                <a:lnTo>
                  <a:pt x="60003" y="43245"/>
                </a:lnTo>
                <a:lnTo>
                  <a:pt x="68108" y="56211"/>
                </a:lnTo>
                <a:lnTo>
                  <a:pt x="74591" y="69729"/>
                </a:lnTo>
                <a:lnTo>
                  <a:pt x="78918" y="84334"/>
                </a:lnTo>
                <a:lnTo>
                  <a:pt x="82161" y="98921"/>
                </a:lnTo>
                <a:lnTo>
                  <a:pt x="83247" y="114061"/>
                </a:lnTo>
                <a:lnTo>
                  <a:pt x="82161" y="129181"/>
                </a:lnTo>
                <a:lnTo>
                  <a:pt x="78918" y="143787"/>
                </a:lnTo>
                <a:lnTo>
                  <a:pt x="74591" y="158373"/>
                </a:lnTo>
                <a:lnTo>
                  <a:pt x="68108" y="171892"/>
                </a:lnTo>
                <a:lnTo>
                  <a:pt x="60003" y="184857"/>
                </a:lnTo>
                <a:lnTo>
                  <a:pt x="50280" y="196203"/>
                </a:lnTo>
                <a:lnTo>
                  <a:pt x="39469" y="206480"/>
                </a:lnTo>
                <a:lnTo>
                  <a:pt x="27037" y="215671"/>
                </a:lnTo>
                <a:lnTo>
                  <a:pt x="14052" y="222688"/>
                </a:lnTo>
                <a:lnTo>
                  <a:pt x="0" y="228637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A56214"/>
            </a:solidFill>
            <a:prstDash val="solid"/>
          </a:ln>
        </p:spPr>
      </p:sp>
      <p:sp>
        <p:nvSpPr>
          <p:cNvPr id="651" name="path-587">
            <a:extLst xmlns:a="http://schemas.openxmlformats.org/drawingml/2006/main">
              <a:ext uri="{FF2B5EF4-FFF2-40B4-BE49-F238E27FC236}">
                <a16:creationId xmlns:a16="http://schemas.microsoft.com/office/drawing/2014/main" id="{8564D6EF-A9D4-4524-8908-5B1DF753A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9280" y="6163722"/>
            <a:ext cx="80417" cy="49001"/>
          </a:xfrm>
          <a:custGeom xmlns:a="http://schemas.openxmlformats.org/drawingml/2006/main">
            <a:pathLst>
              <a:path w="81608" h="49727">
                <a:moveTo>
                  <a:pt x="0" y="48641"/>
                </a:moveTo>
                <a:lnTo>
                  <a:pt x="64866" y="0"/>
                </a:lnTo>
                <a:lnTo>
                  <a:pt x="81608" y="49727"/>
                </a:lnTo>
                <a:lnTo>
                  <a:pt x="0" y="48641"/>
                </a:lnTo>
              </a:path>
            </a:pathLst>
          </a:custGeom>
          <a:solidFill xmlns:a="http://schemas.openxmlformats.org/drawingml/2006/main">
            <a:srgbClr val="A56214"/>
          </a:solidFill>
          <a:ln xmlns:a="http://schemas.openxmlformats.org/drawingml/2006/main" w="13847">
            <a:solidFill>
              <a:srgbClr val="A56214"/>
            </a:solidFill>
            <a:prstDash val="solid"/>
          </a:ln>
        </p:spPr>
      </p:sp>
      <p:sp>
        <p:nvSpPr>
          <p:cNvPr id="652" name="text-588 Residual-Aware">
            <a:extLst xmlns:a="http://schemas.openxmlformats.org/drawingml/2006/main">
              <a:ext uri="{FF2B5EF4-FFF2-40B4-BE49-F238E27FC236}">
                <a16:creationId xmlns:a16="http://schemas.microsoft.com/office/drawing/2014/main" id="{B19F608D-859C-4354-8478-3CA5801D0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46664" y="5885899"/>
            <a:ext cx="1349591" cy="2465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7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7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pPr>
            <a:r>
              <a:rPr sz="1387" b="1" i="0">
                <a:solidFill>
                  <a:srgbClr val="A56214"/>
                </a:solidFill>
                <a:latin typeface="Arial"/>
                <a:ea typeface="Arial"/>
                <a:cs typeface="Arial"/>
              </a:rPr>
              <a:t>Residual-Aware</a:t>
            </a:r>
          </a:p>
        </p:txBody>
      </p:sp>
      <p:sp>
        <p:nvSpPr>
          <p:cNvPr id="653" name="text-589 Replay">
            <a:extLst xmlns:a="http://schemas.openxmlformats.org/drawingml/2006/main">
              <a:ext uri="{FF2B5EF4-FFF2-40B4-BE49-F238E27FC236}">
                <a16:creationId xmlns:a16="http://schemas.microsoft.com/office/drawing/2014/main" id="{D6287671-277E-4FD8-90DB-BA39454C3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69966" y="6105771"/>
            <a:ext cx="609423" cy="2466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7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7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pPr>
            <a:r>
              <a:rPr sz="1387" b="1" i="0">
                <a:solidFill>
                  <a:srgbClr val="A56214"/>
                </a:solidFill>
                <a:latin typeface="Arial"/>
                <a:ea typeface="Arial"/>
                <a:cs typeface="Arial"/>
              </a:rPr>
              <a:t>Replay</a:t>
            </a:r>
          </a:p>
        </p:txBody>
      </p:sp>
      <p:sp>
        <p:nvSpPr>
          <p:cNvPr id="654" name="text-589 Allocation">
            <a:extLst xmlns:a="http://schemas.openxmlformats.org/drawingml/2006/main">
              <a:ext uri="{FF2B5EF4-FFF2-40B4-BE49-F238E27FC236}">
                <a16:creationId xmlns:a16="http://schemas.microsoft.com/office/drawing/2014/main" id="{454FF9A1-E6B4-4D0F-8F86-89127B2C6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9557" y="6105838"/>
            <a:ext cx="882902" cy="2465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7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7" b="1" i="0">
                <a:solidFill>
                  <a:srgbClr val="A56214"/>
                </a:solidFill>
                <a:latin typeface="Arial"/>
                <a:ea typeface="Arial"/>
                <a:cs typeface="Arial"/>
              </a:defRPr>
            </a:pPr>
            <a:r>
              <a:rPr sz="1387" b="1" i="0">
                <a:solidFill>
                  <a:srgbClr val="A56214"/>
                </a:solidFill>
                <a:latin typeface="Arial"/>
                <a:ea typeface="Arial"/>
                <a:cs typeface="Arial"/>
              </a:rPr>
              <a:t>Allocation</a:t>
            </a:r>
          </a:p>
        </p:txBody>
      </p:sp>
      <p:sp>
        <p:nvSpPr>
          <p:cNvPr id="655" name="path-590">
            <a:extLst xmlns:a="http://schemas.openxmlformats.org/drawingml/2006/main">
              <a:ext uri="{FF2B5EF4-FFF2-40B4-BE49-F238E27FC236}">
                <a16:creationId xmlns:a16="http://schemas.microsoft.com/office/drawing/2014/main" id="{3FD30AD4-AA16-44E5-8BF8-210DE58C72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24056" y="5777590"/>
            <a:ext cx="1920027" cy="610886"/>
          </a:xfrm>
          <a:custGeom xmlns:a="http://schemas.openxmlformats.org/drawingml/2006/main">
            <a:pathLst>
              <a:path w="1948472" h="619936">
                <a:moveTo>
                  <a:pt x="0" y="123766"/>
                </a:moveTo>
                <a:lnTo>
                  <a:pt x="0" y="123766"/>
                </a:lnTo>
                <a:cubicBezTo>
                  <a:pt x="0" y="102163"/>
                  <a:pt x="5950" y="80540"/>
                  <a:pt x="16760" y="61626"/>
                </a:cubicBezTo>
                <a:cubicBezTo>
                  <a:pt x="27572" y="42692"/>
                  <a:pt x="43245" y="27019"/>
                  <a:pt x="62160" y="16207"/>
                </a:cubicBezTo>
                <a:cubicBezTo>
                  <a:pt x="81075" y="5416"/>
                  <a:pt x="102163" y="0"/>
                  <a:pt x="123766" y="0"/>
                </a:cubicBezTo>
                <a:lnTo>
                  <a:pt x="1824153" y="0"/>
                </a:lnTo>
                <a:cubicBezTo>
                  <a:pt x="1845774" y="0"/>
                  <a:pt x="1867396" y="5949"/>
                  <a:pt x="1886312" y="16761"/>
                </a:cubicBezTo>
                <a:cubicBezTo>
                  <a:pt x="1905226" y="27572"/>
                  <a:pt x="1920899" y="43245"/>
                  <a:pt x="1931711" y="62160"/>
                </a:cubicBezTo>
                <a:cubicBezTo>
                  <a:pt x="1942523" y="81075"/>
                  <a:pt x="1947936" y="102163"/>
                  <a:pt x="1947936" y="123766"/>
                </a:cubicBezTo>
                <a:lnTo>
                  <a:pt x="1948472" y="495637"/>
                </a:lnTo>
                <a:cubicBezTo>
                  <a:pt x="1948472" y="517259"/>
                  <a:pt x="1942523" y="538862"/>
                  <a:pt x="1931711" y="557796"/>
                </a:cubicBezTo>
                <a:cubicBezTo>
                  <a:pt x="1920899" y="576710"/>
                  <a:pt x="1905226" y="592384"/>
                  <a:pt x="1886312" y="603195"/>
                </a:cubicBezTo>
                <a:cubicBezTo>
                  <a:pt x="1867396" y="614006"/>
                  <a:pt x="1846327" y="619402"/>
                  <a:pt x="1824705" y="619402"/>
                </a:cubicBezTo>
                <a:lnTo>
                  <a:pt x="123766" y="619936"/>
                </a:lnTo>
                <a:cubicBezTo>
                  <a:pt x="102163" y="619936"/>
                  <a:pt x="80540" y="614006"/>
                  <a:pt x="61626" y="603195"/>
                </a:cubicBezTo>
                <a:cubicBezTo>
                  <a:pt x="42711" y="592384"/>
                  <a:pt x="27019" y="576710"/>
                  <a:pt x="16227" y="557796"/>
                </a:cubicBezTo>
                <a:cubicBezTo>
                  <a:pt x="5416" y="538862"/>
                  <a:pt x="0" y="517792"/>
                  <a:pt x="0" y="496170"/>
                </a:cubicBezTo>
                <a:lnTo>
                  <a:pt x="0" y="123766"/>
                </a:lnTo>
              </a:path>
            </a:pathLst>
          </a:custGeom>
          <a:solidFill xmlns:a="http://schemas.openxmlformats.org/drawingml/2006/main">
            <a:srgbClr val="F3F9F3"/>
          </a:solidFill>
          <a:ln xmlns:a="http://schemas.openxmlformats.org/drawingml/2006/main" w="24499">
            <a:solidFill>
              <a:srgbClr val="7AAE85"/>
            </a:solidFill>
            <a:prstDash val="solid"/>
          </a:ln>
        </p:spPr>
      </p:sp>
      <p:sp>
        <p:nvSpPr>
          <p:cNvPr id="656" name="path-591">
            <a:extLst xmlns:a="http://schemas.openxmlformats.org/drawingml/2006/main">
              <a:ext uri="{FF2B5EF4-FFF2-40B4-BE49-F238E27FC236}">
                <a16:creationId xmlns:a16="http://schemas.microsoft.com/office/drawing/2014/main" id="{AA9F8CDC-B48E-48BD-978E-CF190F7A75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73729" y="5944831"/>
            <a:ext cx="250308" cy="298256"/>
          </a:xfrm>
          <a:custGeom xmlns:a="http://schemas.openxmlformats.org/drawingml/2006/main">
            <a:pathLst>
              <a:path w="254016" h="302675">
                <a:moveTo>
                  <a:pt x="535" y="25397"/>
                </a:moveTo>
                <a:lnTo>
                  <a:pt x="535" y="25397"/>
                </a:lnTo>
                <a:cubicBezTo>
                  <a:pt x="535" y="21070"/>
                  <a:pt x="1622" y="16760"/>
                  <a:pt x="3776" y="12965"/>
                </a:cubicBezTo>
                <a:cubicBezTo>
                  <a:pt x="5930" y="8638"/>
                  <a:pt x="9172" y="5396"/>
                  <a:pt x="12966" y="3241"/>
                </a:cubicBezTo>
                <a:cubicBezTo>
                  <a:pt x="17294" y="1087"/>
                  <a:pt x="21604" y="0"/>
                  <a:pt x="25932" y="0"/>
                </a:cubicBezTo>
                <a:lnTo>
                  <a:pt x="228617" y="534"/>
                </a:lnTo>
                <a:cubicBezTo>
                  <a:pt x="232946" y="534"/>
                  <a:pt x="237274" y="1621"/>
                  <a:pt x="241049" y="3775"/>
                </a:cubicBezTo>
                <a:cubicBezTo>
                  <a:pt x="245378" y="5948"/>
                  <a:pt x="248620" y="9190"/>
                  <a:pt x="250774" y="12965"/>
                </a:cubicBezTo>
                <a:cubicBezTo>
                  <a:pt x="252948" y="17294"/>
                  <a:pt x="254016" y="21622"/>
                  <a:pt x="254016" y="25931"/>
                </a:cubicBezTo>
                <a:lnTo>
                  <a:pt x="254016" y="277277"/>
                </a:lnTo>
                <a:cubicBezTo>
                  <a:pt x="254016" y="281586"/>
                  <a:pt x="252948" y="285915"/>
                  <a:pt x="250774" y="289709"/>
                </a:cubicBezTo>
                <a:cubicBezTo>
                  <a:pt x="248620" y="294018"/>
                  <a:pt x="245378" y="297259"/>
                  <a:pt x="241583" y="299433"/>
                </a:cubicBezTo>
                <a:cubicBezTo>
                  <a:pt x="237274" y="301588"/>
                  <a:pt x="232946" y="302675"/>
                  <a:pt x="228617" y="302675"/>
                </a:cubicBezTo>
                <a:lnTo>
                  <a:pt x="25397" y="302675"/>
                </a:lnTo>
                <a:cubicBezTo>
                  <a:pt x="21069" y="302675"/>
                  <a:pt x="16742" y="301588"/>
                  <a:pt x="12966" y="299433"/>
                </a:cubicBezTo>
                <a:cubicBezTo>
                  <a:pt x="8638" y="297259"/>
                  <a:pt x="5398" y="294018"/>
                  <a:pt x="3241" y="290243"/>
                </a:cubicBezTo>
                <a:cubicBezTo>
                  <a:pt x="1068" y="285915"/>
                  <a:pt x="0" y="281586"/>
                  <a:pt x="0" y="277277"/>
                </a:cubicBezTo>
                <a:lnTo>
                  <a:pt x="535" y="25397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2B2B2B"/>
            </a:solidFill>
            <a:prstDash val="solid"/>
          </a:ln>
        </p:spPr>
      </p:sp>
      <p:sp>
        <p:nvSpPr>
          <p:cNvPr id="657" name="path-592">
            <a:extLst xmlns:a="http://schemas.openxmlformats.org/drawingml/2006/main">
              <a:ext uri="{FF2B5EF4-FFF2-40B4-BE49-F238E27FC236}">
                <a16:creationId xmlns:a16="http://schemas.microsoft.com/office/drawing/2014/main" id="{C11D1DDB-56FB-4249-AC10-B8FA1C22A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3493" y="5922453"/>
            <a:ext cx="109183" cy="41016"/>
          </a:xfrm>
          <a:custGeom xmlns:a="http://schemas.openxmlformats.org/drawingml/2006/main">
            <a:pathLst>
              <a:path w="110801" h="41624">
                <a:moveTo>
                  <a:pt x="55677" y="41624"/>
                </a:moveTo>
                <a:lnTo>
                  <a:pt x="0" y="41624"/>
                </a:lnTo>
                <a:lnTo>
                  <a:pt x="0" y="0"/>
                </a:lnTo>
                <a:lnTo>
                  <a:pt x="110801" y="0"/>
                </a:lnTo>
                <a:lnTo>
                  <a:pt x="110801" y="41624"/>
                </a:lnTo>
                <a:lnTo>
                  <a:pt x="55677" y="41624"/>
                </a:lnTo>
              </a:path>
            </a:pathLst>
          </a:custGeom>
          <a:solidFill xmlns:a="http://schemas.openxmlformats.org/drawingml/2006/main">
            <a:srgbClr val="C9D5E2"/>
          </a:solidFill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658" name="path-593">
            <a:extLst xmlns:a="http://schemas.openxmlformats.org/drawingml/2006/main">
              <a:ext uri="{FF2B5EF4-FFF2-40B4-BE49-F238E27FC236}">
                <a16:creationId xmlns:a16="http://schemas.microsoft.com/office/drawing/2014/main" id="{083DADFD-E0F7-47B7-B236-905C4B590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6216" y="6018333"/>
            <a:ext cx="40997" cy="40998"/>
          </a:xfrm>
          <a:custGeom xmlns:a="http://schemas.openxmlformats.org/drawingml/2006/main">
            <a:pathLst>
              <a:path w="41605" h="41605">
                <a:moveTo>
                  <a:pt x="21069" y="41605"/>
                </a:moveTo>
                <a:lnTo>
                  <a:pt x="0" y="41605"/>
                </a:lnTo>
                <a:lnTo>
                  <a:pt x="0" y="0"/>
                </a:lnTo>
                <a:lnTo>
                  <a:pt x="41605" y="0"/>
                </a:lnTo>
                <a:lnTo>
                  <a:pt x="41605" y="41605"/>
                </a:lnTo>
                <a:lnTo>
                  <a:pt x="21069" y="4160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659" name="path-594">
            <a:extLst xmlns:a="http://schemas.openxmlformats.org/drawingml/2006/main">
              <a:ext uri="{FF2B5EF4-FFF2-40B4-BE49-F238E27FC236}">
                <a16:creationId xmlns:a16="http://schemas.microsoft.com/office/drawing/2014/main" id="{FBF951BF-C622-4313-BDAA-4681D6D05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5799" y="6041763"/>
            <a:ext cx="9582" cy="10108"/>
          </a:xfrm>
          <a:custGeom xmlns:a="http://schemas.openxmlformats.org/drawingml/2006/main">
            <a:pathLst>
              <a:path w="9724" h="10258">
                <a:moveTo>
                  <a:pt x="0" y="0"/>
                </a:moveTo>
                <a:lnTo>
                  <a:pt x="9724" y="10258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660" name="path-595">
            <a:extLst xmlns:a="http://schemas.openxmlformats.org/drawingml/2006/main">
              <a:ext uri="{FF2B5EF4-FFF2-40B4-BE49-F238E27FC236}">
                <a16:creationId xmlns:a16="http://schemas.microsoft.com/office/drawing/2014/main" id="{DE2CC5D3-D5A0-4DAA-B498-E10FF285E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5381" y="6027915"/>
            <a:ext cx="15444" cy="23956"/>
          </a:xfrm>
          <a:custGeom xmlns:a="http://schemas.openxmlformats.org/drawingml/2006/main">
            <a:pathLst>
              <a:path w="15673" h="24311">
                <a:moveTo>
                  <a:pt x="0" y="24311"/>
                </a:moveTo>
                <a:lnTo>
                  <a:pt x="1567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661" name="path-596">
            <a:extLst xmlns:a="http://schemas.openxmlformats.org/drawingml/2006/main">
              <a:ext uri="{FF2B5EF4-FFF2-40B4-BE49-F238E27FC236}">
                <a16:creationId xmlns:a16="http://schemas.microsoft.com/office/drawing/2014/main" id="{CB4344FD-3A98-4F55-80DA-F456D8F74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3856" y="6039621"/>
            <a:ext cx="119835" cy="191"/>
          </a:xfrm>
          <a:custGeom xmlns:a="http://schemas.openxmlformats.org/drawingml/2006/main">
            <a:pathLst>
              <a:path w="121610" h="191">
                <a:moveTo>
                  <a:pt x="0" y="0"/>
                </a:moveTo>
                <a:lnTo>
                  <a:pt x="1216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662" name="path-597">
            <a:extLst xmlns:a="http://schemas.openxmlformats.org/drawingml/2006/main">
              <a:ext uri="{FF2B5EF4-FFF2-40B4-BE49-F238E27FC236}">
                <a16:creationId xmlns:a16="http://schemas.microsoft.com/office/drawing/2014/main" id="{6A96CCD2-89AA-464F-BB94-EFD6ED2A4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6216" y="6085428"/>
            <a:ext cx="40997" cy="41016"/>
          </a:xfrm>
          <a:custGeom xmlns:a="http://schemas.openxmlformats.org/drawingml/2006/main">
            <a:pathLst>
              <a:path w="41605" h="41624">
                <a:moveTo>
                  <a:pt x="21069" y="41624"/>
                </a:moveTo>
                <a:lnTo>
                  <a:pt x="0" y="41624"/>
                </a:lnTo>
                <a:lnTo>
                  <a:pt x="0" y="0"/>
                </a:lnTo>
                <a:lnTo>
                  <a:pt x="41605" y="0"/>
                </a:lnTo>
                <a:lnTo>
                  <a:pt x="41605" y="41624"/>
                </a:lnTo>
                <a:lnTo>
                  <a:pt x="21069" y="4162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663" name="path-598">
            <a:extLst xmlns:a="http://schemas.openxmlformats.org/drawingml/2006/main">
              <a:ext uri="{FF2B5EF4-FFF2-40B4-BE49-F238E27FC236}">
                <a16:creationId xmlns:a16="http://schemas.microsoft.com/office/drawing/2014/main" id="{5878DABD-E6DB-48E8-A7B4-D31D7C998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5799" y="6108877"/>
            <a:ext cx="9582" cy="10108"/>
          </a:xfrm>
          <a:custGeom xmlns:a="http://schemas.openxmlformats.org/drawingml/2006/main">
            <a:pathLst>
              <a:path w="9724" h="10258">
                <a:moveTo>
                  <a:pt x="0" y="0"/>
                </a:moveTo>
                <a:lnTo>
                  <a:pt x="9724" y="10258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664" name="path-599">
            <a:extLst xmlns:a="http://schemas.openxmlformats.org/drawingml/2006/main">
              <a:ext uri="{FF2B5EF4-FFF2-40B4-BE49-F238E27FC236}">
                <a16:creationId xmlns:a16="http://schemas.microsoft.com/office/drawing/2014/main" id="{D65BEED2-4DDB-4075-8684-A19013290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5381" y="6095030"/>
            <a:ext cx="15444" cy="23956"/>
          </a:xfrm>
          <a:custGeom xmlns:a="http://schemas.openxmlformats.org/drawingml/2006/main">
            <a:pathLst>
              <a:path w="15673" h="24311">
                <a:moveTo>
                  <a:pt x="0" y="24311"/>
                </a:moveTo>
                <a:lnTo>
                  <a:pt x="1567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665" name="path-600">
            <a:extLst xmlns:a="http://schemas.openxmlformats.org/drawingml/2006/main">
              <a:ext uri="{FF2B5EF4-FFF2-40B4-BE49-F238E27FC236}">
                <a16:creationId xmlns:a16="http://schemas.microsoft.com/office/drawing/2014/main" id="{A50311F6-9182-43E9-AF19-B124116B8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3856" y="6106735"/>
            <a:ext cx="119835" cy="191"/>
          </a:xfrm>
          <a:custGeom xmlns:a="http://schemas.openxmlformats.org/drawingml/2006/main">
            <a:pathLst>
              <a:path w="121610" h="191">
                <a:moveTo>
                  <a:pt x="0" y="0"/>
                </a:moveTo>
                <a:lnTo>
                  <a:pt x="1216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666" name="path-601">
            <a:extLst xmlns:a="http://schemas.openxmlformats.org/drawingml/2006/main">
              <a:ext uri="{FF2B5EF4-FFF2-40B4-BE49-F238E27FC236}">
                <a16:creationId xmlns:a16="http://schemas.microsoft.com/office/drawing/2014/main" id="{81BF4748-9635-402A-ACF4-E766F55C3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06216" y="6152542"/>
            <a:ext cx="40997" cy="41016"/>
          </a:xfrm>
          <a:custGeom xmlns:a="http://schemas.openxmlformats.org/drawingml/2006/main">
            <a:pathLst>
              <a:path w="41605" h="41624">
                <a:moveTo>
                  <a:pt x="21069" y="41624"/>
                </a:moveTo>
                <a:lnTo>
                  <a:pt x="0" y="41624"/>
                </a:lnTo>
                <a:lnTo>
                  <a:pt x="0" y="0"/>
                </a:lnTo>
                <a:lnTo>
                  <a:pt x="41605" y="0"/>
                </a:lnTo>
                <a:lnTo>
                  <a:pt x="41605" y="41624"/>
                </a:lnTo>
                <a:lnTo>
                  <a:pt x="21069" y="4162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3315">
            <a:solidFill>
              <a:srgbClr val="2B2B2B"/>
            </a:solidFill>
            <a:prstDash val="solid"/>
          </a:ln>
        </p:spPr>
      </p:sp>
      <p:sp>
        <p:nvSpPr>
          <p:cNvPr id="667" name="path-602">
            <a:extLst xmlns:a="http://schemas.openxmlformats.org/drawingml/2006/main">
              <a:ext uri="{FF2B5EF4-FFF2-40B4-BE49-F238E27FC236}">
                <a16:creationId xmlns:a16="http://schemas.microsoft.com/office/drawing/2014/main" id="{DF34BB73-466C-4517-ADFD-30808B336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15799" y="6175973"/>
            <a:ext cx="9582" cy="10127"/>
          </a:xfrm>
          <a:custGeom xmlns:a="http://schemas.openxmlformats.org/drawingml/2006/main">
            <a:pathLst>
              <a:path w="9724" h="10277">
                <a:moveTo>
                  <a:pt x="0" y="0"/>
                </a:moveTo>
                <a:lnTo>
                  <a:pt x="9724" y="10277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668" name="path-603">
            <a:extLst xmlns:a="http://schemas.openxmlformats.org/drawingml/2006/main">
              <a:ext uri="{FF2B5EF4-FFF2-40B4-BE49-F238E27FC236}">
                <a16:creationId xmlns:a16="http://schemas.microsoft.com/office/drawing/2014/main" id="{1D9F221C-E057-45E6-AAE1-9EB4775640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5381" y="6162125"/>
            <a:ext cx="15444" cy="23974"/>
          </a:xfrm>
          <a:custGeom xmlns:a="http://schemas.openxmlformats.org/drawingml/2006/main">
            <a:pathLst>
              <a:path w="15673" h="24330">
                <a:moveTo>
                  <a:pt x="0" y="24330"/>
                </a:moveTo>
                <a:lnTo>
                  <a:pt x="1567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2B2B2B"/>
            </a:solidFill>
            <a:prstDash val="solid"/>
          </a:ln>
        </p:spPr>
      </p:sp>
      <p:sp>
        <p:nvSpPr>
          <p:cNvPr id="669" name="path-604">
            <a:extLst xmlns:a="http://schemas.openxmlformats.org/drawingml/2006/main">
              <a:ext uri="{FF2B5EF4-FFF2-40B4-BE49-F238E27FC236}">
                <a16:creationId xmlns:a16="http://schemas.microsoft.com/office/drawing/2014/main" id="{1EEF3A44-D6FE-4444-B02B-E00FC2FFC1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3856" y="6173850"/>
            <a:ext cx="119835" cy="191"/>
          </a:xfrm>
          <a:custGeom xmlns:a="http://schemas.openxmlformats.org/drawingml/2006/main">
            <a:pathLst>
              <a:path w="121610" h="191">
                <a:moveTo>
                  <a:pt x="0" y="0"/>
                </a:moveTo>
                <a:lnTo>
                  <a:pt x="12161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7043">
            <a:solidFill>
              <a:srgbClr val="2B2B2B"/>
            </a:solidFill>
            <a:prstDash val="solid"/>
          </a:ln>
        </p:spPr>
      </p:sp>
      <p:sp>
        <p:nvSpPr>
          <p:cNvPr id="670" name="text-605 Coverage-Gap">
            <a:extLst xmlns:a="http://schemas.openxmlformats.org/drawingml/2006/main">
              <a:ext uri="{FF2B5EF4-FFF2-40B4-BE49-F238E27FC236}">
                <a16:creationId xmlns:a16="http://schemas.microsoft.com/office/drawing/2014/main" id="{34B0F0B3-3764-4D1E-A697-0F9D0C26B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26558" y="5912575"/>
            <a:ext cx="1048160" cy="2091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77" b="1" i="0">
                <a:solidFill>
                  <a:srgbClr val="1B332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77" b="1" i="0">
                <a:solidFill>
                  <a:srgbClr val="1B332A"/>
                </a:solidFill>
                <a:latin typeface="Arial"/>
                <a:ea typeface="Arial"/>
                <a:cs typeface="Arial"/>
              </a:defRPr>
            </a:pPr>
            <a:r>
              <a:rPr sz="1177" b="1" i="0">
                <a:solidFill>
                  <a:srgbClr val="1B332A"/>
                </a:solidFill>
                <a:latin typeface="Arial"/>
                <a:ea typeface="Arial"/>
                <a:cs typeface="Arial"/>
              </a:rPr>
              <a:t>Coverage-Gap</a:t>
            </a:r>
          </a:p>
        </p:txBody>
      </p:sp>
      <p:sp>
        <p:nvSpPr>
          <p:cNvPr id="671" name="text-606 Specifications">
            <a:extLst xmlns:a="http://schemas.openxmlformats.org/drawingml/2006/main">
              <a:ext uri="{FF2B5EF4-FFF2-40B4-BE49-F238E27FC236}">
                <a16:creationId xmlns:a16="http://schemas.microsoft.com/office/drawing/2014/main" id="{1BE2AE61-0766-4EDD-802D-F20765558C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36685" y="6134306"/>
            <a:ext cx="1027561" cy="2067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63" b="1" i="0">
                <a:solidFill>
                  <a:srgbClr val="1B332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63" b="1" i="0">
                <a:solidFill>
                  <a:srgbClr val="1B332A"/>
                </a:solidFill>
                <a:latin typeface="Arial"/>
                <a:ea typeface="Arial"/>
                <a:cs typeface="Arial"/>
              </a:defRPr>
            </a:pPr>
            <a:r>
              <a:rPr sz="1163" b="1" i="0">
                <a:solidFill>
                  <a:srgbClr val="1B332A"/>
                </a:solidFill>
                <a:latin typeface="Arial"/>
                <a:ea typeface="Arial"/>
                <a:cs typeface="Arial"/>
              </a:rPr>
              <a:t>Specifications</a:t>
            </a:r>
          </a:p>
        </p:txBody>
      </p:sp>
      <p:sp>
        <p:nvSpPr>
          <p:cNvPr id="672" name="path-607">
            <a:extLst xmlns:a="http://schemas.openxmlformats.org/drawingml/2006/main">
              <a:ext uri="{FF2B5EF4-FFF2-40B4-BE49-F238E27FC236}">
                <a16:creationId xmlns:a16="http://schemas.microsoft.com/office/drawing/2014/main" id="{14FC029F-DCBD-49AA-811B-55D28B39BE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4814" y="6407659"/>
            <a:ext cx="191" cy="135281"/>
          </a:xfrm>
          <a:custGeom xmlns:a="http://schemas.openxmlformats.org/drawingml/2006/main">
            <a:pathLst>
              <a:path w="191" h="137285">
                <a:moveTo>
                  <a:pt x="0" y="0"/>
                </a:moveTo>
                <a:lnTo>
                  <a:pt x="0" y="137285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111111"/>
            </a:solidFill>
            <a:prstDash val="solid"/>
          </a:ln>
        </p:spPr>
      </p:sp>
      <p:sp>
        <p:nvSpPr>
          <p:cNvPr id="673" name="path-608">
            <a:extLst xmlns:a="http://schemas.openxmlformats.org/drawingml/2006/main">
              <a:ext uri="{FF2B5EF4-FFF2-40B4-BE49-F238E27FC236}">
                <a16:creationId xmlns:a16="http://schemas.microsoft.com/office/drawing/2014/main" id="{03BA19B6-1436-406A-8F45-7CCA3C04A8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83271" y="6537603"/>
            <a:ext cx="83085" cy="83085"/>
          </a:xfrm>
          <a:custGeom xmlns:a="http://schemas.openxmlformats.org/drawingml/2006/main">
            <a:pathLst>
              <a:path w="84316" h="84316">
                <a:moveTo>
                  <a:pt x="42159" y="84316"/>
                </a:moveTo>
                <a:lnTo>
                  <a:pt x="0" y="0"/>
                </a:lnTo>
                <a:lnTo>
                  <a:pt x="84316" y="0"/>
                </a:lnTo>
                <a:lnTo>
                  <a:pt x="42159" y="84316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4" name="path-609">
            <a:extLst xmlns:a="http://schemas.openxmlformats.org/drawingml/2006/main">
              <a:ext uri="{FF2B5EF4-FFF2-40B4-BE49-F238E27FC236}">
                <a16:creationId xmlns:a16="http://schemas.microsoft.com/office/drawing/2014/main" id="{94D1231B-CDBC-45FD-BEF2-322E745D7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7723" y="6637749"/>
            <a:ext cx="4800864" cy="1164258"/>
          </a:xfrm>
          <a:custGeom xmlns:a="http://schemas.openxmlformats.org/drawingml/2006/main">
            <a:pathLst>
              <a:path w="4871988" h="1181506">
                <a:moveTo>
                  <a:pt x="535" y="94574"/>
                </a:moveTo>
                <a:lnTo>
                  <a:pt x="535" y="94574"/>
                </a:lnTo>
                <a:cubicBezTo>
                  <a:pt x="535" y="77814"/>
                  <a:pt x="4863" y="61606"/>
                  <a:pt x="12966" y="47554"/>
                </a:cubicBezTo>
                <a:cubicBezTo>
                  <a:pt x="21622" y="32968"/>
                  <a:pt x="33500" y="21070"/>
                  <a:pt x="47555" y="12965"/>
                </a:cubicBezTo>
                <a:cubicBezTo>
                  <a:pt x="62160" y="4309"/>
                  <a:pt x="78367" y="0"/>
                  <a:pt x="95127" y="0"/>
                </a:cubicBezTo>
                <a:lnTo>
                  <a:pt x="4777395" y="534"/>
                </a:lnTo>
                <a:cubicBezTo>
                  <a:pt x="4794155" y="534"/>
                  <a:pt x="4810361" y="4862"/>
                  <a:pt x="4824414" y="12965"/>
                </a:cubicBezTo>
                <a:cubicBezTo>
                  <a:pt x="4839020" y="21603"/>
                  <a:pt x="4850899" y="33501"/>
                  <a:pt x="4859002" y="47554"/>
                </a:cubicBezTo>
                <a:cubicBezTo>
                  <a:pt x="4867659" y="62140"/>
                  <a:pt x="4871988" y="78366"/>
                  <a:pt x="4871988" y="95127"/>
                </a:cubicBezTo>
                <a:lnTo>
                  <a:pt x="4871988" y="1086914"/>
                </a:lnTo>
                <a:cubicBezTo>
                  <a:pt x="4871988" y="1103674"/>
                  <a:pt x="4867659" y="1119881"/>
                  <a:pt x="4859555" y="1133934"/>
                </a:cubicBezTo>
                <a:cubicBezTo>
                  <a:pt x="4850899" y="1148539"/>
                  <a:pt x="4839020" y="1160418"/>
                  <a:pt x="4824968" y="1168541"/>
                </a:cubicBezTo>
                <a:cubicBezTo>
                  <a:pt x="4810361" y="1177179"/>
                  <a:pt x="4794155" y="1181506"/>
                  <a:pt x="4777395" y="1181506"/>
                </a:cubicBezTo>
                <a:lnTo>
                  <a:pt x="94573" y="1181506"/>
                </a:lnTo>
                <a:cubicBezTo>
                  <a:pt x="77832" y="1181506"/>
                  <a:pt x="61607" y="1177179"/>
                  <a:pt x="47555" y="1169075"/>
                </a:cubicBezTo>
                <a:cubicBezTo>
                  <a:pt x="32967" y="1160418"/>
                  <a:pt x="21069" y="1148539"/>
                  <a:pt x="12966" y="1134487"/>
                </a:cubicBezTo>
                <a:cubicBezTo>
                  <a:pt x="4328" y="1119881"/>
                  <a:pt x="0" y="1103674"/>
                  <a:pt x="0" y="1086914"/>
                </a:cubicBezTo>
                <a:lnTo>
                  <a:pt x="535" y="94574"/>
                </a:lnTo>
              </a:path>
            </a:pathLst>
          </a:custGeom>
          <a:solidFill xmlns:a="http://schemas.openxmlformats.org/drawingml/2006/main">
            <a:srgbClr val="F9F6FC"/>
          </a:solidFill>
          <a:ln xmlns:a="http://schemas.openxmlformats.org/drawingml/2006/main" w="22369">
            <a:solidFill>
              <a:srgbClr val="B499D2"/>
            </a:solidFill>
            <a:prstDash val="solid"/>
          </a:ln>
        </p:spPr>
      </p:sp>
      <p:sp>
        <p:nvSpPr>
          <p:cNvPr id="675" name="text-610 Controllable">
            <a:extLst xmlns:a="http://schemas.openxmlformats.org/drawingml/2006/main">
              <a:ext uri="{FF2B5EF4-FFF2-40B4-BE49-F238E27FC236}">
                <a16:creationId xmlns:a16="http://schemas.microsoft.com/office/drawing/2014/main" id="{B546B514-A0D0-409B-9E83-8B7D10C35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23215" y="6684229"/>
            <a:ext cx="1177626" cy="2741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2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2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pPr>
            <a:r>
              <a:rPr sz="1542" b="1" i="0">
                <a:solidFill>
                  <a:srgbClr val="382456"/>
                </a:solidFill>
                <a:latin typeface="Arial"/>
                <a:ea typeface="Arial"/>
                <a:cs typeface="Arial"/>
              </a:rPr>
              <a:t>Controllable</a:t>
            </a:r>
          </a:p>
        </p:txBody>
      </p:sp>
      <p:sp>
        <p:nvSpPr>
          <p:cNvPr id="676" name="text-610 Page">
            <a:extLst xmlns:a="http://schemas.openxmlformats.org/drawingml/2006/main">
              <a:ext uri="{FF2B5EF4-FFF2-40B4-BE49-F238E27FC236}">
                <a16:creationId xmlns:a16="http://schemas.microsoft.com/office/drawing/2014/main" id="{8A0224F5-022D-4643-814C-8AF53DD8F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19158" y="6683842"/>
            <a:ext cx="504348" cy="2747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5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5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pPr>
            <a:r>
              <a:rPr sz="1545" b="1" i="0">
                <a:solidFill>
                  <a:srgbClr val="382456"/>
                </a:solidFill>
                <a:latin typeface="Arial"/>
                <a:ea typeface="Arial"/>
                <a:cs typeface="Arial"/>
              </a:rPr>
              <a:t>Page</a:t>
            </a:r>
          </a:p>
        </p:txBody>
      </p:sp>
      <p:sp>
        <p:nvSpPr>
          <p:cNvPr id="677" name="text-610 Program">
            <a:extLst xmlns:a="http://schemas.openxmlformats.org/drawingml/2006/main">
              <a:ext uri="{FF2B5EF4-FFF2-40B4-BE49-F238E27FC236}">
                <a16:creationId xmlns:a16="http://schemas.microsoft.com/office/drawing/2014/main" id="{32F03B42-8B6B-4D12-8AD6-857711B0CB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41753" y="6683960"/>
            <a:ext cx="841693" cy="2745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4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4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pPr>
            <a:r>
              <a:rPr sz="1544" b="1" i="0">
                <a:solidFill>
                  <a:srgbClr val="382456"/>
                </a:solidFill>
                <a:latin typeface="Arial"/>
                <a:ea typeface="Arial"/>
                <a:cs typeface="Arial"/>
              </a:rPr>
              <a:t>Program</a:t>
            </a:r>
          </a:p>
        </p:txBody>
      </p:sp>
      <p:sp>
        <p:nvSpPr>
          <p:cNvPr id="678" name="text-611 Element">
            <a:extLst xmlns:a="http://schemas.openxmlformats.org/drawingml/2006/main">
              <a:ext uri="{FF2B5EF4-FFF2-40B4-BE49-F238E27FC236}">
                <a16:creationId xmlns:a16="http://schemas.microsoft.com/office/drawing/2014/main" id="{81167AC5-732C-4001-929A-ECC69C2C40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17794" y="6961678"/>
            <a:ext cx="508922" cy="1750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8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8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85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Element</a:t>
            </a:r>
          </a:p>
        </p:txBody>
      </p:sp>
      <p:sp>
        <p:nvSpPr>
          <p:cNvPr id="679" name="text-612 Density">
            <a:extLst xmlns:a="http://schemas.openxmlformats.org/drawingml/2006/main">
              <a:ext uri="{FF2B5EF4-FFF2-40B4-BE49-F238E27FC236}">
                <a16:creationId xmlns:a16="http://schemas.microsoft.com/office/drawing/2014/main" id="{6DF5476F-D5E4-4D55-9B5A-F27EDF1904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38576" y="7135055"/>
            <a:ext cx="467040" cy="1724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7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7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70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Density</a:t>
            </a:r>
          </a:p>
        </p:txBody>
      </p:sp>
      <p:sp>
        <p:nvSpPr>
          <p:cNvPr id="680" name="text-613 Proportion">
            <a:extLst xmlns:a="http://schemas.openxmlformats.org/drawingml/2006/main">
              <a:ext uri="{FF2B5EF4-FFF2-40B4-BE49-F238E27FC236}">
                <a16:creationId xmlns:a16="http://schemas.microsoft.com/office/drawing/2014/main" id="{B0E4F8C2-F649-4753-9883-C3599FB1B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12309" y="6961658"/>
            <a:ext cx="661651" cy="1751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8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8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85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Proportion</a:t>
            </a:r>
          </a:p>
        </p:txBody>
      </p:sp>
      <p:sp>
        <p:nvSpPr>
          <p:cNvPr id="681" name="text-614 Nesting">
            <a:extLst xmlns:a="http://schemas.openxmlformats.org/drawingml/2006/main">
              <a:ext uri="{FF2B5EF4-FFF2-40B4-BE49-F238E27FC236}">
                <a16:creationId xmlns:a16="http://schemas.microsoft.com/office/drawing/2014/main" id="{31282F49-F62C-433B-A342-8D4AD2B33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79384" y="6964881"/>
            <a:ext cx="468729" cy="1705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5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5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5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Nesting</a:t>
            </a:r>
          </a:p>
        </p:txBody>
      </p:sp>
      <p:sp>
        <p:nvSpPr>
          <p:cNvPr id="682" name="text-615 Adjacency">
            <a:extLst xmlns:a="http://schemas.openxmlformats.org/drawingml/2006/main">
              <a:ext uri="{FF2B5EF4-FFF2-40B4-BE49-F238E27FC236}">
                <a16:creationId xmlns:a16="http://schemas.microsoft.com/office/drawing/2014/main" id="{222E177A-5BFC-4AC4-B828-605CC52ED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72828" y="6966260"/>
            <a:ext cx="624283" cy="1686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4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Adjacency</a:t>
            </a:r>
          </a:p>
        </p:txBody>
      </p:sp>
      <p:sp>
        <p:nvSpPr>
          <p:cNvPr id="683" name="text-616 Language">
            <a:extLst xmlns:a="http://schemas.openxmlformats.org/drawingml/2006/main">
              <a:ext uri="{FF2B5EF4-FFF2-40B4-BE49-F238E27FC236}">
                <a16:creationId xmlns:a16="http://schemas.microsoft.com/office/drawing/2014/main" id="{A51DFBAB-99E5-457F-BA48-995CF4054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19539" y="6968747"/>
            <a:ext cx="578409" cy="1651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2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2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2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Language</a:t>
            </a:r>
          </a:p>
        </p:txBody>
      </p:sp>
      <p:sp>
        <p:nvSpPr>
          <p:cNvPr id="684" name="text-616 /">
            <a:extLst xmlns:a="http://schemas.openxmlformats.org/drawingml/2006/main">
              <a:ext uri="{FF2B5EF4-FFF2-40B4-BE49-F238E27FC236}">
                <a16:creationId xmlns:a16="http://schemas.microsoft.com/office/drawing/2014/main" id="{ECEB3CFF-C452-4BB7-9934-5090421C1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08198" y="6943990"/>
            <a:ext cx="87027" cy="1998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2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2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124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/</a:t>
            </a:r>
          </a:p>
        </p:txBody>
      </p:sp>
      <p:sp>
        <p:nvSpPr>
          <p:cNvPr id="685" name="text-617 Context">
            <a:extLst xmlns:a="http://schemas.openxmlformats.org/drawingml/2006/main">
              <a:ext uri="{FF2B5EF4-FFF2-40B4-BE49-F238E27FC236}">
                <a16:creationId xmlns:a16="http://schemas.microsoft.com/office/drawing/2014/main" id="{075D9501-87B5-45F7-B61E-1D6C1CB82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15945" y="7135186"/>
            <a:ext cx="480009" cy="1722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6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6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6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Context</a:t>
            </a:r>
          </a:p>
        </p:txBody>
      </p:sp>
      <p:sp>
        <p:nvSpPr>
          <p:cNvPr id="686" name="text-618 Layout">
            <a:extLst xmlns:a="http://schemas.openxmlformats.org/drawingml/2006/main">
              <a:ext uri="{FF2B5EF4-FFF2-40B4-BE49-F238E27FC236}">
                <a16:creationId xmlns:a16="http://schemas.microsoft.com/office/drawing/2014/main" id="{555A4718-F1C8-494F-975A-6565286DA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18572" y="6966247"/>
            <a:ext cx="416603" cy="1686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4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Layout</a:t>
            </a:r>
          </a:p>
        </p:txBody>
      </p:sp>
      <p:sp>
        <p:nvSpPr>
          <p:cNvPr id="687" name="text-619 Complexity">
            <a:extLst xmlns:a="http://schemas.openxmlformats.org/drawingml/2006/main">
              <a:ext uri="{FF2B5EF4-FFF2-40B4-BE49-F238E27FC236}">
                <a16:creationId xmlns:a16="http://schemas.microsoft.com/office/drawing/2014/main" id="{5B2B3F69-9EAF-4E59-8A1C-BE9869BDD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83818" y="7135131"/>
            <a:ext cx="685557" cy="1723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6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69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69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Complexity</a:t>
            </a:r>
          </a:p>
        </p:txBody>
      </p:sp>
      <p:sp>
        <p:nvSpPr>
          <p:cNvPr id="688" name="path-620">
            <a:extLst xmlns:a="http://schemas.openxmlformats.org/drawingml/2006/main">
              <a:ext uri="{FF2B5EF4-FFF2-40B4-BE49-F238E27FC236}">
                <a16:creationId xmlns:a16="http://schemas.microsoft.com/office/drawing/2014/main" id="{4709DA2E-EE40-4F61-84DA-F7C4A4CD4A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8030" y="7394568"/>
            <a:ext cx="451123" cy="191"/>
          </a:xfrm>
          <a:custGeom xmlns:a="http://schemas.openxmlformats.org/drawingml/2006/main">
            <a:pathLst>
              <a:path w="457807" h="191">
                <a:moveTo>
                  <a:pt x="0" y="0"/>
                </a:moveTo>
                <a:lnTo>
                  <a:pt x="457807" y="0"/>
                </a:lnTo>
              </a:path>
            </a:pathLst>
          </a:custGeom>
          <a:noFill xmlns:a="http://schemas.openxmlformats.org/drawingml/2006/main"/>
          <a:ln xmlns:a="http://schemas.openxmlformats.org/drawingml/2006/main" w="24499">
            <a:solidFill>
              <a:srgbClr val="5B4A74"/>
            </a:solidFill>
            <a:prstDash val="solid"/>
          </a:ln>
        </p:spPr>
      </p:sp>
      <p:sp>
        <p:nvSpPr>
          <p:cNvPr id="689" name="path-621">
            <a:extLst xmlns:a="http://schemas.openxmlformats.org/drawingml/2006/main">
              <a:ext uri="{FF2B5EF4-FFF2-40B4-BE49-F238E27FC236}">
                <a16:creationId xmlns:a16="http://schemas.microsoft.com/office/drawing/2014/main" id="{EA3088E4-A6CE-4736-A039-0631145A6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34855" y="7343445"/>
            <a:ext cx="94790" cy="94789"/>
          </a:xfrm>
          <a:custGeom xmlns:a="http://schemas.openxmlformats.org/drawingml/2006/main">
            <a:pathLst>
              <a:path w="96195" h="96194">
                <a:moveTo>
                  <a:pt x="0" y="48087"/>
                </a:moveTo>
                <a:lnTo>
                  <a:pt x="0" y="48087"/>
                </a:lnTo>
                <a:cubicBezTo>
                  <a:pt x="0" y="39450"/>
                  <a:pt x="2154" y="31345"/>
                  <a:pt x="6482" y="24310"/>
                </a:cubicBezTo>
                <a:cubicBezTo>
                  <a:pt x="10791" y="16741"/>
                  <a:pt x="16741" y="10810"/>
                  <a:pt x="24310" y="6482"/>
                </a:cubicBezTo>
                <a:cubicBezTo>
                  <a:pt x="31347" y="2154"/>
                  <a:pt x="39450" y="0"/>
                  <a:pt x="48087" y="0"/>
                </a:cubicBezTo>
                <a:cubicBezTo>
                  <a:pt x="56744" y="0"/>
                  <a:pt x="64848" y="2154"/>
                  <a:pt x="72418" y="6482"/>
                </a:cubicBezTo>
                <a:cubicBezTo>
                  <a:pt x="79434" y="10810"/>
                  <a:pt x="85383" y="16741"/>
                  <a:pt x="89711" y="24310"/>
                </a:cubicBezTo>
                <a:cubicBezTo>
                  <a:pt x="94040" y="31345"/>
                  <a:pt x="96195" y="39450"/>
                  <a:pt x="96195" y="48087"/>
                </a:cubicBezTo>
                <a:cubicBezTo>
                  <a:pt x="96195" y="56744"/>
                  <a:pt x="94040" y="64847"/>
                  <a:pt x="89711" y="72417"/>
                </a:cubicBezTo>
                <a:cubicBezTo>
                  <a:pt x="85383" y="79453"/>
                  <a:pt x="79434" y="85383"/>
                  <a:pt x="72418" y="89711"/>
                </a:cubicBezTo>
                <a:cubicBezTo>
                  <a:pt x="64848" y="94038"/>
                  <a:pt x="56744" y="96194"/>
                  <a:pt x="48087" y="96194"/>
                </a:cubicBezTo>
                <a:cubicBezTo>
                  <a:pt x="39450" y="96194"/>
                  <a:pt x="31347" y="94038"/>
                  <a:pt x="24310" y="89711"/>
                </a:cubicBezTo>
                <a:cubicBezTo>
                  <a:pt x="16741" y="85383"/>
                  <a:pt x="10791" y="79453"/>
                  <a:pt x="6482" y="72417"/>
                </a:cubicBezTo>
                <a:cubicBezTo>
                  <a:pt x="2154" y="64847"/>
                  <a:pt x="0" y="56744"/>
                  <a:pt x="0" y="48087"/>
                </a:cubicBezTo>
              </a:path>
            </a:pathLst>
          </a:custGeom>
          <a:solidFill xmlns:a="http://schemas.openxmlformats.org/drawingml/2006/main">
            <a:srgbClr val="A895C6"/>
          </a:solidFill>
          <a:ln xmlns:a="http://schemas.openxmlformats.org/drawingml/2006/main" w="13315">
            <a:solidFill>
              <a:srgbClr val="5B4A74"/>
            </a:solidFill>
            <a:prstDash val="solid"/>
          </a:ln>
        </p:spPr>
      </p:sp>
      <p:sp>
        <p:nvSpPr>
          <p:cNvPr id="690" name="path-622">
            <a:extLst xmlns:a="http://schemas.openxmlformats.org/drawingml/2006/main">
              <a:ext uri="{FF2B5EF4-FFF2-40B4-BE49-F238E27FC236}">
                <a16:creationId xmlns:a16="http://schemas.microsoft.com/office/drawing/2014/main" id="{CB6FE9F8-296D-4851-8D8D-FEFBE7524A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8030" y="7525584"/>
            <a:ext cx="451123" cy="191"/>
          </a:xfrm>
          <a:custGeom xmlns:a="http://schemas.openxmlformats.org/drawingml/2006/main">
            <a:pathLst>
              <a:path w="457807" h="191">
                <a:moveTo>
                  <a:pt x="0" y="0"/>
                </a:moveTo>
                <a:lnTo>
                  <a:pt x="457807" y="0"/>
                </a:lnTo>
              </a:path>
            </a:pathLst>
          </a:custGeom>
          <a:noFill xmlns:a="http://schemas.openxmlformats.org/drawingml/2006/main"/>
          <a:ln xmlns:a="http://schemas.openxmlformats.org/drawingml/2006/main" w="24499">
            <a:solidFill>
              <a:srgbClr val="5B4A74"/>
            </a:solidFill>
            <a:prstDash val="solid"/>
          </a:ln>
        </p:spPr>
      </p:sp>
      <p:sp>
        <p:nvSpPr>
          <p:cNvPr id="691" name="path-623">
            <a:extLst xmlns:a="http://schemas.openxmlformats.org/drawingml/2006/main">
              <a:ext uri="{FF2B5EF4-FFF2-40B4-BE49-F238E27FC236}">
                <a16:creationId xmlns:a16="http://schemas.microsoft.com/office/drawing/2014/main" id="{83D3516E-87DC-4EBE-9F14-2A6BF34F6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23928" y="7474460"/>
            <a:ext cx="94790" cy="94810"/>
          </a:xfrm>
          <a:custGeom xmlns:a="http://schemas.openxmlformats.org/drawingml/2006/main">
            <a:pathLst>
              <a:path w="96195" h="96214">
                <a:moveTo>
                  <a:pt x="0" y="48106"/>
                </a:moveTo>
                <a:lnTo>
                  <a:pt x="0" y="48106"/>
                </a:lnTo>
                <a:cubicBezTo>
                  <a:pt x="0" y="39451"/>
                  <a:pt x="2154" y="31347"/>
                  <a:pt x="6482" y="24311"/>
                </a:cubicBezTo>
                <a:cubicBezTo>
                  <a:pt x="10791" y="16760"/>
                  <a:pt x="16741" y="10811"/>
                  <a:pt x="24310" y="6482"/>
                </a:cubicBezTo>
                <a:cubicBezTo>
                  <a:pt x="31347" y="2154"/>
                  <a:pt x="39450" y="0"/>
                  <a:pt x="48087" y="0"/>
                </a:cubicBezTo>
                <a:cubicBezTo>
                  <a:pt x="56744" y="0"/>
                  <a:pt x="64848" y="2154"/>
                  <a:pt x="72417" y="6482"/>
                </a:cubicBezTo>
                <a:cubicBezTo>
                  <a:pt x="79434" y="10811"/>
                  <a:pt x="85383" y="16760"/>
                  <a:pt x="89711" y="24311"/>
                </a:cubicBezTo>
                <a:cubicBezTo>
                  <a:pt x="94040" y="31347"/>
                  <a:pt x="96195" y="39451"/>
                  <a:pt x="96195" y="48106"/>
                </a:cubicBezTo>
                <a:cubicBezTo>
                  <a:pt x="96195" y="56744"/>
                  <a:pt x="94040" y="64847"/>
                  <a:pt x="89711" y="72418"/>
                </a:cubicBezTo>
                <a:cubicBezTo>
                  <a:pt x="85383" y="79453"/>
                  <a:pt x="79434" y="85402"/>
                  <a:pt x="72417" y="89711"/>
                </a:cubicBezTo>
                <a:cubicBezTo>
                  <a:pt x="64848" y="94040"/>
                  <a:pt x="56744" y="96214"/>
                  <a:pt x="48087" y="96214"/>
                </a:cubicBezTo>
                <a:cubicBezTo>
                  <a:pt x="39450" y="96214"/>
                  <a:pt x="31347" y="94040"/>
                  <a:pt x="24310" y="89711"/>
                </a:cubicBezTo>
                <a:cubicBezTo>
                  <a:pt x="16741" y="85402"/>
                  <a:pt x="10791" y="79453"/>
                  <a:pt x="6482" y="72418"/>
                </a:cubicBezTo>
                <a:cubicBezTo>
                  <a:pt x="2154" y="64847"/>
                  <a:pt x="0" y="56744"/>
                  <a:pt x="0" y="48106"/>
                </a:cubicBezTo>
              </a:path>
            </a:pathLst>
          </a:custGeom>
          <a:solidFill xmlns:a="http://schemas.openxmlformats.org/drawingml/2006/main">
            <a:srgbClr val="A895C6"/>
          </a:solidFill>
          <a:ln xmlns:a="http://schemas.openxmlformats.org/drawingml/2006/main" w="13315">
            <a:solidFill>
              <a:srgbClr val="5B4A74"/>
            </a:solidFill>
            <a:prstDash val="solid"/>
          </a:ln>
        </p:spPr>
      </p:sp>
      <p:sp>
        <p:nvSpPr>
          <p:cNvPr id="692" name="path-624">
            <a:extLst xmlns:a="http://schemas.openxmlformats.org/drawingml/2006/main">
              <a:ext uri="{FF2B5EF4-FFF2-40B4-BE49-F238E27FC236}">
                <a16:creationId xmlns:a16="http://schemas.microsoft.com/office/drawing/2014/main" id="{CCF667AA-7972-4D35-9933-0F9A25539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18970" y="7350358"/>
            <a:ext cx="206641" cy="290796"/>
          </a:xfrm>
          <a:custGeom xmlns:a="http://schemas.openxmlformats.org/drawingml/2006/main">
            <a:pathLst>
              <a:path w="209702" h="295104">
                <a:moveTo>
                  <a:pt x="62160" y="147562"/>
                </a:moveTo>
                <a:lnTo>
                  <a:pt x="62160" y="0"/>
                </a:lnTo>
                <a:lnTo>
                  <a:pt x="91332" y="2708"/>
                </a:lnTo>
                <a:lnTo>
                  <a:pt x="118903" y="11345"/>
                </a:lnTo>
                <a:lnTo>
                  <a:pt x="144854" y="25397"/>
                </a:lnTo>
                <a:lnTo>
                  <a:pt x="167544" y="43779"/>
                </a:lnTo>
                <a:lnTo>
                  <a:pt x="185391" y="67022"/>
                </a:lnTo>
                <a:lnTo>
                  <a:pt x="198890" y="92972"/>
                </a:lnTo>
                <a:lnTo>
                  <a:pt x="206993" y="121078"/>
                </a:lnTo>
                <a:lnTo>
                  <a:pt x="209702" y="150252"/>
                </a:lnTo>
                <a:lnTo>
                  <a:pt x="205926" y="179443"/>
                </a:lnTo>
                <a:lnTo>
                  <a:pt x="196736" y="207014"/>
                </a:lnTo>
                <a:lnTo>
                  <a:pt x="182130" y="232411"/>
                </a:lnTo>
                <a:lnTo>
                  <a:pt x="163216" y="254569"/>
                </a:lnTo>
                <a:lnTo>
                  <a:pt x="139973" y="272416"/>
                </a:lnTo>
                <a:lnTo>
                  <a:pt x="114041" y="285381"/>
                </a:lnTo>
                <a:lnTo>
                  <a:pt x="85383" y="292950"/>
                </a:lnTo>
                <a:lnTo>
                  <a:pt x="56209" y="295104"/>
                </a:lnTo>
                <a:lnTo>
                  <a:pt x="27553" y="290796"/>
                </a:lnTo>
                <a:lnTo>
                  <a:pt x="0" y="281052"/>
                </a:lnTo>
                <a:lnTo>
                  <a:pt x="62160" y="147562"/>
                </a:lnTo>
              </a:path>
            </a:pathLst>
          </a:custGeom>
          <a:solidFill xmlns:a="http://schemas.openxmlformats.org/drawingml/2006/main">
            <a:srgbClr val="8FACCE"/>
          </a:solidFill>
          <a:ln xmlns:a="http://schemas.openxmlformats.org/drawingml/2006/main" w="11185">
            <a:solidFill>
              <a:srgbClr val="FFFFFF"/>
            </a:solidFill>
            <a:prstDash val="solid"/>
          </a:ln>
        </p:spPr>
      </p:sp>
      <p:sp>
        <p:nvSpPr>
          <p:cNvPr id="693" name="path-625">
            <a:extLst xmlns:a="http://schemas.openxmlformats.org/drawingml/2006/main">
              <a:ext uri="{FF2B5EF4-FFF2-40B4-BE49-F238E27FC236}">
                <a16:creationId xmlns:a16="http://schemas.microsoft.com/office/drawing/2014/main" id="{64935CF8-2F90-4164-82D2-A48CCEBBC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5885" y="7398834"/>
            <a:ext cx="145389" cy="229020"/>
          </a:xfrm>
          <a:custGeom xmlns:a="http://schemas.openxmlformats.org/drawingml/2006/main">
            <a:pathLst>
              <a:path w="147542" h="232412">
                <a:moveTo>
                  <a:pt x="147542" y="98368"/>
                </a:moveTo>
                <a:lnTo>
                  <a:pt x="84848" y="232412"/>
                </a:lnTo>
                <a:lnTo>
                  <a:pt x="71331" y="224842"/>
                </a:lnTo>
                <a:lnTo>
                  <a:pt x="58899" y="216186"/>
                </a:lnTo>
                <a:lnTo>
                  <a:pt x="47020" y="206461"/>
                </a:lnTo>
                <a:lnTo>
                  <a:pt x="36208" y="195650"/>
                </a:lnTo>
                <a:lnTo>
                  <a:pt x="27018" y="183752"/>
                </a:lnTo>
                <a:lnTo>
                  <a:pt x="18361" y="170786"/>
                </a:lnTo>
                <a:lnTo>
                  <a:pt x="11879" y="156734"/>
                </a:lnTo>
                <a:lnTo>
                  <a:pt x="6482" y="142681"/>
                </a:lnTo>
                <a:lnTo>
                  <a:pt x="2688" y="128095"/>
                </a:lnTo>
                <a:lnTo>
                  <a:pt x="533" y="112955"/>
                </a:lnTo>
                <a:lnTo>
                  <a:pt x="0" y="97281"/>
                </a:lnTo>
                <a:lnTo>
                  <a:pt x="533" y="82141"/>
                </a:lnTo>
                <a:lnTo>
                  <a:pt x="3241" y="67022"/>
                </a:lnTo>
                <a:lnTo>
                  <a:pt x="7017" y="52416"/>
                </a:lnTo>
                <a:lnTo>
                  <a:pt x="12431" y="37829"/>
                </a:lnTo>
                <a:lnTo>
                  <a:pt x="19448" y="24311"/>
                </a:lnTo>
                <a:lnTo>
                  <a:pt x="28105" y="11345"/>
                </a:lnTo>
                <a:lnTo>
                  <a:pt x="37829" y="0"/>
                </a:lnTo>
                <a:lnTo>
                  <a:pt x="147542" y="98368"/>
                </a:lnTo>
              </a:path>
            </a:pathLst>
          </a:custGeom>
          <a:solidFill xmlns:a="http://schemas.openxmlformats.org/drawingml/2006/main">
            <a:srgbClr val="C2D3E6"/>
          </a:solidFill>
          <a:ln xmlns:a="http://schemas.openxmlformats.org/drawingml/2006/main" w="11185">
            <a:solidFill>
              <a:srgbClr val="FFFFFF"/>
            </a:solidFill>
            <a:prstDash val="solid"/>
          </a:ln>
        </p:spPr>
      </p:sp>
      <p:sp>
        <p:nvSpPr>
          <p:cNvPr id="694" name="path-626">
            <a:extLst xmlns:a="http://schemas.openxmlformats.org/drawingml/2006/main">
              <a:ext uri="{FF2B5EF4-FFF2-40B4-BE49-F238E27FC236}">
                <a16:creationId xmlns:a16="http://schemas.microsoft.com/office/drawing/2014/main" id="{1E5C7D8E-5B77-43F2-B771-787466D83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73162" y="7350885"/>
            <a:ext cx="108112" cy="145408"/>
          </a:xfrm>
          <a:custGeom xmlns:a="http://schemas.openxmlformats.org/drawingml/2006/main">
            <a:pathLst>
              <a:path w="109713" h="147562">
                <a:moveTo>
                  <a:pt x="109713" y="147562"/>
                </a:moveTo>
                <a:lnTo>
                  <a:pt x="0" y="48659"/>
                </a:lnTo>
                <a:lnTo>
                  <a:pt x="4328" y="43797"/>
                </a:lnTo>
                <a:lnTo>
                  <a:pt x="9191" y="38916"/>
                </a:lnTo>
                <a:lnTo>
                  <a:pt x="14587" y="34054"/>
                </a:lnTo>
                <a:lnTo>
                  <a:pt x="20001" y="29744"/>
                </a:lnTo>
                <a:lnTo>
                  <a:pt x="25397" y="25950"/>
                </a:lnTo>
                <a:lnTo>
                  <a:pt x="31347" y="22174"/>
                </a:lnTo>
                <a:lnTo>
                  <a:pt x="37297" y="18933"/>
                </a:lnTo>
                <a:lnTo>
                  <a:pt x="43245" y="15692"/>
                </a:lnTo>
                <a:lnTo>
                  <a:pt x="49176" y="12431"/>
                </a:lnTo>
                <a:lnTo>
                  <a:pt x="55677" y="9743"/>
                </a:lnTo>
                <a:lnTo>
                  <a:pt x="62160" y="7570"/>
                </a:lnTo>
                <a:lnTo>
                  <a:pt x="68642" y="5415"/>
                </a:lnTo>
                <a:lnTo>
                  <a:pt x="75659" y="3794"/>
                </a:lnTo>
                <a:lnTo>
                  <a:pt x="82161" y="2173"/>
                </a:lnTo>
                <a:lnTo>
                  <a:pt x="88644" y="1086"/>
                </a:lnTo>
                <a:lnTo>
                  <a:pt x="95661" y="553"/>
                </a:lnTo>
                <a:lnTo>
                  <a:pt x="102697" y="0"/>
                </a:lnTo>
                <a:lnTo>
                  <a:pt x="109713" y="0"/>
                </a:lnTo>
                <a:lnTo>
                  <a:pt x="109713" y="147562"/>
                </a:lnTo>
              </a:path>
            </a:pathLst>
          </a:custGeom>
          <a:solidFill xmlns:a="http://schemas.openxmlformats.org/drawingml/2006/main">
            <a:srgbClr val="6384B0"/>
          </a:solidFill>
          <a:ln xmlns:a="http://schemas.openxmlformats.org/drawingml/2006/main" w="11185">
            <a:solidFill>
              <a:srgbClr val="FFFFFF"/>
            </a:solidFill>
            <a:prstDash val="solid"/>
          </a:ln>
        </p:spPr>
      </p:sp>
      <p:sp>
        <p:nvSpPr>
          <p:cNvPr id="695" name="path-627">
            <a:extLst xmlns:a="http://schemas.openxmlformats.org/drawingml/2006/main">
              <a:ext uri="{FF2B5EF4-FFF2-40B4-BE49-F238E27FC236}">
                <a16:creationId xmlns:a16="http://schemas.microsoft.com/office/drawing/2014/main" id="{45975531-9629-4A18-9520-0EA8A9056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5317" y="7336511"/>
            <a:ext cx="191" cy="261504"/>
          </a:xfrm>
          <a:custGeom xmlns:a="http://schemas.openxmlformats.org/drawingml/2006/main">
            <a:pathLst>
              <a:path w="191" h="265378">
                <a:moveTo>
                  <a:pt x="0" y="0"/>
                </a:moveTo>
                <a:lnTo>
                  <a:pt x="0" y="265378"/>
                </a:lnTo>
              </a:path>
            </a:pathLst>
          </a:custGeom>
          <a:noFill xmlns:a="http://schemas.openxmlformats.org/drawingml/2006/main"/>
          <a:ln xmlns:a="http://schemas.openxmlformats.org/drawingml/2006/main" w="22369">
            <a:solidFill>
              <a:srgbClr val="5B4A74"/>
            </a:solidFill>
            <a:prstDash val="solid"/>
          </a:ln>
        </p:spPr>
      </p:sp>
      <p:sp>
        <p:nvSpPr>
          <p:cNvPr id="696" name="path-628">
            <a:extLst xmlns:a="http://schemas.openxmlformats.org/drawingml/2006/main">
              <a:ext uri="{FF2B5EF4-FFF2-40B4-BE49-F238E27FC236}">
                <a16:creationId xmlns:a16="http://schemas.microsoft.com/office/drawing/2014/main" id="{2EB25EF7-232C-4845-92DC-772059297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5317" y="7350885"/>
            <a:ext cx="116642" cy="191"/>
          </a:xfrm>
          <a:custGeom xmlns:a="http://schemas.openxmlformats.org/drawingml/2006/main">
            <a:pathLst>
              <a:path w="118370" h="191">
                <a:moveTo>
                  <a:pt x="0" y="0"/>
                </a:moveTo>
                <a:lnTo>
                  <a:pt x="11837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B4A74"/>
            </a:solidFill>
            <a:prstDash val="solid"/>
          </a:ln>
        </p:spPr>
      </p:sp>
      <p:sp>
        <p:nvSpPr>
          <p:cNvPr id="697" name="path-629">
            <a:extLst xmlns:a="http://schemas.openxmlformats.org/drawingml/2006/main">
              <a:ext uri="{FF2B5EF4-FFF2-40B4-BE49-F238E27FC236}">
                <a16:creationId xmlns:a16="http://schemas.microsoft.com/office/drawing/2014/main" id="{264B8763-0CD3-4982-90BE-C1E5BD2CEB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51960" y="7350885"/>
            <a:ext cx="159762" cy="191"/>
          </a:xfrm>
          <a:custGeom xmlns:a="http://schemas.openxmlformats.org/drawingml/2006/main">
            <a:pathLst>
              <a:path w="162129" h="191">
                <a:moveTo>
                  <a:pt x="0" y="0"/>
                </a:moveTo>
                <a:lnTo>
                  <a:pt x="162129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8A78A8"/>
            </a:solidFill>
            <a:prstDash val="solid"/>
          </a:ln>
        </p:spPr>
      </p:sp>
      <p:sp>
        <p:nvSpPr>
          <p:cNvPr id="698" name="path-630">
            <a:extLst xmlns:a="http://schemas.openxmlformats.org/drawingml/2006/main">
              <a:ext uri="{FF2B5EF4-FFF2-40B4-BE49-F238E27FC236}">
                <a16:creationId xmlns:a16="http://schemas.microsoft.com/office/drawing/2014/main" id="{9EF93469-B01B-4DB5-A88C-ABF26D7D6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5317" y="7452627"/>
            <a:ext cx="116642" cy="191"/>
          </a:xfrm>
          <a:custGeom xmlns:a="http://schemas.openxmlformats.org/drawingml/2006/main">
            <a:pathLst>
              <a:path w="118370" h="191">
                <a:moveTo>
                  <a:pt x="0" y="0"/>
                </a:moveTo>
                <a:lnTo>
                  <a:pt x="11837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B4A74"/>
            </a:solidFill>
            <a:prstDash val="solid"/>
          </a:ln>
        </p:spPr>
      </p:sp>
      <p:sp>
        <p:nvSpPr>
          <p:cNvPr id="699" name="path-631">
            <a:extLst xmlns:a="http://schemas.openxmlformats.org/drawingml/2006/main">
              <a:ext uri="{FF2B5EF4-FFF2-40B4-BE49-F238E27FC236}">
                <a16:creationId xmlns:a16="http://schemas.microsoft.com/office/drawing/2014/main" id="{D0773E4E-FEAB-45E0-AAEE-954E5792B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51960" y="7452627"/>
            <a:ext cx="159762" cy="191"/>
          </a:xfrm>
          <a:custGeom xmlns:a="http://schemas.openxmlformats.org/drawingml/2006/main">
            <a:pathLst>
              <a:path w="162129" h="191">
                <a:moveTo>
                  <a:pt x="0" y="0"/>
                </a:moveTo>
                <a:lnTo>
                  <a:pt x="162129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8A78A8"/>
            </a:solidFill>
            <a:prstDash val="solid"/>
          </a:ln>
        </p:spPr>
      </p:sp>
      <p:sp>
        <p:nvSpPr>
          <p:cNvPr id="700" name="path-632">
            <a:extLst xmlns:a="http://schemas.openxmlformats.org/drawingml/2006/main">
              <a:ext uri="{FF2B5EF4-FFF2-40B4-BE49-F238E27FC236}">
                <a16:creationId xmlns:a16="http://schemas.microsoft.com/office/drawing/2014/main" id="{1E45F3C4-D749-4D22-B616-D99E469003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5317" y="7554350"/>
            <a:ext cx="116642" cy="191"/>
          </a:xfrm>
          <a:custGeom xmlns:a="http://schemas.openxmlformats.org/drawingml/2006/main">
            <a:pathLst>
              <a:path w="118370" h="191">
                <a:moveTo>
                  <a:pt x="0" y="0"/>
                </a:moveTo>
                <a:lnTo>
                  <a:pt x="11837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5B4A74"/>
            </a:solidFill>
            <a:prstDash val="solid"/>
          </a:ln>
        </p:spPr>
      </p:sp>
      <p:sp>
        <p:nvSpPr>
          <p:cNvPr id="701" name="path-633">
            <a:extLst xmlns:a="http://schemas.openxmlformats.org/drawingml/2006/main">
              <a:ext uri="{FF2B5EF4-FFF2-40B4-BE49-F238E27FC236}">
                <a16:creationId xmlns:a16="http://schemas.microsoft.com/office/drawing/2014/main" id="{AF11940A-C5A2-4CDD-85A0-06E763063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51960" y="7554350"/>
            <a:ext cx="159762" cy="191"/>
          </a:xfrm>
          <a:custGeom xmlns:a="http://schemas.openxmlformats.org/drawingml/2006/main">
            <a:pathLst>
              <a:path w="162129" h="191">
                <a:moveTo>
                  <a:pt x="0" y="0"/>
                </a:moveTo>
                <a:lnTo>
                  <a:pt x="162129" y="0"/>
                </a:ln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8A78A8"/>
            </a:solidFill>
            <a:prstDash val="solid"/>
          </a:ln>
        </p:spPr>
      </p:sp>
      <p:sp>
        <p:nvSpPr>
          <p:cNvPr id="702" name="path-634">
            <a:extLst xmlns:a="http://schemas.openxmlformats.org/drawingml/2006/main">
              <a:ext uri="{FF2B5EF4-FFF2-40B4-BE49-F238E27FC236}">
                <a16:creationId xmlns:a16="http://schemas.microsoft.com/office/drawing/2014/main" id="{0BB17728-C571-4CE2-A5C3-CF924C2B0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77219" y="7335984"/>
            <a:ext cx="130491" cy="130489"/>
          </a:xfrm>
          <a:custGeom xmlns:a="http://schemas.openxmlformats.org/drawingml/2006/main">
            <a:pathLst>
              <a:path w="132424" h="132422">
                <a:moveTo>
                  <a:pt x="66488" y="132422"/>
                </a:moveTo>
                <a:lnTo>
                  <a:pt x="0" y="132422"/>
                </a:lnTo>
                <a:lnTo>
                  <a:pt x="0" y="0"/>
                </a:lnTo>
                <a:lnTo>
                  <a:pt x="132424" y="0"/>
                </a:lnTo>
                <a:lnTo>
                  <a:pt x="132424" y="132422"/>
                </a:lnTo>
                <a:lnTo>
                  <a:pt x="66488" y="132422"/>
                </a:lnTo>
              </a:path>
            </a:pathLst>
          </a:custGeom>
          <a:solidFill xmlns:a="http://schemas.openxmlformats.org/drawingml/2006/main">
            <a:srgbClr val="CDDAE9"/>
          </a:solidFill>
          <a:ln xmlns:a="http://schemas.openxmlformats.org/drawingml/2006/main" w="14913">
            <a:solidFill>
              <a:srgbClr val="6384B0"/>
            </a:solidFill>
            <a:prstDash val="solid"/>
          </a:ln>
        </p:spPr>
      </p:sp>
      <p:sp>
        <p:nvSpPr>
          <p:cNvPr id="703" name="path-635">
            <a:extLst xmlns:a="http://schemas.openxmlformats.org/drawingml/2006/main">
              <a:ext uri="{FF2B5EF4-FFF2-40B4-BE49-F238E27FC236}">
                <a16:creationId xmlns:a16="http://schemas.microsoft.com/office/drawing/2014/main" id="{5FBFAB65-4E46-4CB6-83A3-E47F8B337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51919" y="7336511"/>
            <a:ext cx="188548" cy="188548"/>
          </a:xfrm>
          <a:custGeom xmlns:a="http://schemas.openxmlformats.org/drawingml/2006/main">
            <a:pathLst>
              <a:path w="191341" h="191341">
                <a:moveTo>
                  <a:pt x="95661" y="191341"/>
                </a:moveTo>
                <a:lnTo>
                  <a:pt x="0" y="191341"/>
                </a:lnTo>
                <a:lnTo>
                  <a:pt x="0" y="0"/>
                </a:lnTo>
                <a:lnTo>
                  <a:pt x="191341" y="0"/>
                </a:lnTo>
                <a:lnTo>
                  <a:pt x="191341" y="191341"/>
                </a:lnTo>
                <a:lnTo>
                  <a:pt x="95661" y="191341"/>
                </a:lnTo>
              </a:path>
            </a:pathLst>
          </a:custGeom>
          <a:solidFill xmlns:a="http://schemas.openxmlformats.org/drawingml/2006/main">
            <a:srgbClr val="CDDAE9"/>
          </a:solidFill>
          <a:ln xmlns:a="http://schemas.openxmlformats.org/drawingml/2006/main" w="14913">
            <a:solidFill>
              <a:srgbClr val="6384B0"/>
            </a:solidFill>
            <a:prstDash val="solid"/>
          </a:ln>
        </p:spPr>
      </p:sp>
      <p:sp>
        <p:nvSpPr>
          <p:cNvPr id="704" name="path-636">
            <a:extLst xmlns:a="http://schemas.openxmlformats.org/drawingml/2006/main">
              <a:ext uri="{FF2B5EF4-FFF2-40B4-BE49-F238E27FC236}">
                <a16:creationId xmlns:a16="http://schemas.microsoft.com/office/drawing/2014/main" id="{33ACA820-7D79-4B64-BB81-AE66BA69E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77765" y="7511211"/>
            <a:ext cx="188527" cy="188529"/>
          </a:xfrm>
          <a:custGeom xmlns:a="http://schemas.openxmlformats.org/drawingml/2006/main">
            <a:pathLst>
              <a:path w="191320" h="191322">
                <a:moveTo>
                  <a:pt x="95659" y="191322"/>
                </a:moveTo>
                <a:lnTo>
                  <a:pt x="0" y="191322"/>
                </a:lnTo>
                <a:lnTo>
                  <a:pt x="0" y="0"/>
                </a:lnTo>
                <a:lnTo>
                  <a:pt x="191320" y="0"/>
                </a:lnTo>
                <a:lnTo>
                  <a:pt x="191320" y="191322"/>
                </a:lnTo>
                <a:lnTo>
                  <a:pt x="95659" y="191322"/>
                </a:lnTo>
              </a:path>
            </a:pathLst>
          </a:custGeom>
          <a:solidFill xmlns:a="http://schemas.openxmlformats.org/drawingml/2006/main">
            <a:srgbClr val="CDDAE9"/>
          </a:solidFill>
          <a:ln xmlns:a="http://schemas.openxmlformats.org/drawingml/2006/main" w="14913">
            <a:solidFill>
              <a:srgbClr val="6384B0"/>
            </a:solidFill>
            <a:prstDash val="solid"/>
          </a:ln>
        </p:spPr>
      </p:sp>
      <p:sp>
        <p:nvSpPr>
          <p:cNvPr id="705" name="path-637">
            <a:extLst xmlns:a="http://schemas.openxmlformats.org/drawingml/2006/main">
              <a:ext uri="{FF2B5EF4-FFF2-40B4-BE49-F238E27FC236}">
                <a16:creationId xmlns:a16="http://schemas.microsoft.com/office/drawing/2014/main" id="{DFE5928E-8F86-4BEF-A8C1-72238DF92C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95059" y="7539431"/>
            <a:ext cx="130489" cy="130489"/>
          </a:xfrm>
          <a:custGeom xmlns:a="http://schemas.openxmlformats.org/drawingml/2006/main">
            <a:pathLst>
              <a:path w="132422" h="132422">
                <a:moveTo>
                  <a:pt x="66488" y="132422"/>
                </a:moveTo>
                <a:lnTo>
                  <a:pt x="0" y="132422"/>
                </a:lnTo>
                <a:lnTo>
                  <a:pt x="0" y="0"/>
                </a:lnTo>
                <a:lnTo>
                  <a:pt x="132422" y="0"/>
                </a:lnTo>
                <a:lnTo>
                  <a:pt x="132422" y="132422"/>
                </a:lnTo>
                <a:lnTo>
                  <a:pt x="66488" y="132422"/>
                </a:lnTo>
              </a:path>
            </a:pathLst>
          </a:custGeom>
          <a:solidFill xmlns:a="http://schemas.openxmlformats.org/drawingml/2006/main">
            <a:srgbClr val="CDDAE9"/>
          </a:solidFill>
          <a:ln xmlns:a="http://schemas.openxmlformats.org/drawingml/2006/main" w="14913">
            <a:solidFill>
              <a:srgbClr val="6384B0"/>
            </a:solidFill>
            <a:prstDash val="solid"/>
          </a:ln>
        </p:spPr>
      </p:sp>
      <p:sp>
        <p:nvSpPr>
          <p:cNvPr id="706" name="path-638">
            <a:extLst xmlns:a="http://schemas.openxmlformats.org/drawingml/2006/main">
              <a:ext uri="{FF2B5EF4-FFF2-40B4-BE49-F238E27FC236}">
                <a16:creationId xmlns:a16="http://schemas.microsoft.com/office/drawing/2014/main" id="{11C21813-18BB-4ED5-8499-E84D04045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64528" y="7335984"/>
            <a:ext cx="290816" cy="290797"/>
          </a:xfrm>
          <a:custGeom xmlns:a="http://schemas.openxmlformats.org/drawingml/2006/main">
            <a:pathLst>
              <a:path w="295125" h="295105">
                <a:moveTo>
                  <a:pt x="0" y="147544"/>
                </a:moveTo>
                <a:lnTo>
                  <a:pt x="0" y="147544"/>
                </a:lnTo>
                <a:cubicBezTo>
                  <a:pt x="0" y="121612"/>
                  <a:pt x="7036" y="96195"/>
                  <a:pt x="20002" y="74038"/>
                </a:cubicBezTo>
                <a:cubicBezTo>
                  <a:pt x="32987" y="51349"/>
                  <a:pt x="51348" y="32967"/>
                  <a:pt x="73523" y="20002"/>
                </a:cubicBezTo>
                <a:cubicBezTo>
                  <a:pt x="96214" y="7017"/>
                  <a:pt x="121612" y="0"/>
                  <a:pt x="147562" y="0"/>
                </a:cubicBezTo>
                <a:cubicBezTo>
                  <a:pt x="173512" y="0"/>
                  <a:pt x="198911" y="7017"/>
                  <a:pt x="221067" y="20002"/>
                </a:cubicBezTo>
                <a:cubicBezTo>
                  <a:pt x="243776" y="32967"/>
                  <a:pt x="262157" y="51349"/>
                  <a:pt x="275123" y="74038"/>
                </a:cubicBezTo>
                <a:cubicBezTo>
                  <a:pt x="288089" y="96195"/>
                  <a:pt x="295125" y="121612"/>
                  <a:pt x="295125" y="147544"/>
                </a:cubicBezTo>
                <a:cubicBezTo>
                  <a:pt x="295125" y="173494"/>
                  <a:pt x="288089" y="198891"/>
                  <a:pt x="275123" y="221600"/>
                </a:cubicBezTo>
                <a:cubicBezTo>
                  <a:pt x="262157" y="243757"/>
                  <a:pt x="243776" y="262138"/>
                  <a:pt x="221067" y="275103"/>
                </a:cubicBezTo>
                <a:cubicBezTo>
                  <a:pt x="198911" y="288069"/>
                  <a:pt x="173512" y="295105"/>
                  <a:pt x="147562" y="295105"/>
                </a:cubicBezTo>
                <a:cubicBezTo>
                  <a:pt x="121612" y="295105"/>
                  <a:pt x="96214" y="288069"/>
                  <a:pt x="73523" y="275103"/>
                </a:cubicBezTo>
                <a:cubicBezTo>
                  <a:pt x="51348" y="262138"/>
                  <a:pt x="32987" y="243757"/>
                  <a:pt x="20002" y="221600"/>
                </a:cubicBezTo>
                <a:cubicBezTo>
                  <a:pt x="7036" y="198891"/>
                  <a:pt x="0" y="173494"/>
                  <a:pt x="0" y="147544"/>
                </a:cubicBezTo>
              </a:path>
            </a:pathLst>
          </a:custGeom>
          <a:noFill xmlns:a="http://schemas.openxmlformats.org/drawingml/2006/main"/>
          <a:ln xmlns:a="http://schemas.openxmlformats.org/drawingml/2006/main" w="20771">
            <a:solidFill>
              <a:srgbClr val="333333"/>
            </a:solidFill>
            <a:prstDash val="solid"/>
          </a:ln>
        </p:spPr>
      </p:sp>
      <p:sp>
        <p:nvSpPr>
          <p:cNvPr id="707" name="path-639">
            <a:extLst xmlns:a="http://schemas.openxmlformats.org/drawingml/2006/main">
              <a:ext uri="{FF2B5EF4-FFF2-40B4-BE49-F238E27FC236}">
                <a16:creationId xmlns:a16="http://schemas.microsoft.com/office/drawing/2014/main" id="{A730C4C5-BB10-49B9-8CBF-A2E2AD485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4547" y="7335984"/>
            <a:ext cx="110779" cy="290797"/>
          </a:xfrm>
          <a:custGeom xmlns:a="http://schemas.openxmlformats.org/drawingml/2006/main">
            <a:pathLst>
              <a:path w="112420" h="295105">
                <a:moveTo>
                  <a:pt x="0" y="147544"/>
                </a:moveTo>
                <a:lnTo>
                  <a:pt x="0" y="147544"/>
                </a:lnTo>
                <a:cubicBezTo>
                  <a:pt x="0" y="121612"/>
                  <a:pt x="2707" y="96195"/>
                  <a:pt x="7568" y="74038"/>
                </a:cubicBezTo>
                <a:cubicBezTo>
                  <a:pt x="12431" y="51349"/>
                  <a:pt x="19467" y="32967"/>
                  <a:pt x="28104" y="20002"/>
                </a:cubicBezTo>
                <a:cubicBezTo>
                  <a:pt x="36761" y="7017"/>
                  <a:pt x="46486" y="0"/>
                  <a:pt x="56209" y="0"/>
                </a:cubicBezTo>
                <a:cubicBezTo>
                  <a:pt x="65934" y="0"/>
                  <a:pt x="75677" y="7017"/>
                  <a:pt x="84315" y="20002"/>
                </a:cubicBezTo>
                <a:cubicBezTo>
                  <a:pt x="92972" y="32967"/>
                  <a:pt x="99989" y="51349"/>
                  <a:pt x="104850" y="74038"/>
                </a:cubicBezTo>
                <a:cubicBezTo>
                  <a:pt x="109712" y="96195"/>
                  <a:pt x="112420" y="121612"/>
                  <a:pt x="112420" y="147544"/>
                </a:cubicBezTo>
                <a:cubicBezTo>
                  <a:pt x="112420" y="173494"/>
                  <a:pt x="109712" y="198891"/>
                  <a:pt x="104850" y="221600"/>
                </a:cubicBezTo>
                <a:cubicBezTo>
                  <a:pt x="99989" y="243757"/>
                  <a:pt x="92972" y="262138"/>
                  <a:pt x="84315" y="275103"/>
                </a:cubicBezTo>
                <a:cubicBezTo>
                  <a:pt x="75677" y="288069"/>
                  <a:pt x="65934" y="295105"/>
                  <a:pt x="56209" y="295105"/>
                </a:cubicBezTo>
                <a:cubicBezTo>
                  <a:pt x="46486" y="295105"/>
                  <a:pt x="36761" y="288069"/>
                  <a:pt x="28104" y="275103"/>
                </a:cubicBezTo>
                <a:cubicBezTo>
                  <a:pt x="19467" y="262138"/>
                  <a:pt x="12431" y="243757"/>
                  <a:pt x="7568" y="221600"/>
                </a:cubicBezTo>
                <a:cubicBezTo>
                  <a:pt x="2707" y="198891"/>
                  <a:pt x="0" y="173494"/>
                  <a:pt x="0" y="147544"/>
                </a:cubicBez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333333"/>
            </a:solidFill>
            <a:prstDash val="solid"/>
          </a:ln>
        </p:spPr>
      </p:sp>
      <p:sp>
        <p:nvSpPr>
          <p:cNvPr id="708" name="path-640">
            <a:extLst xmlns:a="http://schemas.openxmlformats.org/drawingml/2006/main">
              <a:ext uri="{FF2B5EF4-FFF2-40B4-BE49-F238E27FC236}">
                <a16:creationId xmlns:a16="http://schemas.microsoft.com/office/drawing/2014/main" id="{2B815D85-7256-4F31-AB11-C89021F6E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64528" y="7481919"/>
            <a:ext cx="290816" cy="191"/>
          </a:xfrm>
          <a:custGeom xmlns:a="http://schemas.openxmlformats.org/drawingml/2006/main">
            <a:pathLst>
              <a:path w="295125" h="191">
                <a:moveTo>
                  <a:pt x="0" y="0"/>
                </a:moveTo>
                <a:lnTo>
                  <a:pt x="2951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333333"/>
            </a:solidFill>
            <a:prstDash val="solid"/>
          </a:ln>
        </p:spPr>
      </p:sp>
      <p:sp>
        <p:nvSpPr>
          <p:cNvPr id="709" name="path-641">
            <a:extLst xmlns:a="http://schemas.openxmlformats.org/drawingml/2006/main">
              <a:ext uri="{FF2B5EF4-FFF2-40B4-BE49-F238E27FC236}">
                <a16:creationId xmlns:a16="http://schemas.microsoft.com/office/drawing/2014/main" id="{7F167EAF-D62B-4DE8-8AB7-35D5AE422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90625" y="7412136"/>
            <a:ext cx="238620" cy="191"/>
          </a:xfrm>
          <a:custGeom xmlns:a="http://schemas.openxmlformats.org/drawingml/2006/main">
            <a:pathLst>
              <a:path w="242155" h="191">
                <a:moveTo>
                  <a:pt x="0" y="0"/>
                </a:moveTo>
                <a:lnTo>
                  <a:pt x="24215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710" name="path-642">
            <a:extLst xmlns:a="http://schemas.openxmlformats.org/drawingml/2006/main">
              <a:ext uri="{FF2B5EF4-FFF2-40B4-BE49-F238E27FC236}">
                <a16:creationId xmlns:a16="http://schemas.microsoft.com/office/drawing/2014/main" id="{13FD5F53-0B3A-410B-8836-6F46B43A5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90625" y="7551683"/>
            <a:ext cx="238620" cy="191"/>
          </a:xfrm>
          <a:custGeom xmlns:a="http://schemas.openxmlformats.org/drawingml/2006/main">
            <a:pathLst>
              <a:path w="242155" h="191">
                <a:moveTo>
                  <a:pt x="0" y="0"/>
                </a:moveTo>
                <a:lnTo>
                  <a:pt x="24215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711" name="path-643">
            <a:extLst xmlns:a="http://schemas.openxmlformats.org/drawingml/2006/main">
              <a:ext uri="{FF2B5EF4-FFF2-40B4-BE49-F238E27FC236}">
                <a16:creationId xmlns:a16="http://schemas.microsoft.com/office/drawing/2014/main" id="{89623424-1D58-49F6-9B93-DAAA154A2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21367" y="7336511"/>
            <a:ext cx="319563" cy="275897"/>
          </a:xfrm>
          <a:custGeom xmlns:a="http://schemas.openxmlformats.org/drawingml/2006/main">
            <a:pathLst>
              <a:path w="324297" h="279984">
                <a:moveTo>
                  <a:pt x="162148" y="279984"/>
                </a:moveTo>
                <a:lnTo>
                  <a:pt x="0" y="279984"/>
                </a:lnTo>
                <a:lnTo>
                  <a:pt x="0" y="0"/>
                </a:lnTo>
                <a:lnTo>
                  <a:pt x="324297" y="0"/>
                </a:lnTo>
                <a:lnTo>
                  <a:pt x="324297" y="279984"/>
                </a:lnTo>
                <a:lnTo>
                  <a:pt x="162148" y="2799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384B0"/>
            </a:solidFill>
            <a:prstDash val="solid"/>
          </a:ln>
        </p:spPr>
      </p:sp>
      <p:sp>
        <p:nvSpPr>
          <p:cNvPr id="712" name="path-644">
            <a:extLst xmlns:a="http://schemas.openxmlformats.org/drawingml/2006/main">
              <a:ext uri="{FF2B5EF4-FFF2-40B4-BE49-F238E27FC236}">
                <a16:creationId xmlns:a16="http://schemas.microsoft.com/office/drawing/2014/main" id="{FD4AC3E3-A239-408F-A9FD-58636DB0B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21367" y="7335984"/>
            <a:ext cx="144863" cy="115571"/>
          </a:xfrm>
          <a:custGeom xmlns:a="http://schemas.openxmlformats.org/drawingml/2006/main">
            <a:pathLst>
              <a:path w="147009" h="117283">
                <a:moveTo>
                  <a:pt x="73504" y="117283"/>
                </a:moveTo>
                <a:lnTo>
                  <a:pt x="0" y="117283"/>
                </a:lnTo>
                <a:lnTo>
                  <a:pt x="0" y="0"/>
                </a:lnTo>
                <a:lnTo>
                  <a:pt x="147009" y="0"/>
                </a:lnTo>
                <a:lnTo>
                  <a:pt x="147009" y="117283"/>
                </a:lnTo>
                <a:lnTo>
                  <a:pt x="73504" y="117283"/>
                </a:lnTo>
              </a:path>
            </a:pathLst>
          </a:custGeom>
          <a:solidFill xmlns:a="http://schemas.openxmlformats.org/drawingml/2006/main">
            <a:srgbClr val="CDDAE9"/>
          </a:solidFill>
          <a:ln xmlns:a="http://schemas.openxmlformats.org/drawingml/2006/main" w="13315">
            <a:solidFill>
              <a:srgbClr val="6384B0"/>
            </a:solidFill>
            <a:prstDash val="solid"/>
          </a:ln>
        </p:spPr>
      </p:sp>
      <p:sp>
        <p:nvSpPr>
          <p:cNvPr id="713" name="path-645">
            <a:extLst xmlns:a="http://schemas.openxmlformats.org/drawingml/2006/main">
              <a:ext uri="{FF2B5EF4-FFF2-40B4-BE49-F238E27FC236}">
                <a16:creationId xmlns:a16="http://schemas.microsoft.com/office/drawing/2014/main" id="{5EC37BAB-6FB4-493B-B023-46058DD4A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66230" y="7452627"/>
            <a:ext cx="174155" cy="159237"/>
          </a:xfrm>
          <a:custGeom xmlns:a="http://schemas.openxmlformats.org/drawingml/2006/main">
            <a:pathLst>
              <a:path w="176735" h="161596">
                <a:moveTo>
                  <a:pt x="88643" y="161596"/>
                </a:moveTo>
                <a:lnTo>
                  <a:pt x="0" y="161596"/>
                </a:lnTo>
                <a:lnTo>
                  <a:pt x="0" y="0"/>
                </a:lnTo>
                <a:lnTo>
                  <a:pt x="176735" y="0"/>
                </a:lnTo>
                <a:lnTo>
                  <a:pt x="176735" y="161596"/>
                </a:lnTo>
                <a:lnTo>
                  <a:pt x="88643" y="161596"/>
                </a:lnTo>
              </a:path>
            </a:pathLst>
          </a:custGeom>
          <a:solidFill xmlns:a="http://schemas.openxmlformats.org/drawingml/2006/main">
            <a:srgbClr val="CDDAE9"/>
          </a:solidFill>
          <a:ln xmlns:a="http://schemas.openxmlformats.org/drawingml/2006/main" w="13315">
            <a:solidFill>
              <a:srgbClr val="6384B0"/>
            </a:solidFill>
            <a:prstDash val="solid"/>
          </a:ln>
        </p:spPr>
      </p:sp>
      <p:sp>
        <p:nvSpPr>
          <p:cNvPr id="714" name="path-646">
            <a:extLst xmlns:a="http://schemas.openxmlformats.org/drawingml/2006/main">
              <a:ext uri="{FF2B5EF4-FFF2-40B4-BE49-F238E27FC236}">
                <a16:creationId xmlns:a16="http://schemas.microsoft.com/office/drawing/2014/main" id="{3CAE0D87-0A5F-493F-BF80-055CA3B6F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9053" y="7237455"/>
            <a:ext cx="748307" cy="191"/>
          </a:xfrm>
          <a:custGeom xmlns:a="http://schemas.openxmlformats.org/drawingml/2006/main">
            <a:pathLst>
              <a:path w="759393" h="191">
                <a:moveTo>
                  <a:pt x="759393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5270">
            <a:solidFill>
              <a:srgbClr val="111111"/>
            </a:solidFill>
            <a:prstDash val="solid"/>
          </a:ln>
        </p:spPr>
      </p:sp>
      <p:sp>
        <p:nvSpPr>
          <p:cNvPr id="715" name="path-647">
            <a:extLst xmlns:a="http://schemas.openxmlformats.org/drawingml/2006/main">
              <a:ext uri="{FF2B5EF4-FFF2-40B4-BE49-F238E27FC236}">
                <a16:creationId xmlns:a16="http://schemas.microsoft.com/office/drawing/2014/main" id="{D2DEC3C9-A406-49C4-8936-C34B4FBCC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4371" y="7192174"/>
            <a:ext cx="90544" cy="90544"/>
          </a:xfrm>
          <a:custGeom xmlns:a="http://schemas.openxmlformats.org/drawingml/2006/main">
            <a:pathLst>
              <a:path w="91886" h="91886">
                <a:moveTo>
                  <a:pt x="0" y="45953"/>
                </a:moveTo>
                <a:lnTo>
                  <a:pt x="91886" y="0"/>
                </a:lnTo>
                <a:lnTo>
                  <a:pt x="91886" y="91886"/>
                </a:lnTo>
                <a:lnTo>
                  <a:pt x="0" y="45953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6" name="path-648">
            <a:extLst xmlns:a="http://schemas.openxmlformats.org/drawingml/2006/main">
              <a:ext uri="{FF2B5EF4-FFF2-40B4-BE49-F238E27FC236}">
                <a16:creationId xmlns:a16="http://schemas.microsoft.com/office/drawing/2014/main" id="{0A5A9A6A-2FEE-4B10-9A16-BAB606A7E0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539" y="6718692"/>
            <a:ext cx="1338958" cy="1015675"/>
          </a:xfrm>
          <a:custGeom xmlns:a="http://schemas.openxmlformats.org/drawingml/2006/main">
            <a:pathLst>
              <a:path w="1358795" h="1030722">
                <a:moveTo>
                  <a:pt x="535" y="144321"/>
                </a:moveTo>
                <a:lnTo>
                  <a:pt x="535" y="144321"/>
                </a:lnTo>
                <a:cubicBezTo>
                  <a:pt x="535" y="118904"/>
                  <a:pt x="7017" y="94059"/>
                  <a:pt x="20002" y="72437"/>
                </a:cubicBezTo>
                <a:cubicBezTo>
                  <a:pt x="32434" y="50262"/>
                  <a:pt x="50795" y="31899"/>
                  <a:pt x="72417" y="19468"/>
                </a:cubicBezTo>
                <a:cubicBezTo>
                  <a:pt x="94574" y="6482"/>
                  <a:pt x="119437" y="0"/>
                  <a:pt x="144854" y="0"/>
                </a:cubicBezTo>
                <a:lnTo>
                  <a:pt x="1214474" y="553"/>
                </a:lnTo>
                <a:cubicBezTo>
                  <a:pt x="1239891" y="553"/>
                  <a:pt x="1264755" y="7036"/>
                  <a:pt x="1286358" y="20001"/>
                </a:cubicBezTo>
                <a:cubicBezTo>
                  <a:pt x="1308534" y="32434"/>
                  <a:pt x="1326896" y="50814"/>
                  <a:pt x="1339328" y="72437"/>
                </a:cubicBezTo>
                <a:cubicBezTo>
                  <a:pt x="1352312" y="94593"/>
                  <a:pt x="1358795" y="119456"/>
                  <a:pt x="1358795" y="144854"/>
                </a:cubicBezTo>
                <a:lnTo>
                  <a:pt x="1358795" y="886402"/>
                </a:lnTo>
                <a:cubicBezTo>
                  <a:pt x="1358795" y="911818"/>
                  <a:pt x="1352312" y="936682"/>
                  <a:pt x="1339328" y="958286"/>
                </a:cubicBezTo>
                <a:cubicBezTo>
                  <a:pt x="1326896" y="980460"/>
                  <a:pt x="1308534" y="998823"/>
                  <a:pt x="1286911" y="1011254"/>
                </a:cubicBezTo>
                <a:cubicBezTo>
                  <a:pt x="1264755" y="1024239"/>
                  <a:pt x="1239891" y="1030722"/>
                  <a:pt x="1214474" y="1030722"/>
                </a:cubicBezTo>
                <a:lnTo>
                  <a:pt x="144301" y="1030722"/>
                </a:lnTo>
                <a:cubicBezTo>
                  <a:pt x="118904" y="1030722"/>
                  <a:pt x="94040" y="1024239"/>
                  <a:pt x="72417" y="1011254"/>
                </a:cubicBezTo>
                <a:cubicBezTo>
                  <a:pt x="50262" y="998823"/>
                  <a:pt x="31881" y="980460"/>
                  <a:pt x="19450" y="958839"/>
                </a:cubicBezTo>
                <a:cubicBezTo>
                  <a:pt x="6484" y="936682"/>
                  <a:pt x="0" y="911818"/>
                  <a:pt x="0" y="886402"/>
                </a:cubicBezTo>
                <a:lnTo>
                  <a:pt x="535" y="144321"/>
                </a:lnTo>
              </a:path>
            </a:pathLst>
          </a:custGeom>
          <a:solidFill xmlns:a="http://schemas.openxmlformats.org/drawingml/2006/main">
            <a:srgbClr val="F3F9F3"/>
          </a:solidFill>
          <a:ln xmlns:a="http://schemas.openxmlformats.org/drawingml/2006/main" w="24499">
            <a:solidFill>
              <a:srgbClr val="7AAE85"/>
            </a:solidFill>
            <a:prstDash val="solid"/>
          </a:ln>
        </p:spPr>
      </p:sp>
      <p:sp>
        <p:nvSpPr>
          <p:cNvPr id="717" name="text-649 Semantic">
            <a:extLst xmlns:a="http://schemas.openxmlformats.org/drawingml/2006/main">
              <a:ext uri="{FF2B5EF4-FFF2-40B4-BE49-F238E27FC236}">
                <a16:creationId xmlns:a16="http://schemas.microsoft.com/office/drawing/2014/main" id="{26DB7B03-83AD-465C-95DB-A98FF493B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09766" y="6802622"/>
            <a:ext cx="732740" cy="2217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7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7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47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718" name="text-650 HTML/CSS">
            <a:extLst xmlns:a="http://schemas.openxmlformats.org/drawingml/2006/main">
              <a:ext uri="{FF2B5EF4-FFF2-40B4-BE49-F238E27FC236}">
                <a16:creationId xmlns:a16="http://schemas.microsoft.com/office/drawing/2014/main" id="{2E81EA2C-5C06-413F-87D1-B70C4E6B7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62361" y="7034177"/>
            <a:ext cx="827321" cy="21896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31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HTML/CSS</a:t>
            </a:r>
          </a:p>
        </p:txBody>
      </p:sp>
      <p:sp>
        <p:nvSpPr>
          <p:cNvPr id="719" name="text-651 &lt;/&gt;">
            <a:extLst xmlns:a="http://schemas.openxmlformats.org/drawingml/2006/main">
              <a:ext uri="{FF2B5EF4-FFF2-40B4-BE49-F238E27FC236}">
                <a16:creationId xmlns:a16="http://schemas.microsoft.com/office/drawing/2014/main" id="{CF20B9A5-F632-4000-B4C6-7A42F33F03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92451" y="7267459"/>
            <a:ext cx="390939" cy="3367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94" b="1" i="0">
                <a:solidFill>
                  <a:srgbClr val="2B2B2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94" b="1" i="0">
                <a:solidFill>
                  <a:srgbClr val="2B2B2B"/>
                </a:solidFill>
                <a:latin typeface="Arial"/>
                <a:ea typeface="Arial"/>
                <a:cs typeface="Arial"/>
              </a:defRPr>
            </a:pPr>
            <a:r>
              <a:rPr sz="1894" b="1" i="0">
                <a:solidFill>
                  <a:srgbClr val="2B2B2B"/>
                </a:solidFill>
                <a:latin typeface="Arial"/>
                <a:ea typeface="Arial"/>
                <a:cs typeface="Arial"/>
              </a:rPr>
              <a:t>&lt;/&gt;</a:t>
            </a:r>
          </a:p>
        </p:txBody>
      </p:sp>
      <p:sp>
        <p:nvSpPr>
          <p:cNvPr id="720" name="path-652">
            <a:extLst xmlns:a="http://schemas.openxmlformats.org/drawingml/2006/main">
              <a:ext uri="{FF2B5EF4-FFF2-40B4-BE49-F238E27FC236}">
                <a16:creationId xmlns:a16="http://schemas.microsoft.com/office/drawing/2014/main" id="{3F7D5C28-F2AE-40FB-88A6-0548D1239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5024" y="7751409"/>
            <a:ext cx="191" cy="191"/>
          </a:xfrm>
          <a:custGeom xmlns:a="http://schemas.openxmlformats.org/drawingml/2006/main">
            <a:pathLst>
              <a:path w="191" h="191">
                <a:moveTo>
                  <a:pt x="0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111111"/>
            </a:solidFill>
            <a:prstDash val="solid"/>
          </a:ln>
        </p:spPr>
      </p:sp>
      <p:sp>
        <p:nvSpPr>
          <p:cNvPr id="721" name="path-653">
            <a:extLst xmlns:a="http://schemas.openxmlformats.org/drawingml/2006/main">
              <a:ext uri="{FF2B5EF4-FFF2-40B4-BE49-F238E27FC236}">
                <a16:creationId xmlns:a16="http://schemas.microsoft.com/office/drawing/2014/main" id="{450C7B38-3A50-453F-8A71-812B7BE00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5663" y="7757797"/>
            <a:ext cx="191" cy="135281"/>
          </a:xfrm>
          <a:custGeom xmlns:a="http://schemas.openxmlformats.org/drawingml/2006/main">
            <a:pathLst>
              <a:path w="191" h="137286">
                <a:moveTo>
                  <a:pt x="0" y="0"/>
                </a:moveTo>
                <a:lnTo>
                  <a:pt x="0" y="137286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111111"/>
            </a:solidFill>
            <a:prstDash val="solid"/>
          </a:ln>
        </p:spPr>
      </p:sp>
      <p:sp>
        <p:nvSpPr>
          <p:cNvPr id="722" name="path-654">
            <a:extLst xmlns:a="http://schemas.openxmlformats.org/drawingml/2006/main">
              <a:ext uri="{FF2B5EF4-FFF2-40B4-BE49-F238E27FC236}">
                <a16:creationId xmlns:a16="http://schemas.microsoft.com/office/drawing/2014/main" id="{80F9A089-FFEE-44D1-848E-0F8CD1571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119" y="7887760"/>
            <a:ext cx="83085" cy="83085"/>
          </a:xfrm>
          <a:custGeom xmlns:a="http://schemas.openxmlformats.org/drawingml/2006/main">
            <a:pathLst>
              <a:path w="84316" h="84316">
                <a:moveTo>
                  <a:pt x="42159" y="84316"/>
                </a:moveTo>
                <a:lnTo>
                  <a:pt x="0" y="0"/>
                </a:lnTo>
                <a:lnTo>
                  <a:pt x="84316" y="0"/>
                </a:lnTo>
                <a:lnTo>
                  <a:pt x="42159" y="84316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3" name="path-655">
            <a:extLst xmlns:a="http://schemas.openxmlformats.org/drawingml/2006/main">
              <a:ext uri="{FF2B5EF4-FFF2-40B4-BE49-F238E27FC236}">
                <a16:creationId xmlns:a16="http://schemas.microsoft.com/office/drawing/2014/main" id="{19C0B2B8-5324-4CC3-9102-FD357D5BD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01823" y="7997469"/>
            <a:ext cx="8989769" cy="1454529"/>
          </a:xfrm>
          <a:custGeom xmlns:a="http://schemas.openxmlformats.org/drawingml/2006/main">
            <a:pathLst>
              <a:path w="9122951" h="1476078">
                <a:moveTo>
                  <a:pt x="0" y="103230"/>
                </a:moveTo>
                <a:lnTo>
                  <a:pt x="0" y="103230"/>
                </a:lnTo>
                <a:cubicBezTo>
                  <a:pt x="0" y="84849"/>
                  <a:pt x="4881" y="67022"/>
                  <a:pt x="14052" y="51348"/>
                </a:cubicBezTo>
                <a:cubicBezTo>
                  <a:pt x="22709" y="35675"/>
                  <a:pt x="36228" y="22709"/>
                  <a:pt x="51902" y="13519"/>
                </a:cubicBezTo>
                <a:cubicBezTo>
                  <a:pt x="67574" y="4862"/>
                  <a:pt x="85402" y="0"/>
                  <a:pt x="103249" y="0"/>
                </a:cubicBezTo>
                <a:lnTo>
                  <a:pt x="9019189" y="0"/>
                </a:lnTo>
                <a:cubicBezTo>
                  <a:pt x="9037570" y="0"/>
                  <a:pt x="9055397" y="4862"/>
                  <a:pt x="9071070" y="14052"/>
                </a:cubicBezTo>
                <a:cubicBezTo>
                  <a:pt x="9086743" y="22709"/>
                  <a:pt x="9099707" y="36208"/>
                  <a:pt x="9108898" y="51882"/>
                </a:cubicBezTo>
                <a:cubicBezTo>
                  <a:pt x="9117557" y="67555"/>
                  <a:pt x="9122418" y="85402"/>
                  <a:pt x="9122418" y="103230"/>
                </a:cubicBezTo>
                <a:lnTo>
                  <a:pt x="9122951" y="1372313"/>
                </a:lnTo>
                <a:cubicBezTo>
                  <a:pt x="9122951" y="1390695"/>
                  <a:pt x="9118090" y="1408523"/>
                  <a:pt x="9108898" y="1424195"/>
                </a:cubicBezTo>
                <a:cubicBezTo>
                  <a:pt x="9100260" y="1439869"/>
                  <a:pt x="9086743" y="1452835"/>
                  <a:pt x="9071070" y="1462026"/>
                </a:cubicBezTo>
                <a:cubicBezTo>
                  <a:pt x="9055397" y="1470681"/>
                  <a:pt x="9037570" y="1475544"/>
                  <a:pt x="9019720" y="1475544"/>
                </a:cubicBezTo>
                <a:lnTo>
                  <a:pt x="103249" y="1476078"/>
                </a:lnTo>
                <a:cubicBezTo>
                  <a:pt x="84869" y="1476078"/>
                  <a:pt x="67022" y="1471216"/>
                  <a:pt x="51349" y="1462026"/>
                </a:cubicBezTo>
                <a:cubicBezTo>
                  <a:pt x="35675" y="1453388"/>
                  <a:pt x="22709" y="1439869"/>
                  <a:pt x="13519" y="1424195"/>
                </a:cubicBezTo>
                <a:cubicBezTo>
                  <a:pt x="4881" y="1408523"/>
                  <a:pt x="0" y="1390695"/>
                  <a:pt x="0" y="1372848"/>
                </a:cubicBezTo>
                <a:lnTo>
                  <a:pt x="0" y="103230"/>
                </a:lnTo>
              </a:path>
            </a:pathLst>
          </a:custGeom>
          <a:solidFill xmlns:a="http://schemas.openxmlformats.org/drawingml/2006/main">
            <a:srgbClr val="F9F6FC"/>
          </a:solidFill>
          <a:ln xmlns:a="http://schemas.openxmlformats.org/drawingml/2006/main" w="22369">
            <a:solidFill>
              <a:srgbClr val="B499D2"/>
            </a:solidFill>
            <a:prstDash val="solid"/>
          </a:ln>
        </p:spPr>
      </p:sp>
      <p:sp>
        <p:nvSpPr>
          <p:cNvPr id="724" name="text-656 Synchronized">
            <a:extLst xmlns:a="http://schemas.openxmlformats.org/drawingml/2006/main">
              <a:ext uri="{FF2B5EF4-FFF2-40B4-BE49-F238E27FC236}">
                <a16:creationId xmlns:a16="http://schemas.microsoft.com/office/drawing/2014/main" id="{54B4F24C-42EE-49FC-A5EB-D1033445C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49880" y="8043391"/>
            <a:ext cx="1319453" cy="2742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2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2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pPr>
            <a:r>
              <a:rPr sz="1542" b="1" i="0">
                <a:solidFill>
                  <a:srgbClr val="382456"/>
                </a:solidFill>
                <a:latin typeface="Arial"/>
                <a:ea typeface="Arial"/>
                <a:cs typeface="Arial"/>
              </a:rPr>
              <a:t>Synchronized</a:t>
            </a:r>
          </a:p>
        </p:txBody>
      </p:sp>
      <p:sp>
        <p:nvSpPr>
          <p:cNvPr id="725" name="text-656 Outputs">
            <a:extLst xmlns:a="http://schemas.openxmlformats.org/drawingml/2006/main">
              <a:ext uri="{FF2B5EF4-FFF2-40B4-BE49-F238E27FC236}">
                <a16:creationId xmlns:a16="http://schemas.microsoft.com/office/drawing/2014/main" id="{49978132-152D-46AC-9519-71908DD88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87904" y="8043357"/>
            <a:ext cx="786086" cy="2742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3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3" b="1" i="0">
                <a:solidFill>
                  <a:srgbClr val="382456"/>
                </a:solidFill>
                <a:latin typeface="Arial"/>
                <a:ea typeface="Arial"/>
                <a:cs typeface="Arial"/>
              </a:defRPr>
            </a:pPr>
            <a:r>
              <a:rPr sz="1543" b="1" i="0">
                <a:solidFill>
                  <a:srgbClr val="382456"/>
                </a:solidFill>
                <a:latin typeface="Arial"/>
                <a:ea typeface="Arial"/>
                <a:cs typeface="Arial"/>
              </a:rPr>
              <a:t>Outputs</a:t>
            </a:r>
          </a:p>
        </p:txBody>
      </p:sp>
      <p:sp>
        <p:nvSpPr>
          <p:cNvPr id="726" name="path-657">
            <a:extLst xmlns:a="http://schemas.openxmlformats.org/drawingml/2006/main">
              <a:ext uri="{FF2B5EF4-FFF2-40B4-BE49-F238E27FC236}">
                <a16:creationId xmlns:a16="http://schemas.microsoft.com/office/drawing/2014/main" id="{7CFE9623-2B9A-451D-933D-D6CCE6AB6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16868" y="8316506"/>
            <a:ext cx="1775163" cy="1047616"/>
          </a:xfrm>
          <a:custGeom xmlns:a="http://schemas.openxmlformats.org/drawingml/2006/main">
            <a:pathLst>
              <a:path w="1801462" h="1063136">
                <a:moveTo>
                  <a:pt x="553" y="106471"/>
                </a:moveTo>
                <a:lnTo>
                  <a:pt x="553" y="106471"/>
                </a:lnTo>
                <a:cubicBezTo>
                  <a:pt x="553" y="87557"/>
                  <a:pt x="5415" y="69710"/>
                  <a:pt x="14605" y="53503"/>
                </a:cubicBezTo>
                <a:cubicBezTo>
                  <a:pt x="24330" y="37296"/>
                  <a:pt x="37296" y="23777"/>
                  <a:pt x="53521" y="14587"/>
                </a:cubicBezTo>
                <a:cubicBezTo>
                  <a:pt x="69728" y="4862"/>
                  <a:pt x="88110" y="0"/>
                  <a:pt x="107025" y="0"/>
                </a:cubicBezTo>
                <a:lnTo>
                  <a:pt x="1694990" y="533"/>
                </a:lnTo>
                <a:cubicBezTo>
                  <a:pt x="1713903" y="533"/>
                  <a:pt x="1731732" y="5395"/>
                  <a:pt x="1747958" y="14587"/>
                </a:cubicBezTo>
                <a:cubicBezTo>
                  <a:pt x="1764166" y="24310"/>
                  <a:pt x="1777685" y="37296"/>
                  <a:pt x="1786875" y="53503"/>
                </a:cubicBezTo>
                <a:cubicBezTo>
                  <a:pt x="1796599" y="69710"/>
                  <a:pt x="1801462" y="88091"/>
                  <a:pt x="1801462" y="107006"/>
                </a:cubicBezTo>
                <a:lnTo>
                  <a:pt x="1801462" y="956664"/>
                </a:lnTo>
                <a:cubicBezTo>
                  <a:pt x="1801462" y="975579"/>
                  <a:pt x="1796599" y="993407"/>
                  <a:pt x="1787409" y="1009633"/>
                </a:cubicBezTo>
                <a:cubicBezTo>
                  <a:pt x="1777685" y="1025841"/>
                  <a:pt x="1764700" y="1039359"/>
                  <a:pt x="1748492" y="1048550"/>
                </a:cubicBezTo>
                <a:cubicBezTo>
                  <a:pt x="1732285" y="1058275"/>
                  <a:pt x="1713903" y="1063136"/>
                  <a:pt x="1694990" y="1063136"/>
                </a:cubicBezTo>
                <a:lnTo>
                  <a:pt x="106490" y="1063136"/>
                </a:lnTo>
                <a:cubicBezTo>
                  <a:pt x="87556" y="1063136"/>
                  <a:pt x="69728" y="1058275"/>
                  <a:pt x="53521" y="1049084"/>
                </a:cubicBezTo>
                <a:cubicBezTo>
                  <a:pt x="37296" y="1039359"/>
                  <a:pt x="23795" y="1026393"/>
                  <a:pt x="14605" y="1010167"/>
                </a:cubicBezTo>
                <a:cubicBezTo>
                  <a:pt x="4862" y="993960"/>
                  <a:pt x="0" y="975579"/>
                  <a:pt x="0" y="956664"/>
                </a:cubicBezTo>
                <a:lnTo>
                  <a:pt x="553" y="10647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B499D2"/>
            </a:solidFill>
            <a:prstDash val="solid"/>
          </a:ln>
        </p:spPr>
      </p:sp>
      <p:sp>
        <p:nvSpPr>
          <p:cNvPr id="727" name="text-658 Rendered">
            <a:extLst xmlns:a="http://schemas.openxmlformats.org/drawingml/2006/main">
              <a:ext uri="{FF2B5EF4-FFF2-40B4-BE49-F238E27FC236}">
                <a16:creationId xmlns:a16="http://schemas.microsoft.com/office/drawing/2014/main" id="{361665B9-EEFE-48E6-998F-BDF8C541F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80262" y="8352341"/>
            <a:ext cx="754494" cy="2204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40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Rendered</a:t>
            </a:r>
          </a:p>
        </p:txBody>
      </p:sp>
      <p:sp>
        <p:nvSpPr>
          <p:cNvPr id="728" name="text-658 Page">
            <a:extLst xmlns:a="http://schemas.openxmlformats.org/drawingml/2006/main">
              <a:ext uri="{FF2B5EF4-FFF2-40B4-BE49-F238E27FC236}">
                <a16:creationId xmlns:a16="http://schemas.microsoft.com/office/drawing/2014/main" id="{623F3C37-F3FF-492A-9946-8BE809BC9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50264" y="8352318"/>
            <a:ext cx="404706" cy="2205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0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40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Page</a:t>
            </a:r>
          </a:p>
        </p:txBody>
      </p:sp>
      <p:sp>
        <p:nvSpPr>
          <p:cNvPr id="729" name="text-658 Image">
            <a:extLst xmlns:a="http://schemas.openxmlformats.org/drawingml/2006/main">
              <a:ext uri="{FF2B5EF4-FFF2-40B4-BE49-F238E27FC236}">
                <a16:creationId xmlns:a16="http://schemas.microsoft.com/office/drawing/2014/main" id="{22C36829-8C1E-460C-8CAA-E2B8F61D5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70265" y="8352163"/>
            <a:ext cx="483879" cy="2207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1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41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Image</a:t>
            </a:r>
          </a:p>
        </p:txBody>
      </p:sp>
      <p:sp>
        <p:nvSpPr>
          <p:cNvPr id="730" name="path-659">
            <a:extLst xmlns:a="http://schemas.openxmlformats.org/drawingml/2006/main">
              <a:ext uri="{FF2B5EF4-FFF2-40B4-BE49-F238E27FC236}">
                <a16:creationId xmlns:a16="http://schemas.microsoft.com/office/drawing/2014/main" id="{AA1C87E2-73E1-4BFB-978A-A1F349FD6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34581" y="8779335"/>
            <a:ext cx="1541335" cy="377602"/>
          </a:xfrm>
          <a:custGeom xmlns:a="http://schemas.openxmlformats.org/drawingml/2006/main">
            <a:pathLst>
              <a:path w="1564169" h="383196">
                <a:moveTo>
                  <a:pt x="782084" y="383196"/>
                </a:moveTo>
                <a:lnTo>
                  <a:pt x="0" y="383196"/>
                </a:lnTo>
                <a:lnTo>
                  <a:pt x="0" y="0"/>
                </a:lnTo>
                <a:lnTo>
                  <a:pt x="1564169" y="0"/>
                </a:lnTo>
                <a:lnTo>
                  <a:pt x="1564169" y="383196"/>
                </a:lnTo>
                <a:lnTo>
                  <a:pt x="782084" y="38319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4913">
            <a:solidFill>
              <a:srgbClr val="9A9A9A"/>
            </a:solidFill>
            <a:prstDash val="solid"/>
          </a:ln>
        </p:spPr>
      </p:sp>
      <p:sp>
        <p:nvSpPr>
          <p:cNvPr id="731" name="path-660">
            <a:extLst xmlns:a="http://schemas.openxmlformats.org/drawingml/2006/main">
              <a:ext uri="{FF2B5EF4-FFF2-40B4-BE49-F238E27FC236}">
                <a16:creationId xmlns:a16="http://schemas.microsoft.com/office/drawing/2014/main" id="{BF769F67-6BC4-4315-B369-C189123C2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2093" y="8837919"/>
            <a:ext cx="436732" cy="191"/>
          </a:xfrm>
          <a:custGeom xmlns:a="http://schemas.openxmlformats.org/drawingml/2006/main">
            <a:pathLst>
              <a:path w="443202" h="191">
                <a:moveTo>
                  <a:pt x="0" y="0"/>
                </a:moveTo>
                <a:lnTo>
                  <a:pt x="44320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93ACC8"/>
            </a:solidFill>
            <a:prstDash val="solid"/>
          </a:ln>
        </p:spPr>
      </p:sp>
      <p:sp>
        <p:nvSpPr>
          <p:cNvPr id="732" name="path-661">
            <a:extLst xmlns:a="http://schemas.openxmlformats.org/drawingml/2006/main">
              <a:ext uri="{FF2B5EF4-FFF2-40B4-BE49-F238E27FC236}">
                <a16:creationId xmlns:a16="http://schemas.microsoft.com/office/drawing/2014/main" id="{B155B11A-AD07-4FF5-8BE7-6338C6AFA9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2093" y="8895976"/>
            <a:ext cx="436732" cy="191"/>
          </a:xfrm>
          <a:custGeom xmlns:a="http://schemas.openxmlformats.org/drawingml/2006/main">
            <a:pathLst>
              <a:path w="443202" h="191">
                <a:moveTo>
                  <a:pt x="0" y="0"/>
                </a:moveTo>
                <a:lnTo>
                  <a:pt x="44320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93ACC8"/>
            </a:solidFill>
            <a:prstDash val="solid"/>
          </a:ln>
        </p:spPr>
      </p:sp>
      <p:sp>
        <p:nvSpPr>
          <p:cNvPr id="733" name="path-662">
            <a:extLst xmlns:a="http://schemas.openxmlformats.org/drawingml/2006/main">
              <a:ext uri="{FF2B5EF4-FFF2-40B4-BE49-F238E27FC236}">
                <a16:creationId xmlns:a16="http://schemas.microsoft.com/office/drawing/2014/main" id="{434C325B-F1CF-4F4C-9584-863131770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2093" y="8954015"/>
            <a:ext cx="436732" cy="191"/>
          </a:xfrm>
          <a:custGeom xmlns:a="http://schemas.openxmlformats.org/drawingml/2006/main">
            <a:pathLst>
              <a:path w="443202" h="191">
                <a:moveTo>
                  <a:pt x="0" y="0"/>
                </a:moveTo>
                <a:lnTo>
                  <a:pt x="44320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93ACC8"/>
            </a:solidFill>
            <a:prstDash val="solid"/>
          </a:ln>
        </p:spPr>
      </p:sp>
      <p:sp>
        <p:nvSpPr>
          <p:cNvPr id="734" name="path-663">
            <a:extLst xmlns:a="http://schemas.openxmlformats.org/drawingml/2006/main">
              <a:ext uri="{FF2B5EF4-FFF2-40B4-BE49-F238E27FC236}">
                <a16:creationId xmlns:a16="http://schemas.microsoft.com/office/drawing/2014/main" id="{BC2F4ACD-4971-402A-B653-C38F74C3D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2093" y="9012074"/>
            <a:ext cx="436732" cy="191"/>
          </a:xfrm>
          <a:custGeom xmlns:a="http://schemas.openxmlformats.org/drawingml/2006/main">
            <a:pathLst>
              <a:path w="443202" h="191">
                <a:moveTo>
                  <a:pt x="0" y="0"/>
                </a:moveTo>
                <a:lnTo>
                  <a:pt x="44320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93ACC8"/>
            </a:solidFill>
            <a:prstDash val="solid"/>
          </a:ln>
        </p:spPr>
      </p:sp>
      <p:sp>
        <p:nvSpPr>
          <p:cNvPr id="735" name="path-664">
            <a:extLst xmlns:a="http://schemas.openxmlformats.org/drawingml/2006/main">
              <a:ext uri="{FF2B5EF4-FFF2-40B4-BE49-F238E27FC236}">
                <a16:creationId xmlns:a16="http://schemas.microsoft.com/office/drawing/2014/main" id="{5756EFAE-7B8F-472D-9500-A563ECC4F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6174" y="8823526"/>
            <a:ext cx="435678" cy="188548"/>
          </a:xfrm>
          <a:custGeom xmlns:a="http://schemas.openxmlformats.org/drawingml/2006/main">
            <a:pathLst>
              <a:path w="442133" h="191341">
                <a:moveTo>
                  <a:pt x="221066" y="191341"/>
                </a:moveTo>
                <a:lnTo>
                  <a:pt x="0" y="191341"/>
                </a:lnTo>
                <a:lnTo>
                  <a:pt x="0" y="0"/>
                </a:lnTo>
                <a:lnTo>
                  <a:pt x="442133" y="0"/>
                </a:lnTo>
                <a:lnTo>
                  <a:pt x="442133" y="191341"/>
                </a:lnTo>
                <a:lnTo>
                  <a:pt x="221066" y="191341"/>
                </a:lnTo>
              </a:path>
            </a:pathLst>
          </a:custGeom>
          <a:solidFill xmlns:a="http://schemas.openxmlformats.org/drawingml/2006/main">
            <a:srgbClr val="C4DBEC"/>
          </a:solidFill>
          <a:ln xmlns:a="http://schemas.openxmlformats.org/drawingml/2006/main" w="11185">
            <a:solidFill>
              <a:srgbClr val="8A9CAE"/>
            </a:solidFill>
            <a:prstDash val="solid"/>
          </a:ln>
        </p:spPr>
      </p:sp>
      <p:sp>
        <p:nvSpPr>
          <p:cNvPr id="736" name="path-665">
            <a:extLst xmlns:a="http://schemas.openxmlformats.org/drawingml/2006/main">
              <a:ext uri="{FF2B5EF4-FFF2-40B4-BE49-F238E27FC236}">
                <a16:creationId xmlns:a16="http://schemas.microsoft.com/office/drawing/2014/main" id="{7E5B6DFB-1624-4B2E-B89C-F3721654D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8224" y="8852818"/>
            <a:ext cx="65497" cy="65518"/>
          </a:xfrm>
          <a:custGeom xmlns:a="http://schemas.openxmlformats.org/drawingml/2006/main">
            <a:pathLst>
              <a:path w="66468" h="66488">
                <a:moveTo>
                  <a:pt x="0" y="32987"/>
                </a:moveTo>
                <a:lnTo>
                  <a:pt x="0" y="32987"/>
                </a:lnTo>
                <a:cubicBezTo>
                  <a:pt x="0" y="27037"/>
                  <a:pt x="1621" y="21623"/>
                  <a:pt x="4308" y="16227"/>
                </a:cubicBezTo>
                <a:cubicBezTo>
                  <a:pt x="7550" y="11365"/>
                  <a:pt x="11344" y="7036"/>
                  <a:pt x="16741" y="4328"/>
                </a:cubicBezTo>
                <a:cubicBezTo>
                  <a:pt x="21604" y="1087"/>
                  <a:pt x="27553" y="0"/>
                  <a:pt x="33500" y="0"/>
                </a:cubicBezTo>
                <a:cubicBezTo>
                  <a:pt x="38915" y="0"/>
                  <a:pt x="44846" y="1087"/>
                  <a:pt x="49727" y="4328"/>
                </a:cubicBezTo>
                <a:cubicBezTo>
                  <a:pt x="55123" y="7036"/>
                  <a:pt x="58899" y="11365"/>
                  <a:pt x="62140" y="16227"/>
                </a:cubicBezTo>
                <a:cubicBezTo>
                  <a:pt x="64848" y="21623"/>
                  <a:pt x="66468" y="27037"/>
                  <a:pt x="66468" y="32987"/>
                </a:cubicBezTo>
                <a:cubicBezTo>
                  <a:pt x="66468" y="38916"/>
                  <a:pt x="64848" y="44332"/>
                  <a:pt x="62140" y="49728"/>
                </a:cubicBezTo>
                <a:cubicBezTo>
                  <a:pt x="58899" y="54590"/>
                  <a:pt x="55123" y="58919"/>
                  <a:pt x="49727" y="61625"/>
                </a:cubicBezTo>
                <a:cubicBezTo>
                  <a:pt x="44846" y="64868"/>
                  <a:pt x="38915" y="66488"/>
                  <a:pt x="33500" y="66488"/>
                </a:cubicBezTo>
                <a:cubicBezTo>
                  <a:pt x="27553" y="66488"/>
                  <a:pt x="21604" y="64868"/>
                  <a:pt x="16741" y="61625"/>
                </a:cubicBezTo>
                <a:cubicBezTo>
                  <a:pt x="11344" y="58919"/>
                  <a:pt x="7550" y="54590"/>
                  <a:pt x="4308" y="49728"/>
                </a:cubicBezTo>
                <a:cubicBezTo>
                  <a:pt x="1621" y="44332"/>
                  <a:pt x="0" y="38916"/>
                  <a:pt x="0" y="32987"/>
                </a:cubicBezTo>
              </a:path>
            </a:pathLst>
          </a:custGeom>
          <a:solidFill xmlns:a="http://schemas.openxmlformats.org/drawingml/2006/main">
            <a:srgbClr val="F0D28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7" name="path-666">
            <a:extLst xmlns:a="http://schemas.openxmlformats.org/drawingml/2006/main">
              <a:ext uri="{FF2B5EF4-FFF2-40B4-BE49-F238E27FC236}">
                <a16:creationId xmlns:a16="http://schemas.microsoft.com/office/drawing/2014/main" id="{5A8CF6E7-7135-4B7C-AE57-741C9754D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729" y="9012074"/>
            <a:ext cx="72432" cy="86824"/>
          </a:xfrm>
          <a:custGeom xmlns:a="http://schemas.openxmlformats.org/drawingml/2006/main">
            <a:pathLst>
              <a:path w="73505" h="88110">
                <a:moveTo>
                  <a:pt x="36743" y="88110"/>
                </a:moveTo>
                <a:lnTo>
                  <a:pt x="0" y="88110"/>
                </a:lnTo>
                <a:lnTo>
                  <a:pt x="0" y="0"/>
                </a:lnTo>
                <a:lnTo>
                  <a:pt x="73505" y="0"/>
                </a:lnTo>
                <a:lnTo>
                  <a:pt x="73505" y="88110"/>
                </a:lnTo>
                <a:lnTo>
                  <a:pt x="36743" y="88110"/>
                </a:lnTo>
              </a:path>
            </a:pathLst>
          </a:custGeom>
          <a:solidFill xmlns:a="http://schemas.openxmlformats.org/drawingml/2006/main">
            <a:srgbClr val="96B9E0"/>
          </a:solidFill>
          <a:ln xmlns:a="http://schemas.openxmlformats.org/drawingml/2006/main" w="9587">
            <a:solidFill>
              <a:srgbClr val="6384B0"/>
            </a:solidFill>
            <a:prstDash val="solid"/>
          </a:ln>
        </p:spPr>
      </p:sp>
      <p:sp>
        <p:nvSpPr>
          <p:cNvPr id="738" name="path-667">
            <a:extLst xmlns:a="http://schemas.openxmlformats.org/drawingml/2006/main">
              <a:ext uri="{FF2B5EF4-FFF2-40B4-BE49-F238E27FC236}">
                <a16:creationId xmlns:a16="http://schemas.microsoft.com/office/drawing/2014/main" id="{3AF3A0A8-6FC0-4EC9-9DA2-525839131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1979" y="8954560"/>
            <a:ext cx="72431" cy="144863"/>
          </a:xfrm>
          <a:custGeom xmlns:a="http://schemas.openxmlformats.org/drawingml/2006/main">
            <a:pathLst>
              <a:path w="73504" h="147009">
                <a:moveTo>
                  <a:pt x="36761" y="147009"/>
                </a:moveTo>
                <a:lnTo>
                  <a:pt x="0" y="147009"/>
                </a:lnTo>
                <a:lnTo>
                  <a:pt x="0" y="0"/>
                </a:lnTo>
                <a:lnTo>
                  <a:pt x="73504" y="0"/>
                </a:lnTo>
                <a:lnTo>
                  <a:pt x="73504" y="147009"/>
                </a:lnTo>
                <a:lnTo>
                  <a:pt x="36761" y="147009"/>
                </a:lnTo>
              </a:path>
            </a:pathLst>
          </a:custGeom>
          <a:solidFill xmlns:a="http://schemas.openxmlformats.org/drawingml/2006/main">
            <a:srgbClr val="96B9E0"/>
          </a:solidFill>
          <a:ln xmlns:a="http://schemas.openxmlformats.org/drawingml/2006/main" w="9587">
            <a:solidFill>
              <a:srgbClr val="6384B0"/>
            </a:solidFill>
            <a:prstDash val="solid"/>
          </a:ln>
        </p:spPr>
      </p:sp>
      <p:sp>
        <p:nvSpPr>
          <p:cNvPr id="739" name="path-668">
            <a:extLst xmlns:a="http://schemas.openxmlformats.org/drawingml/2006/main">
              <a:ext uri="{FF2B5EF4-FFF2-40B4-BE49-F238E27FC236}">
                <a16:creationId xmlns:a16="http://schemas.microsoft.com/office/drawing/2014/main" id="{3B0F007A-E1C3-4827-B8F6-0E5D6DB7ED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702" y="8982782"/>
            <a:ext cx="72451" cy="115571"/>
          </a:xfrm>
          <a:custGeom xmlns:a="http://schemas.openxmlformats.org/drawingml/2006/main">
            <a:pathLst>
              <a:path w="73525" h="117283">
                <a:moveTo>
                  <a:pt x="36761" y="117283"/>
                </a:moveTo>
                <a:lnTo>
                  <a:pt x="0" y="117283"/>
                </a:lnTo>
                <a:lnTo>
                  <a:pt x="0" y="0"/>
                </a:lnTo>
                <a:lnTo>
                  <a:pt x="73525" y="0"/>
                </a:lnTo>
                <a:lnTo>
                  <a:pt x="73525" y="117283"/>
                </a:lnTo>
                <a:lnTo>
                  <a:pt x="36761" y="117283"/>
                </a:lnTo>
              </a:path>
            </a:pathLst>
          </a:custGeom>
          <a:solidFill xmlns:a="http://schemas.openxmlformats.org/drawingml/2006/main">
            <a:srgbClr val="96B9E0"/>
          </a:solidFill>
          <a:ln xmlns:a="http://schemas.openxmlformats.org/drawingml/2006/main" w="9587">
            <a:solidFill>
              <a:srgbClr val="6384B0"/>
            </a:solidFill>
            <a:prstDash val="solid"/>
          </a:ln>
        </p:spPr>
      </p:sp>
      <p:sp>
        <p:nvSpPr>
          <p:cNvPr id="740" name="path-669">
            <a:extLst xmlns:a="http://schemas.openxmlformats.org/drawingml/2006/main">
              <a:ext uri="{FF2B5EF4-FFF2-40B4-BE49-F238E27FC236}">
                <a16:creationId xmlns:a16="http://schemas.microsoft.com/office/drawing/2014/main" id="{8245CF41-3360-4D8B-8BCD-B26C34875A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5444" y="8924723"/>
            <a:ext cx="72432" cy="174174"/>
          </a:xfrm>
          <a:custGeom xmlns:a="http://schemas.openxmlformats.org/drawingml/2006/main">
            <a:pathLst>
              <a:path w="73505" h="176754">
                <a:moveTo>
                  <a:pt x="36743" y="176754"/>
                </a:moveTo>
                <a:lnTo>
                  <a:pt x="0" y="176754"/>
                </a:lnTo>
                <a:lnTo>
                  <a:pt x="0" y="0"/>
                </a:lnTo>
                <a:lnTo>
                  <a:pt x="73505" y="0"/>
                </a:lnTo>
                <a:lnTo>
                  <a:pt x="73505" y="176754"/>
                </a:lnTo>
                <a:lnTo>
                  <a:pt x="36743" y="176754"/>
                </a:lnTo>
              </a:path>
            </a:pathLst>
          </a:custGeom>
          <a:solidFill xmlns:a="http://schemas.openxmlformats.org/drawingml/2006/main">
            <a:srgbClr val="96B9E0"/>
          </a:solidFill>
          <a:ln xmlns:a="http://schemas.openxmlformats.org/drawingml/2006/main" w="9587">
            <a:solidFill>
              <a:srgbClr val="6384B0"/>
            </a:solidFill>
            <a:prstDash val="solid"/>
          </a:ln>
        </p:spPr>
      </p:sp>
      <p:sp>
        <p:nvSpPr>
          <p:cNvPr id="741" name="path-670">
            <a:extLst xmlns:a="http://schemas.openxmlformats.org/drawingml/2006/main">
              <a:ext uri="{FF2B5EF4-FFF2-40B4-BE49-F238E27FC236}">
                <a16:creationId xmlns:a16="http://schemas.microsoft.com/office/drawing/2014/main" id="{30BA1F2E-E663-41F2-B2ED-F6FB1A7E9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7964" y="8317032"/>
            <a:ext cx="6836985" cy="1047091"/>
          </a:xfrm>
          <a:custGeom xmlns:a="http://schemas.openxmlformats.org/drawingml/2006/main">
            <a:pathLst>
              <a:path w="6938274" h="1062603">
                <a:moveTo>
                  <a:pt x="0" y="84849"/>
                </a:moveTo>
                <a:lnTo>
                  <a:pt x="0" y="84849"/>
                </a:lnTo>
                <a:cubicBezTo>
                  <a:pt x="0" y="69729"/>
                  <a:pt x="3776" y="55123"/>
                  <a:pt x="11345" y="42157"/>
                </a:cubicBezTo>
                <a:cubicBezTo>
                  <a:pt x="18915" y="29193"/>
                  <a:pt x="29726" y="18915"/>
                  <a:pt x="42692" y="11345"/>
                </a:cubicBezTo>
                <a:cubicBezTo>
                  <a:pt x="55677" y="3776"/>
                  <a:pt x="70263" y="0"/>
                  <a:pt x="84849" y="0"/>
                </a:cubicBezTo>
                <a:lnTo>
                  <a:pt x="6852892" y="0"/>
                </a:lnTo>
                <a:cubicBezTo>
                  <a:pt x="6868012" y="0"/>
                  <a:pt x="6882618" y="3776"/>
                  <a:pt x="6895583" y="11345"/>
                </a:cubicBezTo>
                <a:cubicBezTo>
                  <a:pt x="6908550" y="18915"/>
                  <a:pt x="6918827" y="29726"/>
                  <a:pt x="6926395" y="42692"/>
                </a:cubicBezTo>
                <a:cubicBezTo>
                  <a:pt x="6933966" y="55677"/>
                  <a:pt x="6937740" y="70263"/>
                  <a:pt x="6937740" y="84849"/>
                </a:cubicBezTo>
                <a:lnTo>
                  <a:pt x="6938274" y="977201"/>
                </a:lnTo>
                <a:cubicBezTo>
                  <a:pt x="6938274" y="992340"/>
                  <a:pt x="6934499" y="1006927"/>
                  <a:pt x="6926931" y="1019911"/>
                </a:cubicBezTo>
                <a:cubicBezTo>
                  <a:pt x="6919360" y="1032877"/>
                  <a:pt x="6908550" y="1043155"/>
                  <a:pt x="6895583" y="1050705"/>
                </a:cubicBezTo>
                <a:cubicBezTo>
                  <a:pt x="6882618" y="1058275"/>
                  <a:pt x="6868012" y="1062070"/>
                  <a:pt x="6853426" y="1062070"/>
                </a:cubicBezTo>
                <a:lnTo>
                  <a:pt x="84849" y="1062603"/>
                </a:lnTo>
                <a:cubicBezTo>
                  <a:pt x="69729" y="1062603"/>
                  <a:pt x="55123" y="1058827"/>
                  <a:pt x="42157" y="1051258"/>
                </a:cubicBezTo>
                <a:cubicBezTo>
                  <a:pt x="29193" y="1043688"/>
                  <a:pt x="18915" y="1032877"/>
                  <a:pt x="11345" y="1019911"/>
                </a:cubicBezTo>
                <a:cubicBezTo>
                  <a:pt x="3776" y="1006927"/>
                  <a:pt x="0" y="992340"/>
                  <a:pt x="0" y="977754"/>
                </a:cubicBezTo>
                <a:lnTo>
                  <a:pt x="0" y="8484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641">
            <a:solidFill>
              <a:srgbClr val="B499D2"/>
            </a:solidFill>
            <a:prstDash val="solid"/>
          </a:ln>
        </p:spPr>
      </p:sp>
      <p:sp>
        <p:nvSpPr>
          <p:cNvPr id="742" name="text-671 Exact">
            <a:extLst xmlns:a="http://schemas.openxmlformats.org/drawingml/2006/main">
              <a:ext uri="{FF2B5EF4-FFF2-40B4-BE49-F238E27FC236}">
                <a16:creationId xmlns:a16="http://schemas.microsoft.com/office/drawing/2014/main" id="{271567E3-5BD3-488C-B4C4-EF53115E9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04178" y="8348121"/>
            <a:ext cx="468088" cy="2301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9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94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94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Exact</a:t>
            </a:r>
          </a:p>
        </p:txBody>
      </p:sp>
      <p:sp>
        <p:nvSpPr>
          <p:cNvPr id="743" name="text-671 Structured">
            <a:extLst xmlns:a="http://schemas.openxmlformats.org/drawingml/2006/main">
              <a:ext uri="{FF2B5EF4-FFF2-40B4-BE49-F238E27FC236}">
                <a16:creationId xmlns:a16="http://schemas.microsoft.com/office/drawing/2014/main" id="{A72CEB51-DB9B-48E5-B8D1-0F14B17D9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88246" y="8347906"/>
            <a:ext cx="861529" cy="2304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96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96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96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Structured</a:t>
            </a:r>
          </a:p>
        </p:txBody>
      </p:sp>
      <p:sp>
        <p:nvSpPr>
          <p:cNvPr id="744" name="text-671 Supervision">
            <a:extLst xmlns:a="http://schemas.openxmlformats.org/drawingml/2006/main">
              <a:ext uri="{FF2B5EF4-FFF2-40B4-BE49-F238E27FC236}">
                <a16:creationId xmlns:a16="http://schemas.microsoft.com/office/drawing/2014/main" id="{29DE1100-73E6-4A95-A786-E60CF17B8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65084" y="8348006"/>
            <a:ext cx="970806" cy="2302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9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95" b="1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295" b="1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Supervision</a:t>
            </a:r>
          </a:p>
        </p:txBody>
      </p:sp>
      <p:sp>
        <p:nvSpPr>
          <p:cNvPr id="745" name="text-672 Structured">
            <a:extLst xmlns:a="http://schemas.openxmlformats.org/drawingml/2006/main">
              <a:ext uri="{FF2B5EF4-FFF2-40B4-BE49-F238E27FC236}">
                <a16:creationId xmlns:a16="http://schemas.microsoft.com/office/drawing/2014/main" id="{B5D92E58-72A2-4EB7-BC3F-C9D289CE7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201592" y="8908702"/>
            <a:ext cx="635860" cy="1857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4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4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045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Structured</a:t>
            </a:r>
          </a:p>
        </p:txBody>
      </p:sp>
      <p:sp>
        <p:nvSpPr>
          <p:cNvPr id="746" name="text-673 Markdown">
            <a:extLst xmlns:a="http://schemas.openxmlformats.org/drawingml/2006/main">
              <a:ext uri="{FF2B5EF4-FFF2-40B4-BE49-F238E27FC236}">
                <a16:creationId xmlns:a16="http://schemas.microsoft.com/office/drawing/2014/main" id="{53D89E1A-79B7-4F99-B266-5715C3BBD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95205" y="9077403"/>
            <a:ext cx="649213" cy="1896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6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67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067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Markdown</a:t>
            </a:r>
          </a:p>
        </p:txBody>
      </p:sp>
      <p:sp>
        <p:nvSpPr>
          <p:cNvPr id="747" name="text-674 Element">
            <a:extLst xmlns:a="http://schemas.openxmlformats.org/drawingml/2006/main">
              <a:ext uri="{FF2B5EF4-FFF2-40B4-BE49-F238E27FC236}">
                <a16:creationId xmlns:a16="http://schemas.microsoft.com/office/drawing/2014/main" id="{DF0FA57E-5DBE-43B7-9CE1-D71A1A53B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08483" y="8911202"/>
            <a:ext cx="500889" cy="1822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025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Element</a:t>
            </a:r>
          </a:p>
        </p:txBody>
      </p:sp>
      <p:sp>
        <p:nvSpPr>
          <p:cNvPr id="748" name="text-675 Categories">
            <a:extLst xmlns:a="http://schemas.openxmlformats.org/drawingml/2006/main">
              <a:ext uri="{FF2B5EF4-FFF2-40B4-BE49-F238E27FC236}">
                <a16:creationId xmlns:a16="http://schemas.microsoft.com/office/drawing/2014/main" id="{B907CE04-A1F9-4102-B113-AA2332F41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43492" y="9087198"/>
            <a:ext cx="630282" cy="1759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9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9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90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Categories</a:t>
            </a:r>
          </a:p>
        </p:txBody>
      </p:sp>
      <p:sp>
        <p:nvSpPr>
          <p:cNvPr id="749" name="text-676 Bounding">
            <a:extLst xmlns:a="http://schemas.openxmlformats.org/drawingml/2006/main">
              <a:ext uri="{FF2B5EF4-FFF2-40B4-BE49-F238E27FC236}">
                <a16:creationId xmlns:a16="http://schemas.microsoft.com/office/drawing/2014/main" id="{A7EDF838-EFF3-4007-924F-DBE7A498E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11491" y="8911235"/>
            <a:ext cx="573358" cy="1821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2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2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025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Bounding</a:t>
            </a:r>
          </a:p>
        </p:txBody>
      </p:sp>
      <p:sp>
        <p:nvSpPr>
          <p:cNvPr id="750" name="text-677 Boxes">
            <a:extLst xmlns:a="http://schemas.openxmlformats.org/drawingml/2006/main">
              <a:ext uri="{FF2B5EF4-FFF2-40B4-BE49-F238E27FC236}">
                <a16:creationId xmlns:a16="http://schemas.microsoft.com/office/drawing/2014/main" id="{7A67C6DB-3E60-4280-A162-2F5BCF960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20146" y="9092945"/>
            <a:ext cx="354900" cy="1678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4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4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44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Boxes</a:t>
            </a:r>
          </a:p>
        </p:txBody>
      </p:sp>
      <p:sp>
        <p:nvSpPr>
          <p:cNvPr id="751" name="text-678 HTML">
            <a:extLst xmlns:a="http://schemas.openxmlformats.org/drawingml/2006/main">
              <a:ext uri="{FF2B5EF4-FFF2-40B4-BE49-F238E27FC236}">
                <a16:creationId xmlns:a16="http://schemas.microsoft.com/office/drawing/2014/main" id="{82995F7E-6FEB-4DE7-AB5E-25E9EBB3D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57236" y="8916849"/>
            <a:ext cx="361336" cy="1743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8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80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80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HTML</a:t>
            </a:r>
          </a:p>
        </p:txBody>
      </p:sp>
      <p:sp>
        <p:nvSpPr>
          <p:cNvPr id="752" name="text-679 Tables">
            <a:extLst xmlns:a="http://schemas.openxmlformats.org/drawingml/2006/main">
              <a:ext uri="{FF2B5EF4-FFF2-40B4-BE49-F238E27FC236}">
                <a16:creationId xmlns:a16="http://schemas.microsoft.com/office/drawing/2014/main" id="{FA87853D-3583-4965-8ED8-28598447A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46583" y="9088552"/>
            <a:ext cx="381670" cy="1740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79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79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79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Tables</a:t>
            </a:r>
          </a:p>
        </p:txBody>
      </p:sp>
      <p:sp>
        <p:nvSpPr>
          <p:cNvPr id="753" name="text-680 LaTeX">
            <a:extLst xmlns:a="http://schemas.openxmlformats.org/drawingml/2006/main">
              <a:ext uri="{FF2B5EF4-FFF2-40B4-BE49-F238E27FC236}">
                <a16:creationId xmlns:a16="http://schemas.microsoft.com/office/drawing/2014/main" id="{D18AC482-E2AC-443D-85B5-97D1E95A3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01278" y="8925474"/>
            <a:ext cx="349454" cy="1622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1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1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913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LaTeX</a:t>
            </a:r>
          </a:p>
        </p:txBody>
      </p:sp>
      <p:sp>
        <p:nvSpPr>
          <p:cNvPr id="754" name="text-681 Formulas">
            <a:extLst xmlns:a="http://schemas.openxmlformats.org/drawingml/2006/main">
              <a:ext uri="{FF2B5EF4-FFF2-40B4-BE49-F238E27FC236}">
                <a16:creationId xmlns:a16="http://schemas.microsoft.com/office/drawing/2014/main" id="{5983DDFC-7753-4BBE-9E58-D95C6FDA9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99536" y="9085277"/>
            <a:ext cx="554689" cy="1786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5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005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Formulas</a:t>
            </a:r>
          </a:p>
        </p:txBody>
      </p:sp>
      <p:sp>
        <p:nvSpPr>
          <p:cNvPr id="755" name="text-682 Reading-Order">
            <a:extLst xmlns:a="http://schemas.openxmlformats.org/drawingml/2006/main">
              <a:ext uri="{FF2B5EF4-FFF2-40B4-BE49-F238E27FC236}">
                <a16:creationId xmlns:a16="http://schemas.microsoft.com/office/drawing/2014/main" id="{B9D5FB9F-83E9-4F1A-AD9C-2D3D50F95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783796" y="8914186"/>
            <a:ext cx="864005" cy="1780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1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001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Reading-Order</a:t>
            </a:r>
          </a:p>
        </p:txBody>
      </p:sp>
      <p:sp>
        <p:nvSpPr>
          <p:cNvPr id="756" name="text-683 Indices">
            <a:extLst xmlns:a="http://schemas.openxmlformats.org/drawingml/2006/main">
              <a:ext uri="{FF2B5EF4-FFF2-40B4-BE49-F238E27FC236}">
                <a16:creationId xmlns:a16="http://schemas.microsoft.com/office/drawing/2014/main" id="{36F19A9E-EB6D-4390-AF9F-8D3B7F6F8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003214" y="9085369"/>
            <a:ext cx="426922" cy="1785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0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0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004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Indices</a:t>
            </a:r>
          </a:p>
        </p:txBody>
      </p:sp>
      <p:sp>
        <p:nvSpPr>
          <p:cNvPr id="757" name="path-684">
            <a:extLst xmlns:a="http://schemas.openxmlformats.org/drawingml/2006/main">
              <a:ext uri="{FF2B5EF4-FFF2-40B4-BE49-F238E27FC236}">
                <a16:creationId xmlns:a16="http://schemas.microsoft.com/office/drawing/2014/main" id="{1F396352-474A-4DFF-94BB-1CE198CE0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8235" y="8665361"/>
            <a:ext cx="377621" cy="174155"/>
          </a:xfrm>
          <a:custGeom xmlns:a="http://schemas.openxmlformats.org/drawingml/2006/main">
            <a:pathLst>
              <a:path w="383215" h="176735">
                <a:moveTo>
                  <a:pt x="191874" y="176735"/>
                </a:moveTo>
                <a:lnTo>
                  <a:pt x="0" y="176735"/>
                </a:lnTo>
                <a:lnTo>
                  <a:pt x="0" y="0"/>
                </a:lnTo>
                <a:lnTo>
                  <a:pt x="383215" y="0"/>
                </a:lnTo>
                <a:lnTo>
                  <a:pt x="383215" y="176735"/>
                </a:lnTo>
                <a:lnTo>
                  <a:pt x="191874" y="17673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3A3A3A"/>
            </a:solidFill>
            <a:prstDash val="solid"/>
          </a:ln>
        </p:spPr>
      </p:sp>
      <p:sp>
        <p:nvSpPr>
          <p:cNvPr id="758" name="path-685">
            <a:extLst xmlns:a="http://schemas.openxmlformats.org/drawingml/2006/main">
              <a:ext uri="{FF2B5EF4-FFF2-40B4-BE49-F238E27FC236}">
                <a16:creationId xmlns:a16="http://schemas.microsoft.com/office/drawing/2014/main" id="{19A41571-407E-4EBF-AE1A-FA605BCC8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6819" y="8716486"/>
            <a:ext cx="261523" cy="191"/>
          </a:xfrm>
          <a:custGeom xmlns:a="http://schemas.openxmlformats.org/drawingml/2006/main">
            <a:pathLst>
              <a:path w="265398" h="191">
                <a:moveTo>
                  <a:pt x="0" y="0"/>
                </a:moveTo>
                <a:lnTo>
                  <a:pt x="2653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6E86A4"/>
            </a:solidFill>
            <a:prstDash val="solid"/>
          </a:ln>
        </p:spPr>
      </p:sp>
      <p:sp>
        <p:nvSpPr>
          <p:cNvPr id="759" name="path-686">
            <a:extLst xmlns:a="http://schemas.openxmlformats.org/drawingml/2006/main">
              <a:ext uri="{FF2B5EF4-FFF2-40B4-BE49-F238E27FC236}">
                <a16:creationId xmlns:a16="http://schemas.microsoft.com/office/drawing/2014/main" id="{E08F1BAE-F7B2-4ECA-93F5-744BA8EE1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6819" y="8774543"/>
            <a:ext cx="261523" cy="191"/>
          </a:xfrm>
          <a:custGeom xmlns:a="http://schemas.openxmlformats.org/drawingml/2006/main">
            <a:pathLst>
              <a:path w="265398" h="191">
                <a:moveTo>
                  <a:pt x="0" y="0"/>
                </a:moveTo>
                <a:lnTo>
                  <a:pt x="26539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6E86A4"/>
            </a:solidFill>
            <a:prstDash val="solid"/>
          </a:ln>
        </p:spPr>
      </p:sp>
      <p:sp>
        <p:nvSpPr>
          <p:cNvPr id="760" name="path-687">
            <a:extLst xmlns:a="http://schemas.openxmlformats.org/drawingml/2006/main">
              <a:ext uri="{FF2B5EF4-FFF2-40B4-BE49-F238E27FC236}">
                <a16:creationId xmlns:a16="http://schemas.microsoft.com/office/drawing/2014/main" id="{C239064A-FDFC-4E7D-99B8-6C0C2FF9E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3618" y="8665361"/>
            <a:ext cx="406913" cy="79345"/>
          </a:xfrm>
          <a:custGeom xmlns:a="http://schemas.openxmlformats.org/drawingml/2006/main">
            <a:pathLst>
              <a:path w="412941" h="80521">
                <a:moveTo>
                  <a:pt x="206482" y="80521"/>
                </a:moveTo>
                <a:lnTo>
                  <a:pt x="0" y="80521"/>
                </a:lnTo>
                <a:lnTo>
                  <a:pt x="0" y="0"/>
                </a:lnTo>
                <a:lnTo>
                  <a:pt x="412941" y="0"/>
                </a:lnTo>
                <a:lnTo>
                  <a:pt x="412941" y="80521"/>
                </a:lnTo>
                <a:lnTo>
                  <a:pt x="206482" y="80521"/>
                </a:lnTo>
              </a:path>
            </a:pathLst>
          </a:custGeom>
          <a:solidFill xmlns:a="http://schemas.openxmlformats.org/drawingml/2006/main">
            <a:srgbClr val="C9D9EC"/>
          </a:solidFill>
          <a:ln xmlns:a="http://schemas.openxmlformats.org/drawingml/2006/main" w="13315">
            <a:solidFill>
              <a:srgbClr val="6384B0"/>
            </a:solidFill>
            <a:prstDash val="solid"/>
          </a:ln>
        </p:spPr>
      </p:sp>
      <p:sp>
        <p:nvSpPr>
          <p:cNvPr id="761" name="path-688">
            <a:extLst xmlns:a="http://schemas.openxmlformats.org/drawingml/2006/main">
              <a:ext uri="{FF2B5EF4-FFF2-40B4-BE49-F238E27FC236}">
                <a16:creationId xmlns:a16="http://schemas.microsoft.com/office/drawing/2014/main" id="{29E2F95E-BC4F-41FF-9B8B-0C3557781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3618" y="8759625"/>
            <a:ext cx="406913" cy="79347"/>
          </a:xfrm>
          <a:custGeom xmlns:a="http://schemas.openxmlformats.org/drawingml/2006/main">
            <a:pathLst>
              <a:path w="412941" h="80522">
                <a:moveTo>
                  <a:pt x="206482" y="80522"/>
                </a:moveTo>
                <a:lnTo>
                  <a:pt x="0" y="80522"/>
                </a:lnTo>
                <a:lnTo>
                  <a:pt x="0" y="0"/>
                </a:lnTo>
                <a:lnTo>
                  <a:pt x="412941" y="0"/>
                </a:lnTo>
                <a:lnTo>
                  <a:pt x="412941" y="80522"/>
                </a:lnTo>
                <a:lnTo>
                  <a:pt x="206482" y="80522"/>
                </a:lnTo>
              </a:path>
            </a:pathLst>
          </a:custGeom>
          <a:solidFill xmlns:a="http://schemas.openxmlformats.org/drawingml/2006/main">
            <a:srgbClr val="D9E7D2"/>
          </a:solidFill>
          <a:ln xmlns:a="http://schemas.openxmlformats.org/drawingml/2006/main" w="13315">
            <a:solidFill>
              <a:srgbClr val="6384B0"/>
            </a:solidFill>
            <a:prstDash val="solid"/>
          </a:ln>
        </p:spPr>
      </p:sp>
      <p:sp>
        <p:nvSpPr>
          <p:cNvPr id="762" name="path-689">
            <a:extLst xmlns:a="http://schemas.openxmlformats.org/drawingml/2006/main">
              <a:ext uri="{FF2B5EF4-FFF2-40B4-BE49-F238E27FC236}">
                <a16:creationId xmlns:a16="http://schemas.microsoft.com/office/drawing/2014/main" id="{5C94055F-68F4-4933-AD68-BD7F8440A0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83395" y="8665361"/>
            <a:ext cx="406894" cy="174155"/>
          </a:xfrm>
          <a:custGeom xmlns:a="http://schemas.openxmlformats.org/drawingml/2006/main">
            <a:pathLst>
              <a:path w="412922" h="176735">
                <a:moveTo>
                  <a:pt x="206461" y="176735"/>
                </a:moveTo>
                <a:lnTo>
                  <a:pt x="0" y="176735"/>
                </a:lnTo>
                <a:lnTo>
                  <a:pt x="0" y="0"/>
                </a:lnTo>
                <a:lnTo>
                  <a:pt x="412922" y="0"/>
                </a:lnTo>
                <a:lnTo>
                  <a:pt x="412922" y="176735"/>
                </a:lnTo>
                <a:lnTo>
                  <a:pt x="206461" y="176735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1185">
            <a:solidFill>
              <a:srgbClr val="AAAAAA"/>
            </a:solidFill>
            <a:prstDash val="solid"/>
          </a:ln>
        </p:spPr>
      </p:sp>
      <p:sp>
        <p:nvSpPr>
          <p:cNvPr id="763" name="path-690">
            <a:extLst xmlns:a="http://schemas.openxmlformats.org/drawingml/2006/main">
              <a:ext uri="{FF2B5EF4-FFF2-40B4-BE49-F238E27FC236}">
                <a16:creationId xmlns:a16="http://schemas.microsoft.com/office/drawing/2014/main" id="{53CD5116-DE84-4192-952B-EB4E9838D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26008" y="8694653"/>
            <a:ext cx="174156" cy="72431"/>
          </a:xfrm>
          <a:custGeom xmlns:a="http://schemas.openxmlformats.org/drawingml/2006/main">
            <a:pathLst>
              <a:path w="176736" h="73504">
                <a:moveTo>
                  <a:pt x="88625" y="73504"/>
                </a:moveTo>
                <a:lnTo>
                  <a:pt x="0" y="73504"/>
                </a:lnTo>
                <a:lnTo>
                  <a:pt x="0" y="0"/>
                </a:lnTo>
                <a:lnTo>
                  <a:pt x="176736" y="0"/>
                </a:lnTo>
                <a:lnTo>
                  <a:pt x="176736" y="73504"/>
                </a:lnTo>
                <a:lnTo>
                  <a:pt x="88625" y="73504"/>
                </a:lnTo>
              </a:path>
            </a:pathLst>
          </a:custGeom>
          <a:noFill xmlns:a="http://schemas.openxmlformats.org/drawingml/2006/main"/>
          <a:ln xmlns:a="http://schemas.openxmlformats.org/drawingml/2006/main" w="17043">
            <a:solidFill>
              <a:srgbClr val="2B2B2B"/>
            </a:solidFill>
            <a:prstDash val="dash"/>
          </a:ln>
        </p:spPr>
      </p:sp>
      <p:sp>
        <p:nvSpPr>
          <p:cNvPr id="764" name="path-691">
            <a:extLst xmlns:a="http://schemas.openxmlformats.org/drawingml/2006/main">
              <a:ext uri="{FF2B5EF4-FFF2-40B4-BE49-F238E27FC236}">
                <a16:creationId xmlns:a16="http://schemas.microsoft.com/office/drawing/2014/main" id="{F95FE8CF-F303-46A1-9256-40D819A3E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57551" y="8753237"/>
            <a:ext cx="188547" cy="64972"/>
          </a:xfrm>
          <a:custGeom xmlns:a="http://schemas.openxmlformats.org/drawingml/2006/main">
            <a:pathLst>
              <a:path w="191340" h="65934">
                <a:moveTo>
                  <a:pt x="95660" y="65934"/>
                </a:moveTo>
                <a:lnTo>
                  <a:pt x="0" y="65934"/>
                </a:lnTo>
                <a:lnTo>
                  <a:pt x="0" y="0"/>
                </a:lnTo>
                <a:lnTo>
                  <a:pt x="191340" y="0"/>
                </a:lnTo>
                <a:lnTo>
                  <a:pt x="191340" y="65934"/>
                </a:lnTo>
                <a:lnTo>
                  <a:pt x="95660" y="65934"/>
                </a:lnTo>
              </a:path>
            </a:pathLst>
          </a:custGeom>
          <a:noFill xmlns:a="http://schemas.openxmlformats.org/drawingml/2006/main"/>
          <a:ln xmlns:a="http://schemas.openxmlformats.org/drawingml/2006/main" w="17043">
            <a:solidFill>
              <a:srgbClr val="B0393C"/>
            </a:solidFill>
            <a:prstDash val="dash"/>
          </a:ln>
        </p:spPr>
      </p:sp>
      <p:sp>
        <p:nvSpPr>
          <p:cNvPr id="765" name="path-692">
            <a:extLst xmlns:a="http://schemas.openxmlformats.org/drawingml/2006/main">
              <a:ext uri="{FF2B5EF4-FFF2-40B4-BE49-F238E27FC236}">
                <a16:creationId xmlns:a16="http://schemas.microsoft.com/office/drawing/2014/main" id="{2FC2BABD-005C-43F1-AF85-18E383218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6292" y="8665361"/>
            <a:ext cx="319563" cy="37803"/>
          </a:xfrm>
          <a:custGeom xmlns:a="http://schemas.openxmlformats.org/drawingml/2006/main">
            <a:pathLst>
              <a:path w="324297" h="38363">
                <a:moveTo>
                  <a:pt x="162148" y="38363"/>
                </a:moveTo>
                <a:lnTo>
                  <a:pt x="0" y="38363"/>
                </a:lnTo>
                <a:lnTo>
                  <a:pt x="0" y="0"/>
                </a:lnTo>
                <a:lnTo>
                  <a:pt x="324297" y="0"/>
                </a:lnTo>
                <a:lnTo>
                  <a:pt x="324297" y="38363"/>
                </a:lnTo>
                <a:lnTo>
                  <a:pt x="162148" y="38363"/>
                </a:lnTo>
              </a:path>
            </a:pathLst>
          </a:custGeom>
          <a:solidFill xmlns:a="http://schemas.openxmlformats.org/drawingml/2006/main">
            <a:srgbClr val="8FA9C6"/>
          </a:solidFill>
          <a:ln xmlns:a="http://schemas.openxmlformats.org/drawingml/2006/main" w="14913">
            <a:solidFill>
              <a:srgbClr val="333333"/>
            </a:solidFill>
            <a:prstDash val="solid"/>
          </a:ln>
        </p:spPr>
      </p:sp>
      <p:sp>
        <p:nvSpPr>
          <p:cNvPr id="766" name="path-693">
            <a:extLst xmlns:a="http://schemas.openxmlformats.org/drawingml/2006/main">
              <a:ext uri="{FF2B5EF4-FFF2-40B4-BE49-F238E27FC236}">
                <a16:creationId xmlns:a16="http://schemas.microsoft.com/office/drawing/2014/main" id="{69D2D9A2-35BE-4DC7-AB83-2A0EC7F324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6292" y="8703690"/>
            <a:ext cx="319563" cy="135826"/>
          </a:xfrm>
          <a:custGeom xmlns:a="http://schemas.openxmlformats.org/drawingml/2006/main">
            <a:pathLst>
              <a:path w="324297" h="137838">
                <a:moveTo>
                  <a:pt x="162148" y="137838"/>
                </a:moveTo>
                <a:lnTo>
                  <a:pt x="0" y="137838"/>
                </a:lnTo>
                <a:lnTo>
                  <a:pt x="0" y="0"/>
                </a:lnTo>
                <a:lnTo>
                  <a:pt x="324297" y="0"/>
                </a:lnTo>
                <a:lnTo>
                  <a:pt x="324297" y="137838"/>
                </a:lnTo>
                <a:lnTo>
                  <a:pt x="162148" y="13783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4913">
            <a:solidFill>
              <a:srgbClr val="333333"/>
            </a:solidFill>
            <a:prstDash val="solid"/>
          </a:ln>
        </p:spPr>
      </p:sp>
      <p:sp>
        <p:nvSpPr>
          <p:cNvPr id="767" name="path-694">
            <a:extLst xmlns:a="http://schemas.openxmlformats.org/drawingml/2006/main">
              <a:ext uri="{FF2B5EF4-FFF2-40B4-BE49-F238E27FC236}">
                <a16:creationId xmlns:a16="http://schemas.microsoft.com/office/drawing/2014/main" id="{C9E5EC68-023C-40E4-BF96-B74F32F20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5767" y="8749498"/>
            <a:ext cx="320088" cy="191"/>
          </a:xfrm>
          <a:custGeom xmlns:a="http://schemas.openxmlformats.org/drawingml/2006/main">
            <a:pathLst>
              <a:path w="324830" h="191">
                <a:moveTo>
                  <a:pt x="0" y="0"/>
                </a:moveTo>
                <a:lnTo>
                  <a:pt x="32483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768" name="path-695">
            <a:extLst xmlns:a="http://schemas.openxmlformats.org/drawingml/2006/main">
              <a:ext uri="{FF2B5EF4-FFF2-40B4-BE49-F238E27FC236}">
                <a16:creationId xmlns:a16="http://schemas.microsoft.com/office/drawing/2014/main" id="{9C1ED67D-F803-45FA-AAF0-F3A2F4F9E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5767" y="8794779"/>
            <a:ext cx="320088" cy="191"/>
          </a:xfrm>
          <a:custGeom xmlns:a="http://schemas.openxmlformats.org/drawingml/2006/main">
            <a:pathLst>
              <a:path w="324830" h="191">
                <a:moveTo>
                  <a:pt x="0" y="0"/>
                </a:moveTo>
                <a:lnTo>
                  <a:pt x="32483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769" name="path-696">
            <a:extLst xmlns:a="http://schemas.openxmlformats.org/drawingml/2006/main">
              <a:ext uri="{FF2B5EF4-FFF2-40B4-BE49-F238E27FC236}">
                <a16:creationId xmlns:a16="http://schemas.microsoft.com/office/drawing/2014/main" id="{D4E943BF-5B7D-4B50-A754-2A03096CA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72826" y="8665361"/>
            <a:ext cx="191" cy="174681"/>
          </a:xfrm>
          <a:custGeom xmlns:a="http://schemas.openxmlformats.org/drawingml/2006/main">
            <a:pathLst>
              <a:path w="191" h="177268">
                <a:moveTo>
                  <a:pt x="0" y="0"/>
                </a:moveTo>
                <a:lnTo>
                  <a:pt x="0" y="177268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770" name="path-697">
            <a:extLst xmlns:a="http://schemas.openxmlformats.org/drawingml/2006/main">
              <a:ext uri="{FF2B5EF4-FFF2-40B4-BE49-F238E27FC236}">
                <a16:creationId xmlns:a16="http://schemas.microsoft.com/office/drawing/2014/main" id="{0F8D6841-CE56-4E58-BEF3-332379CD0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79341" y="8665361"/>
            <a:ext cx="191" cy="174681"/>
          </a:xfrm>
          <a:custGeom xmlns:a="http://schemas.openxmlformats.org/drawingml/2006/main">
            <a:pathLst>
              <a:path w="191" h="177268">
                <a:moveTo>
                  <a:pt x="0" y="0"/>
                </a:moveTo>
                <a:lnTo>
                  <a:pt x="0" y="177268"/>
                </a:lnTo>
              </a:path>
            </a:pathLst>
          </a:custGeom>
          <a:noFill xmlns:a="http://schemas.openxmlformats.org/drawingml/2006/main"/>
          <a:ln xmlns:a="http://schemas.openxmlformats.org/drawingml/2006/main" w="11185">
            <a:solidFill>
              <a:srgbClr val="333333"/>
            </a:solidFill>
            <a:prstDash val="solid"/>
          </a:ln>
        </p:spPr>
      </p:sp>
      <p:sp>
        <p:nvSpPr>
          <p:cNvPr id="771" name="text-698 f(x)">
            <a:extLst xmlns:a="http://schemas.openxmlformats.org/drawingml/2006/main">
              <a:ext uri="{FF2B5EF4-FFF2-40B4-BE49-F238E27FC236}">
                <a16:creationId xmlns:a16="http://schemas.microsoft.com/office/drawing/2014/main" id="{2C7F01A3-0896-4918-91BF-E46982034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920442" y="8608578"/>
            <a:ext cx="326472" cy="2815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8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83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1583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f(x)</a:t>
            </a:r>
          </a:p>
        </p:txBody>
      </p:sp>
      <p:sp>
        <p:nvSpPr>
          <p:cNvPr id="772" name="text-699 1">
            <a:extLst xmlns:a="http://schemas.openxmlformats.org/drawingml/2006/main">
              <a:ext uri="{FF2B5EF4-FFF2-40B4-BE49-F238E27FC236}">
                <a16:creationId xmlns:a16="http://schemas.microsoft.com/office/drawing/2014/main" id="{F6004478-F33D-4D59-9605-9DAA184FAC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74992" y="8631806"/>
            <a:ext cx="73262" cy="139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8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8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784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773" name="path-700">
            <a:extLst xmlns:a="http://schemas.openxmlformats.org/drawingml/2006/main">
              <a:ext uri="{FF2B5EF4-FFF2-40B4-BE49-F238E27FC236}">
                <a16:creationId xmlns:a16="http://schemas.microsoft.com/office/drawing/2014/main" id="{3A9FEC4B-CF6B-4890-B466-EC7542A1D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4048" y="8688791"/>
            <a:ext cx="334482" cy="191"/>
          </a:xfrm>
          <a:custGeom xmlns:a="http://schemas.openxmlformats.org/drawingml/2006/main">
            <a:pathLst>
              <a:path w="339437" h="191">
                <a:moveTo>
                  <a:pt x="0" y="0"/>
                </a:moveTo>
                <a:lnTo>
                  <a:pt x="33943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3A3A3A"/>
            </a:solidFill>
            <a:prstDash val="solid"/>
          </a:ln>
        </p:spPr>
      </p:sp>
      <p:sp>
        <p:nvSpPr>
          <p:cNvPr id="774" name="text-701 2">
            <a:extLst xmlns:a="http://schemas.openxmlformats.org/drawingml/2006/main">
              <a:ext uri="{FF2B5EF4-FFF2-40B4-BE49-F238E27FC236}">
                <a16:creationId xmlns:a16="http://schemas.microsoft.com/office/drawing/2014/main" id="{0D07FEBE-9470-4513-8578-1D59F4793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74992" y="8715961"/>
            <a:ext cx="73262" cy="139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8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8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784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775" name="path-702">
            <a:extLst xmlns:a="http://schemas.openxmlformats.org/drawingml/2006/main">
              <a:ext uri="{FF2B5EF4-FFF2-40B4-BE49-F238E27FC236}">
                <a16:creationId xmlns:a16="http://schemas.microsoft.com/office/drawing/2014/main" id="{63DA76E0-404B-4EFE-8BE2-766DD5D38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4048" y="8778264"/>
            <a:ext cx="334482" cy="191"/>
          </a:xfrm>
          <a:custGeom xmlns:a="http://schemas.openxmlformats.org/drawingml/2006/main">
            <a:pathLst>
              <a:path w="339437" h="191">
                <a:moveTo>
                  <a:pt x="0" y="0"/>
                </a:moveTo>
                <a:lnTo>
                  <a:pt x="33943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3A3A3A"/>
            </a:solidFill>
            <a:prstDash val="solid"/>
          </a:ln>
        </p:spPr>
      </p:sp>
      <p:sp>
        <p:nvSpPr>
          <p:cNvPr id="776" name="text-703 3">
            <a:extLst xmlns:a="http://schemas.openxmlformats.org/drawingml/2006/main">
              <a:ext uri="{FF2B5EF4-FFF2-40B4-BE49-F238E27FC236}">
                <a16:creationId xmlns:a16="http://schemas.microsoft.com/office/drawing/2014/main" id="{5A5217F9-CF77-4293-A9C4-C375A9724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74992" y="8799592"/>
            <a:ext cx="73262" cy="139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78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784" b="0" i="0">
                <a:solidFill>
                  <a:srgbClr val="1A1A1A"/>
                </a:solidFill>
                <a:latin typeface="Arial"/>
                <a:ea typeface="Arial"/>
                <a:cs typeface="Arial"/>
              </a:defRPr>
            </a:pPr>
            <a:r>
              <a:rPr sz="784" b="0" i="0">
                <a:solidFill>
                  <a:srgbClr val="1A1A1A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777" name="path-704">
            <a:extLst xmlns:a="http://schemas.openxmlformats.org/drawingml/2006/main">
              <a:ext uri="{FF2B5EF4-FFF2-40B4-BE49-F238E27FC236}">
                <a16:creationId xmlns:a16="http://schemas.microsoft.com/office/drawing/2014/main" id="{7BA760C4-335A-45B9-8B70-97AB2A6F5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74048" y="8856557"/>
            <a:ext cx="334482" cy="191"/>
          </a:xfrm>
          <a:custGeom xmlns:a="http://schemas.openxmlformats.org/drawingml/2006/main">
            <a:pathLst>
              <a:path w="339437" h="191">
                <a:moveTo>
                  <a:pt x="0" y="0"/>
                </a:moveTo>
                <a:lnTo>
                  <a:pt x="33943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3A3A3A"/>
            </a:solidFill>
            <a:prstDash val="solid"/>
          </a:ln>
        </p:spPr>
      </p:sp>
      <p:sp>
        <p:nvSpPr>
          <p:cNvPr id="778" name="path-705">
            <a:extLst xmlns:a="http://schemas.openxmlformats.org/drawingml/2006/main">
              <a:ext uri="{FF2B5EF4-FFF2-40B4-BE49-F238E27FC236}">
                <a16:creationId xmlns:a16="http://schemas.microsoft.com/office/drawing/2014/main" id="{7F9B650A-B389-42C9-BCE0-08853F61F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30927" y="9473831"/>
            <a:ext cx="191" cy="82033"/>
          </a:xfrm>
          <a:custGeom xmlns:a="http://schemas.openxmlformats.org/drawingml/2006/main">
            <a:pathLst>
              <a:path w="191" h="83248">
                <a:moveTo>
                  <a:pt x="0" y="0"/>
                </a:moveTo>
                <a:lnTo>
                  <a:pt x="0" y="83248"/>
                </a:lnTo>
              </a:path>
            </a:pathLst>
          </a:custGeom>
          <a:noFill xmlns:a="http://schemas.openxmlformats.org/drawingml/2006/main"/>
          <a:ln xmlns:a="http://schemas.openxmlformats.org/drawingml/2006/main" w="41542">
            <a:solidFill>
              <a:srgbClr val="111111"/>
            </a:solidFill>
            <a:prstDash val="solid"/>
          </a:ln>
        </p:spPr>
      </p:sp>
      <p:sp>
        <p:nvSpPr>
          <p:cNvPr id="779" name="path-706">
            <a:extLst xmlns:a="http://schemas.openxmlformats.org/drawingml/2006/main">
              <a:ext uri="{FF2B5EF4-FFF2-40B4-BE49-F238E27FC236}">
                <a16:creationId xmlns:a16="http://schemas.microsoft.com/office/drawing/2014/main" id="{A83379FD-B8A6-48BF-B3A2-7FA69D9C1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89384" y="9550527"/>
            <a:ext cx="83085" cy="83085"/>
          </a:xfrm>
          <a:custGeom xmlns:a="http://schemas.openxmlformats.org/drawingml/2006/main">
            <a:pathLst>
              <a:path w="84316" h="84316">
                <a:moveTo>
                  <a:pt x="42159" y="84316"/>
                </a:moveTo>
                <a:lnTo>
                  <a:pt x="0" y="0"/>
                </a:lnTo>
                <a:lnTo>
                  <a:pt x="84316" y="0"/>
                </a:lnTo>
                <a:lnTo>
                  <a:pt x="42159" y="84316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0" name="path-707">
            <a:extLst xmlns:a="http://schemas.openxmlformats.org/drawingml/2006/main">
              <a:ext uri="{FF2B5EF4-FFF2-40B4-BE49-F238E27FC236}">
                <a16:creationId xmlns:a16="http://schemas.microsoft.com/office/drawing/2014/main" id="{73411CFD-DEBE-46B7-B81E-EB7B754CE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8250" y="9661852"/>
            <a:ext cx="3665878" cy="320089"/>
          </a:xfrm>
          <a:custGeom xmlns:a="http://schemas.openxmlformats.org/drawingml/2006/main">
            <a:pathLst>
              <a:path w="3720187" h="324831">
                <a:moveTo>
                  <a:pt x="0" y="129716"/>
                </a:moveTo>
                <a:lnTo>
                  <a:pt x="0" y="129716"/>
                </a:lnTo>
                <a:cubicBezTo>
                  <a:pt x="0" y="107006"/>
                  <a:pt x="5930" y="84316"/>
                  <a:pt x="17293" y="64848"/>
                </a:cubicBezTo>
                <a:cubicBezTo>
                  <a:pt x="28639" y="44865"/>
                  <a:pt x="45400" y="28640"/>
                  <a:pt x="64847" y="17294"/>
                </a:cubicBezTo>
                <a:cubicBezTo>
                  <a:pt x="84849" y="5949"/>
                  <a:pt x="107006" y="0"/>
                  <a:pt x="129716" y="0"/>
                </a:cubicBezTo>
                <a:lnTo>
                  <a:pt x="3589939" y="0"/>
                </a:lnTo>
                <a:cubicBezTo>
                  <a:pt x="3612629" y="0"/>
                  <a:pt x="3635338" y="5949"/>
                  <a:pt x="3654786" y="17294"/>
                </a:cubicBezTo>
                <a:cubicBezTo>
                  <a:pt x="3674788" y="28640"/>
                  <a:pt x="3691014" y="45400"/>
                  <a:pt x="3702360" y="64848"/>
                </a:cubicBezTo>
                <a:cubicBezTo>
                  <a:pt x="3713705" y="84849"/>
                  <a:pt x="3719654" y="107006"/>
                  <a:pt x="3719654" y="129716"/>
                </a:cubicBezTo>
                <a:lnTo>
                  <a:pt x="3720187" y="194563"/>
                </a:lnTo>
                <a:cubicBezTo>
                  <a:pt x="3720187" y="217273"/>
                  <a:pt x="3714238" y="239982"/>
                  <a:pt x="3702893" y="259430"/>
                </a:cubicBezTo>
                <a:cubicBezTo>
                  <a:pt x="3691549" y="279432"/>
                  <a:pt x="3674788" y="295639"/>
                  <a:pt x="3655340" y="307004"/>
                </a:cubicBezTo>
                <a:cubicBezTo>
                  <a:pt x="3635338" y="318348"/>
                  <a:pt x="3613182" y="324297"/>
                  <a:pt x="3590472" y="324297"/>
                </a:cubicBezTo>
                <a:lnTo>
                  <a:pt x="129716" y="324831"/>
                </a:lnTo>
                <a:cubicBezTo>
                  <a:pt x="107006" y="324831"/>
                  <a:pt x="84315" y="318882"/>
                  <a:pt x="64847" y="307537"/>
                </a:cubicBezTo>
                <a:cubicBezTo>
                  <a:pt x="44846" y="296193"/>
                  <a:pt x="28639" y="279432"/>
                  <a:pt x="17293" y="259964"/>
                </a:cubicBezTo>
                <a:cubicBezTo>
                  <a:pt x="5930" y="239982"/>
                  <a:pt x="0" y="217806"/>
                  <a:pt x="0" y="195117"/>
                </a:cubicBezTo>
                <a:lnTo>
                  <a:pt x="0" y="129716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2369">
            <a:solidFill>
              <a:srgbClr val="B499D2"/>
            </a:solidFill>
            <a:prstDash val="solid"/>
          </a:ln>
        </p:spPr>
      </p:sp>
      <p:sp>
        <p:nvSpPr>
          <p:cNvPr id="781" name="path-708">
            <a:extLst xmlns:a="http://schemas.openxmlformats.org/drawingml/2006/main">
              <a:ext uri="{FF2B5EF4-FFF2-40B4-BE49-F238E27FC236}">
                <a16:creationId xmlns:a16="http://schemas.microsoft.com/office/drawing/2014/main" id="{51606534-83DA-4CCC-919E-7DF951631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5055" y="9719911"/>
            <a:ext cx="203447" cy="203447"/>
          </a:xfrm>
          <a:custGeom xmlns:a="http://schemas.openxmlformats.org/drawingml/2006/main">
            <a:pathLst>
              <a:path w="206461" h="206461">
                <a:moveTo>
                  <a:pt x="0" y="103230"/>
                </a:moveTo>
                <a:lnTo>
                  <a:pt x="0" y="103230"/>
                </a:lnTo>
                <a:cubicBezTo>
                  <a:pt x="0" y="84849"/>
                  <a:pt x="4862" y="67555"/>
                  <a:pt x="14052" y="51882"/>
                </a:cubicBezTo>
                <a:cubicBezTo>
                  <a:pt x="22710" y="35656"/>
                  <a:pt x="35675" y="22690"/>
                  <a:pt x="51882" y="14052"/>
                </a:cubicBezTo>
                <a:cubicBezTo>
                  <a:pt x="67556" y="4862"/>
                  <a:pt x="84849" y="0"/>
                  <a:pt x="103231" y="0"/>
                </a:cubicBezTo>
                <a:cubicBezTo>
                  <a:pt x="121612" y="0"/>
                  <a:pt x="138906" y="4862"/>
                  <a:pt x="155133" y="14052"/>
                </a:cubicBezTo>
                <a:cubicBezTo>
                  <a:pt x="170805" y="22690"/>
                  <a:pt x="183771" y="35656"/>
                  <a:pt x="192409" y="51882"/>
                </a:cubicBezTo>
                <a:cubicBezTo>
                  <a:pt x="201599" y="67555"/>
                  <a:pt x="206461" y="84849"/>
                  <a:pt x="206461" y="103230"/>
                </a:cubicBezTo>
                <a:cubicBezTo>
                  <a:pt x="206461" y="121592"/>
                  <a:pt x="201599" y="138905"/>
                  <a:pt x="192409" y="155112"/>
                </a:cubicBezTo>
                <a:cubicBezTo>
                  <a:pt x="183771" y="170786"/>
                  <a:pt x="170805" y="183752"/>
                  <a:pt x="155133" y="192408"/>
                </a:cubicBezTo>
                <a:cubicBezTo>
                  <a:pt x="138906" y="201599"/>
                  <a:pt x="121612" y="206461"/>
                  <a:pt x="103231" y="206461"/>
                </a:cubicBezTo>
                <a:cubicBezTo>
                  <a:pt x="84849" y="206461"/>
                  <a:pt x="67556" y="201599"/>
                  <a:pt x="51882" y="192408"/>
                </a:cubicBezTo>
                <a:cubicBezTo>
                  <a:pt x="35675" y="183752"/>
                  <a:pt x="22710" y="170786"/>
                  <a:pt x="14052" y="155112"/>
                </a:cubicBezTo>
                <a:cubicBezTo>
                  <a:pt x="4862" y="138905"/>
                  <a:pt x="0" y="121592"/>
                  <a:pt x="0" y="10323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6097">
            <a:solidFill>
              <a:srgbClr val="3D8C4B"/>
            </a:solidFill>
            <a:prstDash val="solid"/>
          </a:ln>
        </p:spPr>
      </p:sp>
      <p:sp>
        <p:nvSpPr>
          <p:cNvPr id="782" name="path-709">
            <a:extLst xmlns:a="http://schemas.openxmlformats.org/drawingml/2006/main">
              <a:ext uri="{FF2B5EF4-FFF2-40B4-BE49-F238E27FC236}">
                <a16:creationId xmlns:a16="http://schemas.microsoft.com/office/drawing/2014/main" id="{48C6F23D-AFD3-4705-8154-4140794339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0445" y="9825880"/>
            <a:ext cx="36226" cy="36752"/>
          </a:xfrm>
          <a:custGeom xmlns:a="http://schemas.openxmlformats.org/drawingml/2006/main">
            <a:pathLst>
              <a:path w="36762" h="37297">
                <a:moveTo>
                  <a:pt x="0" y="0"/>
                </a:moveTo>
                <a:lnTo>
                  <a:pt x="36762" y="37297"/>
                </a:lnTo>
              </a:path>
            </a:pathLst>
          </a:custGeom>
          <a:noFill xmlns:a="http://schemas.openxmlformats.org/drawingml/2006/main"/>
          <a:ln xmlns:a="http://schemas.openxmlformats.org/drawingml/2006/main" w="31423">
            <a:solidFill>
              <a:srgbClr val="3D8C4B"/>
            </a:solidFill>
            <a:prstDash val="solid"/>
          </a:ln>
        </p:spPr>
      </p:sp>
      <p:sp>
        <p:nvSpPr>
          <p:cNvPr id="783" name="path-710">
            <a:extLst xmlns:a="http://schemas.openxmlformats.org/drawingml/2006/main">
              <a:ext uri="{FF2B5EF4-FFF2-40B4-BE49-F238E27FC236}">
                <a16:creationId xmlns:a16="http://schemas.microsoft.com/office/drawing/2014/main" id="{C048DCA8-E4AF-4312-AAFB-1E75D10E1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6671" y="9781144"/>
            <a:ext cx="63375" cy="81488"/>
          </a:xfrm>
          <a:custGeom xmlns:a="http://schemas.openxmlformats.org/drawingml/2006/main">
            <a:pathLst>
              <a:path w="64314" h="82695">
                <a:moveTo>
                  <a:pt x="0" y="82695"/>
                </a:moveTo>
                <a:lnTo>
                  <a:pt x="64314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423">
            <a:solidFill>
              <a:srgbClr val="3D8C4B"/>
            </a:solidFill>
            <a:prstDash val="solid"/>
          </a:ln>
        </p:spPr>
      </p:sp>
      <p:sp>
        <p:nvSpPr>
          <p:cNvPr id="784" name="text-711 Validation">
            <a:extLst xmlns:a="http://schemas.openxmlformats.org/drawingml/2006/main">
              <a:ext uri="{FF2B5EF4-FFF2-40B4-BE49-F238E27FC236}">
                <a16:creationId xmlns:a16="http://schemas.microsoft.com/office/drawing/2014/main" id="{C4BEC618-DBB7-4513-9E9C-BCFA3D9C1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47105" y="9705767"/>
            <a:ext cx="863083" cy="2464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6" b="1" i="0">
                <a:solidFill>
                  <a:srgbClr val="2E244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6" b="1" i="0">
                <a:solidFill>
                  <a:srgbClr val="2E2440"/>
                </a:solidFill>
                <a:latin typeface="Arial"/>
                <a:ea typeface="Arial"/>
                <a:cs typeface="Arial"/>
              </a:defRPr>
            </a:pPr>
            <a:r>
              <a:rPr sz="1386" b="1" i="0">
                <a:solidFill>
                  <a:srgbClr val="2E2440"/>
                </a:solidFill>
                <a:latin typeface="Arial"/>
                <a:ea typeface="Arial"/>
                <a:cs typeface="Arial"/>
              </a:rPr>
              <a:t>Validation</a:t>
            </a:r>
          </a:p>
        </p:txBody>
      </p:sp>
      <p:sp>
        <p:nvSpPr>
          <p:cNvPr id="785" name="text-711 &amp;">
            <a:extLst xmlns:a="http://schemas.openxmlformats.org/drawingml/2006/main">
              <a:ext uri="{FF2B5EF4-FFF2-40B4-BE49-F238E27FC236}">
                <a16:creationId xmlns:a16="http://schemas.microsoft.com/office/drawing/2014/main" id="{52D09E4F-B281-4E01-8C04-8E488A9E7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27156" y="9705039"/>
            <a:ext cx="159515" cy="2474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1" i="0">
                <a:solidFill>
                  <a:srgbClr val="2E244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1" i="0">
                <a:solidFill>
                  <a:srgbClr val="2E2440"/>
                </a:solidFill>
                <a:latin typeface="Arial"/>
                <a:ea typeface="Arial"/>
                <a:cs typeface="Arial"/>
              </a:defRPr>
            </a:pPr>
            <a:r>
              <a:rPr sz="1392" b="1" i="0">
                <a:solidFill>
                  <a:srgbClr val="2E2440"/>
                </a:solidFill>
                <a:latin typeface="Arial"/>
                <a:ea typeface="Arial"/>
                <a:cs typeface="Arial"/>
              </a:rPr>
              <a:t>&amp;</a:t>
            </a:r>
          </a:p>
        </p:txBody>
      </p:sp>
      <p:sp>
        <p:nvSpPr>
          <p:cNvPr id="786" name="text-711 Fixed-Cluster">
            <a:extLst xmlns:a="http://schemas.openxmlformats.org/drawingml/2006/main">
              <a:ext uri="{FF2B5EF4-FFF2-40B4-BE49-F238E27FC236}">
                <a16:creationId xmlns:a16="http://schemas.microsoft.com/office/drawing/2014/main" id="{813B4045-F539-4D1A-8CCC-9C209B863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03095" y="9705644"/>
            <a:ext cx="1157398" cy="2466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7" b="1" i="0">
                <a:solidFill>
                  <a:srgbClr val="2E244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7" b="1" i="0">
                <a:solidFill>
                  <a:srgbClr val="2E2440"/>
                </a:solidFill>
                <a:latin typeface="Arial"/>
                <a:ea typeface="Arial"/>
                <a:cs typeface="Arial"/>
              </a:defRPr>
            </a:pPr>
            <a:r>
              <a:rPr sz="1387" b="1" i="0">
                <a:solidFill>
                  <a:srgbClr val="2E2440"/>
                </a:solidFill>
                <a:latin typeface="Arial"/>
                <a:ea typeface="Arial"/>
                <a:cs typeface="Arial"/>
              </a:rPr>
              <a:t>Fixed-Cluster</a:t>
            </a:r>
          </a:p>
        </p:txBody>
      </p:sp>
      <p:sp>
        <p:nvSpPr>
          <p:cNvPr id="787" name="text-711 Assignment">
            <a:extLst xmlns:a="http://schemas.openxmlformats.org/drawingml/2006/main">
              <a:ext uri="{FF2B5EF4-FFF2-40B4-BE49-F238E27FC236}">
                <a16:creationId xmlns:a16="http://schemas.microsoft.com/office/drawing/2014/main" id="{F6B3C632-9006-4536-BCCF-503F81489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70838" y="9705759"/>
            <a:ext cx="1039232" cy="2464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86" b="1" i="0">
                <a:solidFill>
                  <a:srgbClr val="2E244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86" b="1" i="0">
                <a:solidFill>
                  <a:srgbClr val="2E2440"/>
                </a:solidFill>
                <a:latin typeface="Arial"/>
                <a:ea typeface="Arial"/>
                <a:cs typeface="Arial"/>
              </a:defRPr>
            </a:pPr>
            <a:r>
              <a:rPr sz="1386" b="1" i="0">
                <a:solidFill>
                  <a:srgbClr val="2E2440"/>
                </a:solidFill>
                <a:latin typeface="Arial"/>
                <a:ea typeface="Arial"/>
                <a:cs typeface="Arial"/>
              </a:rPr>
              <a:t>Assignment</a:t>
            </a:r>
          </a:p>
        </p:txBody>
      </p:sp>
      <p:sp>
        <p:nvSpPr>
          <p:cNvPr id="788" name="path-712">
            <a:extLst xmlns:a="http://schemas.openxmlformats.org/drawingml/2006/main">
              <a:ext uri="{FF2B5EF4-FFF2-40B4-BE49-F238E27FC236}">
                <a16:creationId xmlns:a16="http://schemas.microsoft.com/office/drawing/2014/main" id="{F1148FFD-BC0A-4ADA-81EC-54FC29B14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92895" y="9821633"/>
            <a:ext cx="1048687" cy="191"/>
          </a:xfrm>
          <a:custGeom xmlns:a="http://schemas.openxmlformats.org/drawingml/2006/main">
            <a:pathLst>
              <a:path w="1064224" h="191">
                <a:moveTo>
                  <a:pt x="0" y="0"/>
                </a:moveTo>
                <a:lnTo>
                  <a:pt x="1064224" y="0"/>
                </a:lnTo>
              </a:path>
            </a:pathLst>
          </a:custGeom>
          <a:noFill xmlns:a="http://schemas.openxmlformats.org/drawingml/2006/main"/>
          <a:ln xmlns:a="http://schemas.openxmlformats.org/drawingml/2006/main" w="34086">
            <a:solidFill>
              <a:srgbClr val="AE3639"/>
            </a:solidFill>
            <a:prstDash val="solid"/>
          </a:ln>
        </p:spPr>
      </p:sp>
      <p:sp>
        <p:nvSpPr>
          <p:cNvPr id="789" name="path-713">
            <a:extLst xmlns:a="http://schemas.openxmlformats.org/drawingml/2006/main">
              <a:ext uri="{FF2B5EF4-FFF2-40B4-BE49-F238E27FC236}">
                <a16:creationId xmlns:a16="http://schemas.microsoft.com/office/drawing/2014/main" id="{CF2D71AF-38FD-4F36-93DA-7A7D6465E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6790" y="9784338"/>
            <a:ext cx="74574" cy="74574"/>
          </a:xfrm>
          <a:custGeom xmlns:a="http://schemas.openxmlformats.org/drawingml/2006/main">
            <a:pathLst>
              <a:path w="75678" h="75678">
                <a:moveTo>
                  <a:pt x="75678" y="37848"/>
                </a:moveTo>
                <a:lnTo>
                  <a:pt x="0" y="75678"/>
                </a:lnTo>
                <a:lnTo>
                  <a:pt x="0" y="0"/>
                </a:lnTo>
                <a:lnTo>
                  <a:pt x="75678" y="37848"/>
                </a:lnTo>
              </a:path>
            </a:pathLst>
          </a:custGeom>
          <a:solidFill xmlns:a="http://schemas.openxmlformats.org/drawingml/2006/main">
            <a:srgbClr val="AE363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0" name="path-714">
            <a:extLst xmlns:a="http://schemas.openxmlformats.org/drawingml/2006/main">
              <a:ext uri="{FF2B5EF4-FFF2-40B4-BE49-F238E27FC236}">
                <a16:creationId xmlns:a16="http://schemas.microsoft.com/office/drawing/2014/main" id="{65D39C7B-7A91-40AE-8607-E3C799C24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5974" y="9661852"/>
            <a:ext cx="989032" cy="320089"/>
          </a:xfrm>
          <a:custGeom xmlns:a="http://schemas.openxmlformats.org/drawingml/2006/main">
            <a:pathLst>
              <a:path w="1003684" h="324831">
                <a:moveTo>
                  <a:pt x="0" y="129716"/>
                </a:moveTo>
                <a:lnTo>
                  <a:pt x="0" y="129716"/>
                </a:lnTo>
                <a:cubicBezTo>
                  <a:pt x="0" y="107006"/>
                  <a:pt x="5948" y="84316"/>
                  <a:pt x="17294" y="64848"/>
                </a:cubicBezTo>
                <a:cubicBezTo>
                  <a:pt x="28639" y="44865"/>
                  <a:pt x="45400" y="28640"/>
                  <a:pt x="64866" y="17294"/>
                </a:cubicBezTo>
                <a:cubicBezTo>
                  <a:pt x="84849" y="5949"/>
                  <a:pt x="107025" y="0"/>
                  <a:pt x="129715" y="0"/>
                </a:cubicBezTo>
                <a:lnTo>
                  <a:pt x="873435" y="0"/>
                </a:lnTo>
                <a:cubicBezTo>
                  <a:pt x="896126" y="0"/>
                  <a:pt x="918834" y="5949"/>
                  <a:pt x="938303" y="17294"/>
                </a:cubicBezTo>
                <a:cubicBezTo>
                  <a:pt x="958286" y="28640"/>
                  <a:pt x="974511" y="45400"/>
                  <a:pt x="985857" y="64848"/>
                </a:cubicBezTo>
                <a:cubicBezTo>
                  <a:pt x="997200" y="84849"/>
                  <a:pt x="1003151" y="107006"/>
                  <a:pt x="1003151" y="129716"/>
                </a:cubicBezTo>
                <a:lnTo>
                  <a:pt x="1003684" y="194563"/>
                </a:lnTo>
                <a:cubicBezTo>
                  <a:pt x="1003684" y="217273"/>
                  <a:pt x="997755" y="239982"/>
                  <a:pt x="986390" y="259430"/>
                </a:cubicBezTo>
                <a:cubicBezTo>
                  <a:pt x="975045" y="279432"/>
                  <a:pt x="958286" y="295639"/>
                  <a:pt x="938836" y="307004"/>
                </a:cubicBezTo>
                <a:cubicBezTo>
                  <a:pt x="918834" y="318348"/>
                  <a:pt x="896679" y="324297"/>
                  <a:pt x="873969" y="324297"/>
                </a:cubicBezTo>
                <a:lnTo>
                  <a:pt x="129715" y="324831"/>
                </a:lnTo>
                <a:cubicBezTo>
                  <a:pt x="107025" y="324831"/>
                  <a:pt x="84316" y="318882"/>
                  <a:pt x="64866" y="307537"/>
                </a:cubicBezTo>
                <a:cubicBezTo>
                  <a:pt x="44865" y="296193"/>
                  <a:pt x="28639" y="279432"/>
                  <a:pt x="17294" y="259964"/>
                </a:cubicBezTo>
                <a:cubicBezTo>
                  <a:pt x="5948" y="239982"/>
                  <a:pt x="0" y="217806"/>
                  <a:pt x="0" y="195117"/>
                </a:cubicBezTo>
                <a:lnTo>
                  <a:pt x="0" y="129716"/>
                </a:lnTo>
              </a:path>
            </a:pathLst>
          </a:custGeom>
          <a:solidFill xmlns:a="http://schemas.openxmlformats.org/drawingml/2006/main">
            <a:srgbClr val="FCF3F2"/>
          </a:solidFill>
          <a:ln xmlns:a="http://schemas.openxmlformats.org/drawingml/2006/main" w="22369">
            <a:solidFill>
              <a:srgbClr val="AE3639"/>
            </a:solidFill>
            <a:prstDash val="dash"/>
          </a:ln>
        </p:spPr>
      </p:sp>
      <p:sp>
        <p:nvSpPr>
          <p:cNvPr id="791" name="text-715 Reject">
            <a:extLst xmlns:a="http://schemas.openxmlformats.org/drawingml/2006/main">
              <a:ext uri="{FF2B5EF4-FFF2-40B4-BE49-F238E27FC236}">
                <a16:creationId xmlns:a16="http://schemas.microsoft.com/office/drawing/2014/main" id="{ECA702E3-AC79-41E7-8084-A457B796B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93631" y="9714270"/>
            <a:ext cx="522733" cy="2300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94" b="1" i="0">
                <a:solidFill>
                  <a:srgbClr val="AE363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94" b="1" i="0">
                <a:solidFill>
                  <a:srgbClr val="AE3639"/>
                </a:solidFill>
                <a:latin typeface="Arial"/>
                <a:ea typeface="Arial"/>
                <a:cs typeface="Arial"/>
              </a:defRPr>
            </a:pPr>
            <a:r>
              <a:rPr sz="1294" b="1" i="0">
                <a:solidFill>
                  <a:srgbClr val="AE3639"/>
                </a:solidFill>
                <a:latin typeface="Arial"/>
                <a:ea typeface="Arial"/>
                <a:cs typeface="Arial"/>
              </a:rPr>
              <a:t>Reject</a:t>
            </a:r>
          </a:p>
        </p:txBody>
      </p:sp>
      <p:sp>
        <p:nvSpPr>
          <p:cNvPr id="792" name="path-716">
            <a:extLst xmlns:a="http://schemas.openxmlformats.org/drawingml/2006/main">
              <a:ext uri="{FF2B5EF4-FFF2-40B4-BE49-F238E27FC236}">
                <a16:creationId xmlns:a16="http://schemas.microsoft.com/office/drawing/2014/main" id="{D20D1CBA-893C-4E73-A36B-172BDC97D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20480" y="9661852"/>
            <a:ext cx="2705612" cy="320089"/>
          </a:xfrm>
          <a:custGeom xmlns:a="http://schemas.openxmlformats.org/drawingml/2006/main">
            <a:pathLst>
              <a:path w="2745696" h="324831">
                <a:moveTo>
                  <a:pt x="0" y="129716"/>
                </a:moveTo>
                <a:lnTo>
                  <a:pt x="0" y="129716"/>
                </a:lnTo>
                <a:cubicBezTo>
                  <a:pt x="0" y="107006"/>
                  <a:pt x="5931" y="84316"/>
                  <a:pt x="17294" y="64848"/>
                </a:cubicBezTo>
                <a:cubicBezTo>
                  <a:pt x="28640" y="44865"/>
                  <a:pt x="45400" y="28640"/>
                  <a:pt x="64848" y="17294"/>
                </a:cubicBezTo>
                <a:cubicBezTo>
                  <a:pt x="84851" y="5949"/>
                  <a:pt x="107007" y="0"/>
                  <a:pt x="129716" y="0"/>
                </a:cubicBezTo>
                <a:lnTo>
                  <a:pt x="2615427" y="0"/>
                </a:lnTo>
                <a:cubicBezTo>
                  <a:pt x="2638137" y="0"/>
                  <a:pt x="2660827" y="5949"/>
                  <a:pt x="2680295" y="17294"/>
                </a:cubicBezTo>
                <a:cubicBezTo>
                  <a:pt x="2700276" y="28640"/>
                  <a:pt x="2716503" y="45400"/>
                  <a:pt x="2727850" y="64848"/>
                </a:cubicBezTo>
                <a:cubicBezTo>
                  <a:pt x="2739194" y="84849"/>
                  <a:pt x="2745143" y="107006"/>
                  <a:pt x="2745143" y="129716"/>
                </a:cubicBezTo>
                <a:lnTo>
                  <a:pt x="2745696" y="194563"/>
                </a:lnTo>
                <a:cubicBezTo>
                  <a:pt x="2745696" y="217273"/>
                  <a:pt x="2739747" y="239982"/>
                  <a:pt x="2728382" y="259430"/>
                </a:cubicBezTo>
                <a:cubicBezTo>
                  <a:pt x="2717038" y="279432"/>
                  <a:pt x="2700276" y="295639"/>
                  <a:pt x="2680829" y="307004"/>
                </a:cubicBezTo>
                <a:cubicBezTo>
                  <a:pt x="2660827" y="318348"/>
                  <a:pt x="2638672" y="324297"/>
                  <a:pt x="2615962" y="324297"/>
                </a:cubicBezTo>
                <a:lnTo>
                  <a:pt x="129716" y="324831"/>
                </a:lnTo>
                <a:cubicBezTo>
                  <a:pt x="107007" y="324831"/>
                  <a:pt x="84316" y="318882"/>
                  <a:pt x="64848" y="307537"/>
                </a:cubicBezTo>
                <a:cubicBezTo>
                  <a:pt x="44847" y="296193"/>
                  <a:pt x="28640" y="279432"/>
                  <a:pt x="17294" y="259964"/>
                </a:cubicBezTo>
                <a:cubicBezTo>
                  <a:pt x="5931" y="239982"/>
                  <a:pt x="0" y="217806"/>
                  <a:pt x="0" y="195117"/>
                </a:cubicBezTo>
                <a:lnTo>
                  <a:pt x="0" y="129716"/>
                </a:lnTo>
              </a:path>
            </a:pathLst>
          </a:custGeom>
          <a:solidFill xmlns:a="http://schemas.openxmlformats.org/drawingml/2006/main">
            <a:srgbClr val="ECF6EA"/>
          </a:solidFill>
          <a:ln xmlns:a="http://schemas.openxmlformats.org/drawingml/2006/main" w="29825">
            <a:solidFill>
              <a:srgbClr val="4F8E66"/>
            </a:solidFill>
            <a:prstDash val="solid"/>
          </a:ln>
        </p:spPr>
      </p:sp>
      <p:sp>
        <p:nvSpPr>
          <p:cNvPr id="793" name="path-717">
            <a:extLst xmlns:a="http://schemas.openxmlformats.org/drawingml/2006/main">
              <a:ext uri="{FF2B5EF4-FFF2-40B4-BE49-F238E27FC236}">
                <a16:creationId xmlns:a16="http://schemas.microsoft.com/office/drawing/2014/main" id="{85700089-0C78-42B7-A09E-E362FB541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7103" y="9705518"/>
            <a:ext cx="181633" cy="232758"/>
          </a:xfrm>
          <a:custGeom xmlns:a="http://schemas.openxmlformats.org/drawingml/2006/main">
            <a:pathLst>
              <a:path w="184324" h="236206">
                <a:moveTo>
                  <a:pt x="0" y="0"/>
                </a:moveTo>
                <a:lnTo>
                  <a:pt x="128648" y="0"/>
                </a:lnTo>
                <a:lnTo>
                  <a:pt x="184324" y="55123"/>
                </a:lnTo>
                <a:lnTo>
                  <a:pt x="184324" y="236206"/>
                </a:lnTo>
                <a:lnTo>
                  <a:pt x="0" y="236206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7043">
            <a:solidFill>
              <a:srgbClr val="606060"/>
            </a:solidFill>
            <a:prstDash val="solid"/>
          </a:ln>
        </p:spPr>
      </p:sp>
      <p:sp>
        <p:nvSpPr>
          <p:cNvPr id="794" name="path-718">
            <a:extLst xmlns:a="http://schemas.openxmlformats.org/drawingml/2006/main">
              <a:ext uri="{FF2B5EF4-FFF2-40B4-BE49-F238E27FC236}">
                <a16:creationId xmlns:a16="http://schemas.microsoft.com/office/drawing/2014/main" id="{BEEADEE6-13E0-45F1-94BB-630C45C54A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64398" y="9705518"/>
            <a:ext cx="191" cy="54319"/>
          </a:xfrm>
          <a:custGeom xmlns:a="http://schemas.openxmlformats.org/drawingml/2006/main">
            <a:pathLst>
              <a:path w="191" h="55123">
                <a:moveTo>
                  <a:pt x="0" y="0"/>
                </a:moveTo>
                <a:lnTo>
                  <a:pt x="0" y="55123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606060"/>
            </a:solidFill>
            <a:prstDash val="solid"/>
          </a:ln>
        </p:spPr>
      </p:sp>
      <p:sp>
        <p:nvSpPr>
          <p:cNvPr id="795" name="path-719">
            <a:extLst xmlns:a="http://schemas.openxmlformats.org/drawingml/2006/main">
              <a:ext uri="{FF2B5EF4-FFF2-40B4-BE49-F238E27FC236}">
                <a16:creationId xmlns:a16="http://schemas.microsoft.com/office/drawing/2014/main" id="{A4A1C4A0-132E-4F06-B29C-7CC81824C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64398" y="9759836"/>
            <a:ext cx="54338" cy="191"/>
          </a:xfrm>
          <a:custGeom xmlns:a="http://schemas.openxmlformats.org/drawingml/2006/main">
            <a:pathLst>
              <a:path w="55143" h="191">
                <a:moveTo>
                  <a:pt x="0" y="0"/>
                </a:moveTo>
                <a:lnTo>
                  <a:pt x="55143" y="0"/>
                </a:lnTo>
              </a:path>
            </a:pathLst>
          </a:custGeom>
          <a:noFill xmlns:a="http://schemas.openxmlformats.org/drawingml/2006/main"/>
          <a:ln xmlns:a="http://schemas.openxmlformats.org/drawingml/2006/main" w="13315">
            <a:solidFill>
              <a:srgbClr val="606060"/>
            </a:solidFill>
            <a:prstDash val="solid"/>
          </a:ln>
        </p:spPr>
      </p:sp>
      <p:sp>
        <p:nvSpPr>
          <p:cNvPr id="796" name="path-720">
            <a:extLst xmlns:a="http://schemas.openxmlformats.org/drawingml/2006/main">
              <a:ext uri="{FF2B5EF4-FFF2-40B4-BE49-F238E27FC236}">
                <a16:creationId xmlns:a16="http://schemas.microsoft.com/office/drawing/2014/main" id="{7C06BEF2-4406-4451-844B-2E89509FC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8011" y="9798730"/>
            <a:ext cx="119817" cy="191"/>
          </a:xfrm>
          <a:custGeom xmlns:a="http://schemas.openxmlformats.org/drawingml/2006/main">
            <a:pathLst>
              <a:path w="121592" h="191">
                <a:moveTo>
                  <a:pt x="0" y="0"/>
                </a:moveTo>
                <a:lnTo>
                  <a:pt x="12159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606060"/>
            </a:solidFill>
            <a:prstDash val="solid"/>
          </a:ln>
        </p:spPr>
      </p:sp>
      <p:sp>
        <p:nvSpPr>
          <p:cNvPr id="797" name="path-721">
            <a:extLst xmlns:a="http://schemas.openxmlformats.org/drawingml/2006/main">
              <a:ext uri="{FF2B5EF4-FFF2-40B4-BE49-F238E27FC236}">
                <a16:creationId xmlns:a16="http://schemas.microsoft.com/office/drawing/2014/main" id="{EF79E391-CA96-477A-AF14-E37BDD45E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8011" y="9838131"/>
            <a:ext cx="119817" cy="191"/>
          </a:xfrm>
          <a:custGeom xmlns:a="http://schemas.openxmlformats.org/drawingml/2006/main">
            <a:pathLst>
              <a:path w="121592" h="191">
                <a:moveTo>
                  <a:pt x="0" y="0"/>
                </a:moveTo>
                <a:lnTo>
                  <a:pt x="121592" y="0"/>
                </a:lnTo>
              </a:path>
            </a:pathLst>
          </a:custGeom>
          <a:noFill xmlns:a="http://schemas.openxmlformats.org/drawingml/2006/main"/>
          <a:ln xmlns:a="http://schemas.openxmlformats.org/drawingml/2006/main" w="14913">
            <a:solidFill>
              <a:srgbClr val="606060"/>
            </a:solidFill>
            <a:prstDash val="solid"/>
          </a:ln>
        </p:spPr>
      </p:sp>
      <p:sp>
        <p:nvSpPr>
          <p:cNvPr id="798" name="text-722 Validated">
            <a:extLst xmlns:a="http://schemas.openxmlformats.org/drawingml/2006/main">
              <a:ext uri="{FF2B5EF4-FFF2-40B4-BE49-F238E27FC236}">
                <a16:creationId xmlns:a16="http://schemas.microsoft.com/office/drawing/2014/main" id="{7C317206-D733-4D53-B2EA-3A410A54E3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28445" y="9703060"/>
            <a:ext cx="824295" cy="2524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20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20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pPr>
            <a:r>
              <a:rPr sz="1420" b="1" i="0">
                <a:solidFill>
                  <a:srgbClr val="1E5B33"/>
                </a:solidFill>
                <a:latin typeface="Arial"/>
                <a:ea typeface="Arial"/>
                <a:cs typeface="Arial"/>
              </a:rPr>
              <a:t>Validated</a:t>
            </a:r>
          </a:p>
        </p:txBody>
      </p:sp>
      <p:sp>
        <p:nvSpPr>
          <p:cNvPr id="799" name="text-722 Targeted">
            <a:extLst xmlns:a="http://schemas.openxmlformats.org/drawingml/2006/main">
              <a:ext uri="{FF2B5EF4-FFF2-40B4-BE49-F238E27FC236}">
                <a16:creationId xmlns:a16="http://schemas.microsoft.com/office/drawing/2014/main" id="{1BC1B421-DEDC-4D4F-96B9-38272C4488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70316" y="9703087"/>
            <a:ext cx="780600" cy="2524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20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20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pPr>
            <a:r>
              <a:rPr sz="1420" b="1" i="0">
                <a:solidFill>
                  <a:srgbClr val="1E5B33"/>
                </a:solidFill>
                <a:latin typeface="Arial"/>
                <a:ea typeface="Arial"/>
                <a:cs typeface="Arial"/>
              </a:rPr>
              <a:t>Targeted</a:t>
            </a:r>
          </a:p>
        </p:txBody>
      </p:sp>
      <p:sp>
        <p:nvSpPr>
          <p:cNvPr id="800" name="text-722 Refill">
            <a:extLst xmlns:a="http://schemas.openxmlformats.org/drawingml/2006/main">
              <a:ext uri="{FF2B5EF4-FFF2-40B4-BE49-F238E27FC236}">
                <a16:creationId xmlns:a16="http://schemas.microsoft.com/office/drawing/2014/main" id="{78CF907B-6B6E-486F-91EB-568A24835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68316" y="9703014"/>
            <a:ext cx="473506" cy="2525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20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20" b="1" i="0">
                <a:solidFill>
                  <a:srgbClr val="1E5B33"/>
                </a:solidFill>
                <a:latin typeface="Arial"/>
                <a:ea typeface="Arial"/>
                <a:cs typeface="Arial"/>
              </a:defRPr>
            </a:pPr>
            <a:r>
              <a:rPr sz="1420" b="1" i="0">
                <a:solidFill>
                  <a:srgbClr val="1E5B33"/>
                </a:solidFill>
                <a:latin typeface="Arial"/>
                <a:ea typeface="Arial"/>
                <a:cs typeface="Arial"/>
              </a:rPr>
              <a:t>Refill</a:t>
            </a:r>
          </a:p>
        </p:txBody>
      </p:sp>
      <p:sp>
        <p:nvSpPr>
          <p:cNvPr id="801" name="path-723">
            <a:extLst xmlns:a="http://schemas.openxmlformats.org/drawingml/2006/main">
              <a:ext uri="{FF2B5EF4-FFF2-40B4-BE49-F238E27FC236}">
                <a16:creationId xmlns:a16="http://schemas.microsoft.com/office/drawing/2014/main" id="{C78F5553-D7D4-4BB2-8CCC-0B9B0F2D8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6617" y="9821633"/>
            <a:ext cx="161923" cy="191"/>
          </a:xfrm>
          <a:custGeom xmlns:a="http://schemas.openxmlformats.org/drawingml/2006/main">
            <a:pathLst>
              <a:path w="164322" h="191">
                <a:moveTo>
                  <a:pt x="164322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7814">
            <a:solidFill>
              <a:srgbClr val="111111"/>
            </a:solidFill>
            <a:prstDash val="solid"/>
          </a:ln>
        </p:spPr>
      </p:sp>
      <p:sp>
        <p:nvSpPr>
          <p:cNvPr id="802" name="path-724">
            <a:extLst xmlns:a="http://schemas.openxmlformats.org/drawingml/2006/main">
              <a:ext uri="{FF2B5EF4-FFF2-40B4-BE49-F238E27FC236}">
                <a16:creationId xmlns:a16="http://schemas.microsoft.com/office/drawing/2014/main" id="{86950768-A83B-4674-80DF-C6290AB8AB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5782" y="9783812"/>
            <a:ext cx="75645" cy="75625"/>
          </a:xfrm>
          <a:custGeom xmlns:a="http://schemas.openxmlformats.org/drawingml/2006/main">
            <a:pathLst>
              <a:path w="76766" h="76745">
                <a:moveTo>
                  <a:pt x="0" y="38382"/>
                </a:moveTo>
                <a:lnTo>
                  <a:pt x="76766" y="0"/>
                </a:lnTo>
                <a:lnTo>
                  <a:pt x="76766" y="76745"/>
                </a:lnTo>
                <a:lnTo>
                  <a:pt x="0" y="38382"/>
                </a:lnTo>
              </a:path>
            </a:pathLst>
          </a:custGeom>
          <a:solidFill xmlns:a="http://schemas.openxmlformats.org/drawingml/2006/main">
            <a:srgbClr val="11111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3" name="path-725">
            <a:extLst xmlns:a="http://schemas.openxmlformats.org/drawingml/2006/main">
              <a:ext uri="{FF2B5EF4-FFF2-40B4-BE49-F238E27FC236}">
                <a16:creationId xmlns:a16="http://schemas.microsoft.com/office/drawing/2014/main" id="{6D8EC5C9-D5FA-4DB9-9754-982D040BF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5874" y="9835482"/>
            <a:ext cx="1379975" cy="191"/>
          </a:xfrm>
          <a:custGeom xmlns:a="http://schemas.openxmlformats.org/drawingml/2006/main">
            <a:pathLst>
              <a:path w="1400419" h="191">
                <a:moveTo>
                  <a:pt x="0" y="0"/>
                </a:moveTo>
                <a:lnTo>
                  <a:pt x="1400419" y="0"/>
                </a:lnTo>
              </a:path>
            </a:pathLst>
          </a:custGeom>
          <a:noFill xmlns:a="http://schemas.openxmlformats.org/drawingml/2006/main"/>
          <a:ln xmlns:a="http://schemas.openxmlformats.org/drawingml/2006/main" w="60183">
            <a:solidFill>
              <a:srgbClr val="1F4E99"/>
            </a:solidFill>
            <a:prstDash val="solid"/>
          </a:ln>
        </p:spPr>
      </p:sp>
      <p:sp>
        <p:nvSpPr>
          <p:cNvPr id="804" name="path-726">
            <a:extLst xmlns:a="http://schemas.openxmlformats.org/drawingml/2006/main">
              <a:ext uri="{FF2B5EF4-FFF2-40B4-BE49-F238E27FC236}">
                <a16:creationId xmlns:a16="http://schemas.microsoft.com/office/drawing/2014/main" id="{8E4719CE-013B-4D68-87CF-FA11F8C91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0296" y="9090894"/>
            <a:ext cx="191" cy="737129"/>
          </a:xfrm>
          <a:custGeom xmlns:a="http://schemas.openxmlformats.org/drawingml/2006/main">
            <a:pathLst>
              <a:path w="191" h="748049">
                <a:moveTo>
                  <a:pt x="0" y="748049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60183">
            <a:solidFill>
              <a:srgbClr val="1F4E99"/>
            </a:solidFill>
            <a:prstDash val="solid"/>
          </a:ln>
        </p:spPr>
      </p:sp>
      <p:sp>
        <p:nvSpPr>
          <p:cNvPr id="805" name="path-727">
            <a:extLst xmlns:a="http://schemas.openxmlformats.org/drawingml/2006/main">
              <a:ext uri="{FF2B5EF4-FFF2-40B4-BE49-F238E27FC236}">
                <a16:creationId xmlns:a16="http://schemas.microsoft.com/office/drawing/2014/main" id="{206F0EF9-AE77-4E3D-9075-B06B29886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0279" y="8922601"/>
            <a:ext cx="180543" cy="180543"/>
          </a:xfrm>
          <a:custGeom xmlns:a="http://schemas.openxmlformats.org/drawingml/2006/main">
            <a:pathLst>
              <a:path w="183217" h="183217">
                <a:moveTo>
                  <a:pt x="91351" y="0"/>
                </a:moveTo>
                <a:lnTo>
                  <a:pt x="183217" y="183217"/>
                </a:lnTo>
                <a:lnTo>
                  <a:pt x="0" y="183217"/>
                </a:lnTo>
                <a:lnTo>
                  <a:pt x="91351" y="0"/>
                </a:lnTo>
              </a:path>
            </a:pathLst>
          </a:custGeom>
          <a:solidFill xmlns:a="http://schemas.openxmlformats.org/drawingml/2006/main">
            <a:srgbClr val="1F4E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6" name="path-728">
            <a:extLst xmlns:a="http://schemas.openxmlformats.org/drawingml/2006/main">
              <a:ext uri="{FF2B5EF4-FFF2-40B4-BE49-F238E27FC236}">
                <a16:creationId xmlns:a16="http://schemas.microsoft.com/office/drawing/2014/main" id="{94F27EE0-1A88-42C9-B3D7-A2A38A5A1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09742" y="9808839"/>
            <a:ext cx="1272389" cy="191"/>
          </a:xfrm>
          <a:custGeom xmlns:a="http://schemas.openxmlformats.org/drawingml/2006/main">
            <a:pathLst>
              <a:path w="1291240" h="191">
                <a:moveTo>
                  <a:pt x="1291240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60183">
            <a:solidFill>
              <a:srgbClr val="2E6B3D"/>
            </a:solidFill>
            <a:prstDash val="solid"/>
          </a:ln>
        </p:spPr>
      </p:sp>
      <p:sp>
        <p:nvSpPr>
          <p:cNvPr id="807" name="path-729">
            <a:extLst xmlns:a="http://schemas.openxmlformats.org/drawingml/2006/main">
              <a:ext uri="{FF2B5EF4-FFF2-40B4-BE49-F238E27FC236}">
                <a16:creationId xmlns:a16="http://schemas.microsoft.com/office/drawing/2014/main" id="{32F73383-EB4A-45FE-BC08-B8B939CED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16131" y="9128715"/>
            <a:ext cx="191" cy="712629"/>
          </a:xfrm>
          <a:custGeom xmlns:a="http://schemas.openxmlformats.org/drawingml/2006/main">
            <a:pathLst>
              <a:path w="191" h="723186">
                <a:moveTo>
                  <a:pt x="0" y="723186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60183">
            <a:solidFill>
              <a:srgbClr val="2E6B3D"/>
            </a:solidFill>
            <a:prstDash val="solid"/>
          </a:ln>
        </p:spPr>
      </p:sp>
      <p:sp>
        <p:nvSpPr>
          <p:cNvPr id="808" name="path-730">
            <a:extLst xmlns:a="http://schemas.openxmlformats.org/drawingml/2006/main">
              <a:ext uri="{FF2B5EF4-FFF2-40B4-BE49-F238E27FC236}">
                <a16:creationId xmlns:a16="http://schemas.microsoft.com/office/drawing/2014/main" id="{A4B9753C-18D9-4FA1-BF34-45B28F623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26131" y="8960404"/>
            <a:ext cx="180544" cy="180562"/>
          </a:xfrm>
          <a:custGeom xmlns:a="http://schemas.openxmlformats.org/drawingml/2006/main">
            <a:pathLst>
              <a:path w="183219" h="183237">
                <a:moveTo>
                  <a:pt x="91333" y="0"/>
                </a:moveTo>
                <a:lnTo>
                  <a:pt x="183219" y="183237"/>
                </a:lnTo>
                <a:lnTo>
                  <a:pt x="0" y="183237"/>
                </a:lnTo>
                <a:lnTo>
                  <a:pt x="91333" y="0"/>
                </a:lnTo>
              </a:path>
            </a:pathLst>
          </a:custGeom>
          <a:solidFill xmlns:a="http://schemas.openxmlformats.org/drawingml/2006/main">
            <a:srgbClr val="2E6B3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9" name="path-731">
            <a:extLst xmlns:a="http://schemas.openxmlformats.org/drawingml/2006/main">
              <a:ext uri="{FF2B5EF4-FFF2-40B4-BE49-F238E27FC236}">
                <a16:creationId xmlns:a16="http://schemas.microsoft.com/office/drawing/2014/main" id="{C2843AD3-F1B2-4FDF-97AA-C97EEED09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94929" y="6097679"/>
            <a:ext cx="630596" cy="191"/>
          </a:xfrm>
          <a:custGeom xmlns:a="http://schemas.openxmlformats.org/drawingml/2006/main">
            <a:pathLst>
              <a:path w="639938" h="191">
                <a:moveTo>
                  <a:pt x="639938" y="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60183">
            <a:solidFill>
              <a:srgbClr val="B56B16"/>
            </a:solidFill>
            <a:prstDash val="solid"/>
          </a:ln>
        </p:spPr>
      </p:sp>
      <p:sp>
        <p:nvSpPr>
          <p:cNvPr id="810" name="path-732">
            <a:extLst xmlns:a="http://schemas.openxmlformats.org/drawingml/2006/main">
              <a:ext uri="{FF2B5EF4-FFF2-40B4-BE49-F238E27FC236}">
                <a16:creationId xmlns:a16="http://schemas.microsoft.com/office/drawing/2014/main" id="{D1C9A228-F052-4CBD-AB47-A2010ACDB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26617" y="6007679"/>
            <a:ext cx="180562" cy="180544"/>
          </a:xfrm>
          <a:custGeom xmlns:a="http://schemas.openxmlformats.org/drawingml/2006/main">
            <a:pathLst>
              <a:path w="183237" h="183219">
                <a:moveTo>
                  <a:pt x="0" y="91333"/>
                </a:moveTo>
                <a:lnTo>
                  <a:pt x="183237" y="0"/>
                </a:lnTo>
                <a:lnTo>
                  <a:pt x="183237" y="183219"/>
                </a:lnTo>
                <a:lnTo>
                  <a:pt x="0" y="91333"/>
                </a:lnTo>
              </a:path>
            </a:pathLst>
          </a:custGeom>
          <a:solidFill xmlns:a="http://schemas.openxmlformats.org/drawingml/2006/main">
            <a:srgbClr val="B56B16"/>
          </a:solidFill>
          <a:ln xmlns:a="http://schemas.openxmlformats.org/drawingml/2006/main" w="0">
            <a:noFill/>
            <a:prstDash val="solid"/>
          </a:ln>
        </p:spPr>
      </p:sp>
    </p:spTree>
    <p:extLst>
      <p:ext uri="{BB962C8B-B14F-4D97-AF65-F5344CB8AC3E}">
        <p14:creationId xmlns:p14="http://schemas.microsoft.com/office/powerpoint/2010/main" val="557087428"/>
      </p:ext>
    </p:extLst>
  </p:cSld>
</p:sld>
</file>

<file path=ppt/slides/slide21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533" name="path-1">
            <a:extLst xmlns:a="http://schemas.openxmlformats.org/drawingml/2006/main">
              <a:ext uri="{FF2B5EF4-FFF2-40B4-BE49-F238E27FC236}">
                <a16:creationId xmlns:a16="http://schemas.microsoft.com/office/drawing/2014/main" id="{F97FE1CD-D384-4EA9-A955-CD765A6CC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300" y="189625"/>
            <a:ext cx="17086819" cy="10017025"/>
          </a:xfrm>
          <a:custGeom xmlns:a="http://schemas.openxmlformats.org/drawingml/2006/main">
            <a:pathLst>
              <a:path w="17292494" h="10137600">
                <a:moveTo>
                  <a:pt x="17292494" y="0"/>
                </a:moveTo>
                <a:lnTo>
                  <a:pt x="0" y="0"/>
                </a:lnTo>
                <a:lnTo>
                  <a:pt x="0" y="10137600"/>
                </a:lnTo>
                <a:lnTo>
                  <a:pt x="17292494" y="10137600"/>
                </a:lnTo>
                <a:lnTo>
                  <a:pt x="1729249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7D474295-7125-4C3D-A437-AA944708E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6300" y="189625"/>
            <a:ext cx="17086819" cy="10017025"/>
          </a:xfrm>
          <a:custGeom xmlns:a="http://schemas.openxmlformats.org/drawingml/2006/main">
            <a:pathLst>
              <a:path w="17292494" h="10137600">
                <a:moveTo>
                  <a:pt x="17292494" y="0"/>
                </a:moveTo>
                <a:lnTo>
                  <a:pt x="0" y="0"/>
                </a:lnTo>
                <a:lnTo>
                  <a:pt x="0" y="10137600"/>
                </a:lnTo>
                <a:lnTo>
                  <a:pt x="17292494" y="10137600"/>
                </a:lnTo>
                <a:lnTo>
                  <a:pt x="17292494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40236138-144C-49A0-A492-127671B6C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22416" y="467720"/>
            <a:ext cx="6631523" cy="3665462"/>
          </a:xfrm>
          <a:custGeom xmlns:a="http://schemas.openxmlformats.org/drawingml/2006/main">
            <a:pathLst>
              <a:path w="6711346" h="3709583">
                <a:moveTo>
                  <a:pt x="0" y="0"/>
                </a:moveTo>
                <a:lnTo>
                  <a:pt x="0" y="3709583"/>
                </a:lnTo>
                <a:lnTo>
                  <a:pt x="6711346" y="3709583"/>
                </a:lnTo>
                <a:lnTo>
                  <a:pt x="6711346" y="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BEF6867A-E1A9-4F1F-A529-8DCEC7EEB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5522" y="927720"/>
            <a:ext cx="6044774" cy="2507702"/>
          </a:xfrm>
          <a:custGeom xmlns:a="http://schemas.openxmlformats.org/drawingml/2006/main">
            <a:pathLst>
              <a:path w="6117535" h="2537888">
                <a:moveTo>
                  <a:pt x="0" y="0"/>
                </a:moveTo>
                <a:lnTo>
                  <a:pt x="6117535" y="0"/>
                </a:lnTo>
                <a:lnTo>
                  <a:pt x="6117535" y="2537888"/>
                </a:lnTo>
                <a:lnTo>
                  <a:pt x="0" y="2537888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F814F359-680B-4F52-B4A2-D246B3FAF0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9255" y="3435420"/>
            <a:ext cx="191" cy="40928"/>
          </a:xfrm>
          <a:custGeom xmlns:a="http://schemas.openxmlformats.org/drawingml/2006/main">
            <a:pathLst>
              <a:path w="191" h="41420">
                <a:moveTo>
                  <a:pt x="0" y="0"/>
                </a:moveTo>
                <a:lnTo>
                  <a:pt x="0" y="4142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6" name="path-6">
            <a:extLst xmlns:a="http://schemas.openxmlformats.org/drawingml/2006/main">
              <a:ext uri="{FF2B5EF4-FFF2-40B4-BE49-F238E27FC236}">
                <a16:creationId xmlns:a16="http://schemas.microsoft.com/office/drawing/2014/main" id="{0717FB20-EAA7-44D0-BB02-F0CFD5D3F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3914" y="3557071"/>
            <a:ext cx="115498" cy="152024"/>
          </a:xfrm>
          <a:custGeom xmlns:a="http://schemas.openxmlformats.org/drawingml/2006/main">
            <a:pathLst>
              <a:path w="116888" h="153854">
                <a:moveTo>
                  <a:pt x="116888" y="37382"/>
                </a:moveTo>
                <a:cubicBezTo>
                  <a:pt x="103900" y="26755"/>
                  <a:pt x="90321" y="21247"/>
                  <a:pt x="75760" y="21247"/>
                </a:cubicBezTo>
                <a:cubicBezTo>
                  <a:pt x="61197" y="21247"/>
                  <a:pt x="48604" y="26755"/>
                  <a:pt x="38175" y="37578"/>
                </a:cubicBezTo>
                <a:cubicBezTo>
                  <a:pt x="27547" y="48593"/>
                  <a:pt x="22432" y="61778"/>
                  <a:pt x="22432" y="77515"/>
                </a:cubicBezTo>
                <a:cubicBezTo>
                  <a:pt x="22432" y="93255"/>
                  <a:pt x="27547" y="106437"/>
                  <a:pt x="38175" y="117062"/>
                </a:cubicBezTo>
                <a:cubicBezTo>
                  <a:pt x="48800" y="127689"/>
                  <a:pt x="61591" y="132998"/>
                  <a:pt x="76941" y="132998"/>
                </a:cubicBezTo>
                <a:cubicBezTo>
                  <a:pt x="84812" y="132998"/>
                  <a:pt x="91502" y="131819"/>
                  <a:pt x="97012" y="129260"/>
                </a:cubicBezTo>
                <a:cubicBezTo>
                  <a:pt x="102916" y="126899"/>
                  <a:pt x="109410" y="122375"/>
                  <a:pt x="116888" y="116077"/>
                </a:cubicBezTo>
                <a:lnTo>
                  <a:pt x="116888" y="143031"/>
                </a:lnTo>
                <a:cubicBezTo>
                  <a:pt x="104095" y="150310"/>
                  <a:pt x="90717" y="153854"/>
                  <a:pt x="76548" y="153854"/>
                </a:cubicBezTo>
                <a:cubicBezTo>
                  <a:pt x="55295" y="153854"/>
                  <a:pt x="37387" y="146575"/>
                  <a:pt x="22432" y="131819"/>
                </a:cubicBezTo>
                <a:cubicBezTo>
                  <a:pt x="7476" y="116865"/>
                  <a:pt x="0" y="99552"/>
                  <a:pt x="0" y="79483"/>
                </a:cubicBezTo>
                <a:cubicBezTo>
                  <a:pt x="0" y="59417"/>
                  <a:pt x="6099" y="42102"/>
                  <a:pt x="18693" y="27346"/>
                </a:cubicBezTo>
                <a:cubicBezTo>
                  <a:pt x="34043" y="9245"/>
                  <a:pt x="53917" y="0"/>
                  <a:pt x="78319" y="0"/>
                </a:cubicBezTo>
                <a:cubicBezTo>
                  <a:pt x="91701" y="0"/>
                  <a:pt x="104490" y="3736"/>
                  <a:pt x="116888" y="11017"/>
                </a:cubicBezTo>
                <a:lnTo>
                  <a:pt x="116888" y="3738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20468561-6B1A-4DAC-A752-3D43ABC45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3327" y="3546182"/>
            <a:ext cx="21388" cy="160384"/>
          </a:xfrm>
          <a:custGeom xmlns:a="http://schemas.openxmlformats.org/drawingml/2006/main">
            <a:pathLst>
              <a:path w="21646" h="162314">
                <a:moveTo>
                  <a:pt x="0" y="0"/>
                </a:moveTo>
                <a:lnTo>
                  <a:pt x="21646" y="0"/>
                </a:lnTo>
                <a:lnTo>
                  <a:pt x="21646" y="162314"/>
                </a:lnTo>
                <a:lnTo>
                  <a:pt x="0" y="16231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8">
            <a:extLst xmlns:a="http://schemas.openxmlformats.org/drawingml/2006/main">
              <a:ext uri="{FF2B5EF4-FFF2-40B4-BE49-F238E27FC236}">
                <a16:creationId xmlns:a16="http://schemas.microsoft.com/office/drawing/2014/main" id="{06A0DC08-D2E8-4871-AB33-9B8E5405A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7465" y="3611503"/>
            <a:ext cx="93914" cy="97592"/>
          </a:xfrm>
          <a:custGeom xmlns:a="http://schemas.openxmlformats.org/drawingml/2006/main">
            <a:pathLst>
              <a:path w="95045" h="98767">
                <a:moveTo>
                  <a:pt x="29517" y="27940"/>
                </a:moveTo>
                <a:cubicBezTo>
                  <a:pt x="24401" y="33644"/>
                  <a:pt x="22041" y="40923"/>
                  <a:pt x="22041" y="49577"/>
                </a:cubicBezTo>
                <a:cubicBezTo>
                  <a:pt x="22041" y="58236"/>
                  <a:pt x="24401" y="65518"/>
                  <a:pt x="29321" y="71026"/>
                </a:cubicBezTo>
                <a:cubicBezTo>
                  <a:pt x="34044" y="76732"/>
                  <a:pt x="40342" y="79680"/>
                  <a:pt x="48213" y="79680"/>
                </a:cubicBezTo>
                <a:cubicBezTo>
                  <a:pt x="56084" y="79680"/>
                  <a:pt x="62379" y="76928"/>
                  <a:pt x="67299" y="71220"/>
                </a:cubicBezTo>
                <a:cubicBezTo>
                  <a:pt x="72217" y="65712"/>
                  <a:pt x="74777" y="58433"/>
                  <a:pt x="74777" y="49577"/>
                </a:cubicBezTo>
                <a:cubicBezTo>
                  <a:pt x="74777" y="40923"/>
                  <a:pt x="72217" y="33644"/>
                  <a:pt x="67299" y="27940"/>
                </a:cubicBezTo>
                <a:cubicBezTo>
                  <a:pt x="62379" y="22428"/>
                  <a:pt x="56084" y="19478"/>
                  <a:pt x="48409" y="19478"/>
                </a:cubicBezTo>
                <a:cubicBezTo>
                  <a:pt x="40538" y="19478"/>
                  <a:pt x="34240" y="22428"/>
                  <a:pt x="29517" y="27940"/>
                </a:cubicBezTo>
                <a:moveTo>
                  <a:pt x="73400" y="2557"/>
                </a:moveTo>
                <a:lnTo>
                  <a:pt x="95045" y="2557"/>
                </a:lnTo>
                <a:lnTo>
                  <a:pt x="95045" y="96207"/>
                </a:lnTo>
                <a:lnTo>
                  <a:pt x="73400" y="96207"/>
                </a:lnTo>
                <a:lnTo>
                  <a:pt x="73400" y="86370"/>
                </a:lnTo>
                <a:cubicBezTo>
                  <a:pt x="64347" y="94636"/>
                  <a:pt x="54903" y="98767"/>
                  <a:pt x="44670" y="98767"/>
                </a:cubicBezTo>
                <a:cubicBezTo>
                  <a:pt x="31684" y="98767"/>
                  <a:pt x="20858" y="94239"/>
                  <a:pt x="12594" y="84795"/>
                </a:cubicBezTo>
                <a:cubicBezTo>
                  <a:pt x="4132" y="75353"/>
                  <a:pt x="0" y="63550"/>
                  <a:pt x="0" y="49383"/>
                </a:cubicBezTo>
                <a:cubicBezTo>
                  <a:pt x="0" y="35217"/>
                  <a:pt x="4132" y="23608"/>
                  <a:pt x="12594" y="14164"/>
                </a:cubicBezTo>
                <a:cubicBezTo>
                  <a:pt x="20858" y="4722"/>
                  <a:pt x="30895" y="0"/>
                  <a:pt x="42703" y="0"/>
                </a:cubicBezTo>
                <a:cubicBezTo>
                  <a:pt x="54508" y="0"/>
                  <a:pt x="64741" y="4526"/>
                  <a:pt x="73400" y="13575"/>
                </a:cubicBezTo>
                <a:lnTo>
                  <a:pt x="73400" y="255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57EB5BD8-DB69-478E-BF32-2BFB21ECF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8406" y="3614030"/>
            <a:ext cx="79138" cy="95065"/>
          </a:xfrm>
          <a:custGeom xmlns:a="http://schemas.openxmlformats.org/drawingml/2006/main">
            <a:pathLst>
              <a:path w="80091" h="96210">
                <a:moveTo>
                  <a:pt x="21648" y="0"/>
                </a:moveTo>
                <a:lnTo>
                  <a:pt x="21648" y="53710"/>
                </a:lnTo>
                <a:cubicBezTo>
                  <a:pt x="21648" y="69453"/>
                  <a:pt x="27747" y="77122"/>
                  <a:pt x="39948" y="77122"/>
                </a:cubicBezTo>
                <a:cubicBezTo>
                  <a:pt x="52147" y="77122"/>
                  <a:pt x="58446" y="69453"/>
                  <a:pt x="58446" y="53710"/>
                </a:cubicBezTo>
                <a:lnTo>
                  <a:pt x="58446" y="0"/>
                </a:lnTo>
                <a:lnTo>
                  <a:pt x="80091" y="0"/>
                </a:lnTo>
                <a:lnTo>
                  <a:pt x="80091" y="54302"/>
                </a:lnTo>
                <a:cubicBezTo>
                  <a:pt x="80091" y="61778"/>
                  <a:pt x="79106" y="68270"/>
                  <a:pt x="77336" y="73387"/>
                </a:cubicBezTo>
                <a:cubicBezTo>
                  <a:pt x="75367" y="78502"/>
                  <a:pt x="72220" y="83027"/>
                  <a:pt x="67893" y="86765"/>
                </a:cubicBezTo>
                <a:cubicBezTo>
                  <a:pt x="60413" y="93061"/>
                  <a:pt x="51163" y="96210"/>
                  <a:pt x="39948" y="96210"/>
                </a:cubicBezTo>
                <a:cubicBezTo>
                  <a:pt x="28731" y="96210"/>
                  <a:pt x="19484" y="93061"/>
                  <a:pt x="12202" y="86765"/>
                </a:cubicBezTo>
                <a:cubicBezTo>
                  <a:pt x="7675" y="83027"/>
                  <a:pt x="4527" y="78894"/>
                  <a:pt x="2756" y="74175"/>
                </a:cubicBezTo>
                <a:cubicBezTo>
                  <a:pt x="788" y="69453"/>
                  <a:pt x="0" y="62961"/>
                  <a:pt x="0" y="54302"/>
                </a:cubicBezTo>
                <a:lnTo>
                  <a:pt x="0" y="0"/>
                </a:lnTo>
                <a:lnTo>
                  <a:pt x="21648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path-10">
            <a:extLst xmlns:a="http://schemas.openxmlformats.org/drawingml/2006/main">
              <a:ext uri="{FF2B5EF4-FFF2-40B4-BE49-F238E27FC236}">
                <a16:creationId xmlns:a16="http://schemas.microsoft.com/office/drawing/2014/main" id="{D04ECDD2-5B12-4FE1-84E5-DF7C15880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0100" y="3546184"/>
            <a:ext cx="93914" cy="162911"/>
          </a:xfrm>
          <a:custGeom xmlns:a="http://schemas.openxmlformats.org/drawingml/2006/main">
            <a:pathLst>
              <a:path w="95045" h="164872">
                <a:moveTo>
                  <a:pt x="29516" y="94045"/>
                </a:moveTo>
                <a:cubicBezTo>
                  <a:pt x="24401" y="99749"/>
                  <a:pt x="22040" y="107028"/>
                  <a:pt x="22040" y="115682"/>
                </a:cubicBezTo>
                <a:cubicBezTo>
                  <a:pt x="22040" y="124341"/>
                  <a:pt x="24401" y="131623"/>
                  <a:pt x="29319" y="137131"/>
                </a:cubicBezTo>
                <a:cubicBezTo>
                  <a:pt x="34043" y="142837"/>
                  <a:pt x="40340" y="145785"/>
                  <a:pt x="48211" y="145785"/>
                </a:cubicBezTo>
                <a:cubicBezTo>
                  <a:pt x="56082" y="145785"/>
                  <a:pt x="62378" y="143033"/>
                  <a:pt x="67297" y="137324"/>
                </a:cubicBezTo>
                <a:cubicBezTo>
                  <a:pt x="72217" y="131817"/>
                  <a:pt x="74776" y="124537"/>
                  <a:pt x="74776" y="115682"/>
                </a:cubicBezTo>
                <a:cubicBezTo>
                  <a:pt x="74776" y="107028"/>
                  <a:pt x="72217" y="99749"/>
                  <a:pt x="67297" y="94045"/>
                </a:cubicBezTo>
                <a:cubicBezTo>
                  <a:pt x="62378" y="88532"/>
                  <a:pt x="56082" y="85582"/>
                  <a:pt x="48408" y="85582"/>
                </a:cubicBezTo>
                <a:cubicBezTo>
                  <a:pt x="40537" y="85582"/>
                  <a:pt x="34239" y="88532"/>
                  <a:pt x="29516" y="94045"/>
                </a:cubicBezTo>
                <a:moveTo>
                  <a:pt x="73400" y="0"/>
                </a:moveTo>
                <a:lnTo>
                  <a:pt x="95045" y="0"/>
                </a:lnTo>
                <a:lnTo>
                  <a:pt x="95045" y="162312"/>
                </a:lnTo>
                <a:lnTo>
                  <a:pt x="73400" y="162312"/>
                </a:lnTo>
                <a:lnTo>
                  <a:pt x="73400" y="152475"/>
                </a:lnTo>
                <a:cubicBezTo>
                  <a:pt x="64741" y="160741"/>
                  <a:pt x="54703" y="164872"/>
                  <a:pt x="42897" y="164872"/>
                </a:cubicBezTo>
                <a:cubicBezTo>
                  <a:pt x="31091" y="164872"/>
                  <a:pt x="20857" y="160344"/>
                  <a:pt x="12594" y="150899"/>
                </a:cubicBezTo>
                <a:cubicBezTo>
                  <a:pt x="4132" y="141458"/>
                  <a:pt x="0" y="129655"/>
                  <a:pt x="0" y="115488"/>
                </a:cubicBezTo>
                <a:cubicBezTo>
                  <a:pt x="0" y="101322"/>
                  <a:pt x="4132" y="89713"/>
                  <a:pt x="12398" y="80269"/>
                </a:cubicBezTo>
                <a:cubicBezTo>
                  <a:pt x="20662" y="71023"/>
                  <a:pt x="30895" y="66301"/>
                  <a:pt x="42700" y="66105"/>
                </a:cubicBezTo>
                <a:cubicBezTo>
                  <a:pt x="54508" y="66105"/>
                  <a:pt x="64741" y="70631"/>
                  <a:pt x="73400" y="79680"/>
                </a:cubicBezTo>
                <a:lnTo>
                  <a:pt x="7340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path-11">
            <a:extLst xmlns:a="http://schemas.openxmlformats.org/drawingml/2006/main">
              <a:ext uri="{FF2B5EF4-FFF2-40B4-BE49-F238E27FC236}">
                <a16:creationId xmlns:a16="http://schemas.microsoft.com/office/drawing/2014/main" id="{B06470D1-4EB4-420A-9618-C3F517627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26765" y="3611503"/>
            <a:ext cx="89441" cy="97592"/>
          </a:xfrm>
          <a:custGeom xmlns:a="http://schemas.openxmlformats.org/drawingml/2006/main">
            <a:pathLst>
              <a:path w="90518" h="98767">
                <a:moveTo>
                  <a:pt x="45652" y="19478"/>
                </a:moveTo>
                <a:cubicBezTo>
                  <a:pt x="37389" y="19478"/>
                  <a:pt x="31286" y="23019"/>
                  <a:pt x="27156" y="29707"/>
                </a:cubicBezTo>
                <a:cubicBezTo>
                  <a:pt x="25580" y="31872"/>
                  <a:pt x="24596" y="34233"/>
                  <a:pt x="24007" y="36793"/>
                </a:cubicBezTo>
                <a:lnTo>
                  <a:pt x="67496" y="36793"/>
                </a:lnTo>
                <a:cubicBezTo>
                  <a:pt x="64345" y="25380"/>
                  <a:pt x="57065" y="19478"/>
                  <a:pt x="45652" y="19478"/>
                </a:cubicBezTo>
                <a:moveTo>
                  <a:pt x="45849" y="79680"/>
                </a:moveTo>
                <a:cubicBezTo>
                  <a:pt x="51951" y="79680"/>
                  <a:pt x="56870" y="78502"/>
                  <a:pt x="60409" y="75748"/>
                </a:cubicBezTo>
                <a:cubicBezTo>
                  <a:pt x="63757" y="73188"/>
                  <a:pt x="67693" y="68468"/>
                  <a:pt x="72218" y="61581"/>
                </a:cubicBezTo>
                <a:lnTo>
                  <a:pt x="90518" y="71617"/>
                </a:lnTo>
                <a:cubicBezTo>
                  <a:pt x="82254" y="85781"/>
                  <a:pt x="72020" y="94438"/>
                  <a:pt x="59822" y="97191"/>
                </a:cubicBezTo>
                <a:cubicBezTo>
                  <a:pt x="55491" y="98176"/>
                  <a:pt x="50966" y="98767"/>
                  <a:pt x="46243" y="98767"/>
                </a:cubicBezTo>
                <a:cubicBezTo>
                  <a:pt x="32271" y="98767"/>
                  <a:pt x="21056" y="94438"/>
                  <a:pt x="12593" y="85388"/>
                </a:cubicBezTo>
                <a:cubicBezTo>
                  <a:pt x="4132" y="76533"/>
                  <a:pt x="0" y="64534"/>
                  <a:pt x="0" y="49577"/>
                </a:cubicBezTo>
                <a:cubicBezTo>
                  <a:pt x="0" y="34824"/>
                  <a:pt x="3936" y="22823"/>
                  <a:pt x="12199" y="13575"/>
                </a:cubicBezTo>
                <a:cubicBezTo>
                  <a:pt x="20464" y="4526"/>
                  <a:pt x="31483" y="0"/>
                  <a:pt x="45259" y="0"/>
                </a:cubicBezTo>
                <a:cubicBezTo>
                  <a:pt x="59034" y="196"/>
                  <a:pt x="69856" y="4722"/>
                  <a:pt x="77727" y="13381"/>
                </a:cubicBezTo>
                <a:cubicBezTo>
                  <a:pt x="85598" y="22035"/>
                  <a:pt x="89732" y="34034"/>
                  <a:pt x="89732" y="49383"/>
                </a:cubicBezTo>
                <a:lnTo>
                  <a:pt x="89534" y="54498"/>
                </a:lnTo>
                <a:lnTo>
                  <a:pt x="22629" y="54498"/>
                </a:lnTo>
                <a:cubicBezTo>
                  <a:pt x="23024" y="62369"/>
                  <a:pt x="25580" y="68468"/>
                  <a:pt x="29911" y="72795"/>
                </a:cubicBezTo>
                <a:cubicBezTo>
                  <a:pt x="34238" y="77321"/>
                  <a:pt x="39553" y="79680"/>
                  <a:pt x="45849" y="7968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path-12">
            <a:extLst xmlns:a="http://schemas.openxmlformats.org/drawingml/2006/main">
              <a:ext uri="{FF2B5EF4-FFF2-40B4-BE49-F238E27FC236}">
                <a16:creationId xmlns:a16="http://schemas.microsoft.com/office/drawing/2014/main" id="{F6283FC9-BE18-4416-A9BB-FAB60C3954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1896" y="3812932"/>
            <a:ext cx="153218" cy="151830"/>
          </a:xfrm>
          <a:custGeom xmlns:a="http://schemas.openxmlformats.org/drawingml/2006/main">
            <a:pathLst>
              <a:path w="155063" h="153658">
                <a:moveTo>
                  <a:pt x="22432" y="77122"/>
                </a:moveTo>
                <a:cubicBezTo>
                  <a:pt x="22432" y="93257"/>
                  <a:pt x="27942" y="106439"/>
                  <a:pt x="38961" y="117064"/>
                </a:cubicBezTo>
                <a:cubicBezTo>
                  <a:pt x="49982" y="127689"/>
                  <a:pt x="62969" y="132804"/>
                  <a:pt x="77926" y="132804"/>
                </a:cubicBezTo>
                <a:cubicBezTo>
                  <a:pt x="92880" y="132804"/>
                  <a:pt x="105670" y="127490"/>
                  <a:pt x="116297" y="116671"/>
                </a:cubicBezTo>
                <a:cubicBezTo>
                  <a:pt x="126923" y="105848"/>
                  <a:pt x="132433" y="92469"/>
                  <a:pt x="132433" y="76730"/>
                </a:cubicBezTo>
                <a:cubicBezTo>
                  <a:pt x="132433" y="60992"/>
                  <a:pt x="127119" y="47810"/>
                  <a:pt x="116692" y="37185"/>
                </a:cubicBezTo>
                <a:cubicBezTo>
                  <a:pt x="106066" y="26561"/>
                  <a:pt x="92880" y="21051"/>
                  <a:pt x="77531" y="21051"/>
                </a:cubicBezTo>
                <a:cubicBezTo>
                  <a:pt x="61985" y="21051"/>
                  <a:pt x="48999" y="26364"/>
                  <a:pt x="38570" y="36989"/>
                </a:cubicBezTo>
                <a:cubicBezTo>
                  <a:pt x="27746" y="47810"/>
                  <a:pt x="22432" y="61189"/>
                  <a:pt x="22432" y="77122"/>
                </a:cubicBezTo>
                <a:moveTo>
                  <a:pt x="0" y="76337"/>
                </a:moveTo>
                <a:cubicBezTo>
                  <a:pt x="0" y="55482"/>
                  <a:pt x="7478" y="37382"/>
                  <a:pt x="22826" y="22430"/>
                </a:cubicBezTo>
                <a:cubicBezTo>
                  <a:pt x="37977" y="7476"/>
                  <a:pt x="56279" y="0"/>
                  <a:pt x="77531" y="0"/>
                </a:cubicBezTo>
                <a:cubicBezTo>
                  <a:pt x="98783" y="0"/>
                  <a:pt x="117085" y="7675"/>
                  <a:pt x="132236" y="22626"/>
                </a:cubicBezTo>
                <a:cubicBezTo>
                  <a:pt x="147387" y="37777"/>
                  <a:pt x="155063" y="56072"/>
                  <a:pt x="155063" y="77321"/>
                </a:cubicBezTo>
                <a:cubicBezTo>
                  <a:pt x="155063" y="98571"/>
                  <a:pt x="147387" y="116671"/>
                  <a:pt x="132039" y="131427"/>
                </a:cubicBezTo>
                <a:cubicBezTo>
                  <a:pt x="116692" y="146378"/>
                  <a:pt x="98390" y="153658"/>
                  <a:pt x="76743" y="153658"/>
                </a:cubicBezTo>
                <a:cubicBezTo>
                  <a:pt x="57459" y="153658"/>
                  <a:pt x="40340" y="147166"/>
                  <a:pt x="25187" y="133984"/>
                </a:cubicBezTo>
                <a:cubicBezTo>
                  <a:pt x="8262" y="119423"/>
                  <a:pt x="0" y="100146"/>
                  <a:pt x="0" y="7633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3">
            <a:extLst xmlns:a="http://schemas.openxmlformats.org/drawingml/2006/main">
              <a:ext uri="{FF2B5EF4-FFF2-40B4-BE49-F238E27FC236}">
                <a16:creationId xmlns:a16="http://schemas.microsoft.com/office/drawing/2014/main" id="{C0BF18E2-A3ED-4DBB-9DC9-C3BB6C9F3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8836" y="3867172"/>
            <a:ext cx="94111" cy="145220"/>
          </a:xfrm>
          <a:custGeom xmlns:a="http://schemas.openxmlformats.org/drawingml/2006/main">
            <a:pathLst>
              <a:path w="95244" h="146968">
                <a:moveTo>
                  <a:pt x="27746" y="27741"/>
                </a:moveTo>
                <a:cubicBezTo>
                  <a:pt x="22828" y="33249"/>
                  <a:pt x="20465" y="40528"/>
                  <a:pt x="20465" y="49383"/>
                </a:cubicBezTo>
                <a:cubicBezTo>
                  <a:pt x="20465" y="58234"/>
                  <a:pt x="22828" y="65513"/>
                  <a:pt x="27746" y="71220"/>
                </a:cubicBezTo>
                <a:cubicBezTo>
                  <a:pt x="32471" y="76926"/>
                  <a:pt x="38962" y="79680"/>
                  <a:pt x="46836" y="79680"/>
                </a:cubicBezTo>
                <a:cubicBezTo>
                  <a:pt x="54312" y="79680"/>
                  <a:pt x="60609" y="76926"/>
                  <a:pt x="65529" y="71220"/>
                </a:cubicBezTo>
                <a:cubicBezTo>
                  <a:pt x="70449" y="65712"/>
                  <a:pt x="73007" y="58430"/>
                  <a:pt x="73007" y="49580"/>
                </a:cubicBezTo>
                <a:cubicBezTo>
                  <a:pt x="73007" y="40921"/>
                  <a:pt x="70449" y="33641"/>
                  <a:pt x="65724" y="27938"/>
                </a:cubicBezTo>
                <a:cubicBezTo>
                  <a:pt x="60806" y="22428"/>
                  <a:pt x="54508" y="19478"/>
                  <a:pt x="46836" y="19478"/>
                </a:cubicBezTo>
                <a:cubicBezTo>
                  <a:pt x="38962" y="19478"/>
                  <a:pt x="32667" y="22229"/>
                  <a:pt x="27746" y="27741"/>
                </a:cubicBezTo>
                <a:moveTo>
                  <a:pt x="21645" y="146968"/>
                </a:moveTo>
                <a:lnTo>
                  <a:pt x="0" y="146968"/>
                </a:lnTo>
                <a:lnTo>
                  <a:pt x="0" y="2555"/>
                </a:lnTo>
                <a:lnTo>
                  <a:pt x="21645" y="2555"/>
                </a:lnTo>
                <a:lnTo>
                  <a:pt x="21645" y="12787"/>
                </a:lnTo>
                <a:cubicBezTo>
                  <a:pt x="30107" y="4327"/>
                  <a:pt x="40340" y="0"/>
                  <a:pt x="52147" y="0"/>
                </a:cubicBezTo>
                <a:cubicBezTo>
                  <a:pt x="63953" y="0"/>
                  <a:pt x="74187" y="4722"/>
                  <a:pt x="82650" y="14166"/>
                </a:cubicBezTo>
                <a:cubicBezTo>
                  <a:pt x="90913" y="23608"/>
                  <a:pt x="95244" y="35610"/>
                  <a:pt x="95244" y="49776"/>
                </a:cubicBezTo>
                <a:cubicBezTo>
                  <a:pt x="95244" y="63943"/>
                  <a:pt x="90913" y="75745"/>
                  <a:pt x="82650" y="84797"/>
                </a:cubicBezTo>
                <a:cubicBezTo>
                  <a:pt x="74383" y="94239"/>
                  <a:pt x="64150" y="98765"/>
                  <a:pt x="52343" y="98765"/>
                </a:cubicBezTo>
                <a:cubicBezTo>
                  <a:pt x="40537" y="98765"/>
                  <a:pt x="30304" y="94438"/>
                  <a:pt x="21645" y="85781"/>
                </a:cubicBezTo>
                <a:lnTo>
                  <a:pt x="21645" y="14696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14">
            <a:extLst xmlns:a="http://schemas.openxmlformats.org/drawingml/2006/main">
              <a:ext uri="{FF2B5EF4-FFF2-40B4-BE49-F238E27FC236}">
                <a16:creationId xmlns:a16="http://schemas.microsoft.com/office/drawing/2014/main" id="{02A65566-63B6-462B-A8E6-8EC57BFAE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5501" y="3869697"/>
            <a:ext cx="79138" cy="95065"/>
          </a:xfrm>
          <a:custGeom xmlns:a="http://schemas.openxmlformats.org/drawingml/2006/main">
            <a:pathLst>
              <a:path w="80091" h="96210">
                <a:moveTo>
                  <a:pt x="21647" y="0"/>
                </a:moveTo>
                <a:lnTo>
                  <a:pt x="21647" y="53713"/>
                </a:lnTo>
                <a:cubicBezTo>
                  <a:pt x="21647" y="69453"/>
                  <a:pt x="27746" y="77125"/>
                  <a:pt x="39948" y="77125"/>
                </a:cubicBezTo>
                <a:cubicBezTo>
                  <a:pt x="52147" y="77125"/>
                  <a:pt x="58445" y="69453"/>
                  <a:pt x="58445" y="53713"/>
                </a:cubicBezTo>
                <a:lnTo>
                  <a:pt x="58445" y="0"/>
                </a:lnTo>
                <a:lnTo>
                  <a:pt x="80091" y="0"/>
                </a:lnTo>
                <a:lnTo>
                  <a:pt x="80091" y="54304"/>
                </a:lnTo>
                <a:cubicBezTo>
                  <a:pt x="80091" y="61780"/>
                  <a:pt x="79106" y="68272"/>
                  <a:pt x="77334" y="73387"/>
                </a:cubicBezTo>
                <a:cubicBezTo>
                  <a:pt x="75367" y="78502"/>
                  <a:pt x="72218" y="83027"/>
                  <a:pt x="67889" y="86765"/>
                </a:cubicBezTo>
                <a:cubicBezTo>
                  <a:pt x="60413" y="93061"/>
                  <a:pt x="51163" y="96210"/>
                  <a:pt x="39948" y="96210"/>
                </a:cubicBezTo>
                <a:cubicBezTo>
                  <a:pt x="28730" y="96210"/>
                  <a:pt x="19480" y="93061"/>
                  <a:pt x="12202" y="86765"/>
                </a:cubicBezTo>
                <a:cubicBezTo>
                  <a:pt x="7675" y="83027"/>
                  <a:pt x="4526" y="78897"/>
                  <a:pt x="2755" y="74175"/>
                </a:cubicBezTo>
                <a:cubicBezTo>
                  <a:pt x="788" y="69453"/>
                  <a:pt x="0" y="62958"/>
                  <a:pt x="0" y="54304"/>
                </a:cubicBezTo>
                <a:lnTo>
                  <a:pt x="0" y="0"/>
                </a:lnTo>
                <a:lnTo>
                  <a:pt x="21647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path-15">
            <a:extLst xmlns:a="http://schemas.openxmlformats.org/drawingml/2006/main">
              <a:ext uri="{FF2B5EF4-FFF2-40B4-BE49-F238E27FC236}">
                <a16:creationId xmlns:a16="http://schemas.microsoft.com/office/drawing/2014/main" id="{0CC28618-1EBB-4ACB-92BD-8E4B91CA8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5250" y="3867172"/>
            <a:ext cx="65916" cy="97590"/>
          </a:xfrm>
          <a:custGeom xmlns:a="http://schemas.openxmlformats.org/drawingml/2006/main">
            <a:pathLst>
              <a:path w="66710" h="98765">
                <a:moveTo>
                  <a:pt x="32467" y="19478"/>
                </a:moveTo>
                <a:cubicBezTo>
                  <a:pt x="30500" y="19478"/>
                  <a:pt x="28728" y="20265"/>
                  <a:pt x="27352" y="21443"/>
                </a:cubicBezTo>
                <a:cubicBezTo>
                  <a:pt x="25777" y="22820"/>
                  <a:pt x="25187" y="24592"/>
                  <a:pt x="25187" y="26561"/>
                </a:cubicBezTo>
                <a:cubicBezTo>
                  <a:pt x="25187" y="30102"/>
                  <a:pt x="29319" y="33641"/>
                  <a:pt x="37782" y="37185"/>
                </a:cubicBezTo>
                <a:cubicBezTo>
                  <a:pt x="49193" y="42104"/>
                  <a:pt x="56868" y="46627"/>
                  <a:pt x="60803" y="50760"/>
                </a:cubicBezTo>
                <a:cubicBezTo>
                  <a:pt x="64741" y="55087"/>
                  <a:pt x="66710" y="61186"/>
                  <a:pt x="66710" y="69057"/>
                </a:cubicBezTo>
                <a:cubicBezTo>
                  <a:pt x="66710" y="77321"/>
                  <a:pt x="63362" y="84205"/>
                  <a:pt x="56868" y="90108"/>
                </a:cubicBezTo>
                <a:cubicBezTo>
                  <a:pt x="50177" y="96013"/>
                  <a:pt x="42505" y="98765"/>
                  <a:pt x="33451" y="98765"/>
                </a:cubicBezTo>
                <a:cubicBezTo>
                  <a:pt x="17709" y="98765"/>
                  <a:pt x="6492" y="91289"/>
                  <a:pt x="0" y="75942"/>
                </a:cubicBezTo>
                <a:lnTo>
                  <a:pt x="18497" y="67482"/>
                </a:lnTo>
                <a:cubicBezTo>
                  <a:pt x="20858" y="72007"/>
                  <a:pt x="23220" y="75154"/>
                  <a:pt x="25187" y="76926"/>
                </a:cubicBezTo>
                <a:cubicBezTo>
                  <a:pt x="27156" y="78698"/>
                  <a:pt x="30107" y="79680"/>
                  <a:pt x="33648" y="79680"/>
                </a:cubicBezTo>
                <a:cubicBezTo>
                  <a:pt x="40929" y="79680"/>
                  <a:pt x="44669" y="76337"/>
                  <a:pt x="44669" y="69646"/>
                </a:cubicBezTo>
                <a:cubicBezTo>
                  <a:pt x="44669" y="65712"/>
                  <a:pt x="41717" y="62171"/>
                  <a:pt x="36206" y="58828"/>
                </a:cubicBezTo>
                <a:cubicBezTo>
                  <a:pt x="34043" y="57844"/>
                  <a:pt x="31879" y="56859"/>
                  <a:pt x="29712" y="55679"/>
                </a:cubicBezTo>
                <a:cubicBezTo>
                  <a:pt x="27352" y="54695"/>
                  <a:pt x="24203" y="53119"/>
                  <a:pt x="19874" y="51153"/>
                </a:cubicBezTo>
                <a:cubicBezTo>
                  <a:pt x="15546" y="49185"/>
                  <a:pt x="12003" y="46235"/>
                  <a:pt x="9247" y="42693"/>
                </a:cubicBezTo>
                <a:cubicBezTo>
                  <a:pt x="6295" y="39151"/>
                  <a:pt x="4920" y="33840"/>
                  <a:pt x="4920" y="26561"/>
                </a:cubicBezTo>
                <a:cubicBezTo>
                  <a:pt x="4920" y="19478"/>
                  <a:pt x="7675" y="13376"/>
                  <a:pt x="13182" y="8067"/>
                </a:cubicBezTo>
                <a:cubicBezTo>
                  <a:pt x="18890" y="2754"/>
                  <a:pt x="25777" y="0"/>
                  <a:pt x="34043" y="0"/>
                </a:cubicBezTo>
                <a:cubicBezTo>
                  <a:pt x="45849" y="0"/>
                  <a:pt x="54901" y="6295"/>
                  <a:pt x="60803" y="18493"/>
                </a:cubicBezTo>
                <a:lnTo>
                  <a:pt x="42897" y="28134"/>
                </a:lnTo>
                <a:cubicBezTo>
                  <a:pt x="39947" y="22428"/>
                  <a:pt x="36403" y="19478"/>
                  <a:pt x="32467" y="1947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path-16">
            <a:extLst xmlns:a="http://schemas.openxmlformats.org/drawingml/2006/main">
              <a:ext uri="{FF2B5EF4-FFF2-40B4-BE49-F238E27FC236}">
                <a16:creationId xmlns:a16="http://schemas.microsoft.com/office/drawing/2014/main" id="{2667B8E2-52DB-49C6-B799-8677674E9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28829" y="3804766"/>
            <a:ext cx="109664" cy="157469"/>
          </a:xfrm>
          <a:custGeom xmlns:a="http://schemas.openxmlformats.org/drawingml/2006/main">
            <a:pathLst>
              <a:path w="110984" h="159364">
                <a:moveTo>
                  <a:pt x="72811" y="118048"/>
                </a:moveTo>
                <a:lnTo>
                  <a:pt x="72811" y="68272"/>
                </a:lnTo>
                <a:lnTo>
                  <a:pt x="38766" y="118048"/>
                </a:lnTo>
                <a:lnTo>
                  <a:pt x="72811" y="118048"/>
                </a:lnTo>
                <a:moveTo>
                  <a:pt x="95244" y="118048"/>
                </a:moveTo>
                <a:lnTo>
                  <a:pt x="110984" y="118048"/>
                </a:lnTo>
                <a:lnTo>
                  <a:pt x="110984" y="138311"/>
                </a:lnTo>
                <a:lnTo>
                  <a:pt x="95244" y="138311"/>
                </a:lnTo>
                <a:lnTo>
                  <a:pt x="95244" y="159364"/>
                </a:lnTo>
                <a:lnTo>
                  <a:pt x="72811" y="159364"/>
                </a:lnTo>
                <a:lnTo>
                  <a:pt x="72811" y="138311"/>
                </a:lnTo>
                <a:lnTo>
                  <a:pt x="0" y="138311"/>
                </a:lnTo>
                <a:lnTo>
                  <a:pt x="95244" y="0"/>
                </a:lnTo>
                <a:lnTo>
                  <a:pt x="95244" y="11804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path-17">
            <a:extLst xmlns:a="http://schemas.openxmlformats.org/drawingml/2006/main">
              <a:ext uri="{FF2B5EF4-FFF2-40B4-BE49-F238E27FC236}">
                <a16:creationId xmlns:a16="http://schemas.microsoft.com/office/drawing/2014/main" id="{8C3BC807-E472-49CE-9334-1CE41D919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63772" y="3938517"/>
            <a:ext cx="26442" cy="26245"/>
          </a:xfrm>
          <a:custGeom xmlns:a="http://schemas.openxmlformats.org/drawingml/2006/main">
            <a:pathLst>
              <a:path w="26761" h="26561">
                <a:moveTo>
                  <a:pt x="3936" y="22823"/>
                </a:moveTo>
                <a:cubicBezTo>
                  <a:pt x="1181" y="20462"/>
                  <a:pt x="0" y="17313"/>
                  <a:pt x="0" y="13577"/>
                </a:cubicBezTo>
                <a:cubicBezTo>
                  <a:pt x="0" y="9837"/>
                  <a:pt x="1181" y="6690"/>
                  <a:pt x="3936" y="3934"/>
                </a:cubicBezTo>
                <a:cubicBezTo>
                  <a:pt x="6492" y="1377"/>
                  <a:pt x="9642" y="0"/>
                  <a:pt x="13379" y="0"/>
                </a:cubicBezTo>
                <a:cubicBezTo>
                  <a:pt x="16923" y="0"/>
                  <a:pt x="20070" y="1377"/>
                  <a:pt x="22825" y="3934"/>
                </a:cubicBezTo>
                <a:cubicBezTo>
                  <a:pt x="25384" y="6690"/>
                  <a:pt x="26761" y="9837"/>
                  <a:pt x="26761" y="13379"/>
                </a:cubicBezTo>
                <a:cubicBezTo>
                  <a:pt x="26761" y="17313"/>
                  <a:pt x="25384" y="20462"/>
                  <a:pt x="22825" y="22823"/>
                </a:cubicBezTo>
                <a:cubicBezTo>
                  <a:pt x="20268" y="25184"/>
                  <a:pt x="17119" y="26561"/>
                  <a:pt x="13379" y="26561"/>
                </a:cubicBezTo>
                <a:cubicBezTo>
                  <a:pt x="9642" y="26561"/>
                  <a:pt x="6492" y="25184"/>
                  <a:pt x="3936" y="2282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" name="path-18">
            <a:extLst xmlns:a="http://schemas.openxmlformats.org/drawingml/2006/main">
              <a:ext uri="{FF2B5EF4-FFF2-40B4-BE49-F238E27FC236}">
                <a16:creationId xmlns:a16="http://schemas.microsoft.com/office/drawing/2014/main" id="{05B429E3-9737-44CD-89C4-68755F9B7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20936" y="3813126"/>
            <a:ext cx="92166" cy="151248"/>
          </a:xfrm>
          <a:custGeom xmlns:a="http://schemas.openxmlformats.org/drawingml/2006/main">
            <a:pathLst>
              <a:path w="93275" h="153069">
                <a:moveTo>
                  <a:pt x="64151" y="90700"/>
                </a:moveTo>
                <a:cubicBezTo>
                  <a:pt x="59233" y="85977"/>
                  <a:pt x="53329" y="83616"/>
                  <a:pt x="46638" y="83616"/>
                </a:cubicBezTo>
                <a:cubicBezTo>
                  <a:pt x="39948" y="83616"/>
                  <a:pt x="34240" y="85977"/>
                  <a:pt x="29518" y="90700"/>
                </a:cubicBezTo>
                <a:cubicBezTo>
                  <a:pt x="24598" y="95422"/>
                  <a:pt x="22235" y="101324"/>
                  <a:pt x="22235" y="108012"/>
                </a:cubicBezTo>
                <a:cubicBezTo>
                  <a:pt x="22235" y="114899"/>
                  <a:pt x="24598" y="120802"/>
                  <a:pt x="29322" y="125720"/>
                </a:cubicBezTo>
                <a:cubicBezTo>
                  <a:pt x="34045" y="130639"/>
                  <a:pt x="39948" y="133000"/>
                  <a:pt x="46835" y="133000"/>
                </a:cubicBezTo>
                <a:cubicBezTo>
                  <a:pt x="53525" y="133000"/>
                  <a:pt x="59233" y="130639"/>
                  <a:pt x="64151" y="125720"/>
                </a:cubicBezTo>
                <a:cubicBezTo>
                  <a:pt x="68876" y="120998"/>
                  <a:pt x="71432" y="115096"/>
                  <a:pt x="71432" y="108211"/>
                </a:cubicBezTo>
                <a:cubicBezTo>
                  <a:pt x="71432" y="101521"/>
                  <a:pt x="68876" y="95618"/>
                  <a:pt x="64151" y="90700"/>
                </a:cubicBezTo>
                <a:moveTo>
                  <a:pt x="24991" y="42497"/>
                </a:moveTo>
                <a:cubicBezTo>
                  <a:pt x="24795" y="48792"/>
                  <a:pt x="26959" y="53909"/>
                  <a:pt x="31289" y="58236"/>
                </a:cubicBezTo>
                <a:cubicBezTo>
                  <a:pt x="35617" y="62566"/>
                  <a:pt x="40932" y="64730"/>
                  <a:pt x="47227" y="64730"/>
                </a:cubicBezTo>
                <a:cubicBezTo>
                  <a:pt x="53130" y="64730"/>
                  <a:pt x="58445" y="62566"/>
                  <a:pt x="62773" y="58236"/>
                </a:cubicBezTo>
                <a:cubicBezTo>
                  <a:pt x="67104" y="53909"/>
                  <a:pt x="69267" y="48792"/>
                  <a:pt x="69267" y="42693"/>
                </a:cubicBezTo>
                <a:cubicBezTo>
                  <a:pt x="69267" y="36596"/>
                  <a:pt x="67104" y="31280"/>
                  <a:pt x="62773" y="26953"/>
                </a:cubicBezTo>
                <a:cubicBezTo>
                  <a:pt x="58445" y="22626"/>
                  <a:pt x="53130" y="20265"/>
                  <a:pt x="47031" y="20265"/>
                </a:cubicBezTo>
                <a:cubicBezTo>
                  <a:pt x="40932" y="20265"/>
                  <a:pt x="35813" y="22430"/>
                  <a:pt x="31485" y="26757"/>
                </a:cubicBezTo>
                <a:cubicBezTo>
                  <a:pt x="27157" y="31086"/>
                  <a:pt x="24991" y="36398"/>
                  <a:pt x="24991" y="42497"/>
                </a:cubicBezTo>
                <a:moveTo>
                  <a:pt x="20268" y="73779"/>
                </a:moveTo>
                <a:cubicBezTo>
                  <a:pt x="9249" y="66304"/>
                  <a:pt x="3938" y="56074"/>
                  <a:pt x="3938" y="43284"/>
                </a:cubicBezTo>
                <a:cubicBezTo>
                  <a:pt x="3938" y="30694"/>
                  <a:pt x="8070" y="20265"/>
                  <a:pt x="16332" y="12198"/>
                </a:cubicBezTo>
                <a:cubicBezTo>
                  <a:pt x="24598" y="4131"/>
                  <a:pt x="35029" y="0"/>
                  <a:pt x="47227" y="0"/>
                </a:cubicBezTo>
                <a:cubicBezTo>
                  <a:pt x="59429" y="0"/>
                  <a:pt x="69660" y="4131"/>
                  <a:pt x="77926" y="12198"/>
                </a:cubicBezTo>
                <a:cubicBezTo>
                  <a:pt x="86192" y="20265"/>
                  <a:pt x="90324" y="30497"/>
                  <a:pt x="90324" y="42892"/>
                </a:cubicBezTo>
                <a:cubicBezTo>
                  <a:pt x="90324" y="55482"/>
                  <a:pt x="84813" y="65715"/>
                  <a:pt x="74187" y="73583"/>
                </a:cubicBezTo>
                <a:cubicBezTo>
                  <a:pt x="80089" y="76926"/>
                  <a:pt x="84616" y="81651"/>
                  <a:pt x="88159" y="87750"/>
                </a:cubicBezTo>
                <a:cubicBezTo>
                  <a:pt x="91700" y="94045"/>
                  <a:pt x="93275" y="100932"/>
                  <a:pt x="93275" y="108408"/>
                </a:cubicBezTo>
                <a:cubicBezTo>
                  <a:pt x="93275" y="121587"/>
                  <a:pt x="88945" y="132411"/>
                  <a:pt x="80485" y="140675"/>
                </a:cubicBezTo>
                <a:cubicBezTo>
                  <a:pt x="71827" y="148936"/>
                  <a:pt x="60806" y="153069"/>
                  <a:pt x="47227" y="153069"/>
                </a:cubicBezTo>
                <a:cubicBezTo>
                  <a:pt x="33650" y="153069"/>
                  <a:pt x="22435" y="148936"/>
                  <a:pt x="13381" y="140478"/>
                </a:cubicBezTo>
                <a:cubicBezTo>
                  <a:pt x="4329" y="132215"/>
                  <a:pt x="0" y="121587"/>
                  <a:pt x="198" y="108800"/>
                </a:cubicBezTo>
                <a:cubicBezTo>
                  <a:pt x="198" y="92273"/>
                  <a:pt x="6889" y="80470"/>
                  <a:pt x="20268" y="7377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" name="path-19">
            <a:extLst xmlns:a="http://schemas.openxmlformats.org/drawingml/2006/main">
              <a:ext uri="{FF2B5EF4-FFF2-40B4-BE49-F238E27FC236}">
                <a16:creationId xmlns:a16="http://schemas.microsoft.com/office/drawing/2014/main" id="{6F638513-7854-4B0B-8BFE-BB8935C62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6718" y="3435420"/>
            <a:ext cx="191" cy="40928"/>
          </a:xfrm>
          <a:custGeom xmlns:a="http://schemas.openxmlformats.org/drawingml/2006/main">
            <a:pathLst>
              <a:path w="191" h="41420">
                <a:moveTo>
                  <a:pt x="0" y="0"/>
                </a:moveTo>
                <a:lnTo>
                  <a:pt x="0" y="4142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20" name="path-20">
            <a:extLst xmlns:a="http://schemas.openxmlformats.org/drawingml/2006/main">
              <a:ext uri="{FF2B5EF4-FFF2-40B4-BE49-F238E27FC236}">
                <a16:creationId xmlns:a16="http://schemas.microsoft.com/office/drawing/2014/main" id="{12EC4AE4-938A-4542-B5E3-E93D83A37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74759" y="3557071"/>
            <a:ext cx="143302" cy="152024"/>
          </a:xfrm>
          <a:custGeom xmlns:a="http://schemas.openxmlformats.org/drawingml/2006/main">
            <a:pathLst>
              <a:path w="145027" h="153854">
                <a:moveTo>
                  <a:pt x="83633" y="73976"/>
                </a:moveTo>
                <a:lnTo>
                  <a:pt x="145027" y="73976"/>
                </a:lnTo>
                <a:lnTo>
                  <a:pt x="145027" y="78894"/>
                </a:lnTo>
                <a:cubicBezTo>
                  <a:pt x="144831" y="90108"/>
                  <a:pt x="143453" y="99749"/>
                  <a:pt x="140895" y="108012"/>
                </a:cubicBezTo>
                <a:cubicBezTo>
                  <a:pt x="138337" y="116276"/>
                  <a:pt x="134008" y="123948"/>
                  <a:pt x="128106" y="130835"/>
                </a:cubicBezTo>
                <a:cubicBezTo>
                  <a:pt x="114328" y="146180"/>
                  <a:pt x="96816" y="153854"/>
                  <a:pt x="75760" y="153854"/>
                </a:cubicBezTo>
                <a:cubicBezTo>
                  <a:pt x="54706" y="153854"/>
                  <a:pt x="36798" y="146378"/>
                  <a:pt x="22039" y="131424"/>
                </a:cubicBezTo>
                <a:cubicBezTo>
                  <a:pt x="7281" y="116473"/>
                  <a:pt x="0" y="98369"/>
                  <a:pt x="0" y="77122"/>
                </a:cubicBezTo>
                <a:cubicBezTo>
                  <a:pt x="0" y="55873"/>
                  <a:pt x="7477" y="37775"/>
                  <a:pt x="22431" y="22624"/>
                </a:cubicBezTo>
                <a:cubicBezTo>
                  <a:pt x="37389" y="7672"/>
                  <a:pt x="55885" y="0"/>
                  <a:pt x="77531" y="0"/>
                </a:cubicBezTo>
                <a:cubicBezTo>
                  <a:pt x="88945" y="0"/>
                  <a:pt x="99767" y="2557"/>
                  <a:pt x="109606" y="7280"/>
                </a:cubicBezTo>
                <a:cubicBezTo>
                  <a:pt x="119447" y="11999"/>
                  <a:pt x="129089" y="19674"/>
                  <a:pt x="138337" y="30299"/>
                </a:cubicBezTo>
                <a:lnTo>
                  <a:pt x="122398" y="45444"/>
                </a:lnTo>
                <a:cubicBezTo>
                  <a:pt x="110197" y="29314"/>
                  <a:pt x="95242" y="21247"/>
                  <a:pt x="77926" y="21247"/>
                </a:cubicBezTo>
                <a:cubicBezTo>
                  <a:pt x="62181" y="21247"/>
                  <a:pt x="48998" y="26755"/>
                  <a:pt x="38372" y="37382"/>
                </a:cubicBezTo>
                <a:cubicBezTo>
                  <a:pt x="27746" y="48201"/>
                  <a:pt x="22431" y="61579"/>
                  <a:pt x="22431" y="77711"/>
                </a:cubicBezTo>
                <a:cubicBezTo>
                  <a:pt x="22431" y="94042"/>
                  <a:pt x="28139" y="107421"/>
                  <a:pt x="39553" y="117653"/>
                </a:cubicBezTo>
                <a:cubicBezTo>
                  <a:pt x="50966" y="128079"/>
                  <a:pt x="62773" y="133196"/>
                  <a:pt x="74776" y="133196"/>
                </a:cubicBezTo>
                <a:cubicBezTo>
                  <a:pt x="86585" y="133196"/>
                  <a:pt x="97012" y="129456"/>
                  <a:pt x="105868" y="121980"/>
                </a:cubicBezTo>
                <a:cubicBezTo>
                  <a:pt x="114525" y="114504"/>
                  <a:pt x="119447" y="105649"/>
                  <a:pt x="120627" y="95027"/>
                </a:cubicBezTo>
                <a:lnTo>
                  <a:pt x="83633" y="95027"/>
                </a:lnTo>
                <a:lnTo>
                  <a:pt x="83633" y="7397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path-21">
            <a:extLst xmlns:a="http://schemas.openxmlformats.org/drawingml/2006/main">
              <a:ext uri="{FF2B5EF4-FFF2-40B4-BE49-F238E27FC236}">
                <a16:creationId xmlns:a16="http://schemas.microsoft.com/office/drawing/2014/main" id="{E26BA7F2-9ECF-4A95-A53E-41B3A7DC1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5672" y="3559986"/>
            <a:ext cx="82247" cy="146580"/>
          </a:xfrm>
          <a:custGeom xmlns:a="http://schemas.openxmlformats.org/drawingml/2006/main">
            <a:pathLst>
              <a:path w="83237" h="148344">
                <a:moveTo>
                  <a:pt x="22431" y="67285"/>
                </a:moveTo>
                <a:lnTo>
                  <a:pt x="30894" y="67285"/>
                </a:lnTo>
                <a:cubicBezTo>
                  <a:pt x="51359" y="67285"/>
                  <a:pt x="61592" y="59417"/>
                  <a:pt x="61592" y="43677"/>
                </a:cubicBezTo>
                <a:cubicBezTo>
                  <a:pt x="61592" y="28333"/>
                  <a:pt x="50966" y="20658"/>
                  <a:pt x="29911" y="20658"/>
                </a:cubicBezTo>
                <a:lnTo>
                  <a:pt x="22431" y="20658"/>
                </a:lnTo>
                <a:lnTo>
                  <a:pt x="22431" y="67285"/>
                </a:lnTo>
                <a:moveTo>
                  <a:pt x="22431" y="88140"/>
                </a:moveTo>
                <a:lnTo>
                  <a:pt x="22431" y="148344"/>
                </a:lnTo>
                <a:lnTo>
                  <a:pt x="0" y="148344"/>
                </a:lnTo>
                <a:lnTo>
                  <a:pt x="0" y="0"/>
                </a:lnTo>
                <a:lnTo>
                  <a:pt x="25384" y="0"/>
                </a:lnTo>
                <a:cubicBezTo>
                  <a:pt x="37585" y="0"/>
                  <a:pt x="47031" y="984"/>
                  <a:pt x="53523" y="2557"/>
                </a:cubicBezTo>
                <a:cubicBezTo>
                  <a:pt x="59822" y="4329"/>
                  <a:pt x="65528" y="7675"/>
                  <a:pt x="70448" y="12394"/>
                </a:cubicBezTo>
                <a:cubicBezTo>
                  <a:pt x="78908" y="20857"/>
                  <a:pt x="83237" y="31676"/>
                  <a:pt x="83237" y="44659"/>
                </a:cubicBezTo>
                <a:cubicBezTo>
                  <a:pt x="83237" y="57844"/>
                  <a:pt x="78711" y="68466"/>
                  <a:pt x="69660" y="76337"/>
                </a:cubicBezTo>
                <a:cubicBezTo>
                  <a:pt x="60608" y="84208"/>
                  <a:pt x="48211" y="88140"/>
                  <a:pt x="32862" y="88140"/>
                </a:cubicBezTo>
                <a:lnTo>
                  <a:pt x="22431" y="8814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path-22">
            <a:extLst xmlns:a="http://schemas.openxmlformats.org/drawingml/2006/main">
              <a:ext uri="{FF2B5EF4-FFF2-40B4-BE49-F238E27FC236}">
                <a16:creationId xmlns:a16="http://schemas.microsoft.com/office/drawing/2014/main" id="{4071147F-BBA5-40B1-B586-13760E868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5310" y="3559986"/>
            <a:ext cx="89440" cy="146580"/>
          </a:xfrm>
          <a:custGeom xmlns:a="http://schemas.openxmlformats.org/drawingml/2006/main">
            <a:pathLst>
              <a:path w="90517" h="148344">
                <a:moveTo>
                  <a:pt x="56474" y="21053"/>
                </a:moveTo>
                <a:lnTo>
                  <a:pt x="56474" y="148344"/>
                </a:lnTo>
                <a:lnTo>
                  <a:pt x="34239" y="148344"/>
                </a:lnTo>
                <a:lnTo>
                  <a:pt x="34239" y="21053"/>
                </a:lnTo>
                <a:lnTo>
                  <a:pt x="0" y="21053"/>
                </a:lnTo>
                <a:lnTo>
                  <a:pt x="0" y="0"/>
                </a:lnTo>
                <a:lnTo>
                  <a:pt x="90517" y="0"/>
                </a:lnTo>
                <a:lnTo>
                  <a:pt x="90517" y="21053"/>
                </a:lnTo>
                <a:lnTo>
                  <a:pt x="56474" y="2105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path-23">
            <a:extLst xmlns:a="http://schemas.openxmlformats.org/drawingml/2006/main">
              <a:ext uri="{FF2B5EF4-FFF2-40B4-BE49-F238E27FC236}">
                <a16:creationId xmlns:a16="http://schemas.microsoft.com/office/drawing/2014/main" id="{9226EDF7-AE8A-4034-AC5B-700BB80B4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6891" y="3650191"/>
            <a:ext cx="42388" cy="18661"/>
          </a:xfrm>
          <a:custGeom xmlns:a="http://schemas.openxmlformats.org/drawingml/2006/main">
            <a:pathLst>
              <a:path w="42898" h="18886">
                <a:moveTo>
                  <a:pt x="0" y="0"/>
                </a:moveTo>
                <a:lnTo>
                  <a:pt x="42898" y="0"/>
                </a:lnTo>
                <a:lnTo>
                  <a:pt x="42898" y="18886"/>
                </a:lnTo>
                <a:lnTo>
                  <a:pt x="0" y="1888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path-24">
            <a:extLst xmlns:a="http://schemas.openxmlformats.org/drawingml/2006/main">
              <a:ext uri="{FF2B5EF4-FFF2-40B4-BE49-F238E27FC236}">
                <a16:creationId xmlns:a16="http://schemas.microsoft.com/office/drawing/2014/main" id="{2C40CABD-259B-4BF3-9F90-A98525918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72973" y="3559986"/>
            <a:ext cx="100719" cy="148719"/>
          </a:xfrm>
          <a:custGeom xmlns:a="http://schemas.openxmlformats.org/drawingml/2006/main">
            <a:pathLst>
              <a:path w="101932" h="150509">
                <a:moveTo>
                  <a:pt x="52538" y="45250"/>
                </a:moveTo>
                <a:cubicBezTo>
                  <a:pt x="66905" y="45250"/>
                  <a:pt x="78711" y="50169"/>
                  <a:pt x="87960" y="59809"/>
                </a:cubicBezTo>
                <a:cubicBezTo>
                  <a:pt x="97207" y="69649"/>
                  <a:pt x="101932" y="82041"/>
                  <a:pt x="101932" y="97388"/>
                </a:cubicBezTo>
                <a:cubicBezTo>
                  <a:pt x="101932" y="112735"/>
                  <a:pt x="96619" y="125522"/>
                  <a:pt x="86188" y="135557"/>
                </a:cubicBezTo>
                <a:cubicBezTo>
                  <a:pt x="75562" y="145591"/>
                  <a:pt x="62378" y="150509"/>
                  <a:pt x="46441" y="150509"/>
                </a:cubicBezTo>
                <a:cubicBezTo>
                  <a:pt x="26759" y="150509"/>
                  <a:pt x="11215" y="141460"/>
                  <a:pt x="0" y="123163"/>
                </a:cubicBezTo>
                <a:lnTo>
                  <a:pt x="16921" y="108800"/>
                </a:lnTo>
                <a:cubicBezTo>
                  <a:pt x="21645" y="116671"/>
                  <a:pt x="26368" y="122375"/>
                  <a:pt x="31090" y="125522"/>
                </a:cubicBezTo>
                <a:cubicBezTo>
                  <a:pt x="35813" y="128671"/>
                  <a:pt x="42109" y="130440"/>
                  <a:pt x="49980" y="130440"/>
                </a:cubicBezTo>
                <a:cubicBezTo>
                  <a:pt x="57853" y="130440"/>
                  <a:pt x="64936" y="127294"/>
                  <a:pt x="71037" y="120998"/>
                </a:cubicBezTo>
                <a:cubicBezTo>
                  <a:pt x="76939" y="114703"/>
                  <a:pt x="80091" y="106832"/>
                  <a:pt x="80091" y="97388"/>
                </a:cubicBezTo>
                <a:cubicBezTo>
                  <a:pt x="80091" y="87946"/>
                  <a:pt x="76939" y="80271"/>
                  <a:pt x="71037" y="73978"/>
                </a:cubicBezTo>
                <a:cubicBezTo>
                  <a:pt x="64936" y="67877"/>
                  <a:pt x="57067" y="64927"/>
                  <a:pt x="47620" y="64927"/>
                </a:cubicBezTo>
                <a:cubicBezTo>
                  <a:pt x="38175" y="64927"/>
                  <a:pt x="29711" y="69450"/>
                  <a:pt x="22432" y="78109"/>
                </a:cubicBezTo>
                <a:lnTo>
                  <a:pt x="15151" y="78109"/>
                </a:lnTo>
                <a:lnTo>
                  <a:pt x="38371" y="0"/>
                </a:lnTo>
                <a:lnTo>
                  <a:pt x="99767" y="0"/>
                </a:lnTo>
                <a:lnTo>
                  <a:pt x="99767" y="21053"/>
                </a:lnTo>
                <a:lnTo>
                  <a:pt x="53918" y="21053"/>
                </a:lnTo>
                <a:lnTo>
                  <a:pt x="46636" y="45643"/>
                </a:lnTo>
                <a:cubicBezTo>
                  <a:pt x="48800" y="45447"/>
                  <a:pt x="50768" y="45250"/>
                  <a:pt x="52538" y="4525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" name="path-25">
            <a:extLst xmlns:a="http://schemas.openxmlformats.org/drawingml/2006/main">
              <a:ext uri="{FF2B5EF4-FFF2-40B4-BE49-F238E27FC236}">
                <a16:creationId xmlns:a16="http://schemas.microsoft.com/office/drawing/2014/main" id="{236A9003-3E70-4278-835B-39EBF9E53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05970" y="3682848"/>
            <a:ext cx="26445" cy="26247"/>
          </a:xfrm>
          <a:custGeom xmlns:a="http://schemas.openxmlformats.org/drawingml/2006/main">
            <a:pathLst>
              <a:path w="26763" h="26563">
                <a:moveTo>
                  <a:pt x="3936" y="22823"/>
                </a:moveTo>
                <a:cubicBezTo>
                  <a:pt x="1181" y="20464"/>
                  <a:pt x="0" y="17315"/>
                  <a:pt x="0" y="13577"/>
                </a:cubicBezTo>
                <a:cubicBezTo>
                  <a:pt x="0" y="9839"/>
                  <a:pt x="1181" y="6690"/>
                  <a:pt x="3936" y="3937"/>
                </a:cubicBezTo>
                <a:cubicBezTo>
                  <a:pt x="6494" y="1379"/>
                  <a:pt x="9642" y="0"/>
                  <a:pt x="13382" y="0"/>
                </a:cubicBezTo>
                <a:cubicBezTo>
                  <a:pt x="16921" y="0"/>
                  <a:pt x="20073" y="1379"/>
                  <a:pt x="22828" y="3937"/>
                </a:cubicBezTo>
                <a:cubicBezTo>
                  <a:pt x="25384" y="6690"/>
                  <a:pt x="26763" y="9839"/>
                  <a:pt x="26763" y="13381"/>
                </a:cubicBezTo>
                <a:cubicBezTo>
                  <a:pt x="26763" y="17315"/>
                  <a:pt x="25384" y="20464"/>
                  <a:pt x="22828" y="22823"/>
                </a:cubicBezTo>
                <a:cubicBezTo>
                  <a:pt x="20269" y="25186"/>
                  <a:pt x="17120" y="26563"/>
                  <a:pt x="13382" y="26563"/>
                </a:cubicBezTo>
                <a:cubicBezTo>
                  <a:pt x="9642" y="26563"/>
                  <a:pt x="6494" y="25186"/>
                  <a:pt x="3936" y="2282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path-26">
            <a:extLst xmlns:a="http://schemas.openxmlformats.org/drawingml/2006/main">
              <a:ext uri="{FF2B5EF4-FFF2-40B4-BE49-F238E27FC236}">
                <a16:creationId xmlns:a16="http://schemas.microsoft.com/office/drawing/2014/main" id="{EB408D8F-39BC-47C3-8C52-15C3AA87A2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1080" y="3549099"/>
            <a:ext cx="109664" cy="157466"/>
          </a:xfrm>
          <a:custGeom xmlns:a="http://schemas.openxmlformats.org/drawingml/2006/main">
            <a:pathLst>
              <a:path w="110984" h="159362">
                <a:moveTo>
                  <a:pt x="72807" y="118048"/>
                </a:moveTo>
                <a:lnTo>
                  <a:pt x="72807" y="68270"/>
                </a:lnTo>
                <a:lnTo>
                  <a:pt x="38765" y="118048"/>
                </a:lnTo>
                <a:lnTo>
                  <a:pt x="72807" y="118048"/>
                </a:lnTo>
                <a:moveTo>
                  <a:pt x="95244" y="118048"/>
                </a:moveTo>
                <a:lnTo>
                  <a:pt x="110984" y="118048"/>
                </a:lnTo>
                <a:lnTo>
                  <a:pt x="110984" y="138311"/>
                </a:lnTo>
                <a:lnTo>
                  <a:pt x="95244" y="138311"/>
                </a:lnTo>
                <a:lnTo>
                  <a:pt x="95244" y="159362"/>
                </a:lnTo>
                <a:lnTo>
                  <a:pt x="72807" y="159362"/>
                </a:lnTo>
                <a:lnTo>
                  <a:pt x="72807" y="138311"/>
                </a:lnTo>
                <a:lnTo>
                  <a:pt x="0" y="138311"/>
                </a:lnTo>
                <a:lnTo>
                  <a:pt x="95244" y="0"/>
                </a:lnTo>
                <a:lnTo>
                  <a:pt x="95244" y="11804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27">
            <a:extLst xmlns:a="http://schemas.openxmlformats.org/drawingml/2006/main">
              <a:ext uri="{FF2B5EF4-FFF2-40B4-BE49-F238E27FC236}">
                <a16:creationId xmlns:a16="http://schemas.microsoft.com/office/drawing/2014/main" id="{E6E3235F-8F6B-4ABC-BCF4-0799720A4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4180" y="3435420"/>
            <a:ext cx="191" cy="40928"/>
          </a:xfrm>
          <a:custGeom xmlns:a="http://schemas.openxmlformats.org/drawingml/2006/main">
            <a:pathLst>
              <a:path w="191" h="41420">
                <a:moveTo>
                  <a:pt x="0" y="0"/>
                </a:moveTo>
                <a:lnTo>
                  <a:pt x="0" y="4142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28" name="path-28">
            <a:extLst xmlns:a="http://schemas.openxmlformats.org/drawingml/2006/main">
              <a:ext uri="{FF2B5EF4-FFF2-40B4-BE49-F238E27FC236}">
                <a16:creationId xmlns:a16="http://schemas.microsoft.com/office/drawing/2014/main" id="{B3289E28-5BF0-4C67-A8E5-8F98AD25D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0437" y="3557071"/>
            <a:ext cx="143303" cy="152024"/>
          </a:xfrm>
          <a:custGeom xmlns:a="http://schemas.openxmlformats.org/drawingml/2006/main">
            <a:pathLst>
              <a:path w="145028" h="153854">
                <a:moveTo>
                  <a:pt x="83632" y="73976"/>
                </a:moveTo>
                <a:lnTo>
                  <a:pt x="145028" y="73976"/>
                </a:lnTo>
                <a:lnTo>
                  <a:pt x="145028" y="78894"/>
                </a:lnTo>
                <a:cubicBezTo>
                  <a:pt x="144829" y="90108"/>
                  <a:pt x="143453" y="99749"/>
                  <a:pt x="140894" y="108012"/>
                </a:cubicBezTo>
                <a:cubicBezTo>
                  <a:pt x="138338" y="116276"/>
                  <a:pt x="134007" y="123948"/>
                  <a:pt x="128104" y="130835"/>
                </a:cubicBezTo>
                <a:cubicBezTo>
                  <a:pt x="114330" y="146180"/>
                  <a:pt x="96817" y="153854"/>
                  <a:pt x="75760" y="153854"/>
                </a:cubicBezTo>
                <a:cubicBezTo>
                  <a:pt x="54704" y="153854"/>
                  <a:pt x="36799" y="146378"/>
                  <a:pt x="22039" y="131424"/>
                </a:cubicBezTo>
                <a:cubicBezTo>
                  <a:pt x="7281" y="116473"/>
                  <a:pt x="0" y="98369"/>
                  <a:pt x="0" y="77122"/>
                </a:cubicBezTo>
                <a:cubicBezTo>
                  <a:pt x="0" y="55873"/>
                  <a:pt x="7477" y="37775"/>
                  <a:pt x="22434" y="22624"/>
                </a:cubicBezTo>
                <a:cubicBezTo>
                  <a:pt x="37388" y="7672"/>
                  <a:pt x="55885" y="0"/>
                  <a:pt x="77532" y="0"/>
                </a:cubicBezTo>
                <a:cubicBezTo>
                  <a:pt x="88946" y="0"/>
                  <a:pt x="99768" y="2557"/>
                  <a:pt x="109606" y="7280"/>
                </a:cubicBezTo>
                <a:cubicBezTo>
                  <a:pt x="119446" y="11999"/>
                  <a:pt x="129087" y="19674"/>
                  <a:pt x="138338" y="30299"/>
                </a:cubicBezTo>
                <a:lnTo>
                  <a:pt x="122397" y="45444"/>
                </a:lnTo>
                <a:cubicBezTo>
                  <a:pt x="110198" y="29314"/>
                  <a:pt x="95241" y="21247"/>
                  <a:pt x="77925" y="21247"/>
                </a:cubicBezTo>
                <a:cubicBezTo>
                  <a:pt x="62183" y="21247"/>
                  <a:pt x="48997" y="26755"/>
                  <a:pt x="38371" y="37382"/>
                </a:cubicBezTo>
                <a:cubicBezTo>
                  <a:pt x="27745" y="48201"/>
                  <a:pt x="22434" y="61579"/>
                  <a:pt x="22434" y="77711"/>
                </a:cubicBezTo>
                <a:cubicBezTo>
                  <a:pt x="22434" y="94042"/>
                  <a:pt x="28140" y="107421"/>
                  <a:pt x="39554" y="117653"/>
                </a:cubicBezTo>
                <a:cubicBezTo>
                  <a:pt x="50965" y="128079"/>
                  <a:pt x="62774" y="133196"/>
                  <a:pt x="74777" y="133196"/>
                </a:cubicBezTo>
                <a:cubicBezTo>
                  <a:pt x="86582" y="133196"/>
                  <a:pt x="97013" y="129456"/>
                  <a:pt x="105867" y="121980"/>
                </a:cubicBezTo>
                <a:cubicBezTo>
                  <a:pt x="114526" y="114504"/>
                  <a:pt x="119446" y="105649"/>
                  <a:pt x="120625" y="95027"/>
                </a:cubicBezTo>
                <a:lnTo>
                  <a:pt x="83632" y="95027"/>
                </a:lnTo>
                <a:lnTo>
                  <a:pt x="83632" y="7397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" name="path-29">
            <a:extLst xmlns:a="http://schemas.openxmlformats.org/drawingml/2006/main">
              <a:ext uri="{FF2B5EF4-FFF2-40B4-BE49-F238E27FC236}">
                <a16:creationId xmlns:a16="http://schemas.microsoft.com/office/drawing/2014/main" id="{2CFA9A1A-4FD9-41AC-A8A8-E130D5879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82990" y="3611503"/>
            <a:ext cx="89441" cy="97592"/>
          </a:xfrm>
          <a:custGeom xmlns:a="http://schemas.openxmlformats.org/drawingml/2006/main">
            <a:pathLst>
              <a:path w="90518" h="98767">
                <a:moveTo>
                  <a:pt x="45653" y="19478"/>
                </a:moveTo>
                <a:cubicBezTo>
                  <a:pt x="37387" y="19478"/>
                  <a:pt x="31288" y="23019"/>
                  <a:pt x="27156" y="29707"/>
                </a:cubicBezTo>
                <a:cubicBezTo>
                  <a:pt x="25580" y="31872"/>
                  <a:pt x="24597" y="34233"/>
                  <a:pt x="24008" y="36793"/>
                </a:cubicBezTo>
                <a:lnTo>
                  <a:pt x="67496" y="36793"/>
                </a:lnTo>
                <a:cubicBezTo>
                  <a:pt x="64346" y="25380"/>
                  <a:pt x="57067" y="19478"/>
                  <a:pt x="45653" y="19478"/>
                </a:cubicBezTo>
                <a:moveTo>
                  <a:pt x="45849" y="79680"/>
                </a:moveTo>
                <a:cubicBezTo>
                  <a:pt x="51951" y="79680"/>
                  <a:pt x="56870" y="78502"/>
                  <a:pt x="60411" y="75748"/>
                </a:cubicBezTo>
                <a:cubicBezTo>
                  <a:pt x="63757" y="73188"/>
                  <a:pt x="67693" y="68468"/>
                  <a:pt x="72217" y="61581"/>
                </a:cubicBezTo>
                <a:lnTo>
                  <a:pt x="90518" y="71617"/>
                </a:lnTo>
                <a:cubicBezTo>
                  <a:pt x="82254" y="85781"/>
                  <a:pt x="72021" y="94438"/>
                  <a:pt x="59822" y="97191"/>
                </a:cubicBezTo>
                <a:cubicBezTo>
                  <a:pt x="55491" y="98176"/>
                  <a:pt x="50964" y="98767"/>
                  <a:pt x="46244" y="98767"/>
                </a:cubicBezTo>
                <a:cubicBezTo>
                  <a:pt x="32271" y="98767"/>
                  <a:pt x="21056" y="94438"/>
                  <a:pt x="12594" y="85388"/>
                </a:cubicBezTo>
                <a:cubicBezTo>
                  <a:pt x="4132" y="76533"/>
                  <a:pt x="0" y="64534"/>
                  <a:pt x="0" y="49577"/>
                </a:cubicBezTo>
                <a:cubicBezTo>
                  <a:pt x="0" y="34824"/>
                  <a:pt x="3936" y="22823"/>
                  <a:pt x="12199" y="13575"/>
                </a:cubicBezTo>
                <a:cubicBezTo>
                  <a:pt x="20465" y="4526"/>
                  <a:pt x="31484" y="0"/>
                  <a:pt x="45260" y="0"/>
                </a:cubicBezTo>
                <a:cubicBezTo>
                  <a:pt x="59034" y="196"/>
                  <a:pt x="69856" y="4722"/>
                  <a:pt x="77727" y="13381"/>
                </a:cubicBezTo>
                <a:cubicBezTo>
                  <a:pt x="85599" y="22035"/>
                  <a:pt x="89732" y="34034"/>
                  <a:pt x="89732" y="49383"/>
                </a:cubicBezTo>
                <a:lnTo>
                  <a:pt x="89534" y="54498"/>
                </a:lnTo>
                <a:lnTo>
                  <a:pt x="22629" y="54498"/>
                </a:lnTo>
                <a:cubicBezTo>
                  <a:pt x="23024" y="62369"/>
                  <a:pt x="25580" y="68468"/>
                  <a:pt x="29911" y="72795"/>
                </a:cubicBezTo>
                <a:cubicBezTo>
                  <a:pt x="34239" y="77321"/>
                  <a:pt x="39554" y="79680"/>
                  <a:pt x="45849" y="7968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path-30">
            <a:extLst xmlns:a="http://schemas.openxmlformats.org/drawingml/2006/main">
              <a:ext uri="{FF2B5EF4-FFF2-40B4-BE49-F238E27FC236}">
                <a16:creationId xmlns:a16="http://schemas.microsoft.com/office/drawing/2014/main" id="{6605BD5A-1B39-475E-B419-340D07ABD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4793" y="3611503"/>
            <a:ext cx="126970" cy="95063"/>
          </a:xfrm>
          <a:custGeom xmlns:a="http://schemas.openxmlformats.org/drawingml/2006/main">
            <a:pathLst>
              <a:path w="128498" h="96207">
                <a:moveTo>
                  <a:pt x="0" y="2557"/>
                </a:moveTo>
                <a:lnTo>
                  <a:pt x="21645" y="2557"/>
                </a:lnTo>
                <a:lnTo>
                  <a:pt x="21645" y="11214"/>
                </a:lnTo>
                <a:cubicBezTo>
                  <a:pt x="25777" y="6884"/>
                  <a:pt x="29319" y="4133"/>
                  <a:pt x="32467" y="2557"/>
                </a:cubicBezTo>
                <a:cubicBezTo>
                  <a:pt x="35618" y="984"/>
                  <a:pt x="39354" y="196"/>
                  <a:pt x="44077" y="0"/>
                </a:cubicBezTo>
                <a:cubicBezTo>
                  <a:pt x="54703" y="0"/>
                  <a:pt x="62969" y="4722"/>
                  <a:pt x="69265" y="13968"/>
                </a:cubicBezTo>
                <a:cubicBezTo>
                  <a:pt x="75955" y="4722"/>
                  <a:pt x="85205" y="0"/>
                  <a:pt x="96816" y="0"/>
                </a:cubicBezTo>
                <a:cubicBezTo>
                  <a:pt x="117872" y="0"/>
                  <a:pt x="128498" y="12789"/>
                  <a:pt x="128498" y="38366"/>
                </a:cubicBezTo>
                <a:lnTo>
                  <a:pt x="128498" y="96207"/>
                </a:lnTo>
                <a:lnTo>
                  <a:pt x="106655" y="96207"/>
                </a:lnTo>
                <a:lnTo>
                  <a:pt x="106655" y="44266"/>
                </a:lnTo>
                <a:cubicBezTo>
                  <a:pt x="106655" y="35217"/>
                  <a:pt x="105474" y="28922"/>
                  <a:pt x="103311" y="25184"/>
                </a:cubicBezTo>
                <a:cubicBezTo>
                  <a:pt x="101144" y="21443"/>
                  <a:pt x="97208" y="19478"/>
                  <a:pt x="91701" y="19478"/>
                </a:cubicBezTo>
                <a:cubicBezTo>
                  <a:pt x="86190" y="19478"/>
                  <a:pt x="82058" y="21841"/>
                  <a:pt x="79303" y="26364"/>
                </a:cubicBezTo>
                <a:cubicBezTo>
                  <a:pt x="76548" y="30888"/>
                  <a:pt x="75367" y="37971"/>
                  <a:pt x="75367" y="47810"/>
                </a:cubicBezTo>
                <a:lnTo>
                  <a:pt x="75367" y="96207"/>
                </a:lnTo>
                <a:lnTo>
                  <a:pt x="53524" y="96207"/>
                </a:lnTo>
                <a:lnTo>
                  <a:pt x="53524" y="44465"/>
                </a:lnTo>
                <a:cubicBezTo>
                  <a:pt x="53524" y="27940"/>
                  <a:pt x="48604" y="19478"/>
                  <a:pt x="39157" y="19478"/>
                </a:cubicBezTo>
                <a:cubicBezTo>
                  <a:pt x="33058" y="19478"/>
                  <a:pt x="28531" y="21841"/>
                  <a:pt x="25777" y="26364"/>
                </a:cubicBezTo>
                <a:cubicBezTo>
                  <a:pt x="23024" y="31086"/>
                  <a:pt x="21645" y="38167"/>
                  <a:pt x="21645" y="47810"/>
                </a:cubicBezTo>
                <a:lnTo>
                  <a:pt x="21645" y="96207"/>
                </a:lnTo>
                <a:lnTo>
                  <a:pt x="0" y="96207"/>
                </a:lnTo>
                <a:lnTo>
                  <a:pt x="0" y="255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31">
            <a:extLst xmlns:a="http://schemas.openxmlformats.org/drawingml/2006/main">
              <a:ext uri="{FF2B5EF4-FFF2-40B4-BE49-F238E27FC236}">
                <a16:creationId xmlns:a16="http://schemas.microsoft.com/office/drawing/2014/main" id="{DF207427-4532-418D-B5FD-DDEB432B8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5483" y="3561928"/>
            <a:ext cx="27807" cy="144637"/>
          </a:xfrm>
          <a:custGeom xmlns:a="http://schemas.openxmlformats.org/drawingml/2006/main">
            <a:pathLst>
              <a:path w="28141" h="146378">
                <a:moveTo>
                  <a:pt x="4134" y="24003"/>
                </a:moveTo>
                <a:cubicBezTo>
                  <a:pt x="1378" y="21252"/>
                  <a:pt x="0" y="17907"/>
                  <a:pt x="0" y="13970"/>
                </a:cubicBezTo>
                <a:cubicBezTo>
                  <a:pt x="0" y="10232"/>
                  <a:pt x="1378" y="6887"/>
                  <a:pt x="4134" y="4133"/>
                </a:cubicBezTo>
                <a:cubicBezTo>
                  <a:pt x="6889" y="1379"/>
                  <a:pt x="10037" y="0"/>
                  <a:pt x="13972" y="0"/>
                </a:cubicBezTo>
                <a:cubicBezTo>
                  <a:pt x="17712" y="0"/>
                  <a:pt x="21056" y="1379"/>
                  <a:pt x="24007" y="3937"/>
                </a:cubicBezTo>
                <a:cubicBezTo>
                  <a:pt x="26762" y="6690"/>
                  <a:pt x="28141" y="10036"/>
                  <a:pt x="28141" y="13970"/>
                </a:cubicBezTo>
                <a:cubicBezTo>
                  <a:pt x="27942" y="17907"/>
                  <a:pt x="26566" y="21252"/>
                  <a:pt x="23811" y="24003"/>
                </a:cubicBezTo>
                <a:cubicBezTo>
                  <a:pt x="21056" y="26759"/>
                  <a:pt x="17908" y="28136"/>
                  <a:pt x="13972" y="28136"/>
                </a:cubicBezTo>
                <a:cubicBezTo>
                  <a:pt x="10037" y="28136"/>
                  <a:pt x="6889" y="26759"/>
                  <a:pt x="4134" y="24003"/>
                </a:cubicBezTo>
                <a:moveTo>
                  <a:pt x="24795" y="52729"/>
                </a:moveTo>
                <a:lnTo>
                  <a:pt x="24795" y="146378"/>
                </a:lnTo>
                <a:lnTo>
                  <a:pt x="3149" y="146378"/>
                </a:lnTo>
                <a:lnTo>
                  <a:pt x="3149" y="52729"/>
                </a:lnTo>
                <a:lnTo>
                  <a:pt x="24795" y="5272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32">
            <a:extLst xmlns:a="http://schemas.openxmlformats.org/drawingml/2006/main">
              <a:ext uri="{FF2B5EF4-FFF2-40B4-BE49-F238E27FC236}">
                <a16:creationId xmlns:a16="http://schemas.microsoft.com/office/drawing/2014/main" id="{8BE8EC1B-6F05-4BA1-9EDB-6451FE67F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7009" y="3611503"/>
            <a:ext cx="79722" cy="95063"/>
          </a:xfrm>
          <a:custGeom xmlns:a="http://schemas.openxmlformats.org/drawingml/2006/main">
            <a:pathLst>
              <a:path w="80682" h="96207">
                <a:moveTo>
                  <a:pt x="0" y="2557"/>
                </a:moveTo>
                <a:lnTo>
                  <a:pt x="21845" y="2557"/>
                </a:lnTo>
                <a:lnTo>
                  <a:pt x="21845" y="11214"/>
                </a:lnTo>
                <a:cubicBezTo>
                  <a:pt x="29323" y="3738"/>
                  <a:pt x="38178" y="0"/>
                  <a:pt x="48409" y="0"/>
                </a:cubicBezTo>
                <a:cubicBezTo>
                  <a:pt x="58642" y="0"/>
                  <a:pt x="66513" y="3345"/>
                  <a:pt x="72221" y="9641"/>
                </a:cubicBezTo>
                <a:cubicBezTo>
                  <a:pt x="77731" y="15936"/>
                  <a:pt x="80682" y="25773"/>
                  <a:pt x="80682" y="38759"/>
                </a:cubicBezTo>
                <a:lnTo>
                  <a:pt x="80682" y="96207"/>
                </a:lnTo>
                <a:lnTo>
                  <a:pt x="59035" y="96207"/>
                </a:lnTo>
                <a:lnTo>
                  <a:pt x="59035" y="43876"/>
                </a:lnTo>
                <a:cubicBezTo>
                  <a:pt x="59035" y="34824"/>
                  <a:pt x="57659" y="28333"/>
                  <a:pt x="55099" y="24791"/>
                </a:cubicBezTo>
                <a:cubicBezTo>
                  <a:pt x="52542" y="21247"/>
                  <a:pt x="47820" y="19478"/>
                  <a:pt x="40933" y="19478"/>
                </a:cubicBezTo>
                <a:cubicBezTo>
                  <a:pt x="34046" y="19478"/>
                  <a:pt x="29127" y="21841"/>
                  <a:pt x="26173" y="26561"/>
                </a:cubicBezTo>
                <a:cubicBezTo>
                  <a:pt x="23220" y="31283"/>
                  <a:pt x="21845" y="39547"/>
                  <a:pt x="21845" y="51153"/>
                </a:cubicBezTo>
                <a:lnTo>
                  <a:pt x="21845" y="96207"/>
                </a:lnTo>
                <a:lnTo>
                  <a:pt x="0" y="96207"/>
                </a:lnTo>
                <a:lnTo>
                  <a:pt x="0" y="255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path-33">
            <a:extLst xmlns:a="http://schemas.openxmlformats.org/drawingml/2006/main">
              <a:ext uri="{FF2B5EF4-FFF2-40B4-BE49-F238E27FC236}">
                <a16:creationId xmlns:a16="http://schemas.microsoft.com/office/drawing/2014/main" id="{D242A62A-393F-4E70-8EF0-108A1B26D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00454" y="3561928"/>
            <a:ext cx="27804" cy="144637"/>
          </a:xfrm>
          <a:custGeom xmlns:a="http://schemas.openxmlformats.org/drawingml/2006/main">
            <a:pathLst>
              <a:path w="28139" h="146378">
                <a:moveTo>
                  <a:pt x="4132" y="24003"/>
                </a:moveTo>
                <a:cubicBezTo>
                  <a:pt x="1377" y="21252"/>
                  <a:pt x="0" y="17907"/>
                  <a:pt x="0" y="13970"/>
                </a:cubicBezTo>
                <a:cubicBezTo>
                  <a:pt x="0" y="10232"/>
                  <a:pt x="1377" y="6887"/>
                  <a:pt x="4132" y="4133"/>
                </a:cubicBezTo>
                <a:cubicBezTo>
                  <a:pt x="6887" y="1379"/>
                  <a:pt x="10035" y="0"/>
                  <a:pt x="13970" y="0"/>
                </a:cubicBezTo>
                <a:cubicBezTo>
                  <a:pt x="17709" y="0"/>
                  <a:pt x="21053" y="1379"/>
                  <a:pt x="24005" y="3937"/>
                </a:cubicBezTo>
                <a:cubicBezTo>
                  <a:pt x="26761" y="6690"/>
                  <a:pt x="28139" y="10036"/>
                  <a:pt x="28139" y="13970"/>
                </a:cubicBezTo>
                <a:cubicBezTo>
                  <a:pt x="27942" y="17907"/>
                  <a:pt x="26564" y="21252"/>
                  <a:pt x="23808" y="24003"/>
                </a:cubicBezTo>
                <a:cubicBezTo>
                  <a:pt x="21053" y="26759"/>
                  <a:pt x="17906" y="28136"/>
                  <a:pt x="13970" y="28136"/>
                </a:cubicBezTo>
                <a:cubicBezTo>
                  <a:pt x="10035" y="28136"/>
                  <a:pt x="6887" y="26759"/>
                  <a:pt x="4132" y="24003"/>
                </a:cubicBezTo>
                <a:moveTo>
                  <a:pt x="24792" y="52729"/>
                </a:moveTo>
                <a:lnTo>
                  <a:pt x="24792" y="146378"/>
                </a:lnTo>
                <a:lnTo>
                  <a:pt x="3148" y="146378"/>
                </a:lnTo>
                <a:lnTo>
                  <a:pt x="3148" y="52729"/>
                </a:lnTo>
                <a:lnTo>
                  <a:pt x="24792" y="5272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path-34">
            <a:extLst xmlns:a="http://schemas.openxmlformats.org/drawingml/2006/main">
              <a:ext uri="{FF2B5EF4-FFF2-40B4-BE49-F238E27FC236}">
                <a16:creationId xmlns:a16="http://schemas.microsoft.com/office/drawing/2014/main" id="{BDBF7411-5F81-45CC-B33C-D27F7EC13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05026" y="3813126"/>
            <a:ext cx="93526" cy="151248"/>
          </a:xfrm>
          <a:custGeom xmlns:a="http://schemas.openxmlformats.org/drawingml/2006/main">
            <a:pathLst>
              <a:path w="94652" h="153069">
                <a:moveTo>
                  <a:pt x="42701" y="82041"/>
                </a:moveTo>
                <a:lnTo>
                  <a:pt x="42701" y="62958"/>
                </a:lnTo>
                <a:cubicBezTo>
                  <a:pt x="52147" y="62958"/>
                  <a:pt x="58444" y="61974"/>
                  <a:pt x="61790" y="59812"/>
                </a:cubicBezTo>
                <a:cubicBezTo>
                  <a:pt x="67496" y="56270"/>
                  <a:pt x="70449" y="50760"/>
                  <a:pt x="70449" y="43284"/>
                </a:cubicBezTo>
                <a:cubicBezTo>
                  <a:pt x="70449" y="36005"/>
                  <a:pt x="68284" y="30301"/>
                  <a:pt x="64150" y="26364"/>
                </a:cubicBezTo>
                <a:cubicBezTo>
                  <a:pt x="59822" y="22430"/>
                  <a:pt x="54508" y="20462"/>
                  <a:pt x="48211" y="20265"/>
                </a:cubicBezTo>
                <a:cubicBezTo>
                  <a:pt x="41717" y="20265"/>
                  <a:pt x="36798" y="21839"/>
                  <a:pt x="33454" y="24789"/>
                </a:cubicBezTo>
                <a:cubicBezTo>
                  <a:pt x="30304" y="27938"/>
                  <a:pt x="27747" y="33249"/>
                  <a:pt x="26172" y="40332"/>
                </a:cubicBezTo>
                <a:lnTo>
                  <a:pt x="3936" y="40332"/>
                </a:lnTo>
                <a:cubicBezTo>
                  <a:pt x="6299" y="26561"/>
                  <a:pt x="11019" y="16331"/>
                  <a:pt x="18104" y="9643"/>
                </a:cubicBezTo>
                <a:cubicBezTo>
                  <a:pt x="25187" y="3149"/>
                  <a:pt x="35422" y="0"/>
                  <a:pt x="48408" y="0"/>
                </a:cubicBezTo>
                <a:cubicBezTo>
                  <a:pt x="61198" y="0"/>
                  <a:pt x="71628" y="3738"/>
                  <a:pt x="79894" y="11410"/>
                </a:cubicBezTo>
                <a:cubicBezTo>
                  <a:pt x="88158" y="19281"/>
                  <a:pt x="92290" y="29513"/>
                  <a:pt x="92290" y="42300"/>
                </a:cubicBezTo>
                <a:cubicBezTo>
                  <a:pt x="92290" y="55087"/>
                  <a:pt x="86781" y="65319"/>
                  <a:pt x="76155" y="72795"/>
                </a:cubicBezTo>
                <a:cubicBezTo>
                  <a:pt x="88354" y="80075"/>
                  <a:pt x="94652" y="91883"/>
                  <a:pt x="94652" y="108012"/>
                </a:cubicBezTo>
                <a:cubicBezTo>
                  <a:pt x="94652" y="121391"/>
                  <a:pt x="90125" y="132215"/>
                  <a:pt x="81075" y="140478"/>
                </a:cubicBezTo>
                <a:cubicBezTo>
                  <a:pt x="72023" y="148936"/>
                  <a:pt x="60609" y="153069"/>
                  <a:pt x="46636" y="153069"/>
                </a:cubicBezTo>
                <a:cubicBezTo>
                  <a:pt x="28730" y="153069"/>
                  <a:pt x="15546" y="146577"/>
                  <a:pt x="6888" y="133591"/>
                </a:cubicBezTo>
                <a:cubicBezTo>
                  <a:pt x="3346" y="128081"/>
                  <a:pt x="984" y="120608"/>
                  <a:pt x="0" y="110769"/>
                </a:cubicBezTo>
                <a:lnTo>
                  <a:pt x="21646" y="110769"/>
                </a:lnTo>
                <a:cubicBezTo>
                  <a:pt x="22828" y="118048"/>
                  <a:pt x="25584" y="123556"/>
                  <a:pt x="30107" y="127294"/>
                </a:cubicBezTo>
                <a:cubicBezTo>
                  <a:pt x="34438" y="131230"/>
                  <a:pt x="40342" y="133000"/>
                  <a:pt x="47621" y="133000"/>
                </a:cubicBezTo>
                <a:cubicBezTo>
                  <a:pt x="54706" y="133000"/>
                  <a:pt x="60806" y="130639"/>
                  <a:pt x="65529" y="125720"/>
                </a:cubicBezTo>
                <a:cubicBezTo>
                  <a:pt x="70252" y="120802"/>
                  <a:pt x="72612" y="114507"/>
                  <a:pt x="72612" y="107028"/>
                </a:cubicBezTo>
                <a:cubicBezTo>
                  <a:pt x="72612" y="97191"/>
                  <a:pt x="69069" y="89914"/>
                  <a:pt x="61986" y="85585"/>
                </a:cubicBezTo>
                <a:cubicBezTo>
                  <a:pt x="57658" y="83224"/>
                  <a:pt x="51360" y="82041"/>
                  <a:pt x="42701" y="8204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" name="path-35">
            <a:extLst xmlns:a="http://schemas.openxmlformats.org/drawingml/2006/main">
              <a:ext uri="{FF2B5EF4-FFF2-40B4-BE49-F238E27FC236}">
                <a16:creationId xmlns:a16="http://schemas.microsoft.com/office/drawing/2014/main" id="{4FCF90C8-8EC9-41EF-BA97-DDF8C1636B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33553" y="3938517"/>
            <a:ext cx="26442" cy="26245"/>
          </a:xfrm>
          <a:custGeom xmlns:a="http://schemas.openxmlformats.org/drawingml/2006/main">
            <a:pathLst>
              <a:path w="26761" h="26561">
                <a:moveTo>
                  <a:pt x="3936" y="22823"/>
                </a:moveTo>
                <a:cubicBezTo>
                  <a:pt x="1181" y="20462"/>
                  <a:pt x="0" y="17313"/>
                  <a:pt x="0" y="13577"/>
                </a:cubicBezTo>
                <a:cubicBezTo>
                  <a:pt x="0" y="9837"/>
                  <a:pt x="1181" y="6690"/>
                  <a:pt x="3936" y="3934"/>
                </a:cubicBezTo>
                <a:cubicBezTo>
                  <a:pt x="6492" y="1377"/>
                  <a:pt x="9642" y="0"/>
                  <a:pt x="13379" y="0"/>
                </a:cubicBezTo>
                <a:cubicBezTo>
                  <a:pt x="16921" y="0"/>
                  <a:pt x="20069" y="1377"/>
                  <a:pt x="22825" y="3934"/>
                </a:cubicBezTo>
                <a:cubicBezTo>
                  <a:pt x="25384" y="6690"/>
                  <a:pt x="26761" y="9837"/>
                  <a:pt x="26761" y="13379"/>
                </a:cubicBezTo>
                <a:cubicBezTo>
                  <a:pt x="26761" y="17313"/>
                  <a:pt x="25384" y="20462"/>
                  <a:pt x="22825" y="22823"/>
                </a:cubicBezTo>
                <a:cubicBezTo>
                  <a:pt x="20269" y="25184"/>
                  <a:pt x="17118" y="26561"/>
                  <a:pt x="13379" y="26561"/>
                </a:cubicBezTo>
                <a:cubicBezTo>
                  <a:pt x="9642" y="26561"/>
                  <a:pt x="6492" y="25184"/>
                  <a:pt x="3936" y="2282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path-36">
            <a:extLst xmlns:a="http://schemas.openxmlformats.org/drawingml/2006/main">
              <a:ext uri="{FF2B5EF4-FFF2-40B4-BE49-F238E27FC236}">
                <a16:creationId xmlns:a16="http://schemas.microsoft.com/office/drawing/2014/main" id="{0DDF7CC9-2D3A-4D90-B893-C38278FDC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4329" y="3815655"/>
            <a:ext cx="47442" cy="146580"/>
          </a:xfrm>
          <a:custGeom xmlns:a="http://schemas.openxmlformats.org/drawingml/2006/main">
            <a:pathLst>
              <a:path w="48013" h="148344">
                <a:moveTo>
                  <a:pt x="25580" y="21051"/>
                </a:moveTo>
                <a:lnTo>
                  <a:pt x="0" y="21051"/>
                </a:lnTo>
                <a:lnTo>
                  <a:pt x="12199" y="0"/>
                </a:lnTo>
                <a:lnTo>
                  <a:pt x="48013" y="0"/>
                </a:lnTo>
                <a:lnTo>
                  <a:pt x="48013" y="148344"/>
                </a:lnTo>
                <a:lnTo>
                  <a:pt x="25580" y="148344"/>
                </a:lnTo>
                <a:lnTo>
                  <a:pt x="25580" y="2105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path-37">
            <a:extLst xmlns:a="http://schemas.openxmlformats.org/drawingml/2006/main">
              <a:ext uri="{FF2B5EF4-FFF2-40B4-BE49-F238E27FC236}">
                <a16:creationId xmlns:a16="http://schemas.microsoft.com/office/drawing/2014/main" id="{5FAA4172-BE2F-4259-B0E4-E13EE7CAE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4464" y="3815655"/>
            <a:ext cx="82248" cy="146580"/>
          </a:xfrm>
          <a:custGeom xmlns:a="http://schemas.openxmlformats.org/drawingml/2006/main">
            <a:pathLst>
              <a:path w="83238" h="148344">
                <a:moveTo>
                  <a:pt x="22432" y="67288"/>
                </a:moveTo>
                <a:lnTo>
                  <a:pt x="30895" y="67288"/>
                </a:lnTo>
                <a:cubicBezTo>
                  <a:pt x="51360" y="67288"/>
                  <a:pt x="61590" y="59414"/>
                  <a:pt x="61590" y="43677"/>
                </a:cubicBezTo>
                <a:cubicBezTo>
                  <a:pt x="61590" y="28330"/>
                  <a:pt x="50964" y="20658"/>
                  <a:pt x="29911" y="20658"/>
                </a:cubicBezTo>
                <a:lnTo>
                  <a:pt x="22432" y="20658"/>
                </a:lnTo>
                <a:lnTo>
                  <a:pt x="22432" y="67288"/>
                </a:lnTo>
                <a:moveTo>
                  <a:pt x="22432" y="88140"/>
                </a:moveTo>
                <a:lnTo>
                  <a:pt x="22432" y="148344"/>
                </a:lnTo>
                <a:lnTo>
                  <a:pt x="0" y="148344"/>
                </a:lnTo>
                <a:lnTo>
                  <a:pt x="0" y="0"/>
                </a:lnTo>
                <a:lnTo>
                  <a:pt x="25384" y="0"/>
                </a:lnTo>
                <a:cubicBezTo>
                  <a:pt x="37585" y="0"/>
                  <a:pt x="47030" y="984"/>
                  <a:pt x="53524" y="2555"/>
                </a:cubicBezTo>
                <a:cubicBezTo>
                  <a:pt x="59822" y="4327"/>
                  <a:pt x="65525" y="7672"/>
                  <a:pt x="70448" y="12394"/>
                </a:cubicBezTo>
                <a:cubicBezTo>
                  <a:pt x="78908" y="20854"/>
                  <a:pt x="83238" y="31673"/>
                  <a:pt x="83238" y="44661"/>
                </a:cubicBezTo>
                <a:cubicBezTo>
                  <a:pt x="83238" y="57844"/>
                  <a:pt x="78711" y="68466"/>
                  <a:pt x="69660" y="76334"/>
                </a:cubicBezTo>
                <a:cubicBezTo>
                  <a:pt x="60607" y="84205"/>
                  <a:pt x="48211" y="88140"/>
                  <a:pt x="32862" y="88140"/>
                </a:cubicBezTo>
                <a:lnTo>
                  <a:pt x="22432" y="8814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path-38">
            <a:extLst xmlns:a="http://schemas.openxmlformats.org/drawingml/2006/main">
              <a:ext uri="{FF2B5EF4-FFF2-40B4-BE49-F238E27FC236}">
                <a16:creationId xmlns:a16="http://schemas.microsoft.com/office/drawing/2014/main" id="{63FD05DC-FEDE-460C-A898-FCAC69CA1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75377" y="3867172"/>
            <a:ext cx="60473" cy="95063"/>
          </a:xfrm>
          <a:custGeom xmlns:a="http://schemas.openxmlformats.org/drawingml/2006/main">
            <a:pathLst>
              <a:path w="61201" h="96207">
                <a:moveTo>
                  <a:pt x="0" y="2555"/>
                </a:moveTo>
                <a:lnTo>
                  <a:pt x="21647" y="2555"/>
                </a:lnTo>
                <a:lnTo>
                  <a:pt x="21647" y="11017"/>
                </a:lnTo>
                <a:cubicBezTo>
                  <a:pt x="25583" y="6884"/>
                  <a:pt x="29123" y="4131"/>
                  <a:pt x="32273" y="2555"/>
                </a:cubicBezTo>
                <a:cubicBezTo>
                  <a:pt x="35422" y="984"/>
                  <a:pt x="39356" y="194"/>
                  <a:pt x="44472" y="0"/>
                </a:cubicBezTo>
                <a:cubicBezTo>
                  <a:pt x="49392" y="0"/>
                  <a:pt x="54903" y="1966"/>
                  <a:pt x="61201" y="5706"/>
                </a:cubicBezTo>
                <a:lnTo>
                  <a:pt x="51359" y="25378"/>
                </a:lnTo>
                <a:cubicBezTo>
                  <a:pt x="47227" y="22624"/>
                  <a:pt x="43292" y="21051"/>
                  <a:pt x="39356" y="21051"/>
                </a:cubicBezTo>
                <a:cubicBezTo>
                  <a:pt x="27551" y="21051"/>
                  <a:pt x="21647" y="29904"/>
                  <a:pt x="21647" y="47611"/>
                </a:cubicBezTo>
                <a:lnTo>
                  <a:pt x="21647" y="96207"/>
                </a:lnTo>
                <a:lnTo>
                  <a:pt x="0" y="96207"/>
                </a:lnTo>
                <a:lnTo>
                  <a:pt x="0" y="255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path-39">
            <a:extLst xmlns:a="http://schemas.openxmlformats.org/drawingml/2006/main">
              <a:ext uri="{FF2B5EF4-FFF2-40B4-BE49-F238E27FC236}">
                <a16:creationId xmlns:a16="http://schemas.microsoft.com/office/drawing/2014/main" id="{8557D7AA-6BBD-4DDD-B3D7-EED3FC120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3822" y="3867172"/>
            <a:ext cx="98580" cy="97590"/>
          </a:xfrm>
          <a:custGeom xmlns:a="http://schemas.openxmlformats.org/drawingml/2006/main">
            <a:pathLst>
              <a:path w="99767" h="98765">
                <a:moveTo>
                  <a:pt x="29714" y="27741"/>
                </a:moveTo>
                <a:cubicBezTo>
                  <a:pt x="24596" y="33249"/>
                  <a:pt x="22040" y="40528"/>
                  <a:pt x="22040" y="49580"/>
                </a:cubicBezTo>
                <a:cubicBezTo>
                  <a:pt x="22040" y="58629"/>
                  <a:pt x="24400" y="65911"/>
                  <a:pt x="29514" y="71418"/>
                </a:cubicBezTo>
                <a:cubicBezTo>
                  <a:pt x="34633" y="76926"/>
                  <a:pt x="41323" y="79680"/>
                  <a:pt x="49982" y="79680"/>
                </a:cubicBezTo>
                <a:cubicBezTo>
                  <a:pt x="58246" y="79680"/>
                  <a:pt x="64936" y="77122"/>
                  <a:pt x="70052" y="71615"/>
                </a:cubicBezTo>
                <a:cubicBezTo>
                  <a:pt x="75170" y="66105"/>
                  <a:pt x="77727" y="58828"/>
                  <a:pt x="77727" y="49580"/>
                </a:cubicBezTo>
                <a:cubicBezTo>
                  <a:pt x="77727" y="40528"/>
                  <a:pt x="75170" y="33249"/>
                  <a:pt x="70052" y="27741"/>
                </a:cubicBezTo>
                <a:cubicBezTo>
                  <a:pt x="64936" y="22229"/>
                  <a:pt x="58050" y="19478"/>
                  <a:pt x="49783" y="19478"/>
                </a:cubicBezTo>
                <a:cubicBezTo>
                  <a:pt x="41520" y="19478"/>
                  <a:pt x="34829" y="22229"/>
                  <a:pt x="29714" y="27741"/>
                </a:cubicBezTo>
                <a:moveTo>
                  <a:pt x="85205" y="84797"/>
                </a:moveTo>
                <a:cubicBezTo>
                  <a:pt x="75366" y="94239"/>
                  <a:pt x="63561" y="98765"/>
                  <a:pt x="49391" y="98765"/>
                </a:cubicBezTo>
                <a:cubicBezTo>
                  <a:pt x="35222" y="98765"/>
                  <a:pt x="23612" y="94045"/>
                  <a:pt x="14169" y="84601"/>
                </a:cubicBezTo>
                <a:cubicBezTo>
                  <a:pt x="4722" y="75154"/>
                  <a:pt x="0" y="63351"/>
                  <a:pt x="0" y="49383"/>
                </a:cubicBezTo>
                <a:cubicBezTo>
                  <a:pt x="0" y="35411"/>
                  <a:pt x="4722" y="23608"/>
                  <a:pt x="14364" y="14166"/>
                </a:cubicBezTo>
                <a:cubicBezTo>
                  <a:pt x="24007" y="4722"/>
                  <a:pt x="35813" y="0"/>
                  <a:pt x="49783" y="0"/>
                </a:cubicBezTo>
                <a:cubicBezTo>
                  <a:pt x="63757" y="0"/>
                  <a:pt x="75562" y="4918"/>
                  <a:pt x="85205" y="14363"/>
                </a:cubicBezTo>
                <a:cubicBezTo>
                  <a:pt x="94847" y="24001"/>
                  <a:pt x="99767" y="35809"/>
                  <a:pt x="99767" y="49776"/>
                </a:cubicBezTo>
                <a:cubicBezTo>
                  <a:pt x="99767" y="63744"/>
                  <a:pt x="94847" y="75353"/>
                  <a:pt x="85205" y="8479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" name="path-40">
            <a:extLst xmlns:a="http://schemas.openxmlformats.org/drawingml/2006/main">
              <a:ext uri="{FF2B5EF4-FFF2-40B4-BE49-F238E27FC236}">
                <a16:creationId xmlns:a16="http://schemas.microsoft.com/office/drawing/2014/main" id="{9C743C1B-4751-4D81-93F3-63C68CC362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1643" y="3435420"/>
            <a:ext cx="191" cy="40928"/>
          </a:xfrm>
          <a:custGeom xmlns:a="http://schemas.openxmlformats.org/drawingml/2006/main">
            <a:pathLst>
              <a:path w="191" h="41420">
                <a:moveTo>
                  <a:pt x="0" y="0"/>
                </a:moveTo>
                <a:lnTo>
                  <a:pt x="0" y="4142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41" name="path-41">
            <a:extLst xmlns:a="http://schemas.openxmlformats.org/drawingml/2006/main">
              <a:ext uri="{FF2B5EF4-FFF2-40B4-BE49-F238E27FC236}">
                <a16:creationId xmlns:a16="http://schemas.microsoft.com/office/drawing/2014/main" id="{D7DE7575-5323-427E-B488-5E56A5471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9976" y="3559986"/>
            <a:ext cx="113359" cy="146580"/>
          </a:xfrm>
          <a:custGeom xmlns:a="http://schemas.openxmlformats.org/drawingml/2006/main">
            <a:pathLst>
              <a:path w="114724" h="148344">
                <a:moveTo>
                  <a:pt x="22435" y="127294"/>
                </a:moveTo>
                <a:lnTo>
                  <a:pt x="32469" y="127294"/>
                </a:lnTo>
                <a:cubicBezTo>
                  <a:pt x="42505" y="127294"/>
                  <a:pt x="50966" y="126309"/>
                  <a:pt x="57658" y="124147"/>
                </a:cubicBezTo>
                <a:cubicBezTo>
                  <a:pt x="64349" y="121982"/>
                  <a:pt x="70251" y="118441"/>
                  <a:pt x="75762" y="113522"/>
                </a:cubicBezTo>
                <a:cubicBezTo>
                  <a:pt x="86781" y="103487"/>
                  <a:pt x="92291" y="90304"/>
                  <a:pt x="92291" y="74172"/>
                </a:cubicBezTo>
                <a:cubicBezTo>
                  <a:pt x="92291" y="58037"/>
                  <a:pt x="86976" y="45054"/>
                  <a:pt x="76550" y="35416"/>
                </a:cubicBezTo>
                <a:cubicBezTo>
                  <a:pt x="66119" y="25969"/>
                  <a:pt x="51363" y="21053"/>
                  <a:pt x="32469" y="21053"/>
                </a:cubicBezTo>
                <a:lnTo>
                  <a:pt x="22435" y="21053"/>
                </a:lnTo>
                <a:lnTo>
                  <a:pt x="22435" y="127294"/>
                </a:lnTo>
                <a:moveTo>
                  <a:pt x="0" y="148344"/>
                </a:moveTo>
                <a:lnTo>
                  <a:pt x="0" y="0"/>
                </a:lnTo>
                <a:lnTo>
                  <a:pt x="31289" y="0"/>
                </a:lnTo>
                <a:cubicBezTo>
                  <a:pt x="46048" y="0"/>
                  <a:pt x="57853" y="1573"/>
                  <a:pt x="66512" y="4526"/>
                </a:cubicBezTo>
                <a:cubicBezTo>
                  <a:pt x="75762" y="7476"/>
                  <a:pt x="84225" y="12394"/>
                  <a:pt x="91897" y="19085"/>
                </a:cubicBezTo>
                <a:cubicBezTo>
                  <a:pt x="107050" y="33052"/>
                  <a:pt x="114724" y="51352"/>
                  <a:pt x="114724" y="74172"/>
                </a:cubicBezTo>
                <a:cubicBezTo>
                  <a:pt x="114724" y="96995"/>
                  <a:pt x="106657" y="115491"/>
                  <a:pt x="90912" y="129458"/>
                </a:cubicBezTo>
                <a:cubicBezTo>
                  <a:pt x="82648" y="136542"/>
                  <a:pt x="74383" y="141460"/>
                  <a:pt x="65923" y="144214"/>
                </a:cubicBezTo>
                <a:cubicBezTo>
                  <a:pt x="57461" y="146968"/>
                  <a:pt x="45850" y="148344"/>
                  <a:pt x="30895" y="148344"/>
                </a:cubicBezTo>
                <a:lnTo>
                  <a:pt x="0" y="14834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" name="path-42">
            <a:extLst xmlns:a="http://schemas.openxmlformats.org/drawingml/2006/main">
              <a:ext uri="{FF2B5EF4-FFF2-40B4-BE49-F238E27FC236}">
                <a16:creationId xmlns:a16="http://schemas.microsoft.com/office/drawing/2014/main" id="{F77A1F47-0066-4818-B109-A0CA8BA21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2779" y="3611503"/>
            <a:ext cx="89442" cy="97592"/>
          </a:xfrm>
          <a:custGeom xmlns:a="http://schemas.openxmlformats.org/drawingml/2006/main">
            <a:pathLst>
              <a:path w="90519" h="98767">
                <a:moveTo>
                  <a:pt x="45655" y="19478"/>
                </a:moveTo>
                <a:cubicBezTo>
                  <a:pt x="37388" y="19478"/>
                  <a:pt x="31289" y="23019"/>
                  <a:pt x="27158" y="29707"/>
                </a:cubicBezTo>
                <a:cubicBezTo>
                  <a:pt x="25581" y="31872"/>
                  <a:pt x="24598" y="34233"/>
                  <a:pt x="24007" y="36793"/>
                </a:cubicBezTo>
                <a:lnTo>
                  <a:pt x="67495" y="36793"/>
                </a:lnTo>
                <a:cubicBezTo>
                  <a:pt x="64347" y="25380"/>
                  <a:pt x="57067" y="19478"/>
                  <a:pt x="45655" y="19478"/>
                </a:cubicBezTo>
                <a:moveTo>
                  <a:pt x="45850" y="79680"/>
                </a:moveTo>
                <a:cubicBezTo>
                  <a:pt x="51951" y="79680"/>
                  <a:pt x="56869" y="78502"/>
                  <a:pt x="60412" y="75748"/>
                </a:cubicBezTo>
                <a:cubicBezTo>
                  <a:pt x="63757" y="73188"/>
                  <a:pt x="67693" y="68468"/>
                  <a:pt x="72218" y="61581"/>
                </a:cubicBezTo>
                <a:lnTo>
                  <a:pt x="90519" y="71617"/>
                </a:lnTo>
                <a:cubicBezTo>
                  <a:pt x="82254" y="85781"/>
                  <a:pt x="72022" y="94438"/>
                  <a:pt x="59822" y="97191"/>
                </a:cubicBezTo>
                <a:cubicBezTo>
                  <a:pt x="55493" y="98176"/>
                  <a:pt x="50966" y="98767"/>
                  <a:pt x="46243" y="98767"/>
                </a:cubicBezTo>
                <a:cubicBezTo>
                  <a:pt x="32272" y="98767"/>
                  <a:pt x="21054" y="94438"/>
                  <a:pt x="12593" y="85388"/>
                </a:cubicBezTo>
                <a:cubicBezTo>
                  <a:pt x="4134" y="76533"/>
                  <a:pt x="0" y="64534"/>
                  <a:pt x="0" y="49577"/>
                </a:cubicBezTo>
                <a:cubicBezTo>
                  <a:pt x="0" y="34824"/>
                  <a:pt x="3936" y="22823"/>
                  <a:pt x="12200" y="13575"/>
                </a:cubicBezTo>
                <a:cubicBezTo>
                  <a:pt x="20467" y="4526"/>
                  <a:pt x="31485" y="0"/>
                  <a:pt x="45259" y="0"/>
                </a:cubicBezTo>
                <a:cubicBezTo>
                  <a:pt x="59033" y="196"/>
                  <a:pt x="69857" y="4722"/>
                  <a:pt x="77730" y="13381"/>
                </a:cubicBezTo>
                <a:cubicBezTo>
                  <a:pt x="85601" y="22035"/>
                  <a:pt x="89731" y="34034"/>
                  <a:pt x="89731" y="49383"/>
                </a:cubicBezTo>
                <a:lnTo>
                  <a:pt x="89536" y="54498"/>
                </a:lnTo>
                <a:lnTo>
                  <a:pt x="22631" y="54498"/>
                </a:lnTo>
                <a:cubicBezTo>
                  <a:pt x="23024" y="62369"/>
                  <a:pt x="25581" y="68468"/>
                  <a:pt x="29910" y="72795"/>
                </a:cubicBezTo>
                <a:cubicBezTo>
                  <a:pt x="34240" y="77321"/>
                  <a:pt x="39553" y="79680"/>
                  <a:pt x="45850" y="7968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path-43">
            <a:extLst xmlns:a="http://schemas.openxmlformats.org/drawingml/2006/main">
              <a:ext uri="{FF2B5EF4-FFF2-40B4-BE49-F238E27FC236}">
                <a16:creationId xmlns:a16="http://schemas.microsoft.com/office/drawing/2014/main" id="{183DF357-7C8C-412C-A082-36454E36C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0305" y="3611503"/>
            <a:ext cx="89445" cy="97592"/>
          </a:xfrm>
          <a:custGeom xmlns:a="http://schemas.openxmlformats.org/drawingml/2006/main">
            <a:pathLst>
              <a:path w="90521" h="98767">
                <a:moveTo>
                  <a:pt x="45654" y="19478"/>
                </a:moveTo>
                <a:cubicBezTo>
                  <a:pt x="37390" y="19478"/>
                  <a:pt x="31288" y="23019"/>
                  <a:pt x="27156" y="29707"/>
                </a:cubicBezTo>
                <a:cubicBezTo>
                  <a:pt x="25580" y="31872"/>
                  <a:pt x="24597" y="34233"/>
                  <a:pt x="24009" y="36793"/>
                </a:cubicBezTo>
                <a:lnTo>
                  <a:pt x="67497" y="36793"/>
                </a:lnTo>
                <a:cubicBezTo>
                  <a:pt x="64346" y="25380"/>
                  <a:pt x="57067" y="19478"/>
                  <a:pt x="45654" y="19478"/>
                </a:cubicBezTo>
                <a:moveTo>
                  <a:pt x="45849" y="79680"/>
                </a:moveTo>
                <a:cubicBezTo>
                  <a:pt x="51952" y="79680"/>
                  <a:pt x="56870" y="78502"/>
                  <a:pt x="60411" y="75748"/>
                </a:cubicBezTo>
                <a:cubicBezTo>
                  <a:pt x="63758" y="73188"/>
                  <a:pt x="67693" y="68468"/>
                  <a:pt x="72221" y="61581"/>
                </a:cubicBezTo>
                <a:lnTo>
                  <a:pt x="90521" y="71617"/>
                </a:lnTo>
                <a:cubicBezTo>
                  <a:pt x="82254" y="85781"/>
                  <a:pt x="72021" y="94438"/>
                  <a:pt x="59823" y="97191"/>
                </a:cubicBezTo>
                <a:cubicBezTo>
                  <a:pt x="55492" y="98176"/>
                  <a:pt x="50969" y="98767"/>
                  <a:pt x="46244" y="98767"/>
                </a:cubicBezTo>
                <a:cubicBezTo>
                  <a:pt x="32271" y="98767"/>
                  <a:pt x="21057" y="94438"/>
                  <a:pt x="12594" y="85388"/>
                </a:cubicBezTo>
                <a:cubicBezTo>
                  <a:pt x="4132" y="76533"/>
                  <a:pt x="0" y="64534"/>
                  <a:pt x="0" y="49577"/>
                </a:cubicBezTo>
                <a:cubicBezTo>
                  <a:pt x="0" y="34824"/>
                  <a:pt x="3936" y="22823"/>
                  <a:pt x="12202" y="13575"/>
                </a:cubicBezTo>
                <a:cubicBezTo>
                  <a:pt x="20465" y="4526"/>
                  <a:pt x="31486" y="0"/>
                  <a:pt x="45261" y="0"/>
                </a:cubicBezTo>
                <a:cubicBezTo>
                  <a:pt x="59035" y="196"/>
                  <a:pt x="69856" y="4722"/>
                  <a:pt x="77727" y="13381"/>
                </a:cubicBezTo>
                <a:cubicBezTo>
                  <a:pt x="85598" y="22035"/>
                  <a:pt x="89732" y="34034"/>
                  <a:pt x="89732" y="49383"/>
                </a:cubicBezTo>
                <a:lnTo>
                  <a:pt x="89537" y="54498"/>
                </a:lnTo>
                <a:lnTo>
                  <a:pt x="22630" y="54498"/>
                </a:lnTo>
                <a:cubicBezTo>
                  <a:pt x="23024" y="62369"/>
                  <a:pt x="25580" y="68468"/>
                  <a:pt x="29911" y="72795"/>
                </a:cubicBezTo>
                <a:cubicBezTo>
                  <a:pt x="34239" y="77321"/>
                  <a:pt x="39554" y="79680"/>
                  <a:pt x="45849" y="7968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path-44">
            <a:extLst xmlns:a="http://schemas.openxmlformats.org/drawingml/2006/main">
              <a:ext uri="{FF2B5EF4-FFF2-40B4-BE49-F238E27FC236}">
                <a16:creationId xmlns:a16="http://schemas.microsoft.com/office/drawing/2014/main" id="{171F183E-0893-4E8C-9FAD-0D02C2AEC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2108" y="3611503"/>
            <a:ext cx="94108" cy="145220"/>
          </a:xfrm>
          <a:custGeom xmlns:a="http://schemas.openxmlformats.org/drawingml/2006/main">
            <a:pathLst>
              <a:path w="95241" h="146968">
                <a:moveTo>
                  <a:pt x="27747" y="27741"/>
                </a:moveTo>
                <a:cubicBezTo>
                  <a:pt x="22829" y="33251"/>
                  <a:pt x="20464" y="40531"/>
                  <a:pt x="20464" y="49383"/>
                </a:cubicBezTo>
                <a:cubicBezTo>
                  <a:pt x="20464" y="58236"/>
                  <a:pt x="22829" y="65518"/>
                  <a:pt x="27747" y="71220"/>
                </a:cubicBezTo>
                <a:cubicBezTo>
                  <a:pt x="32469" y="76928"/>
                  <a:pt x="38961" y="79680"/>
                  <a:pt x="46833" y="79680"/>
                </a:cubicBezTo>
                <a:cubicBezTo>
                  <a:pt x="54312" y="79680"/>
                  <a:pt x="60609" y="76928"/>
                  <a:pt x="65529" y="71220"/>
                </a:cubicBezTo>
                <a:cubicBezTo>
                  <a:pt x="70448" y="65712"/>
                  <a:pt x="73004" y="58433"/>
                  <a:pt x="73004" y="49577"/>
                </a:cubicBezTo>
                <a:cubicBezTo>
                  <a:pt x="73004" y="40923"/>
                  <a:pt x="70448" y="33644"/>
                  <a:pt x="65725" y="27940"/>
                </a:cubicBezTo>
                <a:cubicBezTo>
                  <a:pt x="60807" y="22428"/>
                  <a:pt x="54508" y="19478"/>
                  <a:pt x="46833" y="19478"/>
                </a:cubicBezTo>
                <a:cubicBezTo>
                  <a:pt x="38961" y="19478"/>
                  <a:pt x="32667" y="22231"/>
                  <a:pt x="27747" y="27741"/>
                </a:cubicBezTo>
                <a:moveTo>
                  <a:pt x="21645" y="146968"/>
                </a:moveTo>
                <a:lnTo>
                  <a:pt x="0" y="146968"/>
                </a:lnTo>
                <a:lnTo>
                  <a:pt x="0" y="2557"/>
                </a:lnTo>
                <a:lnTo>
                  <a:pt x="21645" y="2557"/>
                </a:lnTo>
                <a:lnTo>
                  <a:pt x="21645" y="12789"/>
                </a:lnTo>
                <a:cubicBezTo>
                  <a:pt x="30107" y="4329"/>
                  <a:pt x="40340" y="0"/>
                  <a:pt x="52147" y="0"/>
                </a:cubicBezTo>
                <a:cubicBezTo>
                  <a:pt x="63955" y="0"/>
                  <a:pt x="74188" y="4722"/>
                  <a:pt x="82647" y="14164"/>
                </a:cubicBezTo>
                <a:cubicBezTo>
                  <a:pt x="90914" y="23608"/>
                  <a:pt x="95241" y="35610"/>
                  <a:pt x="95241" y="49779"/>
                </a:cubicBezTo>
                <a:cubicBezTo>
                  <a:pt x="95241" y="63943"/>
                  <a:pt x="90914" y="75748"/>
                  <a:pt x="82647" y="84795"/>
                </a:cubicBezTo>
                <a:cubicBezTo>
                  <a:pt x="74383" y="94239"/>
                  <a:pt x="64150" y="98767"/>
                  <a:pt x="52345" y="98767"/>
                </a:cubicBezTo>
                <a:cubicBezTo>
                  <a:pt x="40538" y="98767"/>
                  <a:pt x="30305" y="94438"/>
                  <a:pt x="21645" y="85781"/>
                </a:cubicBezTo>
                <a:lnTo>
                  <a:pt x="21645" y="14696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path-45">
            <a:extLst xmlns:a="http://schemas.openxmlformats.org/drawingml/2006/main">
              <a:ext uri="{FF2B5EF4-FFF2-40B4-BE49-F238E27FC236}">
                <a16:creationId xmlns:a16="http://schemas.microsoft.com/office/drawing/2014/main" id="{91E31D92-1BB1-4539-91C7-AD8AA1E6E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5662" y="3557071"/>
            <a:ext cx="93914" cy="152024"/>
          </a:xfrm>
          <a:custGeom xmlns:a="http://schemas.openxmlformats.org/drawingml/2006/main">
            <a:pathLst>
              <a:path w="95045" h="153854">
                <a:moveTo>
                  <a:pt x="63362" y="24200"/>
                </a:moveTo>
                <a:cubicBezTo>
                  <a:pt x="60214" y="22231"/>
                  <a:pt x="55687" y="21247"/>
                  <a:pt x="50179" y="21247"/>
                </a:cubicBezTo>
                <a:cubicBezTo>
                  <a:pt x="44472" y="21247"/>
                  <a:pt x="39553" y="23019"/>
                  <a:pt x="35418" y="26558"/>
                </a:cubicBezTo>
                <a:cubicBezTo>
                  <a:pt x="31288" y="30102"/>
                  <a:pt x="29319" y="34429"/>
                  <a:pt x="29319" y="39544"/>
                </a:cubicBezTo>
                <a:cubicBezTo>
                  <a:pt x="29319" y="46826"/>
                  <a:pt x="34634" y="52726"/>
                  <a:pt x="45456" y="57056"/>
                </a:cubicBezTo>
                <a:lnTo>
                  <a:pt x="60214" y="63152"/>
                </a:lnTo>
                <a:cubicBezTo>
                  <a:pt x="72216" y="68073"/>
                  <a:pt x="81074" y="73976"/>
                  <a:pt x="86582" y="81059"/>
                </a:cubicBezTo>
                <a:cubicBezTo>
                  <a:pt x="92092" y="88142"/>
                  <a:pt x="95045" y="96602"/>
                  <a:pt x="95045" y="106633"/>
                </a:cubicBezTo>
                <a:cubicBezTo>
                  <a:pt x="95045" y="120407"/>
                  <a:pt x="90321" y="131621"/>
                  <a:pt x="81271" y="140476"/>
                </a:cubicBezTo>
                <a:cubicBezTo>
                  <a:pt x="72216" y="149525"/>
                  <a:pt x="61002" y="153854"/>
                  <a:pt x="47816" y="153854"/>
                </a:cubicBezTo>
                <a:cubicBezTo>
                  <a:pt x="34435" y="153854"/>
                  <a:pt x="23612" y="150114"/>
                  <a:pt x="15349" y="142641"/>
                </a:cubicBezTo>
                <a:cubicBezTo>
                  <a:pt x="7083" y="134966"/>
                  <a:pt x="1967" y="124145"/>
                  <a:pt x="0" y="110374"/>
                </a:cubicBezTo>
                <a:lnTo>
                  <a:pt x="22629" y="105455"/>
                </a:lnTo>
                <a:cubicBezTo>
                  <a:pt x="23612" y="114111"/>
                  <a:pt x="25384" y="120208"/>
                  <a:pt x="27942" y="123357"/>
                </a:cubicBezTo>
                <a:cubicBezTo>
                  <a:pt x="32467" y="129851"/>
                  <a:pt x="38766" y="132998"/>
                  <a:pt x="46832" y="132998"/>
                </a:cubicBezTo>
                <a:cubicBezTo>
                  <a:pt x="54704" y="132998"/>
                  <a:pt x="61002" y="130835"/>
                  <a:pt x="65529" y="126113"/>
                </a:cubicBezTo>
                <a:cubicBezTo>
                  <a:pt x="70052" y="121391"/>
                  <a:pt x="72416" y="115292"/>
                  <a:pt x="72416" y="107421"/>
                </a:cubicBezTo>
                <a:cubicBezTo>
                  <a:pt x="72416" y="99552"/>
                  <a:pt x="68480" y="93255"/>
                  <a:pt x="61002" y="88142"/>
                </a:cubicBezTo>
                <a:cubicBezTo>
                  <a:pt x="58247" y="86370"/>
                  <a:pt x="54902" y="84598"/>
                  <a:pt x="51359" y="83027"/>
                </a:cubicBezTo>
                <a:lnTo>
                  <a:pt x="36995" y="77122"/>
                </a:lnTo>
                <a:cubicBezTo>
                  <a:pt x="16529" y="68468"/>
                  <a:pt x="6494" y="55873"/>
                  <a:pt x="6494" y="39345"/>
                </a:cubicBezTo>
                <a:cubicBezTo>
                  <a:pt x="6494" y="28330"/>
                  <a:pt x="10626" y="19085"/>
                  <a:pt x="19284" y="11410"/>
                </a:cubicBezTo>
                <a:cubicBezTo>
                  <a:pt x="27745" y="3934"/>
                  <a:pt x="38371" y="0"/>
                  <a:pt x="51164" y="0"/>
                </a:cubicBezTo>
                <a:cubicBezTo>
                  <a:pt x="68085" y="0"/>
                  <a:pt x="81466" y="8460"/>
                  <a:pt x="91304" y="24985"/>
                </a:cubicBezTo>
                <a:lnTo>
                  <a:pt x="73004" y="35806"/>
                </a:lnTo>
                <a:cubicBezTo>
                  <a:pt x="69465" y="29904"/>
                  <a:pt x="66313" y="26168"/>
                  <a:pt x="63362" y="2420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" name="path-46">
            <a:extLst xmlns:a="http://schemas.openxmlformats.org/drawingml/2006/main">
              <a:ext uri="{FF2B5EF4-FFF2-40B4-BE49-F238E27FC236}">
                <a16:creationId xmlns:a16="http://schemas.microsoft.com/office/drawing/2014/main" id="{B56FC660-E1E2-4B1C-86C2-1F50E26BC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7854" y="3611503"/>
            <a:ext cx="89442" cy="97592"/>
          </a:xfrm>
          <a:custGeom xmlns:a="http://schemas.openxmlformats.org/drawingml/2006/main">
            <a:pathLst>
              <a:path w="90519" h="98767">
                <a:moveTo>
                  <a:pt x="45653" y="19478"/>
                </a:moveTo>
                <a:cubicBezTo>
                  <a:pt x="37389" y="19478"/>
                  <a:pt x="31289" y="23019"/>
                  <a:pt x="27155" y="29707"/>
                </a:cubicBezTo>
                <a:cubicBezTo>
                  <a:pt x="25583" y="31872"/>
                  <a:pt x="24598" y="34233"/>
                  <a:pt x="24007" y="36793"/>
                </a:cubicBezTo>
                <a:lnTo>
                  <a:pt x="67496" y="36793"/>
                </a:lnTo>
                <a:cubicBezTo>
                  <a:pt x="64349" y="25380"/>
                  <a:pt x="57067" y="19478"/>
                  <a:pt x="45653" y="19478"/>
                </a:cubicBezTo>
                <a:moveTo>
                  <a:pt x="45850" y="79680"/>
                </a:moveTo>
                <a:cubicBezTo>
                  <a:pt x="51951" y="79680"/>
                  <a:pt x="56869" y="78502"/>
                  <a:pt x="60413" y="75748"/>
                </a:cubicBezTo>
                <a:cubicBezTo>
                  <a:pt x="63757" y="73188"/>
                  <a:pt x="67693" y="68468"/>
                  <a:pt x="72220" y="61581"/>
                </a:cubicBezTo>
                <a:lnTo>
                  <a:pt x="90519" y="71617"/>
                </a:lnTo>
                <a:cubicBezTo>
                  <a:pt x="82254" y="85781"/>
                  <a:pt x="72022" y="94438"/>
                  <a:pt x="59822" y="97191"/>
                </a:cubicBezTo>
                <a:cubicBezTo>
                  <a:pt x="55493" y="98176"/>
                  <a:pt x="50966" y="98767"/>
                  <a:pt x="46243" y="98767"/>
                </a:cubicBezTo>
                <a:cubicBezTo>
                  <a:pt x="32273" y="98767"/>
                  <a:pt x="21056" y="94438"/>
                  <a:pt x="12593" y="85388"/>
                </a:cubicBezTo>
                <a:cubicBezTo>
                  <a:pt x="4131" y="76533"/>
                  <a:pt x="0" y="64534"/>
                  <a:pt x="0" y="49577"/>
                </a:cubicBezTo>
                <a:cubicBezTo>
                  <a:pt x="0" y="34824"/>
                  <a:pt x="3936" y="22823"/>
                  <a:pt x="12200" y="13575"/>
                </a:cubicBezTo>
                <a:cubicBezTo>
                  <a:pt x="20464" y="4526"/>
                  <a:pt x="31486" y="0"/>
                  <a:pt x="45260" y="0"/>
                </a:cubicBezTo>
                <a:cubicBezTo>
                  <a:pt x="59034" y="196"/>
                  <a:pt x="69857" y="4722"/>
                  <a:pt x="77730" y="13381"/>
                </a:cubicBezTo>
                <a:cubicBezTo>
                  <a:pt x="85601" y="22035"/>
                  <a:pt x="89731" y="34034"/>
                  <a:pt x="89731" y="49383"/>
                </a:cubicBezTo>
                <a:lnTo>
                  <a:pt x="89536" y="54498"/>
                </a:lnTo>
                <a:lnTo>
                  <a:pt x="22631" y="54498"/>
                </a:lnTo>
                <a:cubicBezTo>
                  <a:pt x="23024" y="62369"/>
                  <a:pt x="25583" y="68468"/>
                  <a:pt x="29910" y="72795"/>
                </a:cubicBezTo>
                <a:cubicBezTo>
                  <a:pt x="34241" y="77321"/>
                  <a:pt x="39553" y="79680"/>
                  <a:pt x="45850" y="7968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" name="path-47">
            <a:extLst xmlns:a="http://schemas.openxmlformats.org/drawingml/2006/main">
              <a:ext uri="{FF2B5EF4-FFF2-40B4-BE49-F238E27FC236}">
                <a16:creationId xmlns:a16="http://schemas.microsoft.com/office/drawing/2014/main" id="{62C71B3B-3BF7-46E1-97AF-EA607F1CB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5381" y="3611503"/>
            <a:ext cx="89439" cy="97592"/>
          </a:xfrm>
          <a:custGeom xmlns:a="http://schemas.openxmlformats.org/drawingml/2006/main">
            <a:pathLst>
              <a:path w="90515" h="98767">
                <a:moveTo>
                  <a:pt x="45652" y="19478"/>
                </a:moveTo>
                <a:cubicBezTo>
                  <a:pt x="37385" y="19478"/>
                  <a:pt x="31285" y="23019"/>
                  <a:pt x="27155" y="29707"/>
                </a:cubicBezTo>
                <a:cubicBezTo>
                  <a:pt x="25580" y="31872"/>
                  <a:pt x="24595" y="34233"/>
                  <a:pt x="24007" y="36793"/>
                </a:cubicBezTo>
                <a:lnTo>
                  <a:pt x="67495" y="36793"/>
                </a:lnTo>
                <a:cubicBezTo>
                  <a:pt x="64345" y="25380"/>
                  <a:pt x="57065" y="19478"/>
                  <a:pt x="45652" y="19478"/>
                </a:cubicBezTo>
                <a:moveTo>
                  <a:pt x="45847" y="79680"/>
                </a:moveTo>
                <a:cubicBezTo>
                  <a:pt x="51947" y="79680"/>
                  <a:pt x="56869" y="78502"/>
                  <a:pt x="60408" y="75748"/>
                </a:cubicBezTo>
                <a:cubicBezTo>
                  <a:pt x="63756" y="73188"/>
                  <a:pt x="67693" y="68468"/>
                  <a:pt x="72216" y="61581"/>
                </a:cubicBezTo>
                <a:lnTo>
                  <a:pt x="90515" y="71617"/>
                </a:lnTo>
                <a:cubicBezTo>
                  <a:pt x="82252" y="85781"/>
                  <a:pt x="72018" y="94438"/>
                  <a:pt x="59820" y="97191"/>
                </a:cubicBezTo>
                <a:cubicBezTo>
                  <a:pt x="55490" y="98176"/>
                  <a:pt x="50963" y="98767"/>
                  <a:pt x="46243" y="98767"/>
                </a:cubicBezTo>
                <a:cubicBezTo>
                  <a:pt x="32271" y="98767"/>
                  <a:pt x="21054" y="94438"/>
                  <a:pt x="12593" y="85388"/>
                </a:cubicBezTo>
                <a:cubicBezTo>
                  <a:pt x="4131" y="76533"/>
                  <a:pt x="0" y="64534"/>
                  <a:pt x="0" y="49577"/>
                </a:cubicBezTo>
                <a:cubicBezTo>
                  <a:pt x="0" y="34824"/>
                  <a:pt x="3933" y="22823"/>
                  <a:pt x="12197" y="13575"/>
                </a:cubicBezTo>
                <a:cubicBezTo>
                  <a:pt x="20464" y="4526"/>
                  <a:pt x="31483" y="0"/>
                  <a:pt x="45259" y="0"/>
                </a:cubicBezTo>
                <a:cubicBezTo>
                  <a:pt x="59033" y="196"/>
                  <a:pt x="69856" y="4722"/>
                  <a:pt x="77726" y="13381"/>
                </a:cubicBezTo>
                <a:cubicBezTo>
                  <a:pt x="85597" y="22035"/>
                  <a:pt x="89731" y="34034"/>
                  <a:pt x="89731" y="49383"/>
                </a:cubicBezTo>
                <a:lnTo>
                  <a:pt x="89532" y="54498"/>
                </a:lnTo>
                <a:lnTo>
                  <a:pt x="22628" y="54498"/>
                </a:lnTo>
                <a:cubicBezTo>
                  <a:pt x="23022" y="62369"/>
                  <a:pt x="25580" y="68468"/>
                  <a:pt x="29910" y="72795"/>
                </a:cubicBezTo>
                <a:cubicBezTo>
                  <a:pt x="34238" y="77321"/>
                  <a:pt x="39553" y="79680"/>
                  <a:pt x="45847" y="7968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" name="path-48">
            <a:extLst xmlns:a="http://schemas.openxmlformats.org/drawingml/2006/main">
              <a:ext uri="{FF2B5EF4-FFF2-40B4-BE49-F238E27FC236}">
                <a16:creationId xmlns:a16="http://schemas.microsoft.com/office/drawing/2014/main" id="{72AE61FE-A8EC-4ED8-9116-C8962B30C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7182" y="3546184"/>
            <a:ext cx="83222" cy="160381"/>
          </a:xfrm>
          <a:custGeom xmlns:a="http://schemas.openxmlformats.org/drawingml/2006/main">
            <a:pathLst>
              <a:path w="84224" h="162312">
                <a:moveTo>
                  <a:pt x="21646" y="0"/>
                </a:moveTo>
                <a:lnTo>
                  <a:pt x="21646" y="98961"/>
                </a:lnTo>
                <a:lnTo>
                  <a:pt x="52148" y="68662"/>
                </a:lnTo>
                <a:lnTo>
                  <a:pt x="81075" y="68662"/>
                </a:lnTo>
                <a:lnTo>
                  <a:pt x="40538" y="108012"/>
                </a:lnTo>
                <a:lnTo>
                  <a:pt x="84224" y="162312"/>
                </a:lnTo>
                <a:lnTo>
                  <a:pt x="56084" y="162312"/>
                </a:lnTo>
                <a:lnTo>
                  <a:pt x="25189" y="122768"/>
                </a:lnTo>
                <a:lnTo>
                  <a:pt x="21646" y="126309"/>
                </a:lnTo>
                <a:lnTo>
                  <a:pt x="21646" y="162312"/>
                </a:lnTo>
                <a:lnTo>
                  <a:pt x="0" y="162312"/>
                </a:lnTo>
                <a:lnTo>
                  <a:pt x="0" y="0"/>
                </a:lnTo>
                <a:lnTo>
                  <a:pt x="21646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" name="path-49">
            <a:extLst xmlns:a="http://schemas.openxmlformats.org/drawingml/2006/main">
              <a:ext uri="{FF2B5EF4-FFF2-40B4-BE49-F238E27FC236}">
                <a16:creationId xmlns:a16="http://schemas.microsoft.com/office/drawing/2014/main" id="{5BA71D48-3DE6-48C1-A13A-A29CC57FA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359" y="3815655"/>
            <a:ext cx="130079" cy="157466"/>
          </a:xfrm>
          <a:custGeom xmlns:a="http://schemas.openxmlformats.org/drawingml/2006/main">
            <a:pathLst>
              <a:path w="131645" h="159362">
                <a:moveTo>
                  <a:pt x="24403" y="0"/>
                </a:moveTo>
                <a:lnTo>
                  <a:pt x="65529" y="102898"/>
                </a:lnTo>
                <a:lnTo>
                  <a:pt x="107050" y="0"/>
                </a:lnTo>
                <a:lnTo>
                  <a:pt x="131645" y="0"/>
                </a:lnTo>
                <a:lnTo>
                  <a:pt x="64938" y="159362"/>
                </a:lnTo>
                <a:lnTo>
                  <a:pt x="0" y="0"/>
                </a:lnTo>
                <a:lnTo>
                  <a:pt x="24403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" name="path-50">
            <a:extLst xmlns:a="http://schemas.openxmlformats.org/drawingml/2006/main">
              <a:ext uri="{FF2B5EF4-FFF2-40B4-BE49-F238E27FC236}">
                <a16:creationId xmlns:a16="http://schemas.microsoft.com/office/drawing/2014/main" id="{B9AA79C2-0217-499D-8532-CCC0035340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0775" y="3804766"/>
            <a:ext cx="109663" cy="157469"/>
          </a:xfrm>
          <a:custGeom xmlns:a="http://schemas.openxmlformats.org/drawingml/2006/main">
            <a:pathLst>
              <a:path w="110983" h="159364">
                <a:moveTo>
                  <a:pt x="72807" y="118048"/>
                </a:moveTo>
                <a:lnTo>
                  <a:pt x="72807" y="68272"/>
                </a:lnTo>
                <a:lnTo>
                  <a:pt x="38765" y="118048"/>
                </a:lnTo>
                <a:lnTo>
                  <a:pt x="72807" y="118048"/>
                </a:lnTo>
                <a:moveTo>
                  <a:pt x="95240" y="118048"/>
                </a:moveTo>
                <a:lnTo>
                  <a:pt x="110983" y="118048"/>
                </a:lnTo>
                <a:lnTo>
                  <a:pt x="110983" y="138311"/>
                </a:lnTo>
                <a:lnTo>
                  <a:pt x="95240" y="138311"/>
                </a:lnTo>
                <a:lnTo>
                  <a:pt x="95240" y="159364"/>
                </a:lnTo>
                <a:lnTo>
                  <a:pt x="72807" y="159364"/>
                </a:lnTo>
                <a:lnTo>
                  <a:pt x="72807" y="138311"/>
                </a:lnTo>
                <a:lnTo>
                  <a:pt x="0" y="138311"/>
                </a:lnTo>
                <a:lnTo>
                  <a:pt x="95240" y="0"/>
                </a:lnTo>
                <a:lnTo>
                  <a:pt x="95240" y="11804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" name="path-51">
            <a:extLst xmlns:a="http://schemas.openxmlformats.org/drawingml/2006/main">
              <a:ext uri="{FF2B5EF4-FFF2-40B4-BE49-F238E27FC236}">
                <a16:creationId xmlns:a16="http://schemas.microsoft.com/office/drawing/2014/main" id="{C3C0600A-50E1-4866-89C7-2805D8BFF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8995" y="3905858"/>
            <a:ext cx="42388" cy="18661"/>
          </a:xfrm>
          <a:custGeom xmlns:a="http://schemas.openxmlformats.org/drawingml/2006/main">
            <a:pathLst>
              <a:path w="42898" h="18886">
                <a:moveTo>
                  <a:pt x="0" y="0"/>
                </a:moveTo>
                <a:lnTo>
                  <a:pt x="42898" y="0"/>
                </a:lnTo>
                <a:lnTo>
                  <a:pt x="42898" y="18886"/>
                </a:lnTo>
                <a:lnTo>
                  <a:pt x="0" y="1888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" name="path-52">
            <a:extLst xmlns:a="http://schemas.openxmlformats.org/drawingml/2006/main">
              <a:ext uri="{FF2B5EF4-FFF2-40B4-BE49-F238E27FC236}">
                <a16:creationId xmlns:a16="http://schemas.microsoft.com/office/drawing/2014/main" id="{C8E0E498-596D-43BE-87D5-C469DC9EC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880" y="3815655"/>
            <a:ext cx="82248" cy="146580"/>
          </a:xfrm>
          <a:custGeom xmlns:a="http://schemas.openxmlformats.org/drawingml/2006/main">
            <a:pathLst>
              <a:path w="83238" h="148344">
                <a:moveTo>
                  <a:pt x="22432" y="67288"/>
                </a:moveTo>
                <a:lnTo>
                  <a:pt x="30895" y="67288"/>
                </a:lnTo>
                <a:cubicBezTo>
                  <a:pt x="51359" y="67288"/>
                  <a:pt x="61594" y="59414"/>
                  <a:pt x="61594" y="43677"/>
                </a:cubicBezTo>
                <a:cubicBezTo>
                  <a:pt x="61594" y="28330"/>
                  <a:pt x="50966" y="20658"/>
                  <a:pt x="29912" y="20658"/>
                </a:cubicBezTo>
                <a:lnTo>
                  <a:pt x="22432" y="20658"/>
                </a:lnTo>
                <a:lnTo>
                  <a:pt x="22432" y="67288"/>
                </a:lnTo>
                <a:moveTo>
                  <a:pt x="22432" y="88140"/>
                </a:moveTo>
                <a:lnTo>
                  <a:pt x="22432" y="148344"/>
                </a:lnTo>
                <a:lnTo>
                  <a:pt x="0" y="148344"/>
                </a:lnTo>
                <a:lnTo>
                  <a:pt x="0" y="0"/>
                </a:lnTo>
                <a:lnTo>
                  <a:pt x="25385" y="0"/>
                </a:lnTo>
                <a:cubicBezTo>
                  <a:pt x="37585" y="0"/>
                  <a:pt x="47031" y="984"/>
                  <a:pt x="53526" y="2555"/>
                </a:cubicBezTo>
                <a:cubicBezTo>
                  <a:pt x="59822" y="4327"/>
                  <a:pt x="65529" y="7672"/>
                  <a:pt x="70448" y="12394"/>
                </a:cubicBezTo>
                <a:cubicBezTo>
                  <a:pt x="78910" y="20854"/>
                  <a:pt x="83238" y="31673"/>
                  <a:pt x="83238" y="44661"/>
                </a:cubicBezTo>
                <a:cubicBezTo>
                  <a:pt x="83238" y="57844"/>
                  <a:pt x="78715" y="68466"/>
                  <a:pt x="69661" y="76334"/>
                </a:cubicBezTo>
                <a:cubicBezTo>
                  <a:pt x="60609" y="84205"/>
                  <a:pt x="48211" y="88140"/>
                  <a:pt x="32862" y="88140"/>
                </a:cubicBezTo>
                <a:lnTo>
                  <a:pt x="22432" y="8814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3" name="path-53">
            <a:extLst xmlns:a="http://schemas.openxmlformats.org/drawingml/2006/main">
              <a:ext uri="{FF2B5EF4-FFF2-40B4-BE49-F238E27FC236}">
                <a16:creationId xmlns:a16="http://schemas.microsoft.com/office/drawing/2014/main" id="{99DBC05E-0A0F-465E-8314-07D9D262B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9796" y="3867172"/>
            <a:ext cx="60471" cy="95063"/>
          </a:xfrm>
          <a:custGeom xmlns:a="http://schemas.openxmlformats.org/drawingml/2006/main">
            <a:pathLst>
              <a:path w="61198" h="96207">
                <a:moveTo>
                  <a:pt x="0" y="2555"/>
                </a:moveTo>
                <a:lnTo>
                  <a:pt x="21646" y="2555"/>
                </a:lnTo>
                <a:lnTo>
                  <a:pt x="21646" y="11017"/>
                </a:lnTo>
                <a:cubicBezTo>
                  <a:pt x="25581" y="6884"/>
                  <a:pt x="29124" y="4131"/>
                  <a:pt x="32272" y="2555"/>
                </a:cubicBezTo>
                <a:cubicBezTo>
                  <a:pt x="35420" y="984"/>
                  <a:pt x="39357" y="194"/>
                  <a:pt x="44472" y="0"/>
                </a:cubicBezTo>
                <a:cubicBezTo>
                  <a:pt x="49393" y="0"/>
                  <a:pt x="54903" y="1966"/>
                  <a:pt x="61198" y="5706"/>
                </a:cubicBezTo>
                <a:lnTo>
                  <a:pt x="51360" y="25378"/>
                </a:lnTo>
                <a:cubicBezTo>
                  <a:pt x="47228" y="22624"/>
                  <a:pt x="43293" y="21051"/>
                  <a:pt x="39357" y="21051"/>
                </a:cubicBezTo>
                <a:cubicBezTo>
                  <a:pt x="27547" y="21051"/>
                  <a:pt x="21646" y="29904"/>
                  <a:pt x="21646" y="47611"/>
                </a:cubicBezTo>
                <a:lnTo>
                  <a:pt x="21646" y="96207"/>
                </a:lnTo>
                <a:lnTo>
                  <a:pt x="0" y="96207"/>
                </a:lnTo>
                <a:lnTo>
                  <a:pt x="0" y="255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path-54">
            <a:extLst xmlns:a="http://schemas.openxmlformats.org/drawingml/2006/main">
              <a:ext uri="{FF2B5EF4-FFF2-40B4-BE49-F238E27FC236}">
                <a16:creationId xmlns:a16="http://schemas.microsoft.com/office/drawing/2014/main" id="{9AFCBBD8-E683-4116-A75F-8378F803FA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8238" y="3867172"/>
            <a:ext cx="98584" cy="97590"/>
          </a:xfrm>
          <a:custGeom xmlns:a="http://schemas.openxmlformats.org/drawingml/2006/main">
            <a:pathLst>
              <a:path w="99771" h="98765">
                <a:moveTo>
                  <a:pt x="29714" y="27741"/>
                </a:moveTo>
                <a:cubicBezTo>
                  <a:pt x="24598" y="33249"/>
                  <a:pt x="22039" y="40528"/>
                  <a:pt x="22039" y="49580"/>
                </a:cubicBezTo>
                <a:cubicBezTo>
                  <a:pt x="22039" y="58629"/>
                  <a:pt x="24403" y="65911"/>
                  <a:pt x="29518" y="71418"/>
                </a:cubicBezTo>
                <a:cubicBezTo>
                  <a:pt x="34634" y="76926"/>
                  <a:pt x="41325" y="79680"/>
                  <a:pt x="49983" y="79680"/>
                </a:cubicBezTo>
                <a:cubicBezTo>
                  <a:pt x="58248" y="79680"/>
                  <a:pt x="64939" y="77122"/>
                  <a:pt x="70056" y="71615"/>
                </a:cubicBezTo>
                <a:cubicBezTo>
                  <a:pt x="75170" y="66105"/>
                  <a:pt x="77730" y="58828"/>
                  <a:pt x="77730" y="49580"/>
                </a:cubicBezTo>
                <a:cubicBezTo>
                  <a:pt x="77730" y="40528"/>
                  <a:pt x="75170" y="33249"/>
                  <a:pt x="70056" y="27741"/>
                </a:cubicBezTo>
                <a:cubicBezTo>
                  <a:pt x="64939" y="22229"/>
                  <a:pt x="58053" y="19478"/>
                  <a:pt x="49787" y="19478"/>
                </a:cubicBezTo>
                <a:cubicBezTo>
                  <a:pt x="41520" y="19478"/>
                  <a:pt x="34829" y="22229"/>
                  <a:pt x="29714" y="27741"/>
                </a:cubicBezTo>
                <a:moveTo>
                  <a:pt x="85208" y="84797"/>
                </a:moveTo>
                <a:cubicBezTo>
                  <a:pt x="75367" y="94239"/>
                  <a:pt x="63561" y="98765"/>
                  <a:pt x="49394" y="98765"/>
                </a:cubicBezTo>
                <a:cubicBezTo>
                  <a:pt x="35224" y="98765"/>
                  <a:pt x="23615" y="94045"/>
                  <a:pt x="14170" y="84601"/>
                </a:cubicBezTo>
                <a:cubicBezTo>
                  <a:pt x="4722" y="75154"/>
                  <a:pt x="0" y="63351"/>
                  <a:pt x="0" y="49383"/>
                </a:cubicBezTo>
                <a:cubicBezTo>
                  <a:pt x="0" y="35411"/>
                  <a:pt x="4722" y="23608"/>
                  <a:pt x="14365" y="14166"/>
                </a:cubicBezTo>
                <a:cubicBezTo>
                  <a:pt x="24008" y="4722"/>
                  <a:pt x="35816" y="0"/>
                  <a:pt x="49787" y="0"/>
                </a:cubicBezTo>
                <a:cubicBezTo>
                  <a:pt x="63757" y="0"/>
                  <a:pt x="75566" y="4918"/>
                  <a:pt x="85208" y="14363"/>
                </a:cubicBezTo>
                <a:cubicBezTo>
                  <a:pt x="94851" y="24001"/>
                  <a:pt x="99771" y="35809"/>
                  <a:pt x="99771" y="49776"/>
                </a:cubicBezTo>
                <a:cubicBezTo>
                  <a:pt x="99771" y="63744"/>
                  <a:pt x="94851" y="75353"/>
                  <a:pt x="85208" y="8479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5">
            <a:extLst xmlns:a="http://schemas.openxmlformats.org/drawingml/2006/main">
              <a:ext uri="{FF2B5EF4-FFF2-40B4-BE49-F238E27FC236}">
                <a16:creationId xmlns:a16="http://schemas.microsoft.com/office/drawing/2014/main" id="{06A553B1-54F1-41F2-B403-095EA98BC0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9105" y="3435420"/>
            <a:ext cx="191" cy="40928"/>
          </a:xfrm>
          <a:custGeom xmlns:a="http://schemas.openxmlformats.org/drawingml/2006/main">
            <a:pathLst>
              <a:path w="191" h="41420">
                <a:moveTo>
                  <a:pt x="0" y="0"/>
                </a:moveTo>
                <a:lnTo>
                  <a:pt x="0" y="4142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56" name="path-56">
            <a:extLst xmlns:a="http://schemas.openxmlformats.org/drawingml/2006/main">
              <a:ext uri="{FF2B5EF4-FFF2-40B4-BE49-F238E27FC236}">
                <a16:creationId xmlns:a16="http://schemas.microsoft.com/office/drawing/2014/main" id="{B725E8C2-9ECD-4F24-BEC5-999996FF4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0293" y="3557265"/>
            <a:ext cx="156331" cy="151830"/>
          </a:xfrm>
          <a:custGeom xmlns:a="http://schemas.openxmlformats.org/drawingml/2006/main">
            <a:pathLst>
              <a:path w="158213" h="153658">
                <a:moveTo>
                  <a:pt x="118268" y="113915"/>
                </a:moveTo>
                <a:cubicBezTo>
                  <a:pt x="127713" y="104076"/>
                  <a:pt x="132434" y="91485"/>
                  <a:pt x="132434" y="76138"/>
                </a:cubicBezTo>
                <a:cubicBezTo>
                  <a:pt x="132434" y="60990"/>
                  <a:pt x="127123" y="48004"/>
                  <a:pt x="116693" y="37185"/>
                </a:cubicBezTo>
                <a:cubicBezTo>
                  <a:pt x="105870" y="26558"/>
                  <a:pt x="92684" y="21051"/>
                  <a:pt x="76943" y="21051"/>
                </a:cubicBezTo>
                <a:cubicBezTo>
                  <a:pt x="61201" y="21051"/>
                  <a:pt x="48213" y="26558"/>
                  <a:pt x="37981" y="37185"/>
                </a:cubicBezTo>
                <a:cubicBezTo>
                  <a:pt x="27746" y="48004"/>
                  <a:pt x="22435" y="61383"/>
                  <a:pt x="22435" y="77515"/>
                </a:cubicBezTo>
                <a:cubicBezTo>
                  <a:pt x="22435" y="93650"/>
                  <a:pt x="27746" y="107028"/>
                  <a:pt x="38768" y="117260"/>
                </a:cubicBezTo>
                <a:cubicBezTo>
                  <a:pt x="49592" y="127686"/>
                  <a:pt x="62185" y="132801"/>
                  <a:pt x="76350" y="132801"/>
                </a:cubicBezTo>
                <a:cubicBezTo>
                  <a:pt x="85993" y="132801"/>
                  <a:pt x="94851" y="130639"/>
                  <a:pt x="102722" y="126309"/>
                </a:cubicBezTo>
                <a:lnTo>
                  <a:pt x="67693" y="92469"/>
                </a:lnTo>
                <a:lnTo>
                  <a:pt x="96619" y="92469"/>
                </a:lnTo>
                <a:lnTo>
                  <a:pt x="118268" y="113915"/>
                </a:lnTo>
                <a:moveTo>
                  <a:pt x="77139" y="153658"/>
                </a:moveTo>
                <a:cubicBezTo>
                  <a:pt x="57463" y="153658"/>
                  <a:pt x="39949" y="147166"/>
                  <a:pt x="24796" y="133785"/>
                </a:cubicBezTo>
                <a:cubicBezTo>
                  <a:pt x="8266" y="119226"/>
                  <a:pt x="0" y="100537"/>
                  <a:pt x="0" y="77910"/>
                </a:cubicBezTo>
                <a:cubicBezTo>
                  <a:pt x="0" y="55480"/>
                  <a:pt x="7675" y="36790"/>
                  <a:pt x="23223" y="22035"/>
                </a:cubicBezTo>
                <a:cubicBezTo>
                  <a:pt x="38570" y="7280"/>
                  <a:pt x="56282" y="0"/>
                  <a:pt x="75959" y="0"/>
                </a:cubicBezTo>
                <a:cubicBezTo>
                  <a:pt x="95636" y="0"/>
                  <a:pt x="113150" y="6492"/>
                  <a:pt x="128106" y="19082"/>
                </a:cubicBezTo>
                <a:cubicBezTo>
                  <a:pt x="146012" y="34429"/>
                  <a:pt x="155065" y="54300"/>
                  <a:pt x="155065" y="78698"/>
                </a:cubicBezTo>
                <a:cubicBezTo>
                  <a:pt x="155065" y="97977"/>
                  <a:pt x="147982" y="114897"/>
                  <a:pt x="133813" y="129851"/>
                </a:cubicBezTo>
                <a:lnTo>
                  <a:pt x="158213" y="153658"/>
                </a:lnTo>
                <a:lnTo>
                  <a:pt x="130074" y="153658"/>
                </a:lnTo>
                <a:lnTo>
                  <a:pt x="118463" y="141850"/>
                </a:lnTo>
                <a:cubicBezTo>
                  <a:pt x="106065" y="149721"/>
                  <a:pt x="92291" y="153658"/>
                  <a:pt x="77139" y="15365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path-57">
            <a:extLst xmlns:a="http://schemas.openxmlformats.org/drawingml/2006/main">
              <a:ext uri="{FF2B5EF4-FFF2-40B4-BE49-F238E27FC236}">
                <a16:creationId xmlns:a16="http://schemas.microsoft.com/office/drawing/2014/main" id="{F14003F3-8E2E-442B-BEBC-EEEA86855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792" y="3605670"/>
            <a:ext cx="148551" cy="107700"/>
          </a:xfrm>
          <a:custGeom xmlns:a="http://schemas.openxmlformats.org/drawingml/2006/main">
            <a:pathLst>
              <a:path w="150339" h="108997">
                <a:moveTo>
                  <a:pt x="24400" y="8460"/>
                </a:moveTo>
                <a:lnTo>
                  <a:pt x="48800" y="61977"/>
                </a:lnTo>
                <a:lnTo>
                  <a:pt x="75367" y="0"/>
                </a:lnTo>
                <a:lnTo>
                  <a:pt x="101930" y="61977"/>
                </a:lnTo>
                <a:lnTo>
                  <a:pt x="126135" y="8460"/>
                </a:lnTo>
                <a:lnTo>
                  <a:pt x="150339" y="8460"/>
                </a:lnTo>
                <a:lnTo>
                  <a:pt x="101340" y="108997"/>
                </a:lnTo>
                <a:lnTo>
                  <a:pt x="75367" y="48792"/>
                </a:lnTo>
                <a:lnTo>
                  <a:pt x="48997" y="108997"/>
                </a:lnTo>
                <a:lnTo>
                  <a:pt x="0" y="8460"/>
                </a:lnTo>
                <a:lnTo>
                  <a:pt x="24400" y="846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" name="path-58">
            <a:extLst xmlns:a="http://schemas.openxmlformats.org/drawingml/2006/main">
              <a:ext uri="{FF2B5EF4-FFF2-40B4-BE49-F238E27FC236}">
                <a16:creationId xmlns:a16="http://schemas.microsoft.com/office/drawing/2014/main" id="{B238DF4F-6CB6-4BA0-B683-7D7002C43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456" y="3611503"/>
            <a:ext cx="89441" cy="97592"/>
          </a:xfrm>
          <a:custGeom xmlns:a="http://schemas.openxmlformats.org/drawingml/2006/main">
            <a:pathLst>
              <a:path w="90518" h="98767">
                <a:moveTo>
                  <a:pt x="45652" y="19478"/>
                </a:moveTo>
                <a:cubicBezTo>
                  <a:pt x="37387" y="19478"/>
                  <a:pt x="31288" y="23019"/>
                  <a:pt x="27155" y="29707"/>
                </a:cubicBezTo>
                <a:cubicBezTo>
                  <a:pt x="25580" y="31872"/>
                  <a:pt x="24596" y="34233"/>
                  <a:pt x="24007" y="36793"/>
                </a:cubicBezTo>
                <a:lnTo>
                  <a:pt x="67494" y="36793"/>
                </a:lnTo>
                <a:cubicBezTo>
                  <a:pt x="64346" y="25380"/>
                  <a:pt x="57067" y="19478"/>
                  <a:pt x="45652" y="19478"/>
                </a:cubicBezTo>
                <a:moveTo>
                  <a:pt x="45849" y="79680"/>
                </a:moveTo>
                <a:cubicBezTo>
                  <a:pt x="51948" y="79680"/>
                  <a:pt x="56868" y="78502"/>
                  <a:pt x="60411" y="75748"/>
                </a:cubicBezTo>
                <a:cubicBezTo>
                  <a:pt x="63757" y="73188"/>
                  <a:pt x="67693" y="68468"/>
                  <a:pt x="72216" y="61581"/>
                </a:cubicBezTo>
                <a:lnTo>
                  <a:pt x="90518" y="71617"/>
                </a:lnTo>
                <a:cubicBezTo>
                  <a:pt x="82254" y="85781"/>
                  <a:pt x="72021" y="94438"/>
                  <a:pt x="59822" y="97191"/>
                </a:cubicBezTo>
                <a:cubicBezTo>
                  <a:pt x="55490" y="98176"/>
                  <a:pt x="50964" y="98767"/>
                  <a:pt x="46243" y="98767"/>
                </a:cubicBezTo>
                <a:cubicBezTo>
                  <a:pt x="32271" y="98767"/>
                  <a:pt x="21053" y="94438"/>
                  <a:pt x="12593" y="85388"/>
                </a:cubicBezTo>
                <a:cubicBezTo>
                  <a:pt x="4131" y="76533"/>
                  <a:pt x="0" y="64534"/>
                  <a:pt x="0" y="49577"/>
                </a:cubicBezTo>
                <a:cubicBezTo>
                  <a:pt x="0" y="34824"/>
                  <a:pt x="3936" y="22823"/>
                  <a:pt x="12199" y="13575"/>
                </a:cubicBezTo>
                <a:cubicBezTo>
                  <a:pt x="20464" y="4526"/>
                  <a:pt x="31483" y="0"/>
                  <a:pt x="45256" y="0"/>
                </a:cubicBezTo>
                <a:cubicBezTo>
                  <a:pt x="59033" y="196"/>
                  <a:pt x="69856" y="4722"/>
                  <a:pt x="77727" y="13381"/>
                </a:cubicBezTo>
                <a:cubicBezTo>
                  <a:pt x="85598" y="22035"/>
                  <a:pt x="89730" y="34034"/>
                  <a:pt x="89730" y="49383"/>
                </a:cubicBezTo>
                <a:lnTo>
                  <a:pt x="89532" y="54498"/>
                </a:lnTo>
                <a:lnTo>
                  <a:pt x="22628" y="54498"/>
                </a:lnTo>
                <a:cubicBezTo>
                  <a:pt x="23020" y="62369"/>
                  <a:pt x="25580" y="68468"/>
                  <a:pt x="29910" y="72795"/>
                </a:cubicBezTo>
                <a:cubicBezTo>
                  <a:pt x="34238" y="77321"/>
                  <a:pt x="39553" y="79680"/>
                  <a:pt x="45849" y="7968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" name="path-59">
            <a:extLst xmlns:a="http://schemas.openxmlformats.org/drawingml/2006/main">
              <a:ext uri="{FF2B5EF4-FFF2-40B4-BE49-F238E27FC236}">
                <a16:creationId xmlns:a16="http://schemas.microsoft.com/office/drawing/2014/main" id="{CC38957D-5BB9-4608-A5F8-9D807DE68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259" y="3611503"/>
            <a:ext cx="79719" cy="95063"/>
          </a:xfrm>
          <a:custGeom xmlns:a="http://schemas.openxmlformats.org/drawingml/2006/main">
            <a:pathLst>
              <a:path w="80678" h="96207">
                <a:moveTo>
                  <a:pt x="0" y="2557"/>
                </a:moveTo>
                <a:lnTo>
                  <a:pt x="21840" y="2557"/>
                </a:lnTo>
                <a:lnTo>
                  <a:pt x="21840" y="11214"/>
                </a:lnTo>
                <a:cubicBezTo>
                  <a:pt x="29319" y="3738"/>
                  <a:pt x="38173" y="0"/>
                  <a:pt x="48408" y="0"/>
                </a:cubicBezTo>
                <a:cubicBezTo>
                  <a:pt x="58637" y="0"/>
                  <a:pt x="66508" y="3345"/>
                  <a:pt x="72216" y="9641"/>
                </a:cubicBezTo>
                <a:cubicBezTo>
                  <a:pt x="77726" y="15936"/>
                  <a:pt x="80678" y="25773"/>
                  <a:pt x="80678" y="38759"/>
                </a:cubicBezTo>
                <a:lnTo>
                  <a:pt x="80678" y="96207"/>
                </a:lnTo>
                <a:lnTo>
                  <a:pt x="59034" y="96207"/>
                </a:lnTo>
                <a:lnTo>
                  <a:pt x="59034" y="43876"/>
                </a:lnTo>
                <a:cubicBezTo>
                  <a:pt x="59034" y="34824"/>
                  <a:pt x="57654" y="28333"/>
                  <a:pt x="55098" y="24791"/>
                </a:cubicBezTo>
                <a:cubicBezTo>
                  <a:pt x="52540" y="21247"/>
                  <a:pt x="47816" y="19478"/>
                  <a:pt x="40928" y="19478"/>
                </a:cubicBezTo>
                <a:cubicBezTo>
                  <a:pt x="34043" y="19478"/>
                  <a:pt x="29123" y="21841"/>
                  <a:pt x="26172" y="26561"/>
                </a:cubicBezTo>
                <a:cubicBezTo>
                  <a:pt x="23219" y="31283"/>
                  <a:pt x="21840" y="39547"/>
                  <a:pt x="21840" y="51153"/>
                </a:cubicBezTo>
                <a:lnTo>
                  <a:pt x="21840" y="96207"/>
                </a:lnTo>
                <a:lnTo>
                  <a:pt x="0" y="96207"/>
                </a:lnTo>
                <a:lnTo>
                  <a:pt x="0" y="255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path-60">
            <a:extLst xmlns:a="http://schemas.openxmlformats.org/drawingml/2006/main">
              <a:ext uri="{FF2B5EF4-FFF2-40B4-BE49-F238E27FC236}">
                <a16:creationId xmlns:a16="http://schemas.microsoft.com/office/drawing/2014/main" id="{51987266-7ACA-415B-8F60-3DF2A1352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7159" y="3813126"/>
            <a:ext cx="93526" cy="151248"/>
          </a:xfrm>
          <a:custGeom xmlns:a="http://schemas.openxmlformats.org/drawingml/2006/main">
            <a:pathLst>
              <a:path w="94652" h="153069">
                <a:moveTo>
                  <a:pt x="42701" y="82041"/>
                </a:moveTo>
                <a:lnTo>
                  <a:pt x="42701" y="62958"/>
                </a:lnTo>
                <a:cubicBezTo>
                  <a:pt x="52147" y="62958"/>
                  <a:pt x="58442" y="61974"/>
                  <a:pt x="61790" y="59812"/>
                </a:cubicBezTo>
                <a:cubicBezTo>
                  <a:pt x="67496" y="56270"/>
                  <a:pt x="70448" y="50760"/>
                  <a:pt x="70448" y="43284"/>
                </a:cubicBezTo>
                <a:cubicBezTo>
                  <a:pt x="70448" y="36005"/>
                  <a:pt x="68283" y="30301"/>
                  <a:pt x="64149" y="26364"/>
                </a:cubicBezTo>
                <a:cubicBezTo>
                  <a:pt x="59820" y="22430"/>
                  <a:pt x="54507" y="20462"/>
                  <a:pt x="48211" y="20265"/>
                </a:cubicBezTo>
                <a:cubicBezTo>
                  <a:pt x="41716" y="20265"/>
                  <a:pt x="36796" y="21839"/>
                  <a:pt x="33454" y="24789"/>
                </a:cubicBezTo>
                <a:cubicBezTo>
                  <a:pt x="30304" y="27938"/>
                  <a:pt x="27747" y="33249"/>
                  <a:pt x="26170" y="40332"/>
                </a:cubicBezTo>
                <a:lnTo>
                  <a:pt x="3936" y="40332"/>
                </a:lnTo>
                <a:cubicBezTo>
                  <a:pt x="6294" y="26561"/>
                  <a:pt x="11017" y="16331"/>
                  <a:pt x="18104" y="9643"/>
                </a:cubicBezTo>
                <a:cubicBezTo>
                  <a:pt x="25187" y="3149"/>
                  <a:pt x="35421" y="0"/>
                  <a:pt x="48407" y="0"/>
                </a:cubicBezTo>
                <a:cubicBezTo>
                  <a:pt x="61197" y="0"/>
                  <a:pt x="71628" y="3738"/>
                  <a:pt x="79893" y="11410"/>
                </a:cubicBezTo>
                <a:cubicBezTo>
                  <a:pt x="88157" y="19281"/>
                  <a:pt x="92289" y="29513"/>
                  <a:pt x="92289" y="42300"/>
                </a:cubicBezTo>
                <a:cubicBezTo>
                  <a:pt x="92289" y="55087"/>
                  <a:pt x="86780" y="65319"/>
                  <a:pt x="76154" y="72795"/>
                </a:cubicBezTo>
                <a:cubicBezTo>
                  <a:pt x="88353" y="80075"/>
                  <a:pt x="94652" y="91883"/>
                  <a:pt x="94652" y="108012"/>
                </a:cubicBezTo>
                <a:cubicBezTo>
                  <a:pt x="94652" y="121391"/>
                  <a:pt x="90125" y="132215"/>
                  <a:pt x="81074" y="140478"/>
                </a:cubicBezTo>
                <a:cubicBezTo>
                  <a:pt x="72020" y="148936"/>
                  <a:pt x="60609" y="153069"/>
                  <a:pt x="46637" y="153069"/>
                </a:cubicBezTo>
                <a:cubicBezTo>
                  <a:pt x="28730" y="153069"/>
                  <a:pt x="15544" y="146577"/>
                  <a:pt x="6887" y="133591"/>
                </a:cubicBezTo>
                <a:cubicBezTo>
                  <a:pt x="3344" y="128081"/>
                  <a:pt x="983" y="120608"/>
                  <a:pt x="0" y="110769"/>
                </a:cubicBezTo>
                <a:lnTo>
                  <a:pt x="21645" y="110769"/>
                </a:lnTo>
                <a:cubicBezTo>
                  <a:pt x="22826" y="118048"/>
                  <a:pt x="25580" y="123556"/>
                  <a:pt x="30106" y="127294"/>
                </a:cubicBezTo>
                <a:cubicBezTo>
                  <a:pt x="34438" y="131230"/>
                  <a:pt x="40340" y="133000"/>
                  <a:pt x="47620" y="133000"/>
                </a:cubicBezTo>
                <a:cubicBezTo>
                  <a:pt x="54707" y="133000"/>
                  <a:pt x="60805" y="130639"/>
                  <a:pt x="65528" y="125720"/>
                </a:cubicBezTo>
                <a:cubicBezTo>
                  <a:pt x="70251" y="120802"/>
                  <a:pt x="72611" y="114507"/>
                  <a:pt x="72611" y="107028"/>
                </a:cubicBezTo>
                <a:cubicBezTo>
                  <a:pt x="72611" y="97191"/>
                  <a:pt x="69068" y="89914"/>
                  <a:pt x="61985" y="85585"/>
                </a:cubicBezTo>
                <a:cubicBezTo>
                  <a:pt x="57657" y="83224"/>
                  <a:pt x="51359" y="82041"/>
                  <a:pt x="42701" y="8204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path-61">
            <a:extLst xmlns:a="http://schemas.openxmlformats.org/drawingml/2006/main">
              <a:ext uri="{FF2B5EF4-FFF2-40B4-BE49-F238E27FC236}">
                <a16:creationId xmlns:a16="http://schemas.microsoft.com/office/drawing/2014/main" id="{DE884492-B8A1-43E8-A700-2D9D557F4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683" y="3938517"/>
            <a:ext cx="26445" cy="26245"/>
          </a:xfrm>
          <a:custGeom xmlns:a="http://schemas.openxmlformats.org/drawingml/2006/main">
            <a:pathLst>
              <a:path w="26763" h="26561">
                <a:moveTo>
                  <a:pt x="3938" y="22823"/>
                </a:moveTo>
                <a:cubicBezTo>
                  <a:pt x="1183" y="20462"/>
                  <a:pt x="0" y="17313"/>
                  <a:pt x="0" y="13577"/>
                </a:cubicBezTo>
                <a:cubicBezTo>
                  <a:pt x="0" y="9837"/>
                  <a:pt x="1183" y="6690"/>
                  <a:pt x="3938" y="3934"/>
                </a:cubicBezTo>
                <a:cubicBezTo>
                  <a:pt x="6495" y="1377"/>
                  <a:pt x="9642" y="0"/>
                  <a:pt x="13381" y="0"/>
                </a:cubicBezTo>
                <a:cubicBezTo>
                  <a:pt x="16924" y="0"/>
                  <a:pt x="20073" y="1377"/>
                  <a:pt x="22828" y="3934"/>
                </a:cubicBezTo>
                <a:cubicBezTo>
                  <a:pt x="25386" y="6690"/>
                  <a:pt x="26763" y="9837"/>
                  <a:pt x="26763" y="13379"/>
                </a:cubicBezTo>
                <a:cubicBezTo>
                  <a:pt x="26763" y="17313"/>
                  <a:pt x="25386" y="20462"/>
                  <a:pt x="22828" y="22823"/>
                </a:cubicBezTo>
                <a:cubicBezTo>
                  <a:pt x="20269" y="25184"/>
                  <a:pt x="17121" y="26561"/>
                  <a:pt x="13381" y="26561"/>
                </a:cubicBezTo>
                <a:cubicBezTo>
                  <a:pt x="9642" y="26561"/>
                  <a:pt x="6495" y="25184"/>
                  <a:pt x="3938" y="2282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" name="path-62">
            <a:extLst xmlns:a="http://schemas.openxmlformats.org/drawingml/2006/main">
              <a:ext uri="{FF2B5EF4-FFF2-40B4-BE49-F238E27FC236}">
                <a16:creationId xmlns:a16="http://schemas.microsoft.com/office/drawing/2014/main" id="{3AE88A41-8A45-408E-8CE4-BF808E461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9739" y="3810599"/>
            <a:ext cx="98580" cy="153775"/>
          </a:xfrm>
          <a:custGeom xmlns:a="http://schemas.openxmlformats.org/drawingml/2006/main">
            <a:pathLst>
              <a:path w="99767" h="155626">
                <a:moveTo>
                  <a:pt x="49983" y="135557"/>
                </a:moveTo>
                <a:cubicBezTo>
                  <a:pt x="57657" y="135557"/>
                  <a:pt x="64150" y="132804"/>
                  <a:pt x="69660" y="127296"/>
                </a:cubicBezTo>
                <a:cubicBezTo>
                  <a:pt x="75171" y="121784"/>
                  <a:pt x="77926" y="115292"/>
                  <a:pt x="77926" y="107622"/>
                </a:cubicBezTo>
                <a:cubicBezTo>
                  <a:pt x="77926" y="99948"/>
                  <a:pt x="75171" y="93257"/>
                  <a:pt x="69660" y="87747"/>
                </a:cubicBezTo>
                <a:cubicBezTo>
                  <a:pt x="64150" y="82240"/>
                  <a:pt x="57459" y="79682"/>
                  <a:pt x="49983" y="79682"/>
                </a:cubicBezTo>
                <a:cubicBezTo>
                  <a:pt x="42112" y="79682"/>
                  <a:pt x="35422" y="82436"/>
                  <a:pt x="29910" y="87946"/>
                </a:cubicBezTo>
                <a:cubicBezTo>
                  <a:pt x="24400" y="93456"/>
                  <a:pt x="21843" y="99948"/>
                  <a:pt x="21843" y="107622"/>
                </a:cubicBezTo>
                <a:cubicBezTo>
                  <a:pt x="21843" y="115488"/>
                  <a:pt x="24400" y="121982"/>
                  <a:pt x="29910" y="127492"/>
                </a:cubicBezTo>
                <a:cubicBezTo>
                  <a:pt x="35422" y="133000"/>
                  <a:pt x="42112" y="135557"/>
                  <a:pt x="49983" y="135557"/>
                </a:cubicBezTo>
                <a:moveTo>
                  <a:pt x="55490" y="59613"/>
                </a:moveTo>
                <a:cubicBezTo>
                  <a:pt x="67495" y="59613"/>
                  <a:pt x="77926" y="64338"/>
                  <a:pt x="86584" y="73387"/>
                </a:cubicBezTo>
                <a:cubicBezTo>
                  <a:pt x="95244" y="82632"/>
                  <a:pt x="99767" y="93849"/>
                  <a:pt x="99767" y="107031"/>
                </a:cubicBezTo>
                <a:cubicBezTo>
                  <a:pt x="99767" y="120213"/>
                  <a:pt x="95045" y="131623"/>
                  <a:pt x="85204" y="141264"/>
                </a:cubicBezTo>
                <a:cubicBezTo>
                  <a:pt x="75366" y="151101"/>
                  <a:pt x="63757" y="155626"/>
                  <a:pt x="50376" y="155626"/>
                </a:cubicBezTo>
                <a:cubicBezTo>
                  <a:pt x="36798" y="155626"/>
                  <a:pt x="24991" y="150902"/>
                  <a:pt x="14954" y="141460"/>
                </a:cubicBezTo>
                <a:cubicBezTo>
                  <a:pt x="4918" y="132016"/>
                  <a:pt x="0" y="121197"/>
                  <a:pt x="0" y="108800"/>
                </a:cubicBezTo>
                <a:cubicBezTo>
                  <a:pt x="0" y="96406"/>
                  <a:pt x="4722" y="83616"/>
                  <a:pt x="14561" y="70437"/>
                </a:cubicBezTo>
                <a:lnTo>
                  <a:pt x="66512" y="0"/>
                </a:lnTo>
                <a:lnTo>
                  <a:pt x="82846" y="12200"/>
                </a:lnTo>
                <a:lnTo>
                  <a:pt x="47424" y="60401"/>
                </a:lnTo>
                <a:cubicBezTo>
                  <a:pt x="51163" y="60008"/>
                  <a:pt x="53919" y="59613"/>
                  <a:pt x="55490" y="5961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" name="path-63">
            <a:extLst xmlns:a="http://schemas.openxmlformats.org/drawingml/2006/main">
              <a:ext uri="{FF2B5EF4-FFF2-40B4-BE49-F238E27FC236}">
                <a16:creationId xmlns:a16="http://schemas.microsoft.com/office/drawing/2014/main" id="{826D5CD6-2DB0-49CD-B032-667D2E097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013" y="3905858"/>
            <a:ext cx="42389" cy="18661"/>
          </a:xfrm>
          <a:custGeom xmlns:a="http://schemas.openxmlformats.org/drawingml/2006/main">
            <a:pathLst>
              <a:path w="42899" h="18886">
                <a:moveTo>
                  <a:pt x="0" y="0"/>
                </a:moveTo>
                <a:lnTo>
                  <a:pt x="42899" y="0"/>
                </a:lnTo>
                <a:lnTo>
                  <a:pt x="42899" y="18886"/>
                </a:lnTo>
                <a:lnTo>
                  <a:pt x="0" y="1888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path-64">
            <a:extLst xmlns:a="http://schemas.openxmlformats.org/drawingml/2006/main">
              <a:ext uri="{FF2B5EF4-FFF2-40B4-BE49-F238E27FC236}">
                <a16:creationId xmlns:a16="http://schemas.microsoft.com/office/drawing/2014/main" id="{394FECA7-3010-4C5F-A357-F5BE774D6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901" y="3815655"/>
            <a:ext cx="82248" cy="146580"/>
          </a:xfrm>
          <a:custGeom xmlns:a="http://schemas.openxmlformats.org/drawingml/2006/main">
            <a:pathLst>
              <a:path w="83238" h="148344">
                <a:moveTo>
                  <a:pt x="22434" y="67288"/>
                </a:moveTo>
                <a:lnTo>
                  <a:pt x="30895" y="67288"/>
                </a:lnTo>
                <a:cubicBezTo>
                  <a:pt x="51360" y="67288"/>
                  <a:pt x="61594" y="59414"/>
                  <a:pt x="61594" y="43677"/>
                </a:cubicBezTo>
                <a:cubicBezTo>
                  <a:pt x="61594" y="28330"/>
                  <a:pt x="50968" y="20658"/>
                  <a:pt x="29911" y="20658"/>
                </a:cubicBezTo>
                <a:lnTo>
                  <a:pt x="22434" y="20658"/>
                </a:lnTo>
                <a:lnTo>
                  <a:pt x="22434" y="67288"/>
                </a:lnTo>
                <a:moveTo>
                  <a:pt x="22434" y="88140"/>
                </a:moveTo>
                <a:lnTo>
                  <a:pt x="22434" y="148344"/>
                </a:lnTo>
                <a:lnTo>
                  <a:pt x="0" y="148344"/>
                </a:lnTo>
                <a:lnTo>
                  <a:pt x="0" y="0"/>
                </a:lnTo>
                <a:lnTo>
                  <a:pt x="25384" y="0"/>
                </a:lnTo>
                <a:cubicBezTo>
                  <a:pt x="37587" y="0"/>
                  <a:pt x="47032" y="984"/>
                  <a:pt x="53524" y="2555"/>
                </a:cubicBezTo>
                <a:cubicBezTo>
                  <a:pt x="59822" y="4327"/>
                  <a:pt x="65529" y="7672"/>
                  <a:pt x="70449" y="12394"/>
                </a:cubicBezTo>
                <a:cubicBezTo>
                  <a:pt x="78910" y="20854"/>
                  <a:pt x="83238" y="31673"/>
                  <a:pt x="83238" y="44661"/>
                </a:cubicBezTo>
                <a:cubicBezTo>
                  <a:pt x="83238" y="57844"/>
                  <a:pt x="78711" y="68466"/>
                  <a:pt x="69660" y="76334"/>
                </a:cubicBezTo>
                <a:cubicBezTo>
                  <a:pt x="60611" y="84205"/>
                  <a:pt x="48213" y="88140"/>
                  <a:pt x="32862" y="88140"/>
                </a:cubicBezTo>
                <a:lnTo>
                  <a:pt x="22434" y="8814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" name="path-65">
            <a:extLst xmlns:a="http://schemas.openxmlformats.org/drawingml/2006/main">
              <a:ext uri="{FF2B5EF4-FFF2-40B4-BE49-F238E27FC236}">
                <a16:creationId xmlns:a16="http://schemas.microsoft.com/office/drawing/2014/main" id="{9B636076-52BE-4C7A-8E55-4AA32FD3E7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9816" y="3801851"/>
            <a:ext cx="21390" cy="160384"/>
          </a:xfrm>
          <a:custGeom xmlns:a="http://schemas.openxmlformats.org/drawingml/2006/main">
            <a:pathLst>
              <a:path w="21647" h="162314">
                <a:moveTo>
                  <a:pt x="0" y="0"/>
                </a:moveTo>
                <a:lnTo>
                  <a:pt x="21647" y="0"/>
                </a:lnTo>
                <a:lnTo>
                  <a:pt x="21647" y="162314"/>
                </a:lnTo>
                <a:lnTo>
                  <a:pt x="0" y="16231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" name="path-66">
            <a:extLst xmlns:a="http://schemas.openxmlformats.org/drawingml/2006/main">
              <a:ext uri="{FF2B5EF4-FFF2-40B4-BE49-F238E27FC236}">
                <a16:creationId xmlns:a16="http://schemas.microsoft.com/office/drawing/2014/main" id="{F2CD782C-F3C6-4280-A3B1-D84C06FE5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8230" y="3869697"/>
            <a:ext cx="79138" cy="95065"/>
          </a:xfrm>
          <a:custGeom xmlns:a="http://schemas.openxmlformats.org/drawingml/2006/main">
            <a:pathLst>
              <a:path w="80091" h="96210">
                <a:moveTo>
                  <a:pt x="21648" y="0"/>
                </a:moveTo>
                <a:lnTo>
                  <a:pt x="21648" y="53713"/>
                </a:lnTo>
                <a:cubicBezTo>
                  <a:pt x="21648" y="69453"/>
                  <a:pt x="27749" y="77125"/>
                  <a:pt x="39950" y="77125"/>
                </a:cubicBezTo>
                <a:cubicBezTo>
                  <a:pt x="52148" y="77125"/>
                  <a:pt x="58446" y="69453"/>
                  <a:pt x="58446" y="53713"/>
                </a:cubicBezTo>
                <a:lnTo>
                  <a:pt x="58446" y="0"/>
                </a:lnTo>
                <a:lnTo>
                  <a:pt x="80091" y="0"/>
                </a:lnTo>
                <a:lnTo>
                  <a:pt x="80091" y="54304"/>
                </a:lnTo>
                <a:cubicBezTo>
                  <a:pt x="80091" y="61780"/>
                  <a:pt x="79108" y="68272"/>
                  <a:pt x="77336" y="73387"/>
                </a:cubicBezTo>
                <a:cubicBezTo>
                  <a:pt x="75368" y="78502"/>
                  <a:pt x="72221" y="83027"/>
                  <a:pt x="67894" y="86765"/>
                </a:cubicBezTo>
                <a:cubicBezTo>
                  <a:pt x="60414" y="93061"/>
                  <a:pt x="51164" y="96210"/>
                  <a:pt x="39950" y="96210"/>
                </a:cubicBezTo>
                <a:cubicBezTo>
                  <a:pt x="28731" y="96210"/>
                  <a:pt x="19482" y="93061"/>
                  <a:pt x="12203" y="86765"/>
                </a:cubicBezTo>
                <a:cubicBezTo>
                  <a:pt x="7676" y="83027"/>
                  <a:pt x="4528" y="78897"/>
                  <a:pt x="2757" y="74175"/>
                </a:cubicBezTo>
                <a:cubicBezTo>
                  <a:pt x="789" y="69453"/>
                  <a:pt x="0" y="62958"/>
                  <a:pt x="0" y="54304"/>
                </a:cubicBezTo>
                <a:lnTo>
                  <a:pt x="0" y="0"/>
                </a:lnTo>
                <a:lnTo>
                  <a:pt x="21648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7" name="path-67">
            <a:extLst xmlns:a="http://schemas.openxmlformats.org/drawingml/2006/main">
              <a:ext uri="{FF2B5EF4-FFF2-40B4-BE49-F238E27FC236}">
                <a16:creationId xmlns:a16="http://schemas.microsoft.com/office/drawing/2014/main" id="{278560E0-08F1-4DE4-AFC7-5DCDDD519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7980" y="3867172"/>
            <a:ext cx="65915" cy="97590"/>
          </a:xfrm>
          <a:custGeom xmlns:a="http://schemas.openxmlformats.org/drawingml/2006/main">
            <a:pathLst>
              <a:path w="66708" h="98765">
                <a:moveTo>
                  <a:pt x="32468" y="19478"/>
                </a:moveTo>
                <a:cubicBezTo>
                  <a:pt x="30501" y="19478"/>
                  <a:pt x="28729" y="20265"/>
                  <a:pt x="27352" y="21443"/>
                </a:cubicBezTo>
                <a:cubicBezTo>
                  <a:pt x="25777" y="22820"/>
                  <a:pt x="25187" y="24592"/>
                  <a:pt x="25187" y="26561"/>
                </a:cubicBezTo>
                <a:cubicBezTo>
                  <a:pt x="25187" y="30102"/>
                  <a:pt x="29321" y="33641"/>
                  <a:pt x="37782" y="37185"/>
                </a:cubicBezTo>
                <a:cubicBezTo>
                  <a:pt x="49197" y="42104"/>
                  <a:pt x="56870" y="46627"/>
                  <a:pt x="60806" y="50760"/>
                </a:cubicBezTo>
                <a:cubicBezTo>
                  <a:pt x="64741" y="55087"/>
                  <a:pt x="66708" y="61186"/>
                  <a:pt x="66708" y="69057"/>
                </a:cubicBezTo>
                <a:cubicBezTo>
                  <a:pt x="66708" y="77321"/>
                  <a:pt x="63363" y="84205"/>
                  <a:pt x="56870" y="90108"/>
                </a:cubicBezTo>
                <a:cubicBezTo>
                  <a:pt x="50180" y="96013"/>
                  <a:pt x="42506" y="98765"/>
                  <a:pt x="33451" y="98765"/>
                </a:cubicBezTo>
                <a:cubicBezTo>
                  <a:pt x="17710" y="98765"/>
                  <a:pt x="6492" y="91289"/>
                  <a:pt x="0" y="75942"/>
                </a:cubicBezTo>
                <a:lnTo>
                  <a:pt x="18497" y="67482"/>
                </a:lnTo>
                <a:cubicBezTo>
                  <a:pt x="20858" y="72007"/>
                  <a:pt x="23220" y="75154"/>
                  <a:pt x="25187" y="76926"/>
                </a:cubicBezTo>
                <a:cubicBezTo>
                  <a:pt x="27156" y="78698"/>
                  <a:pt x="30108" y="79680"/>
                  <a:pt x="33650" y="79680"/>
                </a:cubicBezTo>
                <a:cubicBezTo>
                  <a:pt x="40929" y="79680"/>
                  <a:pt x="44669" y="76337"/>
                  <a:pt x="44669" y="69646"/>
                </a:cubicBezTo>
                <a:cubicBezTo>
                  <a:pt x="44669" y="65712"/>
                  <a:pt x="41717" y="62171"/>
                  <a:pt x="36206" y="58828"/>
                </a:cubicBezTo>
                <a:cubicBezTo>
                  <a:pt x="34043" y="57844"/>
                  <a:pt x="31878" y="56859"/>
                  <a:pt x="29712" y="55679"/>
                </a:cubicBezTo>
                <a:cubicBezTo>
                  <a:pt x="27352" y="54695"/>
                  <a:pt x="24205" y="53119"/>
                  <a:pt x="19875" y="51153"/>
                </a:cubicBezTo>
                <a:cubicBezTo>
                  <a:pt x="15547" y="49185"/>
                  <a:pt x="12003" y="46235"/>
                  <a:pt x="9248" y="42693"/>
                </a:cubicBezTo>
                <a:cubicBezTo>
                  <a:pt x="6297" y="39151"/>
                  <a:pt x="4921" y="33840"/>
                  <a:pt x="4921" y="26561"/>
                </a:cubicBezTo>
                <a:cubicBezTo>
                  <a:pt x="4921" y="19478"/>
                  <a:pt x="7676" y="13376"/>
                  <a:pt x="13182" y="8067"/>
                </a:cubicBezTo>
                <a:cubicBezTo>
                  <a:pt x="18890" y="2754"/>
                  <a:pt x="25777" y="0"/>
                  <a:pt x="34043" y="0"/>
                </a:cubicBezTo>
                <a:cubicBezTo>
                  <a:pt x="45849" y="0"/>
                  <a:pt x="54901" y="6295"/>
                  <a:pt x="60806" y="18493"/>
                </a:cubicBezTo>
                <a:lnTo>
                  <a:pt x="42898" y="28134"/>
                </a:lnTo>
                <a:cubicBezTo>
                  <a:pt x="39947" y="22428"/>
                  <a:pt x="36404" y="19478"/>
                  <a:pt x="32468" y="1947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8" name="path-68">
            <a:extLst xmlns:a="http://schemas.openxmlformats.org/drawingml/2006/main">
              <a:ext uri="{FF2B5EF4-FFF2-40B4-BE49-F238E27FC236}">
                <a16:creationId xmlns:a16="http://schemas.microsoft.com/office/drawing/2014/main" id="{378863B6-1DC7-4EED-B41D-48D703EB9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6567" y="3435420"/>
            <a:ext cx="191" cy="40928"/>
          </a:xfrm>
          <a:custGeom xmlns:a="http://schemas.openxmlformats.org/drawingml/2006/main">
            <a:pathLst>
              <a:path w="191" h="41420">
                <a:moveTo>
                  <a:pt x="0" y="0"/>
                </a:moveTo>
                <a:lnTo>
                  <a:pt x="0" y="4142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69" name="path-69">
            <a:extLst xmlns:a="http://schemas.openxmlformats.org/drawingml/2006/main">
              <a:ext uri="{FF2B5EF4-FFF2-40B4-BE49-F238E27FC236}">
                <a16:creationId xmlns:a16="http://schemas.microsoft.com/office/drawing/2014/main" id="{954B2D20-0009-4062-B1C9-8F8ABEA536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1323" y="3557265"/>
            <a:ext cx="153221" cy="151830"/>
          </a:xfrm>
          <a:custGeom xmlns:a="http://schemas.openxmlformats.org/drawingml/2006/main">
            <a:pathLst>
              <a:path w="155065" h="153658">
                <a:moveTo>
                  <a:pt x="22432" y="77122"/>
                </a:moveTo>
                <a:cubicBezTo>
                  <a:pt x="22432" y="93257"/>
                  <a:pt x="27942" y="106437"/>
                  <a:pt x="38961" y="117064"/>
                </a:cubicBezTo>
                <a:cubicBezTo>
                  <a:pt x="49983" y="127686"/>
                  <a:pt x="62969" y="132801"/>
                  <a:pt x="77926" y="132801"/>
                </a:cubicBezTo>
                <a:cubicBezTo>
                  <a:pt x="92880" y="132801"/>
                  <a:pt x="105671" y="127492"/>
                  <a:pt x="116297" y="116669"/>
                </a:cubicBezTo>
                <a:cubicBezTo>
                  <a:pt x="126923" y="105848"/>
                  <a:pt x="132433" y="92469"/>
                  <a:pt x="132433" y="76732"/>
                </a:cubicBezTo>
                <a:cubicBezTo>
                  <a:pt x="132433" y="60990"/>
                  <a:pt x="127122" y="47808"/>
                  <a:pt x="116691" y="37185"/>
                </a:cubicBezTo>
                <a:cubicBezTo>
                  <a:pt x="106065" y="26558"/>
                  <a:pt x="92880" y="21051"/>
                  <a:pt x="77531" y="21051"/>
                </a:cubicBezTo>
                <a:cubicBezTo>
                  <a:pt x="61985" y="21051"/>
                  <a:pt x="48998" y="26362"/>
                  <a:pt x="38570" y="36987"/>
                </a:cubicBezTo>
                <a:cubicBezTo>
                  <a:pt x="27746" y="47808"/>
                  <a:pt x="22432" y="61189"/>
                  <a:pt x="22432" y="77122"/>
                </a:cubicBezTo>
                <a:moveTo>
                  <a:pt x="0" y="76334"/>
                </a:moveTo>
                <a:cubicBezTo>
                  <a:pt x="0" y="55480"/>
                  <a:pt x="7478" y="37382"/>
                  <a:pt x="22826" y="22428"/>
                </a:cubicBezTo>
                <a:cubicBezTo>
                  <a:pt x="37978" y="7476"/>
                  <a:pt x="56279" y="0"/>
                  <a:pt x="77531" y="0"/>
                </a:cubicBezTo>
                <a:cubicBezTo>
                  <a:pt x="98783" y="0"/>
                  <a:pt x="117083" y="7672"/>
                  <a:pt x="132238" y="22626"/>
                </a:cubicBezTo>
                <a:cubicBezTo>
                  <a:pt x="147391" y="37775"/>
                  <a:pt x="155065" y="56072"/>
                  <a:pt x="155065" y="77319"/>
                </a:cubicBezTo>
                <a:cubicBezTo>
                  <a:pt x="155065" y="98568"/>
                  <a:pt x="147391" y="116669"/>
                  <a:pt x="132041" y="131424"/>
                </a:cubicBezTo>
                <a:cubicBezTo>
                  <a:pt x="116691" y="146378"/>
                  <a:pt x="98391" y="153658"/>
                  <a:pt x="76745" y="153658"/>
                </a:cubicBezTo>
                <a:cubicBezTo>
                  <a:pt x="57461" y="153658"/>
                  <a:pt x="40340" y="147166"/>
                  <a:pt x="25187" y="133984"/>
                </a:cubicBezTo>
                <a:cubicBezTo>
                  <a:pt x="8265" y="119425"/>
                  <a:pt x="0" y="100141"/>
                  <a:pt x="0" y="7633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path-70">
            <a:extLst xmlns:a="http://schemas.openxmlformats.org/drawingml/2006/main">
              <a:ext uri="{FF2B5EF4-FFF2-40B4-BE49-F238E27FC236}">
                <a16:creationId xmlns:a16="http://schemas.microsoft.com/office/drawing/2014/main" id="{CE4EC814-CE3B-4CFA-9F36-BAB0835F0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264" y="3614030"/>
            <a:ext cx="79138" cy="95065"/>
          </a:xfrm>
          <a:custGeom xmlns:a="http://schemas.openxmlformats.org/drawingml/2006/main">
            <a:pathLst>
              <a:path w="80091" h="96210">
                <a:moveTo>
                  <a:pt x="21646" y="0"/>
                </a:moveTo>
                <a:lnTo>
                  <a:pt x="21646" y="53710"/>
                </a:lnTo>
                <a:cubicBezTo>
                  <a:pt x="21646" y="69453"/>
                  <a:pt x="27746" y="77122"/>
                  <a:pt x="39948" y="77122"/>
                </a:cubicBezTo>
                <a:cubicBezTo>
                  <a:pt x="52146" y="77122"/>
                  <a:pt x="58444" y="69453"/>
                  <a:pt x="58444" y="53710"/>
                </a:cubicBezTo>
                <a:lnTo>
                  <a:pt x="58444" y="0"/>
                </a:lnTo>
                <a:lnTo>
                  <a:pt x="80091" y="0"/>
                </a:lnTo>
                <a:lnTo>
                  <a:pt x="80091" y="54302"/>
                </a:lnTo>
                <a:cubicBezTo>
                  <a:pt x="80091" y="61778"/>
                  <a:pt x="79105" y="68270"/>
                  <a:pt x="77333" y="73387"/>
                </a:cubicBezTo>
                <a:cubicBezTo>
                  <a:pt x="75366" y="78502"/>
                  <a:pt x="72218" y="83027"/>
                  <a:pt x="67891" y="86765"/>
                </a:cubicBezTo>
                <a:cubicBezTo>
                  <a:pt x="60412" y="93061"/>
                  <a:pt x="51162" y="96210"/>
                  <a:pt x="39948" y="96210"/>
                </a:cubicBezTo>
                <a:cubicBezTo>
                  <a:pt x="28729" y="96210"/>
                  <a:pt x="19482" y="93061"/>
                  <a:pt x="12200" y="86765"/>
                </a:cubicBezTo>
                <a:cubicBezTo>
                  <a:pt x="7673" y="83027"/>
                  <a:pt x="4526" y="78894"/>
                  <a:pt x="2755" y="74175"/>
                </a:cubicBezTo>
                <a:cubicBezTo>
                  <a:pt x="787" y="69453"/>
                  <a:pt x="0" y="62961"/>
                  <a:pt x="0" y="54302"/>
                </a:cubicBezTo>
                <a:lnTo>
                  <a:pt x="0" y="0"/>
                </a:lnTo>
                <a:lnTo>
                  <a:pt x="21646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71">
            <a:extLst xmlns:a="http://schemas.openxmlformats.org/drawingml/2006/main">
              <a:ext uri="{FF2B5EF4-FFF2-40B4-BE49-F238E27FC236}">
                <a16:creationId xmlns:a16="http://schemas.microsoft.com/office/drawing/2014/main" id="{A7820B83-E45E-4134-AAFA-48DED0EEA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4234" y="3611503"/>
            <a:ext cx="60473" cy="95063"/>
          </a:xfrm>
          <a:custGeom xmlns:a="http://schemas.openxmlformats.org/drawingml/2006/main">
            <a:pathLst>
              <a:path w="61201" h="96207">
                <a:moveTo>
                  <a:pt x="0" y="2557"/>
                </a:moveTo>
                <a:lnTo>
                  <a:pt x="21648" y="2557"/>
                </a:lnTo>
                <a:lnTo>
                  <a:pt x="21648" y="11017"/>
                </a:lnTo>
                <a:cubicBezTo>
                  <a:pt x="25584" y="6884"/>
                  <a:pt x="29123" y="4133"/>
                  <a:pt x="32274" y="2557"/>
                </a:cubicBezTo>
                <a:cubicBezTo>
                  <a:pt x="35422" y="984"/>
                  <a:pt x="39357" y="196"/>
                  <a:pt x="44471" y="0"/>
                </a:cubicBezTo>
                <a:cubicBezTo>
                  <a:pt x="49392" y="0"/>
                  <a:pt x="54902" y="1968"/>
                  <a:pt x="61201" y="5706"/>
                </a:cubicBezTo>
                <a:lnTo>
                  <a:pt x="51359" y="25380"/>
                </a:lnTo>
                <a:cubicBezTo>
                  <a:pt x="47228" y="22624"/>
                  <a:pt x="43293" y="21051"/>
                  <a:pt x="39357" y="21051"/>
                </a:cubicBezTo>
                <a:cubicBezTo>
                  <a:pt x="27550" y="21051"/>
                  <a:pt x="21648" y="29904"/>
                  <a:pt x="21648" y="47614"/>
                </a:cubicBezTo>
                <a:lnTo>
                  <a:pt x="21648" y="96207"/>
                </a:lnTo>
                <a:lnTo>
                  <a:pt x="0" y="96207"/>
                </a:lnTo>
                <a:lnTo>
                  <a:pt x="0" y="255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path-72">
            <a:extLst xmlns:a="http://schemas.openxmlformats.org/drawingml/2006/main">
              <a:ext uri="{FF2B5EF4-FFF2-40B4-BE49-F238E27FC236}">
                <a16:creationId xmlns:a16="http://schemas.microsoft.com/office/drawing/2014/main" id="{2AEE2C4B-F730-496D-9187-66E21E5DC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90734" y="3611503"/>
            <a:ext cx="65916" cy="97592"/>
          </a:xfrm>
          <a:custGeom xmlns:a="http://schemas.openxmlformats.org/drawingml/2006/main">
            <a:pathLst>
              <a:path w="66710" h="98767">
                <a:moveTo>
                  <a:pt x="32468" y="19478"/>
                </a:moveTo>
                <a:cubicBezTo>
                  <a:pt x="30500" y="19478"/>
                  <a:pt x="28731" y="20265"/>
                  <a:pt x="27352" y="21443"/>
                </a:cubicBezTo>
                <a:cubicBezTo>
                  <a:pt x="25779" y="22823"/>
                  <a:pt x="25187" y="24592"/>
                  <a:pt x="25187" y="26561"/>
                </a:cubicBezTo>
                <a:cubicBezTo>
                  <a:pt x="25187" y="30102"/>
                  <a:pt x="29319" y="33644"/>
                  <a:pt x="37781" y="37183"/>
                </a:cubicBezTo>
                <a:cubicBezTo>
                  <a:pt x="49196" y="42102"/>
                  <a:pt x="56869" y="46630"/>
                  <a:pt x="60805" y="50760"/>
                </a:cubicBezTo>
                <a:cubicBezTo>
                  <a:pt x="64740" y="55090"/>
                  <a:pt x="66710" y="61189"/>
                  <a:pt x="66710" y="69057"/>
                </a:cubicBezTo>
                <a:cubicBezTo>
                  <a:pt x="66710" y="77321"/>
                  <a:pt x="63362" y="84208"/>
                  <a:pt x="56869" y="90108"/>
                </a:cubicBezTo>
                <a:cubicBezTo>
                  <a:pt x="50179" y="96011"/>
                  <a:pt x="42505" y="98767"/>
                  <a:pt x="33451" y="98767"/>
                </a:cubicBezTo>
                <a:cubicBezTo>
                  <a:pt x="17709" y="98767"/>
                  <a:pt x="6495" y="91291"/>
                  <a:pt x="0" y="75944"/>
                </a:cubicBezTo>
                <a:lnTo>
                  <a:pt x="18497" y="67484"/>
                </a:lnTo>
                <a:cubicBezTo>
                  <a:pt x="20857" y="72010"/>
                  <a:pt x="23219" y="75156"/>
                  <a:pt x="25187" y="76928"/>
                </a:cubicBezTo>
                <a:cubicBezTo>
                  <a:pt x="27155" y="78696"/>
                  <a:pt x="30107" y="79680"/>
                  <a:pt x="33650" y="79680"/>
                </a:cubicBezTo>
                <a:cubicBezTo>
                  <a:pt x="40931" y="79680"/>
                  <a:pt x="44669" y="76337"/>
                  <a:pt x="44669" y="69649"/>
                </a:cubicBezTo>
                <a:cubicBezTo>
                  <a:pt x="44669" y="65712"/>
                  <a:pt x="41716" y="62173"/>
                  <a:pt x="36206" y="58825"/>
                </a:cubicBezTo>
                <a:cubicBezTo>
                  <a:pt x="34043" y="57844"/>
                  <a:pt x="31878" y="56859"/>
                  <a:pt x="29714" y="55679"/>
                </a:cubicBezTo>
                <a:cubicBezTo>
                  <a:pt x="27352" y="54695"/>
                  <a:pt x="24205" y="53121"/>
                  <a:pt x="19874" y="51153"/>
                </a:cubicBezTo>
                <a:cubicBezTo>
                  <a:pt x="15546" y="49185"/>
                  <a:pt x="12002" y="46235"/>
                  <a:pt x="9247" y="42693"/>
                </a:cubicBezTo>
                <a:cubicBezTo>
                  <a:pt x="6295" y="39151"/>
                  <a:pt x="4918" y="33840"/>
                  <a:pt x="4918" y="26561"/>
                </a:cubicBezTo>
                <a:cubicBezTo>
                  <a:pt x="4918" y="19478"/>
                  <a:pt x="7675" y="13381"/>
                  <a:pt x="13182" y="8065"/>
                </a:cubicBezTo>
                <a:cubicBezTo>
                  <a:pt x="18890" y="2754"/>
                  <a:pt x="25779" y="0"/>
                  <a:pt x="34043" y="0"/>
                </a:cubicBezTo>
                <a:cubicBezTo>
                  <a:pt x="45849" y="0"/>
                  <a:pt x="54902" y="6298"/>
                  <a:pt x="60805" y="18493"/>
                </a:cubicBezTo>
                <a:lnTo>
                  <a:pt x="42897" y="28134"/>
                </a:lnTo>
                <a:cubicBezTo>
                  <a:pt x="39945" y="22428"/>
                  <a:pt x="36405" y="19478"/>
                  <a:pt x="32468" y="1947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3" name="path-73">
            <a:extLst xmlns:a="http://schemas.openxmlformats.org/drawingml/2006/main">
              <a:ext uri="{FF2B5EF4-FFF2-40B4-BE49-F238E27FC236}">
                <a16:creationId xmlns:a16="http://schemas.microsoft.com/office/drawing/2014/main" id="{E623BD52-4641-4DCF-A309-E8FA5829A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5524" y="3435420"/>
            <a:ext cx="6044772" cy="191"/>
          </a:xfrm>
          <a:custGeom xmlns:a="http://schemas.openxmlformats.org/drawingml/2006/main">
            <a:pathLst>
              <a:path w="6117533" h="191">
                <a:moveTo>
                  <a:pt x="0" y="0"/>
                </a:moveTo>
                <a:lnTo>
                  <a:pt x="6117533" y="0"/>
                </a:lnTo>
              </a:path>
            </a:pathLst>
          </a:custGeom>
          <a:noFill xmlns:a="http://schemas.openxmlformats.org/drawingml/2006/main"/>
          <a:ln xmlns:a="http://schemas.openxmlformats.org/drawingml/2006/main" w="6140">
            <a:solidFill>
              <a:srgbClr val="B0B0B0">
                <a:alpha val="25000"/>
              </a:srgbClr>
            </a:solidFill>
            <a:prstDash val="solid"/>
          </a:ln>
        </p:spPr>
      </p:sp>
      <p:sp>
        <p:nvSpPr>
          <p:cNvPr id="74" name="path-74">
            <a:extLst xmlns:a="http://schemas.openxmlformats.org/drawingml/2006/main">
              <a:ext uri="{FF2B5EF4-FFF2-40B4-BE49-F238E27FC236}">
                <a16:creationId xmlns:a16="http://schemas.microsoft.com/office/drawing/2014/main" id="{73AEA3A4-45C3-4E10-AE18-9B320CDAB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64589" y="3435420"/>
            <a:ext cx="40935" cy="191"/>
          </a:xfrm>
          <a:custGeom xmlns:a="http://schemas.openxmlformats.org/drawingml/2006/main">
            <a:pathLst>
              <a:path w="41428" h="191">
                <a:moveTo>
                  <a:pt x="41428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75" name="path-75">
            <a:extLst xmlns:a="http://schemas.openxmlformats.org/drawingml/2006/main">
              <a:ext uri="{FF2B5EF4-FFF2-40B4-BE49-F238E27FC236}">
                <a16:creationId xmlns:a16="http://schemas.microsoft.com/office/drawing/2014/main" id="{C2FABE28-88EE-49C5-9182-EDCA72B5DA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2150" y="3354080"/>
            <a:ext cx="115436" cy="165756"/>
          </a:xfrm>
          <a:custGeom xmlns:a="http://schemas.openxmlformats.org/drawingml/2006/main">
            <a:pathLst>
              <a:path w="116826" h="167752">
                <a:moveTo>
                  <a:pt x="76641" y="124259"/>
                </a:moveTo>
                <a:lnTo>
                  <a:pt x="76641" y="71864"/>
                </a:lnTo>
                <a:lnTo>
                  <a:pt x="40806" y="124259"/>
                </a:lnTo>
                <a:lnTo>
                  <a:pt x="76641" y="124259"/>
                </a:lnTo>
                <a:moveTo>
                  <a:pt x="100255" y="124259"/>
                </a:moveTo>
                <a:lnTo>
                  <a:pt x="116826" y="124259"/>
                </a:lnTo>
                <a:lnTo>
                  <a:pt x="116826" y="145591"/>
                </a:lnTo>
                <a:lnTo>
                  <a:pt x="100255" y="145591"/>
                </a:lnTo>
                <a:lnTo>
                  <a:pt x="100255" y="167752"/>
                </a:lnTo>
                <a:lnTo>
                  <a:pt x="76641" y="167752"/>
                </a:lnTo>
                <a:lnTo>
                  <a:pt x="76641" y="145591"/>
                </a:lnTo>
                <a:lnTo>
                  <a:pt x="0" y="145591"/>
                </a:lnTo>
                <a:lnTo>
                  <a:pt x="100255" y="0"/>
                </a:lnTo>
                <a:lnTo>
                  <a:pt x="100255" y="12425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" name="path-76">
            <a:extLst xmlns:a="http://schemas.openxmlformats.org/drawingml/2006/main">
              <a:ext uri="{FF2B5EF4-FFF2-40B4-BE49-F238E27FC236}">
                <a16:creationId xmlns:a16="http://schemas.microsoft.com/office/drawing/2014/main" id="{E8173312-B37E-4E06-BB45-142E001D0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5187" y="3362880"/>
            <a:ext cx="109091" cy="159205"/>
          </a:xfrm>
          <a:custGeom xmlns:a="http://schemas.openxmlformats.org/drawingml/2006/main">
            <a:pathLst>
              <a:path w="110404" h="161122">
                <a:moveTo>
                  <a:pt x="78092" y="123018"/>
                </a:moveTo>
                <a:cubicBezTo>
                  <a:pt x="84098" y="111833"/>
                  <a:pt x="87204" y="97749"/>
                  <a:pt x="87204" y="80768"/>
                </a:cubicBezTo>
                <a:cubicBezTo>
                  <a:pt x="87204" y="63787"/>
                  <a:pt x="84098" y="49497"/>
                  <a:pt x="78092" y="38313"/>
                </a:cubicBezTo>
                <a:cubicBezTo>
                  <a:pt x="71875" y="27128"/>
                  <a:pt x="64214" y="21538"/>
                  <a:pt x="55099" y="21538"/>
                </a:cubicBezTo>
                <a:cubicBezTo>
                  <a:pt x="45986" y="21538"/>
                  <a:pt x="38322" y="26922"/>
                  <a:pt x="32315" y="38107"/>
                </a:cubicBezTo>
                <a:cubicBezTo>
                  <a:pt x="26099" y="49289"/>
                  <a:pt x="23200" y="63370"/>
                  <a:pt x="23200" y="80354"/>
                </a:cubicBezTo>
                <a:cubicBezTo>
                  <a:pt x="23200" y="97337"/>
                  <a:pt x="26099" y="111627"/>
                  <a:pt x="32105" y="122809"/>
                </a:cubicBezTo>
                <a:cubicBezTo>
                  <a:pt x="38115" y="134202"/>
                  <a:pt x="45776" y="139998"/>
                  <a:pt x="55305" y="139998"/>
                </a:cubicBezTo>
                <a:cubicBezTo>
                  <a:pt x="64421" y="139998"/>
                  <a:pt x="72085" y="134202"/>
                  <a:pt x="78092" y="123018"/>
                </a:cubicBezTo>
                <a:moveTo>
                  <a:pt x="55305" y="161122"/>
                </a:moveTo>
                <a:cubicBezTo>
                  <a:pt x="40599" y="161122"/>
                  <a:pt x="27757" y="154288"/>
                  <a:pt x="16570" y="140204"/>
                </a:cubicBezTo>
                <a:cubicBezTo>
                  <a:pt x="5386" y="126123"/>
                  <a:pt x="0" y="106449"/>
                  <a:pt x="0" y="80768"/>
                </a:cubicBezTo>
                <a:cubicBezTo>
                  <a:pt x="0" y="55293"/>
                  <a:pt x="5799" y="35207"/>
                  <a:pt x="17399" y="20294"/>
                </a:cubicBezTo>
                <a:cubicBezTo>
                  <a:pt x="27757" y="6833"/>
                  <a:pt x="40393" y="0"/>
                  <a:pt x="55305" y="0"/>
                </a:cubicBezTo>
                <a:cubicBezTo>
                  <a:pt x="70014" y="0"/>
                  <a:pt x="82649" y="6833"/>
                  <a:pt x="93004" y="20294"/>
                </a:cubicBezTo>
                <a:cubicBezTo>
                  <a:pt x="104604" y="35207"/>
                  <a:pt x="110404" y="55293"/>
                  <a:pt x="110404" y="80768"/>
                </a:cubicBezTo>
                <a:cubicBezTo>
                  <a:pt x="110404" y="106449"/>
                  <a:pt x="104604" y="126537"/>
                  <a:pt x="93004" y="141242"/>
                </a:cubicBezTo>
                <a:cubicBezTo>
                  <a:pt x="82649" y="154497"/>
                  <a:pt x="70014" y="161122"/>
                  <a:pt x="55305" y="16112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" name="path-77">
            <a:extLst xmlns:a="http://schemas.openxmlformats.org/drawingml/2006/main">
              <a:ext uri="{FF2B5EF4-FFF2-40B4-BE49-F238E27FC236}">
                <a16:creationId xmlns:a16="http://schemas.microsoft.com/office/drawing/2014/main" id="{FA98FACC-360F-435D-9B09-19090D982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5524" y="2933880"/>
            <a:ext cx="6044772" cy="191"/>
          </a:xfrm>
          <a:custGeom xmlns:a="http://schemas.openxmlformats.org/drawingml/2006/main">
            <a:pathLst>
              <a:path w="6117533" h="191">
                <a:moveTo>
                  <a:pt x="0" y="0"/>
                </a:moveTo>
                <a:lnTo>
                  <a:pt x="6117533" y="0"/>
                </a:lnTo>
              </a:path>
            </a:pathLst>
          </a:custGeom>
          <a:noFill xmlns:a="http://schemas.openxmlformats.org/drawingml/2006/main"/>
          <a:ln xmlns:a="http://schemas.openxmlformats.org/drawingml/2006/main" w="6140">
            <a:solidFill>
              <a:srgbClr val="B0B0B0">
                <a:alpha val="25000"/>
              </a:srgbClr>
            </a:solidFill>
            <a:prstDash val="solid"/>
          </a:ln>
        </p:spPr>
      </p:sp>
      <p:sp>
        <p:nvSpPr>
          <p:cNvPr id="78" name="path-78">
            <a:extLst xmlns:a="http://schemas.openxmlformats.org/drawingml/2006/main">
              <a:ext uri="{FF2B5EF4-FFF2-40B4-BE49-F238E27FC236}">
                <a16:creationId xmlns:a16="http://schemas.microsoft.com/office/drawing/2014/main" id="{E1CE2141-B945-4127-92D7-9D4C37C80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64589" y="2933880"/>
            <a:ext cx="40935" cy="191"/>
          </a:xfrm>
          <a:custGeom xmlns:a="http://schemas.openxmlformats.org/drawingml/2006/main">
            <a:pathLst>
              <a:path w="41428" h="191">
                <a:moveTo>
                  <a:pt x="41428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79" name="path-79">
            <a:extLst xmlns:a="http://schemas.openxmlformats.org/drawingml/2006/main">
              <a:ext uri="{FF2B5EF4-FFF2-40B4-BE49-F238E27FC236}">
                <a16:creationId xmlns:a16="http://schemas.microsoft.com/office/drawing/2014/main" id="{9BDD9448-8FEF-4CE3-873B-81ED28C5A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2150" y="2852540"/>
            <a:ext cx="115436" cy="165756"/>
          </a:xfrm>
          <a:custGeom xmlns:a="http://schemas.openxmlformats.org/drawingml/2006/main">
            <a:pathLst>
              <a:path w="116826" h="167752">
                <a:moveTo>
                  <a:pt x="76641" y="124261"/>
                </a:moveTo>
                <a:lnTo>
                  <a:pt x="76641" y="71862"/>
                </a:lnTo>
                <a:lnTo>
                  <a:pt x="40806" y="124261"/>
                </a:lnTo>
                <a:lnTo>
                  <a:pt x="76641" y="124261"/>
                </a:lnTo>
                <a:moveTo>
                  <a:pt x="100255" y="124261"/>
                </a:moveTo>
                <a:lnTo>
                  <a:pt x="116826" y="124261"/>
                </a:lnTo>
                <a:lnTo>
                  <a:pt x="116826" y="145591"/>
                </a:lnTo>
                <a:lnTo>
                  <a:pt x="100255" y="145591"/>
                </a:lnTo>
                <a:lnTo>
                  <a:pt x="100255" y="167752"/>
                </a:lnTo>
                <a:lnTo>
                  <a:pt x="76641" y="167752"/>
                </a:lnTo>
                <a:lnTo>
                  <a:pt x="76641" y="145591"/>
                </a:lnTo>
                <a:lnTo>
                  <a:pt x="0" y="145591"/>
                </a:lnTo>
                <a:lnTo>
                  <a:pt x="100255" y="0"/>
                </a:lnTo>
                <a:lnTo>
                  <a:pt x="100255" y="12426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" name="path-80">
            <a:extLst xmlns:a="http://schemas.openxmlformats.org/drawingml/2006/main">
              <a:ext uri="{FF2B5EF4-FFF2-40B4-BE49-F238E27FC236}">
                <a16:creationId xmlns:a16="http://schemas.microsoft.com/office/drawing/2014/main" id="{ED1EDB0C-A37C-46B6-9BC1-7C91890ED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0479" y="2863999"/>
            <a:ext cx="106021" cy="156547"/>
          </a:xfrm>
          <a:custGeom xmlns:a="http://schemas.openxmlformats.org/drawingml/2006/main">
            <a:pathLst>
              <a:path w="107297" h="158431">
                <a:moveTo>
                  <a:pt x="55305" y="47633"/>
                </a:moveTo>
                <a:cubicBezTo>
                  <a:pt x="70427" y="47633"/>
                  <a:pt x="82856" y="52811"/>
                  <a:pt x="92592" y="62958"/>
                </a:cubicBezTo>
                <a:cubicBezTo>
                  <a:pt x="102327" y="73314"/>
                  <a:pt x="107297" y="86361"/>
                  <a:pt x="107297" y="102515"/>
                </a:cubicBezTo>
                <a:cubicBezTo>
                  <a:pt x="107297" y="118669"/>
                  <a:pt x="101704" y="132130"/>
                  <a:pt x="90727" y="142694"/>
                </a:cubicBezTo>
                <a:cubicBezTo>
                  <a:pt x="79540" y="153253"/>
                  <a:pt x="65663" y="158431"/>
                  <a:pt x="48885" y="158431"/>
                </a:cubicBezTo>
                <a:cubicBezTo>
                  <a:pt x="28170" y="158431"/>
                  <a:pt x="11807" y="148904"/>
                  <a:pt x="0" y="129643"/>
                </a:cubicBezTo>
                <a:lnTo>
                  <a:pt x="17815" y="114526"/>
                </a:lnTo>
                <a:cubicBezTo>
                  <a:pt x="22786" y="122811"/>
                  <a:pt x="27757" y="128816"/>
                  <a:pt x="32728" y="132130"/>
                </a:cubicBezTo>
                <a:cubicBezTo>
                  <a:pt x="37699" y="135443"/>
                  <a:pt x="44328" y="137308"/>
                  <a:pt x="52615" y="137308"/>
                </a:cubicBezTo>
                <a:cubicBezTo>
                  <a:pt x="60899" y="137308"/>
                  <a:pt x="68356" y="133994"/>
                  <a:pt x="74779" y="127366"/>
                </a:cubicBezTo>
                <a:cubicBezTo>
                  <a:pt x="80992" y="120741"/>
                  <a:pt x="84305" y="112456"/>
                  <a:pt x="84305" y="102515"/>
                </a:cubicBezTo>
                <a:cubicBezTo>
                  <a:pt x="84305" y="92573"/>
                  <a:pt x="80992" y="84496"/>
                  <a:pt x="74779" y="77869"/>
                </a:cubicBezTo>
                <a:cubicBezTo>
                  <a:pt x="68356" y="71450"/>
                  <a:pt x="60069" y="68342"/>
                  <a:pt x="50128" y="68342"/>
                </a:cubicBezTo>
                <a:cubicBezTo>
                  <a:pt x="40186" y="68342"/>
                  <a:pt x="31279" y="73108"/>
                  <a:pt x="23615" y="82218"/>
                </a:cubicBezTo>
                <a:lnTo>
                  <a:pt x="15951" y="82218"/>
                </a:lnTo>
                <a:lnTo>
                  <a:pt x="40393" y="0"/>
                </a:lnTo>
                <a:lnTo>
                  <a:pt x="105020" y="0"/>
                </a:lnTo>
                <a:lnTo>
                  <a:pt x="105020" y="22161"/>
                </a:lnTo>
                <a:lnTo>
                  <a:pt x="56756" y="22161"/>
                </a:lnTo>
                <a:lnTo>
                  <a:pt x="49092" y="48048"/>
                </a:lnTo>
                <a:cubicBezTo>
                  <a:pt x="51369" y="47839"/>
                  <a:pt x="53440" y="47633"/>
                  <a:pt x="55305" y="4763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81">
            <a:extLst xmlns:a="http://schemas.openxmlformats.org/drawingml/2006/main">
              <a:ext uri="{FF2B5EF4-FFF2-40B4-BE49-F238E27FC236}">
                <a16:creationId xmlns:a16="http://schemas.microsoft.com/office/drawing/2014/main" id="{56C93719-8C14-491F-A175-0AB86D1B8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5524" y="2432340"/>
            <a:ext cx="6044772" cy="191"/>
          </a:xfrm>
          <a:custGeom xmlns:a="http://schemas.openxmlformats.org/drawingml/2006/main">
            <a:pathLst>
              <a:path w="6117533" h="191">
                <a:moveTo>
                  <a:pt x="0" y="0"/>
                </a:moveTo>
                <a:lnTo>
                  <a:pt x="6117533" y="0"/>
                </a:lnTo>
              </a:path>
            </a:pathLst>
          </a:custGeom>
          <a:noFill xmlns:a="http://schemas.openxmlformats.org/drawingml/2006/main"/>
          <a:ln xmlns:a="http://schemas.openxmlformats.org/drawingml/2006/main" w="6140">
            <a:solidFill>
              <a:srgbClr val="B0B0B0">
                <a:alpha val="25000"/>
              </a:srgbClr>
            </a:solidFill>
            <a:prstDash val="solid"/>
          </a:ln>
        </p:spPr>
      </p:sp>
      <p:sp>
        <p:nvSpPr>
          <p:cNvPr id="82" name="path-82">
            <a:extLst xmlns:a="http://schemas.openxmlformats.org/drawingml/2006/main">
              <a:ext uri="{FF2B5EF4-FFF2-40B4-BE49-F238E27FC236}">
                <a16:creationId xmlns:a16="http://schemas.microsoft.com/office/drawing/2014/main" id="{9FB63A72-21CC-46FC-8277-2BC2DB0C7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64589" y="2432340"/>
            <a:ext cx="40935" cy="191"/>
          </a:xfrm>
          <a:custGeom xmlns:a="http://schemas.openxmlformats.org/drawingml/2006/main">
            <a:pathLst>
              <a:path w="41428" h="191">
                <a:moveTo>
                  <a:pt x="41428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83" name="path-83">
            <a:extLst xmlns:a="http://schemas.openxmlformats.org/drawingml/2006/main">
              <a:ext uri="{FF2B5EF4-FFF2-40B4-BE49-F238E27FC236}">
                <a16:creationId xmlns:a16="http://schemas.microsoft.com/office/drawing/2014/main" id="{F3D5DD09-1971-4C55-BFC4-523C03B62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4196" y="2362459"/>
            <a:ext cx="106021" cy="156544"/>
          </a:xfrm>
          <a:custGeom xmlns:a="http://schemas.openxmlformats.org/drawingml/2006/main">
            <a:pathLst>
              <a:path w="107297" h="158429">
                <a:moveTo>
                  <a:pt x="55305" y="47633"/>
                </a:moveTo>
                <a:cubicBezTo>
                  <a:pt x="70427" y="47633"/>
                  <a:pt x="82855" y="52811"/>
                  <a:pt x="92591" y="62957"/>
                </a:cubicBezTo>
                <a:cubicBezTo>
                  <a:pt x="102326" y="73312"/>
                  <a:pt x="107297" y="86361"/>
                  <a:pt x="107297" y="102512"/>
                </a:cubicBezTo>
                <a:cubicBezTo>
                  <a:pt x="107297" y="118669"/>
                  <a:pt x="101704" y="132130"/>
                  <a:pt x="90727" y="142691"/>
                </a:cubicBezTo>
                <a:cubicBezTo>
                  <a:pt x="79540" y="153251"/>
                  <a:pt x="65662" y="158429"/>
                  <a:pt x="48885" y="158429"/>
                </a:cubicBezTo>
                <a:cubicBezTo>
                  <a:pt x="28170" y="158429"/>
                  <a:pt x="11806" y="148904"/>
                  <a:pt x="0" y="129645"/>
                </a:cubicBezTo>
                <a:lnTo>
                  <a:pt x="17812" y="114526"/>
                </a:lnTo>
                <a:cubicBezTo>
                  <a:pt x="22786" y="122809"/>
                  <a:pt x="27757" y="128816"/>
                  <a:pt x="32728" y="132130"/>
                </a:cubicBezTo>
                <a:cubicBezTo>
                  <a:pt x="37699" y="135443"/>
                  <a:pt x="44327" y="137305"/>
                  <a:pt x="52611" y="137305"/>
                </a:cubicBezTo>
                <a:cubicBezTo>
                  <a:pt x="60898" y="137305"/>
                  <a:pt x="68356" y="133994"/>
                  <a:pt x="74776" y="127366"/>
                </a:cubicBezTo>
                <a:cubicBezTo>
                  <a:pt x="80991" y="120739"/>
                  <a:pt x="84304" y="112453"/>
                  <a:pt x="84304" y="102512"/>
                </a:cubicBezTo>
                <a:cubicBezTo>
                  <a:pt x="84304" y="92573"/>
                  <a:pt x="80991" y="84496"/>
                  <a:pt x="74776" y="77869"/>
                </a:cubicBezTo>
                <a:cubicBezTo>
                  <a:pt x="68356" y="71450"/>
                  <a:pt x="60069" y="68343"/>
                  <a:pt x="50128" y="68343"/>
                </a:cubicBezTo>
                <a:cubicBezTo>
                  <a:pt x="40185" y="68343"/>
                  <a:pt x="31276" y="73106"/>
                  <a:pt x="23612" y="82218"/>
                </a:cubicBezTo>
                <a:lnTo>
                  <a:pt x="15951" y="82218"/>
                </a:lnTo>
                <a:lnTo>
                  <a:pt x="40392" y="0"/>
                </a:lnTo>
                <a:lnTo>
                  <a:pt x="105020" y="0"/>
                </a:lnTo>
                <a:lnTo>
                  <a:pt x="105020" y="22159"/>
                </a:lnTo>
                <a:lnTo>
                  <a:pt x="56756" y="22159"/>
                </a:lnTo>
                <a:lnTo>
                  <a:pt x="49092" y="48047"/>
                </a:lnTo>
                <a:cubicBezTo>
                  <a:pt x="51369" y="47839"/>
                  <a:pt x="53440" y="47633"/>
                  <a:pt x="55305" y="4763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84">
            <a:extLst xmlns:a="http://schemas.openxmlformats.org/drawingml/2006/main">
              <a:ext uri="{FF2B5EF4-FFF2-40B4-BE49-F238E27FC236}">
                <a16:creationId xmlns:a16="http://schemas.microsoft.com/office/drawing/2014/main" id="{C8D50E65-92A8-400A-B151-01EA019D5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5187" y="2359798"/>
            <a:ext cx="109091" cy="159205"/>
          </a:xfrm>
          <a:custGeom xmlns:a="http://schemas.openxmlformats.org/drawingml/2006/main">
            <a:pathLst>
              <a:path w="110404" h="161122">
                <a:moveTo>
                  <a:pt x="78092" y="123020"/>
                </a:moveTo>
                <a:cubicBezTo>
                  <a:pt x="84098" y="111835"/>
                  <a:pt x="87204" y="97751"/>
                  <a:pt x="87204" y="80769"/>
                </a:cubicBezTo>
                <a:cubicBezTo>
                  <a:pt x="87204" y="63787"/>
                  <a:pt x="84098" y="49497"/>
                  <a:pt x="78092" y="38313"/>
                </a:cubicBezTo>
                <a:cubicBezTo>
                  <a:pt x="71875" y="27130"/>
                  <a:pt x="64214" y="21538"/>
                  <a:pt x="55099" y="21538"/>
                </a:cubicBezTo>
                <a:cubicBezTo>
                  <a:pt x="45986" y="21538"/>
                  <a:pt x="38322" y="26923"/>
                  <a:pt x="32315" y="38107"/>
                </a:cubicBezTo>
                <a:cubicBezTo>
                  <a:pt x="26099" y="49291"/>
                  <a:pt x="23200" y="63373"/>
                  <a:pt x="23200" y="80356"/>
                </a:cubicBezTo>
                <a:cubicBezTo>
                  <a:pt x="23200" y="97337"/>
                  <a:pt x="26099" y="111628"/>
                  <a:pt x="32105" y="122809"/>
                </a:cubicBezTo>
                <a:cubicBezTo>
                  <a:pt x="38115" y="134200"/>
                  <a:pt x="45776" y="139998"/>
                  <a:pt x="55305" y="139998"/>
                </a:cubicBezTo>
                <a:cubicBezTo>
                  <a:pt x="64421" y="139998"/>
                  <a:pt x="72085" y="134200"/>
                  <a:pt x="78092" y="123020"/>
                </a:cubicBezTo>
                <a:moveTo>
                  <a:pt x="55305" y="161122"/>
                </a:moveTo>
                <a:cubicBezTo>
                  <a:pt x="40599" y="161122"/>
                  <a:pt x="27757" y="154291"/>
                  <a:pt x="16570" y="140207"/>
                </a:cubicBezTo>
                <a:cubicBezTo>
                  <a:pt x="5386" y="126125"/>
                  <a:pt x="0" y="106451"/>
                  <a:pt x="0" y="80769"/>
                </a:cubicBezTo>
                <a:cubicBezTo>
                  <a:pt x="0" y="55296"/>
                  <a:pt x="5799" y="35207"/>
                  <a:pt x="17399" y="20297"/>
                </a:cubicBezTo>
                <a:cubicBezTo>
                  <a:pt x="27757" y="6836"/>
                  <a:pt x="40393" y="0"/>
                  <a:pt x="55305" y="0"/>
                </a:cubicBezTo>
                <a:cubicBezTo>
                  <a:pt x="70014" y="0"/>
                  <a:pt x="82649" y="6836"/>
                  <a:pt x="93004" y="20297"/>
                </a:cubicBezTo>
                <a:cubicBezTo>
                  <a:pt x="104604" y="35207"/>
                  <a:pt x="110404" y="55296"/>
                  <a:pt x="110404" y="80769"/>
                </a:cubicBezTo>
                <a:cubicBezTo>
                  <a:pt x="110404" y="106451"/>
                  <a:pt x="104604" y="126537"/>
                  <a:pt x="93004" y="141242"/>
                </a:cubicBezTo>
                <a:cubicBezTo>
                  <a:pt x="82649" y="154497"/>
                  <a:pt x="70014" y="161122"/>
                  <a:pt x="55305" y="16112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85">
            <a:extLst xmlns:a="http://schemas.openxmlformats.org/drawingml/2006/main">
              <a:ext uri="{FF2B5EF4-FFF2-40B4-BE49-F238E27FC236}">
                <a16:creationId xmlns:a16="http://schemas.microsoft.com/office/drawing/2014/main" id="{B81202AC-DEC0-4EB2-BBDE-CCC8FCEC3C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5524" y="1930799"/>
            <a:ext cx="6044772" cy="191"/>
          </a:xfrm>
          <a:custGeom xmlns:a="http://schemas.openxmlformats.org/drawingml/2006/main">
            <a:pathLst>
              <a:path w="6117533" h="191">
                <a:moveTo>
                  <a:pt x="0" y="0"/>
                </a:moveTo>
                <a:lnTo>
                  <a:pt x="6117533" y="0"/>
                </a:lnTo>
              </a:path>
            </a:pathLst>
          </a:custGeom>
          <a:noFill xmlns:a="http://schemas.openxmlformats.org/drawingml/2006/main"/>
          <a:ln xmlns:a="http://schemas.openxmlformats.org/drawingml/2006/main" w="6140">
            <a:solidFill>
              <a:srgbClr val="B0B0B0">
                <a:alpha val="25000"/>
              </a:srgbClr>
            </a:solidFill>
            <a:prstDash val="solid"/>
          </a:ln>
        </p:spPr>
      </p:sp>
      <p:sp>
        <p:nvSpPr>
          <p:cNvPr id="86" name="path-86">
            <a:extLst xmlns:a="http://schemas.openxmlformats.org/drawingml/2006/main">
              <a:ext uri="{FF2B5EF4-FFF2-40B4-BE49-F238E27FC236}">
                <a16:creationId xmlns:a16="http://schemas.microsoft.com/office/drawing/2014/main" id="{9DF56B03-674D-437C-A02A-A80077399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64589" y="1930799"/>
            <a:ext cx="40935" cy="191"/>
          </a:xfrm>
          <a:custGeom xmlns:a="http://schemas.openxmlformats.org/drawingml/2006/main">
            <a:pathLst>
              <a:path w="41428" h="191">
                <a:moveTo>
                  <a:pt x="41428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87" name="path-87">
            <a:extLst xmlns:a="http://schemas.openxmlformats.org/drawingml/2006/main">
              <a:ext uri="{FF2B5EF4-FFF2-40B4-BE49-F238E27FC236}">
                <a16:creationId xmlns:a16="http://schemas.microsoft.com/office/drawing/2014/main" id="{43C16DDC-6CD4-4FBD-9AC0-FF550AA74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44196" y="1860917"/>
            <a:ext cx="106021" cy="156549"/>
          </a:xfrm>
          <a:custGeom xmlns:a="http://schemas.openxmlformats.org/drawingml/2006/main">
            <a:pathLst>
              <a:path w="107297" h="158433">
                <a:moveTo>
                  <a:pt x="55305" y="47635"/>
                </a:moveTo>
                <a:cubicBezTo>
                  <a:pt x="70427" y="47635"/>
                  <a:pt x="82855" y="52811"/>
                  <a:pt x="92591" y="62960"/>
                </a:cubicBezTo>
                <a:cubicBezTo>
                  <a:pt x="102326" y="73315"/>
                  <a:pt x="107297" y="86361"/>
                  <a:pt x="107297" y="102516"/>
                </a:cubicBezTo>
                <a:cubicBezTo>
                  <a:pt x="107297" y="118669"/>
                  <a:pt x="101704" y="132130"/>
                  <a:pt x="90727" y="142694"/>
                </a:cubicBezTo>
                <a:cubicBezTo>
                  <a:pt x="79540" y="153256"/>
                  <a:pt x="65662" y="158433"/>
                  <a:pt x="48885" y="158433"/>
                </a:cubicBezTo>
                <a:cubicBezTo>
                  <a:pt x="28170" y="158433"/>
                  <a:pt x="11806" y="148907"/>
                  <a:pt x="0" y="129645"/>
                </a:cubicBezTo>
                <a:lnTo>
                  <a:pt x="17812" y="114526"/>
                </a:lnTo>
                <a:cubicBezTo>
                  <a:pt x="22786" y="122810"/>
                  <a:pt x="27757" y="128816"/>
                  <a:pt x="32728" y="132130"/>
                </a:cubicBezTo>
                <a:cubicBezTo>
                  <a:pt x="37699" y="135446"/>
                  <a:pt x="44327" y="137308"/>
                  <a:pt x="52611" y="137308"/>
                </a:cubicBezTo>
                <a:cubicBezTo>
                  <a:pt x="60898" y="137308"/>
                  <a:pt x="68356" y="133994"/>
                  <a:pt x="74776" y="127369"/>
                </a:cubicBezTo>
                <a:cubicBezTo>
                  <a:pt x="80991" y="120739"/>
                  <a:pt x="84304" y="112456"/>
                  <a:pt x="84304" y="102516"/>
                </a:cubicBezTo>
                <a:cubicBezTo>
                  <a:pt x="84304" y="92573"/>
                  <a:pt x="80991" y="84499"/>
                  <a:pt x="74776" y="77870"/>
                </a:cubicBezTo>
                <a:cubicBezTo>
                  <a:pt x="68356" y="71451"/>
                  <a:pt x="60069" y="68345"/>
                  <a:pt x="50128" y="68345"/>
                </a:cubicBezTo>
                <a:cubicBezTo>
                  <a:pt x="40185" y="68345"/>
                  <a:pt x="31276" y="73109"/>
                  <a:pt x="23612" y="82219"/>
                </a:cubicBezTo>
                <a:lnTo>
                  <a:pt x="15951" y="82219"/>
                </a:lnTo>
                <a:lnTo>
                  <a:pt x="40392" y="0"/>
                </a:lnTo>
                <a:lnTo>
                  <a:pt x="105020" y="0"/>
                </a:lnTo>
                <a:lnTo>
                  <a:pt x="105020" y="22160"/>
                </a:lnTo>
                <a:lnTo>
                  <a:pt x="56756" y="22160"/>
                </a:lnTo>
                <a:lnTo>
                  <a:pt x="49092" y="48048"/>
                </a:lnTo>
                <a:cubicBezTo>
                  <a:pt x="51369" y="47841"/>
                  <a:pt x="53440" y="47635"/>
                  <a:pt x="55305" y="4763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" name="path-88">
            <a:extLst xmlns:a="http://schemas.openxmlformats.org/drawingml/2006/main">
              <a:ext uri="{FF2B5EF4-FFF2-40B4-BE49-F238E27FC236}">
                <a16:creationId xmlns:a16="http://schemas.microsoft.com/office/drawing/2014/main" id="{BF668212-2950-40B0-B92A-6BF3FFDF83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0479" y="1860917"/>
            <a:ext cx="106021" cy="156549"/>
          </a:xfrm>
          <a:custGeom xmlns:a="http://schemas.openxmlformats.org/drawingml/2006/main">
            <a:pathLst>
              <a:path w="107297" h="158433">
                <a:moveTo>
                  <a:pt x="55305" y="47635"/>
                </a:moveTo>
                <a:cubicBezTo>
                  <a:pt x="70427" y="47635"/>
                  <a:pt x="82856" y="52811"/>
                  <a:pt x="92592" y="62960"/>
                </a:cubicBezTo>
                <a:cubicBezTo>
                  <a:pt x="102327" y="73315"/>
                  <a:pt x="107297" y="86361"/>
                  <a:pt x="107297" y="102516"/>
                </a:cubicBezTo>
                <a:cubicBezTo>
                  <a:pt x="107297" y="118669"/>
                  <a:pt x="101704" y="132130"/>
                  <a:pt x="90727" y="142694"/>
                </a:cubicBezTo>
                <a:cubicBezTo>
                  <a:pt x="79540" y="153256"/>
                  <a:pt x="65663" y="158433"/>
                  <a:pt x="48885" y="158433"/>
                </a:cubicBezTo>
                <a:cubicBezTo>
                  <a:pt x="28170" y="158433"/>
                  <a:pt x="11807" y="148907"/>
                  <a:pt x="0" y="129645"/>
                </a:cubicBezTo>
                <a:lnTo>
                  <a:pt x="17815" y="114526"/>
                </a:lnTo>
                <a:cubicBezTo>
                  <a:pt x="22786" y="122810"/>
                  <a:pt x="27757" y="128816"/>
                  <a:pt x="32728" y="132130"/>
                </a:cubicBezTo>
                <a:cubicBezTo>
                  <a:pt x="37699" y="135446"/>
                  <a:pt x="44328" y="137308"/>
                  <a:pt x="52615" y="137308"/>
                </a:cubicBezTo>
                <a:cubicBezTo>
                  <a:pt x="60899" y="137308"/>
                  <a:pt x="68356" y="133994"/>
                  <a:pt x="74779" y="127369"/>
                </a:cubicBezTo>
                <a:cubicBezTo>
                  <a:pt x="80992" y="120739"/>
                  <a:pt x="84305" y="112456"/>
                  <a:pt x="84305" y="102516"/>
                </a:cubicBezTo>
                <a:cubicBezTo>
                  <a:pt x="84305" y="92573"/>
                  <a:pt x="80992" y="84499"/>
                  <a:pt x="74779" y="77870"/>
                </a:cubicBezTo>
                <a:cubicBezTo>
                  <a:pt x="68356" y="71451"/>
                  <a:pt x="60069" y="68345"/>
                  <a:pt x="50128" y="68345"/>
                </a:cubicBezTo>
                <a:cubicBezTo>
                  <a:pt x="40186" y="68345"/>
                  <a:pt x="31279" y="73109"/>
                  <a:pt x="23615" y="82219"/>
                </a:cubicBezTo>
                <a:lnTo>
                  <a:pt x="15951" y="82219"/>
                </a:lnTo>
                <a:lnTo>
                  <a:pt x="40393" y="0"/>
                </a:lnTo>
                <a:lnTo>
                  <a:pt x="105020" y="0"/>
                </a:lnTo>
                <a:lnTo>
                  <a:pt x="105020" y="22160"/>
                </a:lnTo>
                <a:lnTo>
                  <a:pt x="56756" y="22160"/>
                </a:lnTo>
                <a:lnTo>
                  <a:pt x="49092" y="48048"/>
                </a:lnTo>
                <a:cubicBezTo>
                  <a:pt x="51369" y="47841"/>
                  <a:pt x="53440" y="47635"/>
                  <a:pt x="55305" y="47635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" name="path-89">
            <a:extLst xmlns:a="http://schemas.openxmlformats.org/drawingml/2006/main">
              <a:ext uri="{FF2B5EF4-FFF2-40B4-BE49-F238E27FC236}">
                <a16:creationId xmlns:a16="http://schemas.microsoft.com/office/drawing/2014/main" id="{8C38CC6D-5CD8-46F8-B6C8-8EA3051EC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5524" y="1429259"/>
            <a:ext cx="6044772" cy="191"/>
          </a:xfrm>
          <a:custGeom xmlns:a="http://schemas.openxmlformats.org/drawingml/2006/main">
            <a:pathLst>
              <a:path w="6117533" h="191">
                <a:moveTo>
                  <a:pt x="0" y="0"/>
                </a:moveTo>
                <a:lnTo>
                  <a:pt x="6117533" y="0"/>
                </a:lnTo>
              </a:path>
            </a:pathLst>
          </a:custGeom>
          <a:noFill xmlns:a="http://schemas.openxmlformats.org/drawingml/2006/main"/>
          <a:ln xmlns:a="http://schemas.openxmlformats.org/drawingml/2006/main" w="6140">
            <a:solidFill>
              <a:srgbClr val="B0B0B0">
                <a:alpha val="25000"/>
              </a:srgbClr>
            </a:solidFill>
            <a:prstDash val="solid"/>
          </a:ln>
        </p:spPr>
      </p:sp>
      <p:sp>
        <p:nvSpPr>
          <p:cNvPr id="90" name="path-90">
            <a:extLst xmlns:a="http://schemas.openxmlformats.org/drawingml/2006/main">
              <a:ext uri="{FF2B5EF4-FFF2-40B4-BE49-F238E27FC236}">
                <a16:creationId xmlns:a16="http://schemas.microsoft.com/office/drawing/2014/main" id="{52EFB997-E154-4A84-85AF-9A179CCF0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64589" y="1429259"/>
            <a:ext cx="40935" cy="191"/>
          </a:xfrm>
          <a:custGeom xmlns:a="http://schemas.openxmlformats.org/drawingml/2006/main">
            <a:pathLst>
              <a:path w="41428" h="191">
                <a:moveTo>
                  <a:pt x="41428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91" name="path-91">
            <a:extLst xmlns:a="http://schemas.openxmlformats.org/drawingml/2006/main">
              <a:ext uri="{FF2B5EF4-FFF2-40B4-BE49-F238E27FC236}">
                <a16:creationId xmlns:a16="http://schemas.microsoft.com/office/drawing/2014/main" id="{AFC3BB7E-C514-4323-AB40-468D6A195C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1565" y="1354055"/>
            <a:ext cx="103768" cy="161868"/>
          </a:xfrm>
          <a:custGeom xmlns:a="http://schemas.openxmlformats.org/drawingml/2006/main">
            <a:pathLst>
              <a:path w="105017" h="163816">
                <a:moveTo>
                  <a:pt x="52612" y="142694"/>
                </a:moveTo>
                <a:cubicBezTo>
                  <a:pt x="60692" y="142694"/>
                  <a:pt x="67527" y="139793"/>
                  <a:pt x="73327" y="133994"/>
                </a:cubicBezTo>
                <a:cubicBezTo>
                  <a:pt x="79128" y="128197"/>
                  <a:pt x="82027" y="121361"/>
                  <a:pt x="82027" y="113286"/>
                </a:cubicBezTo>
                <a:cubicBezTo>
                  <a:pt x="82027" y="105209"/>
                  <a:pt x="79128" y="98167"/>
                  <a:pt x="73327" y="92366"/>
                </a:cubicBezTo>
                <a:cubicBezTo>
                  <a:pt x="67527" y="86569"/>
                  <a:pt x="60483" y="83876"/>
                  <a:pt x="52612" y="83876"/>
                </a:cubicBezTo>
                <a:cubicBezTo>
                  <a:pt x="44329" y="83876"/>
                  <a:pt x="37284" y="86776"/>
                  <a:pt x="31484" y="92576"/>
                </a:cubicBezTo>
                <a:cubicBezTo>
                  <a:pt x="25684" y="98373"/>
                  <a:pt x="22993" y="105209"/>
                  <a:pt x="22993" y="113286"/>
                </a:cubicBezTo>
                <a:cubicBezTo>
                  <a:pt x="22993" y="121570"/>
                  <a:pt x="25684" y="128403"/>
                  <a:pt x="31484" y="134203"/>
                </a:cubicBezTo>
                <a:cubicBezTo>
                  <a:pt x="37284" y="139999"/>
                  <a:pt x="44329" y="142694"/>
                  <a:pt x="52612" y="142694"/>
                </a:cubicBezTo>
                <a:moveTo>
                  <a:pt x="58412" y="62752"/>
                </a:moveTo>
                <a:cubicBezTo>
                  <a:pt x="71048" y="62752"/>
                  <a:pt x="82027" y="67724"/>
                  <a:pt x="91141" y="77250"/>
                </a:cubicBezTo>
                <a:cubicBezTo>
                  <a:pt x="100253" y="86982"/>
                  <a:pt x="105017" y="98789"/>
                  <a:pt x="105017" y="112664"/>
                </a:cubicBezTo>
                <a:cubicBezTo>
                  <a:pt x="105017" y="126539"/>
                  <a:pt x="100046" y="138551"/>
                  <a:pt x="89689" y="148700"/>
                </a:cubicBezTo>
                <a:cubicBezTo>
                  <a:pt x="79334" y="159055"/>
                  <a:pt x="67112" y="163816"/>
                  <a:pt x="53027" y="163816"/>
                </a:cubicBezTo>
                <a:cubicBezTo>
                  <a:pt x="38734" y="163816"/>
                  <a:pt x="26306" y="158846"/>
                  <a:pt x="15741" y="148907"/>
                </a:cubicBezTo>
                <a:cubicBezTo>
                  <a:pt x="5178" y="138964"/>
                  <a:pt x="0" y="127574"/>
                  <a:pt x="0" y="114528"/>
                </a:cubicBezTo>
                <a:cubicBezTo>
                  <a:pt x="0" y="101480"/>
                  <a:pt x="4971" y="88019"/>
                  <a:pt x="15329" y="74143"/>
                </a:cubicBezTo>
                <a:lnTo>
                  <a:pt x="70012" y="0"/>
                </a:lnTo>
                <a:lnTo>
                  <a:pt x="87205" y="12842"/>
                </a:lnTo>
                <a:lnTo>
                  <a:pt x="49919" y="63581"/>
                </a:lnTo>
                <a:cubicBezTo>
                  <a:pt x="53855" y="63166"/>
                  <a:pt x="56755" y="62752"/>
                  <a:pt x="58412" y="6275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" name="path-92">
            <a:extLst xmlns:a="http://schemas.openxmlformats.org/drawingml/2006/main">
              <a:ext uri="{FF2B5EF4-FFF2-40B4-BE49-F238E27FC236}">
                <a16:creationId xmlns:a16="http://schemas.microsoft.com/office/drawing/2014/main" id="{00CB0A69-1260-48A9-BA8E-A912DD0AA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5187" y="1356717"/>
            <a:ext cx="109091" cy="159207"/>
          </a:xfrm>
          <a:custGeom xmlns:a="http://schemas.openxmlformats.org/drawingml/2006/main">
            <a:pathLst>
              <a:path w="110404" h="161123">
                <a:moveTo>
                  <a:pt x="78092" y="123019"/>
                </a:moveTo>
                <a:cubicBezTo>
                  <a:pt x="84098" y="111835"/>
                  <a:pt x="87204" y="97751"/>
                  <a:pt x="87204" y="80769"/>
                </a:cubicBezTo>
                <a:cubicBezTo>
                  <a:pt x="87204" y="63786"/>
                  <a:pt x="84098" y="49499"/>
                  <a:pt x="78092" y="38314"/>
                </a:cubicBezTo>
                <a:cubicBezTo>
                  <a:pt x="71875" y="27130"/>
                  <a:pt x="64214" y="21539"/>
                  <a:pt x="55099" y="21539"/>
                </a:cubicBezTo>
                <a:cubicBezTo>
                  <a:pt x="45986" y="21539"/>
                  <a:pt x="38322" y="26923"/>
                  <a:pt x="32315" y="38108"/>
                </a:cubicBezTo>
                <a:cubicBezTo>
                  <a:pt x="26099" y="49289"/>
                  <a:pt x="23200" y="63373"/>
                  <a:pt x="23200" y="80354"/>
                </a:cubicBezTo>
                <a:cubicBezTo>
                  <a:pt x="23200" y="97338"/>
                  <a:pt x="26099" y="111629"/>
                  <a:pt x="32105" y="122809"/>
                </a:cubicBezTo>
                <a:cubicBezTo>
                  <a:pt x="38115" y="134200"/>
                  <a:pt x="45776" y="140001"/>
                  <a:pt x="55305" y="140001"/>
                </a:cubicBezTo>
                <a:cubicBezTo>
                  <a:pt x="64421" y="140001"/>
                  <a:pt x="72085" y="134200"/>
                  <a:pt x="78092" y="123019"/>
                </a:cubicBezTo>
                <a:moveTo>
                  <a:pt x="55305" y="161123"/>
                </a:moveTo>
                <a:cubicBezTo>
                  <a:pt x="40599" y="161123"/>
                  <a:pt x="27757" y="154291"/>
                  <a:pt x="16570" y="140207"/>
                </a:cubicBezTo>
                <a:cubicBezTo>
                  <a:pt x="5386" y="126125"/>
                  <a:pt x="0" y="106451"/>
                  <a:pt x="0" y="80769"/>
                </a:cubicBezTo>
                <a:cubicBezTo>
                  <a:pt x="0" y="55295"/>
                  <a:pt x="5799" y="35207"/>
                  <a:pt x="17399" y="20297"/>
                </a:cubicBezTo>
                <a:cubicBezTo>
                  <a:pt x="27757" y="6836"/>
                  <a:pt x="40393" y="0"/>
                  <a:pt x="55305" y="0"/>
                </a:cubicBezTo>
                <a:cubicBezTo>
                  <a:pt x="70014" y="0"/>
                  <a:pt x="82649" y="6836"/>
                  <a:pt x="93004" y="20297"/>
                </a:cubicBezTo>
                <a:cubicBezTo>
                  <a:pt x="104604" y="35207"/>
                  <a:pt x="110404" y="55295"/>
                  <a:pt x="110404" y="80769"/>
                </a:cubicBezTo>
                <a:cubicBezTo>
                  <a:pt x="110404" y="106451"/>
                  <a:pt x="104604" y="126539"/>
                  <a:pt x="93004" y="141242"/>
                </a:cubicBezTo>
                <a:cubicBezTo>
                  <a:pt x="82649" y="154498"/>
                  <a:pt x="70014" y="161123"/>
                  <a:pt x="55305" y="16112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" name="path-93">
            <a:extLst xmlns:a="http://schemas.openxmlformats.org/drawingml/2006/main">
              <a:ext uri="{FF2B5EF4-FFF2-40B4-BE49-F238E27FC236}">
                <a16:creationId xmlns:a16="http://schemas.microsoft.com/office/drawing/2014/main" id="{2D89F850-218A-471A-81D8-C3A4164F8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64589" y="927718"/>
            <a:ext cx="40935" cy="191"/>
          </a:xfrm>
          <a:custGeom xmlns:a="http://schemas.openxmlformats.org/drawingml/2006/main">
            <a:pathLst>
              <a:path w="41428" h="191">
                <a:moveTo>
                  <a:pt x="41428" y="0"/>
                </a:move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94" name="path-94">
            <a:extLst xmlns:a="http://schemas.openxmlformats.org/drawingml/2006/main">
              <a:ext uri="{FF2B5EF4-FFF2-40B4-BE49-F238E27FC236}">
                <a16:creationId xmlns:a16="http://schemas.microsoft.com/office/drawing/2014/main" id="{0424E109-F677-4210-971C-DEAC20037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1565" y="852517"/>
            <a:ext cx="103768" cy="161868"/>
          </a:xfrm>
          <a:custGeom xmlns:a="http://schemas.openxmlformats.org/drawingml/2006/main">
            <a:pathLst>
              <a:path w="105017" h="163816">
                <a:moveTo>
                  <a:pt x="52612" y="142690"/>
                </a:moveTo>
                <a:cubicBezTo>
                  <a:pt x="60692" y="142690"/>
                  <a:pt x="67527" y="139793"/>
                  <a:pt x="73327" y="133994"/>
                </a:cubicBezTo>
                <a:cubicBezTo>
                  <a:pt x="79128" y="128193"/>
                  <a:pt x="82027" y="121361"/>
                  <a:pt x="82027" y="113284"/>
                </a:cubicBezTo>
                <a:cubicBezTo>
                  <a:pt x="82027" y="105205"/>
                  <a:pt x="79128" y="98163"/>
                  <a:pt x="73327" y="92366"/>
                </a:cubicBezTo>
                <a:cubicBezTo>
                  <a:pt x="67527" y="86567"/>
                  <a:pt x="60483" y="83876"/>
                  <a:pt x="52612" y="83876"/>
                </a:cubicBezTo>
                <a:cubicBezTo>
                  <a:pt x="44329" y="83876"/>
                  <a:pt x="37284" y="86773"/>
                  <a:pt x="31484" y="92573"/>
                </a:cubicBezTo>
                <a:cubicBezTo>
                  <a:pt x="25684" y="98373"/>
                  <a:pt x="22993" y="105205"/>
                  <a:pt x="22993" y="113284"/>
                </a:cubicBezTo>
                <a:cubicBezTo>
                  <a:pt x="22993" y="121567"/>
                  <a:pt x="25684" y="128403"/>
                  <a:pt x="31484" y="134200"/>
                </a:cubicBezTo>
                <a:cubicBezTo>
                  <a:pt x="37284" y="139999"/>
                  <a:pt x="44329" y="142690"/>
                  <a:pt x="52612" y="142690"/>
                </a:cubicBezTo>
                <a:moveTo>
                  <a:pt x="58412" y="62750"/>
                </a:moveTo>
                <a:cubicBezTo>
                  <a:pt x="71048" y="62750"/>
                  <a:pt x="82027" y="67720"/>
                  <a:pt x="91141" y="77247"/>
                </a:cubicBezTo>
                <a:cubicBezTo>
                  <a:pt x="100253" y="86982"/>
                  <a:pt x="105017" y="98786"/>
                  <a:pt x="105017" y="112661"/>
                </a:cubicBezTo>
                <a:cubicBezTo>
                  <a:pt x="105017" y="126539"/>
                  <a:pt x="100046" y="138549"/>
                  <a:pt x="89689" y="148697"/>
                </a:cubicBezTo>
                <a:cubicBezTo>
                  <a:pt x="79334" y="159052"/>
                  <a:pt x="67112" y="163816"/>
                  <a:pt x="53027" y="163816"/>
                </a:cubicBezTo>
                <a:cubicBezTo>
                  <a:pt x="38734" y="163816"/>
                  <a:pt x="26306" y="158846"/>
                  <a:pt x="15741" y="148903"/>
                </a:cubicBezTo>
                <a:cubicBezTo>
                  <a:pt x="5178" y="138964"/>
                  <a:pt x="0" y="127574"/>
                  <a:pt x="0" y="114525"/>
                </a:cubicBezTo>
                <a:cubicBezTo>
                  <a:pt x="0" y="101480"/>
                  <a:pt x="4971" y="88019"/>
                  <a:pt x="15329" y="74141"/>
                </a:cubicBezTo>
                <a:lnTo>
                  <a:pt x="70012" y="0"/>
                </a:lnTo>
                <a:lnTo>
                  <a:pt x="87205" y="12839"/>
                </a:lnTo>
                <a:lnTo>
                  <a:pt x="49919" y="63579"/>
                </a:lnTo>
                <a:cubicBezTo>
                  <a:pt x="53855" y="63166"/>
                  <a:pt x="56755" y="62750"/>
                  <a:pt x="58412" y="6275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95">
            <a:extLst xmlns:a="http://schemas.openxmlformats.org/drawingml/2006/main">
              <a:ext uri="{FF2B5EF4-FFF2-40B4-BE49-F238E27FC236}">
                <a16:creationId xmlns:a16="http://schemas.microsoft.com/office/drawing/2014/main" id="{6EF5EEDA-D74C-4A9B-BB71-4A749EE94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0479" y="857837"/>
            <a:ext cx="106021" cy="156548"/>
          </a:xfrm>
          <a:custGeom xmlns:a="http://schemas.openxmlformats.org/drawingml/2006/main">
            <a:pathLst>
              <a:path w="107297" h="158432">
                <a:moveTo>
                  <a:pt x="55305" y="47633"/>
                </a:moveTo>
                <a:cubicBezTo>
                  <a:pt x="70427" y="47633"/>
                  <a:pt x="82856" y="52811"/>
                  <a:pt x="92592" y="62960"/>
                </a:cubicBezTo>
                <a:cubicBezTo>
                  <a:pt x="102327" y="73314"/>
                  <a:pt x="107297" y="86361"/>
                  <a:pt x="107297" y="102516"/>
                </a:cubicBezTo>
                <a:cubicBezTo>
                  <a:pt x="107297" y="118668"/>
                  <a:pt x="101704" y="132128"/>
                  <a:pt x="90727" y="142693"/>
                </a:cubicBezTo>
                <a:cubicBezTo>
                  <a:pt x="79540" y="153256"/>
                  <a:pt x="65663" y="158432"/>
                  <a:pt x="48885" y="158432"/>
                </a:cubicBezTo>
                <a:cubicBezTo>
                  <a:pt x="28170" y="158432"/>
                  <a:pt x="11807" y="148903"/>
                  <a:pt x="0" y="129645"/>
                </a:cubicBezTo>
                <a:lnTo>
                  <a:pt x="17815" y="114525"/>
                </a:lnTo>
                <a:cubicBezTo>
                  <a:pt x="22786" y="122809"/>
                  <a:pt x="27757" y="128816"/>
                  <a:pt x="32728" y="132128"/>
                </a:cubicBezTo>
                <a:cubicBezTo>
                  <a:pt x="37699" y="135445"/>
                  <a:pt x="44328" y="137306"/>
                  <a:pt x="52615" y="137306"/>
                </a:cubicBezTo>
                <a:cubicBezTo>
                  <a:pt x="60899" y="137306"/>
                  <a:pt x="68356" y="133994"/>
                  <a:pt x="74779" y="127368"/>
                </a:cubicBezTo>
                <a:cubicBezTo>
                  <a:pt x="80992" y="120739"/>
                  <a:pt x="84305" y="112455"/>
                  <a:pt x="84305" y="102516"/>
                </a:cubicBezTo>
                <a:cubicBezTo>
                  <a:pt x="84305" y="92573"/>
                  <a:pt x="80992" y="84495"/>
                  <a:pt x="74779" y="77869"/>
                </a:cubicBezTo>
                <a:cubicBezTo>
                  <a:pt x="68356" y="71450"/>
                  <a:pt x="60069" y="68343"/>
                  <a:pt x="50128" y="68343"/>
                </a:cubicBezTo>
                <a:cubicBezTo>
                  <a:pt x="40186" y="68343"/>
                  <a:pt x="31279" y="73104"/>
                  <a:pt x="23615" y="82218"/>
                </a:cubicBezTo>
                <a:lnTo>
                  <a:pt x="15951" y="82218"/>
                </a:lnTo>
                <a:lnTo>
                  <a:pt x="40393" y="0"/>
                </a:lnTo>
                <a:lnTo>
                  <a:pt x="105020" y="0"/>
                </a:lnTo>
                <a:lnTo>
                  <a:pt x="105020" y="22159"/>
                </a:lnTo>
                <a:lnTo>
                  <a:pt x="56756" y="22159"/>
                </a:lnTo>
                <a:lnTo>
                  <a:pt x="49092" y="48047"/>
                </a:lnTo>
                <a:cubicBezTo>
                  <a:pt x="51369" y="47839"/>
                  <a:pt x="53440" y="47633"/>
                  <a:pt x="55305" y="47633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" name="path-96">
            <a:extLst xmlns:a="http://schemas.openxmlformats.org/drawingml/2006/main">
              <a:ext uri="{FF2B5EF4-FFF2-40B4-BE49-F238E27FC236}">
                <a16:creationId xmlns:a16="http://schemas.microsoft.com/office/drawing/2014/main" id="{8CA1DFF1-F154-4A7C-8982-296762E0C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5524" y="927718"/>
            <a:ext cx="191" cy="2507702"/>
          </a:xfrm>
          <a:custGeom xmlns:a="http://schemas.openxmlformats.org/drawingml/2006/main">
            <a:pathLst>
              <a:path w="191" h="2537888">
                <a:moveTo>
                  <a:pt x="0" y="253788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97" name="path-97">
            <a:extLst xmlns:a="http://schemas.openxmlformats.org/drawingml/2006/main">
              <a:ext uri="{FF2B5EF4-FFF2-40B4-BE49-F238E27FC236}">
                <a16:creationId xmlns:a16="http://schemas.microsoft.com/office/drawing/2014/main" id="{F7DC827B-845C-47AA-B9E2-E76EA5461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05524" y="3435420"/>
            <a:ext cx="6044774" cy="191"/>
          </a:xfrm>
          <a:custGeom xmlns:a="http://schemas.openxmlformats.org/drawingml/2006/main">
            <a:pathLst>
              <a:path w="6117536" h="191">
                <a:moveTo>
                  <a:pt x="0" y="0"/>
                </a:moveTo>
                <a:lnTo>
                  <a:pt x="6117536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000000"/>
            </a:solidFill>
            <a:prstDash val="solid"/>
          </a:ln>
        </p:spPr>
      </p:sp>
      <p:sp>
        <p:nvSpPr>
          <p:cNvPr id="98" name="path-98">
            <a:extLst xmlns:a="http://schemas.openxmlformats.org/drawingml/2006/main">
              <a:ext uri="{FF2B5EF4-FFF2-40B4-BE49-F238E27FC236}">
                <a16:creationId xmlns:a16="http://schemas.microsoft.com/office/drawing/2014/main" id="{9EC8E5A9-99BC-4D85-9119-6F6EF1300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6569" y="1771310"/>
            <a:ext cx="725373" cy="1664113"/>
          </a:xfrm>
          <a:custGeom xmlns:a="http://schemas.openxmlformats.org/drawingml/2006/main">
            <a:pathLst>
              <a:path w="734104" h="1684144">
                <a:moveTo>
                  <a:pt x="734104" y="0"/>
                </a:moveTo>
                <a:lnTo>
                  <a:pt x="0" y="0"/>
                </a:lnTo>
                <a:lnTo>
                  <a:pt x="0" y="1684144"/>
                </a:lnTo>
                <a:lnTo>
                  <a:pt x="734104" y="1684144"/>
                </a:lnTo>
                <a:lnTo>
                  <a:pt x="734104" y="0"/>
                </a:lnTo>
                <a:close/>
              </a:path>
            </a:pathLst>
          </a:custGeom>
          <a:solidFill xmlns:a="http://schemas.openxmlformats.org/drawingml/2006/main">
            <a:srgbClr val="E0909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" name="path-99">
            <a:extLst xmlns:a="http://schemas.openxmlformats.org/drawingml/2006/main">
              <a:ext uri="{FF2B5EF4-FFF2-40B4-BE49-F238E27FC236}">
                <a16:creationId xmlns:a16="http://schemas.microsoft.com/office/drawing/2014/main" id="{6F1E2638-9E3D-4286-9FFE-84069BCC5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6569" y="1771310"/>
            <a:ext cx="725373" cy="1664113"/>
          </a:xfrm>
          <a:custGeom xmlns:a="http://schemas.openxmlformats.org/drawingml/2006/main">
            <a:pathLst>
              <a:path w="734104" h="1684144">
                <a:moveTo>
                  <a:pt x="0" y="0"/>
                </a:moveTo>
                <a:lnTo>
                  <a:pt x="734104" y="0"/>
                </a:lnTo>
                <a:lnTo>
                  <a:pt x="734104" y="1684144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00" name="path-100">
            <a:extLst xmlns:a="http://schemas.openxmlformats.org/drawingml/2006/main">
              <a:ext uri="{FF2B5EF4-FFF2-40B4-BE49-F238E27FC236}">
                <a16:creationId xmlns:a16="http://schemas.microsoft.com/office/drawing/2014/main" id="{BEAD65E7-1D4F-4F5B-BCCF-740EA2F41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46569" y="1771310"/>
            <a:ext cx="191" cy="1664113"/>
          </a:xfrm>
          <a:custGeom xmlns:a="http://schemas.openxmlformats.org/drawingml/2006/main">
            <a:pathLst>
              <a:path w="191" h="1684144">
                <a:moveTo>
                  <a:pt x="0" y="1684144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01" name="path-101">
            <a:extLst xmlns:a="http://schemas.openxmlformats.org/drawingml/2006/main">
              <a:ext uri="{FF2B5EF4-FFF2-40B4-BE49-F238E27FC236}">
                <a16:creationId xmlns:a16="http://schemas.microsoft.com/office/drawing/2014/main" id="{7BC939D0-41DB-4EE8-B958-0B9D90A90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54031" y="1605228"/>
            <a:ext cx="725373" cy="1830195"/>
          </a:xfrm>
          <a:custGeom xmlns:a="http://schemas.openxmlformats.org/drawingml/2006/main">
            <a:pathLst>
              <a:path w="734104" h="1852225">
                <a:moveTo>
                  <a:pt x="734104" y="0"/>
                </a:moveTo>
                <a:lnTo>
                  <a:pt x="0" y="0"/>
                </a:lnTo>
                <a:lnTo>
                  <a:pt x="0" y="1852225"/>
                </a:lnTo>
                <a:lnTo>
                  <a:pt x="734104" y="1852225"/>
                </a:lnTo>
                <a:lnTo>
                  <a:pt x="734104" y="0"/>
                </a:lnTo>
                <a:close/>
              </a:path>
            </a:pathLst>
          </a:custGeom>
          <a:solidFill xmlns:a="http://schemas.openxmlformats.org/drawingml/2006/main">
            <a:srgbClr val="9E9E9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" name="path-102">
            <a:extLst xmlns:a="http://schemas.openxmlformats.org/drawingml/2006/main">
              <a:ext uri="{FF2B5EF4-FFF2-40B4-BE49-F238E27FC236}">
                <a16:creationId xmlns:a16="http://schemas.microsoft.com/office/drawing/2014/main" id="{8843A8C2-B6D6-4ADD-806B-21D4CF71D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54031" y="1605228"/>
            <a:ext cx="725373" cy="1830195"/>
          </a:xfrm>
          <a:custGeom xmlns:a="http://schemas.openxmlformats.org/drawingml/2006/main">
            <a:pathLst>
              <a:path w="734104" h="1852225">
                <a:moveTo>
                  <a:pt x="0" y="0"/>
                </a:moveTo>
                <a:lnTo>
                  <a:pt x="734104" y="0"/>
                </a:lnTo>
                <a:lnTo>
                  <a:pt x="734104" y="1852225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03" name="path-103">
            <a:extLst xmlns:a="http://schemas.openxmlformats.org/drawingml/2006/main">
              <a:ext uri="{FF2B5EF4-FFF2-40B4-BE49-F238E27FC236}">
                <a16:creationId xmlns:a16="http://schemas.microsoft.com/office/drawing/2014/main" id="{54D1AA33-853B-4BC3-BBA2-73F15CFEF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54031" y="1605228"/>
            <a:ext cx="191" cy="1830195"/>
          </a:xfrm>
          <a:custGeom xmlns:a="http://schemas.openxmlformats.org/drawingml/2006/main">
            <a:pathLst>
              <a:path w="191" h="1852225">
                <a:moveTo>
                  <a:pt x="0" y="1852225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04" name="path-104">
            <a:extLst xmlns:a="http://schemas.openxmlformats.org/drawingml/2006/main">
              <a:ext uri="{FF2B5EF4-FFF2-40B4-BE49-F238E27FC236}">
                <a16:creationId xmlns:a16="http://schemas.microsoft.com/office/drawing/2014/main" id="{EF7E85CF-069C-4038-A3BF-F3463DCAB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1495" y="1974219"/>
            <a:ext cx="725372" cy="1461204"/>
          </a:xfrm>
          <a:custGeom xmlns:a="http://schemas.openxmlformats.org/drawingml/2006/main">
            <a:pathLst>
              <a:path w="734103" h="1478792">
                <a:moveTo>
                  <a:pt x="734103" y="0"/>
                </a:moveTo>
                <a:lnTo>
                  <a:pt x="0" y="0"/>
                </a:lnTo>
                <a:lnTo>
                  <a:pt x="0" y="1478792"/>
                </a:lnTo>
                <a:lnTo>
                  <a:pt x="734103" y="1478792"/>
                </a:lnTo>
                <a:lnTo>
                  <a:pt x="734103" y="0"/>
                </a:lnTo>
                <a:close/>
              </a:path>
            </a:pathLst>
          </a:custGeom>
          <a:solidFill xmlns:a="http://schemas.openxmlformats.org/drawingml/2006/main">
            <a:srgbClr val="6CABA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" name="path-105">
            <a:extLst xmlns:a="http://schemas.openxmlformats.org/drawingml/2006/main">
              <a:ext uri="{FF2B5EF4-FFF2-40B4-BE49-F238E27FC236}">
                <a16:creationId xmlns:a16="http://schemas.microsoft.com/office/drawing/2014/main" id="{9B2A0488-F2ED-4D3E-9B5D-6B2E5D29B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1495" y="1974219"/>
            <a:ext cx="725372" cy="1461204"/>
          </a:xfrm>
          <a:custGeom xmlns:a="http://schemas.openxmlformats.org/drawingml/2006/main">
            <a:pathLst>
              <a:path w="734103" h="1478792">
                <a:moveTo>
                  <a:pt x="0" y="0"/>
                </a:moveTo>
                <a:lnTo>
                  <a:pt x="734103" y="0"/>
                </a:lnTo>
                <a:lnTo>
                  <a:pt x="734103" y="1478792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06" name="path-106">
            <a:extLst xmlns:a="http://schemas.openxmlformats.org/drawingml/2006/main">
              <a:ext uri="{FF2B5EF4-FFF2-40B4-BE49-F238E27FC236}">
                <a16:creationId xmlns:a16="http://schemas.microsoft.com/office/drawing/2014/main" id="{50FD1901-4B50-464B-B6AB-E16BA8372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1495" y="1974219"/>
            <a:ext cx="191" cy="1461204"/>
          </a:xfrm>
          <a:custGeom xmlns:a="http://schemas.openxmlformats.org/drawingml/2006/main">
            <a:pathLst>
              <a:path w="191" h="1478792">
                <a:moveTo>
                  <a:pt x="0" y="1478792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07" name="path-107">
            <a:extLst xmlns:a="http://schemas.openxmlformats.org/drawingml/2006/main">
              <a:ext uri="{FF2B5EF4-FFF2-40B4-BE49-F238E27FC236}">
                <a16:creationId xmlns:a16="http://schemas.microsoft.com/office/drawing/2014/main" id="{4EF63EF3-3A9F-4BDF-AC72-69BEF4812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8955" y="2134712"/>
            <a:ext cx="725373" cy="1300711"/>
          </a:xfrm>
          <a:custGeom xmlns:a="http://schemas.openxmlformats.org/drawingml/2006/main">
            <a:pathLst>
              <a:path w="734104" h="1316367">
                <a:moveTo>
                  <a:pt x="734104" y="0"/>
                </a:moveTo>
                <a:lnTo>
                  <a:pt x="0" y="0"/>
                </a:lnTo>
                <a:lnTo>
                  <a:pt x="0" y="1316367"/>
                </a:lnTo>
                <a:lnTo>
                  <a:pt x="734104" y="1316367"/>
                </a:lnTo>
                <a:lnTo>
                  <a:pt x="734104" y="0"/>
                </a:lnTo>
                <a:close/>
              </a:path>
            </a:pathLst>
          </a:custGeom>
          <a:solidFill xmlns:a="http://schemas.openxmlformats.org/drawingml/2006/main">
            <a:srgbClr val="7EAAC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" name="path-108">
            <a:extLst xmlns:a="http://schemas.openxmlformats.org/drawingml/2006/main">
              <a:ext uri="{FF2B5EF4-FFF2-40B4-BE49-F238E27FC236}">
                <a16:creationId xmlns:a16="http://schemas.microsoft.com/office/drawing/2014/main" id="{493F4F46-EA9E-458F-8A0A-B80E539CE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8955" y="2134712"/>
            <a:ext cx="725373" cy="1300711"/>
          </a:xfrm>
          <a:custGeom xmlns:a="http://schemas.openxmlformats.org/drawingml/2006/main">
            <a:pathLst>
              <a:path w="734104" h="1316367">
                <a:moveTo>
                  <a:pt x="0" y="0"/>
                </a:moveTo>
                <a:lnTo>
                  <a:pt x="734104" y="0"/>
                </a:lnTo>
                <a:lnTo>
                  <a:pt x="734104" y="1316367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09" name="path-109">
            <a:extLst xmlns:a="http://schemas.openxmlformats.org/drawingml/2006/main">
              <a:ext uri="{FF2B5EF4-FFF2-40B4-BE49-F238E27FC236}">
                <a16:creationId xmlns:a16="http://schemas.microsoft.com/office/drawing/2014/main" id="{2DDEFEF5-4123-4D98-BC46-136C9AAC0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8955" y="2134712"/>
            <a:ext cx="191" cy="1300711"/>
          </a:xfrm>
          <a:custGeom xmlns:a="http://schemas.openxmlformats.org/drawingml/2006/main">
            <a:pathLst>
              <a:path w="191" h="1316367">
                <a:moveTo>
                  <a:pt x="0" y="1316367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10" name="path-110">
            <a:extLst xmlns:a="http://schemas.openxmlformats.org/drawingml/2006/main">
              <a:ext uri="{FF2B5EF4-FFF2-40B4-BE49-F238E27FC236}">
                <a16:creationId xmlns:a16="http://schemas.microsoft.com/office/drawing/2014/main" id="{8F021221-C095-4C10-B6FD-99ECD70A3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6418" y="2351521"/>
            <a:ext cx="725373" cy="1083902"/>
          </a:xfrm>
          <a:custGeom xmlns:a="http://schemas.openxmlformats.org/drawingml/2006/main">
            <a:pathLst>
              <a:path w="734104" h="1096949">
                <a:moveTo>
                  <a:pt x="734104" y="0"/>
                </a:moveTo>
                <a:lnTo>
                  <a:pt x="0" y="0"/>
                </a:lnTo>
                <a:lnTo>
                  <a:pt x="0" y="1096949"/>
                </a:lnTo>
                <a:lnTo>
                  <a:pt x="734104" y="1096949"/>
                </a:lnTo>
                <a:lnTo>
                  <a:pt x="734104" y="0"/>
                </a:lnTo>
                <a:close/>
              </a:path>
            </a:pathLst>
          </a:custGeom>
          <a:solidFill xmlns:a="http://schemas.openxmlformats.org/drawingml/2006/main">
            <a:srgbClr val="C4B5D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111">
            <a:extLst xmlns:a="http://schemas.openxmlformats.org/drawingml/2006/main">
              <a:ext uri="{FF2B5EF4-FFF2-40B4-BE49-F238E27FC236}">
                <a16:creationId xmlns:a16="http://schemas.microsoft.com/office/drawing/2014/main" id="{9032D89A-65B4-4AB6-9736-7CC20B4DA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6418" y="2351521"/>
            <a:ext cx="725373" cy="1083902"/>
          </a:xfrm>
          <a:custGeom xmlns:a="http://schemas.openxmlformats.org/drawingml/2006/main">
            <a:pathLst>
              <a:path w="734104" h="1096949">
                <a:moveTo>
                  <a:pt x="0" y="0"/>
                </a:moveTo>
                <a:lnTo>
                  <a:pt x="734104" y="0"/>
                </a:lnTo>
                <a:lnTo>
                  <a:pt x="734104" y="1096949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12" name="path-112">
            <a:extLst xmlns:a="http://schemas.openxmlformats.org/drawingml/2006/main">
              <a:ext uri="{FF2B5EF4-FFF2-40B4-BE49-F238E27FC236}">
                <a16:creationId xmlns:a16="http://schemas.microsoft.com/office/drawing/2014/main" id="{BAA39B57-6941-42CD-B0B5-D0FBF4BAE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6418" y="2351521"/>
            <a:ext cx="191" cy="1083902"/>
          </a:xfrm>
          <a:custGeom xmlns:a="http://schemas.openxmlformats.org/drawingml/2006/main">
            <a:pathLst>
              <a:path w="191" h="1096949">
                <a:moveTo>
                  <a:pt x="0" y="1096949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13" name="path-113">
            <a:extLst xmlns:a="http://schemas.openxmlformats.org/drawingml/2006/main">
              <a:ext uri="{FF2B5EF4-FFF2-40B4-BE49-F238E27FC236}">
                <a16:creationId xmlns:a16="http://schemas.microsoft.com/office/drawing/2014/main" id="{E5BE14BB-DF1B-4568-AD2F-EDBFD1F47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882" y="1553213"/>
            <a:ext cx="725373" cy="1882210"/>
          </a:xfrm>
          <a:custGeom xmlns:a="http://schemas.openxmlformats.org/drawingml/2006/main">
            <a:pathLst>
              <a:path w="734104" h="1904867">
                <a:moveTo>
                  <a:pt x="734104" y="0"/>
                </a:moveTo>
                <a:lnTo>
                  <a:pt x="0" y="0"/>
                </a:lnTo>
                <a:lnTo>
                  <a:pt x="0" y="1904867"/>
                </a:lnTo>
                <a:lnTo>
                  <a:pt x="734104" y="1904867"/>
                </a:lnTo>
                <a:lnTo>
                  <a:pt x="734104" y="0"/>
                </a:lnTo>
                <a:close/>
              </a:path>
            </a:pathLst>
          </a:custGeom>
          <a:solidFill xmlns:a="http://schemas.openxmlformats.org/drawingml/2006/main">
            <a:srgbClr val="7B52A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" name="path-114">
            <a:extLst xmlns:a="http://schemas.openxmlformats.org/drawingml/2006/main">
              <a:ext uri="{FF2B5EF4-FFF2-40B4-BE49-F238E27FC236}">
                <a16:creationId xmlns:a16="http://schemas.microsoft.com/office/drawing/2014/main" id="{92A39734-67E6-4B4C-8713-D79681BF6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882" y="1553213"/>
            <a:ext cx="725373" cy="1882210"/>
          </a:xfrm>
          <a:custGeom xmlns:a="http://schemas.openxmlformats.org/drawingml/2006/main">
            <a:pathLst>
              <a:path w="734104" h="1904867">
                <a:moveTo>
                  <a:pt x="0" y="0"/>
                </a:moveTo>
                <a:lnTo>
                  <a:pt x="734104" y="0"/>
                </a:lnTo>
                <a:lnTo>
                  <a:pt x="734104" y="1904867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15" name="path-115">
            <a:extLst xmlns:a="http://schemas.openxmlformats.org/drawingml/2006/main">
              <a:ext uri="{FF2B5EF4-FFF2-40B4-BE49-F238E27FC236}">
                <a16:creationId xmlns:a16="http://schemas.microsoft.com/office/drawing/2014/main" id="{5F099200-6A72-4497-A617-93827A899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882" y="1553213"/>
            <a:ext cx="191" cy="1882210"/>
          </a:xfrm>
          <a:custGeom xmlns:a="http://schemas.openxmlformats.org/drawingml/2006/main">
            <a:pathLst>
              <a:path w="191" h="1904867">
                <a:moveTo>
                  <a:pt x="0" y="1904867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86">
            <a:solidFill>
              <a:srgbClr val="FFFFFF"/>
            </a:solidFill>
            <a:prstDash val="solid"/>
          </a:ln>
        </p:spPr>
      </p:sp>
      <p:sp>
        <p:nvSpPr>
          <p:cNvPr id="116" name="path-116">
            <a:extLst xmlns:a="http://schemas.openxmlformats.org/drawingml/2006/main">
              <a:ext uri="{FF2B5EF4-FFF2-40B4-BE49-F238E27FC236}">
                <a16:creationId xmlns:a16="http://schemas.microsoft.com/office/drawing/2014/main" id="{D08603CA-1267-4433-B6A1-4B53B2BF6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6513" y="1562908"/>
            <a:ext cx="79515" cy="117412"/>
          </a:xfrm>
          <a:custGeom xmlns:a="http://schemas.openxmlformats.org/drawingml/2006/main">
            <a:pathLst>
              <a:path w="80472" h="118825">
                <a:moveTo>
                  <a:pt x="41479" y="35724"/>
                </a:moveTo>
                <a:cubicBezTo>
                  <a:pt x="52821" y="35724"/>
                  <a:pt x="62140" y="39608"/>
                  <a:pt x="69443" y="47221"/>
                </a:cubicBezTo>
                <a:cubicBezTo>
                  <a:pt x="76743" y="54986"/>
                  <a:pt x="80472" y="64770"/>
                  <a:pt x="80472" y="76886"/>
                </a:cubicBezTo>
                <a:cubicBezTo>
                  <a:pt x="80472" y="89002"/>
                  <a:pt x="76278" y="99099"/>
                  <a:pt x="68043" y="107020"/>
                </a:cubicBezTo>
                <a:cubicBezTo>
                  <a:pt x="59656" y="114942"/>
                  <a:pt x="49247" y="118825"/>
                  <a:pt x="36663" y="118825"/>
                </a:cubicBezTo>
                <a:cubicBezTo>
                  <a:pt x="21128" y="118825"/>
                  <a:pt x="8854" y="111680"/>
                  <a:pt x="0" y="97235"/>
                </a:cubicBezTo>
                <a:lnTo>
                  <a:pt x="13360" y="85895"/>
                </a:lnTo>
                <a:cubicBezTo>
                  <a:pt x="17090" y="92108"/>
                  <a:pt x="20816" y="96612"/>
                  <a:pt x="24544" y="99099"/>
                </a:cubicBezTo>
                <a:cubicBezTo>
                  <a:pt x="28272" y="101584"/>
                  <a:pt x="33244" y="102980"/>
                  <a:pt x="39460" y="102980"/>
                </a:cubicBezTo>
                <a:cubicBezTo>
                  <a:pt x="45673" y="102980"/>
                  <a:pt x="51266" y="100495"/>
                  <a:pt x="56081" y="95525"/>
                </a:cubicBezTo>
                <a:cubicBezTo>
                  <a:pt x="60743" y="90554"/>
                  <a:pt x="63227" y="84341"/>
                  <a:pt x="63227" y="76886"/>
                </a:cubicBezTo>
                <a:cubicBezTo>
                  <a:pt x="63227" y="69431"/>
                  <a:pt x="60743" y="63373"/>
                  <a:pt x="56081" y="58401"/>
                </a:cubicBezTo>
                <a:cubicBezTo>
                  <a:pt x="51266" y="53588"/>
                  <a:pt x="45053" y="51256"/>
                  <a:pt x="37595" y="51256"/>
                </a:cubicBezTo>
                <a:cubicBezTo>
                  <a:pt x="30137" y="51256"/>
                  <a:pt x="23457" y="54830"/>
                  <a:pt x="17709" y="61664"/>
                </a:cubicBezTo>
                <a:lnTo>
                  <a:pt x="11960" y="61664"/>
                </a:lnTo>
                <a:lnTo>
                  <a:pt x="30293" y="0"/>
                </a:lnTo>
                <a:lnTo>
                  <a:pt x="78762" y="0"/>
                </a:lnTo>
                <a:lnTo>
                  <a:pt x="78762" y="16621"/>
                </a:lnTo>
                <a:lnTo>
                  <a:pt x="42567" y="16621"/>
                </a:lnTo>
                <a:lnTo>
                  <a:pt x="36817" y="36036"/>
                </a:lnTo>
                <a:cubicBezTo>
                  <a:pt x="38527" y="35881"/>
                  <a:pt x="40080" y="35724"/>
                  <a:pt x="41479" y="3572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" name="path-117">
            <a:extLst xmlns:a="http://schemas.openxmlformats.org/drawingml/2006/main">
              <a:ext uri="{FF2B5EF4-FFF2-40B4-BE49-F238E27FC236}">
                <a16:creationId xmlns:a16="http://schemas.microsoft.com/office/drawing/2014/main" id="{5430F11D-0ED0-42D1-9367-5DB0426948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6752" y="1558918"/>
            <a:ext cx="77827" cy="121402"/>
          </a:xfrm>
          <a:custGeom xmlns:a="http://schemas.openxmlformats.org/drawingml/2006/main">
            <a:pathLst>
              <a:path w="78763" h="122864">
                <a:moveTo>
                  <a:pt x="39460" y="107019"/>
                </a:moveTo>
                <a:cubicBezTo>
                  <a:pt x="45518" y="107019"/>
                  <a:pt x="50644" y="104845"/>
                  <a:pt x="54995" y="100495"/>
                </a:cubicBezTo>
                <a:cubicBezTo>
                  <a:pt x="59344" y="96147"/>
                  <a:pt x="61518" y="91022"/>
                  <a:pt x="61518" y="84963"/>
                </a:cubicBezTo>
                <a:cubicBezTo>
                  <a:pt x="61518" y="78905"/>
                  <a:pt x="59344" y="73624"/>
                  <a:pt x="54995" y="69276"/>
                </a:cubicBezTo>
                <a:cubicBezTo>
                  <a:pt x="50644" y="64927"/>
                  <a:pt x="45363" y="62907"/>
                  <a:pt x="39460" y="62907"/>
                </a:cubicBezTo>
                <a:cubicBezTo>
                  <a:pt x="33244" y="62907"/>
                  <a:pt x="27963" y="65082"/>
                  <a:pt x="23613" y="69431"/>
                </a:cubicBezTo>
                <a:cubicBezTo>
                  <a:pt x="19264" y="73779"/>
                  <a:pt x="17244" y="78905"/>
                  <a:pt x="17244" y="84963"/>
                </a:cubicBezTo>
                <a:cubicBezTo>
                  <a:pt x="17244" y="91176"/>
                  <a:pt x="19264" y="96303"/>
                  <a:pt x="23613" y="100650"/>
                </a:cubicBezTo>
                <a:cubicBezTo>
                  <a:pt x="27963" y="104999"/>
                  <a:pt x="33244" y="107019"/>
                  <a:pt x="39460" y="107019"/>
                </a:cubicBezTo>
                <a:moveTo>
                  <a:pt x="43809" y="47062"/>
                </a:moveTo>
                <a:cubicBezTo>
                  <a:pt x="53286" y="47062"/>
                  <a:pt x="61518" y="50792"/>
                  <a:pt x="68356" y="57937"/>
                </a:cubicBezTo>
                <a:cubicBezTo>
                  <a:pt x="75192" y="65237"/>
                  <a:pt x="78763" y="74092"/>
                  <a:pt x="78763" y="84499"/>
                </a:cubicBezTo>
                <a:cubicBezTo>
                  <a:pt x="78763" y="94905"/>
                  <a:pt x="75034" y="103912"/>
                  <a:pt x="67266" y="111525"/>
                </a:cubicBezTo>
                <a:cubicBezTo>
                  <a:pt x="59499" y="119291"/>
                  <a:pt x="50334" y="122864"/>
                  <a:pt x="39770" y="122864"/>
                </a:cubicBezTo>
                <a:cubicBezTo>
                  <a:pt x="29051" y="122864"/>
                  <a:pt x="19728" y="119134"/>
                  <a:pt x="11805" y="111680"/>
                </a:cubicBezTo>
                <a:cubicBezTo>
                  <a:pt x="3883" y="104225"/>
                  <a:pt x="0" y="95680"/>
                  <a:pt x="0" y="85895"/>
                </a:cubicBezTo>
                <a:cubicBezTo>
                  <a:pt x="0" y="76108"/>
                  <a:pt x="3729" y="66014"/>
                  <a:pt x="11496" y="55607"/>
                </a:cubicBezTo>
                <a:lnTo>
                  <a:pt x="52508" y="0"/>
                </a:lnTo>
                <a:lnTo>
                  <a:pt x="65402" y="9630"/>
                </a:lnTo>
                <a:lnTo>
                  <a:pt x="37440" y="47685"/>
                </a:lnTo>
                <a:cubicBezTo>
                  <a:pt x="40393" y="47375"/>
                  <a:pt x="42567" y="47062"/>
                  <a:pt x="43809" y="4706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" name="path-118">
            <a:extLst xmlns:a="http://schemas.openxmlformats.org/drawingml/2006/main">
              <a:ext uri="{FF2B5EF4-FFF2-40B4-BE49-F238E27FC236}">
                <a16:creationId xmlns:a16="http://schemas.microsoft.com/office/drawing/2014/main" id="{4779FC68-025A-4245-9F40-641DF14CA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6223" y="1659908"/>
            <a:ext cx="20877" cy="20719"/>
          </a:xfrm>
          <a:custGeom xmlns:a="http://schemas.openxmlformats.org/drawingml/2006/main">
            <a:pathLst>
              <a:path w="21128" h="20968">
                <a:moveTo>
                  <a:pt x="3106" y="18017"/>
                </a:moveTo>
                <a:cubicBezTo>
                  <a:pt x="932" y="16152"/>
                  <a:pt x="0" y="13668"/>
                  <a:pt x="0" y="10716"/>
                </a:cubicBezTo>
                <a:cubicBezTo>
                  <a:pt x="0" y="7764"/>
                  <a:pt x="932" y="5281"/>
                  <a:pt x="3106" y="3106"/>
                </a:cubicBezTo>
                <a:cubicBezTo>
                  <a:pt x="5126" y="1087"/>
                  <a:pt x="7613" y="0"/>
                  <a:pt x="10564" y="0"/>
                </a:cubicBezTo>
                <a:cubicBezTo>
                  <a:pt x="13360" y="0"/>
                  <a:pt x="15845" y="1087"/>
                  <a:pt x="18022" y="3106"/>
                </a:cubicBezTo>
                <a:cubicBezTo>
                  <a:pt x="20041" y="5281"/>
                  <a:pt x="21128" y="7764"/>
                  <a:pt x="21128" y="10562"/>
                </a:cubicBezTo>
                <a:cubicBezTo>
                  <a:pt x="21128" y="13668"/>
                  <a:pt x="20041" y="16152"/>
                  <a:pt x="18022" y="18017"/>
                </a:cubicBezTo>
                <a:cubicBezTo>
                  <a:pt x="16000" y="19881"/>
                  <a:pt x="13515" y="20968"/>
                  <a:pt x="10564" y="20968"/>
                </a:cubicBezTo>
                <a:cubicBezTo>
                  <a:pt x="7613" y="20968"/>
                  <a:pt x="5126" y="19881"/>
                  <a:pt x="3106" y="1801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" name="path-119">
            <a:extLst xmlns:a="http://schemas.openxmlformats.org/drawingml/2006/main">
              <a:ext uri="{FF2B5EF4-FFF2-40B4-BE49-F238E27FC236}">
                <a16:creationId xmlns:a16="http://schemas.microsoft.com/office/drawing/2014/main" id="{16E4E3AC-44D7-424B-8A88-6AD1362DF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8898" y="1558918"/>
            <a:ext cx="77827" cy="121402"/>
          </a:xfrm>
          <a:custGeom xmlns:a="http://schemas.openxmlformats.org/drawingml/2006/main">
            <a:pathLst>
              <a:path w="78763" h="122864">
                <a:moveTo>
                  <a:pt x="39458" y="107019"/>
                </a:moveTo>
                <a:cubicBezTo>
                  <a:pt x="45518" y="107019"/>
                  <a:pt x="50645" y="104845"/>
                  <a:pt x="54993" y="100495"/>
                </a:cubicBezTo>
                <a:cubicBezTo>
                  <a:pt x="59344" y="96147"/>
                  <a:pt x="61518" y="91022"/>
                  <a:pt x="61518" y="84963"/>
                </a:cubicBezTo>
                <a:cubicBezTo>
                  <a:pt x="61518" y="78905"/>
                  <a:pt x="59344" y="73624"/>
                  <a:pt x="54993" y="69276"/>
                </a:cubicBezTo>
                <a:cubicBezTo>
                  <a:pt x="50645" y="64927"/>
                  <a:pt x="45364" y="62907"/>
                  <a:pt x="39458" y="62907"/>
                </a:cubicBezTo>
                <a:cubicBezTo>
                  <a:pt x="33245" y="62907"/>
                  <a:pt x="27964" y="65082"/>
                  <a:pt x="23613" y="69431"/>
                </a:cubicBezTo>
                <a:cubicBezTo>
                  <a:pt x="19264" y="73779"/>
                  <a:pt x="17243" y="78905"/>
                  <a:pt x="17243" y="84963"/>
                </a:cubicBezTo>
                <a:cubicBezTo>
                  <a:pt x="17243" y="91176"/>
                  <a:pt x="19264" y="96303"/>
                  <a:pt x="23613" y="100650"/>
                </a:cubicBezTo>
                <a:cubicBezTo>
                  <a:pt x="27964" y="104999"/>
                  <a:pt x="33245" y="107019"/>
                  <a:pt x="39458" y="107019"/>
                </a:cubicBezTo>
                <a:moveTo>
                  <a:pt x="43809" y="47062"/>
                </a:moveTo>
                <a:cubicBezTo>
                  <a:pt x="53286" y="47062"/>
                  <a:pt x="61518" y="50792"/>
                  <a:pt x="68354" y="57937"/>
                </a:cubicBezTo>
                <a:cubicBezTo>
                  <a:pt x="75189" y="65237"/>
                  <a:pt x="78763" y="74092"/>
                  <a:pt x="78763" y="84499"/>
                </a:cubicBezTo>
                <a:cubicBezTo>
                  <a:pt x="78763" y="94905"/>
                  <a:pt x="75034" y="103912"/>
                  <a:pt x="67267" y="111525"/>
                </a:cubicBezTo>
                <a:cubicBezTo>
                  <a:pt x="59499" y="119291"/>
                  <a:pt x="50335" y="122864"/>
                  <a:pt x="39771" y="122864"/>
                </a:cubicBezTo>
                <a:cubicBezTo>
                  <a:pt x="29051" y="122864"/>
                  <a:pt x="19730" y="119134"/>
                  <a:pt x="11807" y="111680"/>
                </a:cubicBezTo>
                <a:cubicBezTo>
                  <a:pt x="3883" y="104225"/>
                  <a:pt x="0" y="95680"/>
                  <a:pt x="0" y="85895"/>
                </a:cubicBezTo>
                <a:cubicBezTo>
                  <a:pt x="0" y="76108"/>
                  <a:pt x="3727" y="66014"/>
                  <a:pt x="11494" y="55607"/>
                </a:cubicBezTo>
                <a:lnTo>
                  <a:pt x="52509" y="0"/>
                </a:lnTo>
                <a:lnTo>
                  <a:pt x="65403" y="9630"/>
                </a:lnTo>
                <a:lnTo>
                  <a:pt x="37439" y="47685"/>
                </a:lnTo>
                <a:cubicBezTo>
                  <a:pt x="40390" y="47375"/>
                  <a:pt x="42567" y="47062"/>
                  <a:pt x="43809" y="4706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" name="path-120">
            <a:extLst xmlns:a="http://schemas.openxmlformats.org/drawingml/2006/main">
              <a:ext uri="{FF2B5EF4-FFF2-40B4-BE49-F238E27FC236}">
                <a16:creationId xmlns:a16="http://schemas.microsoft.com/office/drawing/2014/main" id="{B5F57EE9-6A4D-4D38-B952-FDAEE36F6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3974" y="1396828"/>
            <a:ext cx="79515" cy="117409"/>
          </a:xfrm>
          <a:custGeom xmlns:a="http://schemas.openxmlformats.org/drawingml/2006/main">
            <a:pathLst>
              <a:path w="80472" h="118823">
                <a:moveTo>
                  <a:pt x="41481" y="35724"/>
                </a:moveTo>
                <a:cubicBezTo>
                  <a:pt x="52821" y="35724"/>
                  <a:pt x="62141" y="39608"/>
                  <a:pt x="69444" y="47219"/>
                </a:cubicBezTo>
                <a:cubicBezTo>
                  <a:pt x="76744" y="54986"/>
                  <a:pt x="80472" y="64770"/>
                  <a:pt x="80472" y="76886"/>
                </a:cubicBezTo>
                <a:cubicBezTo>
                  <a:pt x="80472" y="89003"/>
                  <a:pt x="76280" y="99097"/>
                  <a:pt x="68044" y="107020"/>
                </a:cubicBezTo>
                <a:cubicBezTo>
                  <a:pt x="59657" y="114942"/>
                  <a:pt x="49248" y="118823"/>
                  <a:pt x="36664" y="118823"/>
                </a:cubicBezTo>
                <a:cubicBezTo>
                  <a:pt x="21128" y="118823"/>
                  <a:pt x="8855" y="111678"/>
                  <a:pt x="0" y="97233"/>
                </a:cubicBezTo>
                <a:lnTo>
                  <a:pt x="13362" y="85896"/>
                </a:lnTo>
                <a:cubicBezTo>
                  <a:pt x="17090" y="92109"/>
                  <a:pt x="20819" y="96612"/>
                  <a:pt x="24545" y="99097"/>
                </a:cubicBezTo>
                <a:cubicBezTo>
                  <a:pt x="28275" y="101584"/>
                  <a:pt x="33245" y="102980"/>
                  <a:pt x="39460" y="102980"/>
                </a:cubicBezTo>
                <a:cubicBezTo>
                  <a:pt x="45673" y="102980"/>
                  <a:pt x="51267" y="100497"/>
                  <a:pt x="56084" y="95526"/>
                </a:cubicBezTo>
                <a:cubicBezTo>
                  <a:pt x="60744" y="90554"/>
                  <a:pt x="63229" y="84341"/>
                  <a:pt x="63229" y="76886"/>
                </a:cubicBezTo>
                <a:cubicBezTo>
                  <a:pt x="63229" y="69431"/>
                  <a:pt x="60744" y="63373"/>
                  <a:pt x="56084" y="58402"/>
                </a:cubicBezTo>
                <a:cubicBezTo>
                  <a:pt x="51267" y="53586"/>
                  <a:pt x="45054" y="51257"/>
                  <a:pt x="37596" y="51257"/>
                </a:cubicBezTo>
                <a:cubicBezTo>
                  <a:pt x="30139" y="51257"/>
                  <a:pt x="23458" y="54830"/>
                  <a:pt x="17710" y="61664"/>
                </a:cubicBezTo>
                <a:lnTo>
                  <a:pt x="11962" y="61664"/>
                </a:lnTo>
                <a:lnTo>
                  <a:pt x="30294" y="0"/>
                </a:lnTo>
                <a:lnTo>
                  <a:pt x="78766" y="0"/>
                </a:lnTo>
                <a:lnTo>
                  <a:pt x="78766" y="16621"/>
                </a:lnTo>
                <a:lnTo>
                  <a:pt x="42567" y="16621"/>
                </a:lnTo>
                <a:lnTo>
                  <a:pt x="36819" y="36034"/>
                </a:lnTo>
                <a:cubicBezTo>
                  <a:pt x="38528" y="35879"/>
                  <a:pt x="40083" y="35724"/>
                  <a:pt x="41481" y="3572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121">
            <a:extLst xmlns:a="http://schemas.openxmlformats.org/drawingml/2006/main">
              <a:ext uri="{FF2B5EF4-FFF2-40B4-BE49-F238E27FC236}">
                <a16:creationId xmlns:a16="http://schemas.microsoft.com/office/drawing/2014/main" id="{5C82A67A-BE31-40CB-9FF1-2ADCB3D0E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56671" y="1394832"/>
            <a:ext cx="72762" cy="119405"/>
          </a:xfrm>
          <a:custGeom xmlns:a="http://schemas.openxmlformats.org/drawingml/2006/main">
            <a:pathLst>
              <a:path w="73638" h="120842">
                <a:moveTo>
                  <a:pt x="50645" y="71605"/>
                </a:moveTo>
                <a:cubicBezTo>
                  <a:pt x="46761" y="67877"/>
                  <a:pt x="42100" y="66012"/>
                  <a:pt x="36819" y="66012"/>
                </a:cubicBezTo>
                <a:cubicBezTo>
                  <a:pt x="31535" y="66012"/>
                  <a:pt x="27032" y="67877"/>
                  <a:pt x="23304" y="71605"/>
                </a:cubicBezTo>
                <a:cubicBezTo>
                  <a:pt x="19419" y="75332"/>
                  <a:pt x="17555" y="79992"/>
                  <a:pt x="17555" y="85273"/>
                </a:cubicBezTo>
                <a:cubicBezTo>
                  <a:pt x="17555" y="90709"/>
                  <a:pt x="19419" y="95371"/>
                  <a:pt x="23145" y="99252"/>
                </a:cubicBezTo>
                <a:cubicBezTo>
                  <a:pt x="26875" y="103135"/>
                  <a:pt x="31535" y="104999"/>
                  <a:pt x="36973" y="104999"/>
                </a:cubicBezTo>
                <a:cubicBezTo>
                  <a:pt x="42254" y="104999"/>
                  <a:pt x="46761" y="103135"/>
                  <a:pt x="50645" y="99252"/>
                </a:cubicBezTo>
                <a:cubicBezTo>
                  <a:pt x="54373" y="95525"/>
                  <a:pt x="56393" y="90864"/>
                  <a:pt x="56393" y="85428"/>
                </a:cubicBezTo>
                <a:cubicBezTo>
                  <a:pt x="56393" y="80148"/>
                  <a:pt x="54373" y="75490"/>
                  <a:pt x="50645" y="71605"/>
                </a:cubicBezTo>
                <a:moveTo>
                  <a:pt x="19730" y="33549"/>
                </a:moveTo>
                <a:cubicBezTo>
                  <a:pt x="19574" y="38521"/>
                  <a:pt x="21283" y="42560"/>
                  <a:pt x="24700" y="45975"/>
                </a:cubicBezTo>
                <a:cubicBezTo>
                  <a:pt x="28119" y="49392"/>
                  <a:pt x="32313" y="51102"/>
                  <a:pt x="37285" y="51102"/>
                </a:cubicBezTo>
                <a:cubicBezTo>
                  <a:pt x="41945" y="51102"/>
                  <a:pt x="46139" y="49392"/>
                  <a:pt x="49558" y="45975"/>
                </a:cubicBezTo>
                <a:cubicBezTo>
                  <a:pt x="52974" y="42560"/>
                  <a:pt x="54684" y="38521"/>
                  <a:pt x="54684" y="33704"/>
                </a:cubicBezTo>
                <a:cubicBezTo>
                  <a:pt x="54684" y="28891"/>
                  <a:pt x="52974" y="24698"/>
                  <a:pt x="49558" y="21279"/>
                </a:cubicBezTo>
                <a:cubicBezTo>
                  <a:pt x="46139" y="17863"/>
                  <a:pt x="41945" y="15998"/>
                  <a:pt x="37129" y="15998"/>
                </a:cubicBezTo>
                <a:cubicBezTo>
                  <a:pt x="32313" y="15998"/>
                  <a:pt x="28275" y="17707"/>
                  <a:pt x="24855" y="21123"/>
                </a:cubicBezTo>
                <a:cubicBezTo>
                  <a:pt x="21439" y="24540"/>
                  <a:pt x="19730" y="28734"/>
                  <a:pt x="19730" y="33549"/>
                </a:cubicBezTo>
                <a:moveTo>
                  <a:pt x="16000" y="58247"/>
                </a:moveTo>
                <a:cubicBezTo>
                  <a:pt x="7301" y="52345"/>
                  <a:pt x="3106" y="44266"/>
                  <a:pt x="3106" y="34172"/>
                </a:cubicBezTo>
                <a:cubicBezTo>
                  <a:pt x="3106" y="24230"/>
                  <a:pt x="6369" y="15998"/>
                  <a:pt x="12894" y="9630"/>
                </a:cubicBezTo>
                <a:cubicBezTo>
                  <a:pt x="19419" y="3262"/>
                  <a:pt x="27652" y="0"/>
                  <a:pt x="37285" y="0"/>
                </a:cubicBezTo>
                <a:cubicBezTo>
                  <a:pt x="46916" y="0"/>
                  <a:pt x="54994" y="3262"/>
                  <a:pt x="61518" y="9630"/>
                </a:cubicBezTo>
                <a:cubicBezTo>
                  <a:pt x="68044" y="15998"/>
                  <a:pt x="71306" y="24076"/>
                  <a:pt x="71306" y="33860"/>
                </a:cubicBezTo>
                <a:cubicBezTo>
                  <a:pt x="71306" y="43802"/>
                  <a:pt x="66957" y="51879"/>
                  <a:pt x="58567" y="58092"/>
                </a:cubicBezTo>
                <a:cubicBezTo>
                  <a:pt x="63229" y="60732"/>
                  <a:pt x="66803" y="64460"/>
                  <a:pt x="69599" y="69277"/>
                </a:cubicBezTo>
                <a:cubicBezTo>
                  <a:pt x="72393" y="74244"/>
                  <a:pt x="73638" y="79682"/>
                  <a:pt x="73638" y="85584"/>
                </a:cubicBezTo>
                <a:cubicBezTo>
                  <a:pt x="73638" y="95990"/>
                  <a:pt x="70219" y="104535"/>
                  <a:pt x="63539" y="111057"/>
                </a:cubicBezTo>
                <a:cubicBezTo>
                  <a:pt x="56703" y="117582"/>
                  <a:pt x="48003" y="120842"/>
                  <a:pt x="37285" y="120842"/>
                </a:cubicBezTo>
                <a:cubicBezTo>
                  <a:pt x="26566" y="120842"/>
                  <a:pt x="17709" y="117582"/>
                  <a:pt x="10562" y="110903"/>
                </a:cubicBezTo>
                <a:cubicBezTo>
                  <a:pt x="3417" y="104378"/>
                  <a:pt x="0" y="95990"/>
                  <a:pt x="156" y="85895"/>
                </a:cubicBezTo>
                <a:cubicBezTo>
                  <a:pt x="156" y="72847"/>
                  <a:pt x="5436" y="63528"/>
                  <a:pt x="16000" y="5824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" name="path-122">
            <a:extLst xmlns:a="http://schemas.openxmlformats.org/drawingml/2006/main">
              <a:ext uri="{FF2B5EF4-FFF2-40B4-BE49-F238E27FC236}">
                <a16:creationId xmlns:a16="http://schemas.microsoft.com/office/drawing/2014/main" id="{ECA5A15C-20B6-435B-8FCE-6F1F33DE3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3686" y="1493825"/>
            <a:ext cx="20877" cy="20721"/>
          </a:xfrm>
          <a:custGeom xmlns:a="http://schemas.openxmlformats.org/drawingml/2006/main">
            <a:pathLst>
              <a:path w="21128" h="20971">
                <a:moveTo>
                  <a:pt x="3106" y="18019"/>
                </a:moveTo>
                <a:cubicBezTo>
                  <a:pt x="932" y="16154"/>
                  <a:pt x="0" y="13671"/>
                  <a:pt x="0" y="10719"/>
                </a:cubicBezTo>
                <a:cubicBezTo>
                  <a:pt x="0" y="7767"/>
                  <a:pt x="932" y="5281"/>
                  <a:pt x="3106" y="3106"/>
                </a:cubicBezTo>
                <a:cubicBezTo>
                  <a:pt x="5126" y="1087"/>
                  <a:pt x="7612" y="0"/>
                  <a:pt x="10564" y="0"/>
                </a:cubicBezTo>
                <a:cubicBezTo>
                  <a:pt x="13360" y="0"/>
                  <a:pt x="15845" y="1087"/>
                  <a:pt x="18022" y="3106"/>
                </a:cubicBezTo>
                <a:cubicBezTo>
                  <a:pt x="20041" y="5281"/>
                  <a:pt x="21128" y="7767"/>
                  <a:pt x="21128" y="10564"/>
                </a:cubicBezTo>
                <a:cubicBezTo>
                  <a:pt x="21128" y="13671"/>
                  <a:pt x="20041" y="16154"/>
                  <a:pt x="18022" y="18019"/>
                </a:cubicBezTo>
                <a:cubicBezTo>
                  <a:pt x="16003" y="19884"/>
                  <a:pt x="13515" y="20971"/>
                  <a:pt x="10564" y="20971"/>
                </a:cubicBezTo>
                <a:cubicBezTo>
                  <a:pt x="7612" y="20971"/>
                  <a:pt x="5126" y="19884"/>
                  <a:pt x="3106" y="1801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" name="path-123">
            <a:extLst xmlns:a="http://schemas.openxmlformats.org/drawingml/2006/main">
              <a:ext uri="{FF2B5EF4-FFF2-40B4-BE49-F238E27FC236}">
                <a16:creationId xmlns:a16="http://schemas.microsoft.com/office/drawing/2014/main" id="{52120272-1D7B-43F0-941E-BCAF552FB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1755" y="1394832"/>
            <a:ext cx="77673" cy="117718"/>
          </a:xfrm>
          <a:custGeom xmlns:a="http://schemas.openxmlformats.org/drawingml/2006/main">
            <a:pathLst>
              <a:path w="78608" h="119135">
                <a:moveTo>
                  <a:pt x="78608" y="102516"/>
                </a:moveTo>
                <a:lnTo>
                  <a:pt x="78608" y="119135"/>
                </a:lnTo>
                <a:lnTo>
                  <a:pt x="0" y="119135"/>
                </a:lnTo>
                <a:lnTo>
                  <a:pt x="40703" y="69896"/>
                </a:lnTo>
                <a:cubicBezTo>
                  <a:pt x="48939" y="59643"/>
                  <a:pt x="54373" y="52345"/>
                  <a:pt x="57170" y="47841"/>
                </a:cubicBezTo>
                <a:cubicBezTo>
                  <a:pt x="59812" y="43337"/>
                  <a:pt x="61209" y="39143"/>
                  <a:pt x="61209" y="35258"/>
                </a:cubicBezTo>
                <a:cubicBezTo>
                  <a:pt x="61209" y="29979"/>
                  <a:pt x="59190" y="25317"/>
                  <a:pt x="55461" y="21591"/>
                </a:cubicBezTo>
                <a:cubicBezTo>
                  <a:pt x="51577" y="17863"/>
                  <a:pt x="46761" y="15998"/>
                  <a:pt x="41168" y="15998"/>
                </a:cubicBezTo>
                <a:cubicBezTo>
                  <a:pt x="29362" y="15998"/>
                  <a:pt x="22526" y="23143"/>
                  <a:pt x="20817" y="37124"/>
                </a:cubicBezTo>
                <a:lnTo>
                  <a:pt x="3263" y="37124"/>
                </a:lnTo>
                <a:cubicBezTo>
                  <a:pt x="6059" y="12426"/>
                  <a:pt x="18487" y="0"/>
                  <a:pt x="40703" y="0"/>
                </a:cubicBezTo>
                <a:cubicBezTo>
                  <a:pt x="51267" y="0"/>
                  <a:pt x="60277" y="3417"/>
                  <a:pt x="67580" y="10253"/>
                </a:cubicBezTo>
                <a:cubicBezTo>
                  <a:pt x="74725" y="17085"/>
                  <a:pt x="78454" y="25472"/>
                  <a:pt x="78454" y="35415"/>
                </a:cubicBezTo>
                <a:cubicBezTo>
                  <a:pt x="78454" y="41783"/>
                  <a:pt x="76744" y="47996"/>
                  <a:pt x="73483" y="53898"/>
                </a:cubicBezTo>
                <a:cubicBezTo>
                  <a:pt x="70221" y="59799"/>
                  <a:pt x="63541" y="68809"/>
                  <a:pt x="53286" y="80924"/>
                </a:cubicBezTo>
                <a:lnTo>
                  <a:pt x="34955" y="102516"/>
                </a:lnTo>
                <a:lnTo>
                  <a:pt x="78608" y="10251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" name="path-124">
            <a:extLst xmlns:a="http://schemas.openxmlformats.org/drawingml/2006/main">
              <a:ext uri="{FF2B5EF4-FFF2-40B4-BE49-F238E27FC236}">
                <a16:creationId xmlns:a16="http://schemas.microsoft.com/office/drawing/2014/main" id="{F40A4264-56CD-4675-8073-B6CDE5754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61436" y="1765817"/>
            <a:ext cx="79515" cy="117412"/>
          </a:xfrm>
          <a:custGeom xmlns:a="http://schemas.openxmlformats.org/drawingml/2006/main">
            <a:pathLst>
              <a:path w="80472" h="118825">
                <a:moveTo>
                  <a:pt x="41480" y="35726"/>
                </a:moveTo>
                <a:cubicBezTo>
                  <a:pt x="52822" y="35726"/>
                  <a:pt x="62141" y="39611"/>
                  <a:pt x="69444" y="47220"/>
                </a:cubicBezTo>
                <a:cubicBezTo>
                  <a:pt x="76747" y="54986"/>
                  <a:pt x="80472" y="64773"/>
                  <a:pt x="80472" y="76890"/>
                </a:cubicBezTo>
                <a:cubicBezTo>
                  <a:pt x="80472" y="89003"/>
                  <a:pt x="76279" y="99099"/>
                  <a:pt x="68047" y="107021"/>
                </a:cubicBezTo>
                <a:cubicBezTo>
                  <a:pt x="59657" y="114942"/>
                  <a:pt x="49248" y="118825"/>
                  <a:pt x="36664" y="118825"/>
                </a:cubicBezTo>
                <a:cubicBezTo>
                  <a:pt x="21130" y="118825"/>
                  <a:pt x="8855" y="111680"/>
                  <a:pt x="0" y="97234"/>
                </a:cubicBezTo>
                <a:lnTo>
                  <a:pt x="13362" y="85896"/>
                </a:lnTo>
                <a:cubicBezTo>
                  <a:pt x="17090" y="92109"/>
                  <a:pt x="20819" y="96614"/>
                  <a:pt x="24548" y="99099"/>
                </a:cubicBezTo>
                <a:cubicBezTo>
                  <a:pt x="28275" y="101584"/>
                  <a:pt x="33248" y="102984"/>
                  <a:pt x="39460" y="102984"/>
                </a:cubicBezTo>
                <a:cubicBezTo>
                  <a:pt x="45673" y="102984"/>
                  <a:pt x="51267" y="100497"/>
                  <a:pt x="56084" y="95525"/>
                </a:cubicBezTo>
                <a:cubicBezTo>
                  <a:pt x="60744" y="90557"/>
                  <a:pt x="63231" y="84344"/>
                  <a:pt x="63231" y="76890"/>
                </a:cubicBezTo>
                <a:cubicBezTo>
                  <a:pt x="63231" y="69431"/>
                  <a:pt x="60744" y="63373"/>
                  <a:pt x="56084" y="58405"/>
                </a:cubicBezTo>
                <a:cubicBezTo>
                  <a:pt x="51267" y="53588"/>
                  <a:pt x="45054" y="51259"/>
                  <a:pt x="37596" y="51259"/>
                </a:cubicBezTo>
                <a:cubicBezTo>
                  <a:pt x="30139" y="51259"/>
                  <a:pt x="23458" y="54830"/>
                  <a:pt x="17713" y="61666"/>
                </a:cubicBezTo>
                <a:lnTo>
                  <a:pt x="11964" y="61666"/>
                </a:lnTo>
                <a:lnTo>
                  <a:pt x="30296" y="0"/>
                </a:lnTo>
                <a:lnTo>
                  <a:pt x="78766" y="0"/>
                </a:lnTo>
                <a:lnTo>
                  <a:pt x="78766" y="16620"/>
                </a:lnTo>
                <a:lnTo>
                  <a:pt x="42567" y="16620"/>
                </a:lnTo>
                <a:lnTo>
                  <a:pt x="36819" y="36036"/>
                </a:lnTo>
                <a:cubicBezTo>
                  <a:pt x="38528" y="35881"/>
                  <a:pt x="40083" y="35726"/>
                  <a:pt x="41480" y="3572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" name="path-125">
            <a:extLst xmlns:a="http://schemas.openxmlformats.org/drawingml/2006/main">
              <a:ext uri="{FF2B5EF4-FFF2-40B4-BE49-F238E27FC236}">
                <a16:creationId xmlns:a16="http://schemas.microsoft.com/office/drawing/2014/main" id="{0A3E1221-FEF0-4528-A126-635E32566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54615" y="1757224"/>
            <a:ext cx="86576" cy="124315"/>
          </a:xfrm>
          <a:custGeom xmlns:a="http://schemas.openxmlformats.org/drawingml/2006/main">
            <a:pathLst>
              <a:path w="87619" h="125811">
                <a:moveTo>
                  <a:pt x="57480" y="93195"/>
                </a:moveTo>
                <a:lnTo>
                  <a:pt x="57480" y="53897"/>
                </a:lnTo>
                <a:lnTo>
                  <a:pt x="30604" y="93195"/>
                </a:lnTo>
                <a:lnTo>
                  <a:pt x="57480" y="93195"/>
                </a:lnTo>
                <a:moveTo>
                  <a:pt x="75190" y="93195"/>
                </a:moveTo>
                <a:lnTo>
                  <a:pt x="87619" y="93195"/>
                </a:lnTo>
                <a:lnTo>
                  <a:pt x="87619" y="109193"/>
                </a:lnTo>
                <a:lnTo>
                  <a:pt x="75190" y="109193"/>
                </a:lnTo>
                <a:lnTo>
                  <a:pt x="75190" y="125811"/>
                </a:lnTo>
                <a:lnTo>
                  <a:pt x="57480" y="125811"/>
                </a:lnTo>
                <a:lnTo>
                  <a:pt x="57480" y="109193"/>
                </a:lnTo>
                <a:lnTo>
                  <a:pt x="0" y="109193"/>
                </a:lnTo>
                <a:lnTo>
                  <a:pt x="75190" y="0"/>
                </a:lnTo>
                <a:lnTo>
                  <a:pt x="75190" y="9319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" name="path-126">
            <a:extLst xmlns:a="http://schemas.openxmlformats.org/drawingml/2006/main">
              <a:ext uri="{FF2B5EF4-FFF2-40B4-BE49-F238E27FC236}">
                <a16:creationId xmlns:a16="http://schemas.microsoft.com/office/drawing/2014/main" id="{E7DB042C-6FBC-462E-ADA1-FCB331DA7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61148" y="1862816"/>
            <a:ext cx="20877" cy="20719"/>
          </a:xfrm>
          <a:custGeom xmlns:a="http://schemas.openxmlformats.org/drawingml/2006/main">
            <a:pathLst>
              <a:path w="21128" h="20968">
                <a:moveTo>
                  <a:pt x="3106" y="18017"/>
                </a:moveTo>
                <a:cubicBezTo>
                  <a:pt x="932" y="16155"/>
                  <a:pt x="0" y="13668"/>
                  <a:pt x="0" y="10717"/>
                </a:cubicBezTo>
                <a:cubicBezTo>
                  <a:pt x="0" y="7766"/>
                  <a:pt x="932" y="5281"/>
                  <a:pt x="3106" y="3106"/>
                </a:cubicBezTo>
                <a:cubicBezTo>
                  <a:pt x="5128" y="1087"/>
                  <a:pt x="7613" y="0"/>
                  <a:pt x="10564" y="0"/>
                </a:cubicBezTo>
                <a:cubicBezTo>
                  <a:pt x="13360" y="0"/>
                  <a:pt x="15847" y="1087"/>
                  <a:pt x="18022" y="3106"/>
                </a:cubicBezTo>
                <a:cubicBezTo>
                  <a:pt x="20041" y="5281"/>
                  <a:pt x="21128" y="7766"/>
                  <a:pt x="21128" y="10561"/>
                </a:cubicBezTo>
                <a:cubicBezTo>
                  <a:pt x="21128" y="13668"/>
                  <a:pt x="20041" y="16155"/>
                  <a:pt x="18022" y="18017"/>
                </a:cubicBezTo>
                <a:cubicBezTo>
                  <a:pt x="16003" y="19881"/>
                  <a:pt x="13515" y="20968"/>
                  <a:pt x="10564" y="20968"/>
                </a:cubicBezTo>
                <a:cubicBezTo>
                  <a:pt x="7613" y="20968"/>
                  <a:pt x="5128" y="19881"/>
                  <a:pt x="3106" y="1801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" name="path-127">
            <a:extLst xmlns:a="http://schemas.openxmlformats.org/drawingml/2006/main">
              <a:ext uri="{FF2B5EF4-FFF2-40B4-BE49-F238E27FC236}">
                <a16:creationId xmlns:a16="http://schemas.microsoft.com/office/drawing/2014/main" id="{8882087B-5F9A-4DA8-BCC0-96F06CDE3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03823" y="1761828"/>
            <a:ext cx="77827" cy="121400"/>
          </a:xfrm>
          <a:custGeom xmlns:a="http://schemas.openxmlformats.org/drawingml/2006/main">
            <a:pathLst>
              <a:path w="78763" h="122861">
                <a:moveTo>
                  <a:pt x="39460" y="107020"/>
                </a:moveTo>
                <a:cubicBezTo>
                  <a:pt x="45518" y="107020"/>
                  <a:pt x="50644" y="104845"/>
                  <a:pt x="54995" y="100493"/>
                </a:cubicBezTo>
                <a:cubicBezTo>
                  <a:pt x="59344" y="96145"/>
                  <a:pt x="61521" y="91020"/>
                  <a:pt x="61521" y="84961"/>
                </a:cubicBezTo>
                <a:cubicBezTo>
                  <a:pt x="61521" y="78905"/>
                  <a:pt x="59344" y="73622"/>
                  <a:pt x="54995" y="69273"/>
                </a:cubicBezTo>
                <a:cubicBezTo>
                  <a:pt x="50644" y="64924"/>
                  <a:pt x="45363" y="62905"/>
                  <a:pt x="39460" y="62905"/>
                </a:cubicBezTo>
                <a:cubicBezTo>
                  <a:pt x="33245" y="62905"/>
                  <a:pt x="27964" y="65079"/>
                  <a:pt x="23612" y="69428"/>
                </a:cubicBezTo>
                <a:cubicBezTo>
                  <a:pt x="19264" y="73779"/>
                  <a:pt x="17245" y="78905"/>
                  <a:pt x="17245" y="84961"/>
                </a:cubicBezTo>
                <a:cubicBezTo>
                  <a:pt x="17245" y="91174"/>
                  <a:pt x="19264" y="96300"/>
                  <a:pt x="23612" y="100650"/>
                </a:cubicBezTo>
                <a:cubicBezTo>
                  <a:pt x="27964" y="104999"/>
                  <a:pt x="33245" y="107020"/>
                  <a:pt x="39460" y="107020"/>
                </a:cubicBezTo>
                <a:moveTo>
                  <a:pt x="43809" y="47062"/>
                </a:moveTo>
                <a:cubicBezTo>
                  <a:pt x="53286" y="47062"/>
                  <a:pt x="61521" y="50789"/>
                  <a:pt x="68357" y="57934"/>
                </a:cubicBezTo>
                <a:cubicBezTo>
                  <a:pt x="75192" y="65235"/>
                  <a:pt x="78763" y="74090"/>
                  <a:pt x="78763" y="84496"/>
                </a:cubicBezTo>
                <a:cubicBezTo>
                  <a:pt x="78763" y="94903"/>
                  <a:pt x="75034" y="103913"/>
                  <a:pt x="67267" y="111523"/>
                </a:cubicBezTo>
                <a:cubicBezTo>
                  <a:pt x="59499" y="119288"/>
                  <a:pt x="50335" y="122861"/>
                  <a:pt x="39770" y="122861"/>
                </a:cubicBezTo>
                <a:cubicBezTo>
                  <a:pt x="29050" y="122861"/>
                  <a:pt x="19728" y="119133"/>
                  <a:pt x="11807" y="111678"/>
                </a:cubicBezTo>
                <a:cubicBezTo>
                  <a:pt x="3885" y="104222"/>
                  <a:pt x="0" y="95680"/>
                  <a:pt x="0" y="85893"/>
                </a:cubicBezTo>
                <a:cubicBezTo>
                  <a:pt x="0" y="76109"/>
                  <a:pt x="3729" y="66012"/>
                  <a:pt x="11496" y="55605"/>
                </a:cubicBezTo>
                <a:lnTo>
                  <a:pt x="52509" y="0"/>
                </a:lnTo>
                <a:lnTo>
                  <a:pt x="65404" y="9630"/>
                </a:lnTo>
                <a:lnTo>
                  <a:pt x="37441" y="47683"/>
                </a:lnTo>
                <a:cubicBezTo>
                  <a:pt x="40393" y="47373"/>
                  <a:pt x="42567" y="47062"/>
                  <a:pt x="43809" y="4706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" name="path-128">
            <a:extLst xmlns:a="http://schemas.openxmlformats.org/drawingml/2006/main">
              <a:ext uri="{FF2B5EF4-FFF2-40B4-BE49-F238E27FC236}">
                <a16:creationId xmlns:a16="http://schemas.microsoft.com/office/drawing/2014/main" id="{B2BC489F-BB8C-4274-80BA-A992EDBEE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8898" y="1926309"/>
            <a:ext cx="79518" cy="117412"/>
          </a:xfrm>
          <a:custGeom xmlns:a="http://schemas.openxmlformats.org/drawingml/2006/main">
            <a:pathLst>
              <a:path w="80475" h="118825">
                <a:moveTo>
                  <a:pt x="41480" y="35726"/>
                </a:moveTo>
                <a:cubicBezTo>
                  <a:pt x="52822" y="35726"/>
                  <a:pt x="62143" y="39610"/>
                  <a:pt x="69444" y="47221"/>
                </a:cubicBezTo>
                <a:cubicBezTo>
                  <a:pt x="76747" y="54986"/>
                  <a:pt x="80475" y="64772"/>
                  <a:pt x="80475" y="76888"/>
                </a:cubicBezTo>
                <a:cubicBezTo>
                  <a:pt x="80475" y="89003"/>
                  <a:pt x="76279" y="99099"/>
                  <a:pt x="68047" y="107021"/>
                </a:cubicBezTo>
                <a:cubicBezTo>
                  <a:pt x="59657" y="114942"/>
                  <a:pt x="49247" y="118825"/>
                  <a:pt x="36663" y="118825"/>
                </a:cubicBezTo>
                <a:cubicBezTo>
                  <a:pt x="21130" y="118825"/>
                  <a:pt x="8858" y="111680"/>
                  <a:pt x="0" y="97235"/>
                </a:cubicBezTo>
                <a:lnTo>
                  <a:pt x="13360" y="85895"/>
                </a:lnTo>
                <a:cubicBezTo>
                  <a:pt x="17090" y="92108"/>
                  <a:pt x="20819" y="96614"/>
                  <a:pt x="24548" y="99099"/>
                </a:cubicBezTo>
                <a:cubicBezTo>
                  <a:pt x="28277" y="101584"/>
                  <a:pt x="33248" y="102982"/>
                  <a:pt x="39460" y="102982"/>
                </a:cubicBezTo>
                <a:cubicBezTo>
                  <a:pt x="45676" y="102982"/>
                  <a:pt x="51266" y="100495"/>
                  <a:pt x="56082" y="95528"/>
                </a:cubicBezTo>
                <a:cubicBezTo>
                  <a:pt x="60743" y="90557"/>
                  <a:pt x="63230" y="84344"/>
                  <a:pt x="63230" y="76888"/>
                </a:cubicBezTo>
                <a:cubicBezTo>
                  <a:pt x="63230" y="69431"/>
                  <a:pt x="60743" y="63375"/>
                  <a:pt x="56082" y="58405"/>
                </a:cubicBezTo>
                <a:cubicBezTo>
                  <a:pt x="51266" y="53588"/>
                  <a:pt x="45053" y="51260"/>
                  <a:pt x="37596" y="51260"/>
                </a:cubicBezTo>
                <a:cubicBezTo>
                  <a:pt x="30141" y="51260"/>
                  <a:pt x="23460" y="54830"/>
                  <a:pt x="17712" y="61666"/>
                </a:cubicBezTo>
                <a:lnTo>
                  <a:pt x="11964" y="61666"/>
                </a:lnTo>
                <a:lnTo>
                  <a:pt x="30296" y="0"/>
                </a:lnTo>
                <a:lnTo>
                  <a:pt x="78766" y="0"/>
                </a:lnTo>
                <a:lnTo>
                  <a:pt x="78766" y="16621"/>
                </a:lnTo>
                <a:lnTo>
                  <a:pt x="42567" y="16621"/>
                </a:lnTo>
                <a:lnTo>
                  <a:pt x="36819" y="36036"/>
                </a:lnTo>
                <a:cubicBezTo>
                  <a:pt x="38528" y="35881"/>
                  <a:pt x="40083" y="35726"/>
                  <a:pt x="41480" y="3572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" name="path-129">
            <a:extLst xmlns:a="http://schemas.openxmlformats.org/drawingml/2006/main">
              <a:ext uri="{FF2B5EF4-FFF2-40B4-BE49-F238E27FC236}">
                <a16:creationId xmlns:a16="http://schemas.microsoft.com/office/drawing/2014/main" id="{7EDD968F-1CC0-499F-95F2-F89762F3B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67143" y="1924317"/>
            <a:ext cx="73835" cy="119405"/>
          </a:xfrm>
          <a:custGeom xmlns:a="http://schemas.openxmlformats.org/drawingml/2006/main">
            <a:pathLst>
              <a:path w="74724" h="120842">
                <a:moveTo>
                  <a:pt x="33712" y="64770"/>
                </a:moveTo>
                <a:lnTo>
                  <a:pt x="33712" y="49702"/>
                </a:lnTo>
                <a:cubicBezTo>
                  <a:pt x="41169" y="49702"/>
                  <a:pt x="46141" y="48928"/>
                  <a:pt x="48782" y="47218"/>
                </a:cubicBezTo>
                <a:cubicBezTo>
                  <a:pt x="53285" y="44421"/>
                  <a:pt x="55616" y="40073"/>
                  <a:pt x="55616" y="34170"/>
                </a:cubicBezTo>
                <a:cubicBezTo>
                  <a:pt x="55616" y="28424"/>
                  <a:pt x="53908" y="23921"/>
                  <a:pt x="50646" y="20813"/>
                </a:cubicBezTo>
                <a:cubicBezTo>
                  <a:pt x="47227" y="17707"/>
                  <a:pt x="43035" y="16153"/>
                  <a:pt x="38063" y="15998"/>
                </a:cubicBezTo>
                <a:cubicBezTo>
                  <a:pt x="32935" y="15998"/>
                  <a:pt x="29051" y="17240"/>
                  <a:pt x="26410" y="19570"/>
                </a:cubicBezTo>
                <a:cubicBezTo>
                  <a:pt x="23923" y="22056"/>
                  <a:pt x="21905" y="26249"/>
                  <a:pt x="20663" y="31840"/>
                </a:cubicBezTo>
                <a:lnTo>
                  <a:pt x="3106" y="31840"/>
                </a:lnTo>
                <a:cubicBezTo>
                  <a:pt x="4971" y="20970"/>
                  <a:pt x="8699" y="12891"/>
                  <a:pt x="14292" y="7610"/>
                </a:cubicBezTo>
                <a:cubicBezTo>
                  <a:pt x="19886" y="2485"/>
                  <a:pt x="27963" y="0"/>
                  <a:pt x="38218" y="0"/>
                </a:cubicBezTo>
                <a:cubicBezTo>
                  <a:pt x="48314" y="0"/>
                  <a:pt x="56549" y="2949"/>
                  <a:pt x="63074" y="9008"/>
                </a:cubicBezTo>
                <a:cubicBezTo>
                  <a:pt x="69598" y="15221"/>
                  <a:pt x="72862" y="23298"/>
                  <a:pt x="72862" y="33394"/>
                </a:cubicBezTo>
                <a:cubicBezTo>
                  <a:pt x="72862" y="43489"/>
                  <a:pt x="68511" y="51566"/>
                  <a:pt x="60121" y="57470"/>
                </a:cubicBezTo>
                <a:cubicBezTo>
                  <a:pt x="69753" y="63215"/>
                  <a:pt x="74724" y="72535"/>
                  <a:pt x="74724" y="85275"/>
                </a:cubicBezTo>
                <a:cubicBezTo>
                  <a:pt x="74724" y="95835"/>
                  <a:pt x="71152" y="104376"/>
                  <a:pt x="64004" y="110901"/>
                </a:cubicBezTo>
                <a:cubicBezTo>
                  <a:pt x="56859" y="117580"/>
                  <a:pt x="47849" y="120842"/>
                  <a:pt x="36818" y="120842"/>
                </a:cubicBezTo>
                <a:cubicBezTo>
                  <a:pt x="22682" y="120842"/>
                  <a:pt x="12273" y="115716"/>
                  <a:pt x="5437" y="105465"/>
                </a:cubicBezTo>
                <a:cubicBezTo>
                  <a:pt x="2641" y="101116"/>
                  <a:pt x="777" y="95213"/>
                  <a:pt x="0" y="87449"/>
                </a:cubicBezTo>
                <a:lnTo>
                  <a:pt x="17090" y="87449"/>
                </a:lnTo>
                <a:cubicBezTo>
                  <a:pt x="18022" y="93193"/>
                  <a:pt x="20196" y="97545"/>
                  <a:pt x="23769" y="100493"/>
                </a:cubicBezTo>
                <a:cubicBezTo>
                  <a:pt x="27186" y="103601"/>
                  <a:pt x="31846" y="104999"/>
                  <a:pt x="37595" y="104999"/>
                </a:cubicBezTo>
                <a:cubicBezTo>
                  <a:pt x="43189" y="104999"/>
                  <a:pt x="48004" y="103135"/>
                  <a:pt x="51732" y="99252"/>
                </a:cubicBezTo>
                <a:cubicBezTo>
                  <a:pt x="55462" y="95368"/>
                  <a:pt x="57324" y="90399"/>
                  <a:pt x="57324" y="84496"/>
                </a:cubicBezTo>
                <a:cubicBezTo>
                  <a:pt x="57324" y="76730"/>
                  <a:pt x="54531" y="70983"/>
                  <a:pt x="48936" y="67567"/>
                </a:cubicBezTo>
                <a:cubicBezTo>
                  <a:pt x="45518" y="65702"/>
                  <a:pt x="40548" y="64770"/>
                  <a:pt x="33712" y="6477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" name="path-130">
            <a:extLst xmlns:a="http://schemas.openxmlformats.org/drawingml/2006/main">
              <a:ext uri="{FF2B5EF4-FFF2-40B4-BE49-F238E27FC236}">
                <a16:creationId xmlns:a16="http://schemas.microsoft.com/office/drawing/2014/main" id="{B64466AB-E076-42EF-846E-EA2425C70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8609" y="2023309"/>
            <a:ext cx="20878" cy="20718"/>
          </a:xfrm>
          <a:custGeom xmlns:a="http://schemas.openxmlformats.org/drawingml/2006/main">
            <a:pathLst>
              <a:path w="21130" h="20967">
                <a:moveTo>
                  <a:pt x="3110" y="18017"/>
                </a:moveTo>
                <a:cubicBezTo>
                  <a:pt x="933" y="16154"/>
                  <a:pt x="0" y="13668"/>
                  <a:pt x="0" y="10717"/>
                </a:cubicBezTo>
                <a:cubicBezTo>
                  <a:pt x="0" y="7768"/>
                  <a:pt x="933" y="5281"/>
                  <a:pt x="3110" y="3106"/>
                </a:cubicBezTo>
                <a:cubicBezTo>
                  <a:pt x="5129" y="1087"/>
                  <a:pt x="7613" y="0"/>
                  <a:pt x="10565" y="0"/>
                </a:cubicBezTo>
                <a:cubicBezTo>
                  <a:pt x="13362" y="0"/>
                  <a:pt x="15849" y="1087"/>
                  <a:pt x="18023" y="3106"/>
                </a:cubicBezTo>
                <a:cubicBezTo>
                  <a:pt x="20042" y="5281"/>
                  <a:pt x="21130" y="7768"/>
                  <a:pt x="21130" y="10562"/>
                </a:cubicBezTo>
                <a:cubicBezTo>
                  <a:pt x="21130" y="13668"/>
                  <a:pt x="20042" y="16154"/>
                  <a:pt x="18023" y="18017"/>
                </a:cubicBezTo>
                <a:cubicBezTo>
                  <a:pt x="16003" y="19881"/>
                  <a:pt x="13517" y="20967"/>
                  <a:pt x="10565" y="20967"/>
                </a:cubicBezTo>
                <a:cubicBezTo>
                  <a:pt x="7613" y="20967"/>
                  <a:pt x="5129" y="19881"/>
                  <a:pt x="3110" y="1801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" name="path-131">
            <a:extLst xmlns:a="http://schemas.openxmlformats.org/drawingml/2006/main">
              <a:ext uri="{FF2B5EF4-FFF2-40B4-BE49-F238E27FC236}">
                <a16:creationId xmlns:a16="http://schemas.microsoft.com/office/drawing/2014/main" id="{AACD33E1-5824-45CE-8532-0CEDFAE423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9290" y="1924317"/>
            <a:ext cx="81820" cy="119405"/>
          </a:xfrm>
          <a:custGeom xmlns:a="http://schemas.openxmlformats.org/drawingml/2006/main">
            <a:pathLst>
              <a:path w="82804" h="120842">
                <a:moveTo>
                  <a:pt x="58570" y="92261"/>
                </a:moveTo>
                <a:cubicBezTo>
                  <a:pt x="63072" y="83873"/>
                  <a:pt x="65405" y="73312"/>
                  <a:pt x="65405" y="60575"/>
                </a:cubicBezTo>
                <a:cubicBezTo>
                  <a:pt x="65405" y="47839"/>
                  <a:pt x="63072" y="37121"/>
                  <a:pt x="58570" y="28734"/>
                </a:cubicBezTo>
                <a:cubicBezTo>
                  <a:pt x="53907" y="20347"/>
                  <a:pt x="48159" y="16153"/>
                  <a:pt x="41326" y="16153"/>
                </a:cubicBezTo>
                <a:cubicBezTo>
                  <a:pt x="34490" y="16153"/>
                  <a:pt x="28741" y="20191"/>
                  <a:pt x="24235" y="28579"/>
                </a:cubicBezTo>
                <a:cubicBezTo>
                  <a:pt x="19573" y="36966"/>
                  <a:pt x="17400" y="47528"/>
                  <a:pt x="17400" y="60266"/>
                </a:cubicBezTo>
                <a:cubicBezTo>
                  <a:pt x="17400" y="73001"/>
                  <a:pt x="19573" y="83718"/>
                  <a:pt x="24080" y="92106"/>
                </a:cubicBezTo>
                <a:cubicBezTo>
                  <a:pt x="28586" y="100650"/>
                  <a:pt x="34332" y="104999"/>
                  <a:pt x="41480" y="104999"/>
                </a:cubicBezTo>
                <a:cubicBezTo>
                  <a:pt x="48316" y="104999"/>
                  <a:pt x="54063" y="100650"/>
                  <a:pt x="58570" y="92261"/>
                </a:cubicBezTo>
                <a:moveTo>
                  <a:pt x="41480" y="120842"/>
                </a:moveTo>
                <a:cubicBezTo>
                  <a:pt x="30449" y="120842"/>
                  <a:pt x="20816" y="115716"/>
                  <a:pt x="12428" y="105154"/>
                </a:cubicBezTo>
                <a:cubicBezTo>
                  <a:pt x="4039" y="94593"/>
                  <a:pt x="0" y="79835"/>
                  <a:pt x="0" y="60575"/>
                </a:cubicBezTo>
                <a:cubicBezTo>
                  <a:pt x="0" y="41469"/>
                  <a:pt x="4348" y="26404"/>
                  <a:pt x="13048" y="15221"/>
                </a:cubicBezTo>
                <a:cubicBezTo>
                  <a:pt x="20816" y="5123"/>
                  <a:pt x="30293" y="0"/>
                  <a:pt x="41480" y="0"/>
                </a:cubicBezTo>
                <a:cubicBezTo>
                  <a:pt x="52508" y="0"/>
                  <a:pt x="61985" y="5123"/>
                  <a:pt x="69753" y="15221"/>
                </a:cubicBezTo>
                <a:cubicBezTo>
                  <a:pt x="78452" y="26404"/>
                  <a:pt x="82804" y="41469"/>
                  <a:pt x="82804" y="60575"/>
                </a:cubicBezTo>
                <a:cubicBezTo>
                  <a:pt x="82804" y="79835"/>
                  <a:pt x="78452" y="94903"/>
                  <a:pt x="69753" y="105933"/>
                </a:cubicBezTo>
                <a:cubicBezTo>
                  <a:pt x="61985" y="115871"/>
                  <a:pt x="52508" y="120842"/>
                  <a:pt x="41480" y="12084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" name="path-132">
            <a:extLst xmlns:a="http://schemas.openxmlformats.org/drawingml/2006/main">
              <a:ext uri="{FF2B5EF4-FFF2-40B4-BE49-F238E27FC236}">
                <a16:creationId xmlns:a16="http://schemas.microsoft.com/office/drawing/2014/main" id="{3832EE56-D149-41A2-BE7B-AA8A9D05C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363" y="2143118"/>
            <a:ext cx="79516" cy="117413"/>
          </a:xfrm>
          <a:custGeom xmlns:a="http://schemas.openxmlformats.org/drawingml/2006/main">
            <a:pathLst>
              <a:path w="80474" h="118826">
                <a:moveTo>
                  <a:pt x="41477" y="35726"/>
                </a:moveTo>
                <a:cubicBezTo>
                  <a:pt x="52818" y="35726"/>
                  <a:pt x="62141" y="39611"/>
                  <a:pt x="69440" y="47221"/>
                </a:cubicBezTo>
                <a:cubicBezTo>
                  <a:pt x="76744" y="54986"/>
                  <a:pt x="80474" y="64773"/>
                  <a:pt x="80474" y="76886"/>
                </a:cubicBezTo>
                <a:cubicBezTo>
                  <a:pt x="80474" y="89003"/>
                  <a:pt x="76276" y="99099"/>
                  <a:pt x="68044" y="107019"/>
                </a:cubicBezTo>
                <a:cubicBezTo>
                  <a:pt x="59654" y="114943"/>
                  <a:pt x="49245" y="118826"/>
                  <a:pt x="36662" y="118826"/>
                </a:cubicBezTo>
                <a:cubicBezTo>
                  <a:pt x="21126" y="118826"/>
                  <a:pt x="8854" y="111680"/>
                  <a:pt x="0" y="97235"/>
                </a:cubicBezTo>
                <a:lnTo>
                  <a:pt x="13359" y="85895"/>
                </a:lnTo>
                <a:cubicBezTo>
                  <a:pt x="17089" y="92108"/>
                  <a:pt x="20816" y="96612"/>
                  <a:pt x="24545" y="99099"/>
                </a:cubicBezTo>
                <a:cubicBezTo>
                  <a:pt x="28273" y="101584"/>
                  <a:pt x="33245" y="102982"/>
                  <a:pt x="39458" y="102982"/>
                </a:cubicBezTo>
                <a:cubicBezTo>
                  <a:pt x="45675" y="102982"/>
                  <a:pt x="51266" y="100495"/>
                  <a:pt x="56082" y="95526"/>
                </a:cubicBezTo>
                <a:cubicBezTo>
                  <a:pt x="60742" y="90557"/>
                  <a:pt x="63227" y="84344"/>
                  <a:pt x="63227" y="76886"/>
                </a:cubicBezTo>
                <a:cubicBezTo>
                  <a:pt x="63227" y="69431"/>
                  <a:pt x="60742" y="63373"/>
                  <a:pt x="56082" y="58405"/>
                </a:cubicBezTo>
                <a:cubicBezTo>
                  <a:pt x="51266" y="53589"/>
                  <a:pt x="45052" y="51260"/>
                  <a:pt x="37594" y="51260"/>
                </a:cubicBezTo>
                <a:cubicBezTo>
                  <a:pt x="30139" y="51260"/>
                  <a:pt x="23457" y="54830"/>
                  <a:pt x="17709" y="61666"/>
                </a:cubicBezTo>
                <a:lnTo>
                  <a:pt x="11960" y="61666"/>
                </a:lnTo>
                <a:lnTo>
                  <a:pt x="30293" y="0"/>
                </a:lnTo>
                <a:lnTo>
                  <a:pt x="78763" y="0"/>
                </a:lnTo>
                <a:lnTo>
                  <a:pt x="78763" y="16620"/>
                </a:lnTo>
                <a:lnTo>
                  <a:pt x="42568" y="16620"/>
                </a:lnTo>
                <a:lnTo>
                  <a:pt x="36819" y="36036"/>
                </a:lnTo>
                <a:cubicBezTo>
                  <a:pt x="38526" y="35881"/>
                  <a:pt x="40081" y="35726"/>
                  <a:pt x="41477" y="3572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" name="path-133">
            <a:extLst xmlns:a="http://schemas.openxmlformats.org/drawingml/2006/main">
              <a:ext uri="{FF2B5EF4-FFF2-40B4-BE49-F238E27FC236}">
                <a16:creationId xmlns:a16="http://schemas.microsoft.com/office/drawing/2014/main" id="{6DBA5775-4149-40D4-9454-D5A102F25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4604" y="2141123"/>
            <a:ext cx="81821" cy="119408"/>
          </a:xfrm>
          <a:custGeom xmlns:a="http://schemas.openxmlformats.org/drawingml/2006/main">
            <a:pathLst>
              <a:path w="82806" h="120846">
                <a:moveTo>
                  <a:pt x="58570" y="92263"/>
                </a:moveTo>
                <a:cubicBezTo>
                  <a:pt x="63075" y="83876"/>
                  <a:pt x="65404" y="73314"/>
                  <a:pt x="65404" y="60579"/>
                </a:cubicBezTo>
                <a:cubicBezTo>
                  <a:pt x="65404" y="47843"/>
                  <a:pt x="63075" y="37124"/>
                  <a:pt x="58570" y="28738"/>
                </a:cubicBezTo>
                <a:cubicBezTo>
                  <a:pt x="53908" y="20350"/>
                  <a:pt x="48161" y="16155"/>
                  <a:pt x="41325" y="16155"/>
                </a:cubicBezTo>
                <a:cubicBezTo>
                  <a:pt x="34489" y="16155"/>
                  <a:pt x="28741" y="20194"/>
                  <a:pt x="24235" y="28581"/>
                </a:cubicBezTo>
                <a:cubicBezTo>
                  <a:pt x="19577" y="36969"/>
                  <a:pt x="17399" y="47530"/>
                  <a:pt x="17399" y="60265"/>
                </a:cubicBezTo>
                <a:cubicBezTo>
                  <a:pt x="17399" y="73005"/>
                  <a:pt x="19577" y="83722"/>
                  <a:pt x="24081" y="92109"/>
                </a:cubicBezTo>
                <a:cubicBezTo>
                  <a:pt x="28586" y="100650"/>
                  <a:pt x="34335" y="105002"/>
                  <a:pt x="41481" y="105002"/>
                </a:cubicBezTo>
                <a:cubicBezTo>
                  <a:pt x="48314" y="105002"/>
                  <a:pt x="54063" y="100650"/>
                  <a:pt x="58570" y="92263"/>
                </a:cubicBezTo>
                <a:moveTo>
                  <a:pt x="41481" y="120846"/>
                </a:moveTo>
                <a:cubicBezTo>
                  <a:pt x="30451" y="120846"/>
                  <a:pt x="20819" y="115719"/>
                  <a:pt x="12430" y="105157"/>
                </a:cubicBezTo>
                <a:cubicBezTo>
                  <a:pt x="4042" y="94595"/>
                  <a:pt x="0" y="79837"/>
                  <a:pt x="0" y="60579"/>
                </a:cubicBezTo>
                <a:cubicBezTo>
                  <a:pt x="0" y="41472"/>
                  <a:pt x="4352" y="26408"/>
                  <a:pt x="13051" y="15223"/>
                </a:cubicBezTo>
                <a:cubicBezTo>
                  <a:pt x="20819" y="5127"/>
                  <a:pt x="30296" y="0"/>
                  <a:pt x="41481" y="0"/>
                </a:cubicBezTo>
                <a:cubicBezTo>
                  <a:pt x="52512" y="0"/>
                  <a:pt x="61986" y="5127"/>
                  <a:pt x="69753" y="15223"/>
                </a:cubicBezTo>
                <a:cubicBezTo>
                  <a:pt x="78453" y="26408"/>
                  <a:pt x="82806" y="41472"/>
                  <a:pt x="82806" y="60579"/>
                </a:cubicBezTo>
                <a:cubicBezTo>
                  <a:pt x="82806" y="79837"/>
                  <a:pt x="78453" y="94905"/>
                  <a:pt x="69753" y="105933"/>
                </a:cubicBezTo>
                <a:cubicBezTo>
                  <a:pt x="61986" y="115874"/>
                  <a:pt x="52512" y="120846"/>
                  <a:pt x="41481" y="120846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" name="path-134">
            <a:extLst xmlns:a="http://schemas.openxmlformats.org/drawingml/2006/main">
              <a:ext uri="{FF2B5EF4-FFF2-40B4-BE49-F238E27FC236}">
                <a16:creationId xmlns:a16="http://schemas.microsoft.com/office/drawing/2014/main" id="{FAB30C04-FE91-498A-BBDA-5C9876C05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6073" y="2240116"/>
            <a:ext cx="20876" cy="20720"/>
          </a:xfrm>
          <a:custGeom xmlns:a="http://schemas.openxmlformats.org/drawingml/2006/main">
            <a:pathLst>
              <a:path w="21127" h="20970">
                <a:moveTo>
                  <a:pt x="3106" y="18018"/>
                </a:moveTo>
                <a:cubicBezTo>
                  <a:pt x="931" y="16157"/>
                  <a:pt x="0" y="13669"/>
                  <a:pt x="0" y="10717"/>
                </a:cubicBezTo>
                <a:cubicBezTo>
                  <a:pt x="0" y="7767"/>
                  <a:pt x="931" y="5282"/>
                  <a:pt x="3106" y="3108"/>
                </a:cubicBezTo>
                <a:cubicBezTo>
                  <a:pt x="5126" y="1088"/>
                  <a:pt x="7612" y="0"/>
                  <a:pt x="10562" y="0"/>
                </a:cubicBezTo>
                <a:cubicBezTo>
                  <a:pt x="13359" y="0"/>
                  <a:pt x="15845" y="1088"/>
                  <a:pt x="18021" y="3108"/>
                </a:cubicBezTo>
                <a:cubicBezTo>
                  <a:pt x="20039" y="5282"/>
                  <a:pt x="21127" y="7767"/>
                  <a:pt x="21127" y="10563"/>
                </a:cubicBezTo>
                <a:cubicBezTo>
                  <a:pt x="21127" y="13669"/>
                  <a:pt x="20039" y="16157"/>
                  <a:pt x="18021" y="18018"/>
                </a:cubicBezTo>
                <a:cubicBezTo>
                  <a:pt x="16001" y="19882"/>
                  <a:pt x="13517" y="20970"/>
                  <a:pt x="10562" y="20970"/>
                </a:cubicBezTo>
                <a:cubicBezTo>
                  <a:pt x="7612" y="20970"/>
                  <a:pt x="5126" y="19882"/>
                  <a:pt x="3106" y="1801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" name="path-135">
            <a:extLst xmlns:a="http://schemas.openxmlformats.org/drawingml/2006/main">
              <a:ext uri="{FF2B5EF4-FFF2-40B4-BE49-F238E27FC236}">
                <a16:creationId xmlns:a16="http://schemas.microsoft.com/office/drawing/2014/main" id="{7ADAB5C9-BF2F-4A48-BD5E-54A2FB6FE0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1204" y="2141123"/>
            <a:ext cx="72761" cy="119408"/>
          </a:xfrm>
          <a:custGeom xmlns:a="http://schemas.openxmlformats.org/drawingml/2006/main">
            <a:pathLst>
              <a:path w="73636" h="120846">
                <a:moveTo>
                  <a:pt x="50644" y="71605"/>
                </a:moveTo>
                <a:cubicBezTo>
                  <a:pt x="46761" y="67879"/>
                  <a:pt x="42098" y="66015"/>
                  <a:pt x="36818" y="66015"/>
                </a:cubicBezTo>
                <a:cubicBezTo>
                  <a:pt x="31535" y="66015"/>
                  <a:pt x="27031" y="67879"/>
                  <a:pt x="23302" y="71605"/>
                </a:cubicBezTo>
                <a:cubicBezTo>
                  <a:pt x="19418" y="75335"/>
                  <a:pt x="17553" y="79992"/>
                  <a:pt x="17553" y="85276"/>
                </a:cubicBezTo>
                <a:cubicBezTo>
                  <a:pt x="17553" y="90712"/>
                  <a:pt x="19418" y="95371"/>
                  <a:pt x="23148" y="99254"/>
                </a:cubicBezTo>
                <a:cubicBezTo>
                  <a:pt x="26876" y="103138"/>
                  <a:pt x="31535" y="105002"/>
                  <a:pt x="36972" y="105002"/>
                </a:cubicBezTo>
                <a:cubicBezTo>
                  <a:pt x="42254" y="105002"/>
                  <a:pt x="46761" y="103138"/>
                  <a:pt x="50644" y="99254"/>
                </a:cubicBezTo>
                <a:cubicBezTo>
                  <a:pt x="54373" y="95526"/>
                  <a:pt x="56392" y="90867"/>
                  <a:pt x="56392" y="85431"/>
                </a:cubicBezTo>
                <a:cubicBezTo>
                  <a:pt x="56392" y="80150"/>
                  <a:pt x="54373" y="75488"/>
                  <a:pt x="50644" y="71605"/>
                </a:cubicBezTo>
                <a:moveTo>
                  <a:pt x="19728" y="33552"/>
                </a:moveTo>
                <a:cubicBezTo>
                  <a:pt x="19574" y="38524"/>
                  <a:pt x="21282" y="42560"/>
                  <a:pt x="24699" y="45979"/>
                </a:cubicBezTo>
                <a:cubicBezTo>
                  <a:pt x="28118" y="49396"/>
                  <a:pt x="32312" y="51105"/>
                  <a:pt x="37284" y="51105"/>
                </a:cubicBezTo>
                <a:cubicBezTo>
                  <a:pt x="41944" y="51105"/>
                  <a:pt x="46138" y="49396"/>
                  <a:pt x="49557" y="45979"/>
                </a:cubicBezTo>
                <a:cubicBezTo>
                  <a:pt x="52975" y="42560"/>
                  <a:pt x="54683" y="38524"/>
                  <a:pt x="54683" y="33707"/>
                </a:cubicBezTo>
                <a:cubicBezTo>
                  <a:pt x="54683" y="28890"/>
                  <a:pt x="52975" y="24698"/>
                  <a:pt x="49557" y="21281"/>
                </a:cubicBezTo>
                <a:cubicBezTo>
                  <a:pt x="46138" y="17864"/>
                  <a:pt x="41944" y="16001"/>
                  <a:pt x="37127" y="16001"/>
                </a:cubicBezTo>
                <a:cubicBezTo>
                  <a:pt x="32312" y="16001"/>
                  <a:pt x="28272" y="17707"/>
                  <a:pt x="24854" y="21126"/>
                </a:cubicBezTo>
                <a:cubicBezTo>
                  <a:pt x="21439" y="24543"/>
                  <a:pt x="19728" y="28738"/>
                  <a:pt x="19728" y="33552"/>
                </a:cubicBezTo>
                <a:moveTo>
                  <a:pt x="15999" y="58250"/>
                </a:moveTo>
                <a:cubicBezTo>
                  <a:pt x="7299" y="52346"/>
                  <a:pt x="3106" y="44269"/>
                  <a:pt x="3106" y="34172"/>
                </a:cubicBezTo>
                <a:cubicBezTo>
                  <a:pt x="3106" y="24234"/>
                  <a:pt x="6368" y="16001"/>
                  <a:pt x="12893" y="9633"/>
                </a:cubicBezTo>
                <a:cubicBezTo>
                  <a:pt x="19418" y="3264"/>
                  <a:pt x="27652" y="0"/>
                  <a:pt x="37284" y="0"/>
                </a:cubicBezTo>
                <a:cubicBezTo>
                  <a:pt x="46915" y="0"/>
                  <a:pt x="54995" y="3264"/>
                  <a:pt x="61517" y="9633"/>
                </a:cubicBezTo>
                <a:cubicBezTo>
                  <a:pt x="68043" y="16001"/>
                  <a:pt x="71306" y="24078"/>
                  <a:pt x="71306" y="33862"/>
                </a:cubicBezTo>
                <a:cubicBezTo>
                  <a:pt x="71306" y="43804"/>
                  <a:pt x="66957" y="51878"/>
                  <a:pt x="58566" y="58092"/>
                </a:cubicBezTo>
                <a:cubicBezTo>
                  <a:pt x="63227" y="60734"/>
                  <a:pt x="66801" y="64463"/>
                  <a:pt x="69598" y="69276"/>
                </a:cubicBezTo>
                <a:cubicBezTo>
                  <a:pt x="72394" y="74247"/>
                  <a:pt x="73636" y="79683"/>
                  <a:pt x="73636" y="85585"/>
                </a:cubicBezTo>
                <a:cubicBezTo>
                  <a:pt x="73636" y="95993"/>
                  <a:pt x="70217" y="104535"/>
                  <a:pt x="63537" y="111058"/>
                </a:cubicBezTo>
                <a:cubicBezTo>
                  <a:pt x="56703" y="117583"/>
                  <a:pt x="48003" y="120846"/>
                  <a:pt x="37284" y="120846"/>
                </a:cubicBezTo>
                <a:cubicBezTo>
                  <a:pt x="26564" y="120846"/>
                  <a:pt x="17709" y="117583"/>
                  <a:pt x="10563" y="110902"/>
                </a:cubicBezTo>
                <a:cubicBezTo>
                  <a:pt x="3416" y="104380"/>
                  <a:pt x="0" y="95993"/>
                  <a:pt x="155" y="85896"/>
                </a:cubicBezTo>
                <a:cubicBezTo>
                  <a:pt x="155" y="72850"/>
                  <a:pt x="5435" y="63530"/>
                  <a:pt x="15999" y="5825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" name="path-136">
            <a:extLst xmlns:a="http://schemas.openxmlformats.org/drawingml/2006/main">
              <a:ext uri="{FF2B5EF4-FFF2-40B4-BE49-F238E27FC236}">
                <a16:creationId xmlns:a16="http://schemas.microsoft.com/office/drawing/2014/main" id="{DAB5C07F-899F-4EEF-AF98-F97041E5CA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826" y="1344811"/>
            <a:ext cx="79514" cy="117409"/>
          </a:xfrm>
          <a:custGeom xmlns:a="http://schemas.openxmlformats.org/drawingml/2006/main">
            <a:pathLst>
              <a:path w="80471" h="118823">
                <a:moveTo>
                  <a:pt x="41479" y="35724"/>
                </a:moveTo>
                <a:cubicBezTo>
                  <a:pt x="52817" y="35724"/>
                  <a:pt x="62140" y="39607"/>
                  <a:pt x="69440" y="47218"/>
                </a:cubicBezTo>
                <a:cubicBezTo>
                  <a:pt x="76743" y="54986"/>
                  <a:pt x="80471" y="64769"/>
                  <a:pt x="80471" y="76886"/>
                </a:cubicBezTo>
                <a:cubicBezTo>
                  <a:pt x="80471" y="89000"/>
                  <a:pt x="76278" y="99097"/>
                  <a:pt x="68042" y="107019"/>
                </a:cubicBezTo>
                <a:cubicBezTo>
                  <a:pt x="59653" y="114939"/>
                  <a:pt x="49245" y="118823"/>
                  <a:pt x="36663" y="118823"/>
                </a:cubicBezTo>
                <a:cubicBezTo>
                  <a:pt x="21127" y="118823"/>
                  <a:pt x="8854" y="111676"/>
                  <a:pt x="0" y="97231"/>
                </a:cubicBezTo>
                <a:lnTo>
                  <a:pt x="13357" y="85894"/>
                </a:lnTo>
                <a:cubicBezTo>
                  <a:pt x="17086" y="92107"/>
                  <a:pt x="20816" y="96612"/>
                  <a:pt x="24545" y="99097"/>
                </a:cubicBezTo>
                <a:cubicBezTo>
                  <a:pt x="28272" y="101583"/>
                  <a:pt x="33243" y="102980"/>
                  <a:pt x="39456" y="102980"/>
                </a:cubicBezTo>
                <a:cubicBezTo>
                  <a:pt x="45672" y="102980"/>
                  <a:pt x="51266" y="100497"/>
                  <a:pt x="56081" y="95525"/>
                </a:cubicBezTo>
                <a:cubicBezTo>
                  <a:pt x="60740" y="90554"/>
                  <a:pt x="63227" y="84341"/>
                  <a:pt x="63227" y="76886"/>
                </a:cubicBezTo>
                <a:cubicBezTo>
                  <a:pt x="63227" y="69431"/>
                  <a:pt x="60740" y="63373"/>
                  <a:pt x="56081" y="58402"/>
                </a:cubicBezTo>
                <a:cubicBezTo>
                  <a:pt x="51266" y="53586"/>
                  <a:pt x="45049" y="51256"/>
                  <a:pt x="37595" y="51256"/>
                </a:cubicBezTo>
                <a:cubicBezTo>
                  <a:pt x="30136" y="51256"/>
                  <a:pt x="23457" y="54830"/>
                  <a:pt x="17709" y="61663"/>
                </a:cubicBezTo>
                <a:lnTo>
                  <a:pt x="11960" y="61663"/>
                </a:lnTo>
                <a:lnTo>
                  <a:pt x="30293" y="0"/>
                </a:lnTo>
                <a:lnTo>
                  <a:pt x="78761" y="0"/>
                </a:lnTo>
                <a:lnTo>
                  <a:pt x="78761" y="16620"/>
                </a:lnTo>
                <a:lnTo>
                  <a:pt x="42566" y="16620"/>
                </a:lnTo>
                <a:lnTo>
                  <a:pt x="36818" y="36034"/>
                </a:lnTo>
                <a:cubicBezTo>
                  <a:pt x="38526" y="35879"/>
                  <a:pt x="40079" y="35724"/>
                  <a:pt x="41479" y="3572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" name="path-137">
            <a:extLst xmlns:a="http://schemas.openxmlformats.org/drawingml/2006/main">
              <a:ext uri="{FF2B5EF4-FFF2-40B4-BE49-F238E27FC236}">
                <a16:creationId xmlns:a16="http://schemas.microsoft.com/office/drawing/2014/main" id="{803D10A0-57E5-4734-ABF3-528170681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519" y="1342816"/>
            <a:ext cx="72762" cy="119405"/>
          </a:xfrm>
          <a:custGeom xmlns:a="http://schemas.openxmlformats.org/drawingml/2006/main">
            <a:pathLst>
              <a:path w="73638" h="120842">
                <a:moveTo>
                  <a:pt x="50646" y="71605"/>
                </a:moveTo>
                <a:cubicBezTo>
                  <a:pt x="46763" y="67876"/>
                  <a:pt x="42103" y="66012"/>
                  <a:pt x="36819" y="66012"/>
                </a:cubicBezTo>
                <a:cubicBezTo>
                  <a:pt x="31537" y="66012"/>
                  <a:pt x="27032" y="67876"/>
                  <a:pt x="23303" y="71605"/>
                </a:cubicBezTo>
                <a:cubicBezTo>
                  <a:pt x="19419" y="75331"/>
                  <a:pt x="17554" y="79992"/>
                  <a:pt x="17554" y="85273"/>
                </a:cubicBezTo>
                <a:cubicBezTo>
                  <a:pt x="17554" y="90708"/>
                  <a:pt x="19419" y="95370"/>
                  <a:pt x="23148" y="99251"/>
                </a:cubicBezTo>
                <a:cubicBezTo>
                  <a:pt x="26877" y="103135"/>
                  <a:pt x="31537" y="104999"/>
                  <a:pt x="36973" y="104999"/>
                </a:cubicBezTo>
                <a:cubicBezTo>
                  <a:pt x="42257" y="104999"/>
                  <a:pt x="46763" y="103135"/>
                  <a:pt x="50646" y="99251"/>
                </a:cubicBezTo>
                <a:cubicBezTo>
                  <a:pt x="54372" y="95525"/>
                  <a:pt x="56393" y="90864"/>
                  <a:pt x="56393" y="85428"/>
                </a:cubicBezTo>
                <a:cubicBezTo>
                  <a:pt x="56393" y="80148"/>
                  <a:pt x="54372" y="75488"/>
                  <a:pt x="50646" y="71605"/>
                </a:cubicBezTo>
                <a:moveTo>
                  <a:pt x="19731" y="33549"/>
                </a:moveTo>
                <a:cubicBezTo>
                  <a:pt x="19573" y="38520"/>
                  <a:pt x="21283" y="42558"/>
                  <a:pt x="24703" y="45975"/>
                </a:cubicBezTo>
                <a:cubicBezTo>
                  <a:pt x="28119" y="49392"/>
                  <a:pt x="32314" y="51102"/>
                  <a:pt x="37286" y="51102"/>
                </a:cubicBezTo>
                <a:cubicBezTo>
                  <a:pt x="41946" y="51102"/>
                  <a:pt x="46140" y="49392"/>
                  <a:pt x="49558" y="45975"/>
                </a:cubicBezTo>
                <a:cubicBezTo>
                  <a:pt x="52976" y="42558"/>
                  <a:pt x="54686" y="38520"/>
                  <a:pt x="54686" y="33704"/>
                </a:cubicBezTo>
                <a:cubicBezTo>
                  <a:pt x="54686" y="28891"/>
                  <a:pt x="52976" y="24697"/>
                  <a:pt x="49558" y="21279"/>
                </a:cubicBezTo>
                <a:cubicBezTo>
                  <a:pt x="46140" y="17862"/>
                  <a:pt x="41946" y="15998"/>
                  <a:pt x="37131" y="15998"/>
                </a:cubicBezTo>
                <a:cubicBezTo>
                  <a:pt x="32314" y="15998"/>
                  <a:pt x="28273" y="17707"/>
                  <a:pt x="24857" y="21123"/>
                </a:cubicBezTo>
                <a:cubicBezTo>
                  <a:pt x="21439" y="24540"/>
                  <a:pt x="19731" y="28734"/>
                  <a:pt x="19731" y="33549"/>
                </a:cubicBezTo>
                <a:moveTo>
                  <a:pt x="16003" y="58247"/>
                </a:moveTo>
                <a:cubicBezTo>
                  <a:pt x="7304" y="52343"/>
                  <a:pt x="3106" y="44266"/>
                  <a:pt x="3106" y="34171"/>
                </a:cubicBezTo>
                <a:cubicBezTo>
                  <a:pt x="3106" y="24230"/>
                  <a:pt x="6370" y="15998"/>
                  <a:pt x="12894" y="9630"/>
                </a:cubicBezTo>
                <a:cubicBezTo>
                  <a:pt x="19419" y="3262"/>
                  <a:pt x="27654" y="0"/>
                  <a:pt x="37286" y="0"/>
                </a:cubicBezTo>
                <a:cubicBezTo>
                  <a:pt x="46917" y="0"/>
                  <a:pt x="54995" y="3262"/>
                  <a:pt x="61521" y="9630"/>
                </a:cubicBezTo>
                <a:cubicBezTo>
                  <a:pt x="68047" y="15998"/>
                  <a:pt x="71308" y="24075"/>
                  <a:pt x="71308" y="33860"/>
                </a:cubicBezTo>
                <a:cubicBezTo>
                  <a:pt x="71308" y="43801"/>
                  <a:pt x="66957" y="51879"/>
                  <a:pt x="58570" y="58092"/>
                </a:cubicBezTo>
                <a:cubicBezTo>
                  <a:pt x="63230" y="60731"/>
                  <a:pt x="66802" y="64460"/>
                  <a:pt x="69598" y="69276"/>
                </a:cubicBezTo>
                <a:cubicBezTo>
                  <a:pt x="72395" y="74244"/>
                  <a:pt x="73638" y="79682"/>
                  <a:pt x="73638" y="85584"/>
                </a:cubicBezTo>
                <a:cubicBezTo>
                  <a:pt x="73638" y="95989"/>
                  <a:pt x="70221" y="104531"/>
                  <a:pt x="63541" y="111057"/>
                </a:cubicBezTo>
                <a:cubicBezTo>
                  <a:pt x="56705" y="117580"/>
                  <a:pt x="48005" y="120842"/>
                  <a:pt x="37286" y="120842"/>
                </a:cubicBezTo>
                <a:cubicBezTo>
                  <a:pt x="26567" y="120842"/>
                  <a:pt x="17709" y="117580"/>
                  <a:pt x="10564" y="110903"/>
                </a:cubicBezTo>
                <a:cubicBezTo>
                  <a:pt x="3418" y="104376"/>
                  <a:pt x="0" y="95989"/>
                  <a:pt x="156" y="85895"/>
                </a:cubicBezTo>
                <a:cubicBezTo>
                  <a:pt x="156" y="72847"/>
                  <a:pt x="5438" y="63528"/>
                  <a:pt x="16003" y="5824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" name="path-138">
            <a:extLst xmlns:a="http://schemas.openxmlformats.org/drawingml/2006/main">
              <a:ext uri="{FF2B5EF4-FFF2-40B4-BE49-F238E27FC236}">
                <a16:creationId xmlns:a16="http://schemas.microsoft.com/office/drawing/2014/main" id="{FFB21724-03C1-4A02-AA45-8B8DA4AAA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3535" y="1441808"/>
            <a:ext cx="20878" cy="20721"/>
          </a:xfrm>
          <a:custGeom xmlns:a="http://schemas.openxmlformats.org/drawingml/2006/main">
            <a:pathLst>
              <a:path w="21130" h="20971">
                <a:moveTo>
                  <a:pt x="3106" y="18018"/>
                </a:moveTo>
                <a:cubicBezTo>
                  <a:pt x="933" y="16155"/>
                  <a:pt x="0" y="13668"/>
                  <a:pt x="0" y="10719"/>
                </a:cubicBezTo>
                <a:cubicBezTo>
                  <a:pt x="0" y="7768"/>
                  <a:pt x="933" y="5281"/>
                  <a:pt x="3106" y="3106"/>
                </a:cubicBezTo>
                <a:cubicBezTo>
                  <a:pt x="5127" y="1086"/>
                  <a:pt x="7613" y="0"/>
                  <a:pt x="10564" y="0"/>
                </a:cubicBezTo>
                <a:cubicBezTo>
                  <a:pt x="13359" y="0"/>
                  <a:pt x="15846" y="1086"/>
                  <a:pt x="18019" y="3106"/>
                </a:cubicBezTo>
                <a:cubicBezTo>
                  <a:pt x="20039" y="5281"/>
                  <a:pt x="21130" y="7768"/>
                  <a:pt x="21130" y="10562"/>
                </a:cubicBezTo>
                <a:cubicBezTo>
                  <a:pt x="21130" y="13668"/>
                  <a:pt x="20039" y="16155"/>
                  <a:pt x="18019" y="18018"/>
                </a:cubicBezTo>
                <a:cubicBezTo>
                  <a:pt x="16000" y="19881"/>
                  <a:pt x="13517" y="20971"/>
                  <a:pt x="10564" y="20971"/>
                </a:cubicBezTo>
                <a:cubicBezTo>
                  <a:pt x="7613" y="20971"/>
                  <a:pt x="5127" y="19881"/>
                  <a:pt x="3106" y="1801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" name="path-139">
            <a:extLst xmlns:a="http://schemas.openxmlformats.org/drawingml/2006/main">
              <a:ext uri="{FF2B5EF4-FFF2-40B4-BE49-F238E27FC236}">
                <a16:creationId xmlns:a16="http://schemas.microsoft.com/office/drawing/2014/main" id="{5FBE7C34-D452-4E7E-9916-CE849D716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8667" y="1342816"/>
            <a:ext cx="72759" cy="119405"/>
          </a:xfrm>
          <a:custGeom xmlns:a="http://schemas.openxmlformats.org/drawingml/2006/main">
            <a:pathLst>
              <a:path w="73635" h="120842">
                <a:moveTo>
                  <a:pt x="50643" y="71605"/>
                </a:moveTo>
                <a:cubicBezTo>
                  <a:pt x="46759" y="67876"/>
                  <a:pt x="42099" y="66012"/>
                  <a:pt x="36818" y="66012"/>
                </a:cubicBezTo>
                <a:cubicBezTo>
                  <a:pt x="31537" y="66012"/>
                  <a:pt x="27031" y="67876"/>
                  <a:pt x="23303" y="71605"/>
                </a:cubicBezTo>
                <a:cubicBezTo>
                  <a:pt x="19419" y="75331"/>
                  <a:pt x="17554" y="79992"/>
                  <a:pt x="17554" y="85273"/>
                </a:cubicBezTo>
                <a:cubicBezTo>
                  <a:pt x="17554" y="90708"/>
                  <a:pt x="19419" y="95370"/>
                  <a:pt x="23146" y="99251"/>
                </a:cubicBezTo>
                <a:cubicBezTo>
                  <a:pt x="26876" y="103135"/>
                  <a:pt x="31537" y="104999"/>
                  <a:pt x="36972" y="104999"/>
                </a:cubicBezTo>
                <a:cubicBezTo>
                  <a:pt x="42257" y="104999"/>
                  <a:pt x="46759" y="103135"/>
                  <a:pt x="50643" y="99251"/>
                </a:cubicBezTo>
                <a:cubicBezTo>
                  <a:pt x="54372" y="95525"/>
                  <a:pt x="56392" y="90864"/>
                  <a:pt x="56392" y="85428"/>
                </a:cubicBezTo>
                <a:cubicBezTo>
                  <a:pt x="56392" y="80148"/>
                  <a:pt x="54372" y="75488"/>
                  <a:pt x="50643" y="71605"/>
                </a:cubicBezTo>
                <a:moveTo>
                  <a:pt x="19728" y="33549"/>
                </a:moveTo>
                <a:cubicBezTo>
                  <a:pt x="19573" y="38520"/>
                  <a:pt x="21283" y="42558"/>
                  <a:pt x="24699" y="45975"/>
                </a:cubicBezTo>
                <a:cubicBezTo>
                  <a:pt x="28117" y="49392"/>
                  <a:pt x="32312" y="51102"/>
                  <a:pt x="37282" y="51102"/>
                </a:cubicBezTo>
                <a:cubicBezTo>
                  <a:pt x="41943" y="51102"/>
                  <a:pt x="46140" y="49392"/>
                  <a:pt x="49556" y="45975"/>
                </a:cubicBezTo>
                <a:cubicBezTo>
                  <a:pt x="52976" y="42558"/>
                  <a:pt x="54683" y="38520"/>
                  <a:pt x="54683" y="33704"/>
                </a:cubicBezTo>
                <a:cubicBezTo>
                  <a:pt x="54683" y="28891"/>
                  <a:pt x="52976" y="24697"/>
                  <a:pt x="49556" y="21279"/>
                </a:cubicBezTo>
                <a:cubicBezTo>
                  <a:pt x="46140" y="17862"/>
                  <a:pt x="41943" y="15998"/>
                  <a:pt x="37129" y="15998"/>
                </a:cubicBezTo>
                <a:cubicBezTo>
                  <a:pt x="32312" y="15998"/>
                  <a:pt x="28273" y="17707"/>
                  <a:pt x="24857" y="21123"/>
                </a:cubicBezTo>
                <a:cubicBezTo>
                  <a:pt x="21437" y="24540"/>
                  <a:pt x="19728" y="28734"/>
                  <a:pt x="19728" y="33549"/>
                </a:cubicBezTo>
                <a:moveTo>
                  <a:pt x="15999" y="58247"/>
                </a:moveTo>
                <a:cubicBezTo>
                  <a:pt x="7300" y="52343"/>
                  <a:pt x="3106" y="44266"/>
                  <a:pt x="3106" y="34171"/>
                </a:cubicBezTo>
                <a:cubicBezTo>
                  <a:pt x="3106" y="24230"/>
                  <a:pt x="6367" y="15998"/>
                  <a:pt x="12893" y="9630"/>
                </a:cubicBezTo>
                <a:cubicBezTo>
                  <a:pt x="19419" y="3262"/>
                  <a:pt x="27653" y="0"/>
                  <a:pt x="37282" y="0"/>
                </a:cubicBezTo>
                <a:cubicBezTo>
                  <a:pt x="46915" y="0"/>
                  <a:pt x="54995" y="3262"/>
                  <a:pt x="61520" y="9630"/>
                </a:cubicBezTo>
                <a:cubicBezTo>
                  <a:pt x="68044" y="15998"/>
                  <a:pt x="71308" y="24075"/>
                  <a:pt x="71308" y="33860"/>
                </a:cubicBezTo>
                <a:cubicBezTo>
                  <a:pt x="71308" y="43801"/>
                  <a:pt x="66956" y="51879"/>
                  <a:pt x="58566" y="58092"/>
                </a:cubicBezTo>
                <a:cubicBezTo>
                  <a:pt x="63227" y="60731"/>
                  <a:pt x="66802" y="64460"/>
                  <a:pt x="69598" y="69276"/>
                </a:cubicBezTo>
                <a:cubicBezTo>
                  <a:pt x="72394" y="74244"/>
                  <a:pt x="73635" y="79682"/>
                  <a:pt x="73635" y="85584"/>
                </a:cubicBezTo>
                <a:cubicBezTo>
                  <a:pt x="73635" y="95989"/>
                  <a:pt x="70220" y="104531"/>
                  <a:pt x="63539" y="111057"/>
                </a:cubicBezTo>
                <a:cubicBezTo>
                  <a:pt x="56703" y="117580"/>
                  <a:pt x="48005" y="120842"/>
                  <a:pt x="37282" y="120842"/>
                </a:cubicBezTo>
                <a:cubicBezTo>
                  <a:pt x="26563" y="120842"/>
                  <a:pt x="17709" y="117580"/>
                  <a:pt x="10564" y="110903"/>
                </a:cubicBezTo>
                <a:cubicBezTo>
                  <a:pt x="3416" y="104376"/>
                  <a:pt x="0" y="95989"/>
                  <a:pt x="154" y="85895"/>
                </a:cubicBezTo>
                <a:cubicBezTo>
                  <a:pt x="154" y="72847"/>
                  <a:pt x="5437" y="63528"/>
                  <a:pt x="15999" y="5824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" name="path-140">
            <a:extLst xmlns:a="http://schemas.openxmlformats.org/drawingml/2006/main">
              <a:ext uri="{FF2B5EF4-FFF2-40B4-BE49-F238E27FC236}">
                <a16:creationId xmlns:a16="http://schemas.microsoft.com/office/drawing/2014/main" id="{D7223EF3-5EDD-4089-B856-83B791D72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164" y="4696958"/>
            <a:ext cx="8465509" cy="5489409"/>
          </a:xfrm>
          <a:custGeom xmlns:a="http://schemas.openxmlformats.org/drawingml/2006/main">
            <a:pathLst>
              <a:path w="8567409" h="5555485">
                <a:moveTo>
                  <a:pt x="0" y="271612"/>
                </a:moveTo>
                <a:cubicBezTo>
                  <a:pt x="0" y="121604"/>
                  <a:pt x="121604" y="0"/>
                  <a:pt x="271610" y="0"/>
                </a:cubicBezTo>
                <a:lnTo>
                  <a:pt x="8295798" y="0"/>
                </a:lnTo>
                <a:cubicBezTo>
                  <a:pt x="8445803" y="0"/>
                  <a:pt x="8567409" y="121604"/>
                  <a:pt x="8567409" y="271612"/>
                </a:cubicBezTo>
                <a:lnTo>
                  <a:pt x="8567409" y="5283873"/>
                </a:lnTo>
                <a:cubicBezTo>
                  <a:pt x="8567409" y="5433878"/>
                  <a:pt x="8445803" y="5555485"/>
                  <a:pt x="8295798" y="5555485"/>
                </a:cubicBezTo>
                <a:lnTo>
                  <a:pt x="271610" y="5555485"/>
                </a:lnTo>
                <a:cubicBezTo>
                  <a:pt x="121604" y="5555485"/>
                  <a:pt x="0" y="5433878"/>
                  <a:pt x="0" y="5283873"/>
                </a:cubicBezTo>
                <a:lnTo>
                  <a:pt x="0" y="271612"/>
                </a:lnTo>
              </a:path>
            </a:pathLst>
          </a:custGeom>
          <a:noFill xmlns:a="http://schemas.openxmlformats.org/drawingml/2006/main"/>
          <a:ln xmlns:a="http://schemas.openxmlformats.org/drawingml/2006/main" w="38274">
            <a:solidFill>
              <a:srgbClr val="002060"/>
            </a:solidFill>
            <a:prstDash val="solid"/>
          </a:ln>
        </p:spPr>
      </p:sp>
      <p:sp>
        <p:nvSpPr>
          <p:cNvPr id="141" name="path-141">
            <a:extLst xmlns:a="http://schemas.openxmlformats.org/drawingml/2006/main">
              <a:ext uri="{FF2B5EF4-FFF2-40B4-BE49-F238E27FC236}">
                <a16:creationId xmlns:a16="http://schemas.microsoft.com/office/drawing/2014/main" id="{041467E4-EF2B-4127-BA25-4D5E922CB0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1601" y="4696958"/>
            <a:ext cx="8465510" cy="5489409"/>
          </a:xfrm>
          <a:custGeom xmlns:a="http://schemas.openxmlformats.org/drawingml/2006/main">
            <a:pathLst>
              <a:path w="8567410" h="5555485">
                <a:moveTo>
                  <a:pt x="0" y="241000"/>
                </a:moveTo>
                <a:cubicBezTo>
                  <a:pt x="0" y="107899"/>
                  <a:pt x="107900" y="0"/>
                  <a:pt x="241000" y="0"/>
                </a:cubicBezTo>
                <a:lnTo>
                  <a:pt x="8326407" y="0"/>
                </a:lnTo>
                <a:cubicBezTo>
                  <a:pt x="8459509" y="0"/>
                  <a:pt x="8567410" y="107899"/>
                  <a:pt x="8567410" y="241000"/>
                </a:cubicBezTo>
                <a:lnTo>
                  <a:pt x="8567410" y="5314482"/>
                </a:lnTo>
                <a:cubicBezTo>
                  <a:pt x="8567410" y="5447584"/>
                  <a:pt x="8459509" y="5555485"/>
                  <a:pt x="8326407" y="5555485"/>
                </a:cubicBezTo>
                <a:lnTo>
                  <a:pt x="241000" y="5555485"/>
                </a:lnTo>
                <a:cubicBezTo>
                  <a:pt x="107900" y="5555485"/>
                  <a:pt x="0" y="5447584"/>
                  <a:pt x="0" y="5314482"/>
                </a:cubicBezTo>
                <a:lnTo>
                  <a:pt x="0" y="241000"/>
                </a:lnTo>
              </a:path>
            </a:pathLst>
          </a:custGeom>
          <a:noFill xmlns:a="http://schemas.openxmlformats.org/drawingml/2006/main"/>
          <a:ln xmlns:a="http://schemas.openxmlformats.org/drawingml/2006/main" w="38274">
            <a:solidFill>
              <a:srgbClr val="002060"/>
            </a:solidFill>
            <a:prstDash val="solid"/>
          </a:ln>
        </p:spPr>
      </p:sp>
      <p:sp>
        <p:nvSpPr>
          <p:cNvPr id="142" name="path-142">
            <a:extLst xmlns:a="http://schemas.openxmlformats.org/drawingml/2006/main">
              <a:ext uri="{FF2B5EF4-FFF2-40B4-BE49-F238E27FC236}">
                <a16:creationId xmlns:a16="http://schemas.microsoft.com/office/drawing/2014/main" id="{2C6FC290-8EC3-4632-A85C-E333EE7E7E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018" y="7242546"/>
            <a:ext cx="3577024" cy="2152383"/>
          </a:xfrm>
          <a:custGeom xmlns:a="http://schemas.openxmlformats.org/drawingml/2006/main">
            <a:pathLst>
              <a:path w="3620080" h="2178291">
                <a:moveTo>
                  <a:pt x="0" y="0"/>
                </a:moveTo>
                <a:lnTo>
                  <a:pt x="3620080" y="0"/>
                </a:lnTo>
                <a:lnTo>
                  <a:pt x="3620080" y="2178291"/>
                </a:lnTo>
                <a:lnTo>
                  <a:pt x="0" y="2178291"/>
                </a:lnTo>
                <a:close/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" name="path-143">
            <a:extLst xmlns:a="http://schemas.openxmlformats.org/drawingml/2006/main">
              <a:ext uri="{FF2B5EF4-FFF2-40B4-BE49-F238E27FC236}">
                <a16:creationId xmlns:a16="http://schemas.microsoft.com/office/drawing/2014/main" id="{97C39DA2-F440-4F49-B972-892899B43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018" y="7242546"/>
            <a:ext cx="3577024" cy="2152381"/>
          </a:xfrm>
          <a:custGeom xmlns:a="http://schemas.openxmlformats.org/drawingml/2006/main">
            <a:pathLst>
              <a:path w="3620081" h="2178289">
                <a:moveTo>
                  <a:pt x="0" y="0"/>
                </a:moveTo>
                <a:lnTo>
                  <a:pt x="0" y="2178289"/>
                </a:lnTo>
                <a:lnTo>
                  <a:pt x="3620081" y="2178289"/>
                </a:lnTo>
                <a:lnTo>
                  <a:pt x="3620081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42433"/>
            </a:solidFill>
            <a:prstDash val="solid"/>
          </a:ln>
        </p:spPr>
      </p:sp>
      <p:sp>
        <p:nvSpPr>
          <p:cNvPr id="144" name="path-144">
            <a:extLst xmlns:a="http://schemas.openxmlformats.org/drawingml/2006/main">
              <a:ext uri="{FF2B5EF4-FFF2-40B4-BE49-F238E27FC236}">
                <a16:creationId xmlns:a16="http://schemas.microsoft.com/office/drawing/2014/main" id="{867BCBE2-9771-490E-B67A-838EA0AF7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9767" y="7945769"/>
            <a:ext cx="480647" cy="1449158"/>
          </a:xfrm>
          <a:custGeom xmlns:a="http://schemas.openxmlformats.org/drawingml/2006/main">
            <a:pathLst>
              <a:path w="486432" h="1466601">
                <a:moveTo>
                  <a:pt x="0" y="0"/>
                </a:moveTo>
                <a:lnTo>
                  <a:pt x="486432" y="0"/>
                </a:lnTo>
                <a:lnTo>
                  <a:pt x="486432" y="1466601"/>
                </a:lnTo>
                <a:lnTo>
                  <a:pt x="0" y="1466601"/>
                </a:lnTo>
                <a:close/>
              </a:path>
            </a:pathLst>
          </a:custGeom>
          <a:solidFill xmlns:a="http://schemas.openxmlformats.org/drawingml/2006/main">
            <a:srgbClr val="003F7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5" name="path-145">
            <a:extLst xmlns:a="http://schemas.openxmlformats.org/drawingml/2006/main">
              <a:ext uri="{FF2B5EF4-FFF2-40B4-BE49-F238E27FC236}">
                <a16:creationId xmlns:a16="http://schemas.microsoft.com/office/drawing/2014/main" id="{46A5BF7D-33F3-462F-919A-FA262E3B8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9767" y="7945769"/>
            <a:ext cx="480646" cy="1449155"/>
          </a:xfrm>
          <a:custGeom xmlns:a="http://schemas.openxmlformats.org/drawingml/2006/main">
            <a:pathLst>
              <a:path w="486432" h="1466599">
                <a:moveTo>
                  <a:pt x="0" y="0"/>
                </a:moveTo>
                <a:lnTo>
                  <a:pt x="0" y="1466599"/>
                </a:lnTo>
                <a:lnTo>
                  <a:pt x="486432" y="1466599"/>
                </a:lnTo>
                <a:lnTo>
                  <a:pt x="48643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46" name="path-146">
            <a:extLst xmlns:a="http://schemas.openxmlformats.org/drawingml/2006/main">
              <a:ext uri="{FF2B5EF4-FFF2-40B4-BE49-F238E27FC236}">
                <a16:creationId xmlns:a16="http://schemas.microsoft.com/office/drawing/2014/main" id="{32E856E2-ADFE-41B7-8729-5460F1411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8566" y="8194236"/>
            <a:ext cx="480647" cy="1200696"/>
          </a:xfrm>
          <a:custGeom xmlns:a="http://schemas.openxmlformats.org/drawingml/2006/main">
            <a:pathLst>
              <a:path w="486432" h="1215148">
                <a:moveTo>
                  <a:pt x="0" y="0"/>
                </a:moveTo>
                <a:lnTo>
                  <a:pt x="486432" y="0"/>
                </a:lnTo>
                <a:lnTo>
                  <a:pt x="486432" y="1215148"/>
                </a:lnTo>
                <a:lnTo>
                  <a:pt x="0" y="1215148"/>
                </a:lnTo>
                <a:close/>
              </a:path>
            </a:pathLst>
          </a:custGeom>
          <a:solidFill xmlns:a="http://schemas.openxmlformats.org/drawingml/2006/main">
            <a:srgbClr val="C7D7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" name="path-147">
            <a:extLst xmlns:a="http://schemas.openxmlformats.org/drawingml/2006/main">
              <a:ext uri="{FF2B5EF4-FFF2-40B4-BE49-F238E27FC236}">
                <a16:creationId xmlns:a16="http://schemas.microsoft.com/office/drawing/2014/main" id="{4B64A104-7476-4A17-A115-49319FA6C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8566" y="8194236"/>
            <a:ext cx="480646" cy="1200693"/>
          </a:xfrm>
          <a:custGeom xmlns:a="http://schemas.openxmlformats.org/drawingml/2006/main">
            <a:pathLst>
              <a:path w="486432" h="1215146">
                <a:moveTo>
                  <a:pt x="0" y="0"/>
                </a:moveTo>
                <a:lnTo>
                  <a:pt x="0" y="1215146"/>
                </a:lnTo>
                <a:lnTo>
                  <a:pt x="486432" y="1215146"/>
                </a:lnTo>
                <a:lnTo>
                  <a:pt x="48643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48" name="path-148">
            <a:extLst xmlns:a="http://schemas.openxmlformats.org/drawingml/2006/main">
              <a:ext uri="{FF2B5EF4-FFF2-40B4-BE49-F238E27FC236}">
                <a16:creationId xmlns:a16="http://schemas.microsoft.com/office/drawing/2014/main" id="{7DC6E78C-BEF0-496B-9612-3F9A63774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0327" y="8357357"/>
            <a:ext cx="480647" cy="1037572"/>
          </a:xfrm>
          <a:custGeom xmlns:a="http://schemas.openxmlformats.org/drawingml/2006/main">
            <a:pathLst>
              <a:path w="486432" h="1050061">
                <a:moveTo>
                  <a:pt x="0" y="0"/>
                </a:moveTo>
                <a:lnTo>
                  <a:pt x="486432" y="0"/>
                </a:lnTo>
                <a:lnTo>
                  <a:pt x="486432" y="1050061"/>
                </a:lnTo>
                <a:lnTo>
                  <a:pt x="0" y="1050061"/>
                </a:lnTo>
                <a:close/>
              </a:path>
            </a:pathLst>
          </a:custGeom>
          <a:solidFill xmlns:a="http://schemas.openxmlformats.org/drawingml/2006/main">
            <a:srgbClr val="003F7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" name="path-149">
            <a:extLst xmlns:a="http://schemas.openxmlformats.org/drawingml/2006/main">
              <a:ext uri="{FF2B5EF4-FFF2-40B4-BE49-F238E27FC236}">
                <a16:creationId xmlns:a16="http://schemas.microsoft.com/office/drawing/2014/main" id="{E37605D2-B430-4FDE-BA73-B38BE08AB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0327" y="8357357"/>
            <a:ext cx="480646" cy="1037572"/>
          </a:xfrm>
          <a:custGeom xmlns:a="http://schemas.openxmlformats.org/drawingml/2006/main">
            <a:pathLst>
              <a:path w="486432" h="1050061">
                <a:moveTo>
                  <a:pt x="0" y="0"/>
                </a:moveTo>
                <a:lnTo>
                  <a:pt x="0" y="1050061"/>
                </a:lnTo>
                <a:lnTo>
                  <a:pt x="486432" y="1050061"/>
                </a:lnTo>
                <a:lnTo>
                  <a:pt x="48643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50" name="path-150">
            <a:extLst xmlns:a="http://schemas.openxmlformats.org/drawingml/2006/main">
              <a:ext uri="{FF2B5EF4-FFF2-40B4-BE49-F238E27FC236}">
                <a16:creationId xmlns:a16="http://schemas.microsoft.com/office/drawing/2014/main" id="{47B66336-7989-4A47-990A-3E0436210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86940" y="8735887"/>
            <a:ext cx="480649" cy="659040"/>
          </a:xfrm>
          <a:custGeom xmlns:a="http://schemas.openxmlformats.org/drawingml/2006/main">
            <a:pathLst>
              <a:path w="486434" h="666973">
                <a:moveTo>
                  <a:pt x="0" y="0"/>
                </a:moveTo>
                <a:lnTo>
                  <a:pt x="486434" y="0"/>
                </a:lnTo>
                <a:lnTo>
                  <a:pt x="486434" y="666973"/>
                </a:lnTo>
                <a:lnTo>
                  <a:pt x="0" y="666973"/>
                </a:lnTo>
                <a:close/>
              </a:path>
            </a:pathLst>
          </a:custGeom>
          <a:solidFill xmlns:a="http://schemas.openxmlformats.org/drawingml/2006/main">
            <a:srgbClr val="C7D7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1" name="path-151">
            <a:extLst xmlns:a="http://schemas.openxmlformats.org/drawingml/2006/main">
              <a:ext uri="{FF2B5EF4-FFF2-40B4-BE49-F238E27FC236}">
                <a16:creationId xmlns:a16="http://schemas.microsoft.com/office/drawing/2014/main" id="{9FF3504C-B9F8-4EDB-9B2A-1FBD038E4E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86940" y="8735887"/>
            <a:ext cx="480650" cy="659040"/>
          </a:xfrm>
          <a:custGeom xmlns:a="http://schemas.openxmlformats.org/drawingml/2006/main">
            <a:pathLst>
              <a:path w="486436" h="666973">
                <a:moveTo>
                  <a:pt x="0" y="0"/>
                </a:moveTo>
                <a:lnTo>
                  <a:pt x="0" y="666973"/>
                </a:lnTo>
                <a:lnTo>
                  <a:pt x="486436" y="666973"/>
                </a:lnTo>
                <a:lnTo>
                  <a:pt x="4864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52" name="path-152">
            <a:extLst xmlns:a="http://schemas.openxmlformats.org/drawingml/2006/main">
              <a:ext uri="{FF2B5EF4-FFF2-40B4-BE49-F238E27FC236}">
                <a16:creationId xmlns:a16="http://schemas.microsoft.com/office/drawing/2014/main" id="{64789812-FB8B-4970-B480-3FEA02EF1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2281" y="7248426"/>
            <a:ext cx="1774234" cy="2146503"/>
          </a:xfrm>
          <a:custGeom xmlns:a="http://schemas.openxmlformats.org/drawingml/2006/main">
            <a:pathLst>
              <a:path w="1795591" h="2172340">
                <a:moveTo>
                  <a:pt x="0" y="0"/>
                </a:moveTo>
                <a:lnTo>
                  <a:pt x="1795591" y="0"/>
                </a:lnTo>
                <a:lnTo>
                  <a:pt x="1795591" y="2172340"/>
                </a:lnTo>
                <a:lnTo>
                  <a:pt x="0" y="2172340"/>
                </a:lnTo>
                <a:close/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" name="path-153">
            <a:extLst xmlns:a="http://schemas.openxmlformats.org/drawingml/2006/main">
              <a:ext uri="{FF2B5EF4-FFF2-40B4-BE49-F238E27FC236}">
                <a16:creationId xmlns:a16="http://schemas.microsoft.com/office/drawing/2014/main" id="{A57B393F-C60C-4570-BF55-DC918F6AB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2281" y="7248426"/>
            <a:ext cx="1774235" cy="2146500"/>
          </a:xfrm>
          <a:custGeom xmlns:a="http://schemas.openxmlformats.org/drawingml/2006/main">
            <a:pathLst>
              <a:path w="1795592" h="2172338">
                <a:moveTo>
                  <a:pt x="0" y="0"/>
                </a:moveTo>
                <a:lnTo>
                  <a:pt x="0" y="2172338"/>
                </a:lnTo>
                <a:lnTo>
                  <a:pt x="1795592" y="2172338"/>
                </a:lnTo>
                <a:lnTo>
                  <a:pt x="179559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42433"/>
            </a:solidFill>
            <a:prstDash val="solid"/>
          </a:ln>
        </p:spPr>
      </p:sp>
      <p:sp>
        <p:nvSpPr>
          <p:cNvPr id="154" name="path-154">
            <a:extLst xmlns:a="http://schemas.openxmlformats.org/drawingml/2006/main">
              <a:ext uri="{FF2B5EF4-FFF2-40B4-BE49-F238E27FC236}">
                <a16:creationId xmlns:a16="http://schemas.microsoft.com/office/drawing/2014/main" id="{EA26DEC4-02B3-4ECF-B181-C8F6A59D31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1841" y="8981290"/>
            <a:ext cx="480646" cy="413639"/>
          </a:xfrm>
          <a:custGeom xmlns:a="http://schemas.openxmlformats.org/drawingml/2006/main">
            <a:pathLst>
              <a:path w="486432" h="418618">
                <a:moveTo>
                  <a:pt x="0" y="0"/>
                </a:moveTo>
                <a:lnTo>
                  <a:pt x="486432" y="0"/>
                </a:lnTo>
                <a:lnTo>
                  <a:pt x="486432" y="418618"/>
                </a:lnTo>
                <a:lnTo>
                  <a:pt x="0" y="418618"/>
                </a:lnTo>
                <a:close/>
              </a:path>
            </a:pathLst>
          </a:custGeom>
          <a:solidFill xmlns:a="http://schemas.openxmlformats.org/drawingml/2006/main">
            <a:srgbClr val="003F7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5" name="path-155">
            <a:extLst xmlns:a="http://schemas.openxmlformats.org/drawingml/2006/main">
              <a:ext uri="{FF2B5EF4-FFF2-40B4-BE49-F238E27FC236}">
                <a16:creationId xmlns:a16="http://schemas.microsoft.com/office/drawing/2014/main" id="{F03711AF-17B7-4FC3-B5F5-9E17D21A3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1841" y="8981290"/>
            <a:ext cx="480646" cy="413639"/>
          </a:xfrm>
          <a:custGeom xmlns:a="http://schemas.openxmlformats.org/drawingml/2006/main">
            <a:pathLst>
              <a:path w="486432" h="418618">
                <a:moveTo>
                  <a:pt x="0" y="0"/>
                </a:moveTo>
                <a:lnTo>
                  <a:pt x="0" y="418618"/>
                </a:lnTo>
                <a:lnTo>
                  <a:pt x="486432" y="418618"/>
                </a:lnTo>
                <a:lnTo>
                  <a:pt x="48643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56" name="path-156">
            <a:extLst xmlns:a="http://schemas.openxmlformats.org/drawingml/2006/main">
              <a:ext uri="{FF2B5EF4-FFF2-40B4-BE49-F238E27FC236}">
                <a16:creationId xmlns:a16="http://schemas.microsoft.com/office/drawing/2014/main" id="{C65FB368-FF62-4AFB-8011-C411464B0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0640" y="9301435"/>
            <a:ext cx="480649" cy="91856"/>
          </a:xfrm>
          <a:custGeom xmlns:a="http://schemas.openxmlformats.org/drawingml/2006/main">
            <a:pathLst>
              <a:path w="486435" h="92961">
                <a:moveTo>
                  <a:pt x="0" y="0"/>
                </a:moveTo>
                <a:lnTo>
                  <a:pt x="486435" y="0"/>
                </a:lnTo>
                <a:lnTo>
                  <a:pt x="486435" y="92961"/>
                </a:lnTo>
                <a:lnTo>
                  <a:pt x="0" y="92961"/>
                </a:lnTo>
                <a:close/>
              </a:path>
            </a:pathLst>
          </a:custGeom>
          <a:solidFill xmlns:a="http://schemas.openxmlformats.org/drawingml/2006/main">
            <a:srgbClr val="C7D7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" name="path-157">
            <a:extLst xmlns:a="http://schemas.openxmlformats.org/drawingml/2006/main">
              <a:ext uri="{FF2B5EF4-FFF2-40B4-BE49-F238E27FC236}">
                <a16:creationId xmlns:a16="http://schemas.microsoft.com/office/drawing/2014/main" id="{7F012302-B366-4BE6-9582-E1BD6D473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0640" y="9301435"/>
            <a:ext cx="480650" cy="91856"/>
          </a:xfrm>
          <a:custGeom xmlns:a="http://schemas.openxmlformats.org/drawingml/2006/main">
            <a:pathLst>
              <a:path w="486436" h="92961">
                <a:moveTo>
                  <a:pt x="0" y="0"/>
                </a:moveTo>
                <a:lnTo>
                  <a:pt x="0" y="92961"/>
                </a:lnTo>
                <a:lnTo>
                  <a:pt x="486436" y="92961"/>
                </a:lnTo>
                <a:lnTo>
                  <a:pt x="4864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58" name="path-158">
            <a:extLst xmlns:a="http://schemas.openxmlformats.org/drawingml/2006/main">
              <a:ext uri="{FF2B5EF4-FFF2-40B4-BE49-F238E27FC236}">
                <a16:creationId xmlns:a16="http://schemas.microsoft.com/office/drawing/2014/main" id="{9D8D74AE-8293-4C07-AAEC-5781BF142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161" y="8838358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159" name="path-159">
            <a:extLst xmlns:a="http://schemas.openxmlformats.org/drawingml/2006/main">
              <a:ext uri="{FF2B5EF4-FFF2-40B4-BE49-F238E27FC236}">
                <a16:creationId xmlns:a16="http://schemas.microsoft.com/office/drawing/2014/main" id="{E19E20D3-F7A2-42FC-A958-9B8FDB792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16" y="8281794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160" name="path-160">
            <a:extLst xmlns:a="http://schemas.openxmlformats.org/drawingml/2006/main">
              <a:ext uri="{FF2B5EF4-FFF2-40B4-BE49-F238E27FC236}">
                <a16:creationId xmlns:a16="http://schemas.microsoft.com/office/drawing/2014/main" id="{58FBC0B1-EFEC-483D-AF42-C05DC8BF3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43" y="7715075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161" name="text-161 40">
            <a:extLst xmlns:a="http://schemas.openxmlformats.org/drawingml/2006/main">
              <a:ext uri="{FF2B5EF4-FFF2-40B4-BE49-F238E27FC236}">
                <a16:creationId xmlns:a16="http://schemas.microsoft.com/office/drawing/2014/main" id="{6C34E6CA-8757-42A2-8B58-69CAAE295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6120" y="8732867"/>
            <a:ext cx="257770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sp>
        <p:nvSpPr>
          <p:cNvPr id="162" name="text-162 60">
            <a:extLst xmlns:a="http://schemas.openxmlformats.org/drawingml/2006/main">
              <a:ext uri="{FF2B5EF4-FFF2-40B4-BE49-F238E27FC236}">
                <a16:creationId xmlns:a16="http://schemas.microsoft.com/office/drawing/2014/main" id="{153AEF98-B167-44D3-A819-502F60D88A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0879" y="8163352"/>
            <a:ext cx="257770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sp>
        <p:nvSpPr>
          <p:cNvPr id="163" name="text-163 80">
            <a:extLst xmlns:a="http://schemas.openxmlformats.org/drawingml/2006/main">
              <a:ext uri="{FF2B5EF4-FFF2-40B4-BE49-F238E27FC236}">
                <a16:creationId xmlns:a16="http://schemas.microsoft.com/office/drawing/2014/main" id="{349C6150-BCB8-4E5B-95BD-33C70E543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4754" y="7606084"/>
            <a:ext cx="257770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sp>
        <p:nvSpPr>
          <p:cNvPr id="164" name="text-164 +4.3">
            <a:extLst xmlns:a="http://schemas.openxmlformats.org/drawingml/2006/main">
              <a:ext uri="{FF2B5EF4-FFF2-40B4-BE49-F238E27FC236}">
                <a16:creationId xmlns:a16="http://schemas.microsoft.com/office/drawing/2014/main" id="{A549CE3C-57EC-4CD3-B540-2E5DDD77E5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44808" y="7617165"/>
            <a:ext cx="537627" cy="3494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1965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+4.3</a:t>
            </a:r>
          </a:p>
        </p:txBody>
      </p:sp>
      <p:sp>
        <p:nvSpPr>
          <p:cNvPr id="165" name="text-165 +7.1">
            <a:extLst xmlns:a="http://schemas.openxmlformats.org/drawingml/2006/main">
              <a:ext uri="{FF2B5EF4-FFF2-40B4-BE49-F238E27FC236}">
                <a16:creationId xmlns:a16="http://schemas.microsoft.com/office/drawing/2014/main" id="{F9F0E2AE-1005-446A-BD0F-BA15E8A44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27379" y="8033585"/>
            <a:ext cx="537626" cy="3494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1965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+7.1</a:t>
            </a:r>
          </a:p>
        </p:txBody>
      </p:sp>
      <p:sp>
        <p:nvSpPr>
          <p:cNvPr id="166" name="text-166 +12.3">
            <a:extLst xmlns:a="http://schemas.openxmlformats.org/drawingml/2006/main">
              <a:ext uri="{FF2B5EF4-FFF2-40B4-BE49-F238E27FC236}">
                <a16:creationId xmlns:a16="http://schemas.microsoft.com/office/drawing/2014/main" id="{E0D6054B-7A32-40C6-856B-86DD7766F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07708" y="8584135"/>
            <a:ext cx="678069" cy="3502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70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70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1970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+12.3</a:t>
            </a:r>
          </a:p>
        </p:txBody>
      </p:sp>
      <p:sp>
        <p:nvSpPr>
          <p:cNvPr id="167" name="text-167 Claw">
            <a:extLst xmlns:a="http://schemas.openxmlformats.org/drawingml/2006/main">
              <a:ext uri="{FF2B5EF4-FFF2-40B4-BE49-F238E27FC236}">
                <a16:creationId xmlns:a16="http://schemas.microsoft.com/office/drawing/2014/main" id="{5E5A31EC-AA74-45D7-B856-CA668D06E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5029" y="7275370"/>
            <a:ext cx="641003" cy="3735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0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0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0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Claw</a:t>
            </a:r>
          </a:p>
        </p:txBody>
      </p:sp>
      <p:sp>
        <p:nvSpPr>
          <p:cNvPr id="168" name="text-168 -">
            <a:extLst xmlns:a="http://schemas.openxmlformats.org/drawingml/2006/main">
              <a:ext uri="{FF2B5EF4-FFF2-40B4-BE49-F238E27FC236}">
                <a16:creationId xmlns:a16="http://schemas.microsoft.com/office/drawing/2014/main" id="{F99EBB57-8128-4F3B-A8F3-E0C8C019F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28275" y="7375329"/>
            <a:ext cx="85605" cy="2336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1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169" name="text-169 Eval">
            <a:extLst xmlns:a="http://schemas.openxmlformats.org/drawingml/2006/main">
              <a:ext uri="{FF2B5EF4-FFF2-40B4-BE49-F238E27FC236}">
                <a16:creationId xmlns:a16="http://schemas.microsoft.com/office/drawing/2014/main" id="{407FA12F-4F3F-4DCD-A0DA-F3944CEBB7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82497" y="7291422"/>
            <a:ext cx="532885" cy="3510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7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7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7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Eval</a:t>
            </a:r>
          </a:p>
        </p:txBody>
      </p:sp>
      <p:sp>
        <p:nvSpPr>
          <p:cNvPr id="170" name="text-170 Qwen">
            <a:extLst xmlns:a="http://schemas.openxmlformats.org/drawingml/2006/main">
              <a:ext uri="{FF2B5EF4-FFF2-40B4-BE49-F238E27FC236}">
                <a16:creationId xmlns:a16="http://schemas.microsoft.com/office/drawing/2014/main" id="{E83D8630-26AA-42AF-A1CA-E3EED7A13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37073" y="7253995"/>
            <a:ext cx="753281" cy="3777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Qwen</a:t>
            </a:r>
          </a:p>
        </p:txBody>
      </p:sp>
      <p:sp>
        <p:nvSpPr>
          <p:cNvPr id="171" name="text-171 ClawBench">
            <a:extLst xmlns:a="http://schemas.openxmlformats.org/drawingml/2006/main">
              <a:ext uri="{FF2B5EF4-FFF2-40B4-BE49-F238E27FC236}">
                <a16:creationId xmlns:a16="http://schemas.microsoft.com/office/drawing/2014/main" id="{DEA528CC-C1D2-43A4-A366-5A1A380E46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46829" y="7575919"/>
            <a:ext cx="1330682" cy="3557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0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0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0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ClawBench</a:t>
            </a:r>
          </a:p>
        </p:txBody>
      </p:sp>
      <p:sp>
        <p:nvSpPr>
          <p:cNvPr id="172" name="path-172">
            <a:extLst xmlns:a="http://schemas.openxmlformats.org/drawingml/2006/main">
              <a:ext uri="{FF2B5EF4-FFF2-40B4-BE49-F238E27FC236}">
                <a16:creationId xmlns:a16="http://schemas.microsoft.com/office/drawing/2014/main" id="{2E4B9443-27C1-44C2-A548-495751EFF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91698" y="7199549"/>
            <a:ext cx="7796642" cy="2169583"/>
          </a:xfrm>
          <a:custGeom xmlns:a="http://schemas.openxmlformats.org/drawingml/2006/main">
            <a:pathLst>
              <a:path w="7890490" h="2195699">
                <a:moveTo>
                  <a:pt x="0" y="0"/>
                </a:moveTo>
                <a:lnTo>
                  <a:pt x="7890490" y="0"/>
                </a:lnTo>
                <a:lnTo>
                  <a:pt x="7890490" y="2195699"/>
                </a:lnTo>
                <a:lnTo>
                  <a:pt x="0" y="2195699"/>
                </a:lnTo>
                <a:close/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3" name="path-173">
            <a:extLst xmlns:a="http://schemas.openxmlformats.org/drawingml/2006/main">
              <a:ext uri="{FF2B5EF4-FFF2-40B4-BE49-F238E27FC236}">
                <a16:creationId xmlns:a16="http://schemas.microsoft.com/office/drawing/2014/main" id="{203EE1E0-597B-455A-801D-6D065CF13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91698" y="7199549"/>
            <a:ext cx="7796642" cy="2169583"/>
          </a:xfrm>
          <a:custGeom xmlns:a="http://schemas.openxmlformats.org/drawingml/2006/main">
            <a:pathLst>
              <a:path w="7890490" h="2195699">
                <a:moveTo>
                  <a:pt x="0" y="0"/>
                </a:moveTo>
                <a:lnTo>
                  <a:pt x="0" y="2195699"/>
                </a:lnTo>
                <a:lnTo>
                  <a:pt x="7890490" y="2195699"/>
                </a:lnTo>
                <a:lnTo>
                  <a:pt x="789049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42433"/>
            </a:solidFill>
            <a:prstDash val="solid"/>
          </a:ln>
        </p:spPr>
      </p:sp>
      <p:sp>
        <p:nvSpPr>
          <p:cNvPr id="174" name="path-174">
            <a:extLst xmlns:a="http://schemas.openxmlformats.org/drawingml/2006/main">
              <a:ext uri="{FF2B5EF4-FFF2-40B4-BE49-F238E27FC236}">
                <a16:creationId xmlns:a16="http://schemas.microsoft.com/office/drawing/2014/main" id="{3E746764-C77D-4F20-A13B-C78678ACD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125" y="9163962"/>
            <a:ext cx="480650" cy="210246"/>
          </a:xfrm>
          <a:custGeom xmlns:a="http://schemas.openxmlformats.org/drawingml/2006/main">
            <a:pathLst>
              <a:path w="486435" h="212777">
                <a:moveTo>
                  <a:pt x="0" y="0"/>
                </a:moveTo>
                <a:lnTo>
                  <a:pt x="486435" y="0"/>
                </a:lnTo>
                <a:lnTo>
                  <a:pt x="486435" y="212777"/>
                </a:lnTo>
                <a:lnTo>
                  <a:pt x="0" y="212777"/>
                </a:lnTo>
                <a:close/>
              </a:path>
            </a:pathLst>
          </a:custGeom>
          <a:solidFill xmlns:a="http://schemas.openxmlformats.org/drawingml/2006/main">
            <a:srgbClr val="C7D7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" name="path-175">
            <a:extLst xmlns:a="http://schemas.openxmlformats.org/drawingml/2006/main">
              <a:ext uri="{FF2B5EF4-FFF2-40B4-BE49-F238E27FC236}">
                <a16:creationId xmlns:a16="http://schemas.microsoft.com/office/drawing/2014/main" id="{46EB7675-F634-49AC-9875-0166BDB07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125" y="9163962"/>
            <a:ext cx="480651" cy="210243"/>
          </a:xfrm>
          <a:custGeom xmlns:a="http://schemas.openxmlformats.org/drawingml/2006/main">
            <a:pathLst>
              <a:path w="486437" h="212774">
                <a:moveTo>
                  <a:pt x="0" y="0"/>
                </a:moveTo>
                <a:lnTo>
                  <a:pt x="0" y="212774"/>
                </a:lnTo>
                <a:lnTo>
                  <a:pt x="486437" y="212774"/>
                </a:lnTo>
                <a:lnTo>
                  <a:pt x="48643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76" name="path-176">
            <a:extLst xmlns:a="http://schemas.openxmlformats.org/drawingml/2006/main">
              <a:ext uri="{FF2B5EF4-FFF2-40B4-BE49-F238E27FC236}">
                <a16:creationId xmlns:a16="http://schemas.microsoft.com/office/drawing/2014/main" id="{BEFE580F-C4C4-40F1-8C0D-BB15027DC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3715" y="8890673"/>
            <a:ext cx="473009" cy="480692"/>
          </a:xfrm>
          <a:custGeom xmlns:a="http://schemas.openxmlformats.org/drawingml/2006/main">
            <a:pathLst>
              <a:path w="478703" h="486478">
                <a:moveTo>
                  <a:pt x="0" y="0"/>
                </a:moveTo>
                <a:lnTo>
                  <a:pt x="478703" y="0"/>
                </a:lnTo>
                <a:lnTo>
                  <a:pt x="478703" y="486478"/>
                </a:lnTo>
                <a:lnTo>
                  <a:pt x="0" y="486478"/>
                </a:lnTo>
                <a:close/>
              </a:path>
            </a:pathLst>
          </a:custGeom>
          <a:solidFill xmlns:a="http://schemas.openxmlformats.org/drawingml/2006/main">
            <a:srgbClr val="003F7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" name="path-177">
            <a:extLst xmlns:a="http://schemas.openxmlformats.org/drawingml/2006/main">
              <a:ext uri="{FF2B5EF4-FFF2-40B4-BE49-F238E27FC236}">
                <a16:creationId xmlns:a16="http://schemas.microsoft.com/office/drawing/2014/main" id="{C429CA81-BAE7-470D-82CF-718B4181E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3715" y="8890673"/>
            <a:ext cx="473010" cy="480692"/>
          </a:xfrm>
          <a:custGeom xmlns:a="http://schemas.openxmlformats.org/drawingml/2006/main">
            <a:pathLst>
              <a:path w="478704" h="486478">
                <a:moveTo>
                  <a:pt x="0" y="0"/>
                </a:moveTo>
                <a:lnTo>
                  <a:pt x="0" y="486478"/>
                </a:lnTo>
                <a:lnTo>
                  <a:pt x="478704" y="486478"/>
                </a:lnTo>
                <a:lnTo>
                  <a:pt x="478704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78" name="path-178">
            <a:extLst xmlns:a="http://schemas.openxmlformats.org/drawingml/2006/main">
              <a:ext uri="{FF2B5EF4-FFF2-40B4-BE49-F238E27FC236}">
                <a16:creationId xmlns:a16="http://schemas.microsoft.com/office/drawing/2014/main" id="{CC131208-C708-47CD-81D9-1DAE7466C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05338" y="8796355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179" name="path-179">
            <a:extLst xmlns:a="http://schemas.openxmlformats.org/drawingml/2006/main">
              <a:ext uri="{FF2B5EF4-FFF2-40B4-BE49-F238E27FC236}">
                <a16:creationId xmlns:a16="http://schemas.microsoft.com/office/drawing/2014/main" id="{A0B7DBDD-C6C9-4151-8967-4B238614A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04418" y="8239786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180" name="text-180 20">
            <a:extLst xmlns:a="http://schemas.openxmlformats.org/drawingml/2006/main">
              <a:ext uri="{FF2B5EF4-FFF2-40B4-BE49-F238E27FC236}">
                <a16:creationId xmlns:a16="http://schemas.microsoft.com/office/drawing/2014/main" id="{A4555B45-2547-434E-AF57-2D60D62A4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33678" y="8677758"/>
            <a:ext cx="257769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20</a:t>
            </a:r>
          </a:p>
        </p:txBody>
      </p:sp>
      <p:sp>
        <p:nvSpPr>
          <p:cNvPr id="181" name="text-181 40">
            <a:extLst xmlns:a="http://schemas.openxmlformats.org/drawingml/2006/main">
              <a:ext uri="{FF2B5EF4-FFF2-40B4-BE49-F238E27FC236}">
                <a16:creationId xmlns:a16="http://schemas.microsoft.com/office/drawing/2014/main" id="{12F9B3CE-C4A8-454C-944A-7E129732F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35041" y="8114363"/>
            <a:ext cx="257769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sp>
        <p:nvSpPr>
          <p:cNvPr id="182" name="path-182">
            <a:extLst xmlns:a="http://schemas.openxmlformats.org/drawingml/2006/main">
              <a:ext uri="{FF2B5EF4-FFF2-40B4-BE49-F238E27FC236}">
                <a16:creationId xmlns:a16="http://schemas.microsoft.com/office/drawing/2014/main" id="{59AE1E67-0340-4FD5-9209-39B7E5F20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2925" y="7920365"/>
            <a:ext cx="474124" cy="1444854"/>
          </a:xfrm>
          <a:custGeom xmlns:a="http://schemas.openxmlformats.org/drawingml/2006/main">
            <a:pathLst>
              <a:path w="479831" h="1462245">
                <a:moveTo>
                  <a:pt x="0" y="0"/>
                </a:moveTo>
                <a:lnTo>
                  <a:pt x="479831" y="0"/>
                </a:lnTo>
                <a:lnTo>
                  <a:pt x="479831" y="1462245"/>
                </a:lnTo>
                <a:lnTo>
                  <a:pt x="0" y="1462245"/>
                </a:lnTo>
                <a:close/>
              </a:path>
            </a:pathLst>
          </a:custGeom>
          <a:solidFill xmlns:a="http://schemas.openxmlformats.org/drawingml/2006/main">
            <a:srgbClr val="003F7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3" name="path-183">
            <a:extLst xmlns:a="http://schemas.openxmlformats.org/drawingml/2006/main">
              <a:ext uri="{FF2B5EF4-FFF2-40B4-BE49-F238E27FC236}">
                <a16:creationId xmlns:a16="http://schemas.microsoft.com/office/drawing/2014/main" id="{58EDFC75-F17C-412D-9383-1BB74480D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2925" y="7920365"/>
            <a:ext cx="474126" cy="1444851"/>
          </a:xfrm>
          <a:custGeom xmlns:a="http://schemas.openxmlformats.org/drawingml/2006/main">
            <a:pathLst>
              <a:path w="479833" h="1462243">
                <a:moveTo>
                  <a:pt x="0" y="0"/>
                </a:moveTo>
                <a:lnTo>
                  <a:pt x="0" y="1462243"/>
                </a:lnTo>
                <a:lnTo>
                  <a:pt x="479833" y="1462243"/>
                </a:lnTo>
                <a:lnTo>
                  <a:pt x="479833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84" name="path-184">
            <a:extLst xmlns:a="http://schemas.openxmlformats.org/drawingml/2006/main">
              <a:ext uri="{FF2B5EF4-FFF2-40B4-BE49-F238E27FC236}">
                <a16:creationId xmlns:a16="http://schemas.microsoft.com/office/drawing/2014/main" id="{CC24ABAA-B411-4C61-8973-CE4B9BF400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01722" y="8271210"/>
            <a:ext cx="474131" cy="1094011"/>
          </a:xfrm>
          <a:custGeom xmlns:a="http://schemas.openxmlformats.org/drawingml/2006/main">
            <a:pathLst>
              <a:path w="479838" h="1107180">
                <a:moveTo>
                  <a:pt x="0" y="0"/>
                </a:moveTo>
                <a:lnTo>
                  <a:pt x="479838" y="0"/>
                </a:lnTo>
                <a:lnTo>
                  <a:pt x="479838" y="1107180"/>
                </a:lnTo>
                <a:lnTo>
                  <a:pt x="0" y="1107180"/>
                </a:lnTo>
                <a:close/>
              </a:path>
            </a:pathLst>
          </a:custGeom>
          <a:solidFill xmlns:a="http://schemas.openxmlformats.org/drawingml/2006/main">
            <a:srgbClr val="C7D7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" name="path-185">
            <a:extLst xmlns:a="http://schemas.openxmlformats.org/drawingml/2006/main">
              <a:ext uri="{FF2B5EF4-FFF2-40B4-BE49-F238E27FC236}">
                <a16:creationId xmlns:a16="http://schemas.microsoft.com/office/drawing/2014/main" id="{E7197E96-EEC2-434C-8AE5-6FE4A6213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01722" y="8271210"/>
            <a:ext cx="474131" cy="1094009"/>
          </a:xfrm>
          <a:custGeom xmlns:a="http://schemas.openxmlformats.org/drawingml/2006/main">
            <a:pathLst>
              <a:path w="479838" h="1107177">
                <a:moveTo>
                  <a:pt x="0" y="0"/>
                </a:moveTo>
                <a:lnTo>
                  <a:pt x="0" y="1107177"/>
                </a:lnTo>
                <a:lnTo>
                  <a:pt x="479838" y="1107177"/>
                </a:lnTo>
                <a:lnTo>
                  <a:pt x="47983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186" name="text-186 +9.0">
            <a:extLst xmlns:a="http://schemas.openxmlformats.org/drawingml/2006/main">
              <a:ext uri="{FF2B5EF4-FFF2-40B4-BE49-F238E27FC236}">
                <a16:creationId xmlns:a16="http://schemas.microsoft.com/office/drawing/2014/main" id="{ADFE82C1-F09B-46F9-B220-4693A6FB3E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44956" y="7598794"/>
            <a:ext cx="537627" cy="3494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1965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+9.0</a:t>
            </a:r>
          </a:p>
        </p:txBody>
      </p:sp>
      <p:sp>
        <p:nvSpPr>
          <p:cNvPr id="187" name="text-187 +6.3">
            <a:extLst xmlns:a="http://schemas.openxmlformats.org/drawingml/2006/main">
              <a:ext uri="{FF2B5EF4-FFF2-40B4-BE49-F238E27FC236}">
                <a16:creationId xmlns:a16="http://schemas.microsoft.com/office/drawing/2014/main" id="{C2E996C6-8A9E-4CE6-9BFF-FBF907107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75532" y="8578606"/>
            <a:ext cx="537627" cy="3494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1965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+6.3</a:t>
            </a:r>
          </a:p>
        </p:txBody>
      </p:sp>
      <p:sp>
        <p:nvSpPr>
          <p:cNvPr id="188" name="path-188">
            <a:extLst xmlns:a="http://schemas.openxmlformats.org/drawingml/2006/main">
              <a:ext uri="{FF2B5EF4-FFF2-40B4-BE49-F238E27FC236}">
                <a16:creationId xmlns:a16="http://schemas.microsoft.com/office/drawing/2014/main" id="{74B6BFC0-2D9B-45E7-8AAA-6E10056F3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4291" y="7945769"/>
            <a:ext cx="766166" cy="191"/>
          </a:xfrm>
          <a:custGeom xmlns:a="http://schemas.openxmlformats.org/drawingml/2006/main">
            <a:pathLst>
              <a:path w="775388" h="191">
                <a:moveTo>
                  <a:pt x="0" y="0"/>
                </a:moveTo>
                <a:lnTo>
                  <a:pt x="775388" y="2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dash"/>
          </a:ln>
        </p:spPr>
      </p:sp>
      <p:sp>
        <p:nvSpPr>
          <p:cNvPr id="189" name="path-189">
            <a:extLst xmlns:a="http://schemas.openxmlformats.org/drawingml/2006/main">
              <a:ext uri="{FF2B5EF4-FFF2-40B4-BE49-F238E27FC236}">
                <a16:creationId xmlns:a16="http://schemas.microsoft.com/office/drawing/2014/main" id="{93065169-1C07-4CF0-A666-A3CBC5FA00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0547" y="7945683"/>
            <a:ext cx="156686" cy="248553"/>
          </a:xfrm>
          <a:custGeom xmlns:a="http://schemas.openxmlformats.org/drawingml/2006/main">
            <a:pathLst>
              <a:path w="158572" h="251545">
                <a:moveTo>
                  <a:pt x="92196" y="251545"/>
                </a:moveTo>
                <a:lnTo>
                  <a:pt x="92199" y="24362"/>
                </a:lnTo>
                <a:lnTo>
                  <a:pt x="66376" y="24362"/>
                </a:lnTo>
                <a:lnTo>
                  <a:pt x="66373" y="251545"/>
                </a:lnTo>
                <a:lnTo>
                  <a:pt x="92196" y="251545"/>
                </a:lnTo>
                <a:moveTo>
                  <a:pt x="154794" y="120812"/>
                </a:moveTo>
                <a:lnTo>
                  <a:pt x="79287" y="0"/>
                </a:lnTo>
                <a:lnTo>
                  <a:pt x="3780" y="120812"/>
                </a:lnTo>
                <a:cubicBezTo>
                  <a:pt x="0" y="126860"/>
                  <a:pt x="1839" y="134823"/>
                  <a:pt x="7886" y="138604"/>
                </a:cubicBezTo>
                <a:cubicBezTo>
                  <a:pt x="13931" y="142384"/>
                  <a:pt x="21898" y="140544"/>
                  <a:pt x="25678" y="134498"/>
                </a:cubicBezTo>
                <a:lnTo>
                  <a:pt x="90237" y="31205"/>
                </a:lnTo>
                <a:lnTo>
                  <a:pt x="68338" y="31205"/>
                </a:lnTo>
                <a:lnTo>
                  <a:pt x="132896" y="134498"/>
                </a:lnTo>
                <a:cubicBezTo>
                  <a:pt x="136674" y="140544"/>
                  <a:pt x="144640" y="142384"/>
                  <a:pt x="150688" y="138604"/>
                </a:cubicBezTo>
                <a:cubicBezTo>
                  <a:pt x="156733" y="134825"/>
                  <a:pt x="158572" y="126860"/>
                  <a:pt x="154794" y="12081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" name="path-190">
            <a:extLst xmlns:a="http://schemas.openxmlformats.org/drawingml/2006/main">
              <a:ext uri="{FF2B5EF4-FFF2-40B4-BE49-F238E27FC236}">
                <a16:creationId xmlns:a16="http://schemas.microsoft.com/office/drawing/2014/main" id="{2E3A471B-7BB1-4FE7-BF34-75E2EA9E5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6302" y="8357355"/>
            <a:ext cx="799117" cy="191"/>
          </a:xfrm>
          <a:custGeom xmlns:a="http://schemas.openxmlformats.org/drawingml/2006/main">
            <a:pathLst>
              <a:path w="808736" h="191">
                <a:moveTo>
                  <a:pt x="0" y="0"/>
                </a:moveTo>
                <a:lnTo>
                  <a:pt x="808736" y="2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dash"/>
          </a:ln>
        </p:spPr>
      </p:sp>
      <p:sp>
        <p:nvSpPr>
          <p:cNvPr id="191" name="path-191">
            <a:extLst xmlns:a="http://schemas.openxmlformats.org/drawingml/2006/main">
              <a:ext uri="{FF2B5EF4-FFF2-40B4-BE49-F238E27FC236}">
                <a16:creationId xmlns:a16="http://schemas.microsoft.com/office/drawing/2014/main" id="{7111DC18-EEA0-4E9F-AE93-0419ED51F6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48923" y="8354706"/>
            <a:ext cx="156689" cy="381181"/>
          </a:xfrm>
          <a:custGeom xmlns:a="http://schemas.openxmlformats.org/drawingml/2006/main">
            <a:pathLst>
              <a:path w="158575" h="385769">
                <a:moveTo>
                  <a:pt x="92196" y="385769"/>
                </a:moveTo>
                <a:lnTo>
                  <a:pt x="92199" y="24362"/>
                </a:lnTo>
                <a:lnTo>
                  <a:pt x="66376" y="24362"/>
                </a:lnTo>
                <a:lnTo>
                  <a:pt x="66373" y="385769"/>
                </a:lnTo>
                <a:lnTo>
                  <a:pt x="92196" y="385769"/>
                </a:lnTo>
                <a:moveTo>
                  <a:pt x="154794" y="120812"/>
                </a:moveTo>
                <a:lnTo>
                  <a:pt x="79287" y="0"/>
                </a:lnTo>
                <a:lnTo>
                  <a:pt x="3780" y="120812"/>
                </a:lnTo>
                <a:cubicBezTo>
                  <a:pt x="0" y="126860"/>
                  <a:pt x="1839" y="134823"/>
                  <a:pt x="7887" y="138604"/>
                </a:cubicBezTo>
                <a:cubicBezTo>
                  <a:pt x="13934" y="142381"/>
                  <a:pt x="21898" y="140546"/>
                  <a:pt x="25679" y="134498"/>
                </a:cubicBezTo>
                <a:lnTo>
                  <a:pt x="90237" y="31205"/>
                </a:lnTo>
                <a:lnTo>
                  <a:pt x="68338" y="31205"/>
                </a:lnTo>
                <a:lnTo>
                  <a:pt x="132896" y="134498"/>
                </a:lnTo>
                <a:cubicBezTo>
                  <a:pt x="136677" y="140546"/>
                  <a:pt x="144640" y="142384"/>
                  <a:pt x="150688" y="138604"/>
                </a:cubicBezTo>
                <a:cubicBezTo>
                  <a:pt x="156736" y="134825"/>
                  <a:pt x="158575" y="126860"/>
                  <a:pt x="154794" y="12081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" name="path-192">
            <a:extLst xmlns:a="http://schemas.openxmlformats.org/drawingml/2006/main">
              <a:ext uri="{FF2B5EF4-FFF2-40B4-BE49-F238E27FC236}">
                <a16:creationId xmlns:a16="http://schemas.microsoft.com/office/drawing/2014/main" id="{18B4B90B-F1CD-4144-895A-0DBF1C8B6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0325" y="8981273"/>
            <a:ext cx="798929" cy="191"/>
          </a:xfrm>
          <a:custGeom xmlns:a="http://schemas.openxmlformats.org/drawingml/2006/main">
            <a:pathLst>
              <a:path w="808546" h="191">
                <a:moveTo>
                  <a:pt x="0" y="0"/>
                </a:moveTo>
                <a:lnTo>
                  <a:pt x="808546" y="2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dash"/>
          </a:ln>
        </p:spPr>
      </p:sp>
      <p:sp>
        <p:nvSpPr>
          <p:cNvPr id="193" name="path-193">
            <a:extLst xmlns:a="http://schemas.openxmlformats.org/drawingml/2006/main">
              <a:ext uri="{FF2B5EF4-FFF2-40B4-BE49-F238E27FC236}">
                <a16:creationId xmlns:a16="http://schemas.microsoft.com/office/drawing/2014/main" id="{60CF5281-7584-48F6-BED2-00CDAF98F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02625" y="9006433"/>
            <a:ext cx="156686" cy="295002"/>
          </a:xfrm>
          <a:custGeom xmlns:a="http://schemas.openxmlformats.org/drawingml/2006/main">
            <a:pathLst>
              <a:path w="158572" h="298553">
                <a:moveTo>
                  <a:pt x="92196" y="298553"/>
                </a:moveTo>
                <a:lnTo>
                  <a:pt x="92196" y="24360"/>
                </a:lnTo>
                <a:lnTo>
                  <a:pt x="66373" y="24360"/>
                </a:lnTo>
                <a:lnTo>
                  <a:pt x="66373" y="298553"/>
                </a:lnTo>
                <a:lnTo>
                  <a:pt x="92196" y="298553"/>
                </a:lnTo>
                <a:moveTo>
                  <a:pt x="154792" y="120809"/>
                </a:moveTo>
                <a:lnTo>
                  <a:pt x="79285" y="0"/>
                </a:lnTo>
                <a:lnTo>
                  <a:pt x="3778" y="120809"/>
                </a:lnTo>
                <a:cubicBezTo>
                  <a:pt x="0" y="126855"/>
                  <a:pt x="1836" y="134820"/>
                  <a:pt x="7884" y="138602"/>
                </a:cubicBezTo>
                <a:cubicBezTo>
                  <a:pt x="13932" y="142381"/>
                  <a:pt x="21899" y="140541"/>
                  <a:pt x="25677" y="134496"/>
                </a:cubicBezTo>
                <a:lnTo>
                  <a:pt x="90234" y="31205"/>
                </a:lnTo>
                <a:lnTo>
                  <a:pt x="68336" y="31205"/>
                </a:lnTo>
                <a:lnTo>
                  <a:pt x="132893" y="134496"/>
                </a:lnTo>
                <a:cubicBezTo>
                  <a:pt x="136674" y="140544"/>
                  <a:pt x="144638" y="142384"/>
                  <a:pt x="150685" y="138602"/>
                </a:cubicBezTo>
                <a:cubicBezTo>
                  <a:pt x="156734" y="134825"/>
                  <a:pt x="158572" y="126857"/>
                  <a:pt x="154792" y="12080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" name="path-194">
            <a:extLst xmlns:a="http://schemas.openxmlformats.org/drawingml/2006/main">
              <a:ext uri="{FF2B5EF4-FFF2-40B4-BE49-F238E27FC236}">
                <a16:creationId xmlns:a16="http://schemas.microsoft.com/office/drawing/2014/main" id="{379D9E71-3E6E-4DBE-AC15-2C689287C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9619" y="8886939"/>
            <a:ext cx="807371" cy="191"/>
          </a:xfrm>
          <a:custGeom xmlns:a="http://schemas.openxmlformats.org/drawingml/2006/main">
            <a:pathLst>
              <a:path w="817089" h="191">
                <a:moveTo>
                  <a:pt x="0" y="0"/>
                </a:moveTo>
                <a:lnTo>
                  <a:pt x="817089" y="2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dash"/>
          </a:ln>
        </p:spPr>
      </p:sp>
      <p:sp>
        <p:nvSpPr>
          <p:cNvPr id="195" name="path-195">
            <a:extLst xmlns:a="http://schemas.openxmlformats.org/drawingml/2006/main">
              <a:ext uri="{FF2B5EF4-FFF2-40B4-BE49-F238E27FC236}">
                <a16:creationId xmlns:a16="http://schemas.microsoft.com/office/drawing/2014/main" id="{54F92F27-9328-4870-B487-1E83E4421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6109" y="8901921"/>
            <a:ext cx="156686" cy="262041"/>
          </a:xfrm>
          <a:custGeom xmlns:a="http://schemas.openxmlformats.org/drawingml/2006/main">
            <a:pathLst>
              <a:path w="158572" h="265195">
                <a:moveTo>
                  <a:pt x="92196" y="265195"/>
                </a:moveTo>
                <a:lnTo>
                  <a:pt x="92199" y="24362"/>
                </a:lnTo>
                <a:lnTo>
                  <a:pt x="66375" y="24362"/>
                </a:lnTo>
                <a:lnTo>
                  <a:pt x="66374" y="265195"/>
                </a:lnTo>
                <a:lnTo>
                  <a:pt x="92196" y="265195"/>
                </a:lnTo>
                <a:moveTo>
                  <a:pt x="154794" y="120812"/>
                </a:moveTo>
                <a:lnTo>
                  <a:pt x="79287" y="0"/>
                </a:lnTo>
                <a:lnTo>
                  <a:pt x="3780" y="120812"/>
                </a:lnTo>
                <a:cubicBezTo>
                  <a:pt x="0" y="126860"/>
                  <a:pt x="1839" y="134823"/>
                  <a:pt x="7886" y="138604"/>
                </a:cubicBezTo>
                <a:cubicBezTo>
                  <a:pt x="13931" y="142381"/>
                  <a:pt x="21897" y="140546"/>
                  <a:pt x="25678" y="134498"/>
                </a:cubicBezTo>
                <a:lnTo>
                  <a:pt x="90237" y="31205"/>
                </a:lnTo>
                <a:lnTo>
                  <a:pt x="68337" y="31205"/>
                </a:lnTo>
                <a:lnTo>
                  <a:pt x="132896" y="134498"/>
                </a:lnTo>
                <a:cubicBezTo>
                  <a:pt x="136674" y="140546"/>
                  <a:pt x="144640" y="142384"/>
                  <a:pt x="150688" y="138604"/>
                </a:cubicBezTo>
                <a:cubicBezTo>
                  <a:pt x="156733" y="134825"/>
                  <a:pt x="158572" y="126860"/>
                  <a:pt x="154794" y="12081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6" name="path-196">
            <a:extLst xmlns:a="http://schemas.openxmlformats.org/drawingml/2006/main">
              <a:ext uri="{FF2B5EF4-FFF2-40B4-BE49-F238E27FC236}">
                <a16:creationId xmlns:a16="http://schemas.microsoft.com/office/drawing/2014/main" id="{93DB1EBA-4CE2-4048-9FB3-CBC88BA9D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56735" y="7921812"/>
            <a:ext cx="759666" cy="191"/>
          </a:xfrm>
          <a:custGeom xmlns:a="http://schemas.openxmlformats.org/drawingml/2006/main">
            <a:pathLst>
              <a:path w="768810" h="191">
                <a:moveTo>
                  <a:pt x="0" y="0"/>
                </a:moveTo>
                <a:lnTo>
                  <a:pt x="768810" y="2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dash"/>
          </a:ln>
        </p:spPr>
      </p:sp>
      <p:sp>
        <p:nvSpPr>
          <p:cNvPr id="197" name="path-197">
            <a:extLst xmlns:a="http://schemas.openxmlformats.org/drawingml/2006/main">
              <a:ext uri="{FF2B5EF4-FFF2-40B4-BE49-F238E27FC236}">
                <a16:creationId xmlns:a16="http://schemas.microsoft.com/office/drawing/2014/main" id="{26E15DD5-38FF-4ED1-898C-B324C43734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60446" y="7933038"/>
            <a:ext cx="156686" cy="338172"/>
          </a:xfrm>
          <a:custGeom xmlns:a="http://schemas.openxmlformats.org/drawingml/2006/main">
            <a:pathLst>
              <a:path w="158572" h="342242">
                <a:moveTo>
                  <a:pt x="92196" y="342242"/>
                </a:moveTo>
                <a:lnTo>
                  <a:pt x="92196" y="24360"/>
                </a:lnTo>
                <a:lnTo>
                  <a:pt x="66374" y="24360"/>
                </a:lnTo>
                <a:lnTo>
                  <a:pt x="66374" y="342242"/>
                </a:lnTo>
                <a:lnTo>
                  <a:pt x="92196" y="342242"/>
                </a:lnTo>
                <a:moveTo>
                  <a:pt x="154792" y="120812"/>
                </a:moveTo>
                <a:lnTo>
                  <a:pt x="79286" y="0"/>
                </a:lnTo>
                <a:lnTo>
                  <a:pt x="3778" y="120809"/>
                </a:lnTo>
                <a:cubicBezTo>
                  <a:pt x="0" y="126857"/>
                  <a:pt x="1840" y="134825"/>
                  <a:pt x="7884" y="138602"/>
                </a:cubicBezTo>
                <a:cubicBezTo>
                  <a:pt x="13931" y="142384"/>
                  <a:pt x="21899" y="140544"/>
                  <a:pt x="25677" y="134496"/>
                </a:cubicBezTo>
                <a:lnTo>
                  <a:pt x="90234" y="31203"/>
                </a:lnTo>
                <a:lnTo>
                  <a:pt x="68336" y="31203"/>
                </a:lnTo>
                <a:lnTo>
                  <a:pt x="132893" y="134496"/>
                </a:lnTo>
                <a:cubicBezTo>
                  <a:pt x="136675" y="140544"/>
                  <a:pt x="144639" y="142384"/>
                  <a:pt x="150686" y="138604"/>
                </a:cubicBezTo>
                <a:cubicBezTo>
                  <a:pt x="156734" y="134825"/>
                  <a:pt x="158572" y="126857"/>
                  <a:pt x="154792" y="12081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" name="path-198">
            <a:extLst xmlns:a="http://schemas.openxmlformats.org/drawingml/2006/main">
              <a:ext uri="{FF2B5EF4-FFF2-40B4-BE49-F238E27FC236}">
                <a16:creationId xmlns:a16="http://schemas.microsoft.com/office/drawing/2014/main" id="{20B55C98-75B9-4DE7-9464-844BB0F987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8878" y="5339971"/>
            <a:ext cx="3732428" cy="587681"/>
          </a:xfrm>
          <a:custGeom xmlns:a="http://schemas.openxmlformats.org/drawingml/2006/main">
            <a:pathLst>
              <a:path w="3777356" h="594754">
                <a:moveTo>
                  <a:pt x="0" y="0"/>
                </a:moveTo>
                <a:lnTo>
                  <a:pt x="3777356" y="0"/>
                </a:lnTo>
                <a:lnTo>
                  <a:pt x="3777356" y="594754"/>
                </a:lnTo>
                <a:lnTo>
                  <a:pt x="0" y="594754"/>
                </a:lnTo>
                <a:close/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9" name="path-199">
            <a:extLst xmlns:a="http://schemas.openxmlformats.org/drawingml/2006/main">
              <a:ext uri="{FF2B5EF4-FFF2-40B4-BE49-F238E27FC236}">
                <a16:creationId xmlns:a16="http://schemas.microsoft.com/office/drawing/2014/main" id="{5527C179-29C8-480B-ADC8-8B1B21F74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8878" y="5339971"/>
            <a:ext cx="3732429" cy="587678"/>
          </a:xfrm>
          <a:custGeom xmlns:a="http://schemas.openxmlformats.org/drawingml/2006/main">
            <a:pathLst>
              <a:path w="3777356" h="594752">
                <a:moveTo>
                  <a:pt x="0" y="0"/>
                </a:moveTo>
                <a:lnTo>
                  <a:pt x="0" y="594752"/>
                </a:lnTo>
                <a:lnTo>
                  <a:pt x="3777356" y="594752"/>
                </a:lnTo>
                <a:lnTo>
                  <a:pt x="377735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200" name="text-200 bash:">
            <a:extLst xmlns:a="http://schemas.openxmlformats.org/drawingml/2006/main">
              <a:ext uri="{FF2B5EF4-FFF2-40B4-BE49-F238E27FC236}">
                <a16:creationId xmlns:a16="http://schemas.microsoft.com/office/drawing/2014/main" id="{04838088-FF66-4C3B-AA67-4471837BA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22951" y="5464642"/>
            <a:ext cx="743640" cy="3965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3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3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3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bash:</a:t>
            </a:r>
          </a:p>
        </p:txBody>
      </p:sp>
      <p:sp>
        <p:nvSpPr>
          <p:cNvPr id="201" name="text-200 ls">
            <a:extLst xmlns:a="http://schemas.openxmlformats.org/drawingml/2006/main">
              <a:ext uri="{FF2B5EF4-FFF2-40B4-BE49-F238E27FC236}">
                <a16:creationId xmlns:a16="http://schemas.microsoft.com/office/drawing/2014/main" id="{88F5AB04-7480-4285-B86D-3A21DA4DF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00927" y="5492817"/>
            <a:ext cx="230060" cy="3571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ls</a:t>
            </a:r>
          </a:p>
        </p:txBody>
      </p:sp>
      <p:sp>
        <p:nvSpPr>
          <p:cNvPr id="202" name="text-201 -">
            <a:extLst xmlns:a="http://schemas.openxmlformats.org/drawingml/2006/main">
              <a:ext uri="{FF2B5EF4-FFF2-40B4-BE49-F238E27FC236}">
                <a16:creationId xmlns:a16="http://schemas.microsoft.com/office/drawing/2014/main" id="{B5447C27-25D0-4939-B23C-59B14F0B6D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72297" y="5564320"/>
            <a:ext cx="94173" cy="2570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4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203" name="text-202 la">
            <a:extLst xmlns:a="http://schemas.openxmlformats.org/drawingml/2006/main">
              <a:ext uri="{FF2B5EF4-FFF2-40B4-BE49-F238E27FC236}">
                <a16:creationId xmlns:a16="http://schemas.microsoft.com/office/drawing/2014/main" id="{D760FCBC-69C9-4282-A5E6-8FC87840B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32895" y="5441341"/>
            <a:ext cx="293649" cy="4292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la</a:t>
            </a:r>
          </a:p>
        </p:txBody>
      </p:sp>
      <p:sp>
        <p:nvSpPr>
          <p:cNvPr id="204" name="text-202 /home/">
            <a:extLst xmlns:a="http://schemas.openxmlformats.org/drawingml/2006/main">
              <a:ext uri="{FF2B5EF4-FFF2-40B4-BE49-F238E27FC236}">
                <a16:creationId xmlns:a16="http://schemas.microsoft.com/office/drawing/2014/main" id="{25809FC8-6647-40B1-AD0E-655418D00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58198" y="5422655"/>
            <a:ext cx="1052439" cy="4553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6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6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56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/home/</a:t>
            </a:r>
          </a:p>
        </p:txBody>
      </p:sp>
      <p:sp>
        <p:nvSpPr>
          <p:cNvPr id="205" name="path-203">
            <a:extLst xmlns:a="http://schemas.openxmlformats.org/drawingml/2006/main">
              <a:ext uri="{FF2B5EF4-FFF2-40B4-BE49-F238E27FC236}">
                <a16:creationId xmlns:a16="http://schemas.microsoft.com/office/drawing/2014/main" id="{BDC587D2-0834-42BC-96F1-69CAC6404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4743" y="6008899"/>
            <a:ext cx="1621728" cy="859719"/>
          </a:xfrm>
          <a:custGeom xmlns:a="http://schemas.openxmlformats.org/drawingml/2006/main">
            <a:pathLst>
              <a:path w="1641248" h="870068">
                <a:moveTo>
                  <a:pt x="0" y="108151"/>
                </a:moveTo>
                <a:cubicBezTo>
                  <a:pt x="0" y="48421"/>
                  <a:pt x="48420" y="0"/>
                  <a:pt x="108148" y="0"/>
                </a:cubicBezTo>
                <a:lnTo>
                  <a:pt x="1533099" y="0"/>
                </a:lnTo>
                <a:cubicBezTo>
                  <a:pt x="1592827" y="0"/>
                  <a:pt x="1641248" y="48421"/>
                  <a:pt x="1641248" y="108151"/>
                </a:cubicBezTo>
                <a:lnTo>
                  <a:pt x="1641248" y="761919"/>
                </a:lnTo>
                <a:cubicBezTo>
                  <a:pt x="1641248" y="821649"/>
                  <a:pt x="1592827" y="870068"/>
                  <a:pt x="1533099" y="870068"/>
                </a:cubicBezTo>
                <a:lnTo>
                  <a:pt x="108148" y="870068"/>
                </a:lnTo>
                <a:cubicBezTo>
                  <a:pt x="48420" y="870068"/>
                  <a:pt x="0" y="821649"/>
                  <a:pt x="0" y="761919"/>
                </a:cubicBezTo>
                <a:lnTo>
                  <a:pt x="0" y="108151"/>
                </a:lnTo>
              </a:path>
            </a:pathLst>
          </a:custGeom>
          <a:solidFill xmlns:a="http://schemas.openxmlformats.org/drawingml/2006/main">
            <a:srgbClr val="D2E1F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" name="path-204">
            <a:extLst xmlns:a="http://schemas.openxmlformats.org/drawingml/2006/main">
              <a:ext uri="{FF2B5EF4-FFF2-40B4-BE49-F238E27FC236}">
                <a16:creationId xmlns:a16="http://schemas.microsoft.com/office/drawing/2014/main" id="{821D3863-B06E-4A0B-8E46-1B50243DD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64743" y="6008899"/>
            <a:ext cx="1621729" cy="859719"/>
          </a:xfrm>
          <a:custGeom xmlns:a="http://schemas.openxmlformats.org/drawingml/2006/main">
            <a:pathLst>
              <a:path w="1641250" h="870068">
                <a:moveTo>
                  <a:pt x="0" y="108151"/>
                </a:moveTo>
                <a:cubicBezTo>
                  <a:pt x="0" y="48421"/>
                  <a:pt x="48420" y="0"/>
                  <a:pt x="108149" y="0"/>
                </a:cubicBezTo>
                <a:lnTo>
                  <a:pt x="1533100" y="0"/>
                </a:lnTo>
                <a:cubicBezTo>
                  <a:pt x="1592828" y="0"/>
                  <a:pt x="1641250" y="48421"/>
                  <a:pt x="1641250" y="108151"/>
                </a:cubicBezTo>
                <a:lnTo>
                  <a:pt x="1641250" y="761917"/>
                </a:lnTo>
                <a:cubicBezTo>
                  <a:pt x="1641250" y="821647"/>
                  <a:pt x="1592828" y="870068"/>
                  <a:pt x="1533100" y="870068"/>
                </a:cubicBezTo>
                <a:lnTo>
                  <a:pt x="108149" y="870068"/>
                </a:lnTo>
                <a:cubicBezTo>
                  <a:pt x="48420" y="870068"/>
                  <a:pt x="0" y="821647"/>
                  <a:pt x="0" y="761917"/>
                </a:cubicBezTo>
                <a:lnTo>
                  <a:pt x="0" y="108151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207" name="path-205">
            <a:extLst xmlns:a="http://schemas.openxmlformats.org/drawingml/2006/main">
              <a:ext uri="{FF2B5EF4-FFF2-40B4-BE49-F238E27FC236}">
                <a16:creationId xmlns:a16="http://schemas.microsoft.com/office/drawing/2014/main" id="{BAF71487-D0B0-480A-8CA5-1C44320EE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27265" y="6009895"/>
            <a:ext cx="3866795" cy="859714"/>
          </a:xfrm>
          <a:custGeom xmlns:a="http://schemas.openxmlformats.org/drawingml/2006/main">
            <a:pathLst>
              <a:path w="3913340" h="870063">
                <a:moveTo>
                  <a:pt x="0" y="0"/>
                </a:moveTo>
                <a:lnTo>
                  <a:pt x="3913340" y="0"/>
                </a:lnTo>
                <a:lnTo>
                  <a:pt x="3913340" y="870063"/>
                </a:lnTo>
                <a:lnTo>
                  <a:pt x="0" y="870063"/>
                </a:lnTo>
                <a:close/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8" name="path-206">
            <a:extLst xmlns:a="http://schemas.openxmlformats.org/drawingml/2006/main">
              <a:ext uri="{FF2B5EF4-FFF2-40B4-BE49-F238E27FC236}">
                <a16:creationId xmlns:a16="http://schemas.microsoft.com/office/drawing/2014/main" id="{93C1F70F-381E-4691-8CEA-F327EA9A6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27265" y="6009895"/>
            <a:ext cx="3866795" cy="859717"/>
          </a:xfrm>
          <a:custGeom xmlns:a="http://schemas.openxmlformats.org/drawingml/2006/main">
            <a:pathLst>
              <a:path w="3913340" h="870065">
                <a:moveTo>
                  <a:pt x="0" y="0"/>
                </a:moveTo>
                <a:lnTo>
                  <a:pt x="0" y="870065"/>
                </a:lnTo>
                <a:lnTo>
                  <a:pt x="3913340" y="870065"/>
                </a:lnTo>
                <a:lnTo>
                  <a:pt x="391334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209" name="text-207 drwxr">
            <a:extLst xmlns:a="http://schemas.openxmlformats.org/drawingml/2006/main">
              <a:ext uri="{FF2B5EF4-FFF2-40B4-BE49-F238E27FC236}">
                <a16:creationId xmlns:a16="http://schemas.microsoft.com/office/drawing/2014/main" id="{4B4FBCC2-B512-40B6-9E48-79812D269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05597" y="6076879"/>
            <a:ext cx="807700" cy="4310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drwxr</a:t>
            </a:r>
          </a:p>
        </p:txBody>
      </p:sp>
      <p:sp>
        <p:nvSpPr>
          <p:cNvPr id="210" name="text-208 -">
            <a:extLst xmlns:a="http://schemas.openxmlformats.org/drawingml/2006/main">
              <a:ext uri="{FF2B5EF4-FFF2-40B4-BE49-F238E27FC236}">
                <a16:creationId xmlns:a16="http://schemas.microsoft.com/office/drawing/2014/main" id="{44538F56-4484-49A3-AACA-97358ABDD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58317" y="6201199"/>
            <a:ext cx="94173" cy="2570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4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211" name="text-209 xr">
            <a:extLst xmlns:a="http://schemas.openxmlformats.org/drawingml/2006/main">
              <a:ext uri="{FF2B5EF4-FFF2-40B4-BE49-F238E27FC236}">
                <a16:creationId xmlns:a16="http://schemas.microsoft.com/office/drawing/2014/main" id="{A29DBC1D-1E46-44FF-9315-8A0FD304B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18918" y="6070959"/>
            <a:ext cx="317751" cy="4393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7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7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7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xr</a:t>
            </a:r>
          </a:p>
        </p:txBody>
      </p:sp>
      <p:sp>
        <p:nvSpPr>
          <p:cNvPr id="212" name="text-210 -">
            <a:extLst xmlns:a="http://schemas.openxmlformats.org/drawingml/2006/main">
              <a:ext uri="{FF2B5EF4-FFF2-40B4-BE49-F238E27FC236}">
                <a16:creationId xmlns:a16="http://schemas.microsoft.com/office/drawing/2014/main" id="{9AE055AC-C067-4E1C-B566-AAF11BED1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80456" y="6201199"/>
            <a:ext cx="94173" cy="2570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4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213" name="text-211 x">
            <a:extLst xmlns:a="http://schemas.openxmlformats.org/drawingml/2006/main">
              <a:ext uri="{FF2B5EF4-FFF2-40B4-BE49-F238E27FC236}">
                <a16:creationId xmlns:a16="http://schemas.microsoft.com/office/drawing/2014/main" id="{709211F5-3E44-4BCC-BA31-AC73A50EA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41057" y="6071433"/>
            <a:ext cx="213053" cy="4387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6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6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6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x</a:t>
            </a:r>
          </a:p>
        </p:txBody>
      </p:sp>
      <p:sp>
        <p:nvSpPr>
          <p:cNvPr id="214" name="text-211 3">
            <a:extLst xmlns:a="http://schemas.openxmlformats.org/drawingml/2006/main">
              <a:ext uri="{FF2B5EF4-FFF2-40B4-BE49-F238E27FC236}">
                <a16:creationId xmlns:a16="http://schemas.microsoft.com/office/drawing/2014/main" id="{06107C23-9864-4D18-A64B-9FD25450E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83448" y="6073167"/>
            <a:ext cx="229324" cy="4362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5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215" name="text-211 user">
            <a:extLst xmlns:a="http://schemas.openxmlformats.org/drawingml/2006/main">
              <a:ext uri="{FF2B5EF4-FFF2-40B4-BE49-F238E27FC236}">
                <a16:creationId xmlns:a16="http://schemas.microsoft.com/office/drawing/2014/main" id="{F8B6E376-A4CF-4264-9CD7-2169EC744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41838" y="6112659"/>
            <a:ext cx="578178" cy="3810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4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4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4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user</a:t>
            </a:r>
          </a:p>
        </p:txBody>
      </p:sp>
      <p:sp>
        <p:nvSpPr>
          <p:cNvPr id="216" name="text-211 ...">
            <a:extLst xmlns:a="http://schemas.openxmlformats.org/drawingml/2006/main">
              <a:ext uri="{FF2B5EF4-FFF2-40B4-BE49-F238E27FC236}">
                <a16:creationId xmlns:a16="http://schemas.microsoft.com/office/drawing/2014/main" id="{1DC6B1FB-E742-4E13-8EA6-25A677098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57360" y="6074122"/>
            <a:ext cx="314760" cy="4349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4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...</a:t>
            </a:r>
          </a:p>
        </p:txBody>
      </p:sp>
      <p:sp>
        <p:nvSpPr>
          <p:cNvPr id="217" name="text-212 -">
            <a:extLst xmlns:a="http://schemas.openxmlformats.org/drawingml/2006/main">
              <a:ext uri="{FF2B5EF4-FFF2-40B4-BE49-F238E27FC236}">
                <a16:creationId xmlns:a16="http://schemas.microsoft.com/office/drawing/2014/main" id="{FFE6446A-B45A-4291-958E-A16CD3F9B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03345" y="6531886"/>
            <a:ext cx="94173" cy="2570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4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218" name="text-213 rw">
            <a:extLst xmlns:a="http://schemas.openxmlformats.org/drawingml/2006/main">
              <a:ext uri="{FF2B5EF4-FFF2-40B4-BE49-F238E27FC236}">
                <a16:creationId xmlns:a16="http://schemas.microsoft.com/office/drawing/2014/main" id="{EB6D276E-A306-4505-ADFF-E26C858E1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63946" y="6409747"/>
            <a:ext cx="377509" cy="4280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0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0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0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rw</a:t>
            </a:r>
          </a:p>
        </p:txBody>
      </p:sp>
      <p:sp>
        <p:nvSpPr>
          <p:cNvPr id="219" name="text-214 -">
            <a:extLst xmlns:a="http://schemas.openxmlformats.org/drawingml/2006/main">
              <a:ext uri="{FF2B5EF4-FFF2-40B4-BE49-F238E27FC236}">
                <a16:creationId xmlns:a16="http://schemas.microsoft.com/office/drawing/2014/main" id="{45EA72ED-45B3-457F-BBD9-98F96BE93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586085" y="6531886"/>
            <a:ext cx="94173" cy="2570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4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220" name="text-215 r">
            <a:extLst xmlns:a="http://schemas.openxmlformats.org/drawingml/2006/main">
              <a:ext uri="{FF2B5EF4-FFF2-40B4-BE49-F238E27FC236}">
                <a16:creationId xmlns:a16="http://schemas.microsoft.com/office/drawing/2014/main" id="{178FDF28-C8ED-4ADE-8BF0-3F99A8BD4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46685" y="6400153"/>
            <a:ext cx="161740" cy="4414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8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8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8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221" name="text-216 --">
            <a:extLst xmlns:a="http://schemas.openxmlformats.org/drawingml/2006/main">
              <a:ext uri="{FF2B5EF4-FFF2-40B4-BE49-F238E27FC236}">
                <a16:creationId xmlns:a16="http://schemas.microsoft.com/office/drawing/2014/main" id="{D2395CFB-13E0-4216-8ADE-883AB64F0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51938" y="6532675"/>
            <a:ext cx="154629" cy="2559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3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--</a:t>
            </a:r>
          </a:p>
        </p:txBody>
      </p:sp>
      <p:sp>
        <p:nvSpPr>
          <p:cNvPr id="222" name="text-217 r">
            <a:extLst xmlns:a="http://schemas.openxmlformats.org/drawingml/2006/main">
              <a:ext uri="{FF2B5EF4-FFF2-40B4-BE49-F238E27FC236}">
                <a16:creationId xmlns:a16="http://schemas.microsoft.com/office/drawing/2014/main" id="{F2FB9814-FA0F-4450-BC38-DE6867B95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73139" y="6400153"/>
            <a:ext cx="161740" cy="4414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8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8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8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223" name="text-218 --">
            <a:extLst xmlns:a="http://schemas.openxmlformats.org/drawingml/2006/main">
              <a:ext uri="{FF2B5EF4-FFF2-40B4-BE49-F238E27FC236}">
                <a16:creationId xmlns:a16="http://schemas.microsoft.com/office/drawing/2014/main" id="{6FB9256E-AC4B-4C34-831B-6BE93C255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78392" y="6532676"/>
            <a:ext cx="154628" cy="2559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3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--</a:t>
            </a:r>
          </a:p>
        </p:txBody>
      </p:sp>
      <p:sp>
        <p:nvSpPr>
          <p:cNvPr id="224" name="text-219 1">
            <a:extLst xmlns:a="http://schemas.openxmlformats.org/drawingml/2006/main">
              <a:ext uri="{FF2B5EF4-FFF2-40B4-BE49-F238E27FC236}">
                <a16:creationId xmlns:a16="http://schemas.microsoft.com/office/drawing/2014/main" id="{169FFC9A-B780-4185-8C82-EA379C0C1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85710" y="6403853"/>
            <a:ext cx="229324" cy="4362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5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225" name="text-219 user">
            <a:extLst xmlns:a="http://schemas.openxmlformats.org/drawingml/2006/main">
              <a:ext uri="{FF2B5EF4-FFF2-40B4-BE49-F238E27FC236}">
                <a16:creationId xmlns:a16="http://schemas.microsoft.com/office/drawing/2014/main" id="{6BC3EB61-C565-4765-B9CD-8E34BDF89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43988" y="6443288"/>
            <a:ext cx="578300" cy="3810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4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4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4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user</a:t>
            </a:r>
          </a:p>
        </p:txBody>
      </p:sp>
      <p:sp>
        <p:nvSpPr>
          <p:cNvPr id="226" name="text-219 ...">
            <a:extLst xmlns:a="http://schemas.openxmlformats.org/drawingml/2006/main">
              <a:ext uri="{FF2B5EF4-FFF2-40B4-BE49-F238E27FC236}">
                <a16:creationId xmlns:a16="http://schemas.microsoft.com/office/drawing/2014/main" id="{88671797-FF3D-4693-8A58-39A4B98A1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059509" y="6404943"/>
            <a:ext cx="314624" cy="4347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4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4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4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...</a:t>
            </a:r>
          </a:p>
        </p:txBody>
      </p:sp>
      <p:sp>
        <p:nvSpPr>
          <p:cNvPr id="227" name="path-220">
            <a:extLst xmlns:a="http://schemas.openxmlformats.org/drawingml/2006/main">
              <a:ext uri="{FF2B5EF4-FFF2-40B4-BE49-F238E27FC236}">
                <a16:creationId xmlns:a16="http://schemas.microsoft.com/office/drawing/2014/main" id="{CD0C15BD-0F5D-414E-A301-27109F082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0995" y="6255903"/>
            <a:ext cx="363031" cy="362616"/>
          </a:xfrm>
          <a:custGeom xmlns:a="http://schemas.openxmlformats.org/drawingml/2006/main">
            <a:pathLst>
              <a:path w="367401" h="366981">
                <a:moveTo>
                  <a:pt x="183916" y="0"/>
                </a:moveTo>
                <a:cubicBezTo>
                  <a:pt x="82306" y="0"/>
                  <a:pt x="0" y="82217"/>
                  <a:pt x="0" y="183703"/>
                </a:cubicBezTo>
                <a:cubicBezTo>
                  <a:pt x="0" y="285189"/>
                  <a:pt x="82306" y="366981"/>
                  <a:pt x="183916" y="366981"/>
                </a:cubicBezTo>
                <a:cubicBezTo>
                  <a:pt x="285520" y="366981"/>
                  <a:pt x="367401" y="285189"/>
                  <a:pt x="367401" y="183703"/>
                </a:cubicBezTo>
                <a:cubicBezTo>
                  <a:pt x="367401" y="82217"/>
                  <a:pt x="285520" y="0"/>
                  <a:pt x="183916" y="0"/>
                </a:cubicBezTo>
                <a:moveTo>
                  <a:pt x="249077" y="124610"/>
                </a:moveTo>
                <a:cubicBezTo>
                  <a:pt x="251648" y="122898"/>
                  <a:pt x="255939" y="120755"/>
                  <a:pt x="259367" y="121611"/>
                </a:cubicBezTo>
                <a:cubicBezTo>
                  <a:pt x="261938" y="122466"/>
                  <a:pt x="264083" y="123329"/>
                  <a:pt x="261081" y="125466"/>
                </a:cubicBezTo>
                <a:cubicBezTo>
                  <a:pt x="259792" y="126322"/>
                  <a:pt x="257653" y="125466"/>
                  <a:pt x="255939" y="125897"/>
                </a:cubicBezTo>
                <a:cubicBezTo>
                  <a:pt x="258078" y="126322"/>
                  <a:pt x="261081" y="127609"/>
                  <a:pt x="260224" y="129752"/>
                </a:cubicBezTo>
                <a:cubicBezTo>
                  <a:pt x="266654" y="133176"/>
                  <a:pt x="258078" y="137455"/>
                  <a:pt x="254219" y="137031"/>
                </a:cubicBezTo>
                <a:cubicBezTo>
                  <a:pt x="255939" y="137455"/>
                  <a:pt x="250366" y="140879"/>
                  <a:pt x="250366" y="140455"/>
                </a:cubicBezTo>
                <a:cubicBezTo>
                  <a:pt x="248220" y="141742"/>
                  <a:pt x="245218" y="141742"/>
                  <a:pt x="243504" y="143878"/>
                </a:cubicBezTo>
                <a:cubicBezTo>
                  <a:pt x="241790" y="146446"/>
                  <a:pt x="243935" y="151157"/>
                  <a:pt x="240501" y="150301"/>
                </a:cubicBezTo>
                <a:cubicBezTo>
                  <a:pt x="239219" y="153300"/>
                  <a:pt x="234071" y="151588"/>
                  <a:pt x="231500" y="155012"/>
                </a:cubicBezTo>
                <a:cubicBezTo>
                  <a:pt x="234071" y="158011"/>
                  <a:pt x="228497" y="161866"/>
                  <a:pt x="225926" y="158436"/>
                </a:cubicBezTo>
                <a:cubicBezTo>
                  <a:pt x="223356" y="159299"/>
                  <a:pt x="225069" y="161866"/>
                  <a:pt x="222499" y="163147"/>
                </a:cubicBezTo>
                <a:cubicBezTo>
                  <a:pt x="223356" y="164434"/>
                  <a:pt x="223781" y="166146"/>
                  <a:pt x="222067" y="167002"/>
                </a:cubicBezTo>
                <a:cubicBezTo>
                  <a:pt x="222499" y="166577"/>
                  <a:pt x="225069" y="169145"/>
                  <a:pt x="225926" y="169570"/>
                </a:cubicBezTo>
                <a:cubicBezTo>
                  <a:pt x="225501" y="170857"/>
                  <a:pt x="224638" y="171713"/>
                  <a:pt x="223356" y="171713"/>
                </a:cubicBezTo>
                <a:cubicBezTo>
                  <a:pt x="224638" y="174712"/>
                  <a:pt x="222067" y="178136"/>
                  <a:pt x="219928" y="179848"/>
                </a:cubicBezTo>
                <a:cubicBezTo>
                  <a:pt x="217350" y="181560"/>
                  <a:pt x="212209" y="184134"/>
                  <a:pt x="211352" y="184559"/>
                </a:cubicBezTo>
                <a:cubicBezTo>
                  <a:pt x="207060" y="188414"/>
                  <a:pt x="204064" y="194412"/>
                  <a:pt x="211777" y="196124"/>
                </a:cubicBezTo>
                <a:cubicBezTo>
                  <a:pt x="212209" y="196124"/>
                  <a:pt x="211777" y="203828"/>
                  <a:pt x="212209" y="204259"/>
                </a:cubicBezTo>
                <a:cubicBezTo>
                  <a:pt x="212634" y="207258"/>
                  <a:pt x="213923" y="215393"/>
                  <a:pt x="208781" y="212394"/>
                </a:cubicBezTo>
                <a:cubicBezTo>
                  <a:pt x="206204" y="211106"/>
                  <a:pt x="205347" y="204259"/>
                  <a:pt x="204490" y="201691"/>
                </a:cubicBezTo>
                <a:cubicBezTo>
                  <a:pt x="203633" y="198692"/>
                  <a:pt x="203208" y="199117"/>
                  <a:pt x="201487" y="196124"/>
                </a:cubicBezTo>
                <a:cubicBezTo>
                  <a:pt x="198491" y="199548"/>
                  <a:pt x="197634" y="196980"/>
                  <a:pt x="195057" y="195268"/>
                </a:cubicBezTo>
                <a:cubicBezTo>
                  <a:pt x="192486" y="193981"/>
                  <a:pt x="188626" y="194412"/>
                  <a:pt x="187344" y="193125"/>
                </a:cubicBezTo>
                <a:cubicBezTo>
                  <a:pt x="183916" y="195693"/>
                  <a:pt x="181339" y="194837"/>
                  <a:pt x="180482" y="190982"/>
                </a:cubicBezTo>
                <a:cubicBezTo>
                  <a:pt x="179625" y="192694"/>
                  <a:pt x="181339" y="195268"/>
                  <a:pt x="180914" y="196124"/>
                </a:cubicBezTo>
                <a:cubicBezTo>
                  <a:pt x="179625" y="198692"/>
                  <a:pt x="177479" y="198261"/>
                  <a:pt x="175766" y="196980"/>
                </a:cubicBezTo>
                <a:cubicBezTo>
                  <a:pt x="172770" y="194412"/>
                  <a:pt x="165907" y="198692"/>
                  <a:pt x="162480" y="196980"/>
                </a:cubicBezTo>
                <a:cubicBezTo>
                  <a:pt x="162905" y="196980"/>
                  <a:pt x="163337" y="197836"/>
                  <a:pt x="164194" y="198261"/>
                </a:cubicBezTo>
                <a:cubicBezTo>
                  <a:pt x="163337" y="201260"/>
                  <a:pt x="161623" y="199548"/>
                  <a:pt x="160334" y="200404"/>
                </a:cubicBezTo>
                <a:cubicBezTo>
                  <a:pt x="158620" y="201691"/>
                  <a:pt x="157331" y="203828"/>
                  <a:pt x="156049" y="205115"/>
                </a:cubicBezTo>
                <a:cubicBezTo>
                  <a:pt x="159045" y="211106"/>
                  <a:pt x="155618" y="216673"/>
                  <a:pt x="156049" y="223096"/>
                </a:cubicBezTo>
                <a:cubicBezTo>
                  <a:pt x="156049" y="227807"/>
                  <a:pt x="159045" y="236373"/>
                  <a:pt x="163762" y="238941"/>
                </a:cubicBezTo>
                <a:cubicBezTo>
                  <a:pt x="165907" y="240228"/>
                  <a:pt x="172770" y="240653"/>
                  <a:pt x="174909" y="239797"/>
                </a:cubicBezTo>
                <a:cubicBezTo>
                  <a:pt x="178343" y="238517"/>
                  <a:pt x="177911" y="235949"/>
                  <a:pt x="179200" y="232950"/>
                </a:cubicBezTo>
                <a:cubicBezTo>
                  <a:pt x="180482" y="229951"/>
                  <a:pt x="181771" y="228663"/>
                  <a:pt x="185199" y="228239"/>
                </a:cubicBezTo>
                <a:cubicBezTo>
                  <a:pt x="195488" y="227807"/>
                  <a:pt x="187769" y="235949"/>
                  <a:pt x="186487" y="240228"/>
                </a:cubicBezTo>
                <a:cubicBezTo>
                  <a:pt x="185630" y="243228"/>
                  <a:pt x="185630" y="246651"/>
                  <a:pt x="185199" y="249650"/>
                </a:cubicBezTo>
                <a:cubicBezTo>
                  <a:pt x="186487" y="250075"/>
                  <a:pt x="187344" y="250075"/>
                  <a:pt x="188626" y="250075"/>
                </a:cubicBezTo>
                <a:cubicBezTo>
                  <a:pt x="188626" y="249219"/>
                  <a:pt x="189483" y="247939"/>
                  <a:pt x="189483" y="247076"/>
                </a:cubicBezTo>
                <a:cubicBezTo>
                  <a:pt x="190772" y="249650"/>
                  <a:pt x="195920" y="250506"/>
                  <a:pt x="197202" y="247507"/>
                </a:cubicBezTo>
                <a:cubicBezTo>
                  <a:pt x="198916" y="250506"/>
                  <a:pt x="202351" y="252218"/>
                  <a:pt x="202776" y="255642"/>
                </a:cubicBezTo>
                <a:cubicBezTo>
                  <a:pt x="203208" y="259066"/>
                  <a:pt x="206204" y="262921"/>
                  <a:pt x="201487" y="262921"/>
                </a:cubicBezTo>
                <a:cubicBezTo>
                  <a:pt x="198059" y="262921"/>
                  <a:pt x="202351" y="269344"/>
                  <a:pt x="202776" y="270631"/>
                </a:cubicBezTo>
                <a:cubicBezTo>
                  <a:pt x="205347" y="275342"/>
                  <a:pt x="209638" y="277485"/>
                  <a:pt x="214354" y="274911"/>
                </a:cubicBezTo>
                <a:cubicBezTo>
                  <a:pt x="214354" y="276623"/>
                  <a:pt x="213491" y="282190"/>
                  <a:pt x="210920" y="282621"/>
                </a:cubicBezTo>
                <a:cubicBezTo>
                  <a:pt x="208349" y="283046"/>
                  <a:pt x="204064" y="277910"/>
                  <a:pt x="204921" y="275342"/>
                </a:cubicBezTo>
                <a:cubicBezTo>
                  <a:pt x="204490" y="276198"/>
                  <a:pt x="204064" y="277054"/>
                  <a:pt x="203208" y="277485"/>
                </a:cubicBezTo>
                <a:cubicBezTo>
                  <a:pt x="200630" y="274486"/>
                  <a:pt x="196777" y="273199"/>
                  <a:pt x="194632" y="270200"/>
                </a:cubicBezTo>
                <a:cubicBezTo>
                  <a:pt x="194200" y="269344"/>
                  <a:pt x="187769" y="259928"/>
                  <a:pt x="189058" y="259497"/>
                </a:cubicBezTo>
                <a:cubicBezTo>
                  <a:pt x="185630" y="260784"/>
                  <a:pt x="179200" y="258641"/>
                  <a:pt x="176197" y="256929"/>
                </a:cubicBezTo>
                <a:cubicBezTo>
                  <a:pt x="171049" y="254361"/>
                  <a:pt x="170624" y="247507"/>
                  <a:pt x="164194" y="248363"/>
                </a:cubicBezTo>
                <a:cubicBezTo>
                  <a:pt x="159902" y="249219"/>
                  <a:pt x="158620" y="250506"/>
                  <a:pt x="153472" y="248795"/>
                </a:cubicBezTo>
                <a:cubicBezTo>
                  <a:pt x="150044" y="247507"/>
                  <a:pt x="147473" y="244939"/>
                  <a:pt x="144046" y="243228"/>
                </a:cubicBezTo>
                <a:cubicBezTo>
                  <a:pt x="140186" y="241084"/>
                  <a:pt x="133324" y="238941"/>
                  <a:pt x="132042" y="234230"/>
                </a:cubicBezTo>
                <a:cubicBezTo>
                  <a:pt x="130753" y="230382"/>
                  <a:pt x="131185" y="225671"/>
                  <a:pt x="129039" y="222240"/>
                </a:cubicBezTo>
                <a:cubicBezTo>
                  <a:pt x="127750" y="219673"/>
                  <a:pt x="123034" y="215393"/>
                  <a:pt x="120038" y="215393"/>
                </a:cubicBezTo>
                <a:cubicBezTo>
                  <a:pt x="123034" y="215393"/>
                  <a:pt x="117461" y="208114"/>
                  <a:pt x="116604" y="207258"/>
                </a:cubicBezTo>
                <a:cubicBezTo>
                  <a:pt x="114033" y="204259"/>
                  <a:pt x="104600" y="195693"/>
                  <a:pt x="106314" y="190982"/>
                </a:cubicBezTo>
                <a:cubicBezTo>
                  <a:pt x="106745" y="190126"/>
                  <a:pt x="101604" y="188414"/>
                  <a:pt x="100740" y="187983"/>
                </a:cubicBezTo>
                <a:cubicBezTo>
                  <a:pt x="101604" y="190557"/>
                  <a:pt x="102029" y="193125"/>
                  <a:pt x="103318" y="195268"/>
                </a:cubicBezTo>
                <a:cubicBezTo>
                  <a:pt x="104600" y="197836"/>
                  <a:pt x="105888" y="199548"/>
                  <a:pt x="107177" y="202116"/>
                </a:cubicBezTo>
                <a:cubicBezTo>
                  <a:pt x="109748" y="206402"/>
                  <a:pt x="113176" y="211962"/>
                  <a:pt x="112751" y="217105"/>
                </a:cubicBezTo>
                <a:cubicBezTo>
                  <a:pt x="109748" y="217961"/>
                  <a:pt x="110605" y="213250"/>
                  <a:pt x="109748" y="211538"/>
                </a:cubicBezTo>
                <a:cubicBezTo>
                  <a:pt x="108034" y="208539"/>
                  <a:pt x="103743" y="208539"/>
                  <a:pt x="102461" y="205115"/>
                </a:cubicBezTo>
                <a:cubicBezTo>
                  <a:pt x="102886" y="204684"/>
                  <a:pt x="103318" y="205115"/>
                  <a:pt x="103743" y="204684"/>
                </a:cubicBezTo>
                <a:cubicBezTo>
                  <a:pt x="104175" y="200835"/>
                  <a:pt x="97744" y="197405"/>
                  <a:pt x="98601" y="194412"/>
                </a:cubicBezTo>
                <a:cubicBezTo>
                  <a:pt x="95173" y="191838"/>
                  <a:pt x="95599" y="186702"/>
                  <a:pt x="93028" y="183278"/>
                </a:cubicBezTo>
                <a:cubicBezTo>
                  <a:pt x="90882" y="180279"/>
                  <a:pt x="87023" y="178992"/>
                  <a:pt x="84027" y="176855"/>
                </a:cubicBezTo>
                <a:cubicBezTo>
                  <a:pt x="82738" y="175993"/>
                  <a:pt x="74594" y="165290"/>
                  <a:pt x="77596" y="164434"/>
                </a:cubicBezTo>
                <a:cubicBezTo>
                  <a:pt x="72880" y="165721"/>
                  <a:pt x="70302" y="154588"/>
                  <a:pt x="71159" y="151588"/>
                </a:cubicBezTo>
                <a:cubicBezTo>
                  <a:pt x="71159" y="151588"/>
                  <a:pt x="70734" y="151588"/>
                  <a:pt x="70734" y="151157"/>
                </a:cubicBezTo>
                <a:cubicBezTo>
                  <a:pt x="71591" y="148165"/>
                  <a:pt x="69877" y="133600"/>
                  <a:pt x="73737" y="133176"/>
                </a:cubicBezTo>
                <a:cubicBezTo>
                  <a:pt x="71159" y="133600"/>
                  <a:pt x="70302" y="127177"/>
                  <a:pt x="71159" y="125897"/>
                </a:cubicBezTo>
                <a:cubicBezTo>
                  <a:pt x="71591" y="125041"/>
                  <a:pt x="75019" y="128465"/>
                  <a:pt x="75451" y="128889"/>
                </a:cubicBezTo>
                <a:cubicBezTo>
                  <a:pt x="76733" y="128033"/>
                  <a:pt x="78021" y="126322"/>
                  <a:pt x="77596" y="124610"/>
                </a:cubicBezTo>
                <a:cubicBezTo>
                  <a:pt x="76733" y="122898"/>
                  <a:pt x="74594" y="120755"/>
                  <a:pt x="72880" y="119474"/>
                </a:cubicBezTo>
                <a:cubicBezTo>
                  <a:pt x="72023" y="119043"/>
                  <a:pt x="62590" y="112620"/>
                  <a:pt x="62158" y="113051"/>
                </a:cubicBezTo>
                <a:cubicBezTo>
                  <a:pt x="63015" y="111333"/>
                  <a:pt x="62590" y="110052"/>
                  <a:pt x="61301" y="108765"/>
                </a:cubicBezTo>
                <a:cubicBezTo>
                  <a:pt x="56585" y="112195"/>
                  <a:pt x="59587" y="105341"/>
                  <a:pt x="57016" y="104485"/>
                </a:cubicBezTo>
                <a:cubicBezTo>
                  <a:pt x="56159" y="104054"/>
                  <a:pt x="54871" y="103629"/>
                  <a:pt x="54014" y="102773"/>
                </a:cubicBezTo>
                <a:cubicBezTo>
                  <a:pt x="67731" y="80930"/>
                  <a:pt x="87023" y="62517"/>
                  <a:pt x="110173" y="49671"/>
                </a:cubicBezTo>
                <a:cubicBezTo>
                  <a:pt x="111462" y="49247"/>
                  <a:pt x="114033" y="49247"/>
                  <a:pt x="115747" y="49247"/>
                </a:cubicBezTo>
                <a:cubicBezTo>
                  <a:pt x="120038" y="49671"/>
                  <a:pt x="122177" y="53526"/>
                  <a:pt x="125180" y="55670"/>
                </a:cubicBezTo>
                <a:cubicBezTo>
                  <a:pt x="125611" y="54382"/>
                  <a:pt x="125180" y="52670"/>
                  <a:pt x="124323" y="51383"/>
                </a:cubicBezTo>
                <a:cubicBezTo>
                  <a:pt x="125180" y="49671"/>
                  <a:pt x="127750" y="48815"/>
                  <a:pt x="129464" y="48391"/>
                </a:cubicBezTo>
                <a:cubicBezTo>
                  <a:pt x="131610" y="47959"/>
                  <a:pt x="135038" y="47959"/>
                  <a:pt x="136758" y="48815"/>
                </a:cubicBezTo>
                <a:cubicBezTo>
                  <a:pt x="135469" y="46679"/>
                  <a:pt x="133324" y="44536"/>
                  <a:pt x="131610" y="42824"/>
                </a:cubicBezTo>
                <a:lnTo>
                  <a:pt x="130753" y="43680"/>
                </a:lnTo>
                <a:cubicBezTo>
                  <a:pt x="128182" y="41537"/>
                  <a:pt x="123034" y="44536"/>
                  <a:pt x="120463" y="45392"/>
                </a:cubicBezTo>
                <a:cubicBezTo>
                  <a:pt x="118749" y="46248"/>
                  <a:pt x="116604" y="47535"/>
                  <a:pt x="114890" y="48391"/>
                </a:cubicBezTo>
                <a:cubicBezTo>
                  <a:pt x="113608" y="48815"/>
                  <a:pt x="113176" y="49247"/>
                  <a:pt x="112319" y="48815"/>
                </a:cubicBezTo>
                <a:cubicBezTo>
                  <a:pt x="119606" y="44960"/>
                  <a:pt x="126893" y="41537"/>
                  <a:pt x="134613" y="38969"/>
                </a:cubicBezTo>
                <a:cubicBezTo>
                  <a:pt x="135895" y="39825"/>
                  <a:pt x="137615" y="41537"/>
                  <a:pt x="139754" y="43248"/>
                </a:cubicBezTo>
                <a:cubicBezTo>
                  <a:pt x="138472" y="41968"/>
                  <a:pt x="138472" y="47535"/>
                  <a:pt x="138897" y="48391"/>
                </a:cubicBezTo>
                <a:cubicBezTo>
                  <a:pt x="141468" y="51814"/>
                  <a:pt x="147473" y="49671"/>
                  <a:pt x="150901" y="49671"/>
                </a:cubicBezTo>
                <a:cubicBezTo>
                  <a:pt x="150476" y="49671"/>
                  <a:pt x="161191" y="50959"/>
                  <a:pt x="159045" y="48391"/>
                </a:cubicBezTo>
                <a:cubicBezTo>
                  <a:pt x="160766" y="50959"/>
                  <a:pt x="160766" y="54382"/>
                  <a:pt x="162905" y="56526"/>
                </a:cubicBezTo>
                <a:cubicBezTo>
                  <a:pt x="165050" y="54382"/>
                  <a:pt x="162048" y="51814"/>
                  <a:pt x="163337" y="49671"/>
                </a:cubicBezTo>
                <a:cubicBezTo>
                  <a:pt x="163762" y="48815"/>
                  <a:pt x="168478" y="47959"/>
                  <a:pt x="169767" y="47103"/>
                </a:cubicBezTo>
                <a:cubicBezTo>
                  <a:pt x="171481" y="45816"/>
                  <a:pt x="168478" y="44104"/>
                  <a:pt x="167621" y="43680"/>
                </a:cubicBezTo>
                <a:cubicBezTo>
                  <a:pt x="165050" y="42392"/>
                  <a:pt x="155618" y="41537"/>
                  <a:pt x="160334" y="35970"/>
                </a:cubicBezTo>
                <a:cubicBezTo>
                  <a:pt x="162048" y="34258"/>
                  <a:pt x="168478" y="35114"/>
                  <a:pt x="170192" y="36401"/>
                </a:cubicBezTo>
                <a:cubicBezTo>
                  <a:pt x="172770" y="37681"/>
                  <a:pt x="175340" y="40249"/>
                  <a:pt x="171906" y="42824"/>
                </a:cubicBezTo>
                <a:cubicBezTo>
                  <a:pt x="173627" y="43248"/>
                  <a:pt x="181771" y="44960"/>
                  <a:pt x="180482" y="47959"/>
                </a:cubicBezTo>
                <a:cubicBezTo>
                  <a:pt x="181339" y="46679"/>
                  <a:pt x="182628" y="44536"/>
                  <a:pt x="184342" y="44536"/>
                </a:cubicBezTo>
                <a:cubicBezTo>
                  <a:pt x="186487" y="44960"/>
                  <a:pt x="186912" y="49671"/>
                  <a:pt x="187769" y="50959"/>
                </a:cubicBezTo>
                <a:cubicBezTo>
                  <a:pt x="191204" y="56950"/>
                  <a:pt x="196777" y="44960"/>
                  <a:pt x="197634" y="45392"/>
                </a:cubicBezTo>
                <a:cubicBezTo>
                  <a:pt x="193343" y="43680"/>
                  <a:pt x="201487" y="41537"/>
                  <a:pt x="203633" y="42392"/>
                </a:cubicBezTo>
                <a:cubicBezTo>
                  <a:pt x="205347" y="43248"/>
                  <a:pt x="207924" y="49247"/>
                  <a:pt x="204921" y="48815"/>
                </a:cubicBezTo>
                <a:cubicBezTo>
                  <a:pt x="207492" y="51383"/>
                  <a:pt x="207924" y="56526"/>
                  <a:pt x="203208" y="56094"/>
                </a:cubicBezTo>
                <a:cubicBezTo>
                  <a:pt x="199773" y="55670"/>
                  <a:pt x="195920" y="51383"/>
                  <a:pt x="192918" y="54814"/>
                </a:cubicBezTo>
                <a:cubicBezTo>
                  <a:pt x="190772" y="57381"/>
                  <a:pt x="189915" y="60805"/>
                  <a:pt x="187769" y="62948"/>
                </a:cubicBezTo>
                <a:cubicBezTo>
                  <a:pt x="184342" y="66372"/>
                  <a:pt x="179625" y="65948"/>
                  <a:pt x="175766" y="65516"/>
                </a:cubicBezTo>
                <a:cubicBezTo>
                  <a:pt x="177479" y="65948"/>
                  <a:pt x="171906" y="71514"/>
                  <a:pt x="171481" y="72370"/>
                </a:cubicBezTo>
                <a:cubicBezTo>
                  <a:pt x="170192" y="74082"/>
                  <a:pt x="168910" y="76225"/>
                  <a:pt x="168478" y="77937"/>
                </a:cubicBezTo>
                <a:cubicBezTo>
                  <a:pt x="168053" y="80505"/>
                  <a:pt x="168910" y="82648"/>
                  <a:pt x="167621" y="85216"/>
                </a:cubicBezTo>
                <a:cubicBezTo>
                  <a:pt x="171481" y="83929"/>
                  <a:pt x="173627" y="91208"/>
                  <a:pt x="171906" y="91639"/>
                </a:cubicBezTo>
                <a:cubicBezTo>
                  <a:pt x="177054" y="90783"/>
                  <a:pt x="181339" y="90783"/>
                  <a:pt x="186055" y="92495"/>
                </a:cubicBezTo>
                <a:cubicBezTo>
                  <a:pt x="189483" y="93782"/>
                  <a:pt x="194200" y="95494"/>
                  <a:pt x="195488" y="98918"/>
                </a:cubicBezTo>
                <a:cubicBezTo>
                  <a:pt x="196345" y="97631"/>
                  <a:pt x="201487" y="98062"/>
                  <a:pt x="202776" y="98487"/>
                </a:cubicBezTo>
                <a:cubicBezTo>
                  <a:pt x="205778" y="99774"/>
                  <a:pt x="205778" y="103198"/>
                  <a:pt x="206635" y="105772"/>
                </a:cubicBezTo>
                <a:cubicBezTo>
                  <a:pt x="207492" y="109196"/>
                  <a:pt x="210920" y="115188"/>
                  <a:pt x="214780" y="113476"/>
                </a:cubicBezTo>
                <a:cubicBezTo>
                  <a:pt x="215636" y="113051"/>
                  <a:pt x="220353" y="110477"/>
                  <a:pt x="218639" y="109196"/>
                </a:cubicBezTo>
                <a:cubicBezTo>
                  <a:pt x="216925" y="107484"/>
                  <a:pt x="214780" y="103198"/>
                  <a:pt x="216493" y="100630"/>
                </a:cubicBezTo>
                <a:cubicBezTo>
                  <a:pt x="218207" y="98062"/>
                  <a:pt x="222924" y="97631"/>
                  <a:pt x="224213" y="94207"/>
                </a:cubicBezTo>
                <a:cubicBezTo>
                  <a:pt x="225926" y="88640"/>
                  <a:pt x="218207" y="89071"/>
                  <a:pt x="218207" y="85216"/>
                </a:cubicBezTo>
                <a:cubicBezTo>
                  <a:pt x="218207" y="82648"/>
                  <a:pt x="221642" y="82217"/>
                  <a:pt x="221210" y="79218"/>
                </a:cubicBezTo>
                <a:cubicBezTo>
                  <a:pt x="221210" y="76650"/>
                  <a:pt x="217782" y="71939"/>
                  <a:pt x="220785" y="70227"/>
                </a:cubicBezTo>
                <a:cubicBezTo>
                  <a:pt x="223356" y="68940"/>
                  <a:pt x="234502" y="71514"/>
                  <a:pt x="236641" y="72795"/>
                </a:cubicBezTo>
                <a:cubicBezTo>
                  <a:pt x="238787" y="74082"/>
                  <a:pt x="245649" y="76225"/>
                  <a:pt x="246074" y="78362"/>
                </a:cubicBezTo>
                <a:lnTo>
                  <a:pt x="244792" y="78362"/>
                </a:lnTo>
                <a:cubicBezTo>
                  <a:pt x="246506" y="80074"/>
                  <a:pt x="248220" y="83504"/>
                  <a:pt x="244792" y="84360"/>
                </a:cubicBezTo>
                <a:cubicBezTo>
                  <a:pt x="246931" y="83929"/>
                  <a:pt x="253362" y="86497"/>
                  <a:pt x="249077" y="87784"/>
                </a:cubicBezTo>
                <a:cubicBezTo>
                  <a:pt x="250366" y="86928"/>
                  <a:pt x="251648" y="87353"/>
                  <a:pt x="252937" y="86497"/>
                </a:cubicBezTo>
                <a:cubicBezTo>
                  <a:pt x="254650" y="85641"/>
                  <a:pt x="255939" y="83929"/>
                  <a:pt x="258078" y="85216"/>
                </a:cubicBezTo>
                <a:cubicBezTo>
                  <a:pt x="258510" y="85641"/>
                  <a:pt x="261081" y="80074"/>
                  <a:pt x="262370" y="80505"/>
                </a:cubicBezTo>
                <a:cubicBezTo>
                  <a:pt x="264509" y="80930"/>
                  <a:pt x="265366" y="83929"/>
                  <a:pt x="266223" y="85216"/>
                </a:cubicBezTo>
                <a:cubicBezTo>
                  <a:pt x="267086" y="87353"/>
                  <a:pt x="269657" y="88215"/>
                  <a:pt x="270514" y="90352"/>
                </a:cubicBezTo>
                <a:cubicBezTo>
                  <a:pt x="272228" y="94207"/>
                  <a:pt x="271371" y="98062"/>
                  <a:pt x="276944" y="99343"/>
                </a:cubicBezTo>
                <a:cubicBezTo>
                  <a:pt x="278658" y="99774"/>
                  <a:pt x="283375" y="97631"/>
                  <a:pt x="282943" y="101061"/>
                </a:cubicBezTo>
                <a:cubicBezTo>
                  <a:pt x="283800" y="100205"/>
                  <a:pt x="284657" y="99343"/>
                  <a:pt x="284657" y="98918"/>
                </a:cubicBezTo>
                <a:cubicBezTo>
                  <a:pt x="285088" y="102342"/>
                  <a:pt x="286377" y="106197"/>
                  <a:pt x="290230" y="105772"/>
                </a:cubicBezTo>
                <a:cubicBezTo>
                  <a:pt x="290230" y="105772"/>
                  <a:pt x="290230" y="110052"/>
                  <a:pt x="289805" y="110908"/>
                </a:cubicBezTo>
                <a:cubicBezTo>
                  <a:pt x="288516" y="113051"/>
                  <a:pt x="284657" y="112620"/>
                  <a:pt x="282518" y="113907"/>
                </a:cubicBezTo>
                <a:cubicBezTo>
                  <a:pt x="281661" y="114332"/>
                  <a:pt x="276087" y="119043"/>
                  <a:pt x="276944" y="119899"/>
                </a:cubicBezTo>
                <a:cubicBezTo>
                  <a:pt x="273942" y="116475"/>
                  <a:pt x="268368" y="116475"/>
                  <a:pt x="264509" y="117331"/>
                </a:cubicBezTo>
                <a:cubicBezTo>
                  <a:pt x="260224" y="118187"/>
                  <a:pt x="255939" y="118187"/>
                  <a:pt x="252080" y="119899"/>
                </a:cubicBezTo>
                <a:cubicBezTo>
                  <a:pt x="250366" y="120755"/>
                  <a:pt x="248220" y="122042"/>
                  <a:pt x="246931" y="123754"/>
                </a:cubicBezTo>
                <a:cubicBezTo>
                  <a:pt x="246074" y="124610"/>
                  <a:pt x="245218" y="128889"/>
                  <a:pt x="243935" y="129321"/>
                </a:cubicBezTo>
                <a:cubicBezTo>
                  <a:pt x="246506" y="128889"/>
                  <a:pt x="247363" y="125897"/>
                  <a:pt x="249077" y="124610"/>
                </a:cubicBezTo>
                <a:moveTo>
                  <a:pt x="210495" y="334004"/>
                </a:moveTo>
                <a:cubicBezTo>
                  <a:pt x="210063" y="332724"/>
                  <a:pt x="209638" y="330580"/>
                  <a:pt x="209638" y="330149"/>
                </a:cubicBezTo>
                <a:cubicBezTo>
                  <a:pt x="209206" y="326301"/>
                  <a:pt x="213923" y="323726"/>
                  <a:pt x="213491" y="320302"/>
                </a:cubicBezTo>
                <a:cubicBezTo>
                  <a:pt x="210920" y="319446"/>
                  <a:pt x="210063" y="317303"/>
                  <a:pt x="210495" y="314311"/>
                </a:cubicBezTo>
                <a:cubicBezTo>
                  <a:pt x="210920" y="310456"/>
                  <a:pt x="214354" y="307032"/>
                  <a:pt x="217350" y="304458"/>
                </a:cubicBezTo>
                <a:cubicBezTo>
                  <a:pt x="220353" y="301890"/>
                  <a:pt x="221210" y="296323"/>
                  <a:pt x="220353" y="292899"/>
                </a:cubicBezTo>
                <a:cubicBezTo>
                  <a:pt x="219064" y="287332"/>
                  <a:pt x="219064" y="281334"/>
                  <a:pt x="218207" y="275767"/>
                </a:cubicBezTo>
                <a:cubicBezTo>
                  <a:pt x="218639" y="277054"/>
                  <a:pt x="222499" y="276623"/>
                  <a:pt x="223356" y="278341"/>
                </a:cubicBezTo>
                <a:cubicBezTo>
                  <a:pt x="224213" y="276623"/>
                  <a:pt x="224638" y="274911"/>
                  <a:pt x="225926" y="273199"/>
                </a:cubicBezTo>
                <a:cubicBezTo>
                  <a:pt x="226783" y="271918"/>
                  <a:pt x="228497" y="271056"/>
                  <a:pt x="229786" y="269775"/>
                </a:cubicBezTo>
                <a:cubicBezTo>
                  <a:pt x="232357" y="268488"/>
                  <a:pt x="237073" y="262921"/>
                  <a:pt x="240076" y="266351"/>
                </a:cubicBezTo>
                <a:cubicBezTo>
                  <a:pt x="242647" y="269344"/>
                  <a:pt x="236641" y="272343"/>
                  <a:pt x="239644" y="274911"/>
                </a:cubicBezTo>
                <a:cubicBezTo>
                  <a:pt x="240501" y="273199"/>
                  <a:pt x="240076" y="269775"/>
                  <a:pt x="241790" y="268063"/>
                </a:cubicBezTo>
                <a:cubicBezTo>
                  <a:pt x="245649" y="263777"/>
                  <a:pt x="248220" y="268488"/>
                  <a:pt x="252080" y="269775"/>
                </a:cubicBezTo>
                <a:cubicBezTo>
                  <a:pt x="255939" y="271056"/>
                  <a:pt x="257653" y="272774"/>
                  <a:pt x="260649" y="275342"/>
                </a:cubicBezTo>
                <a:cubicBezTo>
                  <a:pt x="259792" y="274486"/>
                  <a:pt x="264509" y="272774"/>
                  <a:pt x="264940" y="272343"/>
                </a:cubicBezTo>
                <a:cubicBezTo>
                  <a:pt x="269657" y="271487"/>
                  <a:pt x="271371" y="273630"/>
                  <a:pt x="274373" y="276198"/>
                </a:cubicBezTo>
                <a:cubicBezTo>
                  <a:pt x="277801" y="278766"/>
                  <a:pt x="282943" y="280478"/>
                  <a:pt x="282518" y="285189"/>
                </a:cubicBezTo>
                <a:cubicBezTo>
                  <a:pt x="285088" y="285620"/>
                  <a:pt x="286377" y="286045"/>
                  <a:pt x="288091" y="286901"/>
                </a:cubicBezTo>
                <a:cubicBezTo>
                  <a:pt x="289805" y="287757"/>
                  <a:pt x="292807" y="287757"/>
                  <a:pt x="294090" y="289044"/>
                </a:cubicBezTo>
                <a:cubicBezTo>
                  <a:pt x="272228" y="312168"/>
                  <a:pt x="243072" y="328437"/>
                  <a:pt x="210495" y="334004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" name="text-221 MCP">
            <a:extLst xmlns:a="http://schemas.openxmlformats.org/drawingml/2006/main">
              <a:ext uri="{FF2B5EF4-FFF2-40B4-BE49-F238E27FC236}">
                <a16:creationId xmlns:a16="http://schemas.microsoft.com/office/drawing/2014/main" id="{09F26BD5-2D0A-4329-BF42-CF66A78E2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35866" y="7289223"/>
            <a:ext cx="607536" cy="3541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9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9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9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MCP</a:t>
            </a:r>
          </a:p>
        </p:txBody>
      </p:sp>
      <p:sp>
        <p:nvSpPr>
          <p:cNvPr id="229" name="text-221 Mark">
            <a:extLst xmlns:a="http://schemas.openxmlformats.org/drawingml/2006/main">
              <a:ext uri="{FF2B5EF4-FFF2-40B4-BE49-F238E27FC236}">
                <a16:creationId xmlns:a16="http://schemas.microsoft.com/office/drawing/2014/main" id="{D0A1D1BC-27B4-4644-BC62-A31A99F9C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76955" y="7262460"/>
            <a:ext cx="671807" cy="3916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0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0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0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Mark</a:t>
            </a:r>
          </a:p>
        </p:txBody>
      </p:sp>
      <p:sp>
        <p:nvSpPr>
          <p:cNvPr id="230" name="text-222 LWM">
            <a:extLst xmlns:a="http://schemas.openxmlformats.org/drawingml/2006/main">
              <a:ext uri="{FF2B5EF4-FFF2-40B4-BE49-F238E27FC236}">
                <a16:creationId xmlns:a16="http://schemas.microsoft.com/office/drawing/2014/main" id="{AA1E9189-2021-448D-8BAB-BBB289233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68043" y="9404000"/>
            <a:ext cx="746061" cy="4284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LWM</a:t>
            </a:r>
          </a:p>
        </p:txBody>
      </p:sp>
      <p:sp>
        <p:nvSpPr>
          <p:cNvPr id="231" name="text-222 RL">
            <a:extLst xmlns:a="http://schemas.openxmlformats.org/drawingml/2006/main">
              <a:ext uri="{FF2B5EF4-FFF2-40B4-BE49-F238E27FC236}">
                <a16:creationId xmlns:a16="http://schemas.microsoft.com/office/drawing/2014/main" id="{4814F86A-1A80-44D6-B148-B679EDD9F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446581" y="9480362"/>
            <a:ext cx="334806" cy="3215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RL</a:t>
            </a:r>
          </a:p>
        </p:txBody>
      </p:sp>
      <p:sp>
        <p:nvSpPr>
          <p:cNvPr id="232" name="text-222 (">
            <a:extLst xmlns:a="http://schemas.openxmlformats.org/drawingml/2006/main">
              <a:ext uri="{FF2B5EF4-FFF2-40B4-BE49-F238E27FC236}">
                <a16:creationId xmlns:a16="http://schemas.microsoft.com/office/drawing/2014/main" id="{AC0C69AA-255D-42CF-A6D1-7D1E5D9B7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26223" y="9401295"/>
            <a:ext cx="158361" cy="4322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3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3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3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(</a:t>
            </a:r>
          </a:p>
        </p:txBody>
      </p:sp>
      <p:sp>
        <p:nvSpPr>
          <p:cNvPr id="233" name="text-223 without">
            <a:extLst xmlns:a="http://schemas.openxmlformats.org/drawingml/2006/main">
              <a:ext uri="{FF2B5EF4-FFF2-40B4-BE49-F238E27FC236}">
                <a16:creationId xmlns:a16="http://schemas.microsoft.com/office/drawing/2014/main" id="{5FC75BF4-3A3F-4AEB-8EF3-351C047CE4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27889" y="9420884"/>
            <a:ext cx="967792" cy="4048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7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7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7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without</a:t>
            </a:r>
          </a:p>
        </p:txBody>
      </p:sp>
      <p:sp>
        <p:nvSpPr>
          <p:cNvPr id="234" name="text-223 tool">
            <a:extLst xmlns:a="http://schemas.openxmlformats.org/drawingml/2006/main">
              <a:ext uri="{FF2B5EF4-FFF2-40B4-BE49-F238E27FC236}">
                <a16:creationId xmlns:a16="http://schemas.microsoft.com/office/drawing/2014/main" id="{64D7CFA4-7591-4C9A-BD78-6230E12AB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29508" y="9409253"/>
            <a:ext cx="538904" cy="4211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6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6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6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tool</a:t>
            </a:r>
          </a:p>
        </p:txBody>
      </p:sp>
      <p:sp>
        <p:nvSpPr>
          <p:cNvPr id="235" name="text-223 calls">
            <a:extLst xmlns:a="http://schemas.openxmlformats.org/drawingml/2006/main">
              <a:ext uri="{FF2B5EF4-FFF2-40B4-BE49-F238E27FC236}">
                <a16:creationId xmlns:a16="http://schemas.microsoft.com/office/drawing/2014/main" id="{FD432FB1-7CE5-491C-82A7-B5C2B9382E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500543" y="9431327"/>
            <a:ext cx="607467" cy="3902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9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9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9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calls</a:t>
            </a:r>
          </a:p>
        </p:txBody>
      </p:sp>
      <p:sp>
        <p:nvSpPr>
          <p:cNvPr id="236" name="path-224">
            <a:extLst xmlns:a="http://schemas.openxmlformats.org/drawingml/2006/main">
              <a:ext uri="{FF2B5EF4-FFF2-40B4-BE49-F238E27FC236}">
                <a16:creationId xmlns:a16="http://schemas.microsoft.com/office/drawing/2014/main" id="{D66E4AF0-82EF-4B51-B42B-822EB2F4B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23173" y="9733036"/>
            <a:ext cx="2143340" cy="25517"/>
          </a:xfrm>
          <a:custGeom xmlns:a="http://schemas.openxmlformats.org/drawingml/2006/main">
            <a:pathLst>
              <a:path w="2169139" h="25824">
                <a:moveTo>
                  <a:pt x="0" y="0"/>
                </a:moveTo>
                <a:lnTo>
                  <a:pt x="1084569" y="0"/>
                </a:lnTo>
                <a:lnTo>
                  <a:pt x="2169139" y="0"/>
                </a:lnTo>
                <a:lnTo>
                  <a:pt x="2169139" y="25824"/>
                </a:lnTo>
                <a:lnTo>
                  <a:pt x="1084569" y="25824"/>
                </a:lnTo>
                <a:lnTo>
                  <a:pt x="0" y="2582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7" name="text-225 )">
            <a:extLst xmlns:a="http://schemas.openxmlformats.org/drawingml/2006/main">
              <a:ext uri="{FF2B5EF4-FFF2-40B4-BE49-F238E27FC236}">
                <a16:creationId xmlns:a16="http://schemas.microsoft.com/office/drawing/2014/main" id="{57FBF53E-1C55-444A-A8B5-7322F906B2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58472" y="9401295"/>
            <a:ext cx="158361" cy="4322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3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3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3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)</a:t>
            </a:r>
          </a:p>
        </p:txBody>
      </p:sp>
      <p:sp>
        <p:nvSpPr>
          <p:cNvPr id="238" name="text-226 Generalize">
            <a:extLst xmlns:a="http://schemas.openxmlformats.org/drawingml/2006/main">
              <a:ext uri="{FF2B5EF4-FFF2-40B4-BE49-F238E27FC236}">
                <a16:creationId xmlns:a16="http://schemas.microsoft.com/office/drawing/2014/main" id="{072F047D-5C9A-4029-83E0-3B9CD72CA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99156" y="9745952"/>
            <a:ext cx="1477859" cy="4126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21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21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321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Generalize</a:t>
            </a:r>
          </a:p>
        </p:txBody>
      </p:sp>
      <p:sp>
        <p:nvSpPr>
          <p:cNvPr id="239" name="text-226 Surprisingly">
            <a:extLst xmlns:a="http://schemas.openxmlformats.org/drawingml/2006/main">
              <a:ext uri="{FF2B5EF4-FFF2-40B4-BE49-F238E27FC236}">
                <a16:creationId xmlns:a16="http://schemas.microsoft.com/office/drawing/2014/main" id="{E4875CAD-E01B-4E95-BBA7-90707FF20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11127" y="9754375"/>
            <a:ext cx="1546803" cy="4008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5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5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255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Surprisingly</a:t>
            </a:r>
          </a:p>
        </p:txBody>
      </p:sp>
      <p:sp>
        <p:nvSpPr>
          <p:cNvPr id="240" name="text-226 Well">
            <a:extLst xmlns:a="http://schemas.openxmlformats.org/drawingml/2006/main">
              <a:ext uri="{FF2B5EF4-FFF2-40B4-BE49-F238E27FC236}">
                <a16:creationId xmlns:a16="http://schemas.microsoft.com/office/drawing/2014/main" id="{2F6FBDC5-78E9-460B-927F-06898781F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93211" y="9732712"/>
            <a:ext cx="648433" cy="43122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2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2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425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Well</a:t>
            </a:r>
          </a:p>
        </p:txBody>
      </p:sp>
      <p:sp>
        <p:nvSpPr>
          <p:cNvPr id="241" name="text-226 to">
            <a:extLst xmlns:a="http://schemas.openxmlformats.org/drawingml/2006/main">
              <a:ext uri="{FF2B5EF4-FFF2-40B4-BE49-F238E27FC236}">
                <a16:creationId xmlns:a16="http://schemas.microsoft.com/office/drawing/2014/main" id="{A329F2AD-FAB2-4D15-A507-C06D661758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72585" y="9746411"/>
            <a:ext cx="298281" cy="412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17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17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317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242" name="text-226 Agentic">
            <a:extLst xmlns:a="http://schemas.openxmlformats.org/drawingml/2006/main">
              <a:ext uri="{FF2B5EF4-FFF2-40B4-BE49-F238E27FC236}">
                <a16:creationId xmlns:a16="http://schemas.microsoft.com/office/drawing/2014/main" id="{2E42D684-6D99-4205-A35E-C484F3971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04260" y="9750868"/>
            <a:ext cx="1018531" cy="4058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82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82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282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Agentic</a:t>
            </a:r>
          </a:p>
        </p:txBody>
      </p:sp>
      <p:sp>
        <p:nvSpPr>
          <p:cNvPr id="243" name="text-226 Tasks">
            <a:extLst xmlns:a="http://schemas.openxmlformats.org/drawingml/2006/main">
              <a:ext uri="{FF2B5EF4-FFF2-40B4-BE49-F238E27FC236}">
                <a16:creationId xmlns:a16="http://schemas.microsoft.com/office/drawing/2014/main" id="{614921AC-6C59-4A2B-B69D-5B28B923D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56850" y="9777813"/>
            <a:ext cx="719082" cy="3680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70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70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070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Tasks</a:t>
            </a:r>
          </a:p>
        </p:txBody>
      </p:sp>
      <p:sp>
        <p:nvSpPr>
          <p:cNvPr id="244" name="path-227">
            <a:extLst xmlns:a="http://schemas.openxmlformats.org/drawingml/2006/main">
              <a:ext uri="{FF2B5EF4-FFF2-40B4-BE49-F238E27FC236}">
                <a16:creationId xmlns:a16="http://schemas.microsoft.com/office/drawing/2014/main" id="{6F174F1C-DB70-4828-822A-0F9243BE8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79141" y="8836559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245" name="text-228 40">
            <a:extLst xmlns:a="http://schemas.openxmlformats.org/drawingml/2006/main">
              <a:ext uri="{FF2B5EF4-FFF2-40B4-BE49-F238E27FC236}">
                <a16:creationId xmlns:a16="http://schemas.microsoft.com/office/drawing/2014/main" id="{D2C54316-CAB0-48BD-9117-8643D148F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01103" y="8732867"/>
            <a:ext cx="257770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40</a:t>
            </a:r>
          </a:p>
        </p:txBody>
      </p:sp>
      <p:sp>
        <p:nvSpPr>
          <p:cNvPr id="246" name="text-229 Terminal">
            <a:extLst xmlns:a="http://schemas.openxmlformats.org/drawingml/2006/main">
              <a:ext uri="{FF2B5EF4-FFF2-40B4-BE49-F238E27FC236}">
                <a16:creationId xmlns:a16="http://schemas.microsoft.com/office/drawing/2014/main" id="{16346F13-3BB7-495B-970B-5064FC54E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80952" y="7239366"/>
            <a:ext cx="1028909" cy="3639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4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4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4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Terminal</a:t>
            </a:r>
          </a:p>
        </p:txBody>
      </p:sp>
      <p:sp>
        <p:nvSpPr>
          <p:cNvPr id="247" name="text-230 -">
            <a:extLst xmlns:a="http://schemas.openxmlformats.org/drawingml/2006/main">
              <a:ext uri="{FF2B5EF4-FFF2-40B4-BE49-F238E27FC236}">
                <a16:creationId xmlns:a16="http://schemas.microsoft.com/office/drawing/2014/main" id="{5EED7503-96A2-4E3F-B99E-8EB273A84B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63317" y="7332459"/>
            <a:ext cx="85606" cy="2336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1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248" name="text-231 Bench">
            <a:extLst xmlns:a="http://schemas.openxmlformats.org/drawingml/2006/main">
              <a:ext uri="{FF2B5EF4-FFF2-40B4-BE49-F238E27FC236}">
                <a16:creationId xmlns:a16="http://schemas.microsoft.com/office/drawing/2014/main" id="{9F50005C-FCEC-4B4E-B3A0-14D51D851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17538" y="7255203"/>
            <a:ext cx="736023" cy="3417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2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2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2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Bench</a:t>
            </a:r>
          </a:p>
        </p:txBody>
      </p:sp>
      <p:sp>
        <p:nvSpPr>
          <p:cNvPr id="249" name="text-232 2.0">
            <a:extLst xmlns:a="http://schemas.openxmlformats.org/drawingml/2006/main">
              <a:ext uri="{FF2B5EF4-FFF2-40B4-BE49-F238E27FC236}">
                <a16:creationId xmlns:a16="http://schemas.microsoft.com/office/drawing/2014/main" id="{233A1787-248D-4BA8-81C3-4F29F97B3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49215" y="7522391"/>
            <a:ext cx="444469" cy="3963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2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2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2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250" name="text-233 BFCL">
            <a:extLst xmlns:a="http://schemas.openxmlformats.org/drawingml/2006/main">
              <a:ext uri="{FF2B5EF4-FFF2-40B4-BE49-F238E27FC236}">
                <a16:creationId xmlns:a16="http://schemas.microsoft.com/office/drawing/2014/main" id="{A1970DB2-8B1A-4954-A237-EFAA669C0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65361" y="7281428"/>
            <a:ext cx="612869" cy="3136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76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BFCL</a:t>
            </a:r>
          </a:p>
        </p:txBody>
      </p:sp>
      <p:sp>
        <p:nvSpPr>
          <p:cNvPr id="251" name="text-233 v4">
            <a:extLst xmlns:a="http://schemas.openxmlformats.org/drawingml/2006/main">
              <a:ext uri="{FF2B5EF4-FFF2-40B4-BE49-F238E27FC236}">
                <a16:creationId xmlns:a16="http://schemas.microsoft.com/office/drawing/2014/main" id="{5D333167-170F-4E6E-BEAA-53691779E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16146" y="7235412"/>
            <a:ext cx="333798" cy="3780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2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2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2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v4</a:t>
            </a:r>
          </a:p>
        </p:txBody>
      </p:sp>
      <p:sp>
        <p:nvSpPr>
          <p:cNvPr id="252" name="path-234">
            <a:extLst xmlns:a="http://schemas.openxmlformats.org/drawingml/2006/main">
              <a:ext uri="{FF2B5EF4-FFF2-40B4-BE49-F238E27FC236}">
                <a16:creationId xmlns:a16="http://schemas.microsoft.com/office/drawing/2014/main" id="{E162FD4D-5502-4198-B51D-5FAF5CB4F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131" y="9394929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253" name="text-235 SWE">
            <a:extLst xmlns:a="http://schemas.openxmlformats.org/drawingml/2006/main">
              <a:ext uri="{FF2B5EF4-FFF2-40B4-BE49-F238E27FC236}">
                <a16:creationId xmlns:a16="http://schemas.microsoft.com/office/drawing/2014/main" id="{EB318745-BE97-4306-B9BF-E57978BBA6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27430" y="7257215"/>
            <a:ext cx="609973" cy="3475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5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5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5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SWE</a:t>
            </a:r>
          </a:p>
        </p:txBody>
      </p:sp>
      <p:sp>
        <p:nvSpPr>
          <p:cNvPr id="254" name="text-236 -">
            <a:extLst xmlns:a="http://schemas.openxmlformats.org/drawingml/2006/main">
              <a:ext uri="{FF2B5EF4-FFF2-40B4-BE49-F238E27FC236}">
                <a16:creationId xmlns:a16="http://schemas.microsoft.com/office/drawing/2014/main" id="{66388647-5916-418D-A0B3-4E6911773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91971" y="7338584"/>
            <a:ext cx="85606" cy="2336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1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255" name="text-237 Bench">
            <a:extLst xmlns:a="http://schemas.openxmlformats.org/drawingml/2006/main">
              <a:ext uri="{FF2B5EF4-FFF2-40B4-BE49-F238E27FC236}">
                <a16:creationId xmlns:a16="http://schemas.microsoft.com/office/drawing/2014/main" id="{62AB4942-6EB5-49FA-B3C8-3B5906576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46192" y="7261328"/>
            <a:ext cx="736023" cy="3417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2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2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2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Bench</a:t>
            </a:r>
          </a:p>
        </p:txBody>
      </p:sp>
      <p:sp>
        <p:nvSpPr>
          <p:cNvPr id="256" name="text-238 Pro">
            <a:extLst xmlns:a="http://schemas.openxmlformats.org/drawingml/2006/main">
              <a:ext uri="{FF2B5EF4-FFF2-40B4-BE49-F238E27FC236}">
                <a16:creationId xmlns:a16="http://schemas.microsoft.com/office/drawing/2014/main" id="{DCC0E28B-42DF-4CB0-A93A-18BA1F3B9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89907" y="7563355"/>
            <a:ext cx="431025" cy="3476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5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5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5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Pro</a:t>
            </a:r>
          </a:p>
        </p:txBody>
      </p:sp>
      <p:sp>
        <p:nvSpPr>
          <p:cNvPr id="257" name="path-239">
            <a:extLst xmlns:a="http://schemas.openxmlformats.org/drawingml/2006/main">
              <a:ext uri="{FF2B5EF4-FFF2-40B4-BE49-F238E27FC236}">
                <a16:creationId xmlns:a16="http://schemas.microsoft.com/office/drawing/2014/main" id="{A1F04837-B12F-4594-8B93-A7FE0F517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4684" y="7242546"/>
            <a:ext cx="1774235" cy="2122680"/>
          </a:xfrm>
          <a:custGeom xmlns:a="http://schemas.openxmlformats.org/drawingml/2006/main">
            <a:pathLst>
              <a:path w="1795591" h="2148230">
                <a:moveTo>
                  <a:pt x="0" y="0"/>
                </a:moveTo>
                <a:lnTo>
                  <a:pt x="1795591" y="0"/>
                </a:lnTo>
                <a:lnTo>
                  <a:pt x="1795591" y="2148230"/>
                </a:lnTo>
                <a:lnTo>
                  <a:pt x="0" y="2148230"/>
                </a:lnTo>
                <a:close/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8" name="path-240">
            <a:extLst xmlns:a="http://schemas.openxmlformats.org/drawingml/2006/main">
              <a:ext uri="{FF2B5EF4-FFF2-40B4-BE49-F238E27FC236}">
                <a16:creationId xmlns:a16="http://schemas.microsoft.com/office/drawing/2014/main" id="{3310F823-6C16-44E0-95D1-61B22E1C1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4684" y="7242546"/>
            <a:ext cx="1774236" cy="2122677"/>
          </a:xfrm>
          <a:custGeom xmlns:a="http://schemas.openxmlformats.org/drawingml/2006/main">
            <a:pathLst>
              <a:path w="1795592" h="2148228">
                <a:moveTo>
                  <a:pt x="0" y="0"/>
                </a:moveTo>
                <a:lnTo>
                  <a:pt x="0" y="2148228"/>
                </a:lnTo>
                <a:lnTo>
                  <a:pt x="1795592" y="2148228"/>
                </a:lnTo>
                <a:lnTo>
                  <a:pt x="179559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42433"/>
            </a:solidFill>
            <a:prstDash val="solid"/>
          </a:ln>
        </p:spPr>
      </p:sp>
      <p:sp>
        <p:nvSpPr>
          <p:cNvPr id="259" name="text-241 WideSearch">
            <a:extLst xmlns:a="http://schemas.openxmlformats.org/drawingml/2006/main">
              <a:ext uri="{FF2B5EF4-FFF2-40B4-BE49-F238E27FC236}">
                <a16:creationId xmlns:a16="http://schemas.microsoft.com/office/drawing/2014/main" id="{869A2314-BCDA-4C42-82E1-FEC8F2492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01782" y="7285999"/>
            <a:ext cx="1475690" cy="3672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6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WideSearch</a:t>
            </a:r>
          </a:p>
        </p:txBody>
      </p:sp>
      <p:sp>
        <p:nvSpPr>
          <p:cNvPr id="260" name="path-242">
            <a:extLst xmlns:a="http://schemas.openxmlformats.org/drawingml/2006/main">
              <a:ext uri="{FF2B5EF4-FFF2-40B4-BE49-F238E27FC236}">
                <a16:creationId xmlns:a16="http://schemas.microsoft.com/office/drawing/2014/main" id="{F3E6586C-2B28-4877-A917-65EAB1B27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34632" y="8242888"/>
            <a:ext cx="480644" cy="1122337"/>
          </a:xfrm>
          <a:custGeom xmlns:a="http://schemas.openxmlformats.org/drawingml/2006/main">
            <a:pathLst>
              <a:path w="486429" h="1135847">
                <a:moveTo>
                  <a:pt x="0" y="0"/>
                </a:moveTo>
                <a:lnTo>
                  <a:pt x="486429" y="0"/>
                </a:lnTo>
                <a:lnTo>
                  <a:pt x="486429" y="1135847"/>
                </a:lnTo>
                <a:lnTo>
                  <a:pt x="0" y="1135847"/>
                </a:lnTo>
                <a:close/>
              </a:path>
            </a:pathLst>
          </a:custGeom>
          <a:solidFill xmlns:a="http://schemas.openxmlformats.org/drawingml/2006/main">
            <a:srgbClr val="003F7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1" name="path-243">
            <a:extLst xmlns:a="http://schemas.openxmlformats.org/drawingml/2006/main">
              <a:ext uri="{FF2B5EF4-FFF2-40B4-BE49-F238E27FC236}">
                <a16:creationId xmlns:a16="http://schemas.microsoft.com/office/drawing/2014/main" id="{C777E80B-163A-4FE4-BF4E-DE8D1A7B0D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34632" y="8242888"/>
            <a:ext cx="480646" cy="1122340"/>
          </a:xfrm>
          <a:custGeom xmlns:a="http://schemas.openxmlformats.org/drawingml/2006/main">
            <a:pathLst>
              <a:path w="486432" h="1135849">
                <a:moveTo>
                  <a:pt x="0" y="0"/>
                </a:moveTo>
                <a:lnTo>
                  <a:pt x="0" y="1135849"/>
                </a:lnTo>
                <a:lnTo>
                  <a:pt x="486432" y="1135849"/>
                </a:lnTo>
                <a:lnTo>
                  <a:pt x="48643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262" name="path-244">
            <a:extLst xmlns:a="http://schemas.openxmlformats.org/drawingml/2006/main">
              <a:ext uri="{FF2B5EF4-FFF2-40B4-BE49-F238E27FC236}">
                <a16:creationId xmlns:a16="http://schemas.microsoft.com/office/drawing/2014/main" id="{69A57B8A-87F8-42DD-BE4F-F07DC7A93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7364" y="8471226"/>
            <a:ext cx="480652" cy="894000"/>
          </a:xfrm>
          <a:custGeom xmlns:a="http://schemas.openxmlformats.org/drawingml/2006/main">
            <a:pathLst>
              <a:path w="486438" h="904761">
                <a:moveTo>
                  <a:pt x="0" y="0"/>
                </a:moveTo>
                <a:lnTo>
                  <a:pt x="486438" y="0"/>
                </a:lnTo>
                <a:lnTo>
                  <a:pt x="486438" y="904761"/>
                </a:lnTo>
                <a:lnTo>
                  <a:pt x="0" y="904761"/>
                </a:lnTo>
                <a:close/>
              </a:path>
            </a:pathLst>
          </a:custGeom>
          <a:solidFill xmlns:a="http://schemas.openxmlformats.org/drawingml/2006/main">
            <a:srgbClr val="C7D7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3" name="path-245">
            <a:extLst xmlns:a="http://schemas.openxmlformats.org/drawingml/2006/main">
              <a:ext uri="{FF2B5EF4-FFF2-40B4-BE49-F238E27FC236}">
                <a16:creationId xmlns:a16="http://schemas.microsoft.com/office/drawing/2014/main" id="{50863762-2A50-40BA-AB3C-D5231DB626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07364" y="8471226"/>
            <a:ext cx="480651" cy="894000"/>
          </a:xfrm>
          <a:custGeom xmlns:a="http://schemas.openxmlformats.org/drawingml/2006/main">
            <a:pathLst>
              <a:path w="486437" h="904761">
                <a:moveTo>
                  <a:pt x="0" y="0"/>
                </a:moveTo>
                <a:lnTo>
                  <a:pt x="0" y="904761"/>
                </a:lnTo>
                <a:lnTo>
                  <a:pt x="486437" y="904761"/>
                </a:lnTo>
                <a:lnTo>
                  <a:pt x="48643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264" name="text-246 397B">
            <a:extLst xmlns:a="http://schemas.openxmlformats.org/drawingml/2006/main">
              <a:ext uri="{FF2B5EF4-FFF2-40B4-BE49-F238E27FC236}">
                <a16:creationId xmlns:a16="http://schemas.microsoft.com/office/drawing/2014/main" id="{9CBE21E8-3AF3-4A74-8728-70CAE410B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81279" y="7597753"/>
            <a:ext cx="599708" cy="3337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7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7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1877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397B</a:t>
            </a:r>
          </a:p>
        </p:txBody>
      </p:sp>
      <p:sp>
        <p:nvSpPr>
          <p:cNvPr id="265" name="path-247">
            <a:extLst xmlns:a="http://schemas.openxmlformats.org/drawingml/2006/main">
              <a:ext uri="{FF2B5EF4-FFF2-40B4-BE49-F238E27FC236}">
                <a16:creationId xmlns:a16="http://schemas.microsoft.com/office/drawing/2014/main" id="{F31C48FB-09CE-4B4A-AE8C-B2961FE38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1537" y="8244294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266" name="text-248 60">
            <a:extLst xmlns:a="http://schemas.openxmlformats.org/drawingml/2006/main">
              <a:ext uri="{FF2B5EF4-FFF2-40B4-BE49-F238E27FC236}">
                <a16:creationId xmlns:a16="http://schemas.microsoft.com/office/drawing/2014/main" id="{F66035DC-C401-4DDF-B018-867A0BCF5E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09400" y="8126609"/>
            <a:ext cx="257770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sp>
        <p:nvSpPr>
          <p:cNvPr id="267" name="path-249">
            <a:extLst xmlns:a="http://schemas.openxmlformats.org/drawingml/2006/main">
              <a:ext uri="{FF2B5EF4-FFF2-40B4-BE49-F238E27FC236}">
                <a16:creationId xmlns:a16="http://schemas.microsoft.com/office/drawing/2014/main" id="{D68C50E3-D6C2-46B5-9B0E-61EA634F6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13353" y="8817122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268" name="path-250">
            <a:extLst xmlns:a="http://schemas.openxmlformats.org/drawingml/2006/main">
              <a:ext uri="{FF2B5EF4-FFF2-40B4-BE49-F238E27FC236}">
                <a16:creationId xmlns:a16="http://schemas.microsoft.com/office/drawing/2014/main" id="{FBFC2DCE-E69B-4013-9F5A-6EE616039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11383" y="8206243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269" name="text-251 60">
            <a:extLst xmlns:a="http://schemas.openxmlformats.org/drawingml/2006/main">
              <a:ext uri="{FF2B5EF4-FFF2-40B4-BE49-F238E27FC236}">
                <a16:creationId xmlns:a16="http://schemas.microsoft.com/office/drawing/2014/main" id="{24DF69EC-D041-4901-9767-AE703A13E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37598" y="8702251"/>
            <a:ext cx="257770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sp>
        <p:nvSpPr>
          <p:cNvPr id="270" name="text-252 80">
            <a:extLst xmlns:a="http://schemas.openxmlformats.org/drawingml/2006/main">
              <a:ext uri="{FF2B5EF4-FFF2-40B4-BE49-F238E27FC236}">
                <a16:creationId xmlns:a16="http://schemas.microsoft.com/office/drawing/2014/main" id="{99E6960F-376F-4D14-99B6-90EB95E84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41619" y="8089866"/>
            <a:ext cx="257770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80</a:t>
            </a:r>
          </a:p>
        </p:txBody>
      </p:sp>
      <p:sp>
        <p:nvSpPr>
          <p:cNvPr id="271" name="text-253 +3.9">
            <a:extLst xmlns:a="http://schemas.openxmlformats.org/drawingml/2006/main">
              <a:ext uri="{FF2B5EF4-FFF2-40B4-BE49-F238E27FC236}">
                <a16:creationId xmlns:a16="http://schemas.microsoft.com/office/drawing/2014/main" id="{93AA52C9-BC31-4D73-A429-856C7B710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60174" y="7917233"/>
            <a:ext cx="537627" cy="3494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1965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+3.9</a:t>
            </a:r>
          </a:p>
        </p:txBody>
      </p:sp>
      <p:sp>
        <p:nvSpPr>
          <p:cNvPr id="272" name="path-254">
            <a:extLst xmlns:a="http://schemas.openxmlformats.org/drawingml/2006/main">
              <a:ext uri="{FF2B5EF4-FFF2-40B4-BE49-F238E27FC236}">
                <a16:creationId xmlns:a16="http://schemas.microsoft.com/office/drawing/2014/main" id="{DD45A946-E711-429C-9CC8-BD1A3EDF4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4525" y="8244495"/>
            <a:ext cx="798929" cy="191"/>
          </a:xfrm>
          <a:custGeom xmlns:a="http://schemas.openxmlformats.org/drawingml/2006/main">
            <a:pathLst>
              <a:path w="808546" h="191">
                <a:moveTo>
                  <a:pt x="0" y="0"/>
                </a:moveTo>
                <a:lnTo>
                  <a:pt x="808546" y="2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dash"/>
          </a:ln>
        </p:spPr>
      </p:sp>
      <p:sp>
        <p:nvSpPr>
          <p:cNvPr id="273" name="path-255">
            <a:extLst xmlns:a="http://schemas.openxmlformats.org/drawingml/2006/main">
              <a:ext uri="{FF2B5EF4-FFF2-40B4-BE49-F238E27FC236}">
                <a16:creationId xmlns:a16="http://schemas.microsoft.com/office/drawing/2014/main" id="{E905DCA2-B33A-4108-9F2E-124A67C65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69350" y="8255559"/>
            <a:ext cx="156686" cy="215666"/>
          </a:xfrm>
          <a:custGeom xmlns:a="http://schemas.openxmlformats.org/drawingml/2006/main">
            <a:pathLst>
              <a:path w="158572" h="218262">
                <a:moveTo>
                  <a:pt x="92195" y="218262"/>
                </a:moveTo>
                <a:lnTo>
                  <a:pt x="92195" y="24362"/>
                </a:lnTo>
                <a:lnTo>
                  <a:pt x="66373" y="24360"/>
                </a:lnTo>
                <a:lnTo>
                  <a:pt x="66373" y="218262"/>
                </a:lnTo>
                <a:lnTo>
                  <a:pt x="92195" y="218262"/>
                </a:lnTo>
                <a:moveTo>
                  <a:pt x="154791" y="120812"/>
                </a:moveTo>
                <a:lnTo>
                  <a:pt x="79287" y="0"/>
                </a:lnTo>
                <a:lnTo>
                  <a:pt x="3778" y="120809"/>
                </a:lnTo>
                <a:cubicBezTo>
                  <a:pt x="0" y="126855"/>
                  <a:pt x="1836" y="134823"/>
                  <a:pt x="7883" y="138600"/>
                </a:cubicBezTo>
                <a:cubicBezTo>
                  <a:pt x="13931" y="142381"/>
                  <a:pt x="21894" y="140541"/>
                  <a:pt x="25675" y="134496"/>
                </a:cubicBezTo>
                <a:lnTo>
                  <a:pt x="90233" y="31205"/>
                </a:lnTo>
                <a:lnTo>
                  <a:pt x="68335" y="31203"/>
                </a:lnTo>
                <a:lnTo>
                  <a:pt x="132893" y="134496"/>
                </a:lnTo>
                <a:cubicBezTo>
                  <a:pt x="136674" y="140541"/>
                  <a:pt x="144638" y="142381"/>
                  <a:pt x="150685" y="138602"/>
                </a:cubicBezTo>
                <a:cubicBezTo>
                  <a:pt x="156733" y="134823"/>
                  <a:pt x="158572" y="126855"/>
                  <a:pt x="154791" y="12081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" name="text-256 Opus">
            <a:extLst xmlns:a="http://schemas.openxmlformats.org/drawingml/2006/main">
              <a:ext uri="{FF2B5EF4-FFF2-40B4-BE49-F238E27FC236}">
                <a16:creationId xmlns:a16="http://schemas.microsoft.com/office/drawing/2014/main" id="{5BFF35E6-B1C9-4A86-8543-18F28C95A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92943" y="8455908"/>
            <a:ext cx="600917" cy="3273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C04F1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C04F15"/>
                </a:solidFill>
                <a:latin typeface="Arial"/>
                <a:ea typeface="Arial"/>
                <a:cs typeface="Arial"/>
              </a:defRPr>
            </a:pPr>
            <a:r>
              <a:rPr sz="1841" b="0" i="0">
                <a:solidFill>
                  <a:srgbClr val="C04F15"/>
                </a:solidFill>
                <a:latin typeface="Arial"/>
                <a:ea typeface="Arial"/>
                <a:cs typeface="Arial"/>
              </a:rPr>
              <a:t>Opus</a:t>
            </a:r>
          </a:p>
        </p:txBody>
      </p:sp>
      <p:sp>
        <p:nvSpPr>
          <p:cNvPr id="275" name="text-257 Opus">
            <a:extLst xmlns:a="http://schemas.openxmlformats.org/drawingml/2006/main">
              <a:ext uri="{FF2B5EF4-FFF2-40B4-BE49-F238E27FC236}">
                <a16:creationId xmlns:a16="http://schemas.microsoft.com/office/drawing/2014/main" id="{309202A5-13A5-4D5B-AFE3-90D7FB42DD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92943" y="8455908"/>
            <a:ext cx="600917" cy="3273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41" b="0" i="0">
                <a:solidFill>
                  <a:srgbClr val="C04F1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41" b="0" i="0">
                <a:solidFill>
                  <a:srgbClr val="C04F15"/>
                </a:solidFill>
                <a:latin typeface="Arial"/>
                <a:ea typeface="Arial"/>
                <a:cs typeface="Arial"/>
              </a:defRPr>
            </a:pPr>
            <a:r>
              <a:rPr sz="1841" b="0" i="0">
                <a:solidFill>
                  <a:srgbClr val="C04F15"/>
                </a:solidFill>
                <a:latin typeface="Arial"/>
                <a:ea typeface="Arial"/>
                <a:cs typeface="Arial"/>
              </a:rPr>
              <a:t>Opus</a:t>
            </a:r>
          </a:p>
        </p:txBody>
      </p:sp>
      <p:sp>
        <p:nvSpPr>
          <p:cNvPr id="276" name="text-260 4.6">
            <a:extLst xmlns:a="http://schemas.openxmlformats.org/drawingml/2006/main">
              <a:ext uri="{FF2B5EF4-FFF2-40B4-BE49-F238E27FC236}">
                <a16:creationId xmlns:a16="http://schemas.microsoft.com/office/drawing/2014/main" id="{1A58CAF9-5412-4D34-801D-5488B95EE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21273" y="8436295"/>
            <a:ext cx="397982" cy="3548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96" b="0" i="0">
                <a:solidFill>
                  <a:srgbClr val="C04F1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96" b="0" i="0">
                <a:solidFill>
                  <a:srgbClr val="C04F15"/>
                </a:solidFill>
                <a:latin typeface="Arial"/>
                <a:ea typeface="Arial"/>
                <a:cs typeface="Arial"/>
              </a:defRPr>
            </a:pPr>
            <a:r>
              <a:rPr sz="1996" b="0" i="0">
                <a:solidFill>
                  <a:srgbClr val="C04F15"/>
                </a:solidFill>
                <a:latin typeface="Arial"/>
                <a:ea typeface="Arial"/>
                <a:cs typeface="Arial"/>
              </a:rPr>
              <a:t>4.6</a:t>
            </a:r>
          </a:p>
        </p:txBody>
      </p:sp>
      <p:sp>
        <p:nvSpPr>
          <p:cNvPr id="277" name="text-261 4.6">
            <a:extLst xmlns:a="http://schemas.openxmlformats.org/drawingml/2006/main">
              <a:ext uri="{FF2B5EF4-FFF2-40B4-BE49-F238E27FC236}">
                <a16:creationId xmlns:a16="http://schemas.microsoft.com/office/drawing/2014/main" id="{22435D7D-6795-4435-9842-B58B2E7E6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21273" y="8436295"/>
            <a:ext cx="397982" cy="3548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96" b="0" i="0">
                <a:solidFill>
                  <a:srgbClr val="C04F1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96" b="0" i="0">
                <a:solidFill>
                  <a:srgbClr val="C04F15"/>
                </a:solidFill>
                <a:latin typeface="Arial"/>
                <a:ea typeface="Arial"/>
                <a:cs typeface="Arial"/>
              </a:defRPr>
            </a:pPr>
            <a:r>
              <a:rPr sz="1996" b="0" i="0">
                <a:solidFill>
                  <a:srgbClr val="C04F15"/>
                </a:solidFill>
                <a:latin typeface="Arial"/>
                <a:ea typeface="Arial"/>
                <a:cs typeface="Arial"/>
              </a:rPr>
              <a:t>4.6</a:t>
            </a:r>
          </a:p>
        </p:txBody>
      </p:sp>
      <p:sp>
        <p:nvSpPr>
          <p:cNvPr id="278" name="path-262">
            <a:extLst xmlns:a="http://schemas.openxmlformats.org/drawingml/2006/main">
              <a:ext uri="{FF2B5EF4-FFF2-40B4-BE49-F238E27FC236}">
                <a16:creationId xmlns:a16="http://schemas.microsoft.com/office/drawing/2014/main" id="{FA3D262C-5922-4329-A3A4-6312BBEC2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9217" y="8133296"/>
            <a:ext cx="474127" cy="1244850"/>
          </a:xfrm>
          <a:custGeom xmlns:a="http://schemas.openxmlformats.org/drawingml/2006/main">
            <a:pathLst>
              <a:path w="479835" h="1259834">
                <a:moveTo>
                  <a:pt x="0" y="0"/>
                </a:moveTo>
                <a:lnTo>
                  <a:pt x="479835" y="0"/>
                </a:lnTo>
                <a:lnTo>
                  <a:pt x="479835" y="1259834"/>
                </a:lnTo>
                <a:lnTo>
                  <a:pt x="0" y="1259834"/>
                </a:lnTo>
                <a:close/>
              </a:path>
            </a:pathLst>
          </a:custGeom>
          <a:solidFill xmlns:a="http://schemas.openxmlformats.org/drawingml/2006/main">
            <a:srgbClr val="003F7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" name="path-263">
            <a:extLst xmlns:a="http://schemas.openxmlformats.org/drawingml/2006/main">
              <a:ext uri="{FF2B5EF4-FFF2-40B4-BE49-F238E27FC236}">
                <a16:creationId xmlns:a16="http://schemas.microsoft.com/office/drawing/2014/main" id="{EE9906C1-725E-41BC-8E74-D460FBCF1B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9217" y="8133296"/>
            <a:ext cx="474126" cy="1244850"/>
          </a:xfrm>
          <a:custGeom xmlns:a="http://schemas.openxmlformats.org/drawingml/2006/main">
            <a:pathLst>
              <a:path w="479833" h="1259834">
                <a:moveTo>
                  <a:pt x="0" y="0"/>
                </a:moveTo>
                <a:lnTo>
                  <a:pt x="0" y="1259834"/>
                </a:lnTo>
                <a:lnTo>
                  <a:pt x="479833" y="1259834"/>
                </a:lnTo>
                <a:lnTo>
                  <a:pt x="479833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280" name="path-264">
            <a:extLst xmlns:a="http://schemas.openxmlformats.org/drawingml/2006/main">
              <a:ext uri="{FF2B5EF4-FFF2-40B4-BE49-F238E27FC236}">
                <a16:creationId xmlns:a16="http://schemas.microsoft.com/office/drawing/2014/main" id="{9748BD79-45C2-4ADB-99F1-B99E59762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8015" y="8606107"/>
            <a:ext cx="474131" cy="759875"/>
          </a:xfrm>
          <a:custGeom xmlns:a="http://schemas.openxmlformats.org/drawingml/2006/main">
            <a:pathLst>
              <a:path w="479838" h="769022">
                <a:moveTo>
                  <a:pt x="0" y="0"/>
                </a:moveTo>
                <a:lnTo>
                  <a:pt x="479838" y="0"/>
                </a:lnTo>
                <a:lnTo>
                  <a:pt x="479838" y="769022"/>
                </a:lnTo>
                <a:lnTo>
                  <a:pt x="0" y="769022"/>
                </a:lnTo>
                <a:close/>
              </a:path>
            </a:pathLst>
          </a:custGeom>
          <a:solidFill xmlns:a="http://schemas.openxmlformats.org/drawingml/2006/main">
            <a:srgbClr val="C7D7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" name="path-265">
            <a:extLst xmlns:a="http://schemas.openxmlformats.org/drawingml/2006/main">
              <a:ext uri="{FF2B5EF4-FFF2-40B4-BE49-F238E27FC236}">
                <a16:creationId xmlns:a16="http://schemas.microsoft.com/office/drawing/2014/main" id="{4EF80F1A-072A-485C-9851-42EEEAD8CD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8015" y="8606107"/>
            <a:ext cx="474131" cy="759875"/>
          </a:xfrm>
          <a:custGeom xmlns:a="http://schemas.openxmlformats.org/drawingml/2006/main">
            <a:pathLst>
              <a:path w="479838" h="769022">
                <a:moveTo>
                  <a:pt x="0" y="0"/>
                </a:moveTo>
                <a:lnTo>
                  <a:pt x="0" y="769022"/>
                </a:lnTo>
                <a:lnTo>
                  <a:pt x="479838" y="769022"/>
                </a:lnTo>
                <a:lnTo>
                  <a:pt x="47983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282" name="text-266 +11.8">
            <a:extLst xmlns:a="http://schemas.openxmlformats.org/drawingml/2006/main">
              <a:ext uri="{FF2B5EF4-FFF2-40B4-BE49-F238E27FC236}">
                <a16:creationId xmlns:a16="http://schemas.microsoft.com/office/drawing/2014/main" id="{963035B6-CCFD-4B19-B719-FA1ED6F03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51865" y="7835590"/>
            <a:ext cx="679430" cy="3608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0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0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030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+11.8</a:t>
            </a:r>
          </a:p>
        </p:txBody>
      </p:sp>
      <p:sp>
        <p:nvSpPr>
          <p:cNvPr id="283" name="path-267">
            <a:extLst xmlns:a="http://schemas.openxmlformats.org/drawingml/2006/main">
              <a:ext uri="{FF2B5EF4-FFF2-40B4-BE49-F238E27FC236}">
                <a16:creationId xmlns:a16="http://schemas.microsoft.com/office/drawing/2014/main" id="{B789E2D6-20A4-49EF-9DDE-CFD72D454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2460" y="8133298"/>
            <a:ext cx="756163" cy="3150"/>
          </a:xfrm>
          <a:custGeom xmlns:a="http://schemas.openxmlformats.org/drawingml/2006/main">
            <a:pathLst>
              <a:path w="765265" h="3188">
                <a:moveTo>
                  <a:pt x="0" y="3188"/>
                </a:moveTo>
                <a:lnTo>
                  <a:pt x="7652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dash"/>
          </a:ln>
        </p:spPr>
      </p:sp>
      <p:sp>
        <p:nvSpPr>
          <p:cNvPr id="284" name="path-268">
            <a:extLst xmlns:a="http://schemas.openxmlformats.org/drawingml/2006/main">
              <a:ext uri="{FF2B5EF4-FFF2-40B4-BE49-F238E27FC236}">
                <a16:creationId xmlns:a16="http://schemas.microsoft.com/office/drawing/2014/main" id="{CDAAC16E-CC0F-41C0-8207-2E2E604455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6739" y="8133210"/>
            <a:ext cx="156686" cy="472898"/>
          </a:xfrm>
          <a:custGeom xmlns:a="http://schemas.openxmlformats.org/drawingml/2006/main">
            <a:pathLst>
              <a:path w="158572" h="478590">
                <a:moveTo>
                  <a:pt x="92196" y="478590"/>
                </a:moveTo>
                <a:lnTo>
                  <a:pt x="92196" y="24362"/>
                </a:lnTo>
                <a:lnTo>
                  <a:pt x="66374" y="24362"/>
                </a:lnTo>
                <a:lnTo>
                  <a:pt x="66374" y="478590"/>
                </a:lnTo>
                <a:lnTo>
                  <a:pt x="92196" y="478590"/>
                </a:lnTo>
                <a:moveTo>
                  <a:pt x="154792" y="120812"/>
                </a:moveTo>
                <a:lnTo>
                  <a:pt x="79286" y="0"/>
                </a:lnTo>
                <a:lnTo>
                  <a:pt x="3778" y="120812"/>
                </a:lnTo>
                <a:cubicBezTo>
                  <a:pt x="0" y="126860"/>
                  <a:pt x="1836" y="134823"/>
                  <a:pt x="7884" y="138602"/>
                </a:cubicBezTo>
                <a:cubicBezTo>
                  <a:pt x="13931" y="142384"/>
                  <a:pt x="21899" y="140546"/>
                  <a:pt x="25677" y="134498"/>
                </a:cubicBezTo>
                <a:lnTo>
                  <a:pt x="90234" y="31205"/>
                </a:lnTo>
                <a:lnTo>
                  <a:pt x="68336" y="31205"/>
                </a:lnTo>
                <a:lnTo>
                  <a:pt x="132893" y="134498"/>
                </a:lnTo>
                <a:cubicBezTo>
                  <a:pt x="136675" y="140546"/>
                  <a:pt x="144638" y="142384"/>
                  <a:pt x="150686" y="138602"/>
                </a:cubicBezTo>
                <a:cubicBezTo>
                  <a:pt x="156734" y="134825"/>
                  <a:pt x="158572" y="126860"/>
                  <a:pt x="154792" y="12081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5" name="text-269 Claw">
            <a:extLst xmlns:a="http://schemas.openxmlformats.org/drawingml/2006/main">
              <a:ext uri="{FF2B5EF4-FFF2-40B4-BE49-F238E27FC236}">
                <a16:creationId xmlns:a16="http://schemas.microsoft.com/office/drawing/2014/main" id="{8A5D3213-4BBC-4091-B18E-CDC165D4E1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4889" y="7232503"/>
            <a:ext cx="641002" cy="3735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0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0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0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Claw</a:t>
            </a:r>
          </a:p>
        </p:txBody>
      </p:sp>
      <p:sp>
        <p:nvSpPr>
          <p:cNvPr id="286" name="text-270 -">
            <a:extLst xmlns:a="http://schemas.openxmlformats.org/drawingml/2006/main">
              <a:ext uri="{FF2B5EF4-FFF2-40B4-BE49-F238E27FC236}">
                <a16:creationId xmlns:a16="http://schemas.microsoft.com/office/drawing/2014/main" id="{7F544598-ED6A-4602-A331-38337D541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68135" y="7332459"/>
            <a:ext cx="85606" cy="2336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1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1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287" name="text-271 Eval">
            <a:extLst xmlns:a="http://schemas.openxmlformats.org/drawingml/2006/main">
              <a:ext uri="{FF2B5EF4-FFF2-40B4-BE49-F238E27FC236}">
                <a16:creationId xmlns:a16="http://schemas.microsoft.com/office/drawing/2014/main" id="{51920ADE-E72B-4D9C-99B5-D5E689990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722356" y="7248555"/>
            <a:ext cx="532885" cy="3510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7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7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7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Eval</a:t>
            </a:r>
          </a:p>
        </p:txBody>
      </p:sp>
      <p:sp>
        <p:nvSpPr>
          <p:cNvPr id="288" name="path-272">
            <a:extLst xmlns:a="http://schemas.openxmlformats.org/drawingml/2006/main">
              <a:ext uri="{FF2B5EF4-FFF2-40B4-BE49-F238E27FC236}">
                <a16:creationId xmlns:a16="http://schemas.microsoft.com/office/drawing/2014/main" id="{0DEAF82D-A0DE-41C8-AB9B-62480C05B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7179" y="8598845"/>
            <a:ext cx="474127" cy="770290"/>
          </a:xfrm>
          <a:custGeom xmlns:a="http://schemas.openxmlformats.org/drawingml/2006/main">
            <a:pathLst>
              <a:path w="479835" h="779562">
                <a:moveTo>
                  <a:pt x="0" y="0"/>
                </a:moveTo>
                <a:lnTo>
                  <a:pt x="479835" y="0"/>
                </a:lnTo>
                <a:lnTo>
                  <a:pt x="479835" y="779562"/>
                </a:lnTo>
                <a:lnTo>
                  <a:pt x="0" y="779562"/>
                </a:lnTo>
                <a:close/>
              </a:path>
            </a:pathLst>
          </a:custGeom>
          <a:solidFill xmlns:a="http://schemas.openxmlformats.org/drawingml/2006/main">
            <a:srgbClr val="003F7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9" name="path-273">
            <a:extLst xmlns:a="http://schemas.openxmlformats.org/drawingml/2006/main">
              <a:ext uri="{FF2B5EF4-FFF2-40B4-BE49-F238E27FC236}">
                <a16:creationId xmlns:a16="http://schemas.microsoft.com/office/drawing/2014/main" id="{0C2BC6AB-8493-43CB-8F5B-856507426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7179" y="8598845"/>
            <a:ext cx="474126" cy="770288"/>
          </a:xfrm>
          <a:custGeom xmlns:a="http://schemas.openxmlformats.org/drawingml/2006/main">
            <a:pathLst>
              <a:path w="479833" h="779560">
                <a:moveTo>
                  <a:pt x="0" y="0"/>
                </a:moveTo>
                <a:lnTo>
                  <a:pt x="0" y="779560"/>
                </a:lnTo>
                <a:lnTo>
                  <a:pt x="479833" y="779560"/>
                </a:lnTo>
                <a:lnTo>
                  <a:pt x="479833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290" name="path-274">
            <a:extLst xmlns:a="http://schemas.openxmlformats.org/drawingml/2006/main">
              <a:ext uri="{FF2B5EF4-FFF2-40B4-BE49-F238E27FC236}">
                <a16:creationId xmlns:a16="http://schemas.microsoft.com/office/drawing/2014/main" id="{DE705580-DABE-4E9E-B073-DC6268A3A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05977" y="8820231"/>
            <a:ext cx="474131" cy="548901"/>
          </a:xfrm>
          <a:custGeom xmlns:a="http://schemas.openxmlformats.org/drawingml/2006/main">
            <a:pathLst>
              <a:path w="479838" h="555509">
                <a:moveTo>
                  <a:pt x="0" y="0"/>
                </a:moveTo>
                <a:lnTo>
                  <a:pt x="479838" y="0"/>
                </a:lnTo>
                <a:lnTo>
                  <a:pt x="479838" y="555509"/>
                </a:lnTo>
                <a:lnTo>
                  <a:pt x="0" y="555509"/>
                </a:lnTo>
                <a:close/>
              </a:path>
            </a:pathLst>
          </a:custGeom>
          <a:solidFill xmlns:a="http://schemas.openxmlformats.org/drawingml/2006/main">
            <a:srgbClr val="C7D7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1" name="path-275">
            <a:extLst xmlns:a="http://schemas.openxmlformats.org/drawingml/2006/main">
              <a:ext uri="{FF2B5EF4-FFF2-40B4-BE49-F238E27FC236}">
                <a16:creationId xmlns:a16="http://schemas.microsoft.com/office/drawing/2014/main" id="{6C1DFC60-4250-496D-9584-DF91AD377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905977" y="8820231"/>
            <a:ext cx="474131" cy="548901"/>
          </a:xfrm>
          <a:custGeom xmlns:a="http://schemas.openxmlformats.org/drawingml/2006/main">
            <a:pathLst>
              <a:path w="479838" h="555509">
                <a:moveTo>
                  <a:pt x="0" y="0"/>
                </a:moveTo>
                <a:lnTo>
                  <a:pt x="0" y="555509"/>
                </a:lnTo>
                <a:lnTo>
                  <a:pt x="479838" y="555509"/>
                </a:lnTo>
                <a:lnTo>
                  <a:pt x="479838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292" name="text-276 +5.2">
            <a:extLst xmlns:a="http://schemas.openxmlformats.org/drawingml/2006/main">
              <a:ext uri="{FF2B5EF4-FFF2-40B4-BE49-F238E27FC236}">
                <a16:creationId xmlns:a16="http://schemas.microsoft.com/office/drawing/2014/main" id="{96B77C1B-909E-4065-BD44-47B23F991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44986" y="8278538"/>
            <a:ext cx="537627" cy="3494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65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1965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+5.2</a:t>
            </a:r>
          </a:p>
        </p:txBody>
      </p:sp>
      <p:sp>
        <p:nvSpPr>
          <p:cNvPr id="293" name="path-277">
            <a:extLst xmlns:a="http://schemas.openxmlformats.org/drawingml/2006/main">
              <a:ext uri="{FF2B5EF4-FFF2-40B4-BE49-F238E27FC236}">
                <a16:creationId xmlns:a16="http://schemas.microsoft.com/office/drawing/2014/main" id="{369CF4D8-2555-4F21-BAB8-B6838D2CFB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64497" y="8599024"/>
            <a:ext cx="756163" cy="3150"/>
          </a:xfrm>
          <a:custGeom xmlns:a="http://schemas.openxmlformats.org/drawingml/2006/main">
            <a:pathLst>
              <a:path w="765265" h="3188">
                <a:moveTo>
                  <a:pt x="0" y="3188"/>
                </a:moveTo>
                <a:lnTo>
                  <a:pt x="765265" y="0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dash"/>
          </a:ln>
        </p:spPr>
      </p:sp>
      <p:sp>
        <p:nvSpPr>
          <p:cNvPr id="294" name="path-278">
            <a:extLst xmlns:a="http://schemas.openxmlformats.org/drawingml/2006/main">
              <a:ext uri="{FF2B5EF4-FFF2-40B4-BE49-F238E27FC236}">
                <a16:creationId xmlns:a16="http://schemas.microsoft.com/office/drawing/2014/main" id="{324D9EAC-1320-488F-B8C7-2922FAF50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64700" y="8617894"/>
            <a:ext cx="156689" cy="202339"/>
          </a:xfrm>
          <a:custGeom xmlns:a="http://schemas.openxmlformats.org/drawingml/2006/main">
            <a:pathLst>
              <a:path w="158575" h="204775">
                <a:moveTo>
                  <a:pt x="92199" y="204775"/>
                </a:moveTo>
                <a:lnTo>
                  <a:pt x="92199" y="24360"/>
                </a:lnTo>
                <a:lnTo>
                  <a:pt x="66375" y="24360"/>
                </a:lnTo>
                <a:lnTo>
                  <a:pt x="66375" y="204772"/>
                </a:lnTo>
                <a:lnTo>
                  <a:pt x="92199" y="204775"/>
                </a:lnTo>
                <a:moveTo>
                  <a:pt x="154794" y="120809"/>
                </a:moveTo>
                <a:lnTo>
                  <a:pt x="79287" y="0"/>
                </a:lnTo>
                <a:lnTo>
                  <a:pt x="3782" y="120809"/>
                </a:lnTo>
                <a:cubicBezTo>
                  <a:pt x="0" y="126855"/>
                  <a:pt x="1837" y="134820"/>
                  <a:pt x="7887" y="138602"/>
                </a:cubicBezTo>
                <a:cubicBezTo>
                  <a:pt x="13935" y="142381"/>
                  <a:pt x="21899" y="140541"/>
                  <a:pt x="25678" y="134496"/>
                </a:cubicBezTo>
                <a:lnTo>
                  <a:pt x="90237" y="31203"/>
                </a:lnTo>
                <a:lnTo>
                  <a:pt x="68339" y="31203"/>
                </a:lnTo>
                <a:lnTo>
                  <a:pt x="132897" y="134496"/>
                </a:lnTo>
                <a:cubicBezTo>
                  <a:pt x="136674" y="140544"/>
                  <a:pt x="144640" y="142384"/>
                  <a:pt x="150688" y="138602"/>
                </a:cubicBezTo>
                <a:cubicBezTo>
                  <a:pt x="156735" y="134825"/>
                  <a:pt x="158575" y="126857"/>
                  <a:pt x="154794" y="12080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5" name="path-279">
            <a:extLst xmlns:a="http://schemas.openxmlformats.org/drawingml/2006/main">
              <a:ext uri="{FF2B5EF4-FFF2-40B4-BE49-F238E27FC236}">
                <a16:creationId xmlns:a16="http://schemas.microsoft.com/office/drawing/2014/main" id="{C88880E7-4692-4C6E-A50F-CE085DCB1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4673" y="8391782"/>
            <a:ext cx="1789774" cy="191"/>
          </a:xfrm>
          <a:custGeom xmlns:a="http://schemas.openxmlformats.org/drawingml/2006/main">
            <a:pathLst>
              <a:path w="1811317" h="191">
                <a:moveTo>
                  <a:pt x="0" y="0"/>
                </a:moveTo>
                <a:lnTo>
                  <a:pt x="1811317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C04F15"/>
            </a:solidFill>
            <a:prstDash val="dash"/>
          </a:ln>
        </p:spPr>
      </p:sp>
      <p:sp>
        <p:nvSpPr>
          <p:cNvPr id="296" name="text-280 [ii]">
            <a:extLst xmlns:a="http://schemas.openxmlformats.org/drawingml/2006/main">
              <a:ext uri="{FF2B5EF4-FFF2-40B4-BE49-F238E27FC236}">
                <a16:creationId xmlns:a16="http://schemas.microsoft.com/office/drawing/2014/main" id="{6F3784BC-D3FE-4B87-A2A3-187115ED0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80018" y="4728273"/>
            <a:ext cx="400890" cy="4758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67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67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67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[ii]</a:t>
            </a:r>
          </a:p>
        </p:txBody>
      </p:sp>
      <p:sp>
        <p:nvSpPr>
          <p:cNvPr id="297" name="text-281 Unifying">
            <a:extLst xmlns:a="http://schemas.openxmlformats.org/drawingml/2006/main">
              <a:ext uri="{FF2B5EF4-FFF2-40B4-BE49-F238E27FC236}">
                <a16:creationId xmlns:a16="http://schemas.microsoft.com/office/drawing/2014/main" id="{2C2BB116-D4D6-4555-B19C-843EF2A18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04222" y="4775246"/>
            <a:ext cx="1110547" cy="4101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0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0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0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Unifying</a:t>
            </a:r>
          </a:p>
        </p:txBody>
      </p:sp>
      <p:sp>
        <p:nvSpPr>
          <p:cNvPr id="298" name="text-281 Both">
            <a:extLst xmlns:a="http://schemas.openxmlformats.org/drawingml/2006/main">
              <a:ext uri="{FF2B5EF4-FFF2-40B4-BE49-F238E27FC236}">
                <a16:creationId xmlns:a16="http://schemas.microsoft.com/office/drawing/2014/main" id="{BFB8390F-74D9-4E6C-A2E8-B5B3D15D1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49210" y="4793243"/>
            <a:ext cx="614808" cy="3849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Both</a:t>
            </a:r>
          </a:p>
        </p:txBody>
      </p:sp>
      <p:sp>
        <p:nvSpPr>
          <p:cNvPr id="299" name="text-281 into">
            <a:extLst xmlns:a="http://schemas.openxmlformats.org/drawingml/2006/main">
              <a:ext uri="{FF2B5EF4-FFF2-40B4-BE49-F238E27FC236}">
                <a16:creationId xmlns:a16="http://schemas.microsoft.com/office/drawing/2014/main" id="{2B7D8C87-2CCC-491C-9465-912EB041F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99816" y="4777532"/>
            <a:ext cx="520729" cy="4069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8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into</a:t>
            </a:r>
          </a:p>
        </p:txBody>
      </p:sp>
      <p:sp>
        <p:nvSpPr>
          <p:cNvPr id="300" name="text-281 One">
            <a:extLst xmlns:a="http://schemas.openxmlformats.org/drawingml/2006/main">
              <a:ext uri="{FF2B5EF4-FFF2-40B4-BE49-F238E27FC236}">
                <a16:creationId xmlns:a16="http://schemas.microsoft.com/office/drawing/2014/main" id="{9CE03A10-A901-41B7-91F5-AF033573E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54712" y="4771577"/>
            <a:ext cx="613734" cy="4152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3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3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3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</a:t>
            </a:r>
          </a:p>
        </p:txBody>
      </p:sp>
      <p:sp>
        <p:nvSpPr>
          <p:cNvPr id="301" name="text-281 Agent">
            <a:extLst xmlns:a="http://schemas.openxmlformats.org/drawingml/2006/main">
              <a:ext uri="{FF2B5EF4-FFF2-40B4-BE49-F238E27FC236}">
                <a16:creationId xmlns:a16="http://schemas.microsoft.com/office/drawing/2014/main" id="{89E19C8D-7080-4913-8FFF-23143A138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02062" y="4776244"/>
            <a:ext cx="815098" cy="4087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9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302" name="text-282 :">
            <a:extLst xmlns:a="http://schemas.openxmlformats.org/drawingml/2006/main">
              <a:ext uri="{FF2B5EF4-FFF2-40B4-BE49-F238E27FC236}">
                <a16:creationId xmlns:a16="http://schemas.microsoft.com/office/drawing/2014/main" id="{8D977C33-9C20-4B79-BEE9-4C160950D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64637" y="4756162"/>
            <a:ext cx="142778" cy="4368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5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5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5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:</a:t>
            </a:r>
          </a:p>
        </p:txBody>
      </p:sp>
      <p:sp>
        <p:nvSpPr>
          <p:cNvPr id="303" name="text-283 Building">
            <a:extLst xmlns:a="http://schemas.openxmlformats.org/drawingml/2006/main">
              <a:ext uri="{FF2B5EF4-FFF2-40B4-BE49-F238E27FC236}">
                <a16:creationId xmlns:a16="http://schemas.microsoft.com/office/drawing/2014/main" id="{88B2EB93-1CC7-4914-80FA-17F54AA45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36869" y="4781471"/>
            <a:ext cx="1071282" cy="4013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5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5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5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Building</a:t>
            </a:r>
          </a:p>
        </p:txBody>
      </p:sp>
      <p:sp>
        <p:nvSpPr>
          <p:cNvPr id="304" name="text-285 Agents">
            <a:extLst xmlns:a="http://schemas.openxmlformats.org/drawingml/2006/main">
              <a:ext uri="{FF2B5EF4-FFF2-40B4-BE49-F238E27FC236}">
                <a16:creationId xmlns:a16="http://schemas.microsoft.com/office/drawing/2014/main" id="{E681FB7C-A774-4EF8-AEEB-7538CFFC9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843624" y="4786617"/>
            <a:ext cx="926883" cy="3941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1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1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1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Agents</a:t>
            </a:r>
          </a:p>
        </p:txBody>
      </p:sp>
      <p:sp>
        <p:nvSpPr>
          <p:cNvPr id="305" name="text-287 on">
            <a:extLst xmlns:a="http://schemas.openxmlformats.org/drawingml/2006/main">
              <a:ext uri="{FF2B5EF4-FFF2-40B4-BE49-F238E27FC236}">
                <a16:creationId xmlns:a16="http://schemas.microsoft.com/office/drawing/2014/main" id="{AFD67327-E8D9-422A-AEA6-301468AA6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06848" y="4777683"/>
            <a:ext cx="375246" cy="4066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8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8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</a:t>
            </a:r>
          </a:p>
        </p:txBody>
      </p:sp>
      <p:sp>
        <p:nvSpPr>
          <p:cNvPr id="306" name="text-287 LWMs">
            <a:extLst xmlns:a="http://schemas.openxmlformats.org/drawingml/2006/main">
              <a:ext uri="{FF2B5EF4-FFF2-40B4-BE49-F238E27FC236}">
                <a16:creationId xmlns:a16="http://schemas.microsoft.com/office/drawing/2014/main" id="{3E147F7C-29DA-4262-BCC5-0DD156870D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14922" y="4775863"/>
            <a:ext cx="858621" cy="4092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0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0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0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LWMs</a:t>
            </a:r>
          </a:p>
        </p:txBody>
      </p:sp>
      <p:sp>
        <p:nvSpPr>
          <p:cNvPr id="307" name="text-288 [">
            <a:extLst xmlns:a="http://schemas.openxmlformats.org/drawingml/2006/main">
              <a:ext uri="{FF2B5EF4-FFF2-40B4-BE49-F238E27FC236}">
                <a16:creationId xmlns:a16="http://schemas.microsoft.com/office/drawing/2014/main" id="{27D5AA01-01A3-4928-8F07-B4662077D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1407" y="4688421"/>
            <a:ext cx="165369" cy="5059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4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[</a:t>
            </a:r>
          </a:p>
        </p:txBody>
      </p:sp>
      <p:sp>
        <p:nvSpPr>
          <p:cNvPr id="308" name="text-289 i">
            <a:extLst xmlns:a="http://schemas.openxmlformats.org/drawingml/2006/main">
              <a:ext uri="{FF2B5EF4-FFF2-40B4-BE49-F238E27FC236}">
                <a16:creationId xmlns:a16="http://schemas.microsoft.com/office/drawing/2014/main" id="{48DD2462-15E1-4738-9236-50485EE4D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0282" y="4734883"/>
            <a:ext cx="126581" cy="4408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8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8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8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309" name="text-290 ]">
            <a:extLst xmlns:a="http://schemas.openxmlformats.org/drawingml/2006/main">
              <a:ext uri="{FF2B5EF4-FFF2-40B4-BE49-F238E27FC236}">
                <a16:creationId xmlns:a16="http://schemas.microsoft.com/office/drawing/2014/main" id="{B933D04B-C6C1-42AE-A44B-B31E8113E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0451" y="4688421"/>
            <a:ext cx="165369" cy="5059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4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]</a:t>
            </a:r>
          </a:p>
        </p:txBody>
      </p:sp>
      <p:sp>
        <p:nvSpPr>
          <p:cNvPr id="310" name="text-290 Decoupling">
            <a:extLst xmlns:a="http://schemas.openxmlformats.org/drawingml/2006/main">
              <a:ext uri="{FF2B5EF4-FFF2-40B4-BE49-F238E27FC236}">
                <a16:creationId xmlns:a16="http://schemas.microsoft.com/office/drawing/2014/main" id="{7C81B944-92B7-42A7-971C-67EA9B338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5584" y="4760423"/>
            <a:ext cx="1499346" cy="4051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7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7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Decoupling</a:t>
            </a:r>
          </a:p>
        </p:txBody>
      </p:sp>
      <p:sp>
        <p:nvSpPr>
          <p:cNvPr id="311" name="text-290 LWM">
            <a:extLst xmlns:a="http://schemas.openxmlformats.org/drawingml/2006/main">
              <a:ext uri="{FF2B5EF4-FFF2-40B4-BE49-F238E27FC236}">
                <a16:creationId xmlns:a16="http://schemas.microsoft.com/office/drawing/2014/main" id="{2B7C9558-FD5E-4C70-9903-A95B01E73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70122" y="4743739"/>
            <a:ext cx="746123" cy="4284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LWM</a:t>
            </a:r>
          </a:p>
        </p:txBody>
      </p:sp>
      <p:sp>
        <p:nvSpPr>
          <p:cNvPr id="312" name="text-290 as">
            <a:extLst xmlns:a="http://schemas.openxmlformats.org/drawingml/2006/main">
              <a:ext uri="{FF2B5EF4-FFF2-40B4-BE49-F238E27FC236}">
                <a16:creationId xmlns:a16="http://schemas.microsoft.com/office/drawing/2014/main" id="{4DAA4FB5-6508-4922-9E17-E5BBA90C2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48772" y="4781810"/>
            <a:ext cx="331178" cy="3751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1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as</a:t>
            </a:r>
          </a:p>
        </p:txBody>
      </p:sp>
      <p:sp>
        <p:nvSpPr>
          <p:cNvPr id="313" name="text-290 Environment">
            <a:extLst xmlns:a="http://schemas.openxmlformats.org/drawingml/2006/main">
              <a:ext uri="{FF2B5EF4-FFF2-40B4-BE49-F238E27FC236}">
                <a16:creationId xmlns:a16="http://schemas.microsoft.com/office/drawing/2014/main" id="{219DF634-670D-43FD-AA0C-82BB71084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18955" y="4771760"/>
            <a:ext cx="1610167" cy="3892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8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Environment</a:t>
            </a:r>
          </a:p>
        </p:txBody>
      </p:sp>
      <p:sp>
        <p:nvSpPr>
          <p:cNvPr id="314" name="text-292 Simulator:">
            <a:extLst xmlns:a="http://schemas.openxmlformats.org/drawingml/2006/main">
              <a:ext uri="{FF2B5EF4-FFF2-40B4-BE49-F238E27FC236}">
                <a16:creationId xmlns:a16="http://schemas.microsoft.com/office/drawing/2014/main" id="{587260BE-F708-4AC8-877E-4143817BF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63586" y="4763901"/>
            <a:ext cx="1337826" cy="4002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5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5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5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Simulator:</a:t>
            </a:r>
          </a:p>
        </p:txBody>
      </p:sp>
      <p:sp>
        <p:nvSpPr>
          <p:cNvPr id="315" name="text-292 Sim">
            <a:extLst xmlns:a="http://schemas.openxmlformats.org/drawingml/2006/main">
              <a:ext uri="{FF2B5EF4-FFF2-40B4-BE49-F238E27FC236}">
                <a16:creationId xmlns:a16="http://schemas.microsoft.com/office/drawing/2014/main" id="{8592B60E-FA16-4F97-B491-EC8F053A5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35388" y="4785475"/>
            <a:ext cx="502559" cy="3700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8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Sim</a:t>
            </a:r>
          </a:p>
        </p:txBody>
      </p:sp>
      <p:sp>
        <p:nvSpPr>
          <p:cNvPr id="316" name="text-292 Agentic">
            <a:extLst xmlns:a="http://schemas.openxmlformats.org/drawingml/2006/main">
              <a:ext uri="{FF2B5EF4-FFF2-40B4-BE49-F238E27FC236}">
                <a16:creationId xmlns:a16="http://schemas.microsoft.com/office/drawing/2014/main" id="{AC133101-06F1-4434-9541-67E966242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77652" y="4759982"/>
            <a:ext cx="1018411" cy="4057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Agentic</a:t>
            </a:r>
          </a:p>
        </p:txBody>
      </p:sp>
      <p:sp>
        <p:nvSpPr>
          <p:cNvPr id="317" name="text-292 RL">
            <a:extLst xmlns:a="http://schemas.openxmlformats.org/drawingml/2006/main">
              <a:ext uri="{FF2B5EF4-FFF2-40B4-BE49-F238E27FC236}">
                <a16:creationId xmlns:a16="http://schemas.microsoft.com/office/drawing/2014/main" id="{AA926DFD-0B66-40F3-AF0B-7A2A55533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30185" y="4820059"/>
            <a:ext cx="334903" cy="3216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0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RL</a:t>
            </a:r>
          </a:p>
        </p:txBody>
      </p:sp>
      <p:sp>
        <p:nvSpPr>
          <p:cNvPr id="318" name="text-293 World">
            <a:extLst xmlns:a="http://schemas.openxmlformats.org/drawingml/2006/main">
              <a:ext uri="{FF2B5EF4-FFF2-40B4-BE49-F238E27FC236}">
                <a16:creationId xmlns:a16="http://schemas.microsoft.com/office/drawing/2014/main" id="{09F6C386-613D-4E9A-A684-3BF7132F24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10375" y="6333506"/>
            <a:ext cx="787411" cy="3976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3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3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3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World</a:t>
            </a:r>
          </a:p>
        </p:txBody>
      </p:sp>
      <p:sp>
        <p:nvSpPr>
          <p:cNvPr id="319" name="text-295 Model">
            <a:extLst xmlns:a="http://schemas.openxmlformats.org/drawingml/2006/main">
              <a:ext uri="{FF2B5EF4-FFF2-40B4-BE49-F238E27FC236}">
                <a16:creationId xmlns:a16="http://schemas.microsoft.com/office/drawing/2014/main" id="{B1DF432B-E64A-49A9-8CCA-0EDDC2701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26885" y="6339980"/>
            <a:ext cx="805616" cy="3885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8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Model</a:t>
            </a:r>
          </a:p>
        </p:txBody>
      </p:sp>
      <p:sp>
        <p:nvSpPr>
          <p:cNvPr id="320" name="path-296">
            <a:extLst xmlns:a="http://schemas.openxmlformats.org/drawingml/2006/main">
              <a:ext uri="{FF2B5EF4-FFF2-40B4-BE49-F238E27FC236}">
                <a16:creationId xmlns:a16="http://schemas.microsoft.com/office/drawing/2014/main" id="{CBC5BEEE-ABF3-467A-AAE8-BFA1584C9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5406" y="5509191"/>
            <a:ext cx="1461717" cy="549342"/>
          </a:xfrm>
          <a:custGeom xmlns:a="http://schemas.openxmlformats.org/drawingml/2006/main">
            <a:pathLst>
              <a:path w="1479312" h="555955">
                <a:moveTo>
                  <a:pt x="0" y="0"/>
                </a:moveTo>
                <a:lnTo>
                  <a:pt x="1479312" y="0"/>
                </a:lnTo>
                <a:lnTo>
                  <a:pt x="1479312" y="555955"/>
                </a:lnTo>
                <a:lnTo>
                  <a:pt x="0" y="555955"/>
                </a:lnTo>
                <a:close/>
              </a:path>
            </a:pathLst>
          </a:custGeom>
          <a:solidFill xmlns:a="http://schemas.openxmlformats.org/drawingml/2006/main">
            <a:srgbClr val="D1E1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1" name="path-297">
            <a:extLst xmlns:a="http://schemas.openxmlformats.org/drawingml/2006/main">
              <a:ext uri="{FF2B5EF4-FFF2-40B4-BE49-F238E27FC236}">
                <a16:creationId xmlns:a16="http://schemas.microsoft.com/office/drawing/2014/main" id="{3454DF58-EF44-4393-8680-550A82E54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5406" y="5509191"/>
            <a:ext cx="1461717" cy="549342"/>
          </a:xfrm>
          <a:custGeom xmlns:a="http://schemas.openxmlformats.org/drawingml/2006/main">
            <a:pathLst>
              <a:path w="1479312" h="555955">
                <a:moveTo>
                  <a:pt x="0" y="0"/>
                </a:moveTo>
                <a:lnTo>
                  <a:pt x="0" y="555955"/>
                </a:lnTo>
                <a:lnTo>
                  <a:pt x="1479312" y="555955"/>
                </a:lnTo>
                <a:lnTo>
                  <a:pt x="147931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322" name="text-298 State">
            <a:extLst xmlns:a="http://schemas.openxmlformats.org/drawingml/2006/main">
              <a:ext uri="{FF2B5EF4-FFF2-40B4-BE49-F238E27FC236}">
                <a16:creationId xmlns:a16="http://schemas.microsoft.com/office/drawing/2014/main" id="{A802E1B9-CC84-4486-A4AA-47C8ABA89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55720" y="5620662"/>
            <a:ext cx="689365" cy="3839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5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5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5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State</a:t>
            </a:r>
          </a:p>
        </p:txBody>
      </p:sp>
      <p:sp>
        <p:nvSpPr>
          <p:cNvPr id="323" name="path-299">
            <a:extLst xmlns:a="http://schemas.openxmlformats.org/drawingml/2006/main">
              <a:ext uri="{FF2B5EF4-FFF2-40B4-BE49-F238E27FC236}">
                <a16:creationId xmlns:a16="http://schemas.microsoft.com/office/drawing/2014/main" id="{430E94C8-883B-4D5A-91A9-305FEA664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25412" y="5513306"/>
            <a:ext cx="2001560" cy="541112"/>
          </a:xfrm>
          <a:custGeom xmlns:a="http://schemas.openxmlformats.org/drawingml/2006/main">
            <a:pathLst>
              <a:path w="2025653" h="547625">
                <a:moveTo>
                  <a:pt x="0" y="0"/>
                </a:moveTo>
                <a:lnTo>
                  <a:pt x="2025653" y="0"/>
                </a:lnTo>
                <a:lnTo>
                  <a:pt x="2025653" y="547625"/>
                </a:lnTo>
                <a:lnTo>
                  <a:pt x="0" y="547625"/>
                </a:lnTo>
                <a:close/>
              </a:path>
            </a:pathLst>
          </a:custGeom>
          <a:solidFill xmlns:a="http://schemas.openxmlformats.org/drawingml/2006/main">
            <a:srgbClr val="D1E1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4" name="path-300">
            <a:extLst xmlns:a="http://schemas.openxmlformats.org/drawingml/2006/main">
              <a:ext uri="{FF2B5EF4-FFF2-40B4-BE49-F238E27FC236}">
                <a16:creationId xmlns:a16="http://schemas.microsoft.com/office/drawing/2014/main" id="{2B1AA7E1-D232-4F6C-8236-02A66CF51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25412" y="5513306"/>
            <a:ext cx="2001560" cy="541112"/>
          </a:xfrm>
          <a:custGeom xmlns:a="http://schemas.openxmlformats.org/drawingml/2006/main">
            <a:pathLst>
              <a:path w="2025653" h="547625">
                <a:moveTo>
                  <a:pt x="0" y="0"/>
                </a:moveTo>
                <a:lnTo>
                  <a:pt x="0" y="547625"/>
                </a:lnTo>
                <a:lnTo>
                  <a:pt x="2025653" y="547625"/>
                </a:lnTo>
                <a:lnTo>
                  <a:pt x="2025653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325" name="text-301 Next">
            <a:extLst xmlns:a="http://schemas.openxmlformats.org/drawingml/2006/main">
              <a:ext uri="{FF2B5EF4-FFF2-40B4-BE49-F238E27FC236}">
                <a16:creationId xmlns:a16="http://schemas.microsoft.com/office/drawing/2014/main" id="{7B8901DB-D3C0-40E2-9B0D-4633A2CF8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50019" y="5590598"/>
            <a:ext cx="680158" cy="4260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9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9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9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Next</a:t>
            </a:r>
          </a:p>
        </p:txBody>
      </p:sp>
      <p:sp>
        <p:nvSpPr>
          <p:cNvPr id="326" name="text-301 State">
            <a:extLst xmlns:a="http://schemas.openxmlformats.org/drawingml/2006/main">
              <a:ext uri="{FF2B5EF4-FFF2-40B4-BE49-F238E27FC236}">
                <a16:creationId xmlns:a16="http://schemas.microsoft.com/office/drawing/2014/main" id="{56E67591-22E5-47AB-A496-80DB6BE51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61391" y="5620590"/>
            <a:ext cx="689545" cy="3840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State</a:t>
            </a:r>
          </a:p>
        </p:txBody>
      </p:sp>
      <p:sp>
        <p:nvSpPr>
          <p:cNvPr id="327" name="path-302">
            <a:extLst xmlns:a="http://schemas.openxmlformats.org/drawingml/2006/main">
              <a:ext uri="{FF2B5EF4-FFF2-40B4-BE49-F238E27FC236}">
                <a16:creationId xmlns:a16="http://schemas.microsoft.com/office/drawing/2014/main" id="{B831DD29-B6AE-44F4-8DE1-8ED2CFE351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07103" y="5706246"/>
            <a:ext cx="845364" cy="90375"/>
          </a:xfrm>
          <a:custGeom xmlns:a="http://schemas.openxmlformats.org/drawingml/2006/main">
            <a:pathLst>
              <a:path w="855540" h="91463">
                <a:moveTo>
                  <a:pt x="39" y="91463"/>
                </a:moveTo>
                <a:lnTo>
                  <a:pt x="726444" y="90338"/>
                </a:lnTo>
                <a:lnTo>
                  <a:pt x="726404" y="64517"/>
                </a:lnTo>
                <a:lnTo>
                  <a:pt x="0" y="65639"/>
                </a:lnTo>
                <a:lnTo>
                  <a:pt x="39" y="91463"/>
                </a:lnTo>
                <a:moveTo>
                  <a:pt x="700721" y="154938"/>
                </a:moveTo>
                <a:lnTo>
                  <a:pt x="855540" y="77229"/>
                </a:lnTo>
                <a:lnTo>
                  <a:pt x="700480" y="0"/>
                </a:lnTo>
                <a:lnTo>
                  <a:pt x="700721" y="15493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8" name="path-303">
            <a:extLst xmlns:a="http://schemas.openxmlformats.org/drawingml/2006/main">
              <a:ext uri="{FF2B5EF4-FFF2-40B4-BE49-F238E27FC236}">
                <a16:creationId xmlns:a16="http://schemas.microsoft.com/office/drawing/2014/main" id="{22EE6516-8E67-4017-8CA1-D0812FA6D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14166" y="5769800"/>
            <a:ext cx="1111246" cy="90430"/>
          </a:xfrm>
          <a:custGeom xmlns:a="http://schemas.openxmlformats.org/drawingml/2006/main">
            <a:pathLst>
              <a:path w="1124622" h="91519">
                <a:moveTo>
                  <a:pt x="32" y="0"/>
                </a:moveTo>
                <a:lnTo>
                  <a:pt x="103324" y="121"/>
                </a:lnTo>
                <a:lnTo>
                  <a:pt x="103293" y="25945"/>
                </a:lnTo>
                <a:lnTo>
                  <a:pt x="0" y="25821"/>
                </a:lnTo>
                <a:lnTo>
                  <a:pt x="32" y="0"/>
                </a:lnTo>
                <a:moveTo>
                  <a:pt x="180793" y="211"/>
                </a:moveTo>
                <a:lnTo>
                  <a:pt x="284086" y="332"/>
                </a:lnTo>
                <a:lnTo>
                  <a:pt x="284054" y="26156"/>
                </a:lnTo>
                <a:lnTo>
                  <a:pt x="180762" y="26035"/>
                </a:lnTo>
                <a:lnTo>
                  <a:pt x="180793" y="211"/>
                </a:lnTo>
                <a:moveTo>
                  <a:pt x="361555" y="427"/>
                </a:moveTo>
                <a:lnTo>
                  <a:pt x="464848" y="548"/>
                </a:lnTo>
                <a:lnTo>
                  <a:pt x="464816" y="26369"/>
                </a:lnTo>
                <a:lnTo>
                  <a:pt x="361523" y="26248"/>
                </a:lnTo>
                <a:lnTo>
                  <a:pt x="361555" y="427"/>
                </a:lnTo>
                <a:moveTo>
                  <a:pt x="542317" y="638"/>
                </a:moveTo>
                <a:lnTo>
                  <a:pt x="645609" y="759"/>
                </a:lnTo>
                <a:lnTo>
                  <a:pt x="645578" y="26583"/>
                </a:lnTo>
                <a:lnTo>
                  <a:pt x="542285" y="26461"/>
                </a:lnTo>
                <a:lnTo>
                  <a:pt x="542317" y="638"/>
                </a:lnTo>
                <a:moveTo>
                  <a:pt x="723078" y="848"/>
                </a:moveTo>
                <a:lnTo>
                  <a:pt x="826371" y="970"/>
                </a:lnTo>
                <a:lnTo>
                  <a:pt x="826340" y="26793"/>
                </a:lnTo>
                <a:lnTo>
                  <a:pt x="723047" y="26672"/>
                </a:lnTo>
                <a:lnTo>
                  <a:pt x="723078" y="848"/>
                </a:lnTo>
                <a:moveTo>
                  <a:pt x="903840" y="1064"/>
                </a:moveTo>
                <a:lnTo>
                  <a:pt x="995519" y="1168"/>
                </a:lnTo>
                <a:lnTo>
                  <a:pt x="995491" y="26992"/>
                </a:lnTo>
                <a:lnTo>
                  <a:pt x="903809" y="26883"/>
                </a:lnTo>
                <a:lnTo>
                  <a:pt x="903840" y="1064"/>
                </a:lnTo>
                <a:moveTo>
                  <a:pt x="969774" y="-63419"/>
                </a:moveTo>
                <a:lnTo>
                  <a:pt x="1124622" y="14234"/>
                </a:lnTo>
                <a:lnTo>
                  <a:pt x="969591" y="91519"/>
                </a:lnTo>
                <a:lnTo>
                  <a:pt x="969774" y="-6341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9" name="path-304">
            <a:extLst xmlns:a="http://schemas.openxmlformats.org/drawingml/2006/main">
              <a:ext uri="{FF2B5EF4-FFF2-40B4-BE49-F238E27FC236}">
                <a16:creationId xmlns:a16="http://schemas.microsoft.com/office/drawing/2014/main" id="{3CC109F9-9E28-410A-BB71-5A6FBD340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83329" y="5245977"/>
            <a:ext cx="2855433" cy="269500"/>
          </a:xfrm>
          <a:custGeom xmlns:a="http://schemas.openxmlformats.org/drawingml/2006/main">
            <a:pathLst>
              <a:path w="2889804" h="272744">
                <a:moveTo>
                  <a:pt x="2889804" y="268349"/>
                </a:moveTo>
                <a:lnTo>
                  <a:pt x="2887385" y="254340"/>
                </a:lnTo>
                <a:lnTo>
                  <a:pt x="2879652" y="239228"/>
                </a:lnTo>
                <a:lnTo>
                  <a:pt x="2867905" y="225297"/>
                </a:lnTo>
                <a:lnTo>
                  <a:pt x="2852597" y="212195"/>
                </a:lnTo>
                <a:lnTo>
                  <a:pt x="2833883" y="199626"/>
                </a:lnTo>
                <a:lnTo>
                  <a:pt x="2811843" y="187430"/>
                </a:lnTo>
                <a:lnTo>
                  <a:pt x="2786555" y="175535"/>
                </a:lnTo>
                <a:lnTo>
                  <a:pt x="2758100" y="163895"/>
                </a:lnTo>
                <a:lnTo>
                  <a:pt x="2726577" y="152504"/>
                </a:lnTo>
                <a:lnTo>
                  <a:pt x="2715950" y="149072"/>
                </a:lnTo>
                <a:lnTo>
                  <a:pt x="2708011" y="173642"/>
                </a:lnTo>
                <a:lnTo>
                  <a:pt x="2718430" y="177009"/>
                </a:lnTo>
                <a:lnTo>
                  <a:pt x="2718013" y="176866"/>
                </a:lnTo>
                <a:lnTo>
                  <a:pt x="2749072" y="188090"/>
                </a:lnTo>
                <a:lnTo>
                  <a:pt x="2748571" y="187896"/>
                </a:lnTo>
                <a:lnTo>
                  <a:pt x="2776471" y="199308"/>
                </a:lnTo>
                <a:lnTo>
                  <a:pt x="2775861" y="199042"/>
                </a:lnTo>
                <a:lnTo>
                  <a:pt x="2800467" y="210619"/>
                </a:lnTo>
                <a:lnTo>
                  <a:pt x="2799714" y="210234"/>
                </a:lnTo>
                <a:lnTo>
                  <a:pt x="2820897" y="221952"/>
                </a:lnTo>
                <a:lnTo>
                  <a:pt x="2819948" y="221375"/>
                </a:lnTo>
                <a:lnTo>
                  <a:pt x="2837574" y="233212"/>
                </a:lnTo>
                <a:lnTo>
                  <a:pt x="2836378" y="232300"/>
                </a:lnTo>
                <a:lnTo>
                  <a:pt x="2850314" y="244232"/>
                </a:lnTo>
                <a:lnTo>
                  <a:pt x="2848840" y="242746"/>
                </a:lnTo>
                <a:lnTo>
                  <a:pt x="2858960" y="254747"/>
                </a:lnTo>
                <a:lnTo>
                  <a:pt x="2857339" y="252309"/>
                </a:lnTo>
                <a:lnTo>
                  <a:pt x="2863503" y="264356"/>
                </a:lnTo>
                <a:lnTo>
                  <a:pt x="2862274" y="260672"/>
                </a:lnTo>
                <a:lnTo>
                  <a:pt x="2864361" y="272744"/>
                </a:lnTo>
                <a:lnTo>
                  <a:pt x="2889804" y="268349"/>
                </a:lnTo>
                <a:moveTo>
                  <a:pt x="2641023" y="126857"/>
                </a:moveTo>
                <a:lnTo>
                  <a:pt x="2614737" y="119903"/>
                </a:lnTo>
                <a:lnTo>
                  <a:pt x="2572094" y="109607"/>
                </a:lnTo>
                <a:lnTo>
                  <a:pt x="2526974" y="99630"/>
                </a:lnTo>
                <a:lnTo>
                  <a:pt x="2479507" y="89992"/>
                </a:lnTo>
                <a:lnTo>
                  <a:pt x="2438380" y="82315"/>
                </a:lnTo>
                <a:lnTo>
                  <a:pt x="2433641" y="107697"/>
                </a:lnTo>
                <a:lnTo>
                  <a:pt x="2474669" y="115357"/>
                </a:lnTo>
                <a:lnTo>
                  <a:pt x="2474466" y="115319"/>
                </a:lnTo>
                <a:lnTo>
                  <a:pt x="2521727" y="124913"/>
                </a:lnTo>
                <a:lnTo>
                  <a:pt x="2521509" y="124867"/>
                </a:lnTo>
                <a:lnTo>
                  <a:pt x="2566397" y="134794"/>
                </a:lnTo>
                <a:lnTo>
                  <a:pt x="2566154" y="134738"/>
                </a:lnTo>
                <a:lnTo>
                  <a:pt x="2608540" y="144970"/>
                </a:lnTo>
                <a:lnTo>
                  <a:pt x="2608270" y="144902"/>
                </a:lnTo>
                <a:lnTo>
                  <a:pt x="2634417" y="151821"/>
                </a:lnTo>
                <a:lnTo>
                  <a:pt x="2641023" y="126857"/>
                </a:lnTo>
                <a:moveTo>
                  <a:pt x="2361704" y="69494"/>
                </a:moveTo>
                <a:lnTo>
                  <a:pt x="2324289" y="63329"/>
                </a:lnTo>
                <a:lnTo>
                  <a:pt x="2211420" y="47655"/>
                </a:lnTo>
                <a:lnTo>
                  <a:pt x="2156447" y="41299"/>
                </a:lnTo>
                <a:lnTo>
                  <a:pt x="2153482" y="66953"/>
                </a:lnTo>
                <a:lnTo>
                  <a:pt x="2208308" y="73292"/>
                </a:lnTo>
                <a:lnTo>
                  <a:pt x="2208014" y="73251"/>
                </a:lnTo>
                <a:lnTo>
                  <a:pt x="2320576" y="88884"/>
                </a:lnTo>
                <a:lnTo>
                  <a:pt x="2320254" y="88835"/>
                </a:lnTo>
                <a:lnTo>
                  <a:pt x="2357504" y="94973"/>
                </a:lnTo>
                <a:lnTo>
                  <a:pt x="2361704" y="69494"/>
                </a:lnTo>
                <a:moveTo>
                  <a:pt x="2079187" y="32650"/>
                </a:moveTo>
                <a:lnTo>
                  <a:pt x="1967830" y="22185"/>
                </a:lnTo>
                <a:lnTo>
                  <a:pt x="1873083" y="15248"/>
                </a:lnTo>
                <a:lnTo>
                  <a:pt x="1871195" y="40999"/>
                </a:lnTo>
                <a:lnTo>
                  <a:pt x="1965812" y="47929"/>
                </a:lnTo>
                <a:lnTo>
                  <a:pt x="1965548" y="47907"/>
                </a:lnTo>
                <a:lnTo>
                  <a:pt x="2076773" y="58360"/>
                </a:lnTo>
                <a:lnTo>
                  <a:pt x="2079187" y="32650"/>
                </a:lnTo>
                <a:moveTo>
                  <a:pt x="1795503" y="10453"/>
                </a:moveTo>
                <a:lnTo>
                  <a:pt x="1707410" y="5801"/>
                </a:lnTo>
                <a:lnTo>
                  <a:pt x="1588836" y="1976"/>
                </a:lnTo>
                <a:lnTo>
                  <a:pt x="1588003" y="27785"/>
                </a:lnTo>
                <a:lnTo>
                  <a:pt x="1706447" y="31605"/>
                </a:lnTo>
                <a:lnTo>
                  <a:pt x="1706181" y="31593"/>
                </a:lnTo>
                <a:lnTo>
                  <a:pt x="1794139" y="36240"/>
                </a:lnTo>
                <a:lnTo>
                  <a:pt x="1795503" y="10453"/>
                </a:lnTo>
                <a:moveTo>
                  <a:pt x="1511105" y="798"/>
                </a:moveTo>
                <a:lnTo>
                  <a:pt x="1438541" y="0"/>
                </a:lnTo>
                <a:lnTo>
                  <a:pt x="1304252" y="1445"/>
                </a:lnTo>
                <a:lnTo>
                  <a:pt x="1304528" y="27264"/>
                </a:lnTo>
                <a:lnTo>
                  <a:pt x="1438678" y="25824"/>
                </a:lnTo>
                <a:lnTo>
                  <a:pt x="1438398" y="25824"/>
                </a:lnTo>
                <a:lnTo>
                  <a:pt x="1510820" y="26619"/>
                </a:lnTo>
                <a:lnTo>
                  <a:pt x="1511105" y="798"/>
                </a:lnTo>
                <a:moveTo>
                  <a:pt x="1226553" y="3881"/>
                </a:moveTo>
                <a:lnTo>
                  <a:pt x="1169680" y="5677"/>
                </a:lnTo>
                <a:lnTo>
                  <a:pt x="1037898" y="12491"/>
                </a:lnTo>
                <a:lnTo>
                  <a:pt x="1019702" y="13795"/>
                </a:lnTo>
                <a:lnTo>
                  <a:pt x="1021549" y="39554"/>
                </a:lnTo>
                <a:lnTo>
                  <a:pt x="1039614" y="38257"/>
                </a:lnTo>
                <a:lnTo>
                  <a:pt x="1039359" y="38271"/>
                </a:lnTo>
                <a:lnTo>
                  <a:pt x="1170886" y="31472"/>
                </a:lnTo>
                <a:lnTo>
                  <a:pt x="1170625" y="31482"/>
                </a:lnTo>
                <a:lnTo>
                  <a:pt x="1227366" y="29690"/>
                </a:lnTo>
                <a:lnTo>
                  <a:pt x="1226553" y="3881"/>
                </a:lnTo>
                <a:moveTo>
                  <a:pt x="942429" y="19337"/>
                </a:moveTo>
                <a:lnTo>
                  <a:pt x="909272" y="21713"/>
                </a:lnTo>
                <a:lnTo>
                  <a:pt x="784857" y="33157"/>
                </a:lnTo>
                <a:lnTo>
                  <a:pt x="736234" y="38657"/>
                </a:lnTo>
                <a:lnTo>
                  <a:pt x="739140" y="64318"/>
                </a:lnTo>
                <a:lnTo>
                  <a:pt x="787624" y="58830"/>
                </a:lnTo>
                <a:lnTo>
                  <a:pt x="787357" y="58859"/>
                </a:lnTo>
                <a:lnTo>
                  <a:pt x="911509" y="47439"/>
                </a:lnTo>
                <a:lnTo>
                  <a:pt x="911247" y="47461"/>
                </a:lnTo>
                <a:lnTo>
                  <a:pt x="944277" y="45093"/>
                </a:lnTo>
                <a:lnTo>
                  <a:pt x="942429" y="19337"/>
                </a:lnTo>
                <a:moveTo>
                  <a:pt x="658989" y="47551"/>
                </a:moveTo>
                <a:lnTo>
                  <a:pt x="552830" y="61977"/>
                </a:lnTo>
                <a:lnTo>
                  <a:pt x="454331" y="77859"/>
                </a:lnTo>
                <a:lnTo>
                  <a:pt x="458442" y="103353"/>
                </a:lnTo>
                <a:lnTo>
                  <a:pt x="556785" y="87497"/>
                </a:lnTo>
                <a:lnTo>
                  <a:pt x="556466" y="87543"/>
                </a:lnTo>
                <a:lnTo>
                  <a:pt x="662465" y="73140"/>
                </a:lnTo>
                <a:lnTo>
                  <a:pt x="658989" y="47551"/>
                </a:lnTo>
                <a:moveTo>
                  <a:pt x="377696" y="92030"/>
                </a:moveTo>
                <a:lnTo>
                  <a:pt x="350161" y="97504"/>
                </a:lnTo>
                <a:lnTo>
                  <a:pt x="305046" y="107266"/>
                </a:lnTo>
                <a:lnTo>
                  <a:pt x="262409" y="117343"/>
                </a:lnTo>
                <a:lnTo>
                  <a:pt x="222371" y="127708"/>
                </a:lnTo>
                <a:lnTo>
                  <a:pt x="185056" y="138347"/>
                </a:lnTo>
                <a:lnTo>
                  <a:pt x="175710" y="141302"/>
                </a:lnTo>
                <a:lnTo>
                  <a:pt x="183496" y="165924"/>
                </a:lnTo>
                <a:lnTo>
                  <a:pt x="192663" y="163025"/>
                </a:lnTo>
                <a:lnTo>
                  <a:pt x="192312" y="163129"/>
                </a:lnTo>
                <a:lnTo>
                  <a:pt x="229298" y="152584"/>
                </a:lnTo>
                <a:lnTo>
                  <a:pt x="228994" y="152667"/>
                </a:lnTo>
                <a:lnTo>
                  <a:pt x="268746" y="142376"/>
                </a:lnTo>
                <a:lnTo>
                  <a:pt x="268480" y="142439"/>
                </a:lnTo>
                <a:lnTo>
                  <a:pt x="310866" y="132425"/>
                </a:lnTo>
                <a:lnTo>
                  <a:pt x="310629" y="132481"/>
                </a:lnTo>
                <a:lnTo>
                  <a:pt x="355517" y="122765"/>
                </a:lnTo>
                <a:lnTo>
                  <a:pt x="355302" y="122809"/>
                </a:lnTo>
                <a:lnTo>
                  <a:pt x="382729" y="117360"/>
                </a:lnTo>
                <a:lnTo>
                  <a:pt x="377696" y="92030"/>
                </a:lnTo>
                <a:moveTo>
                  <a:pt x="103111" y="173414"/>
                </a:moveTo>
                <a:lnTo>
                  <a:pt x="97531" y="176275"/>
                </a:lnTo>
                <a:lnTo>
                  <a:pt x="109309" y="199255"/>
                </a:lnTo>
                <a:lnTo>
                  <a:pt x="114888" y="196395"/>
                </a:lnTo>
                <a:lnTo>
                  <a:pt x="103111" y="173414"/>
                </a:lnTo>
                <a:moveTo>
                  <a:pt x="77727" y="110252"/>
                </a:moveTo>
                <a:lnTo>
                  <a:pt x="0" y="265062"/>
                </a:lnTo>
                <a:lnTo>
                  <a:pt x="170481" y="234358"/>
                </a:lnTo>
                <a:lnTo>
                  <a:pt x="77727" y="11025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0" name="path-305">
            <a:extLst xmlns:a="http://schemas.openxmlformats.org/drawingml/2006/main">
              <a:ext uri="{FF2B5EF4-FFF2-40B4-BE49-F238E27FC236}">
                <a16:creationId xmlns:a16="http://schemas.microsoft.com/office/drawing/2014/main" id="{793DB1D3-22D5-40B7-85A0-E32DF3E99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96870" y="7695278"/>
            <a:ext cx="129619" cy="191"/>
          </a:xfrm>
          <a:custGeom xmlns:a="http://schemas.openxmlformats.org/drawingml/2006/main">
            <a:pathLst>
              <a:path w="131179" h="191">
                <a:moveTo>
                  <a:pt x="131179" y="0"/>
                </a:moveTo>
                <a:lnTo>
                  <a:pt x="0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331" name="text-306 60">
            <a:extLst xmlns:a="http://schemas.openxmlformats.org/drawingml/2006/main">
              <a:ext uri="{FF2B5EF4-FFF2-40B4-BE49-F238E27FC236}">
                <a16:creationId xmlns:a16="http://schemas.microsoft.com/office/drawing/2014/main" id="{BC654557-7180-4454-8913-4AA5FB22C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20614" y="7581588"/>
            <a:ext cx="257769" cy="2792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57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60</a:t>
            </a:r>
          </a:p>
        </p:txBody>
      </p:sp>
      <p:sp>
        <p:nvSpPr>
          <p:cNvPr id="332" name="text-307 (2)">
            <a:extLst xmlns:a="http://schemas.openxmlformats.org/drawingml/2006/main">
              <a:ext uri="{FF2B5EF4-FFF2-40B4-BE49-F238E27FC236}">
                <a16:creationId xmlns:a16="http://schemas.microsoft.com/office/drawing/2014/main" id="{749DF3C6-50FA-4339-B67A-79CA62749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6406" y="4092242"/>
            <a:ext cx="552635" cy="5518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10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(2)</a:t>
            </a:r>
          </a:p>
        </p:txBody>
      </p:sp>
      <p:sp>
        <p:nvSpPr>
          <p:cNvPr id="333" name="text-307 Role">
            <a:extLst xmlns:a="http://schemas.openxmlformats.org/drawingml/2006/main">
              <a:ext uri="{FF2B5EF4-FFF2-40B4-BE49-F238E27FC236}">
                <a16:creationId xmlns:a16="http://schemas.microsoft.com/office/drawing/2014/main" id="{110793ED-63CB-40EA-93A0-EFD035755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9540" y="4142534"/>
            <a:ext cx="769030" cy="4814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7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Role</a:t>
            </a:r>
          </a:p>
        </p:txBody>
      </p:sp>
      <p:sp>
        <p:nvSpPr>
          <p:cNvPr id="334" name="text-307 of">
            <a:extLst xmlns:a="http://schemas.openxmlformats.org/drawingml/2006/main">
              <a:ext uri="{FF2B5EF4-FFF2-40B4-BE49-F238E27FC236}">
                <a16:creationId xmlns:a16="http://schemas.microsoft.com/office/drawing/2014/main" id="{3C4BC461-E44D-44CA-A95B-FD00F9D57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18474" y="4102975"/>
            <a:ext cx="388725" cy="5368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1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1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01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of</a:t>
            </a:r>
          </a:p>
        </p:txBody>
      </p:sp>
      <p:sp>
        <p:nvSpPr>
          <p:cNvPr id="335" name="text-307 World">
            <a:extLst xmlns:a="http://schemas.openxmlformats.org/drawingml/2006/main">
              <a:ext uri="{FF2B5EF4-FFF2-40B4-BE49-F238E27FC236}">
                <a16:creationId xmlns:a16="http://schemas.microsoft.com/office/drawing/2014/main" id="{20940F88-E8C4-4B8B-92C8-C9DBAE867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48679" y="4095449"/>
            <a:ext cx="1084177" cy="5473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7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7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07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World</a:t>
            </a:r>
          </a:p>
        </p:txBody>
      </p:sp>
      <p:sp>
        <p:nvSpPr>
          <p:cNvPr id="336" name="text-307 Modeling">
            <a:extLst xmlns:a="http://schemas.openxmlformats.org/drawingml/2006/main">
              <a:ext uri="{FF2B5EF4-FFF2-40B4-BE49-F238E27FC236}">
                <a16:creationId xmlns:a16="http://schemas.microsoft.com/office/drawing/2014/main" id="{18392190-B97B-45B0-8286-AE4E6CB35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73432" y="4102815"/>
            <a:ext cx="1625590" cy="537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2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2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02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Modeling</a:t>
            </a:r>
          </a:p>
        </p:txBody>
      </p:sp>
      <p:sp>
        <p:nvSpPr>
          <p:cNvPr id="337" name="text-307 in">
            <a:extLst xmlns:a="http://schemas.openxmlformats.org/drawingml/2006/main">
              <a:ext uri="{FF2B5EF4-FFF2-40B4-BE49-F238E27FC236}">
                <a16:creationId xmlns:a16="http://schemas.microsoft.com/office/drawing/2014/main" id="{BF9331AF-158F-444A-8CF0-8A9068516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41273" y="4119958"/>
            <a:ext cx="351184" cy="513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8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</a:t>
            </a:r>
          </a:p>
        </p:txBody>
      </p:sp>
      <p:sp>
        <p:nvSpPr>
          <p:cNvPr id="338" name="text-307 Agent">
            <a:extLst xmlns:a="http://schemas.openxmlformats.org/drawingml/2006/main">
              <a:ext uri="{FF2B5EF4-FFF2-40B4-BE49-F238E27FC236}">
                <a16:creationId xmlns:a16="http://schemas.microsoft.com/office/drawing/2014/main" id="{ABC1459D-FE18-461C-BB69-C480B69CC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36469" y="4115826"/>
            <a:ext cx="1035081" cy="5188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1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1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1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339" name="text-307 Training:">
            <a:extLst xmlns:a="http://schemas.openxmlformats.org/drawingml/2006/main">
              <a:ext uri="{FF2B5EF4-FFF2-40B4-BE49-F238E27FC236}">
                <a16:creationId xmlns:a16="http://schemas.microsoft.com/office/drawing/2014/main" id="{21411C3D-05B6-463D-90B2-3326966826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17641" y="4123983"/>
            <a:ext cx="1461766" cy="5074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5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Training:</a:t>
            </a:r>
          </a:p>
        </p:txBody>
      </p:sp>
      <p:sp>
        <p:nvSpPr>
          <p:cNvPr id="340" name="text-307 [">
            <a:extLst xmlns:a="http://schemas.openxmlformats.org/drawingml/2006/main">
              <a:ext uri="{FF2B5EF4-FFF2-40B4-BE49-F238E27FC236}">
                <a16:creationId xmlns:a16="http://schemas.microsoft.com/office/drawing/2014/main" id="{EA86367A-EFCA-44AC-BB16-9AF6AB546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26914" y="4026871"/>
            <a:ext cx="210397" cy="6433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61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61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61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[</a:t>
            </a:r>
          </a:p>
        </p:txBody>
      </p:sp>
      <p:sp>
        <p:nvSpPr>
          <p:cNvPr id="341" name="text-308 i">
            <a:extLst xmlns:a="http://schemas.openxmlformats.org/drawingml/2006/main">
              <a:ext uri="{FF2B5EF4-FFF2-40B4-BE49-F238E27FC236}">
                <a16:creationId xmlns:a16="http://schemas.microsoft.com/office/drawing/2014/main" id="{6BE9B5A5-9FF1-4B76-9BC5-F341CC8D4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56496" y="4085906"/>
            <a:ext cx="161049" cy="5607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15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342" name="text-309 ]">
            <a:extLst xmlns:a="http://schemas.openxmlformats.org/drawingml/2006/main">
              <a:ext uri="{FF2B5EF4-FFF2-40B4-BE49-F238E27FC236}">
                <a16:creationId xmlns:a16="http://schemas.microsoft.com/office/drawing/2014/main" id="{C0FA2BF8-45D7-48E0-9000-C14E471AA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45802" y="4026871"/>
            <a:ext cx="210397" cy="6433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61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61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61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]</a:t>
            </a:r>
          </a:p>
        </p:txBody>
      </p:sp>
      <p:sp>
        <p:nvSpPr>
          <p:cNvPr id="343" name="text-309 Decoupling">
            <a:extLst xmlns:a="http://schemas.openxmlformats.org/drawingml/2006/main">
              <a:ext uri="{FF2B5EF4-FFF2-40B4-BE49-F238E27FC236}">
                <a16:creationId xmlns:a16="http://schemas.microsoft.com/office/drawing/2014/main" id="{6DD081E2-1DC2-450D-A73F-3DF2BABEC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84856" y="4119869"/>
            <a:ext cx="1899797" cy="5131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8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8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Decoupling</a:t>
            </a:r>
          </a:p>
        </p:txBody>
      </p:sp>
      <p:sp>
        <p:nvSpPr>
          <p:cNvPr id="344" name="text-309 or">
            <a:extLst xmlns:a="http://schemas.openxmlformats.org/drawingml/2006/main">
              <a:ext uri="{FF2B5EF4-FFF2-40B4-BE49-F238E27FC236}">
                <a16:creationId xmlns:a16="http://schemas.microsoft.com/office/drawing/2014/main" id="{6153BFB0-844F-4C11-A3C0-2C598CE34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29972" y="4095781"/>
            <a:ext cx="417579" cy="5468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7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7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07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or</a:t>
            </a:r>
          </a:p>
        </p:txBody>
      </p:sp>
      <p:sp>
        <p:nvSpPr>
          <p:cNvPr id="345" name="text-309 [ii]">
            <a:extLst xmlns:a="http://schemas.openxmlformats.org/drawingml/2006/main">
              <a:ext uri="{FF2B5EF4-FFF2-40B4-BE49-F238E27FC236}">
                <a16:creationId xmlns:a16="http://schemas.microsoft.com/office/drawing/2014/main" id="{BCD635A6-C293-491D-9435-0EAA6C080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89112" y="4052445"/>
            <a:ext cx="512041" cy="6075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41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41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41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[ii]</a:t>
            </a:r>
          </a:p>
        </p:txBody>
      </p:sp>
      <p:sp>
        <p:nvSpPr>
          <p:cNvPr id="346" name="text-309 Unifying">
            <a:extLst xmlns:a="http://schemas.openxmlformats.org/drawingml/2006/main">
              <a:ext uri="{FF2B5EF4-FFF2-40B4-BE49-F238E27FC236}">
                <a16:creationId xmlns:a16="http://schemas.microsoft.com/office/drawing/2014/main" id="{04F98C7B-7B95-490A-B14E-3BF1C6043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34413" y="4113182"/>
            <a:ext cx="1415462" cy="5225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3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Unifying</a:t>
            </a:r>
          </a:p>
        </p:txBody>
      </p:sp>
      <p:sp>
        <p:nvSpPr>
          <p:cNvPr id="347" name="text-309 Agents">
            <a:extLst xmlns:a="http://schemas.openxmlformats.org/drawingml/2006/main">
              <a:ext uri="{FF2B5EF4-FFF2-40B4-BE49-F238E27FC236}">
                <a16:creationId xmlns:a16="http://schemas.microsoft.com/office/drawing/2014/main" id="{05BC5A37-010B-4E86-8451-9604AAF41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93992" y="4128361"/>
            <a:ext cx="1179080" cy="5012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1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1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1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Agents</a:t>
            </a:r>
          </a:p>
        </p:txBody>
      </p:sp>
      <p:sp>
        <p:nvSpPr>
          <p:cNvPr id="348" name="text-309 and">
            <a:extLst xmlns:a="http://schemas.openxmlformats.org/drawingml/2006/main">
              <a:ext uri="{FF2B5EF4-FFF2-40B4-BE49-F238E27FC236}">
                <a16:creationId xmlns:a16="http://schemas.microsoft.com/office/drawing/2014/main" id="{F76B2D7B-F83D-4CD5-AACA-FD49409CB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18804" y="4113465"/>
            <a:ext cx="689347" cy="52213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3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3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3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and</a:t>
            </a:r>
          </a:p>
        </p:txBody>
      </p:sp>
      <p:sp>
        <p:nvSpPr>
          <p:cNvPr id="349" name="text-309 World">
            <a:extLst xmlns:a="http://schemas.openxmlformats.org/drawingml/2006/main">
              <a:ext uri="{FF2B5EF4-FFF2-40B4-BE49-F238E27FC236}">
                <a16:creationId xmlns:a16="http://schemas.microsoft.com/office/drawing/2014/main" id="{C2A80F53-F4DC-4C6C-BA20-E2B2B4771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151971" y="4095449"/>
            <a:ext cx="1084177" cy="5473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7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7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07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World</a:t>
            </a:r>
          </a:p>
        </p:txBody>
      </p:sp>
      <p:sp>
        <p:nvSpPr>
          <p:cNvPr id="350" name="text-309 Models">
            <a:extLst xmlns:a="http://schemas.openxmlformats.org/drawingml/2006/main">
              <a:ext uri="{FF2B5EF4-FFF2-40B4-BE49-F238E27FC236}">
                <a16:creationId xmlns:a16="http://schemas.microsoft.com/office/drawing/2014/main" id="{2E91EB28-43E3-4CFD-976E-4EC17049C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76726" y="4112917"/>
            <a:ext cx="1271167" cy="5228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4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4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Models</a:t>
            </a:r>
          </a:p>
        </p:txBody>
      </p:sp>
      <p:sp>
        <p:nvSpPr>
          <p:cNvPr id="351" name="path-310">
            <a:extLst xmlns:a="http://schemas.openxmlformats.org/drawingml/2006/main">
              <a:ext uri="{FF2B5EF4-FFF2-40B4-BE49-F238E27FC236}">
                <a16:creationId xmlns:a16="http://schemas.microsoft.com/office/drawing/2014/main" id="{735ECA8D-AD44-457A-BFEC-C94D635F8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1896" y="7070258"/>
            <a:ext cx="8197686" cy="191"/>
          </a:xfrm>
          <a:custGeom xmlns:a="http://schemas.openxmlformats.org/drawingml/2006/main">
            <a:pathLst>
              <a:path w="8296362" h="191">
                <a:moveTo>
                  <a:pt x="0" y="0"/>
                </a:moveTo>
                <a:lnTo>
                  <a:pt x="8296362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dash"/>
          </a:ln>
        </p:spPr>
      </p:sp>
      <p:sp>
        <p:nvSpPr>
          <p:cNvPr id="352" name="path-311">
            <a:extLst xmlns:a="http://schemas.openxmlformats.org/drawingml/2006/main">
              <a:ext uri="{FF2B5EF4-FFF2-40B4-BE49-F238E27FC236}">
                <a16:creationId xmlns:a16="http://schemas.microsoft.com/office/drawing/2014/main" id="{55847636-E5B3-4995-84AF-D46EF16B1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35955" y="7072351"/>
            <a:ext cx="8197686" cy="191"/>
          </a:xfrm>
          <a:custGeom xmlns:a="http://schemas.openxmlformats.org/drawingml/2006/main">
            <a:pathLst>
              <a:path w="8296362" h="191">
                <a:moveTo>
                  <a:pt x="0" y="0"/>
                </a:moveTo>
                <a:lnTo>
                  <a:pt x="8296362" y="2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dash"/>
          </a:ln>
        </p:spPr>
      </p:sp>
      <p:sp>
        <p:nvSpPr>
          <p:cNvPr id="353" name="path-312">
            <a:extLst xmlns:a="http://schemas.openxmlformats.org/drawingml/2006/main">
              <a:ext uri="{FF2B5EF4-FFF2-40B4-BE49-F238E27FC236}">
                <a16:creationId xmlns:a16="http://schemas.microsoft.com/office/drawing/2014/main" id="{953D5BA8-B2AB-4122-A6E4-E79A187C2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181" y="5314934"/>
            <a:ext cx="1643927" cy="631643"/>
          </a:xfrm>
          <a:custGeom xmlns:a="http://schemas.openxmlformats.org/drawingml/2006/main">
            <a:pathLst>
              <a:path w="1663715" h="639246">
                <a:moveTo>
                  <a:pt x="0" y="79459"/>
                </a:moveTo>
                <a:cubicBezTo>
                  <a:pt x="0" y="35576"/>
                  <a:pt x="35574" y="0"/>
                  <a:pt x="79458" y="0"/>
                </a:cubicBezTo>
                <a:lnTo>
                  <a:pt x="1584257" y="0"/>
                </a:lnTo>
                <a:cubicBezTo>
                  <a:pt x="1628139" y="0"/>
                  <a:pt x="1663715" y="35576"/>
                  <a:pt x="1663715" y="79459"/>
                </a:cubicBezTo>
                <a:lnTo>
                  <a:pt x="1663715" y="559787"/>
                </a:lnTo>
                <a:cubicBezTo>
                  <a:pt x="1663715" y="603673"/>
                  <a:pt x="1628139" y="639246"/>
                  <a:pt x="1584257" y="639246"/>
                </a:cubicBezTo>
                <a:lnTo>
                  <a:pt x="79458" y="639246"/>
                </a:lnTo>
                <a:cubicBezTo>
                  <a:pt x="35574" y="639246"/>
                  <a:pt x="0" y="603673"/>
                  <a:pt x="0" y="559787"/>
                </a:cubicBezTo>
                <a:lnTo>
                  <a:pt x="0" y="79459"/>
                </a:lnTo>
              </a:path>
            </a:pathLst>
          </a:custGeom>
          <a:solidFill xmlns:a="http://schemas.openxmlformats.org/drawingml/2006/main">
            <a:srgbClr val="D2E1F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4" name="path-313">
            <a:extLst xmlns:a="http://schemas.openxmlformats.org/drawingml/2006/main">
              <a:ext uri="{FF2B5EF4-FFF2-40B4-BE49-F238E27FC236}">
                <a16:creationId xmlns:a16="http://schemas.microsoft.com/office/drawing/2014/main" id="{7037BA38-3D49-4A2A-8790-92F1427B7D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181" y="5314934"/>
            <a:ext cx="1643927" cy="631643"/>
          </a:xfrm>
          <a:custGeom xmlns:a="http://schemas.openxmlformats.org/drawingml/2006/main">
            <a:pathLst>
              <a:path w="1663715" h="639246">
                <a:moveTo>
                  <a:pt x="0" y="79457"/>
                </a:moveTo>
                <a:cubicBezTo>
                  <a:pt x="0" y="35573"/>
                  <a:pt x="35574" y="0"/>
                  <a:pt x="79458" y="0"/>
                </a:cubicBezTo>
                <a:lnTo>
                  <a:pt x="1584257" y="0"/>
                </a:lnTo>
                <a:cubicBezTo>
                  <a:pt x="1628140" y="0"/>
                  <a:pt x="1663715" y="35573"/>
                  <a:pt x="1663715" y="79457"/>
                </a:cubicBezTo>
                <a:lnTo>
                  <a:pt x="1663715" y="559787"/>
                </a:lnTo>
                <a:cubicBezTo>
                  <a:pt x="1663715" y="603670"/>
                  <a:pt x="1628140" y="639246"/>
                  <a:pt x="1584257" y="639246"/>
                </a:cubicBezTo>
                <a:lnTo>
                  <a:pt x="79458" y="639246"/>
                </a:lnTo>
                <a:cubicBezTo>
                  <a:pt x="35574" y="639246"/>
                  <a:pt x="0" y="603670"/>
                  <a:pt x="0" y="559787"/>
                </a:cubicBezTo>
                <a:lnTo>
                  <a:pt x="0" y="79457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355" name="text-314 Agent">
            <a:extLst xmlns:a="http://schemas.openxmlformats.org/drawingml/2006/main">
              <a:ext uri="{FF2B5EF4-FFF2-40B4-BE49-F238E27FC236}">
                <a16:creationId xmlns:a16="http://schemas.microsoft.com/office/drawing/2014/main" id="{3B00DC8C-8EB0-4F23-B22F-2D27E35FE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0000" y="5449866"/>
            <a:ext cx="815098" cy="4087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9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356" name="text-315 World">
            <a:extLst xmlns:a="http://schemas.openxmlformats.org/drawingml/2006/main">
              <a:ext uri="{FF2B5EF4-FFF2-40B4-BE49-F238E27FC236}">
                <a16:creationId xmlns:a16="http://schemas.microsoft.com/office/drawing/2014/main" id="{0E395F00-1EED-433B-A95A-737326A797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61366" y="6066408"/>
            <a:ext cx="865623" cy="4371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5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5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5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World</a:t>
            </a:r>
          </a:p>
        </p:txBody>
      </p:sp>
      <p:sp>
        <p:nvSpPr>
          <p:cNvPr id="357" name="text-316 Model">
            <a:extLst xmlns:a="http://schemas.openxmlformats.org/drawingml/2006/main">
              <a:ext uri="{FF2B5EF4-FFF2-40B4-BE49-F238E27FC236}">
                <a16:creationId xmlns:a16="http://schemas.microsoft.com/office/drawing/2014/main" id="{1959EAD7-8044-4DCB-83E4-2C97E34E7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48609" y="6402576"/>
            <a:ext cx="890407" cy="4295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Model</a:t>
            </a:r>
          </a:p>
        </p:txBody>
      </p:sp>
      <p:sp>
        <p:nvSpPr>
          <p:cNvPr id="358" name="path-317">
            <a:extLst xmlns:a="http://schemas.openxmlformats.org/drawingml/2006/main">
              <a:ext uri="{FF2B5EF4-FFF2-40B4-BE49-F238E27FC236}">
                <a16:creationId xmlns:a16="http://schemas.microsoft.com/office/drawing/2014/main" id="{703C02EC-19FF-453B-B96D-6D7E44579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136" y="6101576"/>
            <a:ext cx="2244655" cy="309821"/>
          </a:xfrm>
          <a:custGeom xmlns:a="http://schemas.openxmlformats.org/drawingml/2006/main">
            <a:pathLst>
              <a:path w="2271674" h="313551">
                <a:moveTo>
                  <a:pt x="2271674" y="2"/>
                </a:moveTo>
                <a:cubicBezTo>
                  <a:pt x="2271674" y="86588"/>
                  <a:pt x="2259977" y="156778"/>
                  <a:pt x="2245546" y="156778"/>
                </a:cubicBezTo>
                <a:lnTo>
                  <a:pt x="1161965" y="156775"/>
                </a:lnTo>
                <a:cubicBezTo>
                  <a:pt x="1147535" y="156775"/>
                  <a:pt x="1135837" y="226967"/>
                  <a:pt x="1135837" y="313551"/>
                </a:cubicBezTo>
                <a:cubicBezTo>
                  <a:pt x="1135837" y="226967"/>
                  <a:pt x="1124140" y="156775"/>
                  <a:pt x="1109709" y="156775"/>
                </a:cubicBezTo>
                <a:lnTo>
                  <a:pt x="26128" y="156775"/>
                </a:lnTo>
                <a:cubicBezTo>
                  <a:pt x="11697" y="156775"/>
                  <a:pt x="0" y="86586"/>
                  <a:pt x="0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solid"/>
          </a:ln>
        </p:spPr>
      </p:sp>
      <p:sp>
        <p:nvSpPr>
          <p:cNvPr id="359" name="path-318">
            <a:extLst xmlns:a="http://schemas.openxmlformats.org/drawingml/2006/main">
              <a:ext uri="{FF2B5EF4-FFF2-40B4-BE49-F238E27FC236}">
                <a16:creationId xmlns:a16="http://schemas.microsoft.com/office/drawing/2014/main" id="{50B62297-8A88-4CB6-84BE-221E0EBCD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30133" y="6084371"/>
            <a:ext cx="2733492" cy="339606"/>
          </a:xfrm>
          <a:custGeom xmlns:a="http://schemas.openxmlformats.org/drawingml/2006/main">
            <a:pathLst>
              <a:path w="2766395" h="343694">
                <a:moveTo>
                  <a:pt x="2766395" y="2"/>
                </a:moveTo>
                <a:cubicBezTo>
                  <a:pt x="2766395" y="94913"/>
                  <a:pt x="2753574" y="171851"/>
                  <a:pt x="2737755" y="171851"/>
                </a:cubicBezTo>
                <a:lnTo>
                  <a:pt x="1411839" y="171848"/>
                </a:lnTo>
                <a:cubicBezTo>
                  <a:pt x="1396021" y="171848"/>
                  <a:pt x="1383198" y="248786"/>
                  <a:pt x="1383198" y="343694"/>
                </a:cubicBezTo>
                <a:cubicBezTo>
                  <a:pt x="1383198" y="248786"/>
                  <a:pt x="1370375" y="171848"/>
                  <a:pt x="1354557" y="171848"/>
                </a:cubicBezTo>
                <a:lnTo>
                  <a:pt x="28641" y="171848"/>
                </a:lnTo>
                <a:cubicBezTo>
                  <a:pt x="12823" y="171848"/>
                  <a:pt x="0" y="94908"/>
                  <a:pt x="0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00000"/>
            </a:solidFill>
            <a:prstDash val="solid"/>
          </a:ln>
        </p:spPr>
      </p:sp>
      <p:sp>
        <p:nvSpPr>
          <p:cNvPr id="360" name="text-319 ''Simulation'':">
            <a:extLst xmlns:a="http://schemas.openxmlformats.org/drawingml/2006/main">
              <a:ext uri="{FF2B5EF4-FFF2-40B4-BE49-F238E27FC236}">
                <a16:creationId xmlns:a16="http://schemas.microsoft.com/office/drawing/2014/main" id="{5C293766-A955-4FF9-B483-DD0472175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59171" y="6682026"/>
            <a:ext cx="1711335" cy="4069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89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89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289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''Simulation'':</a:t>
            </a:r>
          </a:p>
        </p:txBody>
      </p:sp>
      <p:sp>
        <p:nvSpPr>
          <p:cNvPr id="361" name="text-319 Thinking">
            <a:extLst xmlns:a="http://schemas.openxmlformats.org/drawingml/2006/main">
              <a:ext uri="{FF2B5EF4-FFF2-40B4-BE49-F238E27FC236}">
                <a16:creationId xmlns:a16="http://schemas.microsoft.com/office/drawing/2014/main" id="{22978EC8-4E20-4740-8FE0-894494E02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04074" y="6696870"/>
            <a:ext cx="1091721" cy="3861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2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2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172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Thinking</a:t>
            </a:r>
          </a:p>
        </p:txBody>
      </p:sp>
      <p:sp>
        <p:nvSpPr>
          <p:cNvPr id="362" name="text-321 Pattern">
            <a:extLst xmlns:a="http://schemas.openxmlformats.org/drawingml/2006/main">
              <a:ext uri="{FF2B5EF4-FFF2-40B4-BE49-F238E27FC236}">
                <a16:creationId xmlns:a16="http://schemas.microsoft.com/office/drawing/2014/main" id="{6C52579D-7BF9-409E-B450-E488C0CF6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32905" y="6696388"/>
            <a:ext cx="940133" cy="3868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76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76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176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Pattern</a:t>
            </a:r>
          </a:p>
        </p:txBody>
      </p:sp>
      <p:sp>
        <p:nvSpPr>
          <p:cNvPr id="363" name="text-321 Parallel">
            <a:extLst xmlns:a="http://schemas.openxmlformats.org/drawingml/2006/main">
              <a:ext uri="{FF2B5EF4-FFF2-40B4-BE49-F238E27FC236}">
                <a16:creationId xmlns:a16="http://schemas.microsoft.com/office/drawing/2014/main" id="{94282130-096A-411D-8401-77BD4EDD5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08533" y="6683932"/>
            <a:ext cx="1014560" cy="40426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74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74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274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Parallel</a:t>
            </a:r>
          </a:p>
        </p:txBody>
      </p:sp>
      <p:sp>
        <p:nvSpPr>
          <p:cNvPr id="364" name="text-321 to">
            <a:extLst xmlns:a="http://schemas.openxmlformats.org/drawingml/2006/main">
              <a:ext uri="{FF2B5EF4-FFF2-40B4-BE49-F238E27FC236}">
                <a16:creationId xmlns:a16="http://schemas.microsoft.com/office/drawing/2014/main" id="{0CCD2627-9BFA-4215-82D2-7669F76F2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957277" y="6678507"/>
            <a:ext cx="298144" cy="4118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16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16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316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365" name="text-321 ''Reflection''">
            <a:extLst xmlns:a="http://schemas.openxmlformats.org/drawingml/2006/main">
              <a:ext uri="{FF2B5EF4-FFF2-40B4-BE49-F238E27FC236}">
                <a16:creationId xmlns:a16="http://schemas.microsoft.com/office/drawing/2014/main" id="{F485121D-863A-4D24-B979-9A329269B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288895" y="6685863"/>
            <a:ext cx="1545368" cy="40155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58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58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258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''Reflection''</a:t>
            </a:r>
          </a:p>
        </p:txBody>
      </p:sp>
      <p:sp>
        <p:nvSpPr>
          <p:cNvPr id="366" name="path-322">
            <a:extLst xmlns:a="http://schemas.openxmlformats.org/drawingml/2006/main">
              <a:ext uri="{FF2B5EF4-FFF2-40B4-BE49-F238E27FC236}">
                <a16:creationId xmlns:a16="http://schemas.microsoft.com/office/drawing/2014/main" id="{D26139A8-5112-4C3F-8BDB-806EEB84D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7164" y="695651"/>
            <a:ext cx="17039943" cy="3378013"/>
          </a:xfrm>
          <a:custGeom xmlns:a="http://schemas.openxmlformats.org/drawingml/2006/main">
            <a:pathLst>
              <a:path w="17245053" h="3418675">
                <a:moveTo>
                  <a:pt x="0" y="194215"/>
                </a:moveTo>
                <a:cubicBezTo>
                  <a:pt x="0" y="86953"/>
                  <a:pt x="86953" y="0"/>
                  <a:pt x="194214" y="0"/>
                </a:cubicBezTo>
                <a:lnTo>
                  <a:pt x="17050838" y="0"/>
                </a:lnTo>
                <a:cubicBezTo>
                  <a:pt x="17158099" y="0"/>
                  <a:pt x="17245053" y="86953"/>
                  <a:pt x="17245053" y="194215"/>
                </a:cubicBezTo>
                <a:lnTo>
                  <a:pt x="17245053" y="3224462"/>
                </a:lnTo>
                <a:cubicBezTo>
                  <a:pt x="17245053" y="3331723"/>
                  <a:pt x="17158099" y="3418675"/>
                  <a:pt x="17050838" y="3418675"/>
                </a:cubicBezTo>
                <a:lnTo>
                  <a:pt x="194214" y="3418675"/>
                </a:lnTo>
                <a:cubicBezTo>
                  <a:pt x="86953" y="3418675"/>
                  <a:pt x="0" y="3331723"/>
                  <a:pt x="0" y="3224462"/>
                </a:cubicBezTo>
                <a:lnTo>
                  <a:pt x="0" y="194215"/>
                </a:lnTo>
              </a:path>
            </a:pathLst>
          </a:custGeom>
          <a:noFill xmlns:a="http://schemas.openxmlformats.org/drawingml/2006/main"/>
          <a:ln xmlns:a="http://schemas.openxmlformats.org/drawingml/2006/main" w="38274">
            <a:solidFill>
              <a:srgbClr val="002060"/>
            </a:solidFill>
            <a:prstDash val="solid"/>
          </a:ln>
        </p:spPr>
      </p:sp>
      <p:sp>
        <p:nvSpPr>
          <p:cNvPr id="367" name="text-323 (1)">
            <a:extLst xmlns:a="http://schemas.openxmlformats.org/drawingml/2006/main">
              <a:ext uri="{FF2B5EF4-FFF2-40B4-BE49-F238E27FC236}">
                <a16:creationId xmlns:a16="http://schemas.microsoft.com/office/drawing/2014/main" id="{9FD3EA9E-E9BC-4B14-9EA8-ED28DC462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1407" y="105627"/>
            <a:ext cx="552635" cy="5518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10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10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10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(1)</a:t>
            </a:r>
          </a:p>
        </p:txBody>
      </p:sp>
      <p:sp>
        <p:nvSpPr>
          <p:cNvPr id="368" name="text-323 Building">
            <a:extLst xmlns:a="http://schemas.openxmlformats.org/drawingml/2006/main">
              <a:ext uri="{FF2B5EF4-FFF2-40B4-BE49-F238E27FC236}">
                <a16:creationId xmlns:a16="http://schemas.microsoft.com/office/drawing/2014/main" id="{38A5EEF4-8372-408F-9146-B0FC9CAEF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4541" y="135895"/>
            <a:ext cx="1360200" cy="5094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6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6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Building</a:t>
            </a:r>
          </a:p>
        </p:txBody>
      </p:sp>
      <p:sp>
        <p:nvSpPr>
          <p:cNvPr id="369" name="text-323 the">
            <a:extLst xmlns:a="http://schemas.openxmlformats.org/drawingml/2006/main">
              <a:ext uri="{FF2B5EF4-FFF2-40B4-BE49-F238E27FC236}">
                <a16:creationId xmlns:a16="http://schemas.microsoft.com/office/drawing/2014/main" id="{EAA35B59-50EB-44DA-B92A-0C3B12799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80537" y="141440"/>
            <a:ext cx="562625" cy="5017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2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the</a:t>
            </a:r>
          </a:p>
        </p:txBody>
      </p:sp>
      <p:sp>
        <p:nvSpPr>
          <p:cNvPr id="370" name="text-323 Foundation">
            <a:extLst xmlns:a="http://schemas.openxmlformats.org/drawingml/2006/main">
              <a:ext uri="{FF2B5EF4-FFF2-40B4-BE49-F238E27FC236}">
                <a16:creationId xmlns:a16="http://schemas.microsoft.com/office/drawing/2014/main" id="{10406778-E3A1-4F77-AAB7-DD01AF63A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90460" y="138812"/>
            <a:ext cx="1871186" cy="5053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4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4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4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Foundation</a:t>
            </a:r>
          </a:p>
        </p:txBody>
      </p:sp>
      <p:sp>
        <p:nvSpPr>
          <p:cNvPr id="371" name="text-323 Model">
            <a:extLst xmlns:a="http://schemas.openxmlformats.org/drawingml/2006/main">
              <a:ext uri="{FF2B5EF4-FFF2-40B4-BE49-F238E27FC236}">
                <a16:creationId xmlns:a16="http://schemas.microsoft.com/office/drawing/2014/main" id="{C0426D60-CF6B-4B9C-9D8B-621C9A78F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06643" y="111103"/>
            <a:ext cx="1128569" cy="5441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6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6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06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Model</a:t>
            </a:r>
          </a:p>
        </p:txBody>
      </p:sp>
      <p:sp>
        <p:nvSpPr>
          <p:cNvPr id="372" name="text-323 for">
            <a:extLst xmlns:a="http://schemas.openxmlformats.org/drawingml/2006/main">
              <a:ext uri="{FF2B5EF4-FFF2-40B4-BE49-F238E27FC236}">
                <a16:creationId xmlns:a16="http://schemas.microsoft.com/office/drawing/2014/main" id="{4E89B456-E773-4F7F-8D45-295FE46CF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77121" y="108164"/>
            <a:ext cx="527462" cy="5482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08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08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308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for</a:t>
            </a:r>
          </a:p>
        </p:txBody>
      </p:sp>
      <p:sp>
        <p:nvSpPr>
          <p:cNvPr id="373" name="text-323 Agentic">
            <a:extLst xmlns:a="http://schemas.openxmlformats.org/drawingml/2006/main">
              <a:ext uri="{FF2B5EF4-FFF2-40B4-BE49-F238E27FC236}">
                <a16:creationId xmlns:a16="http://schemas.microsoft.com/office/drawing/2014/main" id="{48837F8F-5499-42EF-B921-51D656B40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45963" y="131221"/>
            <a:ext cx="1295608" cy="5160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90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90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90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Agentic</a:t>
            </a:r>
          </a:p>
        </p:txBody>
      </p:sp>
      <p:sp>
        <p:nvSpPr>
          <p:cNvPr id="374" name="text-323 Environment">
            <a:extLst xmlns:a="http://schemas.openxmlformats.org/drawingml/2006/main">
              <a:ext uri="{FF2B5EF4-FFF2-40B4-BE49-F238E27FC236}">
                <a16:creationId xmlns:a16="http://schemas.microsoft.com/office/drawing/2014/main" id="{266909C5-6525-4689-8DBE-7D5335782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85480" y="148742"/>
            <a:ext cx="2033793" cy="4914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76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76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76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Environment</a:t>
            </a:r>
          </a:p>
        </p:txBody>
      </p:sp>
      <p:sp>
        <p:nvSpPr>
          <p:cNvPr id="375" name="text-323 Simulation">
            <a:extLst xmlns:a="http://schemas.openxmlformats.org/drawingml/2006/main">
              <a:ext uri="{FF2B5EF4-FFF2-40B4-BE49-F238E27FC236}">
                <a16:creationId xmlns:a16="http://schemas.microsoft.com/office/drawing/2014/main" id="{6D244216-86AA-42FD-ADA3-14BC1D1E5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68880" y="140845"/>
            <a:ext cx="1740433" cy="5025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82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82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82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Simulation</a:t>
            </a:r>
          </a:p>
        </p:txBody>
      </p:sp>
      <p:sp>
        <p:nvSpPr>
          <p:cNvPr id="376" name="path-324">
            <a:extLst xmlns:a="http://schemas.openxmlformats.org/drawingml/2006/main">
              <a:ext uri="{FF2B5EF4-FFF2-40B4-BE49-F238E27FC236}">
                <a16:creationId xmlns:a16="http://schemas.microsoft.com/office/drawing/2014/main" id="{6BA0B996-BC1B-44BF-98E5-A7BAB9D2C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4226" y="2356555"/>
            <a:ext cx="848797" cy="687163"/>
          </a:xfrm>
          <a:custGeom xmlns:a="http://schemas.openxmlformats.org/drawingml/2006/main">
            <a:pathLst>
              <a:path w="859014" h="695434">
                <a:moveTo>
                  <a:pt x="0" y="115908"/>
                </a:moveTo>
                <a:cubicBezTo>
                  <a:pt x="0" y="51895"/>
                  <a:pt x="51895" y="0"/>
                  <a:pt x="115910" y="0"/>
                </a:cubicBezTo>
                <a:lnTo>
                  <a:pt x="743104" y="0"/>
                </a:lnTo>
                <a:cubicBezTo>
                  <a:pt x="807120" y="0"/>
                  <a:pt x="859014" y="51895"/>
                  <a:pt x="859014" y="115908"/>
                </a:cubicBezTo>
                <a:lnTo>
                  <a:pt x="859014" y="579529"/>
                </a:lnTo>
                <a:cubicBezTo>
                  <a:pt x="859014" y="643544"/>
                  <a:pt x="807120" y="695434"/>
                  <a:pt x="743104" y="695434"/>
                </a:cubicBezTo>
                <a:lnTo>
                  <a:pt x="115910" y="695434"/>
                </a:lnTo>
                <a:cubicBezTo>
                  <a:pt x="51895" y="695434"/>
                  <a:pt x="0" y="643544"/>
                  <a:pt x="0" y="579529"/>
                </a:cubicBezTo>
                <a:lnTo>
                  <a:pt x="0" y="115908"/>
                </a:lnTo>
              </a:path>
            </a:pathLst>
          </a:custGeom>
          <a:solidFill xmlns:a="http://schemas.openxmlformats.org/drawingml/2006/main">
            <a:srgbClr val="D2E2F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7" name="path-325">
            <a:extLst xmlns:a="http://schemas.openxmlformats.org/drawingml/2006/main">
              <a:ext uri="{FF2B5EF4-FFF2-40B4-BE49-F238E27FC236}">
                <a16:creationId xmlns:a16="http://schemas.microsoft.com/office/drawing/2014/main" id="{8730CFE0-BF79-4C5C-BB30-54A39282F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94226" y="2356555"/>
            <a:ext cx="848796" cy="687165"/>
          </a:xfrm>
          <a:custGeom xmlns:a="http://schemas.openxmlformats.org/drawingml/2006/main">
            <a:pathLst>
              <a:path w="859013" h="695436">
                <a:moveTo>
                  <a:pt x="0" y="115909"/>
                </a:moveTo>
                <a:cubicBezTo>
                  <a:pt x="0" y="51894"/>
                  <a:pt x="51894" y="0"/>
                  <a:pt x="115908" y="0"/>
                </a:cubicBezTo>
                <a:lnTo>
                  <a:pt x="743104" y="0"/>
                </a:lnTo>
                <a:cubicBezTo>
                  <a:pt x="807118" y="0"/>
                  <a:pt x="859013" y="51894"/>
                  <a:pt x="859013" y="115909"/>
                </a:cubicBezTo>
                <a:lnTo>
                  <a:pt x="859013" y="579529"/>
                </a:lnTo>
                <a:cubicBezTo>
                  <a:pt x="859013" y="643542"/>
                  <a:pt x="807118" y="695436"/>
                  <a:pt x="743104" y="695436"/>
                </a:cubicBezTo>
                <a:lnTo>
                  <a:pt x="115908" y="695436"/>
                </a:lnTo>
                <a:cubicBezTo>
                  <a:pt x="51894" y="695436"/>
                  <a:pt x="0" y="643542"/>
                  <a:pt x="0" y="579529"/>
                </a:cubicBezTo>
                <a:lnTo>
                  <a:pt x="0" y="115909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42433"/>
            </a:solidFill>
            <a:prstDash val="solid"/>
          </a:ln>
        </p:spPr>
      </p:sp>
      <p:sp>
        <p:nvSpPr>
          <p:cNvPr id="378" name="text-326 MCP">
            <a:extLst xmlns:a="http://schemas.openxmlformats.org/drawingml/2006/main">
              <a:ext uri="{FF2B5EF4-FFF2-40B4-BE49-F238E27FC236}">
                <a16:creationId xmlns:a16="http://schemas.microsoft.com/office/drawing/2014/main" id="{5445F23F-8FF2-45F9-AAC4-9D03D0B21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90620" y="2529109"/>
            <a:ext cx="670816" cy="3911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0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00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00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MCP</a:t>
            </a:r>
          </a:p>
        </p:txBody>
      </p:sp>
      <p:sp>
        <p:nvSpPr>
          <p:cNvPr id="379" name="path-327">
            <a:extLst xmlns:a="http://schemas.openxmlformats.org/drawingml/2006/main">
              <a:ext uri="{FF2B5EF4-FFF2-40B4-BE49-F238E27FC236}">
                <a16:creationId xmlns:a16="http://schemas.microsoft.com/office/drawing/2014/main" id="{96573152-F712-42B3-B2EF-458B1C7FAD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203" y="2364465"/>
            <a:ext cx="848796" cy="687166"/>
          </a:xfrm>
          <a:custGeom xmlns:a="http://schemas.openxmlformats.org/drawingml/2006/main">
            <a:pathLst>
              <a:path w="859013" h="695438">
                <a:moveTo>
                  <a:pt x="0" y="115906"/>
                </a:moveTo>
                <a:cubicBezTo>
                  <a:pt x="0" y="51894"/>
                  <a:pt x="51894" y="0"/>
                  <a:pt x="115910" y="0"/>
                </a:cubicBezTo>
                <a:lnTo>
                  <a:pt x="743104" y="0"/>
                </a:lnTo>
                <a:cubicBezTo>
                  <a:pt x="807119" y="0"/>
                  <a:pt x="859013" y="51894"/>
                  <a:pt x="859013" y="115906"/>
                </a:cubicBezTo>
                <a:lnTo>
                  <a:pt x="859013" y="579528"/>
                </a:lnTo>
                <a:cubicBezTo>
                  <a:pt x="859013" y="643543"/>
                  <a:pt x="807119" y="695438"/>
                  <a:pt x="743104" y="695438"/>
                </a:cubicBezTo>
                <a:lnTo>
                  <a:pt x="115910" y="695438"/>
                </a:lnTo>
                <a:cubicBezTo>
                  <a:pt x="51894" y="695438"/>
                  <a:pt x="0" y="643543"/>
                  <a:pt x="0" y="579528"/>
                </a:cubicBezTo>
                <a:lnTo>
                  <a:pt x="0" y="115906"/>
                </a:lnTo>
              </a:path>
            </a:pathLst>
          </a:custGeom>
          <a:solidFill xmlns:a="http://schemas.openxmlformats.org/drawingml/2006/main">
            <a:srgbClr val="D2E2F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0" name="path-328">
            <a:extLst xmlns:a="http://schemas.openxmlformats.org/drawingml/2006/main">
              <a:ext uri="{FF2B5EF4-FFF2-40B4-BE49-F238E27FC236}">
                <a16:creationId xmlns:a16="http://schemas.microsoft.com/office/drawing/2014/main" id="{30847626-6DFC-436D-9A35-4E49BA456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203" y="2364465"/>
            <a:ext cx="848796" cy="687164"/>
          </a:xfrm>
          <a:custGeom xmlns:a="http://schemas.openxmlformats.org/drawingml/2006/main">
            <a:pathLst>
              <a:path w="859013" h="695435">
                <a:moveTo>
                  <a:pt x="0" y="115909"/>
                </a:moveTo>
                <a:cubicBezTo>
                  <a:pt x="0" y="51894"/>
                  <a:pt x="51894" y="0"/>
                  <a:pt x="115908" y="0"/>
                </a:cubicBezTo>
                <a:lnTo>
                  <a:pt x="743104" y="0"/>
                </a:lnTo>
                <a:cubicBezTo>
                  <a:pt x="807118" y="0"/>
                  <a:pt x="859013" y="51894"/>
                  <a:pt x="859013" y="115909"/>
                </a:cubicBezTo>
                <a:lnTo>
                  <a:pt x="859013" y="579528"/>
                </a:lnTo>
                <a:cubicBezTo>
                  <a:pt x="859013" y="643543"/>
                  <a:pt x="807118" y="695435"/>
                  <a:pt x="743104" y="695435"/>
                </a:cubicBezTo>
                <a:lnTo>
                  <a:pt x="115908" y="695435"/>
                </a:lnTo>
                <a:cubicBezTo>
                  <a:pt x="51894" y="695435"/>
                  <a:pt x="0" y="643543"/>
                  <a:pt x="0" y="579528"/>
                </a:cubicBezTo>
                <a:lnTo>
                  <a:pt x="0" y="115909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42433"/>
            </a:solidFill>
            <a:prstDash val="solid"/>
          </a:ln>
        </p:spPr>
      </p:sp>
      <p:sp>
        <p:nvSpPr>
          <p:cNvPr id="381" name="text-329 SWE">
            <a:extLst xmlns:a="http://schemas.openxmlformats.org/drawingml/2006/main">
              <a:ext uri="{FF2B5EF4-FFF2-40B4-BE49-F238E27FC236}">
                <a16:creationId xmlns:a16="http://schemas.microsoft.com/office/drawing/2014/main" id="{EE55D46D-A054-4FB6-8826-2B189E662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9192" y="2543220"/>
            <a:ext cx="666738" cy="3799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3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3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3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SWE</a:t>
            </a:r>
          </a:p>
        </p:txBody>
      </p:sp>
      <p:sp>
        <p:nvSpPr>
          <p:cNvPr id="382" name="path-330">
            <a:extLst xmlns:a="http://schemas.openxmlformats.org/drawingml/2006/main">
              <a:ext uri="{FF2B5EF4-FFF2-40B4-BE49-F238E27FC236}">
                <a16:creationId xmlns:a16="http://schemas.microsoft.com/office/drawing/2014/main" id="{1589A3D0-3B9B-49F5-8D01-3CD22C480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80207" y="2377262"/>
            <a:ext cx="1288653" cy="687165"/>
          </a:xfrm>
          <a:custGeom xmlns:a="http://schemas.openxmlformats.org/drawingml/2006/main">
            <a:pathLst>
              <a:path w="1304165" h="695436">
                <a:moveTo>
                  <a:pt x="0" y="115910"/>
                </a:moveTo>
                <a:cubicBezTo>
                  <a:pt x="0" y="51892"/>
                  <a:pt x="51895" y="0"/>
                  <a:pt x="115908" y="0"/>
                </a:cubicBezTo>
                <a:lnTo>
                  <a:pt x="1188256" y="0"/>
                </a:lnTo>
                <a:cubicBezTo>
                  <a:pt x="1252271" y="0"/>
                  <a:pt x="1304165" y="51892"/>
                  <a:pt x="1304165" y="115910"/>
                </a:cubicBezTo>
                <a:lnTo>
                  <a:pt x="1304165" y="579529"/>
                </a:lnTo>
                <a:cubicBezTo>
                  <a:pt x="1304165" y="643542"/>
                  <a:pt x="1252271" y="695436"/>
                  <a:pt x="1188256" y="695436"/>
                </a:cubicBezTo>
                <a:lnTo>
                  <a:pt x="115908" y="695436"/>
                </a:lnTo>
                <a:cubicBezTo>
                  <a:pt x="51895" y="695436"/>
                  <a:pt x="0" y="643542"/>
                  <a:pt x="0" y="579529"/>
                </a:cubicBezTo>
                <a:lnTo>
                  <a:pt x="0" y="115910"/>
                </a:lnTo>
              </a:path>
            </a:pathLst>
          </a:custGeom>
          <a:solidFill xmlns:a="http://schemas.openxmlformats.org/drawingml/2006/main">
            <a:srgbClr val="D2E2F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3" name="path-331">
            <a:extLst xmlns:a="http://schemas.openxmlformats.org/drawingml/2006/main">
              <a:ext uri="{FF2B5EF4-FFF2-40B4-BE49-F238E27FC236}">
                <a16:creationId xmlns:a16="http://schemas.microsoft.com/office/drawing/2014/main" id="{E574F286-3E46-4CA1-9524-30A8276AF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80207" y="2377262"/>
            <a:ext cx="1288652" cy="687165"/>
          </a:xfrm>
          <a:custGeom xmlns:a="http://schemas.openxmlformats.org/drawingml/2006/main">
            <a:pathLst>
              <a:path w="1304164" h="695436">
                <a:moveTo>
                  <a:pt x="0" y="115908"/>
                </a:moveTo>
                <a:cubicBezTo>
                  <a:pt x="0" y="51894"/>
                  <a:pt x="51894" y="0"/>
                  <a:pt x="115909" y="0"/>
                </a:cubicBezTo>
                <a:lnTo>
                  <a:pt x="1188256" y="0"/>
                </a:lnTo>
                <a:cubicBezTo>
                  <a:pt x="1252270" y="0"/>
                  <a:pt x="1304164" y="51894"/>
                  <a:pt x="1304164" y="115908"/>
                </a:cubicBezTo>
                <a:lnTo>
                  <a:pt x="1304164" y="579529"/>
                </a:lnTo>
                <a:cubicBezTo>
                  <a:pt x="1304164" y="643542"/>
                  <a:pt x="1252270" y="695436"/>
                  <a:pt x="1188256" y="695436"/>
                </a:cubicBezTo>
                <a:lnTo>
                  <a:pt x="115909" y="695436"/>
                </a:lnTo>
                <a:cubicBezTo>
                  <a:pt x="51894" y="695436"/>
                  <a:pt x="0" y="643542"/>
                  <a:pt x="0" y="579529"/>
                </a:cubicBezTo>
                <a:lnTo>
                  <a:pt x="0" y="115908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42433"/>
            </a:solidFill>
            <a:prstDash val="solid"/>
          </a:ln>
        </p:spPr>
      </p:sp>
      <p:sp>
        <p:nvSpPr>
          <p:cNvPr id="384" name="text-332 Terminal">
            <a:extLst xmlns:a="http://schemas.openxmlformats.org/drawingml/2006/main">
              <a:ext uri="{FF2B5EF4-FFF2-40B4-BE49-F238E27FC236}">
                <a16:creationId xmlns:a16="http://schemas.microsoft.com/office/drawing/2014/main" id="{2331A9B9-CED6-4E6C-AE9F-61FF29032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92700" y="2546728"/>
            <a:ext cx="1132722" cy="4007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54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54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Terminal</a:t>
            </a:r>
          </a:p>
        </p:txBody>
      </p:sp>
      <p:sp>
        <p:nvSpPr>
          <p:cNvPr id="385" name="path-333">
            <a:extLst xmlns:a="http://schemas.openxmlformats.org/drawingml/2006/main">
              <a:ext uri="{FF2B5EF4-FFF2-40B4-BE49-F238E27FC236}">
                <a16:creationId xmlns:a16="http://schemas.microsoft.com/office/drawing/2014/main" id="{5CC899E1-A153-47D9-A318-A9A533B76D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75408" y="2364465"/>
            <a:ext cx="1013984" cy="687166"/>
          </a:xfrm>
          <a:custGeom xmlns:a="http://schemas.openxmlformats.org/drawingml/2006/main">
            <a:pathLst>
              <a:path w="1026189" h="695438">
                <a:moveTo>
                  <a:pt x="0" y="115906"/>
                </a:moveTo>
                <a:cubicBezTo>
                  <a:pt x="0" y="51894"/>
                  <a:pt x="51894" y="0"/>
                  <a:pt x="115910" y="0"/>
                </a:cubicBezTo>
                <a:lnTo>
                  <a:pt x="910280" y="0"/>
                </a:lnTo>
                <a:cubicBezTo>
                  <a:pt x="974295" y="0"/>
                  <a:pt x="1026189" y="51894"/>
                  <a:pt x="1026189" y="115906"/>
                </a:cubicBezTo>
                <a:lnTo>
                  <a:pt x="1026189" y="579528"/>
                </a:lnTo>
                <a:cubicBezTo>
                  <a:pt x="1026189" y="643543"/>
                  <a:pt x="974295" y="695438"/>
                  <a:pt x="910280" y="695438"/>
                </a:cubicBezTo>
                <a:lnTo>
                  <a:pt x="115910" y="695438"/>
                </a:lnTo>
                <a:cubicBezTo>
                  <a:pt x="51894" y="695438"/>
                  <a:pt x="0" y="643543"/>
                  <a:pt x="0" y="579528"/>
                </a:cubicBezTo>
                <a:lnTo>
                  <a:pt x="0" y="115906"/>
                </a:lnTo>
              </a:path>
            </a:pathLst>
          </a:custGeom>
          <a:solidFill xmlns:a="http://schemas.openxmlformats.org/drawingml/2006/main">
            <a:srgbClr val="D2E2F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6" name="path-334">
            <a:extLst xmlns:a="http://schemas.openxmlformats.org/drawingml/2006/main">
              <a:ext uri="{FF2B5EF4-FFF2-40B4-BE49-F238E27FC236}">
                <a16:creationId xmlns:a16="http://schemas.microsoft.com/office/drawing/2014/main" id="{E6CF16E4-93E4-4F27-A429-A0B02ED60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75408" y="2364465"/>
            <a:ext cx="1013984" cy="687164"/>
          </a:xfrm>
          <a:custGeom xmlns:a="http://schemas.openxmlformats.org/drawingml/2006/main">
            <a:pathLst>
              <a:path w="1026190" h="695435">
                <a:moveTo>
                  <a:pt x="0" y="115909"/>
                </a:moveTo>
                <a:cubicBezTo>
                  <a:pt x="0" y="51894"/>
                  <a:pt x="51894" y="0"/>
                  <a:pt x="115909" y="0"/>
                </a:cubicBezTo>
                <a:lnTo>
                  <a:pt x="910281" y="0"/>
                </a:lnTo>
                <a:cubicBezTo>
                  <a:pt x="974296" y="0"/>
                  <a:pt x="1026190" y="51894"/>
                  <a:pt x="1026190" y="115909"/>
                </a:cubicBezTo>
                <a:lnTo>
                  <a:pt x="1026190" y="579528"/>
                </a:lnTo>
                <a:cubicBezTo>
                  <a:pt x="1026190" y="643543"/>
                  <a:pt x="974296" y="695435"/>
                  <a:pt x="910281" y="695435"/>
                </a:cubicBezTo>
                <a:lnTo>
                  <a:pt x="115909" y="695435"/>
                </a:lnTo>
                <a:cubicBezTo>
                  <a:pt x="51894" y="695435"/>
                  <a:pt x="0" y="643543"/>
                  <a:pt x="0" y="579528"/>
                </a:cubicBezTo>
                <a:lnTo>
                  <a:pt x="0" y="115909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42433"/>
            </a:solidFill>
            <a:prstDash val="solid"/>
          </a:ln>
        </p:spPr>
      </p:sp>
      <p:sp>
        <p:nvSpPr>
          <p:cNvPr id="387" name="text-335 Search">
            <a:extLst xmlns:a="http://schemas.openxmlformats.org/drawingml/2006/main">
              <a:ext uri="{FF2B5EF4-FFF2-40B4-BE49-F238E27FC236}">
                <a16:creationId xmlns:a16="http://schemas.microsoft.com/office/drawing/2014/main" id="{0D66BCE6-D383-41F8-94A1-5F1F93AA4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50213" y="2536332"/>
            <a:ext cx="931366" cy="3895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9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Search</a:t>
            </a:r>
          </a:p>
        </p:txBody>
      </p:sp>
      <p:sp>
        <p:nvSpPr>
          <p:cNvPr id="388" name="path-336">
            <a:extLst xmlns:a="http://schemas.openxmlformats.org/drawingml/2006/main">
              <a:ext uri="{FF2B5EF4-FFF2-40B4-BE49-F238E27FC236}">
                <a16:creationId xmlns:a16="http://schemas.microsoft.com/office/drawing/2014/main" id="{FA17FDE1-26EB-4A67-9AC1-425AE4FC6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0223" y="3160412"/>
            <a:ext cx="848796" cy="687165"/>
          </a:xfrm>
          <a:custGeom xmlns:a="http://schemas.openxmlformats.org/drawingml/2006/main">
            <a:pathLst>
              <a:path w="859013" h="695436">
                <a:moveTo>
                  <a:pt x="0" y="115910"/>
                </a:moveTo>
                <a:cubicBezTo>
                  <a:pt x="0" y="51895"/>
                  <a:pt x="51894" y="0"/>
                  <a:pt x="115907" y="0"/>
                </a:cubicBezTo>
                <a:lnTo>
                  <a:pt x="743104" y="0"/>
                </a:lnTo>
                <a:cubicBezTo>
                  <a:pt x="807119" y="0"/>
                  <a:pt x="859013" y="51895"/>
                  <a:pt x="859013" y="115910"/>
                </a:cubicBezTo>
                <a:lnTo>
                  <a:pt x="859013" y="579529"/>
                </a:lnTo>
                <a:cubicBezTo>
                  <a:pt x="859013" y="643544"/>
                  <a:pt x="807119" y="695436"/>
                  <a:pt x="743104" y="695436"/>
                </a:cubicBezTo>
                <a:lnTo>
                  <a:pt x="115907" y="695436"/>
                </a:lnTo>
                <a:cubicBezTo>
                  <a:pt x="51894" y="695436"/>
                  <a:pt x="0" y="643544"/>
                  <a:pt x="0" y="579529"/>
                </a:cubicBezTo>
                <a:lnTo>
                  <a:pt x="0" y="115910"/>
                </a:lnTo>
              </a:path>
            </a:pathLst>
          </a:custGeom>
          <a:solidFill xmlns:a="http://schemas.openxmlformats.org/drawingml/2006/main">
            <a:srgbClr val="D3E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9" name="path-337">
            <a:extLst xmlns:a="http://schemas.openxmlformats.org/drawingml/2006/main">
              <a:ext uri="{FF2B5EF4-FFF2-40B4-BE49-F238E27FC236}">
                <a16:creationId xmlns:a16="http://schemas.microsoft.com/office/drawing/2014/main" id="{09BC023E-2C4C-43E5-9ED7-0A5FA1CB52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0223" y="3160412"/>
            <a:ext cx="848796" cy="687165"/>
          </a:xfrm>
          <a:custGeom xmlns:a="http://schemas.openxmlformats.org/drawingml/2006/main">
            <a:pathLst>
              <a:path w="859013" h="695436">
                <a:moveTo>
                  <a:pt x="0" y="115908"/>
                </a:moveTo>
                <a:cubicBezTo>
                  <a:pt x="0" y="51895"/>
                  <a:pt x="51894" y="0"/>
                  <a:pt x="115908" y="0"/>
                </a:cubicBezTo>
                <a:lnTo>
                  <a:pt x="743104" y="0"/>
                </a:lnTo>
                <a:cubicBezTo>
                  <a:pt x="807118" y="0"/>
                  <a:pt x="859013" y="51895"/>
                  <a:pt x="859013" y="115908"/>
                </a:cubicBezTo>
                <a:lnTo>
                  <a:pt x="859013" y="579529"/>
                </a:lnTo>
                <a:cubicBezTo>
                  <a:pt x="859013" y="643542"/>
                  <a:pt x="807118" y="695436"/>
                  <a:pt x="743104" y="695436"/>
                </a:cubicBezTo>
                <a:lnTo>
                  <a:pt x="115908" y="695436"/>
                </a:lnTo>
                <a:cubicBezTo>
                  <a:pt x="51894" y="695436"/>
                  <a:pt x="0" y="643542"/>
                  <a:pt x="0" y="579529"/>
                </a:cubicBezTo>
                <a:lnTo>
                  <a:pt x="0" y="115908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390" name="text-338 Web">
            <a:extLst xmlns:a="http://schemas.openxmlformats.org/drawingml/2006/main">
              <a:ext uri="{FF2B5EF4-FFF2-40B4-BE49-F238E27FC236}">
                <a16:creationId xmlns:a16="http://schemas.microsoft.com/office/drawing/2014/main" id="{F01DD738-A39D-4549-B80C-72F4AFBEB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06618" y="3305779"/>
            <a:ext cx="676081" cy="426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0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0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0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Web</a:t>
            </a:r>
          </a:p>
        </p:txBody>
      </p:sp>
      <p:sp>
        <p:nvSpPr>
          <p:cNvPr id="391" name="path-339">
            <a:extLst xmlns:a="http://schemas.openxmlformats.org/drawingml/2006/main">
              <a:ext uri="{FF2B5EF4-FFF2-40B4-BE49-F238E27FC236}">
                <a16:creationId xmlns:a16="http://schemas.microsoft.com/office/drawing/2014/main" id="{1223E773-9EC3-4192-A431-E6D72E5BB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3714" y="3153003"/>
            <a:ext cx="848796" cy="687167"/>
          </a:xfrm>
          <a:custGeom xmlns:a="http://schemas.openxmlformats.org/drawingml/2006/main">
            <a:pathLst>
              <a:path w="859013" h="695439">
                <a:moveTo>
                  <a:pt x="0" y="115910"/>
                </a:moveTo>
                <a:cubicBezTo>
                  <a:pt x="0" y="51895"/>
                  <a:pt x="51894" y="0"/>
                  <a:pt x="115910" y="0"/>
                </a:cubicBezTo>
                <a:lnTo>
                  <a:pt x="743104" y="0"/>
                </a:lnTo>
                <a:cubicBezTo>
                  <a:pt x="807119" y="0"/>
                  <a:pt x="859013" y="51895"/>
                  <a:pt x="859013" y="115910"/>
                </a:cubicBezTo>
                <a:lnTo>
                  <a:pt x="859013" y="579529"/>
                </a:lnTo>
                <a:cubicBezTo>
                  <a:pt x="859013" y="643544"/>
                  <a:pt x="807119" y="695439"/>
                  <a:pt x="743104" y="695439"/>
                </a:cubicBezTo>
                <a:lnTo>
                  <a:pt x="115910" y="695439"/>
                </a:lnTo>
                <a:cubicBezTo>
                  <a:pt x="51894" y="695439"/>
                  <a:pt x="0" y="643544"/>
                  <a:pt x="0" y="579529"/>
                </a:cubicBezTo>
                <a:lnTo>
                  <a:pt x="0" y="115910"/>
                </a:lnTo>
              </a:path>
            </a:pathLst>
          </a:custGeom>
          <a:solidFill xmlns:a="http://schemas.openxmlformats.org/drawingml/2006/main">
            <a:srgbClr val="D3E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2" name="path-340">
            <a:extLst xmlns:a="http://schemas.openxmlformats.org/drawingml/2006/main">
              <a:ext uri="{FF2B5EF4-FFF2-40B4-BE49-F238E27FC236}">
                <a16:creationId xmlns:a16="http://schemas.microsoft.com/office/drawing/2014/main" id="{FD684EC4-4CDB-4F8F-8A58-22BFA0512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3714" y="3153003"/>
            <a:ext cx="848796" cy="687165"/>
          </a:xfrm>
          <a:custGeom xmlns:a="http://schemas.openxmlformats.org/drawingml/2006/main">
            <a:pathLst>
              <a:path w="859013" h="695436">
                <a:moveTo>
                  <a:pt x="0" y="115908"/>
                </a:moveTo>
                <a:cubicBezTo>
                  <a:pt x="0" y="51895"/>
                  <a:pt x="51894" y="0"/>
                  <a:pt x="115908" y="0"/>
                </a:cubicBezTo>
                <a:lnTo>
                  <a:pt x="743104" y="0"/>
                </a:lnTo>
                <a:cubicBezTo>
                  <a:pt x="807118" y="0"/>
                  <a:pt x="859013" y="51895"/>
                  <a:pt x="859013" y="115908"/>
                </a:cubicBezTo>
                <a:lnTo>
                  <a:pt x="859013" y="579529"/>
                </a:lnTo>
                <a:cubicBezTo>
                  <a:pt x="859013" y="643542"/>
                  <a:pt x="807118" y="695436"/>
                  <a:pt x="743104" y="695436"/>
                </a:cubicBezTo>
                <a:lnTo>
                  <a:pt x="115908" y="695436"/>
                </a:lnTo>
                <a:cubicBezTo>
                  <a:pt x="51894" y="695436"/>
                  <a:pt x="0" y="643542"/>
                  <a:pt x="0" y="579529"/>
                </a:cubicBezTo>
                <a:lnTo>
                  <a:pt x="0" y="115908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393" name="text-341 OS">
            <a:extLst xmlns:a="http://schemas.openxmlformats.org/drawingml/2006/main">
              <a:ext uri="{FF2B5EF4-FFF2-40B4-BE49-F238E27FC236}">
                <a16:creationId xmlns:a16="http://schemas.microsoft.com/office/drawing/2014/main" id="{513CD98A-A245-4642-A0CE-23DE57EC8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83767" y="3316768"/>
            <a:ext cx="467405" cy="4029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6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6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OS</a:t>
            </a:r>
          </a:p>
        </p:txBody>
      </p:sp>
      <p:sp>
        <p:nvSpPr>
          <p:cNvPr id="394" name="path-342">
            <a:extLst xmlns:a="http://schemas.openxmlformats.org/drawingml/2006/main">
              <a:ext uri="{FF2B5EF4-FFF2-40B4-BE49-F238E27FC236}">
                <a16:creationId xmlns:a16="http://schemas.microsoft.com/office/drawing/2014/main" id="{365A88DF-871B-4204-A428-663322E35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2973" y="3153003"/>
            <a:ext cx="1204782" cy="687167"/>
          </a:xfrm>
          <a:custGeom xmlns:a="http://schemas.openxmlformats.org/drawingml/2006/main">
            <a:pathLst>
              <a:path w="1219284" h="695439">
                <a:moveTo>
                  <a:pt x="0" y="115910"/>
                </a:moveTo>
                <a:cubicBezTo>
                  <a:pt x="0" y="51895"/>
                  <a:pt x="51894" y="0"/>
                  <a:pt x="115907" y="0"/>
                </a:cubicBezTo>
                <a:lnTo>
                  <a:pt x="1103377" y="0"/>
                </a:lnTo>
                <a:cubicBezTo>
                  <a:pt x="1167390" y="0"/>
                  <a:pt x="1219284" y="51895"/>
                  <a:pt x="1219284" y="115910"/>
                </a:cubicBezTo>
                <a:lnTo>
                  <a:pt x="1219284" y="579531"/>
                </a:lnTo>
                <a:cubicBezTo>
                  <a:pt x="1219284" y="643544"/>
                  <a:pt x="1167390" y="695439"/>
                  <a:pt x="1103377" y="695439"/>
                </a:cubicBezTo>
                <a:lnTo>
                  <a:pt x="115907" y="695439"/>
                </a:lnTo>
                <a:cubicBezTo>
                  <a:pt x="51894" y="695439"/>
                  <a:pt x="0" y="643544"/>
                  <a:pt x="0" y="579531"/>
                </a:cubicBezTo>
                <a:lnTo>
                  <a:pt x="0" y="115910"/>
                </a:lnTo>
              </a:path>
            </a:pathLst>
          </a:custGeom>
          <a:solidFill xmlns:a="http://schemas.openxmlformats.org/drawingml/2006/main">
            <a:srgbClr val="D3E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5" name="path-343">
            <a:extLst xmlns:a="http://schemas.openxmlformats.org/drawingml/2006/main">
              <a:ext uri="{FF2B5EF4-FFF2-40B4-BE49-F238E27FC236}">
                <a16:creationId xmlns:a16="http://schemas.microsoft.com/office/drawing/2014/main" id="{57F285AF-D7FB-4EDB-8236-0F5694C9B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2973" y="3153003"/>
            <a:ext cx="1204783" cy="687165"/>
          </a:xfrm>
          <a:custGeom xmlns:a="http://schemas.openxmlformats.org/drawingml/2006/main">
            <a:pathLst>
              <a:path w="1219285" h="695436">
                <a:moveTo>
                  <a:pt x="0" y="115908"/>
                </a:moveTo>
                <a:cubicBezTo>
                  <a:pt x="0" y="51895"/>
                  <a:pt x="51894" y="0"/>
                  <a:pt x="115908" y="0"/>
                </a:cubicBezTo>
                <a:lnTo>
                  <a:pt x="1103378" y="0"/>
                </a:lnTo>
                <a:cubicBezTo>
                  <a:pt x="1167392" y="0"/>
                  <a:pt x="1219285" y="51895"/>
                  <a:pt x="1219285" y="115908"/>
                </a:cubicBezTo>
                <a:lnTo>
                  <a:pt x="1219285" y="579529"/>
                </a:lnTo>
                <a:cubicBezTo>
                  <a:pt x="1219285" y="643542"/>
                  <a:pt x="1167392" y="695436"/>
                  <a:pt x="1103378" y="695436"/>
                </a:cubicBezTo>
                <a:lnTo>
                  <a:pt x="115908" y="695436"/>
                </a:lnTo>
                <a:cubicBezTo>
                  <a:pt x="51894" y="695436"/>
                  <a:pt x="0" y="643542"/>
                  <a:pt x="0" y="579529"/>
                </a:cubicBezTo>
                <a:lnTo>
                  <a:pt x="0" y="115908"/>
                </a:lnTo>
              </a:path>
            </a:pathLst>
          </a:custGeom>
          <a:noFill xmlns:a="http://schemas.openxmlformats.org/drawingml/2006/main"/>
          <a:ln xmlns:a="http://schemas.openxmlformats.org/drawingml/2006/main" w="31895">
            <a:solidFill>
              <a:srgbClr val="000000"/>
            </a:solidFill>
            <a:prstDash val="solid"/>
          </a:ln>
        </p:spPr>
      </p:sp>
      <p:sp>
        <p:nvSpPr>
          <p:cNvPr id="396" name="text-344 Android">
            <a:extLst xmlns:a="http://schemas.openxmlformats.org/drawingml/2006/main">
              <a:ext uri="{FF2B5EF4-FFF2-40B4-BE49-F238E27FC236}">
                <a16:creationId xmlns:a16="http://schemas.microsoft.com/office/drawing/2014/main" id="{7F225DDE-8BD7-4984-900F-8B0F9D1E1C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60650" y="3302071"/>
            <a:ext cx="1096659" cy="4235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Android</a:t>
            </a:r>
          </a:p>
        </p:txBody>
      </p:sp>
      <p:sp>
        <p:nvSpPr>
          <p:cNvPr id="397" name="text-345 Standard">
            <a:extLst xmlns:a="http://schemas.openxmlformats.org/drawingml/2006/main">
              <a:ext uri="{FF2B5EF4-FFF2-40B4-BE49-F238E27FC236}">
                <a16:creationId xmlns:a16="http://schemas.microsoft.com/office/drawing/2014/main" id="{72CFB1D2-F64D-49DB-88DB-AB22FC5480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78100" y="6372561"/>
            <a:ext cx="1115778" cy="3686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7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7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7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Standard</a:t>
            </a:r>
          </a:p>
        </p:txBody>
      </p:sp>
      <p:sp>
        <p:nvSpPr>
          <p:cNvPr id="398" name="text-345 Agent">
            <a:extLst xmlns:a="http://schemas.openxmlformats.org/drawingml/2006/main">
              <a:ext uri="{FF2B5EF4-FFF2-40B4-BE49-F238E27FC236}">
                <a16:creationId xmlns:a16="http://schemas.microsoft.com/office/drawing/2014/main" id="{EB615287-79C7-4C2A-90AD-671F890F0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26318" y="6371127"/>
            <a:ext cx="739378" cy="37065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8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399" name="text-346 Infinite">
            <a:extLst xmlns:a="http://schemas.openxmlformats.org/drawingml/2006/main">
              <a:ext uri="{FF2B5EF4-FFF2-40B4-BE49-F238E27FC236}">
                <a16:creationId xmlns:a16="http://schemas.microsoft.com/office/drawing/2014/main" id="{A3EBD25A-DE15-427A-A6F2-506405BF1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2971" y="9441664"/>
            <a:ext cx="896090" cy="4014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5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5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5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Infinite</a:t>
            </a:r>
          </a:p>
        </p:txBody>
      </p:sp>
      <p:sp>
        <p:nvSpPr>
          <p:cNvPr id="400" name="text-348 Real">
            <a:extLst xmlns:a="http://schemas.openxmlformats.org/drawingml/2006/main">
              <a:ext uri="{FF2B5EF4-FFF2-40B4-BE49-F238E27FC236}">
                <a16:creationId xmlns:a16="http://schemas.microsoft.com/office/drawing/2014/main" id="{89267192-CE5A-4254-828B-DCC4FAC31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34304" y="9453827"/>
            <a:ext cx="613843" cy="3844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16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Real</a:t>
            </a:r>
          </a:p>
        </p:txBody>
      </p:sp>
      <p:sp>
        <p:nvSpPr>
          <p:cNvPr id="401" name="text-349 -">
            <a:extLst xmlns:a="http://schemas.openxmlformats.org/drawingml/2006/main">
              <a:ext uri="{FF2B5EF4-FFF2-40B4-BE49-F238E27FC236}">
                <a16:creationId xmlns:a16="http://schemas.microsoft.com/office/drawing/2014/main" id="{3874CBE6-2B32-4721-A0B6-5FA8148E0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98844" y="9544812"/>
            <a:ext cx="94173" cy="2570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44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402" name="text-350 World">
            <a:extLst xmlns:a="http://schemas.openxmlformats.org/drawingml/2006/main">
              <a:ext uri="{FF2B5EF4-FFF2-40B4-BE49-F238E27FC236}">
                <a16:creationId xmlns:a16="http://schemas.microsoft.com/office/drawing/2014/main" id="{A650564E-A8E7-4F2B-8903-4CDA6EB23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59445" y="9416145"/>
            <a:ext cx="865623" cy="4371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5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5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5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World</a:t>
            </a:r>
          </a:p>
        </p:txBody>
      </p:sp>
      <p:sp>
        <p:nvSpPr>
          <p:cNvPr id="403" name="text-351 Envs">
            <a:extLst xmlns:a="http://schemas.openxmlformats.org/drawingml/2006/main">
              <a:ext uri="{FF2B5EF4-FFF2-40B4-BE49-F238E27FC236}">
                <a16:creationId xmlns:a16="http://schemas.microsoft.com/office/drawing/2014/main" id="{7D21A828-3888-482E-86D8-6443F83A5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55693" y="9473351"/>
            <a:ext cx="612697" cy="3570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Envs</a:t>
            </a:r>
          </a:p>
        </p:txBody>
      </p:sp>
      <p:sp>
        <p:nvSpPr>
          <p:cNvPr id="404" name="text-352 Generalize">
            <a:extLst xmlns:a="http://schemas.openxmlformats.org/drawingml/2006/main">
              <a:ext uri="{FF2B5EF4-FFF2-40B4-BE49-F238E27FC236}">
                <a16:creationId xmlns:a16="http://schemas.microsoft.com/office/drawing/2014/main" id="{FB1CF189-4B34-4D03-A86C-D7C4E667F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0307" y="9764324"/>
            <a:ext cx="1477859" cy="4126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21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21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321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Generalize</a:t>
            </a:r>
          </a:p>
        </p:txBody>
      </p:sp>
      <p:sp>
        <p:nvSpPr>
          <p:cNvPr id="405" name="text-354 to">
            <a:extLst xmlns:a="http://schemas.openxmlformats.org/drawingml/2006/main">
              <a:ext uri="{FF2B5EF4-FFF2-40B4-BE49-F238E27FC236}">
                <a16:creationId xmlns:a16="http://schemas.microsoft.com/office/drawing/2014/main" id="{8E9F5B90-5E93-450C-9189-32898F620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52127" y="9764851"/>
            <a:ext cx="298212" cy="4119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17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17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317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to</a:t>
            </a:r>
          </a:p>
        </p:txBody>
      </p:sp>
      <p:sp>
        <p:nvSpPr>
          <p:cNvPr id="406" name="text-356 Claw">
            <a:extLst xmlns:a="http://schemas.openxmlformats.org/drawingml/2006/main">
              <a:ext uri="{FF2B5EF4-FFF2-40B4-BE49-F238E27FC236}">
                <a16:creationId xmlns:a16="http://schemas.microsoft.com/office/drawing/2014/main" id="{E22D0020-952F-4568-A8FA-FBDC46342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83835" y="9764655"/>
            <a:ext cx="707094" cy="41222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18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18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318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Claw</a:t>
            </a:r>
          </a:p>
        </p:txBody>
      </p:sp>
      <p:sp>
        <p:nvSpPr>
          <p:cNvPr id="407" name="text-358 Agent">
            <a:extLst xmlns:a="http://schemas.openxmlformats.org/drawingml/2006/main">
              <a:ext uri="{FF2B5EF4-FFF2-40B4-BE49-F238E27FC236}">
                <a16:creationId xmlns:a16="http://schemas.microsoft.com/office/drawing/2014/main" id="{6C485103-2BA1-4DD3-992D-A4E3F3816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23795" y="9767165"/>
            <a:ext cx="815098" cy="4087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9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9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299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408" name="text-359 Controlled">
            <a:extLst xmlns:a="http://schemas.openxmlformats.org/drawingml/2006/main">
              <a:ext uri="{FF2B5EF4-FFF2-40B4-BE49-F238E27FC236}">
                <a16:creationId xmlns:a16="http://schemas.microsoft.com/office/drawing/2014/main" id="{253E6DE6-6572-4C13-B4E8-689A8036A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44728" y="9441467"/>
            <a:ext cx="1387957" cy="4103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Controlled</a:t>
            </a:r>
          </a:p>
        </p:txBody>
      </p:sp>
      <p:sp>
        <p:nvSpPr>
          <p:cNvPr id="409" name="text-359 Adversarial">
            <a:extLst xmlns:a="http://schemas.openxmlformats.org/drawingml/2006/main">
              <a:ext uri="{FF2B5EF4-FFF2-40B4-BE49-F238E27FC236}">
                <a16:creationId xmlns:a16="http://schemas.microsoft.com/office/drawing/2014/main" id="{ACC05EC7-B73C-446A-8D29-C5A2063187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66771" y="9439290"/>
            <a:ext cx="1529223" cy="4133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Adversarial</a:t>
            </a:r>
          </a:p>
        </p:txBody>
      </p:sp>
      <p:sp>
        <p:nvSpPr>
          <p:cNvPr id="410" name="text-360 Envs">
            <a:extLst xmlns:a="http://schemas.openxmlformats.org/drawingml/2006/main">
              <a:ext uri="{FF2B5EF4-FFF2-40B4-BE49-F238E27FC236}">
                <a16:creationId xmlns:a16="http://schemas.microsoft.com/office/drawing/2014/main" id="{4AACCDB4-479A-4F84-B44A-98AAF307A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30096" y="9479474"/>
            <a:ext cx="612697" cy="3570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08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08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Envs</a:t>
            </a:r>
          </a:p>
        </p:txBody>
      </p:sp>
      <p:sp>
        <p:nvSpPr>
          <p:cNvPr id="411" name="text-361 Beyond">
            <a:extLst xmlns:a="http://schemas.openxmlformats.org/drawingml/2006/main">
              <a:ext uri="{FF2B5EF4-FFF2-40B4-BE49-F238E27FC236}">
                <a16:creationId xmlns:a16="http://schemas.microsoft.com/office/drawing/2014/main" id="{E9101651-F6C9-4984-9D2B-19AEB5B59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43228" y="9780308"/>
            <a:ext cx="1017120" cy="3988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43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43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243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Beyond</a:t>
            </a:r>
          </a:p>
        </p:txBody>
      </p:sp>
      <p:sp>
        <p:nvSpPr>
          <p:cNvPr id="412" name="text-363 Real">
            <a:extLst xmlns:a="http://schemas.openxmlformats.org/drawingml/2006/main">
              <a:ext uri="{FF2B5EF4-FFF2-40B4-BE49-F238E27FC236}">
                <a16:creationId xmlns:a16="http://schemas.microsoft.com/office/drawing/2014/main" id="{3A8DBE2A-F8F1-4509-8166-F9667161B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95761" y="9790638"/>
            <a:ext cx="613843" cy="38442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62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62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162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Real</a:t>
            </a:r>
          </a:p>
        </p:txBody>
      </p:sp>
      <p:sp>
        <p:nvSpPr>
          <p:cNvPr id="413" name="text-365 Env">
            <a:extLst xmlns:a="http://schemas.openxmlformats.org/drawingml/2006/main">
              <a:ext uri="{FF2B5EF4-FFF2-40B4-BE49-F238E27FC236}">
                <a16:creationId xmlns:a16="http://schemas.microsoft.com/office/drawing/2014/main" id="{2EE9A048-B372-435B-B3D9-E43B2239B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46418" y="9801893"/>
            <a:ext cx="500927" cy="3686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73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73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073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Env</a:t>
            </a:r>
          </a:p>
        </p:txBody>
      </p:sp>
      <p:sp>
        <p:nvSpPr>
          <p:cNvPr id="414" name="text-366 CPT">
            <a:extLst xmlns:a="http://schemas.openxmlformats.org/drawingml/2006/main">
              <a:ext uri="{FF2B5EF4-FFF2-40B4-BE49-F238E27FC236}">
                <a16:creationId xmlns:a16="http://schemas.microsoft.com/office/drawing/2014/main" id="{D7A8EC93-DF05-416B-A795-3A643B4465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94394" y="1038310"/>
            <a:ext cx="574798" cy="3692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7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7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7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CPT</a:t>
            </a:r>
          </a:p>
        </p:txBody>
      </p:sp>
      <p:sp>
        <p:nvSpPr>
          <p:cNvPr id="415" name="text-368 →">
            <a:extLst xmlns:a="http://schemas.openxmlformats.org/drawingml/2006/main">
              <a:ext uri="{FF2B5EF4-FFF2-40B4-BE49-F238E27FC236}">
                <a16:creationId xmlns:a16="http://schemas.microsoft.com/office/drawing/2014/main" id="{A73A32DF-50C0-4B54-B43E-9B63575E33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16346" y="995775"/>
            <a:ext cx="361316" cy="4287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416" name="text-369 SFT">
            <a:extLst xmlns:a="http://schemas.openxmlformats.org/drawingml/2006/main">
              <a:ext uri="{FF2B5EF4-FFF2-40B4-BE49-F238E27FC236}">
                <a16:creationId xmlns:a16="http://schemas.microsoft.com/office/drawing/2014/main" id="{9C8FFF2B-5046-4D7F-8735-FAF983663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18222" y="1046463"/>
            <a:ext cx="528566" cy="3577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01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SFT</a:t>
            </a:r>
          </a:p>
        </p:txBody>
      </p:sp>
      <p:sp>
        <p:nvSpPr>
          <p:cNvPr id="417" name="text-370 →">
            <a:extLst xmlns:a="http://schemas.openxmlformats.org/drawingml/2006/main">
              <a:ext uri="{FF2B5EF4-FFF2-40B4-BE49-F238E27FC236}">
                <a16:creationId xmlns:a16="http://schemas.microsoft.com/office/drawing/2014/main" id="{93A2ACA6-6A47-4A28-8000-064CBD2298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5521" y="995775"/>
            <a:ext cx="361316" cy="4287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→</a:t>
            </a:r>
          </a:p>
        </p:txBody>
      </p:sp>
      <p:sp>
        <p:nvSpPr>
          <p:cNvPr id="418" name="text-372 RL">
            <a:extLst xmlns:a="http://schemas.openxmlformats.org/drawingml/2006/main">
              <a:ext uri="{FF2B5EF4-FFF2-40B4-BE49-F238E27FC236}">
                <a16:creationId xmlns:a16="http://schemas.microsoft.com/office/drawing/2014/main" id="{BF7CAFD6-9786-4176-B781-182CD072E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97398" y="1051088"/>
            <a:ext cx="365923" cy="3513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7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76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76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RL</a:t>
            </a:r>
          </a:p>
        </p:txBody>
      </p:sp>
      <p:sp>
        <p:nvSpPr>
          <p:cNvPr id="419" name="text-373 10M+">
            <a:extLst xmlns:a="http://schemas.openxmlformats.org/drawingml/2006/main">
              <a:ext uri="{FF2B5EF4-FFF2-40B4-BE49-F238E27FC236}">
                <a16:creationId xmlns:a16="http://schemas.microsoft.com/office/drawing/2014/main" id="{884F8242-3FAC-4240-81B3-2D7CBA617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8889" y="1330957"/>
            <a:ext cx="900319" cy="4653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61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617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617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10M+</a:t>
            </a:r>
          </a:p>
        </p:txBody>
      </p:sp>
      <p:sp>
        <p:nvSpPr>
          <p:cNvPr id="420" name="text-375 Environment">
            <a:extLst xmlns:a="http://schemas.openxmlformats.org/drawingml/2006/main">
              <a:ext uri="{FF2B5EF4-FFF2-40B4-BE49-F238E27FC236}">
                <a16:creationId xmlns:a16="http://schemas.microsoft.com/office/drawing/2014/main" id="{3EE24096-73F8-42A0-BDC5-9B2F66FD0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34176" y="1360868"/>
            <a:ext cx="1752103" cy="4234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82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382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Environment</a:t>
            </a:r>
          </a:p>
        </p:txBody>
      </p:sp>
      <p:sp>
        <p:nvSpPr>
          <p:cNvPr id="421" name="text-377 Trajectories">
            <a:extLst xmlns:a="http://schemas.openxmlformats.org/drawingml/2006/main">
              <a:ext uri="{FF2B5EF4-FFF2-40B4-BE49-F238E27FC236}">
                <a16:creationId xmlns:a16="http://schemas.microsoft.com/office/drawing/2014/main" id="{499AB46C-AE17-4708-8E73-1F0B1EB48E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25780" y="1356898"/>
            <a:ext cx="1644219" cy="4290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1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13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13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Trajectories</a:t>
            </a:r>
          </a:p>
        </p:txBody>
      </p:sp>
      <p:sp>
        <p:nvSpPr>
          <p:cNvPr id="422" name="text-378 native">
            <a:extLst xmlns:a="http://schemas.openxmlformats.org/drawingml/2006/main">
              <a:ext uri="{FF2B5EF4-FFF2-40B4-BE49-F238E27FC236}">
                <a16:creationId xmlns:a16="http://schemas.microsoft.com/office/drawing/2014/main" id="{C679C81C-FC2A-46E1-BFC5-0B8111A33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7202" y="1727473"/>
            <a:ext cx="898680" cy="4417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85" b="0" i="1">
                <a:solidFill>
                  <a:srgbClr val="7F7F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85" b="0" i="1">
                <a:solidFill>
                  <a:srgbClr val="7F7F7F"/>
                </a:solidFill>
                <a:latin typeface="Arial"/>
                <a:ea typeface="Arial"/>
                <a:cs typeface="Arial"/>
              </a:defRPr>
            </a:pPr>
            <a:r>
              <a:rPr sz="2485" b="0" i="1">
                <a:solidFill>
                  <a:srgbClr val="7F7F7F"/>
                </a:solidFill>
                <a:latin typeface="Arial"/>
                <a:ea typeface="Arial"/>
                <a:cs typeface="Arial"/>
              </a:rPr>
              <a:t>native</a:t>
            </a:r>
          </a:p>
        </p:txBody>
      </p:sp>
      <p:sp>
        <p:nvSpPr>
          <p:cNvPr id="423" name="text-378 world">
            <a:extLst xmlns:a="http://schemas.openxmlformats.org/drawingml/2006/main">
              <a:ext uri="{FF2B5EF4-FFF2-40B4-BE49-F238E27FC236}">
                <a16:creationId xmlns:a16="http://schemas.microsoft.com/office/drawing/2014/main" id="{BFF516CA-7AC5-4E36-8D2E-25700617B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414975" y="1709596"/>
            <a:ext cx="856562" cy="4667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625" b="0" i="1">
                <a:solidFill>
                  <a:srgbClr val="7F7F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625" b="0" i="1">
                <a:solidFill>
                  <a:srgbClr val="7F7F7F"/>
                </a:solidFill>
                <a:latin typeface="Arial"/>
                <a:ea typeface="Arial"/>
                <a:cs typeface="Arial"/>
              </a:defRPr>
            </a:pPr>
            <a:r>
              <a:rPr sz="2625" b="0" i="1">
                <a:solidFill>
                  <a:srgbClr val="7F7F7F"/>
                </a:solidFill>
                <a:latin typeface="Arial"/>
                <a:ea typeface="Arial"/>
                <a:cs typeface="Arial"/>
              </a:rPr>
              <a:t>world</a:t>
            </a:r>
          </a:p>
        </p:txBody>
      </p:sp>
      <p:sp>
        <p:nvSpPr>
          <p:cNvPr id="424" name="text-378 model">
            <a:extLst xmlns:a="http://schemas.openxmlformats.org/drawingml/2006/main">
              <a:ext uri="{FF2B5EF4-FFF2-40B4-BE49-F238E27FC236}">
                <a16:creationId xmlns:a16="http://schemas.microsoft.com/office/drawing/2014/main" id="{52CB72A5-21E8-4BB3-921A-55A16445E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08013" y="1723435"/>
            <a:ext cx="927777" cy="4474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16" b="0" i="1">
                <a:solidFill>
                  <a:srgbClr val="7F7F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16" b="0" i="1">
                <a:solidFill>
                  <a:srgbClr val="7F7F7F"/>
                </a:solidFill>
                <a:latin typeface="Arial"/>
                <a:ea typeface="Arial"/>
                <a:cs typeface="Arial"/>
              </a:defRPr>
            </a:pPr>
            <a:r>
              <a:rPr sz="2516" b="0" i="1">
                <a:solidFill>
                  <a:srgbClr val="7F7F7F"/>
                </a:solidFill>
                <a:latin typeface="Arial"/>
                <a:ea typeface="Arial"/>
                <a:cs typeface="Arial"/>
              </a:rPr>
              <a:t>model</a:t>
            </a:r>
          </a:p>
        </p:txBody>
      </p:sp>
      <p:sp>
        <p:nvSpPr>
          <p:cNvPr id="425" name="text-378 training">
            <a:extLst xmlns:a="http://schemas.openxmlformats.org/drawingml/2006/main">
              <a:ext uri="{FF2B5EF4-FFF2-40B4-BE49-F238E27FC236}">
                <a16:creationId xmlns:a16="http://schemas.microsoft.com/office/drawing/2014/main" id="{A83BCBF4-6DB9-4FED-8807-156B89353E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74231" y="1714975"/>
            <a:ext cx="1134691" cy="4592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83" b="0" i="1">
                <a:solidFill>
                  <a:srgbClr val="7F7F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83" b="0" i="1">
                <a:solidFill>
                  <a:srgbClr val="7F7F7F"/>
                </a:solidFill>
                <a:latin typeface="Arial"/>
                <a:ea typeface="Arial"/>
                <a:cs typeface="Arial"/>
              </a:defRPr>
            </a:pPr>
            <a:r>
              <a:rPr sz="2583" b="0" i="1">
                <a:solidFill>
                  <a:srgbClr val="7F7F7F"/>
                </a:solidFill>
                <a:latin typeface="Arial"/>
                <a:ea typeface="Arial"/>
                <a:cs typeface="Arial"/>
              </a:rPr>
              <a:t>training</a:t>
            </a:r>
          </a:p>
        </p:txBody>
      </p:sp>
      <p:sp>
        <p:nvSpPr>
          <p:cNvPr id="426" name="path-379">
            <a:extLst xmlns:a="http://schemas.openxmlformats.org/drawingml/2006/main">
              <a:ext uri="{FF2B5EF4-FFF2-40B4-BE49-F238E27FC236}">
                <a16:creationId xmlns:a16="http://schemas.microsoft.com/office/drawing/2014/main" id="{3EE5B519-D582-4B47-9F9A-70E09D279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52467" y="5507886"/>
            <a:ext cx="1461716" cy="549344"/>
          </a:xfrm>
          <a:custGeom xmlns:a="http://schemas.openxmlformats.org/drawingml/2006/main">
            <a:pathLst>
              <a:path w="1479311" h="555957">
                <a:moveTo>
                  <a:pt x="0" y="0"/>
                </a:moveTo>
                <a:lnTo>
                  <a:pt x="1479311" y="0"/>
                </a:lnTo>
                <a:lnTo>
                  <a:pt x="1479311" y="555957"/>
                </a:lnTo>
                <a:lnTo>
                  <a:pt x="0" y="555957"/>
                </a:lnTo>
                <a:close/>
              </a:path>
            </a:pathLst>
          </a:custGeom>
          <a:solidFill xmlns:a="http://schemas.openxmlformats.org/drawingml/2006/main">
            <a:srgbClr val="D1E1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7" name="path-380">
            <a:extLst xmlns:a="http://schemas.openxmlformats.org/drawingml/2006/main">
              <a:ext uri="{FF2B5EF4-FFF2-40B4-BE49-F238E27FC236}">
                <a16:creationId xmlns:a16="http://schemas.microsoft.com/office/drawing/2014/main" id="{ECCBA679-61F9-46C9-93E9-532D3DD6B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52467" y="5507886"/>
            <a:ext cx="1461717" cy="549342"/>
          </a:xfrm>
          <a:custGeom xmlns:a="http://schemas.openxmlformats.org/drawingml/2006/main">
            <a:pathLst>
              <a:path w="1479312" h="555955">
                <a:moveTo>
                  <a:pt x="0" y="0"/>
                </a:moveTo>
                <a:lnTo>
                  <a:pt x="0" y="555955"/>
                </a:lnTo>
                <a:lnTo>
                  <a:pt x="1479312" y="555955"/>
                </a:lnTo>
                <a:lnTo>
                  <a:pt x="1479312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428" name="text-381 Action">
            <a:extLst xmlns:a="http://schemas.openxmlformats.org/drawingml/2006/main">
              <a:ext uri="{FF2B5EF4-FFF2-40B4-BE49-F238E27FC236}">
                <a16:creationId xmlns:a16="http://schemas.microsoft.com/office/drawing/2014/main" id="{4E4FEE94-CAF6-4D92-81D5-416433F45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78259" y="5602972"/>
            <a:ext cx="863514" cy="4086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9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299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Action</a:t>
            </a:r>
          </a:p>
        </p:txBody>
      </p:sp>
      <p:sp>
        <p:nvSpPr>
          <p:cNvPr id="429" name="text-382 AgentWorldBench">
            <a:extLst xmlns:a="http://schemas.openxmlformats.org/drawingml/2006/main">
              <a:ext uri="{FF2B5EF4-FFF2-40B4-BE49-F238E27FC236}">
                <a16:creationId xmlns:a16="http://schemas.microsoft.com/office/drawing/2014/main" id="{CD793E0C-479D-4EDF-B1CA-DC8E7E093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75687" y="777443"/>
            <a:ext cx="2600706" cy="4429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4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491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491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AgentWorldBench</a:t>
            </a:r>
          </a:p>
        </p:txBody>
      </p:sp>
      <p:sp>
        <p:nvSpPr>
          <p:cNvPr id="430" name="text-383 Models">
            <a:extLst xmlns:a="http://schemas.openxmlformats.org/drawingml/2006/main">
              <a:ext uri="{FF2B5EF4-FFF2-40B4-BE49-F238E27FC236}">
                <a16:creationId xmlns:a16="http://schemas.microsoft.com/office/drawing/2014/main" id="{5B9217E2-A232-4A5E-A380-5D87769F13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698889" y="779290"/>
            <a:ext cx="1091193" cy="4489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5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525" b="0" i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2525" b="0" i="0">
                <a:solidFill>
                  <a:srgbClr val="000000"/>
                </a:solidFill>
                <a:latin typeface="Arial"/>
                <a:ea typeface="Arial"/>
                <a:cs typeface="Arial"/>
              </a:rPr>
              <a:t>Models</a:t>
            </a:r>
          </a:p>
        </p:txBody>
      </p:sp>
      <p:sp>
        <p:nvSpPr>
          <p:cNvPr id="431" name="text-384 Unified">
            <a:extLst xmlns:a="http://schemas.openxmlformats.org/drawingml/2006/main">
              <a:ext uri="{FF2B5EF4-FFF2-40B4-BE49-F238E27FC236}">
                <a16:creationId xmlns:a16="http://schemas.microsoft.com/office/drawing/2014/main" id="{31B672C1-438E-4CBC-9A6B-741AADCBC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61969" y="5731640"/>
            <a:ext cx="960578" cy="4086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8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8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298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Unified</a:t>
            </a:r>
          </a:p>
        </p:txBody>
      </p:sp>
      <p:sp>
        <p:nvSpPr>
          <p:cNvPr id="432" name="text-385 Agent">
            <a:extLst xmlns:a="http://schemas.openxmlformats.org/drawingml/2006/main">
              <a:ext uri="{FF2B5EF4-FFF2-40B4-BE49-F238E27FC236}">
                <a16:creationId xmlns:a16="http://schemas.microsoft.com/office/drawing/2014/main" id="{08167D6B-B60C-4B85-9D3A-98ABF4337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35327" y="6062249"/>
            <a:ext cx="815099" cy="4087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9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9" b="0" i="0">
                <a:solidFill>
                  <a:srgbClr val="C00000"/>
                </a:solidFill>
                <a:latin typeface="Arial"/>
                <a:ea typeface="Arial"/>
                <a:cs typeface="Arial"/>
              </a:defRPr>
            </a:pPr>
            <a:r>
              <a:rPr sz="2299" b="0" i="0">
                <a:solidFill>
                  <a:srgbClr val="C00000"/>
                </a:solidFill>
                <a:latin typeface="Arial"/>
                <a:ea typeface="Arial"/>
                <a:cs typeface="Arial"/>
              </a:rPr>
              <a:t>Agent</a:t>
            </a:r>
          </a:p>
        </p:txBody>
      </p:sp>
      <p:sp>
        <p:nvSpPr>
          <p:cNvPr id="433" name="path-386">
            <a:extLst xmlns:a="http://schemas.openxmlformats.org/drawingml/2006/main">
              <a:ext uri="{FF2B5EF4-FFF2-40B4-BE49-F238E27FC236}">
                <a16:creationId xmlns:a16="http://schemas.microsoft.com/office/drawing/2014/main" id="{7F339F93-1479-4FDA-81D6-BE018B7D1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663" y="5743936"/>
            <a:ext cx="240328" cy="694883"/>
          </a:xfrm>
          <a:custGeom xmlns:a="http://schemas.openxmlformats.org/drawingml/2006/main">
            <a:pathLst>
              <a:path w="243221" h="703247">
                <a:moveTo>
                  <a:pt x="0" y="175812"/>
                </a:moveTo>
                <a:lnTo>
                  <a:pt x="121609" y="175812"/>
                </a:lnTo>
                <a:lnTo>
                  <a:pt x="121609" y="0"/>
                </a:lnTo>
                <a:lnTo>
                  <a:pt x="243221" y="351623"/>
                </a:lnTo>
                <a:lnTo>
                  <a:pt x="121609" y="703247"/>
                </a:lnTo>
                <a:lnTo>
                  <a:pt x="121609" y="527435"/>
                </a:lnTo>
                <a:lnTo>
                  <a:pt x="0" y="527435"/>
                </a:lnTo>
                <a:lnTo>
                  <a:pt x="0" y="175812"/>
                </a:lnTo>
              </a:path>
            </a:pathLst>
          </a:custGeom>
          <a:solidFill xmlns:a="http://schemas.openxmlformats.org/drawingml/2006/main">
            <a:srgbClr val="15608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4" name="path-387">
            <a:extLst xmlns:a="http://schemas.openxmlformats.org/drawingml/2006/main">
              <a:ext uri="{FF2B5EF4-FFF2-40B4-BE49-F238E27FC236}">
                <a16:creationId xmlns:a16="http://schemas.microsoft.com/office/drawing/2014/main" id="{059B7A99-269F-4FB9-BB96-4304CB06B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663" y="5743936"/>
            <a:ext cx="240327" cy="694883"/>
          </a:xfrm>
          <a:custGeom xmlns:a="http://schemas.openxmlformats.org/drawingml/2006/main">
            <a:pathLst>
              <a:path w="243220" h="703247">
                <a:moveTo>
                  <a:pt x="0" y="175812"/>
                </a:moveTo>
                <a:lnTo>
                  <a:pt x="121609" y="175812"/>
                </a:lnTo>
                <a:lnTo>
                  <a:pt x="121609" y="0"/>
                </a:lnTo>
                <a:lnTo>
                  <a:pt x="243220" y="351623"/>
                </a:lnTo>
                <a:lnTo>
                  <a:pt x="121609" y="703247"/>
                </a:lnTo>
                <a:lnTo>
                  <a:pt x="121609" y="527435"/>
                </a:lnTo>
                <a:lnTo>
                  <a:pt x="0" y="527435"/>
                </a:lnTo>
                <a:lnTo>
                  <a:pt x="0" y="175812"/>
                </a:lnTo>
              </a:path>
            </a:pathLst>
          </a:custGeom>
          <a:noFill xmlns:a="http://schemas.openxmlformats.org/drawingml/2006/main"/>
          <a:ln xmlns:a="http://schemas.openxmlformats.org/drawingml/2006/main" w="25516">
            <a:solidFill>
              <a:srgbClr val="042433"/>
            </a:solidFill>
            <a:prstDash val="solid"/>
          </a:ln>
        </p:spPr>
      </p:sp>
      <p:sp>
        <p:nvSpPr>
          <p:cNvPr id="435" name="path-388">
            <a:extLst xmlns:a="http://schemas.openxmlformats.org/drawingml/2006/main">
              <a:ext uri="{FF2B5EF4-FFF2-40B4-BE49-F238E27FC236}">
                <a16:creationId xmlns:a16="http://schemas.microsoft.com/office/drawing/2014/main" id="{0DAE3BBB-D75C-4D64-9AFA-EB46B2D15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61715" y="1342114"/>
            <a:ext cx="3954406" cy="2511822"/>
          </a:xfrm>
          <a:custGeom xmlns:a="http://schemas.openxmlformats.org/drawingml/2006/main">
            <a:pathLst>
              <a:path w="4002006" h="2542057">
                <a:moveTo>
                  <a:pt x="4002006" y="2542057"/>
                </a:moveTo>
                <a:lnTo>
                  <a:pt x="4002006" y="0"/>
                </a:lnTo>
                <a:lnTo>
                  <a:pt x="0" y="0"/>
                </a:lnTo>
                <a:lnTo>
                  <a:pt x="0" y="2542057"/>
                </a:lnTo>
                <a:lnTo>
                  <a:pt x="4002006" y="2542057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6" name="path-389">
            <a:extLst xmlns:a="http://schemas.openxmlformats.org/drawingml/2006/main">
              <a:ext uri="{FF2B5EF4-FFF2-40B4-BE49-F238E27FC236}">
                <a16:creationId xmlns:a16="http://schemas.microsoft.com/office/drawing/2014/main" id="{AFFC2A31-301F-48E0-88C4-BC5A62BAF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9727" y="1379994"/>
            <a:ext cx="3811641" cy="2402454"/>
          </a:xfrm>
          <a:custGeom xmlns:a="http://schemas.openxmlformats.org/drawingml/2006/main">
            <a:pathLst>
              <a:path w="3857522" h="2431372">
                <a:moveTo>
                  <a:pt x="42286" y="2431372"/>
                </a:moveTo>
                <a:lnTo>
                  <a:pt x="3815236" y="2431372"/>
                </a:lnTo>
                <a:cubicBezTo>
                  <a:pt x="3843428" y="2431372"/>
                  <a:pt x="3857522" y="2417278"/>
                  <a:pt x="3857522" y="2389094"/>
                </a:cubicBezTo>
                <a:lnTo>
                  <a:pt x="3857522" y="42278"/>
                </a:lnTo>
                <a:cubicBezTo>
                  <a:pt x="3857522" y="14092"/>
                  <a:pt x="3843428" y="0"/>
                  <a:pt x="3815236" y="0"/>
                </a:cubicBezTo>
                <a:lnTo>
                  <a:pt x="42286" y="0"/>
                </a:lnTo>
                <a:cubicBezTo>
                  <a:pt x="14095" y="0"/>
                  <a:pt x="0" y="14092"/>
                  <a:pt x="0" y="42278"/>
                </a:cubicBezTo>
                <a:lnTo>
                  <a:pt x="0" y="2389094"/>
                </a:lnTo>
                <a:cubicBezTo>
                  <a:pt x="0" y="2417278"/>
                  <a:pt x="14095" y="2431372"/>
                  <a:pt x="42286" y="2431372"/>
                </a:cubicBezTo>
              </a:path>
            </a:pathLst>
          </a:custGeom>
          <a:solidFill xmlns:a="http://schemas.openxmlformats.org/drawingml/2006/main">
            <a:srgbClr val="FFFFFF">
              <a:alpha val="95000"/>
            </a:srgbClr>
          </a:solidFill>
          <a:ln xmlns:a="http://schemas.openxmlformats.org/drawingml/2006/main" w="23211">
            <a:solidFill>
              <a:srgbClr val="D5DBDB">
                <a:alpha val="95000"/>
              </a:srgbClr>
            </a:solidFill>
            <a:prstDash val="solid"/>
          </a:ln>
        </p:spPr>
      </p:sp>
      <p:sp>
        <p:nvSpPr>
          <p:cNvPr id="437" name="path-390">
            <a:extLst xmlns:a="http://schemas.openxmlformats.org/drawingml/2006/main">
              <a:ext uri="{FF2B5EF4-FFF2-40B4-BE49-F238E27FC236}">
                <a16:creationId xmlns:a16="http://schemas.microsoft.com/office/drawing/2014/main" id="{F9815551-63DD-4D75-98F3-7FA7C0DA99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8639" y="1602376"/>
            <a:ext cx="292479" cy="173369"/>
          </a:xfrm>
          <a:custGeom xmlns:a="http://schemas.openxmlformats.org/drawingml/2006/main">
            <a:pathLst>
              <a:path w="295999" h="175455">
                <a:moveTo>
                  <a:pt x="0" y="0"/>
                </a:moveTo>
                <a:lnTo>
                  <a:pt x="295999" y="0"/>
                </a:lnTo>
                <a:lnTo>
                  <a:pt x="295999" y="175455"/>
                </a:lnTo>
                <a:lnTo>
                  <a:pt x="0" y="175455"/>
                </a:lnTo>
                <a:close/>
              </a:path>
            </a:pathLst>
          </a:custGeom>
          <a:solidFill xmlns:a="http://schemas.openxmlformats.org/drawingml/2006/main">
            <a:srgbClr val="E09090"/>
          </a:solidFill>
          <a:ln xmlns:a="http://schemas.openxmlformats.org/drawingml/2006/main" w="11605">
            <a:solidFill>
              <a:srgbClr val="FFFFFF"/>
            </a:solidFill>
            <a:prstDash val="solid"/>
          </a:ln>
        </p:spPr>
      </p:sp>
      <p:sp>
        <p:nvSpPr>
          <p:cNvPr id="438" name="path-391">
            <a:extLst xmlns:a="http://schemas.openxmlformats.org/drawingml/2006/main">
              <a:ext uri="{FF2B5EF4-FFF2-40B4-BE49-F238E27FC236}">
                <a16:creationId xmlns:a16="http://schemas.microsoft.com/office/drawing/2014/main" id="{3CF2D099-B4EB-4BF9-BEBB-535E4D16D2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09317" y="1600497"/>
            <a:ext cx="124095" cy="163340"/>
          </a:xfrm>
          <a:custGeom xmlns:a="http://schemas.openxmlformats.org/drawingml/2006/main">
            <a:pathLst>
              <a:path w="125588" h="165306">
                <a:moveTo>
                  <a:pt x="125588" y="40162"/>
                </a:moveTo>
                <a:cubicBezTo>
                  <a:pt x="111633" y="28747"/>
                  <a:pt x="97046" y="22830"/>
                  <a:pt x="81401" y="22830"/>
                </a:cubicBezTo>
                <a:cubicBezTo>
                  <a:pt x="65755" y="22830"/>
                  <a:pt x="52223" y="28747"/>
                  <a:pt x="41019" y="40373"/>
                </a:cubicBezTo>
                <a:cubicBezTo>
                  <a:pt x="29602" y="52211"/>
                  <a:pt x="24104" y="66375"/>
                  <a:pt x="24104" y="83287"/>
                </a:cubicBezTo>
                <a:cubicBezTo>
                  <a:pt x="24104" y="100198"/>
                  <a:pt x="29602" y="114361"/>
                  <a:pt x="41019" y="125776"/>
                </a:cubicBezTo>
                <a:cubicBezTo>
                  <a:pt x="52434" y="137191"/>
                  <a:pt x="66178" y="142899"/>
                  <a:pt x="82669" y="142899"/>
                </a:cubicBezTo>
                <a:cubicBezTo>
                  <a:pt x="91125" y="142899"/>
                  <a:pt x="98315" y="141631"/>
                  <a:pt x="104235" y="138883"/>
                </a:cubicBezTo>
                <a:cubicBezTo>
                  <a:pt x="110577" y="136345"/>
                  <a:pt x="117555" y="131482"/>
                  <a:pt x="125588" y="124720"/>
                </a:cubicBezTo>
                <a:lnTo>
                  <a:pt x="125588" y="153680"/>
                </a:lnTo>
                <a:cubicBezTo>
                  <a:pt x="111846" y="161502"/>
                  <a:pt x="97470" y="165306"/>
                  <a:pt x="82246" y="165306"/>
                </a:cubicBezTo>
                <a:cubicBezTo>
                  <a:pt x="59412" y="165306"/>
                  <a:pt x="40171" y="157484"/>
                  <a:pt x="24104" y="141631"/>
                </a:cubicBezTo>
                <a:cubicBezTo>
                  <a:pt x="8033" y="125564"/>
                  <a:pt x="0" y="106962"/>
                  <a:pt x="0" y="85402"/>
                </a:cubicBezTo>
                <a:cubicBezTo>
                  <a:pt x="0" y="63840"/>
                  <a:pt x="6555" y="45236"/>
                  <a:pt x="20086" y="29381"/>
                </a:cubicBezTo>
                <a:cubicBezTo>
                  <a:pt x="36577" y="9933"/>
                  <a:pt x="57932" y="0"/>
                  <a:pt x="84147" y="0"/>
                </a:cubicBezTo>
                <a:cubicBezTo>
                  <a:pt x="98526" y="0"/>
                  <a:pt x="112269" y="4014"/>
                  <a:pt x="125588" y="11836"/>
                </a:cubicBezTo>
                <a:lnTo>
                  <a:pt x="125588" y="4016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9" name="path-392">
            <a:extLst xmlns:a="http://schemas.openxmlformats.org/drawingml/2006/main">
              <a:ext uri="{FF2B5EF4-FFF2-40B4-BE49-F238E27FC236}">
                <a16:creationId xmlns:a16="http://schemas.microsoft.com/office/drawing/2014/main" id="{E0075B35-90F1-452A-B61A-CE93098E0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59110" y="1588798"/>
            <a:ext cx="22980" cy="172324"/>
          </a:xfrm>
          <a:custGeom xmlns:a="http://schemas.openxmlformats.org/drawingml/2006/main">
            <a:pathLst>
              <a:path w="23257" h="174398">
                <a:moveTo>
                  <a:pt x="0" y="0"/>
                </a:moveTo>
                <a:lnTo>
                  <a:pt x="23257" y="0"/>
                </a:lnTo>
                <a:lnTo>
                  <a:pt x="23257" y="174398"/>
                </a:lnTo>
                <a:lnTo>
                  <a:pt x="0" y="174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0" name="path-393">
            <a:extLst xmlns:a="http://schemas.openxmlformats.org/drawingml/2006/main">
              <a:ext uri="{FF2B5EF4-FFF2-40B4-BE49-F238E27FC236}">
                <a16:creationId xmlns:a16="http://schemas.microsoft.com/office/drawing/2014/main" id="{864904BC-B631-4FE5-A2C9-8FC55FCC0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06530" y="1658981"/>
            <a:ext cx="100906" cy="104856"/>
          </a:xfrm>
          <a:custGeom xmlns:a="http://schemas.openxmlformats.org/drawingml/2006/main">
            <a:pathLst>
              <a:path w="102121" h="106118">
                <a:moveTo>
                  <a:pt x="31716" y="30017"/>
                </a:moveTo>
                <a:cubicBezTo>
                  <a:pt x="26219" y="36148"/>
                  <a:pt x="23680" y="43969"/>
                  <a:pt x="23680" y="53271"/>
                </a:cubicBezTo>
                <a:cubicBezTo>
                  <a:pt x="23680" y="62572"/>
                  <a:pt x="26219" y="70394"/>
                  <a:pt x="31505" y="76313"/>
                </a:cubicBezTo>
                <a:cubicBezTo>
                  <a:pt x="36578" y="82443"/>
                  <a:pt x="43345" y="85614"/>
                  <a:pt x="51802" y="85614"/>
                </a:cubicBezTo>
                <a:cubicBezTo>
                  <a:pt x="60258" y="85614"/>
                  <a:pt x="67025" y="82655"/>
                  <a:pt x="72310" y="76525"/>
                </a:cubicBezTo>
                <a:cubicBezTo>
                  <a:pt x="77596" y="70605"/>
                  <a:pt x="80344" y="62784"/>
                  <a:pt x="80344" y="53271"/>
                </a:cubicBezTo>
                <a:cubicBezTo>
                  <a:pt x="80344" y="43969"/>
                  <a:pt x="77596" y="36148"/>
                  <a:pt x="72310" y="30017"/>
                </a:cubicBezTo>
                <a:cubicBezTo>
                  <a:pt x="67025" y="24099"/>
                  <a:pt x="60258" y="20927"/>
                  <a:pt x="52014" y="20927"/>
                </a:cubicBezTo>
                <a:cubicBezTo>
                  <a:pt x="43556" y="20927"/>
                  <a:pt x="36792" y="24099"/>
                  <a:pt x="31716" y="30017"/>
                </a:cubicBezTo>
                <a:moveTo>
                  <a:pt x="78864" y="2749"/>
                </a:moveTo>
                <a:lnTo>
                  <a:pt x="102121" y="2749"/>
                </a:lnTo>
                <a:lnTo>
                  <a:pt x="102121" y="103370"/>
                </a:lnTo>
                <a:lnTo>
                  <a:pt x="78864" y="103370"/>
                </a:lnTo>
                <a:lnTo>
                  <a:pt x="78864" y="92801"/>
                </a:lnTo>
                <a:cubicBezTo>
                  <a:pt x="69140" y="101678"/>
                  <a:pt x="58990" y="106118"/>
                  <a:pt x="47996" y="106118"/>
                </a:cubicBezTo>
                <a:cubicBezTo>
                  <a:pt x="34040" y="106118"/>
                  <a:pt x="22412" y="101255"/>
                  <a:pt x="13532" y="91109"/>
                </a:cubicBezTo>
                <a:cubicBezTo>
                  <a:pt x="4441" y="80964"/>
                  <a:pt x="0" y="68279"/>
                  <a:pt x="0" y="53060"/>
                </a:cubicBezTo>
                <a:cubicBezTo>
                  <a:pt x="0" y="37839"/>
                  <a:pt x="4441" y="25367"/>
                  <a:pt x="13532" y="15221"/>
                </a:cubicBezTo>
                <a:cubicBezTo>
                  <a:pt x="22412" y="5072"/>
                  <a:pt x="33195" y="0"/>
                  <a:pt x="45881" y="0"/>
                </a:cubicBezTo>
                <a:cubicBezTo>
                  <a:pt x="58567" y="0"/>
                  <a:pt x="69560" y="4863"/>
                  <a:pt x="78864" y="14586"/>
                </a:cubicBezTo>
                <a:lnTo>
                  <a:pt x="78864" y="274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1" name="path-394">
            <a:extLst xmlns:a="http://schemas.openxmlformats.org/drawingml/2006/main">
              <a:ext uri="{FF2B5EF4-FFF2-40B4-BE49-F238E27FC236}">
                <a16:creationId xmlns:a16="http://schemas.microsoft.com/office/drawing/2014/main" id="{424C1975-A670-4FFB-B022-72AB2A3E8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36475" y="1661697"/>
            <a:ext cx="85028" cy="102140"/>
          </a:xfrm>
          <a:custGeom xmlns:a="http://schemas.openxmlformats.org/drawingml/2006/main">
            <a:pathLst>
              <a:path w="86051" h="103369">
                <a:moveTo>
                  <a:pt x="23258" y="0"/>
                </a:moveTo>
                <a:lnTo>
                  <a:pt x="23258" y="57709"/>
                </a:lnTo>
                <a:cubicBezTo>
                  <a:pt x="23258" y="74619"/>
                  <a:pt x="29811" y="82865"/>
                  <a:pt x="42918" y="82865"/>
                </a:cubicBezTo>
                <a:cubicBezTo>
                  <a:pt x="56029" y="82865"/>
                  <a:pt x="62795" y="74619"/>
                  <a:pt x="62795" y="57709"/>
                </a:cubicBezTo>
                <a:lnTo>
                  <a:pt x="62795" y="0"/>
                </a:lnTo>
                <a:lnTo>
                  <a:pt x="86051" y="0"/>
                </a:lnTo>
                <a:lnTo>
                  <a:pt x="86051" y="58344"/>
                </a:lnTo>
                <a:cubicBezTo>
                  <a:pt x="86051" y="66375"/>
                  <a:pt x="84995" y="73352"/>
                  <a:pt x="83092" y="78847"/>
                </a:cubicBezTo>
                <a:cubicBezTo>
                  <a:pt x="80977" y="84345"/>
                  <a:pt x="77594" y="89208"/>
                  <a:pt x="72943" y="93223"/>
                </a:cubicBezTo>
                <a:cubicBezTo>
                  <a:pt x="64906" y="99986"/>
                  <a:pt x="54971" y="103369"/>
                  <a:pt x="42918" y="103369"/>
                </a:cubicBezTo>
                <a:cubicBezTo>
                  <a:pt x="30871" y="103369"/>
                  <a:pt x="20930" y="99986"/>
                  <a:pt x="13109" y="93223"/>
                </a:cubicBezTo>
                <a:cubicBezTo>
                  <a:pt x="8247" y="89208"/>
                  <a:pt x="4863" y="84767"/>
                  <a:pt x="2960" y="79694"/>
                </a:cubicBezTo>
                <a:cubicBezTo>
                  <a:pt x="845" y="74619"/>
                  <a:pt x="0" y="67645"/>
                  <a:pt x="0" y="58344"/>
                </a:cubicBezTo>
                <a:lnTo>
                  <a:pt x="0" y="0"/>
                </a:lnTo>
                <a:lnTo>
                  <a:pt x="23258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2" name="path-395">
            <a:extLst xmlns:a="http://schemas.openxmlformats.org/drawingml/2006/main">
              <a:ext uri="{FF2B5EF4-FFF2-40B4-BE49-F238E27FC236}">
                <a16:creationId xmlns:a16="http://schemas.microsoft.com/office/drawing/2014/main" id="{6CFAE83F-36AB-4F70-A5A5-F2D3404640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45737" y="1588798"/>
            <a:ext cx="100904" cy="175039"/>
          </a:xfrm>
          <a:custGeom xmlns:a="http://schemas.openxmlformats.org/drawingml/2006/main">
            <a:pathLst>
              <a:path w="102118" h="177146">
                <a:moveTo>
                  <a:pt x="31713" y="101046"/>
                </a:moveTo>
                <a:cubicBezTo>
                  <a:pt x="26216" y="107176"/>
                  <a:pt x="23680" y="114997"/>
                  <a:pt x="23680" y="124299"/>
                </a:cubicBezTo>
                <a:cubicBezTo>
                  <a:pt x="23680" y="133600"/>
                  <a:pt x="26216" y="141422"/>
                  <a:pt x="31502" y="147341"/>
                </a:cubicBezTo>
                <a:cubicBezTo>
                  <a:pt x="36576" y="153471"/>
                  <a:pt x="43341" y="156642"/>
                  <a:pt x="51799" y="156642"/>
                </a:cubicBezTo>
                <a:cubicBezTo>
                  <a:pt x="60257" y="156642"/>
                  <a:pt x="67021" y="153683"/>
                  <a:pt x="72308" y="147553"/>
                </a:cubicBezTo>
                <a:cubicBezTo>
                  <a:pt x="77594" y="141633"/>
                  <a:pt x="80341" y="133812"/>
                  <a:pt x="80341" y="124299"/>
                </a:cubicBezTo>
                <a:cubicBezTo>
                  <a:pt x="80341" y="114997"/>
                  <a:pt x="77594" y="107176"/>
                  <a:pt x="72308" y="101046"/>
                </a:cubicBezTo>
                <a:cubicBezTo>
                  <a:pt x="67021" y="95127"/>
                  <a:pt x="60257" y="91955"/>
                  <a:pt x="52011" y="91955"/>
                </a:cubicBezTo>
                <a:cubicBezTo>
                  <a:pt x="43554" y="91955"/>
                  <a:pt x="36788" y="95127"/>
                  <a:pt x="31713" y="101046"/>
                </a:cubicBezTo>
                <a:moveTo>
                  <a:pt x="78862" y="0"/>
                </a:moveTo>
                <a:lnTo>
                  <a:pt x="102118" y="0"/>
                </a:lnTo>
                <a:lnTo>
                  <a:pt x="102118" y="174398"/>
                </a:lnTo>
                <a:lnTo>
                  <a:pt x="78862" y="174398"/>
                </a:lnTo>
                <a:lnTo>
                  <a:pt x="78862" y="163829"/>
                </a:lnTo>
                <a:cubicBezTo>
                  <a:pt x="69560" y="172706"/>
                  <a:pt x="58777" y="177146"/>
                  <a:pt x="46089" y="177146"/>
                </a:cubicBezTo>
                <a:cubicBezTo>
                  <a:pt x="33405" y="177146"/>
                  <a:pt x="22409" y="172283"/>
                  <a:pt x="13531" y="162137"/>
                </a:cubicBezTo>
                <a:cubicBezTo>
                  <a:pt x="4439" y="151993"/>
                  <a:pt x="0" y="139307"/>
                  <a:pt x="0" y="124088"/>
                </a:cubicBezTo>
                <a:cubicBezTo>
                  <a:pt x="0" y="108867"/>
                  <a:pt x="4439" y="96395"/>
                  <a:pt x="13320" y="86249"/>
                </a:cubicBezTo>
                <a:cubicBezTo>
                  <a:pt x="22199" y="76313"/>
                  <a:pt x="33193" y="71240"/>
                  <a:pt x="45881" y="71028"/>
                </a:cubicBezTo>
                <a:cubicBezTo>
                  <a:pt x="58565" y="71028"/>
                  <a:pt x="69560" y="75891"/>
                  <a:pt x="78862" y="85614"/>
                </a:cubicBezTo>
                <a:lnTo>
                  <a:pt x="78862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3" name="path-396">
            <a:extLst xmlns:a="http://schemas.openxmlformats.org/drawingml/2006/main">
              <a:ext uri="{FF2B5EF4-FFF2-40B4-BE49-F238E27FC236}">
                <a16:creationId xmlns:a16="http://schemas.microsoft.com/office/drawing/2014/main" id="{6455685B-754C-4722-B40A-5EA8EE4E5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71084" y="1658981"/>
            <a:ext cx="96099" cy="104856"/>
          </a:xfrm>
          <a:custGeom xmlns:a="http://schemas.openxmlformats.org/drawingml/2006/main">
            <a:pathLst>
              <a:path w="97256" h="106118">
                <a:moveTo>
                  <a:pt x="49051" y="20927"/>
                </a:moveTo>
                <a:cubicBezTo>
                  <a:pt x="40170" y="20927"/>
                  <a:pt x="33617" y="24734"/>
                  <a:pt x="29179" y="31920"/>
                </a:cubicBezTo>
                <a:cubicBezTo>
                  <a:pt x="27487" y="34245"/>
                  <a:pt x="26427" y="36783"/>
                  <a:pt x="25795" y="39531"/>
                </a:cubicBezTo>
                <a:lnTo>
                  <a:pt x="72520" y="39531"/>
                </a:lnTo>
                <a:cubicBezTo>
                  <a:pt x="69136" y="27270"/>
                  <a:pt x="61315" y="20927"/>
                  <a:pt x="49051" y="20927"/>
                </a:cubicBezTo>
                <a:moveTo>
                  <a:pt x="49262" y="85614"/>
                </a:moveTo>
                <a:cubicBezTo>
                  <a:pt x="55816" y="85614"/>
                  <a:pt x="61103" y="84346"/>
                  <a:pt x="64909" y="81385"/>
                </a:cubicBezTo>
                <a:cubicBezTo>
                  <a:pt x="68501" y="78637"/>
                  <a:pt x="72731" y="73566"/>
                  <a:pt x="77594" y="66164"/>
                </a:cubicBezTo>
                <a:lnTo>
                  <a:pt x="97256" y="76945"/>
                </a:lnTo>
                <a:cubicBezTo>
                  <a:pt x="88377" y="92165"/>
                  <a:pt x="77382" y="101467"/>
                  <a:pt x="64273" y="104427"/>
                </a:cubicBezTo>
                <a:cubicBezTo>
                  <a:pt x="59623" y="105485"/>
                  <a:pt x="54759" y="106118"/>
                  <a:pt x="49684" y="106118"/>
                </a:cubicBezTo>
                <a:cubicBezTo>
                  <a:pt x="34673" y="106118"/>
                  <a:pt x="22622" y="101467"/>
                  <a:pt x="13532" y="91744"/>
                </a:cubicBezTo>
                <a:cubicBezTo>
                  <a:pt x="4440" y="82232"/>
                  <a:pt x="0" y="69335"/>
                  <a:pt x="0" y="53271"/>
                </a:cubicBezTo>
                <a:cubicBezTo>
                  <a:pt x="0" y="37416"/>
                  <a:pt x="4229" y="24522"/>
                  <a:pt x="13108" y="14586"/>
                </a:cubicBezTo>
                <a:cubicBezTo>
                  <a:pt x="21988" y="4863"/>
                  <a:pt x="33829" y="0"/>
                  <a:pt x="48627" y="0"/>
                </a:cubicBezTo>
                <a:cubicBezTo>
                  <a:pt x="63427" y="212"/>
                  <a:pt x="75057" y="5072"/>
                  <a:pt x="83515" y="14374"/>
                </a:cubicBezTo>
                <a:cubicBezTo>
                  <a:pt x="91972" y="23675"/>
                  <a:pt x="96411" y="36571"/>
                  <a:pt x="96411" y="53060"/>
                </a:cubicBezTo>
                <a:lnTo>
                  <a:pt x="96200" y="58555"/>
                </a:lnTo>
                <a:lnTo>
                  <a:pt x="24312" y="58555"/>
                </a:lnTo>
                <a:cubicBezTo>
                  <a:pt x="24737" y="67011"/>
                  <a:pt x="27487" y="73566"/>
                  <a:pt x="32136" y="78216"/>
                </a:cubicBezTo>
                <a:cubicBezTo>
                  <a:pt x="36788" y="83076"/>
                  <a:pt x="42498" y="85614"/>
                  <a:pt x="49262" y="856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4" name="path-397">
            <a:extLst xmlns:a="http://schemas.openxmlformats.org/drawingml/2006/main">
              <a:ext uri="{FF2B5EF4-FFF2-40B4-BE49-F238E27FC236}">
                <a16:creationId xmlns:a16="http://schemas.microsoft.com/office/drawing/2014/main" id="{C273C45F-2E4A-4A6A-A54B-1A2985FFB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52421" y="1600703"/>
            <a:ext cx="164622" cy="163134"/>
          </a:xfrm>
          <a:custGeom xmlns:a="http://schemas.openxmlformats.org/drawingml/2006/main">
            <a:pathLst>
              <a:path w="166604" h="165097">
                <a:moveTo>
                  <a:pt x="24100" y="82866"/>
                </a:moveTo>
                <a:cubicBezTo>
                  <a:pt x="24100" y="100201"/>
                  <a:pt x="30022" y="114362"/>
                  <a:pt x="41862" y="125779"/>
                </a:cubicBezTo>
                <a:cubicBezTo>
                  <a:pt x="53702" y="137195"/>
                  <a:pt x="67656" y="142690"/>
                  <a:pt x="83724" y="142690"/>
                </a:cubicBezTo>
                <a:cubicBezTo>
                  <a:pt x="99794" y="142690"/>
                  <a:pt x="113538" y="136983"/>
                  <a:pt x="124953" y="125356"/>
                </a:cubicBezTo>
                <a:cubicBezTo>
                  <a:pt x="136371" y="113730"/>
                  <a:pt x="142290" y="99355"/>
                  <a:pt x="142290" y="82442"/>
                </a:cubicBezTo>
                <a:cubicBezTo>
                  <a:pt x="142290" y="65530"/>
                  <a:pt x="136582" y="51369"/>
                  <a:pt x="125377" y="39954"/>
                </a:cubicBezTo>
                <a:cubicBezTo>
                  <a:pt x="113959" y="28539"/>
                  <a:pt x="99794" y="22622"/>
                  <a:pt x="83301" y="22622"/>
                </a:cubicBezTo>
                <a:cubicBezTo>
                  <a:pt x="66599" y="22622"/>
                  <a:pt x="52646" y="28328"/>
                  <a:pt x="41440" y="39742"/>
                </a:cubicBezTo>
                <a:cubicBezTo>
                  <a:pt x="29811" y="51369"/>
                  <a:pt x="24100" y="65742"/>
                  <a:pt x="24100" y="82866"/>
                </a:cubicBezTo>
                <a:moveTo>
                  <a:pt x="0" y="82021"/>
                </a:moveTo>
                <a:cubicBezTo>
                  <a:pt x="0" y="59612"/>
                  <a:pt x="8033" y="40165"/>
                  <a:pt x="24524" y="24100"/>
                </a:cubicBezTo>
                <a:cubicBezTo>
                  <a:pt x="40806" y="8033"/>
                  <a:pt x="60468" y="0"/>
                  <a:pt x="83301" y="0"/>
                </a:cubicBezTo>
                <a:cubicBezTo>
                  <a:pt x="106136" y="0"/>
                  <a:pt x="125798" y="8246"/>
                  <a:pt x="142079" y="24312"/>
                </a:cubicBezTo>
                <a:cubicBezTo>
                  <a:pt x="158360" y="40589"/>
                  <a:pt x="166604" y="60248"/>
                  <a:pt x="166604" y="83078"/>
                </a:cubicBezTo>
                <a:cubicBezTo>
                  <a:pt x="166604" y="105908"/>
                  <a:pt x="158360" y="125356"/>
                  <a:pt x="141868" y="141212"/>
                </a:cubicBezTo>
                <a:cubicBezTo>
                  <a:pt x="125377" y="157276"/>
                  <a:pt x="105712" y="165097"/>
                  <a:pt x="82457" y="165097"/>
                </a:cubicBezTo>
                <a:cubicBezTo>
                  <a:pt x="61737" y="165097"/>
                  <a:pt x="43343" y="158122"/>
                  <a:pt x="27064" y="143958"/>
                </a:cubicBezTo>
                <a:cubicBezTo>
                  <a:pt x="8878" y="128314"/>
                  <a:pt x="0" y="107599"/>
                  <a:pt x="0" y="8202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5" name="path-398">
            <a:extLst xmlns:a="http://schemas.openxmlformats.org/drawingml/2006/main">
              <a:ext uri="{FF2B5EF4-FFF2-40B4-BE49-F238E27FC236}">
                <a16:creationId xmlns:a16="http://schemas.microsoft.com/office/drawing/2014/main" id="{CAE46089-37F5-4F0A-876A-8584A48982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42531" y="1658981"/>
            <a:ext cx="101114" cy="156030"/>
          </a:xfrm>
          <a:custGeom xmlns:a="http://schemas.openxmlformats.org/drawingml/2006/main">
            <a:pathLst>
              <a:path w="102332" h="157909">
                <a:moveTo>
                  <a:pt x="29813" y="29805"/>
                </a:moveTo>
                <a:cubicBezTo>
                  <a:pt x="24526" y="35724"/>
                  <a:pt x="21989" y="43546"/>
                  <a:pt x="21989" y="53060"/>
                </a:cubicBezTo>
                <a:cubicBezTo>
                  <a:pt x="21989" y="62572"/>
                  <a:pt x="24526" y="70394"/>
                  <a:pt x="29813" y="76525"/>
                </a:cubicBezTo>
                <a:cubicBezTo>
                  <a:pt x="34887" y="82655"/>
                  <a:pt x="41862" y="85614"/>
                  <a:pt x="50319" y="85614"/>
                </a:cubicBezTo>
                <a:cubicBezTo>
                  <a:pt x="58354" y="85614"/>
                  <a:pt x="65121" y="82655"/>
                  <a:pt x="70406" y="76525"/>
                </a:cubicBezTo>
                <a:cubicBezTo>
                  <a:pt x="75693" y="70605"/>
                  <a:pt x="78440" y="62784"/>
                  <a:pt x="78440" y="53271"/>
                </a:cubicBezTo>
                <a:cubicBezTo>
                  <a:pt x="78440" y="43969"/>
                  <a:pt x="75693" y="36148"/>
                  <a:pt x="70616" y="30017"/>
                </a:cubicBezTo>
                <a:cubicBezTo>
                  <a:pt x="65332" y="24099"/>
                  <a:pt x="58567" y="20927"/>
                  <a:pt x="50319" y="20927"/>
                </a:cubicBezTo>
                <a:cubicBezTo>
                  <a:pt x="41862" y="20927"/>
                  <a:pt x="35096" y="23887"/>
                  <a:pt x="29813" y="29805"/>
                </a:cubicBezTo>
                <a:moveTo>
                  <a:pt x="23255" y="157909"/>
                </a:moveTo>
                <a:lnTo>
                  <a:pt x="0" y="157909"/>
                </a:lnTo>
                <a:lnTo>
                  <a:pt x="0" y="2749"/>
                </a:lnTo>
                <a:lnTo>
                  <a:pt x="23255" y="2749"/>
                </a:lnTo>
                <a:lnTo>
                  <a:pt x="23255" y="13741"/>
                </a:lnTo>
                <a:cubicBezTo>
                  <a:pt x="32348" y="4652"/>
                  <a:pt x="43343" y="0"/>
                  <a:pt x="56028" y="0"/>
                </a:cubicBezTo>
                <a:cubicBezTo>
                  <a:pt x="68716" y="0"/>
                  <a:pt x="79708" y="5072"/>
                  <a:pt x="88800" y="15221"/>
                </a:cubicBezTo>
                <a:cubicBezTo>
                  <a:pt x="97681" y="25367"/>
                  <a:pt x="102332" y="38263"/>
                  <a:pt x="102332" y="53483"/>
                </a:cubicBezTo>
                <a:cubicBezTo>
                  <a:pt x="102332" y="68702"/>
                  <a:pt x="97681" y="81385"/>
                  <a:pt x="88800" y="91109"/>
                </a:cubicBezTo>
                <a:cubicBezTo>
                  <a:pt x="79920" y="101255"/>
                  <a:pt x="68924" y="106118"/>
                  <a:pt x="56240" y="106118"/>
                </a:cubicBezTo>
                <a:cubicBezTo>
                  <a:pt x="43552" y="106118"/>
                  <a:pt x="32562" y="101467"/>
                  <a:pt x="23255" y="92165"/>
                </a:cubicBezTo>
                <a:lnTo>
                  <a:pt x="23255" y="15790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6" name="path-399">
            <a:extLst xmlns:a="http://schemas.openxmlformats.org/drawingml/2006/main">
              <a:ext uri="{FF2B5EF4-FFF2-40B4-BE49-F238E27FC236}">
                <a16:creationId xmlns:a16="http://schemas.microsoft.com/office/drawing/2014/main" id="{E4BFF685-D6E3-4867-95E8-59EBCD8DD5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67877" y="1661697"/>
            <a:ext cx="85030" cy="102140"/>
          </a:xfrm>
          <a:custGeom xmlns:a="http://schemas.openxmlformats.org/drawingml/2006/main">
            <a:pathLst>
              <a:path w="86054" h="103369">
                <a:moveTo>
                  <a:pt x="23259" y="0"/>
                </a:moveTo>
                <a:lnTo>
                  <a:pt x="23259" y="57709"/>
                </a:lnTo>
                <a:cubicBezTo>
                  <a:pt x="23259" y="74619"/>
                  <a:pt x="29814" y="82865"/>
                  <a:pt x="42921" y="82865"/>
                </a:cubicBezTo>
                <a:cubicBezTo>
                  <a:pt x="56030" y="82865"/>
                  <a:pt x="62795" y="74619"/>
                  <a:pt x="62795" y="57709"/>
                </a:cubicBezTo>
                <a:lnTo>
                  <a:pt x="62795" y="0"/>
                </a:lnTo>
                <a:lnTo>
                  <a:pt x="86054" y="0"/>
                </a:lnTo>
                <a:lnTo>
                  <a:pt x="86054" y="58344"/>
                </a:lnTo>
                <a:cubicBezTo>
                  <a:pt x="86054" y="66375"/>
                  <a:pt x="84996" y="73352"/>
                  <a:pt x="83092" y="78847"/>
                </a:cubicBezTo>
                <a:cubicBezTo>
                  <a:pt x="80980" y="84345"/>
                  <a:pt x="77597" y="89208"/>
                  <a:pt x="72943" y="93223"/>
                </a:cubicBezTo>
                <a:cubicBezTo>
                  <a:pt x="64910" y="99986"/>
                  <a:pt x="54973" y="103369"/>
                  <a:pt x="42921" y="103369"/>
                </a:cubicBezTo>
                <a:cubicBezTo>
                  <a:pt x="30871" y="103369"/>
                  <a:pt x="20933" y="99986"/>
                  <a:pt x="13111" y="93223"/>
                </a:cubicBezTo>
                <a:cubicBezTo>
                  <a:pt x="8247" y="89208"/>
                  <a:pt x="4863" y="84767"/>
                  <a:pt x="2963" y="79694"/>
                </a:cubicBezTo>
                <a:cubicBezTo>
                  <a:pt x="848" y="74619"/>
                  <a:pt x="0" y="67645"/>
                  <a:pt x="0" y="58344"/>
                </a:cubicBezTo>
                <a:lnTo>
                  <a:pt x="0" y="0"/>
                </a:lnTo>
                <a:lnTo>
                  <a:pt x="23259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7" name="path-400">
            <a:extLst xmlns:a="http://schemas.openxmlformats.org/drawingml/2006/main">
              <a:ext uri="{FF2B5EF4-FFF2-40B4-BE49-F238E27FC236}">
                <a16:creationId xmlns:a16="http://schemas.microsoft.com/office/drawing/2014/main" id="{D43FD6BB-DDFD-49D5-83AB-E57921820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75049" y="1658981"/>
            <a:ext cx="70823" cy="104856"/>
          </a:xfrm>
          <a:custGeom xmlns:a="http://schemas.openxmlformats.org/drawingml/2006/main">
            <a:pathLst>
              <a:path w="71675" h="106118">
                <a:moveTo>
                  <a:pt x="34887" y="20927"/>
                </a:moveTo>
                <a:cubicBezTo>
                  <a:pt x="32772" y="20927"/>
                  <a:pt x="30871" y="21774"/>
                  <a:pt x="29391" y="23042"/>
                </a:cubicBezTo>
                <a:cubicBezTo>
                  <a:pt x="27699" y="24522"/>
                  <a:pt x="27064" y="26423"/>
                  <a:pt x="27064" y="28538"/>
                </a:cubicBezTo>
                <a:cubicBezTo>
                  <a:pt x="27064" y="32343"/>
                  <a:pt x="31506" y="36148"/>
                  <a:pt x="40595" y="39954"/>
                </a:cubicBezTo>
                <a:cubicBezTo>
                  <a:pt x="52858" y="45237"/>
                  <a:pt x="61104" y="50100"/>
                  <a:pt x="65334" y="54538"/>
                </a:cubicBezTo>
                <a:cubicBezTo>
                  <a:pt x="69560" y="59190"/>
                  <a:pt x="71675" y="65744"/>
                  <a:pt x="71675" y="74198"/>
                </a:cubicBezTo>
                <a:cubicBezTo>
                  <a:pt x="71675" y="83076"/>
                  <a:pt x="68080" y="90477"/>
                  <a:pt x="61104" y="96817"/>
                </a:cubicBezTo>
                <a:cubicBezTo>
                  <a:pt x="53918" y="103159"/>
                  <a:pt x="45669" y="106118"/>
                  <a:pt x="35944" y="106118"/>
                </a:cubicBezTo>
                <a:cubicBezTo>
                  <a:pt x="19030" y="106118"/>
                  <a:pt x="6978" y="98087"/>
                  <a:pt x="0" y="81596"/>
                </a:cubicBezTo>
                <a:lnTo>
                  <a:pt x="19876" y="72507"/>
                </a:lnTo>
                <a:cubicBezTo>
                  <a:pt x="22413" y="77368"/>
                  <a:pt x="24952" y="80752"/>
                  <a:pt x="27064" y="82655"/>
                </a:cubicBezTo>
                <a:cubicBezTo>
                  <a:pt x="29179" y="84556"/>
                  <a:pt x="32351" y="85614"/>
                  <a:pt x="36156" y="85614"/>
                </a:cubicBezTo>
                <a:cubicBezTo>
                  <a:pt x="43978" y="85614"/>
                  <a:pt x="47997" y="82020"/>
                  <a:pt x="47997" y="74834"/>
                </a:cubicBezTo>
                <a:cubicBezTo>
                  <a:pt x="47997" y="70605"/>
                  <a:pt x="44825" y="66799"/>
                  <a:pt x="38904" y="63206"/>
                </a:cubicBezTo>
                <a:cubicBezTo>
                  <a:pt x="36579" y="62149"/>
                  <a:pt x="34252" y="61093"/>
                  <a:pt x="31929" y="59825"/>
                </a:cubicBezTo>
                <a:cubicBezTo>
                  <a:pt x="29391" y="58766"/>
                  <a:pt x="26008" y="57075"/>
                  <a:pt x="21357" y="54963"/>
                </a:cubicBezTo>
                <a:cubicBezTo>
                  <a:pt x="16706" y="52848"/>
                  <a:pt x="12900" y="49677"/>
                  <a:pt x="9941" y="45872"/>
                </a:cubicBezTo>
                <a:cubicBezTo>
                  <a:pt x="6767" y="42066"/>
                  <a:pt x="5287" y="36360"/>
                  <a:pt x="5287" y="28538"/>
                </a:cubicBezTo>
                <a:cubicBezTo>
                  <a:pt x="5287" y="20927"/>
                  <a:pt x="8248" y="14374"/>
                  <a:pt x="14168" y="8666"/>
                </a:cubicBezTo>
                <a:cubicBezTo>
                  <a:pt x="20298" y="2960"/>
                  <a:pt x="27699" y="0"/>
                  <a:pt x="36579" y="0"/>
                </a:cubicBezTo>
                <a:cubicBezTo>
                  <a:pt x="49263" y="0"/>
                  <a:pt x="58991" y="6763"/>
                  <a:pt x="65334" y="19871"/>
                </a:cubicBezTo>
                <a:lnTo>
                  <a:pt x="46093" y="30228"/>
                </a:lnTo>
                <a:cubicBezTo>
                  <a:pt x="42921" y="24099"/>
                  <a:pt x="39115" y="20927"/>
                  <a:pt x="34887" y="2092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8" name="path-401">
            <a:extLst xmlns:a="http://schemas.openxmlformats.org/drawingml/2006/main">
              <a:ext uri="{FF2B5EF4-FFF2-40B4-BE49-F238E27FC236}">
                <a16:creationId xmlns:a16="http://schemas.microsoft.com/office/drawing/2014/main" id="{97A04056-DC29-48BE-B5E9-69BF7EC32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18575" y="1591931"/>
            <a:ext cx="117825" cy="169191"/>
          </a:xfrm>
          <a:custGeom xmlns:a="http://schemas.openxmlformats.org/drawingml/2006/main">
            <a:pathLst>
              <a:path w="119243" h="171228">
                <a:moveTo>
                  <a:pt x="78228" y="126835"/>
                </a:moveTo>
                <a:lnTo>
                  <a:pt x="78228" y="73353"/>
                </a:lnTo>
                <a:lnTo>
                  <a:pt x="41651" y="126835"/>
                </a:lnTo>
                <a:lnTo>
                  <a:pt x="78228" y="126835"/>
                </a:lnTo>
                <a:moveTo>
                  <a:pt x="102329" y="126835"/>
                </a:moveTo>
                <a:lnTo>
                  <a:pt x="119243" y="126835"/>
                </a:lnTo>
                <a:lnTo>
                  <a:pt x="119243" y="148610"/>
                </a:lnTo>
                <a:lnTo>
                  <a:pt x="102329" y="148610"/>
                </a:lnTo>
                <a:lnTo>
                  <a:pt x="102329" y="171228"/>
                </a:lnTo>
                <a:lnTo>
                  <a:pt x="78228" y="171228"/>
                </a:lnTo>
                <a:lnTo>
                  <a:pt x="78228" y="148610"/>
                </a:lnTo>
                <a:lnTo>
                  <a:pt x="0" y="148610"/>
                </a:lnTo>
                <a:lnTo>
                  <a:pt x="102329" y="0"/>
                </a:lnTo>
                <a:lnTo>
                  <a:pt x="102329" y="12683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" name="path-402">
            <a:extLst xmlns:a="http://schemas.openxmlformats.org/drawingml/2006/main">
              <a:ext uri="{FF2B5EF4-FFF2-40B4-BE49-F238E27FC236}">
                <a16:creationId xmlns:a16="http://schemas.microsoft.com/office/drawing/2014/main" id="{BBCCDF96-504C-40DB-9106-0155CB3A6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63559" y="1735639"/>
            <a:ext cx="28413" cy="28198"/>
          </a:xfrm>
          <a:custGeom xmlns:a="http://schemas.openxmlformats.org/drawingml/2006/main">
            <a:pathLst>
              <a:path w="28755" h="28538">
                <a:moveTo>
                  <a:pt x="4230" y="24522"/>
                </a:moveTo>
                <a:cubicBezTo>
                  <a:pt x="1269" y="21986"/>
                  <a:pt x="0" y="18604"/>
                  <a:pt x="0" y="14585"/>
                </a:cubicBezTo>
                <a:cubicBezTo>
                  <a:pt x="0" y="10570"/>
                  <a:pt x="1269" y="7186"/>
                  <a:pt x="4230" y="4228"/>
                </a:cubicBezTo>
                <a:cubicBezTo>
                  <a:pt x="6978" y="1480"/>
                  <a:pt x="10362" y="0"/>
                  <a:pt x="14378" y="0"/>
                </a:cubicBezTo>
                <a:cubicBezTo>
                  <a:pt x="18185" y="0"/>
                  <a:pt x="21567" y="1480"/>
                  <a:pt x="24527" y="4228"/>
                </a:cubicBezTo>
                <a:cubicBezTo>
                  <a:pt x="27275" y="7186"/>
                  <a:pt x="28755" y="10570"/>
                  <a:pt x="28755" y="14376"/>
                </a:cubicBezTo>
                <a:cubicBezTo>
                  <a:pt x="28755" y="18604"/>
                  <a:pt x="27275" y="21986"/>
                  <a:pt x="24527" y="24522"/>
                </a:cubicBezTo>
                <a:cubicBezTo>
                  <a:pt x="21777" y="27058"/>
                  <a:pt x="18395" y="28538"/>
                  <a:pt x="14378" y="28538"/>
                </a:cubicBezTo>
                <a:cubicBezTo>
                  <a:pt x="10362" y="28538"/>
                  <a:pt x="6978" y="27058"/>
                  <a:pt x="4230" y="2452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0" name="path-403">
            <a:extLst xmlns:a="http://schemas.openxmlformats.org/drawingml/2006/main">
              <a:ext uri="{FF2B5EF4-FFF2-40B4-BE49-F238E27FC236}">
                <a16:creationId xmlns:a16="http://schemas.microsoft.com/office/drawing/2014/main" id="{0BB848BB-F44E-44AE-AFCD-6C31E21CD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24981" y="1600913"/>
            <a:ext cx="99022" cy="162508"/>
          </a:xfrm>
          <a:custGeom xmlns:a="http://schemas.openxmlformats.org/drawingml/2006/main">
            <a:pathLst>
              <a:path w="100214" h="164465">
                <a:moveTo>
                  <a:pt x="68924" y="97451"/>
                </a:moveTo>
                <a:cubicBezTo>
                  <a:pt x="63638" y="92380"/>
                  <a:pt x="57297" y="89840"/>
                  <a:pt x="50106" y="89840"/>
                </a:cubicBezTo>
                <a:cubicBezTo>
                  <a:pt x="42917" y="89840"/>
                  <a:pt x="36787" y="92380"/>
                  <a:pt x="31713" y="97451"/>
                </a:cubicBezTo>
                <a:cubicBezTo>
                  <a:pt x="26426" y="102526"/>
                  <a:pt x="23889" y="108867"/>
                  <a:pt x="23889" y="116054"/>
                </a:cubicBezTo>
                <a:cubicBezTo>
                  <a:pt x="23889" y="123453"/>
                  <a:pt x="26426" y="129794"/>
                  <a:pt x="31502" y="135080"/>
                </a:cubicBezTo>
                <a:cubicBezTo>
                  <a:pt x="36576" y="140363"/>
                  <a:pt x="42917" y="142902"/>
                  <a:pt x="50319" y="142902"/>
                </a:cubicBezTo>
                <a:cubicBezTo>
                  <a:pt x="57508" y="142902"/>
                  <a:pt x="63638" y="140363"/>
                  <a:pt x="68924" y="135080"/>
                </a:cubicBezTo>
                <a:cubicBezTo>
                  <a:pt x="73999" y="130006"/>
                  <a:pt x="76745" y="123664"/>
                  <a:pt x="76745" y="116265"/>
                </a:cubicBezTo>
                <a:cubicBezTo>
                  <a:pt x="76745" y="109079"/>
                  <a:pt x="73999" y="102736"/>
                  <a:pt x="68924" y="97451"/>
                </a:cubicBezTo>
                <a:moveTo>
                  <a:pt x="26850" y="45660"/>
                </a:moveTo>
                <a:cubicBezTo>
                  <a:pt x="26639" y="52426"/>
                  <a:pt x="28965" y="57920"/>
                  <a:pt x="33617" y="62572"/>
                </a:cubicBezTo>
                <a:cubicBezTo>
                  <a:pt x="38267" y="67222"/>
                  <a:pt x="43977" y="69549"/>
                  <a:pt x="50741" y="69549"/>
                </a:cubicBezTo>
                <a:cubicBezTo>
                  <a:pt x="57084" y="69549"/>
                  <a:pt x="62794" y="67222"/>
                  <a:pt x="67445" y="62572"/>
                </a:cubicBezTo>
                <a:cubicBezTo>
                  <a:pt x="72095" y="57920"/>
                  <a:pt x="74423" y="52426"/>
                  <a:pt x="74423" y="45872"/>
                </a:cubicBezTo>
                <a:cubicBezTo>
                  <a:pt x="74423" y="39321"/>
                  <a:pt x="72095" y="33611"/>
                  <a:pt x="67445" y="28961"/>
                </a:cubicBezTo>
                <a:cubicBezTo>
                  <a:pt x="62794" y="24310"/>
                  <a:pt x="57084" y="21773"/>
                  <a:pt x="50530" y="21773"/>
                </a:cubicBezTo>
                <a:cubicBezTo>
                  <a:pt x="43977" y="21773"/>
                  <a:pt x="38479" y="24100"/>
                  <a:pt x="33828" y="28748"/>
                </a:cubicBezTo>
                <a:cubicBezTo>
                  <a:pt x="29174" y="33399"/>
                  <a:pt x="26850" y="39109"/>
                  <a:pt x="26850" y="45660"/>
                </a:cubicBezTo>
                <a:moveTo>
                  <a:pt x="21776" y="79271"/>
                </a:moveTo>
                <a:cubicBezTo>
                  <a:pt x="9936" y="71240"/>
                  <a:pt x="4228" y="60247"/>
                  <a:pt x="4228" y="46507"/>
                </a:cubicBezTo>
                <a:cubicBezTo>
                  <a:pt x="4228" y="32978"/>
                  <a:pt x="8665" y="21773"/>
                  <a:pt x="17547" y="13107"/>
                </a:cubicBezTo>
                <a:cubicBezTo>
                  <a:pt x="26426" y="4439"/>
                  <a:pt x="37632" y="0"/>
                  <a:pt x="50741" y="0"/>
                </a:cubicBezTo>
                <a:cubicBezTo>
                  <a:pt x="63850" y="0"/>
                  <a:pt x="74844" y="4439"/>
                  <a:pt x="83723" y="13107"/>
                </a:cubicBezTo>
                <a:cubicBezTo>
                  <a:pt x="92605" y="21773"/>
                  <a:pt x="97043" y="32766"/>
                  <a:pt x="97043" y="46084"/>
                </a:cubicBezTo>
                <a:cubicBezTo>
                  <a:pt x="97043" y="59612"/>
                  <a:pt x="91125" y="70605"/>
                  <a:pt x="79708" y="79059"/>
                </a:cubicBezTo>
                <a:cubicBezTo>
                  <a:pt x="86049" y="82654"/>
                  <a:pt x="90912" y="87728"/>
                  <a:pt x="94719" y="94282"/>
                </a:cubicBezTo>
                <a:cubicBezTo>
                  <a:pt x="98523" y="101046"/>
                  <a:pt x="100214" y="108444"/>
                  <a:pt x="100214" y="116477"/>
                </a:cubicBezTo>
                <a:cubicBezTo>
                  <a:pt x="100214" y="130641"/>
                  <a:pt x="95564" y="142267"/>
                  <a:pt x="86473" y="151144"/>
                </a:cubicBezTo>
                <a:cubicBezTo>
                  <a:pt x="77170" y="160022"/>
                  <a:pt x="65330" y="164465"/>
                  <a:pt x="50741" y="164465"/>
                </a:cubicBezTo>
                <a:cubicBezTo>
                  <a:pt x="36152" y="164465"/>
                  <a:pt x="24100" y="160022"/>
                  <a:pt x="14376" y="150932"/>
                </a:cubicBezTo>
                <a:cubicBezTo>
                  <a:pt x="4651" y="142055"/>
                  <a:pt x="0" y="130641"/>
                  <a:pt x="210" y="116900"/>
                </a:cubicBezTo>
                <a:cubicBezTo>
                  <a:pt x="210" y="99143"/>
                  <a:pt x="7398" y="86461"/>
                  <a:pt x="21776" y="7927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1" name="path-404">
            <a:extLst xmlns:a="http://schemas.openxmlformats.org/drawingml/2006/main">
              <a:ext uri="{FF2B5EF4-FFF2-40B4-BE49-F238E27FC236}">
                <a16:creationId xmlns:a16="http://schemas.microsoft.com/office/drawing/2014/main" id="{F22E86B5-F041-4428-AA1B-B2A27DC82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8639" y="1953987"/>
            <a:ext cx="292479" cy="173369"/>
          </a:xfrm>
          <a:custGeom xmlns:a="http://schemas.openxmlformats.org/drawingml/2006/main">
            <a:pathLst>
              <a:path w="295999" h="175455">
                <a:moveTo>
                  <a:pt x="0" y="0"/>
                </a:moveTo>
                <a:lnTo>
                  <a:pt x="295999" y="0"/>
                </a:lnTo>
                <a:lnTo>
                  <a:pt x="295999" y="175455"/>
                </a:lnTo>
                <a:lnTo>
                  <a:pt x="0" y="175455"/>
                </a:lnTo>
                <a:close/>
              </a:path>
            </a:pathLst>
          </a:custGeom>
          <a:solidFill xmlns:a="http://schemas.openxmlformats.org/drawingml/2006/main">
            <a:srgbClr val="9E9E9E"/>
          </a:solidFill>
          <a:ln xmlns:a="http://schemas.openxmlformats.org/drawingml/2006/main" w="11605">
            <a:solidFill>
              <a:srgbClr val="FFFFFF"/>
            </a:solidFill>
            <a:prstDash val="solid"/>
          </a:ln>
        </p:spPr>
      </p:sp>
      <p:sp>
        <p:nvSpPr>
          <p:cNvPr id="452" name="path-405">
            <a:extLst xmlns:a="http://schemas.openxmlformats.org/drawingml/2006/main">
              <a:ext uri="{FF2B5EF4-FFF2-40B4-BE49-F238E27FC236}">
                <a16:creationId xmlns:a16="http://schemas.microsoft.com/office/drawing/2014/main" id="{58194C84-51E0-473A-8562-B0D5FCEA7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09317" y="1952106"/>
            <a:ext cx="153969" cy="163340"/>
          </a:xfrm>
          <a:custGeom xmlns:a="http://schemas.openxmlformats.org/drawingml/2006/main">
            <a:pathLst>
              <a:path w="155823" h="165306">
                <a:moveTo>
                  <a:pt x="89857" y="79483"/>
                </a:moveTo>
                <a:lnTo>
                  <a:pt x="155823" y="79483"/>
                </a:lnTo>
                <a:lnTo>
                  <a:pt x="155823" y="84768"/>
                </a:lnTo>
                <a:cubicBezTo>
                  <a:pt x="155611" y="96816"/>
                  <a:pt x="154132" y="107174"/>
                  <a:pt x="151383" y="116054"/>
                </a:cubicBezTo>
                <a:cubicBezTo>
                  <a:pt x="148633" y="124933"/>
                  <a:pt x="143983" y="133174"/>
                  <a:pt x="137641" y="140575"/>
                </a:cubicBezTo>
                <a:cubicBezTo>
                  <a:pt x="122841" y="157064"/>
                  <a:pt x="104024" y="165306"/>
                  <a:pt x="81401" y="165306"/>
                </a:cubicBezTo>
                <a:cubicBezTo>
                  <a:pt x="58777" y="165306"/>
                  <a:pt x="39538" y="157275"/>
                  <a:pt x="23681" y="141208"/>
                </a:cubicBezTo>
                <a:cubicBezTo>
                  <a:pt x="7823" y="125143"/>
                  <a:pt x="0" y="105694"/>
                  <a:pt x="0" y="82864"/>
                </a:cubicBezTo>
                <a:cubicBezTo>
                  <a:pt x="0" y="60034"/>
                  <a:pt x="8033" y="40586"/>
                  <a:pt x="24104" y="24309"/>
                </a:cubicBezTo>
                <a:cubicBezTo>
                  <a:pt x="40171" y="8242"/>
                  <a:pt x="60047" y="0"/>
                  <a:pt x="83304" y="0"/>
                </a:cubicBezTo>
                <a:cubicBezTo>
                  <a:pt x="95566" y="0"/>
                  <a:pt x="107196" y="2748"/>
                  <a:pt x="117768" y="7823"/>
                </a:cubicBezTo>
                <a:cubicBezTo>
                  <a:pt x="128337" y="12894"/>
                  <a:pt x="138697" y="21139"/>
                  <a:pt x="148633" y="32553"/>
                </a:cubicBezTo>
                <a:lnTo>
                  <a:pt x="131508" y="48831"/>
                </a:lnTo>
                <a:cubicBezTo>
                  <a:pt x="118400" y="31496"/>
                  <a:pt x="102333" y="22830"/>
                  <a:pt x="83727" y="22830"/>
                </a:cubicBezTo>
                <a:cubicBezTo>
                  <a:pt x="66814" y="22830"/>
                  <a:pt x="52645" y="28748"/>
                  <a:pt x="41230" y="40162"/>
                </a:cubicBezTo>
                <a:cubicBezTo>
                  <a:pt x="29811" y="51791"/>
                  <a:pt x="24104" y="66164"/>
                  <a:pt x="24104" y="83499"/>
                </a:cubicBezTo>
                <a:cubicBezTo>
                  <a:pt x="24104" y="101046"/>
                  <a:pt x="30234" y="115419"/>
                  <a:pt x="42499" y="126411"/>
                </a:cubicBezTo>
                <a:cubicBezTo>
                  <a:pt x="54761" y="137617"/>
                  <a:pt x="67445" y="143112"/>
                  <a:pt x="80344" y="143112"/>
                </a:cubicBezTo>
                <a:cubicBezTo>
                  <a:pt x="93029" y="143112"/>
                  <a:pt x="104235" y="139097"/>
                  <a:pt x="113749" y="131063"/>
                </a:cubicBezTo>
                <a:cubicBezTo>
                  <a:pt x="123050" y="123030"/>
                  <a:pt x="128337" y="113516"/>
                  <a:pt x="129607" y="102103"/>
                </a:cubicBezTo>
                <a:lnTo>
                  <a:pt x="89857" y="102103"/>
                </a:lnTo>
                <a:lnTo>
                  <a:pt x="89857" y="7948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3" name="path-406">
            <a:extLst xmlns:a="http://schemas.openxmlformats.org/drawingml/2006/main">
              <a:ext uri="{FF2B5EF4-FFF2-40B4-BE49-F238E27FC236}">
                <a16:creationId xmlns:a16="http://schemas.microsoft.com/office/drawing/2014/main" id="{8CBD8172-0834-4E9A-9517-78991D709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92951" y="1955239"/>
            <a:ext cx="88372" cy="157493"/>
          </a:xfrm>
          <a:custGeom xmlns:a="http://schemas.openxmlformats.org/drawingml/2006/main">
            <a:pathLst>
              <a:path w="89435" h="159389">
                <a:moveTo>
                  <a:pt x="24104" y="72295"/>
                </a:moveTo>
                <a:lnTo>
                  <a:pt x="33194" y="72295"/>
                </a:lnTo>
                <a:cubicBezTo>
                  <a:pt x="55183" y="72295"/>
                  <a:pt x="66176" y="63841"/>
                  <a:pt x="66176" y="46929"/>
                </a:cubicBezTo>
                <a:cubicBezTo>
                  <a:pt x="66176" y="30442"/>
                  <a:pt x="54760" y="22195"/>
                  <a:pt x="32137" y="22195"/>
                </a:cubicBezTo>
                <a:lnTo>
                  <a:pt x="24104" y="22195"/>
                </a:lnTo>
                <a:lnTo>
                  <a:pt x="24104" y="72295"/>
                </a:lnTo>
                <a:moveTo>
                  <a:pt x="24104" y="94704"/>
                </a:moveTo>
                <a:lnTo>
                  <a:pt x="24104" y="159389"/>
                </a:lnTo>
                <a:lnTo>
                  <a:pt x="0" y="159389"/>
                </a:lnTo>
                <a:lnTo>
                  <a:pt x="0" y="0"/>
                </a:lnTo>
                <a:lnTo>
                  <a:pt x="27275" y="0"/>
                </a:lnTo>
                <a:cubicBezTo>
                  <a:pt x="40384" y="0"/>
                  <a:pt x="50534" y="1057"/>
                  <a:pt x="57510" y="2748"/>
                </a:cubicBezTo>
                <a:cubicBezTo>
                  <a:pt x="64276" y="4652"/>
                  <a:pt x="70406" y="8243"/>
                  <a:pt x="75693" y="13318"/>
                </a:cubicBezTo>
                <a:cubicBezTo>
                  <a:pt x="84782" y="22407"/>
                  <a:pt x="89435" y="34033"/>
                  <a:pt x="89435" y="47985"/>
                </a:cubicBezTo>
                <a:cubicBezTo>
                  <a:pt x="89435" y="62149"/>
                  <a:pt x="84573" y="73564"/>
                  <a:pt x="74845" y="82019"/>
                </a:cubicBezTo>
                <a:cubicBezTo>
                  <a:pt x="65121" y="90474"/>
                  <a:pt x="51800" y="94704"/>
                  <a:pt x="35309" y="94704"/>
                </a:cubicBezTo>
                <a:lnTo>
                  <a:pt x="24104" y="9470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4" name="path-407">
            <a:extLst xmlns:a="http://schemas.openxmlformats.org/drawingml/2006/main">
              <a:ext uri="{FF2B5EF4-FFF2-40B4-BE49-F238E27FC236}">
                <a16:creationId xmlns:a16="http://schemas.microsoft.com/office/drawing/2014/main" id="{A9BB9BB9-2146-47F0-A59B-C719438038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89261" y="1955239"/>
            <a:ext cx="96100" cy="157493"/>
          </a:xfrm>
          <a:custGeom xmlns:a="http://schemas.openxmlformats.org/drawingml/2006/main">
            <a:pathLst>
              <a:path w="97257" h="159389">
                <a:moveTo>
                  <a:pt x="60679" y="22619"/>
                </a:moveTo>
                <a:lnTo>
                  <a:pt x="60679" y="159389"/>
                </a:lnTo>
                <a:lnTo>
                  <a:pt x="36788" y="159389"/>
                </a:lnTo>
                <a:lnTo>
                  <a:pt x="36788" y="22619"/>
                </a:lnTo>
                <a:lnTo>
                  <a:pt x="0" y="22619"/>
                </a:lnTo>
                <a:lnTo>
                  <a:pt x="0" y="0"/>
                </a:lnTo>
                <a:lnTo>
                  <a:pt x="97257" y="0"/>
                </a:lnTo>
                <a:lnTo>
                  <a:pt x="97257" y="22619"/>
                </a:lnTo>
                <a:lnTo>
                  <a:pt x="60679" y="2261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5" name="path-408">
            <a:extLst xmlns:a="http://schemas.openxmlformats.org/drawingml/2006/main">
              <a:ext uri="{FF2B5EF4-FFF2-40B4-BE49-F238E27FC236}">
                <a16:creationId xmlns:a16="http://schemas.microsoft.com/office/drawing/2014/main" id="{46066709-D83F-4915-BF2B-D8E064E24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87658" y="2052158"/>
            <a:ext cx="45545" cy="20052"/>
          </a:xfrm>
          <a:custGeom xmlns:a="http://schemas.openxmlformats.org/drawingml/2006/main">
            <a:pathLst>
              <a:path w="46093" h="20293">
                <a:moveTo>
                  <a:pt x="0" y="0"/>
                </a:moveTo>
                <a:lnTo>
                  <a:pt x="46093" y="0"/>
                </a:lnTo>
                <a:lnTo>
                  <a:pt x="46093" y="20293"/>
                </a:lnTo>
                <a:lnTo>
                  <a:pt x="0" y="2029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6" name="path-409">
            <a:extLst xmlns:a="http://schemas.openxmlformats.org/drawingml/2006/main">
              <a:ext uri="{FF2B5EF4-FFF2-40B4-BE49-F238E27FC236}">
                <a16:creationId xmlns:a16="http://schemas.microsoft.com/office/drawing/2014/main" id="{3B4A1C31-D4EF-487D-BBD3-DDA1F9401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37172" y="1955239"/>
            <a:ext cx="108215" cy="159792"/>
          </a:xfrm>
          <a:custGeom xmlns:a="http://schemas.openxmlformats.org/drawingml/2006/main">
            <a:pathLst>
              <a:path w="109518" h="161716">
                <a:moveTo>
                  <a:pt x="56448" y="48620"/>
                </a:moveTo>
                <a:cubicBezTo>
                  <a:pt x="71884" y="48620"/>
                  <a:pt x="84572" y="53904"/>
                  <a:pt x="94508" y="64264"/>
                </a:cubicBezTo>
                <a:cubicBezTo>
                  <a:pt x="104445" y="74834"/>
                  <a:pt x="109518" y="88149"/>
                  <a:pt x="109518" y="104638"/>
                </a:cubicBezTo>
                <a:cubicBezTo>
                  <a:pt x="109518" y="121127"/>
                  <a:pt x="103809" y="134866"/>
                  <a:pt x="92605" y="145649"/>
                </a:cubicBezTo>
                <a:cubicBezTo>
                  <a:pt x="81188" y="156429"/>
                  <a:pt x="67021" y="161716"/>
                  <a:pt x="49895" y="161716"/>
                </a:cubicBezTo>
                <a:cubicBezTo>
                  <a:pt x="28755" y="161716"/>
                  <a:pt x="12051" y="151990"/>
                  <a:pt x="0" y="132331"/>
                </a:cubicBezTo>
                <a:lnTo>
                  <a:pt x="18182" y="116899"/>
                </a:lnTo>
                <a:cubicBezTo>
                  <a:pt x="23255" y="125353"/>
                  <a:pt x="28332" y="131484"/>
                  <a:pt x="33404" y="134866"/>
                </a:cubicBezTo>
                <a:cubicBezTo>
                  <a:pt x="38480" y="138251"/>
                  <a:pt x="45244" y="140153"/>
                  <a:pt x="53702" y="140153"/>
                </a:cubicBezTo>
                <a:cubicBezTo>
                  <a:pt x="62160" y="140153"/>
                  <a:pt x="69771" y="136769"/>
                  <a:pt x="76325" y="130004"/>
                </a:cubicBezTo>
                <a:cubicBezTo>
                  <a:pt x="82667" y="123241"/>
                  <a:pt x="86050" y="114784"/>
                  <a:pt x="86050" y="104638"/>
                </a:cubicBezTo>
                <a:cubicBezTo>
                  <a:pt x="86050" y="94492"/>
                  <a:pt x="82667" y="86247"/>
                  <a:pt x="76325" y="79483"/>
                </a:cubicBezTo>
                <a:cubicBezTo>
                  <a:pt x="69771" y="72930"/>
                  <a:pt x="61315" y="69759"/>
                  <a:pt x="51165" y="69759"/>
                </a:cubicBezTo>
                <a:cubicBezTo>
                  <a:pt x="41016" y="69759"/>
                  <a:pt x="31926" y="74621"/>
                  <a:pt x="24100" y="83922"/>
                </a:cubicBezTo>
                <a:lnTo>
                  <a:pt x="16279" y="83922"/>
                </a:lnTo>
                <a:lnTo>
                  <a:pt x="41226" y="0"/>
                </a:lnTo>
                <a:lnTo>
                  <a:pt x="107192" y="0"/>
                </a:lnTo>
                <a:lnTo>
                  <a:pt x="107192" y="22619"/>
                </a:lnTo>
                <a:lnTo>
                  <a:pt x="57932" y="22619"/>
                </a:lnTo>
                <a:lnTo>
                  <a:pt x="50107" y="49044"/>
                </a:lnTo>
                <a:cubicBezTo>
                  <a:pt x="52434" y="48832"/>
                  <a:pt x="54549" y="48620"/>
                  <a:pt x="56448" y="4862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7" name="path-410">
            <a:extLst xmlns:a="http://schemas.openxmlformats.org/drawingml/2006/main">
              <a:ext uri="{FF2B5EF4-FFF2-40B4-BE49-F238E27FC236}">
                <a16:creationId xmlns:a16="http://schemas.microsoft.com/office/drawing/2014/main" id="{1D29E29E-EECE-4BA8-BDFB-64757B167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0067" y="2087249"/>
            <a:ext cx="28411" cy="28197"/>
          </a:xfrm>
          <a:custGeom xmlns:a="http://schemas.openxmlformats.org/drawingml/2006/main">
            <a:pathLst>
              <a:path w="28753" h="28536">
                <a:moveTo>
                  <a:pt x="4229" y="24522"/>
                </a:moveTo>
                <a:cubicBezTo>
                  <a:pt x="1270" y="21986"/>
                  <a:pt x="0" y="18602"/>
                  <a:pt x="0" y="14588"/>
                </a:cubicBezTo>
                <a:cubicBezTo>
                  <a:pt x="0" y="10569"/>
                  <a:pt x="1270" y="7186"/>
                  <a:pt x="4229" y="4228"/>
                </a:cubicBezTo>
                <a:cubicBezTo>
                  <a:pt x="6978" y="1480"/>
                  <a:pt x="10361" y="0"/>
                  <a:pt x="14377" y="0"/>
                </a:cubicBezTo>
                <a:cubicBezTo>
                  <a:pt x="18184" y="0"/>
                  <a:pt x="21568" y="1480"/>
                  <a:pt x="24527" y="4228"/>
                </a:cubicBezTo>
                <a:cubicBezTo>
                  <a:pt x="27273" y="7186"/>
                  <a:pt x="28753" y="10569"/>
                  <a:pt x="28753" y="14376"/>
                </a:cubicBezTo>
                <a:cubicBezTo>
                  <a:pt x="28753" y="18602"/>
                  <a:pt x="27273" y="21986"/>
                  <a:pt x="24527" y="24522"/>
                </a:cubicBezTo>
                <a:cubicBezTo>
                  <a:pt x="21779" y="27058"/>
                  <a:pt x="18396" y="28536"/>
                  <a:pt x="14377" y="28536"/>
                </a:cubicBezTo>
                <a:cubicBezTo>
                  <a:pt x="10361" y="28536"/>
                  <a:pt x="6978" y="27058"/>
                  <a:pt x="4229" y="2452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8" name="path-411">
            <a:extLst xmlns:a="http://schemas.openxmlformats.org/drawingml/2006/main">
              <a:ext uri="{FF2B5EF4-FFF2-40B4-BE49-F238E27FC236}">
                <a16:creationId xmlns:a16="http://schemas.microsoft.com/office/drawing/2014/main" id="{1B6F3BE4-C448-4107-A32E-71B3532B2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8533" y="1943541"/>
            <a:ext cx="117829" cy="169191"/>
          </a:xfrm>
          <a:custGeom xmlns:a="http://schemas.openxmlformats.org/drawingml/2006/main">
            <a:pathLst>
              <a:path w="119247" h="171228">
                <a:moveTo>
                  <a:pt x="78229" y="126835"/>
                </a:moveTo>
                <a:lnTo>
                  <a:pt x="78229" y="73353"/>
                </a:lnTo>
                <a:lnTo>
                  <a:pt x="41653" y="126835"/>
                </a:lnTo>
                <a:lnTo>
                  <a:pt x="78229" y="126835"/>
                </a:lnTo>
                <a:moveTo>
                  <a:pt x="102333" y="126835"/>
                </a:moveTo>
                <a:lnTo>
                  <a:pt x="119247" y="126835"/>
                </a:lnTo>
                <a:lnTo>
                  <a:pt x="119247" y="148609"/>
                </a:lnTo>
                <a:lnTo>
                  <a:pt x="102333" y="148609"/>
                </a:lnTo>
                <a:lnTo>
                  <a:pt x="102333" y="171228"/>
                </a:lnTo>
                <a:lnTo>
                  <a:pt x="78229" y="171228"/>
                </a:lnTo>
                <a:lnTo>
                  <a:pt x="78229" y="148609"/>
                </a:lnTo>
                <a:lnTo>
                  <a:pt x="0" y="148609"/>
                </a:lnTo>
                <a:lnTo>
                  <a:pt x="102333" y="0"/>
                </a:lnTo>
                <a:lnTo>
                  <a:pt x="102333" y="12683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9" name="path-412">
            <a:extLst xmlns:a="http://schemas.openxmlformats.org/drawingml/2006/main">
              <a:ext uri="{FF2B5EF4-FFF2-40B4-BE49-F238E27FC236}">
                <a16:creationId xmlns:a16="http://schemas.microsoft.com/office/drawing/2014/main" id="{94A2C340-A7BC-44DC-97FD-F931FA5E48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8639" y="2305596"/>
            <a:ext cx="292479" cy="173369"/>
          </a:xfrm>
          <a:custGeom xmlns:a="http://schemas.openxmlformats.org/drawingml/2006/main">
            <a:pathLst>
              <a:path w="295999" h="175455">
                <a:moveTo>
                  <a:pt x="0" y="0"/>
                </a:moveTo>
                <a:lnTo>
                  <a:pt x="295999" y="0"/>
                </a:lnTo>
                <a:lnTo>
                  <a:pt x="295999" y="175455"/>
                </a:lnTo>
                <a:lnTo>
                  <a:pt x="0" y="175455"/>
                </a:lnTo>
                <a:close/>
              </a:path>
            </a:pathLst>
          </a:custGeom>
          <a:solidFill xmlns:a="http://schemas.openxmlformats.org/drawingml/2006/main">
            <a:srgbClr val="6CABA4"/>
          </a:solidFill>
          <a:ln xmlns:a="http://schemas.openxmlformats.org/drawingml/2006/main" w="11605">
            <a:solidFill>
              <a:srgbClr val="FFFFFF"/>
            </a:solidFill>
            <a:prstDash val="solid"/>
          </a:ln>
        </p:spPr>
      </p:sp>
      <p:sp>
        <p:nvSpPr>
          <p:cNvPr id="460" name="path-413">
            <a:extLst xmlns:a="http://schemas.openxmlformats.org/drawingml/2006/main">
              <a:ext uri="{FF2B5EF4-FFF2-40B4-BE49-F238E27FC236}">
                <a16:creationId xmlns:a16="http://schemas.microsoft.com/office/drawing/2014/main" id="{95C7E71E-6091-4BD3-BA12-EB6706B1E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09317" y="2303716"/>
            <a:ext cx="153969" cy="163343"/>
          </a:xfrm>
          <a:custGeom xmlns:a="http://schemas.openxmlformats.org/drawingml/2006/main">
            <a:pathLst>
              <a:path w="155823" h="165309">
                <a:moveTo>
                  <a:pt x="89857" y="79483"/>
                </a:moveTo>
                <a:lnTo>
                  <a:pt x="155823" y="79483"/>
                </a:lnTo>
                <a:lnTo>
                  <a:pt x="155823" y="84767"/>
                </a:lnTo>
                <a:cubicBezTo>
                  <a:pt x="155611" y="96817"/>
                  <a:pt x="154132" y="107176"/>
                  <a:pt x="151383" y="116054"/>
                </a:cubicBezTo>
                <a:cubicBezTo>
                  <a:pt x="148633" y="124931"/>
                  <a:pt x="143983" y="133177"/>
                  <a:pt x="137641" y="140575"/>
                </a:cubicBezTo>
                <a:cubicBezTo>
                  <a:pt x="122841" y="157064"/>
                  <a:pt x="104024" y="165309"/>
                  <a:pt x="81401" y="165309"/>
                </a:cubicBezTo>
                <a:cubicBezTo>
                  <a:pt x="58777" y="165309"/>
                  <a:pt x="39538" y="157276"/>
                  <a:pt x="23681" y="141209"/>
                </a:cubicBezTo>
                <a:cubicBezTo>
                  <a:pt x="7823" y="125143"/>
                  <a:pt x="0" y="105696"/>
                  <a:pt x="0" y="82866"/>
                </a:cubicBezTo>
                <a:cubicBezTo>
                  <a:pt x="0" y="60036"/>
                  <a:pt x="8033" y="40585"/>
                  <a:pt x="24104" y="24310"/>
                </a:cubicBezTo>
                <a:cubicBezTo>
                  <a:pt x="40171" y="8243"/>
                  <a:pt x="60047" y="0"/>
                  <a:pt x="83304" y="0"/>
                </a:cubicBezTo>
                <a:cubicBezTo>
                  <a:pt x="95566" y="0"/>
                  <a:pt x="107196" y="2748"/>
                  <a:pt x="117768" y="7821"/>
                </a:cubicBezTo>
                <a:cubicBezTo>
                  <a:pt x="128337" y="12894"/>
                  <a:pt x="138697" y="21139"/>
                  <a:pt x="148633" y="32554"/>
                </a:cubicBezTo>
                <a:lnTo>
                  <a:pt x="131508" y="48832"/>
                </a:lnTo>
                <a:cubicBezTo>
                  <a:pt x="118400" y="31496"/>
                  <a:pt x="102333" y="22830"/>
                  <a:pt x="83727" y="22830"/>
                </a:cubicBezTo>
                <a:cubicBezTo>
                  <a:pt x="66814" y="22830"/>
                  <a:pt x="52645" y="28748"/>
                  <a:pt x="41230" y="40165"/>
                </a:cubicBezTo>
                <a:cubicBezTo>
                  <a:pt x="29811" y="51791"/>
                  <a:pt x="24104" y="66167"/>
                  <a:pt x="24104" y="83499"/>
                </a:cubicBezTo>
                <a:cubicBezTo>
                  <a:pt x="24104" y="101046"/>
                  <a:pt x="30234" y="115419"/>
                  <a:pt x="42499" y="126412"/>
                </a:cubicBezTo>
                <a:cubicBezTo>
                  <a:pt x="54761" y="137617"/>
                  <a:pt x="67445" y="143112"/>
                  <a:pt x="80344" y="143112"/>
                </a:cubicBezTo>
                <a:cubicBezTo>
                  <a:pt x="93029" y="143112"/>
                  <a:pt x="104235" y="139097"/>
                  <a:pt x="113749" y="131062"/>
                </a:cubicBezTo>
                <a:cubicBezTo>
                  <a:pt x="123050" y="123028"/>
                  <a:pt x="128337" y="113516"/>
                  <a:pt x="129607" y="102101"/>
                </a:cubicBezTo>
                <a:lnTo>
                  <a:pt x="89857" y="102101"/>
                </a:lnTo>
                <a:lnTo>
                  <a:pt x="89857" y="7948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1" name="path-414">
            <a:extLst xmlns:a="http://schemas.openxmlformats.org/drawingml/2006/main">
              <a:ext uri="{FF2B5EF4-FFF2-40B4-BE49-F238E27FC236}">
                <a16:creationId xmlns:a16="http://schemas.microsoft.com/office/drawing/2014/main" id="{69F3D02F-14B2-45B6-AF53-D939FE431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83970" y="2362201"/>
            <a:ext cx="96096" cy="104858"/>
          </a:xfrm>
          <a:custGeom xmlns:a="http://schemas.openxmlformats.org/drawingml/2006/main">
            <a:pathLst>
              <a:path w="97253" h="106120">
                <a:moveTo>
                  <a:pt x="49050" y="20926"/>
                </a:moveTo>
                <a:cubicBezTo>
                  <a:pt x="40170" y="20926"/>
                  <a:pt x="33615" y="24733"/>
                  <a:pt x="29176" y="31920"/>
                </a:cubicBezTo>
                <a:cubicBezTo>
                  <a:pt x="27486" y="34246"/>
                  <a:pt x="26426" y="36782"/>
                  <a:pt x="25795" y="39531"/>
                </a:cubicBezTo>
                <a:lnTo>
                  <a:pt x="72518" y="39531"/>
                </a:lnTo>
                <a:cubicBezTo>
                  <a:pt x="69136" y="27270"/>
                  <a:pt x="61314" y="20926"/>
                  <a:pt x="49050" y="20926"/>
                </a:cubicBezTo>
                <a:moveTo>
                  <a:pt x="49261" y="85614"/>
                </a:moveTo>
                <a:cubicBezTo>
                  <a:pt x="55816" y="85614"/>
                  <a:pt x="61100" y="84345"/>
                  <a:pt x="64905" y="81386"/>
                </a:cubicBezTo>
                <a:cubicBezTo>
                  <a:pt x="68499" y="78639"/>
                  <a:pt x="72730" y="73565"/>
                  <a:pt x="77591" y="66167"/>
                </a:cubicBezTo>
                <a:lnTo>
                  <a:pt x="97253" y="76947"/>
                </a:lnTo>
                <a:cubicBezTo>
                  <a:pt x="88375" y="92167"/>
                  <a:pt x="77380" y="101469"/>
                  <a:pt x="64272" y="104428"/>
                </a:cubicBezTo>
                <a:cubicBezTo>
                  <a:pt x="59623" y="105485"/>
                  <a:pt x="54756" y="106120"/>
                  <a:pt x="49682" y="106120"/>
                </a:cubicBezTo>
                <a:cubicBezTo>
                  <a:pt x="34670" y="106120"/>
                  <a:pt x="22620" y="101469"/>
                  <a:pt x="13530" y="91743"/>
                </a:cubicBezTo>
                <a:cubicBezTo>
                  <a:pt x="4437" y="82231"/>
                  <a:pt x="0" y="69337"/>
                  <a:pt x="0" y="53271"/>
                </a:cubicBezTo>
                <a:cubicBezTo>
                  <a:pt x="0" y="37417"/>
                  <a:pt x="4226" y="24522"/>
                  <a:pt x="13107" y="14587"/>
                </a:cubicBezTo>
                <a:cubicBezTo>
                  <a:pt x="21988" y="4862"/>
                  <a:pt x="33828" y="0"/>
                  <a:pt x="48626" y="0"/>
                </a:cubicBezTo>
                <a:cubicBezTo>
                  <a:pt x="63425" y="212"/>
                  <a:pt x="75056" y="5075"/>
                  <a:pt x="83513" y="14376"/>
                </a:cubicBezTo>
                <a:cubicBezTo>
                  <a:pt x="91971" y="23677"/>
                  <a:pt x="96408" y="36571"/>
                  <a:pt x="96408" y="53060"/>
                </a:cubicBezTo>
                <a:lnTo>
                  <a:pt x="96197" y="58556"/>
                </a:lnTo>
                <a:lnTo>
                  <a:pt x="24311" y="58556"/>
                </a:lnTo>
                <a:cubicBezTo>
                  <a:pt x="24735" y="67010"/>
                  <a:pt x="27486" y="73565"/>
                  <a:pt x="32136" y="78216"/>
                </a:cubicBezTo>
                <a:cubicBezTo>
                  <a:pt x="36786" y="83077"/>
                  <a:pt x="42497" y="85614"/>
                  <a:pt x="49261" y="856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2" name="path-415">
            <a:extLst xmlns:a="http://schemas.openxmlformats.org/drawingml/2006/main">
              <a:ext uri="{FF2B5EF4-FFF2-40B4-BE49-F238E27FC236}">
                <a16:creationId xmlns:a16="http://schemas.microsoft.com/office/drawing/2014/main" id="{E4B1015A-5B76-4F06-846D-9DF5B0A96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04092" y="2362201"/>
            <a:ext cx="136422" cy="102141"/>
          </a:xfrm>
          <a:custGeom xmlns:a="http://schemas.openxmlformats.org/drawingml/2006/main">
            <a:pathLst>
              <a:path w="138064" h="103370">
                <a:moveTo>
                  <a:pt x="0" y="2748"/>
                </a:moveTo>
                <a:lnTo>
                  <a:pt x="23258" y="2748"/>
                </a:lnTo>
                <a:lnTo>
                  <a:pt x="23258" y="12049"/>
                </a:lnTo>
                <a:cubicBezTo>
                  <a:pt x="27699" y="7398"/>
                  <a:pt x="31506" y="4440"/>
                  <a:pt x="34887" y="2748"/>
                </a:cubicBezTo>
                <a:cubicBezTo>
                  <a:pt x="38270" y="1056"/>
                  <a:pt x="42286" y="212"/>
                  <a:pt x="47359" y="0"/>
                </a:cubicBezTo>
                <a:cubicBezTo>
                  <a:pt x="58777" y="0"/>
                  <a:pt x="67657" y="5075"/>
                  <a:pt x="74423" y="15009"/>
                </a:cubicBezTo>
                <a:cubicBezTo>
                  <a:pt x="81612" y="5075"/>
                  <a:pt x="91549" y="0"/>
                  <a:pt x="104025" y="0"/>
                </a:cubicBezTo>
                <a:cubicBezTo>
                  <a:pt x="126645" y="0"/>
                  <a:pt x="138064" y="13741"/>
                  <a:pt x="138064" y="41222"/>
                </a:cubicBezTo>
                <a:lnTo>
                  <a:pt x="138064" y="103370"/>
                </a:lnTo>
                <a:lnTo>
                  <a:pt x="114595" y="103370"/>
                </a:lnTo>
                <a:lnTo>
                  <a:pt x="114595" y="47564"/>
                </a:lnTo>
                <a:cubicBezTo>
                  <a:pt x="114595" y="37839"/>
                  <a:pt x="113325" y="31076"/>
                  <a:pt x="111001" y="27058"/>
                </a:cubicBezTo>
                <a:cubicBezTo>
                  <a:pt x="108675" y="23042"/>
                  <a:pt x="104448" y="20926"/>
                  <a:pt x="98527" y="20926"/>
                </a:cubicBezTo>
                <a:cubicBezTo>
                  <a:pt x="92605" y="20926"/>
                  <a:pt x="88165" y="23466"/>
                  <a:pt x="85207" y="28328"/>
                </a:cubicBezTo>
                <a:cubicBezTo>
                  <a:pt x="82247" y="33188"/>
                  <a:pt x="80977" y="40797"/>
                  <a:pt x="80977" y="51368"/>
                </a:cubicBezTo>
                <a:lnTo>
                  <a:pt x="80977" y="103370"/>
                </a:lnTo>
                <a:lnTo>
                  <a:pt x="57508" y="103370"/>
                </a:lnTo>
                <a:lnTo>
                  <a:pt x="57508" y="47775"/>
                </a:lnTo>
                <a:cubicBezTo>
                  <a:pt x="57508" y="30016"/>
                  <a:pt x="52223" y="20926"/>
                  <a:pt x="42075" y="20926"/>
                </a:cubicBezTo>
                <a:cubicBezTo>
                  <a:pt x="35520" y="20926"/>
                  <a:pt x="30657" y="23466"/>
                  <a:pt x="27699" y="28328"/>
                </a:cubicBezTo>
                <a:cubicBezTo>
                  <a:pt x="24739" y="33399"/>
                  <a:pt x="23258" y="41009"/>
                  <a:pt x="23258" y="51368"/>
                </a:cubicBezTo>
                <a:lnTo>
                  <a:pt x="23258" y="103370"/>
                </a:lnTo>
                <a:lnTo>
                  <a:pt x="0" y="103370"/>
                </a:lnTo>
                <a:lnTo>
                  <a:pt x="0" y="274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3" name="path-416">
            <a:extLst xmlns:a="http://schemas.openxmlformats.org/drawingml/2006/main">
              <a:ext uri="{FF2B5EF4-FFF2-40B4-BE49-F238E27FC236}">
                <a16:creationId xmlns:a16="http://schemas.microsoft.com/office/drawing/2014/main" id="{E23FA300-7889-4C20-9DE1-0600C455A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66001" y="2308937"/>
            <a:ext cx="29876" cy="155405"/>
          </a:xfrm>
          <a:custGeom xmlns:a="http://schemas.openxmlformats.org/drawingml/2006/main">
            <a:pathLst>
              <a:path w="30236" h="157276">
                <a:moveTo>
                  <a:pt x="4441" y="25790"/>
                </a:moveTo>
                <a:cubicBezTo>
                  <a:pt x="1481" y="22830"/>
                  <a:pt x="0" y="19238"/>
                  <a:pt x="0" y="15010"/>
                </a:cubicBezTo>
                <a:cubicBezTo>
                  <a:pt x="0" y="10993"/>
                  <a:pt x="1481" y="7401"/>
                  <a:pt x="4441" y="4439"/>
                </a:cubicBezTo>
                <a:cubicBezTo>
                  <a:pt x="7400" y="1480"/>
                  <a:pt x="10784" y="0"/>
                  <a:pt x="15012" y="0"/>
                </a:cubicBezTo>
                <a:cubicBezTo>
                  <a:pt x="19028" y="0"/>
                  <a:pt x="22623" y="1480"/>
                  <a:pt x="25795" y="4230"/>
                </a:cubicBezTo>
                <a:cubicBezTo>
                  <a:pt x="28756" y="7190"/>
                  <a:pt x="30236" y="10781"/>
                  <a:pt x="30236" y="15010"/>
                </a:cubicBezTo>
                <a:cubicBezTo>
                  <a:pt x="30024" y="19238"/>
                  <a:pt x="28542" y="22830"/>
                  <a:pt x="25581" y="25790"/>
                </a:cubicBezTo>
                <a:cubicBezTo>
                  <a:pt x="22623" y="28752"/>
                  <a:pt x="19239" y="30231"/>
                  <a:pt x="15012" y="30231"/>
                </a:cubicBezTo>
                <a:cubicBezTo>
                  <a:pt x="10784" y="30231"/>
                  <a:pt x="7400" y="28752"/>
                  <a:pt x="4441" y="25790"/>
                </a:cubicBezTo>
                <a:moveTo>
                  <a:pt x="26641" y="56653"/>
                </a:moveTo>
                <a:lnTo>
                  <a:pt x="26641" y="157276"/>
                </a:lnTo>
                <a:lnTo>
                  <a:pt x="3382" y="157276"/>
                </a:lnTo>
                <a:lnTo>
                  <a:pt x="3382" y="56653"/>
                </a:lnTo>
                <a:lnTo>
                  <a:pt x="26641" y="5665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4" name="path-417">
            <a:extLst xmlns:a="http://schemas.openxmlformats.org/drawingml/2006/main">
              <a:ext uri="{FF2B5EF4-FFF2-40B4-BE49-F238E27FC236}">
                <a16:creationId xmlns:a16="http://schemas.microsoft.com/office/drawing/2014/main" id="{B24B6A76-4FE3-48D4-AAAE-1A8F70B05D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1361" y="2362201"/>
            <a:ext cx="85654" cy="102141"/>
          </a:xfrm>
          <a:custGeom xmlns:a="http://schemas.openxmlformats.org/drawingml/2006/main">
            <a:pathLst>
              <a:path w="86685" h="103370">
                <a:moveTo>
                  <a:pt x="0" y="2748"/>
                </a:moveTo>
                <a:lnTo>
                  <a:pt x="23470" y="2748"/>
                </a:lnTo>
                <a:lnTo>
                  <a:pt x="23470" y="12049"/>
                </a:lnTo>
                <a:cubicBezTo>
                  <a:pt x="31503" y="4015"/>
                  <a:pt x="41018" y="0"/>
                  <a:pt x="52014" y="0"/>
                </a:cubicBezTo>
                <a:cubicBezTo>
                  <a:pt x="63006" y="0"/>
                  <a:pt x="71463" y="3595"/>
                  <a:pt x="77596" y="10357"/>
                </a:cubicBezTo>
                <a:cubicBezTo>
                  <a:pt x="83515" y="17124"/>
                  <a:pt x="86685" y="27693"/>
                  <a:pt x="86685" y="41645"/>
                </a:cubicBezTo>
                <a:lnTo>
                  <a:pt x="86685" y="103370"/>
                </a:lnTo>
                <a:lnTo>
                  <a:pt x="63430" y="103370"/>
                </a:lnTo>
                <a:lnTo>
                  <a:pt x="63430" y="47140"/>
                </a:lnTo>
                <a:cubicBezTo>
                  <a:pt x="63430" y="37417"/>
                  <a:pt x="61950" y="30440"/>
                  <a:pt x="59202" y="26637"/>
                </a:cubicBezTo>
                <a:cubicBezTo>
                  <a:pt x="56452" y="22830"/>
                  <a:pt x="51379" y="20926"/>
                  <a:pt x="43980" y="20926"/>
                </a:cubicBezTo>
                <a:cubicBezTo>
                  <a:pt x="36579" y="20926"/>
                  <a:pt x="31293" y="23466"/>
                  <a:pt x="28122" y="28538"/>
                </a:cubicBezTo>
                <a:cubicBezTo>
                  <a:pt x="24950" y="33611"/>
                  <a:pt x="23470" y="42489"/>
                  <a:pt x="23470" y="54963"/>
                </a:cubicBezTo>
                <a:lnTo>
                  <a:pt x="23470" y="103370"/>
                </a:lnTo>
                <a:lnTo>
                  <a:pt x="0" y="103370"/>
                </a:lnTo>
                <a:lnTo>
                  <a:pt x="0" y="274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5" name="path-418">
            <a:extLst xmlns:a="http://schemas.openxmlformats.org/drawingml/2006/main">
              <a:ext uri="{FF2B5EF4-FFF2-40B4-BE49-F238E27FC236}">
                <a16:creationId xmlns:a16="http://schemas.microsoft.com/office/drawing/2014/main" id="{CD2501DE-B4F3-435B-B6B0-4220B7564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32503" y="2308937"/>
            <a:ext cx="29875" cy="155405"/>
          </a:xfrm>
          <a:custGeom xmlns:a="http://schemas.openxmlformats.org/drawingml/2006/main">
            <a:pathLst>
              <a:path w="30234" h="157276">
                <a:moveTo>
                  <a:pt x="4442" y="25790"/>
                </a:moveTo>
                <a:cubicBezTo>
                  <a:pt x="1480" y="22830"/>
                  <a:pt x="0" y="19238"/>
                  <a:pt x="0" y="15010"/>
                </a:cubicBezTo>
                <a:cubicBezTo>
                  <a:pt x="0" y="10993"/>
                  <a:pt x="1480" y="7401"/>
                  <a:pt x="4442" y="4439"/>
                </a:cubicBezTo>
                <a:cubicBezTo>
                  <a:pt x="7402" y="1480"/>
                  <a:pt x="10784" y="0"/>
                  <a:pt x="15011" y="0"/>
                </a:cubicBezTo>
                <a:cubicBezTo>
                  <a:pt x="19030" y="0"/>
                  <a:pt x="22624" y="1480"/>
                  <a:pt x="25795" y="4230"/>
                </a:cubicBezTo>
                <a:cubicBezTo>
                  <a:pt x="28755" y="7190"/>
                  <a:pt x="30234" y="10781"/>
                  <a:pt x="30234" y="15010"/>
                </a:cubicBezTo>
                <a:cubicBezTo>
                  <a:pt x="30022" y="19238"/>
                  <a:pt x="28544" y="22830"/>
                  <a:pt x="25584" y="25790"/>
                </a:cubicBezTo>
                <a:cubicBezTo>
                  <a:pt x="22624" y="28752"/>
                  <a:pt x="19241" y="30231"/>
                  <a:pt x="15011" y="30231"/>
                </a:cubicBezTo>
                <a:cubicBezTo>
                  <a:pt x="10784" y="30231"/>
                  <a:pt x="7402" y="28752"/>
                  <a:pt x="4442" y="25790"/>
                </a:cubicBezTo>
                <a:moveTo>
                  <a:pt x="26639" y="56653"/>
                </a:moveTo>
                <a:lnTo>
                  <a:pt x="26639" y="157276"/>
                </a:lnTo>
                <a:lnTo>
                  <a:pt x="3384" y="157276"/>
                </a:lnTo>
                <a:lnTo>
                  <a:pt x="3384" y="56653"/>
                </a:lnTo>
                <a:lnTo>
                  <a:pt x="26639" y="5665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6" name="path-419">
            <a:extLst xmlns:a="http://schemas.openxmlformats.org/drawingml/2006/main">
              <a:ext uri="{FF2B5EF4-FFF2-40B4-BE49-F238E27FC236}">
                <a16:creationId xmlns:a16="http://schemas.microsoft.com/office/drawing/2014/main" id="{2D8474F4-D4BA-4AA4-A602-59E5DFC3C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46780" y="2304134"/>
            <a:ext cx="100487" cy="162506"/>
          </a:xfrm>
          <a:custGeom xmlns:a="http://schemas.openxmlformats.org/drawingml/2006/main">
            <a:pathLst>
              <a:path w="101696" h="164462">
                <a:moveTo>
                  <a:pt x="45879" y="88149"/>
                </a:moveTo>
                <a:lnTo>
                  <a:pt x="45879" y="67644"/>
                </a:lnTo>
                <a:cubicBezTo>
                  <a:pt x="56028" y="67644"/>
                  <a:pt x="62795" y="66587"/>
                  <a:pt x="66388" y="64260"/>
                </a:cubicBezTo>
                <a:cubicBezTo>
                  <a:pt x="72519" y="60458"/>
                  <a:pt x="75691" y="54538"/>
                  <a:pt x="75691" y="46505"/>
                </a:cubicBezTo>
                <a:cubicBezTo>
                  <a:pt x="75691" y="38684"/>
                  <a:pt x="73365" y="32553"/>
                  <a:pt x="68924" y="28325"/>
                </a:cubicBezTo>
                <a:cubicBezTo>
                  <a:pt x="64275" y="24098"/>
                  <a:pt x="58565" y="21984"/>
                  <a:pt x="51798" y="21772"/>
                </a:cubicBezTo>
                <a:cubicBezTo>
                  <a:pt x="44824" y="21772"/>
                  <a:pt x="39537" y="23463"/>
                  <a:pt x="35944" y="26633"/>
                </a:cubicBezTo>
                <a:cubicBezTo>
                  <a:pt x="32560" y="30017"/>
                  <a:pt x="29809" y="35724"/>
                  <a:pt x="28118" y="43334"/>
                </a:cubicBezTo>
                <a:lnTo>
                  <a:pt x="4228" y="43334"/>
                </a:lnTo>
                <a:cubicBezTo>
                  <a:pt x="6766" y="28538"/>
                  <a:pt x="11840" y="17546"/>
                  <a:pt x="19450" y="10358"/>
                </a:cubicBezTo>
                <a:cubicBezTo>
                  <a:pt x="27063" y="3380"/>
                  <a:pt x="38056" y="0"/>
                  <a:pt x="52011" y="0"/>
                </a:cubicBezTo>
                <a:cubicBezTo>
                  <a:pt x="65753" y="0"/>
                  <a:pt x="76961" y="4017"/>
                  <a:pt x="85839" y="12261"/>
                </a:cubicBezTo>
                <a:cubicBezTo>
                  <a:pt x="94719" y="20716"/>
                  <a:pt x="99158" y="31708"/>
                  <a:pt x="99158" y="45449"/>
                </a:cubicBezTo>
                <a:cubicBezTo>
                  <a:pt x="99158" y="59189"/>
                  <a:pt x="93239" y="70182"/>
                  <a:pt x="81823" y="78213"/>
                </a:cubicBezTo>
                <a:cubicBezTo>
                  <a:pt x="94932" y="86036"/>
                  <a:pt x="101696" y="98720"/>
                  <a:pt x="101696" y="116054"/>
                </a:cubicBezTo>
                <a:cubicBezTo>
                  <a:pt x="101696" y="130428"/>
                  <a:pt x="96834" y="142054"/>
                  <a:pt x="87110" y="150933"/>
                </a:cubicBezTo>
                <a:cubicBezTo>
                  <a:pt x="77382" y="160024"/>
                  <a:pt x="65121" y="164462"/>
                  <a:pt x="50107" y="164462"/>
                </a:cubicBezTo>
                <a:cubicBezTo>
                  <a:pt x="30868" y="164462"/>
                  <a:pt x="16703" y="157486"/>
                  <a:pt x="7401" y="143535"/>
                </a:cubicBezTo>
                <a:cubicBezTo>
                  <a:pt x="3594" y="137614"/>
                  <a:pt x="1057" y="129583"/>
                  <a:pt x="0" y="119013"/>
                </a:cubicBezTo>
                <a:lnTo>
                  <a:pt x="23255" y="119013"/>
                </a:lnTo>
                <a:cubicBezTo>
                  <a:pt x="24524" y="126833"/>
                  <a:pt x="27487" y="132754"/>
                  <a:pt x="32348" y="136769"/>
                </a:cubicBezTo>
                <a:cubicBezTo>
                  <a:pt x="37000" y="140997"/>
                  <a:pt x="43343" y="142900"/>
                  <a:pt x="51166" y="142900"/>
                </a:cubicBezTo>
                <a:cubicBezTo>
                  <a:pt x="58776" y="142900"/>
                  <a:pt x="65330" y="140364"/>
                  <a:pt x="70404" y="135077"/>
                </a:cubicBezTo>
                <a:cubicBezTo>
                  <a:pt x="75479" y="129795"/>
                  <a:pt x="78017" y="123030"/>
                  <a:pt x="78017" y="114996"/>
                </a:cubicBezTo>
                <a:cubicBezTo>
                  <a:pt x="78017" y="104427"/>
                  <a:pt x="74210" y="96605"/>
                  <a:pt x="66601" y="91954"/>
                </a:cubicBezTo>
                <a:cubicBezTo>
                  <a:pt x="61946" y="89417"/>
                  <a:pt x="55182" y="88149"/>
                  <a:pt x="45879" y="8814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7" name="path-420">
            <a:extLst xmlns:a="http://schemas.openxmlformats.org/drawingml/2006/main">
              <a:ext uri="{FF2B5EF4-FFF2-40B4-BE49-F238E27FC236}">
                <a16:creationId xmlns:a16="http://schemas.microsoft.com/office/drawing/2014/main" id="{0280353B-41E4-4906-A5B8-4DF0AAB2B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84872" y="2438859"/>
            <a:ext cx="28413" cy="28201"/>
          </a:xfrm>
          <a:custGeom xmlns:a="http://schemas.openxmlformats.org/drawingml/2006/main">
            <a:pathLst>
              <a:path w="28755" h="28540">
                <a:moveTo>
                  <a:pt x="4228" y="24521"/>
                </a:moveTo>
                <a:cubicBezTo>
                  <a:pt x="1268" y="21985"/>
                  <a:pt x="0" y="18602"/>
                  <a:pt x="0" y="14587"/>
                </a:cubicBezTo>
                <a:cubicBezTo>
                  <a:pt x="0" y="10569"/>
                  <a:pt x="1268" y="7189"/>
                  <a:pt x="4228" y="4226"/>
                </a:cubicBezTo>
                <a:cubicBezTo>
                  <a:pt x="6974" y="1480"/>
                  <a:pt x="10358" y="0"/>
                  <a:pt x="14376" y="0"/>
                </a:cubicBezTo>
                <a:cubicBezTo>
                  <a:pt x="18182" y="0"/>
                  <a:pt x="21565" y="1480"/>
                  <a:pt x="24524" y="4226"/>
                </a:cubicBezTo>
                <a:cubicBezTo>
                  <a:pt x="27272" y="7189"/>
                  <a:pt x="28755" y="10569"/>
                  <a:pt x="28755" y="14376"/>
                </a:cubicBezTo>
                <a:cubicBezTo>
                  <a:pt x="28755" y="18602"/>
                  <a:pt x="27272" y="21985"/>
                  <a:pt x="24524" y="24521"/>
                </a:cubicBezTo>
                <a:cubicBezTo>
                  <a:pt x="21777" y="27060"/>
                  <a:pt x="18394" y="28540"/>
                  <a:pt x="14376" y="28540"/>
                </a:cubicBezTo>
                <a:cubicBezTo>
                  <a:pt x="10358" y="28540"/>
                  <a:pt x="6974" y="27060"/>
                  <a:pt x="4228" y="2452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8" name="path-421">
            <a:extLst xmlns:a="http://schemas.openxmlformats.org/drawingml/2006/main">
              <a:ext uri="{FF2B5EF4-FFF2-40B4-BE49-F238E27FC236}">
                <a16:creationId xmlns:a16="http://schemas.microsoft.com/office/drawing/2014/main" id="{7A2E1EA2-5907-4D72-9F1F-7CD1830429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60916" y="2306851"/>
            <a:ext cx="50976" cy="157492"/>
          </a:xfrm>
          <a:custGeom xmlns:a="http://schemas.openxmlformats.org/drawingml/2006/main">
            <a:pathLst>
              <a:path w="51589" h="159387">
                <a:moveTo>
                  <a:pt x="27486" y="22617"/>
                </a:moveTo>
                <a:lnTo>
                  <a:pt x="0" y="22617"/>
                </a:lnTo>
                <a:lnTo>
                  <a:pt x="13107" y="0"/>
                </a:lnTo>
                <a:lnTo>
                  <a:pt x="51589" y="0"/>
                </a:lnTo>
                <a:lnTo>
                  <a:pt x="51589" y="159387"/>
                </a:lnTo>
                <a:lnTo>
                  <a:pt x="27486" y="159387"/>
                </a:lnTo>
                <a:lnTo>
                  <a:pt x="27486" y="2261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9" name="path-422">
            <a:extLst xmlns:a="http://schemas.openxmlformats.org/drawingml/2006/main">
              <a:ext uri="{FF2B5EF4-FFF2-40B4-BE49-F238E27FC236}">
                <a16:creationId xmlns:a16="http://schemas.microsoft.com/office/drawing/2014/main" id="{8CE7E48B-2791-4A27-B758-FBB3771DF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43713" y="2306851"/>
            <a:ext cx="88371" cy="157492"/>
          </a:xfrm>
          <a:custGeom xmlns:a="http://schemas.openxmlformats.org/drawingml/2006/main">
            <a:pathLst>
              <a:path w="89434" h="159387">
                <a:moveTo>
                  <a:pt x="24104" y="72294"/>
                </a:moveTo>
                <a:lnTo>
                  <a:pt x="33197" y="72294"/>
                </a:lnTo>
                <a:cubicBezTo>
                  <a:pt x="55186" y="72294"/>
                  <a:pt x="66176" y="63838"/>
                  <a:pt x="66176" y="46928"/>
                </a:cubicBezTo>
                <a:cubicBezTo>
                  <a:pt x="66176" y="30439"/>
                  <a:pt x="54761" y="22195"/>
                  <a:pt x="32137" y="22195"/>
                </a:cubicBezTo>
                <a:lnTo>
                  <a:pt x="24104" y="22195"/>
                </a:lnTo>
                <a:lnTo>
                  <a:pt x="24104" y="72294"/>
                </a:lnTo>
                <a:moveTo>
                  <a:pt x="24104" y="94702"/>
                </a:moveTo>
                <a:lnTo>
                  <a:pt x="24104" y="159387"/>
                </a:lnTo>
                <a:lnTo>
                  <a:pt x="0" y="159387"/>
                </a:lnTo>
                <a:lnTo>
                  <a:pt x="0" y="0"/>
                </a:lnTo>
                <a:lnTo>
                  <a:pt x="27276" y="0"/>
                </a:lnTo>
                <a:cubicBezTo>
                  <a:pt x="40384" y="0"/>
                  <a:pt x="50531" y="1054"/>
                  <a:pt x="57508" y="2746"/>
                </a:cubicBezTo>
                <a:cubicBezTo>
                  <a:pt x="64275" y="4649"/>
                  <a:pt x="70408" y="8242"/>
                  <a:pt x="75691" y="13316"/>
                </a:cubicBezTo>
                <a:cubicBezTo>
                  <a:pt x="84782" y="22406"/>
                  <a:pt x="89434" y="34032"/>
                  <a:pt x="89434" y="47984"/>
                </a:cubicBezTo>
                <a:cubicBezTo>
                  <a:pt x="89434" y="62146"/>
                  <a:pt x="84572" y="73564"/>
                  <a:pt x="74847" y="82018"/>
                </a:cubicBezTo>
                <a:cubicBezTo>
                  <a:pt x="65121" y="90473"/>
                  <a:pt x="51803" y="94702"/>
                  <a:pt x="35309" y="94702"/>
                </a:cubicBezTo>
                <a:lnTo>
                  <a:pt x="24104" y="94702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0" name="path-423">
            <a:extLst xmlns:a="http://schemas.openxmlformats.org/drawingml/2006/main">
              <a:ext uri="{FF2B5EF4-FFF2-40B4-BE49-F238E27FC236}">
                <a16:creationId xmlns:a16="http://schemas.microsoft.com/office/drawing/2014/main" id="{7CD0AFC5-6463-41D6-B682-E63BB2359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52139" y="2362201"/>
            <a:ext cx="64974" cy="102141"/>
          </a:xfrm>
          <a:custGeom xmlns:a="http://schemas.openxmlformats.org/drawingml/2006/main">
            <a:pathLst>
              <a:path w="65756" h="103370">
                <a:moveTo>
                  <a:pt x="0" y="2748"/>
                </a:moveTo>
                <a:lnTo>
                  <a:pt x="23259" y="2748"/>
                </a:lnTo>
                <a:lnTo>
                  <a:pt x="23259" y="11838"/>
                </a:lnTo>
                <a:cubicBezTo>
                  <a:pt x="27487" y="7398"/>
                  <a:pt x="31293" y="4440"/>
                  <a:pt x="34675" y="2748"/>
                </a:cubicBezTo>
                <a:cubicBezTo>
                  <a:pt x="38057" y="1056"/>
                  <a:pt x="42286" y="212"/>
                  <a:pt x="47784" y="0"/>
                </a:cubicBezTo>
                <a:cubicBezTo>
                  <a:pt x="53068" y="0"/>
                  <a:pt x="58990" y="2115"/>
                  <a:pt x="65756" y="6129"/>
                </a:cubicBezTo>
                <a:lnTo>
                  <a:pt x="55183" y="27270"/>
                </a:lnTo>
                <a:cubicBezTo>
                  <a:pt x="50742" y="24310"/>
                  <a:pt x="46515" y="22618"/>
                  <a:pt x="42286" y="22618"/>
                </a:cubicBezTo>
                <a:cubicBezTo>
                  <a:pt x="29602" y="22618"/>
                  <a:pt x="23259" y="32131"/>
                  <a:pt x="23259" y="51158"/>
                </a:cubicBezTo>
                <a:lnTo>
                  <a:pt x="23259" y="103370"/>
                </a:lnTo>
                <a:lnTo>
                  <a:pt x="0" y="103370"/>
                </a:lnTo>
                <a:lnTo>
                  <a:pt x="0" y="2748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1" name="path-424">
            <a:extLst xmlns:a="http://schemas.openxmlformats.org/drawingml/2006/main">
              <a:ext uri="{FF2B5EF4-FFF2-40B4-BE49-F238E27FC236}">
                <a16:creationId xmlns:a16="http://schemas.microsoft.com/office/drawing/2014/main" id="{4460232E-40E6-443E-972E-A03F19BAA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25678" y="2362201"/>
            <a:ext cx="105917" cy="104858"/>
          </a:xfrm>
          <a:custGeom xmlns:a="http://schemas.openxmlformats.org/drawingml/2006/main">
            <a:pathLst>
              <a:path w="107192" h="106120">
                <a:moveTo>
                  <a:pt x="31926" y="29808"/>
                </a:moveTo>
                <a:cubicBezTo>
                  <a:pt x="26427" y="35726"/>
                  <a:pt x="23680" y="43548"/>
                  <a:pt x="23680" y="53271"/>
                </a:cubicBezTo>
                <a:cubicBezTo>
                  <a:pt x="23680" y="62996"/>
                  <a:pt x="26215" y="70817"/>
                  <a:pt x="31713" y="76736"/>
                </a:cubicBezTo>
                <a:cubicBezTo>
                  <a:pt x="37211" y="82655"/>
                  <a:pt x="44398" y="85614"/>
                  <a:pt x="53702" y="85614"/>
                </a:cubicBezTo>
                <a:cubicBezTo>
                  <a:pt x="62583" y="85614"/>
                  <a:pt x="69769" y="82866"/>
                  <a:pt x="75268" y="76947"/>
                </a:cubicBezTo>
                <a:cubicBezTo>
                  <a:pt x="80765" y="71029"/>
                  <a:pt x="83512" y="63207"/>
                  <a:pt x="83512" y="53271"/>
                </a:cubicBezTo>
                <a:cubicBezTo>
                  <a:pt x="83512" y="43548"/>
                  <a:pt x="80765" y="35726"/>
                  <a:pt x="75268" y="29808"/>
                </a:cubicBezTo>
                <a:cubicBezTo>
                  <a:pt x="69769" y="23886"/>
                  <a:pt x="62371" y="20926"/>
                  <a:pt x="53490" y="20926"/>
                </a:cubicBezTo>
                <a:cubicBezTo>
                  <a:pt x="44609" y="20926"/>
                  <a:pt x="37421" y="23886"/>
                  <a:pt x="31926" y="29808"/>
                </a:cubicBezTo>
                <a:moveTo>
                  <a:pt x="91549" y="91108"/>
                </a:moveTo>
                <a:cubicBezTo>
                  <a:pt x="80977" y="101258"/>
                  <a:pt x="68290" y="106120"/>
                  <a:pt x="53067" y="106120"/>
                </a:cubicBezTo>
                <a:cubicBezTo>
                  <a:pt x="37845" y="106120"/>
                  <a:pt x="25370" y="101046"/>
                  <a:pt x="15222" y="90900"/>
                </a:cubicBezTo>
                <a:cubicBezTo>
                  <a:pt x="5075" y="80751"/>
                  <a:pt x="0" y="68067"/>
                  <a:pt x="0" y="53060"/>
                </a:cubicBezTo>
                <a:cubicBezTo>
                  <a:pt x="0" y="38050"/>
                  <a:pt x="5075" y="25366"/>
                  <a:pt x="15432" y="15220"/>
                </a:cubicBezTo>
                <a:cubicBezTo>
                  <a:pt x="25792" y="5075"/>
                  <a:pt x="38480" y="0"/>
                  <a:pt x="53490" y="0"/>
                </a:cubicBezTo>
                <a:cubicBezTo>
                  <a:pt x="68501" y="0"/>
                  <a:pt x="81188" y="5286"/>
                  <a:pt x="91549" y="15432"/>
                </a:cubicBezTo>
                <a:cubicBezTo>
                  <a:pt x="101905" y="25790"/>
                  <a:pt x="107192" y="38474"/>
                  <a:pt x="107192" y="53481"/>
                </a:cubicBezTo>
                <a:cubicBezTo>
                  <a:pt x="107192" y="68491"/>
                  <a:pt x="101905" y="80963"/>
                  <a:pt x="91549" y="91108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2" name="path-425">
            <a:extLst xmlns:a="http://schemas.openxmlformats.org/drawingml/2006/main">
              <a:ext uri="{FF2B5EF4-FFF2-40B4-BE49-F238E27FC236}">
                <a16:creationId xmlns:a16="http://schemas.microsoft.com/office/drawing/2014/main" id="{F1DF7168-7F9B-4E4B-A208-DDB47541B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8639" y="2657207"/>
            <a:ext cx="292479" cy="173369"/>
          </a:xfrm>
          <a:custGeom xmlns:a="http://schemas.openxmlformats.org/drawingml/2006/main">
            <a:pathLst>
              <a:path w="295999" h="175455">
                <a:moveTo>
                  <a:pt x="0" y="0"/>
                </a:moveTo>
                <a:lnTo>
                  <a:pt x="295999" y="0"/>
                </a:lnTo>
                <a:lnTo>
                  <a:pt x="295999" y="175455"/>
                </a:lnTo>
                <a:lnTo>
                  <a:pt x="0" y="175455"/>
                </a:lnTo>
                <a:close/>
              </a:path>
            </a:pathLst>
          </a:custGeom>
          <a:solidFill xmlns:a="http://schemas.openxmlformats.org/drawingml/2006/main">
            <a:srgbClr val="7EAACA"/>
          </a:solidFill>
          <a:ln xmlns:a="http://schemas.openxmlformats.org/drawingml/2006/main" w="11605">
            <a:solidFill>
              <a:srgbClr val="FFFFFF"/>
            </a:solidFill>
            <a:prstDash val="solid"/>
          </a:ln>
        </p:spPr>
      </p:sp>
      <p:sp>
        <p:nvSpPr>
          <p:cNvPr id="473" name="path-426">
            <a:extLst xmlns:a="http://schemas.openxmlformats.org/drawingml/2006/main">
              <a:ext uri="{FF2B5EF4-FFF2-40B4-BE49-F238E27FC236}">
                <a16:creationId xmlns:a16="http://schemas.microsoft.com/office/drawing/2014/main" id="{08AA43F9-3374-4054-AAA8-437BC430D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17046" y="2658460"/>
            <a:ext cx="121799" cy="157493"/>
          </a:xfrm>
          <a:custGeom xmlns:a="http://schemas.openxmlformats.org/drawingml/2006/main">
            <a:pathLst>
              <a:path w="123265" h="159389">
                <a:moveTo>
                  <a:pt x="24104" y="136769"/>
                </a:moveTo>
                <a:lnTo>
                  <a:pt x="34887" y="136769"/>
                </a:lnTo>
                <a:cubicBezTo>
                  <a:pt x="45667" y="136769"/>
                  <a:pt x="54760" y="135712"/>
                  <a:pt x="61949" y="133388"/>
                </a:cubicBezTo>
                <a:cubicBezTo>
                  <a:pt x="69140" y="131061"/>
                  <a:pt x="75481" y="127260"/>
                  <a:pt x="81400" y="121973"/>
                </a:cubicBezTo>
                <a:cubicBezTo>
                  <a:pt x="93240" y="111190"/>
                  <a:pt x="99161" y="97026"/>
                  <a:pt x="99161" y="79694"/>
                </a:cubicBezTo>
                <a:cubicBezTo>
                  <a:pt x="99161" y="62360"/>
                  <a:pt x="93451" y="48409"/>
                  <a:pt x="82247" y="38048"/>
                </a:cubicBezTo>
                <a:cubicBezTo>
                  <a:pt x="71040" y="27904"/>
                  <a:pt x="55184" y="22617"/>
                  <a:pt x="34887" y="22617"/>
                </a:cubicBezTo>
                <a:lnTo>
                  <a:pt x="24104" y="22617"/>
                </a:lnTo>
                <a:lnTo>
                  <a:pt x="24104" y="136769"/>
                </a:lnTo>
                <a:moveTo>
                  <a:pt x="0" y="159389"/>
                </a:moveTo>
                <a:lnTo>
                  <a:pt x="0" y="0"/>
                </a:lnTo>
                <a:lnTo>
                  <a:pt x="33618" y="0"/>
                </a:lnTo>
                <a:cubicBezTo>
                  <a:pt x="49474" y="0"/>
                  <a:pt x="62162" y="1692"/>
                  <a:pt x="71462" y="4863"/>
                </a:cubicBezTo>
                <a:cubicBezTo>
                  <a:pt x="81400" y="8033"/>
                  <a:pt x="90492" y="13318"/>
                  <a:pt x="98738" y="20503"/>
                </a:cubicBezTo>
                <a:cubicBezTo>
                  <a:pt x="115018" y="35515"/>
                  <a:pt x="123265" y="55172"/>
                  <a:pt x="123265" y="79694"/>
                </a:cubicBezTo>
                <a:cubicBezTo>
                  <a:pt x="123265" y="104216"/>
                  <a:pt x="114595" y="124089"/>
                  <a:pt x="97681" y="139097"/>
                </a:cubicBezTo>
                <a:cubicBezTo>
                  <a:pt x="88800" y="146706"/>
                  <a:pt x="79920" y="151990"/>
                  <a:pt x="70831" y="154948"/>
                </a:cubicBezTo>
                <a:cubicBezTo>
                  <a:pt x="61738" y="157907"/>
                  <a:pt x="49263" y="159389"/>
                  <a:pt x="33197" y="159389"/>
                </a:cubicBezTo>
                <a:lnTo>
                  <a:pt x="0" y="15938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4" name="path-427">
            <a:extLst xmlns:a="http://schemas.openxmlformats.org/drawingml/2006/main">
              <a:ext uri="{FF2B5EF4-FFF2-40B4-BE49-F238E27FC236}">
                <a16:creationId xmlns:a16="http://schemas.microsoft.com/office/drawing/2014/main" id="{8E2DCD78-8055-4343-87D3-76B7A1D01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59734" y="2713812"/>
            <a:ext cx="96101" cy="104857"/>
          </a:xfrm>
          <a:custGeom xmlns:a="http://schemas.openxmlformats.org/drawingml/2006/main">
            <a:pathLst>
              <a:path w="97258" h="106119">
                <a:moveTo>
                  <a:pt x="49051" y="20930"/>
                </a:moveTo>
                <a:cubicBezTo>
                  <a:pt x="40173" y="20930"/>
                  <a:pt x="33617" y="24733"/>
                  <a:pt x="29178" y="31920"/>
                </a:cubicBezTo>
                <a:cubicBezTo>
                  <a:pt x="27486" y="34245"/>
                  <a:pt x="26430" y="36781"/>
                  <a:pt x="25795" y="39530"/>
                </a:cubicBezTo>
                <a:lnTo>
                  <a:pt x="72519" y="39530"/>
                </a:lnTo>
                <a:cubicBezTo>
                  <a:pt x="69136" y="27269"/>
                  <a:pt x="61314" y="20930"/>
                  <a:pt x="49051" y="20930"/>
                </a:cubicBezTo>
                <a:moveTo>
                  <a:pt x="49263" y="85614"/>
                </a:moveTo>
                <a:cubicBezTo>
                  <a:pt x="55817" y="85614"/>
                  <a:pt x="61103" y="84346"/>
                  <a:pt x="64910" y="81386"/>
                </a:cubicBezTo>
                <a:cubicBezTo>
                  <a:pt x="68505" y="78640"/>
                  <a:pt x="72731" y="73564"/>
                  <a:pt x="77594" y="66165"/>
                </a:cubicBezTo>
                <a:lnTo>
                  <a:pt x="97258" y="76948"/>
                </a:lnTo>
                <a:cubicBezTo>
                  <a:pt x="88377" y="92166"/>
                  <a:pt x="77384" y="101470"/>
                  <a:pt x="64275" y="104427"/>
                </a:cubicBezTo>
                <a:cubicBezTo>
                  <a:pt x="59623" y="105484"/>
                  <a:pt x="54760" y="106119"/>
                  <a:pt x="49688" y="106119"/>
                </a:cubicBezTo>
                <a:cubicBezTo>
                  <a:pt x="34677" y="106119"/>
                  <a:pt x="22624" y="101470"/>
                  <a:pt x="13531" y="91744"/>
                </a:cubicBezTo>
                <a:cubicBezTo>
                  <a:pt x="4442" y="82232"/>
                  <a:pt x="0" y="69336"/>
                  <a:pt x="0" y="53269"/>
                </a:cubicBezTo>
                <a:cubicBezTo>
                  <a:pt x="0" y="37416"/>
                  <a:pt x="4230" y="24522"/>
                  <a:pt x="13108" y="14586"/>
                </a:cubicBezTo>
                <a:cubicBezTo>
                  <a:pt x="21989" y="4863"/>
                  <a:pt x="33828" y="0"/>
                  <a:pt x="48630" y="0"/>
                </a:cubicBezTo>
                <a:cubicBezTo>
                  <a:pt x="63430" y="211"/>
                  <a:pt x="75058" y="5074"/>
                  <a:pt x="83516" y="14375"/>
                </a:cubicBezTo>
                <a:cubicBezTo>
                  <a:pt x="91971" y="23676"/>
                  <a:pt x="96411" y="36570"/>
                  <a:pt x="96411" y="53058"/>
                </a:cubicBezTo>
                <a:lnTo>
                  <a:pt x="96201" y="58556"/>
                </a:lnTo>
                <a:lnTo>
                  <a:pt x="24315" y="58556"/>
                </a:lnTo>
                <a:cubicBezTo>
                  <a:pt x="24739" y="67009"/>
                  <a:pt x="27486" y="73564"/>
                  <a:pt x="32137" y="78216"/>
                </a:cubicBezTo>
                <a:cubicBezTo>
                  <a:pt x="36790" y="83078"/>
                  <a:pt x="42497" y="85614"/>
                  <a:pt x="49263" y="856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5" name="path-428">
            <a:extLst xmlns:a="http://schemas.openxmlformats.org/drawingml/2006/main">
              <a:ext uri="{FF2B5EF4-FFF2-40B4-BE49-F238E27FC236}">
                <a16:creationId xmlns:a16="http://schemas.microsoft.com/office/drawing/2014/main" id="{F62245F4-08B8-4434-9DB8-05C2819F6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75263" y="2713812"/>
            <a:ext cx="96100" cy="104857"/>
          </a:xfrm>
          <a:custGeom xmlns:a="http://schemas.openxmlformats.org/drawingml/2006/main">
            <a:pathLst>
              <a:path w="97257" h="106119">
                <a:moveTo>
                  <a:pt x="49050" y="20930"/>
                </a:moveTo>
                <a:cubicBezTo>
                  <a:pt x="40173" y="20930"/>
                  <a:pt x="33617" y="24733"/>
                  <a:pt x="29176" y="31920"/>
                </a:cubicBezTo>
                <a:cubicBezTo>
                  <a:pt x="27486" y="34245"/>
                  <a:pt x="26430" y="36781"/>
                  <a:pt x="25795" y="39530"/>
                </a:cubicBezTo>
                <a:lnTo>
                  <a:pt x="72521" y="39530"/>
                </a:lnTo>
                <a:cubicBezTo>
                  <a:pt x="69137" y="27269"/>
                  <a:pt x="61314" y="20930"/>
                  <a:pt x="49050" y="20930"/>
                </a:cubicBezTo>
                <a:moveTo>
                  <a:pt x="49263" y="85614"/>
                </a:moveTo>
                <a:cubicBezTo>
                  <a:pt x="55816" y="85614"/>
                  <a:pt x="61103" y="84346"/>
                  <a:pt x="64909" y="81386"/>
                </a:cubicBezTo>
                <a:cubicBezTo>
                  <a:pt x="68502" y="78640"/>
                  <a:pt x="72730" y="73564"/>
                  <a:pt x="77595" y="66165"/>
                </a:cubicBezTo>
                <a:lnTo>
                  <a:pt x="97257" y="76948"/>
                </a:lnTo>
                <a:cubicBezTo>
                  <a:pt x="88377" y="92166"/>
                  <a:pt x="77384" y="101470"/>
                  <a:pt x="64273" y="104427"/>
                </a:cubicBezTo>
                <a:cubicBezTo>
                  <a:pt x="59623" y="105484"/>
                  <a:pt x="54760" y="106119"/>
                  <a:pt x="49685" y="106119"/>
                </a:cubicBezTo>
                <a:cubicBezTo>
                  <a:pt x="34674" y="106119"/>
                  <a:pt x="22623" y="101470"/>
                  <a:pt x="13531" y="91744"/>
                </a:cubicBezTo>
                <a:cubicBezTo>
                  <a:pt x="4441" y="82232"/>
                  <a:pt x="0" y="69336"/>
                  <a:pt x="0" y="53269"/>
                </a:cubicBezTo>
                <a:cubicBezTo>
                  <a:pt x="0" y="37416"/>
                  <a:pt x="4230" y="24522"/>
                  <a:pt x="13109" y="14586"/>
                </a:cubicBezTo>
                <a:cubicBezTo>
                  <a:pt x="21988" y="4863"/>
                  <a:pt x="33828" y="0"/>
                  <a:pt x="48630" y="0"/>
                </a:cubicBezTo>
                <a:cubicBezTo>
                  <a:pt x="63429" y="211"/>
                  <a:pt x="75058" y="5074"/>
                  <a:pt x="83513" y="14375"/>
                </a:cubicBezTo>
                <a:cubicBezTo>
                  <a:pt x="91971" y="23676"/>
                  <a:pt x="96411" y="36570"/>
                  <a:pt x="96411" y="53058"/>
                </a:cubicBezTo>
                <a:lnTo>
                  <a:pt x="96201" y="58556"/>
                </a:lnTo>
                <a:lnTo>
                  <a:pt x="24315" y="58556"/>
                </a:lnTo>
                <a:cubicBezTo>
                  <a:pt x="24739" y="67009"/>
                  <a:pt x="27486" y="73564"/>
                  <a:pt x="32137" y="78216"/>
                </a:cubicBezTo>
                <a:cubicBezTo>
                  <a:pt x="36789" y="83078"/>
                  <a:pt x="42497" y="85614"/>
                  <a:pt x="49263" y="856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6" name="path-429">
            <a:extLst xmlns:a="http://schemas.openxmlformats.org/drawingml/2006/main">
              <a:ext uri="{FF2B5EF4-FFF2-40B4-BE49-F238E27FC236}">
                <a16:creationId xmlns:a16="http://schemas.microsoft.com/office/drawing/2014/main" id="{9B854CE2-AB66-4ECE-82D0-828D52B3F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95389" y="2713812"/>
            <a:ext cx="101113" cy="156032"/>
          </a:xfrm>
          <a:custGeom xmlns:a="http://schemas.openxmlformats.org/drawingml/2006/main">
            <a:pathLst>
              <a:path w="102330" h="157910">
                <a:moveTo>
                  <a:pt x="29811" y="29807"/>
                </a:moveTo>
                <a:cubicBezTo>
                  <a:pt x="24524" y="35726"/>
                  <a:pt x="21989" y="43549"/>
                  <a:pt x="21989" y="53058"/>
                </a:cubicBezTo>
                <a:cubicBezTo>
                  <a:pt x="21989" y="62571"/>
                  <a:pt x="24524" y="70393"/>
                  <a:pt x="29811" y="76524"/>
                </a:cubicBezTo>
                <a:cubicBezTo>
                  <a:pt x="34885" y="82654"/>
                  <a:pt x="41862" y="85614"/>
                  <a:pt x="50319" y="85614"/>
                </a:cubicBezTo>
                <a:cubicBezTo>
                  <a:pt x="58353" y="85614"/>
                  <a:pt x="65119" y="82654"/>
                  <a:pt x="70405" y="76524"/>
                </a:cubicBezTo>
                <a:cubicBezTo>
                  <a:pt x="75690" y="70606"/>
                  <a:pt x="78439" y="62784"/>
                  <a:pt x="78439" y="53269"/>
                </a:cubicBezTo>
                <a:cubicBezTo>
                  <a:pt x="78439" y="43968"/>
                  <a:pt x="75690" y="36150"/>
                  <a:pt x="70617" y="30020"/>
                </a:cubicBezTo>
                <a:cubicBezTo>
                  <a:pt x="65330" y="24098"/>
                  <a:pt x="58565" y="20930"/>
                  <a:pt x="50319" y="20930"/>
                </a:cubicBezTo>
                <a:cubicBezTo>
                  <a:pt x="41862" y="20930"/>
                  <a:pt x="35097" y="23889"/>
                  <a:pt x="29811" y="29807"/>
                </a:cubicBezTo>
                <a:moveTo>
                  <a:pt x="23258" y="157910"/>
                </a:moveTo>
                <a:lnTo>
                  <a:pt x="0" y="157910"/>
                </a:lnTo>
                <a:lnTo>
                  <a:pt x="0" y="2746"/>
                </a:lnTo>
                <a:lnTo>
                  <a:pt x="23258" y="2746"/>
                </a:lnTo>
                <a:lnTo>
                  <a:pt x="23258" y="13740"/>
                </a:lnTo>
                <a:cubicBezTo>
                  <a:pt x="32348" y="4652"/>
                  <a:pt x="43341" y="0"/>
                  <a:pt x="56030" y="0"/>
                </a:cubicBezTo>
                <a:cubicBezTo>
                  <a:pt x="68713" y="0"/>
                  <a:pt x="79709" y="5074"/>
                  <a:pt x="88799" y="15221"/>
                </a:cubicBezTo>
                <a:cubicBezTo>
                  <a:pt x="97679" y="25368"/>
                  <a:pt x="102330" y="38262"/>
                  <a:pt x="102330" y="53483"/>
                </a:cubicBezTo>
                <a:cubicBezTo>
                  <a:pt x="102330" y="68701"/>
                  <a:pt x="97679" y="81386"/>
                  <a:pt x="88799" y="91112"/>
                </a:cubicBezTo>
                <a:cubicBezTo>
                  <a:pt x="79917" y="101257"/>
                  <a:pt x="68925" y="106119"/>
                  <a:pt x="56238" y="106119"/>
                </a:cubicBezTo>
                <a:cubicBezTo>
                  <a:pt x="43554" y="106119"/>
                  <a:pt x="32558" y="101470"/>
                  <a:pt x="23258" y="92166"/>
                </a:cubicBezTo>
                <a:lnTo>
                  <a:pt x="23258" y="15791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7" name="path-430">
            <a:extLst xmlns:a="http://schemas.openxmlformats.org/drawingml/2006/main">
              <a:ext uri="{FF2B5EF4-FFF2-40B4-BE49-F238E27FC236}">
                <a16:creationId xmlns:a16="http://schemas.microsoft.com/office/drawing/2014/main" id="{03E995FF-DA15-4825-A4D8-B7806C255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7393" y="2655327"/>
            <a:ext cx="100905" cy="163342"/>
          </a:xfrm>
          <a:custGeom xmlns:a="http://schemas.openxmlformats.org/drawingml/2006/main">
            <a:pathLst>
              <a:path w="102119" h="165308">
                <a:moveTo>
                  <a:pt x="68080" y="26001"/>
                </a:moveTo>
                <a:cubicBezTo>
                  <a:pt x="64698" y="23887"/>
                  <a:pt x="59836" y="22830"/>
                  <a:pt x="53914" y="22830"/>
                </a:cubicBezTo>
                <a:cubicBezTo>
                  <a:pt x="47784" y="22830"/>
                  <a:pt x="42497" y="24733"/>
                  <a:pt x="38056" y="28536"/>
                </a:cubicBezTo>
                <a:cubicBezTo>
                  <a:pt x="33617" y="32342"/>
                  <a:pt x="31502" y="36994"/>
                  <a:pt x="31502" y="42489"/>
                </a:cubicBezTo>
                <a:cubicBezTo>
                  <a:pt x="31502" y="50309"/>
                  <a:pt x="37212" y="56653"/>
                  <a:pt x="48839" y="61303"/>
                </a:cubicBezTo>
                <a:lnTo>
                  <a:pt x="64698" y="67857"/>
                </a:lnTo>
                <a:cubicBezTo>
                  <a:pt x="77594" y="73140"/>
                  <a:pt x="87107" y="79483"/>
                  <a:pt x="93029" y="87093"/>
                </a:cubicBezTo>
                <a:cubicBezTo>
                  <a:pt x="98948" y="94704"/>
                  <a:pt x="102119" y="103792"/>
                  <a:pt x="102119" y="114574"/>
                </a:cubicBezTo>
                <a:cubicBezTo>
                  <a:pt x="102119" y="129371"/>
                  <a:pt x="97046" y="141421"/>
                  <a:pt x="87318" y="150933"/>
                </a:cubicBezTo>
                <a:cubicBezTo>
                  <a:pt x="77594" y="160659"/>
                  <a:pt x="65541" y="165308"/>
                  <a:pt x="51379" y="165308"/>
                </a:cubicBezTo>
                <a:cubicBezTo>
                  <a:pt x="37000" y="165308"/>
                  <a:pt x="25373" y="161291"/>
                  <a:pt x="16491" y="153260"/>
                </a:cubicBezTo>
                <a:cubicBezTo>
                  <a:pt x="7612" y="145014"/>
                  <a:pt x="2115" y="133388"/>
                  <a:pt x="0" y="118591"/>
                </a:cubicBezTo>
                <a:lnTo>
                  <a:pt x="24314" y="113307"/>
                </a:lnTo>
                <a:cubicBezTo>
                  <a:pt x="25373" y="122608"/>
                  <a:pt x="27275" y="129158"/>
                  <a:pt x="30022" y="132542"/>
                </a:cubicBezTo>
                <a:cubicBezTo>
                  <a:pt x="34884" y="139518"/>
                  <a:pt x="41651" y="142900"/>
                  <a:pt x="50319" y="142900"/>
                </a:cubicBezTo>
                <a:cubicBezTo>
                  <a:pt x="58777" y="142900"/>
                  <a:pt x="65541" y="140575"/>
                  <a:pt x="70405" y="135502"/>
                </a:cubicBezTo>
                <a:cubicBezTo>
                  <a:pt x="75268" y="130430"/>
                  <a:pt x="77805" y="123876"/>
                  <a:pt x="77805" y="115418"/>
                </a:cubicBezTo>
                <a:cubicBezTo>
                  <a:pt x="77805" y="106963"/>
                  <a:pt x="73576" y="100197"/>
                  <a:pt x="65541" y="94704"/>
                </a:cubicBezTo>
                <a:cubicBezTo>
                  <a:pt x="62583" y="92799"/>
                  <a:pt x="58988" y="90896"/>
                  <a:pt x="55182" y="89209"/>
                </a:cubicBezTo>
                <a:lnTo>
                  <a:pt x="39748" y="82865"/>
                </a:lnTo>
                <a:cubicBezTo>
                  <a:pt x="17760" y="73564"/>
                  <a:pt x="6978" y="60035"/>
                  <a:pt x="6978" y="42276"/>
                </a:cubicBezTo>
                <a:cubicBezTo>
                  <a:pt x="6978" y="30439"/>
                  <a:pt x="11417" y="20505"/>
                  <a:pt x="20721" y="12261"/>
                </a:cubicBezTo>
                <a:cubicBezTo>
                  <a:pt x="29810" y="4228"/>
                  <a:pt x="41230" y="0"/>
                  <a:pt x="54970" y="0"/>
                </a:cubicBezTo>
                <a:cubicBezTo>
                  <a:pt x="73154" y="0"/>
                  <a:pt x="87530" y="9090"/>
                  <a:pt x="98103" y="26844"/>
                </a:cubicBezTo>
                <a:lnTo>
                  <a:pt x="78440" y="38473"/>
                </a:lnTo>
                <a:cubicBezTo>
                  <a:pt x="74634" y="32131"/>
                  <a:pt x="71251" y="28115"/>
                  <a:pt x="68080" y="2600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8" name="path-431">
            <a:extLst xmlns:a="http://schemas.openxmlformats.org/drawingml/2006/main">
              <a:ext uri="{FF2B5EF4-FFF2-40B4-BE49-F238E27FC236}">
                <a16:creationId xmlns:a16="http://schemas.microsoft.com/office/drawing/2014/main" id="{7CC4CC0F-98A4-4818-A4A2-9EDB1B4792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37937" y="2713812"/>
            <a:ext cx="96101" cy="104857"/>
          </a:xfrm>
          <a:custGeom xmlns:a="http://schemas.openxmlformats.org/drawingml/2006/main">
            <a:pathLst>
              <a:path w="97258" h="106119">
                <a:moveTo>
                  <a:pt x="49050" y="20930"/>
                </a:moveTo>
                <a:cubicBezTo>
                  <a:pt x="40171" y="20930"/>
                  <a:pt x="33616" y="24733"/>
                  <a:pt x="29178" y="31920"/>
                </a:cubicBezTo>
                <a:cubicBezTo>
                  <a:pt x="27486" y="34245"/>
                  <a:pt x="26427" y="36781"/>
                  <a:pt x="25795" y="39530"/>
                </a:cubicBezTo>
                <a:lnTo>
                  <a:pt x="72519" y="39530"/>
                </a:lnTo>
                <a:cubicBezTo>
                  <a:pt x="69135" y="27269"/>
                  <a:pt x="61314" y="20930"/>
                  <a:pt x="49050" y="20930"/>
                </a:cubicBezTo>
                <a:moveTo>
                  <a:pt x="49261" y="85614"/>
                </a:moveTo>
                <a:cubicBezTo>
                  <a:pt x="55817" y="85614"/>
                  <a:pt x="61102" y="84346"/>
                  <a:pt x="64907" y="81386"/>
                </a:cubicBezTo>
                <a:cubicBezTo>
                  <a:pt x="68500" y="78640"/>
                  <a:pt x="72730" y="73564"/>
                  <a:pt x="77593" y="66165"/>
                </a:cubicBezTo>
                <a:lnTo>
                  <a:pt x="97258" y="76948"/>
                </a:lnTo>
                <a:cubicBezTo>
                  <a:pt x="88376" y="92166"/>
                  <a:pt x="77382" y="101470"/>
                  <a:pt x="64272" y="104427"/>
                </a:cubicBezTo>
                <a:cubicBezTo>
                  <a:pt x="59623" y="105484"/>
                  <a:pt x="54759" y="106119"/>
                  <a:pt x="49685" y="106119"/>
                </a:cubicBezTo>
                <a:cubicBezTo>
                  <a:pt x="34672" y="106119"/>
                  <a:pt x="22624" y="101470"/>
                  <a:pt x="13531" y="91744"/>
                </a:cubicBezTo>
                <a:cubicBezTo>
                  <a:pt x="4439" y="82232"/>
                  <a:pt x="0" y="69336"/>
                  <a:pt x="0" y="53269"/>
                </a:cubicBezTo>
                <a:cubicBezTo>
                  <a:pt x="0" y="37416"/>
                  <a:pt x="4228" y="24522"/>
                  <a:pt x="13107" y="14586"/>
                </a:cubicBezTo>
                <a:cubicBezTo>
                  <a:pt x="21989" y="4863"/>
                  <a:pt x="33828" y="0"/>
                  <a:pt x="48626" y="0"/>
                </a:cubicBezTo>
                <a:cubicBezTo>
                  <a:pt x="63426" y="211"/>
                  <a:pt x="75057" y="5074"/>
                  <a:pt x="83513" y="14375"/>
                </a:cubicBezTo>
                <a:cubicBezTo>
                  <a:pt x="91971" y="23676"/>
                  <a:pt x="96410" y="36570"/>
                  <a:pt x="96410" y="53058"/>
                </a:cubicBezTo>
                <a:lnTo>
                  <a:pt x="96199" y="58556"/>
                </a:lnTo>
                <a:lnTo>
                  <a:pt x="24315" y="58556"/>
                </a:lnTo>
                <a:cubicBezTo>
                  <a:pt x="24735" y="67009"/>
                  <a:pt x="27486" y="73564"/>
                  <a:pt x="32136" y="78216"/>
                </a:cubicBezTo>
                <a:cubicBezTo>
                  <a:pt x="36787" y="83078"/>
                  <a:pt x="42497" y="85614"/>
                  <a:pt x="49261" y="856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79" name="path-432">
            <a:extLst xmlns:a="http://schemas.openxmlformats.org/drawingml/2006/main">
              <a:ext uri="{FF2B5EF4-FFF2-40B4-BE49-F238E27FC236}">
                <a16:creationId xmlns:a16="http://schemas.microsoft.com/office/drawing/2014/main" id="{EE4609FA-8053-485B-B68A-1085CE12D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53465" y="2713812"/>
            <a:ext cx="96100" cy="104857"/>
          </a:xfrm>
          <a:custGeom xmlns:a="http://schemas.openxmlformats.org/drawingml/2006/main">
            <a:pathLst>
              <a:path w="97257" h="106119">
                <a:moveTo>
                  <a:pt x="49051" y="20930"/>
                </a:moveTo>
                <a:cubicBezTo>
                  <a:pt x="40170" y="20930"/>
                  <a:pt x="33616" y="24733"/>
                  <a:pt x="29179" y="31920"/>
                </a:cubicBezTo>
                <a:cubicBezTo>
                  <a:pt x="27487" y="34245"/>
                  <a:pt x="26427" y="36781"/>
                  <a:pt x="25795" y="39530"/>
                </a:cubicBezTo>
                <a:lnTo>
                  <a:pt x="72520" y="39530"/>
                </a:lnTo>
                <a:cubicBezTo>
                  <a:pt x="69136" y="27269"/>
                  <a:pt x="61315" y="20930"/>
                  <a:pt x="49051" y="20930"/>
                </a:cubicBezTo>
                <a:moveTo>
                  <a:pt x="49262" y="85614"/>
                </a:moveTo>
                <a:cubicBezTo>
                  <a:pt x="55816" y="85614"/>
                  <a:pt x="61103" y="84346"/>
                  <a:pt x="64909" y="81386"/>
                </a:cubicBezTo>
                <a:cubicBezTo>
                  <a:pt x="68503" y="78640"/>
                  <a:pt x="72731" y="73564"/>
                  <a:pt x="77594" y="66165"/>
                </a:cubicBezTo>
                <a:lnTo>
                  <a:pt x="97257" y="76948"/>
                </a:lnTo>
                <a:cubicBezTo>
                  <a:pt x="88377" y="92166"/>
                  <a:pt x="77382" y="101470"/>
                  <a:pt x="64273" y="104427"/>
                </a:cubicBezTo>
                <a:cubicBezTo>
                  <a:pt x="59623" y="105484"/>
                  <a:pt x="54760" y="106119"/>
                  <a:pt x="49687" y="106119"/>
                </a:cubicBezTo>
                <a:cubicBezTo>
                  <a:pt x="34675" y="106119"/>
                  <a:pt x="22623" y="101470"/>
                  <a:pt x="13532" y="91744"/>
                </a:cubicBezTo>
                <a:cubicBezTo>
                  <a:pt x="4440" y="82232"/>
                  <a:pt x="0" y="69336"/>
                  <a:pt x="0" y="53269"/>
                </a:cubicBezTo>
                <a:cubicBezTo>
                  <a:pt x="0" y="37416"/>
                  <a:pt x="4226" y="24522"/>
                  <a:pt x="13108" y="14586"/>
                </a:cubicBezTo>
                <a:cubicBezTo>
                  <a:pt x="21988" y="4863"/>
                  <a:pt x="33828" y="0"/>
                  <a:pt x="48627" y="0"/>
                </a:cubicBezTo>
                <a:cubicBezTo>
                  <a:pt x="63429" y="211"/>
                  <a:pt x="75057" y="5074"/>
                  <a:pt x="83515" y="14375"/>
                </a:cubicBezTo>
                <a:cubicBezTo>
                  <a:pt x="91972" y="23676"/>
                  <a:pt x="96411" y="36570"/>
                  <a:pt x="96411" y="53058"/>
                </a:cubicBezTo>
                <a:lnTo>
                  <a:pt x="96200" y="58556"/>
                </a:lnTo>
                <a:lnTo>
                  <a:pt x="24316" y="58556"/>
                </a:lnTo>
                <a:cubicBezTo>
                  <a:pt x="24737" y="67009"/>
                  <a:pt x="27487" y="73564"/>
                  <a:pt x="32136" y="78216"/>
                </a:cubicBezTo>
                <a:cubicBezTo>
                  <a:pt x="36788" y="83078"/>
                  <a:pt x="42498" y="85614"/>
                  <a:pt x="49262" y="856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0" name="path-433">
            <a:extLst xmlns:a="http://schemas.openxmlformats.org/drawingml/2006/main">
              <a:ext uri="{FF2B5EF4-FFF2-40B4-BE49-F238E27FC236}">
                <a16:creationId xmlns:a16="http://schemas.microsoft.com/office/drawing/2014/main" id="{1F374165-49D9-44C7-9F20-D8C68552E9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73589" y="2643631"/>
            <a:ext cx="89415" cy="172322"/>
          </a:xfrm>
          <a:custGeom xmlns:a="http://schemas.openxmlformats.org/drawingml/2006/main">
            <a:pathLst>
              <a:path w="90491" h="174396">
                <a:moveTo>
                  <a:pt x="23259" y="0"/>
                </a:moveTo>
                <a:lnTo>
                  <a:pt x="23259" y="106328"/>
                </a:lnTo>
                <a:lnTo>
                  <a:pt x="56028" y="73772"/>
                </a:lnTo>
                <a:lnTo>
                  <a:pt x="87108" y="73772"/>
                </a:lnTo>
                <a:lnTo>
                  <a:pt x="43556" y="116053"/>
                </a:lnTo>
                <a:lnTo>
                  <a:pt x="90491" y="174396"/>
                </a:lnTo>
                <a:lnTo>
                  <a:pt x="60258" y="174396"/>
                </a:lnTo>
                <a:lnTo>
                  <a:pt x="27061" y="131907"/>
                </a:lnTo>
                <a:lnTo>
                  <a:pt x="23259" y="135712"/>
                </a:lnTo>
                <a:lnTo>
                  <a:pt x="23259" y="174396"/>
                </a:lnTo>
                <a:lnTo>
                  <a:pt x="0" y="174396"/>
                </a:lnTo>
                <a:lnTo>
                  <a:pt x="0" y="0"/>
                </a:lnTo>
                <a:lnTo>
                  <a:pt x="23259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1" name="path-434">
            <a:extLst xmlns:a="http://schemas.openxmlformats.org/drawingml/2006/main">
              <a:ext uri="{FF2B5EF4-FFF2-40B4-BE49-F238E27FC236}">
                <a16:creationId xmlns:a16="http://schemas.microsoft.com/office/drawing/2014/main" id="{961FB530-E593-4649-BDEF-B74C68AB29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63214" y="2755379"/>
            <a:ext cx="45545" cy="20051"/>
          </a:xfrm>
          <a:custGeom xmlns:a="http://schemas.openxmlformats.org/drawingml/2006/main">
            <a:pathLst>
              <a:path w="46093" h="20292">
                <a:moveTo>
                  <a:pt x="0" y="0"/>
                </a:moveTo>
                <a:lnTo>
                  <a:pt x="46093" y="0"/>
                </a:lnTo>
                <a:lnTo>
                  <a:pt x="46093" y="20292"/>
                </a:lnTo>
                <a:lnTo>
                  <a:pt x="0" y="2029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2" name="path-435">
            <a:extLst xmlns:a="http://schemas.openxmlformats.org/drawingml/2006/main">
              <a:ext uri="{FF2B5EF4-FFF2-40B4-BE49-F238E27FC236}">
                <a16:creationId xmlns:a16="http://schemas.microsoft.com/office/drawing/2014/main" id="{30096550-08ED-42D3-9982-8BE25C94B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09591" y="2658460"/>
            <a:ext cx="139766" cy="169191"/>
          </a:xfrm>
          <a:custGeom xmlns:a="http://schemas.openxmlformats.org/drawingml/2006/main">
            <a:pathLst>
              <a:path w="141448" h="171228">
                <a:moveTo>
                  <a:pt x="26219" y="0"/>
                </a:moveTo>
                <a:lnTo>
                  <a:pt x="70408" y="110555"/>
                </a:lnTo>
                <a:lnTo>
                  <a:pt x="115018" y="0"/>
                </a:lnTo>
                <a:lnTo>
                  <a:pt x="141448" y="0"/>
                </a:lnTo>
                <a:lnTo>
                  <a:pt x="69772" y="171228"/>
                </a:lnTo>
                <a:lnTo>
                  <a:pt x="0" y="0"/>
                </a:lnTo>
                <a:lnTo>
                  <a:pt x="26219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3" name="path-436">
            <a:extLst xmlns:a="http://schemas.openxmlformats.org/drawingml/2006/main">
              <a:ext uri="{FF2B5EF4-FFF2-40B4-BE49-F238E27FC236}">
                <a16:creationId xmlns:a16="http://schemas.microsoft.com/office/drawing/2014/main" id="{67FBC277-A43F-4EFB-A99E-CECA14565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51862" y="2646764"/>
            <a:ext cx="117827" cy="169189"/>
          </a:xfrm>
          <a:custGeom xmlns:a="http://schemas.openxmlformats.org/drawingml/2006/main">
            <a:pathLst>
              <a:path w="119246" h="171225">
                <a:moveTo>
                  <a:pt x="78228" y="126835"/>
                </a:moveTo>
                <a:lnTo>
                  <a:pt x="78228" y="73353"/>
                </a:lnTo>
                <a:lnTo>
                  <a:pt x="41652" y="126835"/>
                </a:lnTo>
                <a:lnTo>
                  <a:pt x="78228" y="126835"/>
                </a:lnTo>
                <a:moveTo>
                  <a:pt x="102330" y="126835"/>
                </a:moveTo>
                <a:lnTo>
                  <a:pt x="119246" y="126835"/>
                </a:lnTo>
                <a:lnTo>
                  <a:pt x="119246" y="148606"/>
                </a:lnTo>
                <a:lnTo>
                  <a:pt x="102330" y="148606"/>
                </a:lnTo>
                <a:lnTo>
                  <a:pt x="102330" y="171225"/>
                </a:lnTo>
                <a:lnTo>
                  <a:pt x="78228" y="171225"/>
                </a:lnTo>
                <a:lnTo>
                  <a:pt x="78228" y="148606"/>
                </a:lnTo>
                <a:lnTo>
                  <a:pt x="0" y="148606"/>
                </a:lnTo>
                <a:lnTo>
                  <a:pt x="102330" y="0"/>
                </a:lnTo>
                <a:lnTo>
                  <a:pt x="102330" y="126835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4" name="path-437">
            <a:extLst xmlns:a="http://schemas.openxmlformats.org/drawingml/2006/main">
              <a:ext uri="{FF2B5EF4-FFF2-40B4-BE49-F238E27FC236}">
                <a16:creationId xmlns:a16="http://schemas.microsoft.com/office/drawing/2014/main" id="{8F4D8A7C-E2FB-4CD5-8B45-6F765B57C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78880" y="2755379"/>
            <a:ext cx="45543" cy="20051"/>
          </a:xfrm>
          <a:custGeom xmlns:a="http://schemas.openxmlformats.org/drawingml/2006/main">
            <a:pathLst>
              <a:path w="46092" h="20292">
                <a:moveTo>
                  <a:pt x="0" y="0"/>
                </a:moveTo>
                <a:lnTo>
                  <a:pt x="46092" y="0"/>
                </a:lnTo>
                <a:lnTo>
                  <a:pt x="46092" y="20292"/>
                </a:lnTo>
                <a:lnTo>
                  <a:pt x="0" y="2029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5" name="path-438">
            <a:extLst xmlns:a="http://schemas.openxmlformats.org/drawingml/2006/main">
              <a:ext uri="{FF2B5EF4-FFF2-40B4-BE49-F238E27FC236}">
                <a16:creationId xmlns:a16="http://schemas.microsoft.com/office/drawing/2014/main" id="{B876B51F-92DC-4BD0-BA35-6C9345104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43226" y="2658460"/>
            <a:ext cx="88369" cy="157493"/>
          </a:xfrm>
          <a:custGeom xmlns:a="http://schemas.openxmlformats.org/drawingml/2006/main">
            <a:pathLst>
              <a:path w="89433" h="159389">
                <a:moveTo>
                  <a:pt x="24103" y="72296"/>
                </a:moveTo>
                <a:lnTo>
                  <a:pt x="33193" y="72296"/>
                </a:lnTo>
                <a:cubicBezTo>
                  <a:pt x="55181" y="72296"/>
                  <a:pt x="66178" y="63841"/>
                  <a:pt x="66178" y="46928"/>
                </a:cubicBezTo>
                <a:cubicBezTo>
                  <a:pt x="66178" y="30442"/>
                  <a:pt x="54760" y="22195"/>
                  <a:pt x="32136" y="22195"/>
                </a:cubicBezTo>
                <a:lnTo>
                  <a:pt x="24103" y="22195"/>
                </a:lnTo>
                <a:lnTo>
                  <a:pt x="24103" y="72296"/>
                </a:lnTo>
                <a:moveTo>
                  <a:pt x="24103" y="94704"/>
                </a:moveTo>
                <a:lnTo>
                  <a:pt x="24103" y="159389"/>
                </a:lnTo>
                <a:lnTo>
                  <a:pt x="0" y="159389"/>
                </a:lnTo>
                <a:lnTo>
                  <a:pt x="0" y="0"/>
                </a:lnTo>
                <a:lnTo>
                  <a:pt x="27275" y="0"/>
                </a:lnTo>
                <a:cubicBezTo>
                  <a:pt x="40383" y="0"/>
                  <a:pt x="50531" y="1057"/>
                  <a:pt x="57509" y="2746"/>
                </a:cubicBezTo>
                <a:cubicBezTo>
                  <a:pt x="64273" y="4649"/>
                  <a:pt x="70406" y="8244"/>
                  <a:pt x="75690" y="13318"/>
                </a:cubicBezTo>
                <a:cubicBezTo>
                  <a:pt x="84782" y="22406"/>
                  <a:pt x="89433" y="34034"/>
                  <a:pt x="89433" y="47985"/>
                </a:cubicBezTo>
                <a:cubicBezTo>
                  <a:pt x="89433" y="62149"/>
                  <a:pt x="84570" y="73564"/>
                  <a:pt x="74846" y="82019"/>
                </a:cubicBezTo>
                <a:cubicBezTo>
                  <a:pt x="65122" y="90477"/>
                  <a:pt x="51798" y="94704"/>
                  <a:pt x="35308" y="94704"/>
                </a:cubicBezTo>
                <a:lnTo>
                  <a:pt x="24103" y="9470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6" name="path-439">
            <a:extLst xmlns:a="http://schemas.openxmlformats.org/drawingml/2006/main">
              <a:ext uri="{FF2B5EF4-FFF2-40B4-BE49-F238E27FC236}">
                <a16:creationId xmlns:a16="http://schemas.microsoft.com/office/drawing/2014/main" id="{6EB19E0F-D2B6-43F9-A615-AFDD1671F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51651" y="2713812"/>
            <a:ext cx="64974" cy="102141"/>
          </a:xfrm>
          <a:custGeom xmlns:a="http://schemas.openxmlformats.org/drawingml/2006/main">
            <a:pathLst>
              <a:path w="65756" h="103370">
                <a:moveTo>
                  <a:pt x="0" y="2746"/>
                </a:moveTo>
                <a:lnTo>
                  <a:pt x="23259" y="2746"/>
                </a:lnTo>
                <a:lnTo>
                  <a:pt x="23259" y="11837"/>
                </a:lnTo>
                <a:cubicBezTo>
                  <a:pt x="27487" y="7398"/>
                  <a:pt x="31293" y="4439"/>
                  <a:pt x="34675" y="2746"/>
                </a:cubicBezTo>
                <a:cubicBezTo>
                  <a:pt x="38059" y="1059"/>
                  <a:pt x="42286" y="211"/>
                  <a:pt x="47784" y="0"/>
                </a:cubicBezTo>
                <a:cubicBezTo>
                  <a:pt x="53069" y="0"/>
                  <a:pt x="58990" y="2114"/>
                  <a:pt x="65756" y="6131"/>
                </a:cubicBezTo>
                <a:lnTo>
                  <a:pt x="55183" y="27269"/>
                </a:lnTo>
                <a:cubicBezTo>
                  <a:pt x="50742" y="24309"/>
                  <a:pt x="46515" y="22619"/>
                  <a:pt x="42286" y="22619"/>
                </a:cubicBezTo>
                <a:cubicBezTo>
                  <a:pt x="29602" y="22619"/>
                  <a:pt x="23259" y="32131"/>
                  <a:pt x="23259" y="51158"/>
                </a:cubicBezTo>
                <a:lnTo>
                  <a:pt x="23259" y="103370"/>
                </a:lnTo>
                <a:lnTo>
                  <a:pt x="0" y="103370"/>
                </a:lnTo>
                <a:lnTo>
                  <a:pt x="0" y="274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7" name="path-440">
            <a:extLst xmlns:a="http://schemas.openxmlformats.org/drawingml/2006/main">
              <a:ext uri="{FF2B5EF4-FFF2-40B4-BE49-F238E27FC236}">
                <a16:creationId xmlns:a16="http://schemas.microsoft.com/office/drawing/2014/main" id="{6D52BCEF-C88F-4CE8-8C9F-C5E27256F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25189" y="2713812"/>
            <a:ext cx="105918" cy="104857"/>
          </a:xfrm>
          <a:custGeom xmlns:a="http://schemas.openxmlformats.org/drawingml/2006/main">
            <a:pathLst>
              <a:path w="107193" h="106119">
                <a:moveTo>
                  <a:pt x="31928" y="29807"/>
                </a:moveTo>
                <a:cubicBezTo>
                  <a:pt x="26430" y="35726"/>
                  <a:pt x="23680" y="43549"/>
                  <a:pt x="23680" y="53269"/>
                </a:cubicBezTo>
                <a:cubicBezTo>
                  <a:pt x="23680" y="62995"/>
                  <a:pt x="26216" y="70817"/>
                  <a:pt x="31714" y="76734"/>
                </a:cubicBezTo>
                <a:cubicBezTo>
                  <a:pt x="37213" y="82654"/>
                  <a:pt x="44400" y="85614"/>
                  <a:pt x="53703" y="85614"/>
                </a:cubicBezTo>
                <a:cubicBezTo>
                  <a:pt x="62584" y="85614"/>
                  <a:pt x="69770" y="82867"/>
                  <a:pt x="75269" y="76948"/>
                </a:cubicBezTo>
                <a:cubicBezTo>
                  <a:pt x="80767" y="71028"/>
                  <a:pt x="83513" y="63208"/>
                  <a:pt x="83513" y="53269"/>
                </a:cubicBezTo>
                <a:cubicBezTo>
                  <a:pt x="83513" y="43549"/>
                  <a:pt x="80767" y="35726"/>
                  <a:pt x="75269" y="29807"/>
                </a:cubicBezTo>
                <a:cubicBezTo>
                  <a:pt x="69770" y="23889"/>
                  <a:pt x="62372" y="20930"/>
                  <a:pt x="53491" y="20930"/>
                </a:cubicBezTo>
                <a:cubicBezTo>
                  <a:pt x="44612" y="20930"/>
                  <a:pt x="37422" y="23889"/>
                  <a:pt x="31928" y="29807"/>
                </a:cubicBezTo>
                <a:moveTo>
                  <a:pt x="91547" y="91112"/>
                </a:moveTo>
                <a:cubicBezTo>
                  <a:pt x="80978" y="101257"/>
                  <a:pt x="68291" y="106119"/>
                  <a:pt x="53068" y="106119"/>
                </a:cubicBezTo>
                <a:cubicBezTo>
                  <a:pt x="37846" y="106119"/>
                  <a:pt x="25370" y="101046"/>
                  <a:pt x="15222" y="90901"/>
                </a:cubicBezTo>
                <a:cubicBezTo>
                  <a:pt x="5074" y="80751"/>
                  <a:pt x="0" y="68071"/>
                  <a:pt x="0" y="53058"/>
                </a:cubicBezTo>
                <a:cubicBezTo>
                  <a:pt x="0" y="38051"/>
                  <a:pt x="5074" y="25368"/>
                  <a:pt x="15433" y="15221"/>
                </a:cubicBezTo>
                <a:cubicBezTo>
                  <a:pt x="25795" y="5074"/>
                  <a:pt x="38481" y="0"/>
                  <a:pt x="53491" y="0"/>
                </a:cubicBezTo>
                <a:cubicBezTo>
                  <a:pt x="68502" y="0"/>
                  <a:pt x="81189" y="5287"/>
                  <a:pt x="91547" y="15432"/>
                </a:cubicBezTo>
                <a:cubicBezTo>
                  <a:pt x="101907" y="25790"/>
                  <a:pt x="107193" y="38473"/>
                  <a:pt x="107193" y="53483"/>
                </a:cubicBezTo>
                <a:cubicBezTo>
                  <a:pt x="107193" y="68490"/>
                  <a:pt x="101907" y="80962"/>
                  <a:pt x="91547" y="91112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88" name="path-441">
            <a:extLst xmlns:a="http://schemas.openxmlformats.org/drawingml/2006/main">
              <a:ext uri="{FF2B5EF4-FFF2-40B4-BE49-F238E27FC236}">
                <a16:creationId xmlns:a16="http://schemas.microsoft.com/office/drawing/2014/main" id="{D2917777-C7D1-4A29-99F3-6546FCDAF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8639" y="3008816"/>
            <a:ext cx="292479" cy="173369"/>
          </a:xfrm>
          <a:custGeom xmlns:a="http://schemas.openxmlformats.org/drawingml/2006/main">
            <a:pathLst>
              <a:path w="295999" h="175455">
                <a:moveTo>
                  <a:pt x="0" y="0"/>
                </a:moveTo>
                <a:lnTo>
                  <a:pt x="295999" y="0"/>
                </a:lnTo>
                <a:lnTo>
                  <a:pt x="295999" y="175455"/>
                </a:lnTo>
                <a:lnTo>
                  <a:pt x="0" y="175455"/>
                </a:lnTo>
                <a:close/>
              </a:path>
            </a:pathLst>
          </a:custGeom>
          <a:solidFill xmlns:a="http://schemas.openxmlformats.org/drawingml/2006/main">
            <a:srgbClr val="C4B5D8"/>
          </a:solidFill>
          <a:ln xmlns:a="http://schemas.openxmlformats.org/drawingml/2006/main" w="11605">
            <a:solidFill>
              <a:srgbClr val="FFFFFF"/>
            </a:solidFill>
            <a:prstDash val="solid"/>
          </a:ln>
        </p:spPr>
      </p:sp>
      <p:sp>
        <p:nvSpPr>
          <p:cNvPr id="489" name="path-442">
            <a:extLst xmlns:a="http://schemas.openxmlformats.org/drawingml/2006/main">
              <a:ext uri="{FF2B5EF4-FFF2-40B4-BE49-F238E27FC236}">
                <a16:creationId xmlns:a16="http://schemas.microsoft.com/office/drawing/2014/main" id="{D51BD3A8-0FD5-4E8A-8B65-845960EF7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09317" y="3007144"/>
            <a:ext cx="167967" cy="163134"/>
          </a:xfrm>
          <a:custGeom xmlns:a="http://schemas.openxmlformats.org/drawingml/2006/main">
            <a:pathLst>
              <a:path w="169989" h="165097">
                <a:moveTo>
                  <a:pt x="127068" y="122397"/>
                </a:moveTo>
                <a:cubicBezTo>
                  <a:pt x="137217" y="111828"/>
                  <a:pt x="142291" y="98299"/>
                  <a:pt x="142291" y="81810"/>
                </a:cubicBezTo>
                <a:cubicBezTo>
                  <a:pt x="142291" y="65533"/>
                  <a:pt x="136582" y="51580"/>
                  <a:pt x="125377" y="39954"/>
                </a:cubicBezTo>
                <a:cubicBezTo>
                  <a:pt x="113749" y="28539"/>
                  <a:pt x="99583" y="22619"/>
                  <a:pt x="82669" y="22619"/>
                </a:cubicBezTo>
                <a:cubicBezTo>
                  <a:pt x="65755" y="22619"/>
                  <a:pt x="51799" y="28539"/>
                  <a:pt x="40806" y="39954"/>
                </a:cubicBezTo>
                <a:cubicBezTo>
                  <a:pt x="29811" y="51580"/>
                  <a:pt x="24104" y="65957"/>
                  <a:pt x="24104" y="83289"/>
                </a:cubicBezTo>
                <a:cubicBezTo>
                  <a:pt x="24104" y="100624"/>
                  <a:pt x="29811" y="114999"/>
                  <a:pt x="41651" y="125989"/>
                </a:cubicBezTo>
                <a:cubicBezTo>
                  <a:pt x="53283" y="137194"/>
                  <a:pt x="66814" y="142691"/>
                  <a:pt x="82036" y="142691"/>
                </a:cubicBezTo>
                <a:cubicBezTo>
                  <a:pt x="92395" y="142691"/>
                  <a:pt x="101909" y="140364"/>
                  <a:pt x="110366" y="135715"/>
                </a:cubicBezTo>
                <a:lnTo>
                  <a:pt x="72731" y="99356"/>
                </a:lnTo>
                <a:lnTo>
                  <a:pt x="103813" y="99356"/>
                </a:lnTo>
                <a:lnTo>
                  <a:pt x="127068" y="122397"/>
                </a:lnTo>
                <a:moveTo>
                  <a:pt x="82881" y="165097"/>
                </a:moveTo>
                <a:cubicBezTo>
                  <a:pt x="61738" y="165097"/>
                  <a:pt x="42921" y="158121"/>
                  <a:pt x="26639" y="143748"/>
                </a:cubicBezTo>
                <a:cubicBezTo>
                  <a:pt x="8882" y="128106"/>
                  <a:pt x="0" y="108022"/>
                  <a:pt x="0" y="83711"/>
                </a:cubicBezTo>
                <a:cubicBezTo>
                  <a:pt x="0" y="59613"/>
                  <a:pt x="8247" y="39532"/>
                  <a:pt x="24949" y="23676"/>
                </a:cubicBezTo>
                <a:cubicBezTo>
                  <a:pt x="41441" y="7823"/>
                  <a:pt x="60468" y="0"/>
                  <a:pt x="81612" y="0"/>
                </a:cubicBezTo>
                <a:cubicBezTo>
                  <a:pt x="102753" y="0"/>
                  <a:pt x="121570" y="6977"/>
                  <a:pt x="137641" y="20508"/>
                </a:cubicBezTo>
                <a:cubicBezTo>
                  <a:pt x="156878" y="36996"/>
                  <a:pt x="166606" y="58345"/>
                  <a:pt x="166606" y="84559"/>
                </a:cubicBezTo>
                <a:cubicBezTo>
                  <a:pt x="166606" y="105276"/>
                  <a:pt x="158995" y="123454"/>
                  <a:pt x="143770" y="139521"/>
                </a:cubicBezTo>
                <a:lnTo>
                  <a:pt x="169989" y="165097"/>
                </a:lnTo>
                <a:lnTo>
                  <a:pt x="139756" y="165097"/>
                </a:lnTo>
                <a:lnTo>
                  <a:pt x="127282" y="152414"/>
                </a:lnTo>
                <a:cubicBezTo>
                  <a:pt x="113961" y="160872"/>
                  <a:pt x="99162" y="165097"/>
                  <a:pt x="82881" y="16509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0" name="path-443">
            <a:extLst xmlns:a="http://schemas.openxmlformats.org/drawingml/2006/main">
              <a:ext uri="{FF2B5EF4-FFF2-40B4-BE49-F238E27FC236}">
                <a16:creationId xmlns:a16="http://schemas.microsoft.com/office/drawing/2014/main" id="{5F62FFF9-C7BA-4F08-B0D0-23F0D489C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86058" y="3059157"/>
            <a:ext cx="159609" cy="115717"/>
          </a:xfrm>
          <a:custGeom xmlns:a="http://schemas.openxmlformats.org/drawingml/2006/main">
            <a:pathLst>
              <a:path w="161530" h="117110">
                <a:moveTo>
                  <a:pt x="26218" y="9090"/>
                </a:moveTo>
                <a:lnTo>
                  <a:pt x="52434" y="66587"/>
                </a:lnTo>
                <a:lnTo>
                  <a:pt x="80977" y="0"/>
                </a:lnTo>
                <a:lnTo>
                  <a:pt x="109520" y="66587"/>
                </a:lnTo>
                <a:lnTo>
                  <a:pt x="135526" y="9090"/>
                </a:lnTo>
                <a:lnTo>
                  <a:pt x="161530" y="9090"/>
                </a:lnTo>
                <a:lnTo>
                  <a:pt x="108885" y="117110"/>
                </a:lnTo>
                <a:lnTo>
                  <a:pt x="80977" y="52423"/>
                </a:lnTo>
                <a:lnTo>
                  <a:pt x="52644" y="117110"/>
                </a:lnTo>
                <a:lnTo>
                  <a:pt x="0" y="9090"/>
                </a:lnTo>
                <a:lnTo>
                  <a:pt x="26218" y="909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1" name="path-444">
            <a:extLst xmlns:a="http://schemas.openxmlformats.org/drawingml/2006/main">
              <a:ext uri="{FF2B5EF4-FFF2-40B4-BE49-F238E27FC236}">
                <a16:creationId xmlns:a16="http://schemas.microsoft.com/office/drawing/2014/main" id="{759CF34D-4950-4C63-BA63-A1B196EB2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6532" y="3065421"/>
            <a:ext cx="96098" cy="104857"/>
          </a:xfrm>
          <a:custGeom xmlns:a="http://schemas.openxmlformats.org/drawingml/2006/main">
            <a:pathLst>
              <a:path w="97254" h="106119">
                <a:moveTo>
                  <a:pt x="49050" y="20930"/>
                </a:moveTo>
                <a:cubicBezTo>
                  <a:pt x="40170" y="20930"/>
                  <a:pt x="33616" y="24733"/>
                  <a:pt x="29176" y="31920"/>
                </a:cubicBezTo>
                <a:cubicBezTo>
                  <a:pt x="27486" y="34247"/>
                  <a:pt x="26426" y="36783"/>
                  <a:pt x="25795" y="39530"/>
                </a:cubicBezTo>
                <a:lnTo>
                  <a:pt x="72518" y="39530"/>
                </a:lnTo>
                <a:cubicBezTo>
                  <a:pt x="69136" y="27269"/>
                  <a:pt x="61314" y="20930"/>
                  <a:pt x="49050" y="20930"/>
                </a:cubicBezTo>
                <a:moveTo>
                  <a:pt x="49262" y="85614"/>
                </a:moveTo>
                <a:cubicBezTo>
                  <a:pt x="55816" y="85614"/>
                  <a:pt x="61103" y="84346"/>
                  <a:pt x="64909" y="81386"/>
                </a:cubicBezTo>
                <a:cubicBezTo>
                  <a:pt x="68501" y="78640"/>
                  <a:pt x="72731" y="73566"/>
                  <a:pt x="77594" y="66168"/>
                </a:cubicBezTo>
                <a:lnTo>
                  <a:pt x="97254" y="76948"/>
                </a:lnTo>
                <a:cubicBezTo>
                  <a:pt x="88377" y="92169"/>
                  <a:pt x="77380" y="101470"/>
                  <a:pt x="64273" y="104430"/>
                </a:cubicBezTo>
                <a:cubicBezTo>
                  <a:pt x="59623" y="105484"/>
                  <a:pt x="54760" y="106119"/>
                  <a:pt x="49685" y="106119"/>
                </a:cubicBezTo>
                <a:cubicBezTo>
                  <a:pt x="34673" y="106119"/>
                  <a:pt x="22620" y="101470"/>
                  <a:pt x="13530" y="91744"/>
                </a:cubicBezTo>
                <a:cubicBezTo>
                  <a:pt x="4437" y="82232"/>
                  <a:pt x="0" y="69339"/>
                  <a:pt x="0" y="53269"/>
                </a:cubicBezTo>
                <a:cubicBezTo>
                  <a:pt x="0" y="37418"/>
                  <a:pt x="4226" y="24522"/>
                  <a:pt x="13107" y="14588"/>
                </a:cubicBezTo>
                <a:cubicBezTo>
                  <a:pt x="21988" y="4863"/>
                  <a:pt x="33828" y="0"/>
                  <a:pt x="48627" y="0"/>
                </a:cubicBezTo>
                <a:cubicBezTo>
                  <a:pt x="63425" y="211"/>
                  <a:pt x="75057" y="5074"/>
                  <a:pt x="83513" y="14377"/>
                </a:cubicBezTo>
                <a:cubicBezTo>
                  <a:pt x="91971" y="23678"/>
                  <a:pt x="96411" y="36572"/>
                  <a:pt x="96411" y="53061"/>
                </a:cubicBezTo>
                <a:lnTo>
                  <a:pt x="96197" y="58556"/>
                </a:lnTo>
                <a:lnTo>
                  <a:pt x="24312" y="58556"/>
                </a:lnTo>
                <a:cubicBezTo>
                  <a:pt x="24735" y="67011"/>
                  <a:pt x="27486" y="73566"/>
                  <a:pt x="32136" y="78216"/>
                </a:cubicBezTo>
                <a:cubicBezTo>
                  <a:pt x="36788" y="83078"/>
                  <a:pt x="42497" y="85614"/>
                  <a:pt x="49262" y="85614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2" name="path-445">
            <a:extLst xmlns:a="http://schemas.openxmlformats.org/drawingml/2006/main">
              <a:ext uri="{FF2B5EF4-FFF2-40B4-BE49-F238E27FC236}">
                <a16:creationId xmlns:a16="http://schemas.microsoft.com/office/drawing/2014/main" id="{1023E595-2EDA-476F-BD59-953DE57EE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6656" y="3065421"/>
            <a:ext cx="85653" cy="102143"/>
          </a:xfrm>
          <a:custGeom xmlns:a="http://schemas.openxmlformats.org/drawingml/2006/main">
            <a:pathLst>
              <a:path w="86684" h="103373">
                <a:moveTo>
                  <a:pt x="0" y="2751"/>
                </a:moveTo>
                <a:lnTo>
                  <a:pt x="23466" y="2751"/>
                </a:lnTo>
                <a:lnTo>
                  <a:pt x="23466" y="12050"/>
                </a:lnTo>
                <a:cubicBezTo>
                  <a:pt x="31503" y="4019"/>
                  <a:pt x="41017" y="0"/>
                  <a:pt x="52010" y="0"/>
                </a:cubicBezTo>
                <a:cubicBezTo>
                  <a:pt x="63004" y="0"/>
                  <a:pt x="71462" y="3595"/>
                  <a:pt x="77591" y="10361"/>
                </a:cubicBezTo>
                <a:cubicBezTo>
                  <a:pt x="83513" y="17124"/>
                  <a:pt x="86684" y="27693"/>
                  <a:pt x="86684" y="41646"/>
                </a:cubicBezTo>
                <a:lnTo>
                  <a:pt x="86684" y="103373"/>
                </a:lnTo>
                <a:lnTo>
                  <a:pt x="63429" y="103373"/>
                </a:lnTo>
                <a:lnTo>
                  <a:pt x="63429" y="47141"/>
                </a:lnTo>
                <a:cubicBezTo>
                  <a:pt x="63429" y="37418"/>
                  <a:pt x="61949" y="30439"/>
                  <a:pt x="59199" y="26638"/>
                </a:cubicBezTo>
                <a:cubicBezTo>
                  <a:pt x="56451" y="22832"/>
                  <a:pt x="51376" y="20930"/>
                  <a:pt x="43977" y="20930"/>
                </a:cubicBezTo>
                <a:cubicBezTo>
                  <a:pt x="36578" y="20930"/>
                  <a:pt x="31293" y="23468"/>
                  <a:pt x="28121" y="28541"/>
                </a:cubicBezTo>
                <a:cubicBezTo>
                  <a:pt x="24946" y="33612"/>
                  <a:pt x="23466" y="42492"/>
                  <a:pt x="23466" y="54961"/>
                </a:cubicBezTo>
                <a:lnTo>
                  <a:pt x="23466" y="103373"/>
                </a:lnTo>
                <a:lnTo>
                  <a:pt x="0" y="103373"/>
                </a:lnTo>
                <a:lnTo>
                  <a:pt x="0" y="275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3" name="path-446">
            <a:extLst xmlns:a="http://schemas.openxmlformats.org/drawingml/2006/main">
              <a:ext uri="{FF2B5EF4-FFF2-40B4-BE49-F238E27FC236}">
                <a16:creationId xmlns:a16="http://schemas.microsoft.com/office/drawing/2014/main" id="{4B70A5F6-E11D-46E2-9851-ED2E087E96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85499" y="3007355"/>
            <a:ext cx="100486" cy="162506"/>
          </a:xfrm>
          <a:custGeom xmlns:a="http://schemas.openxmlformats.org/drawingml/2006/main">
            <a:pathLst>
              <a:path w="101695" h="164462">
                <a:moveTo>
                  <a:pt x="45879" y="88149"/>
                </a:moveTo>
                <a:lnTo>
                  <a:pt x="45879" y="67647"/>
                </a:lnTo>
                <a:cubicBezTo>
                  <a:pt x="56028" y="67647"/>
                  <a:pt x="62794" y="66587"/>
                  <a:pt x="66387" y="64263"/>
                </a:cubicBezTo>
                <a:cubicBezTo>
                  <a:pt x="72519" y="60457"/>
                  <a:pt x="75693" y="54537"/>
                  <a:pt x="75693" y="46504"/>
                </a:cubicBezTo>
                <a:cubicBezTo>
                  <a:pt x="75693" y="38686"/>
                  <a:pt x="73365" y="32555"/>
                  <a:pt x="68926" y="28325"/>
                </a:cubicBezTo>
                <a:cubicBezTo>
                  <a:pt x="64275" y="24098"/>
                  <a:pt x="58567" y="21984"/>
                  <a:pt x="51800" y="21773"/>
                </a:cubicBezTo>
                <a:cubicBezTo>
                  <a:pt x="44824" y="21773"/>
                  <a:pt x="39537" y="23463"/>
                  <a:pt x="35943" y="26633"/>
                </a:cubicBezTo>
                <a:cubicBezTo>
                  <a:pt x="32559" y="30017"/>
                  <a:pt x="29813" y="35724"/>
                  <a:pt x="28121" y="43333"/>
                </a:cubicBezTo>
                <a:lnTo>
                  <a:pt x="4229" y="43333"/>
                </a:lnTo>
                <a:cubicBezTo>
                  <a:pt x="6764" y="28536"/>
                  <a:pt x="11839" y="17543"/>
                  <a:pt x="19452" y="10358"/>
                </a:cubicBezTo>
                <a:cubicBezTo>
                  <a:pt x="27063" y="3382"/>
                  <a:pt x="38058" y="0"/>
                  <a:pt x="52012" y="0"/>
                </a:cubicBezTo>
                <a:cubicBezTo>
                  <a:pt x="65752" y="0"/>
                  <a:pt x="76960" y="4017"/>
                  <a:pt x="85841" y="12261"/>
                </a:cubicBezTo>
                <a:cubicBezTo>
                  <a:pt x="94719" y="20714"/>
                  <a:pt x="99160" y="31707"/>
                  <a:pt x="99160" y="45449"/>
                </a:cubicBezTo>
                <a:cubicBezTo>
                  <a:pt x="99160" y="59189"/>
                  <a:pt x="93240" y="70182"/>
                  <a:pt x="81823" y="78216"/>
                </a:cubicBezTo>
                <a:cubicBezTo>
                  <a:pt x="94931" y="86033"/>
                  <a:pt x="101695" y="98718"/>
                  <a:pt x="101695" y="116053"/>
                </a:cubicBezTo>
                <a:cubicBezTo>
                  <a:pt x="101695" y="130428"/>
                  <a:pt x="96834" y="142054"/>
                  <a:pt x="87108" y="150933"/>
                </a:cubicBezTo>
                <a:cubicBezTo>
                  <a:pt x="77384" y="160021"/>
                  <a:pt x="65121" y="164462"/>
                  <a:pt x="50110" y="164462"/>
                </a:cubicBezTo>
                <a:cubicBezTo>
                  <a:pt x="30868" y="164462"/>
                  <a:pt x="16702" y="157486"/>
                  <a:pt x="7400" y="143535"/>
                </a:cubicBezTo>
                <a:cubicBezTo>
                  <a:pt x="3594" y="137615"/>
                  <a:pt x="1059" y="129582"/>
                  <a:pt x="0" y="119013"/>
                </a:cubicBezTo>
                <a:lnTo>
                  <a:pt x="23255" y="119013"/>
                </a:lnTo>
                <a:cubicBezTo>
                  <a:pt x="24526" y="126835"/>
                  <a:pt x="27486" y="132753"/>
                  <a:pt x="32348" y="136769"/>
                </a:cubicBezTo>
                <a:cubicBezTo>
                  <a:pt x="36999" y="140997"/>
                  <a:pt x="43343" y="142900"/>
                  <a:pt x="51165" y="142900"/>
                </a:cubicBezTo>
                <a:cubicBezTo>
                  <a:pt x="58778" y="142900"/>
                  <a:pt x="65332" y="140364"/>
                  <a:pt x="70406" y="135077"/>
                </a:cubicBezTo>
                <a:cubicBezTo>
                  <a:pt x="75480" y="129793"/>
                  <a:pt x="78017" y="123030"/>
                  <a:pt x="78017" y="114999"/>
                </a:cubicBezTo>
                <a:cubicBezTo>
                  <a:pt x="78017" y="104427"/>
                  <a:pt x="74210" y="96607"/>
                  <a:pt x="66601" y="91955"/>
                </a:cubicBezTo>
                <a:cubicBezTo>
                  <a:pt x="61949" y="89417"/>
                  <a:pt x="55183" y="88149"/>
                  <a:pt x="45879" y="8814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4" name="path-447">
            <a:extLst xmlns:a="http://schemas.openxmlformats.org/drawingml/2006/main">
              <a:ext uri="{FF2B5EF4-FFF2-40B4-BE49-F238E27FC236}">
                <a16:creationId xmlns:a16="http://schemas.microsoft.com/office/drawing/2014/main" id="{DADEA2D0-6B8A-444C-8788-453653644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3591" y="3142081"/>
            <a:ext cx="28413" cy="28197"/>
          </a:xfrm>
          <a:custGeom xmlns:a="http://schemas.openxmlformats.org/drawingml/2006/main">
            <a:pathLst>
              <a:path w="28755" h="28536">
                <a:moveTo>
                  <a:pt x="4226" y="24520"/>
                </a:moveTo>
                <a:cubicBezTo>
                  <a:pt x="1267" y="21984"/>
                  <a:pt x="0" y="18600"/>
                  <a:pt x="0" y="14586"/>
                </a:cubicBezTo>
                <a:cubicBezTo>
                  <a:pt x="0" y="10569"/>
                  <a:pt x="1267" y="7187"/>
                  <a:pt x="4226" y="4228"/>
                </a:cubicBezTo>
                <a:cubicBezTo>
                  <a:pt x="6977" y="1481"/>
                  <a:pt x="10359" y="0"/>
                  <a:pt x="14375" y="0"/>
                </a:cubicBezTo>
                <a:cubicBezTo>
                  <a:pt x="18182" y="0"/>
                  <a:pt x="21565" y="1481"/>
                  <a:pt x="24524" y="4228"/>
                </a:cubicBezTo>
                <a:cubicBezTo>
                  <a:pt x="27275" y="7187"/>
                  <a:pt x="28755" y="10569"/>
                  <a:pt x="28755" y="14375"/>
                </a:cubicBezTo>
                <a:cubicBezTo>
                  <a:pt x="28755" y="18600"/>
                  <a:pt x="27275" y="21984"/>
                  <a:pt x="24524" y="24520"/>
                </a:cubicBezTo>
                <a:cubicBezTo>
                  <a:pt x="21777" y="27058"/>
                  <a:pt x="18393" y="28536"/>
                  <a:pt x="14375" y="28536"/>
                </a:cubicBezTo>
                <a:cubicBezTo>
                  <a:pt x="10359" y="28536"/>
                  <a:pt x="6977" y="27058"/>
                  <a:pt x="4226" y="2452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5" name="path-448">
            <a:extLst xmlns:a="http://schemas.openxmlformats.org/drawingml/2006/main">
              <a:ext uri="{FF2B5EF4-FFF2-40B4-BE49-F238E27FC236}">
                <a16:creationId xmlns:a16="http://schemas.microsoft.com/office/drawing/2014/main" id="{C0423227-08B6-4501-98BE-3F1793A5A7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1668" y="3004641"/>
            <a:ext cx="105919" cy="165220"/>
          </a:xfrm>
          <a:custGeom xmlns:a="http://schemas.openxmlformats.org/drawingml/2006/main">
            <a:pathLst>
              <a:path w="107194" h="167209">
                <a:moveTo>
                  <a:pt x="53702" y="145646"/>
                </a:moveTo>
                <a:cubicBezTo>
                  <a:pt x="61950" y="145646"/>
                  <a:pt x="68924" y="142687"/>
                  <a:pt x="74846" y="136767"/>
                </a:cubicBezTo>
                <a:cubicBezTo>
                  <a:pt x="80765" y="130850"/>
                  <a:pt x="83726" y="123871"/>
                  <a:pt x="83726" y="115629"/>
                </a:cubicBezTo>
                <a:cubicBezTo>
                  <a:pt x="83726" y="107382"/>
                  <a:pt x="80765" y="100197"/>
                  <a:pt x="74846" y="94278"/>
                </a:cubicBezTo>
                <a:cubicBezTo>
                  <a:pt x="68924" y="88360"/>
                  <a:pt x="61737" y="85614"/>
                  <a:pt x="53702" y="85614"/>
                </a:cubicBezTo>
                <a:cubicBezTo>
                  <a:pt x="45244" y="85614"/>
                  <a:pt x="38057" y="88571"/>
                  <a:pt x="32137" y="94491"/>
                </a:cubicBezTo>
                <a:cubicBezTo>
                  <a:pt x="26218" y="100411"/>
                  <a:pt x="23468" y="107382"/>
                  <a:pt x="23468" y="115629"/>
                </a:cubicBezTo>
                <a:cubicBezTo>
                  <a:pt x="23468" y="124084"/>
                  <a:pt x="26218" y="131061"/>
                  <a:pt x="32137" y="136980"/>
                </a:cubicBezTo>
                <a:cubicBezTo>
                  <a:pt x="38057" y="142897"/>
                  <a:pt x="45244" y="145646"/>
                  <a:pt x="53702" y="145646"/>
                </a:cubicBezTo>
                <a:moveTo>
                  <a:pt x="59624" y="64049"/>
                </a:moveTo>
                <a:cubicBezTo>
                  <a:pt x="72519" y="64049"/>
                  <a:pt x="83726" y="69120"/>
                  <a:pt x="93028" y="78846"/>
                </a:cubicBezTo>
                <a:cubicBezTo>
                  <a:pt x="102332" y="88780"/>
                  <a:pt x="107194" y="100832"/>
                  <a:pt x="107194" y="114994"/>
                </a:cubicBezTo>
                <a:cubicBezTo>
                  <a:pt x="107194" y="129158"/>
                  <a:pt x="102121" y="141419"/>
                  <a:pt x="91548" y="151777"/>
                </a:cubicBezTo>
                <a:cubicBezTo>
                  <a:pt x="80977" y="162346"/>
                  <a:pt x="68503" y="167209"/>
                  <a:pt x="54125" y="167209"/>
                </a:cubicBezTo>
                <a:cubicBezTo>
                  <a:pt x="39538" y="167209"/>
                  <a:pt x="26852" y="162133"/>
                  <a:pt x="16069" y="151988"/>
                </a:cubicBezTo>
                <a:cubicBezTo>
                  <a:pt x="5286" y="141843"/>
                  <a:pt x="0" y="130215"/>
                  <a:pt x="0" y="116897"/>
                </a:cubicBezTo>
                <a:cubicBezTo>
                  <a:pt x="0" y="103581"/>
                  <a:pt x="5074" y="89839"/>
                  <a:pt x="15646" y="75675"/>
                </a:cubicBezTo>
                <a:lnTo>
                  <a:pt x="71463" y="0"/>
                </a:lnTo>
                <a:lnTo>
                  <a:pt x="89011" y="13105"/>
                </a:lnTo>
                <a:lnTo>
                  <a:pt x="50954" y="64895"/>
                </a:lnTo>
                <a:cubicBezTo>
                  <a:pt x="54972" y="64471"/>
                  <a:pt x="57931" y="64049"/>
                  <a:pt x="59624" y="6404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6" name="path-449">
            <a:extLst xmlns:a="http://schemas.openxmlformats.org/drawingml/2006/main">
              <a:ext uri="{FF2B5EF4-FFF2-40B4-BE49-F238E27FC236}">
                <a16:creationId xmlns:a16="http://schemas.microsoft.com/office/drawing/2014/main" id="{FA4A7950-A8DD-4B55-9A97-A0F76602D8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99077" y="3106988"/>
            <a:ext cx="45543" cy="20051"/>
          </a:xfrm>
          <a:custGeom xmlns:a="http://schemas.openxmlformats.org/drawingml/2006/main">
            <a:pathLst>
              <a:path w="46092" h="20292">
                <a:moveTo>
                  <a:pt x="0" y="0"/>
                </a:moveTo>
                <a:lnTo>
                  <a:pt x="46092" y="0"/>
                </a:lnTo>
                <a:lnTo>
                  <a:pt x="46092" y="20292"/>
                </a:lnTo>
                <a:lnTo>
                  <a:pt x="0" y="20292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7" name="path-450">
            <a:extLst xmlns:a="http://schemas.openxmlformats.org/drawingml/2006/main">
              <a:ext uri="{FF2B5EF4-FFF2-40B4-BE49-F238E27FC236}">
                <a16:creationId xmlns:a16="http://schemas.microsoft.com/office/drawing/2014/main" id="{E9795006-DA15-4FD5-8B75-5C28BAA5D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63423" y="3010069"/>
            <a:ext cx="88369" cy="157495"/>
          </a:xfrm>
          <a:custGeom xmlns:a="http://schemas.openxmlformats.org/drawingml/2006/main">
            <a:pathLst>
              <a:path w="89433" h="159391">
                <a:moveTo>
                  <a:pt x="24100" y="72298"/>
                </a:moveTo>
                <a:lnTo>
                  <a:pt x="33193" y="72298"/>
                </a:lnTo>
                <a:cubicBezTo>
                  <a:pt x="55181" y="72298"/>
                  <a:pt x="66176" y="63841"/>
                  <a:pt x="66176" y="46930"/>
                </a:cubicBezTo>
                <a:cubicBezTo>
                  <a:pt x="66176" y="30442"/>
                  <a:pt x="54756" y="22200"/>
                  <a:pt x="32136" y="22200"/>
                </a:cubicBezTo>
                <a:lnTo>
                  <a:pt x="24100" y="22200"/>
                </a:lnTo>
                <a:lnTo>
                  <a:pt x="24100" y="72298"/>
                </a:lnTo>
                <a:moveTo>
                  <a:pt x="24100" y="94704"/>
                </a:moveTo>
                <a:lnTo>
                  <a:pt x="24100" y="159391"/>
                </a:lnTo>
                <a:lnTo>
                  <a:pt x="0" y="159391"/>
                </a:lnTo>
                <a:lnTo>
                  <a:pt x="0" y="0"/>
                </a:lnTo>
                <a:lnTo>
                  <a:pt x="27275" y="0"/>
                </a:lnTo>
                <a:cubicBezTo>
                  <a:pt x="40382" y="0"/>
                  <a:pt x="50530" y="1057"/>
                  <a:pt x="57508" y="2749"/>
                </a:cubicBezTo>
                <a:cubicBezTo>
                  <a:pt x="64273" y="4652"/>
                  <a:pt x="70403" y="8247"/>
                  <a:pt x="75690" y="13318"/>
                </a:cubicBezTo>
                <a:cubicBezTo>
                  <a:pt x="84782" y="22408"/>
                  <a:pt x="89433" y="34037"/>
                  <a:pt x="89433" y="47987"/>
                </a:cubicBezTo>
                <a:cubicBezTo>
                  <a:pt x="89433" y="62149"/>
                  <a:pt x="84570" y="73566"/>
                  <a:pt x="74846" y="82019"/>
                </a:cubicBezTo>
                <a:cubicBezTo>
                  <a:pt x="65118" y="90477"/>
                  <a:pt x="51799" y="94704"/>
                  <a:pt x="35308" y="94704"/>
                </a:cubicBezTo>
                <a:lnTo>
                  <a:pt x="24100" y="94704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8" name="path-451">
            <a:extLst xmlns:a="http://schemas.openxmlformats.org/drawingml/2006/main">
              <a:ext uri="{FF2B5EF4-FFF2-40B4-BE49-F238E27FC236}">
                <a16:creationId xmlns:a16="http://schemas.microsoft.com/office/drawing/2014/main" id="{F226EDB7-AA48-4C1D-A54D-2B86FD86A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71848" y="2995240"/>
            <a:ext cx="22981" cy="172324"/>
          </a:xfrm>
          <a:custGeom xmlns:a="http://schemas.openxmlformats.org/drawingml/2006/main">
            <a:pathLst>
              <a:path w="23258" h="174398">
                <a:moveTo>
                  <a:pt x="0" y="0"/>
                </a:moveTo>
                <a:lnTo>
                  <a:pt x="23258" y="0"/>
                </a:lnTo>
                <a:lnTo>
                  <a:pt x="23258" y="174398"/>
                </a:lnTo>
                <a:lnTo>
                  <a:pt x="0" y="174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9" name="path-452">
            <a:extLst xmlns:a="http://schemas.openxmlformats.org/drawingml/2006/main">
              <a:ext uri="{FF2B5EF4-FFF2-40B4-BE49-F238E27FC236}">
                <a16:creationId xmlns:a16="http://schemas.microsoft.com/office/drawing/2014/main" id="{28A45584-6885-477A-9D7B-A6A0BEC50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23868" y="3068139"/>
            <a:ext cx="85026" cy="102138"/>
          </a:xfrm>
          <a:custGeom xmlns:a="http://schemas.openxmlformats.org/drawingml/2006/main">
            <a:pathLst>
              <a:path w="86049" h="103368">
                <a:moveTo>
                  <a:pt x="23255" y="0"/>
                </a:moveTo>
                <a:lnTo>
                  <a:pt x="23255" y="57708"/>
                </a:lnTo>
                <a:cubicBezTo>
                  <a:pt x="23255" y="74621"/>
                  <a:pt x="29809" y="82863"/>
                  <a:pt x="42921" y="82863"/>
                </a:cubicBezTo>
                <a:cubicBezTo>
                  <a:pt x="56028" y="82863"/>
                  <a:pt x="62794" y="74621"/>
                  <a:pt x="62794" y="57708"/>
                </a:cubicBezTo>
                <a:lnTo>
                  <a:pt x="62794" y="0"/>
                </a:lnTo>
                <a:lnTo>
                  <a:pt x="86049" y="0"/>
                </a:lnTo>
                <a:lnTo>
                  <a:pt x="86049" y="58343"/>
                </a:lnTo>
                <a:cubicBezTo>
                  <a:pt x="86049" y="66376"/>
                  <a:pt x="84993" y="73350"/>
                  <a:pt x="83090" y="78848"/>
                </a:cubicBezTo>
                <a:cubicBezTo>
                  <a:pt x="80975" y="84344"/>
                  <a:pt x="77591" y="89206"/>
                  <a:pt x="72942" y="93221"/>
                </a:cubicBezTo>
                <a:cubicBezTo>
                  <a:pt x="64909" y="99986"/>
                  <a:pt x="54971" y="103368"/>
                  <a:pt x="42921" y="103368"/>
                </a:cubicBezTo>
                <a:cubicBezTo>
                  <a:pt x="30868" y="103368"/>
                  <a:pt x="20932" y="99986"/>
                  <a:pt x="13107" y="93221"/>
                </a:cubicBezTo>
                <a:cubicBezTo>
                  <a:pt x="8244" y="89206"/>
                  <a:pt x="4862" y="84765"/>
                  <a:pt x="2957" y="79692"/>
                </a:cubicBezTo>
                <a:cubicBezTo>
                  <a:pt x="842" y="74621"/>
                  <a:pt x="0" y="67642"/>
                  <a:pt x="0" y="58343"/>
                </a:cubicBezTo>
                <a:lnTo>
                  <a:pt x="0" y="0"/>
                </a:lnTo>
                <a:lnTo>
                  <a:pt x="23255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0" name="path-453">
            <a:extLst xmlns:a="http://schemas.openxmlformats.org/drawingml/2006/main">
              <a:ext uri="{FF2B5EF4-FFF2-40B4-BE49-F238E27FC236}">
                <a16:creationId xmlns:a16="http://schemas.microsoft.com/office/drawing/2014/main" id="{27136026-CA05-45FE-8F05-6745F142F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31040" y="3065421"/>
            <a:ext cx="70820" cy="104857"/>
          </a:xfrm>
          <a:custGeom xmlns:a="http://schemas.openxmlformats.org/drawingml/2006/main">
            <a:pathLst>
              <a:path w="71673" h="106119">
                <a:moveTo>
                  <a:pt x="34884" y="20930"/>
                </a:moveTo>
                <a:cubicBezTo>
                  <a:pt x="32771" y="20930"/>
                  <a:pt x="30868" y="21776"/>
                  <a:pt x="29388" y="23041"/>
                </a:cubicBezTo>
                <a:cubicBezTo>
                  <a:pt x="27696" y="24522"/>
                  <a:pt x="27061" y="26425"/>
                  <a:pt x="27061" y="28541"/>
                </a:cubicBezTo>
                <a:cubicBezTo>
                  <a:pt x="27061" y="32345"/>
                  <a:pt x="31501" y="36150"/>
                  <a:pt x="40593" y="39954"/>
                </a:cubicBezTo>
                <a:cubicBezTo>
                  <a:pt x="52856" y="45241"/>
                  <a:pt x="61103" y="50103"/>
                  <a:pt x="65329" y="54542"/>
                </a:cubicBezTo>
                <a:cubicBezTo>
                  <a:pt x="69558" y="59191"/>
                  <a:pt x="71673" y="65744"/>
                  <a:pt x="71673" y="74201"/>
                </a:cubicBezTo>
                <a:cubicBezTo>
                  <a:pt x="71673" y="83078"/>
                  <a:pt x="68080" y="90477"/>
                  <a:pt x="61103" y="96818"/>
                </a:cubicBezTo>
                <a:cubicBezTo>
                  <a:pt x="53912" y="103162"/>
                  <a:pt x="45667" y="106119"/>
                  <a:pt x="35943" y="106119"/>
                </a:cubicBezTo>
                <a:cubicBezTo>
                  <a:pt x="19028" y="106119"/>
                  <a:pt x="6977" y="98086"/>
                  <a:pt x="0" y="81600"/>
                </a:cubicBezTo>
                <a:lnTo>
                  <a:pt x="19873" y="72509"/>
                </a:lnTo>
                <a:cubicBezTo>
                  <a:pt x="22411" y="77372"/>
                  <a:pt x="24946" y="80751"/>
                  <a:pt x="27061" y="82654"/>
                </a:cubicBezTo>
                <a:cubicBezTo>
                  <a:pt x="29176" y="84559"/>
                  <a:pt x="32348" y="85614"/>
                  <a:pt x="36154" y="85614"/>
                </a:cubicBezTo>
                <a:cubicBezTo>
                  <a:pt x="43977" y="85614"/>
                  <a:pt x="47994" y="82021"/>
                  <a:pt x="47994" y="74834"/>
                </a:cubicBezTo>
                <a:cubicBezTo>
                  <a:pt x="47994" y="70606"/>
                  <a:pt x="44823" y="66803"/>
                  <a:pt x="38902" y="63208"/>
                </a:cubicBezTo>
                <a:cubicBezTo>
                  <a:pt x="36575" y="62151"/>
                  <a:pt x="34251" y="61094"/>
                  <a:pt x="31924" y="59824"/>
                </a:cubicBezTo>
                <a:cubicBezTo>
                  <a:pt x="29388" y="58770"/>
                  <a:pt x="26006" y="57078"/>
                  <a:pt x="21353" y="54961"/>
                </a:cubicBezTo>
                <a:cubicBezTo>
                  <a:pt x="16702" y="52850"/>
                  <a:pt x="12895" y="49679"/>
                  <a:pt x="9935" y="45871"/>
                </a:cubicBezTo>
                <a:cubicBezTo>
                  <a:pt x="6764" y="42070"/>
                  <a:pt x="5286" y="36361"/>
                  <a:pt x="5286" y="28541"/>
                </a:cubicBezTo>
                <a:cubicBezTo>
                  <a:pt x="5286" y="20930"/>
                  <a:pt x="8244" y="14377"/>
                  <a:pt x="14165" y="8671"/>
                </a:cubicBezTo>
                <a:cubicBezTo>
                  <a:pt x="20297" y="2960"/>
                  <a:pt x="27696" y="0"/>
                  <a:pt x="36575" y="0"/>
                </a:cubicBezTo>
                <a:cubicBezTo>
                  <a:pt x="49262" y="0"/>
                  <a:pt x="58988" y="6766"/>
                  <a:pt x="65329" y="19870"/>
                </a:cubicBezTo>
                <a:lnTo>
                  <a:pt x="46092" y="30231"/>
                </a:lnTo>
                <a:cubicBezTo>
                  <a:pt x="42921" y="24103"/>
                  <a:pt x="39114" y="20930"/>
                  <a:pt x="34884" y="2093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1" name="path-454">
            <a:extLst xmlns:a="http://schemas.openxmlformats.org/drawingml/2006/main">
              <a:ext uri="{FF2B5EF4-FFF2-40B4-BE49-F238E27FC236}">
                <a16:creationId xmlns:a16="http://schemas.microsoft.com/office/drawing/2014/main" id="{7CE0B165-DEEF-4DB1-8381-590985EAF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38639" y="3360427"/>
            <a:ext cx="292479" cy="173369"/>
          </a:xfrm>
          <a:custGeom xmlns:a="http://schemas.openxmlformats.org/drawingml/2006/main">
            <a:pathLst>
              <a:path w="295999" h="175455">
                <a:moveTo>
                  <a:pt x="0" y="0"/>
                </a:moveTo>
                <a:lnTo>
                  <a:pt x="295999" y="0"/>
                </a:lnTo>
                <a:lnTo>
                  <a:pt x="295999" y="175455"/>
                </a:lnTo>
                <a:lnTo>
                  <a:pt x="0" y="175455"/>
                </a:lnTo>
                <a:close/>
              </a:path>
            </a:pathLst>
          </a:custGeom>
          <a:solidFill xmlns:a="http://schemas.openxmlformats.org/drawingml/2006/main">
            <a:srgbClr val="7B52AB"/>
          </a:solidFill>
          <a:ln xmlns:a="http://schemas.openxmlformats.org/drawingml/2006/main" w="11605">
            <a:solidFill>
              <a:srgbClr val="FFFFFF"/>
            </a:solidFill>
            <a:prstDash val="solid"/>
          </a:ln>
        </p:spPr>
      </p:sp>
      <p:sp>
        <p:nvSpPr>
          <p:cNvPr id="502" name="path-455">
            <a:extLst xmlns:a="http://schemas.openxmlformats.org/drawingml/2006/main">
              <a:ext uri="{FF2B5EF4-FFF2-40B4-BE49-F238E27FC236}">
                <a16:creationId xmlns:a16="http://schemas.microsoft.com/office/drawing/2014/main" id="{14E4E39B-C336-4511-9D4D-87B528809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09317" y="3358756"/>
            <a:ext cx="167967" cy="163134"/>
          </a:xfrm>
          <a:custGeom xmlns:a="http://schemas.openxmlformats.org/drawingml/2006/main">
            <a:pathLst>
              <a:path w="169989" h="165097">
                <a:moveTo>
                  <a:pt x="127068" y="122397"/>
                </a:moveTo>
                <a:cubicBezTo>
                  <a:pt x="137217" y="111826"/>
                  <a:pt x="142291" y="98297"/>
                  <a:pt x="142291" y="81810"/>
                </a:cubicBezTo>
                <a:cubicBezTo>
                  <a:pt x="142291" y="65530"/>
                  <a:pt x="136582" y="51580"/>
                  <a:pt x="125377" y="39954"/>
                </a:cubicBezTo>
                <a:cubicBezTo>
                  <a:pt x="113749" y="28536"/>
                  <a:pt x="99583" y="22617"/>
                  <a:pt x="82669" y="22617"/>
                </a:cubicBezTo>
                <a:cubicBezTo>
                  <a:pt x="65755" y="22617"/>
                  <a:pt x="51799" y="28536"/>
                  <a:pt x="40806" y="39954"/>
                </a:cubicBezTo>
                <a:cubicBezTo>
                  <a:pt x="29811" y="51580"/>
                  <a:pt x="24104" y="65955"/>
                  <a:pt x="24104" y="83289"/>
                </a:cubicBezTo>
                <a:cubicBezTo>
                  <a:pt x="24104" y="100621"/>
                  <a:pt x="29811" y="114999"/>
                  <a:pt x="41651" y="125992"/>
                </a:cubicBezTo>
                <a:cubicBezTo>
                  <a:pt x="53283" y="137194"/>
                  <a:pt x="66814" y="142691"/>
                  <a:pt x="82036" y="142691"/>
                </a:cubicBezTo>
                <a:cubicBezTo>
                  <a:pt x="92395" y="142691"/>
                  <a:pt x="101909" y="140364"/>
                  <a:pt x="110366" y="135712"/>
                </a:cubicBezTo>
                <a:lnTo>
                  <a:pt x="72731" y="99354"/>
                </a:lnTo>
                <a:lnTo>
                  <a:pt x="103813" y="99354"/>
                </a:lnTo>
                <a:lnTo>
                  <a:pt x="127068" y="122397"/>
                </a:lnTo>
                <a:moveTo>
                  <a:pt x="82881" y="165097"/>
                </a:moveTo>
                <a:cubicBezTo>
                  <a:pt x="61738" y="165097"/>
                  <a:pt x="42921" y="158123"/>
                  <a:pt x="26639" y="143746"/>
                </a:cubicBezTo>
                <a:cubicBezTo>
                  <a:pt x="8882" y="128103"/>
                  <a:pt x="0" y="108020"/>
                  <a:pt x="0" y="83711"/>
                </a:cubicBezTo>
                <a:cubicBezTo>
                  <a:pt x="0" y="59613"/>
                  <a:pt x="8247" y="39530"/>
                  <a:pt x="24949" y="23678"/>
                </a:cubicBezTo>
                <a:cubicBezTo>
                  <a:pt x="41441" y="7823"/>
                  <a:pt x="60468" y="0"/>
                  <a:pt x="81612" y="0"/>
                </a:cubicBezTo>
                <a:cubicBezTo>
                  <a:pt x="102753" y="0"/>
                  <a:pt x="121570" y="6977"/>
                  <a:pt x="137641" y="20505"/>
                </a:cubicBezTo>
                <a:cubicBezTo>
                  <a:pt x="156878" y="36994"/>
                  <a:pt x="166606" y="58345"/>
                  <a:pt x="166606" y="84557"/>
                </a:cubicBezTo>
                <a:cubicBezTo>
                  <a:pt x="166606" y="105273"/>
                  <a:pt x="158995" y="123454"/>
                  <a:pt x="143770" y="139521"/>
                </a:cubicBezTo>
                <a:lnTo>
                  <a:pt x="169989" y="165097"/>
                </a:lnTo>
                <a:lnTo>
                  <a:pt x="139756" y="165097"/>
                </a:lnTo>
                <a:lnTo>
                  <a:pt x="127282" y="152412"/>
                </a:lnTo>
                <a:cubicBezTo>
                  <a:pt x="113961" y="160870"/>
                  <a:pt x="99162" y="165097"/>
                  <a:pt x="82881" y="165097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3" name="path-456">
            <a:extLst xmlns:a="http://schemas.openxmlformats.org/drawingml/2006/main">
              <a:ext uri="{FF2B5EF4-FFF2-40B4-BE49-F238E27FC236}">
                <a16:creationId xmlns:a16="http://schemas.microsoft.com/office/drawing/2014/main" id="{A88D4EB8-DA0D-4A3A-9957-4C624C12C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86058" y="3410766"/>
            <a:ext cx="159609" cy="115720"/>
          </a:xfrm>
          <a:custGeom xmlns:a="http://schemas.openxmlformats.org/drawingml/2006/main">
            <a:pathLst>
              <a:path w="161530" h="117112">
                <a:moveTo>
                  <a:pt x="26218" y="9090"/>
                </a:moveTo>
                <a:lnTo>
                  <a:pt x="52434" y="66587"/>
                </a:lnTo>
                <a:lnTo>
                  <a:pt x="80977" y="0"/>
                </a:lnTo>
                <a:lnTo>
                  <a:pt x="109520" y="66587"/>
                </a:lnTo>
                <a:lnTo>
                  <a:pt x="135526" y="9090"/>
                </a:lnTo>
                <a:lnTo>
                  <a:pt x="161530" y="9090"/>
                </a:lnTo>
                <a:lnTo>
                  <a:pt x="108885" y="117112"/>
                </a:lnTo>
                <a:lnTo>
                  <a:pt x="80977" y="52423"/>
                </a:lnTo>
                <a:lnTo>
                  <a:pt x="52644" y="117112"/>
                </a:lnTo>
                <a:lnTo>
                  <a:pt x="0" y="9090"/>
                </a:lnTo>
                <a:lnTo>
                  <a:pt x="26218" y="909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4" name="path-457">
            <a:extLst xmlns:a="http://schemas.openxmlformats.org/drawingml/2006/main">
              <a:ext uri="{FF2B5EF4-FFF2-40B4-BE49-F238E27FC236}">
                <a16:creationId xmlns:a16="http://schemas.microsoft.com/office/drawing/2014/main" id="{1A176BED-8E57-40F3-BA3E-5DFF2EBC4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56532" y="3417034"/>
            <a:ext cx="96098" cy="104855"/>
          </a:xfrm>
          <a:custGeom xmlns:a="http://schemas.openxmlformats.org/drawingml/2006/main">
            <a:pathLst>
              <a:path w="97254" h="106117">
                <a:moveTo>
                  <a:pt x="49050" y="20927"/>
                </a:moveTo>
                <a:cubicBezTo>
                  <a:pt x="40170" y="20927"/>
                  <a:pt x="33616" y="24731"/>
                  <a:pt x="29176" y="31918"/>
                </a:cubicBezTo>
                <a:cubicBezTo>
                  <a:pt x="27486" y="34243"/>
                  <a:pt x="26426" y="36778"/>
                  <a:pt x="25795" y="39530"/>
                </a:cubicBezTo>
                <a:lnTo>
                  <a:pt x="72518" y="39530"/>
                </a:lnTo>
                <a:cubicBezTo>
                  <a:pt x="69136" y="27269"/>
                  <a:pt x="61314" y="20927"/>
                  <a:pt x="49050" y="20927"/>
                </a:cubicBezTo>
                <a:moveTo>
                  <a:pt x="49262" y="85611"/>
                </a:moveTo>
                <a:cubicBezTo>
                  <a:pt x="55816" y="85611"/>
                  <a:pt x="61103" y="84341"/>
                  <a:pt x="64909" y="81384"/>
                </a:cubicBezTo>
                <a:cubicBezTo>
                  <a:pt x="68501" y="78635"/>
                  <a:pt x="72731" y="73561"/>
                  <a:pt x="77594" y="66163"/>
                </a:cubicBezTo>
                <a:lnTo>
                  <a:pt x="97254" y="76943"/>
                </a:lnTo>
                <a:cubicBezTo>
                  <a:pt x="88377" y="92164"/>
                  <a:pt x="77380" y="101465"/>
                  <a:pt x="64273" y="104425"/>
                </a:cubicBezTo>
                <a:cubicBezTo>
                  <a:pt x="59623" y="105482"/>
                  <a:pt x="54760" y="106117"/>
                  <a:pt x="49685" y="106117"/>
                </a:cubicBezTo>
                <a:cubicBezTo>
                  <a:pt x="34673" y="106117"/>
                  <a:pt x="22620" y="101465"/>
                  <a:pt x="13530" y="91742"/>
                </a:cubicBezTo>
                <a:cubicBezTo>
                  <a:pt x="4437" y="82230"/>
                  <a:pt x="0" y="69334"/>
                  <a:pt x="0" y="53269"/>
                </a:cubicBezTo>
                <a:cubicBezTo>
                  <a:pt x="0" y="37413"/>
                  <a:pt x="4226" y="24520"/>
                  <a:pt x="13107" y="14583"/>
                </a:cubicBezTo>
                <a:cubicBezTo>
                  <a:pt x="21988" y="4860"/>
                  <a:pt x="33828" y="0"/>
                  <a:pt x="48627" y="0"/>
                </a:cubicBezTo>
                <a:cubicBezTo>
                  <a:pt x="63425" y="208"/>
                  <a:pt x="75057" y="5071"/>
                  <a:pt x="83513" y="14372"/>
                </a:cubicBezTo>
                <a:cubicBezTo>
                  <a:pt x="91971" y="23674"/>
                  <a:pt x="96411" y="36570"/>
                  <a:pt x="96411" y="53058"/>
                </a:cubicBezTo>
                <a:lnTo>
                  <a:pt x="96197" y="58554"/>
                </a:lnTo>
                <a:lnTo>
                  <a:pt x="24312" y="58554"/>
                </a:lnTo>
                <a:cubicBezTo>
                  <a:pt x="24735" y="67011"/>
                  <a:pt x="27486" y="73561"/>
                  <a:pt x="32136" y="78213"/>
                </a:cubicBezTo>
                <a:cubicBezTo>
                  <a:pt x="36788" y="83076"/>
                  <a:pt x="42497" y="85611"/>
                  <a:pt x="49262" y="8561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5" name="path-458">
            <a:extLst xmlns:a="http://schemas.openxmlformats.org/drawingml/2006/main">
              <a:ext uri="{FF2B5EF4-FFF2-40B4-BE49-F238E27FC236}">
                <a16:creationId xmlns:a16="http://schemas.microsoft.com/office/drawing/2014/main" id="{B7B425A3-96E9-4777-BC27-B92DD253A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6656" y="3417034"/>
            <a:ext cx="85653" cy="102141"/>
          </a:xfrm>
          <a:custGeom xmlns:a="http://schemas.openxmlformats.org/drawingml/2006/main">
            <a:pathLst>
              <a:path w="86684" h="103370">
                <a:moveTo>
                  <a:pt x="0" y="2746"/>
                </a:moveTo>
                <a:lnTo>
                  <a:pt x="23466" y="2746"/>
                </a:lnTo>
                <a:lnTo>
                  <a:pt x="23466" y="12048"/>
                </a:lnTo>
                <a:cubicBezTo>
                  <a:pt x="31503" y="4014"/>
                  <a:pt x="41017" y="0"/>
                  <a:pt x="52010" y="0"/>
                </a:cubicBezTo>
                <a:cubicBezTo>
                  <a:pt x="63004" y="0"/>
                  <a:pt x="71462" y="3590"/>
                  <a:pt x="77591" y="10358"/>
                </a:cubicBezTo>
                <a:cubicBezTo>
                  <a:pt x="83513" y="17121"/>
                  <a:pt x="86684" y="27690"/>
                  <a:pt x="86684" y="41641"/>
                </a:cubicBezTo>
                <a:lnTo>
                  <a:pt x="86684" y="103370"/>
                </a:lnTo>
                <a:lnTo>
                  <a:pt x="63429" y="103370"/>
                </a:lnTo>
                <a:lnTo>
                  <a:pt x="63429" y="47139"/>
                </a:lnTo>
                <a:cubicBezTo>
                  <a:pt x="63429" y="37413"/>
                  <a:pt x="61949" y="30439"/>
                  <a:pt x="59199" y="26633"/>
                </a:cubicBezTo>
                <a:cubicBezTo>
                  <a:pt x="56451" y="22830"/>
                  <a:pt x="51376" y="20927"/>
                  <a:pt x="43977" y="20927"/>
                </a:cubicBezTo>
                <a:cubicBezTo>
                  <a:pt x="36578" y="20927"/>
                  <a:pt x="31293" y="23463"/>
                  <a:pt x="28121" y="28536"/>
                </a:cubicBezTo>
                <a:cubicBezTo>
                  <a:pt x="24946" y="33608"/>
                  <a:pt x="23466" y="42489"/>
                  <a:pt x="23466" y="54959"/>
                </a:cubicBezTo>
                <a:lnTo>
                  <a:pt x="23466" y="103370"/>
                </a:lnTo>
                <a:lnTo>
                  <a:pt x="0" y="103370"/>
                </a:lnTo>
                <a:lnTo>
                  <a:pt x="0" y="274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6" name="path-459">
            <a:extLst xmlns:a="http://schemas.openxmlformats.org/drawingml/2006/main">
              <a:ext uri="{FF2B5EF4-FFF2-40B4-BE49-F238E27FC236}">
                <a16:creationId xmlns:a16="http://schemas.microsoft.com/office/drawing/2014/main" id="{3781F590-587B-4CBA-9437-25DD95B99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76723" y="3458599"/>
            <a:ext cx="45545" cy="20053"/>
          </a:xfrm>
          <a:custGeom xmlns:a="http://schemas.openxmlformats.org/drawingml/2006/main">
            <a:pathLst>
              <a:path w="46093" h="20294">
                <a:moveTo>
                  <a:pt x="0" y="0"/>
                </a:moveTo>
                <a:lnTo>
                  <a:pt x="46093" y="0"/>
                </a:lnTo>
                <a:lnTo>
                  <a:pt x="46093" y="20294"/>
                </a:lnTo>
                <a:lnTo>
                  <a:pt x="0" y="2029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7" name="path-460">
            <a:extLst xmlns:a="http://schemas.openxmlformats.org/drawingml/2006/main">
              <a:ext uri="{FF2B5EF4-FFF2-40B4-BE49-F238E27FC236}">
                <a16:creationId xmlns:a16="http://schemas.microsoft.com/office/drawing/2014/main" id="{052E1FED-ED98-43C0-8EE4-53DE8DA2E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23104" y="3351864"/>
            <a:ext cx="153130" cy="167311"/>
          </a:xfrm>
          <a:custGeom xmlns:a="http://schemas.openxmlformats.org/drawingml/2006/main">
            <a:pathLst>
              <a:path w="154973" h="169325">
                <a:moveTo>
                  <a:pt x="102121" y="108020"/>
                </a:moveTo>
                <a:lnTo>
                  <a:pt x="78437" y="53902"/>
                </a:lnTo>
                <a:lnTo>
                  <a:pt x="53702" y="108020"/>
                </a:lnTo>
                <a:lnTo>
                  <a:pt x="102121" y="108020"/>
                </a:lnTo>
                <a:moveTo>
                  <a:pt x="111845" y="130639"/>
                </a:moveTo>
                <a:lnTo>
                  <a:pt x="43554" y="130639"/>
                </a:lnTo>
                <a:lnTo>
                  <a:pt x="25795" y="169325"/>
                </a:lnTo>
                <a:lnTo>
                  <a:pt x="0" y="169325"/>
                </a:lnTo>
                <a:lnTo>
                  <a:pt x="78862" y="0"/>
                </a:lnTo>
                <a:lnTo>
                  <a:pt x="154973" y="169325"/>
                </a:lnTo>
                <a:lnTo>
                  <a:pt x="128547" y="169325"/>
                </a:lnTo>
                <a:lnTo>
                  <a:pt x="111845" y="13063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8" name="path-461">
            <a:extLst xmlns:a="http://schemas.openxmlformats.org/drawingml/2006/main">
              <a:ext uri="{FF2B5EF4-FFF2-40B4-BE49-F238E27FC236}">
                <a16:creationId xmlns:a16="http://schemas.microsoft.com/office/drawing/2014/main" id="{71DB2273-06AB-4CDC-AE7B-79D83695C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6891" y="3417034"/>
            <a:ext cx="100697" cy="156240"/>
          </a:xfrm>
          <a:custGeom xmlns:a="http://schemas.openxmlformats.org/drawingml/2006/main">
            <a:pathLst>
              <a:path w="101909" h="158121">
                <a:moveTo>
                  <a:pt x="51589" y="85611"/>
                </a:moveTo>
                <a:cubicBezTo>
                  <a:pt x="60468" y="85611"/>
                  <a:pt x="67233" y="82652"/>
                  <a:pt x="72307" y="76308"/>
                </a:cubicBezTo>
                <a:cubicBezTo>
                  <a:pt x="77172" y="70182"/>
                  <a:pt x="79709" y="62360"/>
                  <a:pt x="79709" y="52845"/>
                </a:cubicBezTo>
                <a:cubicBezTo>
                  <a:pt x="79709" y="43333"/>
                  <a:pt x="76961" y="35724"/>
                  <a:pt x="71886" y="29804"/>
                </a:cubicBezTo>
                <a:cubicBezTo>
                  <a:pt x="66601" y="23885"/>
                  <a:pt x="59623" y="20927"/>
                  <a:pt x="51166" y="20927"/>
                </a:cubicBezTo>
                <a:cubicBezTo>
                  <a:pt x="42498" y="20927"/>
                  <a:pt x="35732" y="24098"/>
                  <a:pt x="30870" y="30228"/>
                </a:cubicBezTo>
                <a:cubicBezTo>
                  <a:pt x="26007" y="36570"/>
                  <a:pt x="23681" y="44179"/>
                  <a:pt x="23681" y="53478"/>
                </a:cubicBezTo>
                <a:cubicBezTo>
                  <a:pt x="23681" y="62781"/>
                  <a:pt x="26007" y="70391"/>
                  <a:pt x="30870" y="76521"/>
                </a:cubicBezTo>
                <a:cubicBezTo>
                  <a:pt x="35732" y="82652"/>
                  <a:pt x="42709" y="85611"/>
                  <a:pt x="51589" y="85611"/>
                </a:cubicBezTo>
                <a:moveTo>
                  <a:pt x="101909" y="101043"/>
                </a:moveTo>
                <a:cubicBezTo>
                  <a:pt x="101909" y="109712"/>
                  <a:pt x="101061" y="117321"/>
                  <a:pt x="99794" y="124084"/>
                </a:cubicBezTo>
                <a:cubicBezTo>
                  <a:pt x="98526" y="130850"/>
                  <a:pt x="95355" y="136980"/>
                  <a:pt x="90492" y="142476"/>
                </a:cubicBezTo>
                <a:cubicBezTo>
                  <a:pt x="81400" y="152834"/>
                  <a:pt x="68925" y="158121"/>
                  <a:pt x="53069" y="158121"/>
                </a:cubicBezTo>
                <a:cubicBezTo>
                  <a:pt x="39538" y="158121"/>
                  <a:pt x="28544" y="154312"/>
                  <a:pt x="19662" y="147125"/>
                </a:cubicBezTo>
                <a:cubicBezTo>
                  <a:pt x="10784" y="139727"/>
                  <a:pt x="5710" y="129582"/>
                  <a:pt x="4440" y="116475"/>
                </a:cubicBezTo>
                <a:lnTo>
                  <a:pt x="27699" y="116475"/>
                </a:lnTo>
                <a:cubicBezTo>
                  <a:pt x="28544" y="121338"/>
                  <a:pt x="30021" y="125141"/>
                  <a:pt x="32136" y="127890"/>
                </a:cubicBezTo>
                <a:cubicBezTo>
                  <a:pt x="36788" y="134020"/>
                  <a:pt x="43977" y="137191"/>
                  <a:pt x="53281" y="137191"/>
                </a:cubicBezTo>
                <a:cubicBezTo>
                  <a:pt x="70195" y="137191"/>
                  <a:pt x="78653" y="126622"/>
                  <a:pt x="78653" y="105906"/>
                </a:cubicBezTo>
                <a:lnTo>
                  <a:pt x="78653" y="92164"/>
                </a:lnTo>
                <a:cubicBezTo>
                  <a:pt x="69348" y="101465"/>
                  <a:pt x="58355" y="106117"/>
                  <a:pt x="45669" y="106117"/>
                </a:cubicBezTo>
                <a:cubicBezTo>
                  <a:pt x="32771" y="106117"/>
                  <a:pt x="21988" y="101254"/>
                  <a:pt x="13108" y="91320"/>
                </a:cubicBezTo>
                <a:cubicBezTo>
                  <a:pt x="4230" y="81384"/>
                  <a:pt x="0" y="68910"/>
                  <a:pt x="0" y="54113"/>
                </a:cubicBezTo>
                <a:cubicBezTo>
                  <a:pt x="0" y="39316"/>
                  <a:pt x="4230" y="26420"/>
                  <a:pt x="12688" y="15851"/>
                </a:cubicBezTo>
                <a:cubicBezTo>
                  <a:pt x="21145" y="5282"/>
                  <a:pt x="32349" y="0"/>
                  <a:pt x="45881" y="0"/>
                </a:cubicBezTo>
                <a:cubicBezTo>
                  <a:pt x="59411" y="0"/>
                  <a:pt x="70195" y="4860"/>
                  <a:pt x="78653" y="14162"/>
                </a:cubicBezTo>
                <a:lnTo>
                  <a:pt x="78653" y="2746"/>
                </a:lnTo>
                <a:lnTo>
                  <a:pt x="101909" y="2746"/>
                </a:lnTo>
                <a:lnTo>
                  <a:pt x="101909" y="10104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9" name="path-462">
            <a:extLst xmlns:a="http://schemas.openxmlformats.org/drawingml/2006/main">
              <a:ext uri="{FF2B5EF4-FFF2-40B4-BE49-F238E27FC236}">
                <a16:creationId xmlns:a16="http://schemas.microsoft.com/office/drawing/2014/main" id="{1AD1A196-A91B-43C7-AC31-F1E8F79D9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12028" y="3417034"/>
            <a:ext cx="96102" cy="104855"/>
          </a:xfrm>
          <a:custGeom xmlns:a="http://schemas.openxmlformats.org/drawingml/2006/main">
            <a:pathLst>
              <a:path w="97259" h="106117">
                <a:moveTo>
                  <a:pt x="49051" y="20927"/>
                </a:moveTo>
                <a:cubicBezTo>
                  <a:pt x="40173" y="20927"/>
                  <a:pt x="33620" y="24731"/>
                  <a:pt x="29179" y="31918"/>
                </a:cubicBezTo>
                <a:cubicBezTo>
                  <a:pt x="27487" y="34243"/>
                  <a:pt x="26431" y="36778"/>
                  <a:pt x="25795" y="39530"/>
                </a:cubicBezTo>
                <a:lnTo>
                  <a:pt x="72521" y="39530"/>
                </a:lnTo>
                <a:cubicBezTo>
                  <a:pt x="69140" y="27269"/>
                  <a:pt x="61315" y="20927"/>
                  <a:pt x="49051" y="20927"/>
                </a:cubicBezTo>
                <a:moveTo>
                  <a:pt x="49262" y="85611"/>
                </a:moveTo>
                <a:cubicBezTo>
                  <a:pt x="55816" y="85611"/>
                  <a:pt x="61103" y="84341"/>
                  <a:pt x="64909" y="81384"/>
                </a:cubicBezTo>
                <a:cubicBezTo>
                  <a:pt x="68505" y="78635"/>
                  <a:pt x="72731" y="73561"/>
                  <a:pt x="77596" y="66163"/>
                </a:cubicBezTo>
                <a:lnTo>
                  <a:pt x="97259" y="76943"/>
                </a:lnTo>
                <a:cubicBezTo>
                  <a:pt x="88377" y="92164"/>
                  <a:pt x="77384" y="101465"/>
                  <a:pt x="64273" y="104425"/>
                </a:cubicBezTo>
                <a:cubicBezTo>
                  <a:pt x="59624" y="105482"/>
                  <a:pt x="54760" y="106117"/>
                  <a:pt x="49687" y="106117"/>
                </a:cubicBezTo>
                <a:cubicBezTo>
                  <a:pt x="34675" y="106117"/>
                  <a:pt x="22625" y="101465"/>
                  <a:pt x="13532" y="91742"/>
                </a:cubicBezTo>
                <a:cubicBezTo>
                  <a:pt x="4443" y="82230"/>
                  <a:pt x="0" y="69334"/>
                  <a:pt x="0" y="53269"/>
                </a:cubicBezTo>
                <a:cubicBezTo>
                  <a:pt x="0" y="37413"/>
                  <a:pt x="4230" y="24520"/>
                  <a:pt x="13112" y="14583"/>
                </a:cubicBezTo>
                <a:cubicBezTo>
                  <a:pt x="21988" y="4860"/>
                  <a:pt x="33829" y="0"/>
                  <a:pt x="48631" y="0"/>
                </a:cubicBezTo>
                <a:cubicBezTo>
                  <a:pt x="63431" y="208"/>
                  <a:pt x="75057" y="5071"/>
                  <a:pt x="83515" y="14372"/>
                </a:cubicBezTo>
                <a:cubicBezTo>
                  <a:pt x="91972" y="23674"/>
                  <a:pt x="96411" y="36570"/>
                  <a:pt x="96411" y="53058"/>
                </a:cubicBezTo>
                <a:lnTo>
                  <a:pt x="96201" y="58554"/>
                </a:lnTo>
                <a:lnTo>
                  <a:pt x="24316" y="58554"/>
                </a:lnTo>
                <a:cubicBezTo>
                  <a:pt x="24739" y="67011"/>
                  <a:pt x="27487" y="73561"/>
                  <a:pt x="32137" y="78213"/>
                </a:cubicBezTo>
                <a:cubicBezTo>
                  <a:pt x="36792" y="83076"/>
                  <a:pt x="42498" y="85611"/>
                  <a:pt x="49262" y="85611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0" name="path-463">
            <a:extLst xmlns:a="http://schemas.openxmlformats.org/drawingml/2006/main">
              <a:ext uri="{FF2B5EF4-FFF2-40B4-BE49-F238E27FC236}">
                <a16:creationId xmlns:a16="http://schemas.microsoft.com/office/drawing/2014/main" id="{C95F5CF1-18DF-416D-B60B-D05A89DC4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32156" y="3417034"/>
            <a:ext cx="85653" cy="102141"/>
          </a:xfrm>
          <a:custGeom xmlns:a="http://schemas.openxmlformats.org/drawingml/2006/main">
            <a:pathLst>
              <a:path w="86684" h="103370">
                <a:moveTo>
                  <a:pt x="0" y="2746"/>
                </a:moveTo>
                <a:lnTo>
                  <a:pt x="23466" y="2746"/>
                </a:lnTo>
                <a:lnTo>
                  <a:pt x="23466" y="12048"/>
                </a:lnTo>
                <a:cubicBezTo>
                  <a:pt x="31501" y="4014"/>
                  <a:pt x="41013" y="0"/>
                  <a:pt x="52010" y="0"/>
                </a:cubicBezTo>
                <a:cubicBezTo>
                  <a:pt x="63004" y="0"/>
                  <a:pt x="71462" y="3590"/>
                  <a:pt x="77591" y="10358"/>
                </a:cubicBezTo>
                <a:cubicBezTo>
                  <a:pt x="83512" y="17121"/>
                  <a:pt x="86684" y="27690"/>
                  <a:pt x="86684" y="41641"/>
                </a:cubicBezTo>
                <a:lnTo>
                  <a:pt x="86684" y="103370"/>
                </a:lnTo>
                <a:lnTo>
                  <a:pt x="63425" y="103370"/>
                </a:lnTo>
                <a:lnTo>
                  <a:pt x="63425" y="47139"/>
                </a:lnTo>
                <a:cubicBezTo>
                  <a:pt x="63425" y="37413"/>
                  <a:pt x="61945" y="30439"/>
                  <a:pt x="59199" y="26633"/>
                </a:cubicBezTo>
                <a:cubicBezTo>
                  <a:pt x="56448" y="22830"/>
                  <a:pt x="51375" y="20927"/>
                  <a:pt x="43977" y="20927"/>
                </a:cubicBezTo>
                <a:cubicBezTo>
                  <a:pt x="36575" y="20927"/>
                  <a:pt x="31289" y="23463"/>
                  <a:pt x="28117" y="28536"/>
                </a:cubicBezTo>
                <a:cubicBezTo>
                  <a:pt x="24946" y="33608"/>
                  <a:pt x="23466" y="42489"/>
                  <a:pt x="23466" y="54959"/>
                </a:cubicBezTo>
                <a:lnTo>
                  <a:pt x="23466" y="103370"/>
                </a:lnTo>
                <a:lnTo>
                  <a:pt x="0" y="103370"/>
                </a:lnTo>
                <a:lnTo>
                  <a:pt x="0" y="274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1" name="path-464">
            <a:extLst xmlns:a="http://schemas.openxmlformats.org/drawingml/2006/main">
              <a:ext uri="{FF2B5EF4-FFF2-40B4-BE49-F238E27FC236}">
                <a16:creationId xmlns:a16="http://schemas.microsoft.com/office/drawing/2014/main" id="{B4AC860D-DAEE-4F47-9908-BF2543168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37657" y="3383403"/>
            <a:ext cx="50557" cy="135773"/>
          </a:xfrm>
          <a:custGeom xmlns:a="http://schemas.openxmlformats.org/drawingml/2006/main">
            <a:pathLst>
              <a:path w="51165" h="137407">
                <a:moveTo>
                  <a:pt x="33193" y="58556"/>
                </a:moveTo>
                <a:lnTo>
                  <a:pt x="33193" y="137407"/>
                </a:lnTo>
                <a:lnTo>
                  <a:pt x="9936" y="137407"/>
                </a:lnTo>
                <a:lnTo>
                  <a:pt x="9936" y="58556"/>
                </a:lnTo>
                <a:lnTo>
                  <a:pt x="0" y="58556"/>
                </a:lnTo>
                <a:lnTo>
                  <a:pt x="0" y="36783"/>
                </a:lnTo>
                <a:lnTo>
                  <a:pt x="9936" y="36783"/>
                </a:lnTo>
                <a:lnTo>
                  <a:pt x="9936" y="0"/>
                </a:lnTo>
                <a:lnTo>
                  <a:pt x="33193" y="0"/>
                </a:lnTo>
                <a:lnTo>
                  <a:pt x="33193" y="36783"/>
                </a:lnTo>
                <a:lnTo>
                  <a:pt x="51165" y="36783"/>
                </a:lnTo>
                <a:lnTo>
                  <a:pt x="51165" y="58556"/>
                </a:lnTo>
                <a:lnTo>
                  <a:pt x="33193" y="5855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2" name="path-465">
            <a:extLst xmlns:a="http://schemas.openxmlformats.org/drawingml/2006/main">
              <a:ext uri="{FF2B5EF4-FFF2-40B4-BE49-F238E27FC236}">
                <a16:creationId xmlns:a16="http://schemas.microsoft.com/office/drawing/2014/main" id="{FC7A1002-A737-42DB-853B-80BBE5CD7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90092" y="3353951"/>
            <a:ext cx="219985" cy="175040"/>
          </a:xfrm>
          <a:custGeom xmlns:a="http://schemas.openxmlformats.org/drawingml/2006/main">
            <a:pathLst>
              <a:path w="222633" h="177147">
                <a:moveTo>
                  <a:pt x="26006" y="7823"/>
                </a:moveTo>
                <a:lnTo>
                  <a:pt x="67657" y="114364"/>
                </a:lnTo>
                <a:lnTo>
                  <a:pt x="110999" y="0"/>
                </a:lnTo>
                <a:lnTo>
                  <a:pt x="152440" y="114364"/>
                </a:lnTo>
                <a:lnTo>
                  <a:pt x="196626" y="7823"/>
                </a:lnTo>
                <a:lnTo>
                  <a:pt x="222633" y="7823"/>
                </a:lnTo>
                <a:lnTo>
                  <a:pt x="151383" y="177147"/>
                </a:lnTo>
                <a:lnTo>
                  <a:pt x="110364" y="64476"/>
                </a:lnTo>
                <a:lnTo>
                  <a:pt x="67657" y="177147"/>
                </a:lnTo>
                <a:lnTo>
                  <a:pt x="0" y="7823"/>
                </a:lnTo>
                <a:lnTo>
                  <a:pt x="26006" y="782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3" name="path-466">
            <a:extLst xmlns:a="http://schemas.openxmlformats.org/drawingml/2006/main">
              <a:ext uri="{FF2B5EF4-FFF2-40B4-BE49-F238E27FC236}">
                <a16:creationId xmlns:a16="http://schemas.microsoft.com/office/drawing/2014/main" id="{5D2DF199-7B06-4D38-8ED5-7D4AA1D09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20733" y="3417034"/>
            <a:ext cx="105919" cy="104855"/>
          </a:xfrm>
          <a:custGeom xmlns:a="http://schemas.openxmlformats.org/drawingml/2006/main">
            <a:pathLst>
              <a:path w="107194" h="106117">
                <a:moveTo>
                  <a:pt x="31925" y="29804"/>
                </a:moveTo>
                <a:cubicBezTo>
                  <a:pt x="26429" y="35724"/>
                  <a:pt x="23681" y="43544"/>
                  <a:pt x="23681" y="53269"/>
                </a:cubicBezTo>
                <a:cubicBezTo>
                  <a:pt x="23681" y="62992"/>
                  <a:pt x="26215" y="70815"/>
                  <a:pt x="31714" y="76732"/>
                </a:cubicBezTo>
                <a:cubicBezTo>
                  <a:pt x="37212" y="82652"/>
                  <a:pt x="44401" y="85611"/>
                  <a:pt x="53703" y="85611"/>
                </a:cubicBezTo>
                <a:cubicBezTo>
                  <a:pt x="62583" y="85611"/>
                  <a:pt x="69771" y="82863"/>
                  <a:pt x="75267" y="76943"/>
                </a:cubicBezTo>
                <a:cubicBezTo>
                  <a:pt x="80765" y="71026"/>
                  <a:pt x="83515" y="63203"/>
                  <a:pt x="83515" y="53269"/>
                </a:cubicBezTo>
                <a:cubicBezTo>
                  <a:pt x="83515" y="43544"/>
                  <a:pt x="80765" y="35724"/>
                  <a:pt x="75267" y="29804"/>
                </a:cubicBezTo>
                <a:cubicBezTo>
                  <a:pt x="69771" y="23885"/>
                  <a:pt x="62372" y="20927"/>
                  <a:pt x="53490" y="20927"/>
                </a:cubicBezTo>
                <a:cubicBezTo>
                  <a:pt x="44610" y="20927"/>
                  <a:pt x="37423" y="23885"/>
                  <a:pt x="31925" y="29804"/>
                </a:cubicBezTo>
                <a:moveTo>
                  <a:pt x="91548" y="91109"/>
                </a:moveTo>
                <a:cubicBezTo>
                  <a:pt x="80975" y="101254"/>
                  <a:pt x="68293" y="106117"/>
                  <a:pt x="53066" y="106117"/>
                </a:cubicBezTo>
                <a:cubicBezTo>
                  <a:pt x="37844" y="106117"/>
                  <a:pt x="25372" y="101043"/>
                  <a:pt x="15223" y="90896"/>
                </a:cubicBezTo>
                <a:cubicBezTo>
                  <a:pt x="5075" y="80751"/>
                  <a:pt x="0" y="68066"/>
                  <a:pt x="0" y="53058"/>
                </a:cubicBezTo>
                <a:cubicBezTo>
                  <a:pt x="0" y="38051"/>
                  <a:pt x="5075" y="25366"/>
                  <a:pt x="15434" y="15221"/>
                </a:cubicBezTo>
                <a:cubicBezTo>
                  <a:pt x="25795" y="5071"/>
                  <a:pt x="38479" y="0"/>
                  <a:pt x="53490" y="0"/>
                </a:cubicBezTo>
                <a:cubicBezTo>
                  <a:pt x="68501" y="0"/>
                  <a:pt x="81189" y="5282"/>
                  <a:pt x="91548" y="15429"/>
                </a:cubicBezTo>
                <a:cubicBezTo>
                  <a:pt x="101909" y="25790"/>
                  <a:pt x="107194" y="38470"/>
                  <a:pt x="107194" y="53478"/>
                </a:cubicBezTo>
                <a:cubicBezTo>
                  <a:pt x="107194" y="68490"/>
                  <a:pt x="101909" y="80960"/>
                  <a:pt x="91548" y="9110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4" name="path-467">
            <a:extLst xmlns:a="http://schemas.openxmlformats.org/drawingml/2006/main">
              <a:ext uri="{FF2B5EF4-FFF2-40B4-BE49-F238E27FC236}">
                <a16:creationId xmlns:a16="http://schemas.microsoft.com/office/drawing/2014/main" id="{C33F36D2-2421-4EF2-8647-34F42F3AB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50885" y="3417034"/>
            <a:ext cx="64970" cy="102141"/>
          </a:xfrm>
          <a:custGeom xmlns:a="http://schemas.openxmlformats.org/drawingml/2006/main">
            <a:pathLst>
              <a:path w="65752" h="103370">
                <a:moveTo>
                  <a:pt x="0" y="2746"/>
                </a:moveTo>
                <a:lnTo>
                  <a:pt x="23255" y="2746"/>
                </a:lnTo>
                <a:lnTo>
                  <a:pt x="23255" y="11837"/>
                </a:lnTo>
                <a:cubicBezTo>
                  <a:pt x="27486" y="7398"/>
                  <a:pt x="31293" y="4439"/>
                  <a:pt x="34675" y="2746"/>
                </a:cubicBezTo>
                <a:cubicBezTo>
                  <a:pt x="38058" y="1054"/>
                  <a:pt x="42286" y="208"/>
                  <a:pt x="47784" y="0"/>
                </a:cubicBezTo>
                <a:cubicBezTo>
                  <a:pt x="53069" y="0"/>
                  <a:pt x="58988" y="2111"/>
                  <a:pt x="65752" y="6126"/>
                </a:cubicBezTo>
                <a:lnTo>
                  <a:pt x="55183" y="27269"/>
                </a:lnTo>
                <a:cubicBezTo>
                  <a:pt x="50742" y="24309"/>
                  <a:pt x="46515" y="22619"/>
                  <a:pt x="42286" y="22619"/>
                </a:cubicBezTo>
                <a:cubicBezTo>
                  <a:pt x="29602" y="22619"/>
                  <a:pt x="23255" y="32129"/>
                  <a:pt x="23255" y="51155"/>
                </a:cubicBezTo>
                <a:lnTo>
                  <a:pt x="23255" y="103370"/>
                </a:lnTo>
                <a:lnTo>
                  <a:pt x="0" y="103370"/>
                </a:lnTo>
                <a:lnTo>
                  <a:pt x="0" y="2746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5" name="path-468">
            <a:extLst xmlns:a="http://schemas.openxmlformats.org/drawingml/2006/main">
              <a:ext uri="{FF2B5EF4-FFF2-40B4-BE49-F238E27FC236}">
                <a16:creationId xmlns:a16="http://schemas.microsoft.com/office/drawing/2014/main" id="{CB2D4A01-6E24-4FA2-A985-94BA28C18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9017" y="3346851"/>
            <a:ext cx="22980" cy="172324"/>
          </a:xfrm>
          <a:custGeom xmlns:a="http://schemas.openxmlformats.org/drawingml/2006/main">
            <a:pathLst>
              <a:path w="23257" h="174398">
                <a:moveTo>
                  <a:pt x="0" y="0"/>
                </a:moveTo>
                <a:lnTo>
                  <a:pt x="23257" y="0"/>
                </a:lnTo>
                <a:lnTo>
                  <a:pt x="23257" y="174398"/>
                </a:lnTo>
                <a:lnTo>
                  <a:pt x="0" y="174398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6" name="path-469">
            <a:extLst xmlns:a="http://schemas.openxmlformats.org/drawingml/2006/main">
              <a:ext uri="{FF2B5EF4-FFF2-40B4-BE49-F238E27FC236}">
                <a16:creationId xmlns:a16="http://schemas.microsoft.com/office/drawing/2014/main" id="{B8C88BC2-58F9-46BF-BEBE-A0EBBD480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6442" y="3346849"/>
            <a:ext cx="100905" cy="175040"/>
          </a:xfrm>
          <a:custGeom xmlns:a="http://schemas.openxmlformats.org/drawingml/2006/main">
            <a:pathLst>
              <a:path w="102119" h="177147">
                <a:moveTo>
                  <a:pt x="31714" y="101046"/>
                </a:moveTo>
                <a:cubicBezTo>
                  <a:pt x="26218" y="107176"/>
                  <a:pt x="23680" y="114999"/>
                  <a:pt x="23680" y="124300"/>
                </a:cubicBezTo>
                <a:cubicBezTo>
                  <a:pt x="23680" y="133599"/>
                  <a:pt x="26218" y="141421"/>
                  <a:pt x="31503" y="147338"/>
                </a:cubicBezTo>
                <a:cubicBezTo>
                  <a:pt x="36578" y="153469"/>
                  <a:pt x="43344" y="156642"/>
                  <a:pt x="51800" y="156642"/>
                </a:cubicBezTo>
                <a:cubicBezTo>
                  <a:pt x="60258" y="156642"/>
                  <a:pt x="67022" y="153682"/>
                  <a:pt x="72309" y="147552"/>
                </a:cubicBezTo>
                <a:cubicBezTo>
                  <a:pt x="77593" y="141632"/>
                  <a:pt x="80343" y="133812"/>
                  <a:pt x="80343" y="124300"/>
                </a:cubicBezTo>
                <a:cubicBezTo>
                  <a:pt x="80343" y="114999"/>
                  <a:pt x="77593" y="107176"/>
                  <a:pt x="72309" y="101046"/>
                </a:cubicBezTo>
                <a:cubicBezTo>
                  <a:pt x="67022" y="95128"/>
                  <a:pt x="60258" y="91958"/>
                  <a:pt x="52012" y="91958"/>
                </a:cubicBezTo>
                <a:cubicBezTo>
                  <a:pt x="43556" y="91958"/>
                  <a:pt x="36790" y="95128"/>
                  <a:pt x="31714" y="101046"/>
                </a:cubicBezTo>
                <a:moveTo>
                  <a:pt x="78863" y="0"/>
                </a:moveTo>
                <a:lnTo>
                  <a:pt x="102119" y="0"/>
                </a:lnTo>
                <a:lnTo>
                  <a:pt x="102119" y="174401"/>
                </a:lnTo>
                <a:lnTo>
                  <a:pt x="78863" y="174401"/>
                </a:lnTo>
                <a:lnTo>
                  <a:pt x="78863" y="163829"/>
                </a:lnTo>
                <a:cubicBezTo>
                  <a:pt x="69559" y="172709"/>
                  <a:pt x="58778" y="177147"/>
                  <a:pt x="46090" y="177147"/>
                </a:cubicBezTo>
                <a:cubicBezTo>
                  <a:pt x="33408" y="177147"/>
                  <a:pt x="22411" y="172285"/>
                  <a:pt x="13531" y="162140"/>
                </a:cubicBezTo>
                <a:cubicBezTo>
                  <a:pt x="4442" y="151990"/>
                  <a:pt x="0" y="139310"/>
                  <a:pt x="0" y="124089"/>
                </a:cubicBezTo>
                <a:cubicBezTo>
                  <a:pt x="0" y="108868"/>
                  <a:pt x="4442" y="96396"/>
                  <a:pt x="13318" y="86251"/>
                </a:cubicBezTo>
                <a:cubicBezTo>
                  <a:pt x="22200" y="76313"/>
                  <a:pt x="33194" y="71239"/>
                  <a:pt x="45879" y="71031"/>
                </a:cubicBezTo>
                <a:cubicBezTo>
                  <a:pt x="58567" y="71031"/>
                  <a:pt x="69559" y="75891"/>
                  <a:pt x="78863" y="85614"/>
                </a:cubicBezTo>
                <a:lnTo>
                  <a:pt x="78863" y="0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7" name="path-470">
            <a:extLst xmlns:a="http://schemas.openxmlformats.org/drawingml/2006/main">
              <a:ext uri="{FF2B5EF4-FFF2-40B4-BE49-F238E27FC236}">
                <a16:creationId xmlns:a16="http://schemas.microsoft.com/office/drawing/2014/main" id="{A8B6C0E4-7165-417A-BD86-FADBF8C94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1970" y="3458599"/>
            <a:ext cx="45543" cy="20053"/>
          </a:xfrm>
          <a:custGeom xmlns:a="http://schemas.openxmlformats.org/drawingml/2006/main">
            <a:pathLst>
              <a:path w="46092" h="20294">
                <a:moveTo>
                  <a:pt x="0" y="0"/>
                </a:moveTo>
                <a:lnTo>
                  <a:pt x="46092" y="0"/>
                </a:lnTo>
                <a:lnTo>
                  <a:pt x="46092" y="20294"/>
                </a:lnTo>
                <a:lnTo>
                  <a:pt x="0" y="2029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8" name="path-471">
            <a:extLst xmlns:a="http://schemas.openxmlformats.org/drawingml/2006/main">
              <a:ext uri="{FF2B5EF4-FFF2-40B4-BE49-F238E27FC236}">
                <a16:creationId xmlns:a16="http://schemas.microsoft.com/office/drawing/2014/main" id="{2FA3BB70-5592-4B94-A8DF-F9E1743EC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6289" y="3358964"/>
            <a:ext cx="100486" cy="162506"/>
          </a:xfrm>
          <a:custGeom xmlns:a="http://schemas.openxmlformats.org/drawingml/2006/main">
            <a:pathLst>
              <a:path w="101695" h="164462">
                <a:moveTo>
                  <a:pt x="45878" y="88149"/>
                </a:moveTo>
                <a:lnTo>
                  <a:pt x="45878" y="67647"/>
                </a:lnTo>
                <a:cubicBezTo>
                  <a:pt x="56027" y="67647"/>
                  <a:pt x="62794" y="66587"/>
                  <a:pt x="66387" y="64265"/>
                </a:cubicBezTo>
                <a:cubicBezTo>
                  <a:pt x="72518" y="60459"/>
                  <a:pt x="75690" y="54540"/>
                  <a:pt x="75690" y="46509"/>
                </a:cubicBezTo>
                <a:cubicBezTo>
                  <a:pt x="75690" y="38686"/>
                  <a:pt x="73365" y="32555"/>
                  <a:pt x="68923" y="28325"/>
                </a:cubicBezTo>
                <a:cubicBezTo>
                  <a:pt x="64273" y="24098"/>
                  <a:pt x="58564" y="21986"/>
                  <a:pt x="51797" y="21776"/>
                </a:cubicBezTo>
                <a:cubicBezTo>
                  <a:pt x="44819" y="21776"/>
                  <a:pt x="39537" y="23468"/>
                  <a:pt x="35943" y="26638"/>
                </a:cubicBezTo>
                <a:cubicBezTo>
                  <a:pt x="32559" y="30017"/>
                  <a:pt x="29809" y="35729"/>
                  <a:pt x="28117" y="43335"/>
                </a:cubicBezTo>
                <a:lnTo>
                  <a:pt x="4226" y="43335"/>
                </a:lnTo>
                <a:cubicBezTo>
                  <a:pt x="6764" y="28539"/>
                  <a:pt x="11839" y="17548"/>
                  <a:pt x="19448" y="10358"/>
                </a:cubicBezTo>
                <a:cubicBezTo>
                  <a:pt x="27061" y="3384"/>
                  <a:pt x="38055" y="0"/>
                  <a:pt x="52010" y="0"/>
                </a:cubicBezTo>
                <a:cubicBezTo>
                  <a:pt x="65752" y="0"/>
                  <a:pt x="76956" y="4017"/>
                  <a:pt x="85838" y="12261"/>
                </a:cubicBezTo>
                <a:cubicBezTo>
                  <a:pt x="94718" y="20716"/>
                  <a:pt x="99157" y="31709"/>
                  <a:pt x="99157" y="45449"/>
                </a:cubicBezTo>
                <a:cubicBezTo>
                  <a:pt x="99157" y="59189"/>
                  <a:pt x="93238" y="70182"/>
                  <a:pt x="81821" y="78216"/>
                </a:cubicBezTo>
                <a:cubicBezTo>
                  <a:pt x="94931" y="86038"/>
                  <a:pt x="101695" y="98721"/>
                  <a:pt x="101695" y="116056"/>
                </a:cubicBezTo>
                <a:cubicBezTo>
                  <a:pt x="101695" y="130430"/>
                  <a:pt x="96833" y="142056"/>
                  <a:pt x="87105" y="150933"/>
                </a:cubicBezTo>
                <a:cubicBezTo>
                  <a:pt x="77380" y="160024"/>
                  <a:pt x="65117" y="164462"/>
                  <a:pt x="50106" y="164462"/>
                </a:cubicBezTo>
                <a:cubicBezTo>
                  <a:pt x="30867" y="164462"/>
                  <a:pt x="16702" y="157488"/>
                  <a:pt x="7398" y="143535"/>
                </a:cubicBezTo>
                <a:cubicBezTo>
                  <a:pt x="3592" y="137618"/>
                  <a:pt x="1056" y="129584"/>
                  <a:pt x="0" y="119013"/>
                </a:cubicBezTo>
                <a:lnTo>
                  <a:pt x="23255" y="119013"/>
                </a:lnTo>
                <a:cubicBezTo>
                  <a:pt x="24523" y="126835"/>
                  <a:pt x="27486" y="132755"/>
                  <a:pt x="32348" y="136769"/>
                </a:cubicBezTo>
                <a:cubicBezTo>
                  <a:pt x="36999" y="140999"/>
                  <a:pt x="43341" y="142900"/>
                  <a:pt x="51165" y="142900"/>
                </a:cubicBezTo>
                <a:cubicBezTo>
                  <a:pt x="58774" y="142900"/>
                  <a:pt x="65329" y="140364"/>
                  <a:pt x="70403" y="135077"/>
                </a:cubicBezTo>
                <a:cubicBezTo>
                  <a:pt x="75478" y="129795"/>
                  <a:pt x="78016" y="123030"/>
                  <a:pt x="78016" y="114999"/>
                </a:cubicBezTo>
                <a:cubicBezTo>
                  <a:pt x="78016" y="104430"/>
                  <a:pt x="74210" y="96607"/>
                  <a:pt x="66599" y="91958"/>
                </a:cubicBezTo>
                <a:cubicBezTo>
                  <a:pt x="61945" y="89417"/>
                  <a:pt x="55181" y="88149"/>
                  <a:pt x="45878" y="88149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9" name="path-472">
            <a:extLst xmlns:a="http://schemas.openxmlformats.org/drawingml/2006/main">
              <a:ext uri="{FF2B5EF4-FFF2-40B4-BE49-F238E27FC236}">
                <a16:creationId xmlns:a16="http://schemas.microsoft.com/office/drawing/2014/main" id="{09481261-3FC7-49BB-9E8A-41B3869EA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77902" y="3358964"/>
            <a:ext cx="105919" cy="165431"/>
          </a:xfrm>
          <a:custGeom xmlns:a="http://schemas.openxmlformats.org/drawingml/2006/main">
            <a:pathLst>
              <a:path w="107194" h="167422">
                <a:moveTo>
                  <a:pt x="74845" y="73353"/>
                </a:moveTo>
                <a:cubicBezTo>
                  <a:pt x="80766" y="67436"/>
                  <a:pt x="83726" y="60459"/>
                  <a:pt x="83726" y="52004"/>
                </a:cubicBezTo>
                <a:cubicBezTo>
                  <a:pt x="83726" y="43757"/>
                  <a:pt x="80766" y="36572"/>
                  <a:pt x="74845" y="30653"/>
                </a:cubicBezTo>
                <a:cubicBezTo>
                  <a:pt x="68926" y="24733"/>
                  <a:pt x="61738" y="21776"/>
                  <a:pt x="53704" y="21776"/>
                </a:cubicBezTo>
                <a:cubicBezTo>
                  <a:pt x="45247" y="21776"/>
                  <a:pt x="38269" y="24733"/>
                  <a:pt x="32348" y="30653"/>
                </a:cubicBezTo>
                <a:cubicBezTo>
                  <a:pt x="26430" y="36572"/>
                  <a:pt x="23468" y="43757"/>
                  <a:pt x="23468" y="52004"/>
                </a:cubicBezTo>
                <a:cubicBezTo>
                  <a:pt x="23468" y="60459"/>
                  <a:pt x="26430" y="67436"/>
                  <a:pt x="32348" y="73353"/>
                </a:cubicBezTo>
                <a:cubicBezTo>
                  <a:pt x="38269" y="79272"/>
                  <a:pt x="45247" y="82232"/>
                  <a:pt x="53704" y="82232"/>
                </a:cubicBezTo>
                <a:cubicBezTo>
                  <a:pt x="61738" y="82232"/>
                  <a:pt x="68926" y="79272"/>
                  <a:pt x="74845" y="73353"/>
                </a:cubicBezTo>
                <a:moveTo>
                  <a:pt x="47571" y="103370"/>
                </a:moveTo>
                <a:cubicBezTo>
                  <a:pt x="34463" y="103370"/>
                  <a:pt x="23468" y="98508"/>
                  <a:pt x="14165" y="88785"/>
                </a:cubicBezTo>
                <a:cubicBezTo>
                  <a:pt x="4862" y="79062"/>
                  <a:pt x="0" y="67011"/>
                  <a:pt x="0" y="52848"/>
                </a:cubicBezTo>
                <a:cubicBezTo>
                  <a:pt x="0" y="38686"/>
                  <a:pt x="5074" y="26425"/>
                  <a:pt x="15646" y="15856"/>
                </a:cubicBezTo>
                <a:cubicBezTo>
                  <a:pt x="26006" y="5287"/>
                  <a:pt x="38480" y="0"/>
                  <a:pt x="53069" y="0"/>
                </a:cubicBezTo>
                <a:cubicBezTo>
                  <a:pt x="67656" y="0"/>
                  <a:pt x="80344" y="5287"/>
                  <a:pt x="91127" y="15645"/>
                </a:cubicBezTo>
                <a:cubicBezTo>
                  <a:pt x="101696" y="26003"/>
                  <a:pt x="107194" y="37627"/>
                  <a:pt x="107194" y="50736"/>
                </a:cubicBezTo>
                <a:cubicBezTo>
                  <a:pt x="107194" y="63841"/>
                  <a:pt x="101909" y="77580"/>
                  <a:pt x="91548" y="91958"/>
                </a:cubicBezTo>
                <a:lnTo>
                  <a:pt x="35943" y="167422"/>
                </a:lnTo>
                <a:lnTo>
                  <a:pt x="18184" y="154528"/>
                </a:lnTo>
                <a:lnTo>
                  <a:pt x="56240" y="102527"/>
                </a:lnTo>
                <a:cubicBezTo>
                  <a:pt x="52014" y="103159"/>
                  <a:pt x="49262" y="103370"/>
                  <a:pt x="47571" y="103370"/>
                </a:cubicBez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0" name="path-473">
            <a:extLst xmlns:a="http://schemas.openxmlformats.org/drawingml/2006/main">
              <a:ext uri="{FF2B5EF4-FFF2-40B4-BE49-F238E27FC236}">
                <a16:creationId xmlns:a16="http://schemas.microsoft.com/office/drawing/2014/main" id="{1D3AE396-4F90-408C-809C-6902FCB38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5338" y="3361680"/>
            <a:ext cx="118247" cy="162714"/>
          </a:xfrm>
          <a:custGeom xmlns:a="http://schemas.openxmlformats.org/drawingml/2006/main">
            <a:pathLst>
              <a:path w="119670" h="164673">
                <a:moveTo>
                  <a:pt x="848" y="22617"/>
                </a:moveTo>
                <a:lnTo>
                  <a:pt x="848" y="0"/>
                </a:lnTo>
                <a:lnTo>
                  <a:pt x="119670" y="0"/>
                </a:lnTo>
                <a:lnTo>
                  <a:pt x="19030" y="164673"/>
                </a:lnTo>
                <a:lnTo>
                  <a:pt x="0" y="152836"/>
                </a:lnTo>
                <a:lnTo>
                  <a:pt x="79497" y="22617"/>
                </a:lnTo>
                <a:lnTo>
                  <a:pt x="848" y="2261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1" name="path-474">
            <a:extLst xmlns:a="http://schemas.openxmlformats.org/drawingml/2006/main">
              <a:ext uri="{FF2B5EF4-FFF2-40B4-BE49-F238E27FC236}">
                <a16:creationId xmlns:a16="http://schemas.microsoft.com/office/drawing/2014/main" id="{48006126-2E9F-41AD-BC7C-A91A0AA30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43013" y="3361680"/>
            <a:ext cx="93592" cy="157495"/>
          </a:xfrm>
          <a:custGeom xmlns:a="http://schemas.openxmlformats.org/drawingml/2006/main">
            <a:pathLst>
              <a:path w="94719" h="159391">
                <a:moveTo>
                  <a:pt x="24104" y="136772"/>
                </a:moveTo>
                <a:lnTo>
                  <a:pt x="38902" y="136772"/>
                </a:lnTo>
                <a:cubicBezTo>
                  <a:pt x="49899" y="136772"/>
                  <a:pt x="57932" y="134656"/>
                  <a:pt x="63217" y="130217"/>
                </a:cubicBezTo>
                <a:cubicBezTo>
                  <a:pt x="68293" y="125779"/>
                  <a:pt x="71039" y="120072"/>
                  <a:pt x="71039" y="112882"/>
                </a:cubicBezTo>
                <a:cubicBezTo>
                  <a:pt x="71039" y="105908"/>
                  <a:pt x="68503" y="100200"/>
                  <a:pt x="63430" y="95550"/>
                </a:cubicBezTo>
                <a:cubicBezTo>
                  <a:pt x="58355" y="90898"/>
                  <a:pt x="49263" y="88574"/>
                  <a:pt x="36366" y="88574"/>
                </a:cubicBezTo>
                <a:lnTo>
                  <a:pt x="24104" y="88574"/>
                </a:lnTo>
                <a:lnTo>
                  <a:pt x="24104" y="136772"/>
                </a:lnTo>
                <a:moveTo>
                  <a:pt x="31713" y="68490"/>
                </a:moveTo>
                <a:cubicBezTo>
                  <a:pt x="48839" y="68490"/>
                  <a:pt x="57508" y="60668"/>
                  <a:pt x="57508" y="45027"/>
                </a:cubicBezTo>
                <a:cubicBezTo>
                  <a:pt x="57508" y="37418"/>
                  <a:pt x="55393" y="31707"/>
                  <a:pt x="51166" y="27904"/>
                </a:cubicBezTo>
                <a:cubicBezTo>
                  <a:pt x="46935" y="24098"/>
                  <a:pt x="40594" y="22197"/>
                  <a:pt x="32560" y="22197"/>
                </a:cubicBezTo>
                <a:lnTo>
                  <a:pt x="24104" y="22197"/>
                </a:lnTo>
                <a:lnTo>
                  <a:pt x="24104" y="68490"/>
                </a:lnTo>
                <a:lnTo>
                  <a:pt x="31713" y="68490"/>
                </a:lnTo>
                <a:moveTo>
                  <a:pt x="0" y="159391"/>
                </a:moveTo>
                <a:lnTo>
                  <a:pt x="0" y="0"/>
                </a:lnTo>
                <a:lnTo>
                  <a:pt x="24104" y="0"/>
                </a:lnTo>
                <a:cubicBezTo>
                  <a:pt x="34675" y="0"/>
                  <a:pt x="43133" y="846"/>
                  <a:pt x="49474" y="2538"/>
                </a:cubicBezTo>
                <a:cubicBezTo>
                  <a:pt x="61950" y="5917"/>
                  <a:pt x="70828" y="13740"/>
                  <a:pt x="76326" y="26001"/>
                </a:cubicBezTo>
                <a:cubicBezTo>
                  <a:pt x="78864" y="32342"/>
                  <a:pt x="80343" y="38473"/>
                  <a:pt x="80343" y="44603"/>
                </a:cubicBezTo>
                <a:cubicBezTo>
                  <a:pt x="80343" y="56021"/>
                  <a:pt x="75902" y="65744"/>
                  <a:pt x="67233" y="73564"/>
                </a:cubicBezTo>
                <a:cubicBezTo>
                  <a:pt x="75690" y="76524"/>
                  <a:pt x="82247" y="81597"/>
                  <a:pt x="87320" y="88785"/>
                </a:cubicBezTo>
                <a:cubicBezTo>
                  <a:pt x="92183" y="95972"/>
                  <a:pt x="94719" y="104427"/>
                  <a:pt x="94719" y="113731"/>
                </a:cubicBezTo>
                <a:cubicBezTo>
                  <a:pt x="94719" y="126411"/>
                  <a:pt x="90280" y="136980"/>
                  <a:pt x="81612" y="145438"/>
                </a:cubicBezTo>
                <a:cubicBezTo>
                  <a:pt x="76114" y="150722"/>
                  <a:pt x="69983" y="154315"/>
                  <a:pt x="63217" y="156431"/>
                </a:cubicBezTo>
                <a:cubicBezTo>
                  <a:pt x="56241" y="158543"/>
                  <a:pt x="47359" y="159391"/>
                  <a:pt x="36579" y="159391"/>
                </a:cubicBezTo>
                <a:lnTo>
                  <a:pt x="0" y="15939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2" name="path-475">
            <a:extLst xmlns:a="http://schemas.openxmlformats.org/drawingml/2006/main">
              <a:ext uri="{FF2B5EF4-FFF2-40B4-BE49-F238E27FC236}">
                <a16:creationId xmlns:a16="http://schemas.microsoft.com/office/drawing/2014/main" id="{A6646211-3CF5-437C-BFF5-0E9AD4D4B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7679" y="3458599"/>
            <a:ext cx="45543" cy="20053"/>
          </a:xfrm>
          <a:custGeom xmlns:a="http://schemas.openxmlformats.org/drawingml/2006/main">
            <a:pathLst>
              <a:path w="46092" h="20294">
                <a:moveTo>
                  <a:pt x="0" y="0"/>
                </a:moveTo>
                <a:lnTo>
                  <a:pt x="46092" y="0"/>
                </a:lnTo>
                <a:lnTo>
                  <a:pt x="46092" y="20294"/>
                </a:lnTo>
                <a:lnTo>
                  <a:pt x="0" y="20294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3" name="path-476">
            <a:extLst xmlns:a="http://schemas.openxmlformats.org/drawingml/2006/main">
              <a:ext uri="{FF2B5EF4-FFF2-40B4-BE49-F238E27FC236}">
                <a16:creationId xmlns:a16="http://schemas.microsoft.com/office/drawing/2014/main" id="{2805749C-2ECD-4EDB-817A-01D504717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4058" y="3351864"/>
            <a:ext cx="153133" cy="167311"/>
          </a:xfrm>
          <a:custGeom xmlns:a="http://schemas.openxmlformats.org/drawingml/2006/main">
            <a:pathLst>
              <a:path w="154977" h="169325">
                <a:moveTo>
                  <a:pt x="102121" y="108020"/>
                </a:moveTo>
                <a:lnTo>
                  <a:pt x="78441" y="53902"/>
                </a:lnTo>
                <a:lnTo>
                  <a:pt x="53702" y="108020"/>
                </a:lnTo>
                <a:lnTo>
                  <a:pt x="102121" y="108020"/>
                </a:lnTo>
                <a:moveTo>
                  <a:pt x="111845" y="130639"/>
                </a:moveTo>
                <a:lnTo>
                  <a:pt x="43554" y="130639"/>
                </a:lnTo>
                <a:lnTo>
                  <a:pt x="25795" y="169325"/>
                </a:lnTo>
                <a:lnTo>
                  <a:pt x="0" y="169325"/>
                </a:lnTo>
                <a:lnTo>
                  <a:pt x="78862" y="0"/>
                </a:lnTo>
                <a:lnTo>
                  <a:pt x="154977" y="169325"/>
                </a:lnTo>
                <a:lnTo>
                  <a:pt x="128547" y="169325"/>
                </a:lnTo>
                <a:lnTo>
                  <a:pt x="111845" y="130639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4" name="path-477">
            <a:extLst xmlns:a="http://schemas.openxmlformats.org/drawingml/2006/main">
              <a:ext uri="{FF2B5EF4-FFF2-40B4-BE49-F238E27FC236}">
                <a16:creationId xmlns:a16="http://schemas.microsoft.com/office/drawing/2014/main" id="{B0D04F91-0AE0-4442-AAB6-443078D9BA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77484" y="3361680"/>
            <a:ext cx="50973" cy="157495"/>
          </a:xfrm>
          <a:custGeom xmlns:a="http://schemas.openxmlformats.org/drawingml/2006/main">
            <a:pathLst>
              <a:path w="51587" h="159391">
                <a:moveTo>
                  <a:pt x="27484" y="22617"/>
                </a:moveTo>
                <a:lnTo>
                  <a:pt x="0" y="22617"/>
                </a:lnTo>
                <a:lnTo>
                  <a:pt x="13109" y="0"/>
                </a:lnTo>
                <a:lnTo>
                  <a:pt x="51587" y="0"/>
                </a:lnTo>
                <a:lnTo>
                  <a:pt x="51587" y="159391"/>
                </a:lnTo>
                <a:lnTo>
                  <a:pt x="27484" y="159391"/>
                </a:lnTo>
                <a:lnTo>
                  <a:pt x="27484" y="2261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5" name="path-478">
            <a:extLst xmlns:a="http://schemas.openxmlformats.org/drawingml/2006/main">
              <a:ext uri="{FF2B5EF4-FFF2-40B4-BE49-F238E27FC236}">
                <a16:creationId xmlns:a16="http://schemas.microsoft.com/office/drawing/2014/main" id="{48B48F16-0A01-4E1B-904D-25C5D996F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86952" y="3361680"/>
            <a:ext cx="118247" cy="162714"/>
          </a:xfrm>
          <a:custGeom xmlns:a="http://schemas.openxmlformats.org/drawingml/2006/main">
            <a:pathLst>
              <a:path w="119670" h="164673">
                <a:moveTo>
                  <a:pt x="848" y="22617"/>
                </a:moveTo>
                <a:lnTo>
                  <a:pt x="848" y="0"/>
                </a:lnTo>
                <a:lnTo>
                  <a:pt x="119670" y="0"/>
                </a:lnTo>
                <a:lnTo>
                  <a:pt x="19029" y="164673"/>
                </a:lnTo>
                <a:lnTo>
                  <a:pt x="0" y="152836"/>
                </a:lnTo>
                <a:lnTo>
                  <a:pt x="79498" y="22617"/>
                </a:lnTo>
                <a:lnTo>
                  <a:pt x="848" y="22617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26" name="path-479">
            <a:extLst xmlns:a="http://schemas.openxmlformats.org/drawingml/2006/main">
              <a:ext uri="{FF2B5EF4-FFF2-40B4-BE49-F238E27FC236}">
                <a16:creationId xmlns:a16="http://schemas.microsoft.com/office/drawing/2014/main" id="{EA90C71B-1369-462F-B514-04A5DF431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24626" y="3361680"/>
            <a:ext cx="93592" cy="157495"/>
          </a:xfrm>
          <a:custGeom xmlns:a="http://schemas.openxmlformats.org/drawingml/2006/main">
            <a:pathLst>
              <a:path w="94719" h="159391">
                <a:moveTo>
                  <a:pt x="24103" y="136772"/>
                </a:moveTo>
                <a:lnTo>
                  <a:pt x="38902" y="136772"/>
                </a:lnTo>
                <a:cubicBezTo>
                  <a:pt x="49897" y="136772"/>
                  <a:pt x="57931" y="134656"/>
                  <a:pt x="63218" y="130217"/>
                </a:cubicBezTo>
                <a:cubicBezTo>
                  <a:pt x="68291" y="125779"/>
                  <a:pt x="71040" y="120072"/>
                  <a:pt x="71040" y="112882"/>
                </a:cubicBezTo>
                <a:cubicBezTo>
                  <a:pt x="71040" y="105908"/>
                  <a:pt x="68505" y="100200"/>
                  <a:pt x="63429" y="95550"/>
                </a:cubicBezTo>
                <a:cubicBezTo>
                  <a:pt x="58355" y="90898"/>
                  <a:pt x="49262" y="88574"/>
                  <a:pt x="36366" y="88574"/>
                </a:cubicBezTo>
                <a:lnTo>
                  <a:pt x="24103" y="88574"/>
                </a:lnTo>
                <a:lnTo>
                  <a:pt x="24103" y="136772"/>
                </a:lnTo>
                <a:moveTo>
                  <a:pt x="31714" y="68490"/>
                </a:moveTo>
                <a:cubicBezTo>
                  <a:pt x="48838" y="68490"/>
                  <a:pt x="57509" y="60668"/>
                  <a:pt x="57509" y="45027"/>
                </a:cubicBezTo>
                <a:cubicBezTo>
                  <a:pt x="57509" y="37418"/>
                  <a:pt x="55393" y="31707"/>
                  <a:pt x="51168" y="27904"/>
                </a:cubicBezTo>
                <a:cubicBezTo>
                  <a:pt x="46935" y="24098"/>
                  <a:pt x="40594" y="22197"/>
                  <a:pt x="32560" y="22197"/>
                </a:cubicBezTo>
                <a:lnTo>
                  <a:pt x="24103" y="22197"/>
                </a:lnTo>
                <a:lnTo>
                  <a:pt x="24103" y="68490"/>
                </a:lnTo>
                <a:lnTo>
                  <a:pt x="31714" y="68490"/>
                </a:lnTo>
                <a:moveTo>
                  <a:pt x="0" y="159391"/>
                </a:moveTo>
                <a:lnTo>
                  <a:pt x="0" y="0"/>
                </a:lnTo>
                <a:lnTo>
                  <a:pt x="24103" y="0"/>
                </a:lnTo>
                <a:cubicBezTo>
                  <a:pt x="34677" y="0"/>
                  <a:pt x="43134" y="846"/>
                  <a:pt x="49473" y="2538"/>
                </a:cubicBezTo>
                <a:cubicBezTo>
                  <a:pt x="61950" y="5917"/>
                  <a:pt x="70827" y="13740"/>
                  <a:pt x="76327" y="26001"/>
                </a:cubicBezTo>
                <a:cubicBezTo>
                  <a:pt x="78863" y="32342"/>
                  <a:pt x="80344" y="38473"/>
                  <a:pt x="80344" y="44603"/>
                </a:cubicBezTo>
                <a:cubicBezTo>
                  <a:pt x="80344" y="56021"/>
                  <a:pt x="75903" y="65744"/>
                  <a:pt x="67234" y="73564"/>
                </a:cubicBezTo>
                <a:cubicBezTo>
                  <a:pt x="75690" y="76524"/>
                  <a:pt x="82247" y="81597"/>
                  <a:pt x="87320" y="88785"/>
                </a:cubicBezTo>
                <a:cubicBezTo>
                  <a:pt x="92183" y="95972"/>
                  <a:pt x="94719" y="104427"/>
                  <a:pt x="94719" y="113731"/>
                </a:cubicBezTo>
                <a:cubicBezTo>
                  <a:pt x="94719" y="126411"/>
                  <a:pt x="90280" y="136980"/>
                  <a:pt x="81612" y="145438"/>
                </a:cubicBezTo>
                <a:cubicBezTo>
                  <a:pt x="76114" y="150722"/>
                  <a:pt x="69983" y="154315"/>
                  <a:pt x="63218" y="156431"/>
                </a:cubicBezTo>
                <a:cubicBezTo>
                  <a:pt x="56241" y="158543"/>
                  <a:pt x="47359" y="159391"/>
                  <a:pt x="36577" y="159391"/>
                </a:cubicBezTo>
                <a:lnTo>
                  <a:pt x="0" y="159391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527" name="">
            <a:extLst xmlns:a="http://schemas.openxmlformats.org/drawingml/2006/main">
              <a:ext uri="{FF2B5EF4-FFF2-40B4-BE49-F238E27FC236}">
                <a16:creationId xmlns:a16="http://schemas.microsoft.com/office/drawing/2014/main" id="{CFC2DDCC-BECE-41A7-B52F-9A621419B24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ca3657bdcf84ef0"/>
          <a:stretch xmlns:a="http://schemas.openxmlformats.org/drawingml/2006/main"/>
        </p:blipFill>
        <p:spPr>
          <a:xfrm xmlns:a="http://schemas.openxmlformats.org/drawingml/2006/main">
            <a:off x="6927542" y="2908219"/>
            <a:ext cx="395292" cy="414115"/>
          </a:xfrm>
          <a:prstGeom xmlns:a="http://schemas.openxmlformats.org/drawingml/2006/main" prst="rect">
            <a:avLst/>
          </a:prstGeom>
        </p:spPr>
      </p:pic>
      <p:pic>
        <p:nvPicPr>
          <p:cNvPr id="528" name="">
            <a:extLst xmlns:a="http://schemas.openxmlformats.org/drawingml/2006/main">
              <a:ext uri="{FF2B5EF4-FFF2-40B4-BE49-F238E27FC236}">
                <a16:creationId xmlns:a16="http://schemas.microsoft.com/office/drawing/2014/main" id="{0DA10D7F-E239-4AA9-9F42-15D83C285B9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9af49cef9d94277"/>
          <a:stretch xmlns:a="http://schemas.openxmlformats.org/drawingml/2006/main"/>
        </p:blipFill>
        <p:spPr>
          <a:xfrm xmlns:a="http://schemas.openxmlformats.org/drawingml/2006/main">
            <a:off x="7934595" y="2908219"/>
            <a:ext cx="395292" cy="414115"/>
          </a:xfrm>
          <a:prstGeom xmlns:a="http://schemas.openxmlformats.org/drawingml/2006/main" prst="rect">
            <a:avLst/>
          </a:prstGeom>
        </p:spPr>
      </p:pic>
      <p:pic>
        <p:nvPicPr>
          <p:cNvPr id="529" name="">
            <a:extLst xmlns:a="http://schemas.openxmlformats.org/drawingml/2006/main">
              <a:ext uri="{FF2B5EF4-FFF2-40B4-BE49-F238E27FC236}">
                <a16:creationId xmlns:a16="http://schemas.microsoft.com/office/drawing/2014/main" id="{728313EE-9E08-4C68-81C5-F457623F217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f8ac972360c4e02"/>
          <a:stretch xmlns:a="http://schemas.openxmlformats.org/drawingml/2006/main"/>
        </p:blipFill>
        <p:spPr>
          <a:xfrm xmlns:a="http://schemas.openxmlformats.org/drawingml/2006/main">
            <a:off x="8941648" y="2908219"/>
            <a:ext cx="395292" cy="414115"/>
          </a:xfrm>
          <a:prstGeom xmlns:a="http://schemas.openxmlformats.org/drawingml/2006/main" prst="rect">
            <a:avLst/>
          </a:prstGeom>
        </p:spPr>
      </p:pic>
      <p:pic>
        <p:nvPicPr>
          <p:cNvPr id="530" name="">
            <a:extLst xmlns:a="http://schemas.openxmlformats.org/drawingml/2006/main">
              <a:ext uri="{FF2B5EF4-FFF2-40B4-BE49-F238E27FC236}">
                <a16:creationId xmlns:a16="http://schemas.microsoft.com/office/drawing/2014/main" id="{425E5A26-9C08-4351-94AD-F52F84A607E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f1299f041464520"/>
          <a:stretch xmlns:a="http://schemas.openxmlformats.org/drawingml/2006/main"/>
        </p:blipFill>
        <p:spPr>
          <a:xfrm xmlns:a="http://schemas.openxmlformats.org/drawingml/2006/main">
            <a:off x="9948701" y="2908219"/>
            <a:ext cx="395292" cy="414115"/>
          </a:xfrm>
          <a:prstGeom xmlns:a="http://schemas.openxmlformats.org/drawingml/2006/main" prst="rect">
            <a:avLst/>
          </a:prstGeom>
        </p:spPr>
      </p:pic>
      <p:pic>
        <p:nvPicPr>
          <p:cNvPr id="531" name="">
            <a:extLst xmlns:a="http://schemas.openxmlformats.org/drawingml/2006/main">
              <a:ext uri="{FF2B5EF4-FFF2-40B4-BE49-F238E27FC236}">
                <a16:creationId xmlns:a16="http://schemas.microsoft.com/office/drawing/2014/main" id="{D23505A3-8AA0-488C-911F-1698155EC62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bd5ee070da1455e"/>
          <a:stretch xmlns:a="http://schemas.openxmlformats.org/drawingml/2006/main"/>
        </p:blipFill>
        <p:spPr>
          <a:xfrm xmlns:a="http://schemas.openxmlformats.org/drawingml/2006/main">
            <a:off x="10955754" y="2908219"/>
            <a:ext cx="395292" cy="414115"/>
          </a:xfrm>
          <a:prstGeom xmlns:a="http://schemas.openxmlformats.org/drawingml/2006/main" prst="rect">
            <a:avLst/>
          </a:prstGeom>
        </p:spPr>
      </p:pic>
      <p:pic>
        <p:nvPicPr>
          <p:cNvPr id="532" name="">
            <a:extLst xmlns:a="http://schemas.openxmlformats.org/drawingml/2006/main">
              <a:ext uri="{FF2B5EF4-FFF2-40B4-BE49-F238E27FC236}">
                <a16:creationId xmlns:a16="http://schemas.microsoft.com/office/drawing/2014/main" id="{DDE7A0A9-9F6F-4F68-B31E-0126E185351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7db74b68d1046de"/>
          <a:stretch xmlns:a="http://schemas.openxmlformats.org/drawingml/2006/main"/>
        </p:blipFill>
        <p:spPr>
          <a:xfrm xmlns:a="http://schemas.openxmlformats.org/drawingml/2006/main">
            <a:off x="11962807" y="2908219"/>
            <a:ext cx="395292" cy="414115"/>
          </a:xfrm>
          <a:prstGeom xmlns:a="http://schemas.openxmlformats.org/drawingml/2006/main"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7284558"/>
      </p:ext>
    </p:extLst>
  </p:cSld>
</p:sld>
</file>

<file path=ppt/slides/slide22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06" name="lavender-canvas">
            <a:extLst xmlns:a="http://schemas.openxmlformats.org/drawingml/2006/main">
              <a:ext uri="{FF2B5EF4-FFF2-40B4-BE49-F238E27FC236}">
                <a16:creationId xmlns:a16="http://schemas.microsoft.com/office/drawing/2014/main" id="{086A7298-E06E-4375-B875-B4A4CE56A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7246" y="96441"/>
            <a:ext cx="15197435" cy="10094119"/>
          </a:xfrm>
          <a:custGeom xmlns:a="http://schemas.openxmlformats.org/drawingml/2006/main">
            <a:pathLst>
              <a:path w="18011775" h="11963400">
                <a:moveTo>
                  <a:pt x="0" y="0"/>
                </a:moveTo>
                <a:lnTo>
                  <a:pt x="18011775" y="0"/>
                </a:lnTo>
                <a:lnTo>
                  <a:pt x="18011775" y="11963400"/>
                </a:lnTo>
                <a:lnTo>
                  <a:pt x="0" y="11963400"/>
                </a:lnTo>
                <a:close/>
              </a:path>
            </a:pathLst>
          </a:custGeom>
          <a:solidFill xmlns:a="http://schemas.openxmlformats.org/drawingml/2006/main">
            <a:srgbClr val="F6F5F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mcp-card-shadow-12">
            <a:extLst xmlns:a="http://schemas.openxmlformats.org/drawingml/2006/main">
              <a:ext uri="{FF2B5EF4-FFF2-40B4-BE49-F238E27FC236}">
                <a16:creationId xmlns:a16="http://schemas.microsoft.com/office/drawing/2014/main" id="{082DBB28-2D78-44E8-B6AB-70B86D37D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9490" y="723305"/>
            <a:ext cx="3463826" cy="900113"/>
          </a:xfrm>
          <a:custGeom xmlns:a="http://schemas.openxmlformats.org/drawingml/2006/main">
            <a:pathLst>
              <a:path w="4105275" h="1066800">
                <a:moveTo>
                  <a:pt x="171450" y="0"/>
                </a:moveTo>
                <a:lnTo>
                  <a:pt x="3933825" y="0"/>
                </a:lnTo>
                <a:cubicBezTo>
                  <a:pt x="4028514" y="0"/>
                  <a:pt x="4105275" y="76761"/>
                  <a:pt x="4105275" y="171450"/>
                </a:cubicBezTo>
                <a:lnTo>
                  <a:pt x="4105275" y="895350"/>
                </a:lnTo>
                <a:cubicBezTo>
                  <a:pt x="4105275" y="990039"/>
                  <a:pt x="4028514" y="1066800"/>
                  <a:pt x="3933825" y="1066800"/>
                </a:cubicBezTo>
                <a:lnTo>
                  <a:pt x="171450" y="1066800"/>
                </a:lnTo>
                <a:cubicBezTo>
                  <a:pt x="76761" y="1066800"/>
                  <a:pt x="0" y="990039"/>
                  <a:pt x="0" y="895350"/>
                </a:cubicBezTo>
                <a:lnTo>
                  <a:pt x="0" y="171450"/>
                </a:lnTo>
                <a:cubicBezTo>
                  <a:pt x="0" y="76761"/>
                  <a:pt x="76761" y="0"/>
                  <a:pt x="171450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mcp-card-shadow-7">
            <a:extLst xmlns:a="http://schemas.openxmlformats.org/drawingml/2006/main">
              <a:ext uri="{FF2B5EF4-FFF2-40B4-BE49-F238E27FC236}">
                <a16:creationId xmlns:a16="http://schemas.microsoft.com/office/drawing/2014/main" id="{611A2A3B-97B6-4626-BBB3-DB8629217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19674" y="743396"/>
            <a:ext cx="3383459" cy="839837"/>
          </a:xfrm>
          <a:custGeom xmlns:a="http://schemas.openxmlformats.org/drawingml/2006/main">
            <a:pathLst>
              <a:path w="4010025" h="995363">
                <a:moveTo>
                  <a:pt x="147638" y="0"/>
                </a:moveTo>
                <a:lnTo>
                  <a:pt x="3862388" y="0"/>
                </a:lnTo>
                <a:cubicBezTo>
                  <a:pt x="3943925" y="0"/>
                  <a:pt x="4010025" y="66100"/>
                  <a:pt x="4010025" y="147638"/>
                </a:cubicBezTo>
                <a:lnTo>
                  <a:pt x="4010025" y="847725"/>
                </a:lnTo>
                <a:cubicBezTo>
                  <a:pt x="4010025" y="929263"/>
                  <a:pt x="3943925" y="995363"/>
                  <a:pt x="3862388" y="995363"/>
                </a:cubicBezTo>
                <a:lnTo>
                  <a:pt x="147638" y="995363"/>
                </a:lnTo>
                <a:cubicBezTo>
                  <a:pt x="66100" y="995363"/>
                  <a:pt x="0" y="929263"/>
                  <a:pt x="0" y="847725"/>
                </a:cubicBezTo>
                <a:lnTo>
                  <a:pt x="0" y="147638"/>
                </a:lnTo>
                <a:cubicBezTo>
                  <a:pt x="0" y="66100"/>
                  <a:pt x="66100" y="0"/>
                  <a:pt x="14763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mcp-card-shadow-3">
            <a:extLst xmlns:a="http://schemas.openxmlformats.org/drawingml/2006/main">
              <a:ext uri="{FF2B5EF4-FFF2-40B4-BE49-F238E27FC236}">
                <a16:creationId xmlns:a16="http://schemas.microsoft.com/office/drawing/2014/main" id="{74D7895C-0598-4CDD-8C02-926F176F23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1821" y="759470"/>
            <a:ext cx="3319165" cy="791617"/>
          </a:xfrm>
          <a:custGeom xmlns:a="http://schemas.openxmlformats.org/drawingml/2006/main">
            <a:pathLst>
              <a:path w="3933825" h="938213">
                <a:moveTo>
                  <a:pt x="128588" y="0"/>
                </a:moveTo>
                <a:lnTo>
                  <a:pt x="3805238" y="0"/>
                </a:lnTo>
                <a:cubicBezTo>
                  <a:pt x="3876254" y="0"/>
                  <a:pt x="3933825" y="57571"/>
                  <a:pt x="3933825" y="128588"/>
                </a:cubicBezTo>
                <a:lnTo>
                  <a:pt x="3933825" y="809625"/>
                </a:lnTo>
                <a:cubicBezTo>
                  <a:pt x="3933825" y="880642"/>
                  <a:pt x="3876254" y="938213"/>
                  <a:pt x="3805238" y="938213"/>
                </a:cubicBezTo>
                <a:lnTo>
                  <a:pt x="128588" y="938213"/>
                </a:lnTo>
                <a:cubicBezTo>
                  <a:pt x="57571" y="938213"/>
                  <a:pt x="0" y="880642"/>
                  <a:pt x="0" y="809625"/>
                </a:cubicBezTo>
                <a:lnTo>
                  <a:pt x="0" y="128588"/>
                </a:lnTo>
                <a:cubicBezTo>
                  <a:pt x="0" y="57571"/>
                  <a:pt x="57571" y="0"/>
                  <a:pt x="12858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mcp-card">
            <a:extLst xmlns:a="http://schemas.openxmlformats.org/drawingml/2006/main">
              <a:ext uri="{FF2B5EF4-FFF2-40B4-BE49-F238E27FC236}">
                <a16:creationId xmlns:a16="http://schemas.microsoft.com/office/drawing/2014/main" id="{37EBAD59-BEA2-4095-9327-15A0E276D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75931" y="747415"/>
            <a:ext cx="3270945" cy="755452"/>
          </a:xfrm>
          <a:custGeom xmlns:a="http://schemas.openxmlformats.org/drawingml/2006/main">
            <a:pathLst>
              <a:path w="3876675" h="895350">
                <a:moveTo>
                  <a:pt x="104775" y="0"/>
                </a:moveTo>
                <a:lnTo>
                  <a:pt x="3771900" y="0"/>
                </a:lnTo>
                <a:cubicBezTo>
                  <a:pt x="3829766" y="0"/>
                  <a:pt x="3876675" y="46909"/>
                  <a:pt x="3876675" y="104775"/>
                </a:cubicBezTo>
                <a:lnTo>
                  <a:pt x="3876675" y="790575"/>
                </a:lnTo>
                <a:cubicBezTo>
                  <a:pt x="3876675" y="848441"/>
                  <a:pt x="3829766" y="895350"/>
                  <a:pt x="3771900" y="895350"/>
                </a:cubicBezTo>
                <a:lnTo>
                  <a:pt x="104775" y="895350"/>
                </a:lnTo>
                <a:cubicBezTo>
                  <a:pt x="46909" y="895350"/>
                  <a:pt x="0" y="848441"/>
                  <a:pt x="0" y="790575"/>
                </a:cubicBezTo>
                <a:lnTo>
                  <a:pt x="0" y="104775"/>
                </a:lnTo>
                <a:cubicBezTo>
                  <a:pt x="0" y="46909"/>
                  <a:pt x="46909" y="0"/>
                  <a:pt x="104775" y="0"/>
                </a:cubicBezTo>
                <a:close/>
              </a:path>
            </a:pathLst>
          </a:custGeom>
          <a:solidFill xmlns:a="http://schemas.openxmlformats.org/drawingml/2006/main">
            <a:srgbClr val="FBFAFD">
              <a:alpha val="9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mcp-card-accent">
            <a:extLst xmlns:a="http://schemas.openxmlformats.org/drawingml/2006/main">
              <a:ext uri="{FF2B5EF4-FFF2-40B4-BE49-F238E27FC236}">
                <a16:creationId xmlns:a16="http://schemas.microsoft.com/office/drawing/2014/main" id="{134CF017-9212-4F9E-A3C6-B01EA4730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6692" y="851892"/>
            <a:ext cx="40184" cy="546497"/>
          </a:xfrm>
          <a:custGeom xmlns:a="http://schemas.openxmlformats.org/drawingml/2006/main">
            <a:pathLst>
              <a:path w="47625" h="647700">
                <a:moveTo>
                  <a:pt x="19050" y="0"/>
                </a:moveTo>
                <a:lnTo>
                  <a:pt x="28575" y="0"/>
                </a:lnTo>
                <a:cubicBezTo>
                  <a:pt x="39096" y="0"/>
                  <a:pt x="47625" y="8529"/>
                  <a:pt x="47625" y="19050"/>
                </a:cubicBezTo>
                <a:lnTo>
                  <a:pt x="47625" y="628650"/>
                </a:lnTo>
                <a:cubicBezTo>
                  <a:pt x="47625" y="639171"/>
                  <a:pt x="39096" y="647700"/>
                  <a:pt x="28575" y="647700"/>
                </a:cubicBezTo>
                <a:lnTo>
                  <a:pt x="19050" y="647700"/>
                </a:lnTo>
                <a:cubicBezTo>
                  <a:pt x="8529" y="647700"/>
                  <a:pt x="0" y="639171"/>
                  <a:pt x="0" y="628650"/>
                </a:cubicBezTo>
                <a:lnTo>
                  <a:pt x="0" y="19050"/>
                </a:lnTo>
                <a:cubicBezTo>
                  <a:pt x="0" y="8529"/>
                  <a:pt x="8529" y="0"/>
                  <a:pt x="19050" y="0"/>
                </a:cubicBezTo>
                <a:close/>
              </a:path>
            </a:pathLst>
          </a:custGeom>
          <a:solidFill xmlns:a="http://schemas.openxmlformats.org/drawingml/2006/main">
            <a:srgbClr val="76617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search-card-shadow-12">
            <a:extLst xmlns:a="http://schemas.openxmlformats.org/drawingml/2006/main">
              <a:ext uri="{FF2B5EF4-FFF2-40B4-BE49-F238E27FC236}">
                <a16:creationId xmlns:a16="http://schemas.microsoft.com/office/drawing/2014/main" id="{C9092A8D-3941-4ABB-AD83-5EBF4DB64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5729" y="683121"/>
            <a:ext cx="3439716" cy="908149"/>
          </a:xfrm>
          <a:custGeom xmlns:a="http://schemas.openxmlformats.org/drawingml/2006/main">
            <a:pathLst>
              <a:path w="4076700" h="1076325">
                <a:moveTo>
                  <a:pt x="171450" y="0"/>
                </a:moveTo>
                <a:lnTo>
                  <a:pt x="3905250" y="0"/>
                </a:lnTo>
                <a:cubicBezTo>
                  <a:pt x="3999939" y="0"/>
                  <a:pt x="4076700" y="76761"/>
                  <a:pt x="4076700" y="171450"/>
                </a:cubicBezTo>
                <a:lnTo>
                  <a:pt x="4076700" y="904875"/>
                </a:lnTo>
                <a:cubicBezTo>
                  <a:pt x="4076700" y="999564"/>
                  <a:pt x="3999939" y="1076325"/>
                  <a:pt x="3905250" y="1076325"/>
                </a:cubicBezTo>
                <a:lnTo>
                  <a:pt x="171450" y="1076325"/>
                </a:lnTo>
                <a:cubicBezTo>
                  <a:pt x="76761" y="1076325"/>
                  <a:pt x="0" y="999564"/>
                  <a:pt x="0" y="904875"/>
                </a:cubicBezTo>
                <a:lnTo>
                  <a:pt x="0" y="171450"/>
                </a:lnTo>
                <a:cubicBezTo>
                  <a:pt x="0" y="76761"/>
                  <a:pt x="76761" y="0"/>
                  <a:pt x="171450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search-card-shadow-7">
            <a:extLst xmlns:a="http://schemas.openxmlformats.org/drawingml/2006/main">
              <a:ext uri="{FF2B5EF4-FFF2-40B4-BE49-F238E27FC236}">
                <a16:creationId xmlns:a16="http://schemas.microsoft.com/office/drawing/2014/main" id="{F8B95000-B255-45A2-9468-1894603B2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5913" y="703213"/>
            <a:ext cx="3359348" cy="847874"/>
          </a:xfrm>
          <a:custGeom xmlns:a="http://schemas.openxmlformats.org/drawingml/2006/main">
            <a:pathLst>
              <a:path w="3981450" h="1004888">
                <a:moveTo>
                  <a:pt x="147638" y="0"/>
                </a:moveTo>
                <a:lnTo>
                  <a:pt x="3833813" y="0"/>
                </a:lnTo>
                <a:cubicBezTo>
                  <a:pt x="3915350" y="0"/>
                  <a:pt x="3981450" y="66100"/>
                  <a:pt x="3981450" y="147638"/>
                </a:cubicBezTo>
                <a:lnTo>
                  <a:pt x="3981450" y="857250"/>
                </a:lnTo>
                <a:cubicBezTo>
                  <a:pt x="3981450" y="938788"/>
                  <a:pt x="3915350" y="1004888"/>
                  <a:pt x="3833813" y="1004888"/>
                </a:cubicBezTo>
                <a:lnTo>
                  <a:pt x="147638" y="1004888"/>
                </a:lnTo>
                <a:cubicBezTo>
                  <a:pt x="66100" y="1004888"/>
                  <a:pt x="0" y="938788"/>
                  <a:pt x="0" y="857250"/>
                </a:cubicBezTo>
                <a:lnTo>
                  <a:pt x="0" y="147638"/>
                </a:lnTo>
                <a:cubicBezTo>
                  <a:pt x="0" y="66100"/>
                  <a:pt x="66100" y="0"/>
                  <a:pt x="14763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search-card-shadow-3">
            <a:extLst xmlns:a="http://schemas.openxmlformats.org/drawingml/2006/main">
              <a:ext uri="{FF2B5EF4-FFF2-40B4-BE49-F238E27FC236}">
                <a16:creationId xmlns:a16="http://schemas.microsoft.com/office/drawing/2014/main" id="{2131A7BE-037F-4506-9CA4-831D368B8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8060" y="719286"/>
            <a:ext cx="3295055" cy="799654"/>
          </a:xfrm>
          <a:custGeom xmlns:a="http://schemas.openxmlformats.org/drawingml/2006/main">
            <a:pathLst>
              <a:path w="3905250" h="947738">
                <a:moveTo>
                  <a:pt x="128588" y="0"/>
                </a:moveTo>
                <a:lnTo>
                  <a:pt x="3776663" y="0"/>
                </a:lnTo>
                <a:cubicBezTo>
                  <a:pt x="3847679" y="0"/>
                  <a:pt x="3905250" y="57571"/>
                  <a:pt x="3905250" y="128588"/>
                </a:cubicBezTo>
                <a:lnTo>
                  <a:pt x="3905250" y="819150"/>
                </a:lnTo>
                <a:cubicBezTo>
                  <a:pt x="3905250" y="890167"/>
                  <a:pt x="3847679" y="947738"/>
                  <a:pt x="3776663" y="947738"/>
                </a:cubicBezTo>
                <a:lnTo>
                  <a:pt x="128588" y="947738"/>
                </a:lnTo>
                <a:cubicBezTo>
                  <a:pt x="57571" y="947738"/>
                  <a:pt x="0" y="890167"/>
                  <a:pt x="0" y="819150"/>
                </a:cubicBezTo>
                <a:lnTo>
                  <a:pt x="0" y="128588"/>
                </a:lnTo>
                <a:cubicBezTo>
                  <a:pt x="0" y="57571"/>
                  <a:pt x="57571" y="0"/>
                  <a:pt x="12858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search-card">
            <a:extLst xmlns:a="http://schemas.openxmlformats.org/drawingml/2006/main">
              <a:ext uri="{FF2B5EF4-FFF2-40B4-BE49-F238E27FC236}">
                <a16:creationId xmlns:a16="http://schemas.microsoft.com/office/drawing/2014/main" id="{14D4F3C2-E2B5-412F-BF51-F46C1D328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2170" y="707231"/>
            <a:ext cx="3246834" cy="763488"/>
          </a:xfrm>
          <a:custGeom xmlns:a="http://schemas.openxmlformats.org/drawingml/2006/main">
            <a:pathLst>
              <a:path w="3848100" h="904875">
                <a:moveTo>
                  <a:pt x="104775" y="0"/>
                </a:moveTo>
                <a:lnTo>
                  <a:pt x="3743325" y="0"/>
                </a:lnTo>
                <a:cubicBezTo>
                  <a:pt x="3801191" y="0"/>
                  <a:pt x="3848100" y="46909"/>
                  <a:pt x="3848100" y="104775"/>
                </a:cubicBezTo>
                <a:lnTo>
                  <a:pt x="3848100" y="800100"/>
                </a:lnTo>
                <a:cubicBezTo>
                  <a:pt x="3848100" y="857966"/>
                  <a:pt x="3801191" y="904875"/>
                  <a:pt x="3743325" y="904875"/>
                </a:cubicBezTo>
                <a:lnTo>
                  <a:pt x="104775" y="904875"/>
                </a:lnTo>
                <a:cubicBezTo>
                  <a:pt x="46909" y="904875"/>
                  <a:pt x="0" y="857966"/>
                  <a:pt x="0" y="800100"/>
                </a:cubicBezTo>
                <a:lnTo>
                  <a:pt x="0" y="104775"/>
                </a:lnTo>
                <a:cubicBezTo>
                  <a:pt x="0" y="46909"/>
                  <a:pt x="46909" y="0"/>
                  <a:pt x="104775" y="0"/>
                </a:cubicBezTo>
                <a:close/>
              </a:path>
            </a:pathLst>
          </a:custGeom>
          <a:solidFill xmlns:a="http://schemas.openxmlformats.org/drawingml/2006/main">
            <a:srgbClr val="FBFAFD">
              <a:alpha val="9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search-card-accent">
            <a:extLst xmlns:a="http://schemas.openxmlformats.org/drawingml/2006/main">
              <a:ext uri="{FF2B5EF4-FFF2-40B4-BE49-F238E27FC236}">
                <a16:creationId xmlns:a16="http://schemas.microsoft.com/office/drawing/2014/main" id="{08377C41-47A1-4DCE-BBE4-9CFD8F016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2170" y="811709"/>
            <a:ext cx="40184" cy="554534"/>
          </a:xfrm>
          <a:custGeom xmlns:a="http://schemas.openxmlformats.org/drawingml/2006/main">
            <a:pathLst>
              <a:path w="47625" h="657225">
                <a:moveTo>
                  <a:pt x="19050" y="0"/>
                </a:moveTo>
                <a:lnTo>
                  <a:pt x="28575" y="0"/>
                </a:lnTo>
                <a:cubicBezTo>
                  <a:pt x="39096" y="0"/>
                  <a:pt x="47625" y="8529"/>
                  <a:pt x="47625" y="19050"/>
                </a:cubicBezTo>
                <a:lnTo>
                  <a:pt x="47625" y="638175"/>
                </a:lnTo>
                <a:cubicBezTo>
                  <a:pt x="47625" y="648696"/>
                  <a:pt x="39096" y="657225"/>
                  <a:pt x="28575" y="657225"/>
                </a:cubicBezTo>
                <a:lnTo>
                  <a:pt x="19050" y="657225"/>
                </a:lnTo>
                <a:cubicBezTo>
                  <a:pt x="8529" y="657225"/>
                  <a:pt x="0" y="648696"/>
                  <a:pt x="0" y="638175"/>
                </a:cubicBezTo>
                <a:lnTo>
                  <a:pt x="0" y="19050"/>
                </a:lnTo>
                <a:cubicBezTo>
                  <a:pt x="0" y="8529"/>
                  <a:pt x="8529" y="0"/>
                  <a:pt x="19050" y="0"/>
                </a:cubicBezTo>
                <a:close/>
              </a:path>
            </a:pathLst>
          </a:custGeom>
          <a:solidFill xmlns:a="http://schemas.openxmlformats.org/drawingml/2006/main">
            <a:srgbClr val="486D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os-card-shadow-12">
            <a:extLst xmlns:a="http://schemas.openxmlformats.org/drawingml/2006/main">
              <a:ext uri="{FF2B5EF4-FFF2-40B4-BE49-F238E27FC236}">
                <a16:creationId xmlns:a16="http://schemas.microsoft.com/office/drawing/2014/main" id="{BC19BAE2-15C7-4F9F-8864-42A1053F1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5099" y="3769221"/>
            <a:ext cx="3463826" cy="924223"/>
          </a:xfrm>
          <a:custGeom xmlns:a="http://schemas.openxmlformats.org/drawingml/2006/main">
            <a:pathLst>
              <a:path w="4105275" h="1095375">
                <a:moveTo>
                  <a:pt x="171450" y="0"/>
                </a:moveTo>
                <a:lnTo>
                  <a:pt x="3933825" y="0"/>
                </a:lnTo>
                <a:cubicBezTo>
                  <a:pt x="4028514" y="0"/>
                  <a:pt x="4105275" y="76761"/>
                  <a:pt x="4105275" y="171450"/>
                </a:cubicBezTo>
                <a:lnTo>
                  <a:pt x="4105275" y="923925"/>
                </a:lnTo>
                <a:cubicBezTo>
                  <a:pt x="4105275" y="1018614"/>
                  <a:pt x="4028514" y="1095375"/>
                  <a:pt x="3933825" y="1095375"/>
                </a:cubicBezTo>
                <a:lnTo>
                  <a:pt x="171450" y="1095375"/>
                </a:lnTo>
                <a:cubicBezTo>
                  <a:pt x="76761" y="1095375"/>
                  <a:pt x="0" y="1018614"/>
                  <a:pt x="0" y="923925"/>
                </a:cubicBezTo>
                <a:lnTo>
                  <a:pt x="0" y="171450"/>
                </a:lnTo>
                <a:cubicBezTo>
                  <a:pt x="0" y="76761"/>
                  <a:pt x="76761" y="0"/>
                  <a:pt x="171450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os-card-shadow-7">
            <a:extLst xmlns:a="http://schemas.openxmlformats.org/drawingml/2006/main">
              <a:ext uri="{FF2B5EF4-FFF2-40B4-BE49-F238E27FC236}">
                <a16:creationId xmlns:a16="http://schemas.microsoft.com/office/drawing/2014/main" id="{8EB23C4E-8D34-45E2-BC0C-225CFCD5A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5282" y="3789313"/>
            <a:ext cx="3383459" cy="863947"/>
          </a:xfrm>
          <a:custGeom xmlns:a="http://schemas.openxmlformats.org/drawingml/2006/main">
            <a:pathLst>
              <a:path w="4010025" h="1023938">
                <a:moveTo>
                  <a:pt x="147638" y="0"/>
                </a:moveTo>
                <a:lnTo>
                  <a:pt x="3862388" y="0"/>
                </a:lnTo>
                <a:cubicBezTo>
                  <a:pt x="3943925" y="0"/>
                  <a:pt x="4010025" y="66100"/>
                  <a:pt x="4010025" y="147638"/>
                </a:cubicBezTo>
                <a:lnTo>
                  <a:pt x="4010025" y="876300"/>
                </a:lnTo>
                <a:cubicBezTo>
                  <a:pt x="4010025" y="957838"/>
                  <a:pt x="3943925" y="1023938"/>
                  <a:pt x="3862388" y="1023938"/>
                </a:cubicBezTo>
                <a:lnTo>
                  <a:pt x="147638" y="1023938"/>
                </a:lnTo>
                <a:cubicBezTo>
                  <a:pt x="66100" y="1023938"/>
                  <a:pt x="0" y="957838"/>
                  <a:pt x="0" y="876300"/>
                </a:cubicBezTo>
                <a:lnTo>
                  <a:pt x="0" y="147638"/>
                </a:lnTo>
                <a:cubicBezTo>
                  <a:pt x="0" y="66100"/>
                  <a:pt x="66100" y="0"/>
                  <a:pt x="14763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os-card-shadow-3">
            <a:extLst xmlns:a="http://schemas.openxmlformats.org/drawingml/2006/main">
              <a:ext uri="{FF2B5EF4-FFF2-40B4-BE49-F238E27FC236}">
                <a16:creationId xmlns:a16="http://schemas.microsoft.com/office/drawing/2014/main" id="{8F283E04-65B4-4562-8B64-5E67F9461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429" y="3805386"/>
            <a:ext cx="3319165" cy="815727"/>
          </a:xfrm>
          <a:custGeom xmlns:a="http://schemas.openxmlformats.org/drawingml/2006/main">
            <a:pathLst>
              <a:path w="3933825" h="966788">
                <a:moveTo>
                  <a:pt x="128588" y="0"/>
                </a:moveTo>
                <a:lnTo>
                  <a:pt x="3805238" y="0"/>
                </a:lnTo>
                <a:cubicBezTo>
                  <a:pt x="3876254" y="0"/>
                  <a:pt x="3933825" y="57571"/>
                  <a:pt x="3933825" y="128588"/>
                </a:cubicBezTo>
                <a:lnTo>
                  <a:pt x="3933825" y="838200"/>
                </a:lnTo>
                <a:cubicBezTo>
                  <a:pt x="3933825" y="909217"/>
                  <a:pt x="3876254" y="966788"/>
                  <a:pt x="3805238" y="966788"/>
                </a:cubicBezTo>
                <a:lnTo>
                  <a:pt x="128588" y="966788"/>
                </a:lnTo>
                <a:cubicBezTo>
                  <a:pt x="57571" y="966788"/>
                  <a:pt x="0" y="909217"/>
                  <a:pt x="0" y="838200"/>
                </a:cubicBezTo>
                <a:lnTo>
                  <a:pt x="0" y="128588"/>
                </a:lnTo>
                <a:cubicBezTo>
                  <a:pt x="0" y="57571"/>
                  <a:pt x="57571" y="0"/>
                  <a:pt x="12858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os-card">
            <a:extLst xmlns:a="http://schemas.openxmlformats.org/drawingml/2006/main">
              <a:ext uri="{FF2B5EF4-FFF2-40B4-BE49-F238E27FC236}">
                <a16:creationId xmlns:a16="http://schemas.microsoft.com/office/drawing/2014/main" id="{C1570313-7C59-4722-92F7-DF264409B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1539" y="3793331"/>
            <a:ext cx="3270945" cy="779562"/>
          </a:xfrm>
          <a:custGeom xmlns:a="http://schemas.openxmlformats.org/drawingml/2006/main">
            <a:pathLst>
              <a:path w="3876675" h="923925">
                <a:moveTo>
                  <a:pt x="104775" y="0"/>
                </a:moveTo>
                <a:lnTo>
                  <a:pt x="3771900" y="0"/>
                </a:lnTo>
                <a:cubicBezTo>
                  <a:pt x="3829766" y="0"/>
                  <a:pt x="3876675" y="46909"/>
                  <a:pt x="3876675" y="104775"/>
                </a:cubicBezTo>
                <a:lnTo>
                  <a:pt x="3876675" y="819150"/>
                </a:lnTo>
                <a:cubicBezTo>
                  <a:pt x="3876675" y="877016"/>
                  <a:pt x="3829766" y="923925"/>
                  <a:pt x="3771900" y="923925"/>
                </a:cubicBezTo>
                <a:lnTo>
                  <a:pt x="104775" y="923925"/>
                </a:lnTo>
                <a:cubicBezTo>
                  <a:pt x="46909" y="923925"/>
                  <a:pt x="0" y="877016"/>
                  <a:pt x="0" y="819150"/>
                </a:cubicBezTo>
                <a:lnTo>
                  <a:pt x="0" y="104775"/>
                </a:lnTo>
                <a:cubicBezTo>
                  <a:pt x="0" y="46909"/>
                  <a:pt x="46909" y="0"/>
                  <a:pt x="104775" y="0"/>
                </a:cubicBezTo>
                <a:close/>
              </a:path>
            </a:pathLst>
          </a:custGeom>
          <a:solidFill xmlns:a="http://schemas.openxmlformats.org/drawingml/2006/main">
            <a:srgbClr val="FBFAFD">
              <a:alpha val="9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os-card-accent">
            <a:extLst xmlns:a="http://schemas.openxmlformats.org/drawingml/2006/main">
              <a:ext uri="{FF2B5EF4-FFF2-40B4-BE49-F238E27FC236}">
                <a16:creationId xmlns:a16="http://schemas.microsoft.com/office/drawing/2014/main" id="{4C15D561-DB7C-4C69-B7BF-29E848723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32300" y="3897809"/>
            <a:ext cx="40184" cy="570607"/>
          </a:xfrm>
          <a:custGeom xmlns:a="http://schemas.openxmlformats.org/drawingml/2006/main">
            <a:pathLst>
              <a:path w="47625" h="676275">
                <a:moveTo>
                  <a:pt x="19050" y="0"/>
                </a:moveTo>
                <a:lnTo>
                  <a:pt x="28575" y="0"/>
                </a:lnTo>
                <a:cubicBezTo>
                  <a:pt x="39096" y="0"/>
                  <a:pt x="47625" y="8529"/>
                  <a:pt x="47625" y="19050"/>
                </a:cubicBezTo>
                <a:lnTo>
                  <a:pt x="47625" y="657225"/>
                </a:lnTo>
                <a:cubicBezTo>
                  <a:pt x="47625" y="667746"/>
                  <a:pt x="39096" y="676275"/>
                  <a:pt x="28575" y="676275"/>
                </a:cubicBezTo>
                <a:lnTo>
                  <a:pt x="19050" y="676275"/>
                </a:lnTo>
                <a:cubicBezTo>
                  <a:pt x="8529" y="676275"/>
                  <a:pt x="0" y="667746"/>
                  <a:pt x="0" y="657225"/>
                </a:cubicBezTo>
                <a:lnTo>
                  <a:pt x="0" y="19050"/>
                </a:lnTo>
                <a:cubicBezTo>
                  <a:pt x="0" y="8529"/>
                  <a:pt x="8529" y="0"/>
                  <a:pt x="19050" y="0"/>
                </a:cubicBezTo>
                <a:close/>
              </a:path>
            </a:pathLst>
          </a:custGeom>
          <a:solidFill xmlns:a="http://schemas.openxmlformats.org/drawingml/2006/main">
            <a:srgbClr val="CC69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ide-card-shadow-12">
            <a:extLst xmlns:a="http://schemas.openxmlformats.org/drawingml/2006/main">
              <a:ext uri="{FF2B5EF4-FFF2-40B4-BE49-F238E27FC236}">
                <a16:creationId xmlns:a16="http://schemas.microsoft.com/office/drawing/2014/main" id="{29136B8C-34B1-49B7-A8D5-39CCA6AB30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70855" y="3552230"/>
            <a:ext cx="3439716" cy="908149"/>
          </a:xfrm>
          <a:custGeom xmlns:a="http://schemas.openxmlformats.org/drawingml/2006/main">
            <a:pathLst>
              <a:path w="4076700" h="1076325">
                <a:moveTo>
                  <a:pt x="171450" y="0"/>
                </a:moveTo>
                <a:lnTo>
                  <a:pt x="3905250" y="0"/>
                </a:lnTo>
                <a:cubicBezTo>
                  <a:pt x="3999939" y="0"/>
                  <a:pt x="4076700" y="76761"/>
                  <a:pt x="4076700" y="171450"/>
                </a:cubicBezTo>
                <a:lnTo>
                  <a:pt x="4076700" y="904875"/>
                </a:lnTo>
                <a:cubicBezTo>
                  <a:pt x="4076700" y="999564"/>
                  <a:pt x="3999939" y="1076325"/>
                  <a:pt x="3905250" y="1076325"/>
                </a:cubicBezTo>
                <a:lnTo>
                  <a:pt x="171450" y="1076325"/>
                </a:lnTo>
                <a:cubicBezTo>
                  <a:pt x="76761" y="1076325"/>
                  <a:pt x="0" y="999564"/>
                  <a:pt x="0" y="904875"/>
                </a:cubicBezTo>
                <a:lnTo>
                  <a:pt x="0" y="171450"/>
                </a:lnTo>
                <a:cubicBezTo>
                  <a:pt x="0" y="76761"/>
                  <a:pt x="76761" y="0"/>
                  <a:pt x="171450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" name="ide-card-shadow-7">
            <a:extLst xmlns:a="http://schemas.openxmlformats.org/drawingml/2006/main">
              <a:ext uri="{FF2B5EF4-FFF2-40B4-BE49-F238E27FC236}">
                <a16:creationId xmlns:a16="http://schemas.microsoft.com/office/drawing/2014/main" id="{F62F9998-3059-4DE3-9F3A-64B1C2F4A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11039" y="3572321"/>
            <a:ext cx="3359348" cy="847874"/>
          </a:xfrm>
          <a:custGeom xmlns:a="http://schemas.openxmlformats.org/drawingml/2006/main">
            <a:pathLst>
              <a:path w="3981450" h="1004888">
                <a:moveTo>
                  <a:pt x="147638" y="0"/>
                </a:moveTo>
                <a:lnTo>
                  <a:pt x="3833813" y="0"/>
                </a:lnTo>
                <a:cubicBezTo>
                  <a:pt x="3915350" y="0"/>
                  <a:pt x="3981450" y="66100"/>
                  <a:pt x="3981450" y="147638"/>
                </a:cubicBezTo>
                <a:lnTo>
                  <a:pt x="3981450" y="857250"/>
                </a:lnTo>
                <a:cubicBezTo>
                  <a:pt x="3981450" y="938788"/>
                  <a:pt x="3915350" y="1004888"/>
                  <a:pt x="3833813" y="1004888"/>
                </a:cubicBezTo>
                <a:lnTo>
                  <a:pt x="147638" y="1004888"/>
                </a:lnTo>
                <a:cubicBezTo>
                  <a:pt x="66100" y="1004888"/>
                  <a:pt x="0" y="938788"/>
                  <a:pt x="0" y="857250"/>
                </a:cubicBezTo>
                <a:lnTo>
                  <a:pt x="0" y="147638"/>
                </a:lnTo>
                <a:cubicBezTo>
                  <a:pt x="0" y="66100"/>
                  <a:pt x="66100" y="0"/>
                  <a:pt x="14763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" name="ide-card-shadow-3">
            <a:extLst xmlns:a="http://schemas.openxmlformats.org/drawingml/2006/main">
              <a:ext uri="{FF2B5EF4-FFF2-40B4-BE49-F238E27FC236}">
                <a16:creationId xmlns:a16="http://schemas.microsoft.com/office/drawing/2014/main" id="{E836A87E-6278-434A-9DFD-0F6BFD763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43186" y="3588395"/>
            <a:ext cx="3295055" cy="799654"/>
          </a:xfrm>
          <a:custGeom xmlns:a="http://schemas.openxmlformats.org/drawingml/2006/main">
            <a:pathLst>
              <a:path w="3905250" h="947738">
                <a:moveTo>
                  <a:pt x="128588" y="0"/>
                </a:moveTo>
                <a:lnTo>
                  <a:pt x="3776663" y="0"/>
                </a:lnTo>
                <a:cubicBezTo>
                  <a:pt x="3847679" y="0"/>
                  <a:pt x="3905250" y="57571"/>
                  <a:pt x="3905250" y="128588"/>
                </a:cubicBezTo>
                <a:lnTo>
                  <a:pt x="3905250" y="819150"/>
                </a:lnTo>
                <a:cubicBezTo>
                  <a:pt x="3905250" y="890167"/>
                  <a:pt x="3847679" y="947738"/>
                  <a:pt x="3776663" y="947738"/>
                </a:cubicBezTo>
                <a:lnTo>
                  <a:pt x="128588" y="947738"/>
                </a:lnTo>
                <a:cubicBezTo>
                  <a:pt x="57571" y="947738"/>
                  <a:pt x="0" y="890167"/>
                  <a:pt x="0" y="819150"/>
                </a:cubicBezTo>
                <a:lnTo>
                  <a:pt x="0" y="128588"/>
                </a:lnTo>
                <a:cubicBezTo>
                  <a:pt x="0" y="57571"/>
                  <a:pt x="57571" y="0"/>
                  <a:pt x="12858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ide-card">
            <a:extLst xmlns:a="http://schemas.openxmlformats.org/drawingml/2006/main">
              <a:ext uri="{FF2B5EF4-FFF2-40B4-BE49-F238E27FC236}">
                <a16:creationId xmlns:a16="http://schemas.microsoft.com/office/drawing/2014/main" id="{7BC49C79-0158-4B03-AE92-6D67CD4FD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7296" y="3576340"/>
            <a:ext cx="3246834" cy="763488"/>
          </a:xfrm>
          <a:custGeom xmlns:a="http://schemas.openxmlformats.org/drawingml/2006/main">
            <a:pathLst>
              <a:path w="3848100" h="904875">
                <a:moveTo>
                  <a:pt x="104775" y="0"/>
                </a:moveTo>
                <a:lnTo>
                  <a:pt x="3743325" y="0"/>
                </a:lnTo>
                <a:cubicBezTo>
                  <a:pt x="3801191" y="0"/>
                  <a:pt x="3848100" y="46909"/>
                  <a:pt x="3848100" y="104775"/>
                </a:cubicBezTo>
                <a:lnTo>
                  <a:pt x="3848100" y="800100"/>
                </a:lnTo>
                <a:cubicBezTo>
                  <a:pt x="3848100" y="857966"/>
                  <a:pt x="3801191" y="904875"/>
                  <a:pt x="3743325" y="904875"/>
                </a:cubicBezTo>
                <a:lnTo>
                  <a:pt x="104775" y="904875"/>
                </a:lnTo>
                <a:cubicBezTo>
                  <a:pt x="46909" y="904875"/>
                  <a:pt x="0" y="857966"/>
                  <a:pt x="0" y="800100"/>
                </a:cubicBezTo>
                <a:lnTo>
                  <a:pt x="0" y="104775"/>
                </a:lnTo>
                <a:cubicBezTo>
                  <a:pt x="0" y="46909"/>
                  <a:pt x="46909" y="0"/>
                  <a:pt x="104775" y="0"/>
                </a:cubicBezTo>
                <a:close/>
              </a:path>
            </a:pathLst>
          </a:custGeom>
          <a:solidFill xmlns:a="http://schemas.openxmlformats.org/drawingml/2006/main">
            <a:srgbClr val="FBFAFD">
              <a:alpha val="9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ide-card-accent">
            <a:extLst xmlns:a="http://schemas.openxmlformats.org/drawingml/2006/main">
              <a:ext uri="{FF2B5EF4-FFF2-40B4-BE49-F238E27FC236}">
                <a16:creationId xmlns:a16="http://schemas.microsoft.com/office/drawing/2014/main" id="{2648ABE9-0D8B-497D-88D2-24C0A6346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67296" y="3680817"/>
            <a:ext cx="40184" cy="554534"/>
          </a:xfrm>
          <a:custGeom xmlns:a="http://schemas.openxmlformats.org/drawingml/2006/main">
            <a:pathLst>
              <a:path w="47625" h="657225">
                <a:moveTo>
                  <a:pt x="19050" y="0"/>
                </a:moveTo>
                <a:lnTo>
                  <a:pt x="28575" y="0"/>
                </a:lnTo>
                <a:cubicBezTo>
                  <a:pt x="39096" y="0"/>
                  <a:pt x="47625" y="8529"/>
                  <a:pt x="47625" y="19050"/>
                </a:cubicBezTo>
                <a:lnTo>
                  <a:pt x="47625" y="638175"/>
                </a:lnTo>
                <a:cubicBezTo>
                  <a:pt x="47625" y="648696"/>
                  <a:pt x="39096" y="657225"/>
                  <a:pt x="28575" y="657225"/>
                </a:cubicBezTo>
                <a:lnTo>
                  <a:pt x="19050" y="657225"/>
                </a:lnTo>
                <a:cubicBezTo>
                  <a:pt x="8529" y="657225"/>
                  <a:pt x="0" y="648696"/>
                  <a:pt x="0" y="638175"/>
                </a:cubicBezTo>
                <a:lnTo>
                  <a:pt x="0" y="19050"/>
                </a:lnTo>
                <a:cubicBezTo>
                  <a:pt x="0" y="8529"/>
                  <a:pt x="8529" y="0"/>
                  <a:pt x="19050" y="0"/>
                </a:cubicBezTo>
                <a:close/>
              </a:path>
            </a:pathLst>
          </a:custGeom>
          <a:solidFill xmlns:a="http://schemas.openxmlformats.org/drawingml/2006/main">
            <a:srgbClr val="68938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web-card-shadow-12">
            <a:extLst xmlns:a="http://schemas.openxmlformats.org/drawingml/2006/main">
              <a:ext uri="{FF2B5EF4-FFF2-40B4-BE49-F238E27FC236}">
                <a16:creationId xmlns:a16="http://schemas.microsoft.com/office/drawing/2014/main" id="{46A83A5E-26F1-4835-913E-FD7C54119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3432" y="7474148"/>
            <a:ext cx="2965549" cy="908149"/>
          </a:xfrm>
          <a:custGeom xmlns:a="http://schemas.openxmlformats.org/drawingml/2006/main">
            <a:pathLst>
              <a:path w="3514725" h="1076325">
                <a:moveTo>
                  <a:pt x="171450" y="0"/>
                </a:moveTo>
                <a:lnTo>
                  <a:pt x="3343275" y="0"/>
                </a:lnTo>
                <a:cubicBezTo>
                  <a:pt x="3437964" y="0"/>
                  <a:pt x="3514725" y="76761"/>
                  <a:pt x="3514725" y="171450"/>
                </a:cubicBezTo>
                <a:lnTo>
                  <a:pt x="3514725" y="904875"/>
                </a:lnTo>
                <a:cubicBezTo>
                  <a:pt x="3514725" y="999564"/>
                  <a:pt x="3437964" y="1076325"/>
                  <a:pt x="3343275" y="1076325"/>
                </a:cubicBezTo>
                <a:lnTo>
                  <a:pt x="171450" y="1076325"/>
                </a:lnTo>
                <a:cubicBezTo>
                  <a:pt x="76761" y="1076325"/>
                  <a:pt x="0" y="999564"/>
                  <a:pt x="0" y="904875"/>
                </a:cubicBezTo>
                <a:lnTo>
                  <a:pt x="0" y="171450"/>
                </a:lnTo>
                <a:cubicBezTo>
                  <a:pt x="0" y="76761"/>
                  <a:pt x="76761" y="0"/>
                  <a:pt x="171450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web-card-shadow-7">
            <a:extLst xmlns:a="http://schemas.openxmlformats.org/drawingml/2006/main">
              <a:ext uri="{FF2B5EF4-FFF2-40B4-BE49-F238E27FC236}">
                <a16:creationId xmlns:a16="http://schemas.microsoft.com/office/drawing/2014/main" id="{4D4C7D7C-4ACC-43C8-8CC0-F1CC34BB0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93615" y="7494240"/>
            <a:ext cx="2885182" cy="847874"/>
          </a:xfrm>
          <a:custGeom xmlns:a="http://schemas.openxmlformats.org/drawingml/2006/main">
            <a:pathLst>
              <a:path w="3419475" h="1004888">
                <a:moveTo>
                  <a:pt x="147638" y="0"/>
                </a:moveTo>
                <a:lnTo>
                  <a:pt x="3271838" y="0"/>
                </a:lnTo>
                <a:cubicBezTo>
                  <a:pt x="3353375" y="0"/>
                  <a:pt x="3419475" y="66100"/>
                  <a:pt x="3419475" y="147638"/>
                </a:cubicBezTo>
                <a:lnTo>
                  <a:pt x="3419475" y="857250"/>
                </a:lnTo>
                <a:cubicBezTo>
                  <a:pt x="3419475" y="938788"/>
                  <a:pt x="3353375" y="1004888"/>
                  <a:pt x="3271838" y="1004888"/>
                </a:cubicBezTo>
                <a:lnTo>
                  <a:pt x="147638" y="1004888"/>
                </a:lnTo>
                <a:cubicBezTo>
                  <a:pt x="66100" y="1004888"/>
                  <a:pt x="0" y="938788"/>
                  <a:pt x="0" y="857250"/>
                </a:cubicBezTo>
                <a:lnTo>
                  <a:pt x="0" y="147638"/>
                </a:lnTo>
                <a:cubicBezTo>
                  <a:pt x="0" y="66100"/>
                  <a:pt x="66100" y="0"/>
                  <a:pt x="14763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web-card-shadow-3">
            <a:extLst xmlns:a="http://schemas.openxmlformats.org/drawingml/2006/main">
              <a:ext uri="{FF2B5EF4-FFF2-40B4-BE49-F238E27FC236}">
                <a16:creationId xmlns:a16="http://schemas.microsoft.com/office/drawing/2014/main" id="{E0EF26AF-109B-496D-8E77-633FA1989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5762" y="7510314"/>
            <a:ext cx="2820888" cy="799654"/>
          </a:xfrm>
          <a:custGeom xmlns:a="http://schemas.openxmlformats.org/drawingml/2006/main">
            <a:pathLst>
              <a:path w="3343275" h="947738">
                <a:moveTo>
                  <a:pt x="128588" y="0"/>
                </a:moveTo>
                <a:lnTo>
                  <a:pt x="3214688" y="0"/>
                </a:lnTo>
                <a:cubicBezTo>
                  <a:pt x="3285704" y="0"/>
                  <a:pt x="3343275" y="57571"/>
                  <a:pt x="3343275" y="128588"/>
                </a:cubicBezTo>
                <a:lnTo>
                  <a:pt x="3343275" y="819150"/>
                </a:lnTo>
                <a:cubicBezTo>
                  <a:pt x="3343275" y="890167"/>
                  <a:pt x="3285704" y="947738"/>
                  <a:pt x="3214688" y="947738"/>
                </a:cubicBezTo>
                <a:lnTo>
                  <a:pt x="128588" y="947738"/>
                </a:lnTo>
                <a:cubicBezTo>
                  <a:pt x="57571" y="947738"/>
                  <a:pt x="0" y="890167"/>
                  <a:pt x="0" y="819150"/>
                </a:cubicBezTo>
                <a:lnTo>
                  <a:pt x="0" y="128588"/>
                </a:lnTo>
                <a:cubicBezTo>
                  <a:pt x="0" y="57571"/>
                  <a:pt x="57571" y="0"/>
                  <a:pt x="12858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" name="web-card">
            <a:extLst xmlns:a="http://schemas.openxmlformats.org/drawingml/2006/main">
              <a:ext uri="{FF2B5EF4-FFF2-40B4-BE49-F238E27FC236}">
                <a16:creationId xmlns:a16="http://schemas.microsoft.com/office/drawing/2014/main" id="{20A49185-F566-4CE1-A96B-0AF789B0F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9872" y="7498259"/>
            <a:ext cx="2772668" cy="763488"/>
          </a:xfrm>
          <a:custGeom xmlns:a="http://schemas.openxmlformats.org/drawingml/2006/main">
            <a:pathLst>
              <a:path w="3286125" h="904875">
                <a:moveTo>
                  <a:pt x="104775" y="0"/>
                </a:moveTo>
                <a:lnTo>
                  <a:pt x="3181350" y="0"/>
                </a:lnTo>
                <a:cubicBezTo>
                  <a:pt x="3239216" y="0"/>
                  <a:pt x="3286125" y="46909"/>
                  <a:pt x="3286125" y="104775"/>
                </a:cubicBezTo>
                <a:lnTo>
                  <a:pt x="3286125" y="800100"/>
                </a:lnTo>
                <a:cubicBezTo>
                  <a:pt x="3286125" y="857966"/>
                  <a:pt x="3239216" y="904875"/>
                  <a:pt x="3181350" y="904875"/>
                </a:cubicBezTo>
                <a:lnTo>
                  <a:pt x="104775" y="904875"/>
                </a:lnTo>
                <a:cubicBezTo>
                  <a:pt x="46909" y="904875"/>
                  <a:pt x="0" y="857966"/>
                  <a:pt x="0" y="800100"/>
                </a:cubicBezTo>
                <a:lnTo>
                  <a:pt x="0" y="104775"/>
                </a:lnTo>
                <a:cubicBezTo>
                  <a:pt x="0" y="46909"/>
                  <a:pt x="46909" y="0"/>
                  <a:pt x="104775" y="0"/>
                </a:cubicBezTo>
                <a:close/>
              </a:path>
            </a:pathLst>
          </a:custGeom>
          <a:solidFill xmlns:a="http://schemas.openxmlformats.org/drawingml/2006/main">
            <a:srgbClr val="FBFAFD">
              <a:alpha val="9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web-card-accent">
            <a:extLst xmlns:a="http://schemas.openxmlformats.org/drawingml/2006/main">
              <a:ext uri="{FF2B5EF4-FFF2-40B4-BE49-F238E27FC236}">
                <a16:creationId xmlns:a16="http://schemas.microsoft.com/office/drawing/2014/main" id="{5C7324D6-31E7-42CB-98D8-2CFC09F74D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82357" y="7602736"/>
            <a:ext cx="40184" cy="554534"/>
          </a:xfrm>
          <a:custGeom xmlns:a="http://schemas.openxmlformats.org/drawingml/2006/main">
            <a:pathLst>
              <a:path w="47625" h="657225">
                <a:moveTo>
                  <a:pt x="19050" y="0"/>
                </a:moveTo>
                <a:lnTo>
                  <a:pt x="28575" y="0"/>
                </a:lnTo>
                <a:cubicBezTo>
                  <a:pt x="39096" y="0"/>
                  <a:pt x="47625" y="8529"/>
                  <a:pt x="47625" y="19050"/>
                </a:cubicBezTo>
                <a:lnTo>
                  <a:pt x="47625" y="638175"/>
                </a:lnTo>
                <a:cubicBezTo>
                  <a:pt x="47625" y="648696"/>
                  <a:pt x="39096" y="657225"/>
                  <a:pt x="28575" y="657225"/>
                </a:cubicBezTo>
                <a:lnTo>
                  <a:pt x="19050" y="657225"/>
                </a:lnTo>
                <a:cubicBezTo>
                  <a:pt x="8529" y="657225"/>
                  <a:pt x="0" y="648696"/>
                  <a:pt x="0" y="638175"/>
                </a:cubicBezTo>
                <a:lnTo>
                  <a:pt x="0" y="19050"/>
                </a:lnTo>
                <a:cubicBezTo>
                  <a:pt x="0" y="8529"/>
                  <a:pt x="8529" y="0"/>
                  <a:pt x="19050" y="0"/>
                </a:cubicBezTo>
                <a:close/>
              </a:path>
            </a:pathLst>
          </a:custGeom>
          <a:solidFill xmlns:a="http://schemas.openxmlformats.org/drawingml/2006/main">
            <a:srgbClr val="EF9757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terminal-card-shadow-12">
            <a:extLst xmlns:a="http://schemas.openxmlformats.org/drawingml/2006/main">
              <a:ext uri="{FF2B5EF4-FFF2-40B4-BE49-F238E27FC236}">
                <a16:creationId xmlns:a16="http://schemas.microsoft.com/office/drawing/2014/main" id="{A3340699-F555-4B0A-BD58-3C0CF0150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3440" y="7281267"/>
            <a:ext cx="3463826" cy="924223"/>
          </a:xfrm>
          <a:custGeom xmlns:a="http://schemas.openxmlformats.org/drawingml/2006/main">
            <a:pathLst>
              <a:path w="4105275" h="1095375">
                <a:moveTo>
                  <a:pt x="171450" y="0"/>
                </a:moveTo>
                <a:lnTo>
                  <a:pt x="3933825" y="0"/>
                </a:lnTo>
                <a:cubicBezTo>
                  <a:pt x="4028514" y="0"/>
                  <a:pt x="4105275" y="76761"/>
                  <a:pt x="4105275" y="171450"/>
                </a:cubicBezTo>
                <a:lnTo>
                  <a:pt x="4105275" y="923925"/>
                </a:lnTo>
                <a:cubicBezTo>
                  <a:pt x="4105275" y="1018614"/>
                  <a:pt x="4028514" y="1095375"/>
                  <a:pt x="3933825" y="1095375"/>
                </a:cubicBezTo>
                <a:lnTo>
                  <a:pt x="171450" y="1095375"/>
                </a:lnTo>
                <a:cubicBezTo>
                  <a:pt x="76761" y="1095375"/>
                  <a:pt x="0" y="1018614"/>
                  <a:pt x="0" y="923925"/>
                </a:cubicBezTo>
                <a:lnTo>
                  <a:pt x="0" y="171450"/>
                </a:lnTo>
                <a:cubicBezTo>
                  <a:pt x="0" y="76761"/>
                  <a:pt x="76761" y="0"/>
                  <a:pt x="171450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terminal-card-shadow-7">
            <a:extLst xmlns:a="http://schemas.openxmlformats.org/drawingml/2006/main">
              <a:ext uri="{FF2B5EF4-FFF2-40B4-BE49-F238E27FC236}">
                <a16:creationId xmlns:a16="http://schemas.microsoft.com/office/drawing/2014/main" id="{5E5887C1-FFBF-4971-9869-55327A42F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63624" y="7301359"/>
            <a:ext cx="3383459" cy="863947"/>
          </a:xfrm>
          <a:custGeom xmlns:a="http://schemas.openxmlformats.org/drawingml/2006/main">
            <a:pathLst>
              <a:path w="4010025" h="1023938">
                <a:moveTo>
                  <a:pt x="147638" y="0"/>
                </a:moveTo>
                <a:lnTo>
                  <a:pt x="3862388" y="0"/>
                </a:lnTo>
                <a:cubicBezTo>
                  <a:pt x="3943925" y="0"/>
                  <a:pt x="4010025" y="66100"/>
                  <a:pt x="4010025" y="147638"/>
                </a:cubicBezTo>
                <a:lnTo>
                  <a:pt x="4010025" y="876300"/>
                </a:lnTo>
                <a:cubicBezTo>
                  <a:pt x="4010025" y="957838"/>
                  <a:pt x="3943925" y="1023938"/>
                  <a:pt x="3862388" y="1023938"/>
                </a:cubicBezTo>
                <a:lnTo>
                  <a:pt x="147638" y="1023938"/>
                </a:lnTo>
                <a:cubicBezTo>
                  <a:pt x="66100" y="1023938"/>
                  <a:pt x="0" y="957838"/>
                  <a:pt x="0" y="876300"/>
                </a:cubicBezTo>
                <a:lnTo>
                  <a:pt x="0" y="147638"/>
                </a:lnTo>
                <a:cubicBezTo>
                  <a:pt x="0" y="66100"/>
                  <a:pt x="66100" y="0"/>
                  <a:pt x="14763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" name="terminal-card-shadow-3">
            <a:extLst xmlns:a="http://schemas.openxmlformats.org/drawingml/2006/main">
              <a:ext uri="{FF2B5EF4-FFF2-40B4-BE49-F238E27FC236}">
                <a16:creationId xmlns:a16="http://schemas.microsoft.com/office/drawing/2014/main" id="{F68BDFB1-A410-49D4-9E52-4364A7115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95771" y="7317432"/>
            <a:ext cx="3319165" cy="815727"/>
          </a:xfrm>
          <a:custGeom xmlns:a="http://schemas.openxmlformats.org/drawingml/2006/main">
            <a:pathLst>
              <a:path w="3933825" h="966788">
                <a:moveTo>
                  <a:pt x="128588" y="0"/>
                </a:moveTo>
                <a:lnTo>
                  <a:pt x="3805238" y="0"/>
                </a:lnTo>
                <a:cubicBezTo>
                  <a:pt x="3876254" y="0"/>
                  <a:pt x="3933825" y="57571"/>
                  <a:pt x="3933825" y="128588"/>
                </a:cubicBezTo>
                <a:lnTo>
                  <a:pt x="3933825" y="838200"/>
                </a:lnTo>
                <a:cubicBezTo>
                  <a:pt x="3933825" y="909217"/>
                  <a:pt x="3876254" y="966788"/>
                  <a:pt x="3805238" y="966788"/>
                </a:cubicBezTo>
                <a:lnTo>
                  <a:pt x="128588" y="966788"/>
                </a:lnTo>
                <a:cubicBezTo>
                  <a:pt x="57571" y="966788"/>
                  <a:pt x="0" y="909217"/>
                  <a:pt x="0" y="838200"/>
                </a:cubicBezTo>
                <a:lnTo>
                  <a:pt x="0" y="128588"/>
                </a:lnTo>
                <a:cubicBezTo>
                  <a:pt x="0" y="57571"/>
                  <a:pt x="57571" y="0"/>
                  <a:pt x="12858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terminal-card">
            <a:extLst xmlns:a="http://schemas.openxmlformats.org/drawingml/2006/main">
              <a:ext uri="{FF2B5EF4-FFF2-40B4-BE49-F238E27FC236}">
                <a16:creationId xmlns:a16="http://schemas.microsoft.com/office/drawing/2014/main" id="{13BDC437-4F4A-4723-94A5-EB1824F32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19881" y="7305377"/>
            <a:ext cx="3270945" cy="779562"/>
          </a:xfrm>
          <a:custGeom xmlns:a="http://schemas.openxmlformats.org/drawingml/2006/main">
            <a:pathLst>
              <a:path w="3876675" h="923925">
                <a:moveTo>
                  <a:pt x="104775" y="0"/>
                </a:moveTo>
                <a:lnTo>
                  <a:pt x="3771900" y="0"/>
                </a:lnTo>
                <a:cubicBezTo>
                  <a:pt x="3829766" y="0"/>
                  <a:pt x="3876675" y="46909"/>
                  <a:pt x="3876675" y="104775"/>
                </a:cubicBezTo>
                <a:lnTo>
                  <a:pt x="3876675" y="819150"/>
                </a:lnTo>
                <a:cubicBezTo>
                  <a:pt x="3876675" y="877016"/>
                  <a:pt x="3829766" y="923925"/>
                  <a:pt x="3771900" y="923925"/>
                </a:cubicBezTo>
                <a:lnTo>
                  <a:pt x="104775" y="923925"/>
                </a:lnTo>
                <a:cubicBezTo>
                  <a:pt x="46909" y="923925"/>
                  <a:pt x="0" y="877016"/>
                  <a:pt x="0" y="819150"/>
                </a:cubicBezTo>
                <a:lnTo>
                  <a:pt x="0" y="104775"/>
                </a:lnTo>
                <a:cubicBezTo>
                  <a:pt x="0" y="46909"/>
                  <a:pt x="46909" y="0"/>
                  <a:pt x="104775" y="0"/>
                </a:cubicBezTo>
                <a:close/>
              </a:path>
            </a:pathLst>
          </a:custGeom>
          <a:solidFill xmlns:a="http://schemas.openxmlformats.org/drawingml/2006/main">
            <a:srgbClr val="FBFAFD">
              <a:alpha val="9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terminal-card-accent">
            <a:extLst xmlns:a="http://schemas.openxmlformats.org/drawingml/2006/main">
              <a:ext uri="{FF2B5EF4-FFF2-40B4-BE49-F238E27FC236}">
                <a16:creationId xmlns:a16="http://schemas.microsoft.com/office/drawing/2014/main" id="{86D7B8BB-7ACF-466B-A8F3-0CDE44C10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19881" y="7409855"/>
            <a:ext cx="40184" cy="570607"/>
          </a:xfrm>
          <a:custGeom xmlns:a="http://schemas.openxmlformats.org/drawingml/2006/main">
            <a:pathLst>
              <a:path w="47625" h="676275">
                <a:moveTo>
                  <a:pt x="19050" y="0"/>
                </a:moveTo>
                <a:lnTo>
                  <a:pt x="28575" y="0"/>
                </a:lnTo>
                <a:cubicBezTo>
                  <a:pt x="39096" y="0"/>
                  <a:pt x="47625" y="8529"/>
                  <a:pt x="47625" y="19050"/>
                </a:cubicBezTo>
                <a:lnTo>
                  <a:pt x="47625" y="657225"/>
                </a:lnTo>
                <a:cubicBezTo>
                  <a:pt x="47625" y="667746"/>
                  <a:pt x="39096" y="676275"/>
                  <a:pt x="28575" y="676275"/>
                </a:cubicBezTo>
                <a:lnTo>
                  <a:pt x="19050" y="676275"/>
                </a:lnTo>
                <a:cubicBezTo>
                  <a:pt x="8529" y="676275"/>
                  <a:pt x="0" y="667746"/>
                  <a:pt x="0" y="657225"/>
                </a:cubicBezTo>
                <a:lnTo>
                  <a:pt x="0" y="19050"/>
                </a:lnTo>
                <a:cubicBezTo>
                  <a:pt x="0" y="8529"/>
                  <a:pt x="8529" y="0"/>
                  <a:pt x="19050" y="0"/>
                </a:cubicBezTo>
                <a:close/>
              </a:path>
            </a:pathLst>
          </a:custGeom>
          <a:solidFill xmlns:a="http://schemas.openxmlformats.org/drawingml/2006/main">
            <a:srgbClr val="29A1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android-card-shadow-12">
            <a:extLst xmlns:a="http://schemas.openxmlformats.org/drawingml/2006/main">
              <a:ext uri="{FF2B5EF4-FFF2-40B4-BE49-F238E27FC236}">
                <a16:creationId xmlns:a16="http://schemas.microsoft.com/office/drawing/2014/main" id="{854E9B96-2F62-43AB-A0C6-1FF97FE6BE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56748" y="9065419"/>
            <a:ext cx="3447752" cy="884039"/>
          </a:xfrm>
          <a:custGeom xmlns:a="http://schemas.openxmlformats.org/drawingml/2006/main">
            <a:pathLst>
              <a:path w="4086225" h="1047750">
                <a:moveTo>
                  <a:pt x="171450" y="0"/>
                </a:moveTo>
                <a:lnTo>
                  <a:pt x="3914775" y="0"/>
                </a:lnTo>
                <a:cubicBezTo>
                  <a:pt x="4009464" y="0"/>
                  <a:pt x="4086225" y="76761"/>
                  <a:pt x="4086225" y="171450"/>
                </a:cubicBezTo>
                <a:lnTo>
                  <a:pt x="4086225" y="876300"/>
                </a:lnTo>
                <a:cubicBezTo>
                  <a:pt x="4086225" y="970989"/>
                  <a:pt x="4009464" y="1047750"/>
                  <a:pt x="3914775" y="1047750"/>
                </a:cubicBezTo>
                <a:lnTo>
                  <a:pt x="171450" y="1047750"/>
                </a:lnTo>
                <a:cubicBezTo>
                  <a:pt x="76761" y="1047750"/>
                  <a:pt x="0" y="970989"/>
                  <a:pt x="0" y="876300"/>
                </a:cubicBezTo>
                <a:lnTo>
                  <a:pt x="0" y="171450"/>
                </a:lnTo>
                <a:cubicBezTo>
                  <a:pt x="0" y="76761"/>
                  <a:pt x="76761" y="0"/>
                  <a:pt x="171450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android-card-shadow-7">
            <a:extLst xmlns:a="http://schemas.openxmlformats.org/drawingml/2006/main">
              <a:ext uri="{FF2B5EF4-FFF2-40B4-BE49-F238E27FC236}">
                <a16:creationId xmlns:a16="http://schemas.microsoft.com/office/drawing/2014/main" id="{4ED81D64-CAFF-4DFB-97AB-D9980864E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96932" y="9085511"/>
            <a:ext cx="3367385" cy="823764"/>
          </a:xfrm>
          <a:custGeom xmlns:a="http://schemas.openxmlformats.org/drawingml/2006/main">
            <a:pathLst>
              <a:path w="3990975" h="976313">
                <a:moveTo>
                  <a:pt x="147638" y="0"/>
                </a:moveTo>
                <a:lnTo>
                  <a:pt x="3843338" y="0"/>
                </a:lnTo>
                <a:cubicBezTo>
                  <a:pt x="3924875" y="0"/>
                  <a:pt x="3990975" y="66100"/>
                  <a:pt x="3990975" y="147638"/>
                </a:cubicBezTo>
                <a:lnTo>
                  <a:pt x="3990975" y="828675"/>
                </a:lnTo>
                <a:cubicBezTo>
                  <a:pt x="3990975" y="910213"/>
                  <a:pt x="3924875" y="976313"/>
                  <a:pt x="3843338" y="976313"/>
                </a:cubicBezTo>
                <a:lnTo>
                  <a:pt x="147638" y="976313"/>
                </a:lnTo>
                <a:cubicBezTo>
                  <a:pt x="66100" y="976313"/>
                  <a:pt x="0" y="910213"/>
                  <a:pt x="0" y="828675"/>
                </a:cubicBezTo>
                <a:lnTo>
                  <a:pt x="0" y="147638"/>
                </a:lnTo>
                <a:cubicBezTo>
                  <a:pt x="0" y="66100"/>
                  <a:pt x="66100" y="0"/>
                  <a:pt x="14763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android-card-shadow-3">
            <a:extLst xmlns:a="http://schemas.openxmlformats.org/drawingml/2006/main">
              <a:ext uri="{FF2B5EF4-FFF2-40B4-BE49-F238E27FC236}">
                <a16:creationId xmlns:a16="http://schemas.microsoft.com/office/drawing/2014/main" id="{ACBA8094-CDA9-44BD-88DD-D03A080C7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9079" y="9101584"/>
            <a:ext cx="3303091" cy="775543"/>
          </a:xfrm>
          <a:custGeom xmlns:a="http://schemas.openxmlformats.org/drawingml/2006/main">
            <a:pathLst>
              <a:path w="3914775" h="919163">
                <a:moveTo>
                  <a:pt x="128588" y="0"/>
                </a:moveTo>
                <a:lnTo>
                  <a:pt x="3786188" y="0"/>
                </a:lnTo>
                <a:cubicBezTo>
                  <a:pt x="3857204" y="0"/>
                  <a:pt x="3914775" y="57571"/>
                  <a:pt x="3914775" y="128588"/>
                </a:cubicBezTo>
                <a:lnTo>
                  <a:pt x="3914775" y="790575"/>
                </a:lnTo>
                <a:cubicBezTo>
                  <a:pt x="3914775" y="861592"/>
                  <a:pt x="3857204" y="919163"/>
                  <a:pt x="3786188" y="919163"/>
                </a:cubicBezTo>
                <a:lnTo>
                  <a:pt x="128588" y="919163"/>
                </a:lnTo>
                <a:cubicBezTo>
                  <a:pt x="57571" y="919163"/>
                  <a:pt x="0" y="861592"/>
                  <a:pt x="0" y="790575"/>
                </a:cubicBezTo>
                <a:lnTo>
                  <a:pt x="0" y="128588"/>
                </a:lnTo>
                <a:cubicBezTo>
                  <a:pt x="0" y="57571"/>
                  <a:pt x="57571" y="0"/>
                  <a:pt x="128588" y="0"/>
                </a:cubicBezTo>
                <a:close/>
              </a:path>
            </a:pathLst>
          </a:custGeom>
          <a:solidFill xmlns:a="http://schemas.openxmlformats.org/drawingml/2006/main">
            <a:srgbClr val="68607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" name="android-card">
            <a:extLst xmlns:a="http://schemas.openxmlformats.org/drawingml/2006/main">
              <a:ext uri="{FF2B5EF4-FFF2-40B4-BE49-F238E27FC236}">
                <a16:creationId xmlns:a16="http://schemas.microsoft.com/office/drawing/2014/main" id="{470A3EF0-9348-42A7-984E-5D3BE08E7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53189" y="9089529"/>
            <a:ext cx="3254871" cy="739378"/>
          </a:xfrm>
          <a:custGeom xmlns:a="http://schemas.openxmlformats.org/drawingml/2006/main">
            <a:pathLst>
              <a:path w="3857625" h="876300">
                <a:moveTo>
                  <a:pt x="104775" y="0"/>
                </a:moveTo>
                <a:lnTo>
                  <a:pt x="3752850" y="0"/>
                </a:lnTo>
                <a:cubicBezTo>
                  <a:pt x="3810716" y="0"/>
                  <a:pt x="3857625" y="46909"/>
                  <a:pt x="3857625" y="104775"/>
                </a:cubicBezTo>
                <a:lnTo>
                  <a:pt x="3857625" y="771525"/>
                </a:lnTo>
                <a:cubicBezTo>
                  <a:pt x="3857625" y="829391"/>
                  <a:pt x="3810716" y="876300"/>
                  <a:pt x="3752850" y="876300"/>
                </a:cubicBezTo>
                <a:lnTo>
                  <a:pt x="104775" y="876300"/>
                </a:lnTo>
                <a:cubicBezTo>
                  <a:pt x="46909" y="876300"/>
                  <a:pt x="0" y="829391"/>
                  <a:pt x="0" y="771525"/>
                </a:cubicBezTo>
                <a:lnTo>
                  <a:pt x="0" y="104775"/>
                </a:lnTo>
                <a:cubicBezTo>
                  <a:pt x="0" y="46909"/>
                  <a:pt x="46909" y="0"/>
                  <a:pt x="104775" y="0"/>
                </a:cubicBezTo>
                <a:close/>
              </a:path>
            </a:pathLst>
          </a:custGeom>
          <a:solidFill xmlns:a="http://schemas.openxmlformats.org/drawingml/2006/main">
            <a:srgbClr val="FBFAFD">
              <a:alpha val="9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android-card-accent">
            <a:extLst xmlns:a="http://schemas.openxmlformats.org/drawingml/2006/main">
              <a:ext uri="{FF2B5EF4-FFF2-40B4-BE49-F238E27FC236}">
                <a16:creationId xmlns:a16="http://schemas.microsoft.com/office/drawing/2014/main" id="{D92BF5DD-4247-43F3-B21D-C284233AF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27468" y="9089529"/>
            <a:ext cx="458093" cy="32147"/>
          </a:xfrm>
          <a:custGeom xmlns:a="http://schemas.openxmlformats.org/drawingml/2006/main">
            <a:pathLst>
              <a:path w="542925" h="38100">
                <a:moveTo>
                  <a:pt x="19050" y="0"/>
                </a:moveTo>
                <a:lnTo>
                  <a:pt x="523875" y="0"/>
                </a:lnTo>
                <a:cubicBezTo>
                  <a:pt x="534396" y="0"/>
                  <a:pt x="542925" y="8529"/>
                  <a:pt x="542925" y="19050"/>
                </a:cubicBezTo>
                <a:lnTo>
                  <a:pt x="542925" y="19050"/>
                </a:lnTo>
                <a:cubicBezTo>
                  <a:pt x="542925" y="29571"/>
                  <a:pt x="534396" y="38100"/>
                  <a:pt x="523875" y="38100"/>
                </a:cubicBezTo>
                <a:lnTo>
                  <a:pt x="19050" y="38100"/>
                </a:lnTo>
                <a:cubicBezTo>
                  <a:pt x="8529" y="38100"/>
                  <a:pt x="0" y="29571"/>
                  <a:pt x="0" y="19050"/>
                </a:cubicBezTo>
                <a:lnTo>
                  <a:pt x="0" y="19050"/>
                </a:lnTo>
                <a:cubicBezTo>
                  <a:pt x="0" y="8529"/>
                  <a:pt x="8529" y="0"/>
                  <a:pt x="19050" y="0"/>
                </a:cubicBezTo>
                <a:close/>
              </a:path>
            </a:pathLst>
          </a:custGeom>
          <a:solidFill xmlns:a="http://schemas.openxmlformats.org/drawingml/2006/main">
            <a:srgbClr val="DBA77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domain-ring-search">
            <a:extLst xmlns:a="http://schemas.openxmlformats.org/drawingml/2006/main">
              <a:ext uri="{FF2B5EF4-FFF2-40B4-BE49-F238E27FC236}">
                <a16:creationId xmlns:a16="http://schemas.microsoft.com/office/drawing/2014/main" id="{DD666EFA-ADFF-4D99-B33B-C01CD5466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3606" y="1948904"/>
            <a:ext cx="6300788" cy="6300788"/>
          </a:xfrm>
          <a:custGeom xmlns:a="http://schemas.openxmlformats.org/drawingml/2006/main">
            <a:pathLst>
              <a:path w="7467600" h="7467600">
                <a:moveTo>
                  <a:pt x="3733800" y="0"/>
                </a:moveTo>
                <a:cubicBezTo>
                  <a:pt x="4235099" y="0"/>
                  <a:pt x="4731264" y="100946"/>
                  <a:pt x="5192712" y="296819"/>
                </a:cubicBezTo>
                <a:cubicBezTo>
                  <a:pt x="5654160" y="492692"/>
                  <a:pt x="6071440" y="779481"/>
                  <a:pt x="6419671" y="1140085"/>
                </a:cubicBezTo>
                <a:lnTo>
                  <a:pt x="5446728" y="2079645"/>
                </a:lnTo>
                <a:cubicBezTo>
                  <a:pt x="5224642" y="1849668"/>
                  <a:pt x="4958519" y="1666767"/>
                  <a:pt x="4664228" y="1541848"/>
                </a:cubicBezTo>
                <a:cubicBezTo>
                  <a:pt x="4369938" y="1416929"/>
                  <a:pt x="4053506" y="1352550"/>
                  <a:pt x="3733800" y="1352550"/>
                </a:cubicBezTo>
                <a:close/>
              </a:path>
            </a:pathLst>
          </a:custGeom>
          <a:solidFill xmlns:a="http://schemas.openxmlformats.org/drawingml/2006/main">
            <a:srgbClr val="486D9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domain-ring-ide">
            <a:extLst xmlns:a="http://schemas.openxmlformats.org/drawingml/2006/main">
              <a:ext uri="{FF2B5EF4-FFF2-40B4-BE49-F238E27FC236}">
                <a16:creationId xmlns:a16="http://schemas.microsoft.com/office/drawing/2014/main" id="{90A5D653-7340-48D4-86B8-03444E15A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3606" y="1948904"/>
            <a:ext cx="6300788" cy="6300788"/>
          </a:xfrm>
          <a:custGeom xmlns:a="http://schemas.openxmlformats.org/drawingml/2006/main">
            <a:pathLst>
              <a:path w="7467600" h="7467600">
                <a:moveTo>
                  <a:pt x="6594057" y="1333760"/>
                </a:moveTo>
                <a:cubicBezTo>
                  <a:pt x="6930396" y="1734593"/>
                  <a:pt x="7178731" y="2201644"/>
                  <a:pt x="7322959" y="2704625"/>
                </a:cubicBezTo>
                <a:cubicBezTo>
                  <a:pt x="7467186" y="3207606"/>
                  <a:pt x="7504085" y="3735286"/>
                  <a:pt x="7431263" y="4253445"/>
                </a:cubicBezTo>
                <a:lnTo>
                  <a:pt x="6091876" y="4065206"/>
                </a:lnTo>
                <a:cubicBezTo>
                  <a:pt x="6138319" y="3734748"/>
                  <a:pt x="6114786" y="3398217"/>
                  <a:pt x="6022804" y="3077439"/>
                </a:cubicBezTo>
                <a:cubicBezTo>
                  <a:pt x="5930823" y="2756660"/>
                  <a:pt x="5772445" y="2458796"/>
                  <a:pt x="5557943" y="2203162"/>
                </a:cubicBezTo>
                <a:close/>
              </a:path>
            </a:pathLst>
          </a:custGeom>
          <a:solidFill xmlns:a="http://schemas.openxmlformats.org/drawingml/2006/main">
            <a:srgbClr val="68938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domain-ring-terminal">
            <a:extLst xmlns:a="http://schemas.openxmlformats.org/drawingml/2006/main">
              <a:ext uri="{FF2B5EF4-FFF2-40B4-BE49-F238E27FC236}">
                <a16:creationId xmlns:a16="http://schemas.microsoft.com/office/drawing/2014/main" id="{45469CD3-E934-4849-9044-21A881A821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3606" y="1948904"/>
            <a:ext cx="6300788" cy="6300788"/>
          </a:xfrm>
          <a:custGeom xmlns:a="http://schemas.openxmlformats.org/drawingml/2006/main">
            <a:pathLst>
              <a:path w="7467600" h="7467600">
                <a:moveTo>
                  <a:pt x="7386008" y="4510101"/>
                </a:moveTo>
                <a:cubicBezTo>
                  <a:pt x="7268076" y="5064923"/>
                  <a:pt x="7025288" y="5585584"/>
                  <a:pt x="6676075" y="6032557"/>
                </a:cubicBezTo>
                <a:cubicBezTo>
                  <a:pt x="6326861" y="6479530"/>
                  <a:pt x="5880401" y="6841066"/>
                  <a:pt x="5370590" y="7089717"/>
                </a:cubicBezTo>
                <a:lnTo>
                  <a:pt x="4777671" y="5874053"/>
                </a:lnTo>
                <a:cubicBezTo>
                  <a:pt x="5102806" y="5715475"/>
                  <a:pt x="5387538" y="5484903"/>
                  <a:pt x="5610251" y="5199844"/>
                </a:cubicBezTo>
                <a:cubicBezTo>
                  <a:pt x="5832963" y="4914784"/>
                  <a:pt x="5987803" y="4582730"/>
                  <a:pt x="6063014" y="4228890"/>
                </a:cubicBezTo>
                <a:close/>
              </a:path>
            </a:pathLst>
          </a:custGeom>
          <a:solidFill xmlns:a="http://schemas.openxmlformats.org/drawingml/2006/main">
            <a:srgbClr val="29A1A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" name="domain-ring-android">
            <a:extLst xmlns:a="http://schemas.openxmlformats.org/drawingml/2006/main">
              <a:ext uri="{FF2B5EF4-FFF2-40B4-BE49-F238E27FC236}">
                <a16:creationId xmlns:a16="http://schemas.microsoft.com/office/drawing/2014/main" id="{0A287CB5-247E-4314-A60B-B69866C04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3606" y="1948904"/>
            <a:ext cx="6300788" cy="6300788"/>
          </a:xfrm>
          <a:custGeom xmlns:a="http://schemas.openxmlformats.org/drawingml/2006/main">
            <a:pathLst>
              <a:path w="7467600" h="7467600">
                <a:moveTo>
                  <a:pt x="5132506" y="7195719"/>
                </a:moveTo>
                <a:cubicBezTo>
                  <a:pt x="4235268" y="7558227"/>
                  <a:pt x="3232332" y="7558227"/>
                  <a:pt x="2335094" y="7195719"/>
                </a:cubicBezTo>
                <a:lnTo>
                  <a:pt x="2841768" y="5941657"/>
                </a:lnTo>
                <a:cubicBezTo>
                  <a:pt x="3413987" y="6172848"/>
                  <a:pt x="4053613" y="6172848"/>
                  <a:pt x="4625832" y="5941657"/>
                </a:cubicBezTo>
                <a:close/>
              </a:path>
            </a:pathLst>
          </a:custGeom>
          <a:solidFill xmlns:a="http://schemas.openxmlformats.org/drawingml/2006/main">
            <a:srgbClr val="DBA77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1" name="domain-ring-web">
            <a:extLst xmlns:a="http://schemas.openxmlformats.org/drawingml/2006/main">
              <a:ext uri="{FF2B5EF4-FFF2-40B4-BE49-F238E27FC236}">
                <a16:creationId xmlns:a16="http://schemas.microsoft.com/office/drawing/2014/main" id="{E006E252-6317-41E2-83AE-D228484096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3606" y="1948904"/>
            <a:ext cx="6300788" cy="6300788"/>
          </a:xfrm>
          <a:custGeom xmlns:a="http://schemas.openxmlformats.org/drawingml/2006/main">
            <a:pathLst>
              <a:path w="7467600" h="7467600">
                <a:moveTo>
                  <a:pt x="2097010" y="7089717"/>
                </a:moveTo>
                <a:cubicBezTo>
                  <a:pt x="1626715" y="6860339"/>
                  <a:pt x="1209882" y="6534674"/>
                  <a:pt x="873543" y="6133840"/>
                </a:cubicBezTo>
                <a:cubicBezTo>
                  <a:pt x="537204" y="5733007"/>
                  <a:pt x="288869" y="5265956"/>
                  <a:pt x="144641" y="4762975"/>
                </a:cubicBezTo>
                <a:lnTo>
                  <a:pt x="1444796" y="4390161"/>
                </a:lnTo>
                <a:cubicBezTo>
                  <a:pt x="1536777" y="4710940"/>
                  <a:pt x="1695155" y="5008804"/>
                  <a:pt x="1909657" y="5264438"/>
                </a:cubicBezTo>
                <a:cubicBezTo>
                  <a:pt x="2124159" y="5520072"/>
                  <a:pt x="2389996" y="5727766"/>
                  <a:pt x="2689929" y="5874053"/>
                </a:cubicBezTo>
                <a:close/>
              </a:path>
            </a:pathLst>
          </a:custGeom>
          <a:solidFill xmlns:a="http://schemas.openxmlformats.org/drawingml/2006/main">
            <a:srgbClr val="EF9757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" name="domain-ring-os">
            <a:extLst xmlns:a="http://schemas.openxmlformats.org/drawingml/2006/main">
              <a:ext uri="{FF2B5EF4-FFF2-40B4-BE49-F238E27FC236}">
                <a16:creationId xmlns:a16="http://schemas.microsoft.com/office/drawing/2014/main" id="{745C465D-9550-4016-8BC5-B83E896F3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3606" y="1948904"/>
            <a:ext cx="6300788" cy="6300788"/>
          </a:xfrm>
          <a:custGeom xmlns:a="http://schemas.openxmlformats.org/drawingml/2006/main">
            <a:pathLst>
              <a:path w="7467600" h="7467600">
                <a:moveTo>
                  <a:pt x="81592" y="4510101"/>
                </a:moveTo>
                <a:cubicBezTo>
                  <a:pt x="-27197" y="3998284"/>
                  <a:pt x="-27197" y="3469316"/>
                  <a:pt x="81592" y="2957499"/>
                </a:cubicBezTo>
                <a:cubicBezTo>
                  <a:pt x="190382" y="2445683"/>
                  <a:pt x="405533" y="1962446"/>
                  <a:pt x="713092" y="1539127"/>
                </a:cubicBezTo>
                <a:lnTo>
                  <a:pt x="1807328" y="2334136"/>
                </a:lnTo>
                <a:cubicBezTo>
                  <a:pt x="1611181" y="2604110"/>
                  <a:pt x="1473967" y="2912297"/>
                  <a:pt x="1404586" y="3238710"/>
                </a:cubicBezTo>
                <a:cubicBezTo>
                  <a:pt x="1335205" y="3565124"/>
                  <a:pt x="1335205" y="3902476"/>
                  <a:pt x="1404586" y="4228890"/>
                </a:cubicBezTo>
                <a:close/>
              </a:path>
            </a:pathLst>
          </a:custGeom>
          <a:solidFill xmlns:a="http://schemas.openxmlformats.org/drawingml/2006/main">
            <a:srgbClr val="CC69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" name="domain-ring-mcp">
            <a:extLst xmlns:a="http://schemas.openxmlformats.org/drawingml/2006/main">
              <a:ext uri="{FF2B5EF4-FFF2-40B4-BE49-F238E27FC236}">
                <a16:creationId xmlns:a16="http://schemas.microsoft.com/office/drawing/2014/main" id="{A6C130E4-2369-4E1B-B076-C46283816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93606" y="1948904"/>
            <a:ext cx="6300788" cy="6300788"/>
          </a:xfrm>
          <a:custGeom xmlns:a="http://schemas.openxmlformats.org/drawingml/2006/main">
            <a:pathLst>
              <a:path w="7467600" h="7467600">
                <a:moveTo>
                  <a:pt x="873543" y="1333760"/>
                </a:moveTo>
                <a:cubicBezTo>
                  <a:pt x="1202826" y="941336"/>
                  <a:pt x="1609337" y="620869"/>
                  <a:pt x="2067787" y="392294"/>
                </a:cubicBezTo>
                <a:cubicBezTo>
                  <a:pt x="2526237" y="163719"/>
                  <a:pt x="3026818" y="31927"/>
                  <a:pt x="3538388" y="5117"/>
                </a:cubicBezTo>
                <a:lnTo>
                  <a:pt x="3609175" y="1355813"/>
                </a:lnTo>
                <a:cubicBezTo>
                  <a:pt x="3282918" y="1372912"/>
                  <a:pt x="2963670" y="1456963"/>
                  <a:pt x="2671291" y="1602738"/>
                </a:cubicBezTo>
                <a:cubicBezTo>
                  <a:pt x="2378913" y="1748512"/>
                  <a:pt x="2119658" y="1952892"/>
                  <a:pt x="1909657" y="2203162"/>
                </a:cubicBezTo>
                <a:close/>
              </a:path>
            </a:pathLst>
          </a:custGeom>
          <a:solidFill xmlns:a="http://schemas.openxmlformats.org/drawingml/2006/main">
            <a:srgbClr val="79688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center-disc-shadow">
            <a:extLst xmlns:a="http://schemas.openxmlformats.org/drawingml/2006/main">
              <a:ext uri="{FF2B5EF4-FFF2-40B4-BE49-F238E27FC236}">
                <a16:creationId xmlns:a16="http://schemas.microsoft.com/office/drawing/2014/main" id="{5263AE6D-E35B-4816-A634-C7875C41C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6784" y="3082082"/>
            <a:ext cx="4034433" cy="4034433"/>
          </a:xfrm>
          <a:custGeom xmlns:a="http://schemas.openxmlformats.org/drawingml/2006/main">
            <a:pathLst>
              <a:path w="4781550" h="4781550">
                <a:moveTo>
                  <a:pt x="4781550" y="2390775"/>
                </a:moveTo>
                <a:cubicBezTo>
                  <a:pt x="4781550" y="3711164"/>
                  <a:pt x="3711164" y="4781550"/>
                  <a:pt x="2390775" y="4781550"/>
                </a:cubicBezTo>
                <a:cubicBezTo>
                  <a:pt x="1070386" y="4781550"/>
                  <a:pt x="0" y="3711164"/>
                  <a:pt x="0" y="2390775"/>
                </a:cubicBezTo>
                <a:cubicBezTo>
                  <a:pt x="0" y="1070386"/>
                  <a:pt x="1070386" y="0"/>
                  <a:pt x="2390775" y="0"/>
                </a:cubicBezTo>
                <a:cubicBezTo>
                  <a:pt x="3711164" y="0"/>
                  <a:pt x="4781550" y="1070386"/>
                  <a:pt x="4781550" y="2390775"/>
                </a:cubicBezTo>
                <a:close/>
              </a:path>
            </a:pathLst>
          </a:custGeom>
          <a:solidFill xmlns:a="http://schemas.openxmlformats.org/drawingml/2006/main">
            <a:srgbClr val="CBC7CC">
              <a:alpha val="1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center-disc">
            <a:extLst xmlns:a="http://schemas.openxmlformats.org/drawingml/2006/main">
              <a:ext uri="{FF2B5EF4-FFF2-40B4-BE49-F238E27FC236}">
                <a16:creationId xmlns:a16="http://schemas.microsoft.com/office/drawing/2014/main" id="{2480FD79-358F-43DC-BCB1-8BE31F281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8930" y="3114229"/>
            <a:ext cx="3970139" cy="3970139"/>
          </a:xfrm>
          <a:custGeom xmlns:a="http://schemas.openxmlformats.org/drawingml/2006/main">
            <a:pathLst>
              <a:path w="4705350" h="4705350">
                <a:moveTo>
                  <a:pt x="4705350" y="2352675"/>
                </a:moveTo>
                <a:cubicBezTo>
                  <a:pt x="4705350" y="3652022"/>
                  <a:pt x="3652022" y="4705350"/>
                  <a:pt x="2352675" y="4705350"/>
                </a:cubicBezTo>
                <a:cubicBezTo>
                  <a:pt x="1053328" y="4705350"/>
                  <a:pt x="0" y="3652022"/>
                  <a:pt x="0" y="2352675"/>
                </a:cubicBezTo>
                <a:cubicBezTo>
                  <a:pt x="0" y="1053328"/>
                  <a:pt x="1053328" y="0"/>
                  <a:pt x="2352675" y="0"/>
                </a:cubicBezTo>
                <a:cubicBezTo>
                  <a:pt x="3652022" y="0"/>
                  <a:pt x="4705350" y="1053328"/>
                  <a:pt x="4705350" y="2352675"/>
                </a:cubicBezTo>
                <a:close/>
              </a:path>
            </a:pathLst>
          </a:custGeom>
          <a:solidFill xmlns:a="http://schemas.openxmlformats.org/drawingml/2006/main">
            <a:srgbClr val="F8F6F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6" name="center-disc-outline-outer">
            <a:extLst xmlns:a="http://schemas.openxmlformats.org/drawingml/2006/main">
              <a:ext uri="{FF2B5EF4-FFF2-40B4-BE49-F238E27FC236}">
                <a16:creationId xmlns:a16="http://schemas.microsoft.com/office/drawing/2014/main" id="{83451AC4-4501-43D5-AEAB-BEAA2A9E3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8930" y="3114229"/>
            <a:ext cx="3970139" cy="3970139"/>
          </a:xfrm>
          <a:custGeom xmlns:a="http://schemas.openxmlformats.org/drawingml/2006/main">
            <a:pathLst>
              <a:path w="4705350" h="4705350">
                <a:moveTo>
                  <a:pt x="4705350" y="2352675"/>
                </a:moveTo>
                <a:cubicBezTo>
                  <a:pt x="4705350" y="3652022"/>
                  <a:pt x="3652022" y="4705350"/>
                  <a:pt x="2352675" y="4705350"/>
                </a:cubicBezTo>
                <a:cubicBezTo>
                  <a:pt x="1053328" y="4705350"/>
                  <a:pt x="0" y="3652022"/>
                  <a:pt x="0" y="2352675"/>
                </a:cubicBezTo>
                <a:cubicBezTo>
                  <a:pt x="0" y="1053328"/>
                  <a:pt x="1053328" y="0"/>
                  <a:pt x="2352675" y="0"/>
                </a:cubicBezTo>
                <a:cubicBezTo>
                  <a:pt x="3652022" y="0"/>
                  <a:pt x="4705350" y="1053328"/>
                  <a:pt x="4705350" y="235267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644">
            <a:solidFill>
              <a:srgbClr val="DDD9DC"/>
            </a:solidFill>
            <a:prstDash val="solid"/>
          </a:ln>
        </p:spPr>
      </p:sp>
      <p:sp>
        <p:nvSpPr>
          <p:cNvPr id="47" name="center-disc-outline-inner">
            <a:extLst xmlns:a="http://schemas.openxmlformats.org/drawingml/2006/main">
              <a:ext uri="{FF2B5EF4-FFF2-40B4-BE49-F238E27FC236}">
                <a16:creationId xmlns:a16="http://schemas.microsoft.com/office/drawing/2014/main" id="{ED0BEE89-7B28-4853-BF13-947E0CB22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5188" y="3170486"/>
            <a:ext cx="3857625" cy="3857625"/>
          </a:xfrm>
          <a:custGeom xmlns:a="http://schemas.openxmlformats.org/drawingml/2006/main">
            <a:pathLst>
              <a:path w="4572000" h="4572000">
                <a:moveTo>
                  <a:pt x="4572000" y="2286000"/>
                </a:moveTo>
                <a:cubicBezTo>
                  <a:pt x="4572000" y="3548523"/>
                  <a:pt x="3548523" y="4572000"/>
                  <a:pt x="2286000" y="4572000"/>
                </a:cubicBezTo>
                <a:cubicBezTo>
                  <a:pt x="1023477" y="4572000"/>
                  <a:pt x="0" y="3548523"/>
                  <a:pt x="0" y="2286000"/>
                </a:cubicBezTo>
                <a:cubicBezTo>
                  <a:pt x="0" y="1023477"/>
                  <a:pt x="1023477" y="0"/>
                  <a:pt x="2286000" y="0"/>
                </a:cubicBezTo>
                <a:cubicBezTo>
                  <a:pt x="3548523" y="0"/>
                  <a:pt x="4572000" y="1023477"/>
                  <a:pt x="4572000" y="2286000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8037">
            <a:solidFill>
              <a:srgbClr val="E9E5E9"/>
            </a:solidFill>
            <a:prstDash val="solid"/>
          </a:ln>
        </p:spPr>
      </p:sp>
      <p:pic>
        <p:nvPicPr>
          <p:cNvPr id="48" name="">
            <a:extLst xmlns:a="http://schemas.openxmlformats.org/drawingml/2006/main">
              <a:ext uri="{FF2B5EF4-FFF2-40B4-BE49-F238E27FC236}">
                <a16:creationId xmlns:a16="http://schemas.microsoft.com/office/drawing/2014/main" id="{A1BAD7CD-927B-4DF6-AB82-82A5F909F9C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be28d147bab4d8a"/>
          <a:stretch xmlns:a="http://schemas.openxmlformats.org/drawingml/2006/main"/>
        </p:blipFill>
        <p:spPr>
          <a:xfrm xmlns:a="http://schemas.openxmlformats.org/drawingml/2006/main">
            <a:off x="5652046" y="835819"/>
            <a:ext cx="3134320" cy="2394942"/>
          </a:xfrm>
          <a:prstGeom xmlns:a="http://schemas.openxmlformats.org/drawingml/2006/main" prst="rect">
            <a:avLst/>
          </a:prstGeom>
        </p:spPr>
      </p:pic>
      <p:pic>
        <p:nvPicPr>
          <p:cNvPr id="49" name="">
            <a:extLst xmlns:a="http://schemas.openxmlformats.org/drawingml/2006/main">
              <a:ext uri="{FF2B5EF4-FFF2-40B4-BE49-F238E27FC236}">
                <a16:creationId xmlns:a16="http://schemas.microsoft.com/office/drawing/2014/main" id="{1BE29F33-25E3-4E48-A08D-BE407DBB656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fa35d69c081457d"/>
          <a:stretch xmlns:a="http://schemas.openxmlformats.org/drawingml/2006/main"/>
        </p:blipFill>
        <p:spPr>
          <a:xfrm xmlns:a="http://schemas.openxmlformats.org/drawingml/2006/main">
            <a:off x="9774882" y="1052810"/>
            <a:ext cx="2306538" cy="2314575"/>
          </a:xfrm>
          <a:prstGeom xmlns:a="http://schemas.openxmlformats.org/drawingml/2006/main" prst="rect">
            <a:avLst/>
          </a:prstGeom>
        </p:spPr>
      </p:pic>
      <p:pic>
        <p:nvPicPr>
          <p:cNvPr id="50" name="">
            <a:extLst xmlns:a="http://schemas.openxmlformats.org/drawingml/2006/main">
              <a:ext uri="{FF2B5EF4-FFF2-40B4-BE49-F238E27FC236}">
                <a16:creationId xmlns:a16="http://schemas.microsoft.com/office/drawing/2014/main" id="{A67E9621-2ECE-4228-8F97-202377B36FF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eb024eb040d40f5"/>
          <a:stretch xmlns:a="http://schemas.openxmlformats.org/drawingml/2006/main"/>
        </p:blipFill>
        <p:spPr>
          <a:xfrm xmlns:a="http://schemas.openxmlformats.org/drawingml/2006/main">
            <a:off x="3811637" y="4251424"/>
            <a:ext cx="2282428" cy="2515493"/>
          </a:xfrm>
          <a:prstGeom xmlns:a="http://schemas.openxmlformats.org/drawingml/2006/main" prst="rect">
            <a:avLst/>
          </a:prstGeom>
        </p:spPr>
      </p:pic>
      <p:pic>
        <p:nvPicPr>
          <p:cNvPr id="51" name="">
            <a:extLst xmlns:a="http://schemas.openxmlformats.org/drawingml/2006/main">
              <a:ext uri="{FF2B5EF4-FFF2-40B4-BE49-F238E27FC236}">
                <a16:creationId xmlns:a16="http://schemas.microsoft.com/office/drawing/2014/main" id="{A731EA11-56B5-4A99-A3C0-9DD1CD0F1CD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8de22f2f5ce493f"/>
          <a:stretch xmlns:a="http://schemas.openxmlformats.org/drawingml/2006/main"/>
        </p:blipFill>
        <p:spPr>
          <a:xfrm xmlns:a="http://schemas.openxmlformats.org/drawingml/2006/main">
            <a:off x="12145714" y="4219277"/>
            <a:ext cx="2595860" cy="2571750"/>
          </a:xfrm>
          <a:prstGeom xmlns:a="http://schemas.openxmlformats.org/drawingml/2006/main" prst="rect">
            <a:avLst/>
          </a:prstGeom>
        </p:spPr>
      </p:pic>
      <p:pic>
        <p:nvPicPr>
          <p:cNvPr id="52" name="">
            <a:extLst xmlns:a="http://schemas.openxmlformats.org/drawingml/2006/main">
              <a:ext uri="{FF2B5EF4-FFF2-40B4-BE49-F238E27FC236}">
                <a16:creationId xmlns:a16="http://schemas.microsoft.com/office/drawing/2014/main" id="{CE2DB233-270C-45D8-85F3-A855961B281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5f20fe537004753"/>
          <a:stretch xmlns:a="http://schemas.openxmlformats.org/drawingml/2006/main"/>
        </p:blipFill>
        <p:spPr>
          <a:xfrm xmlns:a="http://schemas.openxmlformats.org/drawingml/2006/main">
            <a:off x="4374207" y="6710660"/>
            <a:ext cx="3238798" cy="3447752"/>
          </a:xfrm>
          <a:prstGeom xmlns:a="http://schemas.openxmlformats.org/drawingml/2006/main" prst="rect">
            <a:avLst/>
          </a:prstGeom>
        </p:spPr>
      </p:pic>
      <p:pic>
        <p:nvPicPr>
          <p:cNvPr id="53" name="">
            <a:extLst xmlns:a="http://schemas.openxmlformats.org/drawingml/2006/main">
              <a:ext uri="{FF2B5EF4-FFF2-40B4-BE49-F238E27FC236}">
                <a16:creationId xmlns:a16="http://schemas.microsoft.com/office/drawing/2014/main" id="{B33EC32D-F33F-452A-B1D7-27E936AAEC4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c72131493c94c14"/>
          <a:stretch xmlns:a="http://schemas.openxmlformats.org/drawingml/2006/main"/>
        </p:blipFill>
        <p:spPr>
          <a:xfrm xmlns:a="http://schemas.openxmlformats.org/drawingml/2006/main">
            <a:off x="7998768" y="7056239"/>
            <a:ext cx="2443163" cy="2033290"/>
          </a:xfrm>
          <a:prstGeom xmlns:a="http://schemas.openxmlformats.org/drawingml/2006/main" prst="rect">
            <a:avLst/>
          </a:prstGeom>
        </p:spPr>
      </p:pic>
      <p:pic>
        <p:nvPicPr>
          <p:cNvPr id="54" name="">
            <a:extLst xmlns:a="http://schemas.openxmlformats.org/drawingml/2006/main">
              <a:ext uri="{FF2B5EF4-FFF2-40B4-BE49-F238E27FC236}">
                <a16:creationId xmlns:a16="http://schemas.microsoft.com/office/drawing/2014/main" id="{906C4265-BAA4-4225-978D-8986120462F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c173a94812e494e"/>
          <a:stretch xmlns:a="http://schemas.openxmlformats.org/drawingml/2006/main"/>
        </p:blipFill>
        <p:spPr>
          <a:xfrm xmlns:a="http://schemas.openxmlformats.org/drawingml/2006/main">
            <a:off x="10932170" y="6895505"/>
            <a:ext cx="2322612" cy="3254871"/>
          </a:xfrm>
          <a:prstGeom xmlns:a="http://schemas.openxmlformats.org/drawingml/2006/main" prst="rect">
            <a:avLst/>
          </a:prstGeom>
        </p:spPr>
      </p:pic>
      <p:pic>
        <p:nvPicPr>
          <p:cNvPr id="55" name="">
            <a:extLst xmlns:a="http://schemas.openxmlformats.org/drawingml/2006/main">
              <a:ext uri="{FF2B5EF4-FFF2-40B4-BE49-F238E27FC236}">
                <a16:creationId xmlns:a16="http://schemas.microsoft.com/office/drawing/2014/main" id="{B883D530-8476-4180-B6A5-F5A4BFEA453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5bb3e48e9624f6f"/>
          <a:stretch xmlns:a="http://schemas.openxmlformats.org/drawingml/2006/main"/>
        </p:blipFill>
        <p:spPr>
          <a:xfrm xmlns:a="http://schemas.openxmlformats.org/drawingml/2006/main">
            <a:off x="8738146" y="3817441"/>
            <a:ext cx="835819" cy="835819"/>
          </a:xfrm>
          <a:prstGeom xmlns:a="http://schemas.openxmlformats.org/drawingml/2006/main" prst="rect">
            <a:avLst/>
          </a:prstGeom>
        </p:spPr>
      </p:pic>
      <p:sp>
        <p:nvSpPr>
          <p:cNvPr id="56" name="central-title">
            <a:extLst xmlns:a="http://schemas.openxmlformats.org/drawingml/2006/main">
              <a:ext uri="{FF2B5EF4-FFF2-40B4-BE49-F238E27FC236}">
                <a16:creationId xmlns:a16="http://schemas.microsoft.com/office/drawing/2014/main" id="{424C8AB5-2403-41A1-8579-2BFC38CB5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15646" y="4660220"/>
            <a:ext cx="3680817" cy="6334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3563" b="1" i="0">
                <a:solidFill>
                  <a:srgbClr val="1B1A1A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3563" b="1" i="0">
                <a:solidFill>
                  <a:srgbClr val="1B1A1A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3563" b="1" i="0">
                <a:solidFill>
                  <a:srgbClr val="1B1A1A"/>
                </a:solidFill>
                <a:latin typeface="Times New Roman"/>
                <a:ea typeface="Times New Roman"/>
                <a:cs typeface="Times New Roman"/>
              </a:rPr>
              <a:t>Qwen-AgentWorld</a:t>
            </a:r>
          </a:p>
        </p:txBody>
      </p:sp>
      <p:sp>
        <p:nvSpPr>
          <p:cNvPr id="57" name="central-divider-left">
            <a:extLst xmlns:a="http://schemas.openxmlformats.org/drawingml/2006/main">
              <a:ext uri="{FF2B5EF4-FFF2-40B4-BE49-F238E27FC236}">
                <a16:creationId xmlns:a16="http://schemas.microsoft.com/office/drawing/2014/main" id="{55FC998B-B061-4564-BE8D-BFE5B353D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40787" y="5280124"/>
            <a:ext cx="610791" cy="191"/>
          </a:xfrm>
          <a:custGeom xmlns:a="http://schemas.openxmlformats.org/drawingml/2006/main">
            <a:pathLst>
              <a:path w="723900" h="191">
                <a:moveTo>
                  <a:pt x="0" y="0"/>
                </a:moveTo>
                <a:lnTo>
                  <a:pt x="7239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037">
            <a:solidFill>
              <a:srgbClr val="CFCBD0"/>
            </a:solidFill>
            <a:prstDash val="solid"/>
          </a:ln>
        </p:spPr>
      </p:sp>
      <p:sp>
        <p:nvSpPr>
          <p:cNvPr id="58" name="central-divider-right">
            <a:extLst xmlns:a="http://schemas.openxmlformats.org/drawingml/2006/main">
              <a:ext uri="{FF2B5EF4-FFF2-40B4-BE49-F238E27FC236}">
                <a16:creationId xmlns:a16="http://schemas.microsoft.com/office/drawing/2014/main" id="{4670E2A1-A6EC-4045-9284-9EC90EA0D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8569" y="5280124"/>
            <a:ext cx="594717" cy="191"/>
          </a:xfrm>
          <a:custGeom xmlns:a="http://schemas.openxmlformats.org/drawingml/2006/main">
            <a:pathLst>
              <a:path w="704850" h="191">
                <a:moveTo>
                  <a:pt x="0" y="0"/>
                </a:moveTo>
                <a:lnTo>
                  <a:pt x="70485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037">
            <a:solidFill>
              <a:srgbClr val="CFCBD0"/>
            </a:solidFill>
            <a:prstDash val="solid"/>
          </a:ln>
        </p:spPr>
      </p:sp>
      <p:sp>
        <p:nvSpPr>
          <p:cNvPr id="59" name="central-divider-diamond">
            <a:extLst xmlns:a="http://schemas.openxmlformats.org/drawingml/2006/main">
              <a:ext uri="{FF2B5EF4-FFF2-40B4-BE49-F238E27FC236}">
                <a16:creationId xmlns:a16="http://schemas.microsoft.com/office/drawing/2014/main" id="{D98B683F-B7CC-4015-8D3D-8C86B1900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91761" y="5223867"/>
            <a:ext cx="112514" cy="112514"/>
          </a:xfrm>
          <a:custGeom xmlns:a="http://schemas.openxmlformats.org/drawingml/2006/main">
            <a:pathLst>
              <a:path w="133350" h="133350">
                <a:moveTo>
                  <a:pt x="66675" y="0"/>
                </a:moveTo>
                <a:lnTo>
                  <a:pt x="133350" y="66675"/>
                </a:lnTo>
                <a:lnTo>
                  <a:pt x="66675" y="133350"/>
                </a:lnTo>
                <a:lnTo>
                  <a:pt x="0" y="66675"/>
                </a:lnTo>
                <a:close/>
              </a:path>
            </a:pathLst>
          </a:custGeom>
          <a:solidFill xmlns:a="http://schemas.openxmlformats.org/drawingml/2006/main">
            <a:srgbClr val="CBC7C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all-in-one-0">
            <a:extLst xmlns:a="http://schemas.openxmlformats.org/drawingml/2006/main">
              <a:ext uri="{FF2B5EF4-FFF2-40B4-BE49-F238E27FC236}">
                <a16:creationId xmlns:a16="http://schemas.microsoft.com/office/drawing/2014/main" id="{09DCF7FC-E0B7-46D5-8790-5ECAEA21F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32750" y="5383476"/>
            <a:ext cx="128588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61" name="all-in-one-1">
            <a:extLst xmlns:a="http://schemas.openxmlformats.org/drawingml/2006/main">
              <a:ext uri="{FF2B5EF4-FFF2-40B4-BE49-F238E27FC236}">
                <a16:creationId xmlns:a16="http://schemas.microsoft.com/office/drawing/2014/main" id="{EDDADF79-15AB-4DBC-967D-C81787C8E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98843" y="5383476"/>
            <a:ext cx="112514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L</a:t>
            </a:r>
          </a:p>
        </p:txBody>
      </p:sp>
      <p:sp>
        <p:nvSpPr>
          <p:cNvPr id="62" name="all-in-one-2">
            <a:extLst xmlns:a="http://schemas.openxmlformats.org/drawingml/2006/main">
              <a:ext uri="{FF2B5EF4-FFF2-40B4-BE49-F238E27FC236}">
                <a16:creationId xmlns:a16="http://schemas.microsoft.com/office/drawing/2014/main" id="{9D99BF88-41F5-419B-9E76-E83C87D63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48861" y="5383476"/>
            <a:ext cx="112514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L</a:t>
            </a:r>
          </a:p>
        </p:txBody>
      </p:sp>
      <p:sp>
        <p:nvSpPr>
          <p:cNvPr id="63" name="all-in-one-3">
            <a:extLst xmlns:a="http://schemas.openxmlformats.org/drawingml/2006/main">
              <a:ext uri="{FF2B5EF4-FFF2-40B4-BE49-F238E27FC236}">
                <a16:creationId xmlns:a16="http://schemas.microsoft.com/office/drawing/2014/main" id="{EF8AFB20-F74E-4621-988A-AC6D7DB71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98880" y="5383476"/>
            <a:ext cx="72330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64" name="all-in-one-4">
            <a:extLst xmlns:a="http://schemas.openxmlformats.org/drawingml/2006/main">
              <a:ext uri="{FF2B5EF4-FFF2-40B4-BE49-F238E27FC236}">
                <a16:creationId xmlns:a16="http://schemas.microsoft.com/office/drawing/2014/main" id="{EBDACA21-8D30-48E2-8E17-FABB8FF863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08715" y="5383476"/>
            <a:ext cx="56257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I</a:t>
            </a:r>
          </a:p>
        </p:txBody>
      </p:sp>
      <p:sp>
        <p:nvSpPr>
          <p:cNvPr id="65" name="all-in-one-5">
            <a:extLst xmlns:a="http://schemas.openxmlformats.org/drawingml/2006/main">
              <a:ext uri="{FF2B5EF4-FFF2-40B4-BE49-F238E27FC236}">
                <a16:creationId xmlns:a16="http://schemas.microsoft.com/office/drawing/2014/main" id="{AC299A1B-955B-4F53-BC2B-9FC6E05BB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02477" y="5383476"/>
            <a:ext cx="144661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N</a:t>
            </a:r>
          </a:p>
        </p:txBody>
      </p:sp>
      <p:sp>
        <p:nvSpPr>
          <p:cNvPr id="66" name="all-in-one-6">
            <a:extLst xmlns:a="http://schemas.openxmlformats.org/drawingml/2006/main">
              <a:ext uri="{FF2B5EF4-FFF2-40B4-BE49-F238E27FC236}">
                <a16:creationId xmlns:a16="http://schemas.microsoft.com/office/drawing/2014/main" id="{47C45242-C3F8-41A7-8B17-646F70942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84643" y="5383476"/>
            <a:ext cx="72330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-</a:t>
            </a:r>
          </a:p>
        </p:txBody>
      </p:sp>
      <p:sp>
        <p:nvSpPr>
          <p:cNvPr id="67" name="all-in-one-7">
            <a:extLst xmlns:a="http://schemas.openxmlformats.org/drawingml/2006/main">
              <a:ext uri="{FF2B5EF4-FFF2-40B4-BE49-F238E27FC236}">
                <a16:creationId xmlns:a16="http://schemas.microsoft.com/office/drawing/2014/main" id="{3DB71AA3-4401-4474-92DF-5C46DAFD3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94478" y="5383476"/>
            <a:ext cx="152698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68" name="all-in-one-8">
            <a:extLst xmlns:a="http://schemas.openxmlformats.org/drawingml/2006/main">
              <a:ext uri="{FF2B5EF4-FFF2-40B4-BE49-F238E27FC236}">
                <a16:creationId xmlns:a16="http://schemas.microsoft.com/office/drawing/2014/main" id="{D2DDA53F-B54E-4667-9EB6-0A896B402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84680" y="5383476"/>
            <a:ext cx="144661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N</a:t>
            </a:r>
          </a:p>
        </p:txBody>
      </p:sp>
      <p:sp>
        <p:nvSpPr>
          <p:cNvPr id="69" name="all-in-one-9">
            <a:extLst xmlns:a="http://schemas.openxmlformats.org/drawingml/2006/main">
              <a:ext uri="{FF2B5EF4-FFF2-40B4-BE49-F238E27FC236}">
                <a16:creationId xmlns:a16="http://schemas.microsoft.com/office/drawing/2014/main" id="{FCD6D41E-40D8-4B14-9275-CCFCE99A04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66846" y="5383476"/>
            <a:ext cx="128588" cy="2587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55" b="0" i="0">
                <a:solidFill>
                  <a:srgbClr val="89857F"/>
                </a:solidFill>
                <a:latin typeface="Arial"/>
                <a:ea typeface="Arial"/>
                <a:cs typeface="Arial"/>
              </a:defRPr>
            </a:pPr>
            <a:r>
              <a:rPr sz="1455" b="0" i="0">
                <a:solidFill>
                  <a:srgbClr val="89857F"/>
                </a:solidFill>
                <a:latin typeface="Arial"/>
                <a:ea typeface="Arial"/>
                <a:cs typeface="Arial"/>
              </a:rPr>
              <a:t>E</a:t>
            </a:r>
          </a:p>
        </p:txBody>
      </p:sp>
      <p:sp>
        <p:nvSpPr>
          <p:cNvPr id="70" name="language-world-model-0">
            <a:extLst xmlns:a="http://schemas.openxmlformats.org/drawingml/2006/main">
              <a:ext uri="{FF2B5EF4-FFF2-40B4-BE49-F238E27FC236}">
                <a16:creationId xmlns:a16="http://schemas.microsoft.com/office/drawing/2014/main" id="{C22ED526-2C37-4956-8299-699C8B41A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73739" y="5609951"/>
            <a:ext cx="104477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L</a:t>
            </a:r>
          </a:p>
        </p:txBody>
      </p:sp>
      <p:sp>
        <p:nvSpPr>
          <p:cNvPr id="71" name="language-world-model-1">
            <a:extLst xmlns:a="http://schemas.openxmlformats.org/drawingml/2006/main">
              <a:ext uri="{FF2B5EF4-FFF2-40B4-BE49-F238E27FC236}">
                <a16:creationId xmlns:a16="http://schemas.microsoft.com/office/drawing/2014/main" id="{8D684109-98AF-43B8-BE14-10DCA992F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91329" y="5609951"/>
            <a:ext cx="128588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72" name="language-world-model-2">
            <a:extLst xmlns:a="http://schemas.openxmlformats.org/drawingml/2006/main">
              <a:ext uri="{FF2B5EF4-FFF2-40B4-BE49-F238E27FC236}">
                <a16:creationId xmlns:a16="http://schemas.microsoft.com/office/drawing/2014/main" id="{441B110C-B1E8-49E9-9700-899810C20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33029" y="5609951"/>
            <a:ext cx="136624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N</a:t>
            </a:r>
          </a:p>
        </p:txBody>
      </p:sp>
      <p:sp>
        <p:nvSpPr>
          <p:cNvPr id="73" name="language-world-model-3">
            <a:extLst xmlns:a="http://schemas.openxmlformats.org/drawingml/2006/main">
              <a:ext uri="{FF2B5EF4-FFF2-40B4-BE49-F238E27FC236}">
                <a16:creationId xmlns:a16="http://schemas.microsoft.com/office/drawing/2014/main" id="{F2BD9F9C-51CD-4BD7-823D-63BF9B6D8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82766" y="5609951"/>
            <a:ext cx="144661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G</a:t>
            </a:r>
          </a:p>
        </p:txBody>
      </p:sp>
      <p:sp>
        <p:nvSpPr>
          <p:cNvPr id="74" name="language-world-model-4">
            <a:extLst xmlns:a="http://schemas.openxmlformats.org/drawingml/2006/main">
              <a:ext uri="{FF2B5EF4-FFF2-40B4-BE49-F238E27FC236}">
                <a16:creationId xmlns:a16="http://schemas.microsoft.com/office/drawing/2014/main" id="{2D0194C1-ECF8-4269-BB62-1AACA736C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40540" y="5609951"/>
            <a:ext cx="136624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U</a:t>
            </a:r>
          </a:p>
        </p:txBody>
      </p:sp>
      <p:sp>
        <p:nvSpPr>
          <p:cNvPr id="75" name="language-world-model-5">
            <a:extLst xmlns:a="http://schemas.openxmlformats.org/drawingml/2006/main">
              <a:ext uri="{FF2B5EF4-FFF2-40B4-BE49-F238E27FC236}">
                <a16:creationId xmlns:a16="http://schemas.microsoft.com/office/drawing/2014/main" id="{AF94B125-DBD3-46F3-A92F-D6575F37D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490276" y="5609951"/>
            <a:ext cx="128588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76" name="language-world-model-6">
            <a:extLst xmlns:a="http://schemas.openxmlformats.org/drawingml/2006/main">
              <a:ext uri="{FF2B5EF4-FFF2-40B4-BE49-F238E27FC236}">
                <a16:creationId xmlns:a16="http://schemas.microsoft.com/office/drawing/2014/main" id="{618FF9DB-1D52-45CB-94F6-44FE26A36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31976" y="5609951"/>
            <a:ext cx="144661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G</a:t>
            </a:r>
          </a:p>
        </p:txBody>
      </p:sp>
      <p:sp>
        <p:nvSpPr>
          <p:cNvPr id="77" name="language-world-model-7">
            <a:extLst xmlns:a="http://schemas.openxmlformats.org/drawingml/2006/main">
              <a:ext uri="{FF2B5EF4-FFF2-40B4-BE49-F238E27FC236}">
                <a16:creationId xmlns:a16="http://schemas.microsoft.com/office/drawing/2014/main" id="{9BCAB717-BA93-4805-A897-299957998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89750" y="5609951"/>
            <a:ext cx="128588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E</a:t>
            </a:r>
          </a:p>
        </p:txBody>
      </p:sp>
      <p:sp>
        <p:nvSpPr>
          <p:cNvPr id="78" name="language-world-model-9">
            <a:extLst xmlns:a="http://schemas.openxmlformats.org/drawingml/2006/main">
              <a:ext uri="{FF2B5EF4-FFF2-40B4-BE49-F238E27FC236}">
                <a16:creationId xmlns:a16="http://schemas.microsoft.com/office/drawing/2014/main" id="{02BBB16C-C421-49C2-BDE4-C8F364640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00820" y="5609951"/>
            <a:ext cx="176808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W</a:t>
            </a:r>
          </a:p>
        </p:txBody>
      </p:sp>
      <p:sp>
        <p:nvSpPr>
          <p:cNvPr id="79" name="language-world-model-10">
            <a:extLst xmlns:a="http://schemas.openxmlformats.org/drawingml/2006/main">
              <a:ext uri="{FF2B5EF4-FFF2-40B4-BE49-F238E27FC236}">
                <a16:creationId xmlns:a16="http://schemas.microsoft.com/office/drawing/2014/main" id="{25825450-FDBC-42E5-B47F-05805BCE8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90740" y="5609951"/>
            <a:ext cx="144661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80" name="language-world-model-11">
            <a:extLst xmlns:a="http://schemas.openxmlformats.org/drawingml/2006/main">
              <a:ext uri="{FF2B5EF4-FFF2-40B4-BE49-F238E27FC236}">
                <a16:creationId xmlns:a16="http://schemas.microsoft.com/office/drawing/2014/main" id="{21ACFB6F-1B18-457F-8828-3EBA51F36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48513" y="5609951"/>
            <a:ext cx="136624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R</a:t>
            </a:r>
          </a:p>
        </p:txBody>
      </p:sp>
      <p:sp>
        <p:nvSpPr>
          <p:cNvPr id="81" name="language-world-model-12">
            <a:extLst xmlns:a="http://schemas.openxmlformats.org/drawingml/2006/main">
              <a:ext uri="{FF2B5EF4-FFF2-40B4-BE49-F238E27FC236}">
                <a16:creationId xmlns:a16="http://schemas.microsoft.com/office/drawing/2014/main" id="{F334BDE1-F762-4E05-A278-8AC9F0B65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98250" y="5609951"/>
            <a:ext cx="104477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L</a:t>
            </a:r>
          </a:p>
        </p:txBody>
      </p:sp>
      <p:sp>
        <p:nvSpPr>
          <p:cNvPr id="82" name="language-world-model-13">
            <a:extLst xmlns:a="http://schemas.openxmlformats.org/drawingml/2006/main">
              <a:ext uri="{FF2B5EF4-FFF2-40B4-BE49-F238E27FC236}">
                <a16:creationId xmlns:a16="http://schemas.microsoft.com/office/drawing/2014/main" id="{ED608FC5-EA22-4E4E-B014-366E0E355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15840" y="5609951"/>
            <a:ext cx="136624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  <p:sp>
        <p:nvSpPr>
          <p:cNvPr id="83" name="language-world-model-15">
            <a:extLst xmlns:a="http://schemas.openxmlformats.org/drawingml/2006/main">
              <a:ext uri="{FF2B5EF4-FFF2-40B4-BE49-F238E27FC236}">
                <a16:creationId xmlns:a16="http://schemas.microsoft.com/office/drawing/2014/main" id="{6B2AF917-370A-4010-A863-A0D6F2691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34946" y="5609951"/>
            <a:ext cx="152698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M</a:t>
            </a:r>
          </a:p>
        </p:txBody>
      </p:sp>
      <p:sp>
        <p:nvSpPr>
          <p:cNvPr id="84" name="language-world-model-16">
            <a:extLst xmlns:a="http://schemas.openxmlformats.org/drawingml/2006/main">
              <a:ext uri="{FF2B5EF4-FFF2-40B4-BE49-F238E27FC236}">
                <a16:creationId xmlns:a16="http://schemas.microsoft.com/office/drawing/2014/main" id="{30C6759E-B6CF-4E8C-8953-25042A034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00757" y="5609951"/>
            <a:ext cx="144661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85" name="language-world-model-17">
            <a:extLst xmlns:a="http://schemas.openxmlformats.org/drawingml/2006/main">
              <a:ext uri="{FF2B5EF4-FFF2-40B4-BE49-F238E27FC236}">
                <a16:creationId xmlns:a16="http://schemas.microsoft.com/office/drawing/2014/main" id="{6F5D3F00-EACE-4F35-8F4A-38FADA200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58530" y="5609951"/>
            <a:ext cx="136624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  <p:sp>
        <p:nvSpPr>
          <p:cNvPr id="86" name="language-world-model-18">
            <a:extLst xmlns:a="http://schemas.openxmlformats.org/drawingml/2006/main">
              <a:ext uri="{FF2B5EF4-FFF2-40B4-BE49-F238E27FC236}">
                <a16:creationId xmlns:a16="http://schemas.microsoft.com/office/drawing/2014/main" id="{979EDFA4-6B01-469D-A5ED-08A34AE2D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08267" y="5609951"/>
            <a:ext cx="128588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E</a:t>
            </a:r>
          </a:p>
        </p:txBody>
      </p:sp>
      <p:sp>
        <p:nvSpPr>
          <p:cNvPr id="87" name="language-world-model-19">
            <a:extLst xmlns:a="http://schemas.openxmlformats.org/drawingml/2006/main">
              <a:ext uri="{FF2B5EF4-FFF2-40B4-BE49-F238E27FC236}">
                <a16:creationId xmlns:a16="http://schemas.microsoft.com/office/drawing/2014/main" id="{FED9C060-9043-4080-808E-B490ADEE3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49967" y="5609951"/>
            <a:ext cx="104477" cy="2475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92" b="0" i="0">
                <a:solidFill>
                  <a:srgbClr val="99968E"/>
                </a:solidFill>
                <a:latin typeface="Arial"/>
                <a:ea typeface="Arial"/>
                <a:cs typeface="Arial"/>
              </a:defRPr>
            </a:pPr>
            <a:r>
              <a:rPr sz="1392" b="0" i="0">
                <a:solidFill>
                  <a:srgbClr val="99968E"/>
                </a:solidFill>
                <a:latin typeface="Arial"/>
                <a:ea typeface="Arial"/>
                <a:cs typeface="Arial"/>
              </a:rPr>
              <a:t>L</a:t>
            </a:r>
          </a:p>
        </p:txBody>
      </p:sp>
      <p:sp>
        <p:nvSpPr>
          <p:cNvPr id="88" name="mcp-domain-title">
            <a:extLst xmlns:a="http://schemas.openxmlformats.org/drawingml/2006/main">
              <a:ext uri="{FF2B5EF4-FFF2-40B4-BE49-F238E27FC236}">
                <a16:creationId xmlns:a16="http://schemas.microsoft.com/office/drawing/2014/main" id="{227CF54B-CCC2-4469-9700-E20B4E688F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74320" y="834854"/>
            <a:ext cx="1824335" cy="3825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5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5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52" b="1" i="0">
                <a:solidFill>
                  <a:srgbClr val="111111"/>
                </a:solidFill>
                <a:latin typeface="Arial"/>
                <a:ea typeface="Arial"/>
                <a:cs typeface="Arial"/>
              </a:rPr>
              <a:t>MCP Servers</a:t>
            </a:r>
          </a:p>
        </p:txBody>
      </p:sp>
      <p:sp>
        <p:nvSpPr>
          <p:cNvPr id="89" name="mcp-domain-interface">
            <a:extLst xmlns:a="http://schemas.openxmlformats.org/drawingml/2006/main">
              <a:ext uri="{FF2B5EF4-FFF2-40B4-BE49-F238E27FC236}">
                <a16:creationId xmlns:a16="http://schemas.microsoft.com/office/drawing/2014/main" id="{1C4CB575-A2E6-4318-ACB8-E7E89423B6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46538" y="1186284"/>
            <a:ext cx="2652117" cy="2745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4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4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pPr>
            <a:r>
              <a:rPr sz="1544" b="0" i="0">
                <a:solidFill>
                  <a:srgbClr val="171717"/>
                </a:solidFill>
                <a:latin typeface="Arial"/>
                <a:ea typeface="Arial"/>
                <a:cs typeface="Arial"/>
              </a:rPr>
              <a:t>Tool Calls · Function Routing</a:t>
            </a:r>
          </a:p>
        </p:txBody>
      </p:sp>
      <p:sp>
        <p:nvSpPr>
          <p:cNvPr id="90" name="search-domain-title">
            <a:extLst xmlns:a="http://schemas.openxmlformats.org/drawingml/2006/main">
              <a:ext uri="{FF2B5EF4-FFF2-40B4-BE49-F238E27FC236}">
                <a16:creationId xmlns:a16="http://schemas.microsoft.com/office/drawing/2014/main" id="{ACDD0601-A050-44FE-B2FB-376EDCC9B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33088" y="830000"/>
            <a:ext cx="2885182" cy="3577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12" b="1" i="0">
                <a:solidFill>
                  <a:srgbClr val="111111"/>
                </a:solidFill>
                <a:latin typeface="Arial"/>
                <a:ea typeface="Arial"/>
                <a:cs typeface="Arial"/>
              </a:rPr>
              <a:t>Search Engine</a:t>
            </a:r>
          </a:p>
        </p:txBody>
      </p:sp>
      <p:sp>
        <p:nvSpPr>
          <p:cNvPr id="91" name="search-domain-interface">
            <a:extLst xmlns:a="http://schemas.openxmlformats.org/drawingml/2006/main">
              <a:ext uri="{FF2B5EF4-FFF2-40B4-BE49-F238E27FC236}">
                <a16:creationId xmlns:a16="http://schemas.microsoft.com/office/drawing/2014/main" id="{EAB7FEED-B9B4-4347-BA29-99679E311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33088" y="1161885"/>
            <a:ext cx="2885182" cy="2767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57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57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pPr>
            <a:r>
              <a:rPr sz="1557" b="0" i="0">
                <a:solidFill>
                  <a:srgbClr val="171717"/>
                </a:solidFill>
                <a:latin typeface="Arial"/>
                <a:ea typeface="Arial"/>
                <a:cs typeface="Arial"/>
              </a:rPr>
              <a:t>Queries · Results · Knowledge</a:t>
            </a:r>
          </a:p>
        </p:txBody>
      </p:sp>
      <p:sp>
        <p:nvSpPr>
          <p:cNvPr id="92" name="os-domain-title">
            <a:extLst xmlns:a="http://schemas.openxmlformats.org/drawingml/2006/main">
              <a:ext uri="{FF2B5EF4-FFF2-40B4-BE49-F238E27FC236}">
                <a16:creationId xmlns:a16="http://schemas.microsoft.com/office/drawing/2014/main" id="{CE3AC1EA-4597-40DA-851B-7078C1EFD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24844" y="3880771"/>
            <a:ext cx="2475309" cy="3825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5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5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52" b="1" i="0">
                <a:solidFill>
                  <a:srgbClr val="111111"/>
                </a:solidFill>
                <a:latin typeface="Arial"/>
                <a:ea typeface="Arial"/>
                <a:cs typeface="Arial"/>
              </a:rPr>
              <a:t>Operating System</a:t>
            </a:r>
          </a:p>
        </p:txBody>
      </p:sp>
      <p:sp>
        <p:nvSpPr>
          <p:cNvPr id="93" name="os-domain-interface">
            <a:extLst xmlns:a="http://schemas.openxmlformats.org/drawingml/2006/main">
              <a:ext uri="{FF2B5EF4-FFF2-40B4-BE49-F238E27FC236}">
                <a16:creationId xmlns:a16="http://schemas.microsoft.com/office/drawing/2014/main" id="{A61506E0-1884-48B7-A255-21D985BBD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92697" y="4232200"/>
            <a:ext cx="2507456" cy="2745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4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4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pPr>
            <a:r>
              <a:rPr sz="1544" b="0" i="0">
                <a:solidFill>
                  <a:srgbClr val="171717"/>
                </a:solidFill>
                <a:latin typeface="Arial"/>
                <a:ea typeface="Arial"/>
                <a:cs typeface="Arial"/>
              </a:rPr>
              <a:t>Desktop · Files · Processes</a:t>
            </a:r>
          </a:p>
        </p:txBody>
      </p:sp>
      <p:sp>
        <p:nvSpPr>
          <p:cNvPr id="94" name="ide-domain-title">
            <a:extLst xmlns:a="http://schemas.openxmlformats.org/drawingml/2006/main">
              <a:ext uri="{FF2B5EF4-FFF2-40B4-BE49-F238E27FC236}">
                <a16:creationId xmlns:a16="http://schemas.microsoft.com/office/drawing/2014/main" id="{DFBBE66E-9403-4024-9A79-5B0DFEA6B8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60177" y="3692953"/>
            <a:ext cx="2893219" cy="3431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0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0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930" b="1" i="0">
                <a:solidFill>
                  <a:srgbClr val="111111"/>
                </a:solidFill>
                <a:latin typeface="Arial"/>
                <a:ea typeface="Arial"/>
                <a:cs typeface="Arial"/>
              </a:rPr>
              <a:t>IDE</a:t>
            </a:r>
          </a:p>
        </p:txBody>
      </p:sp>
      <p:sp>
        <p:nvSpPr>
          <p:cNvPr id="95" name="ide-domain-interface">
            <a:extLst xmlns:a="http://schemas.openxmlformats.org/drawingml/2006/main">
              <a:ext uri="{FF2B5EF4-FFF2-40B4-BE49-F238E27FC236}">
                <a16:creationId xmlns:a16="http://schemas.microsoft.com/office/drawing/2014/main" id="{820038E7-E229-464C-83BD-E27607C2A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60177" y="4020931"/>
            <a:ext cx="2893219" cy="29253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45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45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pPr>
            <a:r>
              <a:rPr sz="1645" b="0" i="0">
                <a:solidFill>
                  <a:srgbClr val="171717"/>
                </a:solidFill>
                <a:latin typeface="Arial"/>
                <a:ea typeface="Arial"/>
                <a:cs typeface="Arial"/>
              </a:rPr>
              <a:t>Code Editing · Git · CI/CD</a:t>
            </a:r>
          </a:p>
        </p:txBody>
      </p:sp>
      <p:sp>
        <p:nvSpPr>
          <p:cNvPr id="96" name="web-domain-title">
            <a:extLst xmlns:a="http://schemas.openxmlformats.org/drawingml/2006/main">
              <a:ext uri="{FF2B5EF4-FFF2-40B4-BE49-F238E27FC236}">
                <a16:creationId xmlns:a16="http://schemas.microsoft.com/office/drawing/2014/main" id="{5C9682CD-3456-42C0-9E61-1549A1A644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11525" y="7593735"/>
            <a:ext cx="2242245" cy="3825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5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5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52" b="1" i="0">
                <a:solidFill>
                  <a:srgbClr val="111111"/>
                </a:solidFill>
                <a:latin typeface="Arial"/>
                <a:ea typeface="Arial"/>
                <a:cs typeface="Arial"/>
              </a:rPr>
              <a:t>Web Browser</a:t>
            </a:r>
          </a:p>
        </p:txBody>
      </p:sp>
      <p:sp>
        <p:nvSpPr>
          <p:cNvPr id="97" name="web-domain-interface">
            <a:extLst xmlns:a="http://schemas.openxmlformats.org/drawingml/2006/main">
              <a:ext uri="{FF2B5EF4-FFF2-40B4-BE49-F238E27FC236}">
                <a16:creationId xmlns:a16="http://schemas.microsoft.com/office/drawing/2014/main" id="{A12293C5-21B8-402C-B24F-8F81FEBEB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23121" y="7921488"/>
            <a:ext cx="2394942" cy="27115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25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25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pPr>
            <a:r>
              <a:rPr sz="1525" b="0" i="0">
                <a:solidFill>
                  <a:srgbClr val="171717"/>
                </a:solidFill>
                <a:latin typeface="Arial"/>
                <a:ea typeface="Arial"/>
                <a:cs typeface="Arial"/>
              </a:rPr>
              <a:t>DOM · Forms · Navigation</a:t>
            </a:r>
          </a:p>
        </p:txBody>
      </p:sp>
      <p:sp>
        <p:nvSpPr>
          <p:cNvPr id="98" name="terminal-domain-title">
            <a:extLst xmlns:a="http://schemas.openxmlformats.org/drawingml/2006/main">
              <a:ext uri="{FF2B5EF4-FFF2-40B4-BE49-F238E27FC236}">
                <a16:creationId xmlns:a16="http://schemas.microsoft.com/office/drawing/2014/main" id="{ADE721E1-037B-421A-AB8A-6D2032D226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04725" y="7426410"/>
            <a:ext cx="2917329" cy="371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88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88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088" b="1" i="0">
                <a:solidFill>
                  <a:srgbClr val="111111"/>
                </a:solidFill>
                <a:latin typeface="Arial"/>
                <a:ea typeface="Arial"/>
                <a:cs typeface="Arial"/>
              </a:rPr>
              <a:t>Terminal / CLI</a:t>
            </a:r>
          </a:p>
        </p:txBody>
      </p:sp>
      <p:sp>
        <p:nvSpPr>
          <p:cNvPr id="99" name="terminal-domain-interface">
            <a:extLst xmlns:a="http://schemas.openxmlformats.org/drawingml/2006/main">
              <a:ext uri="{FF2B5EF4-FFF2-40B4-BE49-F238E27FC236}">
                <a16:creationId xmlns:a16="http://schemas.microsoft.com/office/drawing/2014/main" id="{A4D7F65A-EE16-4D37-A97C-F37FFD5AA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04725" y="7753151"/>
            <a:ext cx="2917329" cy="2677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6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6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pPr>
            <a:r>
              <a:rPr sz="1506" b="0" i="0">
                <a:solidFill>
                  <a:srgbClr val="171717"/>
                </a:solidFill>
                <a:latin typeface="Arial"/>
                <a:ea typeface="Arial"/>
                <a:cs typeface="Arial"/>
              </a:rPr>
              <a:t>Bash · Shell · File I/O</a:t>
            </a:r>
          </a:p>
        </p:txBody>
      </p:sp>
      <p:sp>
        <p:nvSpPr>
          <p:cNvPr id="100" name="android-domain-title">
            <a:extLst xmlns:a="http://schemas.openxmlformats.org/drawingml/2006/main">
              <a:ext uri="{FF2B5EF4-FFF2-40B4-BE49-F238E27FC236}">
                <a16:creationId xmlns:a16="http://schemas.microsoft.com/office/drawing/2014/main" id="{A7601841-9528-4B9E-BA05-A014738A2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67539" y="9176968"/>
            <a:ext cx="2595860" cy="3825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5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52" b="1" i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52" b="1" i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Android System</a:t>
            </a:r>
          </a:p>
        </p:txBody>
      </p:sp>
      <p:sp>
        <p:nvSpPr>
          <p:cNvPr id="101" name="android-domain-interface">
            <a:extLst xmlns:a="http://schemas.openxmlformats.org/drawingml/2006/main">
              <a:ext uri="{FF2B5EF4-FFF2-40B4-BE49-F238E27FC236}">
                <a16:creationId xmlns:a16="http://schemas.microsoft.com/office/drawing/2014/main" id="{73D24B9D-AEDE-4A1A-BA61-63FE5E3A6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42511" y="9504433"/>
            <a:ext cx="2853035" cy="2734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38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38" b="0" i="0">
                <a:solidFill>
                  <a:srgbClr val="171717"/>
                </a:solidFill>
                <a:latin typeface="Arial"/>
                <a:ea typeface="Arial"/>
                <a:cs typeface="Arial"/>
              </a:defRPr>
            </a:pPr>
            <a:r>
              <a:rPr sz="1538" b="0" i="0">
                <a:solidFill>
                  <a:srgbClr val="171717"/>
                </a:solidFill>
                <a:latin typeface="Arial"/>
                <a:ea typeface="Arial"/>
                <a:cs typeface="Arial"/>
              </a:rPr>
              <a:t>Apps · UI Navigation · Settings</a:t>
            </a:r>
          </a:p>
        </p:txBody>
      </p:sp>
      <p:sp>
        <p:nvSpPr>
          <p:cNvPr id="102" name="os-dotted-link">
            <a:extLst xmlns:a="http://schemas.openxmlformats.org/drawingml/2006/main">
              <a:ext uri="{FF2B5EF4-FFF2-40B4-BE49-F238E27FC236}">
                <a16:creationId xmlns:a16="http://schemas.microsoft.com/office/drawing/2014/main" id="{82CC0EE8-932F-4F28-B7B0-352F850EF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97512" y="4187130"/>
            <a:ext cx="892076" cy="225028"/>
          </a:xfrm>
          <a:custGeom xmlns:a="http://schemas.openxmlformats.org/drawingml/2006/main">
            <a:pathLst>
              <a:path w="1057275" h="266700">
                <a:moveTo>
                  <a:pt x="0" y="0"/>
                </a:moveTo>
                <a:lnTo>
                  <a:pt x="1057275" y="266700"/>
                </a:lnTo>
              </a:path>
            </a:pathLst>
          </a:custGeom>
          <a:noFill xmlns:a="http://schemas.openxmlformats.org/drawingml/2006/main"/>
          <a:ln xmlns:a="http://schemas.openxmlformats.org/drawingml/2006/main" w="12055">
            <a:solidFill>
              <a:srgbClr val="CC696E"/>
            </a:solidFill>
            <a:prstDash val="dash"/>
          </a:ln>
        </p:spPr>
      </p:sp>
      <p:sp>
        <p:nvSpPr>
          <p:cNvPr id="103" name="os-link-dot">
            <a:extLst xmlns:a="http://schemas.openxmlformats.org/drawingml/2006/main">
              <a:ext uri="{FF2B5EF4-FFF2-40B4-BE49-F238E27FC236}">
                <a16:creationId xmlns:a16="http://schemas.microsoft.com/office/drawing/2014/main" id="{E2CCBAA8-B993-4351-829A-9EA1E8F2C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49404" y="4371975"/>
            <a:ext cx="80367" cy="80367"/>
          </a:xfrm>
          <a:custGeom xmlns:a="http://schemas.openxmlformats.org/drawingml/2006/main">
            <a:pathLst>
              <a:path w="95250" h="95250">
                <a:moveTo>
                  <a:pt x="95250" y="47625"/>
                </a:moveTo>
                <a:cubicBezTo>
                  <a:pt x="95250" y="73928"/>
                  <a:pt x="73928" y="95250"/>
                  <a:pt x="47625" y="95250"/>
                </a:cubicBezTo>
                <a:cubicBezTo>
                  <a:pt x="21322" y="95250"/>
                  <a:pt x="0" y="73928"/>
                  <a:pt x="0" y="47625"/>
                </a:cubicBezTo>
                <a:cubicBezTo>
                  <a:pt x="0" y="21322"/>
                  <a:pt x="21322" y="0"/>
                  <a:pt x="47625" y="0"/>
                </a:cubicBezTo>
                <a:cubicBezTo>
                  <a:pt x="73928" y="0"/>
                  <a:pt x="95250" y="21322"/>
                  <a:pt x="95250" y="47625"/>
                </a:cubicBezTo>
                <a:close/>
              </a:path>
            </a:pathLst>
          </a:custGeom>
          <a:solidFill xmlns:a="http://schemas.openxmlformats.org/drawingml/2006/main">
            <a:srgbClr val="CC69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" name="ide-dotted-link">
            <a:extLst xmlns:a="http://schemas.openxmlformats.org/drawingml/2006/main">
              <a:ext uri="{FF2B5EF4-FFF2-40B4-BE49-F238E27FC236}">
                <a16:creationId xmlns:a16="http://schemas.microsoft.com/office/drawing/2014/main" id="{5CD7D7FC-4F36-4D15-B534-AF0F8236DB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229" y="3954066"/>
            <a:ext cx="892076" cy="281285"/>
          </a:xfrm>
          <a:custGeom xmlns:a="http://schemas.openxmlformats.org/drawingml/2006/main">
            <a:pathLst>
              <a:path w="1057275" h="333375">
                <a:moveTo>
                  <a:pt x="0" y="333375"/>
                </a:moveTo>
                <a:lnTo>
                  <a:pt x="10572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055">
            <a:solidFill>
              <a:srgbClr val="689380"/>
            </a:solidFill>
            <a:prstDash val="dash"/>
          </a:ln>
        </p:spPr>
      </p:sp>
      <p:sp>
        <p:nvSpPr>
          <p:cNvPr id="105" name="ide-link-dot">
            <a:extLst xmlns:a="http://schemas.openxmlformats.org/drawingml/2006/main">
              <a:ext uri="{FF2B5EF4-FFF2-40B4-BE49-F238E27FC236}">
                <a16:creationId xmlns:a16="http://schemas.microsoft.com/office/drawing/2014/main" id="{444CB7C6-31D9-40CF-A1B4-A37740AE0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8045" y="4195167"/>
            <a:ext cx="80367" cy="80367"/>
          </a:xfrm>
          <a:custGeom xmlns:a="http://schemas.openxmlformats.org/drawingml/2006/main">
            <a:pathLst>
              <a:path w="95250" h="95250">
                <a:moveTo>
                  <a:pt x="95250" y="47625"/>
                </a:moveTo>
                <a:cubicBezTo>
                  <a:pt x="95250" y="73928"/>
                  <a:pt x="73928" y="95250"/>
                  <a:pt x="47625" y="95250"/>
                </a:cubicBezTo>
                <a:cubicBezTo>
                  <a:pt x="21322" y="95250"/>
                  <a:pt x="0" y="73928"/>
                  <a:pt x="0" y="47625"/>
                </a:cubicBezTo>
                <a:cubicBezTo>
                  <a:pt x="0" y="21322"/>
                  <a:pt x="21322" y="0"/>
                  <a:pt x="47625" y="0"/>
                </a:cubicBezTo>
                <a:cubicBezTo>
                  <a:pt x="73928" y="0"/>
                  <a:pt x="95250" y="21322"/>
                  <a:pt x="95250" y="47625"/>
                </a:cubicBezTo>
                <a:close/>
              </a:path>
            </a:pathLst>
          </a:custGeom>
          <a:solidFill xmlns:a="http://schemas.openxmlformats.org/drawingml/2006/main">
            <a:srgbClr val="689380"/>
          </a:solidFill>
          <a:ln xmlns:a="http://schemas.openxmlformats.org/drawingml/2006/main" w="0">
            <a:noFill/>
            <a:prstDash val="solid"/>
          </a:ln>
        </p:spPr>
      </p:sp>
    </p:spTree>
    <p:extLst>
      <p:ext uri="{BB962C8B-B14F-4D97-AF65-F5344CB8AC3E}">
        <p14:creationId xmlns:p14="http://schemas.microsoft.com/office/powerpoint/2010/main" val="541902579"/>
      </p:ext>
    </p:extLst>
  </p:cSld>
</p:sld>
</file>

<file path=ppt/slides/slide23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89" name="slogan-0">
            <a:extLst xmlns:a="http://schemas.openxmlformats.org/drawingml/2006/main">
              <a:ext uri="{FF2B5EF4-FFF2-40B4-BE49-F238E27FC236}">
                <a16:creationId xmlns:a16="http://schemas.microsoft.com/office/drawing/2014/main" id="{5BA14BC0-AFB4-4371-A026-BE7953714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01718" y="2829958"/>
            <a:ext cx="440675" cy="335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1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1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pPr>
            <a:r>
              <a:rPr sz="1886" b="1" i="0">
                <a:solidFill>
                  <a:srgbClr val="2E4A6F"/>
                </a:solidFill>
                <a:latin typeface="Arial"/>
                <a:ea typeface="Arial"/>
                <a:cs typeface="Arial"/>
              </a:rPr>
              <a:t>CPT</a:t>
            </a:r>
          </a:p>
        </p:txBody>
      </p:sp>
      <p:sp>
        <p:nvSpPr>
          <p:cNvPr id="2" name="slogan-1">
            <a:extLst xmlns:a="http://schemas.openxmlformats.org/drawingml/2006/main">
              <a:ext uri="{FF2B5EF4-FFF2-40B4-BE49-F238E27FC236}">
                <a16:creationId xmlns:a16="http://schemas.microsoft.com/office/drawing/2014/main" id="{5A4B2FB5-487A-49FB-8E51-D731553858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09452" y="2829958"/>
            <a:ext cx="756811" cy="335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0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0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pPr>
            <a:r>
              <a:rPr sz="1886" b="0" i="0">
                <a:solidFill>
                  <a:srgbClr val="2E4A6F"/>
                </a:solidFill>
                <a:latin typeface="Arial"/>
                <a:ea typeface="Arial"/>
                <a:cs typeface="Arial"/>
              </a:rPr>
              <a:t>injects</a:t>
            </a:r>
          </a:p>
        </p:txBody>
      </p:sp>
      <p:sp>
        <p:nvSpPr>
          <p:cNvPr id="3" name="slogan-2">
            <a:extLst xmlns:a="http://schemas.openxmlformats.org/drawingml/2006/main">
              <a:ext uri="{FF2B5EF4-FFF2-40B4-BE49-F238E27FC236}">
                <a16:creationId xmlns:a16="http://schemas.microsoft.com/office/drawing/2014/main" id="{12DF04A6-FED2-43AD-B2DF-D0AEF2C8F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33322" y="2829958"/>
            <a:ext cx="95799" cy="335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0" i="0">
                <a:solidFill>
                  <a:srgbClr val="989CA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0" i="0">
                <a:solidFill>
                  <a:srgbClr val="989CA5"/>
                </a:solidFill>
                <a:latin typeface="Arial"/>
                <a:ea typeface="Arial"/>
                <a:cs typeface="Arial"/>
              </a:defRPr>
            </a:pPr>
            <a:r>
              <a:rPr sz="1886" b="0" i="0">
                <a:solidFill>
                  <a:srgbClr val="989CA5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4" name="slogan-3">
            <a:extLst xmlns:a="http://schemas.openxmlformats.org/drawingml/2006/main">
              <a:ext uri="{FF2B5EF4-FFF2-40B4-BE49-F238E27FC236}">
                <a16:creationId xmlns:a16="http://schemas.microsoft.com/office/drawing/2014/main" id="{23F67F46-D7C0-4895-AD88-B2DB9DB26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15340" y="2829958"/>
            <a:ext cx="411935" cy="335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1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1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pPr>
            <a:r>
              <a:rPr sz="1886" b="1" i="0">
                <a:solidFill>
                  <a:srgbClr val="5D4332"/>
                </a:solidFill>
                <a:latin typeface="Arial"/>
                <a:ea typeface="Arial"/>
                <a:cs typeface="Arial"/>
              </a:rPr>
              <a:t>SFT</a:t>
            </a:r>
          </a:p>
        </p:txBody>
      </p:sp>
      <p:sp>
        <p:nvSpPr>
          <p:cNvPr id="5" name="slogan-4">
            <a:extLst xmlns:a="http://schemas.openxmlformats.org/drawingml/2006/main">
              <a:ext uri="{FF2B5EF4-FFF2-40B4-BE49-F238E27FC236}">
                <a16:creationId xmlns:a16="http://schemas.microsoft.com/office/drawing/2014/main" id="{C401071F-10CC-47D0-BC67-A366DD4C64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94334" y="2829958"/>
            <a:ext cx="1063367" cy="335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0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0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pPr>
            <a:r>
              <a:rPr sz="1886" b="0" i="0">
                <a:solidFill>
                  <a:srgbClr val="5D4332"/>
                </a:solidFill>
                <a:latin typeface="Arial"/>
                <a:ea typeface="Arial"/>
                <a:cs typeface="Arial"/>
              </a:rPr>
              <a:t>activates</a:t>
            </a:r>
          </a:p>
        </p:txBody>
      </p:sp>
      <p:sp>
        <p:nvSpPr>
          <p:cNvPr id="6" name="slogan-5">
            <a:extLst xmlns:a="http://schemas.openxmlformats.org/drawingml/2006/main">
              <a:ext uri="{FF2B5EF4-FFF2-40B4-BE49-F238E27FC236}">
                <a16:creationId xmlns:a16="http://schemas.microsoft.com/office/drawing/2014/main" id="{721651CA-5868-404A-BD03-5033C375E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05601" y="2829958"/>
            <a:ext cx="95799" cy="335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0" i="0">
                <a:solidFill>
                  <a:srgbClr val="989CA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0" i="0">
                <a:solidFill>
                  <a:srgbClr val="989CA5"/>
                </a:solidFill>
                <a:latin typeface="Arial"/>
                <a:ea typeface="Arial"/>
                <a:cs typeface="Arial"/>
              </a:defRPr>
            </a:pPr>
            <a:r>
              <a:rPr sz="1886" b="0" i="0">
                <a:solidFill>
                  <a:srgbClr val="989CA5"/>
                </a:solidFill>
                <a:latin typeface="Arial"/>
                <a:ea typeface="Arial"/>
                <a:cs typeface="Arial"/>
              </a:rPr>
              <a:t>,</a:t>
            </a:r>
          </a:p>
        </p:txBody>
      </p:sp>
      <p:sp>
        <p:nvSpPr>
          <p:cNvPr id="7" name="slogan-6">
            <a:extLst xmlns:a="http://schemas.openxmlformats.org/drawingml/2006/main">
              <a:ext uri="{FF2B5EF4-FFF2-40B4-BE49-F238E27FC236}">
                <a16:creationId xmlns:a16="http://schemas.microsoft.com/office/drawing/2014/main" id="{BA8D1D53-4B99-4BA4-9F10-C0182F664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78039" y="2829958"/>
            <a:ext cx="296976" cy="335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1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1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pPr>
            <a:r>
              <a:rPr sz="1886" b="1" i="0">
                <a:solidFill>
                  <a:srgbClr val="4B3661"/>
                </a:solidFill>
                <a:latin typeface="Arial"/>
                <a:ea typeface="Arial"/>
                <a:cs typeface="Arial"/>
              </a:rPr>
              <a:t>RL</a:t>
            </a:r>
          </a:p>
        </p:txBody>
      </p:sp>
      <p:sp>
        <p:nvSpPr>
          <p:cNvPr id="8" name="slogan-7">
            <a:extLst xmlns:a="http://schemas.openxmlformats.org/drawingml/2006/main">
              <a:ext uri="{FF2B5EF4-FFF2-40B4-BE49-F238E27FC236}">
                <a16:creationId xmlns:a16="http://schemas.microsoft.com/office/drawing/2014/main" id="{9D8D9625-E774-4224-920B-4267C5E12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42074" y="2829958"/>
            <a:ext cx="1063367" cy="3352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86" b="0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86" b="0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pPr>
            <a:r>
              <a:rPr sz="1886" b="0" i="0">
                <a:solidFill>
                  <a:srgbClr val="4B3661"/>
                </a:solidFill>
                <a:latin typeface="Arial"/>
                <a:ea typeface="Arial"/>
                <a:cs typeface="Arial"/>
              </a:rPr>
              <a:t>sharpens</a:t>
            </a:r>
          </a:p>
        </p:txBody>
      </p:sp>
      <p:sp>
        <p:nvSpPr>
          <p:cNvPr id="9" name="stage-1-shadow-8">
            <a:extLst xmlns:a="http://schemas.openxmlformats.org/drawingml/2006/main">
              <a:ext uri="{FF2B5EF4-FFF2-40B4-BE49-F238E27FC236}">
                <a16:creationId xmlns:a16="http://schemas.microsoft.com/office/drawing/2014/main" id="{5F85B61E-8F36-4933-A642-A49E51469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5716" y="3399961"/>
            <a:ext cx="5326416" cy="4282208"/>
          </a:xfrm>
          <a:custGeom xmlns:a="http://schemas.openxmlformats.org/drawingml/2006/main">
            <a:pathLst>
              <a:path w="5295900" h="4257675">
                <a:moveTo>
                  <a:pt x="266700" y="0"/>
                </a:moveTo>
                <a:lnTo>
                  <a:pt x="5029200" y="0"/>
                </a:lnTo>
                <a:cubicBezTo>
                  <a:pt x="5176494" y="0"/>
                  <a:pt x="5295900" y="119406"/>
                  <a:pt x="5295900" y="266700"/>
                </a:cubicBezTo>
                <a:lnTo>
                  <a:pt x="5295900" y="3990975"/>
                </a:lnTo>
                <a:cubicBezTo>
                  <a:pt x="5295900" y="4138269"/>
                  <a:pt x="5176494" y="4257675"/>
                  <a:pt x="5029200" y="4257675"/>
                </a:cubicBezTo>
                <a:lnTo>
                  <a:pt x="266700" y="4257675"/>
                </a:lnTo>
                <a:cubicBezTo>
                  <a:pt x="119406" y="4257675"/>
                  <a:pt x="0" y="4138269"/>
                  <a:pt x="0" y="3990975"/>
                </a:cubicBezTo>
                <a:lnTo>
                  <a:pt x="0" y="266700"/>
                </a:lnTo>
                <a:cubicBezTo>
                  <a:pt x="0" y="119406"/>
                  <a:pt x="119406" y="0"/>
                  <a:pt x="266700" y="0"/>
                </a:cubicBezTo>
                <a:close/>
              </a:path>
            </a:pathLst>
          </a:custGeom>
          <a:solidFill xmlns:a="http://schemas.openxmlformats.org/drawingml/2006/main">
            <a:srgbClr val="60606B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stage-1-shadow-5">
            <a:extLst xmlns:a="http://schemas.openxmlformats.org/drawingml/2006/main">
              <a:ext uri="{FF2B5EF4-FFF2-40B4-BE49-F238E27FC236}">
                <a16:creationId xmlns:a16="http://schemas.microsoft.com/office/drawing/2014/main" id="{9081ED80-E653-4321-9494-46E6B88BF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4456" y="3399961"/>
            <a:ext cx="5268937" cy="4253469"/>
          </a:xfrm>
          <a:custGeom xmlns:a="http://schemas.openxmlformats.org/drawingml/2006/main">
            <a:pathLst>
              <a:path w="5238750" h="4229100">
                <a:moveTo>
                  <a:pt x="238125" y="0"/>
                </a:moveTo>
                <a:lnTo>
                  <a:pt x="5000625" y="0"/>
                </a:lnTo>
                <a:cubicBezTo>
                  <a:pt x="5132138" y="0"/>
                  <a:pt x="5238750" y="106612"/>
                  <a:pt x="5238750" y="238125"/>
                </a:cubicBezTo>
                <a:lnTo>
                  <a:pt x="5238750" y="3990975"/>
                </a:lnTo>
                <a:cubicBezTo>
                  <a:pt x="5238750" y="4122488"/>
                  <a:pt x="5132138" y="4229100"/>
                  <a:pt x="5000625" y="4229100"/>
                </a:cubicBezTo>
                <a:lnTo>
                  <a:pt x="238125" y="4229100"/>
                </a:lnTo>
                <a:cubicBezTo>
                  <a:pt x="106612" y="4229100"/>
                  <a:pt x="0" y="4122488"/>
                  <a:pt x="0" y="3990975"/>
                </a:cubicBezTo>
                <a:lnTo>
                  <a:pt x="0" y="238125"/>
                </a:lnTo>
                <a:cubicBezTo>
                  <a:pt x="0" y="106612"/>
                  <a:pt x="106612" y="0"/>
                  <a:pt x="238125" y="0"/>
                </a:cubicBezTo>
                <a:close/>
              </a:path>
            </a:pathLst>
          </a:custGeom>
          <a:solidFill xmlns:a="http://schemas.openxmlformats.org/drawingml/2006/main">
            <a:srgbClr val="60606B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stage-1-shadow-2">
            <a:extLst xmlns:a="http://schemas.openxmlformats.org/drawingml/2006/main">
              <a:ext uri="{FF2B5EF4-FFF2-40B4-BE49-F238E27FC236}">
                <a16:creationId xmlns:a16="http://schemas.microsoft.com/office/drawing/2014/main" id="{1216CFAE-94B9-4CA1-8F3E-7298786DA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195" y="3399961"/>
            <a:ext cx="5211457" cy="4224729"/>
          </a:xfrm>
          <a:custGeom xmlns:a="http://schemas.openxmlformats.org/drawingml/2006/main">
            <a:pathLst>
              <a:path w="5181600" h="4200525">
                <a:moveTo>
                  <a:pt x="209550" y="0"/>
                </a:moveTo>
                <a:lnTo>
                  <a:pt x="4972050" y="0"/>
                </a:lnTo>
                <a:cubicBezTo>
                  <a:pt x="5087781" y="0"/>
                  <a:pt x="5181600" y="93819"/>
                  <a:pt x="5181600" y="209550"/>
                </a:cubicBezTo>
                <a:lnTo>
                  <a:pt x="5181600" y="3990975"/>
                </a:lnTo>
                <a:cubicBezTo>
                  <a:pt x="5181600" y="4106706"/>
                  <a:pt x="5087781" y="4200525"/>
                  <a:pt x="4972050" y="4200525"/>
                </a:cubicBezTo>
                <a:lnTo>
                  <a:pt x="209550" y="4200525"/>
                </a:lnTo>
                <a:cubicBezTo>
                  <a:pt x="93819" y="4200525"/>
                  <a:pt x="0" y="4106706"/>
                  <a:pt x="0" y="3990975"/>
                </a:cubicBezTo>
                <a:lnTo>
                  <a:pt x="0" y="209550"/>
                </a:lnTo>
                <a:cubicBezTo>
                  <a:pt x="0" y="93819"/>
                  <a:pt x="93819" y="0"/>
                  <a:pt x="209550" y="0"/>
                </a:cubicBezTo>
                <a:close/>
              </a:path>
            </a:pathLst>
          </a:custGeom>
          <a:solidFill xmlns:a="http://schemas.openxmlformats.org/drawingml/2006/main">
            <a:srgbClr val="60606B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stage-1-card">
            <a:extLst xmlns:a="http://schemas.openxmlformats.org/drawingml/2006/main">
              <a:ext uri="{FF2B5EF4-FFF2-40B4-BE49-F238E27FC236}">
                <a16:creationId xmlns:a16="http://schemas.microsoft.com/office/drawing/2014/main" id="{EB0BD914-730E-4296-8548-65D0DE6A9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355" y="3342482"/>
            <a:ext cx="5173138" cy="4224729"/>
          </a:xfrm>
          <a:custGeom xmlns:a="http://schemas.openxmlformats.org/drawingml/2006/main">
            <a:pathLst>
              <a:path w="5143500" h="4200525">
                <a:moveTo>
                  <a:pt x="161925" y="0"/>
                </a:moveTo>
                <a:lnTo>
                  <a:pt x="4981575" y="0"/>
                </a:lnTo>
                <a:cubicBezTo>
                  <a:pt x="5071004" y="0"/>
                  <a:pt x="5143500" y="72496"/>
                  <a:pt x="5143500" y="161925"/>
                </a:cubicBezTo>
                <a:lnTo>
                  <a:pt x="5143500" y="4038600"/>
                </a:lnTo>
                <a:cubicBezTo>
                  <a:pt x="5143500" y="4128029"/>
                  <a:pt x="5071004" y="4200525"/>
                  <a:pt x="4981575" y="4200525"/>
                </a:cubicBezTo>
                <a:lnTo>
                  <a:pt x="161925" y="4200525"/>
                </a:lnTo>
                <a:cubicBezTo>
                  <a:pt x="72496" y="4200525"/>
                  <a:pt x="0" y="4128029"/>
                  <a:pt x="0" y="4038600"/>
                </a:cubicBezTo>
                <a:lnTo>
                  <a:pt x="0" y="161925"/>
                </a:lnTo>
                <a:cubicBezTo>
                  <a:pt x="0" y="72496"/>
                  <a:pt x="72496" y="0"/>
                  <a:pt x="161925" y="0"/>
                </a:cubicBezTo>
                <a:close/>
              </a:path>
            </a:pathLst>
          </a:custGeom>
          <a:solidFill xmlns:a="http://schemas.openxmlformats.org/drawingml/2006/main">
            <a:srgbClr val="F3F4F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stage-1-header-round">
            <a:extLst xmlns:a="http://schemas.openxmlformats.org/drawingml/2006/main">
              <a:ext uri="{FF2B5EF4-FFF2-40B4-BE49-F238E27FC236}">
                <a16:creationId xmlns:a16="http://schemas.microsoft.com/office/drawing/2014/main" id="{732CF41C-DDB1-4F63-AA15-14AFD529C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355" y="3342482"/>
            <a:ext cx="5173138" cy="967568"/>
          </a:xfrm>
          <a:custGeom xmlns:a="http://schemas.openxmlformats.org/drawingml/2006/main">
            <a:pathLst>
              <a:path w="5143500" h="962025">
                <a:moveTo>
                  <a:pt x="152400" y="0"/>
                </a:moveTo>
                <a:lnTo>
                  <a:pt x="4991100" y="0"/>
                </a:lnTo>
                <a:cubicBezTo>
                  <a:pt x="5075268" y="0"/>
                  <a:pt x="5143500" y="68232"/>
                  <a:pt x="5143500" y="152400"/>
                </a:cubicBezTo>
                <a:lnTo>
                  <a:pt x="5143500" y="809625"/>
                </a:lnTo>
                <a:cubicBezTo>
                  <a:pt x="5143500" y="893793"/>
                  <a:pt x="5075268" y="962025"/>
                  <a:pt x="4991100" y="962025"/>
                </a:cubicBezTo>
                <a:lnTo>
                  <a:pt x="152400" y="962025"/>
                </a:lnTo>
                <a:cubicBezTo>
                  <a:pt x="68232" y="962025"/>
                  <a:pt x="0" y="893793"/>
                  <a:pt x="0" y="809625"/>
                </a:cubicBezTo>
                <a:lnTo>
                  <a:pt x="0" y="152400"/>
                </a:lnTo>
                <a:cubicBezTo>
                  <a:pt x="0" y="68232"/>
                  <a:pt x="68232" y="0"/>
                  <a:pt x="152400" y="0"/>
                </a:cubicBezTo>
                <a:close/>
              </a:path>
            </a:pathLst>
          </a:custGeom>
          <a:solidFill xmlns:a="http://schemas.openxmlformats.org/drawingml/2006/main">
            <a:srgbClr val="2E4A6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stage-1-header-lower">
            <a:extLst xmlns:a="http://schemas.openxmlformats.org/drawingml/2006/main">
              <a:ext uri="{FF2B5EF4-FFF2-40B4-BE49-F238E27FC236}">
                <a16:creationId xmlns:a16="http://schemas.microsoft.com/office/drawing/2014/main" id="{03674FB9-257A-4E60-9A02-A7A4DB22D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355" y="3514920"/>
            <a:ext cx="5173138" cy="795130"/>
          </a:xfrm>
          <a:custGeom xmlns:a="http://schemas.openxmlformats.org/drawingml/2006/main">
            <a:pathLst>
              <a:path w="5143500" h="790575">
                <a:moveTo>
                  <a:pt x="0" y="0"/>
                </a:moveTo>
                <a:lnTo>
                  <a:pt x="5143500" y="0"/>
                </a:lnTo>
                <a:lnTo>
                  <a:pt x="5143500" y="790575"/>
                </a:lnTo>
                <a:lnTo>
                  <a:pt x="0" y="790575"/>
                </a:lnTo>
                <a:close/>
              </a:path>
            </a:pathLst>
          </a:custGeom>
          <a:solidFill xmlns:a="http://schemas.openxmlformats.org/drawingml/2006/main">
            <a:srgbClr val="2E4A6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stage-1-number-box">
            <a:extLst xmlns:a="http://schemas.openxmlformats.org/drawingml/2006/main">
              <a:ext uri="{FF2B5EF4-FFF2-40B4-BE49-F238E27FC236}">
                <a16:creationId xmlns:a16="http://schemas.microsoft.com/office/drawing/2014/main" id="{FD0F8CFA-EAB4-467E-822A-E04C882CC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52" y="3572399"/>
            <a:ext cx="526894" cy="536474"/>
          </a:xfrm>
          <a:custGeom xmlns:a="http://schemas.openxmlformats.org/drawingml/2006/main">
            <a:pathLst>
              <a:path w="523875" h="533400">
                <a:moveTo>
                  <a:pt x="133350" y="0"/>
                </a:moveTo>
                <a:lnTo>
                  <a:pt x="390525" y="0"/>
                </a:lnTo>
                <a:cubicBezTo>
                  <a:pt x="464172" y="0"/>
                  <a:pt x="523875" y="59703"/>
                  <a:pt x="523875" y="133350"/>
                </a:cubicBezTo>
                <a:lnTo>
                  <a:pt x="523875" y="400050"/>
                </a:lnTo>
                <a:cubicBezTo>
                  <a:pt x="523875" y="473697"/>
                  <a:pt x="464172" y="533400"/>
                  <a:pt x="390525" y="533400"/>
                </a:cubicBezTo>
                <a:lnTo>
                  <a:pt x="133350" y="533400"/>
                </a:lnTo>
                <a:cubicBezTo>
                  <a:pt x="59703" y="533400"/>
                  <a:pt x="0" y="473697"/>
                  <a:pt x="0" y="400050"/>
                </a:cubicBezTo>
                <a:lnTo>
                  <a:pt x="0" y="133350"/>
                </a:lnTo>
                <a:cubicBezTo>
                  <a:pt x="0" y="59703"/>
                  <a:pt x="59703" y="0"/>
                  <a:pt x="133350" y="0"/>
                </a:cubicBezTo>
                <a:close/>
              </a:path>
            </a:pathLst>
          </a:custGeom>
          <a:solidFill xmlns:a="http://schemas.openxmlformats.org/drawingml/2006/main">
            <a:srgbClr val="556A8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stage-1-number">
            <a:extLst xmlns:a="http://schemas.openxmlformats.org/drawingml/2006/main">
              <a:ext uri="{FF2B5EF4-FFF2-40B4-BE49-F238E27FC236}">
                <a16:creationId xmlns:a16="http://schemas.microsoft.com/office/drawing/2014/main" id="{D171A1D4-8D7E-49C4-A537-2AAF2F070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9752" y="3673946"/>
            <a:ext cx="526894" cy="4023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26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26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263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17" name="stage-1-caption">
            <a:extLst xmlns:a="http://schemas.openxmlformats.org/drawingml/2006/main">
              <a:ext uri="{FF2B5EF4-FFF2-40B4-BE49-F238E27FC236}">
                <a16:creationId xmlns:a16="http://schemas.microsoft.com/office/drawing/2014/main" id="{4321C088-E11C-4BDF-8883-B1A9CDA9F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9503" y="3554389"/>
            <a:ext cx="977148" cy="214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07" b="1" i="0">
                <a:solidFill>
                  <a:srgbClr val="B0B1B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07" b="1" i="0">
                <a:solidFill>
                  <a:srgbClr val="B0B1B9"/>
                </a:solidFill>
                <a:latin typeface="Arial"/>
                <a:ea typeface="Arial"/>
                <a:cs typeface="Arial"/>
              </a:defRPr>
            </a:pPr>
            <a:r>
              <a:rPr sz="1207" b="1" i="0">
                <a:solidFill>
                  <a:srgbClr val="B0B1B9"/>
                </a:solidFill>
                <a:latin typeface="Arial"/>
                <a:ea typeface="Arial"/>
                <a:cs typeface="Arial"/>
              </a:rPr>
              <a:t>STAGE 1</a:t>
            </a:r>
          </a:p>
        </p:txBody>
      </p:sp>
      <p:sp>
        <p:nvSpPr>
          <p:cNvPr id="18" name="stage-1-title">
            <a:extLst xmlns:a="http://schemas.openxmlformats.org/drawingml/2006/main">
              <a:ext uri="{FF2B5EF4-FFF2-40B4-BE49-F238E27FC236}">
                <a16:creationId xmlns:a16="http://schemas.microsoft.com/office/drawing/2014/main" id="{0DF3E3B5-A427-418A-A75F-D8A80BF613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9503" y="3751275"/>
            <a:ext cx="3055983" cy="3969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3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3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233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Continual Pre-Training</a:t>
            </a:r>
          </a:p>
        </p:txBody>
      </p:sp>
      <p:sp>
        <p:nvSpPr>
          <p:cNvPr id="19" name="stage-1-abbreviation">
            <a:extLst xmlns:a="http://schemas.openxmlformats.org/drawingml/2006/main">
              <a:ext uri="{FF2B5EF4-FFF2-40B4-BE49-F238E27FC236}">
                <a16:creationId xmlns:a16="http://schemas.microsoft.com/office/drawing/2014/main" id="{FA8E5239-46F1-4EB7-81D6-4717E5400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73806" y="3789671"/>
            <a:ext cx="862190" cy="3218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0" b="0" i="0">
                <a:solidFill>
                  <a:srgbClr val="B7B9C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0" b="0" i="0">
                <a:solidFill>
                  <a:srgbClr val="B7B9C4"/>
                </a:solidFill>
                <a:latin typeface="Arial"/>
                <a:ea typeface="Arial"/>
                <a:cs typeface="Arial"/>
              </a:defRPr>
            </a:pPr>
            <a:r>
              <a:rPr sz="1810" b="0" i="0">
                <a:solidFill>
                  <a:srgbClr val="B7B9C4"/>
                </a:solidFill>
                <a:latin typeface="Arial"/>
                <a:ea typeface="Arial"/>
                <a:cs typeface="Arial"/>
              </a:rPr>
              <a:t>(CPT)</a:t>
            </a:r>
          </a:p>
        </p:txBody>
      </p:sp>
      <p:sp>
        <p:nvSpPr>
          <p:cNvPr id="20" name="stage-1-DATA-badge">
            <a:extLst xmlns:a="http://schemas.openxmlformats.org/drawingml/2006/main">
              <a:ext uri="{FF2B5EF4-FFF2-40B4-BE49-F238E27FC236}">
                <a16:creationId xmlns:a16="http://schemas.microsoft.com/office/drawing/2014/main" id="{A0C08DB9-85FD-4FB7-88C2-66763EB35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52" y="4559127"/>
            <a:ext cx="201178" cy="201178"/>
          </a:xfrm>
          <a:custGeom xmlns:a="http://schemas.openxmlformats.org/drawingml/2006/main">
            <a:pathLst>
              <a:path w="200025" h="200025">
                <a:moveTo>
                  <a:pt x="38100" y="0"/>
                </a:moveTo>
                <a:lnTo>
                  <a:pt x="161925" y="0"/>
                </a:lnTo>
                <a:cubicBezTo>
                  <a:pt x="182967" y="0"/>
                  <a:pt x="200025" y="17058"/>
                  <a:pt x="200025" y="38100"/>
                </a:cubicBezTo>
                <a:lnTo>
                  <a:pt x="200025" y="161925"/>
                </a:lnTo>
                <a:cubicBezTo>
                  <a:pt x="200025" y="182967"/>
                  <a:pt x="182967" y="200025"/>
                  <a:pt x="161925" y="200025"/>
                </a:cubicBezTo>
                <a:lnTo>
                  <a:pt x="38100" y="200025"/>
                </a:lnTo>
                <a:cubicBezTo>
                  <a:pt x="17058" y="200025"/>
                  <a:pt x="0" y="182967"/>
                  <a:pt x="0" y="161925"/>
                </a:cubicBezTo>
                <a:lnTo>
                  <a:pt x="0" y="38100"/>
                </a:lnTo>
                <a:cubicBezTo>
                  <a:pt x="0" y="17058"/>
                  <a:pt x="17058" y="0"/>
                  <a:pt x="38100" y="0"/>
                </a:cubicBezTo>
                <a:close/>
              </a:path>
            </a:pathLst>
          </a:custGeom>
          <a:solidFill xmlns:a="http://schemas.openxmlformats.org/drawingml/2006/main">
            <a:srgbClr val="2E4A6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stage-1-DATA-icon-letter">
            <a:extLst xmlns:a="http://schemas.openxmlformats.org/drawingml/2006/main">
              <a:ext uri="{FF2B5EF4-FFF2-40B4-BE49-F238E27FC236}">
                <a16:creationId xmlns:a16="http://schemas.microsoft.com/office/drawing/2014/main" id="{DFECCBB1-901B-4448-833A-75BDC710F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9752" y="4586334"/>
            <a:ext cx="201178" cy="160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905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  <p:sp>
        <p:nvSpPr>
          <p:cNvPr id="22" name="stage-1-DATA-heading">
            <a:extLst xmlns:a="http://schemas.openxmlformats.org/drawingml/2006/main">
              <a:ext uri="{FF2B5EF4-FFF2-40B4-BE49-F238E27FC236}">
                <a16:creationId xmlns:a16="http://schemas.microsoft.com/office/drawing/2014/main" id="{1AFF6305-24E1-4B1F-87E0-E8EC99892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568" y="4556483"/>
            <a:ext cx="4368427" cy="244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2E4A6F"/>
                </a:solidFill>
                <a:latin typeface="Arial"/>
                <a:ea typeface="Arial"/>
                <a:cs typeface="Arial"/>
              </a:rPr>
              <a:t>DATA</a:t>
            </a:r>
          </a:p>
        </p:txBody>
      </p:sp>
      <p:sp>
        <p:nvSpPr>
          <p:cNvPr id="23" name="stage-1-DATA-line-1">
            <a:extLst xmlns:a="http://schemas.openxmlformats.org/drawingml/2006/main">
              <a:ext uri="{FF2B5EF4-FFF2-40B4-BE49-F238E27FC236}">
                <a16:creationId xmlns:a16="http://schemas.microsoft.com/office/drawing/2014/main" id="{21FA9917-6FC2-41FB-B41A-E3561B6DF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568" y="4846389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Environment interaction trajectories + world</a:t>
            </a:r>
          </a:p>
        </p:txBody>
      </p:sp>
      <p:sp>
        <p:nvSpPr>
          <p:cNvPr id="24" name="stage-1-DATA-line-2">
            <a:extLst xmlns:a="http://schemas.openxmlformats.org/drawingml/2006/main">
              <a:ext uri="{FF2B5EF4-FFF2-40B4-BE49-F238E27FC236}">
                <a16:creationId xmlns:a16="http://schemas.microsoft.com/office/drawing/2014/main" id="{0B400532-704E-4FB4-A55E-61BCE29B1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568" y="5152946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knowledge corpora</a:t>
            </a:r>
          </a:p>
        </p:txBody>
      </p:sp>
      <p:sp>
        <p:nvSpPr>
          <p:cNvPr id="25" name="stage-1-OBJECTIVE-badge">
            <a:extLst xmlns:a="http://schemas.openxmlformats.org/drawingml/2006/main">
              <a:ext uri="{FF2B5EF4-FFF2-40B4-BE49-F238E27FC236}">
                <a16:creationId xmlns:a16="http://schemas.microsoft.com/office/drawing/2014/main" id="{B20B8A8B-0885-4308-BD82-F0B4E6BD55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52" y="5641654"/>
            <a:ext cx="201178" cy="201178"/>
          </a:xfrm>
          <a:custGeom xmlns:a="http://schemas.openxmlformats.org/drawingml/2006/main">
            <a:pathLst>
              <a:path w="200025" h="200025">
                <a:moveTo>
                  <a:pt x="38100" y="0"/>
                </a:moveTo>
                <a:lnTo>
                  <a:pt x="161925" y="0"/>
                </a:lnTo>
                <a:cubicBezTo>
                  <a:pt x="182967" y="0"/>
                  <a:pt x="200025" y="17058"/>
                  <a:pt x="200025" y="38100"/>
                </a:cubicBezTo>
                <a:lnTo>
                  <a:pt x="200025" y="161925"/>
                </a:lnTo>
                <a:cubicBezTo>
                  <a:pt x="200025" y="182967"/>
                  <a:pt x="182967" y="200025"/>
                  <a:pt x="161925" y="200025"/>
                </a:cubicBezTo>
                <a:lnTo>
                  <a:pt x="38100" y="200025"/>
                </a:lnTo>
                <a:cubicBezTo>
                  <a:pt x="17058" y="200025"/>
                  <a:pt x="0" y="182967"/>
                  <a:pt x="0" y="161925"/>
                </a:cubicBezTo>
                <a:lnTo>
                  <a:pt x="0" y="38100"/>
                </a:lnTo>
                <a:cubicBezTo>
                  <a:pt x="0" y="17058"/>
                  <a:pt x="17058" y="0"/>
                  <a:pt x="38100" y="0"/>
                </a:cubicBezTo>
                <a:close/>
              </a:path>
            </a:pathLst>
          </a:custGeom>
          <a:solidFill xmlns:a="http://schemas.openxmlformats.org/drawingml/2006/main">
            <a:srgbClr val="2E4A6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" name="stage-1-OBJECTIVE-icon-letter">
            <a:extLst xmlns:a="http://schemas.openxmlformats.org/drawingml/2006/main">
              <a:ext uri="{FF2B5EF4-FFF2-40B4-BE49-F238E27FC236}">
                <a16:creationId xmlns:a16="http://schemas.microsoft.com/office/drawing/2014/main" id="{DBFB7237-18E4-43EA-90E0-F859AE51F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9752" y="5668861"/>
            <a:ext cx="201178" cy="160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905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27" name="stage-1-OBJECTIVE-heading">
            <a:extLst xmlns:a="http://schemas.openxmlformats.org/drawingml/2006/main">
              <a:ext uri="{FF2B5EF4-FFF2-40B4-BE49-F238E27FC236}">
                <a16:creationId xmlns:a16="http://schemas.microsoft.com/office/drawing/2014/main" id="{77FF9772-D332-404D-A081-487346E62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568" y="5639010"/>
            <a:ext cx="4368427" cy="244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2E4A6F"/>
                </a:solidFill>
                <a:latin typeface="Arial"/>
                <a:ea typeface="Arial"/>
                <a:cs typeface="Arial"/>
              </a:rPr>
              <a:t>OBJECTIVE</a:t>
            </a:r>
          </a:p>
        </p:txBody>
      </p:sp>
      <p:sp>
        <p:nvSpPr>
          <p:cNvPr id="28" name="stage-1-OBJECTIVE-line-1">
            <a:extLst xmlns:a="http://schemas.openxmlformats.org/drawingml/2006/main">
              <a:ext uri="{FF2B5EF4-FFF2-40B4-BE49-F238E27FC236}">
                <a16:creationId xmlns:a16="http://schemas.microsoft.com/office/drawing/2014/main" id="{765DC446-701F-4E1E-94B4-FEC8C425B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568" y="5928916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Next-token prediction (non-thinking)</a:t>
            </a:r>
          </a:p>
        </p:txBody>
      </p:sp>
      <p:sp>
        <p:nvSpPr>
          <p:cNvPr id="29" name="stage-1-TECHNIQUE-badge">
            <a:extLst xmlns:a="http://schemas.openxmlformats.org/drawingml/2006/main">
              <a:ext uri="{FF2B5EF4-FFF2-40B4-BE49-F238E27FC236}">
                <a16:creationId xmlns:a16="http://schemas.microsoft.com/office/drawing/2014/main" id="{A54BEBF6-3AAC-43DA-940E-1BB9EF8AD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9752" y="6408045"/>
            <a:ext cx="201178" cy="201178"/>
          </a:xfrm>
          <a:custGeom xmlns:a="http://schemas.openxmlformats.org/drawingml/2006/main">
            <a:pathLst>
              <a:path w="200025" h="200025">
                <a:moveTo>
                  <a:pt x="38100" y="0"/>
                </a:moveTo>
                <a:lnTo>
                  <a:pt x="161925" y="0"/>
                </a:lnTo>
                <a:cubicBezTo>
                  <a:pt x="182967" y="0"/>
                  <a:pt x="200025" y="17058"/>
                  <a:pt x="200025" y="38100"/>
                </a:cubicBezTo>
                <a:lnTo>
                  <a:pt x="200025" y="161925"/>
                </a:lnTo>
                <a:cubicBezTo>
                  <a:pt x="200025" y="182967"/>
                  <a:pt x="182967" y="200025"/>
                  <a:pt x="161925" y="200025"/>
                </a:cubicBezTo>
                <a:lnTo>
                  <a:pt x="38100" y="200025"/>
                </a:lnTo>
                <a:cubicBezTo>
                  <a:pt x="17058" y="200025"/>
                  <a:pt x="0" y="182967"/>
                  <a:pt x="0" y="161925"/>
                </a:cubicBezTo>
                <a:lnTo>
                  <a:pt x="0" y="38100"/>
                </a:lnTo>
                <a:cubicBezTo>
                  <a:pt x="0" y="17058"/>
                  <a:pt x="17058" y="0"/>
                  <a:pt x="38100" y="0"/>
                </a:cubicBezTo>
                <a:close/>
              </a:path>
            </a:pathLst>
          </a:custGeom>
          <a:solidFill xmlns:a="http://schemas.openxmlformats.org/drawingml/2006/main">
            <a:srgbClr val="2E4A6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" name="stage-1-TECHNIQUE-icon-letter">
            <a:extLst xmlns:a="http://schemas.openxmlformats.org/drawingml/2006/main">
              <a:ext uri="{FF2B5EF4-FFF2-40B4-BE49-F238E27FC236}">
                <a16:creationId xmlns:a16="http://schemas.microsoft.com/office/drawing/2014/main" id="{85989023-A8B0-4443-8EF7-D3CD00E7B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9752" y="6435252"/>
            <a:ext cx="201178" cy="160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905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T</a:t>
            </a:r>
          </a:p>
        </p:txBody>
      </p:sp>
      <p:sp>
        <p:nvSpPr>
          <p:cNvPr id="31" name="stage-1-TECHNIQUE-heading">
            <a:extLst xmlns:a="http://schemas.openxmlformats.org/drawingml/2006/main">
              <a:ext uri="{FF2B5EF4-FFF2-40B4-BE49-F238E27FC236}">
                <a16:creationId xmlns:a16="http://schemas.microsoft.com/office/drawing/2014/main" id="{4933B9A5-0BB9-4939-B398-DF0F46A01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568" y="6405401"/>
            <a:ext cx="4368427" cy="244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2E4A6F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2E4A6F"/>
                </a:solidFill>
                <a:latin typeface="Arial"/>
                <a:ea typeface="Arial"/>
                <a:cs typeface="Arial"/>
              </a:rPr>
              <a:t>TECHNIQUE</a:t>
            </a:r>
          </a:p>
        </p:txBody>
      </p:sp>
      <p:sp>
        <p:nvSpPr>
          <p:cNvPr id="32" name="stage-1-TECHNIQUE-line-1">
            <a:extLst xmlns:a="http://schemas.openxmlformats.org/drawingml/2006/main">
              <a:ext uri="{FF2B5EF4-FFF2-40B4-BE49-F238E27FC236}">
                <a16:creationId xmlns:a16="http://schemas.microsoft.com/office/drawing/2014/main" id="{03399DE1-1E81-46E1-8525-807D7813C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7568" y="6695307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Turn-level information-theoretic loss masking</a:t>
            </a:r>
          </a:p>
        </p:txBody>
      </p:sp>
      <p:sp>
        <p:nvSpPr>
          <p:cNvPr id="33" name="stage-2-shadow-8">
            <a:extLst xmlns:a="http://schemas.openxmlformats.org/drawingml/2006/main">
              <a:ext uri="{FF2B5EF4-FFF2-40B4-BE49-F238E27FC236}">
                <a16:creationId xmlns:a16="http://schemas.microsoft.com/office/drawing/2014/main" id="{E0746599-5C4D-4A35-9AFB-BF540E3BB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66422" y="3399961"/>
            <a:ext cx="5326416" cy="4282208"/>
          </a:xfrm>
          <a:custGeom xmlns:a="http://schemas.openxmlformats.org/drawingml/2006/main">
            <a:pathLst>
              <a:path w="5295900" h="4257675">
                <a:moveTo>
                  <a:pt x="266700" y="0"/>
                </a:moveTo>
                <a:lnTo>
                  <a:pt x="5029200" y="0"/>
                </a:lnTo>
                <a:cubicBezTo>
                  <a:pt x="5176494" y="0"/>
                  <a:pt x="5295900" y="119406"/>
                  <a:pt x="5295900" y="266700"/>
                </a:cubicBezTo>
                <a:lnTo>
                  <a:pt x="5295900" y="3990975"/>
                </a:lnTo>
                <a:cubicBezTo>
                  <a:pt x="5295900" y="4138269"/>
                  <a:pt x="5176494" y="4257675"/>
                  <a:pt x="5029200" y="4257675"/>
                </a:cubicBezTo>
                <a:lnTo>
                  <a:pt x="266700" y="4257675"/>
                </a:lnTo>
                <a:cubicBezTo>
                  <a:pt x="119406" y="4257675"/>
                  <a:pt x="0" y="4138269"/>
                  <a:pt x="0" y="3990975"/>
                </a:cubicBezTo>
                <a:lnTo>
                  <a:pt x="0" y="266700"/>
                </a:lnTo>
                <a:cubicBezTo>
                  <a:pt x="0" y="119406"/>
                  <a:pt x="119406" y="0"/>
                  <a:pt x="266700" y="0"/>
                </a:cubicBezTo>
                <a:close/>
              </a:path>
            </a:pathLst>
          </a:custGeom>
          <a:solidFill xmlns:a="http://schemas.openxmlformats.org/drawingml/2006/main">
            <a:srgbClr val="60606B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stage-2-shadow-5">
            <a:extLst xmlns:a="http://schemas.openxmlformats.org/drawingml/2006/main">
              <a:ext uri="{FF2B5EF4-FFF2-40B4-BE49-F238E27FC236}">
                <a16:creationId xmlns:a16="http://schemas.microsoft.com/office/drawing/2014/main" id="{F364F412-EB80-4F70-A60F-E4E415443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95162" y="3399961"/>
            <a:ext cx="5268937" cy="4253469"/>
          </a:xfrm>
          <a:custGeom xmlns:a="http://schemas.openxmlformats.org/drawingml/2006/main">
            <a:pathLst>
              <a:path w="5238750" h="4229100">
                <a:moveTo>
                  <a:pt x="238125" y="0"/>
                </a:moveTo>
                <a:lnTo>
                  <a:pt x="5000625" y="0"/>
                </a:lnTo>
                <a:cubicBezTo>
                  <a:pt x="5132138" y="0"/>
                  <a:pt x="5238750" y="106612"/>
                  <a:pt x="5238750" y="238125"/>
                </a:cubicBezTo>
                <a:lnTo>
                  <a:pt x="5238750" y="3990975"/>
                </a:lnTo>
                <a:cubicBezTo>
                  <a:pt x="5238750" y="4122488"/>
                  <a:pt x="5132138" y="4229100"/>
                  <a:pt x="5000625" y="4229100"/>
                </a:cubicBezTo>
                <a:lnTo>
                  <a:pt x="238125" y="4229100"/>
                </a:lnTo>
                <a:cubicBezTo>
                  <a:pt x="106612" y="4229100"/>
                  <a:pt x="0" y="4122488"/>
                  <a:pt x="0" y="3990975"/>
                </a:cubicBezTo>
                <a:lnTo>
                  <a:pt x="0" y="238125"/>
                </a:lnTo>
                <a:cubicBezTo>
                  <a:pt x="0" y="106612"/>
                  <a:pt x="106612" y="0"/>
                  <a:pt x="238125" y="0"/>
                </a:cubicBezTo>
                <a:close/>
              </a:path>
            </a:pathLst>
          </a:custGeom>
          <a:solidFill xmlns:a="http://schemas.openxmlformats.org/drawingml/2006/main">
            <a:srgbClr val="60606B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5" name="stage-2-shadow-2">
            <a:extLst xmlns:a="http://schemas.openxmlformats.org/drawingml/2006/main">
              <a:ext uri="{FF2B5EF4-FFF2-40B4-BE49-F238E27FC236}">
                <a16:creationId xmlns:a16="http://schemas.microsoft.com/office/drawing/2014/main" id="{9C6420E1-7583-484B-B232-AA18B3631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23902" y="3399961"/>
            <a:ext cx="5211457" cy="4224729"/>
          </a:xfrm>
          <a:custGeom xmlns:a="http://schemas.openxmlformats.org/drawingml/2006/main">
            <a:pathLst>
              <a:path w="5181600" h="4200525">
                <a:moveTo>
                  <a:pt x="209550" y="0"/>
                </a:moveTo>
                <a:lnTo>
                  <a:pt x="4972050" y="0"/>
                </a:lnTo>
                <a:cubicBezTo>
                  <a:pt x="5087781" y="0"/>
                  <a:pt x="5181600" y="93819"/>
                  <a:pt x="5181600" y="209550"/>
                </a:cubicBezTo>
                <a:lnTo>
                  <a:pt x="5181600" y="3990975"/>
                </a:lnTo>
                <a:cubicBezTo>
                  <a:pt x="5181600" y="4106706"/>
                  <a:pt x="5087781" y="4200525"/>
                  <a:pt x="4972050" y="4200525"/>
                </a:cubicBezTo>
                <a:lnTo>
                  <a:pt x="209550" y="4200525"/>
                </a:lnTo>
                <a:cubicBezTo>
                  <a:pt x="93819" y="4200525"/>
                  <a:pt x="0" y="4106706"/>
                  <a:pt x="0" y="3990975"/>
                </a:cubicBezTo>
                <a:lnTo>
                  <a:pt x="0" y="209550"/>
                </a:lnTo>
                <a:cubicBezTo>
                  <a:pt x="0" y="93819"/>
                  <a:pt x="93819" y="0"/>
                  <a:pt x="209550" y="0"/>
                </a:cubicBezTo>
                <a:close/>
              </a:path>
            </a:pathLst>
          </a:custGeom>
          <a:solidFill xmlns:a="http://schemas.openxmlformats.org/drawingml/2006/main">
            <a:srgbClr val="60606B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6" name="stage-2-card">
            <a:extLst xmlns:a="http://schemas.openxmlformats.org/drawingml/2006/main">
              <a:ext uri="{FF2B5EF4-FFF2-40B4-BE49-F238E27FC236}">
                <a16:creationId xmlns:a16="http://schemas.microsoft.com/office/drawing/2014/main" id="{753836F9-3475-4511-A571-A7F010269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43061" y="3342482"/>
            <a:ext cx="5173138" cy="4224729"/>
          </a:xfrm>
          <a:custGeom xmlns:a="http://schemas.openxmlformats.org/drawingml/2006/main">
            <a:pathLst>
              <a:path w="5143500" h="4200525">
                <a:moveTo>
                  <a:pt x="161925" y="0"/>
                </a:moveTo>
                <a:lnTo>
                  <a:pt x="4981575" y="0"/>
                </a:lnTo>
                <a:cubicBezTo>
                  <a:pt x="5071004" y="0"/>
                  <a:pt x="5143500" y="72496"/>
                  <a:pt x="5143500" y="161925"/>
                </a:cubicBezTo>
                <a:lnTo>
                  <a:pt x="5143500" y="4038600"/>
                </a:lnTo>
                <a:cubicBezTo>
                  <a:pt x="5143500" y="4128029"/>
                  <a:pt x="5071004" y="4200525"/>
                  <a:pt x="4981575" y="4200525"/>
                </a:cubicBezTo>
                <a:lnTo>
                  <a:pt x="161925" y="4200525"/>
                </a:lnTo>
                <a:cubicBezTo>
                  <a:pt x="72496" y="4200525"/>
                  <a:pt x="0" y="4128029"/>
                  <a:pt x="0" y="4038600"/>
                </a:cubicBezTo>
                <a:lnTo>
                  <a:pt x="0" y="161925"/>
                </a:lnTo>
                <a:cubicBezTo>
                  <a:pt x="0" y="72496"/>
                  <a:pt x="72496" y="0"/>
                  <a:pt x="161925" y="0"/>
                </a:cubicBezTo>
                <a:close/>
              </a:path>
            </a:pathLst>
          </a:custGeom>
          <a:solidFill xmlns:a="http://schemas.openxmlformats.org/drawingml/2006/main">
            <a:srgbClr val="F7F3F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7" name="stage-2-header-round">
            <a:extLst xmlns:a="http://schemas.openxmlformats.org/drawingml/2006/main">
              <a:ext uri="{FF2B5EF4-FFF2-40B4-BE49-F238E27FC236}">
                <a16:creationId xmlns:a16="http://schemas.microsoft.com/office/drawing/2014/main" id="{3CFAC044-529D-4714-81CC-28E7E9D43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43061" y="3342482"/>
            <a:ext cx="5173138" cy="967568"/>
          </a:xfrm>
          <a:custGeom xmlns:a="http://schemas.openxmlformats.org/drawingml/2006/main">
            <a:pathLst>
              <a:path w="5143500" h="962025">
                <a:moveTo>
                  <a:pt x="152400" y="0"/>
                </a:moveTo>
                <a:lnTo>
                  <a:pt x="4991100" y="0"/>
                </a:lnTo>
                <a:cubicBezTo>
                  <a:pt x="5075268" y="0"/>
                  <a:pt x="5143500" y="68232"/>
                  <a:pt x="5143500" y="152400"/>
                </a:cubicBezTo>
                <a:lnTo>
                  <a:pt x="5143500" y="809625"/>
                </a:lnTo>
                <a:cubicBezTo>
                  <a:pt x="5143500" y="893793"/>
                  <a:pt x="5075268" y="962025"/>
                  <a:pt x="4991100" y="962025"/>
                </a:cubicBezTo>
                <a:lnTo>
                  <a:pt x="152400" y="962025"/>
                </a:lnTo>
                <a:cubicBezTo>
                  <a:pt x="68232" y="962025"/>
                  <a:pt x="0" y="893793"/>
                  <a:pt x="0" y="809625"/>
                </a:cubicBezTo>
                <a:lnTo>
                  <a:pt x="0" y="152400"/>
                </a:lnTo>
                <a:cubicBezTo>
                  <a:pt x="0" y="68232"/>
                  <a:pt x="68232" y="0"/>
                  <a:pt x="152400" y="0"/>
                </a:cubicBezTo>
                <a:close/>
              </a:path>
            </a:pathLst>
          </a:custGeom>
          <a:solidFill xmlns:a="http://schemas.openxmlformats.org/drawingml/2006/main">
            <a:srgbClr val="5D433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stage-2-header-lower">
            <a:extLst xmlns:a="http://schemas.openxmlformats.org/drawingml/2006/main">
              <a:ext uri="{FF2B5EF4-FFF2-40B4-BE49-F238E27FC236}">
                <a16:creationId xmlns:a16="http://schemas.microsoft.com/office/drawing/2014/main" id="{D8C84A2E-524E-4718-AA70-DE1742235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43061" y="3514920"/>
            <a:ext cx="5173138" cy="795130"/>
          </a:xfrm>
          <a:custGeom xmlns:a="http://schemas.openxmlformats.org/drawingml/2006/main">
            <a:pathLst>
              <a:path w="5143500" h="790575">
                <a:moveTo>
                  <a:pt x="0" y="0"/>
                </a:moveTo>
                <a:lnTo>
                  <a:pt x="5143500" y="0"/>
                </a:lnTo>
                <a:lnTo>
                  <a:pt x="5143500" y="790575"/>
                </a:lnTo>
                <a:lnTo>
                  <a:pt x="0" y="790575"/>
                </a:lnTo>
                <a:close/>
              </a:path>
            </a:pathLst>
          </a:custGeom>
          <a:solidFill xmlns:a="http://schemas.openxmlformats.org/drawingml/2006/main">
            <a:srgbClr val="5D433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stage-2-number-box">
            <a:extLst xmlns:a="http://schemas.openxmlformats.org/drawingml/2006/main">
              <a:ext uri="{FF2B5EF4-FFF2-40B4-BE49-F238E27FC236}">
                <a16:creationId xmlns:a16="http://schemas.microsoft.com/office/drawing/2014/main" id="{D81E0223-C137-4BA2-895B-E2592576F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0458" y="3572399"/>
            <a:ext cx="526894" cy="536474"/>
          </a:xfrm>
          <a:custGeom xmlns:a="http://schemas.openxmlformats.org/drawingml/2006/main">
            <a:pathLst>
              <a:path w="523875" h="533400">
                <a:moveTo>
                  <a:pt x="133350" y="0"/>
                </a:moveTo>
                <a:lnTo>
                  <a:pt x="390525" y="0"/>
                </a:lnTo>
                <a:cubicBezTo>
                  <a:pt x="464172" y="0"/>
                  <a:pt x="523875" y="59703"/>
                  <a:pt x="523875" y="133350"/>
                </a:cubicBezTo>
                <a:lnTo>
                  <a:pt x="523875" y="400050"/>
                </a:lnTo>
                <a:cubicBezTo>
                  <a:pt x="523875" y="473697"/>
                  <a:pt x="464172" y="533400"/>
                  <a:pt x="390525" y="533400"/>
                </a:cubicBezTo>
                <a:lnTo>
                  <a:pt x="133350" y="533400"/>
                </a:lnTo>
                <a:cubicBezTo>
                  <a:pt x="59703" y="533400"/>
                  <a:pt x="0" y="473697"/>
                  <a:pt x="0" y="400050"/>
                </a:cubicBezTo>
                <a:lnTo>
                  <a:pt x="0" y="133350"/>
                </a:lnTo>
                <a:cubicBezTo>
                  <a:pt x="0" y="59703"/>
                  <a:pt x="59703" y="0"/>
                  <a:pt x="133350" y="0"/>
                </a:cubicBezTo>
                <a:close/>
              </a:path>
            </a:pathLst>
          </a:custGeom>
          <a:solidFill xmlns:a="http://schemas.openxmlformats.org/drawingml/2006/main">
            <a:srgbClr val="7A6457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0" name="stage-2-number">
            <a:extLst xmlns:a="http://schemas.openxmlformats.org/drawingml/2006/main">
              <a:ext uri="{FF2B5EF4-FFF2-40B4-BE49-F238E27FC236}">
                <a16:creationId xmlns:a16="http://schemas.microsoft.com/office/drawing/2014/main" id="{DE64F839-FCFF-4AB7-BCA2-6D5748364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30458" y="3673946"/>
            <a:ext cx="526894" cy="4023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26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26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263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41" name="stage-2-caption">
            <a:extLst xmlns:a="http://schemas.openxmlformats.org/drawingml/2006/main">
              <a:ext uri="{FF2B5EF4-FFF2-40B4-BE49-F238E27FC236}">
                <a16:creationId xmlns:a16="http://schemas.microsoft.com/office/drawing/2014/main" id="{D8CDD7FD-3D64-4402-8FE0-1A47ACEED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20210" y="3554389"/>
            <a:ext cx="977148" cy="214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07" b="1" i="0">
                <a:solidFill>
                  <a:srgbClr val="B0B1B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07" b="1" i="0">
                <a:solidFill>
                  <a:srgbClr val="B0B1B9"/>
                </a:solidFill>
                <a:latin typeface="Arial"/>
                <a:ea typeface="Arial"/>
                <a:cs typeface="Arial"/>
              </a:defRPr>
            </a:pPr>
            <a:r>
              <a:rPr sz="1207" b="1" i="0">
                <a:solidFill>
                  <a:srgbClr val="B0B1B9"/>
                </a:solidFill>
                <a:latin typeface="Arial"/>
                <a:ea typeface="Arial"/>
                <a:cs typeface="Arial"/>
              </a:rPr>
              <a:t>STAGE 2</a:t>
            </a:r>
          </a:p>
        </p:txBody>
      </p:sp>
      <p:sp>
        <p:nvSpPr>
          <p:cNvPr id="42" name="stage-2-title">
            <a:extLst xmlns:a="http://schemas.openxmlformats.org/drawingml/2006/main">
              <a:ext uri="{FF2B5EF4-FFF2-40B4-BE49-F238E27FC236}">
                <a16:creationId xmlns:a16="http://schemas.microsoft.com/office/drawing/2014/main" id="{4EA19EAC-4BA5-46C5-8C2A-59C7CE39D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20210" y="3751275"/>
            <a:ext cx="3228421" cy="3969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3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3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233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Supervised Fine-Tuning</a:t>
            </a:r>
          </a:p>
        </p:txBody>
      </p:sp>
      <p:sp>
        <p:nvSpPr>
          <p:cNvPr id="43" name="stage-2-abbreviation">
            <a:extLst xmlns:a="http://schemas.openxmlformats.org/drawingml/2006/main">
              <a:ext uri="{FF2B5EF4-FFF2-40B4-BE49-F238E27FC236}">
                <a16:creationId xmlns:a16="http://schemas.microsoft.com/office/drawing/2014/main" id="{799C64A9-BE3F-400C-B156-0394C8757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86950" y="3789671"/>
            <a:ext cx="689752" cy="3218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0" b="0" i="0">
                <a:solidFill>
                  <a:srgbClr val="B7B9C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0" b="0" i="0">
                <a:solidFill>
                  <a:srgbClr val="B7B9C4"/>
                </a:solidFill>
                <a:latin typeface="Arial"/>
                <a:ea typeface="Arial"/>
                <a:cs typeface="Arial"/>
              </a:defRPr>
            </a:pPr>
            <a:r>
              <a:rPr sz="1810" b="0" i="0">
                <a:solidFill>
                  <a:srgbClr val="B7B9C4"/>
                </a:solidFill>
                <a:latin typeface="Arial"/>
                <a:ea typeface="Arial"/>
                <a:cs typeface="Arial"/>
              </a:rPr>
              <a:t>(SFT)</a:t>
            </a:r>
          </a:p>
        </p:txBody>
      </p:sp>
      <p:sp>
        <p:nvSpPr>
          <p:cNvPr id="44" name="stage-2-DATA-badge">
            <a:extLst xmlns:a="http://schemas.openxmlformats.org/drawingml/2006/main">
              <a:ext uri="{FF2B5EF4-FFF2-40B4-BE49-F238E27FC236}">
                <a16:creationId xmlns:a16="http://schemas.microsoft.com/office/drawing/2014/main" id="{2285D7A5-CFC7-420E-86EE-432F2FC71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0458" y="4559127"/>
            <a:ext cx="201178" cy="201178"/>
          </a:xfrm>
          <a:custGeom xmlns:a="http://schemas.openxmlformats.org/drawingml/2006/main">
            <a:pathLst>
              <a:path w="200025" h="200025">
                <a:moveTo>
                  <a:pt x="38100" y="0"/>
                </a:moveTo>
                <a:lnTo>
                  <a:pt x="161925" y="0"/>
                </a:lnTo>
                <a:cubicBezTo>
                  <a:pt x="182967" y="0"/>
                  <a:pt x="200025" y="17058"/>
                  <a:pt x="200025" y="38100"/>
                </a:cubicBezTo>
                <a:lnTo>
                  <a:pt x="200025" y="161925"/>
                </a:lnTo>
                <a:cubicBezTo>
                  <a:pt x="200025" y="182967"/>
                  <a:pt x="182967" y="200025"/>
                  <a:pt x="161925" y="200025"/>
                </a:cubicBezTo>
                <a:lnTo>
                  <a:pt x="38100" y="200025"/>
                </a:lnTo>
                <a:cubicBezTo>
                  <a:pt x="17058" y="200025"/>
                  <a:pt x="0" y="182967"/>
                  <a:pt x="0" y="161925"/>
                </a:cubicBezTo>
                <a:lnTo>
                  <a:pt x="0" y="38100"/>
                </a:lnTo>
                <a:cubicBezTo>
                  <a:pt x="0" y="17058"/>
                  <a:pt x="17058" y="0"/>
                  <a:pt x="38100" y="0"/>
                </a:cubicBezTo>
                <a:close/>
              </a:path>
            </a:pathLst>
          </a:custGeom>
          <a:solidFill xmlns:a="http://schemas.openxmlformats.org/drawingml/2006/main">
            <a:srgbClr val="5D433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stage-2-DATA-icon-letter">
            <a:extLst xmlns:a="http://schemas.openxmlformats.org/drawingml/2006/main">
              <a:ext uri="{FF2B5EF4-FFF2-40B4-BE49-F238E27FC236}">
                <a16:creationId xmlns:a16="http://schemas.microsoft.com/office/drawing/2014/main" id="{7126CBAC-B0FA-4E5F-B9DE-ECCADF283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30458" y="4586334"/>
            <a:ext cx="201178" cy="160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905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  <p:sp>
        <p:nvSpPr>
          <p:cNvPr id="46" name="stage-2-DATA-heading">
            <a:extLst xmlns:a="http://schemas.openxmlformats.org/drawingml/2006/main">
              <a:ext uri="{FF2B5EF4-FFF2-40B4-BE49-F238E27FC236}">
                <a16:creationId xmlns:a16="http://schemas.microsoft.com/office/drawing/2014/main" id="{ACF6817D-0092-4318-A55E-552987585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08274" y="4556483"/>
            <a:ext cx="4368427" cy="244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5D4332"/>
                </a:solidFill>
                <a:latin typeface="Arial"/>
                <a:ea typeface="Arial"/>
                <a:cs typeface="Arial"/>
              </a:rPr>
              <a:t>DATA</a:t>
            </a:r>
          </a:p>
        </p:txBody>
      </p:sp>
      <p:sp>
        <p:nvSpPr>
          <p:cNvPr id="47" name="stage-2-DATA-line-1">
            <a:extLst xmlns:a="http://schemas.openxmlformats.org/drawingml/2006/main">
              <a:ext uri="{FF2B5EF4-FFF2-40B4-BE49-F238E27FC236}">
                <a16:creationId xmlns:a16="http://schemas.microsoft.com/office/drawing/2014/main" id="{14CF046D-D468-4D36-9940-E493579BF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08274" y="4846389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Trajectories with explicit reasoning chains</a:t>
            </a:r>
          </a:p>
        </p:txBody>
      </p:sp>
      <p:sp>
        <p:nvSpPr>
          <p:cNvPr id="48" name="stage-2-OBJECTIVE-badge">
            <a:extLst xmlns:a="http://schemas.openxmlformats.org/drawingml/2006/main">
              <a:ext uri="{FF2B5EF4-FFF2-40B4-BE49-F238E27FC236}">
                <a16:creationId xmlns:a16="http://schemas.microsoft.com/office/drawing/2014/main" id="{D562E7B2-1B88-40E8-8D00-D135470BB5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0458" y="5335098"/>
            <a:ext cx="201178" cy="201178"/>
          </a:xfrm>
          <a:custGeom xmlns:a="http://schemas.openxmlformats.org/drawingml/2006/main">
            <a:pathLst>
              <a:path w="200025" h="200025">
                <a:moveTo>
                  <a:pt x="38100" y="0"/>
                </a:moveTo>
                <a:lnTo>
                  <a:pt x="161925" y="0"/>
                </a:lnTo>
                <a:cubicBezTo>
                  <a:pt x="182967" y="0"/>
                  <a:pt x="200025" y="17058"/>
                  <a:pt x="200025" y="38100"/>
                </a:cubicBezTo>
                <a:lnTo>
                  <a:pt x="200025" y="161925"/>
                </a:lnTo>
                <a:cubicBezTo>
                  <a:pt x="200025" y="182967"/>
                  <a:pt x="182967" y="200025"/>
                  <a:pt x="161925" y="200025"/>
                </a:cubicBezTo>
                <a:lnTo>
                  <a:pt x="38100" y="200025"/>
                </a:lnTo>
                <a:cubicBezTo>
                  <a:pt x="17058" y="200025"/>
                  <a:pt x="0" y="182967"/>
                  <a:pt x="0" y="161925"/>
                </a:cubicBezTo>
                <a:lnTo>
                  <a:pt x="0" y="38100"/>
                </a:lnTo>
                <a:cubicBezTo>
                  <a:pt x="0" y="17058"/>
                  <a:pt x="17058" y="0"/>
                  <a:pt x="38100" y="0"/>
                </a:cubicBezTo>
                <a:close/>
              </a:path>
            </a:pathLst>
          </a:custGeom>
          <a:solidFill xmlns:a="http://schemas.openxmlformats.org/drawingml/2006/main">
            <a:srgbClr val="5D433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9" name="stage-2-OBJECTIVE-icon-letter">
            <a:extLst xmlns:a="http://schemas.openxmlformats.org/drawingml/2006/main">
              <a:ext uri="{FF2B5EF4-FFF2-40B4-BE49-F238E27FC236}">
                <a16:creationId xmlns:a16="http://schemas.microsoft.com/office/drawing/2014/main" id="{4CDC55EF-34DC-4277-A99F-D2E6CCBBF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30458" y="5362305"/>
            <a:ext cx="201178" cy="160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905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50" name="stage-2-OBJECTIVE-heading">
            <a:extLst xmlns:a="http://schemas.openxmlformats.org/drawingml/2006/main">
              <a:ext uri="{FF2B5EF4-FFF2-40B4-BE49-F238E27FC236}">
                <a16:creationId xmlns:a16="http://schemas.microsoft.com/office/drawing/2014/main" id="{38081BAF-E8CA-4F39-8091-209B92E70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08274" y="5332454"/>
            <a:ext cx="4368427" cy="244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5D4332"/>
                </a:solidFill>
                <a:latin typeface="Arial"/>
                <a:ea typeface="Arial"/>
                <a:cs typeface="Arial"/>
              </a:rPr>
              <a:t>OBJECTIVE</a:t>
            </a:r>
          </a:p>
        </p:txBody>
      </p:sp>
      <p:sp>
        <p:nvSpPr>
          <p:cNvPr id="51" name="stage-2-OBJECTIVE-line-1">
            <a:extLst xmlns:a="http://schemas.openxmlformats.org/drawingml/2006/main">
              <a:ext uri="{FF2B5EF4-FFF2-40B4-BE49-F238E27FC236}">
                <a16:creationId xmlns:a16="http://schemas.microsoft.com/office/drawing/2014/main" id="{9A3219F5-A483-4020-A385-4B13C1602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08274" y="5622360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Activate next-state prediction as explicit</a:t>
            </a:r>
          </a:p>
        </p:txBody>
      </p:sp>
      <p:sp>
        <p:nvSpPr>
          <p:cNvPr id="52" name="stage-2-OBJECTIVE-line-2">
            <a:extLst xmlns:a="http://schemas.openxmlformats.org/drawingml/2006/main">
              <a:ext uri="{FF2B5EF4-FFF2-40B4-BE49-F238E27FC236}">
                <a16:creationId xmlns:a16="http://schemas.microsoft.com/office/drawing/2014/main" id="{4F66EB56-2594-4B1E-9996-D21B8D76C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08274" y="5928916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thinking</a:t>
            </a:r>
          </a:p>
        </p:txBody>
      </p:sp>
      <p:sp>
        <p:nvSpPr>
          <p:cNvPr id="53" name="stage-2-TECHNIQUE-badge">
            <a:extLst xmlns:a="http://schemas.openxmlformats.org/drawingml/2006/main">
              <a:ext uri="{FF2B5EF4-FFF2-40B4-BE49-F238E27FC236}">
                <a16:creationId xmlns:a16="http://schemas.microsoft.com/office/drawing/2014/main" id="{D11CF81D-BA72-42A1-B6CD-ED6BFD6F1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30458" y="6408045"/>
            <a:ext cx="201178" cy="201178"/>
          </a:xfrm>
          <a:custGeom xmlns:a="http://schemas.openxmlformats.org/drawingml/2006/main">
            <a:pathLst>
              <a:path w="200025" h="200025">
                <a:moveTo>
                  <a:pt x="38100" y="0"/>
                </a:moveTo>
                <a:lnTo>
                  <a:pt x="161925" y="0"/>
                </a:lnTo>
                <a:cubicBezTo>
                  <a:pt x="182967" y="0"/>
                  <a:pt x="200025" y="17058"/>
                  <a:pt x="200025" y="38100"/>
                </a:cubicBezTo>
                <a:lnTo>
                  <a:pt x="200025" y="161925"/>
                </a:lnTo>
                <a:cubicBezTo>
                  <a:pt x="200025" y="182967"/>
                  <a:pt x="182967" y="200025"/>
                  <a:pt x="161925" y="200025"/>
                </a:cubicBezTo>
                <a:lnTo>
                  <a:pt x="38100" y="200025"/>
                </a:lnTo>
                <a:cubicBezTo>
                  <a:pt x="17058" y="200025"/>
                  <a:pt x="0" y="182967"/>
                  <a:pt x="0" y="161925"/>
                </a:cubicBezTo>
                <a:lnTo>
                  <a:pt x="0" y="38100"/>
                </a:lnTo>
                <a:cubicBezTo>
                  <a:pt x="0" y="17058"/>
                  <a:pt x="17058" y="0"/>
                  <a:pt x="38100" y="0"/>
                </a:cubicBezTo>
                <a:close/>
              </a:path>
            </a:pathLst>
          </a:custGeom>
          <a:solidFill xmlns:a="http://schemas.openxmlformats.org/drawingml/2006/main">
            <a:srgbClr val="5D433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4" name="stage-2-TECHNIQUE-icon-letter">
            <a:extLst xmlns:a="http://schemas.openxmlformats.org/drawingml/2006/main">
              <a:ext uri="{FF2B5EF4-FFF2-40B4-BE49-F238E27FC236}">
                <a16:creationId xmlns:a16="http://schemas.microsoft.com/office/drawing/2014/main" id="{F920A120-BA2E-48D0-B6FF-3C1FE2FCB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30458" y="6435252"/>
            <a:ext cx="201178" cy="160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905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T</a:t>
            </a:r>
          </a:p>
        </p:txBody>
      </p:sp>
      <p:sp>
        <p:nvSpPr>
          <p:cNvPr id="55" name="stage-2-TECHNIQUE-heading">
            <a:extLst xmlns:a="http://schemas.openxmlformats.org/drawingml/2006/main">
              <a:ext uri="{FF2B5EF4-FFF2-40B4-BE49-F238E27FC236}">
                <a16:creationId xmlns:a16="http://schemas.microsoft.com/office/drawing/2014/main" id="{D449AECB-4ADF-4C09-A9B0-9BED20E37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08274" y="6405401"/>
            <a:ext cx="4368427" cy="244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5D4332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5D4332"/>
                </a:solidFill>
                <a:latin typeface="Arial"/>
                <a:ea typeface="Arial"/>
                <a:cs typeface="Arial"/>
              </a:rPr>
              <a:t>TECHNIQUE</a:t>
            </a:r>
          </a:p>
        </p:txBody>
      </p:sp>
      <p:sp>
        <p:nvSpPr>
          <p:cNvPr id="56" name="stage-2-TECHNIQUE-line-1">
            <a:extLst xmlns:a="http://schemas.openxmlformats.org/drawingml/2006/main">
              <a:ext uri="{FF2B5EF4-FFF2-40B4-BE49-F238E27FC236}">
                <a16:creationId xmlns:a16="http://schemas.microsoft.com/office/drawing/2014/main" id="{1DDC83C2-A9F7-4A85-851A-673E4D7B1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08274" y="6695307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Rejection sampling with quality threshold</a:t>
            </a:r>
          </a:p>
        </p:txBody>
      </p:sp>
      <p:sp>
        <p:nvSpPr>
          <p:cNvPr id="57" name="stage-2-TECHNIQUE-line-2">
            <a:extLst xmlns:a="http://schemas.openxmlformats.org/drawingml/2006/main">
              <a:ext uri="{FF2B5EF4-FFF2-40B4-BE49-F238E27FC236}">
                <a16:creationId xmlns:a16="http://schemas.microsoft.com/office/drawing/2014/main" id="{910623BD-7ACA-4629-AF80-C2C6262C6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08274" y="7001864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filtering</a:t>
            </a:r>
          </a:p>
        </p:txBody>
      </p:sp>
      <p:sp>
        <p:nvSpPr>
          <p:cNvPr id="58" name="stage-3-shadow-8">
            <a:extLst xmlns:a="http://schemas.openxmlformats.org/drawingml/2006/main">
              <a:ext uri="{FF2B5EF4-FFF2-40B4-BE49-F238E27FC236}">
                <a16:creationId xmlns:a16="http://schemas.microsoft.com/office/drawing/2014/main" id="{4FF1CEF9-7E98-4351-AE4A-4CA9A4584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07128" y="3399961"/>
            <a:ext cx="5326416" cy="4282208"/>
          </a:xfrm>
          <a:custGeom xmlns:a="http://schemas.openxmlformats.org/drawingml/2006/main">
            <a:pathLst>
              <a:path w="5295900" h="4257675">
                <a:moveTo>
                  <a:pt x="266700" y="0"/>
                </a:moveTo>
                <a:lnTo>
                  <a:pt x="5029200" y="0"/>
                </a:lnTo>
                <a:cubicBezTo>
                  <a:pt x="5176494" y="0"/>
                  <a:pt x="5295900" y="119406"/>
                  <a:pt x="5295900" y="266700"/>
                </a:cubicBezTo>
                <a:lnTo>
                  <a:pt x="5295900" y="3990975"/>
                </a:lnTo>
                <a:cubicBezTo>
                  <a:pt x="5295900" y="4138269"/>
                  <a:pt x="5176494" y="4257675"/>
                  <a:pt x="5029200" y="4257675"/>
                </a:cubicBezTo>
                <a:lnTo>
                  <a:pt x="266700" y="4257675"/>
                </a:lnTo>
                <a:cubicBezTo>
                  <a:pt x="119406" y="4257675"/>
                  <a:pt x="0" y="4138269"/>
                  <a:pt x="0" y="3990975"/>
                </a:cubicBezTo>
                <a:lnTo>
                  <a:pt x="0" y="266700"/>
                </a:lnTo>
                <a:cubicBezTo>
                  <a:pt x="0" y="119406"/>
                  <a:pt x="119406" y="0"/>
                  <a:pt x="266700" y="0"/>
                </a:cubicBezTo>
                <a:close/>
              </a:path>
            </a:pathLst>
          </a:custGeom>
          <a:solidFill xmlns:a="http://schemas.openxmlformats.org/drawingml/2006/main">
            <a:srgbClr val="60606B">
              <a:alpha val="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" name="stage-3-shadow-5">
            <a:extLst xmlns:a="http://schemas.openxmlformats.org/drawingml/2006/main">
              <a:ext uri="{FF2B5EF4-FFF2-40B4-BE49-F238E27FC236}">
                <a16:creationId xmlns:a16="http://schemas.microsoft.com/office/drawing/2014/main" id="{4AAC43BB-DDC0-4B5C-AB0D-47FD6A99A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35868" y="3399961"/>
            <a:ext cx="5268937" cy="4253469"/>
          </a:xfrm>
          <a:custGeom xmlns:a="http://schemas.openxmlformats.org/drawingml/2006/main">
            <a:pathLst>
              <a:path w="5238750" h="4229100">
                <a:moveTo>
                  <a:pt x="238125" y="0"/>
                </a:moveTo>
                <a:lnTo>
                  <a:pt x="5000625" y="0"/>
                </a:lnTo>
                <a:cubicBezTo>
                  <a:pt x="5132138" y="0"/>
                  <a:pt x="5238750" y="106612"/>
                  <a:pt x="5238750" y="238125"/>
                </a:cubicBezTo>
                <a:lnTo>
                  <a:pt x="5238750" y="3990975"/>
                </a:lnTo>
                <a:cubicBezTo>
                  <a:pt x="5238750" y="4122488"/>
                  <a:pt x="5132138" y="4229100"/>
                  <a:pt x="5000625" y="4229100"/>
                </a:cubicBezTo>
                <a:lnTo>
                  <a:pt x="238125" y="4229100"/>
                </a:lnTo>
                <a:cubicBezTo>
                  <a:pt x="106612" y="4229100"/>
                  <a:pt x="0" y="4122488"/>
                  <a:pt x="0" y="3990975"/>
                </a:cubicBezTo>
                <a:lnTo>
                  <a:pt x="0" y="238125"/>
                </a:lnTo>
                <a:cubicBezTo>
                  <a:pt x="0" y="106612"/>
                  <a:pt x="106612" y="0"/>
                  <a:pt x="238125" y="0"/>
                </a:cubicBezTo>
                <a:close/>
              </a:path>
            </a:pathLst>
          </a:custGeom>
          <a:solidFill xmlns:a="http://schemas.openxmlformats.org/drawingml/2006/main">
            <a:srgbClr val="60606B">
              <a:alpha val="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stage-3-shadow-2">
            <a:extLst xmlns:a="http://schemas.openxmlformats.org/drawingml/2006/main">
              <a:ext uri="{FF2B5EF4-FFF2-40B4-BE49-F238E27FC236}">
                <a16:creationId xmlns:a16="http://schemas.microsoft.com/office/drawing/2014/main" id="{724E9F80-BA17-49A3-8C3D-D46071921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64608" y="3399961"/>
            <a:ext cx="5211457" cy="4224729"/>
          </a:xfrm>
          <a:custGeom xmlns:a="http://schemas.openxmlformats.org/drawingml/2006/main">
            <a:pathLst>
              <a:path w="5181600" h="4200525">
                <a:moveTo>
                  <a:pt x="209550" y="0"/>
                </a:moveTo>
                <a:lnTo>
                  <a:pt x="4972050" y="0"/>
                </a:lnTo>
                <a:cubicBezTo>
                  <a:pt x="5087781" y="0"/>
                  <a:pt x="5181600" y="93819"/>
                  <a:pt x="5181600" y="209550"/>
                </a:cubicBezTo>
                <a:lnTo>
                  <a:pt x="5181600" y="3990975"/>
                </a:lnTo>
                <a:cubicBezTo>
                  <a:pt x="5181600" y="4106706"/>
                  <a:pt x="5087781" y="4200525"/>
                  <a:pt x="4972050" y="4200525"/>
                </a:cubicBezTo>
                <a:lnTo>
                  <a:pt x="209550" y="4200525"/>
                </a:lnTo>
                <a:cubicBezTo>
                  <a:pt x="93819" y="4200525"/>
                  <a:pt x="0" y="4106706"/>
                  <a:pt x="0" y="3990975"/>
                </a:cubicBezTo>
                <a:lnTo>
                  <a:pt x="0" y="209550"/>
                </a:lnTo>
                <a:cubicBezTo>
                  <a:pt x="0" y="93819"/>
                  <a:pt x="93819" y="0"/>
                  <a:pt x="209550" y="0"/>
                </a:cubicBezTo>
                <a:close/>
              </a:path>
            </a:pathLst>
          </a:custGeom>
          <a:solidFill xmlns:a="http://schemas.openxmlformats.org/drawingml/2006/main">
            <a:srgbClr val="60606B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stage-3-card">
            <a:extLst xmlns:a="http://schemas.openxmlformats.org/drawingml/2006/main">
              <a:ext uri="{FF2B5EF4-FFF2-40B4-BE49-F238E27FC236}">
                <a16:creationId xmlns:a16="http://schemas.microsoft.com/office/drawing/2014/main" id="{0C1FE289-7A5B-40D6-9C5C-E5B494B65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83767" y="3342482"/>
            <a:ext cx="5173138" cy="4224729"/>
          </a:xfrm>
          <a:custGeom xmlns:a="http://schemas.openxmlformats.org/drawingml/2006/main">
            <a:pathLst>
              <a:path w="5143500" h="4200525">
                <a:moveTo>
                  <a:pt x="161925" y="0"/>
                </a:moveTo>
                <a:lnTo>
                  <a:pt x="4981575" y="0"/>
                </a:lnTo>
                <a:cubicBezTo>
                  <a:pt x="5071004" y="0"/>
                  <a:pt x="5143500" y="72496"/>
                  <a:pt x="5143500" y="161925"/>
                </a:cubicBezTo>
                <a:lnTo>
                  <a:pt x="5143500" y="4038600"/>
                </a:lnTo>
                <a:cubicBezTo>
                  <a:pt x="5143500" y="4128029"/>
                  <a:pt x="5071004" y="4200525"/>
                  <a:pt x="4981575" y="4200525"/>
                </a:cubicBezTo>
                <a:lnTo>
                  <a:pt x="161925" y="4200525"/>
                </a:lnTo>
                <a:cubicBezTo>
                  <a:pt x="72496" y="4200525"/>
                  <a:pt x="0" y="4128029"/>
                  <a:pt x="0" y="4038600"/>
                </a:cubicBezTo>
                <a:lnTo>
                  <a:pt x="0" y="161925"/>
                </a:lnTo>
                <a:cubicBezTo>
                  <a:pt x="0" y="72496"/>
                  <a:pt x="72496" y="0"/>
                  <a:pt x="161925" y="0"/>
                </a:cubicBezTo>
                <a:close/>
              </a:path>
            </a:pathLst>
          </a:custGeom>
          <a:solidFill xmlns:a="http://schemas.openxmlformats.org/drawingml/2006/main">
            <a:srgbClr val="F4F2F7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" name="stage-3-header-round">
            <a:extLst xmlns:a="http://schemas.openxmlformats.org/drawingml/2006/main">
              <a:ext uri="{FF2B5EF4-FFF2-40B4-BE49-F238E27FC236}">
                <a16:creationId xmlns:a16="http://schemas.microsoft.com/office/drawing/2014/main" id="{5901D16F-531A-4F4E-B0F5-7A29C67ABD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83767" y="3342482"/>
            <a:ext cx="5173138" cy="967568"/>
          </a:xfrm>
          <a:custGeom xmlns:a="http://schemas.openxmlformats.org/drawingml/2006/main">
            <a:pathLst>
              <a:path w="5143500" h="962025">
                <a:moveTo>
                  <a:pt x="152400" y="0"/>
                </a:moveTo>
                <a:lnTo>
                  <a:pt x="4991100" y="0"/>
                </a:lnTo>
                <a:cubicBezTo>
                  <a:pt x="5075268" y="0"/>
                  <a:pt x="5143500" y="68232"/>
                  <a:pt x="5143500" y="152400"/>
                </a:cubicBezTo>
                <a:lnTo>
                  <a:pt x="5143500" y="809625"/>
                </a:lnTo>
                <a:cubicBezTo>
                  <a:pt x="5143500" y="893793"/>
                  <a:pt x="5075268" y="962025"/>
                  <a:pt x="4991100" y="962025"/>
                </a:cubicBezTo>
                <a:lnTo>
                  <a:pt x="152400" y="962025"/>
                </a:lnTo>
                <a:cubicBezTo>
                  <a:pt x="68232" y="962025"/>
                  <a:pt x="0" y="893793"/>
                  <a:pt x="0" y="809625"/>
                </a:cubicBezTo>
                <a:lnTo>
                  <a:pt x="0" y="152400"/>
                </a:lnTo>
                <a:cubicBezTo>
                  <a:pt x="0" y="68232"/>
                  <a:pt x="68232" y="0"/>
                  <a:pt x="152400" y="0"/>
                </a:cubicBezTo>
                <a:close/>
              </a:path>
            </a:pathLst>
          </a:custGeom>
          <a:solidFill xmlns:a="http://schemas.openxmlformats.org/drawingml/2006/main">
            <a:srgbClr val="4B366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" name="stage-3-header-lower">
            <a:extLst xmlns:a="http://schemas.openxmlformats.org/drawingml/2006/main">
              <a:ext uri="{FF2B5EF4-FFF2-40B4-BE49-F238E27FC236}">
                <a16:creationId xmlns:a16="http://schemas.microsoft.com/office/drawing/2014/main" id="{7CCD8B09-9240-4761-9534-17F75D0B6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83767" y="3514920"/>
            <a:ext cx="5173138" cy="795130"/>
          </a:xfrm>
          <a:custGeom xmlns:a="http://schemas.openxmlformats.org/drawingml/2006/main">
            <a:pathLst>
              <a:path w="5143500" h="790575">
                <a:moveTo>
                  <a:pt x="0" y="0"/>
                </a:moveTo>
                <a:lnTo>
                  <a:pt x="5143500" y="0"/>
                </a:lnTo>
                <a:lnTo>
                  <a:pt x="5143500" y="790575"/>
                </a:lnTo>
                <a:lnTo>
                  <a:pt x="0" y="790575"/>
                </a:lnTo>
                <a:close/>
              </a:path>
            </a:pathLst>
          </a:custGeom>
          <a:solidFill xmlns:a="http://schemas.openxmlformats.org/drawingml/2006/main">
            <a:srgbClr val="4B366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stage-3-number-box">
            <a:extLst xmlns:a="http://schemas.openxmlformats.org/drawingml/2006/main">
              <a:ext uri="{FF2B5EF4-FFF2-40B4-BE49-F238E27FC236}">
                <a16:creationId xmlns:a16="http://schemas.microsoft.com/office/drawing/2014/main" id="{52C0184F-E49A-4059-8274-B439D4ADF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71164" y="3572399"/>
            <a:ext cx="526894" cy="536474"/>
          </a:xfrm>
          <a:custGeom xmlns:a="http://schemas.openxmlformats.org/drawingml/2006/main">
            <a:pathLst>
              <a:path w="523875" h="533400">
                <a:moveTo>
                  <a:pt x="133350" y="0"/>
                </a:moveTo>
                <a:lnTo>
                  <a:pt x="390525" y="0"/>
                </a:lnTo>
                <a:cubicBezTo>
                  <a:pt x="464172" y="0"/>
                  <a:pt x="523875" y="59703"/>
                  <a:pt x="523875" y="133350"/>
                </a:cubicBezTo>
                <a:lnTo>
                  <a:pt x="523875" y="400050"/>
                </a:lnTo>
                <a:cubicBezTo>
                  <a:pt x="523875" y="473697"/>
                  <a:pt x="464172" y="533400"/>
                  <a:pt x="390525" y="533400"/>
                </a:cubicBezTo>
                <a:lnTo>
                  <a:pt x="133350" y="533400"/>
                </a:lnTo>
                <a:cubicBezTo>
                  <a:pt x="59703" y="533400"/>
                  <a:pt x="0" y="473697"/>
                  <a:pt x="0" y="400050"/>
                </a:cubicBezTo>
                <a:lnTo>
                  <a:pt x="0" y="133350"/>
                </a:lnTo>
                <a:cubicBezTo>
                  <a:pt x="0" y="59703"/>
                  <a:pt x="59703" y="0"/>
                  <a:pt x="133350" y="0"/>
                </a:cubicBezTo>
                <a:close/>
              </a:path>
            </a:pathLst>
          </a:custGeom>
          <a:solidFill xmlns:a="http://schemas.openxmlformats.org/drawingml/2006/main">
            <a:srgbClr val="6A5B7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" name="stage-3-number">
            <a:extLst xmlns:a="http://schemas.openxmlformats.org/drawingml/2006/main">
              <a:ext uri="{FF2B5EF4-FFF2-40B4-BE49-F238E27FC236}">
                <a16:creationId xmlns:a16="http://schemas.microsoft.com/office/drawing/2014/main" id="{7D74A974-C44C-4424-8D01-5B4834874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71164" y="3673946"/>
            <a:ext cx="526894" cy="4023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226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226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263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66" name="stage-3-caption">
            <a:extLst xmlns:a="http://schemas.openxmlformats.org/drawingml/2006/main">
              <a:ext uri="{FF2B5EF4-FFF2-40B4-BE49-F238E27FC236}">
                <a16:creationId xmlns:a16="http://schemas.microsoft.com/office/drawing/2014/main" id="{6F8FAB77-A520-4684-9ADA-FB2A1C0DC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60916" y="3554389"/>
            <a:ext cx="977148" cy="214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07" b="1" i="0">
                <a:solidFill>
                  <a:srgbClr val="B0B1B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07" b="1" i="0">
                <a:solidFill>
                  <a:srgbClr val="B0B1B9"/>
                </a:solidFill>
                <a:latin typeface="Arial"/>
                <a:ea typeface="Arial"/>
                <a:cs typeface="Arial"/>
              </a:defRPr>
            </a:pPr>
            <a:r>
              <a:rPr sz="1207" b="1" i="0">
                <a:solidFill>
                  <a:srgbClr val="B0B1B9"/>
                </a:solidFill>
                <a:latin typeface="Arial"/>
                <a:ea typeface="Arial"/>
                <a:cs typeface="Arial"/>
              </a:rPr>
              <a:t>STAGE 3</a:t>
            </a:r>
          </a:p>
        </p:txBody>
      </p:sp>
      <p:sp>
        <p:nvSpPr>
          <p:cNvPr id="67" name="stage-3-title">
            <a:extLst xmlns:a="http://schemas.openxmlformats.org/drawingml/2006/main">
              <a:ext uri="{FF2B5EF4-FFF2-40B4-BE49-F238E27FC236}">
                <a16:creationId xmlns:a16="http://schemas.microsoft.com/office/drawing/2014/main" id="{1BD0C6F3-6E2B-429E-BD12-C592C226ED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60916" y="3751275"/>
            <a:ext cx="3276321" cy="3969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3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33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233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Reinforcement Learning</a:t>
            </a:r>
          </a:p>
        </p:txBody>
      </p:sp>
      <p:sp>
        <p:nvSpPr>
          <p:cNvPr id="68" name="stage-3-abbreviation">
            <a:extLst xmlns:a="http://schemas.openxmlformats.org/drawingml/2006/main">
              <a:ext uri="{FF2B5EF4-FFF2-40B4-BE49-F238E27FC236}">
                <a16:creationId xmlns:a16="http://schemas.microsoft.com/office/drawing/2014/main" id="{CAA5CE2A-8328-441D-922F-1D4DF26B1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75556" y="3789671"/>
            <a:ext cx="641852" cy="3218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0" b="0" i="0">
                <a:solidFill>
                  <a:srgbClr val="B7B9C4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0" b="0" i="0">
                <a:solidFill>
                  <a:srgbClr val="B7B9C4"/>
                </a:solidFill>
                <a:latin typeface="Arial"/>
                <a:ea typeface="Arial"/>
                <a:cs typeface="Arial"/>
              </a:defRPr>
            </a:pPr>
            <a:r>
              <a:rPr sz="1810" b="0" i="0">
                <a:solidFill>
                  <a:srgbClr val="B7B9C4"/>
                </a:solidFill>
                <a:latin typeface="Arial"/>
                <a:ea typeface="Arial"/>
                <a:cs typeface="Arial"/>
              </a:rPr>
              <a:t>(RL)</a:t>
            </a:r>
          </a:p>
        </p:txBody>
      </p:sp>
      <p:sp>
        <p:nvSpPr>
          <p:cNvPr id="69" name="stage-3-DATA-badge">
            <a:extLst xmlns:a="http://schemas.openxmlformats.org/drawingml/2006/main">
              <a:ext uri="{FF2B5EF4-FFF2-40B4-BE49-F238E27FC236}">
                <a16:creationId xmlns:a16="http://schemas.microsoft.com/office/drawing/2014/main" id="{1CFA8A26-68E7-450F-8384-1B90116C0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71164" y="4559127"/>
            <a:ext cx="201178" cy="201178"/>
          </a:xfrm>
          <a:custGeom xmlns:a="http://schemas.openxmlformats.org/drawingml/2006/main">
            <a:pathLst>
              <a:path w="200025" h="200025">
                <a:moveTo>
                  <a:pt x="38100" y="0"/>
                </a:moveTo>
                <a:lnTo>
                  <a:pt x="161925" y="0"/>
                </a:lnTo>
                <a:cubicBezTo>
                  <a:pt x="182967" y="0"/>
                  <a:pt x="200025" y="17058"/>
                  <a:pt x="200025" y="38100"/>
                </a:cubicBezTo>
                <a:lnTo>
                  <a:pt x="200025" y="161925"/>
                </a:lnTo>
                <a:cubicBezTo>
                  <a:pt x="200025" y="182967"/>
                  <a:pt x="182967" y="200025"/>
                  <a:pt x="161925" y="200025"/>
                </a:cubicBezTo>
                <a:lnTo>
                  <a:pt x="38100" y="200025"/>
                </a:lnTo>
                <a:cubicBezTo>
                  <a:pt x="17058" y="200025"/>
                  <a:pt x="0" y="182967"/>
                  <a:pt x="0" y="161925"/>
                </a:cubicBezTo>
                <a:lnTo>
                  <a:pt x="0" y="38100"/>
                </a:lnTo>
                <a:cubicBezTo>
                  <a:pt x="0" y="17058"/>
                  <a:pt x="17058" y="0"/>
                  <a:pt x="38100" y="0"/>
                </a:cubicBezTo>
                <a:close/>
              </a:path>
            </a:pathLst>
          </a:custGeom>
          <a:solidFill xmlns:a="http://schemas.openxmlformats.org/drawingml/2006/main">
            <a:srgbClr val="4B366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0" name="stage-3-DATA-icon-letter">
            <a:extLst xmlns:a="http://schemas.openxmlformats.org/drawingml/2006/main">
              <a:ext uri="{FF2B5EF4-FFF2-40B4-BE49-F238E27FC236}">
                <a16:creationId xmlns:a16="http://schemas.microsoft.com/office/drawing/2014/main" id="{98077DA2-CE26-4B10-BFB4-3DC92FF80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71164" y="4586334"/>
            <a:ext cx="201178" cy="160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905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</a:t>
            </a:r>
          </a:p>
        </p:txBody>
      </p:sp>
      <p:sp>
        <p:nvSpPr>
          <p:cNvPr id="71" name="stage-3-DATA-heading">
            <a:extLst xmlns:a="http://schemas.openxmlformats.org/drawingml/2006/main">
              <a:ext uri="{FF2B5EF4-FFF2-40B4-BE49-F238E27FC236}">
                <a16:creationId xmlns:a16="http://schemas.microsoft.com/office/drawing/2014/main" id="{7D89C460-8099-40C4-BE29-509238381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48981" y="4556483"/>
            <a:ext cx="4368427" cy="244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4B3661"/>
                </a:solidFill>
                <a:latin typeface="Arial"/>
                <a:ea typeface="Arial"/>
                <a:cs typeface="Arial"/>
              </a:rPr>
              <a:t>DATA</a:t>
            </a:r>
          </a:p>
        </p:txBody>
      </p:sp>
      <p:sp>
        <p:nvSpPr>
          <p:cNvPr id="72" name="stage-3-DATA-line-1">
            <a:extLst xmlns:a="http://schemas.openxmlformats.org/drawingml/2006/main">
              <a:ext uri="{FF2B5EF4-FFF2-40B4-BE49-F238E27FC236}">
                <a16:creationId xmlns:a16="http://schemas.microsoft.com/office/drawing/2014/main" id="{A7631189-CF11-4550-8623-4131197E9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48981" y="4846389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On-policy rollouts via GSPO</a:t>
            </a:r>
          </a:p>
        </p:txBody>
      </p:sp>
      <p:sp>
        <p:nvSpPr>
          <p:cNvPr id="73" name="stage-3-OBJECTIVE-badge">
            <a:extLst xmlns:a="http://schemas.openxmlformats.org/drawingml/2006/main">
              <a:ext uri="{FF2B5EF4-FFF2-40B4-BE49-F238E27FC236}">
                <a16:creationId xmlns:a16="http://schemas.microsoft.com/office/drawing/2014/main" id="{6B1AE5C7-C7FA-4B35-96C2-D1FF3FE018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71164" y="5335098"/>
            <a:ext cx="201178" cy="201178"/>
          </a:xfrm>
          <a:custGeom xmlns:a="http://schemas.openxmlformats.org/drawingml/2006/main">
            <a:pathLst>
              <a:path w="200025" h="200025">
                <a:moveTo>
                  <a:pt x="38100" y="0"/>
                </a:moveTo>
                <a:lnTo>
                  <a:pt x="161925" y="0"/>
                </a:lnTo>
                <a:cubicBezTo>
                  <a:pt x="182967" y="0"/>
                  <a:pt x="200025" y="17058"/>
                  <a:pt x="200025" y="38100"/>
                </a:cubicBezTo>
                <a:lnTo>
                  <a:pt x="200025" y="161925"/>
                </a:lnTo>
                <a:cubicBezTo>
                  <a:pt x="200025" y="182967"/>
                  <a:pt x="182967" y="200025"/>
                  <a:pt x="161925" y="200025"/>
                </a:cubicBezTo>
                <a:lnTo>
                  <a:pt x="38100" y="200025"/>
                </a:lnTo>
                <a:cubicBezTo>
                  <a:pt x="17058" y="200025"/>
                  <a:pt x="0" y="182967"/>
                  <a:pt x="0" y="161925"/>
                </a:cubicBezTo>
                <a:lnTo>
                  <a:pt x="0" y="38100"/>
                </a:lnTo>
                <a:cubicBezTo>
                  <a:pt x="0" y="17058"/>
                  <a:pt x="17058" y="0"/>
                  <a:pt x="38100" y="0"/>
                </a:cubicBezTo>
                <a:close/>
              </a:path>
            </a:pathLst>
          </a:custGeom>
          <a:solidFill xmlns:a="http://schemas.openxmlformats.org/drawingml/2006/main">
            <a:srgbClr val="4B366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" name="stage-3-OBJECTIVE-icon-letter">
            <a:extLst xmlns:a="http://schemas.openxmlformats.org/drawingml/2006/main">
              <a:ext uri="{FF2B5EF4-FFF2-40B4-BE49-F238E27FC236}">
                <a16:creationId xmlns:a16="http://schemas.microsoft.com/office/drawing/2014/main" id="{6E38A280-D62C-478E-B0A2-D2C998BF3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71164" y="5362305"/>
            <a:ext cx="201178" cy="160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905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O</a:t>
            </a:r>
          </a:p>
        </p:txBody>
      </p:sp>
      <p:sp>
        <p:nvSpPr>
          <p:cNvPr id="75" name="stage-3-OBJECTIVE-heading">
            <a:extLst xmlns:a="http://schemas.openxmlformats.org/drawingml/2006/main">
              <a:ext uri="{FF2B5EF4-FFF2-40B4-BE49-F238E27FC236}">
                <a16:creationId xmlns:a16="http://schemas.microsoft.com/office/drawing/2014/main" id="{0BD634C9-17E3-4369-940D-86D01E97B5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48981" y="5332454"/>
            <a:ext cx="4368427" cy="244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4B3661"/>
                </a:solidFill>
                <a:latin typeface="Arial"/>
                <a:ea typeface="Arial"/>
                <a:cs typeface="Arial"/>
              </a:rPr>
              <a:t>OBJECTIVE</a:t>
            </a:r>
          </a:p>
        </p:txBody>
      </p:sp>
      <p:sp>
        <p:nvSpPr>
          <p:cNvPr id="76" name="stage-3-OBJECTIVE-line-1">
            <a:extLst xmlns:a="http://schemas.openxmlformats.org/drawingml/2006/main">
              <a:ext uri="{FF2B5EF4-FFF2-40B4-BE49-F238E27FC236}">
                <a16:creationId xmlns:a16="http://schemas.microsoft.com/office/drawing/2014/main" id="{EECD555A-9CA8-4F01-B1A6-E793DA17B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48981" y="5622360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Sharpen simulation fidelity with hybrid</a:t>
            </a:r>
          </a:p>
        </p:txBody>
      </p:sp>
      <p:sp>
        <p:nvSpPr>
          <p:cNvPr id="77" name="stage-3-OBJECTIVE-line-2">
            <a:extLst xmlns:a="http://schemas.openxmlformats.org/drawingml/2006/main">
              <a:ext uri="{FF2B5EF4-FFF2-40B4-BE49-F238E27FC236}">
                <a16:creationId xmlns:a16="http://schemas.microsoft.com/office/drawing/2014/main" id="{2411ACA5-E4B7-4D93-9837-1FF18FF9D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48981" y="5928916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rewards</a:t>
            </a:r>
          </a:p>
        </p:txBody>
      </p:sp>
      <p:sp>
        <p:nvSpPr>
          <p:cNvPr id="78" name="stage-3-TECHNIQUE-badge">
            <a:extLst xmlns:a="http://schemas.openxmlformats.org/drawingml/2006/main">
              <a:ext uri="{FF2B5EF4-FFF2-40B4-BE49-F238E27FC236}">
                <a16:creationId xmlns:a16="http://schemas.microsoft.com/office/drawing/2014/main" id="{C6788D6E-3DF4-4BEE-BD5D-AE743198E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71164" y="6408045"/>
            <a:ext cx="201178" cy="201178"/>
          </a:xfrm>
          <a:custGeom xmlns:a="http://schemas.openxmlformats.org/drawingml/2006/main">
            <a:pathLst>
              <a:path w="200025" h="200025">
                <a:moveTo>
                  <a:pt x="38100" y="0"/>
                </a:moveTo>
                <a:lnTo>
                  <a:pt x="161925" y="0"/>
                </a:lnTo>
                <a:cubicBezTo>
                  <a:pt x="182967" y="0"/>
                  <a:pt x="200025" y="17058"/>
                  <a:pt x="200025" y="38100"/>
                </a:cubicBezTo>
                <a:lnTo>
                  <a:pt x="200025" y="161925"/>
                </a:lnTo>
                <a:cubicBezTo>
                  <a:pt x="200025" y="182967"/>
                  <a:pt x="182967" y="200025"/>
                  <a:pt x="161925" y="200025"/>
                </a:cubicBezTo>
                <a:lnTo>
                  <a:pt x="38100" y="200025"/>
                </a:lnTo>
                <a:cubicBezTo>
                  <a:pt x="17058" y="200025"/>
                  <a:pt x="0" y="182967"/>
                  <a:pt x="0" y="161925"/>
                </a:cubicBezTo>
                <a:lnTo>
                  <a:pt x="0" y="38100"/>
                </a:lnTo>
                <a:cubicBezTo>
                  <a:pt x="0" y="17058"/>
                  <a:pt x="17058" y="0"/>
                  <a:pt x="38100" y="0"/>
                </a:cubicBezTo>
                <a:close/>
              </a:path>
            </a:pathLst>
          </a:custGeom>
          <a:solidFill xmlns:a="http://schemas.openxmlformats.org/drawingml/2006/main">
            <a:srgbClr val="4B366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" name="stage-3-TECHNIQUE-icon-letter">
            <a:extLst xmlns:a="http://schemas.openxmlformats.org/drawingml/2006/main">
              <a:ext uri="{FF2B5EF4-FFF2-40B4-BE49-F238E27FC236}">
                <a16:creationId xmlns:a16="http://schemas.microsoft.com/office/drawing/2014/main" id="{F601127F-DBF4-4953-96B5-283DFC94A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71164" y="6435252"/>
            <a:ext cx="201178" cy="1609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905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905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T</a:t>
            </a:r>
          </a:p>
        </p:txBody>
      </p:sp>
      <p:sp>
        <p:nvSpPr>
          <p:cNvPr id="80" name="stage-3-TECHNIQUE-heading">
            <a:extLst xmlns:a="http://schemas.openxmlformats.org/drawingml/2006/main">
              <a:ext uri="{FF2B5EF4-FFF2-40B4-BE49-F238E27FC236}">
                <a16:creationId xmlns:a16="http://schemas.microsoft.com/office/drawing/2014/main" id="{FD5464B5-FF14-4AAE-8BEE-58128664D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48981" y="6405401"/>
            <a:ext cx="4368427" cy="244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3" b="1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3" b="1" i="0">
                <a:solidFill>
                  <a:srgbClr val="4B3661"/>
                </a:solidFill>
                <a:latin typeface="Arial"/>
                <a:ea typeface="Arial"/>
                <a:cs typeface="Arial"/>
              </a:defRPr>
            </a:pPr>
            <a:r>
              <a:rPr sz="1373" b="1" i="0">
                <a:solidFill>
                  <a:srgbClr val="4B3661"/>
                </a:solidFill>
                <a:latin typeface="Arial"/>
                <a:ea typeface="Arial"/>
                <a:cs typeface="Arial"/>
              </a:rPr>
              <a:t>TECHNIQUE</a:t>
            </a:r>
          </a:p>
        </p:txBody>
      </p:sp>
      <p:sp>
        <p:nvSpPr>
          <p:cNvPr id="81" name="stage-3-TECHNIQUE-line-1">
            <a:extLst xmlns:a="http://schemas.openxmlformats.org/drawingml/2006/main">
              <a:ext uri="{FF2B5EF4-FFF2-40B4-BE49-F238E27FC236}">
                <a16:creationId xmlns:a16="http://schemas.microsoft.com/office/drawing/2014/main" id="{0AF19E36-2B79-4881-AFA5-414222B47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48981" y="6695307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Rubric-based LLM judge + rule-based</a:t>
            </a:r>
          </a:p>
        </p:txBody>
      </p:sp>
      <p:sp>
        <p:nvSpPr>
          <p:cNvPr id="82" name="stage-3-TECHNIQUE-line-2">
            <a:extLst xmlns:a="http://schemas.openxmlformats.org/drawingml/2006/main">
              <a:ext uri="{FF2B5EF4-FFF2-40B4-BE49-F238E27FC236}">
                <a16:creationId xmlns:a16="http://schemas.microsoft.com/office/drawing/2014/main" id="{B9382731-7EBE-43F4-9464-96D3423EE7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248981" y="7001864"/>
            <a:ext cx="4368427" cy="299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82" b="0" i="0">
                <a:solidFill>
                  <a:srgbClr val="54565F"/>
                </a:solidFill>
                <a:latin typeface="Arial"/>
                <a:ea typeface="Arial"/>
                <a:cs typeface="Arial"/>
              </a:defRPr>
            </a:pPr>
            <a:r>
              <a:rPr sz="1682" b="0" i="0">
                <a:solidFill>
                  <a:srgbClr val="54565F"/>
                </a:solidFill>
                <a:latin typeface="Arial"/>
                <a:ea typeface="Arial"/>
                <a:cs typeface="Arial"/>
              </a:rPr>
              <a:t>verifiers</a:t>
            </a:r>
          </a:p>
        </p:txBody>
      </p:sp>
      <p:sp>
        <p:nvSpPr>
          <p:cNvPr id="83" name="transition-1-label">
            <a:extLst xmlns:a="http://schemas.openxmlformats.org/drawingml/2006/main">
              <a:ext uri="{FF2B5EF4-FFF2-40B4-BE49-F238E27FC236}">
                <a16:creationId xmlns:a16="http://schemas.microsoft.com/office/drawing/2014/main" id="{9556F2D7-2F4C-4A2D-A5D5-E03D1A134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90452" y="5305093"/>
            <a:ext cx="737651" cy="2333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313" b="1" i="0">
                <a:solidFill>
                  <a:srgbClr val="8C929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313" b="1" i="0">
                <a:solidFill>
                  <a:srgbClr val="8C929B"/>
                </a:solidFill>
                <a:latin typeface="Arial"/>
                <a:ea typeface="Arial"/>
                <a:cs typeface="Arial"/>
              </a:defRPr>
            </a:pPr>
            <a:r>
              <a:rPr sz="1313" b="1" i="0">
                <a:solidFill>
                  <a:srgbClr val="8C929B"/>
                </a:solidFill>
                <a:latin typeface="Arial"/>
                <a:ea typeface="Arial"/>
                <a:cs typeface="Arial"/>
              </a:rPr>
              <a:t>INJECTS</a:t>
            </a:r>
          </a:p>
        </p:txBody>
      </p:sp>
      <p:sp>
        <p:nvSpPr>
          <p:cNvPr id="84" name="transition-1-shaft">
            <a:extLst xmlns:a="http://schemas.openxmlformats.org/drawingml/2006/main">
              <a:ext uri="{FF2B5EF4-FFF2-40B4-BE49-F238E27FC236}">
                <a16:creationId xmlns:a16="http://schemas.microsoft.com/office/drawing/2014/main" id="{99B46373-A576-424A-81B9-9AEB104B9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05410" y="5660814"/>
            <a:ext cx="354456" cy="191"/>
          </a:xfrm>
          <a:custGeom xmlns:a="http://schemas.openxmlformats.org/drawingml/2006/main">
            <a:pathLst>
              <a:path w="352425" h="191">
                <a:moveTo>
                  <a:pt x="0" y="0"/>
                </a:moveTo>
                <a:lnTo>
                  <a:pt x="3524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23950">
            <a:solidFill>
              <a:srgbClr val="8C929B"/>
            </a:solidFill>
            <a:prstDash val="solid"/>
          </a:ln>
        </p:spPr>
      </p:sp>
      <p:sp>
        <p:nvSpPr>
          <p:cNvPr id="85" name="transition-1-arrowhead">
            <a:extLst xmlns:a="http://schemas.openxmlformats.org/drawingml/2006/main">
              <a:ext uri="{FF2B5EF4-FFF2-40B4-BE49-F238E27FC236}">
                <a16:creationId xmlns:a16="http://schemas.microsoft.com/office/drawing/2014/main" id="{CD70EE41-9D43-412B-AC18-6E9340CD22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59866" y="5584175"/>
            <a:ext cx="143698" cy="153278"/>
          </a:xfrm>
          <a:custGeom xmlns:a="http://schemas.openxmlformats.org/drawingml/2006/main">
            <a:pathLst>
              <a:path w="142875" h="152400">
                <a:moveTo>
                  <a:pt x="0" y="0"/>
                </a:moveTo>
                <a:lnTo>
                  <a:pt x="142875" y="76200"/>
                </a:lnTo>
                <a:lnTo>
                  <a:pt x="0" y="152400"/>
                </a:lnTo>
                <a:close/>
              </a:path>
            </a:pathLst>
          </a:custGeom>
          <a:solidFill xmlns:a="http://schemas.openxmlformats.org/drawingml/2006/main">
            <a:srgbClr val="8C929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" name="transition-2-label">
            <a:extLst xmlns:a="http://schemas.openxmlformats.org/drawingml/2006/main">
              <a:ext uri="{FF2B5EF4-FFF2-40B4-BE49-F238E27FC236}">
                <a16:creationId xmlns:a16="http://schemas.microsoft.com/office/drawing/2014/main" id="{511CA861-71E7-45D3-A981-D289D1041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31158" y="5305093"/>
            <a:ext cx="737651" cy="2333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ctr">
              <a:defRPr sz="1313" b="1" i="0">
                <a:solidFill>
                  <a:srgbClr val="8C929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ctr">
              <a:lnSpc>
                <a:spcPct val="100000"/>
              </a:lnSpc>
              <a:buNone/>
              <a:defRPr sz="1313" b="1" i="0">
                <a:solidFill>
                  <a:srgbClr val="8C929B"/>
                </a:solidFill>
                <a:latin typeface="Arial"/>
                <a:ea typeface="Arial"/>
                <a:cs typeface="Arial"/>
              </a:defRPr>
            </a:pPr>
            <a:r>
              <a:rPr sz="1313" b="1" i="0">
                <a:solidFill>
                  <a:srgbClr val="8C929B"/>
                </a:solidFill>
                <a:latin typeface="Arial"/>
                <a:ea typeface="Arial"/>
                <a:cs typeface="Arial"/>
              </a:rPr>
              <a:t>ACTIVATES</a:t>
            </a:r>
          </a:p>
        </p:txBody>
      </p:sp>
      <p:sp>
        <p:nvSpPr>
          <p:cNvPr id="87" name="transition-2-shaft">
            <a:extLst xmlns:a="http://schemas.openxmlformats.org/drawingml/2006/main">
              <a:ext uri="{FF2B5EF4-FFF2-40B4-BE49-F238E27FC236}">
                <a16:creationId xmlns:a16="http://schemas.microsoft.com/office/drawing/2014/main" id="{FAAAFFC6-CC60-4859-A1AB-D62252498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6116" y="5660814"/>
            <a:ext cx="354456" cy="191"/>
          </a:xfrm>
          <a:custGeom xmlns:a="http://schemas.openxmlformats.org/drawingml/2006/main">
            <a:pathLst>
              <a:path w="352425" h="191">
                <a:moveTo>
                  <a:pt x="0" y="0"/>
                </a:moveTo>
                <a:lnTo>
                  <a:pt x="352425" y="0"/>
                </a:lnTo>
              </a:path>
            </a:pathLst>
          </a:custGeom>
          <a:noFill xmlns:a="http://schemas.openxmlformats.org/drawingml/2006/main"/>
          <a:ln xmlns:a="http://schemas.openxmlformats.org/drawingml/2006/main" w="23950">
            <a:solidFill>
              <a:srgbClr val="8C929B"/>
            </a:solidFill>
            <a:prstDash val="solid"/>
          </a:ln>
        </p:spPr>
      </p:sp>
      <p:sp>
        <p:nvSpPr>
          <p:cNvPr id="88" name="transition-2-arrowhead">
            <a:extLst xmlns:a="http://schemas.openxmlformats.org/drawingml/2006/main">
              <a:ext uri="{FF2B5EF4-FFF2-40B4-BE49-F238E27FC236}">
                <a16:creationId xmlns:a16="http://schemas.microsoft.com/office/drawing/2014/main" id="{2432051B-7945-4A51-AC5A-ABA05FC6D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0572" y="5584175"/>
            <a:ext cx="143698" cy="153278"/>
          </a:xfrm>
          <a:custGeom xmlns:a="http://schemas.openxmlformats.org/drawingml/2006/main">
            <a:pathLst>
              <a:path w="142875" h="152400">
                <a:moveTo>
                  <a:pt x="0" y="0"/>
                </a:moveTo>
                <a:lnTo>
                  <a:pt x="142875" y="76200"/>
                </a:lnTo>
                <a:lnTo>
                  <a:pt x="0" y="152400"/>
                </a:lnTo>
                <a:close/>
              </a:path>
            </a:pathLst>
          </a:custGeom>
          <a:solidFill xmlns:a="http://schemas.openxmlformats.org/drawingml/2006/main">
            <a:srgbClr val="8C929B"/>
          </a:solidFill>
          <a:ln xmlns:a="http://schemas.openxmlformats.org/drawingml/2006/main" w="0">
            <a:noFill/>
            <a:prstDash val="solid"/>
          </a:ln>
        </p:spPr>
      </p:sp>
    </p:spTree>
    <p:extLst>
      <p:ext uri="{BB962C8B-B14F-4D97-AF65-F5344CB8AC3E}">
        <p14:creationId xmlns:p14="http://schemas.microsoft.com/office/powerpoint/2010/main" val="440091525"/>
      </p:ext>
    </p:extLst>
  </p:cSld>
</p:sld>
</file>

<file path=ppt/slides/slide24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70" name="path-1">
            <a:extLst xmlns:a="http://schemas.openxmlformats.org/drawingml/2006/main">
              <a:ext uri="{FF2B5EF4-FFF2-40B4-BE49-F238E27FC236}">
                <a16:creationId xmlns:a16="http://schemas.microsoft.com/office/drawing/2014/main" id="{57222AC9-3263-46AF-8604-FB69236EB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2535627"/>
            <a:ext cx="18288000" cy="5215745"/>
          </a:xfrm>
          <a:custGeom xmlns:a="http://schemas.openxmlformats.org/drawingml/2006/main">
            <a:pathLst>
              <a:path w="18535650" h="5286375">
                <a:moveTo>
                  <a:pt x="0" y="5286375"/>
                </a:moveTo>
                <a:lnTo>
                  <a:pt x="18535650" y="5286375"/>
                </a:lnTo>
                <a:lnTo>
                  <a:pt x="18535650" y="0"/>
                </a:lnTo>
                <a:lnTo>
                  <a:pt x="0" y="0"/>
                </a:lnTo>
                <a:lnTo>
                  <a:pt x="0" y="52863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7DD16376-882B-4164-A819-BD6167D9B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012" y="2761825"/>
            <a:ext cx="3544015" cy="4293320"/>
          </a:xfrm>
          <a:custGeom xmlns:a="http://schemas.openxmlformats.org/drawingml/2006/main">
            <a:pathLst>
              <a:path w="3592007" h="4351459">
                <a:moveTo>
                  <a:pt x="184732" y="0"/>
                </a:moveTo>
                <a:lnTo>
                  <a:pt x="3407275" y="0"/>
                </a:lnTo>
                <a:cubicBezTo>
                  <a:pt x="3509630" y="0"/>
                  <a:pt x="3592007" y="82377"/>
                  <a:pt x="3592007" y="184732"/>
                </a:cubicBezTo>
                <a:lnTo>
                  <a:pt x="3592007" y="4166727"/>
                </a:lnTo>
                <a:cubicBezTo>
                  <a:pt x="3592007" y="4269083"/>
                  <a:pt x="3509630" y="4351459"/>
                  <a:pt x="3407275" y="4351459"/>
                </a:cubicBezTo>
                <a:lnTo>
                  <a:pt x="184732" y="4351459"/>
                </a:lnTo>
                <a:cubicBezTo>
                  <a:pt x="82377" y="4351459"/>
                  <a:pt x="0" y="4269083"/>
                  <a:pt x="0" y="4166727"/>
                </a:cubicBezTo>
                <a:lnTo>
                  <a:pt x="0" y="184732"/>
                </a:lnTo>
                <a:cubicBezTo>
                  <a:pt x="0" y="82377"/>
                  <a:pt x="82377" y="0"/>
                  <a:pt x="184732" y="0"/>
                </a:cubicBezTo>
              </a:path>
            </a:pathLst>
          </a:custGeom>
          <a:solidFill xmlns:a="http://schemas.openxmlformats.org/drawingml/2006/main">
            <a:srgbClr val="F0F7F5"/>
          </a:solidFill>
          <a:ln xmlns:a="http://schemas.openxmlformats.org/drawingml/2006/main" w="25314">
            <a:solidFill>
              <a:srgbClr val="237F7B"/>
            </a:solidFill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B4EAEFC0-5EA5-4FE5-AAB9-8DF92349C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138" y="2771950"/>
            <a:ext cx="3523763" cy="617671"/>
          </a:xfrm>
          <a:custGeom xmlns:a="http://schemas.openxmlformats.org/drawingml/2006/main">
            <a:pathLst>
              <a:path w="3571481" h="626036">
                <a:moveTo>
                  <a:pt x="174469" y="0"/>
                </a:moveTo>
                <a:lnTo>
                  <a:pt x="3397012" y="0"/>
                </a:lnTo>
                <a:cubicBezTo>
                  <a:pt x="3513324" y="0"/>
                  <a:pt x="3571481" y="58156"/>
                  <a:pt x="3571481" y="174469"/>
                </a:cubicBezTo>
                <a:lnTo>
                  <a:pt x="3571481" y="626036"/>
                </a:lnTo>
                <a:lnTo>
                  <a:pt x="0" y="626036"/>
                </a:lnTo>
                <a:lnTo>
                  <a:pt x="0" y="174469"/>
                </a:lnTo>
                <a:cubicBezTo>
                  <a:pt x="0" y="58156"/>
                  <a:pt x="58156" y="0"/>
                  <a:pt x="174469" y="0"/>
                </a:cubicBezTo>
              </a:path>
            </a:pathLst>
          </a:custGeom>
          <a:solidFill xmlns:a="http://schemas.openxmlformats.org/drawingml/2006/main">
            <a:srgbClr val="DDEEE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4FBA174C-4D68-470E-8765-C5AA79090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138" y="3389622"/>
            <a:ext cx="3523763" cy="191"/>
          </a:xfrm>
          <a:custGeom xmlns:a="http://schemas.openxmlformats.org/drawingml/2006/main">
            <a:pathLst>
              <a:path w="3571481" h="191">
                <a:moveTo>
                  <a:pt x="0" y="0"/>
                </a:moveTo>
                <a:lnTo>
                  <a:pt x="3571481" y="0"/>
                </a:lnTo>
              </a:path>
            </a:pathLst>
          </a:custGeom>
          <a:noFill xmlns:a="http://schemas.openxmlformats.org/drawingml/2006/main"/>
          <a:ln xmlns:a="http://schemas.openxmlformats.org/drawingml/2006/main" w="15189">
            <a:solidFill>
              <a:srgbClr val="B6D0CC"/>
            </a:solidFill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10EF114B-2CD8-4639-96E2-AF3E1C8EB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5407" y="2964340"/>
            <a:ext cx="202515" cy="222767"/>
          </a:xfrm>
          <a:custGeom xmlns:a="http://schemas.openxmlformats.org/drawingml/2006/main">
            <a:pathLst>
              <a:path w="205258" h="225783">
                <a:moveTo>
                  <a:pt x="0" y="35920"/>
                </a:moveTo>
                <a:lnTo>
                  <a:pt x="102629" y="0"/>
                </a:lnTo>
                <a:lnTo>
                  <a:pt x="205258" y="112892"/>
                </a:lnTo>
                <a:lnTo>
                  <a:pt x="102629" y="225783"/>
                </a:lnTo>
                <a:lnTo>
                  <a:pt x="0" y="189863"/>
                </a:lnTo>
                <a:lnTo>
                  <a:pt x="102629" y="0"/>
                </a:lnTo>
                <a:moveTo>
                  <a:pt x="0" y="35920"/>
                </a:moveTo>
                <a:lnTo>
                  <a:pt x="102629" y="225783"/>
                </a:lnTo>
                <a:moveTo>
                  <a:pt x="102629" y="0"/>
                </a:moveTo>
                <a:lnTo>
                  <a:pt x="102629" y="225783"/>
                </a:lnTo>
              </a:path>
            </a:pathLst>
          </a:custGeom>
          <a:noFill xmlns:a="http://schemas.openxmlformats.org/drawingml/2006/main"/>
          <a:ln xmlns:a="http://schemas.openxmlformats.org/drawingml/2006/main" w="12657">
            <a:solidFill>
              <a:srgbClr val="237F7B"/>
            </a:solidFill>
            <a:prstDash val="solid"/>
          </a:ln>
        </p:spPr>
      </p:sp>
      <p:sp>
        <p:nvSpPr>
          <p:cNvPr id="6" name="path-6">
            <a:extLst xmlns:a="http://schemas.openxmlformats.org/drawingml/2006/main">
              <a:ext uri="{FF2B5EF4-FFF2-40B4-BE49-F238E27FC236}">
                <a16:creationId xmlns:a16="http://schemas.microsoft.com/office/drawing/2014/main" id="{6BCA0AF3-5C4D-47FF-BF42-1676C0A01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5156" y="2979529"/>
            <a:ext cx="40503" cy="40503"/>
          </a:xfrm>
          <a:custGeom xmlns:a="http://schemas.openxmlformats.org/drawingml/2006/main">
            <a:pathLst>
              <a:path w="41051" h="41051">
                <a:moveTo>
                  <a:pt x="41051" y="20526"/>
                </a:moveTo>
                <a:cubicBezTo>
                  <a:pt x="41051" y="31856"/>
                  <a:pt x="31856" y="41051"/>
                  <a:pt x="20526" y="41051"/>
                </a:cubicBezTo>
                <a:cubicBezTo>
                  <a:pt x="9195" y="41051"/>
                  <a:pt x="0" y="31856"/>
                  <a:pt x="0" y="20526"/>
                </a:cubicBezTo>
                <a:cubicBezTo>
                  <a:pt x="0" y="9195"/>
                  <a:pt x="9195" y="0"/>
                  <a:pt x="20526" y="0"/>
                </a:cubicBezTo>
                <a:cubicBezTo>
                  <a:pt x="31856" y="0"/>
                  <a:pt x="41051" y="9195"/>
                  <a:pt x="41051" y="20526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2E8987FD-59CC-4D17-A4DA-15398AACF5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5156" y="3131415"/>
            <a:ext cx="40503" cy="40503"/>
          </a:xfrm>
          <a:custGeom xmlns:a="http://schemas.openxmlformats.org/drawingml/2006/main">
            <a:pathLst>
              <a:path w="41051" h="41051">
                <a:moveTo>
                  <a:pt x="41051" y="20526"/>
                </a:moveTo>
                <a:cubicBezTo>
                  <a:pt x="41051" y="31856"/>
                  <a:pt x="31856" y="41051"/>
                  <a:pt x="20526" y="41051"/>
                </a:cubicBezTo>
                <a:cubicBezTo>
                  <a:pt x="9195" y="41051"/>
                  <a:pt x="0" y="31856"/>
                  <a:pt x="0" y="20526"/>
                </a:cubicBezTo>
                <a:cubicBezTo>
                  <a:pt x="0" y="9196"/>
                  <a:pt x="9195" y="0"/>
                  <a:pt x="20526" y="0"/>
                </a:cubicBezTo>
                <a:cubicBezTo>
                  <a:pt x="31856" y="0"/>
                  <a:pt x="41051" y="9196"/>
                  <a:pt x="41051" y="20526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8">
            <a:extLst xmlns:a="http://schemas.openxmlformats.org/drawingml/2006/main">
              <a:ext uri="{FF2B5EF4-FFF2-40B4-BE49-F238E27FC236}">
                <a16:creationId xmlns:a16="http://schemas.microsoft.com/office/drawing/2014/main" id="{CDCE0FA7-DCE7-4E83-A59C-CBDF314F9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6414" y="2944088"/>
            <a:ext cx="40503" cy="40503"/>
          </a:xfrm>
          <a:custGeom xmlns:a="http://schemas.openxmlformats.org/drawingml/2006/main">
            <a:pathLst>
              <a:path w="41051" h="41051">
                <a:moveTo>
                  <a:pt x="41051" y="20526"/>
                </a:moveTo>
                <a:cubicBezTo>
                  <a:pt x="41051" y="31856"/>
                  <a:pt x="31856" y="41051"/>
                  <a:pt x="20526" y="41051"/>
                </a:cubicBezTo>
                <a:cubicBezTo>
                  <a:pt x="9195" y="41051"/>
                  <a:pt x="0" y="31856"/>
                  <a:pt x="0" y="20526"/>
                </a:cubicBezTo>
                <a:cubicBezTo>
                  <a:pt x="0" y="9196"/>
                  <a:pt x="9195" y="0"/>
                  <a:pt x="20526" y="0"/>
                </a:cubicBezTo>
                <a:cubicBezTo>
                  <a:pt x="31856" y="0"/>
                  <a:pt x="41051" y="9196"/>
                  <a:pt x="41051" y="20526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E897A8F9-F6E8-4266-84E5-B2E9ACC361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6414" y="3166855"/>
            <a:ext cx="40503" cy="40503"/>
          </a:xfrm>
          <a:custGeom xmlns:a="http://schemas.openxmlformats.org/drawingml/2006/main">
            <a:pathLst>
              <a:path w="41051" h="41052">
                <a:moveTo>
                  <a:pt x="41051" y="20526"/>
                </a:moveTo>
                <a:cubicBezTo>
                  <a:pt x="41051" y="31856"/>
                  <a:pt x="31856" y="41052"/>
                  <a:pt x="20526" y="41052"/>
                </a:cubicBezTo>
                <a:cubicBezTo>
                  <a:pt x="9195" y="41052"/>
                  <a:pt x="0" y="31856"/>
                  <a:pt x="0" y="20526"/>
                </a:cubicBezTo>
                <a:cubicBezTo>
                  <a:pt x="0" y="9196"/>
                  <a:pt x="9195" y="0"/>
                  <a:pt x="20526" y="0"/>
                </a:cubicBezTo>
                <a:cubicBezTo>
                  <a:pt x="31856" y="0"/>
                  <a:pt x="41051" y="9196"/>
                  <a:pt x="41051" y="20526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path-10">
            <a:extLst xmlns:a="http://schemas.openxmlformats.org/drawingml/2006/main">
              <a:ext uri="{FF2B5EF4-FFF2-40B4-BE49-F238E27FC236}">
                <a16:creationId xmlns:a16="http://schemas.microsoft.com/office/drawing/2014/main" id="{CAF663C4-464A-401F-9941-57CA74119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671" y="3055472"/>
            <a:ext cx="40503" cy="40503"/>
          </a:xfrm>
          <a:custGeom xmlns:a="http://schemas.openxmlformats.org/drawingml/2006/main">
            <a:pathLst>
              <a:path w="41052" h="41051">
                <a:moveTo>
                  <a:pt x="41052" y="20526"/>
                </a:moveTo>
                <a:cubicBezTo>
                  <a:pt x="41052" y="31856"/>
                  <a:pt x="31856" y="41051"/>
                  <a:pt x="20526" y="41051"/>
                </a:cubicBezTo>
                <a:cubicBezTo>
                  <a:pt x="9196" y="41051"/>
                  <a:pt x="0" y="31856"/>
                  <a:pt x="0" y="20526"/>
                </a:cubicBezTo>
                <a:cubicBezTo>
                  <a:pt x="0" y="9196"/>
                  <a:pt x="9196" y="0"/>
                  <a:pt x="20526" y="0"/>
                </a:cubicBezTo>
                <a:cubicBezTo>
                  <a:pt x="31856" y="0"/>
                  <a:pt x="41052" y="9196"/>
                  <a:pt x="41052" y="20526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" name="path-11">
            <a:extLst xmlns:a="http://schemas.openxmlformats.org/drawingml/2006/main">
              <a:ext uri="{FF2B5EF4-FFF2-40B4-BE49-F238E27FC236}">
                <a16:creationId xmlns:a16="http://schemas.microsoft.com/office/drawing/2014/main" id="{B015A0BE-8FBA-4B23-ABF2-0C13488FC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2535" y="4257750"/>
            <a:ext cx="594044" cy="653422"/>
          </a:xfrm>
          <a:custGeom xmlns:a="http://schemas.openxmlformats.org/drawingml/2006/main">
            <a:pathLst>
              <a:path w="602089" h="662270">
                <a:moveTo>
                  <a:pt x="0" y="105352"/>
                </a:moveTo>
                <a:lnTo>
                  <a:pt x="301045" y="0"/>
                </a:lnTo>
                <a:lnTo>
                  <a:pt x="602089" y="331135"/>
                </a:lnTo>
                <a:lnTo>
                  <a:pt x="301045" y="662270"/>
                </a:lnTo>
                <a:lnTo>
                  <a:pt x="0" y="556919"/>
                </a:lnTo>
                <a:lnTo>
                  <a:pt x="301045" y="0"/>
                </a:lnTo>
                <a:moveTo>
                  <a:pt x="0" y="105352"/>
                </a:moveTo>
                <a:lnTo>
                  <a:pt x="301045" y="662270"/>
                </a:lnTo>
                <a:moveTo>
                  <a:pt x="301045" y="0"/>
                </a:moveTo>
                <a:lnTo>
                  <a:pt x="301045" y="662270"/>
                </a:lnTo>
              </a:path>
            </a:pathLst>
          </a:custGeom>
          <a:noFill xmlns:a="http://schemas.openxmlformats.org/drawingml/2006/main"/>
          <a:ln xmlns:a="http://schemas.openxmlformats.org/drawingml/2006/main" w="37128">
            <a:solidFill>
              <a:srgbClr val="237F7B"/>
            </a:solidFill>
            <a:prstDash val="solid"/>
          </a:ln>
        </p:spPr>
      </p:sp>
      <p:sp>
        <p:nvSpPr>
          <p:cNvPr id="12" name="path-12">
            <a:extLst xmlns:a="http://schemas.openxmlformats.org/drawingml/2006/main">
              <a:ext uri="{FF2B5EF4-FFF2-40B4-BE49-F238E27FC236}">
                <a16:creationId xmlns:a16="http://schemas.microsoft.com/office/drawing/2014/main" id="{08AC4500-551B-4BF3-BDA5-607378676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3158" y="4302317"/>
            <a:ext cx="118755" cy="118755"/>
          </a:xfrm>
          <a:custGeom xmlns:a="http://schemas.openxmlformats.org/drawingml/2006/main">
            <a:pathLst>
              <a:path w="120363" h="120363">
                <a:moveTo>
                  <a:pt x="120363" y="60181"/>
                </a:moveTo>
                <a:cubicBezTo>
                  <a:pt x="120363" y="93433"/>
                  <a:pt x="93433" y="120363"/>
                  <a:pt x="60181" y="120363"/>
                </a:cubicBezTo>
                <a:cubicBezTo>
                  <a:pt x="26930" y="120363"/>
                  <a:pt x="0" y="93433"/>
                  <a:pt x="0" y="60181"/>
                </a:cubicBezTo>
                <a:cubicBezTo>
                  <a:pt x="0" y="26930"/>
                  <a:pt x="26930" y="0"/>
                  <a:pt x="60181" y="0"/>
                </a:cubicBezTo>
                <a:cubicBezTo>
                  <a:pt x="93433" y="0"/>
                  <a:pt x="120363" y="26930"/>
                  <a:pt x="120363" y="60181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3">
            <a:extLst xmlns:a="http://schemas.openxmlformats.org/drawingml/2006/main">
              <a:ext uri="{FF2B5EF4-FFF2-40B4-BE49-F238E27FC236}">
                <a16:creationId xmlns:a16="http://schemas.microsoft.com/office/drawing/2014/main" id="{8FC58160-0635-4144-856C-A5E020B20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3158" y="4747850"/>
            <a:ext cx="118755" cy="118755"/>
          </a:xfrm>
          <a:custGeom xmlns:a="http://schemas.openxmlformats.org/drawingml/2006/main">
            <a:pathLst>
              <a:path w="120363" h="120363">
                <a:moveTo>
                  <a:pt x="120363" y="60182"/>
                </a:moveTo>
                <a:cubicBezTo>
                  <a:pt x="120363" y="93433"/>
                  <a:pt x="93433" y="120363"/>
                  <a:pt x="60181" y="120363"/>
                </a:cubicBezTo>
                <a:cubicBezTo>
                  <a:pt x="26930" y="120363"/>
                  <a:pt x="0" y="93433"/>
                  <a:pt x="0" y="60182"/>
                </a:cubicBezTo>
                <a:cubicBezTo>
                  <a:pt x="0" y="26930"/>
                  <a:pt x="26930" y="0"/>
                  <a:pt x="60181" y="0"/>
                </a:cubicBezTo>
                <a:cubicBezTo>
                  <a:pt x="93433" y="0"/>
                  <a:pt x="120363" y="26930"/>
                  <a:pt x="120363" y="60182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14">
            <a:extLst xmlns:a="http://schemas.openxmlformats.org/drawingml/2006/main">
              <a:ext uri="{FF2B5EF4-FFF2-40B4-BE49-F238E27FC236}">
                <a16:creationId xmlns:a16="http://schemas.microsoft.com/office/drawing/2014/main" id="{498A284E-6A28-43A2-9579-A1C10235A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180" y="4198305"/>
            <a:ext cx="118755" cy="118823"/>
          </a:xfrm>
          <a:custGeom xmlns:a="http://schemas.openxmlformats.org/drawingml/2006/main">
            <a:pathLst>
              <a:path w="120363" h="120432">
                <a:moveTo>
                  <a:pt x="120363" y="60250"/>
                </a:moveTo>
                <a:cubicBezTo>
                  <a:pt x="120363" y="93488"/>
                  <a:pt x="93433" y="120432"/>
                  <a:pt x="60182" y="120432"/>
                </a:cubicBezTo>
                <a:cubicBezTo>
                  <a:pt x="26930" y="120432"/>
                  <a:pt x="0" y="93488"/>
                  <a:pt x="0" y="60250"/>
                </a:cubicBezTo>
                <a:cubicBezTo>
                  <a:pt x="0" y="26998"/>
                  <a:pt x="26930" y="0"/>
                  <a:pt x="60182" y="0"/>
                </a:cubicBezTo>
                <a:cubicBezTo>
                  <a:pt x="93433" y="0"/>
                  <a:pt x="120363" y="26998"/>
                  <a:pt x="120363" y="60250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path-15">
            <a:extLst xmlns:a="http://schemas.openxmlformats.org/drawingml/2006/main">
              <a:ext uri="{FF2B5EF4-FFF2-40B4-BE49-F238E27FC236}">
                <a16:creationId xmlns:a16="http://schemas.microsoft.com/office/drawing/2014/main" id="{90880AF5-E75C-4602-B59F-87C142FBE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180" y="4851794"/>
            <a:ext cx="118755" cy="118822"/>
          </a:xfrm>
          <a:custGeom xmlns:a="http://schemas.openxmlformats.org/drawingml/2006/main">
            <a:pathLst>
              <a:path w="120363" h="120431">
                <a:moveTo>
                  <a:pt x="120363" y="60181"/>
                </a:moveTo>
                <a:cubicBezTo>
                  <a:pt x="120363" y="93433"/>
                  <a:pt x="93433" y="120431"/>
                  <a:pt x="60182" y="120431"/>
                </a:cubicBezTo>
                <a:cubicBezTo>
                  <a:pt x="26930" y="120431"/>
                  <a:pt x="0" y="93433"/>
                  <a:pt x="0" y="60181"/>
                </a:cubicBezTo>
                <a:cubicBezTo>
                  <a:pt x="0" y="26943"/>
                  <a:pt x="26930" y="0"/>
                  <a:pt x="60182" y="0"/>
                </a:cubicBezTo>
                <a:cubicBezTo>
                  <a:pt x="93433" y="0"/>
                  <a:pt x="120363" y="26943"/>
                  <a:pt x="120363" y="60181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path-16">
            <a:extLst xmlns:a="http://schemas.openxmlformats.org/drawingml/2006/main">
              <a:ext uri="{FF2B5EF4-FFF2-40B4-BE49-F238E27FC236}">
                <a16:creationId xmlns:a16="http://schemas.microsoft.com/office/drawing/2014/main" id="{C7783C94-E733-4400-8372-68E89A2DEE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202" y="4525083"/>
            <a:ext cx="118755" cy="118755"/>
          </a:xfrm>
          <a:custGeom xmlns:a="http://schemas.openxmlformats.org/drawingml/2006/main">
            <a:pathLst>
              <a:path w="120363" h="120363">
                <a:moveTo>
                  <a:pt x="120363" y="60181"/>
                </a:moveTo>
                <a:cubicBezTo>
                  <a:pt x="120363" y="93433"/>
                  <a:pt x="93433" y="120363"/>
                  <a:pt x="60181" y="120363"/>
                </a:cubicBezTo>
                <a:cubicBezTo>
                  <a:pt x="26930" y="120363"/>
                  <a:pt x="0" y="93433"/>
                  <a:pt x="0" y="60181"/>
                </a:cubicBezTo>
                <a:cubicBezTo>
                  <a:pt x="0" y="26930"/>
                  <a:pt x="26930" y="0"/>
                  <a:pt x="60181" y="0"/>
                </a:cubicBezTo>
                <a:cubicBezTo>
                  <a:pt x="93433" y="0"/>
                  <a:pt x="120363" y="26930"/>
                  <a:pt x="120363" y="60181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" name="path-17">
            <a:extLst xmlns:a="http://schemas.openxmlformats.org/drawingml/2006/main">
              <a:ext uri="{FF2B5EF4-FFF2-40B4-BE49-F238E27FC236}">
                <a16:creationId xmlns:a16="http://schemas.microsoft.com/office/drawing/2014/main" id="{097C6C3D-25CE-4101-A014-9B08F87CD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71942" y="4057922"/>
            <a:ext cx="870815" cy="668300"/>
          </a:xfrm>
          <a:custGeom xmlns:a="http://schemas.openxmlformats.org/drawingml/2006/main">
            <a:pathLst>
              <a:path w="882607" h="677350">
                <a:moveTo>
                  <a:pt x="51314" y="0"/>
                </a:moveTo>
                <a:lnTo>
                  <a:pt x="831292" y="0"/>
                </a:lnTo>
                <a:cubicBezTo>
                  <a:pt x="859728" y="0"/>
                  <a:pt x="882607" y="22879"/>
                  <a:pt x="882607" y="51314"/>
                </a:cubicBezTo>
                <a:lnTo>
                  <a:pt x="882607" y="626035"/>
                </a:lnTo>
                <a:cubicBezTo>
                  <a:pt x="882607" y="654470"/>
                  <a:pt x="859728" y="677350"/>
                  <a:pt x="831292" y="677350"/>
                </a:cubicBezTo>
                <a:lnTo>
                  <a:pt x="51314" y="677350"/>
                </a:lnTo>
                <a:cubicBezTo>
                  <a:pt x="22879" y="677350"/>
                  <a:pt x="0" y="654470"/>
                  <a:pt x="0" y="626035"/>
                </a:cubicBezTo>
                <a:lnTo>
                  <a:pt x="0" y="51314"/>
                </a:lnTo>
                <a:cubicBezTo>
                  <a:pt x="0" y="22879"/>
                  <a:pt x="22879" y="0"/>
                  <a:pt x="51314" y="0"/>
                </a:cubicBezTo>
              </a:path>
            </a:pathLst>
          </a:custGeom>
          <a:solidFill xmlns:a="http://schemas.openxmlformats.org/drawingml/2006/main">
            <a:srgbClr val="F0F7F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" name="path-18">
            <a:extLst xmlns:a="http://schemas.openxmlformats.org/drawingml/2006/main">
              <a:ext uri="{FF2B5EF4-FFF2-40B4-BE49-F238E27FC236}">
                <a16:creationId xmlns:a16="http://schemas.microsoft.com/office/drawing/2014/main" id="{45DBB9A4-B849-4150-8975-E2B814567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2194" y="4080711"/>
            <a:ext cx="830312" cy="622720"/>
          </a:xfrm>
          <a:custGeom xmlns:a="http://schemas.openxmlformats.org/drawingml/2006/main">
            <a:pathLst>
              <a:path w="841556" h="631153">
                <a:moveTo>
                  <a:pt x="788955" y="0"/>
                </a:moveTo>
                <a:lnTo>
                  <a:pt x="52600" y="0"/>
                </a:lnTo>
                <a:cubicBezTo>
                  <a:pt x="23577" y="0"/>
                  <a:pt x="0" y="23563"/>
                  <a:pt x="0" y="52587"/>
                </a:cubicBezTo>
                <a:lnTo>
                  <a:pt x="0" y="578566"/>
                </a:lnTo>
                <a:cubicBezTo>
                  <a:pt x="0" y="607589"/>
                  <a:pt x="23577" y="631153"/>
                  <a:pt x="52600" y="631153"/>
                </a:cubicBezTo>
                <a:lnTo>
                  <a:pt x="788955" y="631153"/>
                </a:lnTo>
                <a:cubicBezTo>
                  <a:pt x="817979" y="631153"/>
                  <a:pt x="841556" y="607589"/>
                  <a:pt x="841556" y="578566"/>
                </a:cubicBezTo>
                <a:lnTo>
                  <a:pt x="841556" y="52587"/>
                </a:lnTo>
                <a:cubicBezTo>
                  <a:pt x="841556" y="23563"/>
                  <a:pt x="817979" y="0"/>
                  <a:pt x="788955" y="0"/>
                </a:cubicBezTo>
                <a:moveTo>
                  <a:pt x="210389" y="315576"/>
                </a:moveTo>
                <a:lnTo>
                  <a:pt x="157788" y="315576"/>
                </a:lnTo>
                <a:lnTo>
                  <a:pt x="157788" y="368177"/>
                </a:lnTo>
                <a:lnTo>
                  <a:pt x="105201" y="368177"/>
                </a:lnTo>
                <a:lnTo>
                  <a:pt x="105201" y="315576"/>
                </a:lnTo>
                <a:lnTo>
                  <a:pt x="157788" y="315576"/>
                </a:lnTo>
                <a:lnTo>
                  <a:pt x="157788" y="262976"/>
                </a:lnTo>
                <a:lnTo>
                  <a:pt x="210389" y="262976"/>
                </a:lnTo>
                <a:lnTo>
                  <a:pt x="210389" y="210375"/>
                </a:lnTo>
                <a:lnTo>
                  <a:pt x="157788" y="210375"/>
                </a:lnTo>
                <a:lnTo>
                  <a:pt x="157788" y="157788"/>
                </a:lnTo>
                <a:lnTo>
                  <a:pt x="105201" y="157788"/>
                </a:lnTo>
                <a:lnTo>
                  <a:pt x="105201" y="105187"/>
                </a:lnTo>
                <a:lnTo>
                  <a:pt x="157788" y="105187"/>
                </a:lnTo>
                <a:lnTo>
                  <a:pt x="157788" y="157788"/>
                </a:lnTo>
                <a:lnTo>
                  <a:pt x="210389" y="157788"/>
                </a:lnTo>
                <a:lnTo>
                  <a:pt x="210389" y="210375"/>
                </a:lnTo>
                <a:lnTo>
                  <a:pt x="262989" y="210375"/>
                </a:lnTo>
                <a:lnTo>
                  <a:pt x="262989" y="262976"/>
                </a:lnTo>
                <a:lnTo>
                  <a:pt x="210389" y="262976"/>
                </a:lnTo>
                <a:lnTo>
                  <a:pt x="210389" y="315576"/>
                </a:lnTo>
                <a:moveTo>
                  <a:pt x="262989" y="368177"/>
                </a:moveTo>
                <a:lnTo>
                  <a:pt x="420778" y="368177"/>
                </a:lnTo>
                <a:lnTo>
                  <a:pt x="420778" y="420778"/>
                </a:lnTo>
                <a:lnTo>
                  <a:pt x="262989" y="420778"/>
                </a:lnTo>
                <a:close/>
              </a:path>
            </a:pathLst>
          </a:custGeom>
          <a:solidFill xmlns:a="http://schemas.openxmlformats.org/drawingml/2006/main">
            <a:srgbClr val="ABC9C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" name="path-19">
            <a:extLst xmlns:a="http://schemas.openxmlformats.org/drawingml/2006/main">
              <a:ext uri="{FF2B5EF4-FFF2-40B4-BE49-F238E27FC236}">
                <a16:creationId xmlns:a16="http://schemas.microsoft.com/office/drawing/2014/main" id="{A44A6749-35C5-4FAF-8C03-FB9CFEC61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30181" y="4199682"/>
            <a:ext cx="870815" cy="668300"/>
          </a:xfrm>
          <a:custGeom xmlns:a="http://schemas.openxmlformats.org/drawingml/2006/main">
            <a:pathLst>
              <a:path w="882608" h="677350">
                <a:moveTo>
                  <a:pt x="51315" y="0"/>
                </a:moveTo>
                <a:lnTo>
                  <a:pt x="831293" y="0"/>
                </a:lnTo>
                <a:cubicBezTo>
                  <a:pt x="859728" y="0"/>
                  <a:pt x="882608" y="22879"/>
                  <a:pt x="882608" y="51314"/>
                </a:cubicBezTo>
                <a:lnTo>
                  <a:pt x="882608" y="626035"/>
                </a:lnTo>
                <a:cubicBezTo>
                  <a:pt x="882608" y="654470"/>
                  <a:pt x="859728" y="677350"/>
                  <a:pt x="831293" y="677350"/>
                </a:cubicBezTo>
                <a:lnTo>
                  <a:pt x="51315" y="677350"/>
                </a:lnTo>
                <a:cubicBezTo>
                  <a:pt x="22880" y="677350"/>
                  <a:pt x="0" y="654470"/>
                  <a:pt x="0" y="626035"/>
                </a:cubicBezTo>
                <a:lnTo>
                  <a:pt x="0" y="51314"/>
                </a:lnTo>
                <a:cubicBezTo>
                  <a:pt x="0" y="22879"/>
                  <a:pt x="22880" y="0"/>
                  <a:pt x="51315" y="0"/>
                </a:cubicBezTo>
              </a:path>
            </a:pathLst>
          </a:custGeom>
          <a:solidFill xmlns:a="http://schemas.openxmlformats.org/drawingml/2006/main">
            <a:srgbClr val="F0F7F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path-20">
            <a:extLst xmlns:a="http://schemas.openxmlformats.org/drawingml/2006/main">
              <a:ext uri="{FF2B5EF4-FFF2-40B4-BE49-F238E27FC236}">
                <a16:creationId xmlns:a16="http://schemas.microsoft.com/office/drawing/2014/main" id="{6830E785-6C0B-4953-96EE-E8786590F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0433" y="4222472"/>
            <a:ext cx="830312" cy="622720"/>
          </a:xfrm>
          <a:custGeom xmlns:a="http://schemas.openxmlformats.org/drawingml/2006/main">
            <a:pathLst>
              <a:path w="841555" h="631153">
                <a:moveTo>
                  <a:pt x="788955" y="0"/>
                </a:moveTo>
                <a:lnTo>
                  <a:pt x="52601" y="0"/>
                </a:lnTo>
                <a:cubicBezTo>
                  <a:pt x="23577" y="0"/>
                  <a:pt x="0" y="23563"/>
                  <a:pt x="0" y="52587"/>
                </a:cubicBezTo>
                <a:lnTo>
                  <a:pt x="0" y="578566"/>
                </a:lnTo>
                <a:cubicBezTo>
                  <a:pt x="0" y="607589"/>
                  <a:pt x="23577" y="631153"/>
                  <a:pt x="52601" y="631153"/>
                </a:cubicBezTo>
                <a:lnTo>
                  <a:pt x="788955" y="631153"/>
                </a:lnTo>
                <a:cubicBezTo>
                  <a:pt x="817978" y="631153"/>
                  <a:pt x="841555" y="607589"/>
                  <a:pt x="841555" y="578566"/>
                </a:cubicBezTo>
                <a:lnTo>
                  <a:pt x="841555" y="52587"/>
                </a:lnTo>
                <a:cubicBezTo>
                  <a:pt x="841555" y="23563"/>
                  <a:pt x="817978" y="0"/>
                  <a:pt x="788955" y="0"/>
                </a:cubicBezTo>
                <a:moveTo>
                  <a:pt x="210389" y="315576"/>
                </a:moveTo>
                <a:lnTo>
                  <a:pt x="157789" y="315576"/>
                </a:lnTo>
                <a:lnTo>
                  <a:pt x="157789" y="368177"/>
                </a:lnTo>
                <a:lnTo>
                  <a:pt x="105201" y="368177"/>
                </a:lnTo>
                <a:lnTo>
                  <a:pt x="105201" y="315576"/>
                </a:lnTo>
                <a:lnTo>
                  <a:pt x="157789" y="315576"/>
                </a:lnTo>
                <a:lnTo>
                  <a:pt x="157789" y="262976"/>
                </a:lnTo>
                <a:lnTo>
                  <a:pt x="210389" y="262976"/>
                </a:lnTo>
                <a:lnTo>
                  <a:pt x="210389" y="210375"/>
                </a:lnTo>
                <a:lnTo>
                  <a:pt x="157789" y="210375"/>
                </a:lnTo>
                <a:lnTo>
                  <a:pt x="157789" y="157788"/>
                </a:lnTo>
                <a:lnTo>
                  <a:pt x="105201" y="157788"/>
                </a:lnTo>
                <a:lnTo>
                  <a:pt x="105201" y="105187"/>
                </a:lnTo>
                <a:lnTo>
                  <a:pt x="157789" y="105187"/>
                </a:lnTo>
                <a:lnTo>
                  <a:pt x="157789" y="157788"/>
                </a:lnTo>
                <a:lnTo>
                  <a:pt x="210389" y="157788"/>
                </a:lnTo>
                <a:lnTo>
                  <a:pt x="210389" y="210375"/>
                </a:lnTo>
                <a:lnTo>
                  <a:pt x="262990" y="210375"/>
                </a:lnTo>
                <a:lnTo>
                  <a:pt x="262990" y="262976"/>
                </a:lnTo>
                <a:lnTo>
                  <a:pt x="210389" y="262976"/>
                </a:lnTo>
                <a:lnTo>
                  <a:pt x="210389" y="315576"/>
                </a:lnTo>
                <a:moveTo>
                  <a:pt x="262990" y="368177"/>
                </a:moveTo>
                <a:lnTo>
                  <a:pt x="420778" y="368177"/>
                </a:lnTo>
                <a:lnTo>
                  <a:pt x="420778" y="420778"/>
                </a:lnTo>
                <a:lnTo>
                  <a:pt x="262990" y="420778"/>
                </a:lnTo>
                <a:close/>
              </a:path>
            </a:pathLst>
          </a:custGeom>
          <a:solidFill xmlns:a="http://schemas.openxmlformats.org/drawingml/2006/main">
            <a:srgbClr val="679A8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" name="path-21">
            <a:extLst xmlns:a="http://schemas.openxmlformats.org/drawingml/2006/main">
              <a:ext uri="{FF2B5EF4-FFF2-40B4-BE49-F238E27FC236}">
                <a16:creationId xmlns:a16="http://schemas.microsoft.com/office/drawing/2014/main" id="{8AC704DC-F025-4382-B105-CB1D71FE5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88421" y="4341443"/>
            <a:ext cx="870815" cy="668300"/>
          </a:xfrm>
          <a:custGeom xmlns:a="http://schemas.openxmlformats.org/drawingml/2006/main">
            <a:pathLst>
              <a:path w="882607" h="677350">
                <a:moveTo>
                  <a:pt x="51314" y="0"/>
                </a:moveTo>
                <a:lnTo>
                  <a:pt x="831292" y="0"/>
                </a:lnTo>
                <a:cubicBezTo>
                  <a:pt x="859728" y="0"/>
                  <a:pt x="882607" y="22879"/>
                  <a:pt x="882607" y="51314"/>
                </a:cubicBezTo>
                <a:lnTo>
                  <a:pt x="882607" y="626035"/>
                </a:lnTo>
                <a:cubicBezTo>
                  <a:pt x="882607" y="654470"/>
                  <a:pt x="859728" y="677350"/>
                  <a:pt x="831292" y="677350"/>
                </a:cubicBezTo>
                <a:lnTo>
                  <a:pt x="51314" y="677350"/>
                </a:lnTo>
                <a:cubicBezTo>
                  <a:pt x="22879" y="677350"/>
                  <a:pt x="0" y="654470"/>
                  <a:pt x="0" y="626035"/>
                </a:cubicBezTo>
                <a:lnTo>
                  <a:pt x="0" y="51314"/>
                </a:lnTo>
                <a:cubicBezTo>
                  <a:pt x="0" y="22879"/>
                  <a:pt x="22879" y="0"/>
                  <a:pt x="51314" y="0"/>
                </a:cubicBezTo>
              </a:path>
            </a:pathLst>
          </a:custGeom>
          <a:solidFill xmlns:a="http://schemas.openxmlformats.org/drawingml/2006/main">
            <a:srgbClr val="F0F7F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path-22">
            <a:extLst xmlns:a="http://schemas.openxmlformats.org/drawingml/2006/main">
              <a:ext uri="{FF2B5EF4-FFF2-40B4-BE49-F238E27FC236}">
                <a16:creationId xmlns:a16="http://schemas.microsoft.com/office/drawing/2014/main" id="{5E983814-B853-4AA4-B017-E1BF832B24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8673" y="4364233"/>
            <a:ext cx="830312" cy="622720"/>
          </a:xfrm>
          <a:custGeom xmlns:a="http://schemas.openxmlformats.org/drawingml/2006/main">
            <a:pathLst>
              <a:path w="841556" h="631153">
                <a:moveTo>
                  <a:pt x="788955" y="0"/>
                </a:moveTo>
                <a:lnTo>
                  <a:pt x="52601" y="0"/>
                </a:lnTo>
                <a:cubicBezTo>
                  <a:pt x="23577" y="0"/>
                  <a:pt x="0" y="23563"/>
                  <a:pt x="0" y="52587"/>
                </a:cubicBezTo>
                <a:lnTo>
                  <a:pt x="0" y="578566"/>
                </a:lnTo>
                <a:cubicBezTo>
                  <a:pt x="0" y="607589"/>
                  <a:pt x="23577" y="631153"/>
                  <a:pt x="52601" y="631153"/>
                </a:cubicBezTo>
                <a:lnTo>
                  <a:pt x="788955" y="631153"/>
                </a:lnTo>
                <a:cubicBezTo>
                  <a:pt x="817979" y="631153"/>
                  <a:pt x="841556" y="607589"/>
                  <a:pt x="841556" y="578566"/>
                </a:cubicBezTo>
                <a:lnTo>
                  <a:pt x="841556" y="52587"/>
                </a:lnTo>
                <a:cubicBezTo>
                  <a:pt x="841556" y="23563"/>
                  <a:pt x="817979" y="0"/>
                  <a:pt x="788955" y="0"/>
                </a:cubicBezTo>
                <a:moveTo>
                  <a:pt x="210389" y="315576"/>
                </a:moveTo>
                <a:lnTo>
                  <a:pt x="157788" y="315576"/>
                </a:lnTo>
                <a:lnTo>
                  <a:pt x="157788" y="368177"/>
                </a:lnTo>
                <a:lnTo>
                  <a:pt x="105201" y="368177"/>
                </a:lnTo>
                <a:lnTo>
                  <a:pt x="105201" y="315576"/>
                </a:lnTo>
                <a:lnTo>
                  <a:pt x="157788" y="315576"/>
                </a:lnTo>
                <a:lnTo>
                  <a:pt x="157788" y="262976"/>
                </a:lnTo>
                <a:lnTo>
                  <a:pt x="210389" y="262976"/>
                </a:lnTo>
                <a:lnTo>
                  <a:pt x="210389" y="210375"/>
                </a:lnTo>
                <a:lnTo>
                  <a:pt x="157788" y="210375"/>
                </a:lnTo>
                <a:lnTo>
                  <a:pt x="157788" y="157788"/>
                </a:lnTo>
                <a:lnTo>
                  <a:pt x="105201" y="157788"/>
                </a:lnTo>
                <a:lnTo>
                  <a:pt x="105201" y="105187"/>
                </a:lnTo>
                <a:lnTo>
                  <a:pt x="157788" y="105187"/>
                </a:lnTo>
                <a:lnTo>
                  <a:pt x="157788" y="157788"/>
                </a:lnTo>
                <a:lnTo>
                  <a:pt x="210389" y="157788"/>
                </a:lnTo>
                <a:lnTo>
                  <a:pt x="210389" y="210375"/>
                </a:lnTo>
                <a:lnTo>
                  <a:pt x="262989" y="210375"/>
                </a:lnTo>
                <a:lnTo>
                  <a:pt x="262989" y="262976"/>
                </a:lnTo>
                <a:lnTo>
                  <a:pt x="210389" y="262976"/>
                </a:lnTo>
                <a:lnTo>
                  <a:pt x="210389" y="315576"/>
                </a:lnTo>
                <a:moveTo>
                  <a:pt x="262989" y="368177"/>
                </a:moveTo>
                <a:lnTo>
                  <a:pt x="420778" y="368177"/>
                </a:lnTo>
                <a:lnTo>
                  <a:pt x="420778" y="420778"/>
                </a:lnTo>
                <a:lnTo>
                  <a:pt x="262989" y="420778"/>
                </a:lnTo>
                <a:close/>
              </a:path>
            </a:pathLst>
          </a:custGeom>
          <a:solidFill xmlns:a="http://schemas.openxmlformats.org/drawingml/2006/main">
            <a:srgbClr val="173E3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" name="path-23">
            <a:extLst xmlns:a="http://schemas.openxmlformats.org/drawingml/2006/main">
              <a:ext uri="{FF2B5EF4-FFF2-40B4-BE49-F238E27FC236}">
                <a16:creationId xmlns:a16="http://schemas.microsoft.com/office/drawing/2014/main" id="{BCA17AB6-DA32-4896-8395-D17494542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5342" y="4138928"/>
            <a:ext cx="992324" cy="283521"/>
          </a:xfrm>
          <a:custGeom xmlns:a="http://schemas.openxmlformats.org/drawingml/2006/main">
            <a:pathLst>
              <a:path w="1005762" h="287361">
                <a:moveTo>
                  <a:pt x="0" y="287361"/>
                </a:moveTo>
                <a:cubicBezTo>
                  <a:pt x="307886" y="0"/>
                  <a:pt x="759453" y="0"/>
                  <a:pt x="1005762" y="225783"/>
                </a:cubicBezTo>
              </a:path>
            </a:pathLst>
          </a:custGeom>
          <a:noFill xmlns:a="http://schemas.openxmlformats.org/drawingml/2006/main"/>
          <a:ln xmlns:a="http://schemas.openxmlformats.org/drawingml/2006/main" w="34428">
            <a:solidFill>
              <a:srgbClr val="237F7B"/>
            </a:solidFill>
            <a:prstDash val="solid"/>
          </a:ln>
        </p:spPr>
      </p:sp>
      <p:sp>
        <p:nvSpPr>
          <p:cNvPr id="24" name="path-24">
            <a:extLst xmlns:a="http://schemas.openxmlformats.org/drawingml/2006/main">
              <a:ext uri="{FF2B5EF4-FFF2-40B4-BE49-F238E27FC236}">
                <a16:creationId xmlns:a16="http://schemas.microsoft.com/office/drawing/2014/main" id="{1CE4204F-70C9-4D81-93FC-F35F9D14CB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5312" y="4193566"/>
            <a:ext cx="185058" cy="179780"/>
          </a:xfrm>
          <a:custGeom xmlns:a="http://schemas.openxmlformats.org/drawingml/2006/main">
            <a:pathLst>
              <a:path w="187564" h="182214">
                <a:moveTo>
                  <a:pt x="117873" y="0"/>
                </a:moveTo>
                <a:lnTo>
                  <a:pt x="187564" y="182214"/>
                </a:lnTo>
                <a:lnTo>
                  <a:pt x="0" y="128601"/>
                </a:lnTo>
                <a:lnTo>
                  <a:pt x="117873" y="0"/>
                </a:ln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" name="path-25">
            <a:extLst xmlns:a="http://schemas.openxmlformats.org/drawingml/2006/main">
              <a:ext uri="{FF2B5EF4-FFF2-40B4-BE49-F238E27FC236}">
                <a16:creationId xmlns:a16="http://schemas.microsoft.com/office/drawing/2014/main" id="{141314B6-689A-4330-A3AB-291A05684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5342" y="4786976"/>
            <a:ext cx="992324" cy="425282"/>
          </a:xfrm>
          <a:custGeom xmlns:a="http://schemas.openxmlformats.org/drawingml/2006/main">
            <a:pathLst>
              <a:path w="1005762" h="431041">
                <a:moveTo>
                  <a:pt x="1005762" y="0"/>
                </a:moveTo>
                <a:cubicBezTo>
                  <a:pt x="779979" y="431041"/>
                  <a:pt x="246309" y="431041"/>
                  <a:pt x="0" y="41052"/>
                </a:cubicBezTo>
              </a:path>
            </a:pathLst>
          </a:custGeom>
          <a:noFill xmlns:a="http://schemas.openxmlformats.org/drawingml/2006/main"/>
          <a:ln xmlns:a="http://schemas.openxmlformats.org/drawingml/2006/main" w="34428">
            <a:solidFill>
              <a:srgbClr val="237F7B"/>
            </a:solidFill>
            <a:prstDash val="solid"/>
          </a:ln>
        </p:spPr>
      </p:sp>
      <p:sp>
        <p:nvSpPr>
          <p:cNvPr id="26" name="path-26">
            <a:extLst xmlns:a="http://schemas.openxmlformats.org/drawingml/2006/main">
              <a:ext uri="{FF2B5EF4-FFF2-40B4-BE49-F238E27FC236}">
                <a16:creationId xmlns:a16="http://schemas.microsoft.com/office/drawing/2014/main" id="{CAC93838-A33A-4F7A-9F54-1DCB821D7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162" y="4812925"/>
            <a:ext cx="164658" cy="191485"/>
          </a:xfrm>
          <a:custGeom xmlns:a="http://schemas.openxmlformats.org/drawingml/2006/main">
            <a:pathLst>
              <a:path w="166888" h="194078">
                <a:moveTo>
                  <a:pt x="19404" y="194078"/>
                </a:moveTo>
                <a:lnTo>
                  <a:pt x="0" y="0"/>
                </a:lnTo>
                <a:lnTo>
                  <a:pt x="166888" y="100918"/>
                </a:lnTo>
                <a:lnTo>
                  <a:pt x="19404" y="194078"/>
                </a:ln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27">
            <a:extLst xmlns:a="http://schemas.openxmlformats.org/drawingml/2006/main">
              <a:ext uri="{FF2B5EF4-FFF2-40B4-BE49-F238E27FC236}">
                <a16:creationId xmlns:a16="http://schemas.microsoft.com/office/drawing/2014/main" id="{7F9C08F5-B48D-4741-8871-70CDB7FAD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7103" y="4948988"/>
            <a:ext cx="729055" cy="324024"/>
          </a:xfrm>
          <a:custGeom xmlns:a="http://schemas.openxmlformats.org/drawingml/2006/main">
            <a:pathLst>
              <a:path w="738927" h="328412">
                <a:moveTo>
                  <a:pt x="164206" y="0"/>
                </a:moveTo>
                <a:lnTo>
                  <a:pt x="574721" y="0"/>
                </a:lnTo>
                <a:cubicBezTo>
                  <a:pt x="665691" y="0"/>
                  <a:pt x="738927" y="73236"/>
                  <a:pt x="738927" y="164206"/>
                </a:cubicBezTo>
                <a:cubicBezTo>
                  <a:pt x="738927" y="255176"/>
                  <a:pt x="665691" y="328412"/>
                  <a:pt x="574721" y="328412"/>
                </a:cubicBezTo>
                <a:lnTo>
                  <a:pt x="164206" y="328412"/>
                </a:lnTo>
                <a:cubicBezTo>
                  <a:pt x="73236" y="328412"/>
                  <a:pt x="0" y="255176"/>
                  <a:pt x="0" y="164206"/>
                </a:cubicBezTo>
                <a:cubicBezTo>
                  <a:pt x="0" y="73236"/>
                  <a:pt x="73236" y="0"/>
                  <a:pt x="164206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226">
            <a:solidFill>
              <a:srgbClr val="78AAA4"/>
            </a:solidFill>
            <a:prstDash val="solid"/>
          </a:ln>
        </p:spPr>
      </p:sp>
      <p:sp>
        <p:nvSpPr>
          <p:cNvPr id="28" name="path-28">
            <a:extLst xmlns:a="http://schemas.openxmlformats.org/drawingml/2006/main">
              <a:ext uri="{FF2B5EF4-FFF2-40B4-BE49-F238E27FC236}">
                <a16:creationId xmlns:a16="http://schemas.microsoft.com/office/drawing/2014/main" id="{15037484-3B53-4142-B35D-1105685A2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7983" y="4999617"/>
            <a:ext cx="222767" cy="222767"/>
          </a:xfrm>
          <a:custGeom xmlns:a="http://schemas.openxmlformats.org/drawingml/2006/main">
            <a:pathLst>
              <a:path w="225783" h="225783">
                <a:moveTo>
                  <a:pt x="225783" y="112892"/>
                </a:moveTo>
                <a:cubicBezTo>
                  <a:pt x="225783" y="175221"/>
                  <a:pt x="175222" y="225783"/>
                  <a:pt x="112892" y="225783"/>
                </a:cubicBezTo>
                <a:cubicBezTo>
                  <a:pt x="50562" y="225783"/>
                  <a:pt x="0" y="175221"/>
                  <a:pt x="0" y="112892"/>
                </a:cubicBezTo>
                <a:cubicBezTo>
                  <a:pt x="0" y="50561"/>
                  <a:pt x="50562" y="0"/>
                  <a:pt x="112892" y="0"/>
                </a:cubicBezTo>
                <a:cubicBezTo>
                  <a:pt x="175222" y="0"/>
                  <a:pt x="225783" y="50561"/>
                  <a:pt x="225783" y="112892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" name="path-29">
            <a:extLst xmlns:a="http://schemas.openxmlformats.org/drawingml/2006/main">
              <a:ext uri="{FF2B5EF4-FFF2-40B4-BE49-F238E27FC236}">
                <a16:creationId xmlns:a16="http://schemas.microsoft.com/office/drawing/2014/main" id="{6248D3E5-10AF-4776-A798-E9E6F6498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8612" y="5060371"/>
            <a:ext cx="111383" cy="91133"/>
          </a:xfrm>
          <a:custGeom xmlns:a="http://schemas.openxmlformats.org/drawingml/2006/main">
            <a:pathLst>
              <a:path w="112892" h="92367">
                <a:moveTo>
                  <a:pt x="0" y="51315"/>
                </a:moveTo>
                <a:lnTo>
                  <a:pt x="41052" y="92367"/>
                </a:lnTo>
                <a:lnTo>
                  <a:pt x="11289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6327">
            <a:solidFill>
              <a:srgbClr val="32724F"/>
            </a:solidFill>
            <a:prstDash val="solid"/>
          </a:ln>
        </p:spPr>
      </p:sp>
      <p:sp>
        <p:nvSpPr>
          <p:cNvPr id="30" name="path-30">
            <a:extLst xmlns:a="http://schemas.openxmlformats.org/drawingml/2006/main">
              <a:ext uri="{FF2B5EF4-FFF2-40B4-BE49-F238E27FC236}">
                <a16:creationId xmlns:a16="http://schemas.microsoft.com/office/drawing/2014/main" id="{D83BA586-9B54-444B-B93D-47B81BC9F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2510" y="4999617"/>
            <a:ext cx="222767" cy="222767"/>
          </a:xfrm>
          <a:custGeom xmlns:a="http://schemas.openxmlformats.org/drawingml/2006/main">
            <a:pathLst>
              <a:path w="225783" h="225783">
                <a:moveTo>
                  <a:pt x="225783" y="112892"/>
                </a:moveTo>
                <a:cubicBezTo>
                  <a:pt x="225783" y="175221"/>
                  <a:pt x="175222" y="225783"/>
                  <a:pt x="112892" y="225783"/>
                </a:cubicBezTo>
                <a:cubicBezTo>
                  <a:pt x="50562" y="225783"/>
                  <a:pt x="0" y="175221"/>
                  <a:pt x="0" y="112892"/>
                </a:cubicBezTo>
                <a:cubicBezTo>
                  <a:pt x="0" y="50561"/>
                  <a:pt x="50562" y="0"/>
                  <a:pt x="112892" y="0"/>
                </a:cubicBezTo>
                <a:cubicBezTo>
                  <a:pt x="175222" y="0"/>
                  <a:pt x="225783" y="50561"/>
                  <a:pt x="225783" y="112892"/>
                </a:cubicBezTo>
              </a:path>
            </a:pathLst>
          </a:custGeom>
          <a:solidFill xmlns:a="http://schemas.openxmlformats.org/drawingml/2006/main">
            <a:srgbClr val="FAEDD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31">
            <a:extLst xmlns:a="http://schemas.openxmlformats.org/drawingml/2006/main">
              <a:ext uri="{FF2B5EF4-FFF2-40B4-BE49-F238E27FC236}">
                <a16:creationId xmlns:a16="http://schemas.microsoft.com/office/drawing/2014/main" id="{39C55FE1-850D-46C6-BFB8-B99DA2FB3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73265" y="5060371"/>
            <a:ext cx="101258" cy="101258"/>
          </a:xfrm>
          <a:custGeom xmlns:a="http://schemas.openxmlformats.org/drawingml/2006/main">
            <a:pathLst>
              <a:path w="102629" h="102629">
                <a:moveTo>
                  <a:pt x="0" y="0"/>
                </a:moveTo>
                <a:lnTo>
                  <a:pt x="102629" y="102629"/>
                </a:lnTo>
                <a:moveTo>
                  <a:pt x="102629" y="0"/>
                </a:moveTo>
                <a:lnTo>
                  <a:pt x="0" y="102629"/>
                </a:lnTo>
              </a:path>
            </a:pathLst>
          </a:custGeom>
          <a:noFill xmlns:a="http://schemas.openxmlformats.org/drawingml/2006/main"/>
          <a:ln xmlns:a="http://schemas.openxmlformats.org/drawingml/2006/main" w="26327">
            <a:solidFill>
              <a:srgbClr val="C57735"/>
            </a:solidFill>
            <a:prstDash val="solid"/>
          </a:ln>
        </p:spPr>
      </p:sp>
      <p:sp>
        <p:nvSpPr>
          <p:cNvPr id="32" name="path-32">
            <a:extLst xmlns:a="http://schemas.openxmlformats.org/drawingml/2006/main">
              <a:ext uri="{FF2B5EF4-FFF2-40B4-BE49-F238E27FC236}">
                <a16:creationId xmlns:a16="http://schemas.microsoft.com/office/drawing/2014/main" id="{1359F3DD-978A-414D-8778-4D675B91C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65589" y="5435025"/>
            <a:ext cx="191" cy="648048"/>
          </a:xfrm>
          <a:custGeom xmlns:a="http://schemas.openxmlformats.org/drawingml/2006/main">
            <a:pathLst>
              <a:path w="191" h="656823">
                <a:moveTo>
                  <a:pt x="0" y="65682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4428">
            <a:solidFill>
              <a:srgbClr val="237F7B"/>
            </a:solidFill>
            <a:prstDash val="solid"/>
          </a:ln>
        </p:spPr>
      </p:sp>
      <p:sp>
        <p:nvSpPr>
          <p:cNvPr id="33" name="path-33">
            <a:extLst xmlns:a="http://schemas.openxmlformats.org/drawingml/2006/main">
              <a:ext uri="{FF2B5EF4-FFF2-40B4-BE49-F238E27FC236}">
                <a16:creationId xmlns:a16="http://schemas.microsoft.com/office/drawing/2014/main" id="{E347F700-D802-46B2-BB12-D92360C11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79520" y="5417838"/>
            <a:ext cx="172138" cy="172138"/>
          </a:xfrm>
          <a:custGeom xmlns:a="http://schemas.openxmlformats.org/drawingml/2006/main">
            <a:pathLst>
              <a:path w="174469" h="174469">
                <a:moveTo>
                  <a:pt x="0" y="174469"/>
                </a:moveTo>
                <a:lnTo>
                  <a:pt x="87234" y="0"/>
                </a:lnTo>
                <a:lnTo>
                  <a:pt x="174469" y="174469"/>
                </a:lnTo>
                <a:lnTo>
                  <a:pt x="0" y="174469"/>
                </a:ln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4" name="path-34">
            <a:extLst xmlns:a="http://schemas.openxmlformats.org/drawingml/2006/main">
              <a:ext uri="{FF2B5EF4-FFF2-40B4-BE49-F238E27FC236}">
                <a16:creationId xmlns:a16="http://schemas.microsoft.com/office/drawing/2014/main" id="{65E14042-CE14-4CD4-A7EA-1AAF3FCC1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527" y="6103324"/>
            <a:ext cx="3138984" cy="607545"/>
          </a:xfrm>
          <a:custGeom xmlns:a="http://schemas.openxmlformats.org/drawingml/2006/main">
            <a:pathLst>
              <a:path w="3181491" h="615772">
                <a:moveTo>
                  <a:pt x="102629" y="0"/>
                </a:moveTo>
                <a:lnTo>
                  <a:pt x="3078863" y="0"/>
                </a:lnTo>
                <a:cubicBezTo>
                  <a:pt x="3135733" y="0"/>
                  <a:pt x="3181491" y="45758"/>
                  <a:pt x="3181491" y="102628"/>
                </a:cubicBezTo>
                <a:lnTo>
                  <a:pt x="3181491" y="513144"/>
                </a:lnTo>
                <a:cubicBezTo>
                  <a:pt x="3181491" y="570014"/>
                  <a:pt x="3135733" y="615772"/>
                  <a:pt x="3078863" y="615772"/>
                </a:cubicBezTo>
                <a:lnTo>
                  <a:pt x="102629" y="615772"/>
                </a:lnTo>
                <a:cubicBezTo>
                  <a:pt x="45759" y="615772"/>
                  <a:pt x="0" y="570014"/>
                  <a:pt x="0" y="513144"/>
                </a:cubicBezTo>
                <a:lnTo>
                  <a:pt x="0" y="102628"/>
                </a:lnTo>
                <a:cubicBezTo>
                  <a:pt x="0" y="45758"/>
                  <a:pt x="45759" y="0"/>
                  <a:pt x="102629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226">
            <a:solidFill>
              <a:srgbClr val="B6D0CC"/>
            </a:solidFill>
            <a:prstDash val="solid"/>
          </a:ln>
        </p:spPr>
      </p:sp>
      <p:sp>
        <p:nvSpPr>
          <p:cNvPr id="35" name="path-35">
            <a:extLst xmlns:a="http://schemas.openxmlformats.org/drawingml/2006/main">
              <a:ext uri="{FF2B5EF4-FFF2-40B4-BE49-F238E27FC236}">
                <a16:creationId xmlns:a16="http://schemas.microsoft.com/office/drawing/2014/main" id="{AB378BF7-79E0-4E9C-8029-3C6F56908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5659" y="6194456"/>
            <a:ext cx="425282" cy="425282"/>
          </a:xfrm>
          <a:custGeom xmlns:a="http://schemas.openxmlformats.org/drawingml/2006/main">
            <a:pathLst>
              <a:path w="431041" h="431041">
                <a:moveTo>
                  <a:pt x="61577" y="0"/>
                </a:moveTo>
                <a:lnTo>
                  <a:pt x="369463" y="0"/>
                </a:lnTo>
                <a:cubicBezTo>
                  <a:pt x="403564" y="0"/>
                  <a:pt x="431041" y="27478"/>
                  <a:pt x="431041" y="61577"/>
                </a:cubicBezTo>
                <a:lnTo>
                  <a:pt x="431041" y="369464"/>
                </a:lnTo>
                <a:cubicBezTo>
                  <a:pt x="431041" y="403564"/>
                  <a:pt x="403564" y="431041"/>
                  <a:pt x="369463" y="431041"/>
                </a:cubicBezTo>
                <a:lnTo>
                  <a:pt x="61577" y="431041"/>
                </a:lnTo>
                <a:cubicBezTo>
                  <a:pt x="27477" y="431041"/>
                  <a:pt x="0" y="403564"/>
                  <a:pt x="0" y="369464"/>
                </a:cubicBezTo>
                <a:lnTo>
                  <a:pt x="0" y="61577"/>
                </a:lnTo>
                <a:cubicBezTo>
                  <a:pt x="0" y="27478"/>
                  <a:pt x="27477" y="0"/>
                  <a:pt x="61577" y="0"/>
                </a:cubicBezTo>
              </a:path>
            </a:pathLst>
          </a:custGeom>
          <a:solidFill xmlns:a="http://schemas.openxmlformats.org/drawingml/2006/main">
            <a:srgbClr val="DDEEE9"/>
          </a:solidFill>
          <a:ln xmlns:a="http://schemas.openxmlformats.org/drawingml/2006/main" w="20252">
            <a:solidFill>
              <a:srgbClr val="237F7B"/>
            </a:solidFill>
            <a:prstDash val="solid"/>
          </a:ln>
        </p:spPr>
      </p:sp>
      <p:sp>
        <p:nvSpPr>
          <p:cNvPr id="36" name="path-36">
            <a:extLst xmlns:a="http://schemas.openxmlformats.org/drawingml/2006/main">
              <a:ext uri="{FF2B5EF4-FFF2-40B4-BE49-F238E27FC236}">
                <a16:creationId xmlns:a16="http://schemas.microsoft.com/office/drawing/2014/main" id="{7BC6437B-9AD8-425F-8C69-ED1B83BE5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558" y="6291447"/>
            <a:ext cx="207483" cy="231299"/>
          </a:xfrm>
          <a:custGeom xmlns:a="http://schemas.openxmlformats.org/drawingml/2006/main">
            <a:pathLst>
              <a:path w="210293" h="234432">
                <a:moveTo>
                  <a:pt x="105146" y="0"/>
                </a:moveTo>
                <a:lnTo>
                  <a:pt x="210293" y="56541"/>
                </a:lnTo>
                <a:lnTo>
                  <a:pt x="210293" y="177890"/>
                </a:lnTo>
                <a:lnTo>
                  <a:pt x="105146" y="234432"/>
                </a:lnTo>
                <a:lnTo>
                  <a:pt x="0" y="177890"/>
                </a:lnTo>
                <a:lnTo>
                  <a:pt x="0" y="56541"/>
                </a:lnTo>
                <a:lnTo>
                  <a:pt x="10514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237F7B"/>
            </a:solidFill>
            <a:prstDash val="solid"/>
          </a:ln>
        </p:spPr>
      </p:sp>
      <p:sp>
        <p:nvSpPr>
          <p:cNvPr id="37" name="path-37">
            <a:extLst xmlns:a="http://schemas.openxmlformats.org/drawingml/2006/main">
              <a:ext uri="{FF2B5EF4-FFF2-40B4-BE49-F238E27FC236}">
                <a16:creationId xmlns:a16="http://schemas.microsoft.com/office/drawing/2014/main" id="{602294D9-CCB3-4527-9595-0565FC677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558" y="6347233"/>
            <a:ext cx="207483" cy="175513"/>
          </a:xfrm>
          <a:custGeom xmlns:a="http://schemas.openxmlformats.org/drawingml/2006/main">
            <a:pathLst>
              <a:path w="210293" h="177890">
                <a:moveTo>
                  <a:pt x="0" y="0"/>
                </a:moveTo>
                <a:lnTo>
                  <a:pt x="105146" y="56610"/>
                </a:lnTo>
                <a:lnTo>
                  <a:pt x="210293" y="0"/>
                </a:lnTo>
                <a:moveTo>
                  <a:pt x="105146" y="56610"/>
                </a:moveTo>
                <a:lnTo>
                  <a:pt x="105146" y="17789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237F7B"/>
            </a:solidFill>
            <a:prstDash val="solid"/>
          </a:ln>
        </p:spPr>
      </p:sp>
      <p:sp>
        <p:nvSpPr>
          <p:cNvPr id="38" name="path-38">
            <a:extLst xmlns:a="http://schemas.openxmlformats.org/drawingml/2006/main">
              <a:ext uri="{FF2B5EF4-FFF2-40B4-BE49-F238E27FC236}">
                <a16:creationId xmlns:a16="http://schemas.microsoft.com/office/drawing/2014/main" id="{731E9CBD-3A69-4D9A-AABA-6C3BC04C1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947" y="6194456"/>
            <a:ext cx="425282" cy="425282"/>
          </a:xfrm>
          <a:custGeom xmlns:a="http://schemas.openxmlformats.org/drawingml/2006/main">
            <a:pathLst>
              <a:path w="431041" h="431041">
                <a:moveTo>
                  <a:pt x="61577" y="0"/>
                </a:moveTo>
                <a:lnTo>
                  <a:pt x="369463" y="0"/>
                </a:lnTo>
                <a:cubicBezTo>
                  <a:pt x="403564" y="0"/>
                  <a:pt x="431041" y="27478"/>
                  <a:pt x="431041" y="61577"/>
                </a:cubicBezTo>
                <a:lnTo>
                  <a:pt x="431041" y="369464"/>
                </a:lnTo>
                <a:cubicBezTo>
                  <a:pt x="431041" y="403564"/>
                  <a:pt x="403564" y="431041"/>
                  <a:pt x="369463" y="431041"/>
                </a:cubicBezTo>
                <a:lnTo>
                  <a:pt x="61577" y="431041"/>
                </a:lnTo>
                <a:cubicBezTo>
                  <a:pt x="27477" y="431041"/>
                  <a:pt x="0" y="403564"/>
                  <a:pt x="0" y="369464"/>
                </a:cubicBezTo>
                <a:lnTo>
                  <a:pt x="0" y="61577"/>
                </a:lnTo>
                <a:cubicBezTo>
                  <a:pt x="0" y="27478"/>
                  <a:pt x="27477" y="0"/>
                  <a:pt x="61577" y="0"/>
                </a:cubicBezTo>
              </a:path>
            </a:pathLst>
          </a:custGeom>
          <a:solidFill xmlns:a="http://schemas.openxmlformats.org/drawingml/2006/main">
            <a:srgbClr val="DDEEE9"/>
          </a:solidFill>
          <a:ln xmlns:a="http://schemas.openxmlformats.org/drawingml/2006/main" w="20252">
            <a:solidFill>
              <a:srgbClr val="237F7B"/>
            </a:solidFill>
            <a:prstDash val="solid"/>
          </a:ln>
        </p:spPr>
      </p:sp>
      <p:sp>
        <p:nvSpPr>
          <p:cNvPr id="39" name="path-39">
            <a:extLst xmlns:a="http://schemas.openxmlformats.org/drawingml/2006/main">
              <a:ext uri="{FF2B5EF4-FFF2-40B4-BE49-F238E27FC236}">
                <a16:creationId xmlns:a16="http://schemas.microsoft.com/office/drawing/2014/main" id="{4BEBE82A-1A53-4751-803D-8D1A10926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846" y="6291447"/>
            <a:ext cx="207483" cy="231299"/>
          </a:xfrm>
          <a:custGeom xmlns:a="http://schemas.openxmlformats.org/drawingml/2006/main">
            <a:pathLst>
              <a:path w="210293" h="234432">
                <a:moveTo>
                  <a:pt x="105146" y="0"/>
                </a:moveTo>
                <a:lnTo>
                  <a:pt x="210293" y="56541"/>
                </a:lnTo>
                <a:lnTo>
                  <a:pt x="210293" y="177890"/>
                </a:lnTo>
                <a:lnTo>
                  <a:pt x="105146" y="234432"/>
                </a:lnTo>
                <a:lnTo>
                  <a:pt x="0" y="177890"/>
                </a:lnTo>
                <a:lnTo>
                  <a:pt x="0" y="56541"/>
                </a:lnTo>
                <a:lnTo>
                  <a:pt x="10514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237F7B"/>
            </a:solidFill>
            <a:prstDash val="solid"/>
          </a:ln>
        </p:spPr>
      </p:sp>
      <p:sp>
        <p:nvSpPr>
          <p:cNvPr id="40" name="path-40">
            <a:extLst xmlns:a="http://schemas.openxmlformats.org/drawingml/2006/main">
              <a:ext uri="{FF2B5EF4-FFF2-40B4-BE49-F238E27FC236}">
                <a16:creationId xmlns:a16="http://schemas.microsoft.com/office/drawing/2014/main" id="{0060D425-8F51-465E-B092-C5C805845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846" y="6347233"/>
            <a:ext cx="207483" cy="175513"/>
          </a:xfrm>
          <a:custGeom xmlns:a="http://schemas.openxmlformats.org/drawingml/2006/main">
            <a:pathLst>
              <a:path w="210293" h="177890">
                <a:moveTo>
                  <a:pt x="0" y="0"/>
                </a:moveTo>
                <a:lnTo>
                  <a:pt x="105146" y="56610"/>
                </a:lnTo>
                <a:lnTo>
                  <a:pt x="210293" y="0"/>
                </a:lnTo>
                <a:moveTo>
                  <a:pt x="105146" y="56610"/>
                </a:moveTo>
                <a:lnTo>
                  <a:pt x="105146" y="17789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237F7B"/>
            </a:solidFill>
            <a:prstDash val="solid"/>
          </a:ln>
        </p:spPr>
      </p:sp>
      <p:sp>
        <p:nvSpPr>
          <p:cNvPr id="41" name="path-41">
            <a:extLst xmlns:a="http://schemas.openxmlformats.org/drawingml/2006/main">
              <a:ext uri="{FF2B5EF4-FFF2-40B4-BE49-F238E27FC236}">
                <a16:creationId xmlns:a16="http://schemas.microsoft.com/office/drawing/2014/main" id="{68C47581-4496-4318-B17B-2A859C43B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8234" y="6194456"/>
            <a:ext cx="425282" cy="425282"/>
          </a:xfrm>
          <a:custGeom xmlns:a="http://schemas.openxmlformats.org/drawingml/2006/main">
            <a:pathLst>
              <a:path w="431041" h="431041">
                <a:moveTo>
                  <a:pt x="61577" y="0"/>
                </a:moveTo>
                <a:lnTo>
                  <a:pt x="369464" y="0"/>
                </a:lnTo>
                <a:cubicBezTo>
                  <a:pt x="403564" y="0"/>
                  <a:pt x="431041" y="27478"/>
                  <a:pt x="431041" y="61577"/>
                </a:cubicBezTo>
                <a:lnTo>
                  <a:pt x="431041" y="369464"/>
                </a:lnTo>
                <a:cubicBezTo>
                  <a:pt x="431041" y="403564"/>
                  <a:pt x="403564" y="431041"/>
                  <a:pt x="369464" y="431041"/>
                </a:cubicBezTo>
                <a:lnTo>
                  <a:pt x="61577" y="431041"/>
                </a:lnTo>
                <a:cubicBezTo>
                  <a:pt x="27477" y="431041"/>
                  <a:pt x="0" y="403564"/>
                  <a:pt x="0" y="369464"/>
                </a:cubicBezTo>
                <a:lnTo>
                  <a:pt x="0" y="61577"/>
                </a:lnTo>
                <a:cubicBezTo>
                  <a:pt x="0" y="27478"/>
                  <a:pt x="27477" y="0"/>
                  <a:pt x="61577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6201">
            <a:solidFill>
              <a:srgbClr val="B6D0CC"/>
            </a:solidFill>
            <a:prstDash val="solid"/>
          </a:ln>
        </p:spPr>
      </p:sp>
      <p:sp>
        <p:nvSpPr>
          <p:cNvPr id="42" name="path-42">
            <a:extLst xmlns:a="http://schemas.openxmlformats.org/drawingml/2006/main">
              <a:ext uri="{FF2B5EF4-FFF2-40B4-BE49-F238E27FC236}">
                <a16:creationId xmlns:a16="http://schemas.microsoft.com/office/drawing/2014/main" id="{E06A695F-3C16-4B0C-A16A-8622DCD83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134" y="6291447"/>
            <a:ext cx="207484" cy="231299"/>
          </a:xfrm>
          <a:custGeom xmlns:a="http://schemas.openxmlformats.org/drawingml/2006/main">
            <a:pathLst>
              <a:path w="210293" h="234432">
                <a:moveTo>
                  <a:pt x="105147" y="0"/>
                </a:moveTo>
                <a:lnTo>
                  <a:pt x="210293" y="56541"/>
                </a:lnTo>
                <a:lnTo>
                  <a:pt x="210293" y="177890"/>
                </a:lnTo>
                <a:lnTo>
                  <a:pt x="105147" y="234432"/>
                </a:lnTo>
                <a:lnTo>
                  <a:pt x="0" y="177890"/>
                </a:lnTo>
                <a:lnTo>
                  <a:pt x="0" y="56541"/>
                </a:lnTo>
                <a:lnTo>
                  <a:pt x="10514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78AAA4"/>
            </a:solidFill>
            <a:prstDash val="solid"/>
          </a:ln>
        </p:spPr>
      </p:sp>
      <p:sp>
        <p:nvSpPr>
          <p:cNvPr id="43" name="path-43">
            <a:extLst xmlns:a="http://schemas.openxmlformats.org/drawingml/2006/main">
              <a:ext uri="{FF2B5EF4-FFF2-40B4-BE49-F238E27FC236}">
                <a16:creationId xmlns:a16="http://schemas.microsoft.com/office/drawing/2014/main" id="{36FF2F4C-364B-4044-8E5A-3C7165695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7134" y="6347233"/>
            <a:ext cx="207484" cy="175513"/>
          </a:xfrm>
          <a:custGeom xmlns:a="http://schemas.openxmlformats.org/drawingml/2006/main">
            <a:pathLst>
              <a:path w="210293" h="177890">
                <a:moveTo>
                  <a:pt x="0" y="0"/>
                </a:moveTo>
                <a:lnTo>
                  <a:pt x="105147" y="56610"/>
                </a:lnTo>
                <a:lnTo>
                  <a:pt x="210293" y="0"/>
                </a:lnTo>
                <a:moveTo>
                  <a:pt x="105147" y="56610"/>
                </a:moveTo>
                <a:lnTo>
                  <a:pt x="105147" y="17789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78AAA4"/>
            </a:solidFill>
            <a:prstDash val="solid"/>
          </a:ln>
        </p:spPr>
      </p:sp>
      <p:sp>
        <p:nvSpPr>
          <p:cNvPr id="44" name="path-44">
            <a:extLst xmlns:a="http://schemas.openxmlformats.org/drawingml/2006/main">
              <a:ext uri="{FF2B5EF4-FFF2-40B4-BE49-F238E27FC236}">
                <a16:creationId xmlns:a16="http://schemas.microsoft.com/office/drawing/2014/main" id="{9DA0DC3E-71FA-4AFB-8623-2CE6FB1EB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74522" y="6194456"/>
            <a:ext cx="425282" cy="425282"/>
          </a:xfrm>
          <a:custGeom xmlns:a="http://schemas.openxmlformats.org/drawingml/2006/main">
            <a:pathLst>
              <a:path w="431041" h="431041">
                <a:moveTo>
                  <a:pt x="61577" y="0"/>
                </a:moveTo>
                <a:lnTo>
                  <a:pt x="369464" y="0"/>
                </a:lnTo>
                <a:cubicBezTo>
                  <a:pt x="403563" y="0"/>
                  <a:pt x="431041" y="27478"/>
                  <a:pt x="431041" y="61577"/>
                </a:cubicBezTo>
                <a:lnTo>
                  <a:pt x="431041" y="369464"/>
                </a:lnTo>
                <a:cubicBezTo>
                  <a:pt x="431041" y="403564"/>
                  <a:pt x="403563" y="431041"/>
                  <a:pt x="369464" y="431041"/>
                </a:cubicBezTo>
                <a:lnTo>
                  <a:pt x="61577" y="431041"/>
                </a:lnTo>
                <a:cubicBezTo>
                  <a:pt x="27477" y="431041"/>
                  <a:pt x="0" y="403564"/>
                  <a:pt x="0" y="369464"/>
                </a:cubicBezTo>
                <a:lnTo>
                  <a:pt x="0" y="61577"/>
                </a:lnTo>
                <a:cubicBezTo>
                  <a:pt x="0" y="27478"/>
                  <a:pt x="27477" y="0"/>
                  <a:pt x="61577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6201">
            <a:solidFill>
              <a:srgbClr val="B6D0CC"/>
            </a:solidFill>
            <a:prstDash val="solid"/>
          </a:ln>
        </p:spPr>
      </p:sp>
      <p:sp>
        <p:nvSpPr>
          <p:cNvPr id="45" name="path-45">
            <a:extLst xmlns:a="http://schemas.openxmlformats.org/drawingml/2006/main">
              <a:ext uri="{FF2B5EF4-FFF2-40B4-BE49-F238E27FC236}">
                <a16:creationId xmlns:a16="http://schemas.microsoft.com/office/drawing/2014/main" id="{F68C170A-FD39-4BB2-9124-6D8F07F29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3421" y="6291447"/>
            <a:ext cx="207484" cy="231299"/>
          </a:xfrm>
          <a:custGeom xmlns:a="http://schemas.openxmlformats.org/drawingml/2006/main">
            <a:pathLst>
              <a:path w="210293" h="234432">
                <a:moveTo>
                  <a:pt x="105147" y="0"/>
                </a:moveTo>
                <a:lnTo>
                  <a:pt x="210293" y="56541"/>
                </a:lnTo>
                <a:lnTo>
                  <a:pt x="210293" y="177890"/>
                </a:lnTo>
                <a:lnTo>
                  <a:pt x="105147" y="234432"/>
                </a:lnTo>
                <a:lnTo>
                  <a:pt x="0" y="177890"/>
                </a:lnTo>
                <a:lnTo>
                  <a:pt x="0" y="56541"/>
                </a:lnTo>
                <a:lnTo>
                  <a:pt x="10514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78AAA4"/>
            </a:solidFill>
            <a:prstDash val="solid"/>
          </a:ln>
        </p:spPr>
      </p:sp>
      <p:sp>
        <p:nvSpPr>
          <p:cNvPr id="46" name="path-46">
            <a:extLst xmlns:a="http://schemas.openxmlformats.org/drawingml/2006/main">
              <a:ext uri="{FF2B5EF4-FFF2-40B4-BE49-F238E27FC236}">
                <a16:creationId xmlns:a16="http://schemas.microsoft.com/office/drawing/2014/main" id="{41D68FD9-F043-4596-93DE-AA20A2B49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3421" y="6347233"/>
            <a:ext cx="207484" cy="175513"/>
          </a:xfrm>
          <a:custGeom xmlns:a="http://schemas.openxmlformats.org/drawingml/2006/main">
            <a:pathLst>
              <a:path w="210293" h="177890">
                <a:moveTo>
                  <a:pt x="0" y="0"/>
                </a:moveTo>
                <a:lnTo>
                  <a:pt x="105147" y="56610"/>
                </a:lnTo>
                <a:lnTo>
                  <a:pt x="210293" y="0"/>
                </a:lnTo>
                <a:moveTo>
                  <a:pt x="105147" y="56610"/>
                </a:moveTo>
                <a:lnTo>
                  <a:pt x="105147" y="17789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78AAA4"/>
            </a:solidFill>
            <a:prstDash val="solid"/>
          </a:ln>
        </p:spPr>
      </p:sp>
      <p:sp>
        <p:nvSpPr>
          <p:cNvPr id="47" name="path-47">
            <a:extLst xmlns:a="http://schemas.openxmlformats.org/drawingml/2006/main">
              <a:ext uri="{FF2B5EF4-FFF2-40B4-BE49-F238E27FC236}">
                <a16:creationId xmlns:a16="http://schemas.microsoft.com/office/drawing/2014/main" id="{5A2A6E2B-F0F7-4AB0-BDBD-8975D5DBA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0810" y="6194456"/>
            <a:ext cx="425282" cy="425282"/>
          </a:xfrm>
          <a:custGeom xmlns:a="http://schemas.openxmlformats.org/drawingml/2006/main">
            <a:pathLst>
              <a:path w="431041" h="431041">
                <a:moveTo>
                  <a:pt x="61577" y="0"/>
                </a:moveTo>
                <a:lnTo>
                  <a:pt x="369463" y="0"/>
                </a:lnTo>
                <a:cubicBezTo>
                  <a:pt x="403563" y="0"/>
                  <a:pt x="431041" y="27478"/>
                  <a:pt x="431041" y="61577"/>
                </a:cubicBezTo>
                <a:lnTo>
                  <a:pt x="431041" y="369464"/>
                </a:lnTo>
                <a:cubicBezTo>
                  <a:pt x="431041" y="403564"/>
                  <a:pt x="403563" y="431041"/>
                  <a:pt x="369463" y="431041"/>
                </a:cubicBezTo>
                <a:lnTo>
                  <a:pt x="61577" y="431041"/>
                </a:lnTo>
                <a:cubicBezTo>
                  <a:pt x="27477" y="431041"/>
                  <a:pt x="0" y="403564"/>
                  <a:pt x="0" y="369464"/>
                </a:cubicBezTo>
                <a:lnTo>
                  <a:pt x="0" y="61577"/>
                </a:lnTo>
                <a:cubicBezTo>
                  <a:pt x="0" y="27478"/>
                  <a:pt x="27477" y="0"/>
                  <a:pt x="61577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6201">
            <a:solidFill>
              <a:srgbClr val="B6D0CC"/>
            </a:solidFill>
            <a:prstDash val="solid"/>
          </a:ln>
        </p:spPr>
      </p:sp>
      <p:sp>
        <p:nvSpPr>
          <p:cNvPr id="48" name="path-48">
            <a:extLst xmlns:a="http://schemas.openxmlformats.org/drawingml/2006/main">
              <a:ext uri="{FF2B5EF4-FFF2-40B4-BE49-F238E27FC236}">
                <a16:creationId xmlns:a16="http://schemas.microsoft.com/office/drawing/2014/main" id="{9006E65E-7787-4708-831F-2672A0340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89710" y="6291447"/>
            <a:ext cx="207483" cy="231299"/>
          </a:xfrm>
          <a:custGeom xmlns:a="http://schemas.openxmlformats.org/drawingml/2006/main">
            <a:pathLst>
              <a:path w="210293" h="234432">
                <a:moveTo>
                  <a:pt x="105146" y="0"/>
                </a:moveTo>
                <a:lnTo>
                  <a:pt x="210293" y="56541"/>
                </a:lnTo>
                <a:lnTo>
                  <a:pt x="210293" y="177890"/>
                </a:lnTo>
                <a:lnTo>
                  <a:pt x="105146" y="234432"/>
                </a:lnTo>
                <a:lnTo>
                  <a:pt x="0" y="177890"/>
                </a:lnTo>
                <a:lnTo>
                  <a:pt x="0" y="56541"/>
                </a:lnTo>
                <a:lnTo>
                  <a:pt x="10514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78AAA4"/>
            </a:solidFill>
            <a:prstDash val="solid"/>
          </a:ln>
        </p:spPr>
      </p:sp>
      <p:sp>
        <p:nvSpPr>
          <p:cNvPr id="49" name="path-49">
            <a:extLst xmlns:a="http://schemas.openxmlformats.org/drawingml/2006/main">
              <a:ext uri="{FF2B5EF4-FFF2-40B4-BE49-F238E27FC236}">
                <a16:creationId xmlns:a16="http://schemas.microsoft.com/office/drawing/2014/main" id="{A66BE609-A469-4588-93CA-8E3B5134D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89710" y="6347233"/>
            <a:ext cx="207483" cy="175513"/>
          </a:xfrm>
          <a:custGeom xmlns:a="http://schemas.openxmlformats.org/drawingml/2006/main">
            <a:pathLst>
              <a:path w="210293" h="177890">
                <a:moveTo>
                  <a:pt x="0" y="0"/>
                </a:moveTo>
                <a:lnTo>
                  <a:pt x="105146" y="56610"/>
                </a:lnTo>
                <a:lnTo>
                  <a:pt x="210293" y="0"/>
                </a:lnTo>
                <a:moveTo>
                  <a:pt x="105146" y="56610"/>
                </a:moveTo>
                <a:lnTo>
                  <a:pt x="105146" y="17789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78AAA4"/>
            </a:solidFill>
            <a:prstDash val="solid"/>
          </a:ln>
        </p:spPr>
      </p:sp>
      <p:sp>
        <p:nvSpPr>
          <p:cNvPr id="50" name="path-50">
            <a:extLst xmlns:a="http://schemas.openxmlformats.org/drawingml/2006/main">
              <a:ext uri="{FF2B5EF4-FFF2-40B4-BE49-F238E27FC236}">
                <a16:creationId xmlns:a16="http://schemas.microsoft.com/office/drawing/2014/main" id="{868EE923-8823-4497-B57B-F36A14B22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7098" y="6194456"/>
            <a:ext cx="425282" cy="425282"/>
          </a:xfrm>
          <a:custGeom xmlns:a="http://schemas.openxmlformats.org/drawingml/2006/main">
            <a:pathLst>
              <a:path w="431041" h="431041">
                <a:moveTo>
                  <a:pt x="61577" y="0"/>
                </a:moveTo>
                <a:lnTo>
                  <a:pt x="369463" y="0"/>
                </a:lnTo>
                <a:cubicBezTo>
                  <a:pt x="403564" y="0"/>
                  <a:pt x="431041" y="27478"/>
                  <a:pt x="431041" y="61577"/>
                </a:cubicBezTo>
                <a:lnTo>
                  <a:pt x="431041" y="369464"/>
                </a:lnTo>
                <a:cubicBezTo>
                  <a:pt x="431041" y="403564"/>
                  <a:pt x="403564" y="431041"/>
                  <a:pt x="369463" y="431041"/>
                </a:cubicBezTo>
                <a:lnTo>
                  <a:pt x="61577" y="431041"/>
                </a:lnTo>
                <a:cubicBezTo>
                  <a:pt x="27477" y="431041"/>
                  <a:pt x="0" y="403564"/>
                  <a:pt x="0" y="369464"/>
                </a:cubicBezTo>
                <a:lnTo>
                  <a:pt x="0" y="61577"/>
                </a:lnTo>
                <a:cubicBezTo>
                  <a:pt x="0" y="27478"/>
                  <a:pt x="27477" y="0"/>
                  <a:pt x="61577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6201">
            <a:solidFill>
              <a:srgbClr val="B6D0CC"/>
            </a:solidFill>
            <a:prstDash val="solid"/>
          </a:ln>
        </p:spPr>
      </p:sp>
      <p:sp>
        <p:nvSpPr>
          <p:cNvPr id="51" name="path-51">
            <a:extLst xmlns:a="http://schemas.openxmlformats.org/drawingml/2006/main">
              <a:ext uri="{FF2B5EF4-FFF2-40B4-BE49-F238E27FC236}">
                <a16:creationId xmlns:a16="http://schemas.microsoft.com/office/drawing/2014/main" id="{8C787EAB-D114-4FA7-8D78-420FE68CD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95997" y="6291447"/>
            <a:ext cx="207484" cy="231299"/>
          </a:xfrm>
          <a:custGeom xmlns:a="http://schemas.openxmlformats.org/drawingml/2006/main">
            <a:pathLst>
              <a:path w="210293" h="234432">
                <a:moveTo>
                  <a:pt x="105147" y="0"/>
                </a:moveTo>
                <a:lnTo>
                  <a:pt x="210293" y="56541"/>
                </a:lnTo>
                <a:lnTo>
                  <a:pt x="210293" y="177890"/>
                </a:lnTo>
                <a:lnTo>
                  <a:pt x="105147" y="234432"/>
                </a:lnTo>
                <a:lnTo>
                  <a:pt x="0" y="177890"/>
                </a:lnTo>
                <a:lnTo>
                  <a:pt x="0" y="56541"/>
                </a:lnTo>
                <a:lnTo>
                  <a:pt x="10514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78AAA4"/>
            </a:solidFill>
            <a:prstDash val="solid"/>
          </a:ln>
        </p:spPr>
      </p:sp>
      <p:sp>
        <p:nvSpPr>
          <p:cNvPr id="52" name="path-52">
            <a:extLst xmlns:a="http://schemas.openxmlformats.org/drawingml/2006/main">
              <a:ext uri="{FF2B5EF4-FFF2-40B4-BE49-F238E27FC236}">
                <a16:creationId xmlns:a16="http://schemas.microsoft.com/office/drawing/2014/main" id="{C504D977-FEF3-47A0-A060-76F46D1D9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95997" y="6347233"/>
            <a:ext cx="207484" cy="175513"/>
          </a:xfrm>
          <a:custGeom xmlns:a="http://schemas.openxmlformats.org/drawingml/2006/main">
            <a:pathLst>
              <a:path w="210293" h="177890">
                <a:moveTo>
                  <a:pt x="0" y="0"/>
                </a:moveTo>
                <a:lnTo>
                  <a:pt x="105147" y="56610"/>
                </a:lnTo>
                <a:lnTo>
                  <a:pt x="210293" y="0"/>
                </a:lnTo>
                <a:moveTo>
                  <a:pt x="105147" y="56610"/>
                </a:moveTo>
                <a:lnTo>
                  <a:pt x="105147" y="177890"/>
                </a:lnTo>
              </a:path>
            </a:pathLst>
          </a:custGeom>
          <a:noFill xmlns:a="http://schemas.openxmlformats.org/drawingml/2006/main"/>
          <a:ln xmlns:a="http://schemas.openxmlformats.org/drawingml/2006/main" w="19147">
            <a:solidFill>
              <a:srgbClr val="78AAA4"/>
            </a:solidFill>
            <a:prstDash val="solid"/>
          </a:ln>
        </p:spPr>
      </p:sp>
      <p:sp>
        <p:nvSpPr>
          <p:cNvPr id="53" name="path-53">
            <a:extLst xmlns:a="http://schemas.openxmlformats.org/drawingml/2006/main">
              <a:ext uri="{FF2B5EF4-FFF2-40B4-BE49-F238E27FC236}">
                <a16:creationId xmlns:a16="http://schemas.microsoft.com/office/drawing/2014/main" id="{A030DD29-5B56-4EB3-B82D-32DEDF569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83261" y="4584461"/>
            <a:ext cx="465784" cy="191"/>
          </a:xfrm>
          <a:custGeom xmlns:a="http://schemas.openxmlformats.org/drawingml/2006/main">
            <a:pathLst>
              <a:path w="472092" h="191">
                <a:moveTo>
                  <a:pt x="0" y="0"/>
                </a:moveTo>
                <a:lnTo>
                  <a:pt x="472092" y="0"/>
                </a:lnTo>
              </a:path>
            </a:pathLst>
          </a:custGeom>
          <a:noFill xmlns:a="http://schemas.openxmlformats.org/drawingml/2006/main"/>
          <a:ln xmlns:a="http://schemas.openxmlformats.org/drawingml/2006/main" w="34428">
            <a:solidFill>
              <a:srgbClr val="237F7B"/>
            </a:solidFill>
            <a:prstDash val="solid"/>
          </a:ln>
        </p:spPr>
      </p:sp>
      <p:sp>
        <p:nvSpPr>
          <p:cNvPr id="54" name="path-54">
            <a:extLst xmlns:a="http://schemas.openxmlformats.org/drawingml/2006/main">
              <a:ext uri="{FF2B5EF4-FFF2-40B4-BE49-F238E27FC236}">
                <a16:creationId xmlns:a16="http://schemas.microsoft.com/office/drawing/2014/main" id="{96E09581-50C1-4920-B134-5B2D8D4AC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4094" y="4498392"/>
            <a:ext cx="172138" cy="172138"/>
          </a:xfrm>
          <a:custGeom xmlns:a="http://schemas.openxmlformats.org/drawingml/2006/main">
            <a:pathLst>
              <a:path w="174469" h="174469">
                <a:moveTo>
                  <a:pt x="0" y="0"/>
                </a:moveTo>
                <a:lnTo>
                  <a:pt x="174469" y="87234"/>
                </a:lnTo>
                <a:lnTo>
                  <a:pt x="0" y="174469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5">
            <a:extLst xmlns:a="http://schemas.openxmlformats.org/drawingml/2006/main">
              <a:ext uri="{FF2B5EF4-FFF2-40B4-BE49-F238E27FC236}">
                <a16:creationId xmlns:a16="http://schemas.microsoft.com/office/drawing/2014/main" id="{4BF51DFF-8EC7-4A27-8967-B71666CB9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61686" y="3632640"/>
            <a:ext cx="1468234" cy="1650498"/>
          </a:xfrm>
          <a:custGeom xmlns:a="http://schemas.openxmlformats.org/drawingml/2006/main">
            <a:pathLst>
              <a:path w="1488117" h="1672848">
                <a:moveTo>
                  <a:pt x="123154" y="0"/>
                </a:moveTo>
                <a:lnTo>
                  <a:pt x="1364962" y="0"/>
                </a:lnTo>
                <a:cubicBezTo>
                  <a:pt x="1433163" y="0"/>
                  <a:pt x="1488117" y="54954"/>
                  <a:pt x="1488117" y="123154"/>
                </a:cubicBezTo>
                <a:lnTo>
                  <a:pt x="1488117" y="1549694"/>
                </a:lnTo>
                <a:cubicBezTo>
                  <a:pt x="1488117" y="1617894"/>
                  <a:pt x="1433163" y="1672848"/>
                  <a:pt x="1364962" y="1672848"/>
                </a:cubicBezTo>
                <a:lnTo>
                  <a:pt x="123154" y="1672848"/>
                </a:lnTo>
                <a:cubicBezTo>
                  <a:pt x="54954" y="1672848"/>
                  <a:pt x="0" y="1617894"/>
                  <a:pt x="0" y="1549694"/>
                </a:cubicBezTo>
                <a:lnTo>
                  <a:pt x="0" y="123154"/>
                </a:lnTo>
                <a:cubicBezTo>
                  <a:pt x="0" y="54954"/>
                  <a:pt x="54954" y="0"/>
                  <a:pt x="123154" y="0"/>
                </a:cubicBezTo>
              </a:path>
            </a:pathLst>
          </a:custGeom>
          <a:solidFill xmlns:a="http://schemas.openxmlformats.org/drawingml/2006/main">
            <a:srgbClr val="F3EFF7"/>
          </a:solidFill>
          <a:ln xmlns:a="http://schemas.openxmlformats.org/drawingml/2006/main" w="18226">
            <a:solidFill>
              <a:srgbClr val="CABFD5"/>
            </a:solidFill>
            <a:prstDash val="solid"/>
          </a:ln>
        </p:spPr>
      </p:sp>
      <p:sp>
        <p:nvSpPr>
          <p:cNvPr id="56" name="path-56">
            <a:extLst xmlns:a="http://schemas.openxmlformats.org/drawingml/2006/main">
              <a:ext uri="{FF2B5EF4-FFF2-40B4-BE49-F238E27FC236}">
                <a16:creationId xmlns:a16="http://schemas.microsoft.com/office/drawing/2014/main" id="{BD95CDA1-5C5F-4708-BB80-750F170C8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0051" y="3764275"/>
            <a:ext cx="1468234" cy="1650498"/>
          </a:xfrm>
          <a:custGeom xmlns:a="http://schemas.openxmlformats.org/drawingml/2006/main">
            <a:pathLst>
              <a:path w="1488117" h="1672849">
                <a:moveTo>
                  <a:pt x="123155" y="0"/>
                </a:moveTo>
                <a:lnTo>
                  <a:pt x="1364963" y="0"/>
                </a:lnTo>
                <a:cubicBezTo>
                  <a:pt x="1433163" y="0"/>
                  <a:pt x="1488117" y="54954"/>
                  <a:pt x="1488117" y="123155"/>
                </a:cubicBezTo>
                <a:lnTo>
                  <a:pt x="1488117" y="1549694"/>
                </a:lnTo>
                <a:cubicBezTo>
                  <a:pt x="1488117" y="1617895"/>
                  <a:pt x="1433163" y="1672849"/>
                  <a:pt x="1364963" y="1672849"/>
                </a:cubicBezTo>
                <a:lnTo>
                  <a:pt x="123155" y="1672849"/>
                </a:lnTo>
                <a:cubicBezTo>
                  <a:pt x="54954" y="1672849"/>
                  <a:pt x="0" y="1617895"/>
                  <a:pt x="0" y="1549694"/>
                </a:cubicBezTo>
                <a:lnTo>
                  <a:pt x="0" y="123155"/>
                </a:lnTo>
                <a:cubicBezTo>
                  <a:pt x="0" y="54954"/>
                  <a:pt x="54954" y="0"/>
                  <a:pt x="123155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0252">
            <a:solidFill>
              <a:srgbClr val="B8A9C9"/>
            </a:solidFill>
            <a:prstDash val="solid"/>
          </a:ln>
        </p:spPr>
      </p:sp>
      <p:sp>
        <p:nvSpPr>
          <p:cNvPr id="57" name="path-57">
            <a:extLst xmlns:a="http://schemas.openxmlformats.org/drawingml/2006/main">
              <a:ext uri="{FF2B5EF4-FFF2-40B4-BE49-F238E27FC236}">
                <a16:creationId xmlns:a16="http://schemas.microsoft.com/office/drawing/2014/main" id="{4473C5D2-CDFC-4F73-8EA1-851E26FC6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52817" y="4381946"/>
            <a:ext cx="1022701" cy="283521"/>
          </a:xfrm>
          <a:custGeom xmlns:a="http://schemas.openxmlformats.org/drawingml/2006/main">
            <a:pathLst>
              <a:path w="1036550" h="287360">
                <a:moveTo>
                  <a:pt x="0" y="0"/>
                </a:moveTo>
                <a:lnTo>
                  <a:pt x="1036550" y="0"/>
                </a:lnTo>
                <a:moveTo>
                  <a:pt x="0" y="143681"/>
                </a:moveTo>
                <a:lnTo>
                  <a:pt x="851819" y="143681"/>
                </a:lnTo>
                <a:moveTo>
                  <a:pt x="0" y="287360"/>
                </a:moveTo>
                <a:lnTo>
                  <a:pt x="944185" y="287360"/>
                </a:lnTo>
              </a:path>
            </a:pathLst>
          </a:custGeom>
          <a:noFill xmlns:a="http://schemas.openxmlformats.org/drawingml/2006/main"/>
          <a:ln xmlns:a="http://schemas.openxmlformats.org/drawingml/2006/main" w="40503">
            <a:solidFill>
              <a:srgbClr val="D9D3E1"/>
            </a:solidFill>
            <a:prstDash val="solid"/>
          </a:ln>
        </p:spPr>
      </p:sp>
      <p:sp>
        <p:nvSpPr>
          <p:cNvPr id="58" name="path-58">
            <a:extLst xmlns:a="http://schemas.openxmlformats.org/drawingml/2006/main">
              <a:ext uri="{FF2B5EF4-FFF2-40B4-BE49-F238E27FC236}">
                <a16:creationId xmlns:a16="http://schemas.microsoft.com/office/drawing/2014/main" id="{C60A2415-92F0-40BA-B470-F96A68446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33824" y="4888233"/>
            <a:ext cx="324024" cy="324024"/>
          </a:xfrm>
          <a:custGeom xmlns:a="http://schemas.openxmlformats.org/drawingml/2006/main">
            <a:pathLst>
              <a:path w="328412" h="328412">
                <a:moveTo>
                  <a:pt x="328412" y="164206"/>
                </a:moveTo>
                <a:cubicBezTo>
                  <a:pt x="328412" y="254917"/>
                  <a:pt x="254915" y="328412"/>
                  <a:pt x="164206" y="328412"/>
                </a:cubicBezTo>
                <a:cubicBezTo>
                  <a:pt x="73496" y="328412"/>
                  <a:pt x="0" y="254917"/>
                  <a:pt x="0" y="164206"/>
                </a:cubicBezTo>
                <a:cubicBezTo>
                  <a:pt x="0" y="73496"/>
                  <a:pt x="73496" y="0"/>
                  <a:pt x="164206" y="0"/>
                </a:cubicBezTo>
                <a:cubicBezTo>
                  <a:pt x="254915" y="0"/>
                  <a:pt x="328412" y="73496"/>
                  <a:pt x="328412" y="164206"/>
                </a:cubicBezTo>
              </a:path>
            </a:pathLst>
          </a:custGeom>
          <a:solidFill xmlns:a="http://schemas.openxmlformats.org/drawingml/2006/main">
            <a:srgbClr val="FAEDD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9" name="path-59">
            <a:extLst xmlns:a="http://schemas.openxmlformats.org/drawingml/2006/main">
              <a:ext uri="{FF2B5EF4-FFF2-40B4-BE49-F238E27FC236}">
                <a16:creationId xmlns:a16="http://schemas.microsoft.com/office/drawing/2014/main" id="{5BE03832-798C-421B-ADF5-0133D9261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35081" y="4989491"/>
            <a:ext cx="121509" cy="121509"/>
          </a:xfrm>
          <a:custGeom xmlns:a="http://schemas.openxmlformats.org/drawingml/2006/main">
            <a:pathLst>
              <a:path w="123155" h="123155">
                <a:moveTo>
                  <a:pt x="0" y="0"/>
                </a:moveTo>
                <a:lnTo>
                  <a:pt x="123155" y="123155"/>
                </a:lnTo>
                <a:moveTo>
                  <a:pt x="123155" y="0"/>
                </a:moveTo>
                <a:lnTo>
                  <a:pt x="0" y="123155"/>
                </a:lnTo>
              </a:path>
            </a:pathLst>
          </a:custGeom>
          <a:noFill xmlns:a="http://schemas.openxmlformats.org/drawingml/2006/main"/>
          <a:ln xmlns:a="http://schemas.openxmlformats.org/drawingml/2006/main" w="28352">
            <a:solidFill>
              <a:srgbClr val="C57735"/>
            </a:solidFill>
            <a:prstDash val="solid"/>
          </a:ln>
        </p:spPr>
      </p:sp>
      <p:sp>
        <p:nvSpPr>
          <p:cNvPr id="60" name="path-60">
            <a:extLst xmlns:a="http://schemas.openxmlformats.org/drawingml/2006/main">
              <a:ext uri="{FF2B5EF4-FFF2-40B4-BE49-F238E27FC236}">
                <a16:creationId xmlns:a16="http://schemas.microsoft.com/office/drawing/2014/main" id="{6E691334-95D4-430B-B09B-8F16867F4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0238" y="4888233"/>
            <a:ext cx="324024" cy="324024"/>
          </a:xfrm>
          <a:custGeom xmlns:a="http://schemas.openxmlformats.org/drawingml/2006/main">
            <a:pathLst>
              <a:path w="328412" h="328412">
                <a:moveTo>
                  <a:pt x="328412" y="164206"/>
                </a:moveTo>
                <a:cubicBezTo>
                  <a:pt x="328412" y="254917"/>
                  <a:pt x="254915" y="328412"/>
                  <a:pt x="164206" y="328412"/>
                </a:cubicBezTo>
                <a:cubicBezTo>
                  <a:pt x="73495" y="328412"/>
                  <a:pt x="0" y="254917"/>
                  <a:pt x="0" y="164206"/>
                </a:cubicBezTo>
                <a:cubicBezTo>
                  <a:pt x="0" y="73496"/>
                  <a:pt x="73495" y="0"/>
                  <a:pt x="164206" y="0"/>
                </a:cubicBezTo>
                <a:cubicBezTo>
                  <a:pt x="254915" y="0"/>
                  <a:pt x="328412" y="73496"/>
                  <a:pt x="328412" y="164206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path-61">
            <a:extLst xmlns:a="http://schemas.openxmlformats.org/drawingml/2006/main">
              <a:ext uri="{FF2B5EF4-FFF2-40B4-BE49-F238E27FC236}">
                <a16:creationId xmlns:a16="http://schemas.microsoft.com/office/drawing/2014/main" id="{0B227F89-EA4C-447D-8691-A6F46E846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1369" y="4989491"/>
            <a:ext cx="151887" cy="121509"/>
          </a:xfrm>
          <a:custGeom xmlns:a="http://schemas.openxmlformats.org/drawingml/2006/main">
            <a:pathLst>
              <a:path w="153943" h="123155">
                <a:moveTo>
                  <a:pt x="0" y="61577"/>
                </a:moveTo>
                <a:lnTo>
                  <a:pt x="61577" y="123155"/>
                </a:lnTo>
                <a:lnTo>
                  <a:pt x="153943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352">
            <a:solidFill>
              <a:srgbClr val="32724F"/>
            </a:solidFill>
            <a:prstDash val="solid"/>
          </a:ln>
        </p:spPr>
      </p:sp>
      <p:sp>
        <p:nvSpPr>
          <p:cNvPr id="62" name="path-62">
            <a:extLst xmlns:a="http://schemas.openxmlformats.org/drawingml/2006/main">
              <a:ext uri="{FF2B5EF4-FFF2-40B4-BE49-F238E27FC236}">
                <a16:creationId xmlns:a16="http://schemas.microsoft.com/office/drawing/2014/main" id="{29E9CECF-9608-43AB-B4DE-2CFCB637E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90675" y="4584461"/>
            <a:ext cx="283521" cy="191"/>
          </a:xfrm>
          <a:custGeom xmlns:a="http://schemas.openxmlformats.org/drawingml/2006/main">
            <a:pathLst>
              <a:path w="287361" h="191">
                <a:moveTo>
                  <a:pt x="0" y="0"/>
                </a:moveTo>
                <a:lnTo>
                  <a:pt x="287361" y="0"/>
                </a:lnTo>
              </a:path>
            </a:pathLst>
          </a:custGeom>
          <a:noFill xmlns:a="http://schemas.openxmlformats.org/drawingml/2006/main"/>
          <a:ln xmlns:a="http://schemas.openxmlformats.org/drawingml/2006/main" w="34428">
            <a:solidFill>
              <a:srgbClr val="32006E"/>
            </a:solidFill>
            <a:prstDash val="solid"/>
          </a:ln>
        </p:spPr>
      </p:sp>
      <p:sp>
        <p:nvSpPr>
          <p:cNvPr id="63" name="path-63">
            <a:extLst xmlns:a="http://schemas.openxmlformats.org/drawingml/2006/main">
              <a:ext uri="{FF2B5EF4-FFF2-40B4-BE49-F238E27FC236}">
                <a16:creationId xmlns:a16="http://schemas.microsoft.com/office/drawing/2014/main" id="{05308501-0EF1-4F7A-A16E-E69672A83D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9245" y="4498392"/>
            <a:ext cx="172138" cy="172138"/>
          </a:xfrm>
          <a:custGeom xmlns:a="http://schemas.openxmlformats.org/drawingml/2006/main">
            <a:pathLst>
              <a:path w="174469" h="174469">
                <a:moveTo>
                  <a:pt x="0" y="0"/>
                </a:moveTo>
                <a:lnTo>
                  <a:pt x="174469" y="87234"/>
                </a:lnTo>
                <a:lnTo>
                  <a:pt x="0" y="174469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3200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path-64">
            <a:extLst xmlns:a="http://schemas.openxmlformats.org/drawingml/2006/main">
              <a:ext uri="{FF2B5EF4-FFF2-40B4-BE49-F238E27FC236}">
                <a16:creationId xmlns:a16="http://schemas.microsoft.com/office/drawing/2014/main" id="{3F96189F-4440-4F94-8719-F9005C84D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55202" y="2761825"/>
            <a:ext cx="8181610" cy="4293320"/>
          </a:xfrm>
          <a:custGeom xmlns:a="http://schemas.openxmlformats.org/drawingml/2006/main">
            <a:pathLst>
              <a:path w="8292403" h="4351459">
                <a:moveTo>
                  <a:pt x="184731" y="0"/>
                </a:moveTo>
                <a:lnTo>
                  <a:pt x="8107672" y="0"/>
                </a:lnTo>
                <a:cubicBezTo>
                  <a:pt x="8210027" y="0"/>
                  <a:pt x="8292403" y="82377"/>
                  <a:pt x="8292403" y="184732"/>
                </a:cubicBezTo>
                <a:lnTo>
                  <a:pt x="8292403" y="4166727"/>
                </a:lnTo>
                <a:cubicBezTo>
                  <a:pt x="8292403" y="4269083"/>
                  <a:pt x="8210027" y="4351459"/>
                  <a:pt x="8107672" y="4351459"/>
                </a:cubicBezTo>
                <a:lnTo>
                  <a:pt x="184731" y="4351459"/>
                </a:lnTo>
                <a:cubicBezTo>
                  <a:pt x="82377" y="4351459"/>
                  <a:pt x="0" y="4269083"/>
                  <a:pt x="0" y="4166727"/>
                </a:cubicBezTo>
                <a:lnTo>
                  <a:pt x="0" y="184732"/>
                </a:lnTo>
                <a:cubicBezTo>
                  <a:pt x="0" y="82377"/>
                  <a:pt x="82377" y="0"/>
                  <a:pt x="184731" y="0"/>
                </a:cubicBezTo>
              </a:path>
            </a:pathLst>
          </a:custGeom>
          <a:solidFill xmlns:a="http://schemas.openxmlformats.org/drawingml/2006/main">
            <a:srgbClr val="F5F1FA"/>
          </a:solidFill>
          <a:ln xmlns:a="http://schemas.openxmlformats.org/drawingml/2006/main" w="25314">
            <a:solidFill>
              <a:srgbClr val="32006E"/>
            </a:solidFill>
            <a:prstDash val="solid"/>
          </a:ln>
        </p:spPr>
      </p:sp>
      <p:sp>
        <p:nvSpPr>
          <p:cNvPr id="65" name="path-65">
            <a:extLst xmlns:a="http://schemas.openxmlformats.org/drawingml/2006/main">
              <a:ext uri="{FF2B5EF4-FFF2-40B4-BE49-F238E27FC236}">
                <a16:creationId xmlns:a16="http://schemas.microsoft.com/office/drawing/2014/main" id="{E394DFB8-DBDC-4211-AE1A-01F6C71AD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5328" y="2771950"/>
            <a:ext cx="8161360" cy="617671"/>
          </a:xfrm>
          <a:custGeom xmlns:a="http://schemas.openxmlformats.org/drawingml/2006/main">
            <a:pathLst>
              <a:path w="8271879" h="626036">
                <a:moveTo>
                  <a:pt x="174469" y="0"/>
                </a:moveTo>
                <a:lnTo>
                  <a:pt x="8097410" y="0"/>
                </a:lnTo>
                <a:cubicBezTo>
                  <a:pt x="8213722" y="0"/>
                  <a:pt x="8271879" y="58156"/>
                  <a:pt x="8271879" y="174469"/>
                </a:cubicBezTo>
                <a:lnTo>
                  <a:pt x="8271879" y="626036"/>
                </a:lnTo>
                <a:lnTo>
                  <a:pt x="0" y="626036"/>
                </a:lnTo>
                <a:lnTo>
                  <a:pt x="0" y="174469"/>
                </a:lnTo>
                <a:cubicBezTo>
                  <a:pt x="0" y="58156"/>
                  <a:pt x="58157" y="0"/>
                  <a:pt x="174469" y="0"/>
                </a:cubicBezTo>
              </a:path>
            </a:pathLst>
          </a:custGeom>
          <a:solidFill xmlns:a="http://schemas.openxmlformats.org/drawingml/2006/main">
            <a:srgbClr val="EEE5F7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6" name="path-66">
            <a:extLst xmlns:a="http://schemas.openxmlformats.org/drawingml/2006/main">
              <a:ext uri="{FF2B5EF4-FFF2-40B4-BE49-F238E27FC236}">
                <a16:creationId xmlns:a16="http://schemas.microsoft.com/office/drawing/2014/main" id="{1E813336-501C-43AD-AD7D-291956EE7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5328" y="3389622"/>
            <a:ext cx="8161360" cy="191"/>
          </a:xfrm>
          <a:custGeom xmlns:a="http://schemas.openxmlformats.org/drawingml/2006/main">
            <a:pathLst>
              <a:path w="8271879" h="191">
                <a:moveTo>
                  <a:pt x="0" y="0"/>
                </a:moveTo>
                <a:lnTo>
                  <a:pt x="827187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5189">
            <a:solidFill>
              <a:srgbClr val="D7CAE6"/>
            </a:solidFill>
            <a:prstDash val="solid"/>
          </a:ln>
        </p:spPr>
      </p:sp>
      <p:sp>
        <p:nvSpPr>
          <p:cNvPr id="67" name="path-67">
            <a:extLst xmlns:a="http://schemas.openxmlformats.org/drawingml/2006/main">
              <a:ext uri="{FF2B5EF4-FFF2-40B4-BE49-F238E27FC236}">
                <a16:creationId xmlns:a16="http://schemas.microsoft.com/office/drawing/2014/main" id="{2521E54F-7565-4C51-82B9-4165EE93F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8220" y="2944088"/>
            <a:ext cx="293647" cy="263270"/>
          </a:xfrm>
          <a:custGeom xmlns:a="http://schemas.openxmlformats.org/drawingml/2006/main">
            <a:pathLst>
              <a:path w="297624" h="266835">
                <a:moveTo>
                  <a:pt x="41052" y="0"/>
                </a:moveTo>
                <a:lnTo>
                  <a:pt x="256572" y="0"/>
                </a:lnTo>
                <a:cubicBezTo>
                  <a:pt x="279287" y="0"/>
                  <a:pt x="297624" y="18336"/>
                  <a:pt x="297624" y="41051"/>
                </a:cubicBezTo>
                <a:lnTo>
                  <a:pt x="297624" y="225783"/>
                </a:lnTo>
                <a:cubicBezTo>
                  <a:pt x="297624" y="248498"/>
                  <a:pt x="279287" y="266835"/>
                  <a:pt x="256572" y="266835"/>
                </a:cubicBezTo>
                <a:lnTo>
                  <a:pt x="41052" y="266835"/>
                </a:lnTo>
                <a:cubicBezTo>
                  <a:pt x="18336" y="266835"/>
                  <a:pt x="0" y="248498"/>
                  <a:pt x="0" y="225783"/>
                </a:cubicBezTo>
                <a:lnTo>
                  <a:pt x="0" y="41051"/>
                </a:lnTo>
                <a:cubicBezTo>
                  <a:pt x="0" y="18336"/>
                  <a:pt x="18336" y="0"/>
                  <a:pt x="41052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23289">
            <a:solidFill>
              <a:srgbClr val="32006E"/>
            </a:solidFill>
            <a:prstDash val="solid"/>
          </a:ln>
        </p:spPr>
      </p:sp>
      <p:sp>
        <p:nvSpPr>
          <p:cNvPr id="68" name="path-68">
            <a:extLst xmlns:a="http://schemas.openxmlformats.org/drawingml/2006/main">
              <a:ext uri="{FF2B5EF4-FFF2-40B4-BE49-F238E27FC236}">
                <a16:creationId xmlns:a16="http://schemas.microsoft.com/office/drawing/2014/main" id="{CCAF822A-D7B2-4940-AC66-A44DEAA8E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69101" y="3014969"/>
            <a:ext cx="162012" cy="121509"/>
          </a:xfrm>
          <a:custGeom xmlns:a="http://schemas.openxmlformats.org/drawingml/2006/main">
            <a:pathLst>
              <a:path w="164206" h="123154">
                <a:moveTo>
                  <a:pt x="0" y="0"/>
                </a:moveTo>
                <a:lnTo>
                  <a:pt x="61577" y="61577"/>
                </a:lnTo>
                <a:lnTo>
                  <a:pt x="0" y="123154"/>
                </a:lnTo>
                <a:moveTo>
                  <a:pt x="92366" y="123154"/>
                </a:moveTo>
                <a:lnTo>
                  <a:pt x="164206" y="123154"/>
                </a:lnTo>
              </a:path>
            </a:pathLst>
          </a:custGeom>
          <a:noFill xmlns:a="http://schemas.openxmlformats.org/drawingml/2006/main"/>
          <a:ln xmlns:a="http://schemas.openxmlformats.org/drawingml/2006/main" w="23289">
            <a:solidFill>
              <a:srgbClr val="32006E"/>
            </a:solidFill>
            <a:prstDash val="solid"/>
          </a:ln>
        </p:spPr>
      </p:sp>
      <p:sp>
        <p:nvSpPr>
          <p:cNvPr id="69" name="path-69">
            <a:extLst xmlns:a="http://schemas.openxmlformats.org/drawingml/2006/main">
              <a:ext uri="{FF2B5EF4-FFF2-40B4-BE49-F238E27FC236}">
                <a16:creationId xmlns:a16="http://schemas.microsoft.com/office/drawing/2014/main" id="{3E5B7807-D5A5-4616-B229-6631A756F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91867" y="3926287"/>
            <a:ext cx="698678" cy="2480810"/>
          </a:xfrm>
          <a:custGeom xmlns:a="http://schemas.openxmlformats.org/drawingml/2006/main">
            <a:pathLst>
              <a:path w="708139" h="2514404">
                <a:moveTo>
                  <a:pt x="0" y="0"/>
                </a:moveTo>
                <a:lnTo>
                  <a:pt x="0" y="2514404"/>
                </a:lnTo>
                <a:lnTo>
                  <a:pt x="236046" y="2514404"/>
                </a:lnTo>
                <a:moveTo>
                  <a:pt x="0" y="277098"/>
                </a:moveTo>
                <a:lnTo>
                  <a:pt x="236046" y="277098"/>
                </a:lnTo>
                <a:moveTo>
                  <a:pt x="0" y="1662585"/>
                </a:moveTo>
                <a:lnTo>
                  <a:pt x="236046" y="1662585"/>
                </a:lnTo>
                <a:moveTo>
                  <a:pt x="0" y="2093627"/>
                </a:moveTo>
                <a:lnTo>
                  <a:pt x="236046" y="2093627"/>
                </a:lnTo>
                <a:moveTo>
                  <a:pt x="502881" y="472092"/>
                </a:moveTo>
                <a:lnTo>
                  <a:pt x="502881" y="1221282"/>
                </a:lnTo>
                <a:lnTo>
                  <a:pt x="708139" y="1221282"/>
                </a:lnTo>
                <a:moveTo>
                  <a:pt x="502881" y="769716"/>
                </a:moveTo>
                <a:lnTo>
                  <a:pt x="708139" y="769716"/>
                </a:lnTo>
              </a:path>
            </a:pathLst>
          </a:custGeom>
          <a:noFill xmlns:a="http://schemas.openxmlformats.org/drawingml/2006/main"/>
          <a:ln xmlns:a="http://schemas.openxmlformats.org/drawingml/2006/main" w="20252">
            <a:solidFill>
              <a:srgbClr val="C7BDD4"/>
            </a:solidFill>
            <a:prstDash val="solid"/>
          </a:ln>
        </p:spPr>
      </p:sp>
      <p:sp>
        <p:nvSpPr>
          <p:cNvPr id="70" name="path-70">
            <a:extLst xmlns:a="http://schemas.openxmlformats.org/drawingml/2006/main">
              <a:ext uri="{FF2B5EF4-FFF2-40B4-BE49-F238E27FC236}">
                <a16:creationId xmlns:a16="http://schemas.microsoft.com/office/drawing/2014/main" id="{F5E8E18D-22D4-4CF8-B83C-B43E3E50A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74131" y="3997167"/>
            <a:ext cx="3078230" cy="364527"/>
          </a:xfrm>
          <a:custGeom xmlns:a="http://schemas.openxmlformats.org/drawingml/2006/main">
            <a:pathLst>
              <a:path w="3119914" h="369463">
                <a:moveTo>
                  <a:pt x="61577" y="0"/>
                </a:moveTo>
                <a:lnTo>
                  <a:pt x="3058336" y="0"/>
                </a:lnTo>
                <a:cubicBezTo>
                  <a:pt x="3092437" y="0"/>
                  <a:pt x="3119914" y="27477"/>
                  <a:pt x="3119914" y="61577"/>
                </a:cubicBezTo>
                <a:lnTo>
                  <a:pt x="3119914" y="307886"/>
                </a:lnTo>
                <a:cubicBezTo>
                  <a:pt x="3119914" y="341986"/>
                  <a:pt x="3092437" y="369463"/>
                  <a:pt x="3058336" y="369463"/>
                </a:cubicBezTo>
                <a:lnTo>
                  <a:pt x="61577" y="369463"/>
                </a:lnTo>
                <a:cubicBezTo>
                  <a:pt x="27477" y="369463"/>
                  <a:pt x="0" y="341986"/>
                  <a:pt x="0" y="307886"/>
                </a:cubicBezTo>
                <a:lnTo>
                  <a:pt x="0" y="61577"/>
                </a:lnTo>
                <a:cubicBezTo>
                  <a:pt x="0" y="27477"/>
                  <a:pt x="27477" y="0"/>
                  <a:pt x="61577" y="0"/>
                </a:cubicBezTo>
              </a:path>
            </a:pathLst>
          </a:custGeom>
          <a:solidFill xmlns:a="http://schemas.openxmlformats.org/drawingml/2006/main">
            <a:srgbClr val="E7D9F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1" name="path-71">
            <a:extLst xmlns:a="http://schemas.openxmlformats.org/drawingml/2006/main">
              <a:ext uri="{FF2B5EF4-FFF2-40B4-BE49-F238E27FC236}">
                <a16:creationId xmlns:a16="http://schemas.microsoft.com/office/drawing/2014/main" id="{695B5C7A-8303-4A3E-9234-186339F1F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5389" y="4078173"/>
            <a:ext cx="263270" cy="202515"/>
          </a:xfrm>
          <a:custGeom xmlns:a="http://schemas.openxmlformats.org/drawingml/2006/main">
            <a:pathLst>
              <a:path w="266835" h="205258">
                <a:moveTo>
                  <a:pt x="10263" y="20526"/>
                </a:moveTo>
                <a:cubicBezTo>
                  <a:pt x="10263" y="6842"/>
                  <a:pt x="17105" y="0"/>
                  <a:pt x="30789" y="0"/>
                </a:cubicBezTo>
                <a:lnTo>
                  <a:pt x="102628" y="0"/>
                </a:lnTo>
                <a:lnTo>
                  <a:pt x="143680" y="41052"/>
                </a:lnTo>
                <a:lnTo>
                  <a:pt x="236046" y="41052"/>
                </a:lnTo>
                <a:cubicBezTo>
                  <a:pt x="256572" y="41052"/>
                  <a:pt x="266835" y="51314"/>
                  <a:pt x="266835" y="71840"/>
                </a:cubicBezTo>
                <a:lnTo>
                  <a:pt x="266835" y="174469"/>
                </a:lnTo>
                <a:cubicBezTo>
                  <a:pt x="266835" y="194995"/>
                  <a:pt x="256572" y="205258"/>
                  <a:pt x="236046" y="205258"/>
                </a:cubicBezTo>
                <a:lnTo>
                  <a:pt x="30789" y="205258"/>
                </a:lnTo>
                <a:cubicBezTo>
                  <a:pt x="10263" y="205258"/>
                  <a:pt x="0" y="194995"/>
                  <a:pt x="0" y="174469"/>
                </a:cubicBezTo>
                <a:lnTo>
                  <a:pt x="0" y="51314"/>
                </a:lnTo>
                <a:cubicBezTo>
                  <a:pt x="0" y="30789"/>
                  <a:pt x="3421" y="20526"/>
                  <a:pt x="10263" y="20526"/>
                </a:cubicBezTo>
              </a:path>
            </a:pathLst>
          </a:custGeom>
          <a:solidFill xmlns:a="http://schemas.openxmlformats.org/drawingml/2006/main">
            <a:srgbClr val="E2D5F0"/>
          </a:solidFill>
          <a:ln xmlns:a="http://schemas.openxmlformats.org/drawingml/2006/main" w="16201">
            <a:solidFill>
              <a:srgbClr val="80649E"/>
            </a:solidFill>
            <a:prstDash val="solid"/>
          </a:ln>
        </p:spPr>
      </p:sp>
      <p:sp>
        <p:nvSpPr>
          <p:cNvPr id="72" name="path-72">
            <a:extLst xmlns:a="http://schemas.openxmlformats.org/drawingml/2006/main">
              <a:ext uri="{FF2B5EF4-FFF2-40B4-BE49-F238E27FC236}">
                <a16:creationId xmlns:a16="http://schemas.microsoft.com/office/drawing/2014/main" id="{B9792D4E-D87D-49E8-BC2A-948CBF564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1174" y="4564209"/>
            <a:ext cx="263269" cy="202515"/>
          </a:xfrm>
          <a:custGeom xmlns:a="http://schemas.openxmlformats.org/drawingml/2006/main">
            <a:pathLst>
              <a:path w="266834" h="205258">
                <a:moveTo>
                  <a:pt x="10262" y="20526"/>
                </a:moveTo>
                <a:cubicBezTo>
                  <a:pt x="10262" y="6842"/>
                  <a:pt x="17104" y="0"/>
                  <a:pt x="30788" y="0"/>
                </a:cubicBezTo>
                <a:lnTo>
                  <a:pt x="102628" y="0"/>
                </a:lnTo>
                <a:lnTo>
                  <a:pt x="143681" y="41051"/>
                </a:lnTo>
                <a:lnTo>
                  <a:pt x="236045" y="41051"/>
                </a:lnTo>
                <a:cubicBezTo>
                  <a:pt x="256571" y="41051"/>
                  <a:pt x="266834" y="51314"/>
                  <a:pt x="266834" y="71840"/>
                </a:cubicBezTo>
                <a:lnTo>
                  <a:pt x="266834" y="174469"/>
                </a:lnTo>
                <a:cubicBezTo>
                  <a:pt x="266834" y="194995"/>
                  <a:pt x="256571" y="205258"/>
                  <a:pt x="236045" y="205258"/>
                </a:cubicBezTo>
                <a:lnTo>
                  <a:pt x="30788" y="205258"/>
                </a:lnTo>
                <a:cubicBezTo>
                  <a:pt x="10262" y="205258"/>
                  <a:pt x="0" y="194995"/>
                  <a:pt x="0" y="174469"/>
                </a:cubicBezTo>
                <a:lnTo>
                  <a:pt x="0" y="51314"/>
                </a:lnTo>
                <a:cubicBezTo>
                  <a:pt x="0" y="30789"/>
                  <a:pt x="3421" y="20526"/>
                  <a:pt x="10262" y="20526"/>
                </a:cubicBezTo>
              </a:path>
            </a:pathLst>
          </a:custGeom>
          <a:solidFill xmlns:a="http://schemas.openxmlformats.org/drawingml/2006/main">
            <a:srgbClr val="F4C4AE"/>
          </a:solidFill>
          <a:ln xmlns:a="http://schemas.openxmlformats.org/drawingml/2006/main" w="16201">
            <a:solidFill>
              <a:srgbClr val="80649E"/>
            </a:solidFill>
            <a:prstDash val="solid"/>
          </a:ln>
        </p:spPr>
      </p:sp>
      <p:sp>
        <p:nvSpPr>
          <p:cNvPr id="73" name="path-73">
            <a:extLst xmlns:a="http://schemas.openxmlformats.org/drawingml/2006/main">
              <a:ext uri="{FF2B5EF4-FFF2-40B4-BE49-F238E27FC236}">
                <a16:creationId xmlns:a16="http://schemas.microsoft.com/office/drawing/2014/main" id="{6E8542F2-3C10-498D-9AEF-9535E3EEB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1174" y="5009742"/>
            <a:ext cx="263269" cy="202515"/>
          </a:xfrm>
          <a:custGeom xmlns:a="http://schemas.openxmlformats.org/drawingml/2006/main">
            <a:pathLst>
              <a:path w="266834" h="205258">
                <a:moveTo>
                  <a:pt x="10262" y="20526"/>
                </a:moveTo>
                <a:cubicBezTo>
                  <a:pt x="10262" y="6842"/>
                  <a:pt x="17104" y="0"/>
                  <a:pt x="30788" y="0"/>
                </a:cubicBezTo>
                <a:lnTo>
                  <a:pt x="102628" y="0"/>
                </a:lnTo>
                <a:lnTo>
                  <a:pt x="143681" y="41052"/>
                </a:lnTo>
                <a:lnTo>
                  <a:pt x="236045" y="41052"/>
                </a:lnTo>
                <a:cubicBezTo>
                  <a:pt x="256571" y="41052"/>
                  <a:pt x="266834" y="51314"/>
                  <a:pt x="266834" y="71840"/>
                </a:cubicBezTo>
                <a:lnTo>
                  <a:pt x="266834" y="174469"/>
                </a:lnTo>
                <a:cubicBezTo>
                  <a:pt x="266834" y="194995"/>
                  <a:pt x="256571" y="205258"/>
                  <a:pt x="236045" y="205258"/>
                </a:cubicBezTo>
                <a:lnTo>
                  <a:pt x="30788" y="205258"/>
                </a:lnTo>
                <a:cubicBezTo>
                  <a:pt x="10262" y="205258"/>
                  <a:pt x="0" y="194995"/>
                  <a:pt x="0" y="174469"/>
                </a:cubicBezTo>
                <a:lnTo>
                  <a:pt x="0" y="51314"/>
                </a:lnTo>
                <a:cubicBezTo>
                  <a:pt x="0" y="30789"/>
                  <a:pt x="3421" y="20526"/>
                  <a:pt x="10262" y="20526"/>
                </a:cubicBezTo>
              </a:path>
            </a:pathLst>
          </a:custGeom>
          <a:solidFill xmlns:a="http://schemas.openxmlformats.org/drawingml/2006/main">
            <a:srgbClr val="B8DCC5"/>
          </a:solidFill>
          <a:ln xmlns:a="http://schemas.openxmlformats.org/drawingml/2006/main" w="16201">
            <a:solidFill>
              <a:srgbClr val="80649E"/>
            </a:solidFill>
            <a:prstDash val="solid"/>
          </a:ln>
        </p:spPr>
      </p:sp>
      <p:sp>
        <p:nvSpPr>
          <p:cNvPr id="74" name="path-74">
            <a:extLst xmlns:a="http://schemas.openxmlformats.org/drawingml/2006/main">
              <a:ext uri="{FF2B5EF4-FFF2-40B4-BE49-F238E27FC236}">
                <a16:creationId xmlns:a16="http://schemas.microsoft.com/office/drawing/2014/main" id="{4AE5C514-EB99-4DEE-9404-70BDE86C9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5389" y="5445150"/>
            <a:ext cx="263270" cy="202515"/>
          </a:xfrm>
          <a:custGeom xmlns:a="http://schemas.openxmlformats.org/drawingml/2006/main">
            <a:pathLst>
              <a:path w="266835" h="205258">
                <a:moveTo>
                  <a:pt x="10263" y="20526"/>
                </a:moveTo>
                <a:cubicBezTo>
                  <a:pt x="10263" y="6842"/>
                  <a:pt x="17105" y="0"/>
                  <a:pt x="30789" y="0"/>
                </a:cubicBezTo>
                <a:lnTo>
                  <a:pt x="102628" y="0"/>
                </a:lnTo>
                <a:lnTo>
                  <a:pt x="143680" y="41052"/>
                </a:lnTo>
                <a:lnTo>
                  <a:pt x="236046" y="41052"/>
                </a:lnTo>
                <a:cubicBezTo>
                  <a:pt x="256572" y="41052"/>
                  <a:pt x="266835" y="51314"/>
                  <a:pt x="266835" y="71840"/>
                </a:cubicBezTo>
                <a:lnTo>
                  <a:pt x="266835" y="174469"/>
                </a:lnTo>
                <a:cubicBezTo>
                  <a:pt x="266835" y="194995"/>
                  <a:pt x="256572" y="205258"/>
                  <a:pt x="236046" y="205258"/>
                </a:cubicBezTo>
                <a:lnTo>
                  <a:pt x="30789" y="205258"/>
                </a:lnTo>
                <a:cubicBezTo>
                  <a:pt x="10263" y="205258"/>
                  <a:pt x="0" y="194995"/>
                  <a:pt x="0" y="174469"/>
                </a:cubicBezTo>
                <a:lnTo>
                  <a:pt x="0" y="51314"/>
                </a:lnTo>
                <a:cubicBezTo>
                  <a:pt x="0" y="30789"/>
                  <a:pt x="3421" y="20526"/>
                  <a:pt x="10263" y="20526"/>
                </a:cubicBezTo>
              </a:path>
            </a:pathLst>
          </a:custGeom>
          <a:solidFill xmlns:a="http://schemas.openxmlformats.org/drawingml/2006/main">
            <a:srgbClr val="E2D5F0"/>
          </a:solidFill>
          <a:ln xmlns:a="http://schemas.openxmlformats.org/drawingml/2006/main" w="16201">
            <a:solidFill>
              <a:srgbClr val="80649E"/>
            </a:solidFill>
            <a:prstDash val="solid"/>
          </a:ln>
        </p:spPr>
      </p:sp>
      <p:sp>
        <p:nvSpPr>
          <p:cNvPr id="75" name="path-75">
            <a:extLst xmlns:a="http://schemas.openxmlformats.org/drawingml/2006/main">
              <a:ext uri="{FF2B5EF4-FFF2-40B4-BE49-F238E27FC236}">
                <a16:creationId xmlns:a16="http://schemas.microsoft.com/office/drawing/2014/main" id="{0F5897AB-5235-4189-B2EE-71C4B33A8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5389" y="5870432"/>
            <a:ext cx="263270" cy="202515"/>
          </a:xfrm>
          <a:custGeom xmlns:a="http://schemas.openxmlformats.org/drawingml/2006/main">
            <a:pathLst>
              <a:path w="266835" h="205258">
                <a:moveTo>
                  <a:pt x="10263" y="20526"/>
                </a:moveTo>
                <a:cubicBezTo>
                  <a:pt x="10263" y="6842"/>
                  <a:pt x="17105" y="0"/>
                  <a:pt x="30789" y="0"/>
                </a:cubicBezTo>
                <a:lnTo>
                  <a:pt x="102628" y="0"/>
                </a:lnTo>
                <a:lnTo>
                  <a:pt x="143680" y="41051"/>
                </a:lnTo>
                <a:lnTo>
                  <a:pt x="236046" y="41051"/>
                </a:lnTo>
                <a:cubicBezTo>
                  <a:pt x="256572" y="41051"/>
                  <a:pt x="266835" y="51314"/>
                  <a:pt x="266835" y="71840"/>
                </a:cubicBezTo>
                <a:lnTo>
                  <a:pt x="266835" y="174469"/>
                </a:lnTo>
                <a:cubicBezTo>
                  <a:pt x="266835" y="194995"/>
                  <a:pt x="256572" y="205258"/>
                  <a:pt x="236046" y="205258"/>
                </a:cubicBezTo>
                <a:lnTo>
                  <a:pt x="30789" y="205258"/>
                </a:lnTo>
                <a:cubicBezTo>
                  <a:pt x="10263" y="205258"/>
                  <a:pt x="0" y="194995"/>
                  <a:pt x="0" y="174469"/>
                </a:cubicBezTo>
                <a:lnTo>
                  <a:pt x="0" y="51314"/>
                </a:lnTo>
                <a:cubicBezTo>
                  <a:pt x="0" y="30789"/>
                  <a:pt x="3421" y="20526"/>
                  <a:pt x="10263" y="20526"/>
                </a:cubicBezTo>
              </a:path>
            </a:pathLst>
          </a:custGeom>
          <a:solidFill xmlns:a="http://schemas.openxmlformats.org/drawingml/2006/main">
            <a:srgbClr val="E2D5F0"/>
          </a:solidFill>
          <a:ln xmlns:a="http://schemas.openxmlformats.org/drawingml/2006/main" w="16201">
            <a:solidFill>
              <a:srgbClr val="80649E"/>
            </a:solidFill>
            <a:prstDash val="solid"/>
          </a:ln>
        </p:spPr>
      </p:sp>
      <p:sp>
        <p:nvSpPr>
          <p:cNvPr id="76" name="path-76">
            <a:extLst xmlns:a="http://schemas.openxmlformats.org/drawingml/2006/main">
              <a:ext uri="{FF2B5EF4-FFF2-40B4-BE49-F238E27FC236}">
                <a16:creationId xmlns:a16="http://schemas.microsoft.com/office/drawing/2014/main" id="{7A8A3249-751F-4F3E-92BB-BD505F70B5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5389" y="6295714"/>
            <a:ext cx="263270" cy="202515"/>
          </a:xfrm>
          <a:custGeom xmlns:a="http://schemas.openxmlformats.org/drawingml/2006/main">
            <a:pathLst>
              <a:path w="266835" h="205258">
                <a:moveTo>
                  <a:pt x="10263" y="20526"/>
                </a:moveTo>
                <a:cubicBezTo>
                  <a:pt x="10263" y="6842"/>
                  <a:pt x="17105" y="0"/>
                  <a:pt x="30789" y="0"/>
                </a:cubicBezTo>
                <a:lnTo>
                  <a:pt x="102628" y="0"/>
                </a:lnTo>
                <a:lnTo>
                  <a:pt x="143680" y="41052"/>
                </a:lnTo>
                <a:lnTo>
                  <a:pt x="236046" y="41052"/>
                </a:lnTo>
                <a:cubicBezTo>
                  <a:pt x="256572" y="41052"/>
                  <a:pt x="266835" y="51315"/>
                  <a:pt x="266835" y="71840"/>
                </a:cubicBezTo>
                <a:lnTo>
                  <a:pt x="266835" y="174469"/>
                </a:lnTo>
                <a:cubicBezTo>
                  <a:pt x="266835" y="194995"/>
                  <a:pt x="256572" y="205258"/>
                  <a:pt x="236046" y="205258"/>
                </a:cubicBezTo>
                <a:lnTo>
                  <a:pt x="30789" y="205258"/>
                </a:lnTo>
                <a:cubicBezTo>
                  <a:pt x="10263" y="205258"/>
                  <a:pt x="0" y="194995"/>
                  <a:pt x="0" y="174469"/>
                </a:cubicBezTo>
                <a:lnTo>
                  <a:pt x="0" y="51315"/>
                </a:lnTo>
                <a:cubicBezTo>
                  <a:pt x="0" y="30789"/>
                  <a:pt x="3421" y="20526"/>
                  <a:pt x="10263" y="20526"/>
                </a:cubicBezTo>
              </a:path>
            </a:pathLst>
          </a:custGeom>
          <a:solidFill xmlns:a="http://schemas.openxmlformats.org/drawingml/2006/main">
            <a:srgbClr val="E2D5F0"/>
          </a:solidFill>
          <a:ln xmlns:a="http://schemas.openxmlformats.org/drawingml/2006/main" w="16201">
            <a:solidFill>
              <a:srgbClr val="80649E"/>
            </a:solidFill>
            <a:prstDash val="solid"/>
          </a:ln>
        </p:spPr>
      </p:sp>
      <p:sp>
        <p:nvSpPr>
          <p:cNvPr id="77" name="path-77">
            <a:extLst xmlns:a="http://schemas.openxmlformats.org/drawingml/2006/main">
              <a:ext uri="{FF2B5EF4-FFF2-40B4-BE49-F238E27FC236}">
                <a16:creationId xmlns:a16="http://schemas.microsoft.com/office/drawing/2014/main" id="{7C0A0842-240F-4699-9D40-CD938C65F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511" y="5009742"/>
            <a:ext cx="475910" cy="191"/>
          </a:xfrm>
          <a:custGeom xmlns:a="http://schemas.openxmlformats.org/drawingml/2006/main">
            <a:pathLst>
              <a:path w="482354" h="191">
                <a:moveTo>
                  <a:pt x="0" y="0"/>
                </a:moveTo>
                <a:lnTo>
                  <a:pt x="482354" y="0"/>
                </a:lnTo>
              </a:path>
            </a:pathLst>
          </a:custGeom>
          <a:noFill xmlns:a="http://schemas.openxmlformats.org/drawingml/2006/main"/>
          <a:ln xmlns:a="http://schemas.openxmlformats.org/drawingml/2006/main" w="26327">
            <a:solidFill>
              <a:srgbClr val="8D7AAB"/>
            </a:solidFill>
            <a:prstDash val="solid"/>
          </a:ln>
        </p:spPr>
      </p:sp>
      <p:sp>
        <p:nvSpPr>
          <p:cNvPr id="78" name="path-78">
            <a:extLst xmlns:a="http://schemas.openxmlformats.org/drawingml/2006/main">
              <a:ext uri="{FF2B5EF4-FFF2-40B4-BE49-F238E27FC236}">
                <a16:creationId xmlns:a16="http://schemas.microsoft.com/office/drawing/2014/main" id="{45C51585-65A1-4CE2-8B3E-64C748C77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4643" y="4950514"/>
            <a:ext cx="118499" cy="118458"/>
          </a:xfrm>
          <a:custGeom xmlns:a="http://schemas.openxmlformats.org/drawingml/2006/main">
            <a:pathLst>
              <a:path w="120103" h="120062">
                <a:moveTo>
                  <a:pt x="120103" y="120062"/>
                </a:moveTo>
                <a:lnTo>
                  <a:pt x="0" y="60031"/>
                </a:lnTo>
                <a:lnTo>
                  <a:pt x="120103" y="0"/>
                </a:lnTo>
                <a:lnTo>
                  <a:pt x="120103" y="120062"/>
                </a:lnTo>
              </a:path>
            </a:pathLst>
          </a:custGeom>
          <a:solidFill xmlns:a="http://schemas.openxmlformats.org/drawingml/2006/main">
            <a:srgbClr val="8D7AA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9" name="path-79">
            <a:extLst xmlns:a="http://schemas.openxmlformats.org/drawingml/2006/main">
              <a:ext uri="{FF2B5EF4-FFF2-40B4-BE49-F238E27FC236}">
                <a16:creationId xmlns:a16="http://schemas.microsoft.com/office/drawing/2014/main" id="{0219B19E-1AA7-415F-A618-A977644828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5791" y="4950514"/>
            <a:ext cx="118499" cy="118458"/>
          </a:xfrm>
          <a:custGeom xmlns:a="http://schemas.openxmlformats.org/drawingml/2006/main">
            <a:pathLst>
              <a:path w="120103" h="120062">
                <a:moveTo>
                  <a:pt x="0" y="0"/>
                </a:moveTo>
                <a:lnTo>
                  <a:pt x="120103" y="60031"/>
                </a:lnTo>
                <a:lnTo>
                  <a:pt x="0" y="120062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D7AA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0" name="path-80">
            <a:extLst xmlns:a="http://schemas.openxmlformats.org/drawingml/2006/main">
              <a:ext uri="{FF2B5EF4-FFF2-40B4-BE49-F238E27FC236}">
                <a16:creationId xmlns:a16="http://schemas.microsoft.com/office/drawing/2014/main" id="{9F2E1A0F-9335-41D0-AC90-D5CCA855D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4559" y="4300940"/>
            <a:ext cx="3088356" cy="1417606"/>
          </a:xfrm>
          <a:custGeom xmlns:a="http://schemas.openxmlformats.org/drawingml/2006/main">
            <a:pathLst>
              <a:path w="3130178" h="1436803">
                <a:moveTo>
                  <a:pt x="112892" y="0"/>
                </a:moveTo>
                <a:lnTo>
                  <a:pt x="3017286" y="0"/>
                </a:lnTo>
                <a:cubicBezTo>
                  <a:pt x="3079820" y="0"/>
                  <a:pt x="3130178" y="50357"/>
                  <a:pt x="3130178" y="112892"/>
                </a:cubicBezTo>
                <a:lnTo>
                  <a:pt x="3130178" y="1323912"/>
                </a:lnTo>
                <a:cubicBezTo>
                  <a:pt x="3130178" y="1386446"/>
                  <a:pt x="3079820" y="1436803"/>
                  <a:pt x="3017286" y="1436803"/>
                </a:cubicBezTo>
                <a:lnTo>
                  <a:pt x="112892" y="1436803"/>
                </a:lnTo>
                <a:cubicBezTo>
                  <a:pt x="50357" y="1436803"/>
                  <a:pt x="0" y="1386446"/>
                  <a:pt x="0" y="1323912"/>
                </a:cubicBezTo>
                <a:lnTo>
                  <a:pt x="0" y="112892"/>
                </a:lnTo>
                <a:cubicBezTo>
                  <a:pt x="0" y="50357"/>
                  <a:pt x="50357" y="0"/>
                  <a:pt x="112892" y="0"/>
                </a:cubicBezTo>
              </a:path>
            </a:pathLst>
          </a:custGeom>
          <a:solidFill xmlns:a="http://schemas.openxmlformats.org/drawingml/2006/main">
            <a:srgbClr val="2B233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81">
            <a:extLst xmlns:a="http://schemas.openxmlformats.org/drawingml/2006/main">
              <a:ext uri="{FF2B5EF4-FFF2-40B4-BE49-F238E27FC236}">
                <a16:creationId xmlns:a16="http://schemas.microsoft.com/office/drawing/2014/main" id="{AE436086-CB07-4425-9330-A69094050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4559" y="4300940"/>
            <a:ext cx="3088356" cy="303773"/>
          </a:xfrm>
          <a:custGeom xmlns:a="http://schemas.openxmlformats.org/drawingml/2006/main">
            <a:pathLst>
              <a:path w="3130178" h="307886">
                <a:moveTo>
                  <a:pt x="112892" y="0"/>
                </a:moveTo>
                <a:lnTo>
                  <a:pt x="3017286" y="0"/>
                </a:lnTo>
                <a:cubicBezTo>
                  <a:pt x="3092547" y="0"/>
                  <a:pt x="3130178" y="37631"/>
                  <a:pt x="3130178" y="112892"/>
                </a:cubicBezTo>
                <a:lnTo>
                  <a:pt x="3130178" y="307886"/>
                </a:lnTo>
                <a:lnTo>
                  <a:pt x="0" y="307886"/>
                </a:lnTo>
                <a:lnTo>
                  <a:pt x="0" y="112892"/>
                </a:lnTo>
                <a:cubicBezTo>
                  <a:pt x="0" y="37631"/>
                  <a:pt x="37631" y="0"/>
                  <a:pt x="112892" y="0"/>
                </a:cubicBezTo>
              </a:path>
            </a:pathLst>
          </a:custGeom>
          <a:solidFill xmlns:a="http://schemas.openxmlformats.org/drawingml/2006/main">
            <a:srgbClr val="473B57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path-82">
            <a:extLst xmlns:a="http://schemas.openxmlformats.org/drawingml/2006/main">
              <a:ext uri="{FF2B5EF4-FFF2-40B4-BE49-F238E27FC236}">
                <a16:creationId xmlns:a16="http://schemas.microsoft.com/office/drawing/2014/main" id="{BEF014F7-21E3-4981-88FC-2F47E78231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446" y="4412323"/>
            <a:ext cx="81005" cy="81006"/>
          </a:xfrm>
          <a:custGeom xmlns:a="http://schemas.openxmlformats.org/drawingml/2006/main">
            <a:pathLst>
              <a:path w="82102" h="82103">
                <a:moveTo>
                  <a:pt x="82102" y="41052"/>
                </a:moveTo>
                <a:cubicBezTo>
                  <a:pt x="82102" y="63712"/>
                  <a:pt x="63712" y="82103"/>
                  <a:pt x="41051" y="82103"/>
                </a:cubicBezTo>
                <a:cubicBezTo>
                  <a:pt x="18391" y="82103"/>
                  <a:pt x="0" y="63712"/>
                  <a:pt x="0" y="41052"/>
                </a:cubicBezTo>
                <a:cubicBezTo>
                  <a:pt x="0" y="18391"/>
                  <a:pt x="18391" y="0"/>
                  <a:pt x="41051" y="0"/>
                </a:cubicBezTo>
                <a:cubicBezTo>
                  <a:pt x="63712" y="0"/>
                  <a:pt x="82102" y="18391"/>
                  <a:pt x="82102" y="41052"/>
                </a:cubicBezTo>
              </a:path>
            </a:pathLst>
          </a:custGeom>
          <a:solidFill xmlns:a="http://schemas.openxmlformats.org/drawingml/2006/main">
            <a:srgbClr val="C8B6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" name="path-83">
            <a:extLst xmlns:a="http://schemas.openxmlformats.org/drawingml/2006/main">
              <a:ext uri="{FF2B5EF4-FFF2-40B4-BE49-F238E27FC236}">
                <a16:creationId xmlns:a16="http://schemas.microsoft.com/office/drawing/2014/main" id="{C5E112B4-728D-4425-8A2E-9D01FBB08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8458" y="4412323"/>
            <a:ext cx="81005" cy="81006"/>
          </a:xfrm>
          <a:custGeom xmlns:a="http://schemas.openxmlformats.org/drawingml/2006/main">
            <a:pathLst>
              <a:path w="82102" h="82103">
                <a:moveTo>
                  <a:pt x="82102" y="41052"/>
                </a:moveTo>
                <a:cubicBezTo>
                  <a:pt x="82102" y="63712"/>
                  <a:pt x="63712" y="82103"/>
                  <a:pt x="41051" y="82103"/>
                </a:cubicBezTo>
                <a:cubicBezTo>
                  <a:pt x="18391" y="82103"/>
                  <a:pt x="0" y="63712"/>
                  <a:pt x="0" y="41052"/>
                </a:cubicBezTo>
                <a:cubicBezTo>
                  <a:pt x="0" y="18391"/>
                  <a:pt x="18391" y="0"/>
                  <a:pt x="41051" y="0"/>
                </a:cubicBezTo>
                <a:cubicBezTo>
                  <a:pt x="63712" y="0"/>
                  <a:pt x="82102" y="18391"/>
                  <a:pt x="82102" y="41052"/>
                </a:cubicBezTo>
              </a:path>
            </a:pathLst>
          </a:custGeom>
          <a:solidFill xmlns:a="http://schemas.openxmlformats.org/drawingml/2006/main">
            <a:srgbClr val="C8B6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84">
            <a:extLst xmlns:a="http://schemas.openxmlformats.org/drawingml/2006/main">
              <a:ext uri="{FF2B5EF4-FFF2-40B4-BE49-F238E27FC236}">
                <a16:creationId xmlns:a16="http://schemas.microsoft.com/office/drawing/2014/main" id="{EB65E7BF-7B9B-4683-A87A-A639FDC7C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0470" y="4412323"/>
            <a:ext cx="81005" cy="81006"/>
          </a:xfrm>
          <a:custGeom xmlns:a="http://schemas.openxmlformats.org/drawingml/2006/main">
            <a:pathLst>
              <a:path w="82102" h="82103">
                <a:moveTo>
                  <a:pt x="82102" y="41052"/>
                </a:moveTo>
                <a:cubicBezTo>
                  <a:pt x="82102" y="63712"/>
                  <a:pt x="63712" y="82103"/>
                  <a:pt x="41051" y="82103"/>
                </a:cubicBezTo>
                <a:cubicBezTo>
                  <a:pt x="18391" y="82103"/>
                  <a:pt x="0" y="63712"/>
                  <a:pt x="0" y="41052"/>
                </a:cubicBezTo>
                <a:cubicBezTo>
                  <a:pt x="0" y="18391"/>
                  <a:pt x="18391" y="0"/>
                  <a:pt x="41051" y="0"/>
                </a:cubicBezTo>
                <a:cubicBezTo>
                  <a:pt x="63712" y="0"/>
                  <a:pt x="82102" y="18391"/>
                  <a:pt x="82102" y="41052"/>
                </a:cubicBezTo>
              </a:path>
            </a:pathLst>
          </a:custGeom>
          <a:solidFill xmlns:a="http://schemas.openxmlformats.org/drawingml/2006/main">
            <a:srgbClr val="C8B6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85">
            <a:extLst xmlns:a="http://schemas.openxmlformats.org/drawingml/2006/main">
              <a:ext uri="{FF2B5EF4-FFF2-40B4-BE49-F238E27FC236}">
                <a16:creationId xmlns:a16="http://schemas.microsoft.com/office/drawing/2014/main" id="{B6D0FB51-1B2D-4F23-9016-9F45EEA57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983" y="5921061"/>
            <a:ext cx="2025151" cy="992325"/>
          </a:xfrm>
          <a:custGeom xmlns:a="http://schemas.openxmlformats.org/drawingml/2006/main">
            <a:pathLst>
              <a:path w="2052575" h="1005762">
                <a:moveTo>
                  <a:pt x="102630" y="0"/>
                </a:moveTo>
                <a:lnTo>
                  <a:pt x="1949946" y="0"/>
                </a:lnTo>
                <a:cubicBezTo>
                  <a:pt x="2006817" y="0"/>
                  <a:pt x="2052575" y="45759"/>
                  <a:pt x="2052575" y="102628"/>
                </a:cubicBezTo>
                <a:lnTo>
                  <a:pt x="2052575" y="903133"/>
                </a:lnTo>
                <a:cubicBezTo>
                  <a:pt x="2052575" y="960003"/>
                  <a:pt x="2006817" y="1005762"/>
                  <a:pt x="1949946" y="1005762"/>
                </a:cubicBezTo>
                <a:lnTo>
                  <a:pt x="102630" y="1005762"/>
                </a:lnTo>
                <a:cubicBezTo>
                  <a:pt x="45758" y="1005762"/>
                  <a:pt x="0" y="960003"/>
                  <a:pt x="0" y="903133"/>
                </a:cubicBezTo>
                <a:lnTo>
                  <a:pt x="0" y="102628"/>
                </a:lnTo>
                <a:cubicBezTo>
                  <a:pt x="0" y="45759"/>
                  <a:pt x="45758" y="0"/>
                  <a:pt x="102630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226">
            <a:solidFill>
              <a:srgbClr val="B7A6CA"/>
            </a:solidFill>
            <a:prstDash val="solid"/>
          </a:ln>
        </p:spPr>
      </p:sp>
      <p:sp>
        <p:nvSpPr>
          <p:cNvPr id="86" name="path-86">
            <a:extLst xmlns:a="http://schemas.openxmlformats.org/drawingml/2006/main">
              <a:ext uri="{FF2B5EF4-FFF2-40B4-BE49-F238E27FC236}">
                <a16:creationId xmlns:a16="http://schemas.microsoft.com/office/drawing/2014/main" id="{E9E03F98-3A9D-4B95-B2B3-6BDDA8167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6803" y="6364110"/>
            <a:ext cx="420422" cy="411686"/>
          </a:xfrm>
          <a:custGeom xmlns:a="http://schemas.openxmlformats.org/drawingml/2006/main">
            <a:pathLst>
              <a:path w="426115" h="417261">
                <a:moveTo>
                  <a:pt x="213058" y="0"/>
                </a:moveTo>
                <a:cubicBezTo>
                  <a:pt x="95403" y="0"/>
                  <a:pt x="0" y="95362"/>
                  <a:pt x="0" y="213016"/>
                </a:cubicBezTo>
                <a:cubicBezTo>
                  <a:pt x="0" y="307147"/>
                  <a:pt x="61043" y="387006"/>
                  <a:pt x="145706" y="415167"/>
                </a:cubicBezTo>
                <a:cubicBezTo>
                  <a:pt x="156337" y="417151"/>
                  <a:pt x="160251" y="410570"/>
                  <a:pt x="160251" y="404959"/>
                </a:cubicBezTo>
                <a:cubicBezTo>
                  <a:pt x="160251" y="399883"/>
                  <a:pt x="160088" y="383092"/>
                  <a:pt x="159977" y="365303"/>
                </a:cubicBezTo>
                <a:cubicBezTo>
                  <a:pt x="100700" y="378180"/>
                  <a:pt x="88193" y="340125"/>
                  <a:pt x="88193" y="340125"/>
                </a:cubicBezTo>
                <a:cubicBezTo>
                  <a:pt x="78518" y="315535"/>
                  <a:pt x="64561" y="308967"/>
                  <a:pt x="64561" y="308967"/>
                </a:cubicBezTo>
                <a:cubicBezTo>
                  <a:pt x="45212" y="295762"/>
                  <a:pt x="66012" y="296022"/>
                  <a:pt x="66012" y="296022"/>
                </a:cubicBezTo>
                <a:cubicBezTo>
                  <a:pt x="87385" y="297527"/>
                  <a:pt x="98674" y="317998"/>
                  <a:pt x="98674" y="317998"/>
                </a:cubicBezTo>
                <a:cubicBezTo>
                  <a:pt x="117640" y="350552"/>
                  <a:pt x="148484" y="341137"/>
                  <a:pt x="160676" y="335691"/>
                </a:cubicBezTo>
                <a:cubicBezTo>
                  <a:pt x="162551" y="321898"/>
                  <a:pt x="168106" y="312538"/>
                  <a:pt x="174195" y="307201"/>
                </a:cubicBezTo>
                <a:cubicBezTo>
                  <a:pt x="126836" y="301796"/>
                  <a:pt x="77122" y="283569"/>
                  <a:pt x="77122" y="201891"/>
                </a:cubicBezTo>
                <a:cubicBezTo>
                  <a:pt x="77122" y="178642"/>
                  <a:pt x="85415" y="159662"/>
                  <a:pt x="99044" y="144761"/>
                </a:cubicBezTo>
                <a:cubicBezTo>
                  <a:pt x="96854" y="139355"/>
                  <a:pt x="89588" y="117708"/>
                  <a:pt x="101124" y="88356"/>
                </a:cubicBezTo>
                <a:cubicBezTo>
                  <a:pt x="101124" y="88356"/>
                  <a:pt x="119036" y="82636"/>
                  <a:pt x="159718" y="110168"/>
                </a:cubicBezTo>
                <a:cubicBezTo>
                  <a:pt x="176713" y="105461"/>
                  <a:pt x="194941" y="103121"/>
                  <a:pt x="213058" y="103011"/>
                </a:cubicBezTo>
                <a:cubicBezTo>
                  <a:pt x="231175" y="103121"/>
                  <a:pt x="249402" y="105461"/>
                  <a:pt x="266397" y="110168"/>
                </a:cubicBezTo>
                <a:cubicBezTo>
                  <a:pt x="307079" y="82636"/>
                  <a:pt x="324937" y="88356"/>
                  <a:pt x="324937" y="88356"/>
                </a:cubicBezTo>
                <a:cubicBezTo>
                  <a:pt x="336527" y="117708"/>
                  <a:pt x="329261" y="139355"/>
                  <a:pt x="327016" y="144706"/>
                </a:cubicBezTo>
                <a:cubicBezTo>
                  <a:pt x="340700" y="159662"/>
                  <a:pt x="348994" y="178642"/>
                  <a:pt x="348994" y="201891"/>
                </a:cubicBezTo>
                <a:cubicBezTo>
                  <a:pt x="348994" y="283734"/>
                  <a:pt x="299115" y="301742"/>
                  <a:pt x="251701" y="307038"/>
                </a:cubicBezTo>
                <a:cubicBezTo>
                  <a:pt x="259350" y="313606"/>
                  <a:pt x="266138" y="326605"/>
                  <a:pt x="266138" y="346487"/>
                </a:cubicBezTo>
                <a:cubicBezTo>
                  <a:pt x="266138" y="374978"/>
                  <a:pt x="265917" y="397912"/>
                  <a:pt x="265917" y="404959"/>
                </a:cubicBezTo>
                <a:cubicBezTo>
                  <a:pt x="265917" y="410624"/>
                  <a:pt x="269722" y="417261"/>
                  <a:pt x="280519" y="415167"/>
                </a:cubicBezTo>
                <a:cubicBezTo>
                  <a:pt x="365125" y="386951"/>
                  <a:pt x="426115" y="307147"/>
                  <a:pt x="426115" y="213016"/>
                </a:cubicBezTo>
                <a:cubicBezTo>
                  <a:pt x="426115" y="95362"/>
                  <a:pt x="330712" y="0"/>
                  <a:pt x="213058" y="0"/>
                </a:cubicBezTo>
              </a:path>
            </a:pathLst>
          </a:custGeom>
          <a:solidFill xmlns:a="http://schemas.openxmlformats.org/drawingml/2006/main">
            <a:srgbClr val="18161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" name="path-87">
            <a:extLst xmlns:a="http://schemas.openxmlformats.org/drawingml/2006/main">
              <a:ext uri="{FF2B5EF4-FFF2-40B4-BE49-F238E27FC236}">
                <a16:creationId xmlns:a16="http://schemas.microsoft.com/office/drawing/2014/main" id="{A58FAFF1-C94A-4813-AE4A-6DAD69EC9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90424" y="6662036"/>
            <a:ext cx="83329" cy="48469"/>
          </a:xfrm>
          <a:custGeom xmlns:a="http://schemas.openxmlformats.org/drawingml/2006/main">
            <a:pathLst>
              <a:path w="84457" h="49125">
                <a:moveTo>
                  <a:pt x="6090" y="3900"/>
                </a:moveTo>
                <a:cubicBezTo>
                  <a:pt x="5611" y="4967"/>
                  <a:pt x="3955" y="5296"/>
                  <a:pt x="2450" y="4543"/>
                </a:cubicBezTo>
                <a:cubicBezTo>
                  <a:pt x="904" y="3845"/>
                  <a:pt x="0" y="2409"/>
                  <a:pt x="534" y="1383"/>
                </a:cubicBezTo>
                <a:cubicBezTo>
                  <a:pt x="958" y="260"/>
                  <a:pt x="2668" y="0"/>
                  <a:pt x="4174" y="698"/>
                </a:cubicBezTo>
                <a:cubicBezTo>
                  <a:pt x="5721" y="1383"/>
                  <a:pt x="6623" y="2833"/>
                  <a:pt x="6090" y="3900"/>
                </a:cubicBezTo>
                <a:moveTo>
                  <a:pt x="14696" y="13520"/>
                </a:moveTo>
                <a:cubicBezTo>
                  <a:pt x="13684" y="14478"/>
                  <a:pt x="11700" y="14054"/>
                  <a:pt x="10372" y="12561"/>
                </a:cubicBezTo>
                <a:cubicBezTo>
                  <a:pt x="8977" y="11057"/>
                  <a:pt x="8718" y="9086"/>
                  <a:pt x="9729" y="8128"/>
                </a:cubicBezTo>
                <a:cubicBezTo>
                  <a:pt x="10797" y="7211"/>
                  <a:pt x="12712" y="7636"/>
                  <a:pt x="14109" y="9141"/>
                </a:cubicBezTo>
                <a:cubicBezTo>
                  <a:pt x="15504" y="10633"/>
                  <a:pt x="15763" y="12561"/>
                  <a:pt x="14696" y="13520"/>
                </a:cubicBezTo>
                <a:moveTo>
                  <a:pt x="23139" y="25821"/>
                </a:moveTo>
                <a:cubicBezTo>
                  <a:pt x="21813" y="26725"/>
                  <a:pt x="19664" y="25862"/>
                  <a:pt x="18337" y="23947"/>
                </a:cubicBezTo>
                <a:cubicBezTo>
                  <a:pt x="17051" y="22072"/>
                  <a:pt x="17051" y="19773"/>
                  <a:pt x="18391" y="18870"/>
                </a:cubicBezTo>
                <a:cubicBezTo>
                  <a:pt x="19718" y="17953"/>
                  <a:pt x="21813" y="18815"/>
                  <a:pt x="23139" y="20690"/>
                </a:cubicBezTo>
                <a:cubicBezTo>
                  <a:pt x="24481" y="22606"/>
                  <a:pt x="24481" y="24850"/>
                  <a:pt x="23139" y="25821"/>
                </a:cubicBezTo>
                <a:moveTo>
                  <a:pt x="34634" y="37686"/>
                </a:moveTo>
                <a:cubicBezTo>
                  <a:pt x="33458" y="38958"/>
                  <a:pt x="30954" y="38589"/>
                  <a:pt x="29133" y="36823"/>
                </a:cubicBezTo>
                <a:cubicBezTo>
                  <a:pt x="27314" y="35113"/>
                  <a:pt x="26780" y="32705"/>
                  <a:pt x="27957" y="31432"/>
                </a:cubicBezTo>
                <a:cubicBezTo>
                  <a:pt x="29133" y="30091"/>
                  <a:pt x="31637" y="30460"/>
                  <a:pt x="33458" y="32225"/>
                </a:cubicBezTo>
                <a:cubicBezTo>
                  <a:pt x="35333" y="33936"/>
                  <a:pt x="35866" y="36399"/>
                  <a:pt x="34634" y="37686"/>
                </a:cubicBezTo>
                <a:moveTo>
                  <a:pt x="50508" y="44527"/>
                </a:moveTo>
                <a:cubicBezTo>
                  <a:pt x="49973" y="46238"/>
                  <a:pt x="47565" y="46977"/>
                  <a:pt x="45171" y="46238"/>
                </a:cubicBezTo>
                <a:cubicBezTo>
                  <a:pt x="42763" y="45540"/>
                  <a:pt x="41216" y="43556"/>
                  <a:pt x="41694" y="41900"/>
                </a:cubicBezTo>
                <a:cubicBezTo>
                  <a:pt x="42174" y="40189"/>
                  <a:pt x="44582" y="39450"/>
                  <a:pt x="47031" y="40189"/>
                </a:cubicBezTo>
                <a:cubicBezTo>
                  <a:pt x="49439" y="40887"/>
                  <a:pt x="50986" y="42871"/>
                  <a:pt x="50508" y="44527"/>
                </a:cubicBezTo>
                <a:moveTo>
                  <a:pt x="67941" y="45800"/>
                </a:moveTo>
                <a:cubicBezTo>
                  <a:pt x="67995" y="47565"/>
                  <a:pt x="65956" y="49016"/>
                  <a:pt x="63452" y="49070"/>
                </a:cubicBezTo>
                <a:cubicBezTo>
                  <a:pt x="60880" y="49125"/>
                  <a:pt x="58800" y="47675"/>
                  <a:pt x="58800" y="45964"/>
                </a:cubicBezTo>
                <a:cubicBezTo>
                  <a:pt x="58800" y="44199"/>
                  <a:pt x="60769" y="42762"/>
                  <a:pt x="63343" y="42708"/>
                </a:cubicBezTo>
                <a:cubicBezTo>
                  <a:pt x="65847" y="42653"/>
                  <a:pt x="67941" y="44090"/>
                  <a:pt x="67941" y="45800"/>
                </a:cubicBezTo>
                <a:moveTo>
                  <a:pt x="84183" y="43077"/>
                </a:moveTo>
                <a:cubicBezTo>
                  <a:pt x="84457" y="44787"/>
                  <a:pt x="82692" y="46553"/>
                  <a:pt x="80174" y="46977"/>
                </a:cubicBezTo>
                <a:cubicBezTo>
                  <a:pt x="77711" y="47469"/>
                  <a:pt x="75426" y="46389"/>
                  <a:pt x="75096" y="44678"/>
                </a:cubicBezTo>
                <a:cubicBezTo>
                  <a:pt x="74783" y="42926"/>
                  <a:pt x="76589" y="41161"/>
                  <a:pt x="79051" y="40724"/>
                </a:cubicBezTo>
                <a:cubicBezTo>
                  <a:pt x="81569" y="40299"/>
                  <a:pt x="83868" y="41312"/>
                  <a:pt x="84183" y="43077"/>
                </a:cubicBezTo>
              </a:path>
            </a:pathLst>
          </a:custGeom>
          <a:solidFill xmlns:a="http://schemas.openxmlformats.org/drawingml/2006/main">
            <a:srgbClr val="18161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" name="path-88">
            <a:extLst xmlns:a="http://schemas.openxmlformats.org/drawingml/2006/main">
              <a:ext uri="{FF2B5EF4-FFF2-40B4-BE49-F238E27FC236}">
                <a16:creationId xmlns:a16="http://schemas.microsoft.com/office/drawing/2014/main" id="{6DA6A1E5-3F4D-4667-A8FA-8E7BE8DB5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0225" y="6395594"/>
            <a:ext cx="325928" cy="325928"/>
          </a:xfrm>
          <a:custGeom xmlns:a="http://schemas.openxmlformats.org/drawingml/2006/main">
            <a:pathLst>
              <a:path w="330341" h="330342">
                <a:moveTo>
                  <a:pt x="165164" y="330342"/>
                </a:moveTo>
                <a:cubicBezTo>
                  <a:pt x="256408" y="330342"/>
                  <a:pt x="330341" y="256422"/>
                  <a:pt x="330341" y="165177"/>
                </a:cubicBezTo>
                <a:cubicBezTo>
                  <a:pt x="330341" y="73934"/>
                  <a:pt x="256408" y="0"/>
                  <a:pt x="165164" y="0"/>
                </a:cubicBezTo>
                <a:cubicBezTo>
                  <a:pt x="73975" y="0"/>
                  <a:pt x="0" y="73934"/>
                  <a:pt x="0" y="165177"/>
                </a:cubicBezTo>
                <a:cubicBezTo>
                  <a:pt x="0" y="256422"/>
                  <a:pt x="73975" y="330342"/>
                  <a:pt x="165164" y="330342"/>
                </a:cubicBezTo>
              </a:path>
            </a:pathLst>
          </a:custGeom>
          <a:solidFill xmlns:a="http://schemas.openxmlformats.org/drawingml/2006/main">
            <a:srgbClr val="FFD21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" name="path-89">
            <a:extLst xmlns:a="http://schemas.openxmlformats.org/drawingml/2006/main">
              <a:ext uri="{FF2B5EF4-FFF2-40B4-BE49-F238E27FC236}">
                <a16:creationId xmlns:a16="http://schemas.microsoft.com/office/drawing/2014/main" id="{F52565BD-981B-44AF-936C-9151A4EA6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1458" y="6376828"/>
            <a:ext cx="363461" cy="363474"/>
          </a:xfrm>
          <a:custGeom xmlns:a="http://schemas.openxmlformats.org/drawingml/2006/main">
            <a:pathLst>
              <a:path w="368382" h="368396">
                <a:moveTo>
                  <a:pt x="349362" y="184198"/>
                </a:moveTo>
                <a:cubicBezTo>
                  <a:pt x="349362" y="92954"/>
                  <a:pt x="275428" y="19021"/>
                  <a:pt x="184185" y="19021"/>
                </a:cubicBezTo>
                <a:cubicBezTo>
                  <a:pt x="92995" y="19021"/>
                  <a:pt x="19021" y="92954"/>
                  <a:pt x="19021" y="184198"/>
                </a:cubicBezTo>
                <a:cubicBezTo>
                  <a:pt x="19021" y="275442"/>
                  <a:pt x="92995" y="349362"/>
                  <a:pt x="184185" y="349362"/>
                </a:cubicBezTo>
                <a:cubicBezTo>
                  <a:pt x="275428" y="349362"/>
                  <a:pt x="349362" y="275442"/>
                  <a:pt x="349362" y="184198"/>
                </a:cubicBezTo>
                <a:moveTo>
                  <a:pt x="0" y="184198"/>
                </a:moveTo>
                <a:cubicBezTo>
                  <a:pt x="0" y="82472"/>
                  <a:pt x="82473" y="0"/>
                  <a:pt x="184185" y="0"/>
                </a:cubicBezTo>
                <a:cubicBezTo>
                  <a:pt x="285909" y="0"/>
                  <a:pt x="368382" y="82472"/>
                  <a:pt x="368382" y="184198"/>
                </a:cubicBezTo>
                <a:cubicBezTo>
                  <a:pt x="368382" y="285910"/>
                  <a:pt x="285909" y="368396"/>
                  <a:pt x="184185" y="368396"/>
                </a:cubicBezTo>
                <a:cubicBezTo>
                  <a:pt x="82473" y="368396"/>
                  <a:pt x="0" y="285910"/>
                  <a:pt x="0" y="184198"/>
                </a:cubicBezTo>
              </a:path>
            </a:pathLst>
          </a:custGeom>
          <a:solidFill xmlns:a="http://schemas.openxmlformats.org/drawingml/2006/main">
            <a:srgbClr val="FF9D0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" name="path-90">
            <a:extLst xmlns:a="http://schemas.openxmlformats.org/drawingml/2006/main">
              <a:ext uri="{FF2B5EF4-FFF2-40B4-BE49-F238E27FC236}">
                <a16:creationId xmlns:a16="http://schemas.microsoft.com/office/drawing/2014/main" id="{A5FC61FC-9BFC-4CCB-8724-2C58BEB73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2847" y="6476128"/>
            <a:ext cx="176149" cy="52478"/>
          </a:xfrm>
          <a:custGeom xmlns:a="http://schemas.openxmlformats.org/drawingml/2006/main">
            <a:pathLst>
              <a:path w="178534" h="53189">
                <a:moveTo>
                  <a:pt x="145226" y="38656"/>
                </a:moveTo>
                <a:cubicBezTo>
                  <a:pt x="151330" y="40736"/>
                  <a:pt x="153684" y="53189"/>
                  <a:pt x="159827" y="49932"/>
                </a:cubicBezTo>
                <a:cubicBezTo>
                  <a:pt x="178534" y="39984"/>
                  <a:pt x="175905" y="12411"/>
                  <a:pt x="155653" y="6198"/>
                </a:cubicBezTo>
                <a:cubicBezTo>
                  <a:pt x="135402" y="0"/>
                  <a:pt x="117750" y="21387"/>
                  <a:pt x="127698" y="40093"/>
                </a:cubicBezTo>
                <a:cubicBezTo>
                  <a:pt x="130585" y="45540"/>
                  <a:pt x="139835" y="36672"/>
                  <a:pt x="145281" y="38601"/>
                </a:cubicBezTo>
                <a:lnTo>
                  <a:pt x="145226" y="38656"/>
                </a:lnTo>
                <a:moveTo>
                  <a:pt x="33306" y="38656"/>
                </a:moveTo>
                <a:cubicBezTo>
                  <a:pt x="27204" y="40736"/>
                  <a:pt x="24809" y="53189"/>
                  <a:pt x="18706" y="49932"/>
                </a:cubicBezTo>
                <a:cubicBezTo>
                  <a:pt x="0" y="39984"/>
                  <a:pt x="2614" y="12411"/>
                  <a:pt x="22880" y="6198"/>
                </a:cubicBezTo>
                <a:cubicBezTo>
                  <a:pt x="43132" y="0"/>
                  <a:pt x="60771" y="21387"/>
                  <a:pt x="50836" y="40093"/>
                </a:cubicBezTo>
                <a:cubicBezTo>
                  <a:pt x="47948" y="45540"/>
                  <a:pt x="38643" y="36672"/>
                  <a:pt x="33252" y="38601"/>
                </a:cubicBezTo>
                <a:lnTo>
                  <a:pt x="33306" y="38656"/>
                </a:lnTo>
              </a:path>
            </a:pathLst>
          </a:custGeom>
          <a:solidFill xmlns:a="http://schemas.openxmlformats.org/drawingml/2006/main">
            <a:srgbClr val="3A3B4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" name="path-91">
            <a:extLst xmlns:a="http://schemas.openxmlformats.org/drawingml/2006/main">
              <a:ext uri="{FF2B5EF4-FFF2-40B4-BE49-F238E27FC236}">
                <a16:creationId xmlns:a16="http://schemas.microsoft.com/office/drawing/2014/main" id="{ECB9EB02-FC78-4EAB-BE9C-520819F96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1119" y="6543484"/>
            <a:ext cx="121873" cy="83274"/>
          </a:xfrm>
          <a:custGeom xmlns:a="http://schemas.openxmlformats.org/drawingml/2006/main">
            <a:pathLst>
              <a:path w="123523" h="84401">
                <a:moveTo>
                  <a:pt x="61728" y="84401"/>
                </a:moveTo>
                <a:cubicBezTo>
                  <a:pt x="108457" y="84401"/>
                  <a:pt x="123523" y="42761"/>
                  <a:pt x="123523" y="21374"/>
                </a:cubicBezTo>
                <a:cubicBezTo>
                  <a:pt x="123523" y="10262"/>
                  <a:pt x="116038" y="13725"/>
                  <a:pt x="104065" y="19664"/>
                </a:cubicBezTo>
                <a:cubicBezTo>
                  <a:pt x="93009" y="25123"/>
                  <a:pt x="78148" y="32650"/>
                  <a:pt x="61781" y="32650"/>
                </a:cubicBezTo>
                <a:cubicBezTo>
                  <a:pt x="27572" y="32650"/>
                  <a:pt x="0" y="0"/>
                  <a:pt x="0" y="21374"/>
                </a:cubicBezTo>
                <a:cubicBezTo>
                  <a:pt x="0" y="42761"/>
                  <a:pt x="15010" y="84401"/>
                  <a:pt x="61781" y="84401"/>
                </a:cubicBezTo>
                <a:lnTo>
                  <a:pt x="61728" y="84401"/>
                </a:lnTo>
              </a:path>
            </a:pathLst>
          </a:custGeom>
          <a:solidFill xmlns:a="http://schemas.openxmlformats.org/drawingml/2006/main">
            <a:srgbClr val="FF323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" name="path-92">
            <a:extLst xmlns:a="http://schemas.openxmlformats.org/drawingml/2006/main">
              <a:ext uri="{FF2B5EF4-FFF2-40B4-BE49-F238E27FC236}">
                <a16:creationId xmlns:a16="http://schemas.microsoft.com/office/drawing/2014/main" id="{5E4C62CC-F2C5-488D-9A55-7BE64BF0E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1064" y="6553340"/>
            <a:ext cx="121928" cy="62658"/>
          </a:xfrm>
          <a:custGeom xmlns:a="http://schemas.openxmlformats.org/drawingml/2006/main">
            <a:pathLst>
              <a:path w="123579" h="63506">
                <a:moveTo>
                  <a:pt x="25972" y="63506"/>
                </a:moveTo>
                <a:cubicBezTo>
                  <a:pt x="31048" y="53243"/>
                  <a:pt x="40190" y="45484"/>
                  <a:pt x="51205" y="42173"/>
                </a:cubicBezTo>
                <a:cubicBezTo>
                  <a:pt x="53080" y="41585"/>
                  <a:pt x="55050" y="44896"/>
                  <a:pt x="57088" y="48263"/>
                </a:cubicBezTo>
                <a:cubicBezTo>
                  <a:pt x="59005" y="51478"/>
                  <a:pt x="60990" y="54789"/>
                  <a:pt x="62959" y="54789"/>
                </a:cubicBezTo>
                <a:cubicBezTo>
                  <a:pt x="65108" y="54789"/>
                  <a:pt x="67242" y="51533"/>
                  <a:pt x="69268" y="48372"/>
                </a:cubicBezTo>
                <a:cubicBezTo>
                  <a:pt x="71471" y="45006"/>
                  <a:pt x="73551" y="41803"/>
                  <a:pt x="75576" y="42392"/>
                </a:cubicBezTo>
                <a:cubicBezTo>
                  <a:pt x="85783" y="45649"/>
                  <a:pt x="94336" y="52764"/>
                  <a:pt x="99317" y="62220"/>
                </a:cubicBezTo>
                <a:cubicBezTo>
                  <a:pt x="117066" y="48263"/>
                  <a:pt x="123579" y="25438"/>
                  <a:pt x="123579" y="11385"/>
                </a:cubicBezTo>
                <a:cubicBezTo>
                  <a:pt x="123579" y="273"/>
                  <a:pt x="116094" y="3736"/>
                  <a:pt x="104121" y="9674"/>
                </a:cubicBezTo>
                <a:lnTo>
                  <a:pt x="103478" y="9989"/>
                </a:lnTo>
                <a:cubicBezTo>
                  <a:pt x="92476" y="15449"/>
                  <a:pt x="77875" y="22660"/>
                  <a:pt x="61783" y="22660"/>
                </a:cubicBezTo>
                <a:cubicBezTo>
                  <a:pt x="45705" y="22660"/>
                  <a:pt x="31103" y="15449"/>
                  <a:pt x="20101" y="9989"/>
                </a:cubicBezTo>
                <a:cubicBezTo>
                  <a:pt x="7745" y="3845"/>
                  <a:pt x="0" y="0"/>
                  <a:pt x="0" y="11385"/>
                </a:cubicBezTo>
                <a:cubicBezTo>
                  <a:pt x="0" y="25876"/>
                  <a:pt x="6951" y="49658"/>
                  <a:pt x="25972" y="63506"/>
                </a:cubicBezTo>
              </a:path>
            </a:pathLst>
          </a:custGeom>
          <a:solidFill xmlns:a="http://schemas.openxmlformats.org/drawingml/2006/main">
            <a:srgbClr val="3A3B4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" name="path-93">
            <a:extLst xmlns:a="http://schemas.openxmlformats.org/drawingml/2006/main">
              <a:ext uri="{FF2B5EF4-FFF2-40B4-BE49-F238E27FC236}">
                <a16:creationId xmlns:a16="http://schemas.microsoft.com/office/drawing/2014/main" id="{A801B23C-FC16-4595-A427-5E33D4069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671" y="6505776"/>
            <a:ext cx="337038" cy="252240"/>
          </a:xfrm>
          <a:custGeom xmlns:a="http://schemas.openxmlformats.org/drawingml/2006/main">
            <a:pathLst>
              <a:path w="341602" h="255656">
                <a:moveTo>
                  <a:pt x="321023" y="30939"/>
                </a:moveTo>
                <a:cubicBezTo>
                  <a:pt x="341602" y="30939"/>
                  <a:pt x="341602" y="0"/>
                  <a:pt x="321023" y="0"/>
                </a:cubicBezTo>
                <a:cubicBezTo>
                  <a:pt x="300456" y="0"/>
                  <a:pt x="300456" y="30939"/>
                  <a:pt x="321023" y="30939"/>
                </a:cubicBezTo>
                <a:moveTo>
                  <a:pt x="100000" y="30939"/>
                </a:moveTo>
                <a:cubicBezTo>
                  <a:pt x="120582" y="30939"/>
                  <a:pt x="120582" y="0"/>
                  <a:pt x="100000" y="0"/>
                </a:cubicBezTo>
                <a:cubicBezTo>
                  <a:pt x="79421" y="0"/>
                  <a:pt x="79421" y="30939"/>
                  <a:pt x="100000" y="30939"/>
                </a:cubicBezTo>
                <a:moveTo>
                  <a:pt x="68199" y="83225"/>
                </a:moveTo>
                <a:cubicBezTo>
                  <a:pt x="60496" y="83225"/>
                  <a:pt x="53654" y="86318"/>
                  <a:pt x="48851" y="92092"/>
                </a:cubicBezTo>
                <a:cubicBezTo>
                  <a:pt x="44732" y="97169"/>
                  <a:pt x="42542" y="103478"/>
                  <a:pt x="42542" y="109949"/>
                </a:cubicBezTo>
                <a:cubicBezTo>
                  <a:pt x="39546" y="109088"/>
                  <a:pt x="36453" y="108609"/>
                  <a:pt x="33292" y="108554"/>
                </a:cubicBezTo>
                <a:cubicBezTo>
                  <a:pt x="25916" y="108554"/>
                  <a:pt x="19294" y="111331"/>
                  <a:pt x="14587" y="116409"/>
                </a:cubicBezTo>
                <a:cubicBezTo>
                  <a:pt x="5924" y="125399"/>
                  <a:pt x="4379" y="139028"/>
                  <a:pt x="10796" y="149715"/>
                </a:cubicBezTo>
                <a:cubicBezTo>
                  <a:pt x="6568" y="153136"/>
                  <a:pt x="3571" y="157843"/>
                  <a:pt x="2299" y="163125"/>
                </a:cubicBezTo>
                <a:cubicBezTo>
                  <a:pt x="1122" y="167408"/>
                  <a:pt x="0" y="176440"/>
                  <a:pt x="6089" y="185635"/>
                </a:cubicBezTo>
                <a:cubicBezTo>
                  <a:pt x="1435" y="192751"/>
                  <a:pt x="793" y="201782"/>
                  <a:pt x="4324" y="209472"/>
                </a:cubicBezTo>
                <a:cubicBezTo>
                  <a:pt x="9181" y="220542"/>
                  <a:pt x="21264" y="229204"/>
                  <a:pt x="44787" y="238495"/>
                </a:cubicBezTo>
                <a:cubicBezTo>
                  <a:pt x="59373" y="244270"/>
                  <a:pt x="72797" y="248020"/>
                  <a:pt x="72906" y="248074"/>
                </a:cubicBezTo>
                <a:cubicBezTo>
                  <a:pt x="89848" y="252713"/>
                  <a:pt x="107266" y="255285"/>
                  <a:pt x="124865" y="255656"/>
                </a:cubicBezTo>
                <a:cubicBezTo>
                  <a:pt x="152711" y="255656"/>
                  <a:pt x="172648" y="247103"/>
                  <a:pt x="184088" y="230272"/>
                </a:cubicBezTo>
                <a:cubicBezTo>
                  <a:pt x="202520" y="203218"/>
                  <a:pt x="199907" y="178478"/>
                  <a:pt x="176015" y="154573"/>
                </a:cubicBezTo>
                <a:cubicBezTo>
                  <a:pt x="162865" y="141381"/>
                  <a:pt x="154038" y="121923"/>
                  <a:pt x="152232" y="117640"/>
                </a:cubicBezTo>
                <a:cubicBezTo>
                  <a:pt x="148537" y="105023"/>
                  <a:pt x="138753" y="90970"/>
                  <a:pt x="122510" y="90970"/>
                </a:cubicBezTo>
                <a:cubicBezTo>
                  <a:pt x="113795" y="91080"/>
                  <a:pt x="105612" y="95458"/>
                  <a:pt x="100643" y="102628"/>
                </a:cubicBezTo>
                <a:cubicBezTo>
                  <a:pt x="95882" y="96635"/>
                  <a:pt x="91244" y="91928"/>
                  <a:pt x="87070" y="89260"/>
                </a:cubicBezTo>
                <a:cubicBezTo>
                  <a:pt x="81515" y="85469"/>
                  <a:pt x="74933" y="83375"/>
                  <a:pt x="68199" y="83225"/>
                </a:cubicBezTo>
                <a:moveTo>
                  <a:pt x="68199" y="102191"/>
                </a:moveTo>
                <a:cubicBezTo>
                  <a:pt x="70609" y="102191"/>
                  <a:pt x="73591" y="103258"/>
                  <a:pt x="76861" y="105297"/>
                </a:cubicBezTo>
                <a:cubicBezTo>
                  <a:pt x="87015" y="111769"/>
                  <a:pt x="106583" y="145391"/>
                  <a:pt x="113739" y="158432"/>
                </a:cubicBezTo>
                <a:cubicBezTo>
                  <a:pt x="116093" y="162810"/>
                  <a:pt x="120267" y="164685"/>
                  <a:pt x="123894" y="164685"/>
                </a:cubicBezTo>
                <a:cubicBezTo>
                  <a:pt x="131269" y="164685"/>
                  <a:pt x="136989" y="157406"/>
                  <a:pt x="124646" y="148114"/>
                </a:cubicBezTo>
                <a:cubicBezTo>
                  <a:pt x="105995" y="134211"/>
                  <a:pt x="112508" y="111441"/>
                  <a:pt x="121389" y="110059"/>
                </a:cubicBezTo>
                <a:cubicBezTo>
                  <a:pt x="121758" y="109949"/>
                  <a:pt x="122182" y="109949"/>
                  <a:pt x="122510" y="109949"/>
                </a:cubicBezTo>
                <a:cubicBezTo>
                  <a:pt x="130626" y="109949"/>
                  <a:pt x="134155" y="123894"/>
                  <a:pt x="134155" y="123894"/>
                </a:cubicBezTo>
                <a:cubicBezTo>
                  <a:pt x="134155" y="123894"/>
                  <a:pt x="144638" y="150139"/>
                  <a:pt x="162591" y="168106"/>
                </a:cubicBezTo>
                <a:cubicBezTo>
                  <a:pt x="180503" y="186004"/>
                  <a:pt x="181460" y="200441"/>
                  <a:pt x="168420" y="219571"/>
                </a:cubicBezTo>
                <a:cubicBezTo>
                  <a:pt x="159444" y="232667"/>
                  <a:pt x="142393" y="236580"/>
                  <a:pt x="124865" y="236580"/>
                </a:cubicBezTo>
                <a:cubicBezTo>
                  <a:pt x="106733" y="236580"/>
                  <a:pt x="88138" y="232297"/>
                  <a:pt x="77710" y="229683"/>
                </a:cubicBezTo>
                <a:cubicBezTo>
                  <a:pt x="77176" y="229519"/>
                  <a:pt x="13779" y="211607"/>
                  <a:pt x="21798" y="196377"/>
                </a:cubicBezTo>
                <a:cubicBezTo>
                  <a:pt x="23139" y="193818"/>
                  <a:pt x="25382" y="192751"/>
                  <a:pt x="28161" y="192751"/>
                </a:cubicBezTo>
                <a:cubicBezTo>
                  <a:pt x="39491" y="192751"/>
                  <a:pt x="60016" y="209581"/>
                  <a:pt x="68898" y="209581"/>
                </a:cubicBezTo>
                <a:cubicBezTo>
                  <a:pt x="70868" y="209581"/>
                  <a:pt x="72264" y="208775"/>
                  <a:pt x="72853" y="206749"/>
                </a:cubicBezTo>
                <a:cubicBezTo>
                  <a:pt x="76587" y="193175"/>
                  <a:pt x="15544" y="187509"/>
                  <a:pt x="20675" y="167887"/>
                </a:cubicBezTo>
                <a:cubicBezTo>
                  <a:pt x="21648" y="164412"/>
                  <a:pt x="24043" y="163084"/>
                  <a:pt x="27518" y="163084"/>
                </a:cubicBezTo>
                <a:cubicBezTo>
                  <a:pt x="42433" y="163084"/>
                  <a:pt x="76000" y="189329"/>
                  <a:pt x="83006" y="189329"/>
                </a:cubicBezTo>
                <a:cubicBezTo>
                  <a:pt x="83539" y="189329"/>
                  <a:pt x="83963" y="189220"/>
                  <a:pt x="84183" y="188892"/>
                </a:cubicBezTo>
                <a:cubicBezTo>
                  <a:pt x="87713" y="183172"/>
                  <a:pt x="85729" y="179163"/>
                  <a:pt x="60880" y="164151"/>
                </a:cubicBezTo>
                <a:cubicBezTo>
                  <a:pt x="36125" y="149127"/>
                  <a:pt x="18651" y="140096"/>
                  <a:pt x="28544" y="129298"/>
                </a:cubicBezTo>
                <a:cubicBezTo>
                  <a:pt x="29708" y="128067"/>
                  <a:pt x="31322" y="127479"/>
                  <a:pt x="33292" y="127479"/>
                </a:cubicBezTo>
                <a:cubicBezTo>
                  <a:pt x="48372" y="127479"/>
                  <a:pt x="83963" y="159923"/>
                  <a:pt x="83963" y="159923"/>
                </a:cubicBezTo>
                <a:cubicBezTo>
                  <a:pt x="83963" y="159923"/>
                  <a:pt x="93583" y="169925"/>
                  <a:pt x="99413" y="169925"/>
                </a:cubicBezTo>
                <a:cubicBezTo>
                  <a:pt x="100753" y="169925"/>
                  <a:pt x="101875" y="169434"/>
                  <a:pt x="102670" y="168106"/>
                </a:cubicBezTo>
                <a:cubicBezTo>
                  <a:pt x="106733" y="161155"/>
                  <a:pt x="64355" y="129025"/>
                  <a:pt x="61947" y="115779"/>
                </a:cubicBezTo>
                <a:cubicBezTo>
                  <a:pt x="60345" y="106734"/>
                  <a:pt x="63123" y="102191"/>
                  <a:pt x="68199" y="102191"/>
                </a:cubicBezTo>
              </a:path>
            </a:pathLst>
          </a:custGeom>
          <a:solidFill xmlns:a="http://schemas.openxmlformats.org/drawingml/2006/main">
            <a:srgbClr val="FF9D0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" name="path-94">
            <a:extLst xmlns:a="http://schemas.openxmlformats.org/drawingml/2006/main">
              <a:ext uri="{FF2B5EF4-FFF2-40B4-BE49-F238E27FC236}">
                <a16:creationId xmlns:a16="http://schemas.microsoft.com/office/drawing/2014/main" id="{5C130E8F-E4F5-4807-9CCA-DAC5AA081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211" y="6603334"/>
            <a:ext cx="165496" cy="145406"/>
          </a:xfrm>
          <a:custGeom xmlns:a="http://schemas.openxmlformats.org/drawingml/2006/main">
            <a:pathLst>
              <a:path w="167737" h="147375">
                <a:moveTo>
                  <a:pt x="154696" y="120691"/>
                </a:moveTo>
                <a:cubicBezTo>
                  <a:pt x="167737" y="101507"/>
                  <a:pt x="166780" y="87070"/>
                  <a:pt x="148868" y="69172"/>
                </a:cubicBezTo>
                <a:cubicBezTo>
                  <a:pt x="130914" y="51260"/>
                  <a:pt x="120432" y="24959"/>
                  <a:pt x="120432" y="24959"/>
                </a:cubicBezTo>
                <a:cubicBezTo>
                  <a:pt x="120432" y="24959"/>
                  <a:pt x="116531" y="9729"/>
                  <a:pt x="107665" y="11179"/>
                </a:cubicBezTo>
                <a:cubicBezTo>
                  <a:pt x="98784" y="12617"/>
                  <a:pt x="92271" y="35332"/>
                  <a:pt x="110922" y="49234"/>
                </a:cubicBezTo>
                <a:cubicBezTo>
                  <a:pt x="129463" y="63179"/>
                  <a:pt x="107187" y="72647"/>
                  <a:pt x="100016" y="59552"/>
                </a:cubicBezTo>
                <a:cubicBezTo>
                  <a:pt x="92914" y="46511"/>
                  <a:pt x="73292" y="12890"/>
                  <a:pt x="63137" y="6417"/>
                </a:cubicBezTo>
                <a:cubicBezTo>
                  <a:pt x="52985" y="0"/>
                  <a:pt x="45868" y="3585"/>
                  <a:pt x="48223" y="16900"/>
                </a:cubicBezTo>
                <a:cubicBezTo>
                  <a:pt x="50631" y="30145"/>
                  <a:pt x="93064" y="62275"/>
                  <a:pt x="88946" y="69172"/>
                </a:cubicBezTo>
                <a:cubicBezTo>
                  <a:pt x="84786" y="76178"/>
                  <a:pt x="70239" y="61043"/>
                  <a:pt x="70239" y="61043"/>
                </a:cubicBezTo>
                <a:cubicBezTo>
                  <a:pt x="70239" y="61043"/>
                  <a:pt x="24755" y="19623"/>
                  <a:pt x="14820" y="30419"/>
                </a:cubicBezTo>
                <a:cubicBezTo>
                  <a:pt x="4927" y="41216"/>
                  <a:pt x="22401" y="50247"/>
                  <a:pt x="47156" y="65272"/>
                </a:cubicBezTo>
                <a:cubicBezTo>
                  <a:pt x="72005" y="80283"/>
                  <a:pt x="73989" y="84292"/>
                  <a:pt x="70460" y="90012"/>
                </a:cubicBezTo>
                <a:cubicBezTo>
                  <a:pt x="66874" y="95677"/>
                  <a:pt x="12084" y="49439"/>
                  <a:pt x="6951" y="69062"/>
                </a:cubicBezTo>
                <a:cubicBezTo>
                  <a:pt x="1821" y="88630"/>
                  <a:pt x="62864" y="94295"/>
                  <a:pt x="59129" y="107815"/>
                </a:cubicBezTo>
                <a:cubicBezTo>
                  <a:pt x="55325" y="121334"/>
                  <a:pt x="16038" y="82267"/>
                  <a:pt x="8074" y="97442"/>
                </a:cubicBezTo>
                <a:cubicBezTo>
                  <a:pt x="0" y="112727"/>
                  <a:pt x="63452" y="130639"/>
                  <a:pt x="63987" y="130804"/>
                </a:cubicBezTo>
                <a:cubicBezTo>
                  <a:pt x="84403" y="136086"/>
                  <a:pt x="136470" y="147375"/>
                  <a:pt x="154696" y="120691"/>
                </a:cubicBezTo>
              </a:path>
            </a:pathLst>
          </a:custGeom>
          <a:solidFill xmlns:a="http://schemas.openxmlformats.org/drawingml/2006/main">
            <a:srgbClr val="FFD21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95">
            <a:extLst xmlns:a="http://schemas.openxmlformats.org/drawingml/2006/main">
              <a:ext uri="{FF2B5EF4-FFF2-40B4-BE49-F238E27FC236}">
                <a16:creationId xmlns:a16="http://schemas.microsoft.com/office/drawing/2014/main" id="{8F3AD9C3-1C5A-4F92-B5FF-8278ED363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255" y="6587889"/>
            <a:ext cx="199828" cy="170127"/>
          </a:xfrm>
          <a:custGeom xmlns:a="http://schemas.openxmlformats.org/drawingml/2006/main">
            <a:pathLst>
              <a:path w="202534" h="172430">
                <a:moveTo>
                  <a:pt x="134335" y="0"/>
                </a:moveTo>
                <a:cubicBezTo>
                  <a:pt x="142024" y="0"/>
                  <a:pt x="148921" y="3092"/>
                  <a:pt x="153684" y="8867"/>
                </a:cubicBezTo>
                <a:cubicBezTo>
                  <a:pt x="157747" y="13944"/>
                  <a:pt x="159992" y="20252"/>
                  <a:pt x="159992" y="26724"/>
                </a:cubicBezTo>
                <a:cubicBezTo>
                  <a:pt x="162974" y="25808"/>
                  <a:pt x="166135" y="25329"/>
                  <a:pt x="169282" y="25329"/>
                </a:cubicBezTo>
                <a:cubicBezTo>
                  <a:pt x="176617" y="25329"/>
                  <a:pt x="183295" y="28106"/>
                  <a:pt x="188002" y="33183"/>
                </a:cubicBezTo>
                <a:cubicBezTo>
                  <a:pt x="196609" y="42173"/>
                  <a:pt x="198155" y="55803"/>
                  <a:pt x="191793" y="66490"/>
                </a:cubicBezTo>
                <a:cubicBezTo>
                  <a:pt x="195965" y="69911"/>
                  <a:pt x="198949" y="74618"/>
                  <a:pt x="200235" y="79900"/>
                </a:cubicBezTo>
                <a:cubicBezTo>
                  <a:pt x="201412" y="84183"/>
                  <a:pt x="202534" y="93215"/>
                  <a:pt x="196445" y="102410"/>
                </a:cubicBezTo>
                <a:cubicBezTo>
                  <a:pt x="201097" y="109525"/>
                  <a:pt x="201727" y="118557"/>
                  <a:pt x="198210" y="126247"/>
                </a:cubicBezTo>
                <a:cubicBezTo>
                  <a:pt x="193338" y="137317"/>
                  <a:pt x="181256" y="145979"/>
                  <a:pt x="157747" y="155270"/>
                </a:cubicBezTo>
                <a:cubicBezTo>
                  <a:pt x="143091" y="161045"/>
                  <a:pt x="129737" y="164795"/>
                  <a:pt x="129626" y="164849"/>
                </a:cubicBezTo>
                <a:cubicBezTo>
                  <a:pt x="112686" y="169488"/>
                  <a:pt x="95253" y="172060"/>
                  <a:pt x="77669" y="172430"/>
                </a:cubicBezTo>
                <a:cubicBezTo>
                  <a:pt x="49822" y="172430"/>
                  <a:pt x="29886" y="163878"/>
                  <a:pt x="18445" y="147046"/>
                </a:cubicBezTo>
                <a:cubicBezTo>
                  <a:pt x="0" y="119993"/>
                  <a:pt x="2627" y="95253"/>
                  <a:pt x="26518" y="71347"/>
                </a:cubicBezTo>
                <a:cubicBezTo>
                  <a:pt x="39724" y="58156"/>
                  <a:pt x="48536" y="38698"/>
                  <a:pt x="50356" y="34415"/>
                </a:cubicBezTo>
                <a:cubicBezTo>
                  <a:pt x="54051" y="21798"/>
                  <a:pt x="63766" y="7745"/>
                  <a:pt x="79968" y="7745"/>
                </a:cubicBezTo>
                <a:cubicBezTo>
                  <a:pt x="88739" y="7854"/>
                  <a:pt x="96908" y="12233"/>
                  <a:pt x="101890" y="19403"/>
                </a:cubicBezTo>
                <a:cubicBezTo>
                  <a:pt x="106583" y="13410"/>
                  <a:pt x="111290" y="8703"/>
                  <a:pt x="115519" y="6035"/>
                </a:cubicBezTo>
                <a:cubicBezTo>
                  <a:pt x="121075" y="2244"/>
                  <a:pt x="127601" y="150"/>
                  <a:pt x="134335" y="0"/>
                </a:cubicBezTo>
                <a:moveTo>
                  <a:pt x="134335" y="18966"/>
                </a:moveTo>
                <a:cubicBezTo>
                  <a:pt x="131925" y="18966"/>
                  <a:pt x="128929" y="20033"/>
                  <a:pt x="125672" y="22072"/>
                </a:cubicBezTo>
                <a:cubicBezTo>
                  <a:pt x="115573" y="28544"/>
                  <a:pt x="95951" y="62165"/>
                  <a:pt x="88795" y="75207"/>
                </a:cubicBezTo>
                <a:cubicBezTo>
                  <a:pt x="86809" y="79051"/>
                  <a:pt x="82910" y="81405"/>
                  <a:pt x="78627" y="81460"/>
                </a:cubicBezTo>
                <a:cubicBezTo>
                  <a:pt x="71306" y="81460"/>
                  <a:pt x="65532" y="74181"/>
                  <a:pt x="77943" y="64889"/>
                </a:cubicBezTo>
                <a:cubicBezTo>
                  <a:pt x="96539" y="50986"/>
                  <a:pt x="90012" y="28216"/>
                  <a:pt x="81144" y="26834"/>
                </a:cubicBezTo>
                <a:cubicBezTo>
                  <a:pt x="80776" y="26779"/>
                  <a:pt x="80392" y="26724"/>
                  <a:pt x="79968" y="26724"/>
                </a:cubicBezTo>
                <a:cubicBezTo>
                  <a:pt x="71894" y="26724"/>
                  <a:pt x="68364" y="40668"/>
                  <a:pt x="68364" y="40668"/>
                </a:cubicBezTo>
                <a:cubicBezTo>
                  <a:pt x="68364" y="40668"/>
                  <a:pt x="57896" y="66914"/>
                  <a:pt x="39984" y="84881"/>
                </a:cubicBezTo>
                <a:cubicBezTo>
                  <a:pt x="22031" y="102779"/>
                  <a:pt x="21059" y="117216"/>
                  <a:pt x="34154" y="136345"/>
                </a:cubicBezTo>
                <a:cubicBezTo>
                  <a:pt x="43090" y="149442"/>
                  <a:pt x="60195" y="153355"/>
                  <a:pt x="77669" y="153355"/>
                </a:cubicBezTo>
                <a:cubicBezTo>
                  <a:pt x="95841" y="153355"/>
                  <a:pt x="114396" y="149072"/>
                  <a:pt x="124865" y="146458"/>
                </a:cubicBezTo>
                <a:cubicBezTo>
                  <a:pt x="125343" y="146294"/>
                  <a:pt x="188796" y="128382"/>
                  <a:pt x="180777" y="113152"/>
                </a:cubicBezTo>
                <a:cubicBezTo>
                  <a:pt x="179394" y="110593"/>
                  <a:pt x="177205" y="109525"/>
                  <a:pt x="174413" y="109525"/>
                </a:cubicBezTo>
                <a:cubicBezTo>
                  <a:pt x="163083" y="109525"/>
                  <a:pt x="142504" y="126356"/>
                  <a:pt x="133636" y="126356"/>
                </a:cubicBezTo>
                <a:cubicBezTo>
                  <a:pt x="131652" y="126356"/>
                  <a:pt x="130270" y="125549"/>
                  <a:pt x="129737" y="123524"/>
                </a:cubicBezTo>
                <a:cubicBezTo>
                  <a:pt x="125891" y="109949"/>
                  <a:pt x="186975" y="104284"/>
                  <a:pt x="181844" y="84662"/>
                </a:cubicBezTo>
                <a:cubicBezTo>
                  <a:pt x="180941" y="81187"/>
                  <a:pt x="178533" y="79859"/>
                  <a:pt x="175002" y="79859"/>
                </a:cubicBezTo>
                <a:cubicBezTo>
                  <a:pt x="160101" y="79859"/>
                  <a:pt x="126520" y="106104"/>
                  <a:pt x="119474" y="106104"/>
                </a:cubicBezTo>
                <a:cubicBezTo>
                  <a:pt x="119050" y="106104"/>
                  <a:pt x="118611" y="105995"/>
                  <a:pt x="118406" y="105666"/>
                </a:cubicBezTo>
                <a:cubicBezTo>
                  <a:pt x="114876" y="99947"/>
                  <a:pt x="116791" y="95937"/>
                  <a:pt x="141600" y="80926"/>
                </a:cubicBezTo>
                <a:cubicBezTo>
                  <a:pt x="166450" y="65902"/>
                  <a:pt x="183883" y="56870"/>
                  <a:pt x="173935" y="46073"/>
                </a:cubicBezTo>
                <a:cubicBezTo>
                  <a:pt x="172812" y="44842"/>
                  <a:pt x="171212" y="44254"/>
                  <a:pt x="169282" y="44254"/>
                </a:cubicBezTo>
                <a:cubicBezTo>
                  <a:pt x="154162" y="44254"/>
                  <a:pt x="118557" y="76698"/>
                  <a:pt x="118557" y="76698"/>
                </a:cubicBezTo>
                <a:cubicBezTo>
                  <a:pt x="118557" y="76698"/>
                  <a:pt x="108937" y="86700"/>
                  <a:pt x="103163" y="86700"/>
                </a:cubicBezTo>
                <a:cubicBezTo>
                  <a:pt x="101835" y="86742"/>
                  <a:pt x="100549" y="86057"/>
                  <a:pt x="99904" y="84881"/>
                </a:cubicBezTo>
                <a:cubicBezTo>
                  <a:pt x="95786" y="77929"/>
                  <a:pt x="138179" y="45800"/>
                  <a:pt x="140533" y="32554"/>
                </a:cubicBezTo>
                <a:cubicBezTo>
                  <a:pt x="142189" y="23509"/>
                  <a:pt x="139410" y="18966"/>
                  <a:pt x="134335" y="18966"/>
                </a:cubicBezTo>
              </a:path>
            </a:pathLst>
          </a:custGeom>
          <a:solidFill xmlns:a="http://schemas.openxmlformats.org/drawingml/2006/main">
            <a:srgbClr val="FF9D0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" name="path-96">
            <a:extLst xmlns:a="http://schemas.openxmlformats.org/drawingml/2006/main">
              <a:ext uri="{FF2B5EF4-FFF2-40B4-BE49-F238E27FC236}">
                <a16:creationId xmlns:a16="http://schemas.microsoft.com/office/drawing/2014/main" id="{0F964963-BF54-45AB-828B-66FB67456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87" y="6603334"/>
            <a:ext cx="165442" cy="145406"/>
          </a:xfrm>
          <a:custGeom xmlns:a="http://schemas.openxmlformats.org/drawingml/2006/main">
            <a:pathLst>
              <a:path w="167682" h="147375">
                <a:moveTo>
                  <a:pt x="13041" y="120691"/>
                </a:moveTo>
                <a:cubicBezTo>
                  <a:pt x="0" y="101507"/>
                  <a:pt x="917" y="87070"/>
                  <a:pt x="18870" y="69172"/>
                </a:cubicBezTo>
                <a:cubicBezTo>
                  <a:pt x="36783" y="51260"/>
                  <a:pt x="47250" y="24959"/>
                  <a:pt x="47250" y="24959"/>
                </a:cubicBezTo>
                <a:cubicBezTo>
                  <a:pt x="47250" y="24959"/>
                  <a:pt x="51164" y="9729"/>
                  <a:pt x="60086" y="11179"/>
                </a:cubicBezTo>
                <a:cubicBezTo>
                  <a:pt x="68898" y="12617"/>
                  <a:pt x="75426" y="35332"/>
                  <a:pt x="56829" y="49234"/>
                </a:cubicBezTo>
                <a:cubicBezTo>
                  <a:pt x="38219" y="63179"/>
                  <a:pt x="60565" y="72647"/>
                  <a:pt x="67681" y="59552"/>
                </a:cubicBezTo>
                <a:cubicBezTo>
                  <a:pt x="74837" y="46511"/>
                  <a:pt x="94460" y="12890"/>
                  <a:pt x="104558" y="6417"/>
                </a:cubicBezTo>
                <a:cubicBezTo>
                  <a:pt x="114656" y="0"/>
                  <a:pt x="121883" y="3585"/>
                  <a:pt x="119419" y="16900"/>
                </a:cubicBezTo>
                <a:cubicBezTo>
                  <a:pt x="117066" y="30145"/>
                  <a:pt x="74672" y="62275"/>
                  <a:pt x="78791" y="69172"/>
                </a:cubicBezTo>
                <a:cubicBezTo>
                  <a:pt x="82910" y="76178"/>
                  <a:pt x="97443" y="61043"/>
                  <a:pt x="97443" y="61043"/>
                </a:cubicBezTo>
                <a:cubicBezTo>
                  <a:pt x="97443" y="61043"/>
                  <a:pt x="142983" y="19623"/>
                  <a:pt x="152876" y="30419"/>
                </a:cubicBezTo>
                <a:cubicBezTo>
                  <a:pt x="162769" y="41216"/>
                  <a:pt x="145337" y="50247"/>
                  <a:pt x="120541" y="65272"/>
                </a:cubicBezTo>
                <a:cubicBezTo>
                  <a:pt x="95677" y="80283"/>
                  <a:pt x="93762" y="84292"/>
                  <a:pt x="97237" y="90012"/>
                </a:cubicBezTo>
                <a:cubicBezTo>
                  <a:pt x="100809" y="95677"/>
                  <a:pt x="155599" y="49439"/>
                  <a:pt x="160731" y="69062"/>
                </a:cubicBezTo>
                <a:cubicBezTo>
                  <a:pt x="165862" y="88630"/>
                  <a:pt x="104818" y="94295"/>
                  <a:pt x="108623" y="107815"/>
                </a:cubicBezTo>
                <a:cubicBezTo>
                  <a:pt x="112413" y="121334"/>
                  <a:pt x="151589" y="82267"/>
                  <a:pt x="159664" y="97442"/>
                </a:cubicBezTo>
                <a:cubicBezTo>
                  <a:pt x="167682" y="112727"/>
                  <a:pt x="104284" y="130639"/>
                  <a:pt x="103751" y="130804"/>
                </a:cubicBezTo>
                <a:cubicBezTo>
                  <a:pt x="83280" y="136086"/>
                  <a:pt x="31227" y="147375"/>
                  <a:pt x="13041" y="120691"/>
                </a:cubicBezTo>
              </a:path>
            </a:pathLst>
          </a:custGeom>
          <a:solidFill xmlns:a="http://schemas.openxmlformats.org/drawingml/2006/main">
            <a:srgbClr val="FFD21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" name="path-97">
            <a:extLst xmlns:a="http://schemas.openxmlformats.org/drawingml/2006/main">
              <a:ext uri="{FF2B5EF4-FFF2-40B4-BE49-F238E27FC236}">
                <a16:creationId xmlns:a16="http://schemas.microsoft.com/office/drawing/2014/main" id="{94068B27-43C0-46B4-8BE6-985AE4184A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132" y="6344493"/>
            <a:ext cx="437622" cy="447275"/>
          </a:xfrm>
          <a:custGeom xmlns:a="http://schemas.openxmlformats.org/drawingml/2006/main">
            <a:pathLst>
              <a:path w="443548" h="453332">
                <a:moveTo>
                  <a:pt x="153464" y="16735"/>
                </a:moveTo>
                <a:cubicBezTo>
                  <a:pt x="60838" y="48865"/>
                  <a:pt x="0" y="137646"/>
                  <a:pt x="3531" y="235622"/>
                </a:cubicBezTo>
                <a:cubicBezTo>
                  <a:pt x="7060" y="333598"/>
                  <a:pt x="74029" y="417836"/>
                  <a:pt x="168749" y="443233"/>
                </a:cubicBezTo>
                <a:cubicBezTo>
                  <a:pt x="206119" y="452907"/>
                  <a:pt x="245296" y="453332"/>
                  <a:pt x="282873" y="444465"/>
                </a:cubicBezTo>
                <a:cubicBezTo>
                  <a:pt x="316972" y="436815"/>
                  <a:pt x="348458" y="420463"/>
                  <a:pt x="374280" y="396995"/>
                </a:cubicBezTo>
                <a:cubicBezTo>
                  <a:pt x="401169" y="371818"/>
                  <a:pt x="420668" y="339797"/>
                  <a:pt x="430726" y="304356"/>
                </a:cubicBezTo>
                <a:cubicBezTo>
                  <a:pt x="441632" y="265822"/>
                  <a:pt x="443548" y="225305"/>
                  <a:pt x="436392" y="185908"/>
                </a:cubicBezTo>
                <a:lnTo>
                  <a:pt x="226426" y="185908"/>
                </a:lnTo>
                <a:lnTo>
                  <a:pt x="226426" y="272979"/>
                </a:lnTo>
                <a:lnTo>
                  <a:pt x="348035" y="272979"/>
                </a:lnTo>
                <a:cubicBezTo>
                  <a:pt x="343108" y="301044"/>
                  <a:pt x="326975" y="325908"/>
                  <a:pt x="303343" y="341836"/>
                </a:cubicBezTo>
                <a:cubicBezTo>
                  <a:pt x="288538" y="351661"/>
                  <a:pt x="271761" y="358297"/>
                  <a:pt x="254219" y="361240"/>
                </a:cubicBezTo>
                <a:cubicBezTo>
                  <a:pt x="236634" y="364551"/>
                  <a:pt x="218572" y="364551"/>
                  <a:pt x="200934" y="361240"/>
                </a:cubicBezTo>
                <a:cubicBezTo>
                  <a:pt x="183076" y="357545"/>
                  <a:pt x="166244" y="350224"/>
                  <a:pt x="151385" y="339646"/>
                </a:cubicBezTo>
                <a:cubicBezTo>
                  <a:pt x="127547" y="322747"/>
                  <a:pt x="109636" y="298800"/>
                  <a:pt x="100220" y="271117"/>
                </a:cubicBezTo>
                <a:cubicBezTo>
                  <a:pt x="90655" y="242943"/>
                  <a:pt x="90655" y="212428"/>
                  <a:pt x="100220" y="184252"/>
                </a:cubicBezTo>
                <a:cubicBezTo>
                  <a:pt x="106912" y="164480"/>
                  <a:pt x="117968" y="146513"/>
                  <a:pt x="132624" y="131597"/>
                </a:cubicBezTo>
                <a:cubicBezTo>
                  <a:pt x="166724" y="96266"/>
                  <a:pt x="217710" y="82965"/>
                  <a:pt x="264756" y="97128"/>
                </a:cubicBezTo>
                <a:cubicBezTo>
                  <a:pt x="282763" y="102628"/>
                  <a:pt x="299225" y="112303"/>
                  <a:pt x="312867" y="125344"/>
                </a:cubicBezTo>
                <a:cubicBezTo>
                  <a:pt x="326551" y="111715"/>
                  <a:pt x="340235" y="98031"/>
                  <a:pt x="353919" y="84292"/>
                </a:cubicBezTo>
                <a:cubicBezTo>
                  <a:pt x="360966" y="76917"/>
                  <a:pt x="368671" y="69924"/>
                  <a:pt x="375608" y="62384"/>
                </a:cubicBezTo>
                <a:cubicBezTo>
                  <a:pt x="354822" y="43035"/>
                  <a:pt x="330397" y="27956"/>
                  <a:pt x="303767" y="18076"/>
                </a:cubicBezTo>
                <a:cubicBezTo>
                  <a:pt x="255299" y="479"/>
                  <a:pt x="202262" y="0"/>
                  <a:pt x="153464" y="16735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" name="path-98">
            <a:extLst xmlns:a="http://schemas.openxmlformats.org/drawingml/2006/main">
              <a:ext uri="{FF2B5EF4-FFF2-40B4-BE49-F238E27FC236}">
                <a16:creationId xmlns:a16="http://schemas.microsoft.com/office/drawing/2014/main" id="{4558B4E6-131F-4560-B3D7-AC1867DF9B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823" y="6344493"/>
            <a:ext cx="343858" cy="181629"/>
          </a:xfrm>
          <a:custGeom xmlns:a="http://schemas.openxmlformats.org/drawingml/2006/main">
            <a:pathLst>
              <a:path w="348514" h="184089">
                <a:moveTo>
                  <a:pt x="126412" y="16735"/>
                </a:moveTo>
                <a:cubicBezTo>
                  <a:pt x="175209" y="0"/>
                  <a:pt x="228247" y="437"/>
                  <a:pt x="276715" y="18021"/>
                </a:cubicBezTo>
                <a:cubicBezTo>
                  <a:pt x="303344" y="28011"/>
                  <a:pt x="327770" y="43145"/>
                  <a:pt x="348514" y="62549"/>
                </a:cubicBezTo>
                <a:cubicBezTo>
                  <a:pt x="341453" y="70075"/>
                  <a:pt x="334023" y="77136"/>
                  <a:pt x="326812" y="84512"/>
                </a:cubicBezTo>
                <a:cubicBezTo>
                  <a:pt x="313128" y="98141"/>
                  <a:pt x="299444" y="111770"/>
                  <a:pt x="285815" y="125344"/>
                </a:cubicBezTo>
                <a:cubicBezTo>
                  <a:pt x="272172" y="112303"/>
                  <a:pt x="255710" y="102628"/>
                  <a:pt x="237703" y="97128"/>
                </a:cubicBezTo>
                <a:cubicBezTo>
                  <a:pt x="190658" y="82910"/>
                  <a:pt x="139672" y="96225"/>
                  <a:pt x="105516" y="131502"/>
                </a:cubicBezTo>
                <a:cubicBezTo>
                  <a:pt x="90916" y="146362"/>
                  <a:pt x="79859" y="164315"/>
                  <a:pt x="73127" y="184089"/>
                </a:cubicBezTo>
                <a:lnTo>
                  <a:pt x="0" y="127492"/>
                </a:lnTo>
                <a:cubicBezTo>
                  <a:pt x="26191" y="75535"/>
                  <a:pt x="71512" y="35866"/>
                  <a:pt x="126412" y="16735"/>
                </a:cubicBezTo>
              </a:path>
            </a:pathLst>
          </a:custGeom>
          <a:solidFill xmlns:a="http://schemas.openxmlformats.org/drawingml/2006/main">
            <a:srgbClr val="E3362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" name="path-99">
            <a:extLst xmlns:a="http://schemas.openxmlformats.org/drawingml/2006/main">
              <a:ext uri="{FF2B5EF4-FFF2-40B4-BE49-F238E27FC236}">
                <a16:creationId xmlns:a16="http://schemas.microsoft.com/office/drawing/2014/main" id="{FB1D28E0-9815-4BFB-BEDC-E765B5A69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971" y="6470282"/>
            <a:ext cx="101002" cy="197655"/>
          </a:xfrm>
          <a:custGeom xmlns:a="http://schemas.openxmlformats.org/drawingml/2006/main">
            <a:pathLst>
              <a:path w="102369" h="200331">
                <a:moveTo>
                  <a:pt x="9839" y="56062"/>
                </a:moveTo>
                <a:cubicBezTo>
                  <a:pt x="13794" y="36605"/>
                  <a:pt x="20307" y="17748"/>
                  <a:pt x="29242" y="0"/>
                </a:cubicBezTo>
                <a:lnTo>
                  <a:pt x="102369" y="56760"/>
                </a:lnTo>
                <a:cubicBezTo>
                  <a:pt x="92791" y="84935"/>
                  <a:pt x="92791" y="115450"/>
                  <a:pt x="102369" y="143625"/>
                </a:cubicBezTo>
                <a:cubicBezTo>
                  <a:pt x="78040" y="162441"/>
                  <a:pt x="53614" y="181365"/>
                  <a:pt x="29242" y="200331"/>
                </a:cubicBezTo>
                <a:cubicBezTo>
                  <a:pt x="6842" y="155750"/>
                  <a:pt x="0" y="104982"/>
                  <a:pt x="9839" y="56062"/>
                </a:cubicBezTo>
              </a:path>
            </a:pathLst>
          </a:custGeom>
          <a:solidFill xmlns:a="http://schemas.openxmlformats.org/drawingml/2006/main">
            <a:srgbClr val="F8BD0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" name="path-100">
            <a:extLst xmlns:a="http://schemas.openxmlformats.org/drawingml/2006/main">
              <a:ext uri="{FF2B5EF4-FFF2-40B4-BE49-F238E27FC236}">
                <a16:creationId xmlns:a16="http://schemas.microsoft.com/office/drawing/2014/main" id="{9D08E2EE-A097-4B13-B84A-4591063281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6479" y="6527863"/>
            <a:ext cx="214274" cy="208267"/>
          </a:xfrm>
          <a:custGeom xmlns:a="http://schemas.openxmlformats.org/drawingml/2006/main">
            <a:pathLst>
              <a:path w="217176" h="211087">
                <a:moveTo>
                  <a:pt x="55" y="0"/>
                </a:moveTo>
                <a:lnTo>
                  <a:pt x="210020" y="0"/>
                </a:lnTo>
                <a:cubicBezTo>
                  <a:pt x="217176" y="39396"/>
                  <a:pt x="215260" y="79914"/>
                  <a:pt x="204355" y="118461"/>
                </a:cubicBezTo>
                <a:cubicBezTo>
                  <a:pt x="194296" y="153888"/>
                  <a:pt x="174797" y="185909"/>
                  <a:pt x="147908" y="211087"/>
                </a:cubicBezTo>
                <a:cubicBezTo>
                  <a:pt x="124276" y="192696"/>
                  <a:pt x="100603" y="174414"/>
                  <a:pt x="76971" y="155982"/>
                </a:cubicBezTo>
                <a:cubicBezTo>
                  <a:pt x="100658" y="140054"/>
                  <a:pt x="116736" y="115136"/>
                  <a:pt x="121664" y="87084"/>
                </a:cubicBezTo>
                <a:lnTo>
                  <a:pt x="55" y="87084"/>
                </a:lnTo>
                <a:cubicBezTo>
                  <a:pt x="0" y="58060"/>
                  <a:pt x="55" y="29023"/>
                  <a:pt x="55" y="0"/>
                </a:cubicBezTo>
              </a:path>
            </a:pathLst>
          </a:custGeom>
          <a:solidFill xmlns:a="http://schemas.openxmlformats.org/drawingml/2006/main">
            <a:srgbClr val="587DB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" name="path-101">
            <a:extLst xmlns:a="http://schemas.openxmlformats.org/drawingml/2006/main">
              <a:ext uri="{FF2B5EF4-FFF2-40B4-BE49-F238E27FC236}">
                <a16:creationId xmlns:a16="http://schemas.microsoft.com/office/drawing/2014/main" id="{0D68992D-B575-447B-AD7B-0751CA2E5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823" y="6611988"/>
            <a:ext cx="342696" cy="179577"/>
          </a:xfrm>
          <a:custGeom xmlns:a="http://schemas.openxmlformats.org/drawingml/2006/main">
            <a:pathLst>
              <a:path w="347337" h="182009">
                <a:moveTo>
                  <a:pt x="0" y="56706"/>
                </a:moveTo>
                <a:cubicBezTo>
                  <a:pt x="24372" y="37891"/>
                  <a:pt x="48743" y="19021"/>
                  <a:pt x="73127" y="0"/>
                </a:cubicBezTo>
                <a:cubicBezTo>
                  <a:pt x="82527" y="27682"/>
                  <a:pt x="100440" y="51629"/>
                  <a:pt x="124332" y="68529"/>
                </a:cubicBezTo>
                <a:cubicBezTo>
                  <a:pt x="139192" y="79052"/>
                  <a:pt x="156134" y="86318"/>
                  <a:pt x="173990" y="89958"/>
                </a:cubicBezTo>
                <a:cubicBezTo>
                  <a:pt x="191629" y="93215"/>
                  <a:pt x="209691" y="93215"/>
                  <a:pt x="227275" y="89958"/>
                </a:cubicBezTo>
                <a:cubicBezTo>
                  <a:pt x="244805" y="87016"/>
                  <a:pt x="261539" y="80393"/>
                  <a:pt x="276400" y="70554"/>
                </a:cubicBezTo>
                <a:cubicBezTo>
                  <a:pt x="300033" y="89000"/>
                  <a:pt x="323705" y="107282"/>
                  <a:pt x="347337" y="125659"/>
                </a:cubicBezTo>
                <a:cubicBezTo>
                  <a:pt x="321516" y="149127"/>
                  <a:pt x="290029" y="165533"/>
                  <a:pt x="255929" y="173183"/>
                </a:cubicBezTo>
                <a:cubicBezTo>
                  <a:pt x="218353" y="182009"/>
                  <a:pt x="179176" y="181571"/>
                  <a:pt x="141806" y="171952"/>
                </a:cubicBezTo>
                <a:cubicBezTo>
                  <a:pt x="112194" y="164042"/>
                  <a:pt x="84607" y="150139"/>
                  <a:pt x="60660" y="131064"/>
                </a:cubicBezTo>
                <a:cubicBezTo>
                  <a:pt x="35333" y="110963"/>
                  <a:pt x="14587" y="85579"/>
                  <a:pt x="0" y="56706"/>
                </a:cubicBezTo>
              </a:path>
            </a:pathLst>
          </a:custGeom>
          <a:solidFill xmlns:a="http://schemas.openxmlformats.org/drawingml/2006/main">
            <a:srgbClr val="319F4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" name="path-102">
            <a:extLst xmlns:a="http://schemas.openxmlformats.org/drawingml/2006/main">
              <a:ext uri="{FF2B5EF4-FFF2-40B4-BE49-F238E27FC236}">
                <a16:creationId xmlns:a16="http://schemas.microsoft.com/office/drawing/2014/main" id="{00FEBDA9-31FA-4B63-A7BA-C77F1E150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9902" y="5840055"/>
            <a:ext cx="2025151" cy="992324"/>
          </a:xfrm>
          <a:custGeom xmlns:a="http://schemas.openxmlformats.org/drawingml/2006/main">
            <a:pathLst>
              <a:path w="2052575" h="1005762">
                <a:moveTo>
                  <a:pt x="102628" y="0"/>
                </a:moveTo>
                <a:lnTo>
                  <a:pt x="1949946" y="0"/>
                </a:lnTo>
                <a:cubicBezTo>
                  <a:pt x="2006815" y="0"/>
                  <a:pt x="2052575" y="45759"/>
                  <a:pt x="2052575" y="102629"/>
                </a:cubicBezTo>
                <a:lnTo>
                  <a:pt x="2052575" y="903133"/>
                </a:lnTo>
                <a:cubicBezTo>
                  <a:pt x="2052575" y="960004"/>
                  <a:pt x="2006815" y="1005762"/>
                  <a:pt x="1949946" y="1005762"/>
                </a:cubicBezTo>
                <a:lnTo>
                  <a:pt x="102628" y="1005762"/>
                </a:lnTo>
                <a:cubicBezTo>
                  <a:pt x="45758" y="1005762"/>
                  <a:pt x="0" y="960004"/>
                  <a:pt x="0" y="903133"/>
                </a:cubicBezTo>
                <a:lnTo>
                  <a:pt x="0" y="102629"/>
                </a:lnTo>
                <a:cubicBezTo>
                  <a:pt x="0" y="45759"/>
                  <a:pt x="45758" y="0"/>
                  <a:pt x="102628" y="0"/>
                </a:cubicBezTo>
              </a:path>
            </a:pathLst>
          </a:custGeom>
          <a:solidFill xmlns:a="http://schemas.openxmlformats.org/drawingml/2006/main">
            <a:srgbClr val="EDF6F4"/>
          </a:solidFill>
          <a:ln xmlns:a="http://schemas.openxmlformats.org/drawingml/2006/main" w="18226">
            <a:solidFill>
              <a:srgbClr val="B6D0CC"/>
            </a:solidFill>
            <a:prstDash val="solid"/>
          </a:ln>
        </p:spPr>
      </p:sp>
      <p:sp>
        <p:nvSpPr>
          <p:cNvPr id="103" name="path-103">
            <a:extLst xmlns:a="http://schemas.openxmlformats.org/drawingml/2006/main">
              <a:ext uri="{FF2B5EF4-FFF2-40B4-BE49-F238E27FC236}">
                <a16:creationId xmlns:a16="http://schemas.microsoft.com/office/drawing/2014/main" id="{CA561F2B-694B-44F1-B64E-F885B2818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8895" y="5921061"/>
            <a:ext cx="2025151" cy="992325"/>
          </a:xfrm>
          <a:custGeom xmlns:a="http://schemas.openxmlformats.org/drawingml/2006/main">
            <a:pathLst>
              <a:path w="2052575" h="1005762">
                <a:moveTo>
                  <a:pt x="102628" y="0"/>
                </a:moveTo>
                <a:lnTo>
                  <a:pt x="1949946" y="0"/>
                </a:lnTo>
                <a:cubicBezTo>
                  <a:pt x="2006817" y="0"/>
                  <a:pt x="2052575" y="45759"/>
                  <a:pt x="2052575" y="102628"/>
                </a:cubicBezTo>
                <a:lnTo>
                  <a:pt x="2052575" y="903133"/>
                </a:lnTo>
                <a:cubicBezTo>
                  <a:pt x="2052575" y="960003"/>
                  <a:pt x="2006817" y="1005762"/>
                  <a:pt x="1949946" y="1005762"/>
                </a:cubicBezTo>
                <a:lnTo>
                  <a:pt x="102628" y="1005762"/>
                </a:lnTo>
                <a:cubicBezTo>
                  <a:pt x="45758" y="1005762"/>
                  <a:pt x="0" y="960003"/>
                  <a:pt x="0" y="903133"/>
                </a:cubicBezTo>
                <a:lnTo>
                  <a:pt x="0" y="102628"/>
                </a:lnTo>
                <a:cubicBezTo>
                  <a:pt x="0" y="45759"/>
                  <a:pt x="45758" y="0"/>
                  <a:pt x="10262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226">
            <a:solidFill>
              <a:srgbClr val="78AAA4"/>
            </a:solidFill>
            <a:prstDash val="solid"/>
          </a:ln>
        </p:spPr>
      </p:sp>
      <p:sp>
        <p:nvSpPr>
          <p:cNvPr id="104" name="path-104">
            <a:extLst xmlns:a="http://schemas.openxmlformats.org/drawingml/2006/main">
              <a:ext uri="{FF2B5EF4-FFF2-40B4-BE49-F238E27FC236}">
                <a16:creationId xmlns:a16="http://schemas.microsoft.com/office/drawing/2014/main" id="{38723DC6-5E96-4EE8-B2B4-043FEA7AA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4703" y="6346343"/>
            <a:ext cx="280781" cy="445533"/>
          </a:xfrm>
          <a:custGeom xmlns:a="http://schemas.openxmlformats.org/drawingml/2006/main">
            <a:pathLst>
              <a:path w="284583" h="451566">
                <a:moveTo>
                  <a:pt x="0" y="0"/>
                </a:moveTo>
                <a:lnTo>
                  <a:pt x="0" y="451566"/>
                </a:lnTo>
                <a:lnTo>
                  <a:pt x="284583" y="451566"/>
                </a:lnTo>
                <a:lnTo>
                  <a:pt x="284583" y="0"/>
                </a:lnTo>
                <a:close/>
              </a:path>
            </a:pathLst>
          </a:custGeom>
          <a:solidFill xmlns:a="http://schemas.openxmlformats.org/drawingml/2006/main">
            <a:srgbClr val="E9542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" name="path-105">
            <a:extLst xmlns:a="http://schemas.openxmlformats.org/drawingml/2006/main">
              <a:ext uri="{FF2B5EF4-FFF2-40B4-BE49-F238E27FC236}">
                <a16:creationId xmlns:a16="http://schemas.microsoft.com/office/drawing/2014/main" id="{0FDA9236-EBCD-4BE3-879E-BEF029BD5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9819" y="6537895"/>
            <a:ext cx="207848" cy="198343"/>
          </a:xfrm>
          <a:custGeom xmlns:a="http://schemas.openxmlformats.org/drawingml/2006/main">
            <a:pathLst>
              <a:path w="210663" h="201029">
                <a:moveTo>
                  <a:pt x="29447" y="124427"/>
                </a:moveTo>
                <a:cubicBezTo>
                  <a:pt x="45758" y="124427"/>
                  <a:pt x="58909" y="111167"/>
                  <a:pt x="58909" y="94760"/>
                </a:cubicBezTo>
                <a:cubicBezTo>
                  <a:pt x="58909" y="78353"/>
                  <a:pt x="45758" y="65094"/>
                  <a:pt x="29447" y="65094"/>
                </a:cubicBezTo>
                <a:cubicBezTo>
                  <a:pt x="13205" y="65094"/>
                  <a:pt x="0" y="78353"/>
                  <a:pt x="0" y="94760"/>
                </a:cubicBezTo>
                <a:cubicBezTo>
                  <a:pt x="0" y="111167"/>
                  <a:pt x="13205" y="124427"/>
                  <a:pt x="29447" y="124427"/>
                </a:cubicBezTo>
                <a:moveTo>
                  <a:pt x="152178" y="59320"/>
                </a:moveTo>
                <a:cubicBezTo>
                  <a:pt x="168434" y="59320"/>
                  <a:pt x="181625" y="46073"/>
                  <a:pt x="181625" y="29653"/>
                </a:cubicBezTo>
                <a:cubicBezTo>
                  <a:pt x="181625" y="13246"/>
                  <a:pt x="168434" y="0"/>
                  <a:pt x="152178" y="0"/>
                </a:cubicBezTo>
                <a:cubicBezTo>
                  <a:pt x="135880" y="0"/>
                  <a:pt x="122676" y="13246"/>
                  <a:pt x="122676" y="29653"/>
                </a:cubicBezTo>
                <a:cubicBezTo>
                  <a:pt x="122676" y="46073"/>
                  <a:pt x="135880" y="59320"/>
                  <a:pt x="152178" y="59320"/>
                </a:cubicBezTo>
                <a:moveTo>
                  <a:pt x="95896" y="171198"/>
                </a:moveTo>
                <a:cubicBezTo>
                  <a:pt x="74672" y="166601"/>
                  <a:pt x="56925" y="152971"/>
                  <a:pt x="46990" y="133568"/>
                </a:cubicBezTo>
                <a:cubicBezTo>
                  <a:pt x="39122" y="137208"/>
                  <a:pt x="30310" y="138275"/>
                  <a:pt x="21811" y="136674"/>
                </a:cubicBezTo>
                <a:cubicBezTo>
                  <a:pt x="33840" y="166546"/>
                  <a:pt x="59442" y="188248"/>
                  <a:pt x="90874" y="195036"/>
                </a:cubicBezTo>
                <a:cubicBezTo>
                  <a:pt x="97716" y="196541"/>
                  <a:pt x="104764" y="197238"/>
                  <a:pt x="111769" y="197184"/>
                </a:cubicBezTo>
                <a:cubicBezTo>
                  <a:pt x="106364" y="190013"/>
                  <a:pt x="103327" y="181351"/>
                  <a:pt x="103163" y="172375"/>
                </a:cubicBezTo>
                <a:cubicBezTo>
                  <a:pt x="100699" y="172115"/>
                  <a:pt x="98305" y="171677"/>
                  <a:pt x="95896" y="171198"/>
                </a:cubicBezTo>
                <a:moveTo>
                  <a:pt x="145555" y="201029"/>
                </a:moveTo>
                <a:cubicBezTo>
                  <a:pt x="161798" y="201029"/>
                  <a:pt x="175003" y="187769"/>
                  <a:pt x="175003" y="171362"/>
                </a:cubicBezTo>
                <a:cubicBezTo>
                  <a:pt x="175003" y="154955"/>
                  <a:pt x="161798" y="141641"/>
                  <a:pt x="145555" y="141641"/>
                </a:cubicBezTo>
                <a:cubicBezTo>
                  <a:pt x="129244" y="141641"/>
                  <a:pt x="116053" y="154955"/>
                  <a:pt x="116053" y="171362"/>
                </a:cubicBezTo>
                <a:cubicBezTo>
                  <a:pt x="116053" y="187769"/>
                  <a:pt x="129244" y="201029"/>
                  <a:pt x="145555" y="201029"/>
                </a:cubicBezTo>
                <a:moveTo>
                  <a:pt x="186497" y="160456"/>
                </a:moveTo>
                <a:cubicBezTo>
                  <a:pt x="195693" y="148798"/>
                  <a:pt x="202151" y="135072"/>
                  <a:pt x="205257" y="120417"/>
                </a:cubicBezTo>
                <a:cubicBezTo>
                  <a:pt x="210663" y="94925"/>
                  <a:pt x="205626" y="68310"/>
                  <a:pt x="191355" y="46497"/>
                </a:cubicBezTo>
                <a:cubicBezTo>
                  <a:pt x="187933" y="54516"/>
                  <a:pt x="182173" y="61358"/>
                  <a:pt x="174784" y="66011"/>
                </a:cubicBezTo>
                <a:cubicBezTo>
                  <a:pt x="182761" y="81131"/>
                  <a:pt x="185156" y="98619"/>
                  <a:pt x="181585" y="115341"/>
                </a:cubicBezTo>
                <a:cubicBezTo>
                  <a:pt x="179875" y="123469"/>
                  <a:pt x="176767" y="131214"/>
                  <a:pt x="172444" y="138329"/>
                </a:cubicBezTo>
                <a:cubicBezTo>
                  <a:pt x="179341" y="144049"/>
                  <a:pt x="184254" y="151795"/>
                  <a:pt x="186551" y="160456"/>
                </a:cubicBezTo>
                <a:lnTo>
                  <a:pt x="186497" y="160456"/>
                </a:lnTo>
                <a:moveTo>
                  <a:pt x="27203" y="52162"/>
                </a:moveTo>
                <a:cubicBezTo>
                  <a:pt x="30953" y="51999"/>
                  <a:pt x="34688" y="52272"/>
                  <a:pt x="38328" y="53066"/>
                </a:cubicBezTo>
                <a:cubicBezTo>
                  <a:pt x="43131" y="54146"/>
                  <a:pt x="47633" y="55953"/>
                  <a:pt x="51793" y="58581"/>
                </a:cubicBezTo>
                <a:cubicBezTo>
                  <a:pt x="65054" y="39328"/>
                  <a:pt x="86427" y="27791"/>
                  <a:pt x="109636" y="27367"/>
                </a:cubicBezTo>
                <a:cubicBezTo>
                  <a:pt x="110114" y="18596"/>
                  <a:pt x="113207" y="10207"/>
                  <a:pt x="118557" y="3256"/>
                </a:cubicBezTo>
                <a:cubicBezTo>
                  <a:pt x="81514" y="315"/>
                  <a:pt x="45540" y="19609"/>
                  <a:pt x="27203" y="52217"/>
                </a:cubicBezTo>
                <a:lnTo>
                  <a:pt x="27203" y="5216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" name="path-106">
            <a:extLst xmlns:a="http://schemas.openxmlformats.org/drawingml/2006/main">
              <a:ext uri="{FF2B5EF4-FFF2-40B4-BE49-F238E27FC236}">
                <a16:creationId xmlns:a16="http://schemas.microsoft.com/office/drawing/2014/main" id="{D9150307-5290-48D6-84D8-824D9E8665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35085" y="6444859"/>
            <a:ext cx="385305" cy="248189"/>
          </a:xfrm>
          <a:custGeom xmlns:a="http://schemas.openxmlformats.org/drawingml/2006/main">
            <a:pathLst>
              <a:path w="390523" h="251550">
                <a:moveTo>
                  <a:pt x="203218" y="79380"/>
                </a:moveTo>
                <a:lnTo>
                  <a:pt x="243092" y="79380"/>
                </a:lnTo>
                <a:lnTo>
                  <a:pt x="243092" y="119939"/>
                </a:lnTo>
                <a:lnTo>
                  <a:pt x="263194" y="119939"/>
                </a:lnTo>
                <a:cubicBezTo>
                  <a:pt x="272336" y="119939"/>
                  <a:pt x="281900" y="118187"/>
                  <a:pt x="290727" y="115355"/>
                </a:cubicBezTo>
                <a:cubicBezTo>
                  <a:pt x="294941" y="113959"/>
                  <a:pt x="299868" y="111824"/>
                  <a:pt x="304082" y="109361"/>
                </a:cubicBezTo>
                <a:cubicBezTo>
                  <a:pt x="298471" y="101931"/>
                  <a:pt x="295640" y="92790"/>
                  <a:pt x="294941" y="83595"/>
                </a:cubicBezTo>
                <a:cubicBezTo>
                  <a:pt x="293874" y="71252"/>
                  <a:pt x="296336" y="54996"/>
                  <a:pt x="304834" y="45485"/>
                </a:cubicBezTo>
                <a:lnTo>
                  <a:pt x="309063" y="40572"/>
                </a:lnTo>
                <a:lnTo>
                  <a:pt x="313975" y="44418"/>
                </a:lnTo>
                <a:cubicBezTo>
                  <a:pt x="326701" y="54681"/>
                  <a:pt x="336910" y="68419"/>
                  <a:pt x="339044" y="84662"/>
                </a:cubicBezTo>
                <a:cubicBezTo>
                  <a:pt x="354220" y="80064"/>
                  <a:pt x="371872" y="81145"/>
                  <a:pt x="385228" y="88890"/>
                </a:cubicBezTo>
                <a:lnTo>
                  <a:pt x="390523" y="92038"/>
                </a:lnTo>
                <a:lnTo>
                  <a:pt x="387746" y="97716"/>
                </a:lnTo>
                <a:cubicBezTo>
                  <a:pt x="376416" y="119569"/>
                  <a:pt x="352782" y="126630"/>
                  <a:pt x="329848" y="125234"/>
                </a:cubicBezTo>
                <a:cubicBezTo>
                  <a:pt x="295270" y="210977"/>
                  <a:pt x="220488" y="251550"/>
                  <a:pt x="129463" y="251550"/>
                </a:cubicBezTo>
                <a:cubicBezTo>
                  <a:pt x="82582" y="251550"/>
                  <a:pt x="39491" y="233911"/>
                  <a:pt x="14805" y="192272"/>
                </a:cubicBezTo>
                <a:lnTo>
                  <a:pt x="14477" y="191574"/>
                </a:lnTo>
                <a:lnTo>
                  <a:pt x="10961" y="184143"/>
                </a:lnTo>
                <a:cubicBezTo>
                  <a:pt x="2449" y="165807"/>
                  <a:pt x="0" y="145705"/>
                  <a:pt x="1765" y="125563"/>
                </a:cubicBezTo>
                <a:lnTo>
                  <a:pt x="2449" y="119569"/>
                </a:lnTo>
                <a:lnTo>
                  <a:pt x="36344" y="119569"/>
                </a:lnTo>
                <a:lnTo>
                  <a:pt x="36344" y="79380"/>
                </a:lnTo>
                <a:lnTo>
                  <a:pt x="76218" y="79380"/>
                </a:lnTo>
                <a:lnTo>
                  <a:pt x="76218" y="39874"/>
                </a:lnTo>
                <a:lnTo>
                  <a:pt x="155599" y="39874"/>
                </a:lnTo>
                <a:lnTo>
                  <a:pt x="155599" y="0"/>
                </a:lnTo>
                <a:lnTo>
                  <a:pt x="203218" y="0"/>
                </a:lnTo>
                <a:lnTo>
                  <a:pt x="203218" y="79380"/>
                </a:lnTo>
              </a:path>
            </a:pathLst>
          </a:custGeom>
          <a:solidFill xmlns:a="http://schemas.openxmlformats.org/drawingml/2006/main">
            <a:srgbClr val="3A4D5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" name="path-107">
            <a:extLst xmlns:a="http://schemas.openxmlformats.org/drawingml/2006/main">
              <a:ext uri="{FF2B5EF4-FFF2-40B4-BE49-F238E27FC236}">
                <a16:creationId xmlns:a16="http://schemas.microsoft.com/office/drawing/2014/main" id="{7D4BD140-9A31-468F-A8FF-7E16B8F32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41363" y="6493909"/>
            <a:ext cx="370008" cy="192862"/>
          </a:xfrm>
          <a:custGeom xmlns:a="http://schemas.openxmlformats.org/drawingml/2006/main">
            <a:pathLst>
              <a:path w="375019" h="195474">
                <a:moveTo>
                  <a:pt x="325949" y="44842"/>
                </a:moveTo>
                <a:cubicBezTo>
                  <a:pt x="328782" y="24001"/>
                  <a:pt x="313277" y="7799"/>
                  <a:pt x="303384" y="0"/>
                </a:cubicBezTo>
                <a:cubicBezTo>
                  <a:pt x="292437" y="12712"/>
                  <a:pt x="290672" y="46607"/>
                  <a:pt x="307982" y="60715"/>
                </a:cubicBezTo>
                <a:cubicBezTo>
                  <a:pt x="298102" y="69158"/>
                  <a:pt x="278000" y="77286"/>
                  <a:pt x="256832" y="77286"/>
                </a:cubicBezTo>
                <a:lnTo>
                  <a:pt x="2134" y="77286"/>
                </a:lnTo>
                <a:cubicBezTo>
                  <a:pt x="0" y="99153"/>
                  <a:pt x="3900" y="119254"/>
                  <a:pt x="12712" y="136565"/>
                </a:cubicBezTo>
                <a:lnTo>
                  <a:pt x="15490" y="141860"/>
                </a:lnTo>
                <a:cubicBezTo>
                  <a:pt x="17255" y="145007"/>
                  <a:pt x="19403" y="147840"/>
                  <a:pt x="21539" y="151001"/>
                </a:cubicBezTo>
                <a:cubicBezTo>
                  <a:pt x="32116" y="151699"/>
                  <a:pt x="41640" y="152068"/>
                  <a:pt x="50452" y="151699"/>
                </a:cubicBezTo>
                <a:cubicBezTo>
                  <a:pt x="67722" y="151371"/>
                  <a:pt x="81829" y="149236"/>
                  <a:pt x="92789" y="145705"/>
                </a:cubicBezTo>
                <a:cubicBezTo>
                  <a:pt x="94555" y="145007"/>
                  <a:pt x="95937" y="146075"/>
                  <a:pt x="96635" y="147471"/>
                </a:cubicBezTo>
                <a:cubicBezTo>
                  <a:pt x="97387" y="149236"/>
                  <a:pt x="96320" y="150672"/>
                  <a:pt x="94869" y="151371"/>
                </a:cubicBezTo>
                <a:cubicBezTo>
                  <a:pt x="93488" y="151699"/>
                  <a:pt x="92092" y="152438"/>
                  <a:pt x="90327" y="152766"/>
                </a:cubicBezTo>
                <a:cubicBezTo>
                  <a:pt x="81829" y="155216"/>
                  <a:pt x="72688" y="156666"/>
                  <a:pt x="61043" y="157364"/>
                </a:cubicBezTo>
                <a:lnTo>
                  <a:pt x="58896" y="157364"/>
                </a:lnTo>
                <a:cubicBezTo>
                  <a:pt x="54298" y="157733"/>
                  <a:pt x="49385" y="157733"/>
                  <a:pt x="44089" y="157733"/>
                </a:cubicBezTo>
                <a:cubicBezTo>
                  <a:pt x="38424" y="157733"/>
                  <a:pt x="33128" y="157733"/>
                  <a:pt x="26833" y="157364"/>
                </a:cubicBezTo>
                <a:cubicBezTo>
                  <a:pt x="47989" y="181365"/>
                  <a:pt x="81131" y="195474"/>
                  <a:pt x="122771" y="195474"/>
                </a:cubicBezTo>
                <a:cubicBezTo>
                  <a:pt x="210978" y="195474"/>
                  <a:pt x="285746" y="156296"/>
                  <a:pt x="318574" y="68789"/>
                </a:cubicBezTo>
                <a:cubicBezTo>
                  <a:pt x="342191" y="71306"/>
                  <a:pt x="364756" y="65258"/>
                  <a:pt x="375019" y="45157"/>
                </a:cubicBezTo>
                <a:cubicBezTo>
                  <a:pt x="359146" y="35646"/>
                  <a:pt x="337977" y="38807"/>
                  <a:pt x="325949" y="44842"/>
                </a:cubicBezTo>
              </a:path>
            </a:pathLst>
          </a:custGeom>
          <a:solidFill xmlns:a="http://schemas.openxmlformats.org/drawingml/2006/main">
            <a:srgbClr val="00AA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" name="path-108">
            <a:extLst xmlns:a="http://schemas.openxmlformats.org/drawingml/2006/main">
              <a:ext uri="{FF2B5EF4-FFF2-40B4-BE49-F238E27FC236}">
                <a16:creationId xmlns:a16="http://schemas.microsoft.com/office/drawing/2014/main" id="{ADA9C618-C353-49DA-A4FD-170DA1642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57024" y="6493909"/>
            <a:ext cx="308728" cy="170234"/>
          </a:xfrm>
          <a:custGeom xmlns:a="http://schemas.openxmlformats.org/drawingml/2006/main">
            <a:pathLst>
              <a:path w="312909" h="172539">
                <a:moveTo>
                  <a:pt x="310075" y="44842"/>
                </a:moveTo>
                <a:cubicBezTo>
                  <a:pt x="312909" y="24001"/>
                  <a:pt x="297403" y="7799"/>
                  <a:pt x="287511" y="0"/>
                </a:cubicBezTo>
                <a:cubicBezTo>
                  <a:pt x="276563" y="12712"/>
                  <a:pt x="274798" y="46607"/>
                  <a:pt x="292109" y="60715"/>
                </a:cubicBezTo>
                <a:cubicBezTo>
                  <a:pt x="282228" y="69158"/>
                  <a:pt x="262126" y="77286"/>
                  <a:pt x="240958" y="77286"/>
                </a:cubicBezTo>
                <a:lnTo>
                  <a:pt x="1067" y="77286"/>
                </a:lnTo>
                <a:cubicBezTo>
                  <a:pt x="0" y="110798"/>
                  <a:pt x="12343" y="136195"/>
                  <a:pt x="34578" y="151371"/>
                </a:cubicBezTo>
                <a:cubicBezTo>
                  <a:pt x="51848" y="151001"/>
                  <a:pt x="65955" y="148907"/>
                  <a:pt x="76916" y="145391"/>
                </a:cubicBezTo>
                <a:cubicBezTo>
                  <a:pt x="78682" y="144638"/>
                  <a:pt x="80064" y="145705"/>
                  <a:pt x="80761" y="147156"/>
                </a:cubicBezTo>
                <a:cubicBezTo>
                  <a:pt x="81514" y="148907"/>
                  <a:pt x="80447" y="150303"/>
                  <a:pt x="78995" y="151001"/>
                </a:cubicBezTo>
                <a:cubicBezTo>
                  <a:pt x="77615" y="151371"/>
                  <a:pt x="76218" y="152068"/>
                  <a:pt x="74453" y="152438"/>
                </a:cubicBezTo>
                <a:cubicBezTo>
                  <a:pt x="65955" y="154901"/>
                  <a:pt x="56062" y="156666"/>
                  <a:pt x="44472" y="157364"/>
                </a:cubicBezTo>
                <a:lnTo>
                  <a:pt x="44089" y="156981"/>
                </a:lnTo>
                <a:cubicBezTo>
                  <a:pt x="74084" y="172539"/>
                  <a:pt x="117490" y="172170"/>
                  <a:pt x="167572" y="153136"/>
                </a:cubicBezTo>
                <a:cubicBezTo>
                  <a:pt x="223319" y="131597"/>
                  <a:pt x="275551" y="90710"/>
                  <a:pt x="311840" y="44089"/>
                </a:cubicBezTo>
                <a:cubicBezTo>
                  <a:pt x="311143" y="44472"/>
                  <a:pt x="310444" y="44472"/>
                  <a:pt x="310075" y="44842"/>
                </a:cubicBezTo>
              </a:path>
            </a:pathLst>
          </a:custGeom>
          <a:solidFill xmlns:a="http://schemas.openxmlformats.org/drawingml/2006/main">
            <a:srgbClr val="28B8E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" name="path-109">
            <a:extLst xmlns:a="http://schemas.openxmlformats.org/drawingml/2006/main">
              <a:ext uri="{FF2B5EF4-FFF2-40B4-BE49-F238E27FC236}">
                <a16:creationId xmlns:a16="http://schemas.microsoft.com/office/drawing/2014/main" id="{9E8EF4F1-58ED-451D-B76F-D5FA7CA21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43779" y="6596273"/>
            <a:ext cx="296239" cy="90808"/>
          </a:xfrm>
          <a:custGeom xmlns:a="http://schemas.openxmlformats.org/drawingml/2006/main">
            <a:pathLst>
              <a:path w="300251" h="92038">
                <a:moveTo>
                  <a:pt x="0" y="0"/>
                </a:moveTo>
                <a:cubicBezTo>
                  <a:pt x="1451" y="11645"/>
                  <a:pt x="4981" y="22551"/>
                  <a:pt x="10263" y="32814"/>
                </a:cubicBezTo>
                <a:lnTo>
                  <a:pt x="13041" y="38110"/>
                </a:lnTo>
                <a:cubicBezTo>
                  <a:pt x="14805" y="41256"/>
                  <a:pt x="16954" y="44090"/>
                  <a:pt x="19090" y="47250"/>
                </a:cubicBezTo>
                <a:cubicBezTo>
                  <a:pt x="29666" y="47948"/>
                  <a:pt x="39191" y="48318"/>
                  <a:pt x="48003" y="47948"/>
                </a:cubicBezTo>
                <a:cubicBezTo>
                  <a:pt x="65273" y="47620"/>
                  <a:pt x="79379" y="45485"/>
                  <a:pt x="90340" y="41955"/>
                </a:cubicBezTo>
                <a:cubicBezTo>
                  <a:pt x="92106" y="41256"/>
                  <a:pt x="93488" y="42324"/>
                  <a:pt x="94186" y="43720"/>
                </a:cubicBezTo>
                <a:cubicBezTo>
                  <a:pt x="94938" y="45485"/>
                  <a:pt x="93871" y="46922"/>
                  <a:pt x="92420" y="47620"/>
                </a:cubicBezTo>
                <a:cubicBezTo>
                  <a:pt x="91039" y="47948"/>
                  <a:pt x="89642" y="48687"/>
                  <a:pt x="87878" y="49015"/>
                </a:cubicBezTo>
                <a:cubicBezTo>
                  <a:pt x="79379" y="51465"/>
                  <a:pt x="69487" y="53230"/>
                  <a:pt x="57896" y="53983"/>
                </a:cubicBezTo>
                <a:lnTo>
                  <a:pt x="56446" y="53983"/>
                </a:lnTo>
                <a:cubicBezTo>
                  <a:pt x="51848" y="54298"/>
                  <a:pt x="46936" y="54298"/>
                  <a:pt x="42023" y="54298"/>
                </a:cubicBezTo>
                <a:cubicBezTo>
                  <a:pt x="36357" y="54298"/>
                  <a:pt x="30679" y="54298"/>
                  <a:pt x="24699" y="53983"/>
                </a:cubicBezTo>
                <a:cubicBezTo>
                  <a:pt x="45868" y="77929"/>
                  <a:pt x="79379" y="92038"/>
                  <a:pt x="121020" y="92038"/>
                </a:cubicBezTo>
                <a:cubicBezTo>
                  <a:pt x="196500" y="92038"/>
                  <a:pt x="262141" y="63493"/>
                  <a:pt x="300251" y="314"/>
                </a:cubicBezTo>
                <a:lnTo>
                  <a:pt x="0" y="31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28BB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" name="path-110">
            <a:extLst xmlns:a="http://schemas.openxmlformats.org/drawingml/2006/main">
              <a:ext uri="{FF2B5EF4-FFF2-40B4-BE49-F238E27FC236}">
                <a16:creationId xmlns:a16="http://schemas.microsoft.com/office/drawing/2014/main" id="{CE3112B0-B0CD-4133-957F-3040A1378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60507" y="6596273"/>
            <a:ext cx="245759" cy="68180"/>
          </a:xfrm>
          <a:custGeom xmlns:a="http://schemas.openxmlformats.org/drawingml/2006/main">
            <a:pathLst>
              <a:path w="249087" h="69104">
                <a:moveTo>
                  <a:pt x="0" y="0"/>
                </a:moveTo>
                <a:cubicBezTo>
                  <a:pt x="4598" y="20471"/>
                  <a:pt x="15176" y="36659"/>
                  <a:pt x="31048" y="47620"/>
                </a:cubicBezTo>
                <a:cubicBezTo>
                  <a:pt x="48319" y="47250"/>
                  <a:pt x="62425" y="45157"/>
                  <a:pt x="73386" y="41640"/>
                </a:cubicBezTo>
                <a:cubicBezTo>
                  <a:pt x="75152" y="40887"/>
                  <a:pt x="76534" y="41955"/>
                  <a:pt x="77232" y="43405"/>
                </a:cubicBezTo>
                <a:cubicBezTo>
                  <a:pt x="77984" y="45157"/>
                  <a:pt x="76917" y="46552"/>
                  <a:pt x="75466" y="47250"/>
                </a:cubicBezTo>
                <a:cubicBezTo>
                  <a:pt x="74085" y="47620"/>
                  <a:pt x="72688" y="48318"/>
                  <a:pt x="70923" y="48687"/>
                </a:cubicBezTo>
                <a:cubicBezTo>
                  <a:pt x="62425" y="51150"/>
                  <a:pt x="52533" y="52915"/>
                  <a:pt x="40559" y="53613"/>
                </a:cubicBezTo>
                <a:cubicBezTo>
                  <a:pt x="70554" y="69104"/>
                  <a:pt x="113960" y="68789"/>
                  <a:pt x="163673" y="49714"/>
                </a:cubicBezTo>
                <a:cubicBezTo>
                  <a:pt x="193654" y="38110"/>
                  <a:pt x="222951" y="20786"/>
                  <a:pt x="249087" y="0"/>
                </a:cubicBez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019BC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111">
            <a:extLst xmlns:a="http://schemas.openxmlformats.org/drawingml/2006/main">
              <a:ext uri="{FF2B5EF4-FFF2-40B4-BE49-F238E27FC236}">
                <a16:creationId xmlns:a16="http://schemas.microsoft.com/office/drawing/2014/main" id="{1C3ED5E5-C4F1-4812-A7FE-E0C53746A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77532" y="6490789"/>
            <a:ext cx="73094" cy="73095"/>
          </a:xfrm>
          <a:custGeom xmlns:a="http://schemas.openxmlformats.org/drawingml/2006/main">
            <a:pathLst>
              <a:path w="74084" h="74085">
                <a:moveTo>
                  <a:pt x="34593" y="39506"/>
                </a:moveTo>
                <a:lnTo>
                  <a:pt x="34593" y="74085"/>
                </a:lnTo>
                <a:lnTo>
                  <a:pt x="0" y="74085"/>
                </a:lnTo>
                <a:lnTo>
                  <a:pt x="0" y="39506"/>
                </a:lnTo>
                <a:close/>
                <a:moveTo>
                  <a:pt x="2832" y="42338"/>
                </a:moveTo>
                <a:lnTo>
                  <a:pt x="2832" y="70937"/>
                </a:lnTo>
                <a:lnTo>
                  <a:pt x="5665" y="70937"/>
                </a:lnTo>
                <a:lnTo>
                  <a:pt x="5665" y="42338"/>
                </a:lnTo>
                <a:close/>
                <a:moveTo>
                  <a:pt x="7813" y="42338"/>
                </a:moveTo>
                <a:lnTo>
                  <a:pt x="7813" y="70937"/>
                </a:lnTo>
                <a:lnTo>
                  <a:pt x="10591" y="70937"/>
                </a:lnTo>
                <a:lnTo>
                  <a:pt x="10591" y="42338"/>
                </a:lnTo>
                <a:close/>
                <a:moveTo>
                  <a:pt x="13095" y="42338"/>
                </a:moveTo>
                <a:lnTo>
                  <a:pt x="13095" y="70937"/>
                </a:lnTo>
                <a:lnTo>
                  <a:pt x="15872" y="70937"/>
                </a:lnTo>
                <a:lnTo>
                  <a:pt x="15872" y="42338"/>
                </a:lnTo>
                <a:close/>
                <a:moveTo>
                  <a:pt x="18391" y="42338"/>
                </a:moveTo>
                <a:lnTo>
                  <a:pt x="18391" y="70937"/>
                </a:lnTo>
                <a:lnTo>
                  <a:pt x="21168" y="70937"/>
                </a:lnTo>
                <a:lnTo>
                  <a:pt x="21168" y="42338"/>
                </a:lnTo>
                <a:close/>
                <a:moveTo>
                  <a:pt x="23686" y="42338"/>
                </a:moveTo>
                <a:lnTo>
                  <a:pt x="23686" y="70937"/>
                </a:lnTo>
                <a:lnTo>
                  <a:pt x="26465" y="70937"/>
                </a:lnTo>
                <a:lnTo>
                  <a:pt x="26465" y="42338"/>
                </a:lnTo>
                <a:close/>
                <a:moveTo>
                  <a:pt x="28982" y="42338"/>
                </a:moveTo>
                <a:lnTo>
                  <a:pt x="28982" y="70937"/>
                </a:lnTo>
                <a:lnTo>
                  <a:pt x="31760" y="70937"/>
                </a:lnTo>
                <a:lnTo>
                  <a:pt x="31760" y="42338"/>
                </a:lnTo>
                <a:close/>
                <a:moveTo>
                  <a:pt x="74084" y="0"/>
                </a:moveTo>
                <a:lnTo>
                  <a:pt x="74084" y="34593"/>
                </a:lnTo>
                <a:lnTo>
                  <a:pt x="39560" y="34593"/>
                </a:lnTo>
                <a:lnTo>
                  <a:pt x="39560" y="0"/>
                </a:lnTo>
                <a:close/>
                <a:moveTo>
                  <a:pt x="42707" y="2833"/>
                </a:moveTo>
                <a:lnTo>
                  <a:pt x="42707" y="31377"/>
                </a:lnTo>
                <a:lnTo>
                  <a:pt x="45540" y="31377"/>
                </a:lnTo>
                <a:lnTo>
                  <a:pt x="45540" y="2833"/>
                </a:lnTo>
                <a:close/>
                <a:moveTo>
                  <a:pt x="47633" y="2833"/>
                </a:moveTo>
                <a:lnTo>
                  <a:pt x="47633" y="31377"/>
                </a:lnTo>
                <a:lnTo>
                  <a:pt x="50465" y="31377"/>
                </a:lnTo>
                <a:lnTo>
                  <a:pt x="50465" y="2833"/>
                </a:lnTo>
                <a:close/>
                <a:moveTo>
                  <a:pt x="52929" y="2833"/>
                </a:moveTo>
                <a:lnTo>
                  <a:pt x="52929" y="31377"/>
                </a:lnTo>
                <a:lnTo>
                  <a:pt x="55762" y="31377"/>
                </a:lnTo>
                <a:lnTo>
                  <a:pt x="55762" y="2833"/>
                </a:lnTo>
                <a:close/>
                <a:moveTo>
                  <a:pt x="58210" y="2833"/>
                </a:moveTo>
                <a:lnTo>
                  <a:pt x="58210" y="31377"/>
                </a:lnTo>
                <a:lnTo>
                  <a:pt x="61043" y="31377"/>
                </a:lnTo>
                <a:lnTo>
                  <a:pt x="61043" y="2833"/>
                </a:lnTo>
                <a:close/>
                <a:moveTo>
                  <a:pt x="63192" y="2833"/>
                </a:moveTo>
                <a:lnTo>
                  <a:pt x="63192" y="31377"/>
                </a:lnTo>
                <a:lnTo>
                  <a:pt x="66025" y="31377"/>
                </a:lnTo>
                <a:lnTo>
                  <a:pt x="66025" y="2833"/>
                </a:lnTo>
                <a:close/>
                <a:moveTo>
                  <a:pt x="68473" y="2833"/>
                </a:moveTo>
                <a:lnTo>
                  <a:pt x="68473" y="31377"/>
                </a:lnTo>
                <a:lnTo>
                  <a:pt x="71306" y="31377"/>
                </a:lnTo>
                <a:lnTo>
                  <a:pt x="71306" y="2833"/>
                </a:lnTo>
                <a:close/>
              </a:path>
            </a:pathLst>
          </a:custGeom>
          <a:solidFill xmlns:a="http://schemas.openxmlformats.org/drawingml/2006/main">
            <a:srgbClr val="00ACD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" name="path-112">
            <a:extLst xmlns:a="http://schemas.openxmlformats.org/drawingml/2006/main">
              <a:ext uri="{FF2B5EF4-FFF2-40B4-BE49-F238E27FC236}">
                <a16:creationId xmlns:a16="http://schemas.microsoft.com/office/drawing/2014/main" id="{56F6A57E-6D2F-42B7-9FE6-BB50FD6ED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16564" y="6529767"/>
            <a:ext cx="34062" cy="34117"/>
          </a:xfrm>
          <a:custGeom xmlns:a="http://schemas.openxmlformats.org/drawingml/2006/main">
            <a:pathLst>
              <a:path w="34524" h="34579">
                <a:moveTo>
                  <a:pt x="34524" y="0"/>
                </a:moveTo>
                <a:lnTo>
                  <a:pt x="34524" y="34579"/>
                </a:lnTo>
                <a:lnTo>
                  <a:pt x="0" y="34579"/>
                </a:lnTo>
                <a:lnTo>
                  <a:pt x="0" y="0"/>
                </a:lnTo>
                <a:close/>
                <a:moveTo>
                  <a:pt x="3147" y="2833"/>
                </a:moveTo>
                <a:lnTo>
                  <a:pt x="3147" y="31431"/>
                </a:lnTo>
                <a:lnTo>
                  <a:pt x="5980" y="31431"/>
                </a:lnTo>
                <a:lnTo>
                  <a:pt x="5980" y="2833"/>
                </a:lnTo>
                <a:close/>
                <a:moveTo>
                  <a:pt x="8073" y="2833"/>
                </a:moveTo>
                <a:lnTo>
                  <a:pt x="8073" y="31431"/>
                </a:lnTo>
                <a:lnTo>
                  <a:pt x="10905" y="31431"/>
                </a:lnTo>
                <a:lnTo>
                  <a:pt x="10905" y="2833"/>
                </a:lnTo>
                <a:close/>
                <a:moveTo>
                  <a:pt x="13369" y="2833"/>
                </a:moveTo>
                <a:lnTo>
                  <a:pt x="13369" y="31431"/>
                </a:lnTo>
                <a:lnTo>
                  <a:pt x="16202" y="31431"/>
                </a:lnTo>
                <a:lnTo>
                  <a:pt x="16202" y="2833"/>
                </a:lnTo>
                <a:close/>
                <a:moveTo>
                  <a:pt x="18650" y="2833"/>
                </a:moveTo>
                <a:lnTo>
                  <a:pt x="18650" y="31431"/>
                </a:lnTo>
                <a:lnTo>
                  <a:pt x="21483" y="31431"/>
                </a:lnTo>
                <a:lnTo>
                  <a:pt x="21483" y="2833"/>
                </a:lnTo>
                <a:close/>
                <a:moveTo>
                  <a:pt x="23632" y="2833"/>
                </a:moveTo>
                <a:lnTo>
                  <a:pt x="23632" y="31431"/>
                </a:lnTo>
                <a:lnTo>
                  <a:pt x="26465" y="31431"/>
                </a:lnTo>
                <a:lnTo>
                  <a:pt x="26465" y="2833"/>
                </a:lnTo>
                <a:close/>
                <a:moveTo>
                  <a:pt x="28913" y="2833"/>
                </a:moveTo>
                <a:lnTo>
                  <a:pt x="28913" y="31431"/>
                </a:lnTo>
                <a:lnTo>
                  <a:pt x="31746" y="31431"/>
                </a:lnTo>
                <a:lnTo>
                  <a:pt x="31746" y="2833"/>
                </a:lnTo>
                <a:close/>
              </a:path>
            </a:pathLst>
          </a:custGeom>
          <a:solidFill xmlns:a="http://schemas.openxmlformats.org/drawingml/2006/main">
            <a:srgbClr val="23C2E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" name="path-113">
            <a:extLst xmlns:a="http://schemas.openxmlformats.org/drawingml/2006/main">
              <a:ext uri="{FF2B5EF4-FFF2-40B4-BE49-F238E27FC236}">
                <a16:creationId xmlns:a16="http://schemas.microsoft.com/office/drawing/2014/main" id="{409C3380-5BDA-4211-8475-D59C1713E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55851" y="6529767"/>
            <a:ext cx="34117" cy="34117"/>
          </a:xfrm>
          <a:custGeom xmlns:a="http://schemas.openxmlformats.org/drawingml/2006/main">
            <a:pathLst>
              <a:path w="34579" h="34579">
                <a:moveTo>
                  <a:pt x="34579" y="0"/>
                </a:moveTo>
                <a:lnTo>
                  <a:pt x="34579" y="34579"/>
                </a:lnTo>
                <a:lnTo>
                  <a:pt x="0" y="34579"/>
                </a:lnTo>
                <a:lnTo>
                  <a:pt x="0" y="0"/>
                </a:lnTo>
                <a:close/>
                <a:moveTo>
                  <a:pt x="2833" y="2833"/>
                </a:moveTo>
                <a:lnTo>
                  <a:pt x="2833" y="31431"/>
                </a:lnTo>
                <a:lnTo>
                  <a:pt x="5665" y="31431"/>
                </a:lnTo>
                <a:lnTo>
                  <a:pt x="5665" y="2833"/>
                </a:lnTo>
                <a:close/>
                <a:moveTo>
                  <a:pt x="8129" y="2833"/>
                </a:moveTo>
                <a:lnTo>
                  <a:pt x="8129" y="31431"/>
                </a:lnTo>
                <a:lnTo>
                  <a:pt x="10961" y="31431"/>
                </a:lnTo>
                <a:lnTo>
                  <a:pt x="10961" y="2833"/>
                </a:lnTo>
                <a:close/>
                <a:moveTo>
                  <a:pt x="13425" y="2833"/>
                </a:moveTo>
                <a:lnTo>
                  <a:pt x="13425" y="31431"/>
                </a:lnTo>
                <a:lnTo>
                  <a:pt x="16256" y="31431"/>
                </a:lnTo>
                <a:lnTo>
                  <a:pt x="16256" y="2833"/>
                </a:lnTo>
                <a:close/>
                <a:moveTo>
                  <a:pt x="18392" y="2833"/>
                </a:moveTo>
                <a:lnTo>
                  <a:pt x="18392" y="31431"/>
                </a:lnTo>
                <a:lnTo>
                  <a:pt x="21169" y="31431"/>
                </a:lnTo>
                <a:lnTo>
                  <a:pt x="21169" y="2833"/>
                </a:lnTo>
                <a:close/>
                <a:moveTo>
                  <a:pt x="23686" y="2833"/>
                </a:moveTo>
                <a:lnTo>
                  <a:pt x="23686" y="31431"/>
                </a:lnTo>
                <a:lnTo>
                  <a:pt x="26465" y="31431"/>
                </a:lnTo>
                <a:lnTo>
                  <a:pt x="26465" y="2833"/>
                </a:lnTo>
                <a:close/>
                <a:moveTo>
                  <a:pt x="28969" y="2833"/>
                </a:moveTo>
                <a:lnTo>
                  <a:pt x="28969" y="31431"/>
                </a:lnTo>
                <a:lnTo>
                  <a:pt x="31746" y="31431"/>
                </a:lnTo>
                <a:lnTo>
                  <a:pt x="31746" y="2833"/>
                </a:lnTo>
                <a:close/>
              </a:path>
            </a:pathLst>
          </a:custGeom>
          <a:solidFill xmlns:a="http://schemas.openxmlformats.org/drawingml/2006/main">
            <a:srgbClr val="00ACD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" name="path-114">
            <a:extLst xmlns:a="http://schemas.openxmlformats.org/drawingml/2006/main">
              <a:ext uri="{FF2B5EF4-FFF2-40B4-BE49-F238E27FC236}">
                <a16:creationId xmlns:a16="http://schemas.microsoft.com/office/drawing/2014/main" id="{D52EFCF2-51D4-49B6-946C-07DD4B5C3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55851" y="6490789"/>
            <a:ext cx="73460" cy="73095"/>
          </a:xfrm>
          <a:custGeom xmlns:a="http://schemas.openxmlformats.org/drawingml/2006/main">
            <a:pathLst>
              <a:path w="74454" h="74085">
                <a:moveTo>
                  <a:pt x="34579" y="0"/>
                </a:moveTo>
                <a:lnTo>
                  <a:pt x="34579" y="34593"/>
                </a:lnTo>
                <a:lnTo>
                  <a:pt x="0" y="34593"/>
                </a:lnTo>
                <a:lnTo>
                  <a:pt x="0" y="0"/>
                </a:lnTo>
                <a:close/>
                <a:moveTo>
                  <a:pt x="2833" y="2833"/>
                </a:moveTo>
                <a:lnTo>
                  <a:pt x="2833" y="31377"/>
                </a:lnTo>
                <a:lnTo>
                  <a:pt x="5665" y="31377"/>
                </a:lnTo>
                <a:lnTo>
                  <a:pt x="5665" y="2833"/>
                </a:lnTo>
                <a:close/>
                <a:moveTo>
                  <a:pt x="8129" y="2833"/>
                </a:moveTo>
                <a:lnTo>
                  <a:pt x="8129" y="31377"/>
                </a:lnTo>
                <a:lnTo>
                  <a:pt x="10961" y="31377"/>
                </a:lnTo>
                <a:lnTo>
                  <a:pt x="10961" y="2833"/>
                </a:lnTo>
                <a:close/>
                <a:moveTo>
                  <a:pt x="13425" y="2833"/>
                </a:moveTo>
                <a:lnTo>
                  <a:pt x="13425" y="31377"/>
                </a:lnTo>
                <a:lnTo>
                  <a:pt x="16256" y="31377"/>
                </a:lnTo>
                <a:lnTo>
                  <a:pt x="16256" y="2833"/>
                </a:lnTo>
                <a:close/>
                <a:moveTo>
                  <a:pt x="18392" y="2833"/>
                </a:moveTo>
                <a:lnTo>
                  <a:pt x="18392" y="31377"/>
                </a:lnTo>
                <a:lnTo>
                  <a:pt x="21169" y="31377"/>
                </a:lnTo>
                <a:lnTo>
                  <a:pt x="21169" y="2833"/>
                </a:lnTo>
                <a:close/>
                <a:moveTo>
                  <a:pt x="23686" y="2833"/>
                </a:moveTo>
                <a:lnTo>
                  <a:pt x="23686" y="31377"/>
                </a:lnTo>
                <a:lnTo>
                  <a:pt x="26465" y="31377"/>
                </a:lnTo>
                <a:lnTo>
                  <a:pt x="26465" y="2833"/>
                </a:lnTo>
                <a:close/>
                <a:moveTo>
                  <a:pt x="28969" y="2833"/>
                </a:moveTo>
                <a:lnTo>
                  <a:pt x="28969" y="31377"/>
                </a:lnTo>
                <a:lnTo>
                  <a:pt x="31746" y="31377"/>
                </a:lnTo>
                <a:lnTo>
                  <a:pt x="31746" y="2833"/>
                </a:lnTo>
                <a:close/>
                <a:moveTo>
                  <a:pt x="74454" y="39506"/>
                </a:moveTo>
                <a:lnTo>
                  <a:pt x="74454" y="74085"/>
                </a:lnTo>
                <a:lnTo>
                  <a:pt x="39875" y="74085"/>
                </a:lnTo>
                <a:lnTo>
                  <a:pt x="39875" y="39506"/>
                </a:lnTo>
                <a:close/>
                <a:moveTo>
                  <a:pt x="42708" y="42338"/>
                </a:moveTo>
                <a:lnTo>
                  <a:pt x="42708" y="70937"/>
                </a:lnTo>
                <a:lnTo>
                  <a:pt x="45540" y="70937"/>
                </a:lnTo>
                <a:lnTo>
                  <a:pt x="45540" y="42338"/>
                </a:lnTo>
                <a:close/>
                <a:moveTo>
                  <a:pt x="48004" y="42338"/>
                </a:moveTo>
                <a:lnTo>
                  <a:pt x="48004" y="70937"/>
                </a:lnTo>
                <a:lnTo>
                  <a:pt x="50836" y="70937"/>
                </a:lnTo>
                <a:lnTo>
                  <a:pt x="50836" y="42338"/>
                </a:lnTo>
                <a:close/>
                <a:moveTo>
                  <a:pt x="52916" y="42338"/>
                </a:moveTo>
                <a:lnTo>
                  <a:pt x="52916" y="70937"/>
                </a:lnTo>
                <a:lnTo>
                  <a:pt x="55749" y="70937"/>
                </a:lnTo>
                <a:lnTo>
                  <a:pt x="55749" y="42338"/>
                </a:lnTo>
                <a:close/>
                <a:moveTo>
                  <a:pt x="58211" y="42338"/>
                </a:moveTo>
                <a:lnTo>
                  <a:pt x="58211" y="70937"/>
                </a:lnTo>
                <a:lnTo>
                  <a:pt x="61043" y="70937"/>
                </a:lnTo>
                <a:lnTo>
                  <a:pt x="61043" y="42338"/>
                </a:lnTo>
                <a:close/>
                <a:moveTo>
                  <a:pt x="63507" y="42338"/>
                </a:moveTo>
                <a:lnTo>
                  <a:pt x="63507" y="70937"/>
                </a:lnTo>
                <a:lnTo>
                  <a:pt x="66340" y="70937"/>
                </a:lnTo>
                <a:lnTo>
                  <a:pt x="66340" y="42338"/>
                </a:lnTo>
                <a:close/>
                <a:moveTo>
                  <a:pt x="68789" y="42338"/>
                </a:moveTo>
                <a:lnTo>
                  <a:pt x="68789" y="70937"/>
                </a:lnTo>
                <a:lnTo>
                  <a:pt x="71621" y="70937"/>
                </a:lnTo>
                <a:lnTo>
                  <a:pt x="71621" y="42338"/>
                </a:lnTo>
                <a:close/>
              </a:path>
            </a:pathLst>
          </a:custGeom>
          <a:solidFill xmlns:a="http://schemas.openxmlformats.org/drawingml/2006/main">
            <a:srgbClr val="23C2E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" name="path-115">
            <a:extLst xmlns:a="http://schemas.openxmlformats.org/drawingml/2006/main">
              <a:ext uri="{FF2B5EF4-FFF2-40B4-BE49-F238E27FC236}">
                <a16:creationId xmlns:a16="http://schemas.microsoft.com/office/drawing/2014/main" id="{AAE2B57A-929E-47EA-B1ED-F3C8DF883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95193" y="6490789"/>
            <a:ext cx="34117" cy="34130"/>
          </a:xfrm>
          <a:custGeom xmlns:a="http://schemas.openxmlformats.org/drawingml/2006/main">
            <a:pathLst>
              <a:path w="34579" h="34593">
                <a:moveTo>
                  <a:pt x="34579" y="0"/>
                </a:moveTo>
                <a:lnTo>
                  <a:pt x="34579" y="34593"/>
                </a:lnTo>
                <a:lnTo>
                  <a:pt x="0" y="34593"/>
                </a:lnTo>
                <a:lnTo>
                  <a:pt x="0" y="0"/>
                </a:lnTo>
                <a:close/>
                <a:moveTo>
                  <a:pt x="2833" y="2833"/>
                </a:moveTo>
                <a:lnTo>
                  <a:pt x="2833" y="31377"/>
                </a:lnTo>
                <a:lnTo>
                  <a:pt x="5665" y="31377"/>
                </a:lnTo>
                <a:lnTo>
                  <a:pt x="5665" y="2833"/>
                </a:lnTo>
                <a:close/>
                <a:moveTo>
                  <a:pt x="8129" y="2833"/>
                </a:moveTo>
                <a:lnTo>
                  <a:pt x="8129" y="31377"/>
                </a:lnTo>
                <a:lnTo>
                  <a:pt x="10961" y="31377"/>
                </a:lnTo>
                <a:lnTo>
                  <a:pt x="10961" y="2833"/>
                </a:lnTo>
                <a:close/>
                <a:moveTo>
                  <a:pt x="13041" y="2833"/>
                </a:moveTo>
                <a:lnTo>
                  <a:pt x="13041" y="31377"/>
                </a:lnTo>
                <a:lnTo>
                  <a:pt x="15874" y="31377"/>
                </a:lnTo>
                <a:lnTo>
                  <a:pt x="15874" y="2833"/>
                </a:lnTo>
                <a:close/>
                <a:moveTo>
                  <a:pt x="18336" y="2833"/>
                </a:moveTo>
                <a:lnTo>
                  <a:pt x="18336" y="31377"/>
                </a:lnTo>
                <a:lnTo>
                  <a:pt x="21168" y="31377"/>
                </a:lnTo>
                <a:lnTo>
                  <a:pt x="21168" y="2833"/>
                </a:lnTo>
                <a:close/>
                <a:moveTo>
                  <a:pt x="23632" y="2833"/>
                </a:moveTo>
                <a:lnTo>
                  <a:pt x="23632" y="31377"/>
                </a:lnTo>
                <a:lnTo>
                  <a:pt x="26465" y="31377"/>
                </a:lnTo>
                <a:lnTo>
                  <a:pt x="26465" y="2833"/>
                </a:lnTo>
                <a:close/>
                <a:moveTo>
                  <a:pt x="28914" y="2833"/>
                </a:moveTo>
                <a:lnTo>
                  <a:pt x="28914" y="31377"/>
                </a:lnTo>
                <a:lnTo>
                  <a:pt x="31746" y="31377"/>
                </a:lnTo>
                <a:lnTo>
                  <a:pt x="31746" y="2833"/>
                </a:lnTo>
                <a:close/>
              </a:path>
            </a:pathLst>
          </a:custGeom>
          <a:solidFill xmlns:a="http://schemas.openxmlformats.org/drawingml/2006/main">
            <a:srgbClr val="00ACD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" name="path-116">
            <a:extLst xmlns:a="http://schemas.openxmlformats.org/drawingml/2006/main">
              <a:ext uri="{FF2B5EF4-FFF2-40B4-BE49-F238E27FC236}">
                <a16:creationId xmlns:a16="http://schemas.microsoft.com/office/drawing/2014/main" id="{0E3D7D55-1580-4509-AD98-AEE66EAE7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95193" y="6451448"/>
            <a:ext cx="34117" cy="34117"/>
          </a:xfrm>
          <a:custGeom xmlns:a="http://schemas.openxmlformats.org/drawingml/2006/main">
            <a:pathLst>
              <a:path w="34579" h="34579">
                <a:moveTo>
                  <a:pt x="34579" y="0"/>
                </a:moveTo>
                <a:lnTo>
                  <a:pt x="34579" y="34579"/>
                </a:lnTo>
                <a:lnTo>
                  <a:pt x="0" y="34579"/>
                </a:lnTo>
                <a:lnTo>
                  <a:pt x="0" y="0"/>
                </a:lnTo>
                <a:close/>
                <a:moveTo>
                  <a:pt x="2833" y="2833"/>
                </a:moveTo>
                <a:lnTo>
                  <a:pt x="2833" y="31432"/>
                </a:lnTo>
                <a:lnTo>
                  <a:pt x="5665" y="31432"/>
                </a:lnTo>
                <a:lnTo>
                  <a:pt x="5665" y="2833"/>
                </a:lnTo>
                <a:close/>
                <a:moveTo>
                  <a:pt x="8129" y="2833"/>
                </a:moveTo>
                <a:lnTo>
                  <a:pt x="8129" y="31432"/>
                </a:lnTo>
                <a:lnTo>
                  <a:pt x="10961" y="31432"/>
                </a:lnTo>
                <a:lnTo>
                  <a:pt x="10961" y="2833"/>
                </a:lnTo>
                <a:close/>
                <a:moveTo>
                  <a:pt x="13041" y="2833"/>
                </a:moveTo>
                <a:lnTo>
                  <a:pt x="13041" y="31432"/>
                </a:lnTo>
                <a:lnTo>
                  <a:pt x="15874" y="31432"/>
                </a:lnTo>
                <a:lnTo>
                  <a:pt x="15874" y="2833"/>
                </a:lnTo>
                <a:close/>
                <a:moveTo>
                  <a:pt x="18336" y="2833"/>
                </a:moveTo>
                <a:lnTo>
                  <a:pt x="18336" y="31432"/>
                </a:lnTo>
                <a:lnTo>
                  <a:pt x="21168" y="31432"/>
                </a:lnTo>
                <a:lnTo>
                  <a:pt x="21168" y="2833"/>
                </a:lnTo>
                <a:close/>
                <a:moveTo>
                  <a:pt x="23632" y="2833"/>
                </a:moveTo>
                <a:lnTo>
                  <a:pt x="23632" y="31432"/>
                </a:lnTo>
                <a:lnTo>
                  <a:pt x="26465" y="31432"/>
                </a:lnTo>
                <a:lnTo>
                  <a:pt x="26465" y="2833"/>
                </a:lnTo>
                <a:close/>
                <a:moveTo>
                  <a:pt x="28914" y="2833"/>
                </a:moveTo>
                <a:lnTo>
                  <a:pt x="28914" y="31432"/>
                </a:lnTo>
                <a:lnTo>
                  <a:pt x="31746" y="31432"/>
                </a:lnTo>
                <a:lnTo>
                  <a:pt x="31746" y="2833"/>
                </a:lnTo>
                <a:close/>
              </a:path>
            </a:pathLst>
          </a:custGeom>
          <a:solidFill xmlns:a="http://schemas.openxmlformats.org/drawingml/2006/main">
            <a:srgbClr val="23C2E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" name="path-117">
            <a:extLst xmlns:a="http://schemas.openxmlformats.org/drawingml/2006/main">
              <a:ext uri="{FF2B5EF4-FFF2-40B4-BE49-F238E27FC236}">
                <a16:creationId xmlns:a16="http://schemas.microsoft.com/office/drawing/2014/main" id="{E1EC0A97-EFD3-476B-B38A-84166A937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34534" y="6529767"/>
            <a:ext cx="34132" cy="34117"/>
          </a:xfrm>
          <a:custGeom xmlns:a="http://schemas.openxmlformats.org/drawingml/2006/main">
            <a:pathLst>
              <a:path w="34594" h="34579">
                <a:moveTo>
                  <a:pt x="34594" y="0"/>
                </a:moveTo>
                <a:lnTo>
                  <a:pt x="34594" y="34579"/>
                </a:lnTo>
                <a:lnTo>
                  <a:pt x="0" y="34579"/>
                </a:lnTo>
                <a:lnTo>
                  <a:pt x="0" y="0"/>
                </a:lnTo>
                <a:close/>
                <a:moveTo>
                  <a:pt x="2833" y="2833"/>
                </a:moveTo>
                <a:lnTo>
                  <a:pt x="2833" y="31431"/>
                </a:lnTo>
                <a:lnTo>
                  <a:pt x="5665" y="31431"/>
                </a:lnTo>
                <a:lnTo>
                  <a:pt x="5665" y="2833"/>
                </a:lnTo>
                <a:close/>
                <a:moveTo>
                  <a:pt x="7759" y="2833"/>
                </a:moveTo>
                <a:lnTo>
                  <a:pt x="7759" y="31431"/>
                </a:lnTo>
                <a:lnTo>
                  <a:pt x="10593" y="31431"/>
                </a:lnTo>
                <a:lnTo>
                  <a:pt x="10593" y="2833"/>
                </a:lnTo>
                <a:close/>
                <a:moveTo>
                  <a:pt x="13042" y="2833"/>
                </a:moveTo>
                <a:lnTo>
                  <a:pt x="13042" y="31431"/>
                </a:lnTo>
                <a:lnTo>
                  <a:pt x="15874" y="31431"/>
                </a:lnTo>
                <a:lnTo>
                  <a:pt x="15874" y="2833"/>
                </a:lnTo>
                <a:close/>
                <a:moveTo>
                  <a:pt x="18337" y="2833"/>
                </a:moveTo>
                <a:lnTo>
                  <a:pt x="18337" y="31431"/>
                </a:lnTo>
                <a:lnTo>
                  <a:pt x="21169" y="31431"/>
                </a:lnTo>
                <a:lnTo>
                  <a:pt x="21169" y="2833"/>
                </a:lnTo>
                <a:close/>
                <a:moveTo>
                  <a:pt x="23633" y="2833"/>
                </a:moveTo>
                <a:lnTo>
                  <a:pt x="23633" y="31431"/>
                </a:lnTo>
                <a:lnTo>
                  <a:pt x="26465" y="31431"/>
                </a:lnTo>
                <a:lnTo>
                  <a:pt x="26465" y="2833"/>
                </a:lnTo>
                <a:close/>
                <a:moveTo>
                  <a:pt x="28915" y="2833"/>
                </a:moveTo>
                <a:lnTo>
                  <a:pt x="28915" y="31431"/>
                </a:lnTo>
                <a:lnTo>
                  <a:pt x="31762" y="31431"/>
                </a:lnTo>
                <a:lnTo>
                  <a:pt x="31762" y="2833"/>
                </a:lnTo>
                <a:close/>
              </a:path>
            </a:pathLst>
          </a:custGeom>
          <a:solidFill xmlns:a="http://schemas.openxmlformats.org/drawingml/2006/main">
            <a:srgbClr val="00ACD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" name="path-118">
            <a:extLst xmlns:a="http://schemas.openxmlformats.org/drawingml/2006/main">
              <a:ext uri="{FF2B5EF4-FFF2-40B4-BE49-F238E27FC236}">
                <a16:creationId xmlns:a16="http://schemas.microsoft.com/office/drawing/2014/main" id="{BAA8D4DA-7436-4FAB-86EE-2270D7E7E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39191" y="6618900"/>
            <a:ext cx="18765" cy="18767"/>
          </a:xfrm>
          <a:custGeom xmlns:a="http://schemas.openxmlformats.org/drawingml/2006/main">
            <a:pathLst>
              <a:path w="19019" h="19021">
                <a:moveTo>
                  <a:pt x="9510" y="0"/>
                </a:moveTo>
                <a:cubicBezTo>
                  <a:pt x="14805" y="0"/>
                  <a:pt x="19019" y="4215"/>
                  <a:pt x="19019" y="9511"/>
                </a:cubicBezTo>
                <a:cubicBezTo>
                  <a:pt x="19019" y="14807"/>
                  <a:pt x="14805" y="19021"/>
                  <a:pt x="9510" y="19021"/>
                </a:cubicBezTo>
                <a:cubicBezTo>
                  <a:pt x="4214" y="19021"/>
                  <a:pt x="0" y="14807"/>
                  <a:pt x="0" y="9511"/>
                </a:cubicBezTo>
                <a:cubicBezTo>
                  <a:pt x="0" y="4215"/>
                  <a:pt x="4214" y="0"/>
                  <a:pt x="9510" y="0"/>
                </a:cubicBezTo>
              </a:path>
            </a:pathLst>
          </a:custGeom>
          <a:solidFill xmlns:a="http://schemas.openxmlformats.org/drawingml/2006/main">
            <a:srgbClr val="D4EEF1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" name="path-119">
            <a:extLst xmlns:a="http://schemas.openxmlformats.org/drawingml/2006/main">
              <a:ext uri="{FF2B5EF4-FFF2-40B4-BE49-F238E27FC236}">
                <a16:creationId xmlns:a16="http://schemas.microsoft.com/office/drawing/2014/main" id="{2C4826F2-3D2B-49C0-B444-58DF2CD6B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82551" y="6581665"/>
            <a:ext cx="436461" cy="53208"/>
          </a:xfrm>
          <a:custGeom xmlns:a="http://schemas.openxmlformats.org/drawingml/2006/main">
            <a:pathLst>
              <a:path w="442372" h="53928">
                <a:moveTo>
                  <a:pt x="168271" y="40573"/>
                </a:moveTo>
                <a:cubicBezTo>
                  <a:pt x="168969" y="40573"/>
                  <a:pt x="170036" y="40573"/>
                  <a:pt x="170735" y="40888"/>
                </a:cubicBezTo>
                <a:cubicBezTo>
                  <a:pt x="170036" y="41257"/>
                  <a:pt x="169338" y="42324"/>
                  <a:pt x="169338" y="43350"/>
                </a:cubicBezTo>
                <a:cubicBezTo>
                  <a:pt x="169338" y="44787"/>
                  <a:pt x="170735" y="46183"/>
                  <a:pt x="172115" y="46183"/>
                </a:cubicBezTo>
                <a:cubicBezTo>
                  <a:pt x="173184" y="46183"/>
                  <a:pt x="174264" y="45485"/>
                  <a:pt x="174634" y="44787"/>
                </a:cubicBezTo>
                <a:cubicBezTo>
                  <a:pt x="174949" y="45485"/>
                  <a:pt x="174949" y="46553"/>
                  <a:pt x="174949" y="47250"/>
                </a:cubicBezTo>
                <a:cubicBezTo>
                  <a:pt x="174949" y="51150"/>
                  <a:pt x="171802" y="53928"/>
                  <a:pt x="168271" y="53928"/>
                </a:cubicBezTo>
                <a:cubicBezTo>
                  <a:pt x="164371" y="53928"/>
                  <a:pt x="161539" y="50781"/>
                  <a:pt x="161539" y="47250"/>
                </a:cubicBezTo>
                <a:cubicBezTo>
                  <a:pt x="161539" y="43720"/>
                  <a:pt x="164371" y="40573"/>
                  <a:pt x="168271" y="40573"/>
                </a:cubicBezTo>
                <a:moveTo>
                  <a:pt x="0" y="18336"/>
                </a:moveTo>
                <a:cubicBezTo>
                  <a:pt x="9511" y="15873"/>
                  <a:pt x="30680" y="12343"/>
                  <a:pt x="26780" y="0"/>
                </a:cubicBezTo>
                <a:cubicBezTo>
                  <a:pt x="44418" y="20088"/>
                  <a:pt x="86756" y="14108"/>
                  <a:pt x="97334" y="4215"/>
                </a:cubicBezTo>
                <a:cubicBezTo>
                  <a:pt x="108993" y="21484"/>
                  <a:pt x="178165" y="14806"/>
                  <a:pt x="183077" y="1382"/>
                </a:cubicBezTo>
                <a:cubicBezTo>
                  <a:pt x="197883" y="19021"/>
                  <a:pt x="244121" y="19021"/>
                  <a:pt x="258926" y="1382"/>
                </a:cubicBezTo>
                <a:cubicBezTo>
                  <a:pt x="263525" y="14806"/>
                  <a:pt x="332641" y="21484"/>
                  <a:pt x="344669" y="4215"/>
                </a:cubicBezTo>
                <a:cubicBezTo>
                  <a:pt x="355576" y="14108"/>
                  <a:pt x="397585" y="20088"/>
                  <a:pt x="415223" y="0"/>
                </a:cubicBezTo>
                <a:cubicBezTo>
                  <a:pt x="412022" y="12658"/>
                  <a:pt x="432862" y="15873"/>
                  <a:pt x="442372" y="18336"/>
                </a:cubicBezTo>
                <a:lnTo>
                  <a:pt x="0" y="18336"/>
                </a:lnTo>
                <a:close/>
              </a:path>
            </a:pathLst>
          </a:custGeom>
          <a:solidFill xmlns:a="http://schemas.openxmlformats.org/drawingml/2006/main">
            <a:srgbClr val="3A4D5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" name="path-120">
            <a:extLst xmlns:a="http://schemas.openxmlformats.org/drawingml/2006/main">
              <a:ext uri="{FF2B5EF4-FFF2-40B4-BE49-F238E27FC236}">
                <a16:creationId xmlns:a16="http://schemas.microsoft.com/office/drawing/2014/main" id="{BEA7943E-5768-4FD2-90E8-259BBA1D56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67095" y="6644310"/>
            <a:ext cx="106536" cy="42461"/>
          </a:xfrm>
          <a:custGeom xmlns:a="http://schemas.openxmlformats.org/drawingml/2006/main">
            <a:pathLst>
              <a:path w="107979" h="43036">
                <a:moveTo>
                  <a:pt x="107979" y="43036"/>
                </a:moveTo>
                <a:cubicBezTo>
                  <a:pt x="84347" y="31760"/>
                  <a:pt x="71621" y="16571"/>
                  <a:pt x="64246" y="0"/>
                </a:cubicBezTo>
                <a:cubicBezTo>
                  <a:pt x="55434" y="2463"/>
                  <a:pt x="44841" y="4228"/>
                  <a:pt x="32815" y="4926"/>
                </a:cubicBezTo>
                <a:cubicBezTo>
                  <a:pt x="28217" y="5296"/>
                  <a:pt x="23304" y="5296"/>
                  <a:pt x="18391" y="5296"/>
                </a:cubicBezTo>
                <a:cubicBezTo>
                  <a:pt x="12343" y="5296"/>
                  <a:pt x="6364" y="5296"/>
                  <a:pt x="0" y="4926"/>
                </a:cubicBezTo>
                <a:cubicBezTo>
                  <a:pt x="21169" y="26095"/>
                  <a:pt x="48003" y="42666"/>
                  <a:pt x="97019" y="43036"/>
                </a:cubicBezTo>
                <a:lnTo>
                  <a:pt x="107979" y="43036"/>
                </a:lnTo>
              </a:path>
            </a:pathLst>
          </a:custGeom>
          <a:solidFill xmlns:a="http://schemas.openxmlformats.org/drawingml/2006/main">
            <a:srgbClr val="BFDBE0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121">
            <a:extLst xmlns:a="http://schemas.openxmlformats.org/drawingml/2006/main">
              <a:ext uri="{FF2B5EF4-FFF2-40B4-BE49-F238E27FC236}">
                <a16:creationId xmlns:a16="http://schemas.microsoft.com/office/drawing/2014/main" id="{F661E426-A3FC-42F9-B7F3-B0ED7249F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899471" y="6644310"/>
            <a:ext cx="39720" cy="14932"/>
          </a:xfrm>
          <a:custGeom xmlns:a="http://schemas.openxmlformats.org/drawingml/2006/main">
            <a:pathLst>
              <a:path w="40258" h="15134">
                <a:moveTo>
                  <a:pt x="40258" y="15134"/>
                </a:moveTo>
                <a:cubicBezTo>
                  <a:pt x="37042" y="10591"/>
                  <a:pt x="33894" y="5296"/>
                  <a:pt x="31431" y="0"/>
                </a:cubicBezTo>
                <a:cubicBezTo>
                  <a:pt x="22619" y="2463"/>
                  <a:pt x="12027" y="4228"/>
                  <a:pt x="0" y="4926"/>
                </a:cubicBezTo>
                <a:cubicBezTo>
                  <a:pt x="8128" y="9141"/>
                  <a:pt x="20101" y="13369"/>
                  <a:pt x="40258" y="15134"/>
                </a:cubicBezTo>
              </a:path>
            </a:pathLst>
          </a:custGeom>
          <a:solidFill xmlns:a="http://schemas.openxmlformats.org/drawingml/2006/main">
            <a:srgbClr val="D4EEF1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122" name="">
            <a:extLst xmlns:a="http://schemas.openxmlformats.org/drawingml/2006/main">
              <a:ext uri="{FF2B5EF4-FFF2-40B4-BE49-F238E27FC236}">
                <a16:creationId xmlns:a16="http://schemas.microsoft.com/office/drawing/2014/main" id="{DB976227-EB4A-4A3E-B0D8-0F36B0F8E46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a4109e0b2794c6f"/>
          <a:stretch xmlns:a="http://schemas.openxmlformats.org/drawingml/2006/main"/>
        </p:blipFill>
        <p:spPr>
          <a:xfrm xmlns:a="http://schemas.openxmlformats.org/drawingml/2006/main">
            <a:off x="13391537" y="6366504"/>
            <a:ext cx="319523" cy="328921"/>
          </a:xfrm>
          <a:prstGeom xmlns:a="http://schemas.openxmlformats.org/drawingml/2006/main" prst="rect">
            <a:avLst/>
          </a:prstGeom>
        </p:spPr>
      </p:pic>
      <p:pic>
        <p:nvPicPr>
          <p:cNvPr id="123" name="">
            <a:extLst xmlns:a="http://schemas.openxmlformats.org/drawingml/2006/main">
              <a:ext uri="{FF2B5EF4-FFF2-40B4-BE49-F238E27FC236}">
                <a16:creationId xmlns:a16="http://schemas.microsoft.com/office/drawing/2014/main" id="{01E9B394-BD11-4BEA-83C2-A4E808E8E84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1a3978409cf4fc2"/>
          <a:stretch xmlns:a="http://schemas.openxmlformats.org/drawingml/2006/main"/>
        </p:blipFill>
        <p:spPr>
          <a:xfrm xmlns:a="http://schemas.openxmlformats.org/drawingml/2006/main">
            <a:off x="13504309" y="6451084"/>
            <a:ext cx="319523" cy="319523"/>
          </a:xfrm>
          <a:prstGeom xmlns:a="http://schemas.openxmlformats.org/drawingml/2006/main" prst="rect">
            <a:avLst/>
          </a:prstGeom>
        </p:spPr>
      </p:pic>
      <p:pic>
        <p:nvPicPr>
          <p:cNvPr id="124" name="">
            <a:extLst xmlns:a="http://schemas.openxmlformats.org/drawingml/2006/main">
              <a:ext uri="{FF2B5EF4-FFF2-40B4-BE49-F238E27FC236}">
                <a16:creationId xmlns:a16="http://schemas.microsoft.com/office/drawing/2014/main" id="{83585DFD-609B-491E-9E12-644C078D7A9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72af0b81f4c48ac"/>
          <a:stretch xmlns:a="http://schemas.openxmlformats.org/drawingml/2006/main"/>
        </p:blipFill>
        <p:spPr>
          <a:xfrm xmlns:a="http://schemas.openxmlformats.org/drawingml/2006/main">
            <a:off x="13466718" y="6723618"/>
            <a:ext cx="281932" cy="84580"/>
          </a:xfrm>
          <a:prstGeom xmlns:a="http://schemas.openxmlformats.org/drawingml/2006/main" prst="rect">
            <a:avLst/>
          </a:prstGeom>
        </p:spPr>
      </p:pic>
      <p:pic>
        <p:nvPicPr>
          <p:cNvPr id="125" name="">
            <a:extLst xmlns:a="http://schemas.openxmlformats.org/drawingml/2006/main">
              <a:ext uri="{FF2B5EF4-FFF2-40B4-BE49-F238E27FC236}">
                <a16:creationId xmlns:a16="http://schemas.microsoft.com/office/drawing/2014/main" id="{39920D47-C04E-4004-9FEA-0BB9493FA4C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c12fe8680b942f8"/>
          <a:stretch xmlns:a="http://schemas.openxmlformats.org/drawingml/2006/main"/>
        </p:blipFill>
        <p:spPr>
          <a:xfrm xmlns:a="http://schemas.openxmlformats.org/drawingml/2006/main">
            <a:off x="13466718" y="6723618"/>
            <a:ext cx="281932" cy="84580"/>
          </a:xfrm>
          <a:prstGeom xmlns:a="http://schemas.openxmlformats.org/drawingml/2006/main" prst="rect">
            <a:avLst/>
          </a:prstGeom>
        </p:spPr>
      </p:pic>
      <p:sp>
        <p:nvSpPr>
          <p:cNvPr id="126" name="path-126">
            <a:extLst xmlns:a="http://schemas.openxmlformats.org/drawingml/2006/main">
              <a:ext uri="{FF2B5EF4-FFF2-40B4-BE49-F238E27FC236}">
                <a16:creationId xmlns:a16="http://schemas.microsoft.com/office/drawing/2014/main" id="{8537BDC6-6000-4255-A787-C49BEFB25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77317" y="5009742"/>
            <a:ext cx="425281" cy="191"/>
          </a:xfrm>
          <a:custGeom xmlns:a="http://schemas.openxmlformats.org/drawingml/2006/main">
            <a:pathLst>
              <a:path w="431040" h="191">
                <a:moveTo>
                  <a:pt x="0" y="0"/>
                </a:moveTo>
                <a:lnTo>
                  <a:pt x="43104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4428">
            <a:solidFill>
              <a:srgbClr val="32006E"/>
            </a:solidFill>
            <a:prstDash val="solid"/>
          </a:ln>
        </p:spPr>
      </p:sp>
      <p:sp>
        <p:nvSpPr>
          <p:cNvPr id="127" name="path-127">
            <a:extLst xmlns:a="http://schemas.openxmlformats.org/drawingml/2006/main">
              <a:ext uri="{FF2B5EF4-FFF2-40B4-BE49-F238E27FC236}">
                <a16:creationId xmlns:a16="http://schemas.microsoft.com/office/drawing/2014/main" id="{FEDE9EC3-DFD8-46BD-8554-764E3361A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7646" y="4923674"/>
            <a:ext cx="172138" cy="172138"/>
          </a:xfrm>
          <a:custGeom xmlns:a="http://schemas.openxmlformats.org/drawingml/2006/main">
            <a:pathLst>
              <a:path w="174469" h="174469">
                <a:moveTo>
                  <a:pt x="0" y="0"/>
                </a:moveTo>
                <a:lnTo>
                  <a:pt x="174469" y="87234"/>
                </a:lnTo>
                <a:lnTo>
                  <a:pt x="0" y="174469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3200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" name="path-128">
            <a:extLst xmlns:a="http://schemas.openxmlformats.org/drawingml/2006/main">
              <a:ext uri="{FF2B5EF4-FFF2-40B4-BE49-F238E27FC236}">
                <a16:creationId xmlns:a16="http://schemas.microsoft.com/office/drawing/2014/main" id="{3BCB34A1-05E3-4AED-A665-B38985BB83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25364" y="2660567"/>
            <a:ext cx="3240242" cy="4293321"/>
          </a:xfrm>
          <a:custGeom xmlns:a="http://schemas.openxmlformats.org/drawingml/2006/main">
            <a:pathLst>
              <a:path w="3284120" h="4351459">
                <a:moveTo>
                  <a:pt x="143681" y="0"/>
                </a:moveTo>
                <a:lnTo>
                  <a:pt x="3140442" y="0"/>
                </a:lnTo>
                <a:cubicBezTo>
                  <a:pt x="3220027" y="0"/>
                  <a:pt x="3284120" y="64095"/>
                  <a:pt x="3284120" y="143680"/>
                </a:cubicBezTo>
                <a:lnTo>
                  <a:pt x="3284120" y="4207779"/>
                </a:lnTo>
                <a:cubicBezTo>
                  <a:pt x="3284120" y="4287364"/>
                  <a:pt x="3220027" y="4351459"/>
                  <a:pt x="3140442" y="4351459"/>
                </a:cubicBezTo>
                <a:lnTo>
                  <a:pt x="143681" y="4351459"/>
                </a:lnTo>
                <a:cubicBezTo>
                  <a:pt x="64094" y="4351459"/>
                  <a:pt x="0" y="4287364"/>
                  <a:pt x="0" y="4207779"/>
                </a:cubicBezTo>
                <a:lnTo>
                  <a:pt x="0" y="143680"/>
                </a:lnTo>
                <a:cubicBezTo>
                  <a:pt x="0" y="64095"/>
                  <a:pt x="64094" y="0"/>
                  <a:pt x="143681" y="0"/>
                </a:cubicBezTo>
              </a:path>
            </a:pathLst>
          </a:custGeom>
          <a:solidFill xmlns:a="http://schemas.openxmlformats.org/drawingml/2006/main">
            <a:srgbClr val="EDF6F4"/>
          </a:solidFill>
          <a:ln xmlns:a="http://schemas.openxmlformats.org/drawingml/2006/main" w="18226">
            <a:solidFill>
              <a:srgbClr val="B6D0CC"/>
            </a:solidFill>
            <a:prstDash val="solid"/>
          </a:ln>
        </p:spPr>
      </p:sp>
      <p:sp>
        <p:nvSpPr>
          <p:cNvPr id="129" name="path-129">
            <a:extLst xmlns:a="http://schemas.openxmlformats.org/drawingml/2006/main">
              <a:ext uri="{FF2B5EF4-FFF2-40B4-BE49-F238E27FC236}">
                <a16:creationId xmlns:a16="http://schemas.microsoft.com/office/drawing/2014/main" id="{10AC69B2-207A-4EAD-96D6-13DC879EE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03855" y="2761825"/>
            <a:ext cx="3240242" cy="4293320"/>
          </a:xfrm>
          <a:custGeom xmlns:a="http://schemas.openxmlformats.org/drawingml/2006/main">
            <a:pathLst>
              <a:path w="3284120" h="4351459">
                <a:moveTo>
                  <a:pt x="143681" y="0"/>
                </a:moveTo>
                <a:lnTo>
                  <a:pt x="3140439" y="0"/>
                </a:lnTo>
                <a:cubicBezTo>
                  <a:pt x="3220025" y="0"/>
                  <a:pt x="3284120" y="64095"/>
                  <a:pt x="3284120" y="143680"/>
                </a:cubicBezTo>
                <a:lnTo>
                  <a:pt x="3284120" y="4207779"/>
                </a:lnTo>
                <a:cubicBezTo>
                  <a:pt x="3284120" y="4287365"/>
                  <a:pt x="3220025" y="4351459"/>
                  <a:pt x="3140439" y="4351459"/>
                </a:cubicBezTo>
                <a:lnTo>
                  <a:pt x="143681" y="4351459"/>
                </a:lnTo>
                <a:cubicBezTo>
                  <a:pt x="64096" y="4351459"/>
                  <a:pt x="0" y="4287365"/>
                  <a:pt x="0" y="4207779"/>
                </a:cubicBezTo>
                <a:lnTo>
                  <a:pt x="0" y="143680"/>
                </a:lnTo>
                <a:cubicBezTo>
                  <a:pt x="0" y="64095"/>
                  <a:pt x="64096" y="0"/>
                  <a:pt x="143681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2277">
            <a:solidFill>
              <a:srgbClr val="78AAA4"/>
            </a:solidFill>
            <a:prstDash val="solid"/>
          </a:ln>
        </p:spPr>
      </p:sp>
      <p:sp>
        <p:nvSpPr>
          <p:cNvPr id="130" name="path-130">
            <a:extLst xmlns:a="http://schemas.openxmlformats.org/drawingml/2006/main">
              <a:ext uri="{FF2B5EF4-FFF2-40B4-BE49-F238E27FC236}">
                <a16:creationId xmlns:a16="http://schemas.microsoft.com/office/drawing/2014/main" id="{00390975-B2EB-4C37-956E-1ACF0E050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13981" y="2771950"/>
            <a:ext cx="3219991" cy="617671"/>
          </a:xfrm>
          <a:custGeom xmlns:a="http://schemas.openxmlformats.org/drawingml/2006/main">
            <a:pathLst>
              <a:path w="3263595" h="626036">
                <a:moveTo>
                  <a:pt x="133418" y="0"/>
                </a:moveTo>
                <a:lnTo>
                  <a:pt x="3130176" y="0"/>
                </a:lnTo>
                <a:cubicBezTo>
                  <a:pt x="3219122" y="0"/>
                  <a:pt x="3263595" y="44472"/>
                  <a:pt x="3263595" y="133417"/>
                </a:cubicBezTo>
                <a:lnTo>
                  <a:pt x="3263595" y="626036"/>
                </a:lnTo>
                <a:lnTo>
                  <a:pt x="0" y="626036"/>
                </a:lnTo>
                <a:lnTo>
                  <a:pt x="0" y="133417"/>
                </a:lnTo>
                <a:cubicBezTo>
                  <a:pt x="0" y="44472"/>
                  <a:pt x="44473" y="0"/>
                  <a:pt x="133418" y="0"/>
                </a:cubicBezTo>
              </a:path>
            </a:pathLst>
          </a:custGeom>
          <a:solidFill xmlns:a="http://schemas.openxmlformats.org/drawingml/2006/main">
            <a:srgbClr val="E1F0E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" name="path-131">
            <a:extLst xmlns:a="http://schemas.openxmlformats.org/drawingml/2006/main">
              <a:ext uri="{FF2B5EF4-FFF2-40B4-BE49-F238E27FC236}">
                <a16:creationId xmlns:a16="http://schemas.microsoft.com/office/drawing/2014/main" id="{D15E94DF-BAD1-4603-9BA6-6794B5C52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13981" y="3389622"/>
            <a:ext cx="3219991" cy="191"/>
          </a:xfrm>
          <a:custGeom xmlns:a="http://schemas.openxmlformats.org/drawingml/2006/main">
            <a:pathLst>
              <a:path w="3263595" h="191">
                <a:moveTo>
                  <a:pt x="0" y="0"/>
                </a:moveTo>
                <a:lnTo>
                  <a:pt x="326359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5189">
            <a:solidFill>
              <a:srgbClr val="B6D0CC"/>
            </a:solidFill>
            <a:prstDash val="solid"/>
          </a:ln>
        </p:spPr>
      </p:sp>
      <p:sp>
        <p:nvSpPr>
          <p:cNvPr id="132" name="path-132">
            <a:extLst xmlns:a="http://schemas.openxmlformats.org/drawingml/2006/main">
              <a:ext uri="{FF2B5EF4-FFF2-40B4-BE49-F238E27FC236}">
                <a16:creationId xmlns:a16="http://schemas.microsoft.com/office/drawing/2014/main" id="{FDF48860-3470-47DA-989C-1D76A8B24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36748" y="2933963"/>
            <a:ext cx="263270" cy="293647"/>
          </a:xfrm>
          <a:custGeom xmlns:a="http://schemas.openxmlformats.org/drawingml/2006/main">
            <a:pathLst>
              <a:path w="266836" h="297623">
                <a:moveTo>
                  <a:pt x="133418" y="0"/>
                </a:moveTo>
                <a:lnTo>
                  <a:pt x="266836" y="71840"/>
                </a:lnTo>
                <a:lnTo>
                  <a:pt x="266836" y="225783"/>
                </a:lnTo>
                <a:lnTo>
                  <a:pt x="133418" y="297623"/>
                </a:lnTo>
                <a:lnTo>
                  <a:pt x="0" y="225783"/>
                </a:lnTo>
                <a:lnTo>
                  <a:pt x="0" y="71840"/>
                </a:lnTo>
                <a:lnTo>
                  <a:pt x="133418" y="0"/>
                </a:lnTo>
              </a:path>
            </a:pathLst>
          </a:custGeom>
          <a:noFill xmlns:a="http://schemas.openxmlformats.org/drawingml/2006/main"/>
          <a:ln xmlns:a="http://schemas.openxmlformats.org/drawingml/2006/main" w="23289">
            <a:solidFill>
              <a:srgbClr val="237F7B"/>
            </a:solidFill>
            <a:prstDash val="solid"/>
          </a:ln>
        </p:spPr>
      </p:sp>
      <p:sp>
        <p:nvSpPr>
          <p:cNvPr id="133" name="path-133">
            <a:extLst xmlns:a="http://schemas.openxmlformats.org/drawingml/2006/main">
              <a:ext uri="{FF2B5EF4-FFF2-40B4-BE49-F238E27FC236}">
                <a16:creationId xmlns:a16="http://schemas.microsoft.com/office/drawing/2014/main" id="{2C73CB6B-13C4-480E-8703-6BC17DFA3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36748" y="3004843"/>
            <a:ext cx="263270" cy="222767"/>
          </a:xfrm>
          <a:custGeom xmlns:a="http://schemas.openxmlformats.org/drawingml/2006/main">
            <a:pathLst>
              <a:path w="266836" h="225783">
                <a:moveTo>
                  <a:pt x="0" y="0"/>
                </a:moveTo>
                <a:lnTo>
                  <a:pt x="133418" y="71840"/>
                </a:lnTo>
                <a:lnTo>
                  <a:pt x="266836" y="0"/>
                </a:lnTo>
                <a:moveTo>
                  <a:pt x="133418" y="71840"/>
                </a:moveTo>
                <a:lnTo>
                  <a:pt x="133418" y="225783"/>
                </a:lnTo>
              </a:path>
            </a:pathLst>
          </a:custGeom>
          <a:noFill xmlns:a="http://schemas.openxmlformats.org/drawingml/2006/main"/>
          <a:ln xmlns:a="http://schemas.openxmlformats.org/drawingml/2006/main" w="23289">
            <a:solidFill>
              <a:srgbClr val="237F7B"/>
            </a:solidFill>
            <a:prstDash val="solid"/>
          </a:ln>
        </p:spPr>
      </p:sp>
      <p:sp>
        <p:nvSpPr>
          <p:cNvPr id="134" name="path-134">
            <a:extLst xmlns:a="http://schemas.openxmlformats.org/drawingml/2006/main">
              <a:ext uri="{FF2B5EF4-FFF2-40B4-BE49-F238E27FC236}">
                <a16:creationId xmlns:a16="http://schemas.microsoft.com/office/drawing/2014/main" id="{09744E60-B26C-4502-9A1C-DE6C80D50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07628" y="3652891"/>
            <a:ext cx="405030" cy="2318798"/>
          </a:xfrm>
          <a:custGeom xmlns:a="http://schemas.openxmlformats.org/drawingml/2006/main">
            <a:pathLst>
              <a:path w="410515" h="2350198">
                <a:moveTo>
                  <a:pt x="0" y="0"/>
                </a:moveTo>
                <a:lnTo>
                  <a:pt x="0" y="2350198"/>
                </a:lnTo>
                <a:moveTo>
                  <a:pt x="0" y="92366"/>
                </a:moveTo>
                <a:lnTo>
                  <a:pt x="123155" y="92366"/>
                </a:lnTo>
                <a:moveTo>
                  <a:pt x="0" y="543932"/>
                </a:moveTo>
                <a:lnTo>
                  <a:pt x="123155" y="543932"/>
                </a:lnTo>
                <a:moveTo>
                  <a:pt x="0" y="995499"/>
                </a:moveTo>
                <a:lnTo>
                  <a:pt x="123155" y="995499"/>
                </a:lnTo>
                <a:moveTo>
                  <a:pt x="0" y="1898632"/>
                </a:moveTo>
                <a:lnTo>
                  <a:pt x="123155" y="1898632"/>
                </a:lnTo>
                <a:moveTo>
                  <a:pt x="0" y="2350198"/>
                </a:moveTo>
                <a:lnTo>
                  <a:pt x="123155" y="2350198"/>
                </a:lnTo>
                <a:moveTo>
                  <a:pt x="297624" y="1118653"/>
                </a:moveTo>
                <a:lnTo>
                  <a:pt x="297624" y="1447066"/>
                </a:lnTo>
                <a:lnTo>
                  <a:pt x="410515" y="1447066"/>
                </a:lnTo>
              </a:path>
            </a:pathLst>
          </a:custGeom>
          <a:noFill xmlns:a="http://schemas.openxmlformats.org/drawingml/2006/main"/>
          <a:ln xmlns:a="http://schemas.openxmlformats.org/drawingml/2006/main" w="20252">
            <a:solidFill>
              <a:srgbClr val="C7BDD4"/>
            </a:solidFill>
            <a:prstDash val="solid"/>
          </a:ln>
        </p:spPr>
      </p:sp>
      <p:sp>
        <p:nvSpPr>
          <p:cNvPr id="135" name="path-135">
            <a:extLst xmlns:a="http://schemas.openxmlformats.org/drawingml/2006/main">
              <a:ext uri="{FF2B5EF4-FFF2-40B4-BE49-F238E27FC236}">
                <a16:creationId xmlns:a16="http://schemas.microsoft.com/office/drawing/2014/main" id="{D80C9F1B-E473-4199-8D4B-4606A7D6B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13981" y="6508355"/>
            <a:ext cx="3219991" cy="536664"/>
          </a:xfrm>
          <a:custGeom xmlns:a="http://schemas.openxmlformats.org/drawingml/2006/main">
            <a:pathLst>
              <a:path w="3263595" h="543932">
                <a:moveTo>
                  <a:pt x="0" y="0"/>
                </a:moveTo>
                <a:lnTo>
                  <a:pt x="3263595" y="0"/>
                </a:lnTo>
                <a:lnTo>
                  <a:pt x="3263595" y="420778"/>
                </a:lnTo>
                <a:cubicBezTo>
                  <a:pt x="3263595" y="502881"/>
                  <a:pt x="3222543" y="543932"/>
                  <a:pt x="3140441" y="543932"/>
                </a:cubicBezTo>
                <a:lnTo>
                  <a:pt x="123155" y="543932"/>
                </a:lnTo>
                <a:cubicBezTo>
                  <a:pt x="41052" y="543932"/>
                  <a:pt x="0" y="502881"/>
                  <a:pt x="0" y="420778"/>
                </a:cubicBez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2B233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" name="path-136">
            <a:extLst xmlns:a="http://schemas.openxmlformats.org/drawingml/2006/main">
              <a:ext uri="{FF2B5EF4-FFF2-40B4-BE49-F238E27FC236}">
                <a16:creationId xmlns:a16="http://schemas.microsoft.com/office/drawing/2014/main" id="{B4458703-5BAB-4C73-8833-6B2E5CD2B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444" y="6771624"/>
            <a:ext cx="15502533" cy="850563"/>
          </a:xfrm>
          <a:custGeom xmlns:a="http://schemas.openxmlformats.org/drawingml/2006/main">
            <a:pathLst>
              <a:path w="15712463" h="862082">
                <a:moveTo>
                  <a:pt x="15712463" y="328412"/>
                </a:moveTo>
                <a:lnTo>
                  <a:pt x="15712463" y="656825"/>
                </a:lnTo>
                <a:cubicBezTo>
                  <a:pt x="15712463" y="793662"/>
                  <a:pt x="15644043" y="862082"/>
                  <a:pt x="15507205" y="862082"/>
                </a:cubicBezTo>
                <a:lnTo>
                  <a:pt x="205258" y="862082"/>
                </a:lnTo>
                <a:cubicBezTo>
                  <a:pt x="68419" y="862082"/>
                  <a:pt x="0" y="793662"/>
                  <a:pt x="0" y="656825"/>
                </a:cubicBez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34428">
            <a:solidFill>
              <a:srgbClr val="237F7B"/>
            </a:solidFill>
            <a:prstDash val="solid"/>
          </a:ln>
        </p:spPr>
      </p:sp>
      <p:sp>
        <p:nvSpPr>
          <p:cNvPr id="137" name="path-137">
            <a:extLst xmlns:a="http://schemas.openxmlformats.org/drawingml/2006/main">
              <a:ext uri="{FF2B5EF4-FFF2-40B4-BE49-F238E27FC236}">
                <a16:creationId xmlns:a16="http://schemas.microsoft.com/office/drawing/2014/main" id="{02047489-BB71-483F-B6C4-BC2ACCD9A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5375" y="6754438"/>
            <a:ext cx="172138" cy="172138"/>
          </a:xfrm>
          <a:custGeom xmlns:a="http://schemas.openxmlformats.org/drawingml/2006/main">
            <a:pathLst>
              <a:path w="174469" h="174469">
                <a:moveTo>
                  <a:pt x="0" y="174469"/>
                </a:moveTo>
                <a:lnTo>
                  <a:pt x="87234" y="0"/>
                </a:lnTo>
                <a:lnTo>
                  <a:pt x="174469" y="174469"/>
                </a:lnTo>
                <a:lnTo>
                  <a:pt x="0" y="174469"/>
                </a:ln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" name="Reviewed label 0: Solver Training">
            <a:extLst xmlns:a="http://schemas.openxmlformats.org/drawingml/2006/main">
              <a:ext uri="{FF2B5EF4-FFF2-40B4-BE49-F238E27FC236}">
                <a16:creationId xmlns:a16="http://schemas.microsoft.com/office/drawing/2014/main" id="{81E57069-87C0-4A91-A057-550C5F03E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8808" y="2913814"/>
            <a:ext cx="2170878" cy="4208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67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67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2367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Solver Training</a:t>
            </a:r>
          </a:p>
        </p:txBody>
      </p:sp>
      <p:sp>
        <p:nvSpPr>
          <p:cNvPr id="139" name="Reviewed label 1: Rollout">
            <a:extLst xmlns:a="http://schemas.openxmlformats.org/drawingml/2006/main">
              <a:ext uri="{FF2B5EF4-FFF2-40B4-BE49-F238E27FC236}">
                <a16:creationId xmlns:a16="http://schemas.microsoft.com/office/drawing/2014/main" id="{C332AC6A-D9E3-492B-88AA-86F387B38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62672" y="3821392"/>
            <a:ext cx="751819" cy="3057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20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20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1720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Rollout</a:t>
            </a:r>
          </a:p>
        </p:txBody>
      </p:sp>
      <p:sp>
        <p:nvSpPr>
          <p:cNvPr id="140" name="Reviewed label 3: Policy">
            <a:extLst xmlns:a="http://schemas.openxmlformats.org/drawingml/2006/main">
              <a:ext uri="{FF2B5EF4-FFF2-40B4-BE49-F238E27FC236}">
                <a16:creationId xmlns:a16="http://schemas.microsoft.com/office/drawing/2014/main" id="{01ABAEA6-38D8-4E58-92EF-D50110F2E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0489" y="5052760"/>
            <a:ext cx="639046" cy="3037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8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8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1708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Policy</a:t>
            </a:r>
          </a:p>
        </p:txBody>
      </p:sp>
      <p:sp>
        <p:nvSpPr>
          <p:cNvPr id="141" name="Reviewed label 4: Terminals">
            <a:extLst xmlns:a="http://schemas.openxmlformats.org/drawingml/2006/main">
              <a:ext uri="{FF2B5EF4-FFF2-40B4-BE49-F238E27FC236}">
                <a16:creationId xmlns:a16="http://schemas.microsoft.com/office/drawing/2014/main" id="{A09996BD-63F8-41C0-AD02-28C4470F6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40037" y="5051419"/>
            <a:ext cx="1043149" cy="3141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1767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Terminals</a:t>
            </a:r>
          </a:p>
        </p:txBody>
      </p:sp>
      <p:sp>
        <p:nvSpPr>
          <p:cNvPr id="142" name="Reviewed label 5: RL update">
            <a:extLst xmlns:a="http://schemas.openxmlformats.org/drawingml/2006/main">
              <a:ext uri="{FF2B5EF4-FFF2-40B4-BE49-F238E27FC236}">
                <a16:creationId xmlns:a16="http://schemas.microsoft.com/office/drawing/2014/main" id="{5D8D9D46-508E-45D2-8F10-213F5CD2D3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3513" y="5314308"/>
            <a:ext cx="1099535" cy="3160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8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8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1778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RL update</a:t>
            </a:r>
          </a:p>
        </p:txBody>
      </p:sp>
      <p:sp>
        <p:nvSpPr>
          <p:cNvPr id="143" name="Reviewed label 6: Training pool">
            <a:extLst xmlns:a="http://schemas.openxmlformats.org/drawingml/2006/main">
              <a:ext uri="{FF2B5EF4-FFF2-40B4-BE49-F238E27FC236}">
                <a16:creationId xmlns:a16="http://schemas.microsoft.com/office/drawing/2014/main" id="{E3BB3D55-DDC3-406D-A7FC-F40CE9F67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4103" y="5785218"/>
            <a:ext cx="1381468" cy="3081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33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33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1733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Training pool</a:t>
            </a:r>
          </a:p>
        </p:txBody>
      </p:sp>
      <p:sp>
        <p:nvSpPr>
          <p:cNvPr id="144" name="Reviewed label 7: Solver">
            <a:extLst xmlns:a="http://schemas.openxmlformats.org/drawingml/2006/main">
              <a:ext uri="{FF2B5EF4-FFF2-40B4-BE49-F238E27FC236}">
                <a16:creationId xmlns:a16="http://schemas.microsoft.com/office/drawing/2014/main" id="{E5A08296-FE5D-4C9C-AD5B-71B69CD1A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60551" y="2699199"/>
            <a:ext cx="892785" cy="4089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00" b="1" i="0">
                <a:solidFill>
                  <a:srgbClr val="2D26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00" b="1" i="0">
                <a:solidFill>
                  <a:srgbClr val="2D263C"/>
                </a:solidFill>
                <a:latin typeface="Arial"/>
                <a:ea typeface="Arial"/>
                <a:cs typeface="Arial"/>
              </a:defRPr>
            </a:pPr>
            <a:r>
              <a:rPr sz="2300" b="1" i="0">
                <a:solidFill>
                  <a:srgbClr val="2D263C"/>
                </a:solidFill>
                <a:latin typeface="Arial"/>
                <a:ea typeface="Arial"/>
                <a:cs typeface="Arial"/>
              </a:rPr>
              <a:t>Solver</a:t>
            </a:r>
          </a:p>
        </p:txBody>
      </p:sp>
      <p:sp>
        <p:nvSpPr>
          <p:cNvPr id="145" name="Reviewed label 8: experience">
            <a:extLst xmlns:a="http://schemas.openxmlformats.org/drawingml/2006/main">
              <a:ext uri="{FF2B5EF4-FFF2-40B4-BE49-F238E27FC236}">
                <a16:creationId xmlns:a16="http://schemas.microsoft.com/office/drawing/2014/main" id="{7060D51E-A32A-4C9B-8CC1-6FD461986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41028" y="3113431"/>
            <a:ext cx="1513036" cy="3301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7" b="1" i="0">
                <a:solidFill>
                  <a:srgbClr val="2D26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7" b="1" i="0">
                <a:solidFill>
                  <a:srgbClr val="2D263C"/>
                </a:solidFill>
                <a:latin typeface="Arial"/>
                <a:ea typeface="Arial"/>
                <a:cs typeface="Arial"/>
              </a:defRPr>
            </a:pPr>
            <a:r>
              <a:rPr sz="1857" b="1" i="0">
                <a:solidFill>
                  <a:srgbClr val="2D263C"/>
                </a:solidFill>
                <a:latin typeface="Arial"/>
                <a:ea typeface="Arial"/>
                <a:cs typeface="Arial"/>
              </a:rPr>
              <a:t>experience</a:t>
            </a:r>
          </a:p>
        </p:txBody>
      </p:sp>
      <p:sp>
        <p:nvSpPr>
          <p:cNvPr id="146" name="Reviewed label 9: rollouts">
            <a:extLst xmlns:a="http://schemas.openxmlformats.org/drawingml/2006/main">
              <a:ext uri="{FF2B5EF4-FFF2-40B4-BE49-F238E27FC236}">
                <a16:creationId xmlns:a16="http://schemas.microsoft.com/office/drawing/2014/main" id="{805BBFED-EB98-40DA-A048-0C96DF087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41755" y="3913612"/>
            <a:ext cx="836399" cy="3194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97" b="1" i="0">
                <a:solidFill>
                  <a:srgbClr val="2D263C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97" b="1" i="0">
                <a:solidFill>
                  <a:srgbClr val="2D263C"/>
                </a:solidFill>
                <a:latin typeface="Arial"/>
                <a:ea typeface="Arial"/>
                <a:cs typeface="Arial"/>
              </a:defRPr>
            </a:pPr>
            <a:r>
              <a:rPr sz="1797" b="1" i="0">
                <a:solidFill>
                  <a:srgbClr val="2D263C"/>
                </a:solidFill>
                <a:latin typeface="Arial"/>
                <a:ea typeface="Arial"/>
                <a:cs typeface="Arial"/>
              </a:rPr>
              <a:t>rollouts</a:t>
            </a:r>
          </a:p>
        </p:txBody>
      </p:sp>
      <p:sp>
        <p:nvSpPr>
          <p:cNvPr id="147" name="Reviewed label 10: Sandbox + coding harness">
            <a:extLst xmlns:a="http://schemas.openxmlformats.org/drawingml/2006/main">
              <a:ext uri="{FF2B5EF4-FFF2-40B4-BE49-F238E27FC236}">
                <a16:creationId xmlns:a16="http://schemas.microsoft.com/office/drawing/2014/main" id="{1819EE85-B78B-4028-B1DF-C101F55AA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709986" y="2913520"/>
            <a:ext cx="3853073" cy="4231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80" b="1" i="0">
                <a:solidFill>
                  <a:srgbClr val="3500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80" b="1" i="0">
                <a:solidFill>
                  <a:srgbClr val="350066"/>
                </a:solidFill>
                <a:latin typeface="Arial"/>
                <a:ea typeface="Arial"/>
                <a:cs typeface="Arial"/>
              </a:defRPr>
            </a:pPr>
            <a:r>
              <a:rPr sz="2380" b="1" i="0">
                <a:solidFill>
                  <a:srgbClr val="350066"/>
                </a:solidFill>
                <a:latin typeface="Arial"/>
                <a:ea typeface="Arial"/>
                <a:cs typeface="Arial"/>
              </a:rPr>
              <a:t>Sandbox + coding harness</a:t>
            </a:r>
          </a:p>
        </p:txBody>
      </p:sp>
      <p:sp>
        <p:nvSpPr>
          <p:cNvPr id="148" name="Reviewed label 11: workspace/">
            <a:extLst xmlns:a="http://schemas.openxmlformats.org/drawingml/2006/main">
              <a:ext uri="{FF2B5EF4-FFF2-40B4-BE49-F238E27FC236}">
                <a16:creationId xmlns:a16="http://schemas.microsoft.com/office/drawing/2014/main" id="{29D9DB4A-49C1-4444-B852-FDEE5107EC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18656" y="3550775"/>
            <a:ext cx="1560025" cy="3639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47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47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pPr>
            <a:r>
              <a:rPr sz="2047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rPr>
              <a:t>workspace/</a:t>
            </a:r>
          </a:p>
        </p:txBody>
      </p:sp>
      <p:sp>
        <p:nvSpPr>
          <p:cNvPr id="149" name="Reviewed label 13: past_rollouts/">
            <a:extLst xmlns:a="http://schemas.openxmlformats.org/drawingml/2006/main">
              <a:ext uri="{FF2B5EF4-FFF2-40B4-BE49-F238E27FC236}">
                <a16:creationId xmlns:a16="http://schemas.microsoft.com/office/drawing/2014/main" id="{F12ADCD1-3412-46F7-B8C9-E77AA2CAFD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45657" y="4043518"/>
            <a:ext cx="2199071" cy="3323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69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69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pPr>
            <a:r>
              <a:rPr sz="1869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rPr>
              <a:t>past_rollouts/</a:t>
            </a:r>
          </a:p>
        </p:txBody>
      </p:sp>
      <p:sp>
        <p:nvSpPr>
          <p:cNvPr id="150" name="Reviewed label 14: failed/">
            <a:extLst xmlns:a="http://schemas.openxmlformats.org/drawingml/2006/main">
              <a:ext uri="{FF2B5EF4-FFF2-40B4-BE49-F238E27FC236}">
                <a16:creationId xmlns:a16="http://schemas.microsoft.com/office/drawing/2014/main" id="{1235F9E8-2A43-4840-8D73-CD68DEF60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34339" y="4529422"/>
            <a:ext cx="1061945" cy="3540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91" b="1" i="0">
                <a:solidFill>
                  <a:srgbClr val="BE702D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91" b="1" i="0">
                <a:solidFill>
                  <a:srgbClr val="BE702D"/>
                </a:solidFill>
                <a:latin typeface="Courier New"/>
                <a:ea typeface="Courier New"/>
                <a:cs typeface="Courier New"/>
              </a:defRPr>
            </a:pPr>
            <a:r>
              <a:rPr sz="1991" b="1" i="0">
                <a:solidFill>
                  <a:srgbClr val="BE702D"/>
                </a:solidFill>
                <a:latin typeface="Courier New"/>
                <a:ea typeface="Courier New"/>
                <a:cs typeface="Courier New"/>
              </a:rPr>
              <a:t>failed/</a:t>
            </a:r>
          </a:p>
        </p:txBody>
      </p:sp>
      <p:sp>
        <p:nvSpPr>
          <p:cNvPr id="151" name="Reviewed label 15: successful/">
            <a:extLst xmlns:a="http://schemas.openxmlformats.org/drawingml/2006/main">
              <a:ext uri="{FF2B5EF4-FFF2-40B4-BE49-F238E27FC236}">
                <a16:creationId xmlns:a16="http://schemas.microsoft.com/office/drawing/2014/main" id="{F10A184E-2432-458E-999E-149017639F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34339" y="4970646"/>
            <a:ext cx="1700991" cy="3576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2" b="1" i="0">
                <a:solidFill>
                  <a:srgbClr val="347C58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2" b="1" i="0">
                <a:solidFill>
                  <a:srgbClr val="347C58"/>
                </a:solidFill>
                <a:latin typeface="Courier New"/>
                <a:ea typeface="Courier New"/>
                <a:cs typeface="Courier New"/>
              </a:defRPr>
            </a:pPr>
            <a:r>
              <a:rPr sz="2012" b="1" i="0">
                <a:solidFill>
                  <a:srgbClr val="347C58"/>
                </a:solidFill>
                <a:latin typeface="Courier New"/>
                <a:ea typeface="Courier New"/>
                <a:cs typeface="Courier New"/>
              </a:rPr>
              <a:t>successful/</a:t>
            </a:r>
          </a:p>
        </p:txBody>
      </p:sp>
      <p:sp>
        <p:nvSpPr>
          <p:cNvPr id="152" name="Reviewed label 17: past_environments/">
            <a:extLst xmlns:a="http://schemas.openxmlformats.org/drawingml/2006/main">
              <a:ext uri="{FF2B5EF4-FFF2-40B4-BE49-F238E27FC236}">
                <a16:creationId xmlns:a16="http://schemas.microsoft.com/office/drawing/2014/main" id="{09CE9FF3-A5D7-4F9B-AC2A-19DB77AEF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45657" y="5402840"/>
            <a:ext cx="2828719" cy="3584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6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6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pPr>
            <a:r>
              <a:rPr sz="2016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rPr>
              <a:t>past_environments/</a:t>
            </a:r>
          </a:p>
        </p:txBody>
      </p:sp>
      <p:sp>
        <p:nvSpPr>
          <p:cNvPr id="153" name="Reviewed label 18: Proposer">
            <a:extLst xmlns:a="http://schemas.openxmlformats.org/drawingml/2006/main">
              <a:ext uri="{FF2B5EF4-FFF2-40B4-BE49-F238E27FC236}">
                <a16:creationId xmlns:a16="http://schemas.microsoft.com/office/drawing/2014/main" id="{B216C6B5-94C2-4203-895F-5F26C2FA91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47174" y="3601557"/>
            <a:ext cx="1278092" cy="4075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2" b="1" i="0">
                <a:solidFill>
                  <a:srgbClr val="3500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2" b="1" i="0">
                <a:solidFill>
                  <a:srgbClr val="350066"/>
                </a:solidFill>
                <a:latin typeface="Arial"/>
                <a:ea typeface="Arial"/>
                <a:cs typeface="Arial"/>
              </a:defRPr>
            </a:pPr>
            <a:r>
              <a:rPr sz="2292" b="1" i="0">
                <a:solidFill>
                  <a:srgbClr val="350066"/>
                </a:solidFill>
                <a:latin typeface="Arial"/>
                <a:ea typeface="Arial"/>
                <a:cs typeface="Arial"/>
              </a:rPr>
              <a:t>Proposer</a:t>
            </a:r>
          </a:p>
        </p:txBody>
      </p:sp>
      <p:sp>
        <p:nvSpPr>
          <p:cNvPr id="154" name="Reviewed label 19: $ inspect">
            <a:extLst xmlns:a="http://schemas.openxmlformats.org/drawingml/2006/main">
              <a:ext uri="{FF2B5EF4-FFF2-40B4-BE49-F238E27FC236}">
                <a16:creationId xmlns:a16="http://schemas.microsoft.com/office/drawing/2014/main" id="{9581E8E7-212F-496D-850D-A779142AB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70536" y="4697425"/>
            <a:ext cx="1400263" cy="363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42" b="1" i="0">
                <a:solidFill>
                  <a:srgbClr val="FFFFFF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42" b="1" i="0">
                <a:solidFill>
                  <a:srgbClr val="FFFFFF"/>
                </a:solidFill>
                <a:latin typeface="Courier New"/>
                <a:ea typeface="Courier New"/>
                <a:cs typeface="Courier New"/>
              </a:defRPr>
            </a:pPr>
            <a:r>
              <a:rPr sz="2042" b="1" i="0">
                <a:solidFill>
                  <a:srgbClr val="FFFFFF"/>
                </a:solidFill>
                <a:latin typeface="Courier New"/>
                <a:ea typeface="Courier New"/>
                <a:cs typeface="Courier New"/>
              </a:rPr>
              <a:t>$ inspect</a:t>
            </a:r>
          </a:p>
        </p:txBody>
      </p:sp>
      <p:sp>
        <p:nvSpPr>
          <p:cNvPr id="155" name="Reviewed label 20: $ build + repair">
            <a:extLst xmlns:a="http://schemas.openxmlformats.org/drawingml/2006/main">
              <a:ext uri="{FF2B5EF4-FFF2-40B4-BE49-F238E27FC236}">
                <a16:creationId xmlns:a16="http://schemas.microsoft.com/office/drawing/2014/main" id="{E9150836-5283-4337-81C8-082FB37A95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70536" y="5026007"/>
            <a:ext cx="2509196" cy="3656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56" b="1" i="0">
                <a:solidFill>
                  <a:srgbClr val="FFFFFF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56" b="1" i="0">
                <a:solidFill>
                  <a:srgbClr val="FFFFFF"/>
                </a:solidFill>
                <a:latin typeface="Courier New"/>
                <a:ea typeface="Courier New"/>
                <a:cs typeface="Courier New"/>
              </a:defRPr>
            </a:pPr>
            <a:r>
              <a:rPr sz="2056" b="1" i="0">
                <a:solidFill>
                  <a:srgbClr val="FFFFFF"/>
                </a:solidFill>
                <a:latin typeface="Courier New"/>
                <a:ea typeface="Courier New"/>
                <a:cs typeface="Courier New"/>
              </a:rPr>
              <a:t>$ build + repair</a:t>
            </a:r>
          </a:p>
        </p:txBody>
      </p:sp>
      <p:sp>
        <p:nvSpPr>
          <p:cNvPr id="156" name="Reviewed label 21: $ validate">
            <a:extLst xmlns:a="http://schemas.openxmlformats.org/drawingml/2006/main">
              <a:ext uri="{FF2B5EF4-FFF2-40B4-BE49-F238E27FC236}">
                <a16:creationId xmlns:a16="http://schemas.microsoft.com/office/drawing/2014/main" id="{37D37619-FCF8-41BC-A293-D78653321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079934" y="5346556"/>
            <a:ext cx="1541229" cy="3576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2" b="1" i="0">
                <a:solidFill>
                  <a:srgbClr val="B0D3CB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2" b="1" i="0">
                <a:solidFill>
                  <a:srgbClr val="B0D3CB"/>
                </a:solidFill>
                <a:latin typeface="Courier New"/>
                <a:ea typeface="Courier New"/>
                <a:cs typeface="Courier New"/>
              </a:defRPr>
            </a:pPr>
            <a:r>
              <a:rPr sz="2012" b="1" i="0">
                <a:solidFill>
                  <a:srgbClr val="B0D3CB"/>
                </a:solidFill>
                <a:latin typeface="Courier New"/>
                <a:ea typeface="Courier New"/>
                <a:cs typeface="Courier New"/>
              </a:rPr>
              <a:t>$ validate</a:t>
            </a:r>
          </a:p>
        </p:txBody>
      </p:sp>
      <p:sp>
        <p:nvSpPr>
          <p:cNvPr id="157" name="Reviewed label 23: memory/">
            <a:extLst xmlns:a="http://schemas.openxmlformats.org/drawingml/2006/main">
              <a:ext uri="{FF2B5EF4-FFF2-40B4-BE49-F238E27FC236}">
                <a16:creationId xmlns:a16="http://schemas.microsoft.com/office/drawing/2014/main" id="{A026B4F2-41A9-4E6B-B7E5-6375C3845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45657" y="5834504"/>
            <a:ext cx="1090138" cy="3633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44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44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pPr>
            <a:r>
              <a:rPr sz="2044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rPr>
              <a:t>memory/</a:t>
            </a:r>
          </a:p>
        </p:txBody>
      </p:sp>
      <p:sp>
        <p:nvSpPr>
          <p:cNvPr id="158" name="Reviewed label 25: tools/">
            <a:extLst xmlns:a="http://schemas.openxmlformats.org/drawingml/2006/main">
              <a:ext uri="{FF2B5EF4-FFF2-40B4-BE49-F238E27FC236}">
                <a16:creationId xmlns:a16="http://schemas.microsoft.com/office/drawing/2014/main" id="{E3395445-DB78-4A92-807A-BE0768F09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55054" y="6258137"/>
            <a:ext cx="920978" cy="3576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2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2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defRPr>
            </a:pPr>
            <a:r>
              <a:rPr sz="2012" b="1" i="0">
                <a:solidFill>
                  <a:srgbClr val="350066"/>
                </a:solidFill>
                <a:latin typeface="Courier New"/>
                <a:ea typeface="Courier New"/>
                <a:cs typeface="Courier New"/>
              </a:rPr>
              <a:t>tools/</a:t>
            </a:r>
          </a:p>
        </p:txBody>
      </p:sp>
      <p:sp>
        <p:nvSpPr>
          <p:cNvPr id="159" name="Reviewed label 26: New environments">
            <a:extLst xmlns:a="http://schemas.openxmlformats.org/drawingml/2006/main">
              <a:ext uri="{FF2B5EF4-FFF2-40B4-BE49-F238E27FC236}">
                <a16:creationId xmlns:a16="http://schemas.microsoft.com/office/drawing/2014/main" id="{DD7F240F-47D0-4E08-A5CD-30A5C4238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24214" y="7259254"/>
            <a:ext cx="2490401" cy="3921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06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06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2206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New environments</a:t>
            </a:r>
          </a:p>
        </p:txBody>
      </p:sp>
      <p:sp>
        <p:nvSpPr>
          <p:cNvPr id="160" name="Reviewed label 27: Web search">
            <a:extLst xmlns:a="http://schemas.openxmlformats.org/drawingml/2006/main">
              <a:ext uri="{FF2B5EF4-FFF2-40B4-BE49-F238E27FC236}">
                <a16:creationId xmlns:a16="http://schemas.microsoft.com/office/drawing/2014/main" id="{2012739B-CC80-4D60-A2D9-6E289AEE2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187149" y="6008947"/>
            <a:ext cx="1287490" cy="3222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3" b="1" i="0">
                <a:solidFill>
                  <a:srgbClr val="3500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3" b="1" i="0">
                <a:solidFill>
                  <a:srgbClr val="350066"/>
                </a:solidFill>
                <a:latin typeface="Arial"/>
                <a:ea typeface="Arial"/>
                <a:cs typeface="Arial"/>
              </a:defRPr>
            </a:pPr>
            <a:r>
              <a:rPr sz="1813" b="1" i="0">
                <a:solidFill>
                  <a:srgbClr val="350066"/>
                </a:solidFill>
                <a:latin typeface="Arial"/>
                <a:ea typeface="Arial"/>
                <a:cs typeface="Arial"/>
              </a:rPr>
              <a:t>Web search</a:t>
            </a:r>
          </a:p>
        </p:txBody>
      </p:sp>
      <p:sp>
        <p:nvSpPr>
          <p:cNvPr id="161" name="Reviewed label 29: Child sandboxes">
            <a:extLst xmlns:a="http://schemas.openxmlformats.org/drawingml/2006/main">
              <a:ext uri="{FF2B5EF4-FFF2-40B4-BE49-F238E27FC236}">
                <a16:creationId xmlns:a16="http://schemas.microsoft.com/office/drawing/2014/main" id="{A1D5D1F4-C7C5-4F13-8984-E38A64852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04288" y="6000591"/>
            <a:ext cx="1794968" cy="3141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1" i="0">
                <a:solidFill>
                  <a:srgbClr val="350066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1" i="0">
                <a:solidFill>
                  <a:srgbClr val="350066"/>
                </a:solidFill>
                <a:latin typeface="Arial"/>
                <a:ea typeface="Arial"/>
                <a:cs typeface="Arial"/>
              </a:defRPr>
            </a:pPr>
            <a:r>
              <a:rPr sz="1767" b="1" i="0">
                <a:solidFill>
                  <a:srgbClr val="350066"/>
                </a:solidFill>
                <a:latin typeface="Arial"/>
                <a:ea typeface="Arial"/>
                <a:cs typeface="Arial"/>
              </a:rPr>
              <a:t>Child sandboxes</a:t>
            </a:r>
          </a:p>
        </p:txBody>
      </p:sp>
      <p:sp>
        <p:nvSpPr>
          <p:cNvPr id="162" name="Reviewed label 30: Harbor task">
            <a:extLst xmlns:a="http://schemas.openxmlformats.org/drawingml/2006/main">
              <a:ext uri="{FF2B5EF4-FFF2-40B4-BE49-F238E27FC236}">
                <a16:creationId xmlns:a16="http://schemas.microsoft.com/office/drawing/2014/main" id="{B4F64515-45F3-4196-8264-F1F16B7A0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31087" y="2914039"/>
            <a:ext cx="1663400" cy="4191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57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57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2357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Harbor task</a:t>
            </a:r>
          </a:p>
        </p:txBody>
      </p:sp>
      <p:sp>
        <p:nvSpPr>
          <p:cNvPr id="163" name="Reviewed label 31: task.toml">
            <a:extLst xmlns:a="http://schemas.openxmlformats.org/drawingml/2006/main">
              <a:ext uri="{FF2B5EF4-FFF2-40B4-BE49-F238E27FC236}">
                <a16:creationId xmlns:a16="http://schemas.microsoft.com/office/drawing/2014/main" id="{2A42E318-5E59-4274-86A4-109898A7D1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18314" y="3616671"/>
            <a:ext cx="1400263" cy="3631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4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4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pPr>
            <a:r>
              <a:rPr sz="204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rPr>
              <a:t>task.toml</a:t>
            </a:r>
          </a:p>
        </p:txBody>
      </p:sp>
      <p:sp>
        <p:nvSpPr>
          <p:cNvPr id="164" name="Reviewed label 32: instruction.md">
            <a:extLst xmlns:a="http://schemas.openxmlformats.org/drawingml/2006/main">
              <a:ext uri="{FF2B5EF4-FFF2-40B4-BE49-F238E27FC236}">
                <a16:creationId xmlns:a16="http://schemas.microsoft.com/office/drawing/2014/main" id="{973B7DF6-D778-4220-8C9B-94CEDEFA2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27712" y="4057917"/>
            <a:ext cx="2199071" cy="3665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6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6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pPr>
            <a:r>
              <a:rPr sz="206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rPr>
              <a:t>instruction.md</a:t>
            </a:r>
          </a:p>
        </p:txBody>
      </p:sp>
      <p:sp>
        <p:nvSpPr>
          <p:cNvPr id="165" name="Reviewed label 33: environment/">
            <a:extLst xmlns:a="http://schemas.openxmlformats.org/drawingml/2006/main">
              <a:ext uri="{FF2B5EF4-FFF2-40B4-BE49-F238E27FC236}">
                <a16:creationId xmlns:a16="http://schemas.microsoft.com/office/drawing/2014/main" id="{5B5BA704-77C0-4573-A051-AB57E9836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18314" y="4490591"/>
            <a:ext cx="1870150" cy="36364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45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45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pPr>
            <a:r>
              <a:rPr sz="2045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rPr>
              <a:t>environment/</a:t>
            </a:r>
          </a:p>
        </p:txBody>
      </p:sp>
      <p:sp>
        <p:nvSpPr>
          <p:cNvPr id="166" name="Reviewed label 34: Dockerfile">
            <a:extLst xmlns:a="http://schemas.openxmlformats.org/drawingml/2006/main">
              <a:ext uri="{FF2B5EF4-FFF2-40B4-BE49-F238E27FC236}">
                <a16:creationId xmlns:a16="http://schemas.microsoft.com/office/drawing/2014/main" id="{97598707-67B3-43A8-846A-71335C5B2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00247" y="4951023"/>
            <a:ext cx="1560025" cy="3640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48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48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pPr>
            <a:r>
              <a:rPr sz="2048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rPr>
              <a:t>Dockerfile</a:t>
            </a:r>
          </a:p>
        </p:txBody>
      </p:sp>
      <p:sp>
        <p:nvSpPr>
          <p:cNvPr id="167" name="Reviewed label 35: solution/">
            <a:extLst xmlns:a="http://schemas.openxmlformats.org/drawingml/2006/main">
              <a:ext uri="{FF2B5EF4-FFF2-40B4-BE49-F238E27FC236}">
                <a16:creationId xmlns:a16="http://schemas.microsoft.com/office/drawing/2014/main" id="{A760F9AA-C0A9-4FF2-85BB-504B0184A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27712" y="5384147"/>
            <a:ext cx="1381468" cy="3576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pPr>
            <a:r>
              <a:rPr sz="201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rPr>
              <a:t>solution/</a:t>
            </a:r>
          </a:p>
        </p:txBody>
      </p:sp>
      <p:sp>
        <p:nvSpPr>
          <p:cNvPr id="168" name="Reviewed label 36: tests/">
            <a:extLst xmlns:a="http://schemas.openxmlformats.org/drawingml/2006/main">
              <a:ext uri="{FF2B5EF4-FFF2-40B4-BE49-F238E27FC236}">
                <a16:creationId xmlns:a16="http://schemas.microsoft.com/office/drawing/2014/main" id="{7065582B-BE65-4A8D-99BE-7E6A259EF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18314" y="5835238"/>
            <a:ext cx="920978" cy="3576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defRPr>
            </a:pPr>
            <a:r>
              <a:rPr sz="2012" b="1" i="0">
                <a:solidFill>
                  <a:srgbClr val="2D263C"/>
                </a:solidFill>
                <a:latin typeface="Courier New"/>
                <a:ea typeface="Courier New"/>
                <a:cs typeface="Courier New"/>
              </a:rPr>
              <a:t>tests/</a:t>
            </a:r>
          </a:p>
        </p:txBody>
      </p:sp>
      <p:sp>
        <p:nvSpPr>
          <p:cNvPr id="169" name="Reviewed label 37: $ execute task">
            <a:extLst xmlns:a="http://schemas.openxmlformats.org/drawingml/2006/main">
              <a:ext uri="{FF2B5EF4-FFF2-40B4-BE49-F238E27FC236}">
                <a16:creationId xmlns:a16="http://schemas.microsoft.com/office/drawing/2014/main" id="{76AAE975-2E85-48C7-B851-4714368DF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045780" y="6624648"/>
            <a:ext cx="2189673" cy="3576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12" b="1" i="0">
                <a:solidFill>
                  <a:srgbClr val="B0D3CB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12" b="1" i="0">
                <a:solidFill>
                  <a:srgbClr val="B0D3CB"/>
                </a:solidFill>
                <a:latin typeface="Courier New"/>
                <a:ea typeface="Courier New"/>
                <a:cs typeface="Courier New"/>
              </a:defRPr>
            </a:pPr>
            <a:r>
              <a:rPr sz="2012" b="1" i="0">
                <a:solidFill>
                  <a:srgbClr val="B0D3CB"/>
                </a:solidFill>
                <a:latin typeface="Courier New"/>
                <a:ea typeface="Courier New"/>
                <a:cs typeface="Courier New"/>
              </a:rPr>
              <a:t>$ execute task</a:t>
            </a:r>
          </a:p>
        </p:txBody>
      </p:sp>
    </p:spTree>
    <p:extLst>
      <p:ext uri="{BB962C8B-B14F-4D97-AF65-F5344CB8AC3E}">
        <p14:creationId xmlns:p14="http://schemas.microsoft.com/office/powerpoint/2010/main" val="973077254"/>
      </p:ext>
    </p:extLst>
  </p:cSld>
</p:sld>
</file>

<file path=ppt/slides/slide25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50" name="path-1">
            <a:extLst xmlns:a="http://schemas.openxmlformats.org/drawingml/2006/main">
              <a:ext uri="{FF2B5EF4-FFF2-40B4-BE49-F238E27FC236}">
                <a16:creationId xmlns:a16="http://schemas.microsoft.com/office/drawing/2014/main" id="{E53082E0-E4AE-4F56-84D2-5D9922635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1379706"/>
            <a:ext cx="18288000" cy="7527589"/>
          </a:xfrm>
          <a:custGeom xmlns:a="http://schemas.openxmlformats.org/drawingml/2006/main">
            <a:pathLst>
              <a:path w="18535650" h="7629525">
                <a:moveTo>
                  <a:pt x="18535650" y="0"/>
                </a:moveTo>
                <a:lnTo>
                  <a:pt x="0" y="0"/>
                </a:lnTo>
                <a:lnTo>
                  <a:pt x="0" y="7629525"/>
                </a:lnTo>
                <a:lnTo>
                  <a:pt x="18535650" y="7629525"/>
                </a:lnTo>
                <a:lnTo>
                  <a:pt x="1853565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4E12F4DB-578F-4ECD-B175-9232DF0FF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655" y="1593978"/>
            <a:ext cx="745683" cy="7099744"/>
          </a:xfrm>
          <a:custGeom xmlns:a="http://schemas.openxmlformats.org/drawingml/2006/main">
            <a:pathLst>
              <a:path w="755781" h="7195886">
                <a:moveTo>
                  <a:pt x="0" y="1202862"/>
                </a:moveTo>
                <a:lnTo>
                  <a:pt x="755781" y="0"/>
                </a:lnTo>
                <a:lnTo>
                  <a:pt x="755781" y="7195886"/>
                </a:lnTo>
                <a:lnTo>
                  <a:pt x="0" y="1820261"/>
                </a:lnTo>
                <a:lnTo>
                  <a:pt x="0" y="1202862"/>
                </a:lnTo>
              </a:path>
            </a:pathLst>
          </a:custGeom>
          <a:solidFill xmlns:a="http://schemas.openxmlformats.org/drawingml/2006/main">
            <a:srgbClr val="F4EFF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61799AA3-08A6-4C4E-9186-281CA69EC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67655" y="1593978"/>
            <a:ext cx="745683" cy="7099744"/>
          </a:xfrm>
          <a:custGeom xmlns:a="http://schemas.openxmlformats.org/drawingml/2006/main">
            <a:pathLst>
              <a:path w="755781" h="7195886">
                <a:moveTo>
                  <a:pt x="0" y="1202862"/>
                </a:moveTo>
                <a:lnTo>
                  <a:pt x="755781" y="0"/>
                </a:lnTo>
                <a:moveTo>
                  <a:pt x="0" y="1820261"/>
                </a:moveTo>
                <a:lnTo>
                  <a:pt x="92582" y="2480238"/>
                </a:lnTo>
                <a:moveTo>
                  <a:pt x="135160" y="2778293"/>
                </a:moveTo>
                <a:lnTo>
                  <a:pt x="755781" y="7195886"/>
                </a:lnTo>
              </a:path>
            </a:pathLst>
          </a:custGeom>
          <a:noFill xmlns:a="http://schemas.openxmlformats.org/drawingml/2006/main"/>
          <a:ln xmlns:a="http://schemas.openxmlformats.org/drawingml/2006/main" w="15754">
            <a:solidFill>
              <a:srgbClr val="D5C8E3"/>
            </a:solidFill>
            <a:prstDash val="dash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EC3233A3-A97D-45DE-941B-A6ACDD339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051" y="2759764"/>
            <a:ext cx="2436598" cy="651160"/>
          </a:xfrm>
          <a:custGeom xmlns:a="http://schemas.openxmlformats.org/drawingml/2006/main">
            <a:pathLst>
              <a:path w="2469594" h="659977">
                <a:moveTo>
                  <a:pt x="127738" y="0"/>
                </a:moveTo>
                <a:lnTo>
                  <a:pt x="2341856" y="0"/>
                </a:lnTo>
                <a:cubicBezTo>
                  <a:pt x="2412595" y="0"/>
                  <a:pt x="2469594" y="56999"/>
                  <a:pt x="2469594" y="127738"/>
                </a:cubicBezTo>
                <a:lnTo>
                  <a:pt x="2469594" y="532240"/>
                </a:lnTo>
                <a:cubicBezTo>
                  <a:pt x="2469594" y="602978"/>
                  <a:pt x="2412595" y="659977"/>
                  <a:pt x="2341856" y="659977"/>
                </a:cubicBezTo>
                <a:lnTo>
                  <a:pt x="127738" y="659977"/>
                </a:lnTo>
                <a:cubicBezTo>
                  <a:pt x="57000" y="659977"/>
                  <a:pt x="0" y="602978"/>
                  <a:pt x="0" y="532240"/>
                </a:cubicBezTo>
                <a:lnTo>
                  <a:pt x="0" y="127738"/>
                </a:lnTo>
                <a:cubicBezTo>
                  <a:pt x="0" y="56999"/>
                  <a:pt x="57000" y="0"/>
                  <a:pt x="127738" y="0"/>
                </a:cubicBez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21005">
            <a:solidFill>
              <a:srgbClr val="8062A5"/>
            </a:solidFill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2CDE096C-DC82-4D39-B783-397C6AB42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1205" y="2943559"/>
            <a:ext cx="378093" cy="283570"/>
          </a:xfrm>
          <a:custGeom xmlns:a="http://schemas.openxmlformats.org/drawingml/2006/main">
            <a:pathLst>
              <a:path w="383213" h="287410">
                <a:moveTo>
                  <a:pt x="359269" y="0"/>
                </a:moveTo>
                <a:lnTo>
                  <a:pt x="23958" y="0"/>
                </a:lnTo>
                <a:cubicBezTo>
                  <a:pt x="10702" y="0"/>
                  <a:pt x="0" y="10702"/>
                  <a:pt x="0" y="23944"/>
                </a:cubicBezTo>
                <a:lnTo>
                  <a:pt x="0" y="263466"/>
                </a:lnTo>
                <a:cubicBezTo>
                  <a:pt x="0" y="276708"/>
                  <a:pt x="10702" y="287410"/>
                  <a:pt x="23958" y="287410"/>
                </a:cubicBezTo>
                <a:lnTo>
                  <a:pt x="359269" y="287410"/>
                </a:lnTo>
                <a:cubicBezTo>
                  <a:pt x="372526" y="287410"/>
                  <a:pt x="383213" y="276708"/>
                  <a:pt x="383213" y="263466"/>
                </a:cubicBezTo>
                <a:lnTo>
                  <a:pt x="383213" y="23944"/>
                </a:lnTo>
                <a:cubicBezTo>
                  <a:pt x="383213" y="10702"/>
                  <a:pt x="372526" y="0"/>
                  <a:pt x="359269" y="0"/>
                </a:cubicBezTo>
                <a:moveTo>
                  <a:pt x="95803" y="143705"/>
                </a:moveTo>
                <a:lnTo>
                  <a:pt x="71860" y="143705"/>
                </a:lnTo>
                <a:lnTo>
                  <a:pt x="71860" y="167663"/>
                </a:lnTo>
                <a:lnTo>
                  <a:pt x="47901" y="167663"/>
                </a:lnTo>
                <a:lnTo>
                  <a:pt x="47901" y="143705"/>
                </a:lnTo>
                <a:lnTo>
                  <a:pt x="71860" y="143705"/>
                </a:lnTo>
                <a:lnTo>
                  <a:pt x="71860" y="119747"/>
                </a:lnTo>
                <a:lnTo>
                  <a:pt x="95803" y="119747"/>
                </a:lnTo>
                <a:lnTo>
                  <a:pt x="95803" y="95803"/>
                </a:lnTo>
                <a:lnTo>
                  <a:pt x="71860" y="95803"/>
                </a:lnTo>
                <a:lnTo>
                  <a:pt x="71860" y="71860"/>
                </a:lnTo>
                <a:lnTo>
                  <a:pt x="47901" y="71860"/>
                </a:lnTo>
                <a:lnTo>
                  <a:pt x="47901" y="47902"/>
                </a:lnTo>
                <a:lnTo>
                  <a:pt x="71860" y="47902"/>
                </a:lnTo>
                <a:lnTo>
                  <a:pt x="71860" y="71860"/>
                </a:lnTo>
                <a:lnTo>
                  <a:pt x="95803" y="71860"/>
                </a:lnTo>
                <a:lnTo>
                  <a:pt x="95803" y="95803"/>
                </a:lnTo>
                <a:lnTo>
                  <a:pt x="119761" y="95803"/>
                </a:lnTo>
                <a:lnTo>
                  <a:pt x="119761" y="119747"/>
                </a:lnTo>
                <a:lnTo>
                  <a:pt x="95803" y="119747"/>
                </a:lnTo>
                <a:lnTo>
                  <a:pt x="95803" y="143705"/>
                </a:lnTo>
                <a:moveTo>
                  <a:pt x="119761" y="167663"/>
                </a:moveTo>
                <a:lnTo>
                  <a:pt x="191606" y="167663"/>
                </a:lnTo>
                <a:lnTo>
                  <a:pt x="191606" y="191606"/>
                </a:lnTo>
                <a:lnTo>
                  <a:pt x="119761" y="191606"/>
                </a:lnTo>
                <a:close/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" name="path-6">
            <a:extLst xmlns:a="http://schemas.openxmlformats.org/drawingml/2006/main">
              <a:ext uri="{FF2B5EF4-FFF2-40B4-BE49-F238E27FC236}">
                <a16:creationId xmlns:a16="http://schemas.microsoft.com/office/drawing/2014/main" id="{6579C17D-0323-4639-A87E-A5E94B2E3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051" y="7065822"/>
            <a:ext cx="2436598" cy="651160"/>
          </a:xfrm>
          <a:custGeom xmlns:a="http://schemas.openxmlformats.org/drawingml/2006/main">
            <a:pathLst>
              <a:path w="2469594" h="659977">
                <a:moveTo>
                  <a:pt x="127738" y="0"/>
                </a:moveTo>
                <a:lnTo>
                  <a:pt x="2341856" y="0"/>
                </a:lnTo>
                <a:cubicBezTo>
                  <a:pt x="2412595" y="0"/>
                  <a:pt x="2469594" y="56999"/>
                  <a:pt x="2469594" y="127738"/>
                </a:cubicBezTo>
                <a:lnTo>
                  <a:pt x="2469594" y="532240"/>
                </a:lnTo>
                <a:cubicBezTo>
                  <a:pt x="2469594" y="602978"/>
                  <a:pt x="2412595" y="659977"/>
                  <a:pt x="2341856" y="659977"/>
                </a:cubicBezTo>
                <a:lnTo>
                  <a:pt x="127738" y="659977"/>
                </a:lnTo>
                <a:cubicBezTo>
                  <a:pt x="57000" y="659977"/>
                  <a:pt x="0" y="602978"/>
                  <a:pt x="0" y="532240"/>
                </a:cubicBezTo>
                <a:lnTo>
                  <a:pt x="0" y="127738"/>
                </a:lnTo>
                <a:cubicBezTo>
                  <a:pt x="0" y="56999"/>
                  <a:pt x="57000" y="0"/>
                  <a:pt x="127738" y="0"/>
                </a:cubicBezTo>
              </a:path>
            </a:pathLst>
          </a:custGeom>
          <a:solidFill xmlns:a="http://schemas.openxmlformats.org/drawingml/2006/main">
            <a:srgbClr val="E0F0E9"/>
          </a:solidFill>
          <a:ln xmlns:a="http://schemas.openxmlformats.org/drawingml/2006/main" w="21005">
            <a:solidFill>
              <a:srgbClr val="237F7B"/>
            </a:solidFill>
            <a:prstDash val="solid"/>
          </a:ln>
        </p:spPr>
      </p:sp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5E4606EE-4F94-4269-84D4-8BE6CD331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1159" y="7219313"/>
            <a:ext cx="343294" cy="340297"/>
          </a:xfrm>
          <a:custGeom xmlns:a="http://schemas.openxmlformats.org/drawingml/2006/main">
            <a:pathLst>
              <a:path w="347943" h="344906">
                <a:moveTo>
                  <a:pt x="341854" y="282030"/>
                </a:moveTo>
                <a:lnTo>
                  <a:pt x="202351" y="142541"/>
                </a:lnTo>
                <a:cubicBezTo>
                  <a:pt x="216103" y="107285"/>
                  <a:pt x="208454" y="65913"/>
                  <a:pt x="179343" y="36760"/>
                </a:cubicBezTo>
                <a:cubicBezTo>
                  <a:pt x="148686" y="6103"/>
                  <a:pt x="102729" y="0"/>
                  <a:pt x="65912" y="16848"/>
                </a:cubicBezTo>
                <a:lnTo>
                  <a:pt x="131839" y="82774"/>
                </a:lnTo>
                <a:lnTo>
                  <a:pt x="85825" y="128731"/>
                </a:lnTo>
                <a:lnTo>
                  <a:pt x="18408" y="62818"/>
                </a:lnTo>
                <a:cubicBezTo>
                  <a:pt x="0" y="99622"/>
                  <a:pt x="7650" y="145592"/>
                  <a:pt x="38307" y="176249"/>
                </a:cubicBezTo>
                <a:cubicBezTo>
                  <a:pt x="67474" y="205416"/>
                  <a:pt x="108832" y="213066"/>
                  <a:pt x="144088" y="199256"/>
                </a:cubicBezTo>
                <a:lnTo>
                  <a:pt x="283577" y="338746"/>
                </a:lnTo>
                <a:cubicBezTo>
                  <a:pt x="289737" y="344906"/>
                  <a:pt x="298878" y="344906"/>
                  <a:pt x="305037" y="338746"/>
                </a:cubicBezTo>
                <a:lnTo>
                  <a:pt x="340293" y="303490"/>
                </a:lnTo>
                <a:cubicBezTo>
                  <a:pt x="347943" y="297387"/>
                  <a:pt x="347943" y="286629"/>
                  <a:pt x="341854" y="282030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pic>
        <p:nvPic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950B9DA3-7577-48F3-9A17-BA58294FFC5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67e16b7f0cd43a2"/>
          <a:stretch xmlns:a="http://schemas.openxmlformats.org/drawingml/2006/main"/>
        </p:blipFill>
        <p:spPr>
          <a:xfrm xmlns:a="http://schemas.openxmlformats.org/drawingml/2006/main">
            <a:off x="507236" y="4543343"/>
            <a:ext cx="1851355" cy="1381468"/>
          </a:xfrm>
          <a:prstGeom xmlns:a="http://schemas.openxmlformats.org/drawingml/2006/main" prst="rect">
            <a:avLst/>
          </a:prstGeom>
        </p:spPr>
      </p:pic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84246804-77AB-4DC0-909A-6CE75FBDA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632" y="4566208"/>
            <a:ext cx="1785438" cy="1344330"/>
          </a:xfrm>
          <a:custGeom xmlns:a="http://schemas.openxmlformats.org/drawingml/2006/main">
            <a:pathLst>
              <a:path w="1809616" h="1362534">
                <a:moveTo>
                  <a:pt x="191606" y="0"/>
                </a:moveTo>
                <a:lnTo>
                  <a:pt x="1618010" y="0"/>
                </a:lnTo>
                <a:cubicBezTo>
                  <a:pt x="1724174" y="0"/>
                  <a:pt x="1809616" y="85442"/>
                  <a:pt x="1809616" y="191606"/>
                </a:cubicBezTo>
                <a:lnTo>
                  <a:pt x="1809616" y="1170928"/>
                </a:lnTo>
                <a:cubicBezTo>
                  <a:pt x="1809616" y="1277092"/>
                  <a:pt x="1724174" y="1362534"/>
                  <a:pt x="1618010" y="1362534"/>
                </a:cubicBezTo>
                <a:lnTo>
                  <a:pt x="191606" y="1362534"/>
                </a:lnTo>
                <a:cubicBezTo>
                  <a:pt x="85442" y="1362534"/>
                  <a:pt x="0" y="1277092"/>
                  <a:pt x="0" y="1170928"/>
                </a:cubicBezTo>
                <a:lnTo>
                  <a:pt x="0" y="191606"/>
                </a:lnTo>
                <a:cubicBezTo>
                  <a:pt x="0" y="85442"/>
                  <a:pt x="85442" y="0"/>
                  <a:pt x="191606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5754">
            <a:solidFill>
              <a:srgbClr val="B5ACBC"/>
            </a:solidFill>
            <a:prstDash val="solid"/>
          </a:ln>
        </p:spPr>
      </p:sp>
      <p:sp>
        <p:nvSpPr>
          <p:cNvPr id="10" name="path-10">
            <a:extLst xmlns:a="http://schemas.openxmlformats.org/drawingml/2006/main">
              <a:ext uri="{FF2B5EF4-FFF2-40B4-BE49-F238E27FC236}">
                <a16:creationId xmlns:a16="http://schemas.microsoft.com/office/drawing/2014/main" id="{C2771D42-5F46-4B3D-A7DC-06833EFD8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301" y="4731462"/>
            <a:ext cx="406100" cy="446682"/>
          </a:xfrm>
          <a:custGeom xmlns:a="http://schemas.openxmlformats.org/drawingml/2006/main">
            <a:pathLst>
              <a:path w="411599" h="452730">
                <a:moveTo>
                  <a:pt x="0" y="72015"/>
                </a:moveTo>
                <a:lnTo>
                  <a:pt x="205800" y="0"/>
                </a:lnTo>
                <a:lnTo>
                  <a:pt x="411599" y="226365"/>
                </a:lnTo>
                <a:lnTo>
                  <a:pt x="205800" y="452730"/>
                </a:lnTo>
                <a:lnTo>
                  <a:pt x="0" y="380715"/>
                </a:lnTo>
                <a:lnTo>
                  <a:pt x="205800" y="0"/>
                </a:lnTo>
                <a:moveTo>
                  <a:pt x="0" y="72015"/>
                </a:moveTo>
                <a:lnTo>
                  <a:pt x="205800" y="452730"/>
                </a:lnTo>
                <a:moveTo>
                  <a:pt x="205800" y="0"/>
                </a:moveTo>
                <a:lnTo>
                  <a:pt x="205800" y="452730"/>
                </a:lnTo>
              </a:path>
            </a:pathLst>
          </a:custGeom>
          <a:noFill xmlns:a="http://schemas.openxmlformats.org/drawingml/2006/main"/>
          <a:ln xmlns:a="http://schemas.openxmlformats.org/drawingml/2006/main" w="25381">
            <a:solidFill>
              <a:srgbClr val="62556E"/>
            </a:solidFill>
            <a:prstDash val="solid"/>
          </a:ln>
        </p:spPr>
      </p:sp>
      <p:sp>
        <p:nvSpPr>
          <p:cNvPr id="11" name="path-11">
            <a:extLst xmlns:a="http://schemas.openxmlformats.org/drawingml/2006/main">
              <a:ext uri="{FF2B5EF4-FFF2-40B4-BE49-F238E27FC236}">
                <a16:creationId xmlns:a16="http://schemas.microsoft.com/office/drawing/2014/main" id="{AD96F959-4DEA-4245-BAA7-AFDD6F4204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719" y="4761933"/>
            <a:ext cx="81164" cy="81164"/>
          </a:xfrm>
          <a:custGeom xmlns:a="http://schemas.openxmlformats.org/drawingml/2006/main">
            <a:pathLst>
              <a:path w="82263" h="82263">
                <a:moveTo>
                  <a:pt x="82263" y="41132"/>
                </a:moveTo>
                <a:cubicBezTo>
                  <a:pt x="82263" y="63869"/>
                  <a:pt x="63869" y="82263"/>
                  <a:pt x="41132" y="82263"/>
                </a:cubicBezTo>
                <a:cubicBezTo>
                  <a:pt x="18394" y="82263"/>
                  <a:pt x="0" y="63869"/>
                  <a:pt x="0" y="41132"/>
                </a:cubicBezTo>
                <a:cubicBezTo>
                  <a:pt x="0" y="18394"/>
                  <a:pt x="18394" y="0"/>
                  <a:pt x="41132" y="0"/>
                </a:cubicBezTo>
                <a:cubicBezTo>
                  <a:pt x="63869" y="0"/>
                  <a:pt x="82263" y="18394"/>
                  <a:pt x="82263" y="41132"/>
                </a:cubicBezTo>
              </a:path>
            </a:pathLst>
          </a:custGeom>
          <a:solidFill xmlns:a="http://schemas.openxmlformats.org/drawingml/2006/main">
            <a:srgbClr val="6255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" name="path-12">
            <a:extLst xmlns:a="http://schemas.openxmlformats.org/drawingml/2006/main">
              <a:ext uri="{FF2B5EF4-FFF2-40B4-BE49-F238E27FC236}">
                <a16:creationId xmlns:a16="http://schemas.microsoft.com/office/drawing/2014/main" id="{BA17369E-5EE0-435F-9EC1-5C36A4478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719" y="5066508"/>
            <a:ext cx="81164" cy="81164"/>
          </a:xfrm>
          <a:custGeom xmlns:a="http://schemas.openxmlformats.org/drawingml/2006/main">
            <a:pathLst>
              <a:path w="82263" h="82263">
                <a:moveTo>
                  <a:pt x="82263" y="41132"/>
                </a:moveTo>
                <a:cubicBezTo>
                  <a:pt x="82263" y="63869"/>
                  <a:pt x="63869" y="82263"/>
                  <a:pt x="41132" y="82263"/>
                </a:cubicBezTo>
                <a:cubicBezTo>
                  <a:pt x="18394" y="82263"/>
                  <a:pt x="0" y="63869"/>
                  <a:pt x="0" y="41132"/>
                </a:cubicBezTo>
                <a:cubicBezTo>
                  <a:pt x="0" y="18394"/>
                  <a:pt x="18394" y="0"/>
                  <a:pt x="41132" y="0"/>
                </a:cubicBezTo>
                <a:cubicBezTo>
                  <a:pt x="63869" y="0"/>
                  <a:pt x="82263" y="18394"/>
                  <a:pt x="82263" y="41132"/>
                </a:cubicBezTo>
              </a:path>
            </a:pathLst>
          </a:custGeom>
          <a:solidFill xmlns:a="http://schemas.openxmlformats.org/drawingml/2006/main">
            <a:srgbClr val="6255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" name="path-13">
            <a:extLst xmlns:a="http://schemas.openxmlformats.org/drawingml/2006/main">
              <a:ext uri="{FF2B5EF4-FFF2-40B4-BE49-F238E27FC236}">
                <a16:creationId xmlns:a16="http://schemas.microsoft.com/office/drawing/2014/main" id="{61B5146C-D8C3-4741-AFC5-3D51DA9C7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7769" y="4690810"/>
            <a:ext cx="81164" cy="81234"/>
          </a:xfrm>
          <a:custGeom xmlns:a="http://schemas.openxmlformats.org/drawingml/2006/main">
            <a:pathLst>
              <a:path w="82263" h="82334">
                <a:moveTo>
                  <a:pt x="82263" y="41203"/>
                </a:moveTo>
                <a:cubicBezTo>
                  <a:pt x="82263" y="63925"/>
                  <a:pt x="63869" y="82334"/>
                  <a:pt x="41132" y="82334"/>
                </a:cubicBezTo>
                <a:cubicBezTo>
                  <a:pt x="18394" y="82334"/>
                  <a:pt x="0" y="63925"/>
                  <a:pt x="0" y="41203"/>
                </a:cubicBezTo>
                <a:cubicBezTo>
                  <a:pt x="0" y="18465"/>
                  <a:pt x="18394" y="0"/>
                  <a:pt x="41132" y="0"/>
                </a:cubicBezTo>
                <a:cubicBezTo>
                  <a:pt x="63869" y="0"/>
                  <a:pt x="82263" y="18465"/>
                  <a:pt x="82263" y="41203"/>
                </a:cubicBezTo>
              </a:path>
            </a:pathLst>
          </a:custGeom>
          <a:solidFill xmlns:a="http://schemas.openxmlformats.org/drawingml/2006/main">
            <a:srgbClr val="6255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" name="path-14">
            <a:extLst xmlns:a="http://schemas.openxmlformats.org/drawingml/2006/main">
              <a:ext uri="{FF2B5EF4-FFF2-40B4-BE49-F238E27FC236}">
                <a16:creationId xmlns:a16="http://schemas.microsoft.com/office/drawing/2014/main" id="{20106F05-7ECD-4BEB-BE45-30DB068D1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87769" y="5137562"/>
            <a:ext cx="81164" cy="81234"/>
          </a:xfrm>
          <a:custGeom xmlns:a="http://schemas.openxmlformats.org/drawingml/2006/main">
            <a:pathLst>
              <a:path w="82263" h="82334">
                <a:moveTo>
                  <a:pt x="82263" y="41131"/>
                </a:moveTo>
                <a:cubicBezTo>
                  <a:pt x="82263" y="63868"/>
                  <a:pt x="63869" y="82334"/>
                  <a:pt x="41132" y="82334"/>
                </a:cubicBezTo>
                <a:cubicBezTo>
                  <a:pt x="18394" y="82334"/>
                  <a:pt x="0" y="63868"/>
                  <a:pt x="0" y="41131"/>
                </a:cubicBezTo>
                <a:cubicBezTo>
                  <a:pt x="0" y="18408"/>
                  <a:pt x="18394" y="0"/>
                  <a:pt x="41132" y="0"/>
                </a:cubicBezTo>
                <a:cubicBezTo>
                  <a:pt x="63869" y="0"/>
                  <a:pt x="82263" y="18408"/>
                  <a:pt x="82263" y="41131"/>
                </a:cubicBezTo>
              </a:path>
            </a:pathLst>
          </a:custGeom>
          <a:solidFill xmlns:a="http://schemas.openxmlformats.org/drawingml/2006/main">
            <a:srgbClr val="6255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path-15">
            <a:extLst xmlns:a="http://schemas.openxmlformats.org/drawingml/2006/main">
              <a:ext uri="{FF2B5EF4-FFF2-40B4-BE49-F238E27FC236}">
                <a16:creationId xmlns:a16="http://schemas.microsoft.com/office/drawing/2014/main" id="{3B9B23DB-1F1A-4ACD-84A2-123DD1626D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0819" y="4914221"/>
            <a:ext cx="81164" cy="81164"/>
          </a:xfrm>
          <a:custGeom xmlns:a="http://schemas.openxmlformats.org/drawingml/2006/main">
            <a:pathLst>
              <a:path w="82263" h="82263">
                <a:moveTo>
                  <a:pt x="82263" y="41132"/>
                </a:moveTo>
                <a:cubicBezTo>
                  <a:pt x="82263" y="63869"/>
                  <a:pt x="63869" y="82263"/>
                  <a:pt x="41131" y="82263"/>
                </a:cubicBezTo>
                <a:cubicBezTo>
                  <a:pt x="18394" y="82263"/>
                  <a:pt x="0" y="63869"/>
                  <a:pt x="0" y="41132"/>
                </a:cubicBezTo>
                <a:cubicBezTo>
                  <a:pt x="0" y="18394"/>
                  <a:pt x="18394" y="0"/>
                  <a:pt x="41131" y="0"/>
                </a:cubicBezTo>
                <a:cubicBezTo>
                  <a:pt x="63869" y="0"/>
                  <a:pt x="82263" y="18394"/>
                  <a:pt x="82263" y="41132"/>
                </a:cubicBezTo>
              </a:path>
            </a:pathLst>
          </a:custGeom>
          <a:solidFill xmlns:a="http://schemas.openxmlformats.org/drawingml/2006/main">
            <a:srgbClr val="62556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" name="path-16">
            <a:extLst xmlns:a="http://schemas.openxmlformats.org/drawingml/2006/main">
              <a:ext uri="{FF2B5EF4-FFF2-40B4-BE49-F238E27FC236}">
                <a16:creationId xmlns:a16="http://schemas.microsoft.com/office/drawing/2014/main" id="{6FBA4B34-F0C0-4C4A-ADEB-BB498F9F3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9704" y="3452934"/>
            <a:ext cx="367590" cy="1071263"/>
          </a:xfrm>
          <a:custGeom xmlns:a="http://schemas.openxmlformats.org/drawingml/2006/main">
            <a:pathLst>
              <a:path w="372568" h="1085770">
                <a:moveTo>
                  <a:pt x="319344" y="0"/>
                </a:moveTo>
                <a:cubicBezTo>
                  <a:pt x="0" y="361923"/>
                  <a:pt x="0" y="681267"/>
                  <a:pt x="372568" y="1085770"/>
                </a:cubicBez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17" name="path-17">
            <a:extLst xmlns:a="http://schemas.openxmlformats.org/drawingml/2006/main">
              <a:ext uri="{FF2B5EF4-FFF2-40B4-BE49-F238E27FC236}">
                <a16:creationId xmlns:a16="http://schemas.microsoft.com/office/drawing/2014/main" id="{49A42641-6950-484E-B258-EC3A7C7EC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19" y="4334983"/>
            <a:ext cx="197574" cy="203106"/>
          </a:xfrm>
          <a:custGeom xmlns:a="http://schemas.openxmlformats.org/drawingml/2006/main">
            <a:pathLst>
              <a:path w="200250" h="205857">
                <a:moveTo>
                  <a:pt x="140923" y="0"/>
                </a:moveTo>
                <a:lnTo>
                  <a:pt x="200250" y="205857"/>
                </a:lnTo>
                <a:lnTo>
                  <a:pt x="0" y="129852"/>
                </a:lnTo>
                <a:lnTo>
                  <a:pt x="140923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" name="path-18">
            <a:extLst xmlns:a="http://schemas.openxmlformats.org/drawingml/2006/main">
              <a:ext uri="{FF2B5EF4-FFF2-40B4-BE49-F238E27FC236}">
                <a16:creationId xmlns:a16="http://schemas.microsoft.com/office/drawing/2014/main" id="{F8E99D84-EABC-413C-B92C-A3A857435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9407" y="3452934"/>
            <a:ext cx="367590" cy="1092268"/>
          </a:xfrm>
          <a:custGeom xmlns:a="http://schemas.openxmlformats.org/drawingml/2006/main">
            <a:pathLst>
              <a:path w="372568" h="1107059">
                <a:moveTo>
                  <a:pt x="0" y="1107059"/>
                </a:moveTo>
                <a:cubicBezTo>
                  <a:pt x="372568" y="681267"/>
                  <a:pt x="372568" y="361923"/>
                  <a:pt x="53224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19" name="path-19">
            <a:extLst xmlns:a="http://schemas.openxmlformats.org/drawingml/2006/main">
              <a:ext uri="{FF2B5EF4-FFF2-40B4-BE49-F238E27FC236}">
                <a16:creationId xmlns:a16="http://schemas.microsoft.com/office/drawing/2014/main" id="{07FA53D1-641F-4932-883E-9D285A0CE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9388" y="3438763"/>
            <a:ext cx="196006" cy="204310"/>
          </a:xfrm>
          <a:custGeom xmlns:a="http://schemas.openxmlformats.org/drawingml/2006/main">
            <a:pathLst>
              <a:path w="198660" h="207077">
                <a:moveTo>
                  <a:pt x="54955" y="207077"/>
                </a:moveTo>
                <a:lnTo>
                  <a:pt x="0" y="0"/>
                </a:lnTo>
                <a:lnTo>
                  <a:pt x="198660" y="80290"/>
                </a:lnTo>
                <a:lnTo>
                  <a:pt x="54955" y="207077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" name="path-20">
            <a:extLst xmlns:a="http://schemas.openxmlformats.org/drawingml/2006/main">
              <a:ext uri="{FF2B5EF4-FFF2-40B4-BE49-F238E27FC236}">
                <a16:creationId xmlns:a16="http://schemas.microsoft.com/office/drawing/2014/main" id="{E37C302D-4059-4FB1-A106-5896E21AE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9704" y="5952548"/>
            <a:ext cx="367590" cy="1071263"/>
          </a:xfrm>
          <a:custGeom xmlns:a="http://schemas.openxmlformats.org/drawingml/2006/main">
            <a:pathLst>
              <a:path w="372568" h="1085770">
                <a:moveTo>
                  <a:pt x="319344" y="1085770"/>
                </a:moveTo>
                <a:cubicBezTo>
                  <a:pt x="0" y="723847"/>
                  <a:pt x="0" y="383213"/>
                  <a:pt x="372568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237F7B"/>
            </a:solidFill>
            <a:prstDash val="solid"/>
          </a:ln>
        </p:spPr>
      </p:sp>
      <p:sp>
        <p:nvSpPr>
          <p:cNvPr id="21" name="path-21">
            <a:extLst xmlns:a="http://schemas.openxmlformats.org/drawingml/2006/main">
              <a:ext uri="{FF2B5EF4-FFF2-40B4-BE49-F238E27FC236}">
                <a16:creationId xmlns:a16="http://schemas.microsoft.com/office/drawing/2014/main" id="{FBD4C43B-C2D5-48FB-A56F-51C69B6C12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22" y="5938979"/>
            <a:ext cx="199549" cy="201467"/>
          </a:xfrm>
          <a:custGeom xmlns:a="http://schemas.openxmlformats.org/drawingml/2006/main">
            <a:pathLst>
              <a:path w="202251" h="204195">
                <a:moveTo>
                  <a:pt x="0" y="70639"/>
                </a:moveTo>
                <a:lnTo>
                  <a:pt x="202251" y="0"/>
                </a:lnTo>
                <a:lnTo>
                  <a:pt x="137389" y="204195"/>
                </a:lnTo>
                <a:lnTo>
                  <a:pt x="0" y="70639"/>
                </a:ln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" name="path-22">
            <a:extLst xmlns:a="http://schemas.openxmlformats.org/drawingml/2006/main">
              <a:ext uri="{FF2B5EF4-FFF2-40B4-BE49-F238E27FC236}">
                <a16:creationId xmlns:a16="http://schemas.microsoft.com/office/drawing/2014/main" id="{6351622A-8890-4171-828A-7784AD6D51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59407" y="5931543"/>
            <a:ext cx="367590" cy="1092268"/>
          </a:xfrm>
          <a:custGeom xmlns:a="http://schemas.openxmlformats.org/drawingml/2006/main">
            <a:pathLst>
              <a:path w="372568" h="1107059">
                <a:moveTo>
                  <a:pt x="0" y="0"/>
                </a:moveTo>
                <a:cubicBezTo>
                  <a:pt x="372568" y="404502"/>
                  <a:pt x="372568" y="745136"/>
                  <a:pt x="53224" y="1107059"/>
                </a:cubicBez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237F7B"/>
            </a:solidFill>
            <a:prstDash val="solid"/>
          </a:ln>
        </p:spPr>
      </p:sp>
      <p:sp>
        <p:nvSpPr>
          <p:cNvPr id="23" name="path-23">
            <a:extLst xmlns:a="http://schemas.openxmlformats.org/drawingml/2006/main">
              <a:ext uri="{FF2B5EF4-FFF2-40B4-BE49-F238E27FC236}">
                <a16:creationId xmlns:a16="http://schemas.microsoft.com/office/drawing/2014/main" id="{DCA4EB6B-A746-41D2-B07F-86AD93734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9388" y="6833672"/>
            <a:ext cx="196006" cy="204310"/>
          </a:xfrm>
          <a:custGeom xmlns:a="http://schemas.openxmlformats.org/drawingml/2006/main">
            <a:pathLst>
              <a:path w="198660" h="207077">
                <a:moveTo>
                  <a:pt x="198660" y="126787"/>
                </a:moveTo>
                <a:lnTo>
                  <a:pt x="0" y="207077"/>
                </a:lnTo>
                <a:lnTo>
                  <a:pt x="54955" y="0"/>
                </a:lnTo>
                <a:lnTo>
                  <a:pt x="198660" y="126787"/>
                </a:ln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" name="path-24">
            <a:extLst xmlns:a="http://schemas.openxmlformats.org/drawingml/2006/main">
              <a:ext uri="{FF2B5EF4-FFF2-40B4-BE49-F238E27FC236}">
                <a16:creationId xmlns:a16="http://schemas.microsoft.com/office/drawing/2014/main" id="{17792E67-F42D-4D8F-8896-B738EACA0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492" y="3799519"/>
            <a:ext cx="399098" cy="399098"/>
          </a:xfrm>
          <a:custGeom xmlns:a="http://schemas.openxmlformats.org/drawingml/2006/main">
            <a:pathLst>
              <a:path w="404502" h="404502">
                <a:moveTo>
                  <a:pt x="404502" y="202251"/>
                </a:moveTo>
                <a:cubicBezTo>
                  <a:pt x="404502" y="313965"/>
                  <a:pt x="313965" y="404502"/>
                  <a:pt x="202251" y="404502"/>
                </a:cubicBezTo>
                <a:cubicBezTo>
                  <a:pt x="90538" y="404502"/>
                  <a:pt x="0" y="313965"/>
                  <a:pt x="0" y="202251"/>
                </a:cubicBezTo>
                <a:cubicBezTo>
                  <a:pt x="0" y="90538"/>
                  <a:pt x="90538" y="0"/>
                  <a:pt x="202251" y="0"/>
                </a:cubicBezTo>
                <a:cubicBezTo>
                  <a:pt x="313965" y="0"/>
                  <a:pt x="404502" y="90538"/>
                  <a:pt x="404502" y="202251"/>
                </a:cubicBez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21005">
            <a:solidFill>
              <a:srgbClr val="8062A5"/>
            </a:solidFill>
            <a:prstDash val="solid"/>
          </a:ln>
        </p:spPr>
      </p:sp>
      <p:sp>
        <p:nvSpPr>
          <p:cNvPr id="25" name="path-25">
            <a:extLst xmlns:a="http://schemas.openxmlformats.org/drawingml/2006/main">
              <a:ext uri="{FF2B5EF4-FFF2-40B4-BE49-F238E27FC236}">
                <a16:creationId xmlns:a16="http://schemas.microsoft.com/office/drawing/2014/main" id="{1614F6BE-A8D0-498C-84B1-605EB0B2B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020" y="3925550"/>
            <a:ext cx="178544" cy="136533"/>
          </a:xfrm>
          <a:custGeom xmlns:a="http://schemas.openxmlformats.org/drawingml/2006/main">
            <a:pathLst>
              <a:path w="180961" h="138382">
                <a:moveTo>
                  <a:pt x="0" y="74514"/>
                </a:moveTo>
                <a:lnTo>
                  <a:pt x="53224" y="138382"/>
                </a:lnTo>
                <a:lnTo>
                  <a:pt x="180961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26" name="path-26">
            <a:extLst xmlns:a="http://schemas.openxmlformats.org/drawingml/2006/main">
              <a:ext uri="{FF2B5EF4-FFF2-40B4-BE49-F238E27FC236}">
                <a16:creationId xmlns:a16="http://schemas.microsoft.com/office/drawing/2014/main" id="{2084D5D7-8781-49EC-8832-C62949264A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5479" y="3948026"/>
            <a:ext cx="129966" cy="156069"/>
          </a:xfrm>
          <a:custGeom xmlns:a="http://schemas.openxmlformats.org/drawingml/2006/main">
            <a:pathLst>
              <a:path w="131726" h="158182">
                <a:moveTo>
                  <a:pt x="32318" y="3605"/>
                </a:moveTo>
                <a:lnTo>
                  <a:pt x="71292" y="3605"/>
                </a:lnTo>
                <a:lnTo>
                  <a:pt x="65089" y="33609"/>
                </a:lnTo>
                <a:cubicBezTo>
                  <a:pt x="79609" y="11213"/>
                  <a:pt x="95349" y="0"/>
                  <a:pt x="112381" y="0"/>
                </a:cubicBezTo>
                <a:cubicBezTo>
                  <a:pt x="118370" y="0"/>
                  <a:pt x="124857" y="1504"/>
                  <a:pt x="131726" y="4500"/>
                </a:cubicBezTo>
                <a:lnTo>
                  <a:pt x="115702" y="38705"/>
                </a:lnTo>
                <a:cubicBezTo>
                  <a:pt x="111927" y="37314"/>
                  <a:pt x="107882" y="36661"/>
                  <a:pt x="103610" y="36661"/>
                </a:cubicBezTo>
                <a:cubicBezTo>
                  <a:pt x="96470" y="36661"/>
                  <a:pt x="89147" y="39372"/>
                  <a:pt x="81667" y="44807"/>
                </a:cubicBezTo>
                <a:cubicBezTo>
                  <a:pt x="74287" y="50243"/>
                  <a:pt x="68524" y="57497"/>
                  <a:pt x="64309" y="66651"/>
                </a:cubicBezTo>
                <a:cubicBezTo>
                  <a:pt x="60150" y="75692"/>
                  <a:pt x="56048" y="90041"/>
                  <a:pt x="51947" y="109727"/>
                </a:cubicBezTo>
                <a:lnTo>
                  <a:pt x="41799" y="158182"/>
                </a:lnTo>
                <a:lnTo>
                  <a:pt x="0" y="158182"/>
                </a:lnTo>
                <a:lnTo>
                  <a:pt x="32318" y="3605"/>
                </a:lnTo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" name="path-27">
            <a:extLst xmlns:a="http://schemas.openxmlformats.org/drawingml/2006/main">
              <a:ext uri="{FF2B5EF4-FFF2-40B4-BE49-F238E27FC236}">
                <a16:creationId xmlns:a16="http://schemas.microsoft.com/office/drawing/2014/main" id="{6DAD96CE-93DA-4EB4-8F48-E06B80640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8543" y="4034791"/>
            <a:ext cx="132053" cy="142821"/>
          </a:xfrm>
          <a:custGeom xmlns:a="http://schemas.openxmlformats.org/drawingml/2006/main">
            <a:pathLst>
              <a:path w="133841" h="144755">
                <a:moveTo>
                  <a:pt x="29820" y="144755"/>
                </a:moveTo>
                <a:lnTo>
                  <a:pt x="0" y="144755"/>
                </a:lnTo>
                <a:lnTo>
                  <a:pt x="30331" y="0"/>
                </a:lnTo>
                <a:lnTo>
                  <a:pt x="89147" y="0"/>
                </a:lnTo>
                <a:cubicBezTo>
                  <a:pt x="99621" y="0"/>
                  <a:pt x="107881" y="1220"/>
                  <a:pt x="113984" y="3704"/>
                </a:cubicBezTo>
                <a:cubicBezTo>
                  <a:pt x="120087" y="6145"/>
                  <a:pt x="124913" y="10247"/>
                  <a:pt x="128462" y="15967"/>
                </a:cubicBezTo>
                <a:cubicBezTo>
                  <a:pt x="132010" y="21616"/>
                  <a:pt x="133841" y="28443"/>
                  <a:pt x="133841" y="36305"/>
                </a:cubicBezTo>
                <a:cubicBezTo>
                  <a:pt x="133841" y="43629"/>
                  <a:pt x="132393" y="50726"/>
                  <a:pt x="129569" y="57652"/>
                </a:cubicBezTo>
                <a:cubicBezTo>
                  <a:pt x="126744" y="64592"/>
                  <a:pt x="123239" y="70071"/>
                  <a:pt x="119080" y="74230"/>
                </a:cubicBezTo>
                <a:cubicBezTo>
                  <a:pt x="115035" y="78389"/>
                  <a:pt x="110607" y="81554"/>
                  <a:pt x="105838" y="83711"/>
                </a:cubicBezTo>
                <a:cubicBezTo>
                  <a:pt x="101126" y="85826"/>
                  <a:pt x="94753" y="87429"/>
                  <a:pt x="86705" y="88537"/>
                </a:cubicBezTo>
                <a:cubicBezTo>
                  <a:pt x="82050" y="89203"/>
                  <a:pt x="73293" y="89530"/>
                  <a:pt x="60434" y="89530"/>
                </a:cubicBezTo>
                <a:lnTo>
                  <a:pt x="41359" y="89530"/>
                </a:lnTo>
                <a:lnTo>
                  <a:pt x="29820" y="144755"/>
                </a:lnTo>
                <a:moveTo>
                  <a:pt x="46298" y="65529"/>
                </a:moveTo>
                <a:lnTo>
                  <a:pt x="55495" y="65529"/>
                </a:lnTo>
                <a:cubicBezTo>
                  <a:pt x="71235" y="65529"/>
                  <a:pt x="81724" y="64592"/>
                  <a:pt x="86989" y="62591"/>
                </a:cubicBezTo>
                <a:cubicBezTo>
                  <a:pt x="92255" y="60590"/>
                  <a:pt x="96413" y="57440"/>
                  <a:pt x="99465" y="53111"/>
                </a:cubicBezTo>
                <a:cubicBezTo>
                  <a:pt x="102460" y="48781"/>
                  <a:pt x="104007" y="44013"/>
                  <a:pt x="104007" y="38804"/>
                </a:cubicBezTo>
                <a:cubicBezTo>
                  <a:pt x="104007" y="35312"/>
                  <a:pt x="103170" y="32431"/>
                  <a:pt x="101622" y="30217"/>
                </a:cubicBezTo>
                <a:cubicBezTo>
                  <a:pt x="100132" y="27946"/>
                  <a:pt x="97904" y="26328"/>
                  <a:pt x="95079" y="25335"/>
                </a:cubicBezTo>
                <a:cubicBezTo>
                  <a:pt x="92312" y="24284"/>
                  <a:pt x="86095" y="23788"/>
                  <a:pt x="76458" y="23788"/>
                </a:cubicBezTo>
                <a:lnTo>
                  <a:pt x="55112" y="23788"/>
                </a:lnTo>
                <a:lnTo>
                  <a:pt x="46298" y="65529"/>
                </a:lnTo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" name="path-28">
            <a:extLst xmlns:a="http://schemas.openxmlformats.org/drawingml/2006/main">
              <a:ext uri="{FF2B5EF4-FFF2-40B4-BE49-F238E27FC236}">
                <a16:creationId xmlns:a16="http://schemas.microsoft.com/office/drawing/2014/main" id="{FC23E3C3-A83A-4807-BFAF-4362CDB71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492" y="6278128"/>
            <a:ext cx="399098" cy="399098"/>
          </a:xfrm>
          <a:custGeom xmlns:a="http://schemas.openxmlformats.org/drawingml/2006/main">
            <a:pathLst>
              <a:path w="404502" h="404502">
                <a:moveTo>
                  <a:pt x="404502" y="202251"/>
                </a:moveTo>
                <a:cubicBezTo>
                  <a:pt x="404502" y="313965"/>
                  <a:pt x="313965" y="404502"/>
                  <a:pt x="202251" y="404502"/>
                </a:cubicBezTo>
                <a:cubicBezTo>
                  <a:pt x="90538" y="404502"/>
                  <a:pt x="0" y="313965"/>
                  <a:pt x="0" y="202251"/>
                </a:cubicBezTo>
                <a:cubicBezTo>
                  <a:pt x="0" y="90538"/>
                  <a:pt x="90538" y="0"/>
                  <a:pt x="202251" y="0"/>
                </a:cubicBezTo>
                <a:cubicBezTo>
                  <a:pt x="313965" y="0"/>
                  <a:pt x="404502" y="90538"/>
                  <a:pt x="404502" y="202251"/>
                </a:cubicBezTo>
              </a:path>
            </a:pathLst>
          </a:custGeom>
          <a:solidFill xmlns:a="http://schemas.openxmlformats.org/drawingml/2006/main">
            <a:srgbClr val="E0F0E9"/>
          </a:solidFill>
          <a:ln xmlns:a="http://schemas.openxmlformats.org/drawingml/2006/main" w="21005">
            <a:solidFill>
              <a:srgbClr val="237F7B"/>
            </a:solidFill>
            <a:prstDash val="solid"/>
          </a:ln>
        </p:spPr>
      </p:sp>
      <p:sp>
        <p:nvSpPr>
          <p:cNvPr id="29" name="path-29">
            <a:extLst xmlns:a="http://schemas.openxmlformats.org/drawingml/2006/main">
              <a:ext uri="{FF2B5EF4-FFF2-40B4-BE49-F238E27FC236}">
                <a16:creationId xmlns:a16="http://schemas.microsoft.com/office/drawing/2014/main" id="{7E02354D-A4E6-4FD0-BE17-6602FDF41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1020" y="6404159"/>
            <a:ext cx="178544" cy="136534"/>
          </a:xfrm>
          <a:custGeom xmlns:a="http://schemas.openxmlformats.org/drawingml/2006/main">
            <a:pathLst>
              <a:path w="180961" h="138383">
                <a:moveTo>
                  <a:pt x="0" y="74514"/>
                </a:moveTo>
                <a:lnTo>
                  <a:pt x="53224" y="138383"/>
                </a:lnTo>
                <a:lnTo>
                  <a:pt x="180961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237F7B"/>
            </a:solidFill>
            <a:prstDash val="solid"/>
          </a:ln>
        </p:spPr>
      </p:sp>
      <p:sp>
        <p:nvSpPr>
          <p:cNvPr id="30" name="path-30">
            <a:extLst xmlns:a="http://schemas.openxmlformats.org/drawingml/2006/main">
              <a:ext uri="{FF2B5EF4-FFF2-40B4-BE49-F238E27FC236}">
                <a16:creationId xmlns:a16="http://schemas.microsoft.com/office/drawing/2014/main" id="{05C062E3-AD9D-4BCB-B705-7350288B4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5479" y="6426635"/>
            <a:ext cx="129966" cy="156068"/>
          </a:xfrm>
          <a:custGeom xmlns:a="http://schemas.openxmlformats.org/drawingml/2006/main">
            <a:pathLst>
              <a:path w="131726" h="158182">
                <a:moveTo>
                  <a:pt x="32318" y="3605"/>
                </a:moveTo>
                <a:lnTo>
                  <a:pt x="71292" y="3605"/>
                </a:lnTo>
                <a:lnTo>
                  <a:pt x="65089" y="33609"/>
                </a:lnTo>
                <a:cubicBezTo>
                  <a:pt x="79609" y="11212"/>
                  <a:pt x="95349" y="0"/>
                  <a:pt x="112381" y="0"/>
                </a:cubicBezTo>
                <a:cubicBezTo>
                  <a:pt x="118370" y="0"/>
                  <a:pt x="124857" y="1504"/>
                  <a:pt x="131726" y="4499"/>
                </a:cubicBezTo>
                <a:lnTo>
                  <a:pt x="115702" y="38704"/>
                </a:lnTo>
                <a:cubicBezTo>
                  <a:pt x="111927" y="37313"/>
                  <a:pt x="107882" y="36660"/>
                  <a:pt x="103610" y="36660"/>
                </a:cubicBezTo>
                <a:cubicBezTo>
                  <a:pt x="96470" y="36660"/>
                  <a:pt x="89147" y="39371"/>
                  <a:pt x="81667" y="44807"/>
                </a:cubicBezTo>
                <a:cubicBezTo>
                  <a:pt x="74287" y="50243"/>
                  <a:pt x="68524" y="57496"/>
                  <a:pt x="64309" y="66650"/>
                </a:cubicBezTo>
                <a:cubicBezTo>
                  <a:pt x="60150" y="75691"/>
                  <a:pt x="56048" y="90040"/>
                  <a:pt x="51947" y="109727"/>
                </a:cubicBezTo>
                <a:lnTo>
                  <a:pt x="41799" y="158182"/>
                </a:lnTo>
                <a:lnTo>
                  <a:pt x="0" y="158182"/>
                </a:lnTo>
                <a:lnTo>
                  <a:pt x="32318" y="3605"/>
                </a:ln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" name="path-31">
            <a:extLst xmlns:a="http://schemas.openxmlformats.org/drawingml/2006/main">
              <a:ext uri="{FF2B5EF4-FFF2-40B4-BE49-F238E27FC236}">
                <a16:creationId xmlns:a16="http://schemas.microsoft.com/office/drawing/2014/main" id="{1185197E-64AA-4F61-A735-7848308CCD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856" y="6510935"/>
            <a:ext cx="122530" cy="147750"/>
          </a:xfrm>
          <a:custGeom xmlns:a="http://schemas.openxmlformats.org/drawingml/2006/main">
            <a:pathLst>
              <a:path w="124189" h="149751">
                <a:moveTo>
                  <a:pt x="284" y="100345"/>
                </a:moveTo>
                <a:lnTo>
                  <a:pt x="28613" y="98855"/>
                </a:lnTo>
                <a:cubicBezTo>
                  <a:pt x="28996" y="107896"/>
                  <a:pt x="30558" y="113985"/>
                  <a:pt x="33268" y="117150"/>
                </a:cubicBezTo>
                <a:cubicBezTo>
                  <a:pt x="37598" y="122245"/>
                  <a:pt x="45631" y="124857"/>
                  <a:pt x="57340" y="124857"/>
                </a:cubicBezTo>
                <a:cubicBezTo>
                  <a:pt x="67091" y="124857"/>
                  <a:pt x="74130" y="123083"/>
                  <a:pt x="78459" y="119591"/>
                </a:cubicBezTo>
                <a:cubicBezTo>
                  <a:pt x="82831" y="116100"/>
                  <a:pt x="85002" y="111884"/>
                  <a:pt x="85002" y="106945"/>
                </a:cubicBezTo>
                <a:cubicBezTo>
                  <a:pt x="85002" y="102673"/>
                  <a:pt x="83228" y="99068"/>
                  <a:pt x="79680" y="96087"/>
                </a:cubicBezTo>
                <a:cubicBezTo>
                  <a:pt x="77182" y="93916"/>
                  <a:pt x="70312" y="90424"/>
                  <a:pt x="59057" y="85542"/>
                </a:cubicBezTo>
                <a:cubicBezTo>
                  <a:pt x="47859" y="80674"/>
                  <a:pt x="39641" y="76615"/>
                  <a:pt x="34432" y="73407"/>
                </a:cubicBezTo>
                <a:cubicBezTo>
                  <a:pt x="29280" y="70071"/>
                  <a:pt x="25235" y="65870"/>
                  <a:pt x="22297" y="60647"/>
                </a:cubicBezTo>
                <a:cubicBezTo>
                  <a:pt x="19302" y="55439"/>
                  <a:pt x="17855" y="49350"/>
                  <a:pt x="17855" y="42353"/>
                </a:cubicBezTo>
                <a:cubicBezTo>
                  <a:pt x="17855" y="30217"/>
                  <a:pt x="22240" y="20069"/>
                  <a:pt x="31055" y="12036"/>
                </a:cubicBezTo>
                <a:cubicBezTo>
                  <a:pt x="39925" y="4045"/>
                  <a:pt x="52671" y="0"/>
                  <a:pt x="69418" y="0"/>
                </a:cubicBezTo>
                <a:cubicBezTo>
                  <a:pt x="86379" y="0"/>
                  <a:pt x="99522" y="3989"/>
                  <a:pt x="108790" y="11979"/>
                </a:cubicBezTo>
                <a:cubicBezTo>
                  <a:pt x="118157" y="19899"/>
                  <a:pt x="123309" y="30544"/>
                  <a:pt x="124189" y="43743"/>
                </a:cubicBezTo>
                <a:lnTo>
                  <a:pt x="95647" y="45020"/>
                </a:lnTo>
                <a:cubicBezTo>
                  <a:pt x="94923" y="38137"/>
                  <a:pt x="92425" y="32828"/>
                  <a:pt x="88153" y="29167"/>
                </a:cubicBezTo>
                <a:cubicBezTo>
                  <a:pt x="83895" y="25448"/>
                  <a:pt x="77565" y="23617"/>
                  <a:pt x="69191" y="23617"/>
                </a:cubicBezTo>
                <a:cubicBezTo>
                  <a:pt x="60988" y="23617"/>
                  <a:pt x="55055" y="25065"/>
                  <a:pt x="51507" y="27946"/>
                </a:cubicBezTo>
                <a:cubicBezTo>
                  <a:pt x="48015" y="30827"/>
                  <a:pt x="46298" y="34489"/>
                  <a:pt x="46298" y="38918"/>
                </a:cubicBezTo>
                <a:cubicBezTo>
                  <a:pt x="46298" y="43076"/>
                  <a:pt x="47901" y="46511"/>
                  <a:pt x="51123" y="49179"/>
                </a:cubicBezTo>
                <a:cubicBezTo>
                  <a:pt x="54345" y="51947"/>
                  <a:pt x="61484" y="55722"/>
                  <a:pt x="72583" y="60548"/>
                </a:cubicBezTo>
                <a:cubicBezTo>
                  <a:pt x="89218" y="67701"/>
                  <a:pt x="99806" y="73577"/>
                  <a:pt x="104348" y="78005"/>
                </a:cubicBezTo>
                <a:cubicBezTo>
                  <a:pt x="111117" y="84605"/>
                  <a:pt x="114552" y="93092"/>
                  <a:pt x="114552" y="103397"/>
                </a:cubicBezTo>
                <a:cubicBezTo>
                  <a:pt x="114552" y="116156"/>
                  <a:pt x="109443" y="127128"/>
                  <a:pt x="99309" y="136225"/>
                </a:cubicBezTo>
                <a:cubicBezTo>
                  <a:pt x="89275" y="145196"/>
                  <a:pt x="75181" y="149751"/>
                  <a:pt x="57170" y="149751"/>
                </a:cubicBezTo>
                <a:cubicBezTo>
                  <a:pt x="44694" y="149751"/>
                  <a:pt x="33879" y="147637"/>
                  <a:pt x="24739" y="143478"/>
                </a:cubicBezTo>
                <a:cubicBezTo>
                  <a:pt x="15697" y="139277"/>
                  <a:pt x="9268" y="133444"/>
                  <a:pt x="5493" y="126021"/>
                </a:cubicBezTo>
                <a:cubicBezTo>
                  <a:pt x="1732" y="118583"/>
                  <a:pt x="0" y="109997"/>
                  <a:pt x="284" y="100345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" name="path-32">
            <a:extLst xmlns:a="http://schemas.openxmlformats.org/drawingml/2006/main">
              <a:ext uri="{FF2B5EF4-FFF2-40B4-BE49-F238E27FC236}">
                <a16:creationId xmlns:a16="http://schemas.microsoft.com/office/drawing/2014/main" id="{884A1FA7-5E03-4C46-945B-E84FBBFD9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46085" y="3611510"/>
            <a:ext cx="449314" cy="390738"/>
          </a:xfrm>
          <a:custGeom xmlns:a="http://schemas.openxmlformats.org/drawingml/2006/main">
            <a:pathLst>
              <a:path w="455399" h="396029">
                <a:moveTo>
                  <a:pt x="0" y="0"/>
                </a:moveTo>
                <a:lnTo>
                  <a:pt x="171594" y="0"/>
                </a:lnTo>
                <a:lnTo>
                  <a:pt x="244220" y="72625"/>
                </a:lnTo>
                <a:lnTo>
                  <a:pt x="455399" y="72625"/>
                </a:lnTo>
                <a:lnTo>
                  <a:pt x="455399" y="396029"/>
                </a:lnTo>
                <a:lnTo>
                  <a:pt x="0" y="396029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19535">
            <a:solidFill>
              <a:srgbClr val="8062A5"/>
            </a:solidFill>
            <a:prstDash val="solid"/>
          </a:ln>
        </p:spPr>
      </p:sp>
      <p:sp>
        <p:nvSpPr>
          <p:cNvPr id="33" name="path-33">
            <a:extLst xmlns:a="http://schemas.openxmlformats.org/drawingml/2006/main">
              <a:ext uri="{FF2B5EF4-FFF2-40B4-BE49-F238E27FC236}">
                <a16:creationId xmlns:a16="http://schemas.microsoft.com/office/drawing/2014/main" id="{470E8F7C-720F-48BC-8BBE-99A97919E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17740" y="3539910"/>
            <a:ext cx="293036" cy="384170"/>
          </a:xfrm>
          <a:custGeom xmlns:a="http://schemas.openxmlformats.org/drawingml/2006/main">
            <a:pathLst>
              <a:path w="297004" h="389372">
                <a:moveTo>
                  <a:pt x="0" y="0"/>
                </a:moveTo>
                <a:lnTo>
                  <a:pt x="204594" y="0"/>
                </a:lnTo>
                <a:lnTo>
                  <a:pt x="297004" y="92368"/>
                </a:lnTo>
                <a:lnTo>
                  <a:pt x="297004" y="389372"/>
                </a:lnTo>
                <a:lnTo>
                  <a:pt x="0" y="389372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9535">
            <a:solidFill>
              <a:srgbClr val="8062A5"/>
            </a:solidFill>
            <a:prstDash val="solid"/>
          </a:ln>
        </p:spPr>
      </p:sp>
      <p:sp>
        <p:nvSpPr>
          <p:cNvPr id="34" name="path-34">
            <a:extLst xmlns:a="http://schemas.openxmlformats.org/drawingml/2006/main">
              <a:ext uri="{FF2B5EF4-FFF2-40B4-BE49-F238E27FC236}">
                <a16:creationId xmlns:a16="http://schemas.microsoft.com/office/drawing/2014/main" id="{983C2C67-024D-4659-8C74-A83B36F64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82842" y="3722221"/>
            <a:ext cx="156278" cy="78125"/>
          </a:xfrm>
          <a:custGeom xmlns:a="http://schemas.openxmlformats.org/drawingml/2006/main">
            <a:pathLst>
              <a:path w="158395" h="79183">
                <a:moveTo>
                  <a:pt x="0" y="0"/>
                </a:moveTo>
                <a:lnTo>
                  <a:pt x="158395" y="0"/>
                </a:lnTo>
                <a:moveTo>
                  <a:pt x="0" y="79183"/>
                </a:moveTo>
                <a:lnTo>
                  <a:pt x="158395" y="7918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19535">
            <a:solidFill>
              <a:srgbClr val="8062A5"/>
            </a:solidFill>
            <a:prstDash val="solid"/>
          </a:ln>
        </p:spPr>
      </p:sp>
      <p:sp>
        <p:nvSpPr>
          <p:cNvPr id="35" name="path-35">
            <a:extLst xmlns:a="http://schemas.openxmlformats.org/drawingml/2006/main">
              <a:ext uri="{FF2B5EF4-FFF2-40B4-BE49-F238E27FC236}">
                <a16:creationId xmlns:a16="http://schemas.microsoft.com/office/drawing/2014/main" id="{D5BFB31F-D23B-471E-9C4E-1D46EA4F8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4585" y="6152097"/>
            <a:ext cx="383890" cy="379843"/>
          </a:xfrm>
          <a:custGeom xmlns:a="http://schemas.openxmlformats.org/drawingml/2006/main">
            <a:pathLst>
              <a:path w="389088" h="384987">
                <a:moveTo>
                  <a:pt x="24838" y="0"/>
                </a:moveTo>
                <a:lnTo>
                  <a:pt x="364251" y="0"/>
                </a:lnTo>
                <a:cubicBezTo>
                  <a:pt x="378060" y="0"/>
                  <a:pt x="389088" y="11085"/>
                  <a:pt x="389088" y="24838"/>
                </a:cubicBezTo>
                <a:lnTo>
                  <a:pt x="389088" y="360149"/>
                </a:lnTo>
                <a:cubicBezTo>
                  <a:pt x="389088" y="373902"/>
                  <a:pt x="378060" y="384987"/>
                  <a:pt x="364251" y="384987"/>
                </a:cubicBezTo>
                <a:lnTo>
                  <a:pt x="24838" y="384987"/>
                </a:lnTo>
                <a:cubicBezTo>
                  <a:pt x="11042" y="384987"/>
                  <a:pt x="0" y="373902"/>
                  <a:pt x="0" y="360149"/>
                </a:cubicBezTo>
                <a:lnTo>
                  <a:pt x="0" y="24838"/>
                </a:lnTo>
                <a:cubicBezTo>
                  <a:pt x="0" y="11085"/>
                  <a:pt x="11042" y="0"/>
                  <a:pt x="2483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8169">
            <a:solidFill>
              <a:srgbClr val="78AAA4"/>
            </a:solidFill>
            <a:prstDash val="solid"/>
          </a:ln>
        </p:spPr>
      </p:sp>
      <p:sp>
        <p:nvSpPr>
          <p:cNvPr id="36" name="path-36">
            <a:extLst xmlns:a="http://schemas.openxmlformats.org/drawingml/2006/main">
              <a:ext uri="{FF2B5EF4-FFF2-40B4-BE49-F238E27FC236}">
                <a16:creationId xmlns:a16="http://schemas.microsoft.com/office/drawing/2014/main" id="{BC1C7A41-A0B5-4DC1-A8C9-561082251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34585" y="6241971"/>
            <a:ext cx="383890" cy="191"/>
          </a:xfrm>
          <a:custGeom xmlns:a="http://schemas.openxmlformats.org/drawingml/2006/main">
            <a:pathLst>
              <a:path w="389088" h="191">
                <a:moveTo>
                  <a:pt x="0" y="0"/>
                </a:moveTo>
                <a:lnTo>
                  <a:pt x="389088" y="0"/>
                </a:lnTo>
              </a:path>
            </a:pathLst>
          </a:custGeom>
          <a:noFill xmlns:a="http://schemas.openxmlformats.org/drawingml/2006/main"/>
          <a:ln xmlns:a="http://schemas.openxmlformats.org/drawingml/2006/main" w="4084">
            <a:solidFill>
              <a:srgbClr val="D4E7E2"/>
            </a:solidFill>
            <a:prstDash val="solid"/>
          </a:ln>
        </p:spPr>
      </p:sp>
      <p:sp>
        <p:nvSpPr>
          <p:cNvPr id="37" name="path-37">
            <a:extLst xmlns:a="http://schemas.openxmlformats.org/drawingml/2006/main">
              <a:ext uri="{FF2B5EF4-FFF2-40B4-BE49-F238E27FC236}">
                <a16:creationId xmlns:a16="http://schemas.microsoft.com/office/drawing/2014/main" id="{C9DE19DE-26DF-4484-8D72-F4FCD6E40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67241" y="6172500"/>
            <a:ext cx="65368" cy="49012"/>
          </a:xfrm>
          <a:custGeom xmlns:a="http://schemas.openxmlformats.org/drawingml/2006/main">
            <a:pathLst>
              <a:path w="66253" h="49675">
                <a:moveTo>
                  <a:pt x="62095" y="0"/>
                </a:moveTo>
                <a:lnTo>
                  <a:pt x="4158" y="0"/>
                </a:lnTo>
                <a:cubicBezTo>
                  <a:pt x="1831" y="0"/>
                  <a:pt x="0" y="1887"/>
                  <a:pt x="0" y="4158"/>
                </a:cubicBezTo>
                <a:lnTo>
                  <a:pt x="0" y="45574"/>
                </a:lnTo>
                <a:cubicBezTo>
                  <a:pt x="0" y="47845"/>
                  <a:pt x="1831" y="49675"/>
                  <a:pt x="4158" y="49675"/>
                </a:cubicBezTo>
                <a:lnTo>
                  <a:pt x="62095" y="49675"/>
                </a:lnTo>
                <a:cubicBezTo>
                  <a:pt x="64366" y="49675"/>
                  <a:pt x="66253" y="47845"/>
                  <a:pt x="66253" y="45574"/>
                </a:cubicBezTo>
                <a:lnTo>
                  <a:pt x="66253" y="4158"/>
                </a:lnTo>
                <a:cubicBezTo>
                  <a:pt x="66253" y="1887"/>
                  <a:pt x="64366" y="0"/>
                  <a:pt x="62095" y="0"/>
                </a:cubicBezTo>
                <a:moveTo>
                  <a:pt x="16577" y="24838"/>
                </a:moveTo>
                <a:lnTo>
                  <a:pt x="12419" y="24838"/>
                </a:lnTo>
                <a:lnTo>
                  <a:pt x="12419" y="28997"/>
                </a:lnTo>
                <a:lnTo>
                  <a:pt x="8260" y="28997"/>
                </a:lnTo>
                <a:lnTo>
                  <a:pt x="8260" y="24838"/>
                </a:lnTo>
                <a:lnTo>
                  <a:pt x="12419" y="24838"/>
                </a:lnTo>
                <a:lnTo>
                  <a:pt x="12419" y="20736"/>
                </a:lnTo>
                <a:lnTo>
                  <a:pt x="16577" y="20736"/>
                </a:lnTo>
                <a:lnTo>
                  <a:pt x="16577" y="16577"/>
                </a:lnTo>
                <a:lnTo>
                  <a:pt x="12419" y="16577"/>
                </a:lnTo>
                <a:lnTo>
                  <a:pt x="12419" y="12419"/>
                </a:lnTo>
                <a:lnTo>
                  <a:pt x="8260" y="12419"/>
                </a:lnTo>
                <a:lnTo>
                  <a:pt x="8260" y="8317"/>
                </a:lnTo>
                <a:lnTo>
                  <a:pt x="12419" y="8317"/>
                </a:lnTo>
                <a:lnTo>
                  <a:pt x="12419" y="12419"/>
                </a:lnTo>
                <a:lnTo>
                  <a:pt x="16577" y="12419"/>
                </a:lnTo>
                <a:lnTo>
                  <a:pt x="16577" y="16577"/>
                </a:lnTo>
                <a:lnTo>
                  <a:pt x="20679" y="16577"/>
                </a:lnTo>
                <a:lnTo>
                  <a:pt x="20679" y="20736"/>
                </a:lnTo>
                <a:lnTo>
                  <a:pt x="16577" y="20736"/>
                </a:lnTo>
                <a:lnTo>
                  <a:pt x="16577" y="24838"/>
                </a:lnTo>
                <a:moveTo>
                  <a:pt x="20679" y="28997"/>
                </a:moveTo>
                <a:lnTo>
                  <a:pt x="33098" y="28997"/>
                </a:lnTo>
                <a:lnTo>
                  <a:pt x="33098" y="33155"/>
                </a:lnTo>
                <a:lnTo>
                  <a:pt x="20679" y="33155"/>
                </a:lnTo>
                <a:close/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8" name="path-38">
            <a:extLst xmlns:a="http://schemas.openxmlformats.org/drawingml/2006/main">
              <a:ext uri="{FF2B5EF4-FFF2-40B4-BE49-F238E27FC236}">
                <a16:creationId xmlns:a16="http://schemas.microsoft.com/office/drawing/2014/main" id="{306EFEB9-31FA-43C6-8802-5B130203D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8657" y="6152097"/>
            <a:ext cx="81668" cy="81668"/>
          </a:xfrm>
          <a:custGeom xmlns:a="http://schemas.openxmlformats.org/drawingml/2006/main">
            <a:pathLst>
              <a:path w="82774" h="82774">
                <a:moveTo>
                  <a:pt x="82774" y="41415"/>
                </a:moveTo>
                <a:cubicBezTo>
                  <a:pt x="82774" y="64252"/>
                  <a:pt x="64266" y="82774"/>
                  <a:pt x="41358" y="82774"/>
                </a:cubicBezTo>
                <a:cubicBezTo>
                  <a:pt x="18522" y="82774"/>
                  <a:pt x="0" y="64252"/>
                  <a:pt x="0" y="41415"/>
                </a:cubicBezTo>
                <a:cubicBezTo>
                  <a:pt x="0" y="18522"/>
                  <a:pt x="18522" y="0"/>
                  <a:pt x="41358" y="0"/>
                </a:cubicBezTo>
                <a:cubicBezTo>
                  <a:pt x="64266" y="0"/>
                  <a:pt x="82774" y="18522"/>
                  <a:pt x="82774" y="41415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9" name="path-39">
            <a:extLst xmlns:a="http://schemas.openxmlformats.org/drawingml/2006/main">
              <a:ext uri="{FF2B5EF4-FFF2-40B4-BE49-F238E27FC236}">
                <a16:creationId xmlns:a16="http://schemas.microsoft.com/office/drawing/2014/main" id="{8D9D621F-2C25-466E-8996-7EFF58A97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4957" y="6172500"/>
            <a:ext cx="49012" cy="36759"/>
          </a:xfrm>
          <a:custGeom xmlns:a="http://schemas.openxmlformats.org/drawingml/2006/main">
            <a:pathLst>
              <a:path w="49675" h="37257">
                <a:moveTo>
                  <a:pt x="0" y="20736"/>
                </a:moveTo>
                <a:lnTo>
                  <a:pt x="16577" y="37257"/>
                </a:lnTo>
                <a:lnTo>
                  <a:pt x="4967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253">
            <a:solidFill>
              <a:srgbClr val="32724F"/>
            </a:solidFill>
            <a:prstDash val="solid"/>
          </a:ln>
        </p:spPr>
      </p:sp>
      <p:sp>
        <p:nvSpPr>
          <p:cNvPr id="40" name="path-40">
            <a:extLst xmlns:a="http://schemas.openxmlformats.org/drawingml/2006/main">
              <a:ext uri="{FF2B5EF4-FFF2-40B4-BE49-F238E27FC236}">
                <a16:creationId xmlns:a16="http://schemas.microsoft.com/office/drawing/2014/main" id="{A7118DE3-143F-4F34-B46C-0490164ACF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83597" y="6295030"/>
            <a:ext cx="265463" cy="183795"/>
          </a:xfrm>
          <a:custGeom xmlns:a="http://schemas.openxmlformats.org/drawingml/2006/main">
            <a:pathLst>
              <a:path w="269058" h="186284">
                <a:moveTo>
                  <a:pt x="0" y="0"/>
                </a:moveTo>
                <a:lnTo>
                  <a:pt x="20679" y="20736"/>
                </a:lnTo>
                <a:lnTo>
                  <a:pt x="0" y="41416"/>
                </a:lnTo>
                <a:moveTo>
                  <a:pt x="53778" y="33155"/>
                </a:moveTo>
                <a:lnTo>
                  <a:pt x="211122" y="33155"/>
                </a:lnTo>
                <a:moveTo>
                  <a:pt x="53778" y="70412"/>
                </a:moveTo>
                <a:lnTo>
                  <a:pt x="269058" y="70412"/>
                </a:lnTo>
                <a:moveTo>
                  <a:pt x="0" y="115929"/>
                </a:moveTo>
                <a:lnTo>
                  <a:pt x="20679" y="136608"/>
                </a:lnTo>
                <a:lnTo>
                  <a:pt x="0" y="157345"/>
                </a:lnTo>
                <a:moveTo>
                  <a:pt x="53778" y="149027"/>
                </a:moveTo>
                <a:lnTo>
                  <a:pt x="186284" y="149027"/>
                </a:lnTo>
                <a:moveTo>
                  <a:pt x="53778" y="186284"/>
                </a:moveTo>
                <a:lnTo>
                  <a:pt x="252481" y="186284"/>
                </a:lnTo>
              </a:path>
            </a:pathLst>
          </a:custGeom>
          <a:noFill xmlns:a="http://schemas.openxmlformats.org/drawingml/2006/main"/>
          <a:ln xmlns:a="http://schemas.openxmlformats.org/drawingml/2006/main" w="8169">
            <a:solidFill>
              <a:srgbClr val="237F7B"/>
            </a:solidFill>
            <a:prstDash val="solid"/>
          </a:ln>
        </p:spPr>
      </p:sp>
      <p:sp>
        <p:nvSpPr>
          <p:cNvPr id="41" name="path-41">
            <a:extLst xmlns:a="http://schemas.openxmlformats.org/drawingml/2006/main">
              <a:ext uri="{FF2B5EF4-FFF2-40B4-BE49-F238E27FC236}">
                <a16:creationId xmlns:a16="http://schemas.microsoft.com/office/drawing/2014/main" id="{F824AC37-9266-4BAF-88D4-41D1FED1B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44711" y="6213362"/>
            <a:ext cx="383946" cy="379843"/>
          </a:xfrm>
          <a:custGeom xmlns:a="http://schemas.openxmlformats.org/drawingml/2006/main">
            <a:pathLst>
              <a:path w="389145" h="384987">
                <a:moveTo>
                  <a:pt x="24838" y="0"/>
                </a:moveTo>
                <a:lnTo>
                  <a:pt x="364308" y="0"/>
                </a:lnTo>
                <a:cubicBezTo>
                  <a:pt x="378060" y="0"/>
                  <a:pt x="389145" y="11085"/>
                  <a:pt x="389145" y="24838"/>
                </a:cubicBezTo>
                <a:lnTo>
                  <a:pt x="389145" y="360149"/>
                </a:lnTo>
                <a:cubicBezTo>
                  <a:pt x="389145" y="373902"/>
                  <a:pt x="378060" y="384987"/>
                  <a:pt x="364308" y="384987"/>
                </a:cubicBezTo>
                <a:lnTo>
                  <a:pt x="24838" y="384987"/>
                </a:lnTo>
                <a:cubicBezTo>
                  <a:pt x="11099" y="384987"/>
                  <a:pt x="0" y="373902"/>
                  <a:pt x="0" y="360149"/>
                </a:cubicBezTo>
                <a:lnTo>
                  <a:pt x="0" y="24838"/>
                </a:lnTo>
                <a:cubicBezTo>
                  <a:pt x="0" y="11085"/>
                  <a:pt x="11099" y="0"/>
                  <a:pt x="2483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8169">
            <a:solidFill>
              <a:srgbClr val="78AAA4"/>
            </a:solidFill>
            <a:prstDash val="solid"/>
          </a:ln>
        </p:spPr>
      </p:sp>
      <p:sp>
        <p:nvSpPr>
          <p:cNvPr id="42" name="path-42">
            <a:extLst xmlns:a="http://schemas.openxmlformats.org/drawingml/2006/main">
              <a:ext uri="{FF2B5EF4-FFF2-40B4-BE49-F238E27FC236}">
                <a16:creationId xmlns:a16="http://schemas.microsoft.com/office/drawing/2014/main" id="{4D44C3A4-8146-455D-886E-47FD07E4D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44711" y="6303236"/>
            <a:ext cx="383946" cy="191"/>
          </a:xfrm>
          <a:custGeom xmlns:a="http://schemas.openxmlformats.org/drawingml/2006/main">
            <a:pathLst>
              <a:path w="389145" h="191">
                <a:moveTo>
                  <a:pt x="0" y="0"/>
                </a:moveTo>
                <a:lnTo>
                  <a:pt x="389145" y="0"/>
                </a:lnTo>
              </a:path>
            </a:pathLst>
          </a:custGeom>
          <a:noFill xmlns:a="http://schemas.openxmlformats.org/drawingml/2006/main"/>
          <a:ln xmlns:a="http://schemas.openxmlformats.org/drawingml/2006/main" w="4084">
            <a:solidFill>
              <a:srgbClr val="D4E7E2"/>
            </a:solidFill>
            <a:prstDash val="solid"/>
          </a:ln>
        </p:spPr>
      </p:sp>
      <p:sp>
        <p:nvSpPr>
          <p:cNvPr id="43" name="path-43">
            <a:extLst xmlns:a="http://schemas.openxmlformats.org/drawingml/2006/main">
              <a:ext uri="{FF2B5EF4-FFF2-40B4-BE49-F238E27FC236}">
                <a16:creationId xmlns:a16="http://schemas.microsoft.com/office/drawing/2014/main" id="{250DA9DF-05DF-4DE5-9D17-F8DA897A9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7367" y="6233765"/>
            <a:ext cx="65368" cy="49012"/>
          </a:xfrm>
          <a:custGeom xmlns:a="http://schemas.openxmlformats.org/drawingml/2006/main">
            <a:pathLst>
              <a:path w="66253" h="49675">
                <a:moveTo>
                  <a:pt x="62095" y="0"/>
                </a:moveTo>
                <a:lnTo>
                  <a:pt x="4159" y="0"/>
                </a:lnTo>
                <a:cubicBezTo>
                  <a:pt x="1888" y="0"/>
                  <a:pt x="0" y="1888"/>
                  <a:pt x="0" y="4158"/>
                </a:cubicBezTo>
                <a:lnTo>
                  <a:pt x="0" y="45574"/>
                </a:lnTo>
                <a:cubicBezTo>
                  <a:pt x="0" y="47845"/>
                  <a:pt x="1888" y="49675"/>
                  <a:pt x="4159" y="49675"/>
                </a:cubicBezTo>
                <a:lnTo>
                  <a:pt x="62095" y="49675"/>
                </a:lnTo>
                <a:cubicBezTo>
                  <a:pt x="64423" y="49675"/>
                  <a:pt x="66253" y="47845"/>
                  <a:pt x="66253" y="45574"/>
                </a:cubicBezTo>
                <a:lnTo>
                  <a:pt x="66253" y="4158"/>
                </a:lnTo>
                <a:cubicBezTo>
                  <a:pt x="66253" y="1888"/>
                  <a:pt x="64423" y="0"/>
                  <a:pt x="62095" y="0"/>
                </a:cubicBezTo>
                <a:moveTo>
                  <a:pt x="16577" y="24838"/>
                </a:moveTo>
                <a:lnTo>
                  <a:pt x="12419" y="24838"/>
                </a:lnTo>
                <a:lnTo>
                  <a:pt x="12419" y="28997"/>
                </a:lnTo>
                <a:lnTo>
                  <a:pt x="8317" y="28997"/>
                </a:lnTo>
                <a:lnTo>
                  <a:pt x="8317" y="24838"/>
                </a:lnTo>
                <a:lnTo>
                  <a:pt x="12419" y="24838"/>
                </a:lnTo>
                <a:lnTo>
                  <a:pt x="12419" y="20736"/>
                </a:lnTo>
                <a:lnTo>
                  <a:pt x="16577" y="20736"/>
                </a:lnTo>
                <a:lnTo>
                  <a:pt x="16577" y="16577"/>
                </a:lnTo>
                <a:lnTo>
                  <a:pt x="12419" y="16577"/>
                </a:lnTo>
                <a:lnTo>
                  <a:pt x="12419" y="12419"/>
                </a:lnTo>
                <a:lnTo>
                  <a:pt x="8317" y="12419"/>
                </a:lnTo>
                <a:lnTo>
                  <a:pt x="8317" y="8317"/>
                </a:lnTo>
                <a:lnTo>
                  <a:pt x="12419" y="8317"/>
                </a:lnTo>
                <a:lnTo>
                  <a:pt x="12419" y="12419"/>
                </a:lnTo>
                <a:lnTo>
                  <a:pt x="16577" y="12419"/>
                </a:lnTo>
                <a:lnTo>
                  <a:pt x="16577" y="16577"/>
                </a:lnTo>
                <a:lnTo>
                  <a:pt x="20736" y="16577"/>
                </a:lnTo>
                <a:lnTo>
                  <a:pt x="20736" y="20736"/>
                </a:lnTo>
                <a:lnTo>
                  <a:pt x="16577" y="20736"/>
                </a:lnTo>
                <a:lnTo>
                  <a:pt x="16577" y="24838"/>
                </a:lnTo>
                <a:moveTo>
                  <a:pt x="20736" y="28997"/>
                </a:moveTo>
                <a:lnTo>
                  <a:pt x="33155" y="28997"/>
                </a:lnTo>
                <a:lnTo>
                  <a:pt x="33155" y="33155"/>
                </a:lnTo>
                <a:lnTo>
                  <a:pt x="20736" y="33155"/>
                </a:lnTo>
                <a:close/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" name="path-44">
            <a:extLst xmlns:a="http://schemas.openxmlformats.org/drawingml/2006/main">
              <a:ext uri="{FF2B5EF4-FFF2-40B4-BE49-F238E27FC236}">
                <a16:creationId xmlns:a16="http://schemas.microsoft.com/office/drawing/2014/main" id="{917DF4A3-09D4-4BD2-95D8-8B61567F4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38783" y="6213362"/>
            <a:ext cx="81668" cy="81668"/>
          </a:xfrm>
          <a:custGeom xmlns:a="http://schemas.openxmlformats.org/drawingml/2006/main">
            <a:pathLst>
              <a:path w="82774" h="82774">
                <a:moveTo>
                  <a:pt x="82774" y="41415"/>
                </a:moveTo>
                <a:cubicBezTo>
                  <a:pt x="82774" y="64252"/>
                  <a:pt x="64266" y="82774"/>
                  <a:pt x="41415" y="82774"/>
                </a:cubicBezTo>
                <a:cubicBezTo>
                  <a:pt x="18522" y="82774"/>
                  <a:pt x="0" y="64252"/>
                  <a:pt x="0" y="41415"/>
                </a:cubicBezTo>
                <a:cubicBezTo>
                  <a:pt x="0" y="18522"/>
                  <a:pt x="18522" y="0"/>
                  <a:pt x="41415" y="0"/>
                </a:cubicBezTo>
                <a:cubicBezTo>
                  <a:pt x="64266" y="0"/>
                  <a:pt x="82774" y="18522"/>
                  <a:pt x="82774" y="41415"/>
                </a:cubicBezTo>
              </a:path>
            </a:pathLst>
          </a:custGeom>
          <a:solidFill xmlns:a="http://schemas.openxmlformats.org/drawingml/2006/main">
            <a:srgbClr val="F8E9E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5" name="path-45">
            <a:extLst xmlns:a="http://schemas.openxmlformats.org/drawingml/2006/main">
              <a:ext uri="{FF2B5EF4-FFF2-40B4-BE49-F238E27FC236}">
                <a16:creationId xmlns:a16="http://schemas.microsoft.com/office/drawing/2014/main" id="{D5C03662-B8AC-48D6-9998-41FACBDA31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9186" y="6233765"/>
            <a:ext cx="40862" cy="40862"/>
          </a:xfrm>
          <a:custGeom xmlns:a="http://schemas.openxmlformats.org/drawingml/2006/main">
            <a:pathLst>
              <a:path w="41415" h="41416">
                <a:moveTo>
                  <a:pt x="0" y="0"/>
                </a:moveTo>
                <a:lnTo>
                  <a:pt x="41415" y="41416"/>
                </a:lnTo>
                <a:moveTo>
                  <a:pt x="0" y="41416"/>
                </a:moveTo>
                <a:lnTo>
                  <a:pt x="4141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253">
            <a:solidFill>
              <a:srgbClr val="B65345"/>
            </a:solidFill>
            <a:prstDash val="solid"/>
          </a:ln>
        </p:spPr>
      </p:sp>
      <p:sp>
        <p:nvSpPr>
          <p:cNvPr id="46" name="path-46">
            <a:extLst xmlns:a="http://schemas.openxmlformats.org/drawingml/2006/main">
              <a:ext uri="{FF2B5EF4-FFF2-40B4-BE49-F238E27FC236}">
                <a16:creationId xmlns:a16="http://schemas.microsoft.com/office/drawing/2014/main" id="{C9DA0980-8068-4231-AC62-5B9092484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93723" y="6356295"/>
            <a:ext cx="265463" cy="183795"/>
          </a:xfrm>
          <a:custGeom xmlns:a="http://schemas.openxmlformats.org/drawingml/2006/main">
            <a:pathLst>
              <a:path w="269058" h="186284">
                <a:moveTo>
                  <a:pt x="0" y="0"/>
                </a:moveTo>
                <a:lnTo>
                  <a:pt x="20679" y="20736"/>
                </a:lnTo>
                <a:lnTo>
                  <a:pt x="0" y="41416"/>
                </a:lnTo>
                <a:moveTo>
                  <a:pt x="53834" y="33155"/>
                </a:moveTo>
                <a:lnTo>
                  <a:pt x="211122" y="33155"/>
                </a:lnTo>
                <a:moveTo>
                  <a:pt x="53834" y="70412"/>
                </a:moveTo>
                <a:lnTo>
                  <a:pt x="269058" y="70412"/>
                </a:lnTo>
                <a:moveTo>
                  <a:pt x="0" y="115929"/>
                </a:moveTo>
                <a:lnTo>
                  <a:pt x="20679" y="136608"/>
                </a:lnTo>
                <a:lnTo>
                  <a:pt x="0" y="157345"/>
                </a:lnTo>
                <a:moveTo>
                  <a:pt x="53834" y="149027"/>
                </a:moveTo>
                <a:lnTo>
                  <a:pt x="186284" y="149027"/>
                </a:lnTo>
                <a:moveTo>
                  <a:pt x="53834" y="186284"/>
                </a:moveTo>
                <a:lnTo>
                  <a:pt x="252538" y="186284"/>
                </a:lnTo>
              </a:path>
            </a:pathLst>
          </a:custGeom>
          <a:noFill xmlns:a="http://schemas.openxmlformats.org/drawingml/2006/main"/>
          <a:ln xmlns:a="http://schemas.openxmlformats.org/drawingml/2006/main" w="8169">
            <a:solidFill>
              <a:srgbClr val="237F7B"/>
            </a:solidFill>
            <a:prstDash val="solid"/>
          </a:ln>
        </p:spPr>
      </p:sp>
      <p:sp>
        <p:nvSpPr>
          <p:cNvPr id="47" name="path-47">
            <a:extLst xmlns:a="http://schemas.openxmlformats.org/drawingml/2006/main">
              <a:ext uri="{FF2B5EF4-FFF2-40B4-BE49-F238E27FC236}">
                <a16:creationId xmlns:a16="http://schemas.microsoft.com/office/drawing/2014/main" id="{34402248-8D86-4B84-9AFB-5D731F5698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4837" y="6274628"/>
            <a:ext cx="383946" cy="379843"/>
          </a:xfrm>
          <a:custGeom xmlns:a="http://schemas.openxmlformats.org/drawingml/2006/main">
            <a:pathLst>
              <a:path w="389145" h="384986">
                <a:moveTo>
                  <a:pt x="24838" y="0"/>
                </a:moveTo>
                <a:lnTo>
                  <a:pt x="364308" y="0"/>
                </a:lnTo>
                <a:cubicBezTo>
                  <a:pt x="378060" y="0"/>
                  <a:pt x="389145" y="11084"/>
                  <a:pt x="389145" y="24837"/>
                </a:cubicBezTo>
                <a:lnTo>
                  <a:pt x="389145" y="360149"/>
                </a:lnTo>
                <a:cubicBezTo>
                  <a:pt x="389145" y="373902"/>
                  <a:pt x="378060" y="384986"/>
                  <a:pt x="364308" y="384986"/>
                </a:cubicBezTo>
                <a:lnTo>
                  <a:pt x="24838" y="384986"/>
                </a:lnTo>
                <a:cubicBezTo>
                  <a:pt x="11099" y="384986"/>
                  <a:pt x="0" y="373902"/>
                  <a:pt x="0" y="360149"/>
                </a:cubicBezTo>
                <a:lnTo>
                  <a:pt x="0" y="24837"/>
                </a:lnTo>
                <a:cubicBezTo>
                  <a:pt x="0" y="11084"/>
                  <a:pt x="11099" y="0"/>
                  <a:pt x="2483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8169">
            <a:solidFill>
              <a:srgbClr val="78AAA4"/>
            </a:solidFill>
            <a:prstDash val="solid"/>
          </a:ln>
        </p:spPr>
      </p:sp>
      <p:sp>
        <p:nvSpPr>
          <p:cNvPr id="48" name="path-48">
            <a:extLst xmlns:a="http://schemas.openxmlformats.org/drawingml/2006/main">
              <a:ext uri="{FF2B5EF4-FFF2-40B4-BE49-F238E27FC236}">
                <a16:creationId xmlns:a16="http://schemas.microsoft.com/office/drawing/2014/main" id="{23454BD5-BBCA-4335-ABDC-69C191A78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4837" y="6364502"/>
            <a:ext cx="383946" cy="191"/>
          </a:xfrm>
          <a:custGeom xmlns:a="http://schemas.openxmlformats.org/drawingml/2006/main">
            <a:pathLst>
              <a:path w="389145" h="191">
                <a:moveTo>
                  <a:pt x="0" y="0"/>
                </a:moveTo>
                <a:lnTo>
                  <a:pt x="389145" y="0"/>
                </a:lnTo>
              </a:path>
            </a:pathLst>
          </a:custGeom>
          <a:noFill xmlns:a="http://schemas.openxmlformats.org/drawingml/2006/main"/>
          <a:ln xmlns:a="http://schemas.openxmlformats.org/drawingml/2006/main" w="4084">
            <a:solidFill>
              <a:srgbClr val="D4E7E2"/>
            </a:solidFill>
            <a:prstDash val="solid"/>
          </a:ln>
        </p:spPr>
      </p:sp>
      <p:sp>
        <p:nvSpPr>
          <p:cNvPr id="49" name="path-49">
            <a:extLst xmlns:a="http://schemas.openxmlformats.org/drawingml/2006/main">
              <a:ext uri="{FF2B5EF4-FFF2-40B4-BE49-F238E27FC236}">
                <a16:creationId xmlns:a16="http://schemas.microsoft.com/office/drawing/2014/main" id="{8787A682-35C2-4B30-A32F-025B05D61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7549" y="6295030"/>
            <a:ext cx="65312" cy="49012"/>
          </a:xfrm>
          <a:custGeom xmlns:a="http://schemas.openxmlformats.org/drawingml/2006/main">
            <a:pathLst>
              <a:path w="66197" h="49676">
                <a:moveTo>
                  <a:pt x="62095" y="0"/>
                </a:moveTo>
                <a:lnTo>
                  <a:pt x="4102" y="0"/>
                </a:lnTo>
                <a:cubicBezTo>
                  <a:pt x="1831" y="0"/>
                  <a:pt x="0" y="1888"/>
                  <a:pt x="0" y="4158"/>
                </a:cubicBezTo>
                <a:lnTo>
                  <a:pt x="0" y="45574"/>
                </a:lnTo>
                <a:cubicBezTo>
                  <a:pt x="0" y="47845"/>
                  <a:pt x="1831" y="49676"/>
                  <a:pt x="4102" y="49676"/>
                </a:cubicBezTo>
                <a:lnTo>
                  <a:pt x="62095" y="49676"/>
                </a:lnTo>
                <a:cubicBezTo>
                  <a:pt x="64365" y="49676"/>
                  <a:pt x="66197" y="47845"/>
                  <a:pt x="66197" y="45574"/>
                </a:cubicBezTo>
                <a:lnTo>
                  <a:pt x="66197" y="4158"/>
                </a:lnTo>
                <a:cubicBezTo>
                  <a:pt x="66197" y="1888"/>
                  <a:pt x="64365" y="0"/>
                  <a:pt x="62095" y="0"/>
                </a:cubicBezTo>
                <a:moveTo>
                  <a:pt x="16521" y="24838"/>
                </a:moveTo>
                <a:lnTo>
                  <a:pt x="12419" y="24838"/>
                </a:lnTo>
                <a:lnTo>
                  <a:pt x="12419" y="28997"/>
                </a:lnTo>
                <a:lnTo>
                  <a:pt x="8260" y="28997"/>
                </a:lnTo>
                <a:lnTo>
                  <a:pt x="8260" y="24838"/>
                </a:lnTo>
                <a:lnTo>
                  <a:pt x="12419" y="24838"/>
                </a:lnTo>
                <a:lnTo>
                  <a:pt x="12419" y="20736"/>
                </a:lnTo>
                <a:lnTo>
                  <a:pt x="16521" y="20736"/>
                </a:lnTo>
                <a:lnTo>
                  <a:pt x="16521" y="16577"/>
                </a:lnTo>
                <a:lnTo>
                  <a:pt x="12419" y="16577"/>
                </a:lnTo>
                <a:lnTo>
                  <a:pt x="12419" y="12419"/>
                </a:lnTo>
                <a:lnTo>
                  <a:pt x="8260" y="12419"/>
                </a:lnTo>
                <a:lnTo>
                  <a:pt x="8260" y="8317"/>
                </a:lnTo>
                <a:lnTo>
                  <a:pt x="12419" y="8317"/>
                </a:lnTo>
                <a:lnTo>
                  <a:pt x="12419" y="12419"/>
                </a:lnTo>
                <a:lnTo>
                  <a:pt x="16521" y="12419"/>
                </a:lnTo>
                <a:lnTo>
                  <a:pt x="16521" y="16577"/>
                </a:lnTo>
                <a:lnTo>
                  <a:pt x="20679" y="16577"/>
                </a:lnTo>
                <a:lnTo>
                  <a:pt x="20679" y="20736"/>
                </a:lnTo>
                <a:lnTo>
                  <a:pt x="16521" y="20736"/>
                </a:lnTo>
                <a:lnTo>
                  <a:pt x="16521" y="24838"/>
                </a:lnTo>
                <a:moveTo>
                  <a:pt x="20679" y="28997"/>
                </a:moveTo>
                <a:lnTo>
                  <a:pt x="33098" y="28997"/>
                </a:lnTo>
                <a:lnTo>
                  <a:pt x="33098" y="33155"/>
                </a:lnTo>
                <a:lnTo>
                  <a:pt x="20679" y="33155"/>
                </a:lnTo>
                <a:close/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0" name="path-50">
            <a:extLst xmlns:a="http://schemas.openxmlformats.org/drawingml/2006/main">
              <a:ext uri="{FF2B5EF4-FFF2-40B4-BE49-F238E27FC236}">
                <a16:creationId xmlns:a16="http://schemas.microsoft.com/office/drawing/2014/main" id="{CBCF1E5E-745B-48DC-8C09-F1E34A0CD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48909" y="6274628"/>
            <a:ext cx="81724" cy="81667"/>
          </a:xfrm>
          <a:custGeom xmlns:a="http://schemas.openxmlformats.org/drawingml/2006/main">
            <a:pathLst>
              <a:path w="82831" h="82773">
                <a:moveTo>
                  <a:pt x="82831" y="41415"/>
                </a:moveTo>
                <a:cubicBezTo>
                  <a:pt x="82831" y="64252"/>
                  <a:pt x="64266" y="82773"/>
                  <a:pt x="41415" y="82773"/>
                </a:cubicBezTo>
                <a:cubicBezTo>
                  <a:pt x="18578" y="82773"/>
                  <a:pt x="0" y="64252"/>
                  <a:pt x="0" y="41415"/>
                </a:cubicBezTo>
                <a:cubicBezTo>
                  <a:pt x="0" y="18522"/>
                  <a:pt x="18578" y="0"/>
                  <a:pt x="41415" y="0"/>
                </a:cubicBezTo>
                <a:cubicBezTo>
                  <a:pt x="64266" y="0"/>
                  <a:pt x="82831" y="18522"/>
                  <a:pt x="82831" y="41415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1" name="path-51">
            <a:extLst xmlns:a="http://schemas.openxmlformats.org/drawingml/2006/main">
              <a:ext uri="{FF2B5EF4-FFF2-40B4-BE49-F238E27FC236}">
                <a16:creationId xmlns:a16="http://schemas.microsoft.com/office/drawing/2014/main" id="{96BDB153-ECC3-44B7-AF8D-FB9C2C05E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65265" y="6295030"/>
            <a:ext cx="49012" cy="36759"/>
          </a:xfrm>
          <a:custGeom xmlns:a="http://schemas.openxmlformats.org/drawingml/2006/main">
            <a:pathLst>
              <a:path w="49676" h="37257">
                <a:moveTo>
                  <a:pt x="0" y="20736"/>
                </a:moveTo>
                <a:lnTo>
                  <a:pt x="16577" y="37257"/>
                </a:lnTo>
                <a:lnTo>
                  <a:pt x="49676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253">
            <a:solidFill>
              <a:srgbClr val="32724F"/>
            </a:solidFill>
            <a:prstDash val="solid"/>
          </a:ln>
        </p:spPr>
      </p:sp>
      <p:sp>
        <p:nvSpPr>
          <p:cNvPr id="52" name="path-52">
            <a:extLst xmlns:a="http://schemas.openxmlformats.org/drawingml/2006/main">
              <a:ext uri="{FF2B5EF4-FFF2-40B4-BE49-F238E27FC236}">
                <a16:creationId xmlns:a16="http://schemas.microsoft.com/office/drawing/2014/main" id="{320603DB-C8AE-4007-84E5-1CBE08C7D6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3848" y="6417560"/>
            <a:ext cx="265520" cy="183795"/>
          </a:xfrm>
          <a:custGeom xmlns:a="http://schemas.openxmlformats.org/drawingml/2006/main">
            <a:pathLst>
              <a:path w="269115" h="186284">
                <a:moveTo>
                  <a:pt x="0" y="0"/>
                </a:moveTo>
                <a:lnTo>
                  <a:pt x="20736" y="20736"/>
                </a:lnTo>
                <a:lnTo>
                  <a:pt x="0" y="41415"/>
                </a:lnTo>
                <a:moveTo>
                  <a:pt x="53834" y="33155"/>
                </a:moveTo>
                <a:lnTo>
                  <a:pt x="211122" y="33155"/>
                </a:lnTo>
                <a:moveTo>
                  <a:pt x="53834" y="70412"/>
                </a:moveTo>
                <a:lnTo>
                  <a:pt x="269115" y="70412"/>
                </a:lnTo>
                <a:moveTo>
                  <a:pt x="0" y="115929"/>
                </a:moveTo>
                <a:lnTo>
                  <a:pt x="20736" y="136608"/>
                </a:lnTo>
                <a:lnTo>
                  <a:pt x="0" y="157344"/>
                </a:lnTo>
                <a:moveTo>
                  <a:pt x="53834" y="149027"/>
                </a:moveTo>
                <a:lnTo>
                  <a:pt x="186284" y="149027"/>
                </a:lnTo>
                <a:moveTo>
                  <a:pt x="53834" y="186284"/>
                </a:moveTo>
                <a:lnTo>
                  <a:pt x="252538" y="186284"/>
                </a:lnTo>
              </a:path>
            </a:pathLst>
          </a:custGeom>
          <a:noFill xmlns:a="http://schemas.openxmlformats.org/drawingml/2006/main"/>
          <a:ln xmlns:a="http://schemas.openxmlformats.org/drawingml/2006/main" w="8169">
            <a:solidFill>
              <a:srgbClr val="237F7B"/>
            </a:solidFill>
            <a:prstDash val="solid"/>
          </a:ln>
        </p:spPr>
      </p:sp>
      <p:sp>
        <p:nvSpPr>
          <p:cNvPr id="53" name="path-53">
            <a:extLst xmlns:a="http://schemas.openxmlformats.org/drawingml/2006/main">
              <a:ext uri="{FF2B5EF4-FFF2-40B4-BE49-F238E27FC236}">
                <a16:creationId xmlns:a16="http://schemas.microsoft.com/office/drawing/2014/main" id="{6CD637C8-2C3F-4295-BC67-E71D4AD4D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13338" y="1572973"/>
            <a:ext cx="14703611" cy="7141754"/>
          </a:xfrm>
          <a:custGeom xmlns:a="http://schemas.openxmlformats.org/drawingml/2006/main">
            <a:pathLst>
              <a:path w="14902723" h="7238465">
                <a:moveTo>
                  <a:pt x="159672" y="0"/>
                </a:moveTo>
                <a:lnTo>
                  <a:pt x="14743048" y="0"/>
                </a:lnTo>
                <a:cubicBezTo>
                  <a:pt x="14831529" y="0"/>
                  <a:pt x="14902723" y="71193"/>
                  <a:pt x="14902723" y="159672"/>
                </a:cubicBezTo>
                <a:lnTo>
                  <a:pt x="14902723" y="7078793"/>
                </a:lnTo>
                <a:cubicBezTo>
                  <a:pt x="14902723" y="7167272"/>
                  <a:pt x="14831529" y="7238465"/>
                  <a:pt x="14743048" y="7238465"/>
                </a:cubicBezTo>
                <a:lnTo>
                  <a:pt x="159672" y="7238465"/>
                </a:lnTo>
                <a:cubicBezTo>
                  <a:pt x="71192" y="7238465"/>
                  <a:pt x="0" y="7167272"/>
                  <a:pt x="0" y="7078793"/>
                </a:cubicBezTo>
                <a:lnTo>
                  <a:pt x="0" y="159672"/>
                </a:lnTo>
                <a:cubicBezTo>
                  <a:pt x="0" y="71193"/>
                  <a:pt x="71192" y="0"/>
                  <a:pt x="159672" y="0"/>
                </a:cubicBezTo>
              </a:path>
            </a:pathLst>
          </a:custGeom>
          <a:solidFill xmlns:a="http://schemas.openxmlformats.org/drawingml/2006/main">
            <a:srgbClr val="F7F3FA"/>
          </a:solidFill>
          <a:ln xmlns:a="http://schemas.openxmlformats.org/drawingml/2006/main" w="21005">
            <a:solidFill>
              <a:srgbClr val="B5A1CC"/>
            </a:solidFill>
            <a:prstDash val="solid"/>
          </a:ln>
        </p:spPr>
      </p:sp>
      <p:sp>
        <p:nvSpPr>
          <p:cNvPr id="54" name="path-54">
            <a:extLst xmlns:a="http://schemas.openxmlformats.org/drawingml/2006/main">
              <a:ext uri="{FF2B5EF4-FFF2-40B4-BE49-F238E27FC236}">
                <a16:creationId xmlns:a16="http://schemas.microsoft.com/office/drawing/2014/main" id="{225397B6-F9FA-48D1-8302-FA54D8D9A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13338" y="1572973"/>
            <a:ext cx="14703611" cy="462114"/>
          </a:xfrm>
          <a:custGeom xmlns:a="http://schemas.openxmlformats.org/drawingml/2006/main">
            <a:pathLst>
              <a:path w="14902723" h="468372">
                <a:moveTo>
                  <a:pt x="159672" y="0"/>
                </a:moveTo>
                <a:lnTo>
                  <a:pt x="14743048" y="0"/>
                </a:lnTo>
                <a:cubicBezTo>
                  <a:pt x="14849497" y="0"/>
                  <a:pt x="14902723" y="53224"/>
                  <a:pt x="14902723" y="159672"/>
                </a:cubicBezTo>
                <a:lnTo>
                  <a:pt x="14902723" y="468372"/>
                </a:lnTo>
                <a:lnTo>
                  <a:pt x="0" y="468372"/>
                </a:lnTo>
                <a:lnTo>
                  <a:pt x="0" y="159672"/>
                </a:lnTo>
                <a:cubicBezTo>
                  <a:pt x="0" y="53224"/>
                  <a:pt x="53224" y="0"/>
                  <a:pt x="159672" y="0"/>
                </a:cubicBezTo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5" name="path-55">
            <a:extLst xmlns:a="http://schemas.openxmlformats.org/drawingml/2006/main">
              <a:ext uri="{FF2B5EF4-FFF2-40B4-BE49-F238E27FC236}">
                <a16:creationId xmlns:a16="http://schemas.microsoft.com/office/drawing/2014/main" id="{974670D3-C3F8-4F3D-ACBC-AAB9DE5AF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12887" y="1685869"/>
            <a:ext cx="315077" cy="236322"/>
          </a:xfrm>
          <a:custGeom xmlns:a="http://schemas.openxmlformats.org/drawingml/2006/main">
            <a:pathLst>
              <a:path w="319344" h="239522">
                <a:moveTo>
                  <a:pt x="299388" y="0"/>
                </a:moveTo>
                <a:lnTo>
                  <a:pt x="19956" y="0"/>
                </a:lnTo>
                <a:cubicBezTo>
                  <a:pt x="8928" y="0"/>
                  <a:pt x="0" y="8927"/>
                  <a:pt x="0" y="19970"/>
                </a:cubicBezTo>
                <a:lnTo>
                  <a:pt x="0" y="219552"/>
                </a:lnTo>
                <a:cubicBezTo>
                  <a:pt x="0" y="230595"/>
                  <a:pt x="8928" y="239522"/>
                  <a:pt x="19956" y="239522"/>
                </a:cubicBezTo>
                <a:lnTo>
                  <a:pt x="299388" y="239522"/>
                </a:lnTo>
                <a:cubicBezTo>
                  <a:pt x="310417" y="239522"/>
                  <a:pt x="319344" y="230595"/>
                  <a:pt x="319344" y="219552"/>
                </a:cubicBezTo>
                <a:lnTo>
                  <a:pt x="319344" y="19970"/>
                </a:lnTo>
                <a:cubicBezTo>
                  <a:pt x="319344" y="8927"/>
                  <a:pt x="310417" y="0"/>
                  <a:pt x="299388" y="0"/>
                </a:cubicBezTo>
                <a:moveTo>
                  <a:pt x="79836" y="119761"/>
                </a:moveTo>
                <a:lnTo>
                  <a:pt x="59880" y="119761"/>
                </a:lnTo>
                <a:lnTo>
                  <a:pt x="59880" y="139716"/>
                </a:lnTo>
                <a:lnTo>
                  <a:pt x="39911" y="139716"/>
                </a:lnTo>
                <a:lnTo>
                  <a:pt x="39911" y="119761"/>
                </a:lnTo>
                <a:lnTo>
                  <a:pt x="59880" y="119761"/>
                </a:lnTo>
                <a:lnTo>
                  <a:pt x="59880" y="99806"/>
                </a:lnTo>
                <a:lnTo>
                  <a:pt x="79836" y="99806"/>
                </a:lnTo>
                <a:lnTo>
                  <a:pt x="79836" y="79850"/>
                </a:lnTo>
                <a:lnTo>
                  <a:pt x="59880" y="79850"/>
                </a:lnTo>
                <a:lnTo>
                  <a:pt x="59880" y="59880"/>
                </a:lnTo>
                <a:lnTo>
                  <a:pt x="39911" y="59880"/>
                </a:lnTo>
                <a:lnTo>
                  <a:pt x="39911" y="39925"/>
                </a:lnTo>
                <a:lnTo>
                  <a:pt x="59880" y="39925"/>
                </a:lnTo>
                <a:lnTo>
                  <a:pt x="59880" y="59880"/>
                </a:lnTo>
                <a:lnTo>
                  <a:pt x="79836" y="59880"/>
                </a:lnTo>
                <a:lnTo>
                  <a:pt x="79836" y="79850"/>
                </a:lnTo>
                <a:lnTo>
                  <a:pt x="99792" y="79850"/>
                </a:lnTo>
                <a:lnTo>
                  <a:pt x="99792" y="99806"/>
                </a:lnTo>
                <a:lnTo>
                  <a:pt x="79836" y="99806"/>
                </a:lnTo>
                <a:lnTo>
                  <a:pt x="79836" y="119761"/>
                </a:lnTo>
                <a:moveTo>
                  <a:pt x="99792" y="139716"/>
                </a:moveTo>
                <a:lnTo>
                  <a:pt x="159672" y="139716"/>
                </a:lnTo>
                <a:lnTo>
                  <a:pt x="159672" y="159672"/>
                </a:lnTo>
                <a:lnTo>
                  <a:pt x="99792" y="159672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6" name="path-56">
            <a:extLst xmlns:a="http://schemas.openxmlformats.org/drawingml/2006/main">
              <a:ext uri="{FF2B5EF4-FFF2-40B4-BE49-F238E27FC236}">
                <a16:creationId xmlns:a16="http://schemas.microsoft.com/office/drawing/2014/main" id="{5093ABC2-32E9-4ACB-8C05-2BCFE3479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2384" y="2203127"/>
            <a:ext cx="2940722" cy="2478609"/>
          </a:xfrm>
          <a:custGeom xmlns:a="http://schemas.openxmlformats.org/drawingml/2006/main">
            <a:pathLst>
              <a:path w="2980545" h="2512173">
                <a:moveTo>
                  <a:pt x="106448" y="0"/>
                </a:moveTo>
                <a:lnTo>
                  <a:pt x="2874096" y="0"/>
                </a:lnTo>
                <a:cubicBezTo>
                  <a:pt x="2933083" y="0"/>
                  <a:pt x="2980545" y="47462"/>
                  <a:pt x="2980545" y="106448"/>
                </a:cubicBezTo>
                <a:lnTo>
                  <a:pt x="2980545" y="2405725"/>
                </a:lnTo>
                <a:cubicBezTo>
                  <a:pt x="2980545" y="2464712"/>
                  <a:pt x="2933083" y="2512173"/>
                  <a:pt x="2874096" y="2512173"/>
                </a:cubicBezTo>
                <a:lnTo>
                  <a:pt x="106448" y="2512173"/>
                </a:lnTo>
                <a:cubicBezTo>
                  <a:pt x="47462" y="2512173"/>
                  <a:pt x="0" y="2464712"/>
                  <a:pt x="0" y="2405725"/>
                </a:cubicBezTo>
                <a:lnTo>
                  <a:pt x="0" y="106448"/>
                </a:lnTo>
                <a:cubicBezTo>
                  <a:pt x="0" y="47462"/>
                  <a:pt x="47462" y="0"/>
                  <a:pt x="10644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path-57">
            <a:extLst xmlns:a="http://schemas.openxmlformats.org/drawingml/2006/main">
              <a:ext uri="{FF2B5EF4-FFF2-40B4-BE49-F238E27FC236}">
                <a16:creationId xmlns:a16="http://schemas.microsoft.com/office/drawing/2014/main" id="{B73BEE93-93A9-4B55-8576-47C84C4E5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7288" y="2203127"/>
            <a:ext cx="2930915" cy="73518"/>
          </a:xfrm>
          <a:custGeom xmlns:a="http://schemas.openxmlformats.org/drawingml/2006/main">
            <a:pathLst>
              <a:path w="2970604" h="74514">
                <a:moveTo>
                  <a:pt x="2970604" y="74514"/>
                </a:moveTo>
                <a:lnTo>
                  <a:pt x="2970167" y="72727"/>
                </a:lnTo>
                <a:lnTo>
                  <a:pt x="2963730" y="57442"/>
                </a:lnTo>
                <a:lnTo>
                  <a:pt x="2955093" y="43496"/>
                </a:lnTo>
                <a:lnTo>
                  <a:pt x="2944470" y="31104"/>
                </a:lnTo>
                <a:lnTo>
                  <a:pt x="2932078" y="20482"/>
                </a:lnTo>
                <a:lnTo>
                  <a:pt x="2918132" y="11844"/>
                </a:lnTo>
                <a:lnTo>
                  <a:pt x="2902848" y="5408"/>
                </a:lnTo>
                <a:lnTo>
                  <a:pt x="2886440" y="1388"/>
                </a:lnTo>
                <a:lnTo>
                  <a:pt x="2869126" y="0"/>
                </a:lnTo>
                <a:lnTo>
                  <a:pt x="101478" y="0"/>
                </a:lnTo>
                <a:lnTo>
                  <a:pt x="84164" y="1388"/>
                </a:lnTo>
                <a:lnTo>
                  <a:pt x="67757" y="5408"/>
                </a:lnTo>
                <a:lnTo>
                  <a:pt x="52472" y="11844"/>
                </a:lnTo>
                <a:lnTo>
                  <a:pt x="38526" y="20482"/>
                </a:lnTo>
                <a:lnTo>
                  <a:pt x="26134" y="31104"/>
                </a:lnTo>
                <a:lnTo>
                  <a:pt x="15512" y="43496"/>
                </a:lnTo>
                <a:lnTo>
                  <a:pt x="6874" y="57442"/>
                </a:lnTo>
                <a:lnTo>
                  <a:pt x="438" y="72727"/>
                </a:lnTo>
                <a:lnTo>
                  <a:pt x="0" y="74514"/>
                </a:lnTo>
                <a:lnTo>
                  <a:pt x="2970604" y="74514"/>
                </a:lnTo>
                <a:close/>
              </a:path>
            </a:pathLst>
          </a:custGeom>
          <a:solidFill xmlns:a="http://schemas.openxmlformats.org/drawingml/2006/main">
            <a:srgbClr val="C0695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8" name="path-58">
            <a:extLst xmlns:a="http://schemas.openxmlformats.org/drawingml/2006/main">
              <a:ext uri="{FF2B5EF4-FFF2-40B4-BE49-F238E27FC236}">
                <a16:creationId xmlns:a16="http://schemas.microsoft.com/office/drawing/2014/main" id="{2F2C0476-3010-4885-8C77-663D788C1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2384" y="2203127"/>
            <a:ext cx="2940722" cy="2478609"/>
          </a:xfrm>
          <a:custGeom xmlns:a="http://schemas.openxmlformats.org/drawingml/2006/main">
            <a:pathLst>
              <a:path w="2980545" h="2512173">
                <a:moveTo>
                  <a:pt x="106448" y="0"/>
                </a:moveTo>
                <a:lnTo>
                  <a:pt x="2874096" y="0"/>
                </a:lnTo>
                <a:cubicBezTo>
                  <a:pt x="2933083" y="0"/>
                  <a:pt x="2980545" y="47462"/>
                  <a:pt x="2980545" y="106448"/>
                </a:cubicBezTo>
                <a:lnTo>
                  <a:pt x="2980545" y="2405725"/>
                </a:lnTo>
                <a:cubicBezTo>
                  <a:pt x="2980545" y="2464712"/>
                  <a:pt x="2933083" y="2512173"/>
                  <a:pt x="2874096" y="2512173"/>
                </a:cubicBezTo>
                <a:lnTo>
                  <a:pt x="106448" y="2512173"/>
                </a:lnTo>
                <a:cubicBezTo>
                  <a:pt x="47462" y="2512173"/>
                  <a:pt x="0" y="2464712"/>
                  <a:pt x="0" y="2405725"/>
                </a:cubicBezTo>
                <a:lnTo>
                  <a:pt x="0" y="106448"/>
                </a:lnTo>
                <a:cubicBezTo>
                  <a:pt x="0" y="47462"/>
                  <a:pt x="47462" y="0"/>
                  <a:pt x="106448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D9CFE4"/>
            </a:solidFill>
            <a:prstDash val="solid"/>
          </a:ln>
        </p:spPr>
      </p:sp>
      <p:sp>
        <p:nvSpPr>
          <p:cNvPr id="59" name="path-59">
            <a:extLst xmlns:a="http://schemas.openxmlformats.org/drawingml/2006/main">
              <a:ext uri="{FF2B5EF4-FFF2-40B4-BE49-F238E27FC236}">
                <a16:creationId xmlns:a16="http://schemas.microsoft.com/office/drawing/2014/main" id="{F1F713C4-64F7-40A1-A1CB-0E7997F39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50839" y="2329158"/>
            <a:ext cx="987242" cy="315077"/>
          </a:xfrm>
          <a:custGeom xmlns:a="http://schemas.openxmlformats.org/drawingml/2006/main">
            <a:pathLst>
              <a:path w="1000611" h="319344">
                <a:moveTo>
                  <a:pt x="63868" y="0"/>
                </a:moveTo>
                <a:lnTo>
                  <a:pt x="936742" y="0"/>
                </a:lnTo>
                <a:cubicBezTo>
                  <a:pt x="972111" y="0"/>
                  <a:pt x="1000611" y="28500"/>
                  <a:pt x="1000611" y="63869"/>
                </a:cubicBezTo>
                <a:lnTo>
                  <a:pt x="1000611" y="255475"/>
                </a:lnTo>
                <a:cubicBezTo>
                  <a:pt x="1000611" y="290844"/>
                  <a:pt x="972111" y="319344"/>
                  <a:pt x="936742" y="319344"/>
                </a:cubicBezTo>
                <a:lnTo>
                  <a:pt x="63868" y="319344"/>
                </a:lnTo>
                <a:cubicBezTo>
                  <a:pt x="28499" y="319344"/>
                  <a:pt x="0" y="290844"/>
                  <a:pt x="0" y="255475"/>
                </a:cubicBezTo>
                <a:lnTo>
                  <a:pt x="0" y="63869"/>
                </a:lnTo>
                <a:cubicBezTo>
                  <a:pt x="0" y="28500"/>
                  <a:pt x="28499" y="0"/>
                  <a:pt x="63868" y="0"/>
                </a:cubicBezTo>
              </a:path>
            </a:pathLst>
          </a:custGeom>
          <a:solidFill xmlns:a="http://schemas.openxmlformats.org/drawingml/2006/main">
            <a:srgbClr val="F8E9E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0" name="path-60">
            <a:extLst xmlns:a="http://schemas.openxmlformats.org/drawingml/2006/main">
              <a:ext uri="{FF2B5EF4-FFF2-40B4-BE49-F238E27FC236}">
                <a16:creationId xmlns:a16="http://schemas.microsoft.com/office/drawing/2014/main" id="{C8779B36-DFFE-44E0-8EBF-2C4DCBE94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6457" y="2770267"/>
            <a:ext cx="1575387" cy="966237"/>
          </a:xfrm>
          <a:custGeom xmlns:a="http://schemas.openxmlformats.org/drawingml/2006/main">
            <a:pathLst>
              <a:path w="1596720" h="979322">
                <a:moveTo>
                  <a:pt x="95803" y="0"/>
                </a:moveTo>
                <a:lnTo>
                  <a:pt x="1500917" y="0"/>
                </a:lnTo>
                <a:cubicBezTo>
                  <a:pt x="1553971" y="0"/>
                  <a:pt x="1596720" y="42750"/>
                  <a:pt x="1596720" y="95804"/>
                </a:cubicBezTo>
                <a:lnTo>
                  <a:pt x="1596720" y="883519"/>
                </a:lnTo>
                <a:cubicBezTo>
                  <a:pt x="1596720" y="936572"/>
                  <a:pt x="1553971" y="979322"/>
                  <a:pt x="1500917" y="979322"/>
                </a:cubicBezTo>
                <a:lnTo>
                  <a:pt x="95803" y="979322"/>
                </a:lnTo>
                <a:cubicBezTo>
                  <a:pt x="42749" y="979322"/>
                  <a:pt x="0" y="936572"/>
                  <a:pt x="0" y="883519"/>
                </a:cubicBezTo>
                <a:lnTo>
                  <a:pt x="0" y="95804"/>
                </a:lnTo>
                <a:cubicBezTo>
                  <a:pt x="0" y="42750"/>
                  <a:pt x="42749" y="0"/>
                  <a:pt x="95803" y="0"/>
                </a:cubicBezTo>
              </a:path>
            </a:pathLst>
          </a:custGeom>
          <a:solidFill xmlns:a="http://schemas.openxmlformats.org/drawingml/2006/main">
            <a:srgbClr val="2B2338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1" name="path-61">
            <a:extLst xmlns:a="http://schemas.openxmlformats.org/drawingml/2006/main">
              <a:ext uri="{FF2B5EF4-FFF2-40B4-BE49-F238E27FC236}">
                <a16:creationId xmlns:a16="http://schemas.microsoft.com/office/drawing/2014/main" id="{D5CC6833-E102-4B08-B2E2-A05C6C2FF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96457" y="2770267"/>
            <a:ext cx="1575387" cy="210052"/>
          </a:xfrm>
          <a:custGeom xmlns:a="http://schemas.openxmlformats.org/drawingml/2006/main">
            <a:pathLst>
              <a:path w="1596720" h="212896">
                <a:moveTo>
                  <a:pt x="0" y="95804"/>
                </a:moveTo>
                <a:cubicBezTo>
                  <a:pt x="0" y="31935"/>
                  <a:pt x="31934" y="0"/>
                  <a:pt x="95803" y="0"/>
                </a:cubicBezTo>
                <a:lnTo>
                  <a:pt x="1500917" y="0"/>
                </a:lnTo>
                <a:cubicBezTo>
                  <a:pt x="1564785" y="0"/>
                  <a:pt x="1596720" y="31935"/>
                  <a:pt x="1596720" y="95804"/>
                </a:cubicBezTo>
                <a:lnTo>
                  <a:pt x="1596720" y="212896"/>
                </a:lnTo>
                <a:lnTo>
                  <a:pt x="0" y="212896"/>
                </a:lnTo>
                <a:lnTo>
                  <a:pt x="0" y="95804"/>
                </a:lnTo>
              </a:path>
            </a:pathLst>
          </a:custGeom>
          <a:solidFill xmlns:a="http://schemas.openxmlformats.org/drawingml/2006/main">
            <a:srgbClr val="473B57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2" name="path-62">
            <a:extLst xmlns:a="http://schemas.openxmlformats.org/drawingml/2006/main">
              <a:ext uri="{FF2B5EF4-FFF2-40B4-BE49-F238E27FC236}">
                <a16:creationId xmlns:a16="http://schemas.microsoft.com/office/drawing/2014/main" id="{29EA4741-6E57-4E13-BFDB-602ADE36D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5729" y="2838533"/>
            <a:ext cx="73518" cy="73518"/>
          </a:xfrm>
          <a:custGeom xmlns:a="http://schemas.openxmlformats.org/drawingml/2006/main">
            <a:pathLst>
              <a:path w="74514" h="74514">
                <a:moveTo>
                  <a:pt x="74514" y="37257"/>
                </a:moveTo>
                <a:cubicBezTo>
                  <a:pt x="74514" y="57822"/>
                  <a:pt x="57822" y="74514"/>
                  <a:pt x="37257" y="74514"/>
                </a:cubicBezTo>
                <a:cubicBezTo>
                  <a:pt x="16691" y="74514"/>
                  <a:pt x="0" y="57822"/>
                  <a:pt x="0" y="37257"/>
                </a:cubicBezTo>
                <a:cubicBezTo>
                  <a:pt x="0" y="16691"/>
                  <a:pt x="16691" y="0"/>
                  <a:pt x="37257" y="0"/>
                </a:cubicBezTo>
                <a:cubicBezTo>
                  <a:pt x="57822" y="0"/>
                  <a:pt x="74514" y="16691"/>
                  <a:pt x="74514" y="37257"/>
                </a:cubicBezTo>
              </a:path>
            </a:pathLst>
          </a:custGeom>
          <a:solidFill xmlns:a="http://schemas.openxmlformats.org/drawingml/2006/main">
            <a:srgbClr val="C8B6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3" name="path-63">
            <a:extLst xmlns:a="http://schemas.openxmlformats.org/drawingml/2006/main">
              <a:ext uri="{FF2B5EF4-FFF2-40B4-BE49-F238E27FC236}">
                <a16:creationId xmlns:a16="http://schemas.microsoft.com/office/drawing/2014/main" id="{09AEF34A-BBE3-4DEF-AF66-4011C61C5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11760" y="2838533"/>
            <a:ext cx="73518" cy="73518"/>
          </a:xfrm>
          <a:custGeom xmlns:a="http://schemas.openxmlformats.org/drawingml/2006/main">
            <a:pathLst>
              <a:path w="74514" h="74514">
                <a:moveTo>
                  <a:pt x="74514" y="37257"/>
                </a:moveTo>
                <a:cubicBezTo>
                  <a:pt x="74514" y="57822"/>
                  <a:pt x="57823" y="74514"/>
                  <a:pt x="37257" y="74514"/>
                </a:cubicBezTo>
                <a:cubicBezTo>
                  <a:pt x="16691" y="74514"/>
                  <a:pt x="0" y="57822"/>
                  <a:pt x="0" y="37257"/>
                </a:cubicBezTo>
                <a:cubicBezTo>
                  <a:pt x="0" y="16691"/>
                  <a:pt x="16691" y="0"/>
                  <a:pt x="37257" y="0"/>
                </a:cubicBezTo>
                <a:cubicBezTo>
                  <a:pt x="57823" y="0"/>
                  <a:pt x="74514" y="16691"/>
                  <a:pt x="74514" y="37257"/>
                </a:cubicBezTo>
              </a:path>
            </a:pathLst>
          </a:custGeom>
          <a:solidFill xmlns:a="http://schemas.openxmlformats.org/drawingml/2006/main">
            <a:srgbClr val="C8B6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4" name="path-64">
            <a:extLst xmlns:a="http://schemas.openxmlformats.org/drawingml/2006/main">
              <a:ext uri="{FF2B5EF4-FFF2-40B4-BE49-F238E27FC236}">
                <a16:creationId xmlns:a16="http://schemas.microsoft.com/office/drawing/2014/main" id="{AAEE49C1-DDE8-4AC1-853A-5C7C39C5C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37790" y="2838533"/>
            <a:ext cx="73518" cy="73518"/>
          </a:xfrm>
          <a:custGeom xmlns:a="http://schemas.openxmlformats.org/drawingml/2006/main">
            <a:pathLst>
              <a:path w="74514" h="74514">
                <a:moveTo>
                  <a:pt x="74514" y="37257"/>
                </a:moveTo>
                <a:cubicBezTo>
                  <a:pt x="74514" y="57822"/>
                  <a:pt x="57822" y="74514"/>
                  <a:pt x="37257" y="74514"/>
                </a:cubicBezTo>
                <a:cubicBezTo>
                  <a:pt x="16691" y="74514"/>
                  <a:pt x="0" y="57822"/>
                  <a:pt x="0" y="37257"/>
                </a:cubicBezTo>
                <a:cubicBezTo>
                  <a:pt x="0" y="16691"/>
                  <a:pt x="16691" y="0"/>
                  <a:pt x="37257" y="0"/>
                </a:cubicBezTo>
                <a:cubicBezTo>
                  <a:pt x="57822" y="0"/>
                  <a:pt x="74514" y="16691"/>
                  <a:pt x="74514" y="37257"/>
                </a:cubicBezTo>
              </a:path>
            </a:pathLst>
          </a:custGeom>
          <a:solidFill xmlns:a="http://schemas.openxmlformats.org/drawingml/2006/main">
            <a:srgbClr val="C8B6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65" name="path-65">
            <a:extLst xmlns:a="http://schemas.openxmlformats.org/drawingml/2006/main">
              <a:ext uri="{FF2B5EF4-FFF2-40B4-BE49-F238E27FC236}">
                <a16:creationId xmlns:a16="http://schemas.microsoft.com/office/drawing/2014/main" id="{2BF7352C-5DC2-44C3-9E5A-0EFB668FF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3493" y="3190370"/>
            <a:ext cx="903221" cy="336082"/>
          </a:xfrm>
          <a:custGeom xmlns:a="http://schemas.openxmlformats.org/drawingml/2006/main">
            <a:pathLst>
              <a:path w="915453" h="340633">
                <a:moveTo>
                  <a:pt x="0" y="0"/>
                </a:moveTo>
                <a:lnTo>
                  <a:pt x="638688" y="0"/>
                </a:lnTo>
                <a:moveTo>
                  <a:pt x="0" y="170317"/>
                </a:moveTo>
                <a:lnTo>
                  <a:pt x="915453" y="170317"/>
                </a:lnTo>
                <a:moveTo>
                  <a:pt x="0" y="340633"/>
                </a:moveTo>
                <a:lnTo>
                  <a:pt x="425792" y="340633"/>
                </a:lnTo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52513">
            <a:solidFill>
              <a:srgbClr val="6E6480"/>
            </a:solidFill>
            <a:prstDash val="solid"/>
          </a:ln>
        </p:spPr>
      </p:sp>
      <p:sp>
        <p:nvSpPr>
          <p:cNvPr id="66" name="path-66">
            <a:extLst xmlns:a="http://schemas.openxmlformats.org/drawingml/2006/main">
              <a:ext uri="{FF2B5EF4-FFF2-40B4-BE49-F238E27FC236}">
                <a16:creationId xmlns:a16="http://schemas.microsoft.com/office/drawing/2014/main" id="{62D6C905-9CB8-4428-9000-BC8E69F35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26520" y="3291181"/>
            <a:ext cx="302502" cy="302502"/>
          </a:xfrm>
          <a:custGeom xmlns:a="http://schemas.openxmlformats.org/drawingml/2006/main">
            <a:pathLst>
              <a:path w="306599" h="306598">
                <a:moveTo>
                  <a:pt x="306599" y="153299"/>
                </a:moveTo>
                <a:cubicBezTo>
                  <a:pt x="306599" y="237961"/>
                  <a:pt x="237961" y="306598"/>
                  <a:pt x="153300" y="306598"/>
                </a:cubicBezTo>
                <a:cubicBezTo>
                  <a:pt x="68638" y="306598"/>
                  <a:pt x="0" y="237961"/>
                  <a:pt x="0" y="153299"/>
                </a:cubicBezTo>
                <a:cubicBezTo>
                  <a:pt x="0" y="68637"/>
                  <a:pt x="68638" y="0"/>
                  <a:pt x="153300" y="0"/>
                </a:cubicBezTo>
                <a:cubicBezTo>
                  <a:pt x="237961" y="0"/>
                  <a:pt x="306599" y="68637"/>
                  <a:pt x="306599" y="153299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32768">
            <a:solidFill>
              <a:srgbClr val="B65345"/>
            </a:solidFill>
            <a:prstDash val="solid"/>
          </a:ln>
        </p:spPr>
      </p:sp>
      <p:sp>
        <p:nvSpPr>
          <p:cNvPr id="67" name="path-67">
            <a:extLst xmlns:a="http://schemas.openxmlformats.org/drawingml/2006/main">
              <a:ext uri="{FF2B5EF4-FFF2-40B4-BE49-F238E27FC236}">
                <a16:creationId xmlns:a16="http://schemas.microsoft.com/office/drawing/2014/main" id="{87A8AF9E-E690-486C-9442-751FC9F47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77772" y="3354196"/>
            <a:ext cx="63015" cy="126031"/>
          </a:xfrm>
          <a:custGeom xmlns:a="http://schemas.openxmlformats.org/drawingml/2006/main">
            <a:pathLst>
              <a:path w="63868" h="127738">
                <a:moveTo>
                  <a:pt x="0" y="0"/>
                </a:moveTo>
                <a:lnTo>
                  <a:pt x="0" y="89430"/>
                </a:lnTo>
                <a:lnTo>
                  <a:pt x="63868" y="127738"/>
                </a:lnTo>
              </a:path>
            </a:pathLst>
          </a:custGeom>
          <a:noFill xmlns:a="http://schemas.openxmlformats.org/drawingml/2006/main"/>
          <a:ln xmlns:a="http://schemas.openxmlformats.org/drawingml/2006/main" w="32768">
            <a:solidFill>
              <a:srgbClr val="B65345"/>
            </a:solidFill>
            <a:prstDash val="solid"/>
          </a:ln>
        </p:spPr>
      </p:sp>
      <p:sp>
        <p:nvSpPr>
          <p:cNvPr id="68" name="path-68">
            <a:extLst xmlns:a="http://schemas.openxmlformats.org/drawingml/2006/main">
              <a:ext uri="{FF2B5EF4-FFF2-40B4-BE49-F238E27FC236}">
                <a16:creationId xmlns:a16="http://schemas.microsoft.com/office/drawing/2014/main" id="{2128E9DF-B8A6-4DF9-8D63-89DF0B81D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15019" y="2655452"/>
            <a:ext cx="313649" cy="313649"/>
          </a:xfrm>
          <a:custGeom xmlns:a="http://schemas.openxmlformats.org/drawingml/2006/main">
            <a:pathLst>
              <a:path w="317897" h="317896">
                <a:moveTo>
                  <a:pt x="317897" y="158948"/>
                </a:moveTo>
                <a:cubicBezTo>
                  <a:pt x="317897" y="246775"/>
                  <a:pt x="246775" y="317896"/>
                  <a:pt x="158948" y="317896"/>
                </a:cubicBezTo>
                <a:cubicBezTo>
                  <a:pt x="71122" y="317896"/>
                  <a:pt x="0" y="246775"/>
                  <a:pt x="0" y="158948"/>
                </a:cubicBezTo>
                <a:cubicBezTo>
                  <a:pt x="0" y="71121"/>
                  <a:pt x="71122" y="0"/>
                  <a:pt x="158948" y="0"/>
                </a:cubicBezTo>
                <a:cubicBezTo>
                  <a:pt x="246775" y="0"/>
                  <a:pt x="317897" y="71121"/>
                  <a:pt x="317897" y="158948"/>
                </a:cubicBezTo>
              </a:path>
            </a:pathLst>
          </a:custGeom>
          <a:solidFill xmlns:a="http://schemas.openxmlformats.org/drawingml/2006/main">
            <a:srgbClr val="F8E9E6"/>
          </a:solidFill>
          <a:ln xmlns:a="http://schemas.openxmlformats.org/drawingml/2006/main" w="22406">
            <a:solidFill>
              <a:srgbClr val="FFFFFF"/>
            </a:solidFill>
            <a:prstDash val="solid"/>
          </a:ln>
        </p:spPr>
      </p:sp>
      <p:sp>
        <p:nvSpPr>
          <p:cNvPr id="69" name="path-69">
            <a:extLst xmlns:a="http://schemas.openxmlformats.org/drawingml/2006/main">
              <a:ext uri="{FF2B5EF4-FFF2-40B4-BE49-F238E27FC236}">
                <a16:creationId xmlns:a16="http://schemas.microsoft.com/office/drawing/2014/main" id="{BE5225C8-941D-4392-BB11-E753508C1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04613" y="2745047"/>
            <a:ext cx="134461" cy="134461"/>
          </a:xfrm>
          <a:custGeom xmlns:a="http://schemas.openxmlformats.org/drawingml/2006/main">
            <a:pathLst>
              <a:path w="136282" h="136282">
                <a:moveTo>
                  <a:pt x="0" y="0"/>
                </a:moveTo>
                <a:lnTo>
                  <a:pt x="136282" y="136282"/>
                </a:lnTo>
                <a:moveTo>
                  <a:pt x="136282" y="0"/>
                </a:moveTo>
                <a:lnTo>
                  <a:pt x="0" y="136282"/>
                </a:lnTo>
              </a:path>
            </a:pathLst>
          </a:custGeom>
          <a:noFill xmlns:a="http://schemas.openxmlformats.org/drawingml/2006/main"/>
          <a:ln xmlns:a="http://schemas.openxmlformats.org/drawingml/2006/main" w="38089">
            <a:solidFill>
              <a:srgbClr val="B65345"/>
            </a:solidFill>
            <a:prstDash val="solid"/>
          </a:ln>
        </p:spPr>
      </p:sp>
      <p:sp>
        <p:nvSpPr>
          <p:cNvPr id="70" name="path-70">
            <a:extLst xmlns:a="http://schemas.openxmlformats.org/drawingml/2006/main">
              <a:ext uri="{FF2B5EF4-FFF2-40B4-BE49-F238E27FC236}">
                <a16:creationId xmlns:a16="http://schemas.microsoft.com/office/drawing/2014/main" id="{580FEAA6-C7DC-4A98-B9FD-65D9A08E4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1431" y="4211585"/>
            <a:ext cx="119085" cy="146266"/>
          </a:xfrm>
          <a:custGeom xmlns:a="http://schemas.openxmlformats.org/drawingml/2006/main">
            <a:pathLst>
              <a:path w="120698" h="148247">
                <a:moveTo>
                  <a:pt x="46184" y="70526"/>
                </a:moveTo>
                <a:lnTo>
                  <a:pt x="35313" y="26938"/>
                </a:lnTo>
                <a:cubicBezTo>
                  <a:pt x="32772" y="16691"/>
                  <a:pt x="31494" y="11198"/>
                  <a:pt x="31494" y="10531"/>
                </a:cubicBezTo>
                <a:cubicBezTo>
                  <a:pt x="31494" y="7537"/>
                  <a:pt x="32261" y="5038"/>
                  <a:pt x="33879" y="3052"/>
                </a:cubicBezTo>
                <a:cubicBezTo>
                  <a:pt x="35482" y="1050"/>
                  <a:pt x="37087" y="0"/>
                  <a:pt x="38747" y="0"/>
                </a:cubicBezTo>
                <a:cubicBezTo>
                  <a:pt x="42196" y="0"/>
                  <a:pt x="46355" y="2938"/>
                  <a:pt x="51337" y="8757"/>
                </a:cubicBezTo>
                <a:cubicBezTo>
                  <a:pt x="56332" y="14576"/>
                  <a:pt x="62322" y="25945"/>
                  <a:pt x="69248" y="42849"/>
                </a:cubicBezTo>
                <a:cubicBezTo>
                  <a:pt x="72015" y="40691"/>
                  <a:pt x="74741" y="38193"/>
                  <a:pt x="77452" y="35369"/>
                </a:cubicBezTo>
                <a:lnTo>
                  <a:pt x="88990" y="23504"/>
                </a:lnTo>
                <a:cubicBezTo>
                  <a:pt x="97024" y="14860"/>
                  <a:pt x="101963" y="9594"/>
                  <a:pt x="103837" y="7707"/>
                </a:cubicBezTo>
                <a:cubicBezTo>
                  <a:pt x="105781" y="5819"/>
                  <a:pt x="107995" y="4882"/>
                  <a:pt x="110493" y="4882"/>
                </a:cubicBezTo>
                <a:cubicBezTo>
                  <a:pt x="113260" y="4882"/>
                  <a:pt x="115645" y="6316"/>
                  <a:pt x="117703" y="9140"/>
                </a:cubicBezTo>
                <a:cubicBezTo>
                  <a:pt x="119704" y="11922"/>
                  <a:pt x="120698" y="14363"/>
                  <a:pt x="120698" y="16464"/>
                </a:cubicBezTo>
                <a:lnTo>
                  <a:pt x="120698" y="17301"/>
                </a:lnTo>
                <a:cubicBezTo>
                  <a:pt x="119861" y="17571"/>
                  <a:pt x="119094" y="17685"/>
                  <a:pt x="118426" y="17685"/>
                </a:cubicBezTo>
                <a:cubicBezTo>
                  <a:pt x="115375" y="18125"/>
                  <a:pt x="113488" y="19672"/>
                  <a:pt x="112764" y="22397"/>
                </a:cubicBezTo>
                <a:cubicBezTo>
                  <a:pt x="112381" y="23560"/>
                  <a:pt x="111884" y="24398"/>
                  <a:pt x="111330" y="24952"/>
                </a:cubicBezTo>
                <a:cubicBezTo>
                  <a:pt x="109442" y="26441"/>
                  <a:pt x="107115" y="29380"/>
                  <a:pt x="104291" y="33822"/>
                </a:cubicBezTo>
                <a:lnTo>
                  <a:pt x="95420" y="47731"/>
                </a:lnTo>
                <a:cubicBezTo>
                  <a:pt x="90978" y="55112"/>
                  <a:pt x="87429" y="60647"/>
                  <a:pt x="84718" y="64365"/>
                </a:cubicBezTo>
                <a:cubicBezTo>
                  <a:pt x="82660" y="67133"/>
                  <a:pt x="81113" y="69404"/>
                  <a:pt x="80162" y="71235"/>
                </a:cubicBezTo>
                <a:cubicBezTo>
                  <a:pt x="79226" y="73009"/>
                  <a:pt x="78785" y="75067"/>
                  <a:pt x="78785" y="77338"/>
                </a:cubicBezTo>
                <a:cubicBezTo>
                  <a:pt x="78785" y="82491"/>
                  <a:pt x="80276" y="89146"/>
                  <a:pt x="83271" y="97293"/>
                </a:cubicBezTo>
                <a:cubicBezTo>
                  <a:pt x="86265" y="105497"/>
                  <a:pt x="90040" y="113104"/>
                  <a:pt x="94696" y="120087"/>
                </a:cubicBezTo>
                <a:cubicBezTo>
                  <a:pt x="97691" y="124402"/>
                  <a:pt x="99181" y="126787"/>
                  <a:pt x="99181" y="127340"/>
                </a:cubicBezTo>
                <a:lnTo>
                  <a:pt x="98514" y="128618"/>
                </a:lnTo>
                <a:cubicBezTo>
                  <a:pt x="98018" y="129568"/>
                  <a:pt x="97748" y="130448"/>
                  <a:pt x="97748" y="131229"/>
                </a:cubicBezTo>
                <a:cubicBezTo>
                  <a:pt x="97748" y="131399"/>
                  <a:pt x="97861" y="132052"/>
                  <a:pt x="98131" y="133060"/>
                </a:cubicBezTo>
                <a:cubicBezTo>
                  <a:pt x="94256" y="135217"/>
                  <a:pt x="92141" y="136438"/>
                  <a:pt x="91815" y="136722"/>
                </a:cubicBezTo>
                <a:cubicBezTo>
                  <a:pt x="91531" y="136992"/>
                  <a:pt x="91375" y="137886"/>
                  <a:pt x="91375" y="139319"/>
                </a:cubicBezTo>
                <a:lnTo>
                  <a:pt x="91588" y="140369"/>
                </a:lnTo>
                <a:cubicBezTo>
                  <a:pt x="91588" y="140923"/>
                  <a:pt x="91261" y="141207"/>
                  <a:pt x="90651" y="141207"/>
                </a:cubicBezTo>
                <a:cubicBezTo>
                  <a:pt x="90367" y="141207"/>
                  <a:pt x="89430" y="140824"/>
                  <a:pt x="87826" y="140043"/>
                </a:cubicBezTo>
                <a:cubicBezTo>
                  <a:pt x="86322" y="139263"/>
                  <a:pt x="84605" y="137772"/>
                  <a:pt x="82660" y="135444"/>
                </a:cubicBezTo>
                <a:cubicBezTo>
                  <a:pt x="80830" y="133060"/>
                  <a:pt x="79055" y="131669"/>
                  <a:pt x="77225" y="131399"/>
                </a:cubicBezTo>
                <a:cubicBezTo>
                  <a:pt x="76174" y="130846"/>
                  <a:pt x="75564" y="130448"/>
                  <a:pt x="75351" y="130179"/>
                </a:cubicBezTo>
                <a:cubicBezTo>
                  <a:pt x="73066" y="127397"/>
                  <a:pt x="70965" y="125623"/>
                  <a:pt x="69021" y="124857"/>
                </a:cubicBezTo>
                <a:cubicBezTo>
                  <a:pt x="68027" y="124359"/>
                  <a:pt x="67247" y="123522"/>
                  <a:pt x="66636" y="122244"/>
                </a:cubicBezTo>
                <a:lnTo>
                  <a:pt x="55282" y="102956"/>
                </a:lnTo>
                <a:cubicBezTo>
                  <a:pt x="49066" y="108278"/>
                  <a:pt x="41699" y="115645"/>
                  <a:pt x="33155" y="125069"/>
                </a:cubicBezTo>
                <a:cubicBezTo>
                  <a:pt x="24284" y="135104"/>
                  <a:pt x="16904" y="142867"/>
                  <a:pt x="11028" y="148247"/>
                </a:cubicBezTo>
                <a:lnTo>
                  <a:pt x="11028" y="145252"/>
                </a:lnTo>
                <a:cubicBezTo>
                  <a:pt x="10474" y="144145"/>
                  <a:pt x="9708" y="142867"/>
                  <a:pt x="8701" y="141377"/>
                </a:cubicBezTo>
                <a:cubicBezTo>
                  <a:pt x="8203" y="140653"/>
                  <a:pt x="7764" y="139717"/>
                  <a:pt x="7480" y="138709"/>
                </a:cubicBezTo>
                <a:cubicBezTo>
                  <a:pt x="7153" y="137374"/>
                  <a:pt x="6429" y="136551"/>
                  <a:pt x="5322" y="136267"/>
                </a:cubicBezTo>
                <a:cubicBezTo>
                  <a:pt x="4826" y="136267"/>
                  <a:pt x="4328" y="135828"/>
                  <a:pt x="3832" y="134834"/>
                </a:cubicBezTo>
                <a:cubicBezTo>
                  <a:pt x="3435" y="133500"/>
                  <a:pt x="2768" y="132663"/>
                  <a:pt x="1888" y="132223"/>
                </a:cubicBezTo>
                <a:cubicBezTo>
                  <a:pt x="781" y="131839"/>
                  <a:pt x="227" y="131342"/>
                  <a:pt x="227" y="130789"/>
                </a:cubicBezTo>
                <a:cubicBezTo>
                  <a:pt x="227" y="130675"/>
                  <a:pt x="326" y="130009"/>
                  <a:pt x="610" y="128788"/>
                </a:cubicBezTo>
                <a:cubicBezTo>
                  <a:pt x="227" y="127951"/>
                  <a:pt x="0" y="127340"/>
                  <a:pt x="0" y="126957"/>
                </a:cubicBezTo>
                <a:cubicBezTo>
                  <a:pt x="0" y="125126"/>
                  <a:pt x="8871" y="114211"/>
                  <a:pt x="26612" y="94185"/>
                </a:cubicBezTo>
                <a:cubicBezTo>
                  <a:pt x="34375" y="85272"/>
                  <a:pt x="40919" y="77338"/>
                  <a:pt x="46184" y="7052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52">
            <a:solidFill>
              <a:srgbClr val="B65345"/>
            </a:solidFill>
            <a:prstDash val="solid"/>
          </a:ln>
        </p:spPr>
      </p:sp>
      <p:sp>
        <p:nvSpPr>
          <p:cNvPr id="71" name="path-71">
            <a:extLst xmlns:a="http://schemas.openxmlformats.org/drawingml/2006/main">
              <a:ext uri="{FF2B5EF4-FFF2-40B4-BE49-F238E27FC236}">
                <a16:creationId xmlns:a16="http://schemas.microsoft.com/office/drawing/2014/main" id="{F0A3F63E-9F5D-41B0-8EEF-A11FBE63F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1431" y="4211585"/>
            <a:ext cx="119085" cy="146266"/>
          </a:xfrm>
          <a:custGeom xmlns:a="http://schemas.openxmlformats.org/drawingml/2006/main">
            <a:pathLst>
              <a:path w="120698" h="148247">
                <a:moveTo>
                  <a:pt x="46184" y="70526"/>
                </a:moveTo>
                <a:lnTo>
                  <a:pt x="35313" y="26938"/>
                </a:lnTo>
                <a:cubicBezTo>
                  <a:pt x="32772" y="16691"/>
                  <a:pt x="31494" y="11198"/>
                  <a:pt x="31494" y="10531"/>
                </a:cubicBezTo>
                <a:cubicBezTo>
                  <a:pt x="31494" y="7537"/>
                  <a:pt x="32261" y="5038"/>
                  <a:pt x="33879" y="3052"/>
                </a:cubicBezTo>
                <a:cubicBezTo>
                  <a:pt x="35482" y="1050"/>
                  <a:pt x="37087" y="0"/>
                  <a:pt x="38747" y="0"/>
                </a:cubicBezTo>
                <a:cubicBezTo>
                  <a:pt x="42196" y="0"/>
                  <a:pt x="46355" y="2938"/>
                  <a:pt x="51337" y="8757"/>
                </a:cubicBezTo>
                <a:cubicBezTo>
                  <a:pt x="56332" y="14576"/>
                  <a:pt x="62322" y="25945"/>
                  <a:pt x="69248" y="42849"/>
                </a:cubicBezTo>
                <a:cubicBezTo>
                  <a:pt x="72015" y="40691"/>
                  <a:pt x="74741" y="38193"/>
                  <a:pt x="77452" y="35369"/>
                </a:cubicBezTo>
                <a:lnTo>
                  <a:pt x="88990" y="23504"/>
                </a:lnTo>
                <a:cubicBezTo>
                  <a:pt x="97024" y="14860"/>
                  <a:pt x="101963" y="9594"/>
                  <a:pt x="103837" y="7707"/>
                </a:cubicBezTo>
                <a:cubicBezTo>
                  <a:pt x="105781" y="5819"/>
                  <a:pt x="107995" y="4882"/>
                  <a:pt x="110493" y="4882"/>
                </a:cubicBezTo>
                <a:cubicBezTo>
                  <a:pt x="113260" y="4882"/>
                  <a:pt x="115645" y="6316"/>
                  <a:pt x="117703" y="9140"/>
                </a:cubicBezTo>
                <a:cubicBezTo>
                  <a:pt x="119704" y="11922"/>
                  <a:pt x="120698" y="14363"/>
                  <a:pt x="120698" y="16464"/>
                </a:cubicBezTo>
                <a:lnTo>
                  <a:pt x="120698" y="17301"/>
                </a:lnTo>
                <a:cubicBezTo>
                  <a:pt x="119861" y="17571"/>
                  <a:pt x="119094" y="17685"/>
                  <a:pt x="118426" y="17685"/>
                </a:cubicBezTo>
                <a:cubicBezTo>
                  <a:pt x="115375" y="18125"/>
                  <a:pt x="113488" y="19672"/>
                  <a:pt x="112764" y="22397"/>
                </a:cubicBezTo>
                <a:cubicBezTo>
                  <a:pt x="112381" y="23560"/>
                  <a:pt x="111884" y="24398"/>
                  <a:pt x="111330" y="24952"/>
                </a:cubicBezTo>
                <a:cubicBezTo>
                  <a:pt x="109442" y="26441"/>
                  <a:pt x="107115" y="29380"/>
                  <a:pt x="104291" y="33822"/>
                </a:cubicBezTo>
                <a:lnTo>
                  <a:pt x="95420" y="47731"/>
                </a:lnTo>
                <a:cubicBezTo>
                  <a:pt x="90978" y="55112"/>
                  <a:pt x="87429" y="60647"/>
                  <a:pt x="84718" y="64365"/>
                </a:cubicBezTo>
                <a:cubicBezTo>
                  <a:pt x="82660" y="67133"/>
                  <a:pt x="81113" y="69404"/>
                  <a:pt x="80162" y="71235"/>
                </a:cubicBezTo>
                <a:cubicBezTo>
                  <a:pt x="79226" y="73009"/>
                  <a:pt x="78785" y="75067"/>
                  <a:pt x="78785" y="77338"/>
                </a:cubicBezTo>
                <a:cubicBezTo>
                  <a:pt x="78785" y="82491"/>
                  <a:pt x="80276" y="89146"/>
                  <a:pt x="83271" y="97293"/>
                </a:cubicBezTo>
                <a:cubicBezTo>
                  <a:pt x="86265" y="105497"/>
                  <a:pt x="90040" y="113104"/>
                  <a:pt x="94696" y="120087"/>
                </a:cubicBezTo>
                <a:cubicBezTo>
                  <a:pt x="97691" y="124402"/>
                  <a:pt x="99181" y="126787"/>
                  <a:pt x="99181" y="127340"/>
                </a:cubicBezTo>
                <a:lnTo>
                  <a:pt x="98514" y="128618"/>
                </a:lnTo>
                <a:cubicBezTo>
                  <a:pt x="98018" y="129568"/>
                  <a:pt x="97748" y="130448"/>
                  <a:pt x="97748" y="131229"/>
                </a:cubicBezTo>
                <a:cubicBezTo>
                  <a:pt x="97748" y="131399"/>
                  <a:pt x="97861" y="132052"/>
                  <a:pt x="98131" y="133060"/>
                </a:cubicBezTo>
                <a:cubicBezTo>
                  <a:pt x="94256" y="135217"/>
                  <a:pt x="92141" y="136438"/>
                  <a:pt x="91815" y="136722"/>
                </a:cubicBezTo>
                <a:cubicBezTo>
                  <a:pt x="91531" y="136992"/>
                  <a:pt x="91375" y="137886"/>
                  <a:pt x="91375" y="139319"/>
                </a:cubicBezTo>
                <a:lnTo>
                  <a:pt x="91588" y="140369"/>
                </a:lnTo>
                <a:cubicBezTo>
                  <a:pt x="91588" y="140923"/>
                  <a:pt x="91261" y="141207"/>
                  <a:pt x="90651" y="141207"/>
                </a:cubicBezTo>
                <a:cubicBezTo>
                  <a:pt x="90367" y="141207"/>
                  <a:pt x="89430" y="140824"/>
                  <a:pt x="87826" y="140043"/>
                </a:cubicBezTo>
                <a:cubicBezTo>
                  <a:pt x="86322" y="139263"/>
                  <a:pt x="84605" y="137772"/>
                  <a:pt x="82660" y="135444"/>
                </a:cubicBezTo>
                <a:cubicBezTo>
                  <a:pt x="80830" y="133060"/>
                  <a:pt x="79055" y="131669"/>
                  <a:pt x="77225" y="131399"/>
                </a:cubicBezTo>
                <a:cubicBezTo>
                  <a:pt x="76174" y="130846"/>
                  <a:pt x="75564" y="130448"/>
                  <a:pt x="75351" y="130179"/>
                </a:cubicBezTo>
                <a:cubicBezTo>
                  <a:pt x="73066" y="127397"/>
                  <a:pt x="70965" y="125623"/>
                  <a:pt x="69021" y="124857"/>
                </a:cubicBezTo>
                <a:cubicBezTo>
                  <a:pt x="68027" y="124359"/>
                  <a:pt x="67247" y="123522"/>
                  <a:pt x="66636" y="122244"/>
                </a:cubicBezTo>
                <a:lnTo>
                  <a:pt x="55282" y="102956"/>
                </a:lnTo>
                <a:cubicBezTo>
                  <a:pt x="49066" y="108278"/>
                  <a:pt x="41699" y="115645"/>
                  <a:pt x="33155" y="125069"/>
                </a:cubicBezTo>
                <a:cubicBezTo>
                  <a:pt x="24284" y="135104"/>
                  <a:pt x="16904" y="142867"/>
                  <a:pt x="11028" y="148247"/>
                </a:cubicBezTo>
                <a:lnTo>
                  <a:pt x="11028" y="145252"/>
                </a:lnTo>
                <a:cubicBezTo>
                  <a:pt x="10474" y="144145"/>
                  <a:pt x="9708" y="142867"/>
                  <a:pt x="8701" y="141377"/>
                </a:cubicBezTo>
                <a:cubicBezTo>
                  <a:pt x="8203" y="140653"/>
                  <a:pt x="7764" y="139717"/>
                  <a:pt x="7480" y="138709"/>
                </a:cubicBezTo>
                <a:cubicBezTo>
                  <a:pt x="7153" y="137374"/>
                  <a:pt x="6429" y="136551"/>
                  <a:pt x="5322" y="136267"/>
                </a:cubicBezTo>
                <a:cubicBezTo>
                  <a:pt x="4826" y="136267"/>
                  <a:pt x="4328" y="135828"/>
                  <a:pt x="3832" y="134834"/>
                </a:cubicBezTo>
                <a:cubicBezTo>
                  <a:pt x="3435" y="133500"/>
                  <a:pt x="2768" y="132663"/>
                  <a:pt x="1888" y="132223"/>
                </a:cubicBezTo>
                <a:cubicBezTo>
                  <a:pt x="781" y="131839"/>
                  <a:pt x="227" y="131342"/>
                  <a:pt x="227" y="130789"/>
                </a:cubicBezTo>
                <a:cubicBezTo>
                  <a:pt x="227" y="130675"/>
                  <a:pt x="326" y="130009"/>
                  <a:pt x="610" y="128788"/>
                </a:cubicBezTo>
                <a:cubicBezTo>
                  <a:pt x="227" y="127951"/>
                  <a:pt x="0" y="127340"/>
                  <a:pt x="0" y="126957"/>
                </a:cubicBezTo>
                <a:cubicBezTo>
                  <a:pt x="0" y="125126"/>
                  <a:pt x="8871" y="114211"/>
                  <a:pt x="26612" y="94185"/>
                </a:cubicBezTo>
                <a:cubicBezTo>
                  <a:pt x="34375" y="85272"/>
                  <a:pt x="40919" y="77338"/>
                  <a:pt x="46184" y="70526"/>
                </a:cubicBezTo>
              </a:path>
            </a:pathLst>
          </a:custGeom>
          <a:solidFill xmlns:a="http://schemas.openxmlformats.org/drawingml/2006/main">
            <a:srgbClr val="B6534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2" name="path-72">
            <a:extLst xmlns:a="http://schemas.openxmlformats.org/drawingml/2006/main">
              <a:ext uri="{FF2B5EF4-FFF2-40B4-BE49-F238E27FC236}">
                <a16:creationId xmlns:a16="http://schemas.microsoft.com/office/drawing/2014/main" id="{E41F315A-BE90-43F3-8462-C19F8EBA8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1431" y="4463646"/>
            <a:ext cx="119085" cy="146266"/>
          </a:xfrm>
          <a:custGeom xmlns:a="http://schemas.openxmlformats.org/drawingml/2006/main">
            <a:pathLst>
              <a:path w="120698" h="148247">
                <a:moveTo>
                  <a:pt x="46184" y="70526"/>
                </a:moveTo>
                <a:lnTo>
                  <a:pt x="35313" y="26939"/>
                </a:lnTo>
                <a:cubicBezTo>
                  <a:pt x="32772" y="16691"/>
                  <a:pt x="31494" y="11199"/>
                  <a:pt x="31494" y="10531"/>
                </a:cubicBezTo>
                <a:cubicBezTo>
                  <a:pt x="31494" y="7537"/>
                  <a:pt x="32261" y="5039"/>
                  <a:pt x="33879" y="3052"/>
                </a:cubicBezTo>
                <a:cubicBezTo>
                  <a:pt x="35482" y="1051"/>
                  <a:pt x="37087" y="0"/>
                  <a:pt x="38747" y="0"/>
                </a:cubicBezTo>
                <a:cubicBezTo>
                  <a:pt x="42196" y="0"/>
                  <a:pt x="46355" y="2938"/>
                  <a:pt x="51337" y="8757"/>
                </a:cubicBezTo>
                <a:cubicBezTo>
                  <a:pt x="56332" y="14576"/>
                  <a:pt x="62322" y="25945"/>
                  <a:pt x="69248" y="42849"/>
                </a:cubicBezTo>
                <a:cubicBezTo>
                  <a:pt x="72015" y="40692"/>
                  <a:pt x="74741" y="38194"/>
                  <a:pt x="77452" y="35369"/>
                </a:cubicBezTo>
                <a:lnTo>
                  <a:pt x="88990" y="23504"/>
                </a:lnTo>
                <a:cubicBezTo>
                  <a:pt x="97024" y="14860"/>
                  <a:pt x="101963" y="9595"/>
                  <a:pt x="103837" y="7707"/>
                </a:cubicBezTo>
                <a:cubicBezTo>
                  <a:pt x="105781" y="5820"/>
                  <a:pt x="107995" y="4883"/>
                  <a:pt x="110493" y="4883"/>
                </a:cubicBezTo>
                <a:cubicBezTo>
                  <a:pt x="113260" y="4883"/>
                  <a:pt x="115645" y="6316"/>
                  <a:pt x="117703" y="9141"/>
                </a:cubicBezTo>
                <a:cubicBezTo>
                  <a:pt x="119704" y="11923"/>
                  <a:pt x="120698" y="14364"/>
                  <a:pt x="120698" y="16464"/>
                </a:cubicBezTo>
                <a:lnTo>
                  <a:pt x="120698" y="17301"/>
                </a:lnTo>
                <a:cubicBezTo>
                  <a:pt x="119861" y="17571"/>
                  <a:pt x="119094" y="17685"/>
                  <a:pt x="118426" y="17685"/>
                </a:cubicBezTo>
                <a:cubicBezTo>
                  <a:pt x="115375" y="18125"/>
                  <a:pt x="113488" y="19672"/>
                  <a:pt x="112764" y="22397"/>
                </a:cubicBezTo>
                <a:cubicBezTo>
                  <a:pt x="112381" y="23561"/>
                  <a:pt x="111884" y="24398"/>
                  <a:pt x="111330" y="24952"/>
                </a:cubicBezTo>
                <a:cubicBezTo>
                  <a:pt x="109442" y="26441"/>
                  <a:pt x="107115" y="29380"/>
                  <a:pt x="104291" y="33822"/>
                </a:cubicBezTo>
                <a:lnTo>
                  <a:pt x="95420" y="47731"/>
                </a:lnTo>
                <a:cubicBezTo>
                  <a:pt x="90978" y="55112"/>
                  <a:pt x="87429" y="60647"/>
                  <a:pt x="84718" y="64366"/>
                </a:cubicBezTo>
                <a:cubicBezTo>
                  <a:pt x="82660" y="67133"/>
                  <a:pt x="81113" y="69404"/>
                  <a:pt x="80162" y="71235"/>
                </a:cubicBezTo>
                <a:cubicBezTo>
                  <a:pt x="79226" y="73009"/>
                  <a:pt x="78785" y="75067"/>
                  <a:pt x="78785" y="77338"/>
                </a:cubicBezTo>
                <a:cubicBezTo>
                  <a:pt x="78785" y="82491"/>
                  <a:pt x="80276" y="89146"/>
                  <a:pt x="83271" y="97293"/>
                </a:cubicBezTo>
                <a:cubicBezTo>
                  <a:pt x="86265" y="105497"/>
                  <a:pt x="90040" y="113105"/>
                  <a:pt x="94696" y="120087"/>
                </a:cubicBezTo>
                <a:cubicBezTo>
                  <a:pt x="97691" y="124402"/>
                  <a:pt x="99181" y="126787"/>
                  <a:pt x="99181" y="127340"/>
                </a:cubicBezTo>
                <a:lnTo>
                  <a:pt x="98514" y="128618"/>
                </a:lnTo>
                <a:cubicBezTo>
                  <a:pt x="98018" y="129569"/>
                  <a:pt x="97748" y="130448"/>
                  <a:pt x="97748" y="131230"/>
                </a:cubicBezTo>
                <a:cubicBezTo>
                  <a:pt x="97748" y="131399"/>
                  <a:pt x="97861" y="132052"/>
                  <a:pt x="98131" y="133060"/>
                </a:cubicBezTo>
                <a:cubicBezTo>
                  <a:pt x="94256" y="135217"/>
                  <a:pt x="92141" y="136438"/>
                  <a:pt x="91815" y="136722"/>
                </a:cubicBezTo>
                <a:cubicBezTo>
                  <a:pt x="91531" y="136992"/>
                  <a:pt x="91375" y="137886"/>
                  <a:pt x="91375" y="139320"/>
                </a:cubicBezTo>
                <a:lnTo>
                  <a:pt x="91588" y="140370"/>
                </a:lnTo>
                <a:cubicBezTo>
                  <a:pt x="91588" y="140923"/>
                  <a:pt x="91261" y="141207"/>
                  <a:pt x="90651" y="141207"/>
                </a:cubicBezTo>
                <a:cubicBezTo>
                  <a:pt x="90367" y="141207"/>
                  <a:pt x="89430" y="140824"/>
                  <a:pt x="87826" y="140043"/>
                </a:cubicBezTo>
                <a:cubicBezTo>
                  <a:pt x="86322" y="139263"/>
                  <a:pt x="84605" y="137772"/>
                  <a:pt x="82660" y="135445"/>
                </a:cubicBezTo>
                <a:cubicBezTo>
                  <a:pt x="80830" y="133060"/>
                  <a:pt x="79055" y="131669"/>
                  <a:pt x="77225" y="131399"/>
                </a:cubicBezTo>
                <a:cubicBezTo>
                  <a:pt x="76174" y="130846"/>
                  <a:pt x="75564" y="130448"/>
                  <a:pt x="75351" y="130179"/>
                </a:cubicBezTo>
                <a:cubicBezTo>
                  <a:pt x="73066" y="127397"/>
                  <a:pt x="70965" y="125623"/>
                  <a:pt x="69021" y="124857"/>
                </a:cubicBezTo>
                <a:cubicBezTo>
                  <a:pt x="68027" y="124360"/>
                  <a:pt x="67247" y="123522"/>
                  <a:pt x="66636" y="122245"/>
                </a:cubicBezTo>
                <a:lnTo>
                  <a:pt x="55282" y="102956"/>
                </a:lnTo>
                <a:cubicBezTo>
                  <a:pt x="49066" y="108279"/>
                  <a:pt x="41699" y="115645"/>
                  <a:pt x="33155" y="125069"/>
                </a:cubicBezTo>
                <a:cubicBezTo>
                  <a:pt x="24284" y="135104"/>
                  <a:pt x="16904" y="142867"/>
                  <a:pt x="11028" y="148247"/>
                </a:cubicBezTo>
                <a:lnTo>
                  <a:pt x="11028" y="145252"/>
                </a:lnTo>
                <a:cubicBezTo>
                  <a:pt x="10474" y="144145"/>
                  <a:pt x="9708" y="142867"/>
                  <a:pt x="8701" y="141378"/>
                </a:cubicBezTo>
                <a:cubicBezTo>
                  <a:pt x="8203" y="140653"/>
                  <a:pt x="7764" y="139717"/>
                  <a:pt x="7480" y="138709"/>
                </a:cubicBezTo>
                <a:cubicBezTo>
                  <a:pt x="7153" y="137374"/>
                  <a:pt x="6429" y="136552"/>
                  <a:pt x="5322" y="136267"/>
                </a:cubicBezTo>
                <a:cubicBezTo>
                  <a:pt x="4826" y="136267"/>
                  <a:pt x="4328" y="135828"/>
                  <a:pt x="3832" y="134834"/>
                </a:cubicBezTo>
                <a:cubicBezTo>
                  <a:pt x="3435" y="133500"/>
                  <a:pt x="2768" y="132663"/>
                  <a:pt x="1888" y="132223"/>
                </a:cubicBezTo>
                <a:cubicBezTo>
                  <a:pt x="781" y="131839"/>
                  <a:pt x="227" y="131342"/>
                  <a:pt x="227" y="130789"/>
                </a:cubicBezTo>
                <a:cubicBezTo>
                  <a:pt x="227" y="130676"/>
                  <a:pt x="326" y="130009"/>
                  <a:pt x="610" y="128788"/>
                </a:cubicBezTo>
                <a:cubicBezTo>
                  <a:pt x="227" y="127951"/>
                  <a:pt x="0" y="127340"/>
                  <a:pt x="0" y="126957"/>
                </a:cubicBezTo>
                <a:cubicBezTo>
                  <a:pt x="0" y="125126"/>
                  <a:pt x="8871" y="114212"/>
                  <a:pt x="26612" y="94185"/>
                </a:cubicBezTo>
                <a:cubicBezTo>
                  <a:pt x="34375" y="85272"/>
                  <a:pt x="40919" y="77338"/>
                  <a:pt x="46184" y="70526"/>
                </a:cubicBezTo>
              </a:path>
            </a:pathLst>
          </a:custGeom>
          <a:noFill xmlns:a="http://schemas.openxmlformats.org/drawingml/2006/main"/>
          <a:ln xmlns:a="http://schemas.openxmlformats.org/drawingml/2006/main" w="9452">
            <a:solidFill>
              <a:srgbClr val="B65345"/>
            </a:solidFill>
            <a:prstDash val="solid"/>
          </a:ln>
        </p:spPr>
      </p:sp>
      <p:sp>
        <p:nvSpPr>
          <p:cNvPr id="73" name="path-73">
            <a:extLst xmlns:a="http://schemas.openxmlformats.org/drawingml/2006/main">
              <a:ext uri="{FF2B5EF4-FFF2-40B4-BE49-F238E27FC236}">
                <a16:creationId xmlns:a16="http://schemas.microsoft.com/office/drawing/2014/main" id="{54033482-DEE8-4A4E-AD1D-87A153326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1431" y="4463646"/>
            <a:ext cx="119085" cy="146266"/>
          </a:xfrm>
          <a:custGeom xmlns:a="http://schemas.openxmlformats.org/drawingml/2006/main">
            <a:pathLst>
              <a:path w="120698" h="148247">
                <a:moveTo>
                  <a:pt x="46184" y="70526"/>
                </a:moveTo>
                <a:lnTo>
                  <a:pt x="35313" y="26939"/>
                </a:lnTo>
                <a:cubicBezTo>
                  <a:pt x="32772" y="16691"/>
                  <a:pt x="31494" y="11199"/>
                  <a:pt x="31494" y="10531"/>
                </a:cubicBezTo>
                <a:cubicBezTo>
                  <a:pt x="31494" y="7537"/>
                  <a:pt x="32261" y="5039"/>
                  <a:pt x="33879" y="3052"/>
                </a:cubicBezTo>
                <a:cubicBezTo>
                  <a:pt x="35482" y="1051"/>
                  <a:pt x="37087" y="0"/>
                  <a:pt x="38747" y="0"/>
                </a:cubicBezTo>
                <a:cubicBezTo>
                  <a:pt x="42196" y="0"/>
                  <a:pt x="46355" y="2938"/>
                  <a:pt x="51337" y="8757"/>
                </a:cubicBezTo>
                <a:cubicBezTo>
                  <a:pt x="56332" y="14576"/>
                  <a:pt x="62322" y="25945"/>
                  <a:pt x="69248" y="42849"/>
                </a:cubicBezTo>
                <a:cubicBezTo>
                  <a:pt x="72015" y="40692"/>
                  <a:pt x="74741" y="38194"/>
                  <a:pt x="77452" y="35369"/>
                </a:cubicBezTo>
                <a:lnTo>
                  <a:pt x="88990" y="23504"/>
                </a:lnTo>
                <a:cubicBezTo>
                  <a:pt x="97024" y="14860"/>
                  <a:pt x="101963" y="9595"/>
                  <a:pt x="103837" y="7707"/>
                </a:cubicBezTo>
                <a:cubicBezTo>
                  <a:pt x="105781" y="5820"/>
                  <a:pt x="107995" y="4883"/>
                  <a:pt x="110493" y="4883"/>
                </a:cubicBezTo>
                <a:cubicBezTo>
                  <a:pt x="113260" y="4883"/>
                  <a:pt x="115645" y="6316"/>
                  <a:pt x="117703" y="9141"/>
                </a:cubicBezTo>
                <a:cubicBezTo>
                  <a:pt x="119704" y="11923"/>
                  <a:pt x="120698" y="14364"/>
                  <a:pt x="120698" y="16464"/>
                </a:cubicBezTo>
                <a:lnTo>
                  <a:pt x="120698" y="17301"/>
                </a:lnTo>
                <a:cubicBezTo>
                  <a:pt x="119861" y="17571"/>
                  <a:pt x="119094" y="17685"/>
                  <a:pt x="118426" y="17685"/>
                </a:cubicBezTo>
                <a:cubicBezTo>
                  <a:pt x="115375" y="18125"/>
                  <a:pt x="113488" y="19672"/>
                  <a:pt x="112764" y="22397"/>
                </a:cubicBezTo>
                <a:cubicBezTo>
                  <a:pt x="112381" y="23561"/>
                  <a:pt x="111884" y="24398"/>
                  <a:pt x="111330" y="24952"/>
                </a:cubicBezTo>
                <a:cubicBezTo>
                  <a:pt x="109442" y="26441"/>
                  <a:pt x="107115" y="29380"/>
                  <a:pt x="104291" y="33822"/>
                </a:cubicBezTo>
                <a:lnTo>
                  <a:pt x="95420" y="47731"/>
                </a:lnTo>
                <a:cubicBezTo>
                  <a:pt x="90978" y="55112"/>
                  <a:pt x="87429" y="60647"/>
                  <a:pt x="84718" y="64366"/>
                </a:cubicBezTo>
                <a:cubicBezTo>
                  <a:pt x="82660" y="67133"/>
                  <a:pt x="81113" y="69404"/>
                  <a:pt x="80162" y="71235"/>
                </a:cubicBezTo>
                <a:cubicBezTo>
                  <a:pt x="79226" y="73009"/>
                  <a:pt x="78785" y="75067"/>
                  <a:pt x="78785" y="77338"/>
                </a:cubicBezTo>
                <a:cubicBezTo>
                  <a:pt x="78785" y="82491"/>
                  <a:pt x="80276" y="89146"/>
                  <a:pt x="83271" y="97293"/>
                </a:cubicBezTo>
                <a:cubicBezTo>
                  <a:pt x="86265" y="105497"/>
                  <a:pt x="90040" y="113105"/>
                  <a:pt x="94696" y="120087"/>
                </a:cubicBezTo>
                <a:cubicBezTo>
                  <a:pt x="97691" y="124402"/>
                  <a:pt x="99181" y="126787"/>
                  <a:pt x="99181" y="127340"/>
                </a:cubicBezTo>
                <a:lnTo>
                  <a:pt x="98514" y="128618"/>
                </a:lnTo>
                <a:cubicBezTo>
                  <a:pt x="98018" y="129569"/>
                  <a:pt x="97748" y="130448"/>
                  <a:pt x="97748" y="131230"/>
                </a:cubicBezTo>
                <a:cubicBezTo>
                  <a:pt x="97748" y="131399"/>
                  <a:pt x="97861" y="132052"/>
                  <a:pt x="98131" y="133060"/>
                </a:cubicBezTo>
                <a:cubicBezTo>
                  <a:pt x="94256" y="135217"/>
                  <a:pt x="92141" y="136438"/>
                  <a:pt x="91815" y="136722"/>
                </a:cubicBezTo>
                <a:cubicBezTo>
                  <a:pt x="91531" y="136992"/>
                  <a:pt x="91375" y="137886"/>
                  <a:pt x="91375" y="139320"/>
                </a:cubicBezTo>
                <a:lnTo>
                  <a:pt x="91588" y="140370"/>
                </a:lnTo>
                <a:cubicBezTo>
                  <a:pt x="91588" y="140923"/>
                  <a:pt x="91261" y="141207"/>
                  <a:pt x="90651" y="141207"/>
                </a:cubicBezTo>
                <a:cubicBezTo>
                  <a:pt x="90367" y="141207"/>
                  <a:pt x="89430" y="140824"/>
                  <a:pt x="87826" y="140043"/>
                </a:cubicBezTo>
                <a:cubicBezTo>
                  <a:pt x="86322" y="139263"/>
                  <a:pt x="84605" y="137772"/>
                  <a:pt x="82660" y="135445"/>
                </a:cubicBezTo>
                <a:cubicBezTo>
                  <a:pt x="80830" y="133060"/>
                  <a:pt x="79055" y="131669"/>
                  <a:pt x="77225" y="131399"/>
                </a:cubicBezTo>
                <a:cubicBezTo>
                  <a:pt x="76174" y="130846"/>
                  <a:pt x="75564" y="130448"/>
                  <a:pt x="75351" y="130179"/>
                </a:cubicBezTo>
                <a:cubicBezTo>
                  <a:pt x="73066" y="127397"/>
                  <a:pt x="70965" y="125623"/>
                  <a:pt x="69021" y="124857"/>
                </a:cubicBezTo>
                <a:cubicBezTo>
                  <a:pt x="68027" y="124360"/>
                  <a:pt x="67247" y="123522"/>
                  <a:pt x="66636" y="122245"/>
                </a:cubicBezTo>
                <a:lnTo>
                  <a:pt x="55282" y="102956"/>
                </a:lnTo>
                <a:cubicBezTo>
                  <a:pt x="49066" y="108279"/>
                  <a:pt x="41699" y="115645"/>
                  <a:pt x="33155" y="125069"/>
                </a:cubicBezTo>
                <a:cubicBezTo>
                  <a:pt x="24284" y="135104"/>
                  <a:pt x="16904" y="142867"/>
                  <a:pt x="11028" y="148247"/>
                </a:cubicBezTo>
                <a:lnTo>
                  <a:pt x="11028" y="145252"/>
                </a:lnTo>
                <a:cubicBezTo>
                  <a:pt x="10474" y="144145"/>
                  <a:pt x="9708" y="142867"/>
                  <a:pt x="8701" y="141378"/>
                </a:cubicBezTo>
                <a:cubicBezTo>
                  <a:pt x="8203" y="140653"/>
                  <a:pt x="7764" y="139717"/>
                  <a:pt x="7480" y="138709"/>
                </a:cubicBezTo>
                <a:cubicBezTo>
                  <a:pt x="7153" y="137374"/>
                  <a:pt x="6429" y="136552"/>
                  <a:pt x="5322" y="136267"/>
                </a:cubicBezTo>
                <a:cubicBezTo>
                  <a:pt x="4826" y="136267"/>
                  <a:pt x="4328" y="135828"/>
                  <a:pt x="3832" y="134834"/>
                </a:cubicBezTo>
                <a:cubicBezTo>
                  <a:pt x="3435" y="133500"/>
                  <a:pt x="2768" y="132663"/>
                  <a:pt x="1888" y="132223"/>
                </a:cubicBezTo>
                <a:cubicBezTo>
                  <a:pt x="781" y="131839"/>
                  <a:pt x="227" y="131342"/>
                  <a:pt x="227" y="130789"/>
                </a:cubicBezTo>
                <a:cubicBezTo>
                  <a:pt x="227" y="130676"/>
                  <a:pt x="326" y="130009"/>
                  <a:pt x="610" y="128788"/>
                </a:cubicBezTo>
                <a:cubicBezTo>
                  <a:pt x="227" y="127951"/>
                  <a:pt x="0" y="127340"/>
                  <a:pt x="0" y="126957"/>
                </a:cubicBezTo>
                <a:cubicBezTo>
                  <a:pt x="0" y="125126"/>
                  <a:pt x="8871" y="114212"/>
                  <a:pt x="26612" y="94185"/>
                </a:cubicBezTo>
                <a:cubicBezTo>
                  <a:pt x="34375" y="85272"/>
                  <a:pt x="40919" y="77338"/>
                  <a:pt x="46184" y="70526"/>
                </a:cubicBezTo>
              </a:path>
            </a:pathLst>
          </a:custGeom>
          <a:solidFill xmlns:a="http://schemas.openxmlformats.org/drawingml/2006/main">
            <a:srgbClr val="B6534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4" name="path-74">
            <a:extLst xmlns:a="http://schemas.openxmlformats.org/drawingml/2006/main">
              <a:ext uri="{FF2B5EF4-FFF2-40B4-BE49-F238E27FC236}">
                <a16:creationId xmlns:a16="http://schemas.microsoft.com/office/drawing/2014/main" id="{4C2D104D-A6E5-4EB1-BA52-16BD9AEAC2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85117" y="3442432"/>
            <a:ext cx="315077" cy="191"/>
          </a:xfrm>
          <a:custGeom xmlns:a="http://schemas.openxmlformats.org/drawingml/2006/main">
            <a:pathLst>
              <a:path w="319344" h="191">
                <a:moveTo>
                  <a:pt x="0" y="0"/>
                </a:moveTo>
                <a:lnTo>
                  <a:pt x="319344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75" name="path-75">
            <a:extLst xmlns:a="http://schemas.openxmlformats.org/drawingml/2006/main">
              <a:ext uri="{FF2B5EF4-FFF2-40B4-BE49-F238E27FC236}">
                <a16:creationId xmlns:a16="http://schemas.microsoft.com/office/drawing/2014/main" id="{2D0E4825-C66D-4C68-BAB4-DA02CF6E6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30080" y="3347909"/>
            <a:ext cx="189047" cy="189047"/>
          </a:xfrm>
          <a:custGeom xmlns:a="http://schemas.openxmlformats.org/drawingml/2006/main">
            <a:pathLst>
              <a:path w="191607" h="191607">
                <a:moveTo>
                  <a:pt x="0" y="0"/>
                </a:moveTo>
                <a:lnTo>
                  <a:pt x="191607" y="95803"/>
                </a:lnTo>
                <a:lnTo>
                  <a:pt x="0" y="191607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6" name="path-76">
            <a:extLst xmlns:a="http://schemas.openxmlformats.org/drawingml/2006/main">
              <a:ext uri="{FF2B5EF4-FFF2-40B4-BE49-F238E27FC236}">
                <a16:creationId xmlns:a16="http://schemas.microsoft.com/office/drawing/2014/main" id="{AE33D12D-FE2F-4EC6-AF57-C2CDA79AF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3209" y="2203127"/>
            <a:ext cx="8128996" cy="2478609"/>
          </a:xfrm>
          <a:custGeom xmlns:a="http://schemas.openxmlformats.org/drawingml/2006/main">
            <a:pathLst>
              <a:path w="8239076" h="2512173">
                <a:moveTo>
                  <a:pt x="106448" y="0"/>
                </a:moveTo>
                <a:lnTo>
                  <a:pt x="8132629" y="0"/>
                </a:lnTo>
                <a:cubicBezTo>
                  <a:pt x="8191615" y="0"/>
                  <a:pt x="8239076" y="47462"/>
                  <a:pt x="8239076" y="106448"/>
                </a:cubicBezTo>
                <a:lnTo>
                  <a:pt x="8239076" y="2405725"/>
                </a:lnTo>
                <a:cubicBezTo>
                  <a:pt x="8239076" y="2464712"/>
                  <a:pt x="8191615" y="2512173"/>
                  <a:pt x="8132629" y="2512173"/>
                </a:cubicBezTo>
                <a:lnTo>
                  <a:pt x="106448" y="2512173"/>
                </a:lnTo>
                <a:cubicBezTo>
                  <a:pt x="47462" y="2512173"/>
                  <a:pt x="0" y="2464712"/>
                  <a:pt x="0" y="2405725"/>
                </a:cubicBezTo>
                <a:lnTo>
                  <a:pt x="0" y="106448"/>
                </a:lnTo>
                <a:cubicBezTo>
                  <a:pt x="0" y="47462"/>
                  <a:pt x="47462" y="0"/>
                  <a:pt x="10644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7" name="path-77">
            <a:extLst xmlns:a="http://schemas.openxmlformats.org/drawingml/2006/main">
              <a:ext uri="{FF2B5EF4-FFF2-40B4-BE49-F238E27FC236}">
                <a16:creationId xmlns:a16="http://schemas.microsoft.com/office/drawing/2014/main" id="{B98431DE-8B55-48CD-AECD-F3079992F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8113" y="2203127"/>
            <a:ext cx="8119189" cy="73518"/>
          </a:xfrm>
          <a:custGeom xmlns:a="http://schemas.openxmlformats.org/drawingml/2006/main">
            <a:pathLst>
              <a:path w="8229136" h="74514">
                <a:moveTo>
                  <a:pt x="8229136" y="74514"/>
                </a:moveTo>
                <a:lnTo>
                  <a:pt x="8228698" y="72727"/>
                </a:lnTo>
                <a:lnTo>
                  <a:pt x="8222262" y="57442"/>
                </a:lnTo>
                <a:lnTo>
                  <a:pt x="8213625" y="43496"/>
                </a:lnTo>
                <a:lnTo>
                  <a:pt x="8203002" y="31104"/>
                </a:lnTo>
                <a:lnTo>
                  <a:pt x="8190610" y="20482"/>
                </a:lnTo>
                <a:lnTo>
                  <a:pt x="8176664" y="11844"/>
                </a:lnTo>
                <a:lnTo>
                  <a:pt x="8161380" y="5408"/>
                </a:lnTo>
                <a:lnTo>
                  <a:pt x="8144973" y="1388"/>
                </a:lnTo>
                <a:lnTo>
                  <a:pt x="8127659" y="0"/>
                </a:lnTo>
                <a:lnTo>
                  <a:pt x="101478" y="0"/>
                </a:lnTo>
                <a:lnTo>
                  <a:pt x="84164" y="1388"/>
                </a:lnTo>
                <a:lnTo>
                  <a:pt x="67757" y="5408"/>
                </a:lnTo>
                <a:lnTo>
                  <a:pt x="52472" y="11844"/>
                </a:lnTo>
                <a:lnTo>
                  <a:pt x="38526" y="20482"/>
                </a:lnTo>
                <a:lnTo>
                  <a:pt x="26134" y="31104"/>
                </a:lnTo>
                <a:lnTo>
                  <a:pt x="15512" y="43496"/>
                </a:lnTo>
                <a:lnTo>
                  <a:pt x="6874" y="57442"/>
                </a:lnTo>
                <a:lnTo>
                  <a:pt x="438" y="72727"/>
                </a:lnTo>
                <a:lnTo>
                  <a:pt x="0" y="74514"/>
                </a:lnTo>
                <a:lnTo>
                  <a:pt x="8229136" y="74514"/>
                </a:lnTo>
                <a:close/>
              </a:path>
            </a:pathLst>
          </a:custGeom>
          <a:solidFill xmlns:a="http://schemas.openxmlformats.org/drawingml/2006/main">
            <a:srgbClr val="3F2A5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8" name="path-78">
            <a:extLst xmlns:a="http://schemas.openxmlformats.org/drawingml/2006/main">
              <a:ext uri="{FF2B5EF4-FFF2-40B4-BE49-F238E27FC236}">
                <a16:creationId xmlns:a16="http://schemas.microsoft.com/office/drawing/2014/main" id="{F57BFDA0-FB35-44D0-873A-2F5CC87473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63209" y="2203127"/>
            <a:ext cx="8128996" cy="2478609"/>
          </a:xfrm>
          <a:custGeom xmlns:a="http://schemas.openxmlformats.org/drawingml/2006/main">
            <a:pathLst>
              <a:path w="8239076" h="2512173">
                <a:moveTo>
                  <a:pt x="106448" y="0"/>
                </a:moveTo>
                <a:lnTo>
                  <a:pt x="8132629" y="0"/>
                </a:lnTo>
                <a:cubicBezTo>
                  <a:pt x="8191615" y="0"/>
                  <a:pt x="8239076" y="47462"/>
                  <a:pt x="8239076" y="106448"/>
                </a:cubicBezTo>
                <a:lnTo>
                  <a:pt x="8239076" y="2405725"/>
                </a:lnTo>
                <a:cubicBezTo>
                  <a:pt x="8239076" y="2464712"/>
                  <a:pt x="8191615" y="2512173"/>
                  <a:pt x="8132629" y="2512173"/>
                </a:cubicBezTo>
                <a:lnTo>
                  <a:pt x="106448" y="2512173"/>
                </a:lnTo>
                <a:cubicBezTo>
                  <a:pt x="47462" y="2512173"/>
                  <a:pt x="0" y="2464712"/>
                  <a:pt x="0" y="2405725"/>
                </a:cubicBezTo>
                <a:lnTo>
                  <a:pt x="0" y="106448"/>
                </a:lnTo>
                <a:cubicBezTo>
                  <a:pt x="0" y="47462"/>
                  <a:pt x="47462" y="0"/>
                  <a:pt x="106448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D9CFE4"/>
            </a:solidFill>
            <a:prstDash val="solid"/>
          </a:ln>
        </p:spPr>
      </p:sp>
      <p:sp>
        <p:nvSpPr>
          <p:cNvPr id="79" name="path-79">
            <a:extLst xmlns:a="http://schemas.openxmlformats.org/drawingml/2006/main">
              <a:ext uri="{FF2B5EF4-FFF2-40B4-BE49-F238E27FC236}">
                <a16:creationId xmlns:a16="http://schemas.microsoft.com/office/drawing/2014/main" id="{1EE53C14-EC6D-4D7C-8A7E-BFE319D71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453" y="2749262"/>
            <a:ext cx="6994717" cy="1512371"/>
          </a:xfrm>
          <a:custGeom xmlns:a="http://schemas.openxmlformats.org/drawingml/2006/main">
            <a:pathLst>
              <a:path w="7089437" h="1532851">
                <a:moveTo>
                  <a:pt x="53223" y="0"/>
                </a:moveTo>
                <a:lnTo>
                  <a:pt x="7036214" y="0"/>
                </a:lnTo>
                <a:cubicBezTo>
                  <a:pt x="7065707" y="0"/>
                  <a:pt x="7089437" y="23731"/>
                  <a:pt x="7089437" y="53224"/>
                </a:cubicBezTo>
                <a:lnTo>
                  <a:pt x="7089437" y="1479627"/>
                </a:lnTo>
                <a:cubicBezTo>
                  <a:pt x="7089437" y="1509120"/>
                  <a:pt x="7065707" y="1532851"/>
                  <a:pt x="7036214" y="1532851"/>
                </a:cubicBezTo>
                <a:lnTo>
                  <a:pt x="53223" y="1532851"/>
                </a:lnTo>
                <a:cubicBezTo>
                  <a:pt x="23731" y="1532851"/>
                  <a:pt x="0" y="1509120"/>
                  <a:pt x="0" y="1479627"/>
                </a:cubicBezTo>
                <a:lnTo>
                  <a:pt x="0" y="53224"/>
                </a:lnTo>
                <a:cubicBezTo>
                  <a:pt x="0" y="23731"/>
                  <a:pt x="23731" y="0"/>
                  <a:pt x="53223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0503">
            <a:solidFill>
              <a:srgbClr val="EEE8F4"/>
            </a:solidFill>
            <a:prstDash val="solid"/>
          </a:ln>
        </p:spPr>
      </p:sp>
      <p:sp>
        <p:nvSpPr>
          <p:cNvPr id="80" name="path-80">
            <a:extLst xmlns:a="http://schemas.openxmlformats.org/drawingml/2006/main">
              <a:ext uri="{FF2B5EF4-FFF2-40B4-BE49-F238E27FC236}">
                <a16:creationId xmlns:a16="http://schemas.microsoft.com/office/drawing/2014/main" id="{078D2300-E42F-4484-AD34-4FCB91D12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453" y="2749262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5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1" name="path-81">
            <a:extLst xmlns:a="http://schemas.openxmlformats.org/drawingml/2006/main">
              <a:ext uri="{FF2B5EF4-FFF2-40B4-BE49-F238E27FC236}">
                <a16:creationId xmlns:a16="http://schemas.microsoft.com/office/drawing/2014/main" id="{C527C1E4-7D86-4A8D-A051-F8148A5B0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7345" y="2749262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4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2" name="path-82">
            <a:extLst xmlns:a="http://schemas.openxmlformats.org/drawingml/2006/main">
              <a:ext uri="{FF2B5EF4-FFF2-40B4-BE49-F238E27FC236}">
                <a16:creationId xmlns:a16="http://schemas.microsoft.com/office/drawing/2014/main" id="{0649C17E-38E4-4447-89C6-09FB41CAC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4239" y="2749262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4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3" name="path-83">
            <a:extLst xmlns:a="http://schemas.openxmlformats.org/drawingml/2006/main">
              <a:ext uri="{FF2B5EF4-FFF2-40B4-BE49-F238E27FC236}">
                <a16:creationId xmlns:a16="http://schemas.microsoft.com/office/drawing/2014/main" id="{1BF3AD5F-AEA4-4321-A70E-B1CB095CF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2239" y="2749262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84">
            <a:extLst xmlns:a="http://schemas.openxmlformats.org/drawingml/2006/main">
              <a:ext uri="{FF2B5EF4-FFF2-40B4-BE49-F238E27FC236}">
                <a16:creationId xmlns:a16="http://schemas.microsoft.com/office/drawing/2014/main" id="{3C78B54D-BEB3-44FE-908E-ECCFDC12F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9132" y="2749262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5" name="path-85">
            <a:extLst xmlns:a="http://schemas.openxmlformats.org/drawingml/2006/main">
              <a:ext uri="{FF2B5EF4-FFF2-40B4-BE49-F238E27FC236}">
                <a16:creationId xmlns:a16="http://schemas.microsoft.com/office/drawing/2014/main" id="{0BCC05FA-894D-44BB-B46F-A38DF41BB3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025" y="2749262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6" name="path-86">
            <a:extLst xmlns:a="http://schemas.openxmlformats.org/drawingml/2006/main">
              <a:ext uri="{FF2B5EF4-FFF2-40B4-BE49-F238E27FC236}">
                <a16:creationId xmlns:a16="http://schemas.microsoft.com/office/drawing/2014/main" id="{161BF63A-749B-4B6B-914D-76FF6AFA9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4024" y="2749262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" name="path-87">
            <a:extLst xmlns:a="http://schemas.openxmlformats.org/drawingml/2006/main">
              <a:ext uri="{FF2B5EF4-FFF2-40B4-BE49-F238E27FC236}">
                <a16:creationId xmlns:a16="http://schemas.microsoft.com/office/drawing/2014/main" id="{CC6876E4-C855-45F9-BECC-CB5F59DDC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0918" y="2749262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8" name="path-88">
            <a:extLst xmlns:a="http://schemas.openxmlformats.org/drawingml/2006/main">
              <a:ext uri="{FF2B5EF4-FFF2-40B4-BE49-F238E27FC236}">
                <a16:creationId xmlns:a16="http://schemas.microsoft.com/office/drawing/2014/main" id="{65C51758-5E38-43C8-8EE4-B3EF92DDE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810" y="2749262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9" name="path-89">
            <a:extLst xmlns:a="http://schemas.openxmlformats.org/drawingml/2006/main">
              <a:ext uri="{FF2B5EF4-FFF2-40B4-BE49-F238E27FC236}">
                <a16:creationId xmlns:a16="http://schemas.microsoft.com/office/drawing/2014/main" id="{3AE75205-69B1-4AF3-A29D-85736B55A1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704" y="2749262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" name="path-90">
            <a:extLst xmlns:a="http://schemas.openxmlformats.org/drawingml/2006/main">
              <a:ext uri="{FF2B5EF4-FFF2-40B4-BE49-F238E27FC236}">
                <a16:creationId xmlns:a16="http://schemas.microsoft.com/office/drawing/2014/main" id="{71A99CA5-AE71-4233-839F-C7FDBAD91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598" y="2749262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1" name="path-91">
            <a:extLst xmlns:a="http://schemas.openxmlformats.org/drawingml/2006/main">
              <a:ext uri="{FF2B5EF4-FFF2-40B4-BE49-F238E27FC236}">
                <a16:creationId xmlns:a16="http://schemas.microsoft.com/office/drawing/2014/main" id="{C33DD0A5-39F5-42FC-B09E-6320CFC05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59597" y="2749262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2" name="path-92">
            <a:extLst xmlns:a="http://schemas.openxmlformats.org/drawingml/2006/main">
              <a:ext uri="{FF2B5EF4-FFF2-40B4-BE49-F238E27FC236}">
                <a16:creationId xmlns:a16="http://schemas.microsoft.com/office/drawing/2014/main" id="{C80214D8-4FE5-49C7-8575-8D6509F16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6490" y="2749262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" name="path-93">
            <a:extLst xmlns:a="http://schemas.openxmlformats.org/drawingml/2006/main">
              <a:ext uri="{FF2B5EF4-FFF2-40B4-BE49-F238E27FC236}">
                <a16:creationId xmlns:a16="http://schemas.microsoft.com/office/drawing/2014/main" id="{69B22C5B-B6F3-4B7A-B359-DC65B04BB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33384" y="2749262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4" name="path-94">
            <a:extLst xmlns:a="http://schemas.openxmlformats.org/drawingml/2006/main">
              <a:ext uri="{FF2B5EF4-FFF2-40B4-BE49-F238E27FC236}">
                <a16:creationId xmlns:a16="http://schemas.microsoft.com/office/drawing/2014/main" id="{421BB279-3016-48B8-9547-49F5EF91A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1383" y="2749262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5" name="path-95">
            <a:extLst xmlns:a="http://schemas.openxmlformats.org/drawingml/2006/main">
              <a:ext uri="{FF2B5EF4-FFF2-40B4-BE49-F238E27FC236}">
                <a16:creationId xmlns:a16="http://schemas.microsoft.com/office/drawing/2014/main" id="{F3CCFA9C-1790-41C3-9A31-D5B04606F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8277" y="2749262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6" name="path-96">
            <a:extLst xmlns:a="http://schemas.openxmlformats.org/drawingml/2006/main">
              <a:ext uri="{FF2B5EF4-FFF2-40B4-BE49-F238E27FC236}">
                <a16:creationId xmlns:a16="http://schemas.microsoft.com/office/drawing/2014/main" id="{0F5D704F-AEA2-4536-B7E4-5F27F3D4C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453" y="3127354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7" name="path-97">
            <a:extLst xmlns:a="http://schemas.openxmlformats.org/drawingml/2006/main">
              <a:ext uri="{FF2B5EF4-FFF2-40B4-BE49-F238E27FC236}">
                <a16:creationId xmlns:a16="http://schemas.microsoft.com/office/drawing/2014/main" id="{ECA809B6-EAD4-48C8-A84C-D51D7E258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7345" y="3127354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8" name="path-98">
            <a:extLst xmlns:a="http://schemas.openxmlformats.org/drawingml/2006/main">
              <a:ext uri="{FF2B5EF4-FFF2-40B4-BE49-F238E27FC236}">
                <a16:creationId xmlns:a16="http://schemas.microsoft.com/office/drawing/2014/main" id="{C0380701-667E-40D2-8531-6D8D479BC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4239" y="3127354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9" name="path-99">
            <a:extLst xmlns:a="http://schemas.openxmlformats.org/drawingml/2006/main">
              <a:ext uri="{FF2B5EF4-FFF2-40B4-BE49-F238E27FC236}">
                <a16:creationId xmlns:a16="http://schemas.microsoft.com/office/drawing/2014/main" id="{90AA6A58-520C-434E-8C86-0F4692E61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2239" y="3127354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" name="path-100">
            <a:extLst xmlns:a="http://schemas.openxmlformats.org/drawingml/2006/main">
              <a:ext uri="{FF2B5EF4-FFF2-40B4-BE49-F238E27FC236}">
                <a16:creationId xmlns:a16="http://schemas.microsoft.com/office/drawing/2014/main" id="{35EC4B53-BE8A-4F03-808C-B598641D9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9132" y="3127354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1" name="path-101">
            <a:extLst xmlns:a="http://schemas.openxmlformats.org/drawingml/2006/main">
              <a:ext uri="{FF2B5EF4-FFF2-40B4-BE49-F238E27FC236}">
                <a16:creationId xmlns:a16="http://schemas.microsoft.com/office/drawing/2014/main" id="{B046C72F-F476-478E-9529-38A1694BD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025" y="3127354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2" name="path-102">
            <a:extLst xmlns:a="http://schemas.openxmlformats.org/drawingml/2006/main">
              <a:ext uri="{FF2B5EF4-FFF2-40B4-BE49-F238E27FC236}">
                <a16:creationId xmlns:a16="http://schemas.microsoft.com/office/drawing/2014/main" id="{928F8ACC-30B6-4180-9D3A-C6475AB1B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4024" y="3127354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" name="path-103">
            <a:extLst xmlns:a="http://schemas.openxmlformats.org/drawingml/2006/main">
              <a:ext uri="{FF2B5EF4-FFF2-40B4-BE49-F238E27FC236}">
                <a16:creationId xmlns:a16="http://schemas.microsoft.com/office/drawing/2014/main" id="{C928A564-7B7C-4D6D-A6A1-00FD828C6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0918" y="3127354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1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4" name="path-104">
            <a:extLst xmlns:a="http://schemas.openxmlformats.org/drawingml/2006/main">
              <a:ext uri="{FF2B5EF4-FFF2-40B4-BE49-F238E27FC236}">
                <a16:creationId xmlns:a16="http://schemas.microsoft.com/office/drawing/2014/main" id="{DFA2C5FD-6512-41E6-89ED-6D90BB196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810" y="3127354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5" name="path-105">
            <a:extLst xmlns:a="http://schemas.openxmlformats.org/drawingml/2006/main">
              <a:ext uri="{FF2B5EF4-FFF2-40B4-BE49-F238E27FC236}">
                <a16:creationId xmlns:a16="http://schemas.microsoft.com/office/drawing/2014/main" id="{E0E2BC29-0332-432C-8309-72A60A0DA2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704" y="3127354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6" name="path-106">
            <a:extLst xmlns:a="http://schemas.openxmlformats.org/drawingml/2006/main">
              <a:ext uri="{FF2B5EF4-FFF2-40B4-BE49-F238E27FC236}">
                <a16:creationId xmlns:a16="http://schemas.microsoft.com/office/drawing/2014/main" id="{92050AC1-C761-48AF-91F5-23655CC38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598" y="3127354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7" name="path-107">
            <a:extLst xmlns:a="http://schemas.openxmlformats.org/drawingml/2006/main">
              <a:ext uri="{FF2B5EF4-FFF2-40B4-BE49-F238E27FC236}">
                <a16:creationId xmlns:a16="http://schemas.microsoft.com/office/drawing/2014/main" id="{9CAC4E36-2AB7-4EB7-B3B5-77A759A512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59597" y="3127354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8" name="path-108">
            <a:extLst xmlns:a="http://schemas.openxmlformats.org/drawingml/2006/main">
              <a:ext uri="{FF2B5EF4-FFF2-40B4-BE49-F238E27FC236}">
                <a16:creationId xmlns:a16="http://schemas.microsoft.com/office/drawing/2014/main" id="{B7A169ED-20D3-4959-BBEC-381ABB612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6490" y="3127354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9" name="path-109">
            <a:extLst xmlns:a="http://schemas.openxmlformats.org/drawingml/2006/main">
              <a:ext uri="{FF2B5EF4-FFF2-40B4-BE49-F238E27FC236}">
                <a16:creationId xmlns:a16="http://schemas.microsoft.com/office/drawing/2014/main" id="{48CFB613-5F1E-46C8-8627-1B3207930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33384" y="3127354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0" name="path-110">
            <a:extLst xmlns:a="http://schemas.openxmlformats.org/drawingml/2006/main">
              <a:ext uri="{FF2B5EF4-FFF2-40B4-BE49-F238E27FC236}">
                <a16:creationId xmlns:a16="http://schemas.microsoft.com/office/drawing/2014/main" id="{30F9635B-851B-44DB-881C-77529A2A83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1383" y="3127354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111">
            <a:extLst xmlns:a="http://schemas.openxmlformats.org/drawingml/2006/main">
              <a:ext uri="{FF2B5EF4-FFF2-40B4-BE49-F238E27FC236}">
                <a16:creationId xmlns:a16="http://schemas.microsoft.com/office/drawing/2014/main" id="{69910D91-87F1-46B3-B6BE-72471301E6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8277" y="3127354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2" name="path-112">
            <a:extLst xmlns:a="http://schemas.openxmlformats.org/drawingml/2006/main">
              <a:ext uri="{FF2B5EF4-FFF2-40B4-BE49-F238E27FC236}">
                <a16:creationId xmlns:a16="http://schemas.microsoft.com/office/drawing/2014/main" id="{B346E0AA-C532-4257-A644-05D3EF8781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7345" y="3505447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3" name="path-113">
            <a:extLst xmlns:a="http://schemas.openxmlformats.org/drawingml/2006/main">
              <a:ext uri="{FF2B5EF4-FFF2-40B4-BE49-F238E27FC236}">
                <a16:creationId xmlns:a16="http://schemas.microsoft.com/office/drawing/2014/main" id="{C7AD1EB6-7093-4B4A-B307-22B506BD8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4239" y="3505447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4" name="path-114">
            <a:extLst xmlns:a="http://schemas.openxmlformats.org/drawingml/2006/main">
              <a:ext uri="{FF2B5EF4-FFF2-40B4-BE49-F238E27FC236}">
                <a16:creationId xmlns:a16="http://schemas.microsoft.com/office/drawing/2014/main" id="{6BC36A04-997F-4B2D-A99A-3D209F8722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2239" y="3505447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5" name="path-115">
            <a:extLst xmlns:a="http://schemas.openxmlformats.org/drawingml/2006/main">
              <a:ext uri="{FF2B5EF4-FFF2-40B4-BE49-F238E27FC236}">
                <a16:creationId xmlns:a16="http://schemas.microsoft.com/office/drawing/2014/main" id="{E9EF8F91-6B78-44DA-8121-D8817DD42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9132" y="3505447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6" name="path-116">
            <a:extLst xmlns:a="http://schemas.openxmlformats.org/drawingml/2006/main">
              <a:ext uri="{FF2B5EF4-FFF2-40B4-BE49-F238E27FC236}">
                <a16:creationId xmlns:a16="http://schemas.microsoft.com/office/drawing/2014/main" id="{0730B0D7-2FA0-425F-892A-A922E68F9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025" y="3505447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7" name="path-117">
            <a:extLst xmlns:a="http://schemas.openxmlformats.org/drawingml/2006/main">
              <a:ext uri="{FF2B5EF4-FFF2-40B4-BE49-F238E27FC236}">
                <a16:creationId xmlns:a16="http://schemas.microsoft.com/office/drawing/2014/main" id="{D43F51A4-5169-4965-B3B8-0ABA316FA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4024" y="3505447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" name="path-118">
            <a:extLst xmlns:a="http://schemas.openxmlformats.org/drawingml/2006/main">
              <a:ext uri="{FF2B5EF4-FFF2-40B4-BE49-F238E27FC236}">
                <a16:creationId xmlns:a16="http://schemas.microsoft.com/office/drawing/2014/main" id="{3C5679AF-F9B4-4847-A613-D690C8FF7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0918" y="3505447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9" name="path-119">
            <a:extLst xmlns:a="http://schemas.openxmlformats.org/drawingml/2006/main">
              <a:ext uri="{FF2B5EF4-FFF2-40B4-BE49-F238E27FC236}">
                <a16:creationId xmlns:a16="http://schemas.microsoft.com/office/drawing/2014/main" id="{47C50CF4-1FF9-45C2-A7CB-60D10B93E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810" y="3505447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1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0" name="path-120">
            <a:extLst xmlns:a="http://schemas.openxmlformats.org/drawingml/2006/main">
              <a:ext uri="{FF2B5EF4-FFF2-40B4-BE49-F238E27FC236}">
                <a16:creationId xmlns:a16="http://schemas.microsoft.com/office/drawing/2014/main" id="{32C93187-D1E2-4238-B6E9-9EC05BE6D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704" y="3505447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121">
            <a:extLst xmlns:a="http://schemas.openxmlformats.org/drawingml/2006/main">
              <a:ext uri="{FF2B5EF4-FFF2-40B4-BE49-F238E27FC236}">
                <a16:creationId xmlns:a16="http://schemas.microsoft.com/office/drawing/2014/main" id="{D150BC9A-D737-46A4-A1C1-37B48E5A0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598" y="3505447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2" name="path-122">
            <a:extLst xmlns:a="http://schemas.openxmlformats.org/drawingml/2006/main">
              <a:ext uri="{FF2B5EF4-FFF2-40B4-BE49-F238E27FC236}">
                <a16:creationId xmlns:a16="http://schemas.microsoft.com/office/drawing/2014/main" id="{2A9F55D0-AB14-4482-A411-34BF3E327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59597" y="3505447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3" name="path-123">
            <a:extLst xmlns:a="http://schemas.openxmlformats.org/drawingml/2006/main">
              <a:ext uri="{FF2B5EF4-FFF2-40B4-BE49-F238E27FC236}">
                <a16:creationId xmlns:a16="http://schemas.microsoft.com/office/drawing/2014/main" id="{7C49E2A6-9AD4-4870-B70D-002AAE2B4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6490" y="3505447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" name="path-124">
            <a:extLst xmlns:a="http://schemas.openxmlformats.org/drawingml/2006/main">
              <a:ext uri="{FF2B5EF4-FFF2-40B4-BE49-F238E27FC236}">
                <a16:creationId xmlns:a16="http://schemas.microsoft.com/office/drawing/2014/main" id="{CF06F814-6E33-4F67-8FA7-8944AC228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33384" y="3505447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5" name="path-125">
            <a:extLst xmlns:a="http://schemas.openxmlformats.org/drawingml/2006/main">
              <a:ext uri="{FF2B5EF4-FFF2-40B4-BE49-F238E27FC236}">
                <a16:creationId xmlns:a16="http://schemas.microsoft.com/office/drawing/2014/main" id="{1ED84736-981A-4245-B93A-9FF9F4658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1383" y="3505447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8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6" name="path-126">
            <a:extLst xmlns:a="http://schemas.openxmlformats.org/drawingml/2006/main">
              <a:ext uri="{FF2B5EF4-FFF2-40B4-BE49-F238E27FC236}">
                <a16:creationId xmlns:a16="http://schemas.microsoft.com/office/drawing/2014/main" id="{CE908E1D-E3E0-4226-9A8E-09ABF0B68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8277" y="3505447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" name="path-127">
            <a:extLst xmlns:a="http://schemas.openxmlformats.org/drawingml/2006/main">
              <a:ext uri="{FF2B5EF4-FFF2-40B4-BE49-F238E27FC236}">
                <a16:creationId xmlns:a16="http://schemas.microsoft.com/office/drawing/2014/main" id="{2767D714-A58D-41CF-BA68-7A6863866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453" y="3883540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8" name="path-128">
            <a:extLst xmlns:a="http://schemas.openxmlformats.org/drawingml/2006/main">
              <a:ext uri="{FF2B5EF4-FFF2-40B4-BE49-F238E27FC236}">
                <a16:creationId xmlns:a16="http://schemas.microsoft.com/office/drawing/2014/main" id="{8E243D1A-1543-4E44-B378-B8EA0BE7D3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87345" y="3883540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9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9" name="path-129">
            <a:extLst xmlns:a="http://schemas.openxmlformats.org/drawingml/2006/main">
              <a:ext uri="{FF2B5EF4-FFF2-40B4-BE49-F238E27FC236}">
                <a16:creationId xmlns:a16="http://schemas.microsoft.com/office/drawing/2014/main" id="{1684160A-5308-4472-89A5-9F87D2D92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24239" y="3883540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" name="path-130">
            <a:extLst xmlns:a="http://schemas.openxmlformats.org/drawingml/2006/main">
              <a:ext uri="{FF2B5EF4-FFF2-40B4-BE49-F238E27FC236}">
                <a16:creationId xmlns:a16="http://schemas.microsoft.com/office/drawing/2014/main" id="{A54C641B-2B85-4A3F-B26E-0E84CEF0E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2239" y="3883540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1" name="path-131">
            <a:extLst xmlns:a="http://schemas.openxmlformats.org/drawingml/2006/main">
              <a:ext uri="{FF2B5EF4-FFF2-40B4-BE49-F238E27FC236}">
                <a16:creationId xmlns:a16="http://schemas.microsoft.com/office/drawing/2014/main" id="{563C1A4F-E389-4890-98CA-ED969FA3D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9132" y="3883540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2" name="path-132">
            <a:extLst xmlns:a="http://schemas.openxmlformats.org/drawingml/2006/main">
              <a:ext uri="{FF2B5EF4-FFF2-40B4-BE49-F238E27FC236}">
                <a16:creationId xmlns:a16="http://schemas.microsoft.com/office/drawing/2014/main" id="{C15E3AAD-DE08-412E-9D87-D51E8D163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025" y="3883540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3" name="path-133">
            <a:extLst xmlns:a="http://schemas.openxmlformats.org/drawingml/2006/main">
              <a:ext uri="{FF2B5EF4-FFF2-40B4-BE49-F238E27FC236}">
                <a16:creationId xmlns:a16="http://schemas.microsoft.com/office/drawing/2014/main" id="{4C495A9C-4A25-41C9-9B58-86344D209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4024" y="3883540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1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4" name="path-134">
            <a:extLst xmlns:a="http://schemas.openxmlformats.org/drawingml/2006/main">
              <a:ext uri="{FF2B5EF4-FFF2-40B4-BE49-F238E27FC236}">
                <a16:creationId xmlns:a16="http://schemas.microsoft.com/office/drawing/2014/main" id="{8F4C6CDB-93DF-4A18-8243-E343FE7E5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0918" y="3883540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5" name="path-135">
            <a:extLst xmlns:a="http://schemas.openxmlformats.org/drawingml/2006/main">
              <a:ext uri="{FF2B5EF4-FFF2-40B4-BE49-F238E27FC236}">
                <a16:creationId xmlns:a16="http://schemas.microsoft.com/office/drawing/2014/main" id="{641459E3-D153-45BC-AF08-51E4F3CC71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810" y="3883540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32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6" name="path-136">
            <a:extLst xmlns:a="http://schemas.openxmlformats.org/drawingml/2006/main">
              <a:ext uri="{FF2B5EF4-FFF2-40B4-BE49-F238E27FC236}">
                <a16:creationId xmlns:a16="http://schemas.microsoft.com/office/drawing/2014/main" id="{736989CD-6E15-4F1D-B84C-F1D7F545C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704" y="3883540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7" name="path-137">
            <a:extLst xmlns:a="http://schemas.openxmlformats.org/drawingml/2006/main">
              <a:ext uri="{FF2B5EF4-FFF2-40B4-BE49-F238E27FC236}">
                <a16:creationId xmlns:a16="http://schemas.microsoft.com/office/drawing/2014/main" id="{3682A8DF-9DA4-4584-97E0-AE2AC92B9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598" y="3883540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3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8" name="path-138">
            <a:extLst xmlns:a="http://schemas.openxmlformats.org/drawingml/2006/main">
              <a:ext uri="{FF2B5EF4-FFF2-40B4-BE49-F238E27FC236}">
                <a16:creationId xmlns:a16="http://schemas.microsoft.com/office/drawing/2014/main" id="{AAFBA31F-B92B-4E9C-9776-BF615BA1B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59597" y="3883540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9" name="path-139">
            <a:extLst xmlns:a="http://schemas.openxmlformats.org/drawingml/2006/main">
              <a:ext uri="{FF2B5EF4-FFF2-40B4-BE49-F238E27FC236}">
                <a16:creationId xmlns:a16="http://schemas.microsoft.com/office/drawing/2014/main" id="{60F24732-FBF6-4966-8709-2A84316D9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96490" y="3883540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4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0" name="path-140">
            <a:extLst xmlns:a="http://schemas.openxmlformats.org/drawingml/2006/main">
              <a:ext uri="{FF2B5EF4-FFF2-40B4-BE49-F238E27FC236}">
                <a16:creationId xmlns:a16="http://schemas.microsoft.com/office/drawing/2014/main" id="{FA716F2E-4907-42ED-A6C9-F4F704959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33384" y="3883540"/>
            <a:ext cx="443236" cy="378093"/>
          </a:xfrm>
          <a:custGeom xmlns:a="http://schemas.openxmlformats.org/drawingml/2006/main">
            <a:pathLst>
              <a:path w="449238" h="383213">
                <a:moveTo>
                  <a:pt x="0" y="0"/>
                </a:moveTo>
                <a:lnTo>
                  <a:pt x="0" y="383213"/>
                </a:lnTo>
                <a:lnTo>
                  <a:pt x="449238" y="383213"/>
                </a:lnTo>
                <a:lnTo>
                  <a:pt x="449238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6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1" name="path-141">
            <a:extLst xmlns:a="http://schemas.openxmlformats.org/drawingml/2006/main">
              <a:ext uri="{FF2B5EF4-FFF2-40B4-BE49-F238E27FC236}">
                <a16:creationId xmlns:a16="http://schemas.microsoft.com/office/drawing/2014/main" id="{9627B6D8-9A7C-4F9A-9C20-F1AB04EF8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71383" y="3883540"/>
            <a:ext cx="443181" cy="378093"/>
          </a:xfrm>
          <a:custGeom xmlns:a="http://schemas.openxmlformats.org/drawingml/2006/main">
            <a:pathLst>
              <a:path w="449183" h="383213">
                <a:moveTo>
                  <a:pt x="0" y="0"/>
                </a:moveTo>
                <a:lnTo>
                  <a:pt x="0" y="383213"/>
                </a:lnTo>
                <a:lnTo>
                  <a:pt x="449183" y="383213"/>
                </a:lnTo>
                <a:lnTo>
                  <a:pt x="449183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2" name="path-142">
            <a:extLst xmlns:a="http://schemas.openxmlformats.org/drawingml/2006/main">
              <a:ext uri="{FF2B5EF4-FFF2-40B4-BE49-F238E27FC236}">
                <a16:creationId xmlns:a16="http://schemas.microsoft.com/office/drawing/2014/main" id="{C82C8A4A-9818-4804-9B52-992288F6F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08277" y="3883540"/>
            <a:ext cx="443180" cy="378093"/>
          </a:xfrm>
          <a:custGeom xmlns:a="http://schemas.openxmlformats.org/drawingml/2006/main">
            <a:pathLst>
              <a:path w="449181" h="383213">
                <a:moveTo>
                  <a:pt x="0" y="0"/>
                </a:moveTo>
                <a:lnTo>
                  <a:pt x="0" y="383213"/>
                </a:lnTo>
                <a:lnTo>
                  <a:pt x="449181" y="383213"/>
                </a:lnTo>
                <a:lnTo>
                  <a:pt x="449181" y="0"/>
                </a:lnTo>
                <a:close/>
              </a:path>
            </a:pathLst>
          </a:custGeom>
          <a:solidFill xmlns:a="http://schemas.openxmlformats.org/drawingml/2006/main">
            <a:srgbClr val="674294">
              <a:alpha val="27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3" name="path-143">
            <a:extLst xmlns:a="http://schemas.openxmlformats.org/drawingml/2006/main">
              <a:ext uri="{FF2B5EF4-FFF2-40B4-BE49-F238E27FC236}">
                <a16:creationId xmlns:a16="http://schemas.microsoft.com/office/drawing/2014/main" id="{94B0488A-1C9E-4204-9391-284F908E2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453" y="3127354"/>
            <a:ext cx="6994717" cy="191"/>
          </a:xfrm>
          <a:custGeom xmlns:a="http://schemas.openxmlformats.org/drawingml/2006/main">
            <a:pathLst>
              <a:path w="7089437" h="191">
                <a:moveTo>
                  <a:pt x="0" y="0"/>
                </a:moveTo>
                <a:lnTo>
                  <a:pt x="7089437" y="0"/>
                </a:lnTo>
              </a:path>
            </a:pathLst>
          </a:custGeom>
          <a:noFill xmlns:a="http://schemas.openxmlformats.org/drawingml/2006/main"/>
          <a:ln xmlns:a="http://schemas.openxmlformats.org/drawingml/2006/main" w="21005">
            <a:solidFill>
              <a:srgbClr val="FFFFFF"/>
            </a:solidFill>
            <a:prstDash val="solid"/>
          </a:ln>
        </p:spPr>
      </p:sp>
      <p:sp>
        <p:nvSpPr>
          <p:cNvPr id="144" name="path-144">
            <a:extLst xmlns:a="http://schemas.openxmlformats.org/drawingml/2006/main">
              <a:ext uri="{FF2B5EF4-FFF2-40B4-BE49-F238E27FC236}">
                <a16:creationId xmlns:a16="http://schemas.microsoft.com/office/drawing/2014/main" id="{28D58932-57D2-4BDC-B31C-C99D06EBC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453" y="3505447"/>
            <a:ext cx="6994717" cy="191"/>
          </a:xfrm>
          <a:custGeom xmlns:a="http://schemas.openxmlformats.org/drawingml/2006/main">
            <a:pathLst>
              <a:path w="7089437" h="191">
                <a:moveTo>
                  <a:pt x="0" y="0"/>
                </a:moveTo>
                <a:lnTo>
                  <a:pt x="7089437" y="0"/>
                </a:lnTo>
              </a:path>
            </a:pathLst>
          </a:custGeom>
          <a:noFill xmlns:a="http://schemas.openxmlformats.org/drawingml/2006/main"/>
          <a:ln xmlns:a="http://schemas.openxmlformats.org/drawingml/2006/main" w="21005">
            <a:solidFill>
              <a:srgbClr val="FFFFFF"/>
            </a:solidFill>
            <a:prstDash val="solid"/>
          </a:ln>
        </p:spPr>
      </p:sp>
      <p:sp>
        <p:nvSpPr>
          <p:cNvPr id="145" name="path-145">
            <a:extLst xmlns:a="http://schemas.openxmlformats.org/drawingml/2006/main">
              <a:ext uri="{FF2B5EF4-FFF2-40B4-BE49-F238E27FC236}">
                <a16:creationId xmlns:a16="http://schemas.microsoft.com/office/drawing/2014/main" id="{3980AC1D-E3D0-4FA5-8CF3-4169F92AE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0453" y="3883540"/>
            <a:ext cx="6994717" cy="191"/>
          </a:xfrm>
          <a:custGeom xmlns:a="http://schemas.openxmlformats.org/drawingml/2006/main">
            <a:pathLst>
              <a:path w="7089437" h="191">
                <a:moveTo>
                  <a:pt x="0" y="0"/>
                </a:moveTo>
                <a:lnTo>
                  <a:pt x="7089437" y="0"/>
                </a:lnTo>
              </a:path>
            </a:pathLst>
          </a:custGeom>
          <a:noFill xmlns:a="http://schemas.openxmlformats.org/drawingml/2006/main"/>
          <a:ln xmlns:a="http://schemas.openxmlformats.org/drawingml/2006/main" w="21005">
            <a:solidFill>
              <a:srgbClr val="FFFFFF"/>
            </a:solidFill>
            <a:prstDash val="solid"/>
          </a:ln>
        </p:spPr>
      </p:sp>
      <p:sp>
        <p:nvSpPr>
          <p:cNvPr id="146" name="path-146">
            <a:extLst xmlns:a="http://schemas.openxmlformats.org/drawingml/2006/main">
              <a:ext uri="{FF2B5EF4-FFF2-40B4-BE49-F238E27FC236}">
                <a16:creationId xmlns:a16="http://schemas.microsoft.com/office/drawing/2014/main" id="{F486984C-0420-4D2A-9E2E-BB117E62F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5037" y="2938308"/>
            <a:ext cx="6885548" cy="1134279"/>
          </a:xfrm>
          <a:custGeom xmlns:a="http://schemas.openxmlformats.org/drawingml/2006/main">
            <a:pathLst>
              <a:path w="6978790" h="1149639">
                <a:moveTo>
                  <a:pt x="0" y="0"/>
                </a:moveTo>
                <a:lnTo>
                  <a:pt x="1636150" y="0"/>
                </a:lnTo>
                <a:lnTo>
                  <a:pt x="1636150" y="766426"/>
                </a:lnTo>
                <a:lnTo>
                  <a:pt x="1962917" y="766426"/>
                </a:lnTo>
                <a:lnTo>
                  <a:pt x="1962917" y="383213"/>
                </a:lnTo>
                <a:lnTo>
                  <a:pt x="2180084" y="383213"/>
                </a:lnTo>
                <a:lnTo>
                  <a:pt x="2180084" y="1149639"/>
                </a:lnTo>
                <a:lnTo>
                  <a:pt x="2398303" y="1149639"/>
                </a:lnTo>
                <a:lnTo>
                  <a:pt x="2398303" y="766426"/>
                </a:lnTo>
                <a:lnTo>
                  <a:pt x="2616522" y="766426"/>
                </a:lnTo>
                <a:lnTo>
                  <a:pt x="2616522" y="383213"/>
                </a:lnTo>
                <a:lnTo>
                  <a:pt x="2725069" y="383213"/>
                </a:lnTo>
                <a:lnTo>
                  <a:pt x="2725069" y="766426"/>
                </a:lnTo>
                <a:lnTo>
                  <a:pt x="3707613" y="766426"/>
                </a:lnTo>
                <a:lnTo>
                  <a:pt x="3707613" y="1149639"/>
                </a:lnTo>
                <a:lnTo>
                  <a:pt x="5015874" y="1149639"/>
                </a:lnTo>
                <a:lnTo>
                  <a:pt x="5015874" y="766426"/>
                </a:lnTo>
                <a:lnTo>
                  <a:pt x="5234092" y="766426"/>
                </a:lnTo>
                <a:lnTo>
                  <a:pt x="5234092" y="1149639"/>
                </a:lnTo>
                <a:lnTo>
                  <a:pt x="5889797" y="1149639"/>
                </a:lnTo>
                <a:lnTo>
                  <a:pt x="5889797" y="766426"/>
                </a:lnTo>
                <a:lnTo>
                  <a:pt x="6106966" y="766426"/>
                </a:lnTo>
                <a:lnTo>
                  <a:pt x="6106966" y="1149639"/>
                </a:lnTo>
                <a:lnTo>
                  <a:pt x="6325185" y="1149639"/>
                </a:lnTo>
                <a:lnTo>
                  <a:pt x="6325185" y="766426"/>
                </a:lnTo>
                <a:lnTo>
                  <a:pt x="6543402" y="766426"/>
                </a:lnTo>
                <a:lnTo>
                  <a:pt x="6543402" y="1149639"/>
                </a:lnTo>
                <a:lnTo>
                  <a:pt x="6978790" y="1149639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3F2A5E"/>
            </a:solidFill>
            <a:prstDash val="solid"/>
          </a:ln>
        </p:spPr>
      </p:sp>
      <p:sp>
        <p:nvSpPr>
          <p:cNvPr id="147" name="path-147">
            <a:extLst xmlns:a="http://schemas.openxmlformats.org/drawingml/2006/main">
              <a:ext uri="{FF2B5EF4-FFF2-40B4-BE49-F238E27FC236}">
                <a16:creationId xmlns:a16="http://schemas.microsoft.com/office/drawing/2014/main" id="{1482A152-E2E8-4E58-BC2D-8FD9D7CA6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0145" y="2780769"/>
            <a:ext cx="315077" cy="315077"/>
          </a:xfrm>
          <a:custGeom xmlns:a="http://schemas.openxmlformats.org/drawingml/2006/main">
            <a:pathLst>
              <a:path w="319344" h="319344">
                <a:moveTo>
                  <a:pt x="319344" y="159672"/>
                </a:moveTo>
                <a:cubicBezTo>
                  <a:pt x="319344" y="247882"/>
                  <a:pt x="247811" y="319344"/>
                  <a:pt x="159672" y="319344"/>
                </a:cubicBezTo>
                <a:cubicBezTo>
                  <a:pt x="71463" y="319344"/>
                  <a:pt x="0" y="247882"/>
                  <a:pt x="0" y="159672"/>
                </a:cubicBezTo>
                <a:cubicBezTo>
                  <a:pt x="0" y="71462"/>
                  <a:pt x="71463" y="0"/>
                  <a:pt x="159672" y="0"/>
                </a:cubicBezTo>
                <a:cubicBezTo>
                  <a:pt x="247811" y="0"/>
                  <a:pt x="319344" y="71462"/>
                  <a:pt x="319344" y="159672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7307">
            <a:solidFill>
              <a:srgbClr val="3F2A5E"/>
            </a:solidFill>
            <a:prstDash val="solid"/>
          </a:ln>
        </p:spPr>
      </p:sp>
      <p:sp>
        <p:nvSpPr>
          <p:cNvPr id="148" name="path-148">
            <a:extLst xmlns:a="http://schemas.openxmlformats.org/drawingml/2006/main">
              <a:ext uri="{FF2B5EF4-FFF2-40B4-BE49-F238E27FC236}">
                <a16:creationId xmlns:a16="http://schemas.microsoft.com/office/drawing/2014/main" id="{7C9E09F5-404C-49B8-BFCB-C80ED8D50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3756" y="2853307"/>
            <a:ext cx="69358" cy="158519"/>
          </a:xfrm>
          <a:custGeom xmlns:a="http://schemas.openxmlformats.org/drawingml/2006/main">
            <a:pathLst>
              <a:path w="70297" h="160665">
                <a:moveTo>
                  <a:pt x="70297" y="160665"/>
                </a:moveTo>
                <a:lnTo>
                  <a:pt x="39640" y="160665"/>
                </a:lnTo>
                <a:lnTo>
                  <a:pt x="39640" y="45063"/>
                </a:lnTo>
                <a:cubicBezTo>
                  <a:pt x="28442" y="55552"/>
                  <a:pt x="15243" y="63315"/>
                  <a:pt x="0" y="68297"/>
                </a:cubicBezTo>
                <a:lnTo>
                  <a:pt x="0" y="40464"/>
                </a:lnTo>
                <a:cubicBezTo>
                  <a:pt x="8033" y="37867"/>
                  <a:pt x="16747" y="32928"/>
                  <a:pt x="26115" y="25661"/>
                </a:cubicBezTo>
                <a:cubicBezTo>
                  <a:pt x="35482" y="18295"/>
                  <a:pt x="41912" y="9751"/>
                  <a:pt x="45403" y="0"/>
                </a:cubicBezTo>
                <a:lnTo>
                  <a:pt x="70297" y="0"/>
                </a:lnTo>
                <a:lnTo>
                  <a:pt x="70297" y="160665"/>
                </a:lnTo>
              </a:path>
            </a:pathLst>
          </a:custGeom>
          <a:solidFill xmlns:a="http://schemas.openxmlformats.org/drawingml/2006/main">
            <a:srgbClr val="3F2A5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9" name="path-149">
            <a:extLst xmlns:a="http://schemas.openxmlformats.org/drawingml/2006/main">
              <a:ext uri="{FF2B5EF4-FFF2-40B4-BE49-F238E27FC236}">
                <a16:creationId xmlns:a16="http://schemas.microsoft.com/office/drawing/2014/main" id="{C5C1BAFD-F5E0-42E0-980F-67A53866B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1357" y="3158862"/>
            <a:ext cx="315077" cy="315077"/>
          </a:xfrm>
          <a:custGeom xmlns:a="http://schemas.openxmlformats.org/drawingml/2006/main">
            <a:pathLst>
              <a:path w="319344" h="319344">
                <a:moveTo>
                  <a:pt x="319344" y="159672"/>
                </a:moveTo>
                <a:cubicBezTo>
                  <a:pt x="319344" y="247882"/>
                  <a:pt x="247811" y="319344"/>
                  <a:pt x="159672" y="319344"/>
                </a:cubicBezTo>
                <a:cubicBezTo>
                  <a:pt x="71463" y="319344"/>
                  <a:pt x="0" y="247882"/>
                  <a:pt x="0" y="159672"/>
                </a:cubicBezTo>
                <a:cubicBezTo>
                  <a:pt x="0" y="71462"/>
                  <a:pt x="71463" y="0"/>
                  <a:pt x="159672" y="0"/>
                </a:cubicBezTo>
                <a:cubicBezTo>
                  <a:pt x="247811" y="0"/>
                  <a:pt x="319344" y="71462"/>
                  <a:pt x="319344" y="159672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7307">
            <a:solidFill>
              <a:srgbClr val="3F2A5E"/>
            </a:solidFill>
            <a:prstDash val="solid"/>
          </a:ln>
        </p:spPr>
      </p:sp>
      <p:sp>
        <p:nvSpPr>
          <p:cNvPr id="150" name="path-150">
            <a:extLst xmlns:a="http://schemas.openxmlformats.org/drawingml/2006/main">
              <a:ext uri="{FF2B5EF4-FFF2-40B4-BE49-F238E27FC236}">
                <a16:creationId xmlns:a16="http://schemas.microsoft.com/office/drawing/2014/main" id="{51B4E9F7-9A78-4B4B-9E18-F86508E6A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73885" y="3915048"/>
            <a:ext cx="315077" cy="315077"/>
          </a:xfrm>
          <a:custGeom xmlns:a="http://schemas.openxmlformats.org/drawingml/2006/main">
            <a:pathLst>
              <a:path w="319344" h="319344">
                <a:moveTo>
                  <a:pt x="319344" y="159672"/>
                </a:moveTo>
                <a:cubicBezTo>
                  <a:pt x="319344" y="247882"/>
                  <a:pt x="247880" y="319344"/>
                  <a:pt x="159672" y="319344"/>
                </a:cubicBezTo>
                <a:cubicBezTo>
                  <a:pt x="71518" y="319344"/>
                  <a:pt x="0" y="247882"/>
                  <a:pt x="0" y="159672"/>
                </a:cubicBezTo>
                <a:cubicBezTo>
                  <a:pt x="0" y="71462"/>
                  <a:pt x="71518" y="0"/>
                  <a:pt x="159672" y="0"/>
                </a:cubicBezTo>
                <a:cubicBezTo>
                  <a:pt x="247880" y="0"/>
                  <a:pt x="319344" y="71462"/>
                  <a:pt x="319344" y="159672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7307">
            <a:solidFill>
              <a:srgbClr val="3F2A5E"/>
            </a:solidFill>
            <a:prstDash val="solid"/>
          </a:ln>
        </p:spPr>
      </p:sp>
      <p:sp>
        <p:nvSpPr>
          <p:cNvPr id="151" name="path-151">
            <a:extLst xmlns:a="http://schemas.openxmlformats.org/drawingml/2006/main">
              <a:ext uri="{FF2B5EF4-FFF2-40B4-BE49-F238E27FC236}">
                <a16:creationId xmlns:a16="http://schemas.microsoft.com/office/drawing/2014/main" id="{C887357C-2A00-4164-BC3D-5422BD96D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5037" y="2581220"/>
            <a:ext cx="1614290" cy="84021"/>
          </a:xfrm>
          <a:custGeom xmlns:a="http://schemas.openxmlformats.org/drawingml/2006/main">
            <a:pathLst>
              <a:path w="1636150" h="85159">
                <a:moveTo>
                  <a:pt x="0" y="85159"/>
                </a:moveTo>
                <a:lnTo>
                  <a:pt x="0" y="0"/>
                </a:lnTo>
                <a:lnTo>
                  <a:pt x="1636150" y="0"/>
                </a:lnTo>
                <a:lnTo>
                  <a:pt x="1636150" y="85159"/>
                </a:lnTo>
              </a:path>
            </a:pathLst>
          </a:custGeom>
          <a:noFill xmlns:a="http://schemas.openxmlformats.org/drawingml/2006/main"/>
          <a:ln xmlns:a="http://schemas.openxmlformats.org/drawingml/2006/main" w="21005">
            <a:solidFill>
              <a:srgbClr val="6F667B"/>
            </a:solidFill>
            <a:prstDash val="solid"/>
          </a:ln>
        </p:spPr>
      </p:sp>
      <p:sp>
        <p:nvSpPr>
          <p:cNvPr id="152" name="path-152">
            <a:extLst xmlns:a="http://schemas.openxmlformats.org/drawingml/2006/main">
              <a:ext uri="{FF2B5EF4-FFF2-40B4-BE49-F238E27FC236}">
                <a16:creationId xmlns:a16="http://schemas.microsoft.com/office/drawing/2014/main" id="{CF6330F0-7CE5-4EBF-BB39-D512359EC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076" y="4324648"/>
            <a:ext cx="3402836" cy="294072"/>
          </a:xfrm>
          <a:custGeom xmlns:a="http://schemas.openxmlformats.org/drawingml/2006/main">
            <a:pathLst>
              <a:path w="3448916" h="298054">
                <a:moveTo>
                  <a:pt x="63869" y="0"/>
                </a:moveTo>
                <a:lnTo>
                  <a:pt x="3385047" y="0"/>
                </a:lnTo>
                <a:cubicBezTo>
                  <a:pt x="3420416" y="0"/>
                  <a:pt x="3448916" y="28499"/>
                  <a:pt x="3448916" y="63869"/>
                </a:cubicBezTo>
                <a:lnTo>
                  <a:pt x="3448916" y="234186"/>
                </a:lnTo>
                <a:cubicBezTo>
                  <a:pt x="3448916" y="269555"/>
                  <a:pt x="3420416" y="298054"/>
                  <a:pt x="3385047" y="298054"/>
                </a:cubicBezTo>
                <a:lnTo>
                  <a:pt x="63869" y="298054"/>
                </a:lnTo>
                <a:cubicBezTo>
                  <a:pt x="28500" y="298054"/>
                  <a:pt x="0" y="269555"/>
                  <a:pt x="0" y="234186"/>
                </a:cubicBezTo>
                <a:lnTo>
                  <a:pt x="0" y="63869"/>
                </a:lnTo>
                <a:cubicBezTo>
                  <a:pt x="0" y="28499"/>
                  <a:pt x="28500" y="0"/>
                  <a:pt x="63869" y="0"/>
                </a:cubicBez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" name="path-153">
            <a:extLst xmlns:a="http://schemas.openxmlformats.org/drawingml/2006/main">
              <a:ext uri="{FF2B5EF4-FFF2-40B4-BE49-F238E27FC236}">
                <a16:creationId xmlns:a16="http://schemas.microsoft.com/office/drawing/2014/main" id="{01968BC5-49ED-45AE-802A-DEB9FFE63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0390" y="4375243"/>
            <a:ext cx="172972" cy="192883"/>
          </a:xfrm>
          <a:custGeom xmlns:a="http://schemas.openxmlformats.org/drawingml/2006/main">
            <a:pathLst>
              <a:path w="175314" h="195495">
                <a:moveTo>
                  <a:pt x="87657" y="0"/>
                </a:moveTo>
                <a:lnTo>
                  <a:pt x="175314" y="47192"/>
                </a:lnTo>
                <a:lnTo>
                  <a:pt x="175314" y="148303"/>
                </a:lnTo>
                <a:lnTo>
                  <a:pt x="87657" y="195495"/>
                </a:lnTo>
                <a:lnTo>
                  <a:pt x="0" y="148303"/>
                </a:lnTo>
                <a:lnTo>
                  <a:pt x="0" y="47192"/>
                </a:lnTo>
                <a:lnTo>
                  <a:pt x="8765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5964">
            <a:solidFill>
              <a:srgbClr val="674294"/>
            </a:solidFill>
            <a:prstDash val="solid"/>
          </a:ln>
        </p:spPr>
      </p:sp>
      <p:sp>
        <p:nvSpPr>
          <p:cNvPr id="154" name="path-154">
            <a:extLst xmlns:a="http://schemas.openxmlformats.org/drawingml/2006/main">
              <a:ext uri="{FF2B5EF4-FFF2-40B4-BE49-F238E27FC236}">
                <a16:creationId xmlns:a16="http://schemas.microsoft.com/office/drawing/2014/main" id="{E9B153DE-E8D8-4A73-B989-ABF309EF7C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0390" y="4421805"/>
            <a:ext cx="172972" cy="146322"/>
          </a:xfrm>
          <a:custGeom xmlns:a="http://schemas.openxmlformats.org/drawingml/2006/main">
            <a:pathLst>
              <a:path w="175314" h="148303">
                <a:moveTo>
                  <a:pt x="0" y="0"/>
                </a:moveTo>
                <a:lnTo>
                  <a:pt x="87657" y="47177"/>
                </a:lnTo>
                <a:lnTo>
                  <a:pt x="175314" y="0"/>
                </a:lnTo>
                <a:moveTo>
                  <a:pt x="87657" y="47177"/>
                </a:moveTo>
                <a:lnTo>
                  <a:pt x="87657" y="148303"/>
                </a:lnTo>
              </a:path>
            </a:pathLst>
          </a:custGeom>
          <a:noFill xmlns:a="http://schemas.openxmlformats.org/drawingml/2006/main"/>
          <a:ln xmlns:a="http://schemas.openxmlformats.org/drawingml/2006/main" w="15964">
            <a:solidFill>
              <a:srgbClr val="674294"/>
            </a:solidFill>
            <a:prstDash val="solid"/>
          </a:ln>
        </p:spPr>
      </p:sp>
      <p:sp>
        <p:nvSpPr>
          <p:cNvPr id="155" name="path-155">
            <a:extLst xmlns:a="http://schemas.openxmlformats.org/drawingml/2006/main">
              <a:ext uri="{FF2B5EF4-FFF2-40B4-BE49-F238E27FC236}">
                <a16:creationId xmlns:a16="http://schemas.microsoft.com/office/drawing/2014/main" id="{6C77F0A3-0616-4FB2-9CC7-3D89859FC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2384" y="4849777"/>
            <a:ext cx="3633892" cy="3801934"/>
          </a:xfrm>
          <a:custGeom xmlns:a="http://schemas.openxmlformats.org/drawingml/2006/main">
            <a:pathLst>
              <a:path w="3683101" h="3853418">
                <a:moveTo>
                  <a:pt x="106448" y="0"/>
                </a:moveTo>
                <a:lnTo>
                  <a:pt x="3576654" y="0"/>
                </a:lnTo>
                <a:cubicBezTo>
                  <a:pt x="3635640" y="0"/>
                  <a:pt x="3683101" y="47462"/>
                  <a:pt x="3683101" y="106448"/>
                </a:cubicBezTo>
                <a:lnTo>
                  <a:pt x="3683101" y="3746971"/>
                </a:lnTo>
                <a:cubicBezTo>
                  <a:pt x="3683101" y="3805957"/>
                  <a:pt x="3635640" y="3853418"/>
                  <a:pt x="3576654" y="3853418"/>
                </a:cubicBezTo>
                <a:lnTo>
                  <a:pt x="106448" y="3853418"/>
                </a:lnTo>
                <a:cubicBezTo>
                  <a:pt x="47462" y="3853418"/>
                  <a:pt x="0" y="3805957"/>
                  <a:pt x="0" y="3746971"/>
                </a:cubicBezTo>
                <a:lnTo>
                  <a:pt x="0" y="106448"/>
                </a:lnTo>
                <a:cubicBezTo>
                  <a:pt x="0" y="47462"/>
                  <a:pt x="47462" y="0"/>
                  <a:pt x="10644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" name="path-156">
            <a:extLst xmlns:a="http://schemas.openxmlformats.org/drawingml/2006/main">
              <a:ext uri="{FF2B5EF4-FFF2-40B4-BE49-F238E27FC236}">
                <a16:creationId xmlns:a16="http://schemas.microsoft.com/office/drawing/2014/main" id="{432AF808-7744-48FE-994B-E55DDF596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7288" y="4849777"/>
            <a:ext cx="3624084" cy="73518"/>
          </a:xfrm>
          <a:custGeom xmlns:a="http://schemas.openxmlformats.org/drawingml/2006/main">
            <a:pathLst>
              <a:path w="3673160" h="74514">
                <a:moveTo>
                  <a:pt x="3673160" y="74514"/>
                </a:moveTo>
                <a:lnTo>
                  <a:pt x="3672723" y="72727"/>
                </a:lnTo>
                <a:lnTo>
                  <a:pt x="3666286" y="57442"/>
                </a:lnTo>
                <a:lnTo>
                  <a:pt x="3657649" y="43496"/>
                </a:lnTo>
                <a:lnTo>
                  <a:pt x="3647027" y="31104"/>
                </a:lnTo>
                <a:lnTo>
                  <a:pt x="3634635" y="20482"/>
                </a:lnTo>
                <a:lnTo>
                  <a:pt x="3620689" y="11844"/>
                </a:lnTo>
                <a:lnTo>
                  <a:pt x="3605405" y="5408"/>
                </a:lnTo>
                <a:lnTo>
                  <a:pt x="3588998" y="1388"/>
                </a:lnTo>
                <a:lnTo>
                  <a:pt x="3571683" y="0"/>
                </a:lnTo>
                <a:lnTo>
                  <a:pt x="101478" y="0"/>
                </a:lnTo>
                <a:lnTo>
                  <a:pt x="84164" y="1388"/>
                </a:lnTo>
                <a:lnTo>
                  <a:pt x="67757" y="5408"/>
                </a:lnTo>
                <a:lnTo>
                  <a:pt x="52472" y="11844"/>
                </a:lnTo>
                <a:lnTo>
                  <a:pt x="38526" y="20482"/>
                </a:lnTo>
                <a:lnTo>
                  <a:pt x="26134" y="31104"/>
                </a:lnTo>
                <a:lnTo>
                  <a:pt x="15512" y="43496"/>
                </a:lnTo>
                <a:lnTo>
                  <a:pt x="6874" y="57442"/>
                </a:lnTo>
                <a:lnTo>
                  <a:pt x="438" y="72727"/>
                </a:lnTo>
                <a:lnTo>
                  <a:pt x="0" y="74514"/>
                </a:lnTo>
                <a:lnTo>
                  <a:pt x="3673160" y="74514"/>
                </a:lnTo>
                <a:close/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7" name="path-157">
            <a:extLst xmlns:a="http://schemas.openxmlformats.org/drawingml/2006/main">
              <a:ext uri="{FF2B5EF4-FFF2-40B4-BE49-F238E27FC236}">
                <a16:creationId xmlns:a16="http://schemas.microsoft.com/office/drawing/2014/main" id="{160FF994-1F76-40FE-AFBC-B32CA2091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02384" y="4849777"/>
            <a:ext cx="3633892" cy="3801934"/>
          </a:xfrm>
          <a:custGeom xmlns:a="http://schemas.openxmlformats.org/drawingml/2006/main">
            <a:pathLst>
              <a:path w="3683101" h="3853418">
                <a:moveTo>
                  <a:pt x="106448" y="0"/>
                </a:moveTo>
                <a:lnTo>
                  <a:pt x="3576654" y="0"/>
                </a:lnTo>
                <a:cubicBezTo>
                  <a:pt x="3635640" y="0"/>
                  <a:pt x="3683101" y="47462"/>
                  <a:pt x="3683101" y="106448"/>
                </a:cubicBezTo>
                <a:lnTo>
                  <a:pt x="3683101" y="3746971"/>
                </a:lnTo>
                <a:cubicBezTo>
                  <a:pt x="3683101" y="3805957"/>
                  <a:pt x="3635640" y="3853418"/>
                  <a:pt x="3576654" y="3853418"/>
                </a:cubicBezTo>
                <a:lnTo>
                  <a:pt x="106448" y="3853418"/>
                </a:lnTo>
                <a:cubicBezTo>
                  <a:pt x="47462" y="3853418"/>
                  <a:pt x="0" y="3805957"/>
                  <a:pt x="0" y="3746971"/>
                </a:cubicBezTo>
                <a:lnTo>
                  <a:pt x="0" y="106448"/>
                </a:lnTo>
                <a:cubicBezTo>
                  <a:pt x="0" y="47462"/>
                  <a:pt x="47462" y="0"/>
                  <a:pt x="106448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D9CFE4"/>
            </a:solidFill>
            <a:prstDash val="solid"/>
          </a:ln>
        </p:spPr>
      </p:sp>
      <p:sp>
        <p:nvSpPr>
          <p:cNvPr id="158" name="path-158">
            <a:extLst xmlns:a="http://schemas.openxmlformats.org/drawingml/2006/main">
              <a:ext uri="{FF2B5EF4-FFF2-40B4-BE49-F238E27FC236}">
                <a16:creationId xmlns:a16="http://schemas.microsoft.com/office/drawing/2014/main" id="{50130F72-2F88-48DB-BB29-178F523DA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07410" y="5017818"/>
            <a:ext cx="336083" cy="336083"/>
          </a:xfrm>
          <a:custGeom xmlns:a="http://schemas.openxmlformats.org/drawingml/2006/main">
            <a:pathLst>
              <a:path w="340634" h="340634">
                <a:moveTo>
                  <a:pt x="340634" y="170317"/>
                </a:moveTo>
                <a:cubicBezTo>
                  <a:pt x="340634" y="264403"/>
                  <a:pt x="264403" y="340634"/>
                  <a:pt x="170317" y="340634"/>
                </a:cubicBezTo>
                <a:cubicBezTo>
                  <a:pt x="76231" y="340634"/>
                  <a:pt x="0" y="264403"/>
                  <a:pt x="0" y="170317"/>
                </a:cubicBezTo>
                <a:cubicBezTo>
                  <a:pt x="0" y="76231"/>
                  <a:pt x="76231" y="0"/>
                  <a:pt x="170317" y="0"/>
                </a:cubicBezTo>
                <a:cubicBezTo>
                  <a:pt x="264403" y="0"/>
                  <a:pt x="340634" y="76231"/>
                  <a:pt x="340634" y="170317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7307">
            <a:solidFill>
              <a:srgbClr val="3F2A5E"/>
            </a:solidFill>
            <a:prstDash val="solid"/>
          </a:ln>
        </p:spPr>
      </p:sp>
      <p:sp>
        <p:nvSpPr>
          <p:cNvPr id="159" name="path-159">
            <a:extLst xmlns:a="http://schemas.openxmlformats.org/drawingml/2006/main">
              <a:ext uri="{FF2B5EF4-FFF2-40B4-BE49-F238E27FC236}">
                <a16:creationId xmlns:a16="http://schemas.microsoft.com/office/drawing/2014/main" id="{DACD36D3-7B21-4602-A461-D82B43E2F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1579" y="5100859"/>
            <a:ext cx="69359" cy="158519"/>
          </a:xfrm>
          <a:custGeom xmlns:a="http://schemas.openxmlformats.org/drawingml/2006/main">
            <a:pathLst>
              <a:path w="70298" h="160665">
                <a:moveTo>
                  <a:pt x="70298" y="160665"/>
                </a:moveTo>
                <a:lnTo>
                  <a:pt x="39584" y="160665"/>
                </a:lnTo>
                <a:lnTo>
                  <a:pt x="39584" y="45063"/>
                </a:lnTo>
                <a:cubicBezTo>
                  <a:pt x="28386" y="55552"/>
                  <a:pt x="15200" y="63316"/>
                  <a:pt x="0" y="68297"/>
                </a:cubicBezTo>
                <a:lnTo>
                  <a:pt x="0" y="40465"/>
                </a:lnTo>
                <a:cubicBezTo>
                  <a:pt x="7990" y="37867"/>
                  <a:pt x="16691" y="32928"/>
                  <a:pt x="26058" y="25661"/>
                </a:cubicBezTo>
                <a:cubicBezTo>
                  <a:pt x="35482" y="18295"/>
                  <a:pt x="41912" y="9751"/>
                  <a:pt x="45403" y="0"/>
                </a:cubicBezTo>
                <a:lnTo>
                  <a:pt x="70298" y="0"/>
                </a:lnTo>
                <a:lnTo>
                  <a:pt x="70298" y="160665"/>
                </a:lnTo>
              </a:path>
            </a:pathLst>
          </a:custGeom>
          <a:solidFill xmlns:a="http://schemas.openxmlformats.org/drawingml/2006/main">
            <a:srgbClr val="3F2A5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0" name="path-160">
            <a:extLst xmlns:a="http://schemas.openxmlformats.org/drawingml/2006/main">
              <a:ext uri="{FF2B5EF4-FFF2-40B4-BE49-F238E27FC236}">
                <a16:creationId xmlns:a16="http://schemas.microsoft.com/office/drawing/2014/main" id="{AC0EC385-3B5D-4B82-B7C4-4824FC022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57282" y="6750744"/>
            <a:ext cx="231057" cy="191"/>
          </a:xfrm>
          <a:custGeom xmlns:a="http://schemas.openxmlformats.org/drawingml/2006/main">
            <a:pathLst>
              <a:path w="234186" h="191">
                <a:moveTo>
                  <a:pt x="0" y="0"/>
                </a:moveTo>
                <a:lnTo>
                  <a:pt x="234186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161" name="path-161">
            <a:extLst xmlns:a="http://schemas.openxmlformats.org/drawingml/2006/main">
              <a:ext uri="{FF2B5EF4-FFF2-40B4-BE49-F238E27FC236}">
                <a16:creationId xmlns:a16="http://schemas.microsoft.com/office/drawing/2014/main" id="{D5B69153-E842-4F9A-AC3D-2EE327628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8225" y="6656221"/>
            <a:ext cx="189046" cy="189046"/>
          </a:xfrm>
          <a:custGeom xmlns:a="http://schemas.openxmlformats.org/drawingml/2006/main">
            <a:pathLst>
              <a:path w="191606" h="191606">
                <a:moveTo>
                  <a:pt x="0" y="0"/>
                </a:moveTo>
                <a:lnTo>
                  <a:pt x="191606" y="95803"/>
                </a:lnTo>
                <a:lnTo>
                  <a:pt x="0" y="191606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" name="path-162">
            <a:extLst xmlns:a="http://schemas.openxmlformats.org/drawingml/2006/main">
              <a:ext uri="{FF2B5EF4-FFF2-40B4-BE49-F238E27FC236}">
                <a16:creationId xmlns:a16="http://schemas.microsoft.com/office/drawing/2014/main" id="{148C7D8B-AD43-4D78-9603-4EE8B8448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30349" y="4849777"/>
            <a:ext cx="3633893" cy="3801934"/>
          </a:xfrm>
          <a:custGeom xmlns:a="http://schemas.openxmlformats.org/drawingml/2006/main">
            <a:pathLst>
              <a:path w="3683102" h="3853418">
                <a:moveTo>
                  <a:pt x="106449" y="0"/>
                </a:moveTo>
                <a:lnTo>
                  <a:pt x="3576654" y="0"/>
                </a:lnTo>
                <a:cubicBezTo>
                  <a:pt x="3635641" y="0"/>
                  <a:pt x="3683102" y="47462"/>
                  <a:pt x="3683102" y="106448"/>
                </a:cubicBezTo>
                <a:lnTo>
                  <a:pt x="3683102" y="3746971"/>
                </a:lnTo>
                <a:cubicBezTo>
                  <a:pt x="3683102" y="3805957"/>
                  <a:pt x="3635641" y="3853418"/>
                  <a:pt x="3576654" y="3853418"/>
                </a:cubicBezTo>
                <a:lnTo>
                  <a:pt x="106449" y="3853418"/>
                </a:lnTo>
                <a:cubicBezTo>
                  <a:pt x="47462" y="3853418"/>
                  <a:pt x="0" y="3805957"/>
                  <a:pt x="0" y="3746971"/>
                </a:cubicBezTo>
                <a:lnTo>
                  <a:pt x="0" y="106448"/>
                </a:lnTo>
                <a:cubicBezTo>
                  <a:pt x="0" y="47462"/>
                  <a:pt x="47462" y="0"/>
                  <a:pt x="106449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3" name="path-163">
            <a:extLst xmlns:a="http://schemas.openxmlformats.org/drawingml/2006/main">
              <a:ext uri="{FF2B5EF4-FFF2-40B4-BE49-F238E27FC236}">
                <a16:creationId xmlns:a16="http://schemas.microsoft.com/office/drawing/2014/main" id="{1BFFBC75-E73A-42C3-9F97-6E9A3C53F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35252" y="4849777"/>
            <a:ext cx="3624085" cy="73518"/>
          </a:xfrm>
          <a:custGeom xmlns:a="http://schemas.openxmlformats.org/drawingml/2006/main">
            <a:pathLst>
              <a:path w="3673162" h="74514">
                <a:moveTo>
                  <a:pt x="3673162" y="74514"/>
                </a:moveTo>
                <a:lnTo>
                  <a:pt x="3672724" y="72727"/>
                </a:lnTo>
                <a:lnTo>
                  <a:pt x="3666287" y="57442"/>
                </a:lnTo>
                <a:lnTo>
                  <a:pt x="3657650" y="43496"/>
                </a:lnTo>
                <a:lnTo>
                  <a:pt x="3647028" y="31104"/>
                </a:lnTo>
                <a:lnTo>
                  <a:pt x="3634636" y="20482"/>
                </a:lnTo>
                <a:lnTo>
                  <a:pt x="3620690" y="11844"/>
                </a:lnTo>
                <a:lnTo>
                  <a:pt x="3605405" y="5408"/>
                </a:lnTo>
                <a:lnTo>
                  <a:pt x="3588998" y="1388"/>
                </a:lnTo>
                <a:lnTo>
                  <a:pt x="3571684" y="0"/>
                </a:lnTo>
                <a:lnTo>
                  <a:pt x="101479" y="0"/>
                </a:lnTo>
                <a:lnTo>
                  <a:pt x="84164" y="1388"/>
                </a:lnTo>
                <a:lnTo>
                  <a:pt x="67757" y="5408"/>
                </a:lnTo>
                <a:lnTo>
                  <a:pt x="52473" y="11844"/>
                </a:lnTo>
                <a:lnTo>
                  <a:pt x="38527" y="20482"/>
                </a:lnTo>
                <a:lnTo>
                  <a:pt x="26134" y="31104"/>
                </a:lnTo>
                <a:lnTo>
                  <a:pt x="15512" y="43496"/>
                </a:lnTo>
                <a:lnTo>
                  <a:pt x="6874" y="57442"/>
                </a:lnTo>
                <a:lnTo>
                  <a:pt x="438" y="72727"/>
                </a:lnTo>
                <a:lnTo>
                  <a:pt x="0" y="74514"/>
                </a:lnTo>
                <a:lnTo>
                  <a:pt x="3673162" y="74514"/>
                </a:lnTo>
                <a:close/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4" name="path-164">
            <a:extLst xmlns:a="http://schemas.openxmlformats.org/drawingml/2006/main">
              <a:ext uri="{FF2B5EF4-FFF2-40B4-BE49-F238E27FC236}">
                <a16:creationId xmlns:a16="http://schemas.microsoft.com/office/drawing/2014/main" id="{378C894C-9F16-4E90-B51F-E66647CA4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30349" y="4849777"/>
            <a:ext cx="3633893" cy="3801934"/>
          </a:xfrm>
          <a:custGeom xmlns:a="http://schemas.openxmlformats.org/drawingml/2006/main">
            <a:pathLst>
              <a:path w="3683102" h="3853418">
                <a:moveTo>
                  <a:pt x="106449" y="0"/>
                </a:moveTo>
                <a:lnTo>
                  <a:pt x="3576654" y="0"/>
                </a:lnTo>
                <a:cubicBezTo>
                  <a:pt x="3635641" y="0"/>
                  <a:pt x="3683102" y="47462"/>
                  <a:pt x="3683102" y="106448"/>
                </a:cubicBezTo>
                <a:lnTo>
                  <a:pt x="3683102" y="3746971"/>
                </a:lnTo>
                <a:cubicBezTo>
                  <a:pt x="3683102" y="3805957"/>
                  <a:pt x="3635641" y="3853418"/>
                  <a:pt x="3576654" y="3853418"/>
                </a:cubicBezTo>
                <a:lnTo>
                  <a:pt x="106449" y="3853418"/>
                </a:lnTo>
                <a:cubicBezTo>
                  <a:pt x="47462" y="3853418"/>
                  <a:pt x="0" y="3805957"/>
                  <a:pt x="0" y="3746971"/>
                </a:cubicBezTo>
                <a:lnTo>
                  <a:pt x="0" y="106448"/>
                </a:lnTo>
                <a:cubicBezTo>
                  <a:pt x="0" y="47462"/>
                  <a:pt x="47462" y="0"/>
                  <a:pt x="106449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D9CFE4"/>
            </a:solidFill>
            <a:prstDash val="solid"/>
          </a:ln>
        </p:spPr>
      </p:sp>
      <p:sp>
        <p:nvSpPr>
          <p:cNvPr id="165" name="path-165">
            <a:extLst xmlns:a="http://schemas.openxmlformats.org/drawingml/2006/main">
              <a:ext uri="{FF2B5EF4-FFF2-40B4-BE49-F238E27FC236}">
                <a16:creationId xmlns:a16="http://schemas.microsoft.com/office/drawing/2014/main" id="{A1AD5BCD-095D-4D10-B604-2BB9D2EB7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35375" y="5017818"/>
            <a:ext cx="336082" cy="336083"/>
          </a:xfrm>
          <a:custGeom xmlns:a="http://schemas.openxmlformats.org/drawingml/2006/main">
            <a:pathLst>
              <a:path w="340633" h="340634">
                <a:moveTo>
                  <a:pt x="340633" y="170317"/>
                </a:moveTo>
                <a:cubicBezTo>
                  <a:pt x="340633" y="264403"/>
                  <a:pt x="264403" y="340634"/>
                  <a:pt x="170317" y="340634"/>
                </a:cubicBezTo>
                <a:cubicBezTo>
                  <a:pt x="76230" y="340634"/>
                  <a:pt x="0" y="264403"/>
                  <a:pt x="0" y="170317"/>
                </a:cubicBezTo>
                <a:cubicBezTo>
                  <a:pt x="0" y="76231"/>
                  <a:pt x="76230" y="0"/>
                  <a:pt x="170317" y="0"/>
                </a:cubicBezTo>
                <a:cubicBezTo>
                  <a:pt x="264403" y="0"/>
                  <a:pt x="340633" y="76231"/>
                  <a:pt x="340633" y="170317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7307">
            <a:solidFill>
              <a:srgbClr val="3F2A5E"/>
            </a:solidFill>
            <a:prstDash val="solid"/>
          </a:ln>
        </p:spPr>
      </p:sp>
      <p:sp>
        <p:nvSpPr>
          <p:cNvPr id="166" name="path-166">
            <a:extLst xmlns:a="http://schemas.openxmlformats.org/drawingml/2006/main">
              <a:ext uri="{FF2B5EF4-FFF2-40B4-BE49-F238E27FC236}">
                <a16:creationId xmlns:a16="http://schemas.microsoft.com/office/drawing/2014/main" id="{3B08D176-CE09-467E-B9FF-3CF3C9DD2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47570" y="5100859"/>
            <a:ext cx="106062" cy="158519"/>
          </a:xfrm>
          <a:custGeom xmlns:a="http://schemas.openxmlformats.org/drawingml/2006/main">
            <a:pathLst>
              <a:path w="107498" h="160665">
                <a:moveTo>
                  <a:pt x="107498" y="132166"/>
                </a:moveTo>
                <a:lnTo>
                  <a:pt x="107498" y="160665"/>
                </a:lnTo>
                <a:lnTo>
                  <a:pt x="0" y="160665"/>
                </a:lnTo>
                <a:cubicBezTo>
                  <a:pt x="1164" y="149907"/>
                  <a:pt x="4656" y="139703"/>
                  <a:pt x="10475" y="130122"/>
                </a:cubicBezTo>
                <a:cubicBezTo>
                  <a:pt x="16294" y="120414"/>
                  <a:pt x="27833" y="107612"/>
                  <a:pt x="44965" y="91702"/>
                </a:cubicBezTo>
                <a:cubicBezTo>
                  <a:pt x="58817" y="78772"/>
                  <a:pt x="67304" y="70071"/>
                  <a:pt x="70412" y="65473"/>
                </a:cubicBezTo>
                <a:cubicBezTo>
                  <a:pt x="74628" y="59157"/>
                  <a:pt x="76729" y="52884"/>
                  <a:pt x="76729" y="46738"/>
                </a:cubicBezTo>
                <a:cubicBezTo>
                  <a:pt x="76729" y="39854"/>
                  <a:pt x="74898" y="34645"/>
                  <a:pt x="71179" y="30984"/>
                </a:cubicBezTo>
                <a:cubicBezTo>
                  <a:pt x="67531" y="27279"/>
                  <a:pt x="62479" y="25448"/>
                  <a:pt x="55992" y="25448"/>
                </a:cubicBezTo>
                <a:cubicBezTo>
                  <a:pt x="49618" y="25448"/>
                  <a:pt x="44509" y="27378"/>
                  <a:pt x="40750" y="31211"/>
                </a:cubicBezTo>
                <a:cubicBezTo>
                  <a:pt x="36917" y="35086"/>
                  <a:pt x="34759" y="41472"/>
                  <a:pt x="34149" y="50442"/>
                </a:cubicBezTo>
                <a:lnTo>
                  <a:pt x="3605" y="47349"/>
                </a:lnTo>
                <a:cubicBezTo>
                  <a:pt x="5436" y="30486"/>
                  <a:pt x="11141" y="18352"/>
                  <a:pt x="20737" y="11029"/>
                </a:cubicBezTo>
                <a:cubicBezTo>
                  <a:pt x="30374" y="3662"/>
                  <a:pt x="42352" y="0"/>
                  <a:pt x="56772" y="0"/>
                </a:cubicBezTo>
                <a:cubicBezTo>
                  <a:pt x="72570" y="0"/>
                  <a:pt x="84989" y="4258"/>
                  <a:pt x="93973" y="12746"/>
                </a:cubicBezTo>
                <a:cubicBezTo>
                  <a:pt x="103014" y="21289"/>
                  <a:pt x="107498" y="31878"/>
                  <a:pt x="107498" y="44509"/>
                </a:cubicBezTo>
                <a:cubicBezTo>
                  <a:pt x="107498" y="51720"/>
                  <a:pt x="106221" y="58603"/>
                  <a:pt x="103610" y="65146"/>
                </a:cubicBezTo>
                <a:cubicBezTo>
                  <a:pt x="101068" y="71632"/>
                  <a:pt x="96967" y="78445"/>
                  <a:pt x="91361" y="85542"/>
                </a:cubicBezTo>
                <a:cubicBezTo>
                  <a:pt x="87657" y="90310"/>
                  <a:pt x="80944" y="97123"/>
                  <a:pt x="71292" y="105994"/>
                </a:cubicBezTo>
                <a:cubicBezTo>
                  <a:pt x="61598" y="114865"/>
                  <a:pt x="55440" y="120755"/>
                  <a:pt x="52827" y="123692"/>
                </a:cubicBezTo>
                <a:cubicBezTo>
                  <a:pt x="50287" y="126574"/>
                  <a:pt x="48228" y="129398"/>
                  <a:pt x="46624" y="132166"/>
                </a:cubicBezTo>
                <a:lnTo>
                  <a:pt x="107498" y="132166"/>
                </a:lnTo>
              </a:path>
            </a:pathLst>
          </a:custGeom>
          <a:solidFill xmlns:a="http://schemas.openxmlformats.org/drawingml/2006/main">
            <a:srgbClr val="3F2A5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7" name="path-167">
            <a:extLst xmlns:a="http://schemas.openxmlformats.org/drawingml/2006/main">
              <a:ext uri="{FF2B5EF4-FFF2-40B4-BE49-F238E27FC236}">
                <a16:creationId xmlns:a16="http://schemas.microsoft.com/office/drawing/2014/main" id="{CD80ABE6-5A78-4DF2-9A8B-88CD27541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5246" y="6750744"/>
            <a:ext cx="231057" cy="191"/>
          </a:xfrm>
          <a:custGeom xmlns:a="http://schemas.openxmlformats.org/drawingml/2006/main">
            <a:pathLst>
              <a:path w="234186" h="191">
                <a:moveTo>
                  <a:pt x="0" y="0"/>
                </a:moveTo>
                <a:lnTo>
                  <a:pt x="234186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168" name="path-168">
            <a:extLst xmlns:a="http://schemas.openxmlformats.org/drawingml/2006/main">
              <a:ext uri="{FF2B5EF4-FFF2-40B4-BE49-F238E27FC236}">
                <a16:creationId xmlns:a16="http://schemas.microsoft.com/office/drawing/2014/main" id="{AE207F44-A7C1-49E5-A4F6-283793DEE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6190" y="6656221"/>
            <a:ext cx="189046" cy="189046"/>
          </a:xfrm>
          <a:custGeom xmlns:a="http://schemas.openxmlformats.org/drawingml/2006/main">
            <a:pathLst>
              <a:path w="191606" h="191606">
                <a:moveTo>
                  <a:pt x="0" y="0"/>
                </a:moveTo>
                <a:lnTo>
                  <a:pt x="191606" y="95803"/>
                </a:lnTo>
                <a:lnTo>
                  <a:pt x="0" y="191606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9" name="path-169">
            <a:extLst xmlns:a="http://schemas.openxmlformats.org/drawingml/2006/main">
              <a:ext uri="{FF2B5EF4-FFF2-40B4-BE49-F238E27FC236}">
                <a16:creationId xmlns:a16="http://schemas.microsoft.com/office/drawing/2014/main" id="{9C0A6739-EEB2-4BBE-B5AF-05C320F4C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8314" y="4849777"/>
            <a:ext cx="3633892" cy="3801934"/>
          </a:xfrm>
          <a:custGeom xmlns:a="http://schemas.openxmlformats.org/drawingml/2006/main">
            <a:pathLst>
              <a:path w="3683101" h="3853418">
                <a:moveTo>
                  <a:pt x="106448" y="0"/>
                </a:moveTo>
                <a:lnTo>
                  <a:pt x="3576653" y="0"/>
                </a:lnTo>
                <a:cubicBezTo>
                  <a:pt x="3635639" y="0"/>
                  <a:pt x="3683101" y="47462"/>
                  <a:pt x="3683101" y="106448"/>
                </a:cubicBezTo>
                <a:lnTo>
                  <a:pt x="3683101" y="3746971"/>
                </a:lnTo>
                <a:cubicBezTo>
                  <a:pt x="3683101" y="3805957"/>
                  <a:pt x="3635639" y="3853418"/>
                  <a:pt x="3576653" y="3853418"/>
                </a:cubicBezTo>
                <a:lnTo>
                  <a:pt x="106448" y="3853418"/>
                </a:lnTo>
                <a:cubicBezTo>
                  <a:pt x="47461" y="3853418"/>
                  <a:pt x="0" y="3805957"/>
                  <a:pt x="0" y="3746971"/>
                </a:cubicBezTo>
                <a:lnTo>
                  <a:pt x="0" y="106448"/>
                </a:lnTo>
                <a:cubicBezTo>
                  <a:pt x="0" y="47462"/>
                  <a:pt x="47461" y="0"/>
                  <a:pt x="10644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0" name="path-170">
            <a:extLst xmlns:a="http://schemas.openxmlformats.org/drawingml/2006/main">
              <a:ext uri="{FF2B5EF4-FFF2-40B4-BE49-F238E27FC236}">
                <a16:creationId xmlns:a16="http://schemas.microsoft.com/office/drawing/2014/main" id="{3DEC4F66-7F68-4E95-B4DA-FDC7453F6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3218" y="4849777"/>
            <a:ext cx="3624084" cy="73518"/>
          </a:xfrm>
          <a:custGeom xmlns:a="http://schemas.openxmlformats.org/drawingml/2006/main">
            <a:pathLst>
              <a:path w="3673160" h="74514">
                <a:moveTo>
                  <a:pt x="3673160" y="74514"/>
                </a:moveTo>
                <a:lnTo>
                  <a:pt x="3672723" y="72727"/>
                </a:lnTo>
                <a:lnTo>
                  <a:pt x="3666286" y="57442"/>
                </a:lnTo>
                <a:lnTo>
                  <a:pt x="3657649" y="43496"/>
                </a:lnTo>
                <a:lnTo>
                  <a:pt x="3647027" y="31104"/>
                </a:lnTo>
                <a:lnTo>
                  <a:pt x="3634635" y="20482"/>
                </a:lnTo>
                <a:lnTo>
                  <a:pt x="3620689" y="11844"/>
                </a:lnTo>
                <a:lnTo>
                  <a:pt x="3605404" y="5408"/>
                </a:lnTo>
                <a:lnTo>
                  <a:pt x="3588997" y="1388"/>
                </a:lnTo>
                <a:lnTo>
                  <a:pt x="3571683" y="0"/>
                </a:lnTo>
                <a:lnTo>
                  <a:pt x="101478" y="0"/>
                </a:lnTo>
                <a:lnTo>
                  <a:pt x="84163" y="1388"/>
                </a:lnTo>
                <a:lnTo>
                  <a:pt x="67756" y="5408"/>
                </a:lnTo>
                <a:lnTo>
                  <a:pt x="52472" y="11844"/>
                </a:lnTo>
                <a:lnTo>
                  <a:pt x="38526" y="20482"/>
                </a:lnTo>
                <a:lnTo>
                  <a:pt x="26134" y="31104"/>
                </a:lnTo>
                <a:lnTo>
                  <a:pt x="15511" y="43496"/>
                </a:lnTo>
                <a:lnTo>
                  <a:pt x="6874" y="57442"/>
                </a:lnTo>
                <a:lnTo>
                  <a:pt x="438" y="72727"/>
                </a:lnTo>
                <a:lnTo>
                  <a:pt x="0" y="74514"/>
                </a:lnTo>
                <a:lnTo>
                  <a:pt x="3673160" y="74514"/>
                </a:lnTo>
                <a:close/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" name="path-171">
            <a:extLst xmlns:a="http://schemas.openxmlformats.org/drawingml/2006/main">
              <a:ext uri="{FF2B5EF4-FFF2-40B4-BE49-F238E27FC236}">
                <a16:creationId xmlns:a16="http://schemas.microsoft.com/office/drawing/2014/main" id="{EA7F0C23-2D54-4028-85E0-AC17827008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8314" y="4849777"/>
            <a:ext cx="3633892" cy="3801934"/>
          </a:xfrm>
          <a:custGeom xmlns:a="http://schemas.openxmlformats.org/drawingml/2006/main">
            <a:pathLst>
              <a:path w="3683101" h="3853418">
                <a:moveTo>
                  <a:pt x="106448" y="0"/>
                </a:moveTo>
                <a:lnTo>
                  <a:pt x="3576653" y="0"/>
                </a:lnTo>
                <a:cubicBezTo>
                  <a:pt x="3635639" y="0"/>
                  <a:pt x="3683101" y="47462"/>
                  <a:pt x="3683101" y="106448"/>
                </a:cubicBezTo>
                <a:lnTo>
                  <a:pt x="3683101" y="3746971"/>
                </a:lnTo>
                <a:cubicBezTo>
                  <a:pt x="3683101" y="3805957"/>
                  <a:pt x="3635639" y="3853418"/>
                  <a:pt x="3576653" y="3853418"/>
                </a:cubicBezTo>
                <a:lnTo>
                  <a:pt x="106448" y="3853418"/>
                </a:lnTo>
                <a:cubicBezTo>
                  <a:pt x="47461" y="3853418"/>
                  <a:pt x="0" y="3805957"/>
                  <a:pt x="0" y="3746971"/>
                </a:cubicBezTo>
                <a:lnTo>
                  <a:pt x="0" y="106448"/>
                </a:lnTo>
                <a:cubicBezTo>
                  <a:pt x="0" y="47462"/>
                  <a:pt x="47461" y="0"/>
                  <a:pt x="106448" y="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D9CFE4"/>
            </a:solidFill>
            <a:prstDash val="solid"/>
          </a:ln>
        </p:spPr>
      </p:sp>
      <p:sp>
        <p:nvSpPr>
          <p:cNvPr id="172" name="path-172">
            <a:extLst xmlns:a="http://schemas.openxmlformats.org/drawingml/2006/main">
              <a:ext uri="{FF2B5EF4-FFF2-40B4-BE49-F238E27FC236}">
                <a16:creationId xmlns:a16="http://schemas.microsoft.com/office/drawing/2014/main" id="{A1EE9679-2840-462D-AB2B-3D2D06280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3339" y="5017818"/>
            <a:ext cx="336082" cy="336083"/>
          </a:xfrm>
          <a:custGeom xmlns:a="http://schemas.openxmlformats.org/drawingml/2006/main">
            <a:pathLst>
              <a:path w="340633" h="340634">
                <a:moveTo>
                  <a:pt x="340633" y="170317"/>
                </a:moveTo>
                <a:cubicBezTo>
                  <a:pt x="340633" y="264403"/>
                  <a:pt x="264403" y="340634"/>
                  <a:pt x="170317" y="340634"/>
                </a:cubicBezTo>
                <a:cubicBezTo>
                  <a:pt x="76230" y="340634"/>
                  <a:pt x="0" y="264403"/>
                  <a:pt x="0" y="170317"/>
                </a:cubicBezTo>
                <a:cubicBezTo>
                  <a:pt x="0" y="76231"/>
                  <a:pt x="76230" y="0"/>
                  <a:pt x="170317" y="0"/>
                </a:cubicBezTo>
                <a:cubicBezTo>
                  <a:pt x="264403" y="0"/>
                  <a:pt x="340633" y="76231"/>
                  <a:pt x="340633" y="170317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7307">
            <a:solidFill>
              <a:srgbClr val="3F2A5E"/>
            </a:solidFill>
            <a:prstDash val="solid"/>
          </a:ln>
        </p:spPr>
      </p:sp>
      <p:sp>
        <p:nvSpPr>
          <p:cNvPr id="173" name="path-173">
            <a:extLst xmlns:a="http://schemas.openxmlformats.org/drawingml/2006/main">
              <a:ext uri="{FF2B5EF4-FFF2-40B4-BE49-F238E27FC236}">
                <a16:creationId xmlns:a16="http://schemas.microsoft.com/office/drawing/2014/main" id="{04B62494-B606-4D6F-95CF-F95EB2A9E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8321" y="5100859"/>
            <a:ext cx="104914" cy="161194"/>
          </a:xfrm>
          <a:custGeom xmlns:a="http://schemas.openxmlformats.org/drawingml/2006/main">
            <a:pathLst>
              <a:path w="106335" h="163377">
                <a:moveTo>
                  <a:pt x="0" y="118200"/>
                </a:moveTo>
                <a:lnTo>
                  <a:pt x="29721" y="114595"/>
                </a:lnTo>
                <a:cubicBezTo>
                  <a:pt x="30657" y="122188"/>
                  <a:pt x="33213" y="127951"/>
                  <a:pt x="37370" y="131953"/>
                </a:cubicBezTo>
                <a:cubicBezTo>
                  <a:pt x="41530" y="135941"/>
                  <a:pt x="46510" y="137985"/>
                  <a:pt x="52386" y="137985"/>
                </a:cubicBezTo>
                <a:cubicBezTo>
                  <a:pt x="58773" y="137985"/>
                  <a:pt x="64040" y="135544"/>
                  <a:pt x="68354" y="130789"/>
                </a:cubicBezTo>
                <a:cubicBezTo>
                  <a:pt x="72740" y="125964"/>
                  <a:pt x="74896" y="119477"/>
                  <a:pt x="74896" y="111317"/>
                </a:cubicBezTo>
                <a:cubicBezTo>
                  <a:pt x="74896" y="103610"/>
                  <a:pt x="72853" y="97521"/>
                  <a:pt x="68695" y="92965"/>
                </a:cubicBezTo>
                <a:cubicBezTo>
                  <a:pt x="64536" y="88480"/>
                  <a:pt x="59483" y="86209"/>
                  <a:pt x="53493" y="86209"/>
                </a:cubicBezTo>
                <a:cubicBezTo>
                  <a:pt x="49563" y="86209"/>
                  <a:pt x="44908" y="86989"/>
                  <a:pt x="39415" y="88537"/>
                </a:cubicBezTo>
                <a:lnTo>
                  <a:pt x="42806" y="63529"/>
                </a:lnTo>
                <a:cubicBezTo>
                  <a:pt x="51110" y="63755"/>
                  <a:pt x="57440" y="61981"/>
                  <a:pt x="61811" y="58149"/>
                </a:cubicBezTo>
                <a:cubicBezTo>
                  <a:pt x="66140" y="54332"/>
                  <a:pt x="68354" y="49222"/>
                  <a:pt x="68354" y="42906"/>
                </a:cubicBezTo>
                <a:cubicBezTo>
                  <a:pt x="68354" y="37526"/>
                  <a:pt x="66751" y="33212"/>
                  <a:pt x="63542" y="29990"/>
                </a:cubicBezTo>
                <a:cubicBezTo>
                  <a:pt x="60321" y="26825"/>
                  <a:pt x="56106" y="25221"/>
                  <a:pt x="50784" y="25221"/>
                </a:cubicBezTo>
                <a:cubicBezTo>
                  <a:pt x="45518" y="25221"/>
                  <a:pt x="41075" y="27053"/>
                  <a:pt x="37370" y="30657"/>
                </a:cubicBezTo>
                <a:cubicBezTo>
                  <a:pt x="33652" y="34319"/>
                  <a:pt x="31382" y="39641"/>
                  <a:pt x="30600" y="46624"/>
                </a:cubicBezTo>
                <a:lnTo>
                  <a:pt x="2328" y="41799"/>
                </a:lnTo>
                <a:cubicBezTo>
                  <a:pt x="4273" y="32091"/>
                  <a:pt x="7211" y="24384"/>
                  <a:pt x="11141" y="18678"/>
                </a:cubicBezTo>
                <a:cubicBezTo>
                  <a:pt x="15130" y="12859"/>
                  <a:pt x="20680" y="8317"/>
                  <a:pt x="27720" y="5039"/>
                </a:cubicBezTo>
                <a:cubicBezTo>
                  <a:pt x="34874" y="1661"/>
                  <a:pt x="42849" y="0"/>
                  <a:pt x="51678" y="0"/>
                </a:cubicBezTo>
                <a:cubicBezTo>
                  <a:pt x="66694" y="0"/>
                  <a:pt x="78787" y="4826"/>
                  <a:pt x="87869" y="14406"/>
                </a:cubicBezTo>
                <a:cubicBezTo>
                  <a:pt x="95363" y="22283"/>
                  <a:pt x="99126" y="31154"/>
                  <a:pt x="99126" y="41018"/>
                </a:cubicBezTo>
                <a:cubicBezTo>
                  <a:pt x="99126" y="55098"/>
                  <a:pt x="91475" y="66310"/>
                  <a:pt x="76117" y="74670"/>
                </a:cubicBezTo>
                <a:cubicBezTo>
                  <a:pt x="85272" y="76614"/>
                  <a:pt x="92582" y="81000"/>
                  <a:pt x="98018" y="87869"/>
                </a:cubicBezTo>
                <a:cubicBezTo>
                  <a:pt x="103567" y="94696"/>
                  <a:pt x="106335" y="102957"/>
                  <a:pt x="106335" y="112651"/>
                </a:cubicBezTo>
                <a:cubicBezTo>
                  <a:pt x="106335" y="126673"/>
                  <a:pt x="101183" y="138652"/>
                  <a:pt x="90922" y="148531"/>
                </a:cubicBezTo>
                <a:cubicBezTo>
                  <a:pt x="80674" y="158451"/>
                  <a:pt x="67913" y="163377"/>
                  <a:pt x="52615" y="163377"/>
                </a:cubicBezTo>
                <a:cubicBezTo>
                  <a:pt x="38137" y="163377"/>
                  <a:pt x="26172" y="159218"/>
                  <a:pt x="16634" y="150958"/>
                </a:cubicBezTo>
                <a:cubicBezTo>
                  <a:pt x="7097" y="142598"/>
                  <a:pt x="1548" y="131669"/>
                  <a:pt x="0" y="118200"/>
                </a:cubicBezTo>
              </a:path>
            </a:pathLst>
          </a:custGeom>
          <a:solidFill xmlns:a="http://schemas.openxmlformats.org/drawingml/2006/main">
            <a:srgbClr val="3F2A5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4" name="path-174">
            <a:extLst xmlns:a="http://schemas.openxmlformats.org/drawingml/2006/main">
              <a:ext uri="{FF2B5EF4-FFF2-40B4-BE49-F238E27FC236}">
                <a16:creationId xmlns:a16="http://schemas.microsoft.com/office/drawing/2014/main" id="{EC4E17D7-2C49-4EDB-ADF1-4C7784840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9421" y="5774005"/>
            <a:ext cx="3339820" cy="2121521"/>
          </a:xfrm>
          <a:custGeom xmlns:a="http://schemas.openxmlformats.org/drawingml/2006/main">
            <a:pathLst>
              <a:path w="3385047" h="2150250">
                <a:moveTo>
                  <a:pt x="85158" y="0"/>
                </a:moveTo>
                <a:lnTo>
                  <a:pt x="3299889" y="0"/>
                </a:lnTo>
                <a:cubicBezTo>
                  <a:pt x="3347066" y="0"/>
                  <a:pt x="3385047" y="37981"/>
                  <a:pt x="3385047" y="85158"/>
                </a:cubicBezTo>
                <a:lnTo>
                  <a:pt x="3385047" y="2065091"/>
                </a:lnTo>
                <a:cubicBezTo>
                  <a:pt x="3385047" y="2112269"/>
                  <a:pt x="3347066" y="2150250"/>
                  <a:pt x="3299889" y="2150250"/>
                </a:cubicBezTo>
                <a:lnTo>
                  <a:pt x="85158" y="2150250"/>
                </a:lnTo>
                <a:cubicBezTo>
                  <a:pt x="37981" y="2150250"/>
                  <a:pt x="0" y="2112269"/>
                  <a:pt x="0" y="2065091"/>
                </a:cubicBezTo>
                <a:lnTo>
                  <a:pt x="0" y="85158"/>
                </a:lnTo>
                <a:cubicBezTo>
                  <a:pt x="0" y="37981"/>
                  <a:pt x="37981" y="0"/>
                  <a:pt x="85158" y="0"/>
                </a:cubicBezTo>
              </a:path>
            </a:pathLst>
          </a:custGeom>
          <a:solidFill xmlns:a="http://schemas.openxmlformats.org/drawingml/2006/main">
            <a:srgbClr val="352A4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5" name="path-175">
            <a:extLst xmlns:a="http://schemas.openxmlformats.org/drawingml/2006/main">
              <a:ext uri="{FF2B5EF4-FFF2-40B4-BE49-F238E27FC236}">
                <a16:creationId xmlns:a16="http://schemas.microsoft.com/office/drawing/2014/main" id="{FC9F05E5-72D1-462D-9FAB-E539C6DC4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9421" y="5774005"/>
            <a:ext cx="3339820" cy="231057"/>
          </a:xfrm>
          <a:custGeom xmlns:a="http://schemas.openxmlformats.org/drawingml/2006/main">
            <a:pathLst>
              <a:path w="3385047" h="234186">
                <a:moveTo>
                  <a:pt x="0" y="234186"/>
                </a:moveTo>
                <a:lnTo>
                  <a:pt x="0" y="85158"/>
                </a:lnTo>
                <a:cubicBezTo>
                  <a:pt x="0" y="28386"/>
                  <a:pt x="28386" y="0"/>
                  <a:pt x="85158" y="0"/>
                </a:cubicBezTo>
                <a:lnTo>
                  <a:pt x="3299889" y="0"/>
                </a:lnTo>
                <a:cubicBezTo>
                  <a:pt x="3356661" y="0"/>
                  <a:pt x="3385047" y="28386"/>
                  <a:pt x="3385047" y="85158"/>
                </a:cubicBezTo>
                <a:lnTo>
                  <a:pt x="3385047" y="234186"/>
                </a:lnTo>
                <a:lnTo>
                  <a:pt x="0" y="234186"/>
                </a:lnTo>
              </a:path>
            </a:pathLst>
          </a:custGeom>
          <a:solidFill xmlns:a="http://schemas.openxmlformats.org/drawingml/2006/main">
            <a:srgbClr val="473B57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6" name="path-176">
            <a:extLst xmlns:a="http://schemas.openxmlformats.org/drawingml/2006/main">
              <a:ext uri="{FF2B5EF4-FFF2-40B4-BE49-F238E27FC236}">
                <a16:creationId xmlns:a16="http://schemas.microsoft.com/office/drawing/2014/main" id="{B6FF7C98-BAC8-4F4A-89A8-A73FE464D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1268" y="5854846"/>
            <a:ext cx="69373" cy="69372"/>
          </a:xfrm>
          <a:custGeom xmlns:a="http://schemas.openxmlformats.org/drawingml/2006/main">
            <a:pathLst>
              <a:path w="70312" h="70312">
                <a:moveTo>
                  <a:pt x="70312" y="35156"/>
                </a:moveTo>
                <a:cubicBezTo>
                  <a:pt x="70312" y="54558"/>
                  <a:pt x="54558" y="70312"/>
                  <a:pt x="35157" y="70312"/>
                </a:cubicBezTo>
                <a:cubicBezTo>
                  <a:pt x="15754" y="70312"/>
                  <a:pt x="0" y="54558"/>
                  <a:pt x="0" y="35156"/>
                </a:cubicBezTo>
                <a:cubicBezTo>
                  <a:pt x="0" y="15754"/>
                  <a:pt x="15754" y="0"/>
                  <a:pt x="35157" y="0"/>
                </a:cubicBezTo>
                <a:cubicBezTo>
                  <a:pt x="54558" y="0"/>
                  <a:pt x="70312" y="15754"/>
                  <a:pt x="70312" y="35156"/>
                </a:cubicBezTo>
              </a:path>
            </a:pathLst>
          </a:custGeom>
          <a:solidFill xmlns:a="http://schemas.openxmlformats.org/drawingml/2006/main">
            <a:srgbClr val="C8B6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7" name="path-177">
            <a:extLst xmlns:a="http://schemas.openxmlformats.org/drawingml/2006/main">
              <a:ext uri="{FF2B5EF4-FFF2-40B4-BE49-F238E27FC236}">
                <a16:creationId xmlns:a16="http://schemas.microsoft.com/office/drawing/2014/main" id="{49B5E056-4B89-4C37-B678-98A2761F3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66796" y="5854846"/>
            <a:ext cx="69372" cy="69372"/>
          </a:xfrm>
          <a:custGeom xmlns:a="http://schemas.openxmlformats.org/drawingml/2006/main">
            <a:pathLst>
              <a:path w="70312" h="70312">
                <a:moveTo>
                  <a:pt x="70312" y="35156"/>
                </a:moveTo>
                <a:cubicBezTo>
                  <a:pt x="70312" y="54558"/>
                  <a:pt x="54558" y="70312"/>
                  <a:pt x="35156" y="70312"/>
                </a:cubicBezTo>
                <a:cubicBezTo>
                  <a:pt x="15754" y="70312"/>
                  <a:pt x="0" y="54558"/>
                  <a:pt x="0" y="35156"/>
                </a:cubicBezTo>
                <a:cubicBezTo>
                  <a:pt x="0" y="15754"/>
                  <a:pt x="15754" y="0"/>
                  <a:pt x="35156" y="0"/>
                </a:cubicBezTo>
                <a:cubicBezTo>
                  <a:pt x="54558" y="0"/>
                  <a:pt x="70312" y="15754"/>
                  <a:pt x="70312" y="35156"/>
                </a:cubicBezTo>
              </a:path>
            </a:pathLst>
          </a:custGeom>
          <a:solidFill xmlns:a="http://schemas.openxmlformats.org/drawingml/2006/main">
            <a:srgbClr val="C8B6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8" name="path-178">
            <a:extLst xmlns:a="http://schemas.openxmlformats.org/drawingml/2006/main">
              <a:ext uri="{FF2B5EF4-FFF2-40B4-BE49-F238E27FC236}">
                <a16:creationId xmlns:a16="http://schemas.microsoft.com/office/drawing/2014/main" id="{982BB1EA-9B87-4A34-A6D9-4ACBFAF25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82325" y="5854846"/>
            <a:ext cx="69373" cy="69372"/>
          </a:xfrm>
          <a:custGeom xmlns:a="http://schemas.openxmlformats.org/drawingml/2006/main">
            <a:pathLst>
              <a:path w="70312" h="70312">
                <a:moveTo>
                  <a:pt x="70312" y="35156"/>
                </a:moveTo>
                <a:cubicBezTo>
                  <a:pt x="70312" y="54558"/>
                  <a:pt x="54558" y="70312"/>
                  <a:pt x="35156" y="70312"/>
                </a:cubicBezTo>
                <a:cubicBezTo>
                  <a:pt x="15754" y="70312"/>
                  <a:pt x="0" y="54558"/>
                  <a:pt x="0" y="35156"/>
                </a:cubicBezTo>
                <a:cubicBezTo>
                  <a:pt x="0" y="15754"/>
                  <a:pt x="15754" y="0"/>
                  <a:pt x="35156" y="0"/>
                </a:cubicBezTo>
                <a:cubicBezTo>
                  <a:pt x="54558" y="0"/>
                  <a:pt x="70312" y="15754"/>
                  <a:pt x="70312" y="35156"/>
                </a:cubicBezTo>
              </a:path>
            </a:pathLst>
          </a:custGeom>
          <a:solidFill xmlns:a="http://schemas.openxmlformats.org/drawingml/2006/main">
            <a:srgbClr val="C8B6D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9" name="path-179">
            <a:extLst xmlns:a="http://schemas.openxmlformats.org/drawingml/2006/main">
              <a:ext uri="{FF2B5EF4-FFF2-40B4-BE49-F238E27FC236}">
                <a16:creationId xmlns:a16="http://schemas.microsoft.com/office/drawing/2014/main" id="{9418F9BD-3911-4989-93A0-CDAEEA3F8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49421" y="8021556"/>
            <a:ext cx="3339820" cy="504123"/>
          </a:xfrm>
          <a:custGeom xmlns:a="http://schemas.openxmlformats.org/drawingml/2006/main">
            <a:pathLst>
              <a:path w="3385047" h="510950">
                <a:moveTo>
                  <a:pt x="85158" y="0"/>
                </a:moveTo>
                <a:lnTo>
                  <a:pt x="3299889" y="0"/>
                </a:lnTo>
                <a:cubicBezTo>
                  <a:pt x="3347066" y="0"/>
                  <a:pt x="3385047" y="37981"/>
                  <a:pt x="3385047" y="85158"/>
                </a:cubicBezTo>
                <a:lnTo>
                  <a:pt x="3385047" y="425792"/>
                </a:lnTo>
                <a:cubicBezTo>
                  <a:pt x="3385047" y="472971"/>
                  <a:pt x="3347066" y="510950"/>
                  <a:pt x="3299889" y="510950"/>
                </a:cubicBezTo>
                <a:lnTo>
                  <a:pt x="85158" y="510950"/>
                </a:lnTo>
                <a:cubicBezTo>
                  <a:pt x="37981" y="510950"/>
                  <a:pt x="0" y="472971"/>
                  <a:pt x="0" y="425792"/>
                </a:cubicBezTo>
                <a:lnTo>
                  <a:pt x="0" y="85158"/>
                </a:lnTo>
                <a:cubicBezTo>
                  <a:pt x="0" y="37981"/>
                  <a:pt x="37981" y="0"/>
                  <a:pt x="85158" y="0"/>
                </a:cubicBez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0" name="path-180">
            <a:extLst xmlns:a="http://schemas.openxmlformats.org/drawingml/2006/main">
              <a:ext uri="{FF2B5EF4-FFF2-40B4-BE49-F238E27FC236}">
                <a16:creationId xmlns:a16="http://schemas.microsoft.com/office/drawing/2014/main" id="{337749AA-EF2A-4C77-8320-CE4FEE97B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3274" y="5718858"/>
            <a:ext cx="231057" cy="173307"/>
          </a:xfrm>
          <a:custGeom xmlns:a="http://schemas.openxmlformats.org/drawingml/2006/main">
            <a:pathLst>
              <a:path w="234186" h="175654">
                <a:moveTo>
                  <a:pt x="219552" y="0"/>
                </a:moveTo>
                <a:lnTo>
                  <a:pt x="14633" y="0"/>
                </a:lnTo>
                <a:cubicBezTo>
                  <a:pt x="6543" y="0"/>
                  <a:pt x="0" y="6543"/>
                  <a:pt x="0" y="14647"/>
                </a:cubicBezTo>
                <a:lnTo>
                  <a:pt x="0" y="161007"/>
                </a:lnTo>
                <a:cubicBezTo>
                  <a:pt x="0" y="169110"/>
                  <a:pt x="6543" y="175654"/>
                  <a:pt x="14633" y="175654"/>
                </a:cubicBezTo>
                <a:lnTo>
                  <a:pt x="219552" y="175654"/>
                </a:lnTo>
                <a:cubicBezTo>
                  <a:pt x="227642" y="175654"/>
                  <a:pt x="234186" y="169110"/>
                  <a:pt x="234186" y="161007"/>
                </a:cubicBezTo>
                <a:lnTo>
                  <a:pt x="234186" y="14647"/>
                </a:lnTo>
                <a:cubicBezTo>
                  <a:pt x="234186" y="6543"/>
                  <a:pt x="227642" y="0"/>
                  <a:pt x="219552" y="0"/>
                </a:cubicBezTo>
                <a:moveTo>
                  <a:pt x="58547" y="87827"/>
                </a:moveTo>
                <a:lnTo>
                  <a:pt x="43913" y="87827"/>
                </a:lnTo>
                <a:lnTo>
                  <a:pt x="43913" y="102460"/>
                </a:lnTo>
                <a:lnTo>
                  <a:pt x="29267" y="102460"/>
                </a:lnTo>
                <a:lnTo>
                  <a:pt x="29267" y="87827"/>
                </a:lnTo>
                <a:lnTo>
                  <a:pt x="43913" y="87827"/>
                </a:lnTo>
                <a:lnTo>
                  <a:pt x="43913" y="73193"/>
                </a:lnTo>
                <a:lnTo>
                  <a:pt x="58547" y="73193"/>
                </a:lnTo>
                <a:lnTo>
                  <a:pt x="58547" y="58561"/>
                </a:lnTo>
                <a:lnTo>
                  <a:pt x="43913" y="58561"/>
                </a:lnTo>
                <a:lnTo>
                  <a:pt x="43913" y="43913"/>
                </a:lnTo>
                <a:lnTo>
                  <a:pt x="29267" y="43913"/>
                </a:lnTo>
                <a:lnTo>
                  <a:pt x="29267" y="29281"/>
                </a:lnTo>
                <a:lnTo>
                  <a:pt x="43913" y="29281"/>
                </a:lnTo>
                <a:lnTo>
                  <a:pt x="43913" y="43913"/>
                </a:lnTo>
                <a:lnTo>
                  <a:pt x="58547" y="43913"/>
                </a:lnTo>
                <a:lnTo>
                  <a:pt x="58547" y="58561"/>
                </a:lnTo>
                <a:lnTo>
                  <a:pt x="73180" y="58561"/>
                </a:lnTo>
                <a:lnTo>
                  <a:pt x="73180" y="73193"/>
                </a:lnTo>
                <a:lnTo>
                  <a:pt x="58547" y="73193"/>
                </a:lnTo>
                <a:lnTo>
                  <a:pt x="58547" y="87827"/>
                </a:lnTo>
                <a:moveTo>
                  <a:pt x="73180" y="102460"/>
                </a:moveTo>
                <a:lnTo>
                  <a:pt x="117093" y="102460"/>
                </a:lnTo>
                <a:lnTo>
                  <a:pt x="117093" y="117093"/>
                </a:lnTo>
                <a:lnTo>
                  <a:pt x="73180" y="117093"/>
                </a:lnTo>
                <a:close/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1" name="path-181">
            <a:extLst xmlns:a="http://schemas.openxmlformats.org/drawingml/2006/main">
              <a:ext uri="{FF2B5EF4-FFF2-40B4-BE49-F238E27FC236}">
                <a16:creationId xmlns:a16="http://schemas.microsoft.com/office/drawing/2014/main" id="{EB4023AC-3239-4F52-A280-0121AE302C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7385" y="6005061"/>
            <a:ext cx="1249807" cy="504123"/>
          </a:xfrm>
          <a:custGeom xmlns:a="http://schemas.openxmlformats.org/drawingml/2006/main">
            <a:pathLst>
              <a:path w="1266732" h="510950">
                <a:moveTo>
                  <a:pt x="85158" y="0"/>
                </a:moveTo>
                <a:lnTo>
                  <a:pt x="1181573" y="0"/>
                </a:lnTo>
                <a:cubicBezTo>
                  <a:pt x="1228751" y="0"/>
                  <a:pt x="1266732" y="37981"/>
                  <a:pt x="1266732" y="85158"/>
                </a:cubicBezTo>
                <a:lnTo>
                  <a:pt x="1266732" y="425792"/>
                </a:lnTo>
                <a:cubicBezTo>
                  <a:pt x="1266732" y="472969"/>
                  <a:pt x="1228751" y="510950"/>
                  <a:pt x="1181573" y="510950"/>
                </a:cubicBezTo>
                <a:lnTo>
                  <a:pt x="85158" y="510950"/>
                </a:lnTo>
                <a:cubicBezTo>
                  <a:pt x="37981" y="510950"/>
                  <a:pt x="0" y="472969"/>
                  <a:pt x="0" y="425792"/>
                </a:cubicBezTo>
                <a:lnTo>
                  <a:pt x="0" y="85158"/>
                </a:lnTo>
                <a:cubicBezTo>
                  <a:pt x="0" y="37981"/>
                  <a:pt x="37981" y="0"/>
                  <a:pt x="85158" y="0"/>
                </a:cubicBezTo>
              </a:path>
            </a:pathLst>
          </a:custGeom>
          <a:solidFill xmlns:a="http://schemas.openxmlformats.org/drawingml/2006/main">
            <a:srgbClr val="FCED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2" name="path-182">
            <a:extLst xmlns:a="http://schemas.openxmlformats.org/drawingml/2006/main">
              <a:ext uri="{FF2B5EF4-FFF2-40B4-BE49-F238E27FC236}">
                <a16:creationId xmlns:a16="http://schemas.microsoft.com/office/drawing/2014/main" id="{C8F3A800-7F33-4519-8FAC-96E4CE85B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699" y="6257123"/>
            <a:ext cx="168041" cy="191"/>
          </a:xfrm>
          <a:custGeom xmlns:a="http://schemas.openxmlformats.org/drawingml/2006/main">
            <a:pathLst>
              <a:path w="170317" h="191">
                <a:moveTo>
                  <a:pt x="0" y="0"/>
                </a:moveTo>
                <a:lnTo>
                  <a:pt x="170317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183" name="path-183">
            <a:extLst xmlns:a="http://schemas.openxmlformats.org/drawingml/2006/main">
              <a:ext uri="{FF2B5EF4-FFF2-40B4-BE49-F238E27FC236}">
                <a16:creationId xmlns:a16="http://schemas.microsoft.com/office/drawing/2014/main" id="{CB7EEC50-714C-4E90-8B60-871FA1C326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627" y="6162600"/>
            <a:ext cx="189046" cy="189046"/>
          </a:xfrm>
          <a:custGeom xmlns:a="http://schemas.openxmlformats.org/drawingml/2006/main">
            <a:pathLst>
              <a:path w="191606" h="191606">
                <a:moveTo>
                  <a:pt x="0" y="0"/>
                </a:moveTo>
                <a:lnTo>
                  <a:pt x="191606" y="95803"/>
                </a:lnTo>
                <a:lnTo>
                  <a:pt x="0" y="191606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4" name="path-184">
            <a:extLst xmlns:a="http://schemas.openxmlformats.org/drawingml/2006/main">
              <a:ext uri="{FF2B5EF4-FFF2-40B4-BE49-F238E27FC236}">
                <a16:creationId xmlns:a16="http://schemas.microsoft.com/office/drawing/2014/main" id="{4CF50811-A2E8-498B-82F2-2130C2ECB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9756" y="6005061"/>
            <a:ext cx="1827449" cy="504123"/>
          </a:xfrm>
          <a:custGeom xmlns:a="http://schemas.openxmlformats.org/drawingml/2006/main">
            <a:pathLst>
              <a:path w="1852196" h="510950">
                <a:moveTo>
                  <a:pt x="85158" y="0"/>
                </a:moveTo>
                <a:lnTo>
                  <a:pt x="1767037" y="0"/>
                </a:lnTo>
                <a:cubicBezTo>
                  <a:pt x="1814215" y="0"/>
                  <a:pt x="1852196" y="37981"/>
                  <a:pt x="1852196" y="85158"/>
                </a:cubicBezTo>
                <a:lnTo>
                  <a:pt x="1852196" y="425792"/>
                </a:lnTo>
                <a:cubicBezTo>
                  <a:pt x="1852196" y="472969"/>
                  <a:pt x="1814215" y="510950"/>
                  <a:pt x="1767037" y="510950"/>
                </a:cubicBezTo>
                <a:lnTo>
                  <a:pt x="85158" y="510950"/>
                </a:lnTo>
                <a:cubicBezTo>
                  <a:pt x="37982" y="510950"/>
                  <a:pt x="0" y="472969"/>
                  <a:pt x="0" y="425792"/>
                </a:cubicBezTo>
                <a:lnTo>
                  <a:pt x="0" y="85158"/>
                </a:lnTo>
                <a:cubicBezTo>
                  <a:pt x="0" y="37981"/>
                  <a:pt x="37982" y="0"/>
                  <a:pt x="85158" y="0"/>
                </a:cubicBez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5" name="path-185">
            <a:extLst xmlns:a="http://schemas.openxmlformats.org/drawingml/2006/main">
              <a:ext uri="{FF2B5EF4-FFF2-40B4-BE49-F238E27FC236}">
                <a16:creationId xmlns:a16="http://schemas.microsoft.com/office/drawing/2014/main" id="{B02BB8F9-B4A3-4DCF-AAD6-A2A85C417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7385" y="6572201"/>
            <a:ext cx="1249807" cy="504123"/>
          </a:xfrm>
          <a:custGeom xmlns:a="http://schemas.openxmlformats.org/drawingml/2006/main">
            <a:pathLst>
              <a:path w="1266732" h="510950">
                <a:moveTo>
                  <a:pt x="85158" y="0"/>
                </a:moveTo>
                <a:lnTo>
                  <a:pt x="1181573" y="0"/>
                </a:lnTo>
                <a:cubicBezTo>
                  <a:pt x="1228751" y="0"/>
                  <a:pt x="1266732" y="37981"/>
                  <a:pt x="1266732" y="85158"/>
                </a:cubicBezTo>
                <a:lnTo>
                  <a:pt x="1266732" y="425792"/>
                </a:lnTo>
                <a:cubicBezTo>
                  <a:pt x="1266732" y="472969"/>
                  <a:pt x="1228751" y="510950"/>
                  <a:pt x="1181573" y="510950"/>
                </a:cubicBezTo>
                <a:lnTo>
                  <a:pt x="85158" y="510950"/>
                </a:lnTo>
                <a:cubicBezTo>
                  <a:pt x="37981" y="510950"/>
                  <a:pt x="0" y="472969"/>
                  <a:pt x="0" y="425792"/>
                </a:cubicBezTo>
                <a:lnTo>
                  <a:pt x="0" y="85158"/>
                </a:lnTo>
                <a:cubicBezTo>
                  <a:pt x="0" y="37981"/>
                  <a:pt x="37981" y="0"/>
                  <a:pt x="85158" y="0"/>
                </a:cubicBezTo>
              </a:path>
            </a:pathLst>
          </a:custGeom>
          <a:solidFill xmlns:a="http://schemas.openxmlformats.org/drawingml/2006/main">
            <a:srgbClr val="FCED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6" name="path-186">
            <a:extLst xmlns:a="http://schemas.openxmlformats.org/drawingml/2006/main">
              <a:ext uri="{FF2B5EF4-FFF2-40B4-BE49-F238E27FC236}">
                <a16:creationId xmlns:a16="http://schemas.microsoft.com/office/drawing/2014/main" id="{AE4826C6-5E74-4C4C-A05C-3085FAC51E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699" y="6824262"/>
            <a:ext cx="168041" cy="191"/>
          </a:xfrm>
          <a:custGeom xmlns:a="http://schemas.openxmlformats.org/drawingml/2006/main">
            <a:pathLst>
              <a:path w="170317" h="191">
                <a:moveTo>
                  <a:pt x="0" y="0"/>
                </a:moveTo>
                <a:lnTo>
                  <a:pt x="170317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187" name="path-187">
            <a:extLst xmlns:a="http://schemas.openxmlformats.org/drawingml/2006/main">
              <a:ext uri="{FF2B5EF4-FFF2-40B4-BE49-F238E27FC236}">
                <a16:creationId xmlns:a16="http://schemas.microsoft.com/office/drawing/2014/main" id="{83D89DE2-FF80-4742-A5F5-E36403D26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627" y="6729739"/>
            <a:ext cx="189046" cy="189047"/>
          </a:xfrm>
          <a:custGeom xmlns:a="http://schemas.openxmlformats.org/drawingml/2006/main">
            <a:pathLst>
              <a:path w="191606" h="191607">
                <a:moveTo>
                  <a:pt x="0" y="0"/>
                </a:moveTo>
                <a:lnTo>
                  <a:pt x="191606" y="95804"/>
                </a:lnTo>
                <a:lnTo>
                  <a:pt x="0" y="191607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8" name="path-188">
            <a:extLst xmlns:a="http://schemas.openxmlformats.org/drawingml/2006/main">
              <a:ext uri="{FF2B5EF4-FFF2-40B4-BE49-F238E27FC236}">
                <a16:creationId xmlns:a16="http://schemas.microsoft.com/office/drawing/2014/main" id="{04D13F14-8771-4684-AC99-18F3DAFA8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9756" y="6572201"/>
            <a:ext cx="1827449" cy="504123"/>
          </a:xfrm>
          <a:custGeom xmlns:a="http://schemas.openxmlformats.org/drawingml/2006/main">
            <a:pathLst>
              <a:path w="1852196" h="510950">
                <a:moveTo>
                  <a:pt x="85158" y="0"/>
                </a:moveTo>
                <a:lnTo>
                  <a:pt x="1767037" y="0"/>
                </a:lnTo>
                <a:cubicBezTo>
                  <a:pt x="1814215" y="0"/>
                  <a:pt x="1852196" y="37981"/>
                  <a:pt x="1852196" y="85158"/>
                </a:cubicBezTo>
                <a:lnTo>
                  <a:pt x="1852196" y="425792"/>
                </a:lnTo>
                <a:cubicBezTo>
                  <a:pt x="1852196" y="472969"/>
                  <a:pt x="1814215" y="510950"/>
                  <a:pt x="1767037" y="510950"/>
                </a:cubicBezTo>
                <a:lnTo>
                  <a:pt x="85158" y="510950"/>
                </a:lnTo>
                <a:cubicBezTo>
                  <a:pt x="37982" y="510950"/>
                  <a:pt x="0" y="472969"/>
                  <a:pt x="0" y="425792"/>
                </a:cubicBezTo>
                <a:lnTo>
                  <a:pt x="0" y="85158"/>
                </a:lnTo>
                <a:cubicBezTo>
                  <a:pt x="0" y="37981"/>
                  <a:pt x="37982" y="0"/>
                  <a:pt x="85158" y="0"/>
                </a:cubicBez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89" name="path-189">
            <a:extLst xmlns:a="http://schemas.openxmlformats.org/drawingml/2006/main">
              <a:ext uri="{FF2B5EF4-FFF2-40B4-BE49-F238E27FC236}">
                <a16:creationId xmlns:a16="http://schemas.microsoft.com/office/drawing/2014/main" id="{7518B7E0-867D-459A-B9A4-8BD9FD3C7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7385" y="7139340"/>
            <a:ext cx="1249807" cy="504123"/>
          </a:xfrm>
          <a:custGeom xmlns:a="http://schemas.openxmlformats.org/drawingml/2006/main">
            <a:pathLst>
              <a:path w="1266732" h="510950">
                <a:moveTo>
                  <a:pt x="85158" y="0"/>
                </a:moveTo>
                <a:lnTo>
                  <a:pt x="1181573" y="0"/>
                </a:lnTo>
                <a:cubicBezTo>
                  <a:pt x="1228751" y="0"/>
                  <a:pt x="1266732" y="37981"/>
                  <a:pt x="1266732" y="85158"/>
                </a:cubicBezTo>
                <a:lnTo>
                  <a:pt x="1266732" y="425792"/>
                </a:lnTo>
                <a:cubicBezTo>
                  <a:pt x="1266732" y="472969"/>
                  <a:pt x="1228751" y="510950"/>
                  <a:pt x="1181573" y="510950"/>
                </a:cubicBezTo>
                <a:lnTo>
                  <a:pt x="85158" y="510950"/>
                </a:lnTo>
                <a:cubicBezTo>
                  <a:pt x="37981" y="510950"/>
                  <a:pt x="0" y="472969"/>
                  <a:pt x="0" y="425792"/>
                </a:cubicBezTo>
                <a:lnTo>
                  <a:pt x="0" y="85158"/>
                </a:lnTo>
                <a:cubicBezTo>
                  <a:pt x="0" y="37981"/>
                  <a:pt x="37981" y="0"/>
                  <a:pt x="85158" y="0"/>
                </a:cubicBezTo>
              </a:path>
            </a:pathLst>
          </a:custGeom>
          <a:solidFill xmlns:a="http://schemas.openxmlformats.org/drawingml/2006/main">
            <a:srgbClr val="FCEDEA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0" name="path-190">
            <a:extLst xmlns:a="http://schemas.openxmlformats.org/drawingml/2006/main">
              <a:ext uri="{FF2B5EF4-FFF2-40B4-BE49-F238E27FC236}">
                <a16:creationId xmlns:a16="http://schemas.microsoft.com/office/drawing/2014/main" id="{A8CECE32-F722-49DF-B61F-84DF6E924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8699" y="7391401"/>
            <a:ext cx="168041" cy="191"/>
          </a:xfrm>
          <a:custGeom xmlns:a="http://schemas.openxmlformats.org/drawingml/2006/main">
            <a:pathLst>
              <a:path w="170317" h="191">
                <a:moveTo>
                  <a:pt x="0" y="0"/>
                </a:moveTo>
                <a:lnTo>
                  <a:pt x="170317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191" name="path-191">
            <a:extLst xmlns:a="http://schemas.openxmlformats.org/drawingml/2006/main">
              <a:ext uri="{FF2B5EF4-FFF2-40B4-BE49-F238E27FC236}">
                <a16:creationId xmlns:a16="http://schemas.microsoft.com/office/drawing/2014/main" id="{A6CE30DB-1FE5-445C-9EAE-69E890536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6627" y="7296878"/>
            <a:ext cx="189046" cy="189046"/>
          </a:xfrm>
          <a:custGeom xmlns:a="http://schemas.openxmlformats.org/drawingml/2006/main">
            <a:pathLst>
              <a:path w="191606" h="191606">
                <a:moveTo>
                  <a:pt x="0" y="0"/>
                </a:moveTo>
                <a:lnTo>
                  <a:pt x="191606" y="95803"/>
                </a:lnTo>
                <a:lnTo>
                  <a:pt x="0" y="191606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2" name="path-192">
            <a:extLst xmlns:a="http://schemas.openxmlformats.org/drawingml/2006/main">
              <a:ext uri="{FF2B5EF4-FFF2-40B4-BE49-F238E27FC236}">
                <a16:creationId xmlns:a16="http://schemas.microsoft.com/office/drawing/2014/main" id="{9997212E-989E-404B-93AF-A8B12D6D2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9756" y="7139340"/>
            <a:ext cx="1827449" cy="504123"/>
          </a:xfrm>
          <a:custGeom xmlns:a="http://schemas.openxmlformats.org/drawingml/2006/main">
            <a:pathLst>
              <a:path w="1852196" h="510950">
                <a:moveTo>
                  <a:pt x="85158" y="0"/>
                </a:moveTo>
                <a:lnTo>
                  <a:pt x="1767037" y="0"/>
                </a:lnTo>
                <a:cubicBezTo>
                  <a:pt x="1814215" y="0"/>
                  <a:pt x="1852196" y="37981"/>
                  <a:pt x="1852196" y="85158"/>
                </a:cubicBezTo>
                <a:lnTo>
                  <a:pt x="1852196" y="425792"/>
                </a:lnTo>
                <a:cubicBezTo>
                  <a:pt x="1852196" y="472969"/>
                  <a:pt x="1814215" y="510950"/>
                  <a:pt x="1767037" y="510950"/>
                </a:cubicBezTo>
                <a:lnTo>
                  <a:pt x="85158" y="510950"/>
                </a:lnTo>
                <a:cubicBezTo>
                  <a:pt x="37982" y="510950"/>
                  <a:pt x="0" y="472969"/>
                  <a:pt x="0" y="425792"/>
                </a:cubicBezTo>
                <a:lnTo>
                  <a:pt x="0" y="85158"/>
                </a:lnTo>
                <a:cubicBezTo>
                  <a:pt x="0" y="37981"/>
                  <a:pt x="37982" y="0"/>
                  <a:pt x="85158" y="0"/>
                </a:cubicBez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3" name="path-193">
            <a:extLst xmlns:a="http://schemas.openxmlformats.org/drawingml/2006/main">
              <a:ext uri="{FF2B5EF4-FFF2-40B4-BE49-F238E27FC236}">
                <a16:creationId xmlns:a16="http://schemas.microsoft.com/office/drawing/2014/main" id="{FE923574-80F5-483C-A5F6-75A046008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7385" y="7748489"/>
            <a:ext cx="3339820" cy="777191"/>
          </a:xfrm>
          <a:custGeom xmlns:a="http://schemas.openxmlformats.org/drawingml/2006/main">
            <a:pathLst>
              <a:path w="3385047" h="787715">
                <a:moveTo>
                  <a:pt x="85158" y="0"/>
                </a:moveTo>
                <a:lnTo>
                  <a:pt x="3299889" y="0"/>
                </a:lnTo>
                <a:cubicBezTo>
                  <a:pt x="3347066" y="0"/>
                  <a:pt x="3385047" y="37981"/>
                  <a:pt x="3385047" y="85158"/>
                </a:cubicBezTo>
                <a:lnTo>
                  <a:pt x="3385047" y="702557"/>
                </a:lnTo>
                <a:cubicBezTo>
                  <a:pt x="3385047" y="749736"/>
                  <a:pt x="3347066" y="787715"/>
                  <a:pt x="3299889" y="787715"/>
                </a:cubicBezTo>
                <a:lnTo>
                  <a:pt x="85158" y="787715"/>
                </a:lnTo>
                <a:cubicBezTo>
                  <a:pt x="37981" y="787715"/>
                  <a:pt x="0" y="749736"/>
                  <a:pt x="0" y="702557"/>
                </a:cubicBezTo>
                <a:lnTo>
                  <a:pt x="0" y="85158"/>
                </a:lnTo>
                <a:cubicBezTo>
                  <a:pt x="0" y="37981"/>
                  <a:pt x="37981" y="0"/>
                  <a:pt x="85158" y="0"/>
                </a:cubicBezTo>
              </a:path>
            </a:pathLst>
          </a:custGeom>
          <a:solidFill xmlns:a="http://schemas.openxmlformats.org/drawingml/2006/main">
            <a:srgbClr val="352A4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4" name="path-194">
            <a:extLst xmlns:a="http://schemas.openxmlformats.org/drawingml/2006/main">
              <a:ext uri="{FF2B5EF4-FFF2-40B4-BE49-F238E27FC236}">
                <a16:creationId xmlns:a16="http://schemas.microsoft.com/office/drawing/2014/main" id="{B80E472C-D1B9-4839-9E92-B274CE308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2798" y="6152097"/>
            <a:ext cx="798196" cy="241559"/>
          </a:xfrm>
          <a:custGeom xmlns:a="http://schemas.openxmlformats.org/drawingml/2006/main">
            <a:pathLst>
              <a:path w="809005" h="244830">
                <a:moveTo>
                  <a:pt x="42580" y="0"/>
                </a:moveTo>
                <a:lnTo>
                  <a:pt x="766426" y="0"/>
                </a:lnTo>
                <a:cubicBezTo>
                  <a:pt x="789987" y="0"/>
                  <a:pt x="809005" y="19019"/>
                  <a:pt x="809005" y="42579"/>
                </a:cubicBezTo>
                <a:lnTo>
                  <a:pt x="809005" y="202251"/>
                </a:lnTo>
                <a:cubicBezTo>
                  <a:pt x="809005" y="225812"/>
                  <a:pt x="789987" y="244830"/>
                  <a:pt x="766426" y="244830"/>
                </a:cubicBezTo>
                <a:lnTo>
                  <a:pt x="42580" y="244830"/>
                </a:lnTo>
                <a:cubicBezTo>
                  <a:pt x="19019" y="244830"/>
                  <a:pt x="0" y="225812"/>
                  <a:pt x="0" y="202251"/>
                </a:cubicBezTo>
                <a:lnTo>
                  <a:pt x="0" y="42579"/>
                </a:lnTo>
                <a:cubicBezTo>
                  <a:pt x="0" y="19019"/>
                  <a:pt x="19019" y="0"/>
                  <a:pt x="42580" y="0"/>
                </a:cubicBezTo>
              </a:path>
            </a:pathLst>
          </a:custGeom>
          <a:solidFill xmlns:a="http://schemas.openxmlformats.org/drawingml/2006/main">
            <a:srgbClr val="32724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5" name="path-195">
            <a:extLst xmlns:a="http://schemas.openxmlformats.org/drawingml/2006/main">
              <a:ext uri="{FF2B5EF4-FFF2-40B4-BE49-F238E27FC236}">
                <a16:creationId xmlns:a16="http://schemas.microsoft.com/office/drawing/2014/main" id="{45D51B01-4E4A-4AA5-B6F8-9C5D60F14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2544" y="6150024"/>
            <a:ext cx="235200" cy="235202"/>
          </a:xfrm>
          <a:custGeom xmlns:a="http://schemas.openxmlformats.org/drawingml/2006/main">
            <a:pathLst>
              <a:path w="238385" h="238387">
                <a:moveTo>
                  <a:pt x="238385" y="119194"/>
                </a:moveTo>
                <a:cubicBezTo>
                  <a:pt x="238385" y="185064"/>
                  <a:pt x="185063" y="238387"/>
                  <a:pt x="119193" y="238387"/>
                </a:cubicBezTo>
                <a:cubicBezTo>
                  <a:pt x="53323" y="238387"/>
                  <a:pt x="0" y="185064"/>
                  <a:pt x="0" y="119194"/>
                </a:cubicBezTo>
                <a:cubicBezTo>
                  <a:pt x="0" y="53324"/>
                  <a:pt x="53323" y="0"/>
                  <a:pt x="119193" y="0"/>
                </a:cubicBezTo>
                <a:cubicBezTo>
                  <a:pt x="185063" y="0"/>
                  <a:pt x="238385" y="53324"/>
                  <a:pt x="238385" y="119194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16804">
            <a:solidFill>
              <a:srgbClr val="FFFFFF"/>
            </a:solidFill>
            <a:prstDash val="solid"/>
          </a:ln>
        </p:spPr>
      </p:sp>
      <p:sp>
        <p:nvSpPr>
          <p:cNvPr id="196" name="path-196">
            <a:extLst xmlns:a="http://schemas.openxmlformats.org/drawingml/2006/main">
              <a:ext uri="{FF2B5EF4-FFF2-40B4-BE49-F238E27FC236}">
                <a16:creationId xmlns:a16="http://schemas.microsoft.com/office/drawing/2014/main" id="{8F2BD9FF-BC9E-41F9-9B44-53E4CC0D3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1343" y="6225615"/>
            <a:ext cx="117600" cy="84021"/>
          </a:xfrm>
          <a:custGeom xmlns:a="http://schemas.openxmlformats.org/drawingml/2006/main">
            <a:pathLst>
              <a:path w="119193" h="85158">
                <a:moveTo>
                  <a:pt x="0" y="42579"/>
                </a:moveTo>
                <a:lnTo>
                  <a:pt x="42580" y="85158"/>
                </a:lnTo>
                <a:lnTo>
                  <a:pt x="1191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567">
            <a:solidFill>
              <a:srgbClr val="32724F"/>
            </a:solidFill>
            <a:prstDash val="solid"/>
          </a:ln>
        </p:spPr>
      </p:sp>
      <p:sp>
        <p:nvSpPr>
          <p:cNvPr id="197" name="path-197">
            <a:extLst xmlns:a="http://schemas.openxmlformats.org/drawingml/2006/main">
              <a:ext uri="{FF2B5EF4-FFF2-40B4-BE49-F238E27FC236}">
                <a16:creationId xmlns:a16="http://schemas.microsoft.com/office/drawing/2014/main" id="{93E6CE1F-6571-4E30-9A81-3BAED6EA1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2798" y="6530190"/>
            <a:ext cx="694431" cy="241560"/>
          </a:xfrm>
          <a:custGeom xmlns:a="http://schemas.openxmlformats.org/drawingml/2006/main">
            <a:pathLst>
              <a:path w="703835" h="244831">
                <a:moveTo>
                  <a:pt x="42580" y="0"/>
                </a:moveTo>
                <a:lnTo>
                  <a:pt x="661255" y="0"/>
                </a:lnTo>
                <a:cubicBezTo>
                  <a:pt x="684873" y="0"/>
                  <a:pt x="703835" y="19019"/>
                  <a:pt x="703835" y="42580"/>
                </a:cubicBezTo>
                <a:lnTo>
                  <a:pt x="703835" y="202251"/>
                </a:lnTo>
                <a:cubicBezTo>
                  <a:pt x="703835" y="225812"/>
                  <a:pt x="684873" y="244831"/>
                  <a:pt x="661255" y="244831"/>
                </a:cubicBezTo>
                <a:lnTo>
                  <a:pt x="42580" y="244831"/>
                </a:lnTo>
                <a:cubicBezTo>
                  <a:pt x="19019" y="244831"/>
                  <a:pt x="0" y="225812"/>
                  <a:pt x="0" y="202251"/>
                </a:cubicBezTo>
                <a:lnTo>
                  <a:pt x="0" y="42580"/>
                </a:lnTo>
                <a:cubicBezTo>
                  <a:pt x="0" y="19019"/>
                  <a:pt x="19019" y="0"/>
                  <a:pt x="42580" y="0"/>
                </a:cubicBezTo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98" name="path-198">
            <a:extLst xmlns:a="http://schemas.openxmlformats.org/drawingml/2006/main">
              <a:ext uri="{FF2B5EF4-FFF2-40B4-BE49-F238E27FC236}">
                <a16:creationId xmlns:a16="http://schemas.microsoft.com/office/drawing/2014/main" id="{90D9FF80-A9DF-44CF-ABF6-76C74BFCF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2544" y="6528117"/>
            <a:ext cx="235200" cy="235202"/>
          </a:xfrm>
          <a:custGeom xmlns:a="http://schemas.openxmlformats.org/drawingml/2006/main">
            <a:pathLst>
              <a:path w="238385" h="238387">
                <a:moveTo>
                  <a:pt x="238385" y="119193"/>
                </a:moveTo>
                <a:cubicBezTo>
                  <a:pt x="238385" y="185063"/>
                  <a:pt x="185063" y="238387"/>
                  <a:pt x="119193" y="238387"/>
                </a:cubicBezTo>
                <a:cubicBezTo>
                  <a:pt x="53323" y="238387"/>
                  <a:pt x="0" y="185063"/>
                  <a:pt x="0" y="119193"/>
                </a:cubicBezTo>
                <a:cubicBezTo>
                  <a:pt x="0" y="53324"/>
                  <a:pt x="53323" y="0"/>
                  <a:pt x="119193" y="0"/>
                </a:cubicBezTo>
                <a:cubicBezTo>
                  <a:pt x="185063" y="0"/>
                  <a:pt x="238385" y="53324"/>
                  <a:pt x="238385" y="119193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16804">
            <a:solidFill>
              <a:srgbClr val="FFFFFF"/>
            </a:solidFill>
            <a:prstDash val="solid"/>
          </a:ln>
        </p:spPr>
      </p:sp>
      <p:sp>
        <p:nvSpPr>
          <p:cNvPr id="199" name="path-199">
            <a:extLst xmlns:a="http://schemas.openxmlformats.org/drawingml/2006/main">
              <a:ext uri="{FF2B5EF4-FFF2-40B4-BE49-F238E27FC236}">
                <a16:creationId xmlns:a16="http://schemas.microsoft.com/office/drawing/2014/main" id="{32604A9D-0DAE-4A60-9458-F937C3E73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1343" y="6603708"/>
            <a:ext cx="117600" cy="84021"/>
          </a:xfrm>
          <a:custGeom xmlns:a="http://schemas.openxmlformats.org/drawingml/2006/main">
            <a:pathLst>
              <a:path w="119193" h="85158">
                <a:moveTo>
                  <a:pt x="0" y="42579"/>
                </a:moveTo>
                <a:lnTo>
                  <a:pt x="42580" y="85158"/>
                </a:lnTo>
                <a:lnTo>
                  <a:pt x="1191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567">
            <a:solidFill>
              <a:srgbClr val="32724F"/>
            </a:solidFill>
            <a:prstDash val="solid"/>
          </a:ln>
        </p:spPr>
      </p:sp>
      <p:sp>
        <p:nvSpPr>
          <p:cNvPr id="200" name="path-200">
            <a:extLst xmlns:a="http://schemas.openxmlformats.org/drawingml/2006/main">
              <a:ext uri="{FF2B5EF4-FFF2-40B4-BE49-F238E27FC236}">
                <a16:creationId xmlns:a16="http://schemas.microsoft.com/office/drawing/2014/main" id="{9EE6BD09-441C-4C47-8538-25787ABB92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2798" y="6908283"/>
            <a:ext cx="31508" cy="241559"/>
          </a:xfrm>
          <a:custGeom xmlns:a="http://schemas.openxmlformats.org/drawingml/2006/main">
            <a:pathLst>
              <a:path w="31935" h="244830">
                <a:moveTo>
                  <a:pt x="15968" y="0"/>
                </a:moveTo>
                <a:cubicBezTo>
                  <a:pt x="24838" y="0"/>
                  <a:pt x="31935" y="19019"/>
                  <a:pt x="31935" y="42579"/>
                </a:cubicBezTo>
                <a:lnTo>
                  <a:pt x="31935" y="202251"/>
                </a:lnTo>
                <a:cubicBezTo>
                  <a:pt x="31935" y="225812"/>
                  <a:pt x="24838" y="244830"/>
                  <a:pt x="15968" y="244830"/>
                </a:cubicBezTo>
                <a:cubicBezTo>
                  <a:pt x="7097" y="244830"/>
                  <a:pt x="0" y="225812"/>
                  <a:pt x="0" y="202251"/>
                </a:cubicBezTo>
                <a:lnTo>
                  <a:pt x="0" y="42579"/>
                </a:lnTo>
                <a:cubicBezTo>
                  <a:pt x="0" y="19019"/>
                  <a:pt x="7097" y="0"/>
                  <a:pt x="15968" y="0"/>
                </a:cubicBezTo>
              </a:path>
            </a:pathLst>
          </a:custGeom>
          <a:solidFill xmlns:a="http://schemas.openxmlformats.org/drawingml/2006/main">
            <a:srgbClr val="B6534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1" name="path-201">
            <a:extLst xmlns:a="http://schemas.openxmlformats.org/drawingml/2006/main">
              <a:ext uri="{FF2B5EF4-FFF2-40B4-BE49-F238E27FC236}">
                <a16:creationId xmlns:a16="http://schemas.microsoft.com/office/drawing/2014/main" id="{F8775C41-8078-46A4-96FB-A1E88971F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2544" y="6906210"/>
            <a:ext cx="235200" cy="235202"/>
          </a:xfrm>
          <a:custGeom xmlns:a="http://schemas.openxmlformats.org/drawingml/2006/main">
            <a:pathLst>
              <a:path w="238385" h="238387">
                <a:moveTo>
                  <a:pt x="238385" y="119194"/>
                </a:moveTo>
                <a:cubicBezTo>
                  <a:pt x="238385" y="185064"/>
                  <a:pt x="185063" y="238387"/>
                  <a:pt x="119193" y="238387"/>
                </a:cubicBezTo>
                <a:cubicBezTo>
                  <a:pt x="53323" y="238387"/>
                  <a:pt x="0" y="185064"/>
                  <a:pt x="0" y="119194"/>
                </a:cubicBezTo>
                <a:cubicBezTo>
                  <a:pt x="0" y="53324"/>
                  <a:pt x="53323" y="0"/>
                  <a:pt x="119193" y="0"/>
                </a:cubicBezTo>
                <a:cubicBezTo>
                  <a:pt x="185063" y="0"/>
                  <a:pt x="238385" y="53324"/>
                  <a:pt x="238385" y="119194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16804">
            <a:solidFill>
              <a:srgbClr val="FFFFFF"/>
            </a:solidFill>
            <a:prstDash val="solid"/>
          </a:ln>
        </p:spPr>
      </p:sp>
      <p:sp>
        <p:nvSpPr>
          <p:cNvPr id="202" name="path-202">
            <a:extLst xmlns:a="http://schemas.openxmlformats.org/drawingml/2006/main">
              <a:ext uri="{FF2B5EF4-FFF2-40B4-BE49-F238E27FC236}">
                <a16:creationId xmlns:a16="http://schemas.microsoft.com/office/drawing/2014/main" id="{7A908B5C-F4FD-4D6F-8796-8286C7393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1343" y="6981801"/>
            <a:ext cx="117600" cy="84021"/>
          </a:xfrm>
          <a:custGeom xmlns:a="http://schemas.openxmlformats.org/drawingml/2006/main">
            <a:pathLst>
              <a:path w="119193" h="85158">
                <a:moveTo>
                  <a:pt x="0" y="42579"/>
                </a:moveTo>
                <a:lnTo>
                  <a:pt x="42580" y="85158"/>
                </a:lnTo>
                <a:lnTo>
                  <a:pt x="1191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567">
            <a:solidFill>
              <a:srgbClr val="32724F"/>
            </a:solidFill>
            <a:prstDash val="solid"/>
          </a:ln>
        </p:spPr>
      </p:sp>
      <p:sp>
        <p:nvSpPr>
          <p:cNvPr id="203" name="path-203">
            <a:extLst xmlns:a="http://schemas.openxmlformats.org/drawingml/2006/main">
              <a:ext uri="{FF2B5EF4-FFF2-40B4-BE49-F238E27FC236}">
                <a16:creationId xmlns:a16="http://schemas.microsoft.com/office/drawing/2014/main" id="{ADC20D08-48CF-4D17-97FA-2A834E17B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432798" y="7286375"/>
            <a:ext cx="31508" cy="241559"/>
          </a:xfrm>
          <a:custGeom xmlns:a="http://schemas.openxmlformats.org/drawingml/2006/main">
            <a:pathLst>
              <a:path w="31935" h="244830">
                <a:moveTo>
                  <a:pt x="15968" y="0"/>
                </a:moveTo>
                <a:cubicBezTo>
                  <a:pt x="24838" y="0"/>
                  <a:pt x="31935" y="19019"/>
                  <a:pt x="31935" y="42579"/>
                </a:cubicBezTo>
                <a:lnTo>
                  <a:pt x="31935" y="202251"/>
                </a:lnTo>
                <a:cubicBezTo>
                  <a:pt x="31935" y="225812"/>
                  <a:pt x="24838" y="244830"/>
                  <a:pt x="15968" y="244830"/>
                </a:cubicBezTo>
                <a:cubicBezTo>
                  <a:pt x="7097" y="244830"/>
                  <a:pt x="0" y="225812"/>
                  <a:pt x="0" y="202251"/>
                </a:cubicBezTo>
                <a:lnTo>
                  <a:pt x="0" y="42579"/>
                </a:lnTo>
                <a:cubicBezTo>
                  <a:pt x="0" y="19019"/>
                  <a:pt x="7097" y="0"/>
                  <a:pt x="15968" y="0"/>
                </a:cubicBezTo>
              </a:path>
            </a:pathLst>
          </a:custGeom>
          <a:solidFill xmlns:a="http://schemas.openxmlformats.org/drawingml/2006/main">
            <a:srgbClr val="B6534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4" name="path-204">
            <a:extLst xmlns:a="http://schemas.openxmlformats.org/drawingml/2006/main">
              <a:ext uri="{FF2B5EF4-FFF2-40B4-BE49-F238E27FC236}">
                <a16:creationId xmlns:a16="http://schemas.microsoft.com/office/drawing/2014/main" id="{4ED4F4BD-E2E2-4FE9-A0C2-FF0BA97B5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22544" y="7284303"/>
            <a:ext cx="235200" cy="235202"/>
          </a:xfrm>
          <a:custGeom xmlns:a="http://schemas.openxmlformats.org/drawingml/2006/main">
            <a:pathLst>
              <a:path w="238385" h="238387">
                <a:moveTo>
                  <a:pt x="238385" y="119193"/>
                </a:moveTo>
                <a:cubicBezTo>
                  <a:pt x="238385" y="185063"/>
                  <a:pt x="185063" y="238387"/>
                  <a:pt x="119193" y="238387"/>
                </a:cubicBezTo>
                <a:cubicBezTo>
                  <a:pt x="53323" y="238387"/>
                  <a:pt x="0" y="185063"/>
                  <a:pt x="0" y="119193"/>
                </a:cubicBezTo>
                <a:cubicBezTo>
                  <a:pt x="0" y="53324"/>
                  <a:pt x="53323" y="0"/>
                  <a:pt x="119193" y="0"/>
                </a:cubicBezTo>
                <a:cubicBezTo>
                  <a:pt x="185063" y="0"/>
                  <a:pt x="238385" y="53324"/>
                  <a:pt x="238385" y="119193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16804">
            <a:solidFill>
              <a:srgbClr val="FFFFFF"/>
            </a:solidFill>
            <a:prstDash val="solid"/>
          </a:ln>
        </p:spPr>
      </p:sp>
      <p:sp>
        <p:nvSpPr>
          <p:cNvPr id="205" name="path-205">
            <a:extLst xmlns:a="http://schemas.openxmlformats.org/drawingml/2006/main">
              <a:ext uri="{FF2B5EF4-FFF2-40B4-BE49-F238E27FC236}">
                <a16:creationId xmlns:a16="http://schemas.microsoft.com/office/drawing/2014/main" id="{31E1EBE5-76DB-4B33-B89B-1AD6EC052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81343" y="7359893"/>
            <a:ext cx="117600" cy="84021"/>
          </a:xfrm>
          <a:custGeom xmlns:a="http://schemas.openxmlformats.org/drawingml/2006/main">
            <a:pathLst>
              <a:path w="119193" h="85158">
                <a:moveTo>
                  <a:pt x="0" y="42579"/>
                </a:moveTo>
                <a:lnTo>
                  <a:pt x="42580" y="85158"/>
                </a:lnTo>
                <a:lnTo>
                  <a:pt x="1191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567">
            <a:solidFill>
              <a:srgbClr val="32724F"/>
            </a:solidFill>
            <a:prstDash val="solid"/>
          </a:ln>
        </p:spPr>
      </p:sp>
      <p:sp>
        <p:nvSpPr>
          <p:cNvPr id="206" name="path-206">
            <a:extLst xmlns:a="http://schemas.openxmlformats.org/drawingml/2006/main">
              <a:ext uri="{FF2B5EF4-FFF2-40B4-BE49-F238E27FC236}">
                <a16:creationId xmlns:a16="http://schemas.microsoft.com/office/drawing/2014/main" id="{B0F4D3E1-B5B2-4202-B1C2-36D74743A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5349" y="7748489"/>
            <a:ext cx="3339820" cy="777191"/>
          </a:xfrm>
          <a:custGeom xmlns:a="http://schemas.openxmlformats.org/drawingml/2006/main">
            <a:pathLst>
              <a:path w="3385047" h="787715">
                <a:moveTo>
                  <a:pt x="85158" y="0"/>
                </a:moveTo>
                <a:lnTo>
                  <a:pt x="3299889" y="0"/>
                </a:lnTo>
                <a:cubicBezTo>
                  <a:pt x="3347066" y="0"/>
                  <a:pt x="3385047" y="37981"/>
                  <a:pt x="3385047" y="85158"/>
                </a:cubicBezTo>
                <a:lnTo>
                  <a:pt x="3385047" y="702557"/>
                </a:lnTo>
                <a:cubicBezTo>
                  <a:pt x="3385047" y="749736"/>
                  <a:pt x="3347066" y="787715"/>
                  <a:pt x="3299889" y="787715"/>
                </a:cubicBezTo>
                <a:lnTo>
                  <a:pt x="85158" y="787715"/>
                </a:lnTo>
                <a:cubicBezTo>
                  <a:pt x="37982" y="787715"/>
                  <a:pt x="0" y="749736"/>
                  <a:pt x="0" y="702557"/>
                </a:cubicBezTo>
                <a:lnTo>
                  <a:pt x="0" y="85158"/>
                </a:lnTo>
                <a:cubicBezTo>
                  <a:pt x="0" y="37981"/>
                  <a:pt x="37982" y="0"/>
                  <a:pt x="85158" y="0"/>
                </a:cubicBezTo>
              </a:path>
            </a:pathLst>
          </a:custGeom>
          <a:solidFill xmlns:a="http://schemas.openxmlformats.org/drawingml/2006/main">
            <a:srgbClr val="352A4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7" name="path-207">
            <a:extLst xmlns:a="http://schemas.openxmlformats.org/drawingml/2006/main">
              <a:ext uri="{FF2B5EF4-FFF2-40B4-BE49-F238E27FC236}">
                <a16:creationId xmlns:a16="http://schemas.microsoft.com/office/drawing/2014/main" id="{73497797-7677-4630-8CD1-BDE4A3D1B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55221" y="2245138"/>
            <a:ext cx="210052" cy="6385567"/>
          </a:xfrm>
          <a:custGeom xmlns:a="http://schemas.openxmlformats.org/drawingml/2006/main">
            <a:pathLst>
              <a:path w="212896" h="6472039">
                <a:moveTo>
                  <a:pt x="0" y="0"/>
                </a:moveTo>
                <a:cubicBezTo>
                  <a:pt x="70965" y="0"/>
                  <a:pt x="106448" y="56772"/>
                  <a:pt x="106448" y="170317"/>
                </a:cubicBezTo>
                <a:lnTo>
                  <a:pt x="106448" y="3076348"/>
                </a:lnTo>
                <a:cubicBezTo>
                  <a:pt x="106448" y="3175699"/>
                  <a:pt x="141931" y="3225375"/>
                  <a:pt x="212896" y="3225375"/>
                </a:cubicBezTo>
                <a:cubicBezTo>
                  <a:pt x="141931" y="3225375"/>
                  <a:pt x="106448" y="3275051"/>
                  <a:pt x="106448" y="3374402"/>
                </a:cubicBezTo>
                <a:lnTo>
                  <a:pt x="106448" y="6301722"/>
                </a:lnTo>
                <a:cubicBezTo>
                  <a:pt x="106448" y="6415266"/>
                  <a:pt x="70965" y="6472039"/>
                  <a:pt x="0" y="6472039"/>
                </a:cubicBezTo>
              </a:path>
            </a:pathLst>
          </a:custGeom>
          <a:noFill xmlns:a="http://schemas.openxmlformats.org/drawingml/2006/main"/>
          <a:ln xmlns:a="http://schemas.openxmlformats.org/drawingml/2006/main" w="25206">
            <a:solidFill>
              <a:srgbClr val="B5A1CC"/>
            </a:solidFill>
            <a:prstDash val="solid"/>
          </a:ln>
        </p:spPr>
      </p:sp>
      <p:sp>
        <p:nvSpPr>
          <p:cNvPr id="208" name="path-208">
            <a:extLst xmlns:a="http://schemas.openxmlformats.org/drawingml/2006/main">
              <a:ext uri="{FF2B5EF4-FFF2-40B4-BE49-F238E27FC236}">
                <a16:creationId xmlns:a16="http://schemas.microsoft.com/office/drawing/2014/main" id="{7F38E909-1B85-4CB5-91A5-CCA248F2B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86278" y="5427419"/>
            <a:ext cx="84021" cy="191"/>
          </a:xfrm>
          <a:custGeom xmlns:a="http://schemas.openxmlformats.org/drawingml/2006/main">
            <a:pathLst>
              <a:path w="85158" h="191">
                <a:moveTo>
                  <a:pt x="0" y="0"/>
                </a:moveTo>
                <a:lnTo>
                  <a:pt x="85158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209" name="path-209">
            <a:extLst xmlns:a="http://schemas.openxmlformats.org/drawingml/2006/main">
              <a:ext uri="{FF2B5EF4-FFF2-40B4-BE49-F238E27FC236}">
                <a16:creationId xmlns:a16="http://schemas.microsoft.com/office/drawing/2014/main" id="{1AC236B4-3F1F-4CD6-A12B-A885DD122D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00185" y="5332896"/>
            <a:ext cx="189047" cy="189047"/>
          </a:xfrm>
          <a:custGeom xmlns:a="http://schemas.openxmlformats.org/drawingml/2006/main">
            <a:pathLst>
              <a:path w="191607" h="191607">
                <a:moveTo>
                  <a:pt x="0" y="0"/>
                </a:moveTo>
                <a:lnTo>
                  <a:pt x="191607" y="95804"/>
                </a:lnTo>
                <a:lnTo>
                  <a:pt x="0" y="191607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0" name="path-210">
            <a:extLst xmlns:a="http://schemas.openxmlformats.org/drawingml/2006/main">
              <a:ext uri="{FF2B5EF4-FFF2-40B4-BE49-F238E27FC236}">
                <a16:creationId xmlns:a16="http://schemas.microsoft.com/office/drawing/2014/main" id="{CEF4E355-E8F4-438A-984D-BD931D7CD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512308" y="2203127"/>
            <a:ext cx="2436598" cy="6448584"/>
          </a:xfrm>
          <a:custGeom xmlns:a="http://schemas.openxmlformats.org/drawingml/2006/main">
            <a:pathLst>
              <a:path w="2469593" h="6535908">
                <a:moveTo>
                  <a:pt x="106449" y="0"/>
                </a:moveTo>
                <a:lnTo>
                  <a:pt x="2363147" y="0"/>
                </a:lnTo>
                <a:cubicBezTo>
                  <a:pt x="2422133" y="0"/>
                  <a:pt x="2469593" y="47462"/>
                  <a:pt x="2469593" y="106448"/>
                </a:cubicBezTo>
                <a:lnTo>
                  <a:pt x="2469593" y="6429461"/>
                </a:lnTo>
                <a:cubicBezTo>
                  <a:pt x="2469593" y="6488447"/>
                  <a:pt x="2422133" y="6535908"/>
                  <a:pt x="2363147" y="6535908"/>
                </a:cubicBezTo>
                <a:lnTo>
                  <a:pt x="106449" y="6535908"/>
                </a:lnTo>
                <a:cubicBezTo>
                  <a:pt x="47462" y="6535908"/>
                  <a:pt x="0" y="6488447"/>
                  <a:pt x="0" y="6429461"/>
                </a:cubicBezTo>
                <a:lnTo>
                  <a:pt x="0" y="106448"/>
                </a:lnTo>
                <a:cubicBezTo>
                  <a:pt x="0" y="47462"/>
                  <a:pt x="47462" y="0"/>
                  <a:pt x="106449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6804">
            <a:solidFill>
              <a:srgbClr val="D9CFE4"/>
            </a:solidFill>
            <a:prstDash val="solid"/>
          </a:ln>
        </p:spPr>
      </p:sp>
      <p:sp>
        <p:nvSpPr>
          <p:cNvPr id="211" name="path-211">
            <a:extLst xmlns:a="http://schemas.openxmlformats.org/drawingml/2006/main">
              <a:ext uri="{FF2B5EF4-FFF2-40B4-BE49-F238E27FC236}">
                <a16:creationId xmlns:a16="http://schemas.microsoft.com/office/drawing/2014/main" id="{8629FEDD-8234-4FB9-8CFD-4DCCBE955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53546" y="2924907"/>
            <a:ext cx="356430" cy="257538"/>
          </a:xfrm>
          <a:custGeom xmlns:a="http://schemas.openxmlformats.org/drawingml/2006/main">
            <a:pathLst>
              <a:path w="361256" h="261025">
                <a:moveTo>
                  <a:pt x="197638" y="34986"/>
                </a:moveTo>
                <a:lnTo>
                  <a:pt x="161048" y="34986"/>
                </a:lnTo>
                <a:lnTo>
                  <a:pt x="160722" y="0"/>
                </a:lnTo>
                <a:lnTo>
                  <a:pt x="197638" y="326"/>
                </a:lnTo>
                <a:lnTo>
                  <a:pt x="197638" y="34986"/>
                </a:lnTo>
                <a:moveTo>
                  <a:pt x="108776" y="77452"/>
                </a:moveTo>
                <a:lnTo>
                  <a:pt x="72839" y="77452"/>
                </a:lnTo>
                <a:lnTo>
                  <a:pt x="72513" y="42466"/>
                </a:lnTo>
                <a:lnTo>
                  <a:pt x="108776" y="42139"/>
                </a:lnTo>
                <a:lnTo>
                  <a:pt x="108776" y="77452"/>
                </a:lnTo>
                <a:moveTo>
                  <a:pt x="153186" y="77452"/>
                </a:moveTo>
                <a:lnTo>
                  <a:pt x="116582" y="77452"/>
                </a:lnTo>
                <a:lnTo>
                  <a:pt x="116312" y="43133"/>
                </a:lnTo>
                <a:lnTo>
                  <a:pt x="117250" y="42139"/>
                </a:lnTo>
                <a:lnTo>
                  <a:pt x="153186" y="42139"/>
                </a:lnTo>
                <a:lnTo>
                  <a:pt x="153186" y="77452"/>
                </a:lnTo>
                <a:moveTo>
                  <a:pt x="197638" y="77452"/>
                </a:moveTo>
                <a:lnTo>
                  <a:pt x="161048" y="77452"/>
                </a:lnTo>
                <a:lnTo>
                  <a:pt x="160722" y="42466"/>
                </a:lnTo>
                <a:lnTo>
                  <a:pt x="196971" y="42139"/>
                </a:lnTo>
                <a:lnTo>
                  <a:pt x="197923" y="43133"/>
                </a:lnTo>
                <a:lnTo>
                  <a:pt x="197638" y="77452"/>
                </a:lnTo>
                <a:moveTo>
                  <a:pt x="125737" y="261025"/>
                </a:moveTo>
                <a:lnTo>
                  <a:pt x="117916" y="261025"/>
                </a:lnTo>
                <a:lnTo>
                  <a:pt x="117250" y="260358"/>
                </a:lnTo>
                <a:lnTo>
                  <a:pt x="113985" y="261025"/>
                </a:lnTo>
                <a:lnTo>
                  <a:pt x="113374" y="260358"/>
                </a:lnTo>
                <a:lnTo>
                  <a:pt x="97677" y="259691"/>
                </a:lnTo>
                <a:lnTo>
                  <a:pt x="97009" y="259023"/>
                </a:lnTo>
                <a:lnTo>
                  <a:pt x="93745" y="259023"/>
                </a:lnTo>
                <a:lnTo>
                  <a:pt x="93079" y="258413"/>
                </a:lnTo>
                <a:lnTo>
                  <a:pt x="89814" y="258413"/>
                </a:lnTo>
                <a:lnTo>
                  <a:pt x="86534" y="257079"/>
                </a:lnTo>
                <a:lnTo>
                  <a:pt x="83937" y="257079"/>
                </a:lnTo>
                <a:lnTo>
                  <a:pt x="83270" y="256412"/>
                </a:lnTo>
                <a:lnTo>
                  <a:pt x="78714" y="255801"/>
                </a:lnTo>
                <a:lnTo>
                  <a:pt x="74173" y="253815"/>
                </a:lnTo>
                <a:lnTo>
                  <a:pt x="72172" y="253815"/>
                </a:lnTo>
                <a:lnTo>
                  <a:pt x="70242" y="252537"/>
                </a:lnTo>
                <a:lnTo>
                  <a:pt x="68908" y="252537"/>
                </a:lnTo>
                <a:lnTo>
                  <a:pt x="66961" y="251203"/>
                </a:lnTo>
                <a:lnTo>
                  <a:pt x="65644" y="251203"/>
                </a:lnTo>
                <a:lnTo>
                  <a:pt x="63698" y="249869"/>
                </a:lnTo>
                <a:lnTo>
                  <a:pt x="62363" y="249869"/>
                </a:lnTo>
                <a:lnTo>
                  <a:pt x="59766" y="248606"/>
                </a:lnTo>
                <a:lnTo>
                  <a:pt x="47334" y="241396"/>
                </a:lnTo>
                <a:lnTo>
                  <a:pt x="45403" y="239451"/>
                </a:lnTo>
                <a:lnTo>
                  <a:pt x="42792" y="238118"/>
                </a:lnTo>
                <a:lnTo>
                  <a:pt x="39527" y="234853"/>
                </a:lnTo>
                <a:lnTo>
                  <a:pt x="38860" y="234853"/>
                </a:lnTo>
                <a:lnTo>
                  <a:pt x="28103" y="224095"/>
                </a:lnTo>
                <a:lnTo>
                  <a:pt x="28103" y="223427"/>
                </a:lnTo>
                <a:lnTo>
                  <a:pt x="22226" y="216884"/>
                </a:lnTo>
                <a:lnTo>
                  <a:pt x="21558" y="214954"/>
                </a:lnTo>
                <a:lnTo>
                  <a:pt x="15684" y="206466"/>
                </a:lnTo>
                <a:lnTo>
                  <a:pt x="11753" y="198590"/>
                </a:lnTo>
                <a:lnTo>
                  <a:pt x="11753" y="197312"/>
                </a:lnTo>
                <a:lnTo>
                  <a:pt x="10474" y="195992"/>
                </a:lnTo>
                <a:lnTo>
                  <a:pt x="10474" y="194715"/>
                </a:lnTo>
                <a:lnTo>
                  <a:pt x="9140" y="192714"/>
                </a:lnTo>
                <a:lnTo>
                  <a:pt x="8473" y="189506"/>
                </a:lnTo>
                <a:lnTo>
                  <a:pt x="7196" y="187505"/>
                </a:lnTo>
                <a:lnTo>
                  <a:pt x="7196" y="185560"/>
                </a:lnTo>
                <a:lnTo>
                  <a:pt x="5876" y="183573"/>
                </a:lnTo>
                <a:lnTo>
                  <a:pt x="5876" y="181629"/>
                </a:lnTo>
                <a:lnTo>
                  <a:pt x="4599" y="179017"/>
                </a:lnTo>
                <a:lnTo>
                  <a:pt x="3932" y="173808"/>
                </a:lnTo>
                <a:lnTo>
                  <a:pt x="2598" y="170544"/>
                </a:lnTo>
                <a:lnTo>
                  <a:pt x="1931" y="164001"/>
                </a:lnTo>
                <a:lnTo>
                  <a:pt x="1319" y="163334"/>
                </a:lnTo>
                <a:lnTo>
                  <a:pt x="652" y="150915"/>
                </a:lnTo>
                <a:lnTo>
                  <a:pt x="0" y="150305"/>
                </a:lnTo>
                <a:lnTo>
                  <a:pt x="0" y="137886"/>
                </a:lnTo>
                <a:lnTo>
                  <a:pt x="652" y="137219"/>
                </a:lnTo>
                <a:lnTo>
                  <a:pt x="1319" y="128064"/>
                </a:lnTo>
                <a:lnTo>
                  <a:pt x="2270" y="127071"/>
                </a:lnTo>
                <a:lnTo>
                  <a:pt x="254467" y="127071"/>
                </a:lnTo>
                <a:lnTo>
                  <a:pt x="255135" y="126403"/>
                </a:lnTo>
                <a:lnTo>
                  <a:pt x="262288" y="125793"/>
                </a:lnTo>
                <a:lnTo>
                  <a:pt x="264899" y="124459"/>
                </a:lnTo>
                <a:lnTo>
                  <a:pt x="268831" y="123806"/>
                </a:lnTo>
                <a:lnTo>
                  <a:pt x="272095" y="121862"/>
                </a:lnTo>
                <a:lnTo>
                  <a:pt x="273373" y="121862"/>
                </a:lnTo>
                <a:lnTo>
                  <a:pt x="274379" y="120868"/>
                </a:lnTo>
                <a:lnTo>
                  <a:pt x="274379" y="119591"/>
                </a:lnTo>
                <a:lnTo>
                  <a:pt x="272435" y="116980"/>
                </a:lnTo>
                <a:lnTo>
                  <a:pt x="271769" y="114325"/>
                </a:lnTo>
                <a:lnTo>
                  <a:pt x="270434" y="112381"/>
                </a:lnTo>
                <a:lnTo>
                  <a:pt x="270434" y="111047"/>
                </a:lnTo>
                <a:lnTo>
                  <a:pt x="269158" y="108449"/>
                </a:lnTo>
                <a:lnTo>
                  <a:pt x="269158" y="106505"/>
                </a:lnTo>
                <a:lnTo>
                  <a:pt x="268505" y="105838"/>
                </a:lnTo>
                <a:lnTo>
                  <a:pt x="268505" y="103893"/>
                </a:lnTo>
                <a:lnTo>
                  <a:pt x="267837" y="103226"/>
                </a:lnTo>
                <a:lnTo>
                  <a:pt x="267837" y="84931"/>
                </a:lnTo>
                <a:lnTo>
                  <a:pt x="268505" y="84264"/>
                </a:lnTo>
                <a:lnTo>
                  <a:pt x="269158" y="77778"/>
                </a:lnTo>
                <a:lnTo>
                  <a:pt x="270434" y="75124"/>
                </a:lnTo>
                <a:lnTo>
                  <a:pt x="270434" y="73179"/>
                </a:lnTo>
                <a:lnTo>
                  <a:pt x="271102" y="72513"/>
                </a:lnTo>
                <a:lnTo>
                  <a:pt x="271769" y="69248"/>
                </a:lnTo>
                <a:lnTo>
                  <a:pt x="273713" y="65969"/>
                </a:lnTo>
                <a:lnTo>
                  <a:pt x="273713" y="64706"/>
                </a:lnTo>
                <a:lnTo>
                  <a:pt x="275033" y="63372"/>
                </a:lnTo>
                <a:lnTo>
                  <a:pt x="275033" y="62095"/>
                </a:lnTo>
                <a:lnTo>
                  <a:pt x="281916" y="51947"/>
                </a:lnTo>
                <a:lnTo>
                  <a:pt x="283862" y="52614"/>
                </a:lnTo>
                <a:lnTo>
                  <a:pt x="291667" y="59157"/>
                </a:lnTo>
                <a:lnTo>
                  <a:pt x="292334" y="59157"/>
                </a:lnTo>
                <a:lnTo>
                  <a:pt x="303151" y="70582"/>
                </a:lnTo>
                <a:lnTo>
                  <a:pt x="309025" y="80390"/>
                </a:lnTo>
                <a:lnTo>
                  <a:pt x="309025" y="81667"/>
                </a:lnTo>
                <a:lnTo>
                  <a:pt x="310302" y="83668"/>
                </a:lnTo>
                <a:lnTo>
                  <a:pt x="310302" y="84931"/>
                </a:lnTo>
                <a:lnTo>
                  <a:pt x="311637" y="87543"/>
                </a:lnTo>
                <a:lnTo>
                  <a:pt x="312290" y="93419"/>
                </a:lnTo>
                <a:lnTo>
                  <a:pt x="313241" y="94412"/>
                </a:lnTo>
                <a:lnTo>
                  <a:pt x="316505" y="94412"/>
                </a:lnTo>
                <a:lnTo>
                  <a:pt x="317172" y="93745"/>
                </a:lnTo>
                <a:lnTo>
                  <a:pt x="336745" y="93745"/>
                </a:lnTo>
                <a:lnTo>
                  <a:pt x="337411" y="94412"/>
                </a:lnTo>
                <a:lnTo>
                  <a:pt x="340023" y="94412"/>
                </a:lnTo>
                <a:lnTo>
                  <a:pt x="340676" y="95079"/>
                </a:lnTo>
                <a:lnTo>
                  <a:pt x="343956" y="95079"/>
                </a:lnTo>
                <a:lnTo>
                  <a:pt x="353762" y="99025"/>
                </a:lnTo>
                <a:lnTo>
                  <a:pt x="361256" y="103893"/>
                </a:lnTo>
                <a:lnTo>
                  <a:pt x="361256" y="105171"/>
                </a:lnTo>
                <a:lnTo>
                  <a:pt x="358644" y="109769"/>
                </a:lnTo>
                <a:lnTo>
                  <a:pt x="358644" y="111047"/>
                </a:lnTo>
                <a:lnTo>
                  <a:pt x="352769" y="121521"/>
                </a:lnTo>
                <a:lnTo>
                  <a:pt x="345900" y="129072"/>
                </a:lnTo>
                <a:lnTo>
                  <a:pt x="345290" y="129072"/>
                </a:lnTo>
                <a:lnTo>
                  <a:pt x="340676" y="132947"/>
                </a:lnTo>
                <a:lnTo>
                  <a:pt x="338746" y="133614"/>
                </a:lnTo>
                <a:lnTo>
                  <a:pt x="337411" y="134948"/>
                </a:lnTo>
                <a:lnTo>
                  <a:pt x="336135" y="134948"/>
                </a:lnTo>
                <a:lnTo>
                  <a:pt x="334801" y="136225"/>
                </a:lnTo>
                <a:lnTo>
                  <a:pt x="333538" y="136225"/>
                </a:lnTo>
                <a:lnTo>
                  <a:pt x="331537" y="137545"/>
                </a:lnTo>
                <a:lnTo>
                  <a:pt x="329591" y="137545"/>
                </a:lnTo>
                <a:lnTo>
                  <a:pt x="326993" y="138822"/>
                </a:lnTo>
                <a:lnTo>
                  <a:pt x="324992" y="138822"/>
                </a:lnTo>
                <a:lnTo>
                  <a:pt x="324383" y="139490"/>
                </a:lnTo>
                <a:lnTo>
                  <a:pt x="316505" y="140157"/>
                </a:lnTo>
                <a:lnTo>
                  <a:pt x="315837" y="140823"/>
                </a:lnTo>
                <a:lnTo>
                  <a:pt x="305095" y="141150"/>
                </a:lnTo>
                <a:lnTo>
                  <a:pt x="303760" y="143762"/>
                </a:lnTo>
                <a:lnTo>
                  <a:pt x="303760" y="145039"/>
                </a:lnTo>
                <a:lnTo>
                  <a:pt x="301815" y="148303"/>
                </a:lnTo>
                <a:lnTo>
                  <a:pt x="301815" y="149638"/>
                </a:lnTo>
                <a:lnTo>
                  <a:pt x="293996" y="165321"/>
                </a:lnTo>
                <a:lnTo>
                  <a:pt x="292676" y="166598"/>
                </a:lnTo>
                <a:lnTo>
                  <a:pt x="291399" y="169877"/>
                </a:lnTo>
                <a:lnTo>
                  <a:pt x="288729" y="173141"/>
                </a:lnTo>
                <a:lnTo>
                  <a:pt x="288119" y="175086"/>
                </a:lnTo>
                <a:lnTo>
                  <a:pt x="277644" y="190116"/>
                </a:lnTo>
                <a:lnTo>
                  <a:pt x="271102" y="197312"/>
                </a:lnTo>
                <a:lnTo>
                  <a:pt x="271102" y="197979"/>
                </a:lnTo>
                <a:lnTo>
                  <a:pt x="264558" y="204522"/>
                </a:lnTo>
                <a:lnTo>
                  <a:pt x="264558" y="205133"/>
                </a:lnTo>
                <a:lnTo>
                  <a:pt x="261960" y="207134"/>
                </a:lnTo>
                <a:lnTo>
                  <a:pt x="261621" y="208070"/>
                </a:lnTo>
                <a:lnTo>
                  <a:pt x="261009" y="208070"/>
                </a:lnTo>
                <a:lnTo>
                  <a:pt x="253134" y="215948"/>
                </a:lnTo>
                <a:lnTo>
                  <a:pt x="252481" y="215948"/>
                </a:lnTo>
                <a:lnTo>
                  <a:pt x="245993" y="221824"/>
                </a:lnTo>
                <a:lnTo>
                  <a:pt x="243326" y="223101"/>
                </a:lnTo>
                <a:lnTo>
                  <a:pt x="238785" y="227033"/>
                </a:lnTo>
                <a:lnTo>
                  <a:pt x="232908" y="230311"/>
                </a:lnTo>
                <a:lnTo>
                  <a:pt x="229630" y="232908"/>
                </a:lnTo>
                <a:lnTo>
                  <a:pt x="227699" y="233575"/>
                </a:lnTo>
                <a:lnTo>
                  <a:pt x="226366" y="234853"/>
                </a:lnTo>
                <a:lnTo>
                  <a:pt x="221809" y="236840"/>
                </a:lnTo>
                <a:lnTo>
                  <a:pt x="217877" y="239451"/>
                </a:lnTo>
                <a:lnTo>
                  <a:pt x="216544" y="239451"/>
                </a:lnTo>
                <a:lnTo>
                  <a:pt x="215280" y="240785"/>
                </a:lnTo>
                <a:lnTo>
                  <a:pt x="213947" y="240785"/>
                </a:lnTo>
                <a:lnTo>
                  <a:pt x="208070" y="243993"/>
                </a:lnTo>
                <a:lnTo>
                  <a:pt x="203515" y="245327"/>
                </a:lnTo>
                <a:lnTo>
                  <a:pt x="198247" y="247939"/>
                </a:lnTo>
                <a:lnTo>
                  <a:pt x="196971" y="247939"/>
                </a:lnTo>
                <a:lnTo>
                  <a:pt x="184552" y="252537"/>
                </a:lnTo>
                <a:lnTo>
                  <a:pt x="182622" y="252537"/>
                </a:lnTo>
                <a:lnTo>
                  <a:pt x="181955" y="253148"/>
                </a:lnTo>
                <a:lnTo>
                  <a:pt x="177357" y="253815"/>
                </a:lnTo>
                <a:lnTo>
                  <a:pt x="176747" y="254482"/>
                </a:lnTo>
                <a:lnTo>
                  <a:pt x="172134" y="255149"/>
                </a:lnTo>
                <a:lnTo>
                  <a:pt x="171480" y="255801"/>
                </a:lnTo>
                <a:lnTo>
                  <a:pt x="168202" y="255801"/>
                </a:lnTo>
                <a:lnTo>
                  <a:pt x="164937" y="257079"/>
                </a:lnTo>
                <a:lnTo>
                  <a:pt x="157784" y="257746"/>
                </a:lnTo>
                <a:lnTo>
                  <a:pt x="157117" y="258413"/>
                </a:lnTo>
                <a:lnTo>
                  <a:pt x="152576" y="258413"/>
                </a:lnTo>
                <a:lnTo>
                  <a:pt x="151909" y="259023"/>
                </a:lnTo>
                <a:lnTo>
                  <a:pt x="147295" y="259023"/>
                </a:lnTo>
                <a:lnTo>
                  <a:pt x="146642" y="259691"/>
                </a:lnTo>
                <a:lnTo>
                  <a:pt x="138824" y="259691"/>
                </a:lnTo>
                <a:lnTo>
                  <a:pt x="138156" y="260358"/>
                </a:lnTo>
                <a:lnTo>
                  <a:pt x="126405" y="260358"/>
                </a:lnTo>
                <a:lnTo>
                  <a:pt x="125737" y="261025"/>
                </a:lnTo>
                <a:moveTo>
                  <a:pt x="65032" y="119917"/>
                </a:moveTo>
                <a:lnTo>
                  <a:pt x="28429" y="119917"/>
                </a:lnTo>
                <a:lnTo>
                  <a:pt x="28103" y="84931"/>
                </a:lnTo>
                <a:lnTo>
                  <a:pt x="65032" y="84605"/>
                </a:lnTo>
                <a:lnTo>
                  <a:pt x="65032" y="119917"/>
                </a:lnTo>
                <a:moveTo>
                  <a:pt x="108776" y="119917"/>
                </a:moveTo>
                <a:lnTo>
                  <a:pt x="72839" y="119917"/>
                </a:lnTo>
                <a:lnTo>
                  <a:pt x="72513" y="84931"/>
                </a:lnTo>
                <a:lnTo>
                  <a:pt x="108776" y="84605"/>
                </a:lnTo>
                <a:lnTo>
                  <a:pt x="108776" y="119917"/>
                </a:lnTo>
                <a:moveTo>
                  <a:pt x="153186" y="119917"/>
                </a:moveTo>
                <a:lnTo>
                  <a:pt x="116582" y="119917"/>
                </a:lnTo>
                <a:lnTo>
                  <a:pt x="116312" y="84931"/>
                </a:lnTo>
                <a:lnTo>
                  <a:pt x="153186" y="84605"/>
                </a:lnTo>
                <a:lnTo>
                  <a:pt x="153186" y="119917"/>
                </a:lnTo>
                <a:moveTo>
                  <a:pt x="197638" y="119917"/>
                </a:moveTo>
                <a:lnTo>
                  <a:pt x="161048" y="119917"/>
                </a:lnTo>
                <a:lnTo>
                  <a:pt x="160722" y="84931"/>
                </a:lnTo>
                <a:lnTo>
                  <a:pt x="197638" y="84605"/>
                </a:lnTo>
                <a:lnTo>
                  <a:pt x="197638" y="119917"/>
                </a:lnTo>
                <a:moveTo>
                  <a:pt x="241382" y="119917"/>
                </a:moveTo>
                <a:lnTo>
                  <a:pt x="205459" y="119917"/>
                </a:lnTo>
                <a:lnTo>
                  <a:pt x="205133" y="84931"/>
                </a:lnTo>
                <a:lnTo>
                  <a:pt x="241382" y="84605"/>
                </a:lnTo>
                <a:lnTo>
                  <a:pt x="241382" y="119917"/>
                </a:lnTo>
              </a:path>
            </a:pathLst>
          </a:custGeom>
          <a:solidFill xmlns:a="http://schemas.openxmlformats.org/drawingml/2006/main">
            <a:srgbClr val="2496E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" name="path-212">
            <a:extLst xmlns:a="http://schemas.openxmlformats.org/drawingml/2006/main">
              <a:ext uri="{FF2B5EF4-FFF2-40B4-BE49-F238E27FC236}">
                <a16:creationId xmlns:a16="http://schemas.microsoft.com/office/drawing/2014/main" id="{2B1AD26A-8093-43FD-810A-E9D34A700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79247" y="2936235"/>
            <a:ext cx="235198" cy="235202"/>
          </a:xfrm>
          <a:custGeom xmlns:a="http://schemas.openxmlformats.org/drawingml/2006/main">
            <a:pathLst>
              <a:path w="238383" h="238387">
                <a:moveTo>
                  <a:pt x="238383" y="119193"/>
                </a:moveTo>
                <a:cubicBezTo>
                  <a:pt x="238383" y="185063"/>
                  <a:pt x="185063" y="238387"/>
                  <a:pt x="119191" y="238387"/>
                </a:cubicBezTo>
                <a:cubicBezTo>
                  <a:pt x="53320" y="238387"/>
                  <a:pt x="0" y="185063"/>
                  <a:pt x="0" y="119193"/>
                </a:cubicBezTo>
                <a:cubicBezTo>
                  <a:pt x="0" y="53323"/>
                  <a:pt x="53320" y="0"/>
                  <a:pt x="119191" y="0"/>
                </a:cubicBezTo>
                <a:cubicBezTo>
                  <a:pt x="185063" y="0"/>
                  <a:pt x="238383" y="53323"/>
                  <a:pt x="238383" y="119193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16804">
            <a:solidFill>
              <a:srgbClr val="FFFFFF"/>
            </a:solidFill>
            <a:prstDash val="solid"/>
          </a:ln>
        </p:spPr>
      </p:sp>
      <p:sp>
        <p:nvSpPr>
          <p:cNvPr id="213" name="path-213">
            <a:extLst xmlns:a="http://schemas.openxmlformats.org/drawingml/2006/main">
              <a:ext uri="{FF2B5EF4-FFF2-40B4-BE49-F238E27FC236}">
                <a16:creationId xmlns:a16="http://schemas.microsoft.com/office/drawing/2014/main" id="{2911298F-098B-4B81-862E-9CBCC13BA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8045" y="3011826"/>
            <a:ext cx="117601" cy="84021"/>
          </a:xfrm>
          <a:custGeom xmlns:a="http://schemas.openxmlformats.org/drawingml/2006/main">
            <a:pathLst>
              <a:path w="119194" h="85159">
                <a:moveTo>
                  <a:pt x="0" y="42579"/>
                </a:moveTo>
                <a:lnTo>
                  <a:pt x="42579" y="85159"/>
                </a:lnTo>
                <a:lnTo>
                  <a:pt x="1191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567">
            <a:solidFill>
              <a:srgbClr val="32724F"/>
            </a:solidFill>
            <a:prstDash val="solid"/>
          </a:ln>
        </p:spPr>
      </p:sp>
      <p:sp>
        <p:nvSpPr>
          <p:cNvPr id="214" name="path-214">
            <a:extLst xmlns:a="http://schemas.openxmlformats.org/drawingml/2006/main">
              <a:ext uri="{FF2B5EF4-FFF2-40B4-BE49-F238E27FC236}">
                <a16:creationId xmlns:a16="http://schemas.microsoft.com/office/drawing/2014/main" id="{BFC96140-D843-4B8A-952F-524F64A23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87070" y="3436523"/>
            <a:ext cx="257089" cy="347901"/>
          </a:xfrm>
          <a:custGeom xmlns:a="http://schemas.openxmlformats.org/drawingml/2006/main">
            <a:pathLst>
              <a:path w="260571" h="352612">
                <a:moveTo>
                  <a:pt x="0" y="0"/>
                </a:moveTo>
                <a:lnTo>
                  <a:pt x="183900" y="0"/>
                </a:lnTo>
                <a:lnTo>
                  <a:pt x="260571" y="76671"/>
                </a:lnTo>
                <a:lnTo>
                  <a:pt x="260571" y="352612"/>
                </a:lnTo>
                <a:lnTo>
                  <a:pt x="0" y="352612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148">
            <a:solidFill>
              <a:srgbClr val="674294"/>
            </a:solidFill>
            <a:prstDash val="solid"/>
          </a:ln>
        </p:spPr>
      </p:sp>
      <p:sp>
        <p:nvSpPr>
          <p:cNvPr id="215" name="path-215">
            <a:extLst xmlns:a="http://schemas.openxmlformats.org/drawingml/2006/main">
              <a:ext uri="{FF2B5EF4-FFF2-40B4-BE49-F238E27FC236}">
                <a16:creationId xmlns:a16="http://schemas.microsoft.com/office/drawing/2014/main" id="{D9A9CCA6-AAC7-4A01-BEBC-F23BC6DAB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8512" y="3436523"/>
            <a:ext cx="75647" cy="75647"/>
          </a:xfrm>
          <a:custGeom xmlns:a="http://schemas.openxmlformats.org/drawingml/2006/main">
            <a:pathLst>
              <a:path w="76671" h="76671">
                <a:moveTo>
                  <a:pt x="0" y="0"/>
                </a:moveTo>
                <a:lnTo>
                  <a:pt x="0" y="76671"/>
                </a:lnTo>
                <a:lnTo>
                  <a:pt x="76671" y="76671"/>
                </a:lnTo>
              </a:path>
            </a:pathLst>
          </a:custGeom>
          <a:noFill xmlns:a="http://schemas.openxmlformats.org/drawingml/2006/main"/>
          <a:ln xmlns:a="http://schemas.openxmlformats.org/drawingml/2006/main" w="18148">
            <a:solidFill>
              <a:srgbClr val="674294"/>
            </a:solidFill>
            <a:prstDash val="solid"/>
          </a:ln>
        </p:spPr>
      </p:sp>
      <p:sp>
        <p:nvSpPr>
          <p:cNvPr id="216" name="path-216">
            <a:extLst xmlns:a="http://schemas.openxmlformats.org/drawingml/2006/main">
              <a:ext uri="{FF2B5EF4-FFF2-40B4-BE49-F238E27FC236}">
                <a16:creationId xmlns:a16="http://schemas.microsoft.com/office/drawing/2014/main" id="{B51A447C-A0A2-4B16-B451-A073BDD06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7566" y="3618021"/>
            <a:ext cx="128551" cy="90756"/>
          </a:xfrm>
          <a:custGeom xmlns:a="http://schemas.openxmlformats.org/drawingml/2006/main">
            <a:pathLst>
              <a:path w="130291" h="91985">
                <a:moveTo>
                  <a:pt x="0" y="0"/>
                </a:moveTo>
                <a:lnTo>
                  <a:pt x="38320" y="30657"/>
                </a:lnTo>
                <a:lnTo>
                  <a:pt x="0" y="61314"/>
                </a:lnTo>
                <a:moveTo>
                  <a:pt x="61327" y="91985"/>
                </a:moveTo>
                <a:lnTo>
                  <a:pt x="130291" y="91985"/>
                </a:lnTo>
              </a:path>
            </a:pathLst>
          </a:custGeom>
          <a:noFill xmlns:a="http://schemas.openxmlformats.org/drawingml/2006/main"/>
          <a:ln xmlns:a="http://schemas.openxmlformats.org/drawingml/2006/main" w="19661">
            <a:solidFill>
              <a:srgbClr val="674294"/>
            </a:solidFill>
            <a:prstDash val="solid"/>
          </a:ln>
        </p:spPr>
      </p:sp>
      <p:sp>
        <p:nvSpPr>
          <p:cNvPr id="217" name="path-217">
            <a:extLst xmlns:a="http://schemas.openxmlformats.org/drawingml/2006/main">
              <a:ext uri="{FF2B5EF4-FFF2-40B4-BE49-F238E27FC236}">
                <a16:creationId xmlns:a16="http://schemas.microsoft.com/office/drawing/2014/main" id="{8C868C7F-AD32-4735-A7FB-9D83C274F7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6742" y="3484442"/>
            <a:ext cx="588145" cy="294073"/>
          </a:xfrm>
          <a:custGeom xmlns:a="http://schemas.openxmlformats.org/drawingml/2006/main">
            <a:pathLst>
              <a:path w="596110" h="298055">
                <a:moveTo>
                  <a:pt x="63868" y="0"/>
                </a:moveTo>
                <a:lnTo>
                  <a:pt x="532242" y="0"/>
                </a:lnTo>
                <a:cubicBezTo>
                  <a:pt x="567608" y="0"/>
                  <a:pt x="596110" y="28500"/>
                  <a:pt x="596110" y="63869"/>
                </a:cubicBezTo>
                <a:lnTo>
                  <a:pt x="596110" y="234186"/>
                </a:lnTo>
                <a:cubicBezTo>
                  <a:pt x="596110" y="269555"/>
                  <a:pt x="567608" y="298055"/>
                  <a:pt x="532242" y="298055"/>
                </a:cubicBezTo>
                <a:lnTo>
                  <a:pt x="63868" y="298055"/>
                </a:lnTo>
                <a:cubicBezTo>
                  <a:pt x="28501" y="298055"/>
                  <a:pt x="0" y="269555"/>
                  <a:pt x="0" y="234186"/>
                </a:cubicBezTo>
                <a:lnTo>
                  <a:pt x="0" y="63869"/>
                </a:lnTo>
                <a:cubicBezTo>
                  <a:pt x="0" y="28500"/>
                  <a:pt x="28501" y="0"/>
                  <a:pt x="63868" y="0"/>
                </a:cubicBezTo>
              </a:path>
            </a:pathLst>
          </a:custGeom>
          <a:solidFill xmlns:a="http://schemas.openxmlformats.org/drawingml/2006/main">
            <a:srgbClr val="DDEFE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" name="path-218">
            <a:extLst xmlns:a="http://schemas.openxmlformats.org/drawingml/2006/main">
              <a:ext uri="{FF2B5EF4-FFF2-40B4-BE49-F238E27FC236}">
                <a16:creationId xmlns:a16="http://schemas.microsoft.com/office/drawing/2014/main" id="{28E95C2F-A75B-4CF0-A542-D2088AC37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86192" y="3558619"/>
            <a:ext cx="350968" cy="135875"/>
          </a:xfrm>
          <a:custGeom xmlns:a="http://schemas.openxmlformats.org/drawingml/2006/main">
            <a:pathLst>
              <a:path w="355721" h="137715">
                <a:moveTo>
                  <a:pt x="26285" y="137715"/>
                </a:moveTo>
                <a:lnTo>
                  <a:pt x="0" y="137715"/>
                </a:lnTo>
                <a:lnTo>
                  <a:pt x="0" y="38363"/>
                </a:lnTo>
                <a:lnTo>
                  <a:pt x="24400" y="38363"/>
                </a:lnTo>
                <a:lnTo>
                  <a:pt x="24400" y="52500"/>
                </a:lnTo>
                <a:cubicBezTo>
                  <a:pt x="28615" y="45787"/>
                  <a:pt x="32331" y="41415"/>
                  <a:pt x="35655" y="39300"/>
                </a:cubicBezTo>
                <a:cubicBezTo>
                  <a:pt x="39032" y="37199"/>
                  <a:pt x="42806" y="36092"/>
                  <a:pt x="47080" y="36092"/>
                </a:cubicBezTo>
                <a:cubicBezTo>
                  <a:pt x="53068" y="36092"/>
                  <a:pt x="58831" y="37753"/>
                  <a:pt x="64381" y="41074"/>
                </a:cubicBezTo>
                <a:lnTo>
                  <a:pt x="56217" y="63982"/>
                </a:lnTo>
                <a:cubicBezTo>
                  <a:pt x="51789" y="61101"/>
                  <a:pt x="47690" y="59710"/>
                  <a:pt x="43858" y="59710"/>
                </a:cubicBezTo>
                <a:cubicBezTo>
                  <a:pt x="40195" y="59710"/>
                  <a:pt x="37104" y="60703"/>
                  <a:pt x="34545" y="62761"/>
                </a:cubicBezTo>
                <a:cubicBezTo>
                  <a:pt x="31992" y="64748"/>
                  <a:pt x="29947" y="68410"/>
                  <a:pt x="28443" y="73732"/>
                </a:cubicBezTo>
                <a:cubicBezTo>
                  <a:pt x="27011" y="78998"/>
                  <a:pt x="26285" y="90140"/>
                  <a:pt x="26285" y="107058"/>
                </a:cubicBezTo>
                <a:lnTo>
                  <a:pt x="26285" y="137715"/>
                </a:lnTo>
                <a:moveTo>
                  <a:pt x="123138" y="61370"/>
                </a:moveTo>
                <a:lnTo>
                  <a:pt x="123138" y="37256"/>
                </a:lnTo>
                <a:lnTo>
                  <a:pt x="218998" y="37256"/>
                </a:lnTo>
                <a:lnTo>
                  <a:pt x="218998" y="61370"/>
                </a:lnTo>
                <a:lnTo>
                  <a:pt x="123138" y="61370"/>
                </a:lnTo>
                <a:moveTo>
                  <a:pt x="123138" y="102899"/>
                </a:moveTo>
                <a:lnTo>
                  <a:pt x="123138" y="78672"/>
                </a:lnTo>
                <a:lnTo>
                  <a:pt x="218998" y="78672"/>
                </a:lnTo>
                <a:lnTo>
                  <a:pt x="218998" y="102899"/>
                </a:lnTo>
                <a:lnTo>
                  <a:pt x="123138" y="102899"/>
                </a:lnTo>
                <a:moveTo>
                  <a:pt x="355721" y="137715"/>
                </a:moveTo>
                <a:lnTo>
                  <a:pt x="329436" y="137715"/>
                </a:lnTo>
                <a:lnTo>
                  <a:pt x="329436" y="38647"/>
                </a:lnTo>
                <a:cubicBezTo>
                  <a:pt x="319800" y="47617"/>
                  <a:pt x="308486" y="54274"/>
                  <a:pt x="295458" y="58546"/>
                </a:cubicBezTo>
                <a:lnTo>
                  <a:pt x="295458" y="34702"/>
                </a:lnTo>
                <a:cubicBezTo>
                  <a:pt x="302328" y="32487"/>
                  <a:pt x="309765" y="28215"/>
                  <a:pt x="317799" y="22013"/>
                </a:cubicBezTo>
                <a:cubicBezTo>
                  <a:pt x="325887" y="15683"/>
                  <a:pt x="331379" y="8374"/>
                  <a:pt x="334374" y="0"/>
                </a:cubicBezTo>
                <a:lnTo>
                  <a:pt x="355721" y="0"/>
                </a:lnTo>
                <a:lnTo>
                  <a:pt x="355721" y="137715"/>
                </a:lnTo>
              </a:path>
            </a:pathLst>
          </a:custGeom>
          <a:solidFill xmlns:a="http://schemas.openxmlformats.org/drawingml/2006/main">
            <a:srgbClr val="32724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9" name="path-219">
            <a:extLst xmlns:a="http://schemas.openxmlformats.org/drawingml/2006/main">
              <a:ext uri="{FF2B5EF4-FFF2-40B4-BE49-F238E27FC236}">
                <a16:creationId xmlns:a16="http://schemas.microsoft.com/office/drawing/2014/main" id="{B567AD82-466E-43B7-98BD-8AED2192F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64371" y="4009571"/>
            <a:ext cx="315076" cy="315077"/>
          </a:xfrm>
          <a:custGeom xmlns:a="http://schemas.openxmlformats.org/drawingml/2006/main">
            <a:pathLst>
              <a:path w="319343" h="319343">
                <a:moveTo>
                  <a:pt x="53223" y="0"/>
                </a:moveTo>
                <a:lnTo>
                  <a:pt x="266120" y="0"/>
                </a:lnTo>
                <a:cubicBezTo>
                  <a:pt x="295613" y="0"/>
                  <a:pt x="319343" y="23730"/>
                  <a:pt x="319343" y="53223"/>
                </a:cubicBezTo>
                <a:lnTo>
                  <a:pt x="319343" y="266120"/>
                </a:lnTo>
                <a:cubicBezTo>
                  <a:pt x="319343" y="295613"/>
                  <a:pt x="295613" y="319343"/>
                  <a:pt x="266120" y="319343"/>
                </a:cubicBezTo>
                <a:lnTo>
                  <a:pt x="53223" y="319343"/>
                </a:lnTo>
                <a:cubicBezTo>
                  <a:pt x="23730" y="319343"/>
                  <a:pt x="0" y="295613"/>
                  <a:pt x="0" y="266120"/>
                </a:cubicBezTo>
                <a:lnTo>
                  <a:pt x="0" y="53223"/>
                </a:lnTo>
                <a:cubicBezTo>
                  <a:pt x="0" y="23730"/>
                  <a:pt x="23730" y="0"/>
                  <a:pt x="53223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3106">
            <a:solidFill>
              <a:srgbClr val="674294"/>
            </a:solidFill>
            <a:prstDash val="dash"/>
          </a:ln>
        </p:spPr>
      </p:sp>
      <p:sp>
        <p:nvSpPr>
          <p:cNvPr id="220" name="path-220">
            <a:extLst xmlns:a="http://schemas.openxmlformats.org/drawingml/2006/main">
              <a:ext uri="{FF2B5EF4-FFF2-40B4-BE49-F238E27FC236}">
                <a16:creationId xmlns:a16="http://schemas.microsoft.com/office/drawing/2014/main" id="{A6B07191-A425-46F8-988C-295B4D87E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6742" y="4030576"/>
            <a:ext cx="588145" cy="294072"/>
          </a:xfrm>
          <a:custGeom xmlns:a="http://schemas.openxmlformats.org/drawingml/2006/main">
            <a:pathLst>
              <a:path w="596110" h="298054">
                <a:moveTo>
                  <a:pt x="63868" y="0"/>
                </a:moveTo>
                <a:lnTo>
                  <a:pt x="532242" y="0"/>
                </a:lnTo>
                <a:cubicBezTo>
                  <a:pt x="567608" y="0"/>
                  <a:pt x="596110" y="28500"/>
                  <a:pt x="596110" y="63869"/>
                </a:cubicBezTo>
                <a:lnTo>
                  <a:pt x="596110" y="234186"/>
                </a:lnTo>
                <a:cubicBezTo>
                  <a:pt x="596110" y="269555"/>
                  <a:pt x="567608" y="298054"/>
                  <a:pt x="532242" y="298054"/>
                </a:cubicBezTo>
                <a:lnTo>
                  <a:pt x="63868" y="298054"/>
                </a:lnTo>
                <a:cubicBezTo>
                  <a:pt x="28501" y="298054"/>
                  <a:pt x="0" y="269555"/>
                  <a:pt x="0" y="234186"/>
                </a:cubicBezTo>
                <a:lnTo>
                  <a:pt x="0" y="63869"/>
                </a:lnTo>
                <a:cubicBezTo>
                  <a:pt x="0" y="28500"/>
                  <a:pt x="28501" y="0"/>
                  <a:pt x="63868" y="0"/>
                </a:cubicBezTo>
              </a:path>
            </a:pathLst>
          </a:custGeom>
          <a:solidFill xmlns:a="http://schemas.openxmlformats.org/drawingml/2006/main">
            <a:srgbClr val="F8E9E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" name="path-221">
            <a:extLst xmlns:a="http://schemas.openxmlformats.org/drawingml/2006/main">
              <a:ext uri="{FF2B5EF4-FFF2-40B4-BE49-F238E27FC236}">
                <a16:creationId xmlns:a16="http://schemas.microsoft.com/office/drawing/2014/main" id="{0C9BA01D-9833-4ED6-AA6A-8DF219D4F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95879" y="4597715"/>
            <a:ext cx="241559" cy="262564"/>
          </a:xfrm>
          <a:custGeom xmlns:a="http://schemas.openxmlformats.org/drawingml/2006/main">
            <a:pathLst>
              <a:path w="244830" h="266120">
                <a:moveTo>
                  <a:pt x="31934" y="0"/>
                </a:moveTo>
                <a:lnTo>
                  <a:pt x="212896" y="0"/>
                </a:lnTo>
                <a:cubicBezTo>
                  <a:pt x="230580" y="0"/>
                  <a:pt x="244830" y="14250"/>
                  <a:pt x="244830" y="31935"/>
                </a:cubicBezTo>
                <a:lnTo>
                  <a:pt x="244830" y="234186"/>
                </a:lnTo>
                <a:cubicBezTo>
                  <a:pt x="244830" y="251870"/>
                  <a:pt x="230580" y="266120"/>
                  <a:pt x="212896" y="266120"/>
                </a:cubicBezTo>
                <a:lnTo>
                  <a:pt x="31934" y="266120"/>
                </a:lnTo>
                <a:cubicBezTo>
                  <a:pt x="14251" y="266120"/>
                  <a:pt x="0" y="251870"/>
                  <a:pt x="0" y="234186"/>
                </a:cubicBezTo>
                <a:lnTo>
                  <a:pt x="0" y="31935"/>
                </a:lnTo>
                <a:cubicBezTo>
                  <a:pt x="0" y="14250"/>
                  <a:pt x="14251" y="0"/>
                  <a:pt x="31934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23106">
            <a:solidFill>
              <a:srgbClr val="674294"/>
            </a:solidFill>
            <a:prstDash val="solid"/>
          </a:ln>
        </p:spPr>
      </p:sp>
      <p:sp>
        <p:nvSpPr>
          <p:cNvPr id="222" name="path-222">
            <a:extLst xmlns:a="http://schemas.openxmlformats.org/drawingml/2006/main">
              <a:ext uri="{FF2B5EF4-FFF2-40B4-BE49-F238E27FC236}">
                <a16:creationId xmlns:a16="http://schemas.microsoft.com/office/drawing/2014/main" id="{099A9F90-03A2-4D22-BBA8-02E12AFE6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58894" y="4560956"/>
            <a:ext cx="115528" cy="73518"/>
          </a:xfrm>
          <a:custGeom xmlns:a="http://schemas.openxmlformats.org/drawingml/2006/main">
            <a:pathLst>
              <a:path w="117092" h="74514">
                <a:moveTo>
                  <a:pt x="21289" y="0"/>
                </a:moveTo>
                <a:lnTo>
                  <a:pt x="95803" y="0"/>
                </a:lnTo>
                <a:cubicBezTo>
                  <a:pt x="107612" y="0"/>
                  <a:pt x="117092" y="9481"/>
                  <a:pt x="117092" y="21290"/>
                </a:cubicBezTo>
                <a:lnTo>
                  <a:pt x="117092" y="53224"/>
                </a:lnTo>
                <a:cubicBezTo>
                  <a:pt x="117092" y="65032"/>
                  <a:pt x="107612" y="74514"/>
                  <a:pt x="95803" y="74514"/>
                </a:cubicBezTo>
                <a:lnTo>
                  <a:pt x="21289" y="74514"/>
                </a:lnTo>
                <a:cubicBezTo>
                  <a:pt x="9481" y="74514"/>
                  <a:pt x="0" y="65032"/>
                  <a:pt x="0" y="53224"/>
                </a:cubicBezTo>
                <a:lnTo>
                  <a:pt x="0" y="21290"/>
                </a:lnTo>
                <a:cubicBezTo>
                  <a:pt x="0" y="9481"/>
                  <a:pt x="9481" y="0"/>
                  <a:pt x="21289" y="0"/>
                </a:cubicBez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21005">
            <a:solidFill>
              <a:srgbClr val="674294"/>
            </a:solidFill>
            <a:prstDash val="solid"/>
          </a:ln>
        </p:spPr>
      </p:sp>
      <p:sp>
        <p:nvSpPr>
          <p:cNvPr id="223" name="path-223">
            <a:extLst xmlns:a="http://schemas.openxmlformats.org/drawingml/2006/main">
              <a:ext uri="{FF2B5EF4-FFF2-40B4-BE49-F238E27FC236}">
                <a16:creationId xmlns:a16="http://schemas.microsoft.com/office/drawing/2014/main" id="{F7DAD716-7E26-4732-A043-93276DA96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3141" y="4681736"/>
            <a:ext cx="152286" cy="126031"/>
          </a:xfrm>
          <a:custGeom xmlns:a="http://schemas.openxmlformats.org/drawingml/2006/main">
            <a:pathLst>
              <a:path w="154349" h="127738">
                <a:moveTo>
                  <a:pt x="0" y="21289"/>
                </a:moveTo>
                <a:lnTo>
                  <a:pt x="21289" y="42579"/>
                </a:lnTo>
                <a:lnTo>
                  <a:pt x="63868" y="0"/>
                </a:lnTo>
                <a:moveTo>
                  <a:pt x="90481" y="21289"/>
                </a:moveTo>
                <a:lnTo>
                  <a:pt x="154349" y="21289"/>
                </a:lnTo>
                <a:moveTo>
                  <a:pt x="0" y="106448"/>
                </a:moveTo>
                <a:lnTo>
                  <a:pt x="21289" y="127738"/>
                </a:lnTo>
                <a:lnTo>
                  <a:pt x="63868" y="85158"/>
                </a:lnTo>
                <a:moveTo>
                  <a:pt x="90481" y="106448"/>
                </a:moveTo>
                <a:lnTo>
                  <a:pt x="154349" y="106448"/>
                </a:lnTo>
              </a:path>
            </a:pathLst>
          </a:custGeom>
          <a:noFill xmlns:a="http://schemas.openxmlformats.org/drawingml/2006/main"/>
          <a:ln xmlns:a="http://schemas.openxmlformats.org/drawingml/2006/main" w="21005">
            <a:solidFill>
              <a:srgbClr val="674294"/>
            </a:solidFill>
            <a:prstDash val="solid"/>
          </a:ln>
        </p:spPr>
      </p:sp>
      <p:sp>
        <p:nvSpPr>
          <p:cNvPr id="224" name="path-224">
            <a:extLst xmlns:a="http://schemas.openxmlformats.org/drawingml/2006/main">
              <a:ext uri="{FF2B5EF4-FFF2-40B4-BE49-F238E27FC236}">
                <a16:creationId xmlns:a16="http://schemas.microsoft.com/office/drawing/2014/main" id="{AE52C09A-FF63-48BA-BC38-BA0498FF0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579247" y="4585141"/>
            <a:ext cx="235198" cy="235201"/>
          </a:xfrm>
          <a:custGeom xmlns:a="http://schemas.openxmlformats.org/drawingml/2006/main">
            <a:pathLst>
              <a:path w="238383" h="238386">
                <a:moveTo>
                  <a:pt x="238383" y="119193"/>
                </a:moveTo>
                <a:cubicBezTo>
                  <a:pt x="238383" y="185063"/>
                  <a:pt x="185063" y="238386"/>
                  <a:pt x="119191" y="238386"/>
                </a:cubicBezTo>
                <a:cubicBezTo>
                  <a:pt x="53320" y="238386"/>
                  <a:pt x="0" y="185063"/>
                  <a:pt x="0" y="119193"/>
                </a:cubicBezTo>
                <a:cubicBezTo>
                  <a:pt x="0" y="53323"/>
                  <a:pt x="53320" y="0"/>
                  <a:pt x="119191" y="0"/>
                </a:cubicBezTo>
                <a:cubicBezTo>
                  <a:pt x="185063" y="0"/>
                  <a:pt x="238383" y="53323"/>
                  <a:pt x="238383" y="119193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16804">
            <a:solidFill>
              <a:srgbClr val="FFFFFF"/>
            </a:solidFill>
            <a:prstDash val="solid"/>
          </a:ln>
        </p:spPr>
      </p:sp>
      <p:sp>
        <p:nvSpPr>
          <p:cNvPr id="225" name="path-225">
            <a:extLst xmlns:a="http://schemas.openxmlformats.org/drawingml/2006/main">
              <a:ext uri="{FF2B5EF4-FFF2-40B4-BE49-F238E27FC236}">
                <a16:creationId xmlns:a16="http://schemas.microsoft.com/office/drawing/2014/main" id="{06BD66CB-F99E-4F68-B776-18A84F369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38045" y="4660731"/>
            <a:ext cx="117601" cy="84021"/>
          </a:xfrm>
          <a:custGeom xmlns:a="http://schemas.openxmlformats.org/drawingml/2006/main">
            <a:pathLst>
              <a:path w="119194" h="85158">
                <a:moveTo>
                  <a:pt x="0" y="42579"/>
                </a:moveTo>
                <a:lnTo>
                  <a:pt x="42579" y="85158"/>
                </a:lnTo>
                <a:lnTo>
                  <a:pt x="119194" y="0"/>
                </a:lnTo>
              </a:path>
            </a:pathLst>
          </a:custGeom>
          <a:noFill xmlns:a="http://schemas.openxmlformats.org/drawingml/2006/main"/>
          <a:ln xmlns:a="http://schemas.openxmlformats.org/drawingml/2006/main" w="28567">
            <a:solidFill>
              <a:srgbClr val="32724F"/>
            </a:solidFill>
            <a:prstDash val="solid"/>
          </a:ln>
        </p:spPr>
      </p:sp>
      <p:sp>
        <p:nvSpPr>
          <p:cNvPr id="226" name="path-226">
            <a:extLst xmlns:a="http://schemas.openxmlformats.org/drawingml/2006/main">
              <a:ext uri="{FF2B5EF4-FFF2-40B4-BE49-F238E27FC236}">
                <a16:creationId xmlns:a16="http://schemas.microsoft.com/office/drawing/2014/main" id="{CE333A70-9BEB-4378-A21A-24C203F09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0608" y="5311891"/>
            <a:ext cx="191" cy="325580"/>
          </a:xfrm>
          <a:custGeom xmlns:a="http://schemas.openxmlformats.org/drawingml/2006/main">
            <a:pathLst>
              <a:path w="191" h="329989">
                <a:moveTo>
                  <a:pt x="0" y="0"/>
                </a:moveTo>
                <a:lnTo>
                  <a:pt x="0" y="329989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227" name="path-227">
            <a:extLst xmlns:a="http://schemas.openxmlformats.org/drawingml/2006/main">
              <a:ext uri="{FF2B5EF4-FFF2-40B4-BE49-F238E27FC236}">
                <a16:creationId xmlns:a16="http://schemas.microsoft.com/office/drawing/2014/main" id="{13A91DEA-7EFD-467D-8E57-E7B7B994C3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6084" y="5467357"/>
            <a:ext cx="189047" cy="189046"/>
          </a:xfrm>
          <a:custGeom xmlns:a="http://schemas.openxmlformats.org/drawingml/2006/main">
            <a:pathLst>
              <a:path w="191607" h="191606">
                <a:moveTo>
                  <a:pt x="191607" y="0"/>
                </a:moveTo>
                <a:lnTo>
                  <a:pt x="95804" y="191606"/>
                </a:lnTo>
                <a:lnTo>
                  <a:pt x="0" y="0"/>
                </a:lnTo>
                <a:lnTo>
                  <a:pt x="191607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8" name="path-228">
            <a:extLst xmlns:a="http://schemas.openxmlformats.org/drawingml/2006/main">
              <a:ext uri="{FF2B5EF4-FFF2-40B4-BE49-F238E27FC236}">
                <a16:creationId xmlns:a16="http://schemas.microsoft.com/office/drawing/2014/main" id="{604F9E47-17E5-44D1-9F28-E528E5954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28460" y="5748070"/>
            <a:ext cx="238058" cy="261920"/>
          </a:xfrm>
          <a:custGeom xmlns:a="http://schemas.openxmlformats.org/drawingml/2006/main">
            <a:pathLst>
              <a:path w="241281" h="265467">
                <a:moveTo>
                  <a:pt x="0" y="42253"/>
                </a:moveTo>
                <a:lnTo>
                  <a:pt x="120641" y="0"/>
                </a:lnTo>
                <a:lnTo>
                  <a:pt x="241281" y="132733"/>
                </a:lnTo>
                <a:lnTo>
                  <a:pt x="120641" y="265467"/>
                </a:lnTo>
                <a:lnTo>
                  <a:pt x="0" y="223214"/>
                </a:lnTo>
                <a:lnTo>
                  <a:pt x="120641" y="0"/>
                </a:lnTo>
                <a:moveTo>
                  <a:pt x="0" y="42253"/>
                </a:moveTo>
                <a:lnTo>
                  <a:pt x="120641" y="265467"/>
                </a:lnTo>
                <a:moveTo>
                  <a:pt x="120641" y="0"/>
                </a:moveTo>
                <a:lnTo>
                  <a:pt x="120641" y="265467"/>
                </a:lnTo>
              </a:path>
            </a:pathLst>
          </a:custGeom>
          <a:noFill xmlns:a="http://schemas.openxmlformats.org/drawingml/2006/main"/>
          <a:ln xmlns:a="http://schemas.openxmlformats.org/drawingml/2006/main" w="14879">
            <a:solidFill>
              <a:srgbClr val="237F7B"/>
            </a:solidFill>
            <a:prstDash val="solid"/>
          </a:ln>
        </p:spPr>
      </p:sp>
      <p:sp>
        <p:nvSpPr>
          <p:cNvPr id="229" name="path-229">
            <a:extLst xmlns:a="http://schemas.openxmlformats.org/drawingml/2006/main">
              <a:ext uri="{FF2B5EF4-FFF2-40B4-BE49-F238E27FC236}">
                <a16:creationId xmlns:a16="http://schemas.microsoft.com/office/drawing/2014/main" id="{A976CB4E-B6E4-4840-8BA4-06FDB3C63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4669" y="5765966"/>
            <a:ext cx="47582" cy="47584"/>
          </a:xfrm>
          <a:custGeom xmlns:a="http://schemas.openxmlformats.org/drawingml/2006/main">
            <a:pathLst>
              <a:path w="48227" h="48228">
                <a:moveTo>
                  <a:pt x="48227" y="24114"/>
                </a:moveTo>
                <a:cubicBezTo>
                  <a:pt x="48227" y="37413"/>
                  <a:pt x="37427" y="48228"/>
                  <a:pt x="24114" y="48228"/>
                </a:cubicBezTo>
                <a:cubicBezTo>
                  <a:pt x="10801" y="48228"/>
                  <a:pt x="0" y="37413"/>
                  <a:pt x="0" y="24114"/>
                </a:cubicBezTo>
                <a:cubicBezTo>
                  <a:pt x="0" y="10815"/>
                  <a:pt x="10801" y="0"/>
                  <a:pt x="24114" y="0"/>
                </a:cubicBezTo>
                <a:cubicBezTo>
                  <a:pt x="37427" y="0"/>
                  <a:pt x="48227" y="10815"/>
                  <a:pt x="48227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0" name="path-230">
            <a:extLst xmlns:a="http://schemas.openxmlformats.org/drawingml/2006/main">
              <a:ext uri="{FF2B5EF4-FFF2-40B4-BE49-F238E27FC236}">
                <a16:creationId xmlns:a16="http://schemas.microsoft.com/office/drawing/2014/main" id="{B6A70FD3-E194-41F3-AE60-00150414A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04669" y="5944510"/>
            <a:ext cx="47582" cy="47584"/>
          </a:xfrm>
          <a:custGeom xmlns:a="http://schemas.openxmlformats.org/drawingml/2006/main">
            <a:pathLst>
              <a:path w="48227" h="48228">
                <a:moveTo>
                  <a:pt x="48227" y="24114"/>
                </a:moveTo>
                <a:cubicBezTo>
                  <a:pt x="48227" y="37414"/>
                  <a:pt x="37427" y="48228"/>
                  <a:pt x="24114" y="48228"/>
                </a:cubicBezTo>
                <a:cubicBezTo>
                  <a:pt x="10801" y="48228"/>
                  <a:pt x="0" y="37414"/>
                  <a:pt x="0" y="24114"/>
                </a:cubicBezTo>
                <a:cubicBezTo>
                  <a:pt x="0" y="10815"/>
                  <a:pt x="10801" y="0"/>
                  <a:pt x="24114" y="0"/>
                </a:cubicBezTo>
                <a:cubicBezTo>
                  <a:pt x="37427" y="0"/>
                  <a:pt x="48227" y="10815"/>
                  <a:pt x="48227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1" name="path-231">
            <a:extLst xmlns:a="http://schemas.openxmlformats.org/drawingml/2006/main">
              <a:ext uri="{FF2B5EF4-FFF2-40B4-BE49-F238E27FC236}">
                <a16:creationId xmlns:a16="http://schemas.microsoft.com/office/drawing/2014/main" id="{8BCA1278-5887-43D0-85E3-491F871D8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23698" y="5724278"/>
            <a:ext cx="47582" cy="47653"/>
          </a:xfrm>
          <a:custGeom xmlns:a="http://schemas.openxmlformats.org/drawingml/2006/main">
            <a:pathLst>
              <a:path w="48227" h="48299">
                <a:moveTo>
                  <a:pt x="48227" y="24114"/>
                </a:moveTo>
                <a:cubicBezTo>
                  <a:pt x="48227" y="37484"/>
                  <a:pt x="37426" y="48299"/>
                  <a:pt x="24114" y="48299"/>
                </a:cubicBezTo>
                <a:cubicBezTo>
                  <a:pt x="10801" y="48299"/>
                  <a:pt x="0" y="37484"/>
                  <a:pt x="0" y="24114"/>
                </a:cubicBezTo>
                <a:cubicBezTo>
                  <a:pt x="0" y="10815"/>
                  <a:pt x="10801" y="0"/>
                  <a:pt x="24114" y="0"/>
                </a:cubicBezTo>
                <a:cubicBezTo>
                  <a:pt x="37426" y="0"/>
                  <a:pt x="48227" y="10815"/>
                  <a:pt x="48227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2" name="path-232">
            <a:extLst xmlns:a="http://schemas.openxmlformats.org/drawingml/2006/main">
              <a:ext uri="{FF2B5EF4-FFF2-40B4-BE49-F238E27FC236}">
                <a16:creationId xmlns:a16="http://schemas.microsoft.com/office/drawing/2014/main" id="{D0DD21AE-DB34-45F3-B5E4-21B2AC51F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23698" y="5986129"/>
            <a:ext cx="47582" cy="47653"/>
          </a:xfrm>
          <a:custGeom xmlns:a="http://schemas.openxmlformats.org/drawingml/2006/main">
            <a:pathLst>
              <a:path w="48227" h="48298">
                <a:moveTo>
                  <a:pt x="48227" y="24184"/>
                </a:moveTo>
                <a:cubicBezTo>
                  <a:pt x="48227" y="37483"/>
                  <a:pt x="37426" y="48298"/>
                  <a:pt x="24114" y="48298"/>
                </a:cubicBezTo>
                <a:cubicBezTo>
                  <a:pt x="10801" y="48298"/>
                  <a:pt x="0" y="37483"/>
                  <a:pt x="0" y="24184"/>
                </a:cubicBezTo>
                <a:cubicBezTo>
                  <a:pt x="0" y="10815"/>
                  <a:pt x="10801" y="0"/>
                  <a:pt x="24114" y="0"/>
                </a:cubicBezTo>
                <a:cubicBezTo>
                  <a:pt x="37426" y="0"/>
                  <a:pt x="48227" y="10815"/>
                  <a:pt x="48227" y="2418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3" name="path-233">
            <a:extLst xmlns:a="http://schemas.openxmlformats.org/drawingml/2006/main">
              <a:ext uri="{FF2B5EF4-FFF2-40B4-BE49-F238E27FC236}">
                <a16:creationId xmlns:a16="http://schemas.microsoft.com/office/drawing/2014/main" id="{E5DFFB57-4A8C-4F38-98DA-7AC7BBE9E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2728" y="5855238"/>
            <a:ext cx="47582" cy="47584"/>
          </a:xfrm>
          <a:custGeom xmlns:a="http://schemas.openxmlformats.org/drawingml/2006/main">
            <a:pathLst>
              <a:path w="48227" h="48228">
                <a:moveTo>
                  <a:pt x="48227" y="24114"/>
                </a:moveTo>
                <a:cubicBezTo>
                  <a:pt x="48227" y="37427"/>
                  <a:pt x="37426" y="48228"/>
                  <a:pt x="24113" y="48228"/>
                </a:cubicBezTo>
                <a:cubicBezTo>
                  <a:pt x="10801" y="48228"/>
                  <a:pt x="0" y="37427"/>
                  <a:pt x="0" y="24114"/>
                </a:cubicBezTo>
                <a:cubicBezTo>
                  <a:pt x="0" y="10801"/>
                  <a:pt x="10801" y="0"/>
                  <a:pt x="24113" y="0"/>
                </a:cubicBezTo>
                <a:cubicBezTo>
                  <a:pt x="37426" y="0"/>
                  <a:pt x="48227" y="10801"/>
                  <a:pt x="48227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4" name="path-234">
            <a:extLst xmlns:a="http://schemas.openxmlformats.org/drawingml/2006/main">
              <a:ext uri="{FF2B5EF4-FFF2-40B4-BE49-F238E27FC236}">
                <a16:creationId xmlns:a16="http://schemas.microsoft.com/office/drawing/2014/main" id="{89613D2E-3EE0-40CA-AB79-895D1D323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96502" y="5917539"/>
            <a:ext cx="196048" cy="196048"/>
          </a:xfrm>
          <a:custGeom xmlns:a="http://schemas.openxmlformats.org/drawingml/2006/main">
            <a:pathLst>
              <a:path w="198703" h="198703">
                <a:moveTo>
                  <a:pt x="198703" y="99352"/>
                </a:moveTo>
                <a:cubicBezTo>
                  <a:pt x="198703" y="154236"/>
                  <a:pt x="154235" y="198703"/>
                  <a:pt x="99351" y="198703"/>
                </a:cubicBezTo>
                <a:cubicBezTo>
                  <a:pt x="44467" y="198703"/>
                  <a:pt x="0" y="154236"/>
                  <a:pt x="0" y="99352"/>
                </a:cubicBezTo>
                <a:cubicBezTo>
                  <a:pt x="0" y="44467"/>
                  <a:pt x="44467" y="0"/>
                  <a:pt x="99351" y="0"/>
                </a:cubicBezTo>
                <a:cubicBezTo>
                  <a:pt x="154235" y="0"/>
                  <a:pt x="198703" y="44467"/>
                  <a:pt x="198703" y="99352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14003">
            <a:solidFill>
              <a:srgbClr val="FFFFFF"/>
            </a:solidFill>
            <a:prstDash val="solid"/>
          </a:ln>
        </p:spPr>
      </p:sp>
      <p:sp>
        <p:nvSpPr>
          <p:cNvPr id="235" name="path-235">
            <a:extLst xmlns:a="http://schemas.openxmlformats.org/drawingml/2006/main">
              <a:ext uri="{FF2B5EF4-FFF2-40B4-BE49-F238E27FC236}">
                <a16:creationId xmlns:a16="http://schemas.microsoft.com/office/drawing/2014/main" id="{42A0DB76-607F-42EB-ABFE-012E4C1E6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45513" y="5980555"/>
            <a:ext cx="98025" cy="70017"/>
          </a:xfrm>
          <a:custGeom xmlns:a="http://schemas.openxmlformats.org/drawingml/2006/main">
            <a:pathLst>
              <a:path w="99352" h="70965">
                <a:moveTo>
                  <a:pt x="0" y="35483"/>
                </a:moveTo>
                <a:lnTo>
                  <a:pt x="35483" y="70965"/>
                </a:lnTo>
                <a:lnTo>
                  <a:pt x="9935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3806">
            <a:solidFill>
              <a:srgbClr val="32724F"/>
            </a:solidFill>
            <a:prstDash val="solid"/>
          </a:ln>
        </p:spPr>
      </p:sp>
      <p:sp>
        <p:nvSpPr>
          <p:cNvPr id="236" name="path-236">
            <a:extLst xmlns:a="http://schemas.openxmlformats.org/drawingml/2006/main">
              <a:ext uri="{FF2B5EF4-FFF2-40B4-BE49-F238E27FC236}">
                <a16:creationId xmlns:a16="http://schemas.microsoft.com/office/drawing/2014/main" id="{637F3032-6B49-4A48-8BF6-20A1AE663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53589" y="5748070"/>
            <a:ext cx="238059" cy="261920"/>
          </a:xfrm>
          <a:custGeom xmlns:a="http://schemas.openxmlformats.org/drawingml/2006/main">
            <a:pathLst>
              <a:path w="241283" h="265467">
                <a:moveTo>
                  <a:pt x="0" y="42253"/>
                </a:moveTo>
                <a:lnTo>
                  <a:pt x="120641" y="0"/>
                </a:lnTo>
                <a:lnTo>
                  <a:pt x="241283" y="132733"/>
                </a:lnTo>
                <a:lnTo>
                  <a:pt x="120641" y="265467"/>
                </a:lnTo>
                <a:lnTo>
                  <a:pt x="0" y="223214"/>
                </a:lnTo>
                <a:lnTo>
                  <a:pt x="120641" y="0"/>
                </a:lnTo>
                <a:moveTo>
                  <a:pt x="0" y="42253"/>
                </a:moveTo>
                <a:lnTo>
                  <a:pt x="120641" y="265467"/>
                </a:lnTo>
                <a:moveTo>
                  <a:pt x="120641" y="0"/>
                </a:moveTo>
                <a:lnTo>
                  <a:pt x="120641" y="265467"/>
                </a:lnTo>
              </a:path>
            </a:pathLst>
          </a:custGeom>
          <a:noFill xmlns:a="http://schemas.openxmlformats.org/drawingml/2006/main"/>
          <a:ln xmlns:a="http://schemas.openxmlformats.org/drawingml/2006/main" w="14879">
            <a:solidFill>
              <a:srgbClr val="237F7B"/>
            </a:solidFill>
            <a:prstDash val="solid"/>
          </a:ln>
        </p:spPr>
      </p:sp>
      <p:sp>
        <p:nvSpPr>
          <p:cNvPr id="237" name="path-237">
            <a:extLst xmlns:a="http://schemas.openxmlformats.org/drawingml/2006/main">
              <a:ext uri="{FF2B5EF4-FFF2-40B4-BE49-F238E27FC236}">
                <a16:creationId xmlns:a16="http://schemas.microsoft.com/office/drawing/2014/main" id="{855360AA-E036-4C07-AA91-A97F060E7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29798" y="5765966"/>
            <a:ext cx="47582" cy="47584"/>
          </a:xfrm>
          <a:custGeom xmlns:a="http://schemas.openxmlformats.org/drawingml/2006/main">
            <a:pathLst>
              <a:path w="48227" h="48228">
                <a:moveTo>
                  <a:pt x="48227" y="24114"/>
                </a:moveTo>
                <a:cubicBezTo>
                  <a:pt x="48227" y="37413"/>
                  <a:pt x="37426" y="48228"/>
                  <a:pt x="24113" y="48228"/>
                </a:cubicBezTo>
                <a:cubicBezTo>
                  <a:pt x="10800" y="48228"/>
                  <a:pt x="0" y="37413"/>
                  <a:pt x="0" y="24114"/>
                </a:cubicBezTo>
                <a:cubicBezTo>
                  <a:pt x="0" y="10815"/>
                  <a:pt x="10800" y="0"/>
                  <a:pt x="24113" y="0"/>
                </a:cubicBezTo>
                <a:cubicBezTo>
                  <a:pt x="37426" y="0"/>
                  <a:pt x="48227" y="10815"/>
                  <a:pt x="48227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8" name="path-238">
            <a:extLst xmlns:a="http://schemas.openxmlformats.org/drawingml/2006/main">
              <a:ext uri="{FF2B5EF4-FFF2-40B4-BE49-F238E27FC236}">
                <a16:creationId xmlns:a16="http://schemas.microsoft.com/office/drawing/2014/main" id="{06B820EA-B34A-4310-BD5B-4D7530956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29798" y="5944510"/>
            <a:ext cx="47582" cy="47584"/>
          </a:xfrm>
          <a:custGeom xmlns:a="http://schemas.openxmlformats.org/drawingml/2006/main">
            <a:pathLst>
              <a:path w="48227" h="48228">
                <a:moveTo>
                  <a:pt x="48227" y="24114"/>
                </a:moveTo>
                <a:cubicBezTo>
                  <a:pt x="48227" y="37414"/>
                  <a:pt x="37426" y="48228"/>
                  <a:pt x="24113" y="48228"/>
                </a:cubicBezTo>
                <a:cubicBezTo>
                  <a:pt x="10800" y="48228"/>
                  <a:pt x="0" y="37414"/>
                  <a:pt x="0" y="24114"/>
                </a:cubicBezTo>
                <a:cubicBezTo>
                  <a:pt x="0" y="10815"/>
                  <a:pt x="10800" y="0"/>
                  <a:pt x="24113" y="0"/>
                </a:cubicBezTo>
                <a:cubicBezTo>
                  <a:pt x="37426" y="0"/>
                  <a:pt x="48227" y="10815"/>
                  <a:pt x="48227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39" name="path-239">
            <a:extLst xmlns:a="http://schemas.openxmlformats.org/drawingml/2006/main">
              <a:ext uri="{FF2B5EF4-FFF2-40B4-BE49-F238E27FC236}">
                <a16:creationId xmlns:a16="http://schemas.microsoft.com/office/drawing/2014/main" id="{EB340F21-CC7E-408C-B9CE-216519523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8826" y="5724278"/>
            <a:ext cx="47584" cy="47653"/>
          </a:xfrm>
          <a:custGeom xmlns:a="http://schemas.openxmlformats.org/drawingml/2006/main">
            <a:pathLst>
              <a:path w="48228" h="48299">
                <a:moveTo>
                  <a:pt x="48228" y="24114"/>
                </a:moveTo>
                <a:cubicBezTo>
                  <a:pt x="48228" y="37484"/>
                  <a:pt x="37427" y="48299"/>
                  <a:pt x="24114" y="48299"/>
                </a:cubicBezTo>
                <a:cubicBezTo>
                  <a:pt x="10801" y="48299"/>
                  <a:pt x="0" y="37484"/>
                  <a:pt x="0" y="24114"/>
                </a:cubicBezTo>
                <a:cubicBezTo>
                  <a:pt x="0" y="10815"/>
                  <a:pt x="10801" y="0"/>
                  <a:pt x="24114" y="0"/>
                </a:cubicBezTo>
                <a:cubicBezTo>
                  <a:pt x="37427" y="0"/>
                  <a:pt x="48228" y="10815"/>
                  <a:pt x="48228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0" name="path-240">
            <a:extLst xmlns:a="http://schemas.openxmlformats.org/drawingml/2006/main">
              <a:ext uri="{FF2B5EF4-FFF2-40B4-BE49-F238E27FC236}">
                <a16:creationId xmlns:a16="http://schemas.microsoft.com/office/drawing/2014/main" id="{C661B619-654D-4D03-B8EA-D528C2897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8826" y="5986129"/>
            <a:ext cx="47584" cy="47653"/>
          </a:xfrm>
          <a:custGeom xmlns:a="http://schemas.openxmlformats.org/drawingml/2006/main">
            <a:pathLst>
              <a:path w="48228" h="48298">
                <a:moveTo>
                  <a:pt x="48228" y="24184"/>
                </a:moveTo>
                <a:cubicBezTo>
                  <a:pt x="48228" y="37483"/>
                  <a:pt x="37427" y="48298"/>
                  <a:pt x="24114" y="48298"/>
                </a:cubicBezTo>
                <a:cubicBezTo>
                  <a:pt x="10801" y="48298"/>
                  <a:pt x="0" y="37483"/>
                  <a:pt x="0" y="24184"/>
                </a:cubicBezTo>
                <a:cubicBezTo>
                  <a:pt x="0" y="10815"/>
                  <a:pt x="10801" y="0"/>
                  <a:pt x="24114" y="0"/>
                </a:cubicBezTo>
                <a:cubicBezTo>
                  <a:pt x="37427" y="0"/>
                  <a:pt x="48228" y="10815"/>
                  <a:pt x="48228" y="2418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1" name="path-241">
            <a:extLst xmlns:a="http://schemas.openxmlformats.org/drawingml/2006/main">
              <a:ext uri="{FF2B5EF4-FFF2-40B4-BE49-F238E27FC236}">
                <a16:creationId xmlns:a16="http://schemas.microsoft.com/office/drawing/2014/main" id="{6D288E2D-15CE-4F18-A0A9-00D22467D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67856" y="5855238"/>
            <a:ext cx="47584" cy="47584"/>
          </a:xfrm>
          <a:custGeom xmlns:a="http://schemas.openxmlformats.org/drawingml/2006/main">
            <a:pathLst>
              <a:path w="48228" h="48228">
                <a:moveTo>
                  <a:pt x="48228" y="24114"/>
                </a:moveTo>
                <a:cubicBezTo>
                  <a:pt x="48228" y="37427"/>
                  <a:pt x="37427" y="48228"/>
                  <a:pt x="24114" y="48228"/>
                </a:cubicBezTo>
                <a:cubicBezTo>
                  <a:pt x="10801" y="48228"/>
                  <a:pt x="0" y="37427"/>
                  <a:pt x="0" y="24114"/>
                </a:cubicBezTo>
                <a:cubicBezTo>
                  <a:pt x="0" y="10801"/>
                  <a:pt x="10801" y="0"/>
                  <a:pt x="24114" y="0"/>
                </a:cubicBezTo>
                <a:cubicBezTo>
                  <a:pt x="37427" y="0"/>
                  <a:pt x="48228" y="10801"/>
                  <a:pt x="48228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2" name="path-242">
            <a:extLst xmlns:a="http://schemas.openxmlformats.org/drawingml/2006/main">
              <a:ext uri="{FF2B5EF4-FFF2-40B4-BE49-F238E27FC236}">
                <a16:creationId xmlns:a16="http://schemas.microsoft.com/office/drawing/2014/main" id="{5BF0CC1C-E377-4280-AE02-164E9F12E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21630" y="5917539"/>
            <a:ext cx="196049" cy="196048"/>
          </a:xfrm>
          <a:custGeom xmlns:a="http://schemas.openxmlformats.org/drawingml/2006/main">
            <a:pathLst>
              <a:path w="198704" h="198703">
                <a:moveTo>
                  <a:pt x="198704" y="99352"/>
                </a:moveTo>
                <a:cubicBezTo>
                  <a:pt x="198704" y="154236"/>
                  <a:pt x="154236" y="198703"/>
                  <a:pt x="99352" y="198703"/>
                </a:cubicBezTo>
                <a:cubicBezTo>
                  <a:pt x="44468" y="198703"/>
                  <a:pt x="0" y="154236"/>
                  <a:pt x="0" y="99352"/>
                </a:cubicBezTo>
                <a:cubicBezTo>
                  <a:pt x="0" y="44467"/>
                  <a:pt x="44468" y="0"/>
                  <a:pt x="99352" y="0"/>
                </a:cubicBezTo>
                <a:cubicBezTo>
                  <a:pt x="154236" y="0"/>
                  <a:pt x="198704" y="44467"/>
                  <a:pt x="198704" y="99352"/>
                </a:cubicBezTo>
              </a:path>
            </a:pathLst>
          </a:custGeom>
          <a:solidFill xmlns:a="http://schemas.openxmlformats.org/drawingml/2006/main">
            <a:srgbClr val="F8E9E6"/>
          </a:solidFill>
          <a:ln xmlns:a="http://schemas.openxmlformats.org/drawingml/2006/main" w="14003">
            <a:solidFill>
              <a:srgbClr val="FFFFFF"/>
            </a:solidFill>
            <a:prstDash val="solid"/>
          </a:ln>
        </p:spPr>
      </p:sp>
      <p:sp>
        <p:nvSpPr>
          <p:cNvPr id="243" name="path-243">
            <a:extLst xmlns:a="http://schemas.openxmlformats.org/drawingml/2006/main">
              <a:ext uri="{FF2B5EF4-FFF2-40B4-BE49-F238E27FC236}">
                <a16:creationId xmlns:a16="http://schemas.microsoft.com/office/drawing/2014/main" id="{2D41DF13-5F45-4710-834E-D6AD4430D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77644" y="5973553"/>
            <a:ext cx="84022" cy="84021"/>
          </a:xfrm>
          <a:custGeom xmlns:a="http://schemas.openxmlformats.org/drawingml/2006/main">
            <a:pathLst>
              <a:path w="85160" h="85158">
                <a:moveTo>
                  <a:pt x="0" y="0"/>
                </a:moveTo>
                <a:lnTo>
                  <a:pt x="85160" y="85158"/>
                </a:lnTo>
                <a:moveTo>
                  <a:pt x="85160" y="0"/>
                </a:moveTo>
                <a:lnTo>
                  <a:pt x="0" y="85158"/>
                </a:lnTo>
              </a:path>
            </a:pathLst>
          </a:custGeom>
          <a:noFill xmlns:a="http://schemas.openxmlformats.org/drawingml/2006/main"/>
          <a:ln xmlns:a="http://schemas.openxmlformats.org/drawingml/2006/main" w="23806">
            <a:solidFill>
              <a:srgbClr val="B65345"/>
            </a:solidFill>
            <a:prstDash val="solid"/>
          </a:ln>
        </p:spPr>
      </p:sp>
      <p:sp>
        <p:nvSpPr>
          <p:cNvPr id="244" name="path-244">
            <a:extLst xmlns:a="http://schemas.openxmlformats.org/drawingml/2006/main">
              <a:ext uri="{FF2B5EF4-FFF2-40B4-BE49-F238E27FC236}">
                <a16:creationId xmlns:a16="http://schemas.microsoft.com/office/drawing/2014/main" id="{C8C93C47-B1F1-41B7-869E-BA44AC8B0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78718" y="5748070"/>
            <a:ext cx="238059" cy="261920"/>
          </a:xfrm>
          <a:custGeom xmlns:a="http://schemas.openxmlformats.org/drawingml/2006/main">
            <a:pathLst>
              <a:path w="241283" h="265467">
                <a:moveTo>
                  <a:pt x="0" y="42253"/>
                </a:moveTo>
                <a:lnTo>
                  <a:pt x="120640" y="0"/>
                </a:lnTo>
                <a:lnTo>
                  <a:pt x="241283" y="132733"/>
                </a:lnTo>
                <a:lnTo>
                  <a:pt x="120640" y="265467"/>
                </a:lnTo>
                <a:lnTo>
                  <a:pt x="0" y="223214"/>
                </a:lnTo>
                <a:lnTo>
                  <a:pt x="120640" y="0"/>
                </a:lnTo>
                <a:moveTo>
                  <a:pt x="0" y="42253"/>
                </a:moveTo>
                <a:lnTo>
                  <a:pt x="120640" y="265467"/>
                </a:lnTo>
                <a:moveTo>
                  <a:pt x="120640" y="0"/>
                </a:moveTo>
                <a:lnTo>
                  <a:pt x="120640" y="265467"/>
                </a:lnTo>
              </a:path>
            </a:pathLst>
          </a:custGeom>
          <a:noFill xmlns:a="http://schemas.openxmlformats.org/drawingml/2006/main"/>
          <a:ln xmlns:a="http://schemas.openxmlformats.org/drawingml/2006/main" w="14879">
            <a:solidFill>
              <a:srgbClr val="237F7B"/>
            </a:solidFill>
            <a:prstDash val="solid"/>
          </a:ln>
        </p:spPr>
      </p:sp>
      <p:sp>
        <p:nvSpPr>
          <p:cNvPr id="245" name="path-245">
            <a:extLst xmlns:a="http://schemas.openxmlformats.org/drawingml/2006/main">
              <a:ext uri="{FF2B5EF4-FFF2-40B4-BE49-F238E27FC236}">
                <a16:creationId xmlns:a16="http://schemas.microsoft.com/office/drawing/2014/main" id="{2D5E5699-628B-4913-9F4F-1D557CC60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54926" y="5765966"/>
            <a:ext cx="47584" cy="47584"/>
          </a:xfrm>
          <a:custGeom xmlns:a="http://schemas.openxmlformats.org/drawingml/2006/main">
            <a:pathLst>
              <a:path w="48228" h="48228">
                <a:moveTo>
                  <a:pt x="48228" y="24114"/>
                </a:moveTo>
                <a:cubicBezTo>
                  <a:pt x="48228" y="37413"/>
                  <a:pt x="37427" y="48228"/>
                  <a:pt x="24114" y="48228"/>
                </a:cubicBezTo>
                <a:cubicBezTo>
                  <a:pt x="10801" y="48228"/>
                  <a:pt x="0" y="37413"/>
                  <a:pt x="0" y="24114"/>
                </a:cubicBezTo>
                <a:cubicBezTo>
                  <a:pt x="0" y="10815"/>
                  <a:pt x="10801" y="0"/>
                  <a:pt x="24114" y="0"/>
                </a:cubicBezTo>
                <a:cubicBezTo>
                  <a:pt x="37427" y="0"/>
                  <a:pt x="48228" y="10815"/>
                  <a:pt x="48228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6" name="path-246">
            <a:extLst xmlns:a="http://schemas.openxmlformats.org/drawingml/2006/main">
              <a:ext uri="{FF2B5EF4-FFF2-40B4-BE49-F238E27FC236}">
                <a16:creationId xmlns:a16="http://schemas.microsoft.com/office/drawing/2014/main" id="{B0B0065F-35EC-46AF-9CDD-64EBC1909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154926" y="5944510"/>
            <a:ext cx="47584" cy="47584"/>
          </a:xfrm>
          <a:custGeom xmlns:a="http://schemas.openxmlformats.org/drawingml/2006/main">
            <a:pathLst>
              <a:path w="48228" h="48228">
                <a:moveTo>
                  <a:pt x="48228" y="24114"/>
                </a:moveTo>
                <a:cubicBezTo>
                  <a:pt x="48228" y="37414"/>
                  <a:pt x="37427" y="48228"/>
                  <a:pt x="24114" y="48228"/>
                </a:cubicBezTo>
                <a:cubicBezTo>
                  <a:pt x="10801" y="48228"/>
                  <a:pt x="0" y="37414"/>
                  <a:pt x="0" y="24114"/>
                </a:cubicBezTo>
                <a:cubicBezTo>
                  <a:pt x="0" y="10815"/>
                  <a:pt x="10801" y="0"/>
                  <a:pt x="24114" y="0"/>
                </a:cubicBezTo>
                <a:cubicBezTo>
                  <a:pt x="37427" y="0"/>
                  <a:pt x="48228" y="10815"/>
                  <a:pt x="48228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7" name="path-247">
            <a:extLst xmlns:a="http://schemas.openxmlformats.org/drawingml/2006/main">
              <a:ext uri="{FF2B5EF4-FFF2-40B4-BE49-F238E27FC236}">
                <a16:creationId xmlns:a16="http://schemas.microsoft.com/office/drawing/2014/main" id="{9D7D913C-D9F1-4129-BC99-14A4DCAD9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3955" y="5724278"/>
            <a:ext cx="47584" cy="47653"/>
          </a:xfrm>
          <a:custGeom xmlns:a="http://schemas.openxmlformats.org/drawingml/2006/main">
            <a:pathLst>
              <a:path w="48228" h="48299">
                <a:moveTo>
                  <a:pt x="48228" y="24114"/>
                </a:moveTo>
                <a:cubicBezTo>
                  <a:pt x="48228" y="37484"/>
                  <a:pt x="37428" y="48299"/>
                  <a:pt x="24114" y="48299"/>
                </a:cubicBezTo>
                <a:cubicBezTo>
                  <a:pt x="10802" y="48299"/>
                  <a:pt x="0" y="37484"/>
                  <a:pt x="0" y="24114"/>
                </a:cubicBezTo>
                <a:cubicBezTo>
                  <a:pt x="0" y="10815"/>
                  <a:pt x="10802" y="0"/>
                  <a:pt x="24114" y="0"/>
                </a:cubicBezTo>
                <a:cubicBezTo>
                  <a:pt x="37428" y="0"/>
                  <a:pt x="48228" y="10815"/>
                  <a:pt x="48228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8" name="path-248">
            <a:extLst xmlns:a="http://schemas.openxmlformats.org/drawingml/2006/main">
              <a:ext uri="{FF2B5EF4-FFF2-40B4-BE49-F238E27FC236}">
                <a16:creationId xmlns:a16="http://schemas.microsoft.com/office/drawing/2014/main" id="{D83F31A4-CDC0-41A7-9024-A44E8D9E3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73955" y="5986129"/>
            <a:ext cx="47584" cy="47653"/>
          </a:xfrm>
          <a:custGeom xmlns:a="http://schemas.openxmlformats.org/drawingml/2006/main">
            <a:pathLst>
              <a:path w="48228" h="48298">
                <a:moveTo>
                  <a:pt x="48228" y="24184"/>
                </a:moveTo>
                <a:cubicBezTo>
                  <a:pt x="48228" y="37483"/>
                  <a:pt x="37428" y="48298"/>
                  <a:pt x="24114" y="48298"/>
                </a:cubicBezTo>
                <a:cubicBezTo>
                  <a:pt x="10802" y="48298"/>
                  <a:pt x="0" y="37483"/>
                  <a:pt x="0" y="24184"/>
                </a:cubicBezTo>
                <a:cubicBezTo>
                  <a:pt x="0" y="10815"/>
                  <a:pt x="10802" y="0"/>
                  <a:pt x="24114" y="0"/>
                </a:cubicBezTo>
                <a:cubicBezTo>
                  <a:pt x="37428" y="0"/>
                  <a:pt x="48228" y="10815"/>
                  <a:pt x="48228" y="2418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49" name="path-249">
            <a:extLst xmlns:a="http://schemas.openxmlformats.org/drawingml/2006/main">
              <a:ext uri="{FF2B5EF4-FFF2-40B4-BE49-F238E27FC236}">
                <a16:creationId xmlns:a16="http://schemas.microsoft.com/office/drawing/2014/main" id="{27359A62-87C5-4A81-96F4-2CA54740B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2985" y="5855238"/>
            <a:ext cx="47584" cy="47584"/>
          </a:xfrm>
          <a:custGeom xmlns:a="http://schemas.openxmlformats.org/drawingml/2006/main">
            <a:pathLst>
              <a:path w="48228" h="48228">
                <a:moveTo>
                  <a:pt x="48228" y="24114"/>
                </a:moveTo>
                <a:cubicBezTo>
                  <a:pt x="48228" y="37427"/>
                  <a:pt x="37426" y="48228"/>
                  <a:pt x="24114" y="48228"/>
                </a:cubicBezTo>
                <a:cubicBezTo>
                  <a:pt x="10800" y="48228"/>
                  <a:pt x="0" y="37427"/>
                  <a:pt x="0" y="24114"/>
                </a:cubicBezTo>
                <a:cubicBezTo>
                  <a:pt x="0" y="10801"/>
                  <a:pt x="10800" y="0"/>
                  <a:pt x="24114" y="0"/>
                </a:cubicBezTo>
                <a:cubicBezTo>
                  <a:pt x="37426" y="0"/>
                  <a:pt x="48228" y="10801"/>
                  <a:pt x="48228" y="24114"/>
                </a:cubicBezTo>
              </a:path>
            </a:pathLst>
          </a:custGeom>
          <a:solidFill xmlns:a="http://schemas.openxmlformats.org/drawingml/2006/main">
            <a:srgbClr val="237F7B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0" name="path-250">
            <a:extLst xmlns:a="http://schemas.openxmlformats.org/drawingml/2006/main">
              <a:ext uri="{FF2B5EF4-FFF2-40B4-BE49-F238E27FC236}">
                <a16:creationId xmlns:a16="http://schemas.microsoft.com/office/drawing/2014/main" id="{7E7E2DFB-2767-4BE8-AD31-1FDEEBA5A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46759" y="5917539"/>
            <a:ext cx="196047" cy="196048"/>
          </a:xfrm>
          <a:custGeom xmlns:a="http://schemas.openxmlformats.org/drawingml/2006/main">
            <a:pathLst>
              <a:path w="198702" h="198703">
                <a:moveTo>
                  <a:pt x="198702" y="99352"/>
                </a:moveTo>
                <a:cubicBezTo>
                  <a:pt x="198702" y="154236"/>
                  <a:pt x="154236" y="198703"/>
                  <a:pt x="99353" y="198703"/>
                </a:cubicBezTo>
                <a:cubicBezTo>
                  <a:pt x="44468" y="198703"/>
                  <a:pt x="0" y="154236"/>
                  <a:pt x="0" y="99352"/>
                </a:cubicBezTo>
                <a:cubicBezTo>
                  <a:pt x="0" y="44467"/>
                  <a:pt x="44468" y="0"/>
                  <a:pt x="99353" y="0"/>
                </a:cubicBezTo>
                <a:cubicBezTo>
                  <a:pt x="154236" y="0"/>
                  <a:pt x="198702" y="44467"/>
                  <a:pt x="198702" y="99352"/>
                </a:cubicBezTo>
              </a:path>
            </a:pathLst>
          </a:custGeom>
          <a:solidFill xmlns:a="http://schemas.openxmlformats.org/drawingml/2006/main">
            <a:srgbClr val="E6F1EB"/>
          </a:solidFill>
          <a:ln xmlns:a="http://schemas.openxmlformats.org/drawingml/2006/main" w="14003">
            <a:solidFill>
              <a:srgbClr val="FFFFFF"/>
            </a:solidFill>
            <a:prstDash val="solid"/>
          </a:ln>
        </p:spPr>
      </p:sp>
      <p:sp>
        <p:nvSpPr>
          <p:cNvPr id="251" name="path-251">
            <a:extLst xmlns:a="http://schemas.openxmlformats.org/drawingml/2006/main">
              <a:ext uri="{FF2B5EF4-FFF2-40B4-BE49-F238E27FC236}">
                <a16:creationId xmlns:a16="http://schemas.microsoft.com/office/drawing/2014/main" id="{050FB3E6-2027-4832-8CA0-DA6B2283B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95772" y="5980555"/>
            <a:ext cx="98023" cy="70017"/>
          </a:xfrm>
          <a:custGeom xmlns:a="http://schemas.openxmlformats.org/drawingml/2006/main">
            <a:pathLst>
              <a:path w="99351" h="70965">
                <a:moveTo>
                  <a:pt x="0" y="35483"/>
                </a:moveTo>
                <a:lnTo>
                  <a:pt x="35481" y="70965"/>
                </a:lnTo>
                <a:lnTo>
                  <a:pt x="99351" y="0"/>
                </a:lnTo>
              </a:path>
            </a:pathLst>
          </a:custGeom>
          <a:noFill xmlns:a="http://schemas.openxmlformats.org/drawingml/2006/main"/>
          <a:ln xmlns:a="http://schemas.openxmlformats.org/drawingml/2006/main" w="23806">
            <a:solidFill>
              <a:srgbClr val="32724F"/>
            </a:solidFill>
            <a:prstDash val="solid"/>
          </a:ln>
        </p:spPr>
      </p:sp>
      <p:sp>
        <p:nvSpPr>
          <p:cNvPr id="252" name="path-252">
            <a:extLst xmlns:a="http://schemas.openxmlformats.org/drawingml/2006/main">
              <a:ext uri="{FF2B5EF4-FFF2-40B4-BE49-F238E27FC236}">
                <a16:creationId xmlns:a16="http://schemas.microsoft.com/office/drawing/2014/main" id="{951C4BD8-A968-4EE2-8BE9-A2172D27F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90402" y="6183605"/>
            <a:ext cx="1680413" cy="115528"/>
          </a:xfrm>
          <a:custGeom xmlns:a="http://schemas.openxmlformats.org/drawingml/2006/main">
            <a:pathLst>
              <a:path w="1703168" h="117092">
                <a:moveTo>
                  <a:pt x="53224" y="0"/>
                </a:moveTo>
                <a:lnTo>
                  <a:pt x="1649945" y="0"/>
                </a:lnTo>
                <a:cubicBezTo>
                  <a:pt x="1679437" y="0"/>
                  <a:pt x="1703168" y="23731"/>
                  <a:pt x="1703168" y="53224"/>
                </a:cubicBezTo>
                <a:lnTo>
                  <a:pt x="1703168" y="63869"/>
                </a:lnTo>
                <a:cubicBezTo>
                  <a:pt x="1703168" y="93362"/>
                  <a:pt x="1679437" y="117092"/>
                  <a:pt x="1649945" y="117092"/>
                </a:cubicBezTo>
                <a:lnTo>
                  <a:pt x="53224" y="117092"/>
                </a:lnTo>
                <a:cubicBezTo>
                  <a:pt x="23731" y="117092"/>
                  <a:pt x="0" y="93362"/>
                  <a:pt x="0" y="63869"/>
                </a:cubicBezTo>
                <a:lnTo>
                  <a:pt x="0" y="53224"/>
                </a:lnTo>
                <a:cubicBezTo>
                  <a:pt x="0" y="23731"/>
                  <a:pt x="23731" y="0"/>
                  <a:pt x="53224" y="0"/>
                </a:cubicBezTo>
              </a:path>
            </a:pathLst>
          </a:custGeom>
          <a:solidFill xmlns:a="http://schemas.openxmlformats.org/drawingml/2006/main">
            <a:srgbClr val="D6C9E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3" name="path-253">
            <a:extLst xmlns:a="http://schemas.openxmlformats.org/drawingml/2006/main">
              <a:ext uri="{FF2B5EF4-FFF2-40B4-BE49-F238E27FC236}">
                <a16:creationId xmlns:a16="http://schemas.microsoft.com/office/drawing/2014/main" id="{C1914EB7-94BA-41F3-86DF-A575951CE9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10504" y="6183605"/>
            <a:ext cx="840207" cy="115528"/>
          </a:xfrm>
          <a:custGeom xmlns:a="http://schemas.openxmlformats.org/drawingml/2006/main">
            <a:pathLst>
              <a:path w="851585" h="117092">
                <a:moveTo>
                  <a:pt x="0" y="0"/>
                </a:moveTo>
                <a:lnTo>
                  <a:pt x="0" y="117092"/>
                </a:lnTo>
                <a:lnTo>
                  <a:pt x="851585" y="117092"/>
                </a:lnTo>
                <a:lnTo>
                  <a:pt x="851585" y="0"/>
                </a:lnTo>
                <a:close/>
              </a:path>
            </a:pathLst>
          </a:custGeom>
          <a:solidFill xmlns:a="http://schemas.openxmlformats.org/drawingml/2006/main">
            <a:srgbClr val="A7CDB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" name="path-254">
            <a:extLst xmlns:a="http://schemas.openxmlformats.org/drawingml/2006/main">
              <a:ext uri="{FF2B5EF4-FFF2-40B4-BE49-F238E27FC236}">
                <a16:creationId xmlns:a16="http://schemas.microsoft.com/office/drawing/2014/main" id="{61C9256B-0BEA-41A3-B593-B876020DF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0608" y="6120589"/>
            <a:ext cx="191" cy="231057"/>
          </a:xfrm>
          <a:custGeom xmlns:a="http://schemas.openxmlformats.org/drawingml/2006/main">
            <a:pathLst>
              <a:path w="191" h="234186">
                <a:moveTo>
                  <a:pt x="0" y="0"/>
                </a:moveTo>
                <a:lnTo>
                  <a:pt x="0" y="234186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32724F"/>
            </a:solidFill>
            <a:prstDash val="solid"/>
          </a:ln>
        </p:spPr>
      </p:sp>
      <p:sp>
        <p:nvSpPr>
          <p:cNvPr id="255" name="path-255">
            <a:extLst xmlns:a="http://schemas.openxmlformats.org/drawingml/2006/main">
              <a:ext uri="{FF2B5EF4-FFF2-40B4-BE49-F238E27FC236}">
                <a16:creationId xmlns:a16="http://schemas.microsoft.com/office/drawing/2014/main" id="{271C6F5A-045B-4AE9-A17A-CF9C7B1D0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30608" y="6792754"/>
            <a:ext cx="191" cy="325580"/>
          </a:xfrm>
          <a:custGeom xmlns:a="http://schemas.openxmlformats.org/drawingml/2006/main">
            <a:pathLst>
              <a:path w="191" h="329989">
                <a:moveTo>
                  <a:pt x="0" y="0"/>
                </a:moveTo>
                <a:lnTo>
                  <a:pt x="0" y="329989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256" name="path-256">
            <a:extLst xmlns:a="http://schemas.openxmlformats.org/drawingml/2006/main">
              <a:ext uri="{FF2B5EF4-FFF2-40B4-BE49-F238E27FC236}">
                <a16:creationId xmlns:a16="http://schemas.microsoft.com/office/drawing/2014/main" id="{1C9D93D3-BD54-4149-875E-3DDFFDA014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36084" y="6948220"/>
            <a:ext cx="189047" cy="189047"/>
          </a:xfrm>
          <a:custGeom xmlns:a="http://schemas.openxmlformats.org/drawingml/2006/main">
            <a:pathLst>
              <a:path w="191607" h="191607">
                <a:moveTo>
                  <a:pt x="191607" y="0"/>
                </a:moveTo>
                <a:lnTo>
                  <a:pt x="95804" y="191607"/>
                </a:lnTo>
                <a:lnTo>
                  <a:pt x="0" y="0"/>
                </a:lnTo>
                <a:lnTo>
                  <a:pt x="191607" y="0"/>
                </a:lnTo>
              </a:path>
            </a:pathLst>
          </a:custGeom>
          <a:solidFill xmlns:a="http://schemas.openxmlformats.org/drawingml/2006/main">
            <a:srgbClr val="8062A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" name="path-257">
            <a:extLst xmlns:a="http://schemas.openxmlformats.org/drawingml/2006/main">
              <a:ext uri="{FF2B5EF4-FFF2-40B4-BE49-F238E27FC236}">
                <a16:creationId xmlns:a16="http://schemas.microsoft.com/office/drawing/2014/main" id="{6D41EF68-6DA8-4915-AA19-A9CB02F43D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90402" y="7181350"/>
            <a:ext cx="378093" cy="378093"/>
          </a:xfrm>
          <a:custGeom xmlns:a="http://schemas.openxmlformats.org/drawingml/2006/main">
            <a:pathLst>
              <a:path w="383213" h="383213">
                <a:moveTo>
                  <a:pt x="63869" y="0"/>
                </a:moveTo>
                <a:lnTo>
                  <a:pt x="319344" y="0"/>
                </a:lnTo>
                <a:cubicBezTo>
                  <a:pt x="354712" y="0"/>
                  <a:pt x="383213" y="28499"/>
                  <a:pt x="383213" y="63868"/>
                </a:cubicBezTo>
                <a:lnTo>
                  <a:pt x="383213" y="319344"/>
                </a:lnTo>
                <a:cubicBezTo>
                  <a:pt x="383213" y="354713"/>
                  <a:pt x="354712" y="383213"/>
                  <a:pt x="319344" y="383213"/>
                </a:cubicBezTo>
                <a:lnTo>
                  <a:pt x="63869" y="383213"/>
                </a:lnTo>
                <a:cubicBezTo>
                  <a:pt x="28501" y="383213"/>
                  <a:pt x="0" y="354713"/>
                  <a:pt x="0" y="319344"/>
                </a:cubicBezTo>
                <a:lnTo>
                  <a:pt x="0" y="63868"/>
                </a:lnTo>
                <a:cubicBezTo>
                  <a:pt x="0" y="28499"/>
                  <a:pt x="28501" y="0"/>
                  <a:pt x="63869" y="0"/>
                </a:cubicBezTo>
              </a:path>
            </a:pathLst>
          </a:custGeom>
          <a:solidFill xmlns:a="http://schemas.openxmlformats.org/drawingml/2006/main">
            <a:srgbClr val="DDEEE9"/>
          </a:solidFill>
          <a:ln xmlns:a="http://schemas.openxmlformats.org/drawingml/2006/main" w="18905">
            <a:solidFill>
              <a:srgbClr val="237F7B"/>
            </a:solidFill>
            <a:prstDash val="solid"/>
          </a:ln>
        </p:spPr>
      </p:sp>
      <p:sp>
        <p:nvSpPr>
          <p:cNvPr id="258" name="path-258">
            <a:extLst xmlns:a="http://schemas.openxmlformats.org/drawingml/2006/main">
              <a:ext uri="{FF2B5EF4-FFF2-40B4-BE49-F238E27FC236}">
                <a16:creationId xmlns:a16="http://schemas.microsoft.com/office/drawing/2014/main" id="{62E39AD7-1764-4CDC-B05D-759449770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8426" y="7253117"/>
            <a:ext cx="182044" cy="203050"/>
          </a:xfrm>
          <a:custGeom xmlns:a="http://schemas.openxmlformats.org/drawingml/2006/main">
            <a:pathLst>
              <a:path w="184509" h="205800">
                <a:moveTo>
                  <a:pt x="92254" y="0"/>
                </a:moveTo>
                <a:lnTo>
                  <a:pt x="184509" y="49676"/>
                </a:lnTo>
                <a:lnTo>
                  <a:pt x="184509" y="156124"/>
                </a:lnTo>
                <a:lnTo>
                  <a:pt x="92254" y="205800"/>
                </a:lnTo>
                <a:lnTo>
                  <a:pt x="0" y="156124"/>
                </a:lnTo>
                <a:lnTo>
                  <a:pt x="0" y="49676"/>
                </a:lnTo>
                <a:lnTo>
                  <a:pt x="9225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237F7B"/>
            </a:solidFill>
            <a:prstDash val="solid"/>
          </a:ln>
        </p:spPr>
      </p:sp>
      <p:sp>
        <p:nvSpPr>
          <p:cNvPr id="259" name="path-259">
            <a:extLst xmlns:a="http://schemas.openxmlformats.org/drawingml/2006/main">
              <a:ext uri="{FF2B5EF4-FFF2-40B4-BE49-F238E27FC236}">
                <a16:creationId xmlns:a16="http://schemas.microsoft.com/office/drawing/2014/main" id="{07C9C69A-4F84-4FFF-AA9A-9413AA17C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88426" y="7302130"/>
            <a:ext cx="182044" cy="154038"/>
          </a:xfrm>
          <a:custGeom xmlns:a="http://schemas.openxmlformats.org/drawingml/2006/main">
            <a:pathLst>
              <a:path w="184509" h="156124">
                <a:moveTo>
                  <a:pt x="0" y="0"/>
                </a:moveTo>
                <a:lnTo>
                  <a:pt x="92254" y="49675"/>
                </a:lnTo>
                <a:lnTo>
                  <a:pt x="184509" y="0"/>
                </a:lnTo>
                <a:moveTo>
                  <a:pt x="92254" y="49675"/>
                </a:moveTo>
                <a:lnTo>
                  <a:pt x="92254" y="156124"/>
                </a:ln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237F7B"/>
            </a:solidFill>
            <a:prstDash val="solid"/>
          </a:ln>
        </p:spPr>
      </p:sp>
      <p:sp>
        <p:nvSpPr>
          <p:cNvPr id="260" name="path-260">
            <a:extLst xmlns:a="http://schemas.openxmlformats.org/drawingml/2006/main">
              <a:ext uri="{FF2B5EF4-FFF2-40B4-BE49-F238E27FC236}">
                <a16:creationId xmlns:a16="http://schemas.microsoft.com/office/drawing/2014/main" id="{1B860A35-3F36-4880-A9CB-3C268545A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31510" y="7181350"/>
            <a:ext cx="378092" cy="378093"/>
          </a:xfrm>
          <a:custGeom xmlns:a="http://schemas.openxmlformats.org/drawingml/2006/main">
            <a:pathLst>
              <a:path w="383212" h="383213">
                <a:moveTo>
                  <a:pt x="63868" y="0"/>
                </a:moveTo>
                <a:lnTo>
                  <a:pt x="319344" y="0"/>
                </a:lnTo>
                <a:cubicBezTo>
                  <a:pt x="354712" y="0"/>
                  <a:pt x="383212" y="28499"/>
                  <a:pt x="383212" y="63868"/>
                </a:cubicBezTo>
                <a:lnTo>
                  <a:pt x="383212" y="319344"/>
                </a:lnTo>
                <a:cubicBezTo>
                  <a:pt x="383212" y="354713"/>
                  <a:pt x="354712" y="383213"/>
                  <a:pt x="319344" y="383213"/>
                </a:cubicBezTo>
                <a:lnTo>
                  <a:pt x="63868" y="383213"/>
                </a:lnTo>
                <a:cubicBezTo>
                  <a:pt x="28500" y="383213"/>
                  <a:pt x="0" y="354713"/>
                  <a:pt x="0" y="319344"/>
                </a:cubicBezTo>
                <a:lnTo>
                  <a:pt x="0" y="63868"/>
                </a:lnTo>
                <a:cubicBezTo>
                  <a:pt x="0" y="28499"/>
                  <a:pt x="28500" y="0"/>
                  <a:pt x="6386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905">
            <a:solidFill>
              <a:srgbClr val="B6D0CC"/>
            </a:solidFill>
            <a:prstDash val="solid"/>
          </a:ln>
        </p:spPr>
      </p:sp>
      <p:sp>
        <p:nvSpPr>
          <p:cNvPr id="261" name="path-261">
            <a:extLst xmlns:a="http://schemas.openxmlformats.org/drawingml/2006/main">
              <a:ext uri="{FF2B5EF4-FFF2-40B4-BE49-F238E27FC236}">
                <a16:creationId xmlns:a16="http://schemas.microsoft.com/office/drawing/2014/main" id="{116DFB71-6799-4B6E-87A9-B315267E3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9534" y="7253117"/>
            <a:ext cx="182045" cy="203050"/>
          </a:xfrm>
          <a:custGeom xmlns:a="http://schemas.openxmlformats.org/drawingml/2006/main">
            <a:pathLst>
              <a:path w="184510" h="205800">
                <a:moveTo>
                  <a:pt x="92255" y="0"/>
                </a:moveTo>
                <a:lnTo>
                  <a:pt x="184510" y="49676"/>
                </a:lnTo>
                <a:lnTo>
                  <a:pt x="184510" y="156124"/>
                </a:lnTo>
                <a:lnTo>
                  <a:pt x="92255" y="205800"/>
                </a:lnTo>
                <a:lnTo>
                  <a:pt x="0" y="156124"/>
                </a:lnTo>
                <a:lnTo>
                  <a:pt x="0" y="49676"/>
                </a:lnTo>
                <a:lnTo>
                  <a:pt x="9225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78AAA4"/>
            </a:solidFill>
            <a:prstDash val="solid"/>
          </a:ln>
        </p:spPr>
      </p:sp>
      <p:sp>
        <p:nvSpPr>
          <p:cNvPr id="262" name="path-262">
            <a:extLst xmlns:a="http://schemas.openxmlformats.org/drawingml/2006/main">
              <a:ext uri="{FF2B5EF4-FFF2-40B4-BE49-F238E27FC236}">
                <a16:creationId xmlns:a16="http://schemas.microsoft.com/office/drawing/2014/main" id="{610AF2A9-AF77-4EE0-A9FD-B55C79C7E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29534" y="7302130"/>
            <a:ext cx="182045" cy="154038"/>
          </a:xfrm>
          <a:custGeom xmlns:a="http://schemas.openxmlformats.org/drawingml/2006/main">
            <a:pathLst>
              <a:path w="184510" h="156124">
                <a:moveTo>
                  <a:pt x="0" y="0"/>
                </a:moveTo>
                <a:lnTo>
                  <a:pt x="92255" y="49675"/>
                </a:lnTo>
                <a:lnTo>
                  <a:pt x="184510" y="0"/>
                </a:lnTo>
                <a:moveTo>
                  <a:pt x="92255" y="49675"/>
                </a:moveTo>
                <a:lnTo>
                  <a:pt x="92255" y="156124"/>
                </a:ln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78AAA4"/>
            </a:solidFill>
            <a:prstDash val="solid"/>
          </a:ln>
        </p:spPr>
      </p:sp>
      <p:sp>
        <p:nvSpPr>
          <p:cNvPr id="263" name="path-263">
            <a:extLst xmlns:a="http://schemas.openxmlformats.org/drawingml/2006/main">
              <a:ext uri="{FF2B5EF4-FFF2-40B4-BE49-F238E27FC236}">
                <a16:creationId xmlns:a16="http://schemas.microsoft.com/office/drawing/2014/main" id="{FEA8967E-1BCC-4E87-86D3-F40BE27184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72618" y="7181350"/>
            <a:ext cx="378093" cy="378093"/>
          </a:xfrm>
          <a:custGeom xmlns:a="http://schemas.openxmlformats.org/drawingml/2006/main">
            <a:pathLst>
              <a:path w="383213" h="383213">
                <a:moveTo>
                  <a:pt x="63869" y="0"/>
                </a:moveTo>
                <a:lnTo>
                  <a:pt x="319344" y="0"/>
                </a:lnTo>
                <a:cubicBezTo>
                  <a:pt x="354712" y="0"/>
                  <a:pt x="383213" y="28499"/>
                  <a:pt x="383213" y="63868"/>
                </a:cubicBezTo>
                <a:lnTo>
                  <a:pt x="383213" y="319344"/>
                </a:lnTo>
                <a:cubicBezTo>
                  <a:pt x="383213" y="354713"/>
                  <a:pt x="354712" y="383213"/>
                  <a:pt x="319344" y="383213"/>
                </a:cubicBezTo>
                <a:lnTo>
                  <a:pt x="63869" y="383213"/>
                </a:lnTo>
                <a:cubicBezTo>
                  <a:pt x="28501" y="383213"/>
                  <a:pt x="0" y="354713"/>
                  <a:pt x="0" y="319344"/>
                </a:cubicBezTo>
                <a:lnTo>
                  <a:pt x="0" y="63868"/>
                </a:lnTo>
                <a:cubicBezTo>
                  <a:pt x="0" y="28499"/>
                  <a:pt x="28501" y="0"/>
                  <a:pt x="63869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905">
            <a:solidFill>
              <a:srgbClr val="B6D0CC"/>
            </a:solidFill>
            <a:prstDash val="solid"/>
          </a:ln>
        </p:spPr>
      </p:sp>
      <p:sp>
        <p:nvSpPr>
          <p:cNvPr id="264" name="path-264">
            <a:extLst xmlns:a="http://schemas.openxmlformats.org/drawingml/2006/main">
              <a:ext uri="{FF2B5EF4-FFF2-40B4-BE49-F238E27FC236}">
                <a16:creationId xmlns:a16="http://schemas.microsoft.com/office/drawing/2014/main" id="{333491AE-4964-47E6-B10B-3CF7FED27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70643" y="7253117"/>
            <a:ext cx="182044" cy="203050"/>
          </a:xfrm>
          <a:custGeom xmlns:a="http://schemas.openxmlformats.org/drawingml/2006/main">
            <a:pathLst>
              <a:path w="184509" h="205800">
                <a:moveTo>
                  <a:pt x="92255" y="0"/>
                </a:moveTo>
                <a:lnTo>
                  <a:pt x="184509" y="49676"/>
                </a:lnTo>
                <a:lnTo>
                  <a:pt x="184509" y="156124"/>
                </a:lnTo>
                <a:lnTo>
                  <a:pt x="92255" y="205800"/>
                </a:lnTo>
                <a:lnTo>
                  <a:pt x="0" y="156124"/>
                </a:lnTo>
                <a:lnTo>
                  <a:pt x="0" y="49676"/>
                </a:lnTo>
                <a:lnTo>
                  <a:pt x="9225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78AAA4"/>
            </a:solidFill>
            <a:prstDash val="solid"/>
          </a:ln>
        </p:spPr>
      </p:sp>
      <p:sp>
        <p:nvSpPr>
          <p:cNvPr id="265" name="path-265">
            <a:extLst xmlns:a="http://schemas.openxmlformats.org/drawingml/2006/main">
              <a:ext uri="{FF2B5EF4-FFF2-40B4-BE49-F238E27FC236}">
                <a16:creationId xmlns:a16="http://schemas.microsoft.com/office/drawing/2014/main" id="{A8FE198F-5218-4545-9F75-2AB1A44B8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70643" y="7302130"/>
            <a:ext cx="182044" cy="154038"/>
          </a:xfrm>
          <a:custGeom xmlns:a="http://schemas.openxmlformats.org/drawingml/2006/main">
            <a:pathLst>
              <a:path w="184509" h="156124">
                <a:moveTo>
                  <a:pt x="0" y="0"/>
                </a:moveTo>
                <a:lnTo>
                  <a:pt x="92255" y="49675"/>
                </a:lnTo>
                <a:lnTo>
                  <a:pt x="184509" y="0"/>
                </a:lnTo>
                <a:moveTo>
                  <a:pt x="92255" y="49675"/>
                </a:moveTo>
                <a:lnTo>
                  <a:pt x="92255" y="156124"/>
                </a:ln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78AAA4"/>
            </a:solidFill>
            <a:prstDash val="solid"/>
          </a:ln>
        </p:spPr>
      </p:sp>
      <p:sp>
        <p:nvSpPr>
          <p:cNvPr id="266" name="path-266">
            <a:extLst xmlns:a="http://schemas.openxmlformats.org/drawingml/2006/main">
              <a:ext uri="{FF2B5EF4-FFF2-40B4-BE49-F238E27FC236}">
                <a16:creationId xmlns:a16="http://schemas.microsoft.com/office/drawing/2014/main" id="{21E7B77C-6FAB-4228-AA5D-881A614D6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213727" y="7181350"/>
            <a:ext cx="378092" cy="378093"/>
          </a:xfrm>
          <a:custGeom xmlns:a="http://schemas.openxmlformats.org/drawingml/2006/main">
            <a:pathLst>
              <a:path w="383212" h="383213">
                <a:moveTo>
                  <a:pt x="63868" y="0"/>
                </a:moveTo>
                <a:lnTo>
                  <a:pt x="319344" y="0"/>
                </a:lnTo>
                <a:cubicBezTo>
                  <a:pt x="354713" y="0"/>
                  <a:pt x="383212" y="28499"/>
                  <a:pt x="383212" y="63868"/>
                </a:cubicBezTo>
                <a:lnTo>
                  <a:pt x="383212" y="319344"/>
                </a:lnTo>
                <a:cubicBezTo>
                  <a:pt x="383212" y="354713"/>
                  <a:pt x="354713" y="383213"/>
                  <a:pt x="319344" y="383213"/>
                </a:cubicBezTo>
                <a:lnTo>
                  <a:pt x="63868" y="383213"/>
                </a:lnTo>
                <a:cubicBezTo>
                  <a:pt x="28499" y="383213"/>
                  <a:pt x="0" y="354713"/>
                  <a:pt x="0" y="319344"/>
                </a:cubicBezTo>
                <a:lnTo>
                  <a:pt x="0" y="63868"/>
                </a:lnTo>
                <a:cubicBezTo>
                  <a:pt x="0" y="28499"/>
                  <a:pt x="28499" y="0"/>
                  <a:pt x="63868" y="0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18905">
            <a:solidFill>
              <a:srgbClr val="B6D0CC"/>
            </a:solidFill>
            <a:prstDash val="solid"/>
          </a:ln>
        </p:spPr>
      </p:sp>
      <p:sp>
        <p:nvSpPr>
          <p:cNvPr id="267" name="path-267">
            <a:extLst xmlns:a="http://schemas.openxmlformats.org/drawingml/2006/main">
              <a:ext uri="{FF2B5EF4-FFF2-40B4-BE49-F238E27FC236}">
                <a16:creationId xmlns:a16="http://schemas.microsoft.com/office/drawing/2014/main" id="{F2C01DA6-8C9A-4F73-842B-06B133DA1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11750" y="7253117"/>
            <a:ext cx="182045" cy="203050"/>
          </a:xfrm>
          <a:custGeom xmlns:a="http://schemas.openxmlformats.org/drawingml/2006/main">
            <a:pathLst>
              <a:path w="184510" h="205800">
                <a:moveTo>
                  <a:pt x="92255" y="0"/>
                </a:moveTo>
                <a:lnTo>
                  <a:pt x="184510" y="49676"/>
                </a:lnTo>
                <a:lnTo>
                  <a:pt x="184510" y="156124"/>
                </a:lnTo>
                <a:lnTo>
                  <a:pt x="92255" y="205800"/>
                </a:lnTo>
                <a:lnTo>
                  <a:pt x="0" y="156124"/>
                </a:lnTo>
                <a:lnTo>
                  <a:pt x="0" y="49676"/>
                </a:lnTo>
                <a:lnTo>
                  <a:pt x="92255" y="0"/>
                </a:ln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78AAA4"/>
            </a:solidFill>
            <a:prstDash val="solid"/>
          </a:ln>
        </p:spPr>
      </p:sp>
      <p:sp>
        <p:nvSpPr>
          <p:cNvPr id="268" name="path-268">
            <a:extLst xmlns:a="http://schemas.openxmlformats.org/drawingml/2006/main">
              <a:ext uri="{FF2B5EF4-FFF2-40B4-BE49-F238E27FC236}">
                <a16:creationId xmlns:a16="http://schemas.microsoft.com/office/drawing/2014/main" id="{17142515-80E6-4636-9878-0F6794ACD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11750" y="7302130"/>
            <a:ext cx="182045" cy="154038"/>
          </a:xfrm>
          <a:custGeom xmlns:a="http://schemas.openxmlformats.org/drawingml/2006/main">
            <a:pathLst>
              <a:path w="184510" h="156124">
                <a:moveTo>
                  <a:pt x="0" y="0"/>
                </a:moveTo>
                <a:lnTo>
                  <a:pt x="92255" y="49675"/>
                </a:lnTo>
                <a:lnTo>
                  <a:pt x="184510" y="0"/>
                </a:lnTo>
                <a:moveTo>
                  <a:pt x="92255" y="49675"/>
                </a:moveTo>
                <a:lnTo>
                  <a:pt x="92255" y="156124"/>
                </a:lnTo>
              </a:path>
            </a:pathLst>
          </a:custGeom>
          <a:noFill xmlns:a="http://schemas.openxmlformats.org/drawingml/2006/main"/>
          <a:ln xmlns:a="http://schemas.openxmlformats.org/drawingml/2006/main" w="16804">
            <a:solidFill>
              <a:srgbClr val="78AAA4"/>
            </a:solidFill>
            <a:prstDash val="solid"/>
          </a:ln>
        </p:spPr>
      </p:sp>
      <p:sp>
        <p:nvSpPr>
          <p:cNvPr id="269" name="path-269">
            <a:extLst xmlns:a="http://schemas.openxmlformats.org/drawingml/2006/main">
              <a:ext uri="{FF2B5EF4-FFF2-40B4-BE49-F238E27FC236}">
                <a16:creationId xmlns:a16="http://schemas.microsoft.com/office/drawing/2014/main" id="{9268D8B4-1D5D-408F-ADF7-80D1CC291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69847" y="7969043"/>
            <a:ext cx="315077" cy="315077"/>
          </a:xfrm>
          <a:custGeom xmlns:a="http://schemas.openxmlformats.org/drawingml/2006/main">
            <a:pathLst>
              <a:path w="319344" h="319343">
                <a:moveTo>
                  <a:pt x="319344" y="159671"/>
                </a:moveTo>
                <a:cubicBezTo>
                  <a:pt x="319344" y="247882"/>
                  <a:pt x="247882" y="319343"/>
                  <a:pt x="159672" y="319343"/>
                </a:cubicBezTo>
                <a:cubicBezTo>
                  <a:pt x="71463" y="319343"/>
                  <a:pt x="0" y="247882"/>
                  <a:pt x="0" y="159671"/>
                </a:cubicBezTo>
                <a:cubicBezTo>
                  <a:pt x="0" y="71462"/>
                  <a:pt x="71463" y="0"/>
                  <a:pt x="159672" y="0"/>
                </a:cubicBezTo>
                <a:cubicBezTo>
                  <a:pt x="247882" y="0"/>
                  <a:pt x="319344" y="71462"/>
                  <a:pt x="319344" y="159671"/>
                </a:cubicBezTo>
              </a:path>
            </a:pathLst>
          </a:custGeom>
          <a:solidFill xmlns:a="http://schemas.openxmlformats.org/drawingml/2006/main">
            <a:srgbClr val="EEE6F5"/>
          </a:solidFill>
          <a:ln xmlns:a="http://schemas.openxmlformats.org/drawingml/2006/main" w="21005">
            <a:solidFill>
              <a:srgbClr val="8062A5"/>
            </a:solidFill>
            <a:prstDash val="solid"/>
          </a:ln>
        </p:spPr>
      </p:sp>
      <p:sp>
        <p:nvSpPr>
          <p:cNvPr id="270" name="path-270">
            <a:extLst xmlns:a="http://schemas.openxmlformats.org/drawingml/2006/main">
              <a:ext uri="{FF2B5EF4-FFF2-40B4-BE49-F238E27FC236}">
                <a16:creationId xmlns:a16="http://schemas.microsoft.com/office/drawing/2014/main" id="{DF4C6FE8-CADA-48CF-AC49-4796733DD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743365" y="8053064"/>
            <a:ext cx="178544" cy="136533"/>
          </a:xfrm>
          <a:custGeom xmlns:a="http://schemas.openxmlformats.org/drawingml/2006/main">
            <a:pathLst>
              <a:path w="180961" h="138382">
                <a:moveTo>
                  <a:pt x="0" y="74513"/>
                </a:moveTo>
                <a:lnTo>
                  <a:pt x="53224" y="138382"/>
                </a:lnTo>
                <a:lnTo>
                  <a:pt x="180961" y="0"/>
                </a:lnTo>
              </a:path>
            </a:pathLst>
          </a:custGeom>
          <a:noFill xmlns:a="http://schemas.openxmlformats.org/drawingml/2006/main"/>
          <a:ln xmlns:a="http://schemas.openxmlformats.org/drawingml/2006/main" w="31508">
            <a:solidFill>
              <a:srgbClr val="8062A5"/>
            </a:solidFill>
            <a:prstDash val="solid"/>
          </a:ln>
        </p:spPr>
      </p:sp>
      <p:sp>
        <p:nvSpPr>
          <p:cNvPr id="271" name="path-271">
            <a:extLst xmlns:a="http://schemas.openxmlformats.org/drawingml/2006/main">
              <a:ext uri="{FF2B5EF4-FFF2-40B4-BE49-F238E27FC236}">
                <a16:creationId xmlns:a16="http://schemas.microsoft.com/office/drawing/2014/main" id="{C4C253DC-0FD0-44C2-883C-530D2EAC3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45532" y="8087302"/>
            <a:ext cx="111425" cy="133803"/>
          </a:xfrm>
          <a:custGeom xmlns:a="http://schemas.openxmlformats.org/drawingml/2006/main">
            <a:pathLst>
              <a:path w="112934" h="135615">
                <a:moveTo>
                  <a:pt x="27719" y="3165"/>
                </a:moveTo>
                <a:lnTo>
                  <a:pt x="61157" y="3165"/>
                </a:lnTo>
                <a:lnTo>
                  <a:pt x="55779" y="28840"/>
                </a:lnTo>
                <a:cubicBezTo>
                  <a:pt x="68254" y="9651"/>
                  <a:pt x="81780" y="0"/>
                  <a:pt x="96300" y="0"/>
                </a:cubicBezTo>
                <a:cubicBezTo>
                  <a:pt x="101508" y="0"/>
                  <a:pt x="107000" y="1334"/>
                  <a:pt x="112934" y="3889"/>
                </a:cubicBezTo>
                <a:lnTo>
                  <a:pt x="99181" y="33212"/>
                </a:lnTo>
                <a:cubicBezTo>
                  <a:pt x="95973" y="32048"/>
                  <a:pt x="92482" y="31438"/>
                  <a:pt x="88876" y="31438"/>
                </a:cubicBezTo>
                <a:cubicBezTo>
                  <a:pt x="82716" y="31438"/>
                  <a:pt x="76402" y="33765"/>
                  <a:pt x="70027" y="38421"/>
                </a:cubicBezTo>
                <a:cubicBezTo>
                  <a:pt x="63698" y="43076"/>
                  <a:pt x="58716" y="49350"/>
                  <a:pt x="55167" y="57170"/>
                </a:cubicBezTo>
                <a:cubicBezTo>
                  <a:pt x="51564" y="64877"/>
                  <a:pt x="48070" y="77182"/>
                  <a:pt x="44580" y="94086"/>
                </a:cubicBezTo>
                <a:lnTo>
                  <a:pt x="35823" y="135615"/>
                </a:lnTo>
                <a:lnTo>
                  <a:pt x="0" y="135615"/>
                </a:lnTo>
                <a:lnTo>
                  <a:pt x="27719" y="3165"/>
                </a:lnTo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2" name="path-272">
            <a:extLst xmlns:a="http://schemas.openxmlformats.org/drawingml/2006/main">
              <a:ext uri="{FF2B5EF4-FFF2-40B4-BE49-F238E27FC236}">
                <a16:creationId xmlns:a16="http://schemas.microsoft.com/office/drawing/2014/main" id="{15F4D3F7-F505-46B3-AAB4-A8E8886FDF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42351" y="8174334"/>
            <a:ext cx="111161" cy="120289"/>
          </a:xfrm>
          <a:custGeom xmlns:a="http://schemas.openxmlformats.org/drawingml/2006/main">
            <a:pathLst>
              <a:path w="112666" h="121918">
                <a:moveTo>
                  <a:pt x="25122" y="121918"/>
                </a:moveTo>
                <a:lnTo>
                  <a:pt x="0" y="121918"/>
                </a:lnTo>
                <a:lnTo>
                  <a:pt x="25505" y="0"/>
                </a:lnTo>
                <a:lnTo>
                  <a:pt x="75067" y="0"/>
                </a:lnTo>
                <a:cubicBezTo>
                  <a:pt x="83882" y="0"/>
                  <a:pt x="90879" y="1050"/>
                  <a:pt x="95975" y="3165"/>
                </a:cubicBezTo>
                <a:cubicBezTo>
                  <a:pt x="101125" y="5209"/>
                  <a:pt x="105171" y="8658"/>
                  <a:pt x="108166" y="13469"/>
                </a:cubicBezTo>
                <a:cubicBezTo>
                  <a:pt x="111161" y="18238"/>
                  <a:pt x="112666" y="23958"/>
                  <a:pt x="112666" y="30600"/>
                </a:cubicBezTo>
                <a:cubicBezTo>
                  <a:pt x="112666" y="36760"/>
                  <a:pt x="111502" y="42749"/>
                  <a:pt x="109117" y="48569"/>
                </a:cubicBezTo>
                <a:cubicBezTo>
                  <a:pt x="106732" y="54388"/>
                  <a:pt x="103795" y="59043"/>
                  <a:pt x="100303" y="62535"/>
                </a:cubicBezTo>
                <a:cubicBezTo>
                  <a:pt x="96854" y="66026"/>
                  <a:pt x="93150" y="68694"/>
                  <a:pt x="89147" y="70525"/>
                </a:cubicBezTo>
                <a:cubicBezTo>
                  <a:pt x="85158" y="72300"/>
                  <a:pt x="79780" y="73634"/>
                  <a:pt x="73024" y="74627"/>
                </a:cubicBezTo>
                <a:cubicBezTo>
                  <a:pt x="69079" y="75124"/>
                  <a:pt x="61712" y="75408"/>
                  <a:pt x="50898" y="75408"/>
                </a:cubicBezTo>
                <a:lnTo>
                  <a:pt x="34816" y="75408"/>
                </a:lnTo>
                <a:lnTo>
                  <a:pt x="25122" y="121918"/>
                </a:lnTo>
                <a:moveTo>
                  <a:pt x="38975" y="55225"/>
                </a:moveTo>
                <a:lnTo>
                  <a:pt x="46739" y="55225"/>
                </a:lnTo>
                <a:cubicBezTo>
                  <a:pt x="59994" y="55225"/>
                  <a:pt x="68809" y="54388"/>
                  <a:pt x="73237" y="52727"/>
                </a:cubicBezTo>
                <a:cubicBezTo>
                  <a:pt x="77679" y="51067"/>
                  <a:pt x="81172" y="48398"/>
                  <a:pt x="83725" y="44736"/>
                </a:cubicBezTo>
                <a:cubicBezTo>
                  <a:pt x="86265" y="41089"/>
                  <a:pt x="87545" y="37044"/>
                  <a:pt x="87545" y="32715"/>
                </a:cubicBezTo>
                <a:cubicBezTo>
                  <a:pt x="87545" y="29720"/>
                  <a:pt x="86877" y="27336"/>
                  <a:pt x="85557" y="25448"/>
                </a:cubicBezTo>
                <a:cubicBezTo>
                  <a:pt x="84280" y="23560"/>
                  <a:pt x="82449" y="22184"/>
                  <a:pt x="80065" y="21403"/>
                </a:cubicBezTo>
                <a:cubicBezTo>
                  <a:pt x="77736" y="20509"/>
                  <a:pt x="72528" y="20069"/>
                  <a:pt x="64366" y="20069"/>
                </a:cubicBezTo>
                <a:lnTo>
                  <a:pt x="46411" y="20069"/>
                </a:lnTo>
                <a:lnTo>
                  <a:pt x="38975" y="55225"/>
                </a:lnTo>
              </a:path>
            </a:pathLst>
          </a:custGeom>
          <a:solidFill xmlns:a="http://schemas.openxmlformats.org/drawingml/2006/main">
            <a:srgbClr val="674294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3" name="path-273">
            <a:extLst xmlns:a="http://schemas.openxmlformats.org/drawingml/2006/main">
              <a:ext uri="{FF2B5EF4-FFF2-40B4-BE49-F238E27FC236}">
                <a16:creationId xmlns:a16="http://schemas.microsoft.com/office/drawing/2014/main" id="{70949852-7A57-4EF2-8376-12CCEFD074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94525" y="7979546"/>
            <a:ext cx="367591" cy="294072"/>
          </a:xfrm>
          <a:custGeom xmlns:a="http://schemas.openxmlformats.org/drawingml/2006/main">
            <a:pathLst>
              <a:path w="372569" h="298054">
                <a:moveTo>
                  <a:pt x="63869" y="0"/>
                </a:moveTo>
                <a:lnTo>
                  <a:pt x="308699" y="0"/>
                </a:lnTo>
                <a:cubicBezTo>
                  <a:pt x="344069" y="0"/>
                  <a:pt x="372569" y="28499"/>
                  <a:pt x="372569" y="63868"/>
                </a:cubicBezTo>
                <a:lnTo>
                  <a:pt x="372569" y="234186"/>
                </a:lnTo>
                <a:cubicBezTo>
                  <a:pt x="372569" y="269555"/>
                  <a:pt x="344069" y="298054"/>
                  <a:pt x="308699" y="298054"/>
                </a:cubicBezTo>
                <a:lnTo>
                  <a:pt x="63869" y="298054"/>
                </a:lnTo>
                <a:cubicBezTo>
                  <a:pt x="28501" y="298054"/>
                  <a:pt x="0" y="269555"/>
                  <a:pt x="0" y="234186"/>
                </a:cubicBezTo>
                <a:lnTo>
                  <a:pt x="0" y="63868"/>
                </a:lnTo>
                <a:cubicBezTo>
                  <a:pt x="0" y="28499"/>
                  <a:pt x="28501" y="0"/>
                  <a:pt x="63869" y="0"/>
                </a:cubicBezTo>
              </a:path>
            </a:pathLst>
          </a:custGeom>
          <a:solidFill xmlns:a="http://schemas.openxmlformats.org/drawingml/2006/main">
            <a:srgbClr val="DDEFE3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4" name="path-274">
            <a:extLst xmlns:a="http://schemas.openxmlformats.org/drawingml/2006/main">
              <a:ext uri="{FF2B5EF4-FFF2-40B4-BE49-F238E27FC236}">
                <a16:creationId xmlns:a16="http://schemas.microsoft.com/office/drawing/2014/main" id="{174BE9E0-E321-4185-A264-1811ED0058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75914" y="8053722"/>
            <a:ext cx="176960" cy="135875"/>
          </a:xfrm>
          <a:custGeom xmlns:a="http://schemas.openxmlformats.org/drawingml/2006/main">
            <a:pathLst>
              <a:path w="179356" h="137715">
                <a:moveTo>
                  <a:pt x="35936" y="117973"/>
                </a:moveTo>
                <a:lnTo>
                  <a:pt x="35936" y="82334"/>
                </a:lnTo>
                <a:lnTo>
                  <a:pt x="0" y="82334"/>
                </a:lnTo>
                <a:lnTo>
                  <a:pt x="0" y="57709"/>
                </a:lnTo>
                <a:lnTo>
                  <a:pt x="35936" y="57709"/>
                </a:lnTo>
                <a:lnTo>
                  <a:pt x="35936" y="22070"/>
                </a:lnTo>
                <a:lnTo>
                  <a:pt x="59880" y="22070"/>
                </a:lnTo>
                <a:lnTo>
                  <a:pt x="59880" y="57709"/>
                </a:lnTo>
                <a:lnTo>
                  <a:pt x="95916" y="57709"/>
                </a:lnTo>
                <a:lnTo>
                  <a:pt x="95916" y="82334"/>
                </a:lnTo>
                <a:lnTo>
                  <a:pt x="59880" y="82334"/>
                </a:lnTo>
                <a:lnTo>
                  <a:pt x="59880" y="117973"/>
                </a:lnTo>
                <a:lnTo>
                  <a:pt x="35936" y="117973"/>
                </a:lnTo>
                <a:moveTo>
                  <a:pt x="179356" y="137715"/>
                </a:moveTo>
                <a:lnTo>
                  <a:pt x="153086" y="137715"/>
                </a:lnTo>
                <a:lnTo>
                  <a:pt x="153086" y="38647"/>
                </a:lnTo>
                <a:cubicBezTo>
                  <a:pt x="143492" y="47618"/>
                  <a:pt x="132180" y="54275"/>
                  <a:pt x="119093" y="58546"/>
                </a:cubicBezTo>
                <a:lnTo>
                  <a:pt x="119093" y="34702"/>
                </a:lnTo>
                <a:cubicBezTo>
                  <a:pt x="125977" y="32488"/>
                  <a:pt x="133457" y="28216"/>
                  <a:pt x="141490" y="22014"/>
                </a:cubicBezTo>
                <a:cubicBezTo>
                  <a:pt x="149539" y="15684"/>
                  <a:pt x="155016" y="8374"/>
                  <a:pt x="158010" y="0"/>
                </a:cubicBezTo>
                <a:lnTo>
                  <a:pt x="179356" y="0"/>
                </a:lnTo>
                <a:lnTo>
                  <a:pt x="179356" y="137715"/>
                </a:lnTo>
              </a:path>
            </a:pathLst>
          </a:custGeom>
          <a:solidFill xmlns:a="http://schemas.openxmlformats.org/drawingml/2006/main">
            <a:srgbClr val="32724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5" name="path-275">
            <a:extLst xmlns:a="http://schemas.openxmlformats.org/drawingml/2006/main">
              <a:ext uri="{FF2B5EF4-FFF2-40B4-BE49-F238E27FC236}">
                <a16:creationId xmlns:a16="http://schemas.microsoft.com/office/drawing/2014/main" id="{BB20FD3E-8529-40BE-8332-F0C434CCC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9699" y="7979546"/>
            <a:ext cx="525128" cy="294072"/>
          </a:xfrm>
          <a:custGeom xmlns:a="http://schemas.openxmlformats.org/drawingml/2006/main">
            <a:pathLst>
              <a:path w="532239" h="298054">
                <a:moveTo>
                  <a:pt x="63868" y="0"/>
                </a:moveTo>
                <a:lnTo>
                  <a:pt x="468372" y="0"/>
                </a:lnTo>
                <a:cubicBezTo>
                  <a:pt x="503755" y="0"/>
                  <a:pt x="532239" y="28499"/>
                  <a:pt x="532239" y="63868"/>
                </a:cubicBezTo>
                <a:lnTo>
                  <a:pt x="532239" y="234186"/>
                </a:lnTo>
                <a:cubicBezTo>
                  <a:pt x="532239" y="269555"/>
                  <a:pt x="503755" y="298054"/>
                  <a:pt x="468372" y="298054"/>
                </a:cubicBezTo>
                <a:lnTo>
                  <a:pt x="63868" y="298054"/>
                </a:lnTo>
                <a:cubicBezTo>
                  <a:pt x="28500" y="298054"/>
                  <a:pt x="0" y="269555"/>
                  <a:pt x="0" y="234186"/>
                </a:cubicBezTo>
                <a:lnTo>
                  <a:pt x="0" y="63868"/>
                </a:lnTo>
                <a:cubicBezTo>
                  <a:pt x="0" y="28499"/>
                  <a:pt x="28500" y="0"/>
                  <a:pt x="63868" y="0"/>
                </a:cubicBezTo>
              </a:path>
            </a:pathLst>
          </a:custGeom>
          <a:solidFill xmlns:a="http://schemas.openxmlformats.org/drawingml/2006/main">
            <a:srgbClr val="FBEFD9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" name="path-276">
            <a:extLst xmlns:a="http://schemas.openxmlformats.org/drawingml/2006/main">
              <a:ext uri="{FF2B5EF4-FFF2-40B4-BE49-F238E27FC236}">
                <a16:creationId xmlns:a16="http://schemas.microsoft.com/office/drawing/2014/main" id="{D0D302CA-A050-480E-853B-2368E3DCD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91156" y="8053722"/>
            <a:ext cx="359609" cy="138172"/>
          </a:xfrm>
          <a:custGeom xmlns:a="http://schemas.openxmlformats.org/drawingml/2006/main">
            <a:pathLst>
              <a:path w="364478" h="140043">
                <a:moveTo>
                  <a:pt x="0" y="82334"/>
                </a:moveTo>
                <a:lnTo>
                  <a:pt x="0" y="57709"/>
                </a:lnTo>
                <a:lnTo>
                  <a:pt x="95861" y="57709"/>
                </a:lnTo>
                <a:lnTo>
                  <a:pt x="95861" y="82334"/>
                </a:lnTo>
                <a:lnTo>
                  <a:pt x="0" y="82334"/>
                </a:lnTo>
                <a:moveTo>
                  <a:pt x="117705" y="137715"/>
                </a:moveTo>
                <a:lnTo>
                  <a:pt x="117705" y="111430"/>
                </a:lnTo>
                <a:lnTo>
                  <a:pt x="143975" y="111430"/>
                </a:lnTo>
                <a:lnTo>
                  <a:pt x="143975" y="137715"/>
                </a:lnTo>
                <a:lnTo>
                  <a:pt x="117705" y="137715"/>
                </a:lnTo>
                <a:moveTo>
                  <a:pt x="254084" y="113317"/>
                </a:moveTo>
                <a:lnTo>
                  <a:pt x="254084" y="137715"/>
                </a:lnTo>
                <a:lnTo>
                  <a:pt x="161944" y="137715"/>
                </a:lnTo>
                <a:cubicBezTo>
                  <a:pt x="162936" y="128518"/>
                  <a:pt x="165932" y="119747"/>
                  <a:pt x="170928" y="111487"/>
                </a:cubicBezTo>
                <a:cubicBezTo>
                  <a:pt x="175910" y="103226"/>
                  <a:pt x="185731" y="92255"/>
                  <a:pt x="200477" y="78559"/>
                </a:cubicBezTo>
                <a:cubicBezTo>
                  <a:pt x="212344" y="67531"/>
                  <a:pt x="219611" y="60037"/>
                  <a:pt x="222264" y="56162"/>
                </a:cubicBezTo>
                <a:cubicBezTo>
                  <a:pt x="225870" y="50726"/>
                  <a:pt x="227702" y="45347"/>
                  <a:pt x="227702" y="40025"/>
                </a:cubicBezTo>
                <a:cubicBezTo>
                  <a:pt x="227702" y="34206"/>
                  <a:pt x="226097" y="29720"/>
                  <a:pt x="222932" y="26555"/>
                </a:cubicBezTo>
                <a:cubicBezTo>
                  <a:pt x="219824" y="23390"/>
                  <a:pt x="215493" y="21787"/>
                  <a:pt x="209902" y="21787"/>
                </a:cubicBezTo>
                <a:cubicBezTo>
                  <a:pt x="204409" y="21787"/>
                  <a:pt x="200081" y="23447"/>
                  <a:pt x="196817" y="26782"/>
                </a:cubicBezTo>
                <a:cubicBezTo>
                  <a:pt x="193594" y="30047"/>
                  <a:pt x="191721" y="35539"/>
                  <a:pt x="191224" y="43246"/>
                </a:cubicBezTo>
                <a:lnTo>
                  <a:pt x="164996" y="40578"/>
                </a:lnTo>
                <a:cubicBezTo>
                  <a:pt x="166599" y="26115"/>
                  <a:pt x="171482" y="15740"/>
                  <a:pt x="179686" y="9424"/>
                </a:cubicBezTo>
                <a:cubicBezTo>
                  <a:pt x="187946" y="3165"/>
                  <a:pt x="198209" y="0"/>
                  <a:pt x="210570" y="0"/>
                </a:cubicBezTo>
                <a:cubicBezTo>
                  <a:pt x="224096" y="0"/>
                  <a:pt x="234741" y="3662"/>
                  <a:pt x="242505" y="10915"/>
                </a:cubicBezTo>
                <a:cubicBezTo>
                  <a:pt x="250211" y="18238"/>
                  <a:pt x="254084" y="27336"/>
                  <a:pt x="254084" y="38194"/>
                </a:cubicBezTo>
                <a:cubicBezTo>
                  <a:pt x="254084" y="44353"/>
                  <a:pt x="252977" y="50230"/>
                  <a:pt x="250707" y="55821"/>
                </a:cubicBezTo>
                <a:cubicBezTo>
                  <a:pt x="248550" y="61428"/>
                  <a:pt x="245044" y="67247"/>
                  <a:pt x="240232" y="73350"/>
                </a:cubicBezTo>
                <a:cubicBezTo>
                  <a:pt x="237067" y="77395"/>
                  <a:pt x="231305" y="83214"/>
                  <a:pt x="223046" y="90864"/>
                </a:cubicBezTo>
                <a:cubicBezTo>
                  <a:pt x="214728" y="98457"/>
                  <a:pt x="209463" y="103510"/>
                  <a:pt x="207177" y="106008"/>
                </a:cubicBezTo>
                <a:cubicBezTo>
                  <a:pt x="205021" y="108492"/>
                  <a:pt x="203246" y="110933"/>
                  <a:pt x="201869" y="113317"/>
                </a:cubicBezTo>
                <a:lnTo>
                  <a:pt x="254084" y="113317"/>
                </a:lnTo>
                <a:moveTo>
                  <a:pt x="272224" y="102460"/>
                </a:moveTo>
                <a:lnTo>
                  <a:pt x="298438" y="99735"/>
                </a:lnTo>
                <a:cubicBezTo>
                  <a:pt x="299162" y="105668"/>
                  <a:pt x="301376" y="110379"/>
                  <a:pt x="305096" y="113871"/>
                </a:cubicBezTo>
                <a:cubicBezTo>
                  <a:pt x="308756" y="117306"/>
                  <a:pt x="312973" y="119037"/>
                  <a:pt x="317784" y="119037"/>
                </a:cubicBezTo>
                <a:cubicBezTo>
                  <a:pt x="323276" y="119037"/>
                  <a:pt x="327931" y="116809"/>
                  <a:pt x="331763" y="112380"/>
                </a:cubicBezTo>
                <a:cubicBezTo>
                  <a:pt x="335525" y="107882"/>
                  <a:pt x="337414" y="101126"/>
                  <a:pt x="337414" y="92141"/>
                </a:cubicBezTo>
                <a:cubicBezTo>
                  <a:pt x="337414" y="83711"/>
                  <a:pt x="335525" y="77452"/>
                  <a:pt x="331763" y="73236"/>
                </a:cubicBezTo>
                <a:cubicBezTo>
                  <a:pt x="327988" y="69021"/>
                  <a:pt x="323106" y="66920"/>
                  <a:pt x="317075" y="66920"/>
                </a:cubicBezTo>
                <a:cubicBezTo>
                  <a:pt x="309481" y="66920"/>
                  <a:pt x="302711" y="70242"/>
                  <a:pt x="296721" y="76898"/>
                </a:cubicBezTo>
                <a:lnTo>
                  <a:pt x="275432" y="73790"/>
                </a:lnTo>
                <a:lnTo>
                  <a:pt x="288900" y="2441"/>
                </a:lnTo>
                <a:lnTo>
                  <a:pt x="358376" y="2441"/>
                </a:lnTo>
                <a:lnTo>
                  <a:pt x="358376" y="27052"/>
                </a:lnTo>
                <a:lnTo>
                  <a:pt x="308815" y="27052"/>
                </a:lnTo>
                <a:lnTo>
                  <a:pt x="304712" y="50343"/>
                </a:lnTo>
                <a:cubicBezTo>
                  <a:pt x="310588" y="47405"/>
                  <a:pt x="316578" y="45957"/>
                  <a:pt x="322665" y="45957"/>
                </a:cubicBezTo>
                <a:cubicBezTo>
                  <a:pt x="334319" y="45957"/>
                  <a:pt x="344241" y="50173"/>
                  <a:pt x="352329" y="58660"/>
                </a:cubicBezTo>
                <a:cubicBezTo>
                  <a:pt x="360418" y="67133"/>
                  <a:pt x="364478" y="78175"/>
                  <a:pt x="364478" y="91702"/>
                </a:cubicBezTo>
                <a:cubicBezTo>
                  <a:pt x="364478" y="102957"/>
                  <a:pt x="361198" y="113048"/>
                  <a:pt x="354657" y="121919"/>
                </a:cubicBezTo>
                <a:cubicBezTo>
                  <a:pt x="345728" y="133997"/>
                  <a:pt x="333368" y="140043"/>
                  <a:pt x="317515" y="140043"/>
                </a:cubicBezTo>
                <a:cubicBezTo>
                  <a:pt x="304867" y="140043"/>
                  <a:pt x="294507" y="136665"/>
                  <a:pt x="286516" y="129838"/>
                </a:cubicBezTo>
                <a:cubicBezTo>
                  <a:pt x="278540" y="123082"/>
                  <a:pt x="273771" y="113928"/>
                  <a:pt x="272224" y="102460"/>
                </a:cubicBezTo>
              </a:path>
            </a:pathLst>
          </a:custGeom>
          <a:solidFill xmlns:a="http://schemas.openxmlformats.org/drawingml/2006/main">
            <a:srgbClr val="A26A1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7" name="path-277">
            <a:extLst xmlns:a="http://schemas.openxmlformats.org/drawingml/2006/main">
              <a:ext uri="{FF2B5EF4-FFF2-40B4-BE49-F238E27FC236}">
                <a16:creationId xmlns:a16="http://schemas.microsoft.com/office/drawing/2014/main" id="{62109E05-42D7-4FAC-978C-A75961A4B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82593" y="7979546"/>
            <a:ext cx="367590" cy="294072"/>
          </a:xfrm>
          <a:custGeom xmlns:a="http://schemas.openxmlformats.org/drawingml/2006/main">
            <a:pathLst>
              <a:path w="372567" h="298054">
                <a:moveTo>
                  <a:pt x="63868" y="0"/>
                </a:moveTo>
                <a:lnTo>
                  <a:pt x="308699" y="0"/>
                </a:lnTo>
                <a:cubicBezTo>
                  <a:pt x="344069" y="0"/>
                  <a:pt x="372567" y="28499"/>
                  <a:pt x="372567" y="63868"/>
                </a:cubicBezTo>
                <a:lnTo>
                  <a:pt x="372567" y="234186"/>
                </a:lnTo>
                <a:cubicBezTo>
                  <a:pt x="372567" y="269555"/>
                  <a:pt x="344069" y="298054"/>
                  <a:pt x="308699" y="298054"/>
                </a:cubicBezTo>
                <a:lnTo>
                  <a:pt x="63868" y="298054"/>
                </a:lnTo>
                <a:cubicBezTo>
                  <a:pt x="28489" y="298054"/>
                  <a:pt x="0" y="269555"/>
                  <a:pt x="0" y="234186"/>
                </a:cubicBezTo>
                <a:lnTo>
                  <a:pt x="0" y="63868"/>
                </a:lnTo>
                <a:cubicBezTo>
                  <a:pt x="0" y="28499"/>
                  <a:pt x="28489" y="0"/>
                  <a:pt x="63868" y="0"/>
                </a:cubicBezTo>
              </a:path>
            </a:pathLst>
          </a:custGeom>
          <a:solidFill xmlns:a="http://schemas.openxmlformats.org/drawingml/2006/main">
            <a:srgbClr val="F8E9E6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8" name="path-278">
            <a:extLst xmlns:a="http://schemas.openxmlformats.org/drawingml/2006/main">
              <a:ext uri="{FF2B5EF4-FFF2-40B4-BE49-F238E27FC236}">
                <a16:creationId xmlns:a16="http://schemas.microsoft.com/office/drawing/2014/main" id="{848A8199-2A8C-4B1C-BEA6-D2DBFD491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463983" y="8053722"/>
            <a:ext cx="176961" cy="135875"/>
          </a:xfrm>
          <a:custGeom xmlns:a="http://schemas.openxmlformats.org/drawingml/2006/main">
            <a:pathLst>
              <a:path w="179358" h="137715">
                <a:moveTo>
                  <a:pt x="0" y="82334"/>
                </a:moveTo>
                <a:lnTo>
                  <a:pt x="0" y="57709"/>
                </a:lnTo>
                <a:lnTo>
                  <a:pt x="95918" y="57709"/>
                </a:lnTo>
                <a:lnTo>
                  <a:pt x="95918" y="82334"/>
                </a:lnTo>
                <a:lnTo>
                  <a:pt x="0" y="82334"/>
                </a:lnTo>
                <a:moveTo>
                  <a:pt x="179358" y="137715"/>
                </a:moveTo>
                <a:lnTo>
                  <a:pt x="153071" y="137715"/>
                </a:lnTo>
                <a:lnTo>
                  <a:pt x="153071" y="38647"/>
                </a:lnTo>
                <a:cubicBezTo>
                  <a:pt x="143477" y="47618"/>
                  <a:pt x="132179" y="54275"/>
                  <a:pt x="119092" y="58546"/>
                </a:cubicBezTo>
                <a:lnTo>
                  <a:pt x="119092" y="34702"/>
                </a:lnTo>
                <a:cubicBezTo>
                  <a:pt x="125962" y="32488"/>
                  <a:pt x="133443" y="28216"/>
                  <a:pt x="141491" y="22014"/>
                </a:cubicBezTo>
                <a:cubicBezTo>
                  <a:pt x="149524" y="15684"/>
                  <a:pt x="155016" y="8374"/>
                  <a:pt x="158013" y="0"/>
                </a:cubicBezTo>
                <a:lnTo>
                  <a:pt x="179358" y="0"/>
                </a:lnTo>
                <a:lnTo>
                  <a:pt x="179358" y="137715"/>
                </a:lnTo>
              </a:path>
            </a:pathLst>
          </a:custGeom>
          <a:solidFill xmlns:a="http://schemas.openxmlformats.org/drawingml/2006/main">
            <a:srgbClr val="B65345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9" name="AutoEnvScaling title">
            <a:extLst xmlns:a="http://schemas.openxmlformats.org/drawingml/2006/main">
              <a:ext uri="{FF2B5EF4-FFF2-40B4-BE49-F238E27FC236}">
                <a16:creationId xmlns:a16="http://schemas.microsoft.com/office/drawing/2014/main" id="{B3F46D62-B401-47F7-A5C0-D2D854E234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78619" y="1643263"/>
            <a:ext cx="2255457" cy="36219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3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37" b="1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037" b="1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AutoEnvScaling:</a:t>
            </a:r>
          </a:p>
        </p:txBody>
      </p:sp>
      <p:sp>
        <p:nvSpPr>
          <p:cNvPr id="280" name="Data flywheel subtitle">
            <a:extLst xmlns:a="http://schemas.openxmlformats.org/drawingml/2006/main">
              <a:ext uri="{FF2B5EF4-FFF2-40B4-BE49-F238E27FC236}">
                <a16:creationId xmlns:a16="http://schemas.microsoft.com/office/drawing/2014/main" id="{55A0DBD2-2FB3-42F7-B30F-5157894A1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37451" y="1656312"/>
            <a:ext cx="6512633" cy="33379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7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77" b="0" i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877" b="0" i="0">
                <a:solidFill>
                  <a:srgbClr val="FFFFFF"/>
                </a:solidFill>
                <a:latin typeface="Arial"/>
                <a:ea typeface="Arial"/>
                <a:cs typeface="Arial"/>
              </a:rPr>
              <a:t>Turning failed trajectories into new RL environments</a:t>
            </a:r>
          </a:p>
        </p:txBody>
      </p:sp>
      <p:sp>
        <p:nvSpPr>
          <p:cNvPr id="281" name="Reviewed label 1: Proposer">
            <a:extLst xmlns:a="http://schemas.openxmlformats.org/drawingml/2006/main">
              <a:ext uri="{FF2B5EF4-FFF2-40B4-BE49-F238E27FC236}">
                <a16:creationId xmlns:a16="http://schemas.microsoft.com/office/drawing/2014/main" id="{A1F5FF56-3F2A-4B9A-AA2C-86EB23570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3149" y="2934317"/>
            <a:ext cx="1278092" cy="4075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92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92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2292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Proposer</a:t>
            </a:r>
          </a:p>
        </p:txBody>
      </p:sp>
      <p:sp>
        <p:nvSpPr>
          <p:cNvPr id="282" name="Reviewed label 2: environment">
            <a:extLst xmlns:a="http://schemas.openxmlformats.org/drawingml/2006/main">
              <a:ext uri="{FF2B5EF4-FFF2-40B4-BE49-F238E27FC236}">
                <a16:creationId xmlns:a16="http://schemas.microsoft.com/office/drawing/2014/main" id="{FCE8AD8D-F828-40D1-8258-36061800BB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48707" y="4066694"/>
            <a:ext cx="1278092" cy="2983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78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78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678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environment</a:t>
            </a:r>
          </a:p>
        </p:txBody>
      </p:sp>
      <p:sp>
        <p:nvSpPr>
          <p:cNvPr id="283" name="Reviewed label 3: Shared">
            <a:extLst xmlns:a="http://schemas.openxmlformats.org/drawingml/2006/main">
              <a:ext uri="{FF2B5EF4-FFF2-40B4-BE49-F238E27FC236}">
                <a16:creationId xmlns:a16="http://schemas.microsoft.com/office/drawing/2014/main" id="{2819F72A-56C1-45FC-A5FD-202D7322C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9774" y="5265956"/>
            <a:ext cx="967967" cy="3997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49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49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2249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Shared</a:t>
            </a:r>
          </a:p>
        </p:txBody>
      </p:sp>
      <p:sp>
        <p:nvSpPr>
          <p:cNvPr id="284" name="Reviewed label 4: policy">
            <a:extLst xmlns:a="http://schemas.openxmlformats.org/drawingml/2006/main">
              <a:ext uri="{FF2B5EF4-FFF2-40B4-BE49-F238E27FC236}">
                <a16:creationId xmlns:a16="http://schemas.microsoft.com/office/drawing/2014/main" id="{4B6C9590-474B-4B11-87AB-9AE807AB3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4354" y="5557173"/>
            <a:ext cx="827001" cy="4006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254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254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2254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policy</a:t>
            </a:r>
          </a:p>
        </p:txBody>
      </p:sp>
      <p:sp>
        <p:nvSpPr>
          <p:cNvPr id="285" name="Reviewed label 5: rollouts">
            <a:extLst xmlns:a="http://schemas.openxmlformats.org/drawingml/2006/main">
              <a:ext uri="{FF2B5EF4-FFF2-40B4-BE49-F238E27FC236}">
                <a16:creationId xmlns:a16="http://schemas.microsoft.com/office/drawing/2014/main" id="{50ADF35F-3EC4-4FC7-BABE-84A8707F9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58105" y="6738006"/>
            <a:ext cx="733024" cy="2800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75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75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1575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rollouts</a:t>
            </a:r>
          </a:p>
        </p:txBody>
      </p:sp>
      <p:sp>
        <p:nvSpPr>
          <p:cNvPr id="286" name="Reviewed label 6: Solver">
            <a:extLst xmlns:a="http://schemas.openxmlformats.org/drawingml/2006/main">
              <a:ext uri="{FF2B5EF4-FFF2-40B4-BE49-F238E27FC236}">
                <a16:creationId xmlns:a16="http://schemas.microsoft.com/office/drawing/2014/main" id="{98683127-739D-495A-B3B7-CB9A630AC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1104" y="7238307"/>
            <a:ext cx="892785" cy="40893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00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00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2300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Solver</a:t>
            </a:r>
          </a:p>
        </p:txBody>
      </p:sp>
      <p:sp>
        <p:nvSpPr>
          <p:cNvPr id="287" name="Reviewed label 7: Failed seed">
            <a:extLst xmlns:a="http://schemas.openxmlformats.org/drawingml/2006/main">
              <a:ext uri="{FF2B5EF4-FFF2-40B4-BE49-F238E27FC236}">
                <a16:creationId xmlns:a16="http://schemas.microsoft.com/office/drawing/2014/main" id="{56844AFE-9606-4A3B-A1B0-E096A7E28B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06084" y="2312643"/>
            <a:ext cx="1343877" cy="34554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3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3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943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Failed seed</a:t>
            </a:r>
          </a:p>
        </p:txBody>
      </p:sp>
      <p:sp>
        <p:nvSpPr>
          <p:cNvPr id="288" name="Reviewed label 8: reward 0">
            <a:extLst xmlns:a="http://schemas.openxmlformats.org/drawingml/2006/main">
              <a:ext uri="{FF2B5EF4-FFF2-40B4-BE49-F238E27FC236}">
                <a16:creationId xmlns:a16="http://schemas.microsoft.com/office/drawing/2014/main" id="{7979F2B9-F2B8-43C6-8D18-088475213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44666" y="2378476"/>
            <a:ext cx="798808" cy="2720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30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30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pPr>
            <a:r>
              <a:rPr sz="1530" b="1" i="0">
                <a:solidFill>
                  <a:srgbClr val="BA5A48"/>
                </a:solidFill>
                <a:latin typeface="Arial"/>
                <a:ea typeface="Arial"/>
                <a:cs typeface="Arial"/>
              </a:rPr>
              <a:t>reward 0</a:t>
            </a:r>
          </a:p>
        </p:txBody>
      </p:sp>
      <p:sp>
        <p:nvSpPr>
          <p:cNvPr id="289" name="Reviewed label 9: Rebuild a PyTorch model">
            <a:extLst xmlns:a="http://schemas.openxmlformats.org/drawingml/2006/main">
              <a:ext uri="{FF2B5EF4-FFF2-40B4-BE49-F238E27FC236}">
                <a16:creationId xmlns:a16="http://schemas.microsoft.com/office/drawing/2014/main" id="{82E82DEC-1DB9-4BAF-ACFE-E5149E07A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87289" y="3840639"/>
            <a:ext cx="2574980" cy="3022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00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00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700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Rebuild a PyTorch model</a:t>
            </a:r>
          </a:p>
        </p:txBody>
      </p:sp>
      <p:sp>
        <p:nvSpPr>
          <p:cNvPr id="290" name="Reviewed label 10: misreads the checkpoint">
            <a:extLst xmlns:a="http://schemas.openxmlformats.org/drawingml/2006/main">
              <a:ext uri="{FF2B5EF4-FFF2-40B4-BE49-F238E27FC236}">
                <a16:creationId xmlns:a16="http://schemas.microsoft.com/office/drawing/2014/main" id="{A7D319CC-D624-4958-8333-C415F8DDD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31630" y="4154853"/>
            <a:ext cx="2264855" cy="2704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21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21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521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misreads the checkpoint</a:t>
            </a:r>
          </a:p>
        </p:txBody>
      </p:sp>
      <p:sp>
        <p:nvSpPr>
          <p:cNvPr id="291" name="Reviewed label 11: runs out of time">
            <a:extLst xmlns:a="http://schemas.openxmlformats.org/drawingml/2006/main">
              <a:ext uri="{FF2B5EF4-FFF2-40B4-BE49-F238E27FC236}">
                <a16:creationId xmlns:a16="http://schemas.microsoft.com/office/drawing/2014/main" id="{2631E7B9-1529-4220-9C3A-D660D3DDD2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31630" y="4409094"/>
            <a:ext cx="1437854" cy="2665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99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99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499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runs out of time</a:t>
            </a:r>
          </a:p>
        </p:txBody>
      </p:sp>
      <p:sp>
        <p:nvSpPr>
          <p:cNvPr id="292" name="Reviewed label 12: Reads the failure">
            <a:extLst xmlns:a="http://schemas.openxmlformats.org/drawingml/2006/main">
              <a:ext uri="{FF2B5EF4-FFF2-40B4-BE49-F238E27FC236}">
                <a16:creationId xmlns:a16="http://schemas.microsoft.com/office/drawing/2014/main" id="{1E04A412-3ABC-4ED2-8E98-2C3C68C83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44403" y="5037686"/>
            <a:ext cx="2001718" cy="3478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57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57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957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Reads the failure</a:t>
            </a:r>
          </a:p>
        </p:txBody>
      </p:sp>
      <p:sp>
        <p:nvSpPr>
          <p:cNvPr id="293" name="Reviewed label 13: programmatically">
            <a:extLst xmlns:a="http://schemas.openxmlformats.org/drawingml/2006/main">
              <a:ext uri="{FF2B5EF4-FFF2-40B4-BE49-F238E27FC236}">
                <a16:creationId xmlns:a16="http://schemas.microsoft.com/office/drawing/2014/main" id="{9D100915-81E9-446A-9FD2-2FAE1B0375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44403" y="5338292"/>
            <a:ext cx="2076900" cy="3488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62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62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962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programmatically</a:t>
            </a:r>
          </a:p>
        </p:txBody>
      </p:sp>
      <p:sp>
        <p:nvSpPr>
          <p:cNvPr id="294" name="Reviewed label 14: $ python3 -c \">
            <a:extLst xmlns:a="http://schemas.openxmlformats.org/drawingml/2006/main">
              <a:ext uri="{FF2B5EF4-FFF2-40B4-BE49-F238E27FC236}">
                <a16:creationId xmlns:a16="http://schemas.microsoft.com/office/drawing/2014/main" id="{B7DC2C0E-663D-4C91-8866-9A745DD47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90664" y="6078905"/>
            <a:ext cx="1738582" cy="2898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30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30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pPr>
            <a:r>
              <a:rPr sz="1630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rPr>
              <a:t>$ python3 -c \</a:t>
            </a:r>
          </a:p>
        </p:txBody>
      </p:sp>
      <p:sp>
        <p:nvSpPr>
          <p:cNvPr id="295" name="Reviewed label 15: &quot;...trajectory.json&quot;">
            <a:extLst xmlns:a="http://schemas.openxmlformats.org/drawingml/2006/main">
              <a:ext uri="{FF2B5EF4-FFF2-40B4-BE49-F238E27FC236}">
                <a16:creationId xmlns:a16="http://schemas.microsoft.com/office/drawing/2014/main" id="{6C20A76E-3486-4AF2-9D4F-EA43BB1A0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153801" y="6385688"/>
            <a:ext cx="2706549" cy="3158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6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6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pPr>
            <a:r>
              <a:rPr sz="1776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rPr>
              <a:t>"...trajectory.json"</a:t>
            </a:r>
          </a:p>
        </p:txBody>
      </p:sp>
      <p:sp>
        <p:nvSpPr>
          <p:cNvPr id="296" name="Reviewed label 16: [7] pe = nn.Parameter">
            <a:extLst xmlns:a="http://schemas.openxmlformats.org/drawingml/2006/main">
              <a:ext uri="{FF2B5EF4-FFF2-40B4-BE49-F238E27FC236}">
                <a16:creationId xmlns:a16="http://schemas.microsoft.com/office/drawing/2014/main" id="{6D811C73-06AC-4E42-8AE3-C8F2DC405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00062" y="6679756"/>
            <a:ext cx="2650162" cy="29450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56" b="1" i="0">
                <a:solidFill>
                  <a:srgbClr val="E5B1AB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56" b="1" i="0">
                <a:solidFill>
                  <a:srgbClr val="E5B1AB"/>
                </a:solidFill>
                <a:latin typeface="Courier New"/>
                <a:ea typeface="Courier New"/>
                <a:cs typeface="Courier New"/>
              </a:defRPr>
            </a:pPr>
            <a:r>
              <a:rPr sz="1656" b="1" i="0">
                <a:solidFill>
                  <a:srgbClr val="E5B1AB"/>
                </a:solidFill>
                <a:latin typeface="Courier New"/>
                <a:ea typeface="Courier New"/>
                <a:cs typeface="Courier New"/>
              </a:rPr>
              <a:t>[7] pe = nn.Parameter</a:t>
            </a:r>
          </a:p>
        </p:txBody>
      </p:sp>
      <p:sp>
        <p:nvSpPr>
          <p:cNvPr id="297" name="Reviewed label 18: [11] unexpected kwarg">
            <a:extLst xmlns:a="http://schemas.openxmlformats.org/drawingml/2006/main">
              <a:ext uri="{FF2B5EF4-FFF2-40B4-BE49-F238E27FC236}">
                <a16:creationId xmlns:a16="http://schemas.microsoft.com/office/drawing/2014/main" id="{AB3D8275-90CC-48A3-A4A9-55EDD65EA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28255" y="6982485"/>
            <a:ext cx="2593776" cy="2789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9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9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pPr>
            <a:r>
              <a:rPr sz="1569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rPr>
              <a:t>[11] unexpected kwarg</a:t>
            </a:r>
          </a:p>
        </p:txBody>
      </p:sp>
      <p:sp>
        <p:nvSpPr>
          <p:cNvPr id="298" name="Reviewed label 19: [15] not subscriptable">
            <a:extLst xmlns:a="http://schemas.openxmlformats.org/drawingml/2006/main">
              <a:ext uri="{FF2B5EF4-FFF2-40B4-BE49-F238E27FC236}">
                <a16:creationId xmlns:a16="http://schemas.microsoft.com/office/drawing/2014/main" id="{BBD99E26-E1CE-4E40-8839-F6620ADEF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28255" y="7273815"/>
            <a:ext cx="2715947" cy="2789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9" b="1" i="0">
                <a:solidFill>
                  <a:srgbClr val="E5B1AB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9" b="1" i="0">
                <a:solidFill>
                  <a:srgbClr val="E5B1AB"/>
                </a:solidFill>
                <a:latin typeface="Courier New"/>
                <a:ea typeface="Courier New"/>
                <a:cs typeface="Courier New"/>
              </a:defRPr>
            </a:pPr>
            <a:r>
              <a:rPr sz="1569" b="1" i="0">
                <a:solidFill>
                  <a:srgbClr val="E5B1AB"/>
                </a:solidFill>
                <a:latin typeface="Courier New"/>
                <a:ea typeface="Courier New"/>
                <a:cs typeface="Courier New"/>
              </a:rPr>
              <a:t>[15] not subscriptable</a:t>
            </a:r>
          </a:p>
        </p:txBody>
      </p:sp>
      <p:sp>
        <p:nvSpPr>
          <p:cNvPr id="299" name="Reviewed label 20: [19] timeout (exit 124)">
            <a:extLst xmlns:a="http://schemas.openxmlformats.org/drawingml/2006/main">
              <a:ext uri="{FF2B5EF4-FFF2-40B4-BE49-F238E27FC236}">
                <a16:creationId xmlns:a16="http://schemas.microsoft.com/office/drawing/2014/main" id="{6041058C-930B-43B6-B1E2-FA713C246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28255" y="7565145"/>
            <a:ext cx="2791128" cy="2789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69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69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pPr>
            <a:r>
              <a:rPr sz="1569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rPr>
              <a:t>[19] timeout (exit 124)</a:t>
            </a:r>
          </a:p>
        </p:txBody>
      </p:sp>
      <p:sp>
        <p:nvSpPr>
          <p:cNvPr id="300" name="Reviewed label 21: root cause">
            <a:extLst xmlns:a="http://schemas.openxmlformats.org/drawingml/2006/main">
              <a:ext uri="{FF2B5EF4-FFF2-40B4-BE49-F238E27FC236}">
                <a16:creationId xmlns:a16="http://schemas.microsoft.com/office/drawing/2014/main" id="{8E794F23-B74B-44D9-9CE7-457991E5F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81266" y="8044811"/>
            <a:ext cx="996160" cy="27597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52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52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552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root cause</a:t>
            </a:r>
          </a:p>
        </p:txBody>
      </p:sp>
      <p:sp>
        <p:nvSpPr>
          <p:cNvPr id="301" name="Reviewed label 22: buffers read as weights">
            <a:extLst xmlns:a="http://schemas.openxmlformats.org/drawingml/2006/main">
              <a:ext uri="{FF2B5EF4-FFF2-40B4-BE49-F238E27FC236}">
                <a16:creationId xmlns:a16="http://schemas.microsoft.com/office/drawing/2014/main" id="{3267C9C2-8101-4766-8797-9C0D220EB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90664" y="8246169"/>
            <a:ext cx="2556185" cy="3179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88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88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788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buffers read as weights</a:t>
            </a:r>
          </a:p>
        </p:txBody>
      </p:sp>
      <p:sp>
        <p:nvSpPr>
          <p:cNvPr id="302" name="Reviewed label 23: Read">
            <a:extLst xmlns:a="http://schemas.openxmlformats.org/drawingml/2006/main">
              <a:ext uri="{FF2B5EF4-FFF2-40B4-BE49-F238E27FC236}">
                <a16:creationId xmlns:a16="http://schemas.microsoft.com/office/drawing/2014/main" id="{276A1EBB-2219-4A76-B22A-96CADBAAF1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73850" y="2804921"/>
            <a:ext cx="554467" cy="3175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86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86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786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Read</a:t>
            </a:r>
          </a:p>
        </p:txBody>
      </p:sp>
      <p:sp>
        <p:nvSpPr>
          <p:cNvPr id="303" name="Reviewed label 24: Build">
            <a:extLst xmlns:a="http://schemas.openxmlformats.org/drawingml/2006/main">
              <a:ext uri="{FF2B5EF4-FFF2-40B4-BE49-F238E27FC236}">
                <a16:creationId xmlns:a16="http://schemas.microsoft.com/office/drawing/2014/main" id="{4B656884-A23A-4D7B-8ACE-6FF030209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55054" y="3189756"/>
            <a:ext cx="573262" cy="3212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7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7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807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Build</a:t>
            </a:r>
          </a:p>
        </p:txBody>
      </p:sp>
      <p:sp>
        <p:nvSpPr>
          <p:cNvPr id="304" name="Reviewed label 25: Write">
            <a:extLst xmlns:a="http://schemas.openxmlformats.org/drawingml/2006/main">
              <a:ext uri="{FF2B5EF4-FFF2-40B4-BE49-F238E27FC236}">
                <a16:creationId xmlns:a16="http://schemas.microsoft.com/office/drawing/2014/main" id="{3F4C82D3-69B2-43BB-9F49-5615BE171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45657" y="3565129"/>
            <a:ext cx="592058" cy="325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0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0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830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Write</a:t>
            </a:r>
          </a:p>
        </p:txBody>
      </p:sp>
      <p:sp>
        <p:nvSpPr>
          <p:cNvPr id="305" name="Reviewed label 26: Test">
            <a:extLst xmlns:a="http://schemas.openxmlformats.org/drawingml/2006/main">
              <a:ext uri="{FF2B5EF4-FFF2-40B4-BE49-F238E27FC236}">
                <a16:creationId xmlns:a16="http://schemas.microsoft.com/office/drawing/2014/main" id="{EDCF026E-8BE2-4EB7-BADF-58A11D7E8E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67827" y="3941039"/>
            <a:ext cx="479285" cy="325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0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0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830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Test</a:t>
            </a:r>
          </a:p>
        </p:txBody>
      </p:sp>
      <p:sp>
        <p:nvSpPr>
          <p:cNvPr id="306" name="Reviewed label 27: reads the failed run">
            <a:extLst xmlns:a="http://schemas.openxmlformats.org/drawingml/2006/main">
              <a:ext uri="{FF2B5EF4-FFF2-40B4-BE49-F238E27FC236}">
                <a16:creationId xmlns:a16="http://schemas.microsoft.com/office/drawing/2014/main" id="{8160FC32-5113-4F4E-B031-A0062B080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75305" y="2301763"/>
            <a:ext cx="1870150" cy="2839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97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97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597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reads the failed run</a:t>
            </a:r>
          </a:p>
        </p:txBody>
      </p:sp>
      <p:sp>
        <p:nvSpPr>
          <p:cNvPr id="307" name="Reviewed label 28: 1">
            <a:extLst xmlns:a="http://schemas.openxmlformats.org/drawingml/2006/main">
              <a:ext uri="{FF2B5EF4-FFF2-40B4-BE49-F238E27FC236}">
                <a16:creationId xmlns:a16="http://schemas.microsoft.com/office/drawing/2014/main" id="{BC281E31-D8C6-4BC2-B15B-480761D8A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44000" y="2833840"/>
            <a:ext cx="65784" cy="1657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932" b="1" i="0">
                <a:solidFill>
                  <a:srgbClr val="432E6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932" b="1" i="0">
                <a:solidFill>
                  <a:srgbClr val="432E60"/>
                </a:solidFill>
                <a:latin typeface="Arial"/>
                <a:ea typeface="Arial"/>
                <a:cs typeface="Arial"/>
              </a:defRPr>
            </a:pPr>
            <a:r>
              <a:rPr sz="932" b="1" i="0">
                <a:solidFill>
                  <a:srgbClr val="432E60"/>
                </a:solidFill>
                <a:latin typeface="Arial"/>
                <a:ea typeface="Arial"/>
                <a:cs typeface="Arial"/>
              </a:rPr>
              <a:t>1</a:t>
            </a:r>
          </a:p>
        </p:txBody>
      </p:sp>
      <p:sp>
        <p:nvSpPr>
          <p:cNvPr id="308" name="Reviewed label 29: 0">
            <a:extLst xmlns:a="http://schemas.openxmlformats.org/drawingml/2006/main">
              <a:ext uri="{FF2B5EF4-FFF2-40B4-BE49-F238E27FC236}">
                <a16:creationId xmlns:a16="http://schemas.microsoft.com/office/drawing/2014/main" id="{3FBF4D6C-08C1-4627-8F91-A8D26CAFF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50487" y="4328639"/>
            <a:ext cx="122171" cy="3075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30" b="1" i="0">
                <a:solidFill>
                  <a:srgbClr val="432E6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30" b="1" i="0">
                <a:solidFill>
                  <a:srgbClr val="432E60"/>
                </a:solidFill>
                <a:latin typeface="Arial"/>
                <a:ea typeface="Arial"/>
                <a:cs typeface="Arial"/>
              </a:defRPr>
            </a:pPr>
            <a:r>
              <a:rPr sz="1730" b="1" i="0">
                <a:solidFill>
                  <a:srgbClr val="432E60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309" name="Reviewed label 30: 2">
            <a:extLst xmlns:a="http://schemas.openxmlformats.org/drawingml/2006/main">
              <a:ext uri="{FF2B5EF4-FFF2-40B4-BE49-F238E27FC236}">
                <a16:creationId xmlns:a16="http://schemas.microsoft.com/office/drawing/2014/main" id="{FA7BCE5B-2B60-4963-917B-73D69F4C3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989797" y="3194529"/>
            <a:ext cx="112773" cy="2841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98" b="1" i="0">
                <a:solidFill>
                  <a:srgbClr val="432E6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98" b="1" i="0">
                <a:solidFill>
                  <a:srgbClr val="432E60"/>
                </a:solidFill>
                <a:latin typeface="Arial"/>
                <a:ea typeface="Arial"/>
                <a:cs typeface="Arial"/>
              </a:defRPr>
            </a:pPr>
            <a:r>
              <a:rPr sz="1598" b="1" i="0">
                <a:solidFill>
                  <a:srgbClr val="432E60"/>
                </a:solidFill>
                <a:latin typeface="Arial"/>
                <a:ea typeface="Arial"/>
                <a:cs typeface="Arial"/>
              </a:rPr>
              <a:t>2</a:t>
            </a:r>
          </a:p>
        </p:txBody>
      </p:sp>
      <p:sp>
        <p:nvSpPr>
          <p:cNvPr id="310" name="Reviewed label 31: 3">
            <a:extLst xmlns:a="http://schemas.openxmlformats.org/drawingml/2006/main">
              <a:ext uri="{FF2B5EF4-FFF2-40B4-BE49-F238E27FC236}">
                <a16:creationId xmlns:a16="http://schemas.microsoft.com/office/drawing/2014/main" id="{FBCE67DD-99D3-4084-B815-B6D8832F0E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74175" y="3955745"/>
            <a:ext cx="112773" cy="2841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98" b="1" i="0">
                <a:solidFill>
                  <a:srgbClr val="432E60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98" b="1" i="0">
                <a:solidFill>
                  <a:srgbClr val="432E60"/>
                </a:solidFill>
                <a:latin typeface="Arial"/>
                <a:ea typeface="Arial"/>
                <a:cs typeface="Arial"/>
              </a:defRPr>
            </a:pPr>
            <a:r>
              <a:rPr sz="1598" b="1" i="0">
                <a:solidFill>
                  <a:srgbClr val="432E60"/>
                </a:solidFill>
                <a:latin typeface="Arial"/>
                <a:ea typeface="Arial"/>
                <a:cs typeface="Arial"/>
              </a:rPr>
              <a:t>3</a:t>
            </a:r>
          </a:p>
        </p:txBody>
      </p:sp>
      <p:sp>
        <p:nvSpPr>
          <p:cNvPr id="311" name="Reviewed label 32: ships: rebuild a scriptable model    65 turns">
            <a:extLst xmlns:a="http://schemas.openxmlformats.org/drawingml/2006/main">
              <a:ext uri="{FF2B5EF4-FFF2-40B4-BE49-F238E27FC236}">
                <a16:creationId xmlns:a16="http://schemas.microsoft.com/office/drawing/2014/main" id="{16DE5A34-CE0B-433A-9432-323E44F0D5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891979" y="4342292"/>
            <a:ext cx="4041028" cy="2744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4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4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544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ships: rebuild a scriptable model    65 turns</a:t>
            </a:r>
          </a:p>
        </p:txBody>
      </p:sp>
      <p:sp>
        <p:nvSpPr>
          <p:cNvPr id="312" name="Reviewed label 33: Turns the failure">
            <a:extLst xmlns:a="http://schemas.openxmlformats.org/drawingml/2006/main">
              <a:ext uri="{FF2B5EF4-FFF2-40B4-BE49-F238E27FC236}">
                <a16:creationId xmlns:a16="http://schemas.microsoft.com/office/drawing/2014/main" id="{51C2CEF0-8DF5-4993-9B20-7D6254A37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63260" y="5037191"/>
            <a:ext cx="2913299" cy="42483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389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389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2389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Turns the failure</a:t>
            </a:r>
          </a:p>
        </p:txBody>
      </p:sp>
      <p:sp>
        <p:nvSpPr>
          <p:cNvPr id="313" name="Reviewed label 34: into an environment">
            <a:extLst xmlns:a="http://schemas.openxmlformats.org/drawingml/2006/main">
              <a:ext uri="{FF2B5EF4-FFF2-40B4-BE49-F238E27FC236}">
                <a16:creationId xmlns:a16="http://schemas.microsoft.com/office/drawing/2014/main" id="{85898B96-F77D-4C40-98AB-487D449C3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72658" y="5338163"/>
            <a:ext cx="2387026" cy="3498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68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68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968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into an environment</a:t>
            </a:r>
          </a:p>
        </p:txBody>
      </p:sp>
      <p:sp>
        <p:nvSpPr>
          <p:cNvPr id="314" name="Failed run">
            <a:extLst xmlns:a="http://schemas.openxmlformats.org/drawingml/2006/main">
              <a:ext uri="{FF2B5EF4-FFF2-40B4-BE49-F238E27FC236}">
                <a16:creationId xmlns:a16="http://schemas.microsoft.com/office/drawing/2014/main" id="{F87A7393-2CC9-4987-8AD1-8347444F7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34339" y="5691750"/>
            <a:ext cx="977365" cy="3041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11" b="1" i="0">
                <a:solidFill>
                  <a:srgbClr val="C54C3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11" b="1" i="0">
                <a:solidFill>
                  <a:srgbClr val="C54C3A"/>
                </a:solidFill>
                <a:latin typeface="Arial"/>
                <a:ea typeface="Arial"/>
                <a:cs typeface="Arial"/>
              </a:defRPr>
            </a:pPr>
            <a:r>
              <a:rPr sz="1711" b="1" i="0">
                <a:solidFill>
                  <a:srgbClr val="C54C3A"/>
                </a:solidFill>
                <a:latin typeface="Arial"/>
                <a:ea typeface="Arial"/>
                <a:cs typeface="Arial"/>
              </a:rPr>
              <a:t>failed run</a:t>
            </a:r>
          </a:p>
        </p:txBody>
      </p:sp>
      <p:sp>
        <p:nvSpPr>
          <p:cNvPr id="315" name="Harbor task">
            <a:extLst xmlns:a="http://schemas.openxmlformats.org/drawingml/2006/main">
              <a:ext uri="{FF2B5EF4-FFF2-40B4-BE49-F238E27FC236}">
                <a16:creationId xmlns:a16="http://schemas.microsoft.com/office/drawing/2014/main" id="{FD60F489-E6D5-486A-9E0E-098106C2D0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66898" y="5693099"/>
            <a:ext cx="1165320" cy="2936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52" b="1" i="0">
                <a:solidFill>
                  <a:srgbClr val="68449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52" b="1" i="0">
                <a:solidFill>
                  <a:srgbClr val="684493"/>
                </a:solidFill>
                <a:latin typeface="Arial"/>
                <a:ea typeface="Arial"/>
                <a:cs typeface="Arial"/>
              </a:defRPr>
            </a:pPr>
            <a:r>
              <a:rPr sz="1652" b="1" i="0">
                <a:solidFill>
                  <a:srgbClr val="684493"/>
                </a:solidFill>
                <a:latin typeface="Arial"/>
                <a:ea typeface="Arial"/>
                <a:cs typeface="Arial"/>
              </a:rPr>
              <a:t>Harbor task</a:t>
            </a:r>
          </a:p>
        </p:txBody>
      </p:sp>
      <p:sp>
        <p:nvSpPr>
          <p:cNvPr id="316" name="Reviewed label 36: buffer as">
            <a:extLst xmlns:a="http://schemas.openxmlformats.org/drawingml/2006/main">
              <a:ext uri="{FF2B5EF4-FFF2-40B4-BE49-F238E27FC236}">
                <a16:creationId xmlns:a16="http://schemas.microsoft.com/office/drawing/2014/main" id="{A49A16EC-8E41-46E3-A85E-7AE3C6584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34339" y="6032214"/>
            <a:ext cx="1155922" cy="3605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28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28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pPr>
            <a:r>
              <a:rPr sz="2028" b="1" i="0">
                <a:solidFill>
                  <a:srgbClr val="BA5A48"/>
                </a:solidFill>
                <a:latin typeface="Arial"/>
                <a:ea typeface="Arial"/>
                <a:cs typeface="Arial"/>
              </a:rPr>
              <a:t>buffer as</a:t>
            </a:r>
          </a:p>
        </p:txBody>
      </p:sp>
      <p:sp>
        <p:nvSpPr>
          <p:cNvPr id="317" name="Reviewed label 37: weight">
            <a:extLst xmlns:a="http://schemas.openxmlformats.org/drawingml/2006/main">
              <a:ext uri="{FF2B5EF4-FFF2-40B4-BE49-F238E27FC236}">
                <a16:creationId xmlns:a16="http://schemas.microsoft.com/office/drawing/2014/main" id="{72C3B6E6-6357-4538-AF48-031DE6779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43737" y="6263190"/>
            <a:ext cx="554467" cy="2452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79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79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pPr>
            <a:r>
              <a:rPr sz="1379" b="1" i="0">
                <a:solidFill>
                  <a:srgbClr val="BA5A48"/>
                </a:solidFill>
                <a:latin typeface="Arial"/>
                <a:ea typeface="Arial"/>
                <a:cs typeface="Arial"/>
              </a:rPr>
              <a:t>weight</a:t>
            </a:r>
          </a:p>
        </p:txBody>
      </p:sp>
      <p:sp>
        <p:nvSpPr>
          <p:cNvPr id="318" name="Reviewed label 38: environment/">
            <a:extLst xmlns:a="http://schemas.openxmlformats.org/drawingml/2006/main">
              <a:ext uri="{FF2B5EF4-FFF2-40B4-BE49-F238E27FC236}">
                <a16:creationId xmlns:a16="http://schemas.microsoft.com/office/drawing/2014/main" id="{6FA37B9E-3B70-4FC4-B319-5A0177D32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66171" y="6038380"/>
            <a:ext cx="1419059" cy="3126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758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environment/</a:t>
            </a:r>
          </a:p>
        </p:txBody>
      </p:sp>
      <p:sp>
        <p:nvSpPr>
          <p:cNvPr id="319" name="Reviewed label 39: roles listed">
            <a:extLst xmlns:a="http://schemas.openxmlformats.org/drawingml/2006/main">
              <a:ext uri="{FF2B5EF4-FFF2-40B4-BE49-F238E27FC236}">
                <a16:creationId xmlns:a16="http://schemas.microsoft.com/office/drawing/2014/main" id="{6ABFC079-FC89-4C48-949D-D446A5A443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75568" y="6259455"/>
            <a:ext cx="1033751" cy="27430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43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43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543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roles listed</a:t>
            </a:r>
          </a:p>
        </p:txBody>
      </p:sp>
      <p:sp>
        <p:nvSpPr>
          <p:cNvPr id="320" name="Reviewed label 40: instruction.md">
            <a:extLst xmlns:a="http://schemas.openxmlformats.org/drawingml/2006/main">
              <a:ext uri="{FF2B5EF4-FFF2-40B4-BE49-F238E27FC236}">
                <a16:creationId xmlns:a16="http://schemas.microsoft.com/office/drawing/2014/main" id="{142225E8-2656-49EF-81F4-50C8B1954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75568" y="6618308"/>
            <a:ext cx="1663400" cy="2607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7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7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467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instruction.md</a:t>
            </a:r>
          </a:p>
        </p:txBody>
      </p:sp>
      <p:sp>
        <p:nvSpPr>
          <p:cNvPr id="321" name="Reviewed label 41: out of time">
            <a:extLst xmlns:a="http://schemas.openxmlformats.org/drawingml/2006/main">
              <a:ext uri="{FF2B5EF4-FFF2-40B4-BE49-F238E27FC236}">
                <a16:creationId xmlns:a16="http://schemas.microsoft.com/office/drawing/2014/main" id="{A4AE7587-A077-4457-AED5-41AFD8C48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53135" y="6715008"/>
            <a:ext cx="873990" cy="2396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48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48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pPr>
            <a:r>
              <a:rPr sz="1348" b="1" i="0">
                <a:solidFill>
                  <a:srgbClr val="BA5A48"/>
                </a:solidFill>
                <a:latin typeface="Arial"/>
                <a:ea typeface="Arial"/>
                <a:cs typeface="Arial"/>
              </a:rPr>
              <a:t>out of time</a:t>
            </a:r>
          </a:p>
        </p:txBody>
      </p:sp>
      <p:sp>
        <p:nvSpPr>
          <p:cNvPr id="322" name="Reviewed label 42: no training">
            <a:extLst xmlns:a="http://schemas.openxmlformats.org/drawingml/2006/main">
              <a:ext uri="{FF2B5EF4-FFF2-40B4-BE49-F238E27FC236}">
                <a16:creationId xmlns:a16="http://schemas.microsoft.com/office/drawing/2014/main" id="{2D7A8C35-5092-4B44-8A49-460F92248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75568" y="6823536"/>
            <a:ext cx="1005558" cy="272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33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33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533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no training</a:t>
            </a:r>
          </a:p>
        </p:txBody>
      </p:sp>
      <p:sp>
        <p:nvSpPr>
          <p:cNvPr id="323" name="Reviewed label 43: tests/">
            <a:extLst xmlns:a="http://schemas.openxmlformats.org/drawingml/2006/main">
              <a:ext uri="{FF2B5EF4-FFF2-40B4-BE49-F238E27FC236}">
                <a16:creationId xmlns:a16="http://schemas.microsoft.com/office/drawing/2014/main" id="{3FA3B35B-3EC2-4C07-8083-5A0F6724B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75568" y="7166542"/>
            <a:ext cx="695433" cy="3092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39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39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739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tests/</a:t>
            </a:r>
          </a:p>
        </p:txBody>
      </p:sp>
      <p:sp>
        <p:nvSpPr>
          <p:cNvPr id="324" name="Reviewed label 44: all-or-nothing">
            <a:extLst xmlns:a="http://schemas.openxmlformats.org/drawingml/2006/main">
              <a:ext uri="{FF2B5EF4-FFF2-40B4-BE49-F238E27FC236}">
                <a16:creationId xmlns:a16="http://schemas.microsoft.com/office/drawing/2014/main" id="{D52174DA-EDFA-4160-97E4-2AEADEEE7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53135" y="7288609"/>
            <a:ext cx="1090138" cy="2369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33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33" b="1" i="0">
                <a:solidFill>
                  <a:srgbClr val="BA5A48"/>
                </a:solidFill>
                <a:latin typeface="Arial"/>
                <a:ea typeface="Arial"/>
                <a:cs typeface="Arial"/>
              </a:defRPr>
            </a:pPr>
            <a:r>
              <a:rPr sz="1333" b="1" i="0">
                <a:solidFill>
                  <a:srgbClr val="BA5A48"/>
                </a:solidFill>
                <a:latin typeface="Arial"/>
                <a:ea typeface="Arial"/>
                <a:cs typeface="Arial"/>
              </a:rPr>
              <a:t>all-or-nothing</a:t>
            </a:r>
          </a:p>
        </p:txBody>
      </p:sp>
      <p:sp>
        <p:nvSpPr>
          <p:cNvPr id="325" name="Reviewed label 45: 15 graded checks">
            <a:extLst xmlns:a="http://schemas.openxmlformats.org/drawingml/2006/main">
              <a:ext uri="{FF2B5EF4-FFF2-40B4-BE49-F238E27FC236}">
                <a16:creationId xmlns:a16="http://schemas.microsoft.com/office/drawing/2014/main" id="{C54E8116-BABF-496E-BC95-493074B93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75568" y="7386969"/>
            <a:ext cx="1654002" cy="27597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52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52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552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15 graded checks</a:t>
            </a:r>
          </a:p>
        </p:txBody>
      </p:sp>
      <p:sp>
        <p:nvSpPr>
          <p:cNvPr id="326" name="Reviewed label 46: $ harbor task init \">
            <a:extLst xmlns:a="http://schemas.openxmlformats.org/drawingml/2006/main">
              <a:ext uri="{FF2B5EF4-FFF2-40B4-BE49-F238E27FC236}">
                <a16:creationId xmlns:a16="http://schemas.microsoft.com/office/drawing/2014/main" id="{1D3F00B2-1113-4D22-A7D9-F746AF64E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18919" y="7790979"/>
            <a:ext cx="2490401" cy="2767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56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56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pPr>
            <a:r>
              <a:rPr sz="1556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rPr>
              <a:t>$ harbor task init \</a:t>
            </a:r>
          </a:p>
        </p:txBody>
      </p:sp>
      <p:sp>
        <p:nvSpPr>
          <p:cNvPr id="327" name="Reviewed label 47: ckpt-recovery">
            <a:extLst xmlns:a="http://schemas.openxmlformats.org/drawingml/2006/main">
              <a:ext uri="{FF2B5EF4-FFF2-40B4-BE49-F238E27FC236}">
                <a16:creationId xmlns:a16="http://schemas.microsoft.com/office/drawing/2014/main" id="{7E708AA7-5874-4D9C-B98D-115DE42B7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63260" y="8042763"/>
            <a:ext cx="1625809" cy="291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42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42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pPr>
            <a:r>
              <a:rPr sz="1642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rPr>
              <a:t>ckpt-recovery</a:t>
            </a:r>
          </a:p>
        </p:txBody>
      </p:sp>
      <p:sp>
        <p:nvSpPr>
          <p:cNvPr id="328" name="Reviewed label 48: $ python3 make_assets.py">
            <a:extLst xmlns:a="http://schemas.openxmlformats.org/drawingml/2006/main">
              <a:ext uri="{FF2B5EF4-FFF2-40B4-BE49-F238E27FC236}">
                <a16:creationId xmlns:a16="http://schemas.microsoft.com/office/drawing/2014/main" id="{F7E6DB64-90DF-4A05-BDC1-2D86857E5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18919" y="8271068"/>
            <a:ext cx="3007276" cy="27043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21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21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pPr>
            <a:r>
              <a:rPr sz="1521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rPr>
              <a:t>$ python3 make_assets.py</a:t>
            </a:r>
          </a:p>
        </p:txBody>
      </p:sp>
      <p:sp>
        <p:nvSpPr>
          <p:cNvPr id="329" name="Reviewed label 49: Tests its own verifier">
            <a:extLst xmlns:a="http://schemas.openxmlformats.org/drawingml/2006/main">
              <a:ext uri="{FF2B5EF4-FFF2-40B4-BE49-F238E27FC236}">
                <a16:creationId xmlns:a16="http://schemas.microsoft.com/office/drawing/2014/main" id="{3DD2F6CC-99B9-4389-9DAD-EB5E0C6F5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82117" y="5046392"/>
            <a:ext cx="2490401" cy="3532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87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87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987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Tests its own verifier</a:t>
            </a:r>
          </a:p>
        </p:txBody>
      </p:sp>
      <p:sp>
        <p:nvSpPr>
          <p:cNvPr id="330" name="Reviewed label 50: Scores for known solutions">
            <a:extLst xmlns:a="http://schemas.openxmlformats.org/drawingml/2006/main">
              <a:ext uri="{FF2B5EF4-FFF2-40B4-BE49-F238E27FC236}">
                <a16:creationId xmlns:a16="http://schemas.microsoft.com/office/drawing/2014/main" id="{4677931F-649C-4636-825B-76F889FCE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90787" y="5681836"/>
            <a:ext cx="2885106" cy="3081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33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33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733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Scores for known solutions</a:t>
            </a:r>
          </a:p>
        </p:txBody>
      </p:sp>
      <p:sp>
        <p:nvSpPr>
          <p:cNvPr id="331" name="correct solution">
            <a:extLst xmlns:a="http://schemas.openxmlformats.org/drawingml/2006/main">
              <a:ext uri="{FF2B5EF4-FFF2-40B4-BE49-F238E27FC236}">
                <a16:creationId xmlns:a16="http://schemas.microsoft.com/office/drawing/2014/main" id="{84845C51-BE12-4546-82CA-121D3E99E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06935" y="6138744"/>
            <a:ext cx="1419059" cy="2629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79" b="1" i="0">
                <a:solidFill>
                  <a:srgbClr val="4A415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79" b="1" i="0">
                <a:solidFill>
                  <a:srgbClr val="4A4155"/>
                </a:solidFill>
                <a:latin typeface="Arial"/>
                <a:ea typeface="Arial"/>
                <a:cs typeface="Arial"/>
              </a:defRPr>
            </a:pPr>
            <a:r>
              <a:rPr sz="1479" b="1" i="0">
                <a:solidFill>
                  <a:srgbClr val="4A4155"/>
                </a:solidFill>
                <a:latin typeface="Arial"/>
                <a:ea typeface="Arial"/>
                <a:cs typeface="Arial"/>
              </a:rPr>
              <a:t>correct solution</a:t>
            </a:r>
          </a:p>
        </p:txBody>
      </p:sp>
      <p:sp>
        <p:nvSpPr>
          <p:cNvPr id="332" name="correct solution score">
            <a:extLst xmlns:a="http://schemas.openxmlformats.org/drawingml/2006/main">
              <a:ext uri="{FF2B5EF4-FFF2-40B4-BE49-F238E27FC236}">
                <a16:creationId xmlns:a16="http://schemas.microsoft.com/office/drawing/2014/main" id="{F7CC1680-10C1-4516-8763-D1317AB94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284563" y="6131172"/>
            <a:ext cx="319523" cy="3218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0" b="1" i="0">
                <a:solidFill>
                  <a:srgbClr val="327A5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0" b="1" i="0">
                <a:solidFill>
                  <a:srgbClr val="327A53"/>
                </a:solidFill>
                <a:latin typeface="Arial"/>
                <a:ea typeface="Arial"/>
                <a:cs typeface="Arial"/>
              </a:defRPr>
            </a:pPr>
            <a:r>
              <a:rPr sz="1810" b="1" i="0">
                <a:solidFill>
                  <a:srgbClr val="327A53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33" name="buffers as weights">
            <a:extLst xmlns:a="http://schemas.openxmlformats.org/drawingml/2006/main">
              <a:ext uri="{FF2B5EF4-FFF2-40B4-BE49-F238E27FC236}">
                <a16:creationId xmlns:a16="http://schemas.microsoft.com/office/drawing/2014/main" id="{73538CD9-9872-46E0-B08D-BC7260AD0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06935" y="6518979"/>
            <a:ext cx="1437854" cy="2293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90" b="1" i="0">
                <a:solidFill>
                  <a:srgbClr val="4A415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90" b="1" i="0">
                <a:solidFill>
                  <a:srgbClr val="4A4155"/>
                </a:solidFill>
                <a:latin typeface="Arial"/>
                <a:ea typeface="Arial"/>
                <a:cs typeface="Arial"/>
              </a:defRPr>
            </a:pPr>
            <a:r>
              <a:rPr sz="1290" b="1" i="0">
                <a:solidFill>
                  <a:srgbClr val="4A4155"/>
                </a:solidFill>
                <a:latin typeface="Arial"/>
                <a:ea typeface="Arial"/>
                <a:cs typeface="Arial"/>
              </a:rPr>
              <a:t>buffers as weights</a:t>
            </a:r>
          </a:p>
        </p:txBody>
      </p:sp>
      <p:sp>
        <p:nvSpPr>
          <p:cNvPr id="334" name="buffers as weights score">
            <a:extLst xmlns:a="http://schemas.openxmlformats.org/drawingml/2006/main">
              <a:ext uri="{FF2B5EF4-FFF2-40B4-BE49-F238E27FC236}">
                <a16:creationId xmlns:a16="http://schemas.microsoft.com/office/drawing/2014/main" id="{8B5613EE-2259-4D87-8933-A25719F36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90586" y="6507082"/>
            <a:ext cx="319523" cy="3218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0" b="1" i="0">
                <a:solidFill>
                  <a:srgbClr val="684493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0" b="1" i="0">
                <a:solidFill>
                  <a:srgbClr val="684493"/>
                </a:solidFill>
                <a:latin typeface="Arial"/>
                <a:ea typeface="Arial"/>
                <a:cs typeface="Arial"/>
              </a:defRPr>
            </a:pPr>
            <a:r>
              <a:rPr sz="1810" b="1" i="0">
                <a:solidFill>
                  <a:srgbClr val="684493"/>
                </a:solidFill>
                <a:latin typeface="Arial"/>
                <a:ea typeface="Arial"/>
                <a:cs typeface="Arial"/>
              </a:rPr>
              <a:t>.87</a:t>
            </a:r>
          </a:p>
        </p:txBody>
      </p:sp>
      <p:sp>
        <p:nvSpPr>
          <p:cNvPr id="335" name="empty workspace">
            <a:extLst xmlns:a="http://schemas.openxmlformats.org/drawingml/2006/main">
              <a:ext uri="{FF2B5EF4-FFF2-40B4-BE49-F238E27FC236}">
                <a16:creationId xmlns:a16="http://schemas.microsoft.com/office/drawing/2014/main" id="{BD801357-C88D-4243-AEEC-8AA6573DD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06935" y="6893125"/>
            <a:ext cx="1456650" cy="2430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367" b="1" i="0">
                <a:solidFill>
                  <a:srgbClr val="4A415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367" b="1" i="0">
                <a:solidFill>
                  <a:srgbClr val="4A4155"/>
                </a:solidFill>
                <a:latin typeface="Arial"/>
                <a:ea typeface="Arial"/>
                <a:cs typeface="Arial"/>
              </a:defRPr>
            </a:pPr>
            <a:r>
              <a:rPr sz="1367" b="1" i="0">
                <a:solidFill>
                  <a:srgbClr val="4A4155"/>
                </a:solidFill>
                <a:latin typeface="Arial"/>
                <a:ea typeface="Arial"/>
                <a:cs typeface="Arial"/>
              </a:rPr>
              <a:t>empty workspace</a:t>
            </a:r>
          </a:p>
        </p:txBody>
      </p:sp>
      <p:sp>
        <p:nvSpPr>
          <p:cNvPr id="336" name="empty workspace score">
            <a:extLst xmlns:a="http://schemas.openxmlformats.org/drawingml/2006/main">
              <a:ext uri="{FF2B5EF4-FFF2-40B4-BE49-F238E27FC236}">
                <a16:creationId xmlns:a16="http://schemas.microsoft.com/office/drawing/2014/main" id="{CFB04FCD-A4F6-47AC-A9D1-CF5A31D6B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23346" y="6887869"/>
            <a:ext cx="112773" cy="2839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97" b="1" i="0">
                <a:solidFill>
                  <a:srgbClr val="C54C3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97" b="1" i="0">
                <a:solidFill>
                  <a:srgbClr val="C54C3A"/>
                </a:solidFill>
                <a:latin typeface="Arial"/>
                <a:ea typeface="Arial"/>
                <a:cs typeface="Arial"/>
              </a:defRPr>
            </a:pPr>
            <a:r>
              <a:rPr sz="1597" b="1" i="0">
                <a:solidFill>
                  <a:srgbClr val="C54C3A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337" name="cheating solution">
            <a:extLst xmlns:a="http://schemas.openxmlformats.org/drawingml/2006/main">
              <a:ext uri="{FF2B5EF4-FFF2-40B4-BE49-F238E27FC236}">
                <a16:creationId xmlns:a16="http://schemas.microsoft.com/office/drawing/2014/main" id="{C429F915-081B-402A-85A5-6B521C86C3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06935" y="7268192"/>
            <a:ext cx="1475445" cy="2495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4" b="1" i="0">
                <a:solidFill>
                  <a:srgbClr val="4A4155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4" b="1" i="0">
                <a:solidFill>
                  <a:srgbClr val="4A4155"/>
                </a:solidFill>
                <a:latin typeface="Arial"/>
                <a:ea typeface="Arial"/>
                <a:cs typeface="Arial"/>
              </a:defRPr>
            </a:pPr>
            <a:r>
              <a:rPr sz="1404" b="1" i="0">
                <a:solidFill>
                  <a:srgbClr val="4A4155"/>
                </a:solidFill>
                <a:latin typeface="Arial"/>
                <a:ea typeface="Arial"/>
                <a:cs typeface="Arial"/>
              </a:rPr>
              <a:t>cheating solution</a:t>
            </a:r>
          </a:p>
        </p:txBody>
      </p:sp>
      <p:sp>
        <p:nvSpPr>
          <p:cNvPr id="338" name="cheating solution score">
            <a:extLst xmlns:a="http://schemas.openxmlformats.org/drawingml/2006/main">
              <a:ext uri="{FF2B5EF4-FFF2-40B4-BE49-F238E27FC236}">
                <a16:creationId xmlns:a16="http://schemas.microsoft.com/office/drawing/2014/main" id="{324D9D8E-1B48-4CEE-8E5A-B2676AD94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23346" y="7263778"/>
            <a:ext cx="112773" cy="2839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97" b="1" i="0">
                <a:solidFill>
                  <a:srgbClr val="C54C3A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97" b="1" i="0">
                <a:solidFill>
                  <a:srgbClr val="C54C3A"/>
                </a:solidFill>
                <a:latin typeface="Arial"/>
                <a:ea typeface="Arial"/>
                <a:cs typeface="Arial"/>
              </a:defRPr>
            </a:pPr>
            <a:r>
              <a:rPr sz="1597" b="1" i="0">
                <a:solidFill>
                  <a:srgbClr val="C54C3A"/>
                </a:solidFill>
                <a:latin typeface="Arial"/>
                <a:ea typeface="Arial"/>
                <a:cs typeface="Arial"/>
              </a:rPr>
              <a:t>0</a:t>
            </a:r>
          </a:p>
        </p:txBody>
      </p:sp>
      <p:sp>
        <p:nvSpPr>
          <p:cNvPr id="339" name="Reviewed label 55: $ bash tests/test.sh">
            <a:extLst xmlns:a="http://schemas.openxmlformats.org/drawingml/2006/main">
              <a:ext uri="{FF2B5EF4-FFF2-40B4-BE49-F238E27FC236}">
                <a16:creationId xmlns:a16="http://schemas.microsoft.com/office/drawing/2014/main" id="{1E51027D-88E0-4472-8702-52CA63300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47174" y="7790979"/>
            <a:ext cx="2499799" cy="2767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56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56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defRPr>
            </a:pPr>
            <a:r>
              <a:rPr sz="1556" b="1" i="0">
                <a:solidFill>
                  <a:srgbClr val="D8CFE3"/>
                </a:solidFill>
                <a:latin typeface="Courier New"/>
                <a:ea typeface="Courier New"/>
                <a:cs typeface="Courier New"/>
              </a:rPr>
              <a:t>$ bash tests/test.sh</a:t>
            </a:r>
          </a:p>
        </p:txBody>
      </p:sp>
      <p:sp>
        <p:nvSpPr>
          <p:cNvPr id="340" name="Reviewed label 56: 13/15 checks">
            <a:extLst xmlns:a="http://schemas.openxmlformats.org/drawingml/2006/main">
              <a:ext uri="{FF2B5EF4-FFF2-40B4-BE49-F238E27FC236}">
                <a16:creationId xmlns:a16="http://schemas.microsoft.com/office/drawing/2014/main" id="{62E1E986-28F9-49A8-86B1-DF2450EE8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47174" y="8024367"/>
            <a:ext cx="1484843" cy="28879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4" b="1" i="0">
                <a:solidFill>
                  <a:srgbClr val="AED7C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4" b="1" i="0">
                <a:solidFill>
                  <a:srgbClr val="AED7C3"/>
                </a:solidFill>
                <a:latin typeface="Courier New"/>
                <a:ea typeface="Courier New"/>
                <a:cs typeface="Courier New"/>
              </a:defRPr>
            </a:pPr>
            <a:r>
              <a:rPr sz="1624" b="1" i="0">
                <a:solidFill>
                  <a:srgbClr val="AED7C3"/>
                </a:solidFill>
                <a:latin typeface="Courier New"/>
                <a:ea typeface="Courier New"/>
                <a:cs typeface="Courier New"/>
              </a:rPr>
              <a:t>13/15 checks</a:t>
            </a:r>
          </a:p>
        </p:txBody>
      </p:sp>
      <p:sp>
        <p:nvSpPr>
          <p:cNvPr id="341" name="Reviewed label 57: -&gt; reward 0.87">
            <a:extLst xmlns:a="http://schemas.openxmlformats.org/drawingml/2006/main">
              <a:ext uri="{FF2B5EF4-FFF2-40B4-BE49-F238E27FC236}">
                <a16:creationId xmlns:a16="http://schemas.microsoft.com/office/drawing/2014/main" id="{3F8D49A1-068F-495D-AC03-3AB7D6366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747174" y="8278158"/>
            <a:ext cx="1729184" cy="2883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22" b="1" i="0">
                <a:solidFill>
                  <a:srgbClr val="AED7C3"/>
                </a:solidFill>
                <a:latin typeface="Courier New"/>
                <a:ea typeface="Courier New"/>
                <a:cs typeface="Courier New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22" b="1" i="0">
                <a:solidFill>
                  <a:srgbClr val="AED7C3"/>
                </a:solidFill>
                <a:latin typeface="Courier New"/>
                <a:ea typeface="Courier New"/>
                <a:cs typeface="Courier New"/>
              </a:defRPr>
            </a:pPr>
            <a:r>
              <a:rPr sz="1622" b="1" i="0">
                <a:solidFill>
                  <a:srgbClr val="AED7C3"/>
                </a:solidFill>
                <a:latin typeface="Courier New"/>
                <a:ea typeface="Courier New"/>
                <a:cs typeface="Courier New"/>
              </a:rPr>
              <a:t>-&gt; reward 0.87</a:t>
            </a:r>
          </a:p>
        </p:txBody>
      </p:sp>
      <p:sp>
        <p:nvSpPr>
          <p:cNvPr id="342" name="Reviewed label 58: Verification">
            <a:extLst xmlns:a="http://schemas.openxmlformats.org/drawingml/2006/main">
              <a:ext uri="{FF2B5EF4-FFF2-40B4-BE49-F238E27FC236}">
                <a16:creationId xmlns:a16="http://schemas.microsoft.com/office/drawing/2014/main" id="{F35B9B93-CE15-4FF0-A112-899781EEE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23145" y="2319697"/>
            <a:ext cx="1400263" cy="3637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46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46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2046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Verification</a:t>
            </a:r>
          </a:p>
        </p:txBody>
      </p:sp>
      <p:sp>
        <p:nvSpPr>
          <p:cNvPr id="343" name="Reviewed label 59: image builds">
            <a:extLst xmlns:a="http://schemas.openxmlformats.org/drawingml/2006/main">
              <a:ext uri="{FF2B5EF4-FFF2-40B4-BE49-F238E27FC236}">
                <a16:creationId xmlns:a16="http://schemas.microsoft.com/office/drawing/2014/main" id="{5CFFC521-307A-4DFA-8F90-4E7D78587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39293" y="2961788"/>
            <a:ext cx="1165320" cy="2670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2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2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502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image builds</a:t>
            </a:r>
          </a:p>
        </p:txBody>
      </p:sp>
      <p:sp>
        <p:nvSpPr>
          <p:cNvPr id="344" name="Reviewed label 60: reference">
            <a:extLst xmlns:a="http://schemas.openxmlformats.org/drawingml/2006/main">
              <a:ext uri="{FF2B5EF4-FFF2-40B4-BE49-F238E27FC236}">
                <a16:creationId xmlns:a16="http://schemas.microsoft.com/office/drawing/2014/main" id="{256E7D90-33F9-4661-B995-ABF598774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48691" y="3507734"/>
            <a:ext cx="836399" cy="26018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3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3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463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reference</a:t>
            </a:r>
          </a:p>
        </p:txBody>
      </p:sp>
      <p:sp>
        <p:nvSpPr>
          <p:cNvPr id="345" name="Reviewed label 61: do nothing  r &lt; .5">
            <a:extLst xmlns:a="http://schemas.openxmlformats.org/drawingml/2006/main">
              <a:ext uri="{FF2B5EF4-FFF2-40B4-BE49-F238E27FC236}">
                <a16:creationId xmlns:a16="http://schemas.microsoft.com/office/drawing/2014/main" id="{982A6748-BEB8-4019-A504-DD827A9E7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48691" y="4061318"/>
            <a:ext cx="1541229" cy="267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502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502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502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do nothing  r &lt; .5</a:t>
            </a:r>
          </a:p>
        </p:txBody>
      </p:sp>
      <p:sp>
        <p:nvSpPr>
          <p:cNvPr id="346" name="Reviewed label 62: rubric passes">
            <a:extLst xmlns:a="http://schemas.openxmlformats.org/drawingml/2006/main">
              <a:ext uri="{FF2B5EF4-FFF2-40B4-BE49-F238E27FC236}">
                <a16:creationId xmlns:a16="http://schemas.microsoft.com/office/drawing/2014/main" id="{250F2E31-BA62-41B0-875D-C2E80CD27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248691" y="4607937"/>
            <a:ext cx="1184115" cy="2549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34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34" b="1" i="0">
                <a:solidFill>
                  <a:srgbClr val="33283F"/>
                </a:solidFill>
                <a:latin typeface="Arial"/>
                <a:ea typeface="Arial"/>
                <a:cs typeface="Arial"/>
              </a:defRPr>
            </a:pPr>
            <a:r>
              <a:rPr sz="1434" b="1" i="0">
                <a:solidFill>
                  <a:srgbClr val="33283F"/>
                </a:solidFill>
                <a:latin typeface="Arial"/>
                <a:ea typeface="Arial"/>
                <a:cs typeface="Arial"/>
              </a:rPr>
              <a:t>rubric passes</a:t>
            </a:r>
          </a:p>
        </p:txBody>
      </p:sp>
      <p:sp>
        <p:nvSpPr>
          <p:cNvPr id="347" name="Reviewed label 63: Validation">
            <a:extLst xmlns:a="http://schemas.openxmlformats.org/drawingml/2006/main">
              <a:ext uri="{FF2B5EF4-FFF2-40B4-BE49-F238E27FC236}">
                <a16:creationId xmlns:a16="http://schemas.microsoft.com/office/drawing/2014/main" id="{786DB297-A37B-405D-89FC-10C167DEB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82906" y="5041207"/>
            <a:ext cx="1080740" cy="3205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3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3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803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Validation</a:t>
            </a:r>
          </a:p>
        </p:txBody>
      </p:sp>
      <p:sp>
        <p:nvSpPr>
          <p:cNvPr id="348" name="Reviewed label 64: Calibration">
            <a:extLst xmlns:a="http://schemas.openxmlformats.org/drawingml/2006/main">
              <a:ext uri="{FF2B5EF4-FFF2-40B4-BE49-F238E27FC236}">
                <a16:creationId xmlns:a16="http://schemas.microsoft.com/office/drawing/2014/main" id="{A59AFC0D-9282-4C34-AFA1-C5F0BF6F6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135918" y="6498233"/>
            <a:ext cx="1184115" cy="317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86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86" b="1" i="0">
                <a:solidFill>
                  <a:srgbClr val="674391"/>
                </a:solidFill>
                <a:latin typeface="Arial"/>
                <a:ea typeface="Arial"/>
                <a:cs typeface="Arial"/>
              </a:defRPr>
            </a:pPr>
            <a:r>
              <a:rPr sz="1786" b="1" i="0">
                <a:solidFill>
                  <a:srgbClr val="674391"/>
                </a:solidFill>
                <a:latin typeface="Arial"/>
                <a:ea typeface="Arial"/>
                <a:cs typeface="Arial"/>
              </a:rPr>
              <a:t>Calibration</a:t>
            </a:r>
          </a:p>
        </p:txBody>
      </p:sp>
      <p:sp>
        <p:nvSpPr>
          <p:cNvPr id="349" name="Reviewed label 65: Training Pool">
            <a:extLst xmlns:a="http://schemas.openxmlformats.org/drawingml/2006/main">
              <a:ext uri="{FF2B5EF4-FFF2-40B4-BE49-F238E27FC236}">
                <a16:creationId xmlns:a16="http://schemas.microsoft.com/office/drawing/2014/main" id="{25AB55A2-9C1B-486E-A5F1-C375C08DE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04349" y="7588327"/>
            <a:ext cx="1437854" cy="3179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88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88" b="1" i="0">
                <a:solidFill>
                  <a:srgbClr val="237E7B"/>
                </a:solidFill>
                <a:latin typeface="Arial"/>
                <a:ea typeface="Arial"/>
                <a:cs typeface="Arial"/>
              </a:defRPr>
            </a:pPr>
            <a:r>
              <a:rPr sz="1788" b="1" i="0">
                <a:solidFill>
                  <a:srgbClr val="237E7B"/>
                </a:solidFill>
                <a:latin typeface="Arial"/>
                <a:ea typeface="Arial"/>
                <a:cs typeface="Arial"/>
              </a:rPr>
              <a:t>Training Pool</a:t>
            </a:r>
          </a:p>
        </p:txBody>
      </p:sp>
    </p:spTree>
    <p:extLst>
      <p:ext uri="{BB962C8B-B14F-4D97-AF65-F5344CB8AC3E}">
        <p14:creationId xmlns:p14="http://schemas.microsoft.com/office/powerpoint/2010/main" val="1943981983"/>
      </p:ext>
    </p:extLst>
  </p:cSld>
</p:sld>
</file>

<file path=ppt/slides/slide26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70" name="path-1">
            <a:extLst xmlns:a="http://schemas.openxmlformats.org/drawingml/2006/main">
              <a:ext uri="{FF2B5EF4-FFF2-40B4-BE49-F238E27FC236}">
                <a16:creationId xmlns:a16="http://schemas.microsoft.com/office/drawing/2014/main" id="{CABC3E1B-51DE-43B0-8EDE-8DFBEA91C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55" y="966974"/>
            <a:ext cx="17970397" cy="8321554"/>
          </a:xfrm>
          <a:custGeom xmlns:a="http://schemas.openxmlformats.org/drawingml/2006/main">
            <a:pathLst>
              <a:path w="15724097" h="7281360">
                <a:moveTo>
                  <a:pt x="15724097" y="0"/>
                </a:moveTo>
                <a:lnTo>
                  <a:pt x="0" y="0"/>
                </a:lnTo>
                <a:lnTo>
                  <a:pt x="0" y="7281360"/>
                </a:lnTo>
                <a:lnTo>
                  <a:pt x="15724097" y="7281360"/>
                </a:lnTo>
                <a:lnTo>
                  <a:pt x="15724097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" name="path-2">
            <a:extLst xmlns:a="http://schemas.openxmlformats.org/drawingml/2006/main">
              <a:ext uri="{FF2B5EF4-FFF2-40B4-BE49-F238E27FC236}">
                <a16:creationId xmlns:a16="http://schemas.microsoft.com/office/drawing/2014/main" id="{9D46FB9F-F969-4982-A3CC-8F0CCFC83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55" y="966974"/>
            <a:ext cx="17970397" cy="8321554"/>
          </a:xfrm>
          <a:custGeom xmlns:a="http://schemas.openxmlformats.org/drawingml/2006/main">
            <a:pathLst>
              <a:path w="15724097" h="7281360">
                <a:moveTo>
                  <a:pt x="15724097" y="0"/>
                </a:moveTo>
                <a:lnTo>
                  <a:pt x="0" y="0"/>
                </a:lnTo>
                <a:lnTo>
                  <a:pt x="0" y="7281360"/>
                </a:lnTo>
                <a:lnTo>
                  <a:pt x="15724097" y="7281360"/>
                </a:lnTo>
                <a:lnTo>
                  <a:pt x="15724097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" name="path-3">
            <a:extLst xmlns:a="http://schemas.openxmlformats.org/drawingml/2006/main">
              <a:ext uri="{FF2B5EF4-FFF2-40B4-BE49-F238E27FC236}">
                <a16:creationId xmlns:a16="http://schemas.microsoft.com/office/drawing/2014/main" id="{8B5CD397-5165-4462-9797-304814E77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8544" y="3701413"/>
            <a:ext cx="6458151" cy="5335948"/>
          </a:xfrm>
          <a:custGeom xmlns:a="http://schemas.openxmlformats.org/drawingml/2006/main">
            <a:pathLst>
              <a:path w="5650882" h="4668955">
                <a:moveTo>
                  <a:pt x="0" y="10681"/>
                </a:moveTo>
                <a:lnTo>
                  <a:pt x="4461319" y="0"/>
                </a:lnTo>
                <a:lnTo>
                  <a:pt x="5650882" y="1193680"/>
                </a:lnTo>
                <a:cubicBezTo>
                  <a:pt x="5580233" y="1924897"/>
                  <a:pt x="5549474" y="2669408"/>
                  <a:pt x="5478825" y="3400625"/>
                </a:cubicBezTo>
                <a:cubicBezTo>
                  <a:pt x="4842984" y="3803323"/>
                  <a:pt x="4255329" y="4266256"/>
                  <a:pt x="3619489" y="4668955"/>
                </a:cubicBezTo>
                <a:cubicBezTo>
                  <a:pt x="3612423" y="3450259"/>
                  <a:pt x="3594263" y="2060063"/>
                  <a:pt x="3587200" y="841370"/>
                </a:cubicBezTo>
                <a:lnTo>
                  <a:pt x="7065" y="844901"/>
                </a:lnTo>
                <a:lnTo>
                  <a:pt x="0" y="10681"/>
                </a:lnTo>
              </a:path>
            </a:pathLst>
          </a:custGeom>
          <a:solidFill xmlns:a="http://schemas.openxmlformats.org/drawingml/2006/main">
            <a:srgbClr val="36BAE9">
              <a:alpha val="1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" name="path-4">
            <a:extLst xmlns:a="http://schemas.openxmlformats.org/drawingml/2006/main">
              <a:ext uri="{FF2B5EF4-FFF2-40B4-BE49-F238E27FC236}">
                <a16:creationId xmlns:a16="http://schemas.microsoft.com/office/drawing/2014/main" id="{630514D0-64AF-498F-B83F-17F4D5A91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5237" y="3700261"/>
            <a:ext cx="5208089" cy="5335062"/>
          </a:xfrm>
          <a:custGeom xmlns:a="http://schemas.openxmlformats.org/drawingml/2006/main">
            <a:pathLst>
              <a:path w="4557078" h="4668179">
                <a:moveTo>
                  <a:pt x="1011533" y="39889"/>
                </a:moveTo>
                <a:lnTo>
                  <a:pt x="960265" y="0"/>
                </a:lnTo>
                <a:lnTo>
                  <a:pt x="0" y="1131836"/>
                </a:lnTo>
                <a:lnTo>
                  <a:pt x="425960" y="3422831"/>
                </a:lnTo>
                <a:lnTo>
                  <a:pt x="2265884" y="4643451"/>
                </a:lnTo>
                <a:lnTo>
                  <a:pt x="4557078" y="4668179"/>
                </a:lnTo>
                <a:cubicBezTo>
                  <a:pt x="4554269" y="4436830"/>
                  <a:pt x="4530103" y="4152090"/>
                  <a:pt x="4527293" y="3920744"/>
                </a:cubicBezTo>
                <a:lnTo>
                  <a:pt x="2341189" y="3915689"/>
                </a:lnTo>
                <a:lnTo>
                  <a:pt x="2313508" y="1051302"/>
                </a:lnTo>
                <a:lnTo>
                  <a:pt x="1007471" y="1057206"/>
                </a:lnTo>
                <a:cubicBezTo>
                  <a:pt x="1004844" y="773843"/>
                  <a:pt x="1014160" y="323254"/>
                  <a:pt x="1011533" y="39889"/>
                </a:cubicBezTo>
              </a:path>
            </a:pathLst>
          </a:custGeom>
          <a:solidFill xmlns:a="http://schemas.openxmlformats.org/drawingml/2006/main">
            <a:srgbClr val="477BD8">
              <a:alpha val="15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" name="path-5">
            <a:extLst xmlns:a="http://schemas.openxmlformats.org/drawingml/2006/main">
              <a:ext uri="{FF2B5EF4-FFF2-40B4-BE49-F238E27FC236}">
                <a16:creationId xmlns:a16="http://schemas.microsoft.com/office/drawing/2014/main" id="{8225D51D-13DE-4C6B-9836-AFF95ED0C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9305" y="8137138"/>
            <a:ext cx="2390056" cy="539941"/>
          </a:xfrm>
          <a:custGeom xmlns:a="http://schemas.openxmlformats.org/drawingml/2006/main">
            <a:pathLst>
              <a:path w="2091299" h="472448">
                <a:moveTo>
                  <a:pt x="2091299" y="47244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9B54ED86-DEB2-42B8-9623-B04B18A8907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94b93aff4464539"/>
          <a:stretch xmlns:a="http://schemas.openxmlformats.org/drawingml/2006/main"/>
        </p:blipFill>
        <p:spPr>
          <a:xfrm xmlns:a="http://schemas.openxmlformats.org/drawingml/2006/main">
            <a:off x="164528" y="6985239"/>
            <a:ext cx="8294914" cy="2275114"/>
          </a:xfrm>
          <a:prstGeom xmlns:a="http://schemas.openxmlformats.org/drawingml/2006/main" prst="rect">
            <a:avLst/>
          </a:prstGeom>
        </p:spPr>
      </p:pic>
      <p:sp>
        <p:nvSpPr>
          <p:cNvPr id="7" name="path-7">
            <a:extLst xmlns:a="http://schemas.openxmlformats.org/drawingml/2006/main">
              <a:ext uri="{FF2B5EF4-FFF2-40B4-BE49-F238E27FC236}">
                <a16:creationId xmlns:a16="http://schemas.microsoft.com/office/drawing/2014/main" id="{0177D219-3121-4923-BB0D-4A23833EE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6318" y="7042334"/>
            <a:ext cx="8091490" cy="2065784"/>
          </a:xfrm>
          <a:custGeom xmlns:a="http://schemas.openxmlformats.org/drawingml/2006/main">
            <a:pathLst>
              <a:path w="7080054" h="1807561">
                <a:moveTo>
                  <a:pt x="0" y="85969"/>
                </a:moveTo>
                <a:cubicBezTo>
                  <a:pt x="0" y="38489"/>
                  <a:pt x="38490" y="0"/>
                  <a:pt x="85969" y="0"/>
                </a:cubicBezTo>
                <a:lnTo>
                  <a:pt x="6994086" y="0"/>
                </a:lnTo>
                <a:cubicBezTo>
                  <a:pt x="7041564" y="0"/>
                  <a:pt x="7080054" y="38489"/>
                  <a:pt x="7080054" y="85969"/>
                </a:cubicBezTo>
                <a:lnTo>
                  <a:pt x="7080054" y="1721592"/>
                </a:lnTo>
                <a:cubicBezTo>
                  <a:pt x="7080054" y="1769071"/>
                  <a:pt x="7041564" y="1807561"/>
                  <a:pt x="6994086" y="1807561"/>
                </a:cubicBezTo>
                <a:lnTo>
                  <a:pt x="85969" y="1807561"/>
                </a:lnTo>
                <a:cubicBezTo>
                  <a:pt x="38490" y="1807561"/>
                  <a:pt x="0" y="1769071"/>
                  <a:pt x="0" y="1721592"/>
                </a:cubicBezTo>
                <a:lnTo>
                  <a:pt x="0" y="8596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" name="path-8">
            <a:extLst xmlns:a="http://schemas.openxmlformats.org/drawingml/2006/main">
              <a:ext uri="{FF2B5EF4-FFF2-40B4-BE49-F238E27FC236}">
                <a16:creationId xmlns:a16="http://schemas.microsoft.com/office/drawing/2014/main" id="{8FE38130-7800-4DB2-826E-7CC2189E0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6318" y="7042334"/>
            <a:ext cx="8091490" cy="2065782"/>
          </a:xfrm>
          <a:custGeom xmlns:a="http://schemas.openxmlformats.org/drawingml/2006/main">
            <a:pathLst>
              <a:path w="7080054" h="1807560">
                <a:moveTo>
                  <a:pt x="0" y="85969"/>
                </a:moveTo>
                <a:cubicBezTo>
                  <a:pt x="0" y="38489"/>
                  <a:pt x="38490" y="0"/>
                  <a:pt x="85969" y="0"/>
                </a:cubicBezTo>
                <a:lnTo>
                  <a:pt x="6994085" y="0"/>
                </a:lnTo>
                <a:cubicBezTo>
                  <a:pt x="7041564" y="0"/>
                  <a:pt x="7080054" y="38489"/>
                  <a:pt x="7080054" y="85969"/>
                </a:cubicBezTo>
                <a:lnTo>
                  <a:pt x="7080054" y="1721591"/>
                </a:lnTo>
                <a:cubicBezTo>
                  <a:pt x="7080054" y="1769070"/>
                  <a:pt x="7041564" y="1807560"/>
                  <a:pt x="6994085" y="1807560"/>
                </a:cubicBezTo>
                <a:lnTo>
                  <a:pt x="85969" y="1807560"/>
                </a:lnTo>
                <a:cubicBezTo>
                  <a:pt x="38490" y="1807560"/>
                  <a:pt x="0" y="1769070"/>
                  <a:pt x="0" y="1721591"/>
                </a:cubicBezTo>
                <a:lnTo>
                  <a:pt x="0" y="8596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9" name="path-9">
            <a:extLst xmlns:a="http://schemas.openxmlformats.org/drawingml/2006/main">
              <a:ext uri="{FF2B5EF4-FFF2-40B4-BE49-F238E27FC236}">
                <a16:creationId xmlns:a16="http://schemas.microsoft.com/office/drawing/2014/main" id="{D4EDB379-30D0-4146-9955-38930AFA5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60" y="1038795"/>
            <a:ext cx="3860912" cy="522392"/>
          </a:xfrm>
          <a:custGeom xmlns:a="http://schemas.openxmlformats.org/drawingml/2006/main">
            <a:pathLst>
              <a:path w="3378298" h="457093">
                <a:moveTo>
                  <a:pt x="0" y="76185"/>
                </a:moveTo>
                <a:cubicBezTo>
                  <a:pt x="0" y="34109"/>
                  <a:pt x="34109" y="0"/>
                  <a:pt x="76184" y="0"/>
                </a:cubicBezTo>
                <a:lnTo>
                  <a:pt x="3302112" y="0"/>
                </a:lnTo>
                <a:cubicBezTo>
                  <a:pt x="3344190" y="0"/>
                  <a:pt x="3378298" y="34109"/>
                  <a:pt x="3378298" y="76185"/>
                </a:cubicBezTo>
                <a:lnTo>
                  <a:pt x="3378298" y="380909"/>
                </a:lnTo>
                <a:cubicBezTo>
                  <a:pt x="3378298" y="422986"/>
                  <a:pt x="3344190" y="457093"/>
                  <a:pt x="3302112" y="457093"/>
                </a:cubicBezTo>
                <a:lnTo>
                  <a:pt x="76184" y="457093"/>
                </a:lnTo>
                <a:cubicBezTo>
                  <a:pt x="34109" y="457093"/>
                  <a:pt x="0" y="422986"/>
                  <a:pt x="0" y="380909"/>
                </a:cubicBezTo>
                <a:lnTo>
                  <a:pt x="0" y="76185"/>
                </a:lnTo>
              </a:path>
            </a:pathLst>
          </a:custGeom>
          <a:solidFill xmlns:a="http://schemas.openxmlformats.org/drawingml/2006/main">
            <a:srgbClr val="C1C0F4">
              <a:alpha val="90000"/>
            </a:srgbClr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" name="ODE native panel-border soft shadow xref 724 layer 1">
            <a:extLst xmlns:a="http://schemas.openxmlformats.org/drawingml/2006/main">
              <a:ext uri="{FF2B5EF4-FFF2-40B4-BE49-F238E27FC236}">
                <a16:creationId xmlns:a16="http://schemas.microsoft.com/office/drawing/2014/main" id="{2DF3B7B9-B6E5-465D-97DF-97300A4FD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374" y="1071452"/>
            <a:ext cx="8248198" cy="8176304"/>
          </a:xfrm>
          <a:custGeom xmlns:a="http://schemas.openxmlformats.org/drawingml/2006/main">
            <a:pathLst>
              <a:path w="7217174" h="7154266">
                <a:moveTo>
                  <a:pt x="0" y="118471"/>
                </a:moveTo>
                <a:cubicBezTo>
                  <a:pt x="0" y="53041"/>
                  <a:pt x="53041" y="0"/>
                  <a:pt x="118471" y="0"/>
                </a:cubicBezTo>
                <a:lnTo>
                  <a:pt x="7098702" y="0"/>
                </a:lnTo>
                <a:cubicBezTo>
                  <a:pt x="7164132" y="0"/>
                  <a:pt x="7217174" y="53041"/>
                  <a:pt x="7217174" y="118471"/>
                </a:cubicBezTo>
                <a:lnTo>
                  <a:pt x="7217174" y="7035795"/>
                </a:lnTo>
                <a:cubicBezTo>
                  <a:pt x="7217174" y="7101225"/>
                  <a:pt x="7164132" y="7154266"/>
                  <a:pt x="7098702" y="7154266"/>
                </a:cubicBezTo>
                <a:lnTo>
                  <a:pt x="118471" y="7154266"/>
                </a:lnTo>
                <a:cubicBezTo>
                  <a:pt x="53041" y="7154266"/>
                  <a:pt x="0" y="7101225"/>
                  <a:pt x="0" y="7035795"/>
                </a:cubicBezTo>
                <a:lnTo>
                  <a:pt x="0" y="118471"/>
                </a:lnTo>
              </a:path>
            </a:pathLst>
          </a:custGeom>
          <a:noFill xmlns:a="http://schemas.openxmlformats.org/drawingml/2006/main"/>
          <a:ln xmlns:a="http://schemas.openxmlformats.org/drawingml/2006/main" w="97971">
            <a:solidFill>
              <a:srgbClr val="000000">
                <a:alpha val="3000"/>
              </a:srgbClr>
            </a:solidFill>
            <a:prstDash val="dash"/>
          </a:ln>
        </p:spPr>
      </p:sp>
      <p:sp>
        <p:nvSpPr>
          <p:cNvPr id="11" name="ODE native panel-border soft shadow xref 724 layer 2">
            <a:extLst xmlns:a="http://schemas.openxmlformats.org/drawingml/2006/main">
              <a:ext uri="{FF2B5EF4-FFF2-40B4-BE49-F238E27FC236}">
                <a16:creationId xmlns:a16="http://schemas.microsoft.com/office/drawing/2014/main" id="{112E9548-19EF-4B54-B950-FD27F21C6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932" y="1066010"/>
            <a:ext cx="8248198" cy="8176304"/>
          </a:xfrm>
          <a:custGeom xmlns:a="http://schemas.openxmlformats.org/drawingml/2006/main">
            <a:pathLst>
              <a:path w="7217174" h="7154266">
                <a:moveTo>
                  <a:pt x="0" y="118471"/>
                </a:moveTo>
                <a:cubicBezTo>
                  <a:pt x="0" y="53041"/>
                  <a:pt x="53041" y="0"/>
                  <a:pt x="118471" y="0"/>
                </a:cubicBezTo>
                <a:lnTo>
                  <a:pt x="7098702" y="0"/>
                </a:lnTo>
                <a:cubicBezTo>
                  <a:pt x="7164132" y="0"/>
                  <a:pt x="7217174" y="53041"/>
                  <a:pt x="7217174" y="118471"/>
                </a:cubicBezTo>
                <a:lnTo>
                  <a:pt x="7217174" y="7035795"/>
                </a:lnTo>
                <a:cubicBezTo>
                  <a:pt x="7217174" y="7101225"/>
                  <a:pt x="7164132" y="7154266"/>
                  <a:pt x="7098702" y="7154266"/>
                </a:cubicBezTo>
                <a:lnTo>
                  <a:pt x="118471" y="7154266"/>
                </a:lnTo>
                <a:cubicBezTo>
                  <a:pt x="53041" y="7154266"/>
                  <a:pt x="0" y="7101225"/>
                  <a:pt x="0" y="7035795"/>
                </a:cubicBezTo>
                <a:lnTo>
                  <a:pt x="0" y="118471"/>
                </a:lnTo>
              </a:path>
            </a:pathLst>
          </a:custGeom>
          <a:noFill xmlns:a="http://schemas.openxmlformats.org/drawingml/2006/main"/>
          <a:ln xmlns:a="http://schemas.openxmlformats.org/drawingml/2006/main" w="65314">
            <a:solidFill>
              <a:srgbClr val="000000">
                <a:alpha val="4000"/>
              </a:srgbClr>
            </a:solidFill>
            <a:prstDash val="dash"/>
          </a:ln>
        </p:spPr>
      </p:sp>
      <p:sp>
        <p:nvSpPr>
          <p:cNvPr id="12" name="ODE native panel-border soft shadow xref 724 layer 3">
            <a:extLst xmlns:a="http://schemas.openxmlformats.org/drawingml/2006/main">
              <a:ext uri="{FF2B5EF4-FFF2-40B4-BE49-F238E27FC236}">
                <a16:creationId xmlns:a16="http://schemas.microsoft.com/office/drawing/2014/main" id="{6798F819-2C7F-40A3-8689-0023F9771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489" y="1060567"/>
            <a:ext cx="8248198" cy="8176304"/>
          </a:xfrm>
          <a:custGeom xmlns:a="http://schemas.openxmlformats.org/drawingml/2006/main">
            <a:pathLst>
              <a:path w="7217174" h="7154266">
                <a:moveTo>
                  <a:pt x="0" y="118471"/>
                </a:moveTo>
                <a:cubicBezTo>
                  <a:pt x="0" y="53041"/>
                  <a:pt x="53041" y="0"/>
                  <a:pt x="118471" y="0"/>
                </a:cubicBezTo>
                <a:lnTo>
                  <a:pt x="7098702" y="0"/>
                </a:lnTo>
                <a:cubicBezTo>
                  <a:pt x="7164132" y="0"/>
                  <a:pt x="7217174" y="53041"/>
                  <a:pt x="7217174" y="118471"/>
                </a:cubicBezTo>
                <a:lnTo>
                  <a:pt x="7217174" y="7035795"/>
                </a:lnTo>
                <a:cubicBezTo>
                  <a:pt x="7217174" y="7101225"/>
                  <a:pt x="7164132" y="7154266"/>
                  <a:pt x="7098702" y="7154266"/>
                </a:cubicBezTo>
                <a:lnTo>
                  <a:pt x="118471" y="7154266"/>
                </a:lnTo>
                <a:cubicBezTo>
                  <a:pt x="53041" y="7154266"/>
                  <a:pt x="0" y="7101225"/>
                  <a:pt x="0" y="7035795"/>
                </a:cubicBezTo>
                <a:lnTo>
                  <a:pt x="0" y="118471"/>
                </a:lnTo>
              </a:path>
            </a:pathLst>
          </a:custGeom>
          <a:noFill xmlns:a="http://schemas.openxmlformats.org/drawingml/2006/main"/>
          <a:ln xmlns:a="http://schemas.openxmlformats.org/drawingml/2006/main" w="32657">
            <a:solidFill>
              <a:srgbClr val="000000">
                <a:alpha val="5000"/>
              </a:srgbClr>
            </a:solidFill>
            <a:prstDash val="dash"/>
          </a:ln>
        </p:spPr>
      </p:sp>
      <p:sp>
        <p:nvSpPr>
          <p:cNvPr id="13" name="path-13">
            <a:extLst xmlns:a="http://schemas.openxmlformats.org/drawingml/2006/main">
              <a:ext uri="{FF2B5EF4-FFF2-40B4-BE49-F238E27FC236}">
                <a16:creationId xmlns:a16="http://schemas.microsoft.com/office/drawing/2014/main" id="{A2D30064-315B-4957-B3DB-E628C0456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160" y="1038795"/>
            <a:ext cx="8248198" cy="8176304"/>
          </a:xfrm>
          <a:custGeom xmlns:a="http://schemas.openxmlformats.org/drawingml/2006/main">
            <a:pathLst>
              <a:path w="7217174" h="7154266">
                <a:moveTo>
                  <a:pt x="0" y="118471"/>
                </a:moveTo>
                <a:cubicBezTo>
                  <a:pt x="0" y="53041"/>
                  <a:pt x="53041" y="0"/>
                  <a:pt x="118471" y="0"/>
                </a:cubicBezTo>
                <a:lnTo>
                  <a:pt x="7098702" y="0"/>
                </a:lnTo>
                <a:cubicBezTo>
                  <a:pt x="7164132" y="0"/>
                  <a:pt x="7217174" y="53041"/>
                  <a:pt x="7217174" y="118471"/>
                </a:cubicBezTo>
                <a:lnTo>
                  <a:pt x="7217174" y="7035795"/>
                </a:lnTo>
                <a:cubicBezTo>
                  <a:pt x="7217174" y="7101225"/>
                  <a:pt x="7164132" y="7154266"/>
                  <a:pt x="7098702" y="7154266"/>
                </a:cubicBezTo>
                <a:lnTo>
                  <a:pt x="118471" y="7154266"/>
                </a:lnTo>
                <a:cubicBezTo>
                  <a:pt x="53041" y="7154266"/>
                  <a:pt x="0" y="7101225"/>
                  <a:pt x="0" y="7035795"/>
                </a:cubicBezTo>
                <a:lnTo>
                  <a:pt x="0" y="118471"/>
                </a:lnTo>
              </a:path>
            </a:pathLst>
          </a:custGeom>
          <a:noFill xmlns:a="http://schemas.openxmlformats.org/drawingml/2006/main"/>
          <a:ln xmlns:a="http://schemas.openxmlformats.org/drawingml/2006/main" w="33558">
            <a:solidFill>
              <a:srgbClr val="3A3399"/>
            </a:solidFill>
            <a:prstDash val="dash"/>
          </a:ln>
        </p:spPr>
      </p:sp>
      <p:sp>
        <p:nvSpPr>
          <p:cNvPr id="14" name="path-14">
            <a:extLst xmlns:a="http://schemas.openxmlformats.org/drawingml/2006/main">
              <a:ext uri="{FF2B5EF4-FFF2-40B4-BE49-F238E27FC236}">
                <a16:creationId xmlns:a16="http://schemas.microsoft.com/office/drawing/2014/main" id="{8C09EFE7-C599-4613-A5CF-26F0743431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73707" y="1026952"/>
            <a:ext cx="3465309" cy="487056"/>
          </a:xfrm>
          <a:custGeom xmlns:a="http://schemas.openxmlformats.org/drawingml/2006/main">
            <a:pathLst>
              <a:path w="3032145" h="426174">
                <a:moveTo>
                  <a:pt x="0" y="82621"/>
                </a:moveTo>
                <a:cubicBezTo>
                  <a:pt x="0" y="36990"/>
                  <a:pt x="36990" y="0"/>
                  <a:pt x="82621" y="0"/>
                </a:cubicBezTo>
                <a:lnTo>
                  <a:pt x="2949523" y="0"/>
                </a:lnTo>
                <a:cubicBezTo>
                  <a:pt x="2995153" y="0"/>
                  <a:pt x="3032145" y="36990"/>
                  <a:pt x="3032145" y="82621"/>
                </a:cubicBezTo>
                <a:lnTo>
                  <a:pt x="3032145" y="343552"/>
                </a:lnTo>
                <a:cubicBezTo>
                  <a:pt x="3032145" y="389184"/>
                  <a:pt x="2995153" y="426174"/>
                  <a:pt x="2949523" y="426174"/>
                </a:cubicBezTo>
                <a:lnTo>
                  <a:pt x="82621" y="426174"/>
                </a:lnTo>
                <a:cubicBezTo>
                  <a:pt x="36990" y="426174"/>
                  <a:pt x="0" y="389184"/>
                  <a:pt x="0" y="343552"/>
                </a:cubicBezTo>
                <a:lnTo>
                  <a:pt x="0" y="82621"/>
                </a:lnTo>
              </a:path>
            </a:pathLst>
          </a:custGeom>
          <a:solidFill xmlns:a="http://schemas.openxmlformats.org/drawingml/2006/main">
            <a:srgbClr val="C0E4EE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" name="text-15 1.">
            <a:extLst xmlns:a="http://schemas.openxmlformats.org/drawingml/2006/main">
              <a:ext uri="{FF2B5EF4-FFF2-40B4-BE49-F238E27FC236}">
                <a16:creationId xmlns:a16="http://schemas.microsoft.com/office/drawing/2014/main" id="{6A8003D7-4E98-4D4C-AFD7-456945C054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7704" y="1117898"/>
            <a:ext cx="249694" cy="3760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1.</a:t>
            </a:r>
          </a:p>
        </p:txBody>
      </p:sp>
      <p:sp>
        <p:nvSpPr>
          <p:cNvPr id="16" name="text-15 Visual">
            <a:extLst xmlns:a="http://schemas.openxmlformats.org/drawingml/2006/main">
              <a:ext uri="{FF2B5EF4-FFF2-40B4-BE49-F238E27FC236}">
                <a16:creationId xmlns:a16="http://schemas.microsoft.com/office/drawing/2014/main" id="{6382E713-0228-45F2-A0E5-8DECE72DD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1365" y="1118652"/>
            <a:ext cx="767250" cy="3749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0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0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0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Visual</a:t>
            </a:r>
          </a:p>
        </p:txBody>
      </p:sp>
      <p:sp>
        <p:nvSpPr>
          <p:cNvPr id="17" name="text-16 -">
            <a:extLst xmlns:a="http://schemas.openxmlformats.org/drawingml/2006/main">
              <a:ext uri="{FF2B5EF4-FFF2-40B4-BE49-F238E27FC236}">
                <a16:creationId xmlns:a16="http://schemas.microsoft.com/office/drawing/2014/main" id="{4AA156B5-0111-4661-BD17-8D68BFB52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91297" y="1117842"/>
            <a:ext cx="137756" cy="3760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18" name="text-17 Native">
            <a:extLst xmlns:a="http://schemas.openxmlformats.org/drawingml/2006/main">
              <a:ext uri="{FF2B5EF4-FFF2-40B4-BE49-F238E27FC236}">
                <a16:creationId xmlns:a16="http://schemas.microsoft.com/office/drawing/2014/main" id="{62FFCEBC-C86F-4433-BA89-F69AC5BD1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0785" y="1117858"/>
            <a:ext cx="793922" cy="37606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Native</a:t>
            </a:r>
          </a:p>
        </p:txBody>
      </p:sp>
      <p:sp>
        <p:nvSpPr>
          <p:cNvPr id="19" name="text-17 Agent">
            <a:extLst xmlns:a="http://schemas.openxmlformats.org/drawingml/2006/main">
              <a:ext uri="{FF2B5EF4-FFF2-40B4-BE49-F238E27FC236}">
                <a16:creationId xmlns:a16="http://schemas.microsoft.com/office/drawing/2014/main" id="{540074F7-1F82-40DD-9E8F-CA51FA346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79794" y="1118233"/>
            <a:ext cx="733332" cy="3755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1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Agent</a:t>
            </a:r>
          </a:p>
        </p:txBody>
      </p:sp>
      <p:sp>
        <p:nvSpPr>
          <p:cNvPr id="20" name="text-17 Harness">
            <a:extLst xmlns:a="http://schemas.openxmlformats.org/drawingml/2006/main">
              <a:ext uri="{FF2B5EF4-FFF2-40B4-BE49-F238E27FC236}">
                <a16:creationId xmlns:a16="http://schemas.microsoft.com/office/drawing/2014/main" id="{09B6FD73-18BC-468E-B548-91317CF1A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32036" y="1117591"/>
            <a:ext cx="989041" cy="3764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1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Harness</a:t>
            </a:r>
          </a:p>
        </p:txBody>
      </p:sp>
      <p:sp>
        <p:nvSpPr>
          <p:cNvPr id="21" name="text-18 2.">
            <a:extLst xmlns:a="http://schemas.openxmlformats.org/drawingml/2006/main">
              <a:ext uri="{FF2B5EF4-FFF2-40B4-BE49-F238E27FC236}">
                <a16:creationId xmlns:a16="http://schemas.microsoft.com/office/drawing/2014/main" id="{ACC7EAF3-D8B5-4B8E-9598-390BBE5E6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11076" y="1101790"/>
            <a:ext cx="249695" cy="3760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2.</a:t>
            </a:r>
          </a:p>
        </p:txBody>
      </p:sp>
      <p:sp>
        <p:nvSpPr>
          <p:cNvPr id="22" name="text-18 On">
            <a:extLst xmlns:a="http://schemas.openxmlformats.org/drawingml/2006/main">
              <a:ext uri="{FF2B5EF4-FFF2-40B4-BE49-F238E27FC236}">
                <a16:creationId xmlns:a16="http://schemas.microsoft.com/office/drawing/2014/main" id="{D8E1DE8E-2BB4-4F27-9F07-A0CA68403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79541" y="1101072"/>
            <a:ext cx="407535" cy="37702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20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20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20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On</a:t>
            </a:r>
          </a:p>
        </p:txBody>
      </p:sp>
      <p:sp>
        <p:nvSpPr>
          <p:cNvPr id="23" name="text-19 -">
            <a:extLst xmlns:a="http://schemas.openxmlformats.org/drawingml/2006/main">
              <a:ext uri="{FF2B5EF4-FFF2-40B4-BE49-F238E27FC236}">
                <a16:creationId xmlns:a16="http://schemas.microsoft.com/office/drawing/2014/main" id="{D0F9ECCC-F8E9-4493-9AB2-39146D2D3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37497" y="1101737"/>
            <a:ext cx="137755" cy="3760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1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24" name="text-20 policy">
            <a:extLst xmlns:a="http://schemas.openxmlformats.org/drawingml/2006/main">
              <a:ext uri="{FF2B5EF4-FFF2-40B4-BE49-F238E27FC236}">
                <a16:creationId xmlns:a16="http://schemas.microsoft.com/office/drawing/2014/main" id="{9BB78C93-73CE-4BDD-8DC0-84613E176C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26984" y="1101056"/>
            <a:ext cx="736448" cy="3770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2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2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2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policy</a:t>
            </a:r>
          </a:p>
        </p:txBody>
      </p:sp>
      <p:sp>
        <p:nvSpPr>
          <p:cNvPr id="25" name="text-20 Data">
            <a:extLst xmlns:a="http://schemas.openxmlformats.org/drawingml/2006/main">
              <a:ext uri="{FF2B5EF4-FFF2-40B4-BE49-F238E27FC236}">
                <a16:creationId xmlns:a16="http://schemas.microsoft.com/office/drawing/2014/main" id="{88665D9F-F579-4C63-84FF-34A265DD7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82071" y="1102200"/>
            <a:ext cx="599164" cy="3754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1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Data</a:t>
            </a:r>
          </a:p>
        </p:txBody>
      </p:sp>
      <p:sp>
        <p:nvSpPr>
          <p:cNvPr id="26" name="text-20 Evolution">
            <a:extLst xmlns:a="http://schemas.openxmlformats.org/drawingml/2006/main">
              <a:ext uri="{FF2B5EF4-FFF2-40B4-BE49-F238E27FC236}">
                <a16:creationId xmlns:a16="http://schemas.microsoft.com/office/drawing/2014/main" id="{54458BE3-55D2-4CB7-9FC6-0A031B67D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00080" y="1101592"/>
            <a:ext cx="1168113" cy="3762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116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116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116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Evolution</a:t>
            </a:r>
          </a:p>
        </p:txBody>
      </p:sp>
      <p:sp>
        <p:nvSpPr>
          <p:cNvPr id="27" name="ODE native panel-border soft shadow xref 735 layer 1">
            <a:extLst xmlns:a="http://schemas.openxmlformats.org/drawingml/2006/main">
              <a:ext uri="{FF2B5EF4-FFF2-40B4-BE49-F238E27FC236}">
                <a16:creationId xmlns:a16="http://schemas.microsoft.com/office/drawing/2014/main" id="{70A6577D-D53E-4E2D-9AE1-10AEEBCAC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14920" y="1054233"/>
            <a:ext cx="9540907" cy="8176304"/>
          </a:xfrm>
          <a:custGeom xmlns:a="http://schemas.openxmlformats.org/drawingml/2006/main">
            <a:pathLst>
              <a:path w="8348294" h="7154266">
                <a:moveTo>
                  <a:pt x="0" y="83346"/>
                </a:moveTo>
                <a:cubicBezTo>
                  <a:pt x="0" y="37315"/>
                  <a:pt x="37315" y="0"/>
                  <a:pt x="83347" y="0"/>
                </a:cubicBezTo>
                <a:lnTo>
                  <a:pt x="8264948" y="0"/>
                </a:lnTo>
                <a:cubicBezTo>
                  <a:pt x="8310979" y="0"/>
                  <a:pt x="8348294" y="37315"/>
                  <a:pt x="8348294" y="83346"/>
                </a:cubicBezTo>
                <a:lnTo>
                  <a:pt x="8348294" y="7070920"/>
                </a:lnTo>
                <a:cubicBezTo>
                  <a:pt x="8348294" y="7116951"/>
                  <a:pt x="8310979" y="7154266"/>
                  <a:pt x="8264948" y="7154266"/>
                </a:cubicBezTo>
                <a:lnTo>
                  <a:pt x="83347" y="7154266"/>
                </a:lnTo>
                <a:cubicBezTo>
                  <a:pt x="37315" y="7154266"/>
                  <a:pt x="0" y="7116951"/>
                  <a:pt x="0" y="7070920"/>
                </a:cubicBezTo>
                <a:lnTo>
                  <a:pt x="0" y="83346"/>
                </a:lnTo>
              </a:path>
            </a:pathLst>
          </a:custGeom>
          <a:noFill xmlns:a="http://schemas.openxmlformats.org/drawingml/2006/main"/>
          <a:ln xmlns:a="http://schemas.openxmlformats.org/drawingml/2006/main" w="97971">
            <a:solidFill>
              <a:srgbClr val="000000">
                <a:alpha val="3000"/>
              </a:srgbClr>
            </a:solidFill>
            <a:prstDash val="dash"/>
          </a:ln>
        </p:spPr>
      </p:sp>
      <p:sp>
        <p:nvSpPr>
          <p:cNvPr id="28" name="ODE native panel-border soft shadow xref 735 layer 2">
            <a:extLst xmlns:a="http://schemas.openxmlformats.org/drawingml/2006/main">
              <a:ext uri="{FF2B5EF4-FFF2-40B4-BE49-F238E27FC236}">
                <a16:creationId xmlns:a16="http://schemas.microsoft.com/office/drawing/2014/main" id="{5655F988-ED20-43AE-B661-4CE1F85B6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09477" y="1048790"/>
            <a:ext cx="9540907" cy="8176304"/>
          </a:xfrm>
          <a:custGeom xmlns:a="http://schemas.openxmlformats.org/drawingml/2006/main">
            <a:pathLst>
              <a:path w="8348294" h="7154266">
                <a:moveTo>
                  <a:pt x="0" y="83346"/>
                </a:moveTo>
                <a:cubicBezTo>
                  <a:pt x="0" y="37315"/>
                  <a:pt x="37315" y="0"/>
                  <a:pt x="83347" y="0"/>
                </a:cubicBezTo>
                <a:lnTo>
                  <a:pt x="8264948" y="0"/>
                </a:lnTo>
                <a:cubicBezTo>
                  <a:pt x="8310979" y="0"/>
                  <a:pt x="8348294" y="37315"/>
                  <a:pt x="8348294" y="83346"/>
                </a:cubicBezTo>
                <a:lnTo>
                  <a:pt x="8348294" y="7070920"/>
                </a:lnTo>
                <a:cubicBezTo>
                  <a:pt x="8348294" y="7116951"/>
                  <a:pt x="8310979" y="7154266"/>
                  <a:pt x="8264948" y="7154266"/>
                </a:cubicBezTo>
                <a:lnTo>
                  <a:pt x="83347" y="7154266"/>
                </a:lnTo>
                <a:cubicBezTo>
                  <a:pt x="37315" y="7154266"/>
                  <a:pt x="0" y="7116951"/>
                  <a:pt x="0" y="7070920"/>
                </a:cubicBezTo>
                <a:lnTo>
                  <a:pt x="0" y="83346"/>
                </a:lnTo>
              </a:path>
            </a:pathLst>
          </a:custGeom>
          <a:noFill xmlns:a="http://schemas.openxmlformats.org/drawingml/2006/main"/>
          <a:ln xmlns:a="http://schemas.openxmlformats.org/drawingml/2006/main" w="65314">
            <a:solidFill>
              <a:srgbClr val="000000">
                <a:alpha val="4000"/>
              </a:srgbClr>
            </a:solidFill>
            <a:prstDash val="dash"/>
          </a:ln>
        </p:spPr>
      </p:sp>
      <p:sp>
        <p:nvSpPr>
          <p:cNvPr id="29" name="ODE native panel-border soft shadow xref 735 layer 3">
            <a:extLst xmlns:a="http://schemas.openxmlformats.org/drawingml/2006/main">
              <a:ext uri="{FF2B5EF4-FFF2-40B4-BE49-F238E27FC236}">
                <a16:creationId xmlns:a16="http://schemas.microsoft.com/office/drawing/2014/main" id="{5E6867A1-6138-4A53-812F-8A84219CE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04034" y="1043347"/>
            <a:ext cx="9540907" cy="8176304"/>
          </a:xfrm>
          <a:custGeom xmlns:a="http://schemas.openxmlformats.org/drawingml/2006/main">
            <a:pathLst>
              <a:path w="8348294" h="7154266">
                <a:moveTo>
                  <a:pt x="0" y="83346"/>
                </a:moveTo>
                <a:cubicBezTo>
                  <a:pt x="0" y="37315"/>
                  <a:pt x="37315" y="0"/>
                  <a:pt x="83347" y="0"/>
                </a:cubicBezTo>
                <a:lnTo>
                  <a:pt x="8264948" y="0"/>
                </a:lnTo>
                <a:cubicBezTo>
                  <a:pt x="8310979" y="0"/>
                  <a:pt x="8348294" y="37315"/>
                  <a:pt x="8348294" y="83346"/>
                </a:cubicBezTo>
                <a:lnTo>
                  <a:pt x="8348294" y="7070920"/>
                </a:lnTo>
                <a:cubicBezTo>
                  <a:pt x="8348294" y="7116951"/>
                  <a:pt x="8310979" y="7154266"/>
                  <a:pt x="8264948" y="7154266"/>
                </a:cubicBezTo>
                <a:lnTo>
                  <a:pt x="83347" y="7154266"/>
                </a:lnTo>
                <a:cubicBezTo>
                  <a:pt x="37315" y="7154266"/>
                  <a:pt x="0" y="7116951"/>
                  <a:pt x="0" y="7070920"/>
                </a:cubicBezTo>
                <a:lnTo>
                  <a:pt x="0" y="83346"/>
                </a:lnTo>
              </a:path>
            </a:pathLst>
          </a:custGeom>
          <a:noFill xmlns:a="http://schemas.openxmlformats.org/drawingml/2006/main"/>
          <a:ln xmlns:a="http://schemas.openxmlformats.org/drawingml/2006/main" w="32657">
            <a:solidFill>
              <a:srgbClr val="000000">
                <a:alpha val="5000"/>
              </a:srgbClr>
            </a:solidFill>
            <a:prstDash val="dash"/>
          </a:ln>
        </p:spPr>
      </p:sp>
      <p:sp>
        <p:nvSpPr>
          <p:cNvPr id="30" name="path-24">
            <a:extLst xmlns:a="http://schemas.openxmlformats.org/drawingml/2006/main">
              <a:ext uri="{FF2B5EF4-FFF2-40B4-BE49-F238E27FC236}">
                <a16:creationId xmlns:a16="http://schemas.microsoft.com/office/drawing/2014/main" id="{2438F4F8-666E-4DE2-92F6-901977700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87705" y="1021576"/>
            <a:ext cx="9540907" cy="8176304"/>
          </a:xfrm>
          <a:custGeom xmlns:a="http://schemas.openxmlformats.org/drawingml/2006/main">
            <a:pathLst>
              <a:path w="8348294" h="7154266">
                <a:moveTo>
                  <a:pt x="0" y="83346"/>
                </a:moveTo>
                <a:cubicBezTo>
                  <a:pt x="0" y="37315"/>
                  <a:pt x="37315" y="0"/>
                  <a:pt x="83347" y="0"/>
                </a:cubicBezTo>
                <a:lnTo>
                  <a:pt x="8264948" y="0"/>
                </a:lnTo>
                <a:cubicBezTo>
                  <a:pt x="8310979" y="0"/>
                  <a:pt x="8348294" y="37315"/>
                  <a:pt x="8348294" y="83346"/>
                </a:cubicBezTo>
                <a:lnTo>
                  <a:pt x="8348294" y="7070920"/>
                </a:lnTo>
                <a:cubicBezTo>
                  <a:pt x="8348294" y="7116951"/>
                  <a:pt x="8310979" y="7154266"/>
                  <a:pt x="8264948" y="7154266"/>
                </a:cubicBezTo>
                <a:lnTo>
                  <a:pt x="83347" y="7154266"/>
                </a:lnTo>
                <a:cubicBezTo>
                  <a:pt x="37315" y="7154266"/>
                  <a:pt x="0" y="7116951"/>
                  <a:pt x="0" y="7070920"/>
                </a:cubicBezTo>
                <a:lnTo>
                  <a:pt x="0" y="83346"/>
                </a:lnTo>
              </a:path>
            </a:pathLst>
          </a:custGeom>
          <a:noFill xmlns:a="http://schemas.openxmlformats.org/drawingml/2006/main"/>
          <a:ln xmlns:a="http://schemas.openxmlformats.org/drawingml/2006/main" w="33558">
            <a:solidFill>
              <a:srgbClr val="0C77A4"/>
            </a:solidFill>
            <a:prstDash val="dash"/>
          </a:ln>
        </p:spPr>
      </p:sp>
      <p:pic>
        <p:nvPicPr>
          <p:cNvPr id="31" name="">
            <a:extLst xmlns:a="http://schemas.openxmlformats.org/drawingml/2006/main">
              <a:ext uri="{FF2B5EF4-FFF2-40B4-BE49-F238E27FC236}">
                <a16:creationId xmlns:a16="http://schemas.microsoft.com/office/drawing/2014/main" id="{D1C2684B-24C4-43E4-80C3-B17E9AFABB3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d09e5f0cd744037"/>
          <a:stretch xmlns:a="http://schemas.openxmlformats.org/drawingml/2006/main"/>
        </p:blipFill>
        <p:spPr>
          <a:xfrm xmlns:a="http://schemas.openxmlformats.org/drawingml/2006/main">
            <a:off x="2592043" y="5123781"/>
            <a:ext cx="5791200" cy="1970314"/>
          </a:xfrm>
          <a:prstGeom xmlns:a="http://schemas.openxmlformats.org/drawingml/2006/main" prst="rect">
            <a:avLst/>
          </a:prstGeom>
        </p:spPr>
      </p:pic>
      <p:sp>
        <p:nvSpPr>
          <p:cNvPr id="32" name="path-26">
            <a:extLst xmlns:a="http://schemas.openxmlformats.org/drawingml/2006/main">
              <a:ext uri="{FF2B5EF4-FFF2-40B4-BE49-F238E27FC236}">
                <a16:creationId xmlns:a16="http://schemas.microsoft.com/office/drawing/2014/main" id="{4BF61651-2D5F-4765-A329-9A0F242522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8952" y="5189054"/>
            <a:ext cx="5584872" cy="1747689"/>
          </a:xfrm>
          <a:custGeom xmlns:a="http://schemas.openxmlformats.org/drawingml/2006/main">
            <a:pathLst>
              <a:path w="4886763" h="1529228">
                <a:moveTo>
                  <a:pt x="0" y="72730"/>
                </a:moveTo>
                <a:cubicBezTo>
                  <a:pt x="0" y="32562"/>
                  <a:pt x="32562" y="0"/>
                  <a:pt x="72729" y="0"/>
                </a:cubicBezTo>
                <a:lnTo>
                  <a:pt x="4814033" y="0"/>
                </a:lnTo>
                <a:cubicBezTo>
                  <a:pt x="4854200" y="0"/>
                  <a:pt x="4886763" y="32562"/>
                  <a:pt x="4886763" y="72730"/>
                </a:cubicBezTo>
                <a:lnTo>
                  <a:pt x="4886763" y="1456499"/>
                </a:lnTo>
                <a:cubicBezTo>
                  <a:pt x="4886763" y="1496665"/>
                  <a:pt x="4854200" y="1529228"/>
                  <a:pt x="4814033" y="1529228"/>
                </a:cubicBezTo>
                <a:lnTo>
                  <a:pt x="72729" y="1529228"/>
                </a:lnTo>
                <a:cubicBezTo>
                  <a:pt x="32562" y="1529228"/>
                  <a:pt x="0" y="1496665"/>
                  <a:pt x="0" y="1456499"/>
                </a:cubicBezTo>
                <a:lnTo>
                  <a:pt x="0" y="7273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" name="path-27">
            <a:extLst xmlns:a="http://schemas.openxmlformats.org/drawingml/2006/main">
              <a:ext uri="{FF2B5EF4-FFF2-40B4-BE49-F238E27FC236}">
                <a16:creationId xmlns:a16="http://schemas.microsoft.com/office/drawing/2014/main" id="{5E2AE47D-228E-474E-99FF-19A297299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8952" y="5189054"/>
            <a:ext cx="5584873" cy="1747691"/>
          </a:xfrm>
          <a:custGeom xmlns:a="http://schemas.openxmlformats.org/drawingml/2006/main">
            <a:pathLst>
              <a:path w="4886764" h="1529229">
                <a:moveTo>
                  <a:pt x="0" y="72730"/>
                </a:moveTo>
                <a:cubicBezTo>
                  <a:pt x="0" y="32562"/>
                  <a:pt x="32562" y="0"/>
                  <a:pt x="72730" y="0"/>
                </a:cubicBezTo>
                <a:lnTo>
                  <a:pt x="4814036" y="0"/>
                </a:lnTo>
                <a:cubicBezTo>
                  <a:pt x="4854203" y="0"/>
                  <a:pt x="4886764" y="32562"/>
                  <a:pt x="4886764" y="72730"/>
                </a:cubicBezTo>
                <a:lnTo>
                  <a:pt x="4886764" y="1456500"/>
                </a:lnTo>
                <a:cubicBezTo>
                  <a:pt x="4886764" y="1496667"/>
                  <a:pt x="4854203" y="1529229"/>
                  <a:pt x="4814036" y="1529229"/>
                </a:cubicBezTo>
                <a:lnTo>
                  <a:pt x="72730" y="1529229"/>
                </a:lnTo>
                <a:cubicBezTo>
                  <a:pt x="32562" y="1529229"/>
                  <a:pt x="0" y="1496667"/>
                  <a:pt x="0" y="1456500"/>
                </a:cubicBezTo>
                <a:lnTo>
                  <a:pt x="0" y="72730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34" name="">
            <a:extLst xmlns:a="http://schemas.openxmlformats.org/drawingml/2006/main">
              <a:ext uri="{FF2B5EF4-FFF2-40B4-BE49-F238E27FC236}">
                <a16:creationId xmlns:a16="http://schemas.microsoft.com/office/drawing/2014/main" id="{671DD475-1925-4652-9938-2F7ECEC4906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443429afe35435c"/>
          <a:stretch xmlns:a="http://schemas.openxmlformats.org/drawingml/2006/main"/>
        </p:blipFill>
        <p:spPr>
          <a:xfrm xmlns:a="http://schemas.openxmlformats.org/drawingml/2006/main">
            <a:off x="3332271" y="5145553"/>
            <a:ext cx="478971" cy="478971"/>
          </a:xfrm>
          <a:prstGeom xmlns:a="http://schemas.openxmlformats.org/drawingml/2006/main" prst="rect">
            <a:avLst/>
          </a:prstGeom>
        </p:spPr>
      </p:pic>
      <p:sp>
        <p:nvSpPr>
          <p:cNvPr id="35" name="text-29 Image">
            <a:extLst xmlns:a="http://schemas.openxmlformats.org/drawingml/2006/main">
              <a:ext uri="{FF2B5EF4-FFF2-40B4-BE49-F238E27FC236}">
                <a16:creationId xmlns:a16="http://schemas.microsoft.com/office/drawing/2014/main" id="{F9E0AF0F-6768-4A82-B46A-EE090653A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18364" y="5221574"/>
            <a:ext cx="698754" cy="3438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4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4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4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Image</a:t>
            </a:r>
          </a:p>
        </p:txBody>
      </p:sp>
      <p:sp>
        <p:nvSpPr>
          <p:cNvPr id="36" name="text-30 B">
            <a:extLst xmlns:a="http://schemas.openxmlformats.org/drawingml/2006/main">
              <a:ext uri="{FF2B5EF4-FFF2-40B4-BE49-F238E27FC236}">
                <a16:creationId xmlns:a16="http://schemas.microsoft.com/office/drawing/2014/main" id="{4CC12290-9959-4A1E-9FB7-EE72292C9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34274" y="5221029"/>
            <a:ext cx="208447" cy="3445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</a:t>
            </a:r>
          </a:p>
        </p:txBody>
      </p:sp>
      <p:sp>
        <p:nvSpPr>
          <p:cNvPr id="37" name="text-31 ank">
            <a:extLst xmlns:a="http://schemas.openxmlformats.org/drawingml/2006/main">
              <a:ext uri="{FF2B5EF4-FFF2-40B4-BE49-F238E27FC236}">
                <a16:creationId xmlns:a16="http://schemas.microsoft.com/office/drawing/2014/main" id="{45EA1124-CAF8-45DD-B159-742EED779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799268" y="5220873"/>
            <a:ext cx="441270" cy="34480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ank</a:t>
            </a:r>
          </a:p>
        </p:txBody>
      </p:sp>
      <p:sp>
        <p:nvSpPr>
          <p:cNvPr id="38" name="text-32 R">
            <a:extLst xmlns:a="http://schemas.openxmlformats.org/drawingml/2006/main">
              <a:ext uri="{FF2B5EF4-FFF2-40B4-BE49-F238E27FC236}">
                <a16:creationId xmlns:a16="http://schemas.microsoft.com/office/drawing/2014/main" id="{E6B7E1B1-1739-4F51-AE1A-D95444917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57898" y="5220959"/>
            <a:ext cx="222038" cy="3446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</a:t>
            </a:r>
          </a:p>
        </p:txBody>
      </p:sp>
      <p:sp>
        <p:nvSpPr>
          <p:cNvPr id="39" name="text-33 eference">
            <a:extLst xmlns:a="http://schemas.openxmlformats.org/drawingml/2006/main">
              <a:ext uri="{FF2B5EF4-FFF2-40B4-BE49-F238E27FC236}">
                <a16:creationId xmlns:a16="http://schemas.microsoft.com/office/drawing/2014/main" id="{C61CC85B-C61C-4D70-803C-14EBDE101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36875" y="5220145"/>
            <a:ext cx="917173" cy="34582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4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eference</a:t>
            </a:r>
          </a:p>
        </p:txBody>
      </p:sp>
      <p:sp>
        <p:nvSpPr>
          <p:cNvPr id="40" name="text-34 P">
            <a:extLst xmlns:a="http://schemas.openxmlformats.org/drawingml/2006/main">
              <a:ext uri="{FF2B5EF4-FFF2-40B4-BE49-F238E27FC236}">
                <a16:creationId xmlns:a16="http://schemas.microsoft.com/office/drawing/2014/main" id="{C155145F-4E5B-4F42-86F6-9826BD903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70914" y="5221037"/>
            <a:ext cx="194627" cy="3445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8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</a:t>
            </a:r>
          </a:p>
        </p:txBody>
      </p:sp>
      <p:sp>
        <p:nvSpPr>
          <p:cNvPr id="41" name="text-35 rotocol">
            <a:extLst xmlns:a="http://schemas.openxmlformats.org/drawingml/2006/main">
              <a:ext uri="{FF2B5EF4-FFF2-40B4-BE49-F238E27FC236}">
                <a16:creationId xmlns:a16="http://schemas.microsoft.com/office/drawing/2014/main" id="{DDDC1FB4-CC85-4B5E-8E2D-4CDA922B2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21925" y="5219893"/>
            <a:ext cx="781248" cy="34617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4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rotocol</a:t>
            </a:r>
          </a:p>
        </p:txBody>
      </p:sp>
      <p:pic>
        <p:nvPicPr>
          <p:cNvPr id="42" name="">
            <a:extLst xmlns:a="http://schemas.openxmlformats.org/drawingml/2006/main">
              <a:ext uri="{FF2B5EF4-FFF2-40B4-BE49-F238E27FC236}">
                <a16:creationId xmlns:a16="http://schemas.microsoft.com/office/drawing/2014/main" id="{54691C02-8002-46A4-9EC1-98CBE471A3A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bf221100f704db0"/>
          <a:stretch xmlns:a="http://schemas.openxmlformats.org/drawingml/2006/main"/>
        </p:blipFill>
        <p:spPr>
          <a:xfrm xmlns:a="http://schemas.openxmlformats.org/drawingml/2006/main">
            <a:off x="5313471" y="5580981"/>
            <a:ext cx="1208314" cy="1088571"/>
          </a:xfrm>
          <a:prstGeom xmlns:a="http://schemas.openxmlformats.org/drawingml/2006/main" prst="rect">
            <a:avLst/>
          </a:prstGeom>
        </p:spPr>
      </p:pic>
      <p:pic>
        <p:nvPicPr>
          <p:cNvPr id="43" name="">
            <a:extLst xmlns:a="http://schemas.openxmlformats.org/drawingml/2006/main">
              <a:ext uri="{FF2B5EF4-FFF2-40B4-BE49-F238E27FC236}">
                <a16:creationId xmlns:a16="http://schemas.microsoft.com/office/drawing/2014/main" id="{569F5720-5030-4882-B774-C13409213F6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fdfc0adb77b4fc2"/>
          <a:stretch xmlns:a="http://schemas.openxmlformats.org/drawingml/2006/main"/>
        </p:blipFill>
        <p:spPr>
          <a:xfrm xmlns:a="http://schemas.openxmlformats.org/drawingml/2006/main">
            <a:off x="2722671" y="5602753"/>
            <a:ext cx="1240971" cy="1045029"/>
          </a:xfrm>
          <a:prstGeom xmlns:a="http://schemas.openxmlformats.org/drawingml/2006/main" prst="rect">
            <a:avLst/>
          </a:prstGeom>
        </p:spPr>
      </p:pic>
      <p:pic>
        <p:nvPicPr>
          <p:cNvPr id="44" name="">
            <a:extLst xmlns:a="http://schemas.openxmlformats.org/drawingml/2006/main">
              <a:ext uri="{FF2B5EF4-FFF2-40B4-BE49-F238E27FC236}">
                <a16:creationId xmlns:a16="http://schemas.microsoft.com/office/drawing/2014/main" id="{25275C87-6260-4A69-9D80-F67BB8E9684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0c32d417236415e"/>
          <a:stretch xmlns:a="http://schemas.openxmlformats.org/drawingml/2006/main"/>
        </p:blipFill>
        <p:spPr>
          <a:xfrm xmlns:a="http://schemas.openxmlformats.org/drawingml/2006/main">
            <a:off x="4105157" y="5602753"/>
            <a:ext cx="1023257" cy="1045029"/>
          </a:xfrm>
          <a:prstGeom xmlns:a="http://schemas.openxmlformats.org/drawingml/2006/main" prst="rect">
            <a:avLst/>
          </a:prstGeom>
        </p:spPr>
      </p:pic>
      <p:sp>
        <p:nvSpPr>
          <p:cNvPr id="45" name="text-39 &lt;Image:">
            <a:extLst xmlns:a="http://schemas.openxmlformats.org/drawingml/2006/main">
              <a:ext uri="{FF2B5EF4-FFF2-40B4-BE49-F238E27FC236}">
                <a16:creationId xmlns:a16="http://schemas.microsoft.com/office/drawing/2014/main" id="{0FA85CE7-258D-44A1-A239-A3F8FD214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72159" y="6627868"/>
            <a:ext cx="790525" cy="314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46" name="text-39 1&gt;">
            <a:extLst xmlns:a="http://schemas.openxmlformats.org/drawingml/2006/main">
              <a:ext uri="{FF2B5EF4-FFF2-40B4-BE49-F238E27FC236}">
                <a16:creationId xmlns:a16="http://schemas.microsoft.com/office/drawing/2014/main" id="{E596FCE6-9A53-4BD6-9671-4BFE1D468F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77557" y="6628724"/>
            <a:ext cx="278302" cy="3132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1&gt;</a:t>
            </a:r>
          </a:p>
        </p:txBody>
      </p:sp>
      <p:sp>
        <p:nvSpPr>
          <p:cNvPr id="47" name="text-40 &lt;Image:">
            <a:extLst xmlns:a="http://schemas.openxmlformats.org/drawingml/2006/main">
              <a:ext uri="{FF2B5EF4-FFF2-40B4-BE49-F238E27FC236}">
                <a16:creationId xmlns:a16="http://schemas.microsoft.com/office/drawing/2014/main" id="{1C7EAF68-BC42-4B93-AE61-7E3542173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72021" y="6633239"/>
            <a:ext cx="790525" cy="314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48" name="text-40 2&gt;">
            <a:extLst xmlns:a="http://schemas.openxmlformats.org/drawingml/2006/main">
              <a:ext uri="{FF2B5EF4-FFF2-40B4-BE49-F238E27FC236}">
                <a16:creationId xmlns:a16="http://schemas.microsoft.com/office/drawing/2014/main" id="{F782EB18-A150-4758-BAA9-37E7AB090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77419" y="6634094"/>
            <a:ext cx="278302" cy="3132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2&gt;</a:t>
            </a:r>
          </a:p>
        </p:txBody>
      </p:sp>
      <p:sp>
        <p:nvSpPr>
          <p:cNvPr id="49" name="text-41 &lt;Image:">
            <a:extLst xmlns:a="http://schemas.openxmlformats.org/drawingml/2006/main">
              <a:ext uri="{FF2B5EF4-FFF2-40B4-BE49-F238E27FC236}">
                <a16:creationId xmlns:a16="http://schemas.microsoft.com/office/drawing/2014/main" id="{B3E9FDFF-85F5-4537-8C04-C7AE9964E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68086" y="6638607"/>
            <a:ext cx="790525" cy="314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50" name="text-41 3&gt;">
            <a:extLst xmlns:a="http://schemas.openxmlformats.org/drawingml/2006/main">
              <a:ext uri="{FF2B5EF4-FFF2-40B4-BE49-F238E27FC236}">
                <a16:creationId xmlns:a16="http://schemas.microsoft.com/office/drawing/2014/main" id="{7106BE2E-D715-4406-82F9-F73282348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173484" y="6639462"/>
            <a:ext cx="278302" cy="3132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3&gt;</a:t>
            </a:r>
          </a:p>
        </p:txBody>
      </p:sp>
      <p:pic>
        <p:nvPicPr>
          <p:cNvPr id="51" name="">
            <a:extLst xmlns:a="http://schemas.openxmlformats.org/drawingml/2006/main">
              <a:ext uri="{FF2B5EF4-FFF2-40B4-BE49-F238E27FC236}">
                <a16:creationId xmlns:a16="http://schemas.microsoft.com/office/drawing/2014/main" id="{8DAF5272-42B8-43C2-8E65-D1C0282E50F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0d34f2fd9794932"/>
          <a:stretch xmlns:a="http://schemas.openxmlformats.org/drawingml/2006/main"/>
        </p:blipFill>
        <p:spPr>
          <a:xfrm xmlns:a="http://schemas.openxmlformats.org/drawingml/2006/main">
            <a:off x="6739500" y="5210867"/>
            <a:ext cx="1643743" cy="1524000"/>
          </a:xfrm>
          <a:prstGeom xmlns:a="http://schemas.openxmlformats.org/drawingml/2006/main" prst="rect">
            <a:avLst/>
          </a:prstGeom>
        </p:spPr>
      </p:pic>
      <p:sp>
        <p:nvSpPr>
          <p:cNvPr id="52" name="text-43 &lt;Image:">
            <a:extLst xmlns:a="http://schemas.openxmlformats.org/drawingml/2006/main">
              <a:ext uri="{FF2B5EF4-FFF2-40B4-BE49-F238E27FC236}">
                <a16:creationId xmlns:a16="http://schemas.microsoft.com/office/drawing/2014/main" id="{00A81C3E-A246-485E-B185-6E3FAE04F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91935" y="6638606"/>
            <a:ext cx="790526" cy="3144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53" name="text-43 4&gt;">
            <a:extLst xmlns:a="http://schemas.openxmlformats.org/drawingml/2006/main">
              <a:ext uri="{FF2B5EF4-FFF2-40B4-BE49-F238E27FC236}">
                <a16:creationId xmlns:a16="http://schemas.microsoft.com/office/drawing/2014/main" id="{F54C6DAA-3987-4D6E-A8F8-89E04DCCA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97332" y="6639462"/>
            <a:ext cx="278303" cy="3132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4&gt;</a:t>
            </a:r>
          </a:p>
        </p:txBody>
      </p:sp>
      <p:sp>
        <p:nvSpPr>
          <p:cNvPr id="54" name="text-44 …">
            <a:extLst xmlns:a="http://schemas.openxmlformats.org/drawingml/2006/main">
              <a:ext uri="{FF2B5EF4-FFF2-40B4-BE49-F238E27FC236}">
                <a16:creationId xmlns:a16="http://schemas.microsoft.com/office/drawing/2014/main" id="{72AB4BC0-70C4-4A31-BBF4-B69264BF5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90004" y="5887684"/>
            <a:ext cx="264005" cy="3133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…</a:t>
            </a:r>
          </a:p>
        </p:txBody>
      </p:sp>
      <p:pic>
        <p:nvPicPr>
          <p:cNvPr id="55" name="">
            <a:extLst xmlns:a="http://schemas.openxmlformats.org/drawingml/2006/main">
              <a:ext uri="{FF2B5EF4-FFF2-40B4-BE49-F238E27FC236}">
                <a16:creationId xmlns:a16="http://schemas.microsoft.com/office/drawing/2014/main" id="{D6A042FA-2A35-4C72-A3C9-68F70628C9D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cee53409a7c4f9d"/>
          <a:stretch xmlns:a="http://schemas.openxmlformats.org/drawingml/2006/main"/>
        </p:blipFill>
        <p:spPr>
          <a:xfrm xmlns:a="http://schemas.openxmlformats.org/drawingml/2006/main">
            <a:off x="175414" y="2228181"/>
            <a:ext cx="2514600" cy="4158343"/>
          </a:xfrm>
          <a:prstGeom xmlns:a="http://schemas.openxmlformats.org/drawingml/2006/main" prst="rect">
            <a:avLst/>
          </a:prstGeom>
        </p:spPr>
      </p:pic>
      <p:sp>
        <p:nvSpPr>
          <p:cNvPr id="56" name="path-46">
            <a:extLst xmlns:a="http://schemas.openxmlformats.org/drawingml/2006/main">
              <a:ext uri="{FF2B5EF4-FFF2-40B4-BE49-F238E27FC236}">
                <a16:creationId xmlns:a16="http://schemas.microsoft.com/office/drawing/2014/main" id="{B6357665-EE7A-445F-968F-924BEAEAB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5509" y="2286925"/>
            <a:ext cx="2304025" cy="3945198"/>
          </a:xfrm>
          <a:custGeom xmlns:a="http://schemas.openxmlformats.org/drawingml/2006/main">
            <a:pathLst>
              <a:path w="2016021" h="3452049">
                <a:moveTo>
                  <a:pt x="0" y="95884"/>
                </a:moveTo>
                <a:cubicBezTo>
                  <a:pt x="0" y="42927"/>
                  <a:pt x="42930" y="0"/>
                  <a:pt x="95884" y="0"/>
                </a:cubicBezTo>
                <a:lnTo>
                  <a:pt x="1920138" y="0"/>
                </a:lnTo>
                <a:cubicBezTo>
                  <a:pt x="1973092" y="0"/>
                  <a:pt x="2016021" y="42927"/>
                  <a:pt x="2016021" y="95884"/>
                </a:cubicBezTo>
                <a:lnTo>
                  <a:pt x="2016021" y="3356165"/>
                </a:lnTo>
                <a:cubicBezTo>
                  <a:pt x="2016021" y="3409121"/>
                  <a:pt x="1973092" y="3452049"/>
                  <a:pt x="1920138" y="3452049"/>
                </a:cubicBezTo>
                <a:lnTo>
                  <a:pt x="95884" y="3452049"/>
                </a:lnTo>
                <a:cubicBezTo>
                  <a:pt x="42930" y="3452049"/>
                  <a:pt x="0" y="3409121"/>
                  <a:pt x="0" y="3356165"/>
                </a:cubicBezTo>
                <a:lnTo>
                  <a:pt x="0" y="95884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57" name="path-47">
            <a:extLst xmlns:a="http://schemas.openxmlformats.org/drawingml/2006/main">
              <a:ext uri="{FF2B5EF4-FFF2-40B4-BE49-F238E27FC236}">
                <a16:creationId xmlns:a16="http://schemas.microsoft.com/office/drawing/2014/main" id="{6FB9245D-49A8-42E4-A5F2-DD7ABA73A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5509" y="2286925"/>
            <a:ext cx="2304023" cy="3945198"/>
          </a:xfrm>
          <a:custGeom xmlns:a="http://schemas.openxmlformats.org/drawingml/2006/main">
            <a:pathLst>
              <a:path w="2016020" h="3452049">
                <a:moveTo>
                  <a:pt x="0" y="95883"/>
                </a:moveTo>
                <a:cubicBezTo>
                  <a:pt x="0" y="42928"/>
                  <a:pt x="42928" y="0"/>
                  <a:pt x="95883" y="0"/>
                </a:cubicBezTo>
                <a:lnTo>
                  <a:pt x="1920139" y="0"/>
                </a:lnTo>
                <a:cubicBezTo>
                  <a:pt x="1973093" y="0"/>
                  <a:pt x="2016020" y="42928"/>
                  <a:pt x="2016020" y="95883"/>
                </a:cubicBezTo>
                <a:lnTo>
                  <a:pt x="2016020" y="3356166"/>
                </a:lnTo>
                <a:cubicBezTo>
                  <a:pt x="2016020" y="3409121"/>
                  <a:pt x="1973093" y="3452049"/>
                  <a:pt x="1920139" y="3452049"/>
                </a:cubicBezTo>
                <a:lnTo>
                  <a:pt x="95883" y="3452049"/>
                </a:lnTo>
                <a:cubicBezTo>
                  <a:pt x="42928" y="3452049"/>
                  <a:pt x="0" y="3409121"/>
                  <a:pt x="0" y="3356166"/>
                </a:cubicBezTo>
                <a:lnTo>
                  <a:pt x="0" y="95883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58" name="text-48 Q:">
            <a:extLst xmlns:a="http://schemas.openxmlformats.org/drawingml/2006/main">
              <a:ext uri="{FF2B5EF4-FFF2-40B4-BE49-F238E27FC236}">
                <a16:creationId xmlns:a16="http://schemas.microsoft.com/office/drawing/2014/main" id="{A88F74B9-8459-4ED5-97C9-7F197DB86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8735" y="4947419"/>
            <a:ext cx="264753" cy="3142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Q:</a:t>
            </a:r>
          </a:p>
        </p:txBody>
      </p:sp>
      <p:sp>
        <p:nvSpPr>
          <p:cNvPr id="59" name="text-49 What">
            <a:extLst xmlns:a="http://schemas.openxmlformats.org/drawingml/2006/main">
              <a:ext uri="{FF2B5EF4-FFF2-40B4-BE49-F238E27FC236}">
                <a16:creationId xmlns:a16="http://schemas.microsoft.com/office/drawing/2014/main" id="{9EEA82D3-D925-4BBE-B8D6-6FA967672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8388" y="4946841"/>
            <a:ext cx="527730" cy="31501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2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2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2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rPr>
              <a:t>What</a:t>
            </a:r>
          </a:p>
        </p:txBody>
      </p:sp>
      <p:sp>
        <p:nvSpPr>
          <p:cNvPr id="60" name="text-50 is">
            <a:extLst xmlns:a="http://schemas.openxmlformats.org/drawingml/2006/main">
              <a:ext uri="{FF2B5EF4-FFF2-40B4-BE49-F238E27FC236}">
                <a16:creationId xmlns:a16="http://schemas.microsoft.com/office/drawing/2014/main" id="{FADE9B46-B2BB-40B1-9B41-597A2839F9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0913" y="4948990"/>
            <a:ext cx="188702" cy="3120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5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5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5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61" name="text-51 the">
            <a:extLst xmlns:a="http://schemas.openxmlformats.org/drawingml/2006/main">
              <a:ext uri="{FF2B5EF4-FFF2-40B4-BE49-F238E27FC236}">
                <a16:creationId xmlns:a16="http://schemas.microsoft.com/office/drawing/2014/main" id="{7F7D31BB-3393-4C02-AD4D-931499659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35059" y="4948610"/>
            <a:ext cx="312866" cy="3125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8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62" name="text-52 location">
            <a:extLst xmlns:a="http://schemas.openxmlformats.org/drawingml/2006/main">
              <a:ext uri="{FF2B5EF4-FFF2-40B4-BE49-F238E27FC236}">
                <a16:creationId xmlns:a16="http://schemas.microsoft.com/office/drawing/2014/main" id="{B9C23CF0-656C-4390-908A-9A7168D9C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65049" y="4947837"/>
            <a:ext cx="761824" cy="3136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4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rPr>
              <a:t>location</a:t>
            </a:r>
          </a:p>
        </p:txBody>
      </p:sp>
      <p:sp>
        <p:nvSpPr>
          <p:cNvPr id="63" name="text-53 ?">
            <a:extLst xmlns:a="http://schemas.openxmlformats.org/drawingml/2006/main">
              <a:ext uri="{FF2B5EF4-FFF2-40B4-BE49-F238E27FC236}">
                <a16:creationId xmlns:a16="http://schemas.microsoft.com/office/drawing/2014/main" id="{B21A9FBC-609D-4C43-9466-8CFDA368C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86550" y="4948020"/>
            <a:ext cx="139588" cy="3133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rPr>
              <a:t>?</a:t>
            </a:r>
          </a:p>
        </p:txBody>
      </p:sp>
      <p:sp>
        <p:nvSpPr>
          <p:cNvPr id="64" name="text-54 A:">
            <a:extLst xmlns:a="http://schemas.openxmlformats.org/drawingml/2006/main">
              <a:ext uri="{FF2B5EF4-FFF2-40B4-BE49-F238E27FC236}">
                <a16:creationId xmlns:a16="http://schemas.microsoft.com/office/drawing/2014/main" id="{0F992D7A-B54A-4404-BCDF-47C52A26D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8735" y="5484353"/>
            <a:ext cx="264753" cy="3142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7" b="0" i="0">
                <a:solidFill>
                  <a:srgbClr val="1D1B19"/>
                </a:solidFill>
                <a:latin typeface="Times New Roman"/>
                <a:ea typeface="Times New Roman"/>
                <a:cs typeface="Times New Roman"/>
              </a:rPr>
              <a:t>A:</a:t>
            </a:r>
          </a:p>
        </p:txBody>
      </p:sp>
      <p:sp>
        <p:nvSpPr>
          <p:cNvPr id="65" name="text-55 Zheduo">
            <a:extLst xmlns:a="http://schemas.openxmlformats.org/drawingml/2006/main">
              <a:ext uri="{FF2B5EF4-FFF2-40B4-BE49-F238E27FC236}">
                <a16:creationId xmlns:a16="http://schemas.microsoft.com/office/drawing/2014/main" id="{3631BC56-9C28-49AE-AABC-CD4150FBC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8388" y="5489449"/>
            <a:ext cx="783267" cy="30706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27" b="0" i="1">
                <a:solidFill>
                  <a:srgbClr val="1D1B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27" b="0" i="1">
                <a:solidFill>
                  <a:srgbClr val="1D1B19"/>
                </a:solidFill>
                <a:latin typeface="Arial"/>
                <a:ea typeface="Arial"/>
                <a:cs typeface="Arial"/>
              </a:defRPr>
            </a:pPr>
            <a:r>
              <a:rPr sz="1727" b="0" i="1">
                <a:solidFill>
                  <a:srgbClr val="1D1B19"/>
                </a:solidFill>
                <a:latin typeface="Arial"/>
                <a:ea typeface="Arial"/>
                <a:cs typeface="Arial"/>
              </a:rPr>
              <a:t>Zheduo</a:t>
            </a:r>
          </a:p>
        </p:txBody>
      </p:sp>
      <p:sp>
        <p:nvSpPr>
          <p:cNvPr id="66" name="text-56 Mountain">
            <a:extLst xmlns:a="http://schemas.openxmlformats.org/drawingml/2006/main">
              <a:ext uri="{FF2B5EF4-FFF2-40B4-BE49-F238E27FC236}">
                <a16:creationId xmlns:a16="http://schemas.microsoft.com/office/drawing/2014/main" id="{F82F6445-A70C-4042-B2D9-2127F9127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5396" y="5467294"/>
            <a:ext cx="1036757" cy="3380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01" b="0" i="1">
                <a:solidFill>
                  <a:srgbClr val="1D1B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01" b="0" i="1">
                <a:solidFill>
                  <a:srgbClr val="1D1B19"/>
                </a:solidFill>
                <a:latin typeface="Arial"/>
                <a:ea typeface="Arial"/>
                <a:cs typeface="Arial"/>
              </a:defRPr>
            </a:pPr>
            <a:r>
              <a:rPr sz="1901" b="0" i="1">
                <a:solidFill>
                  <a:srgbClr val="1D1B19"/>
                </a:solidFill>
                <a:latin typeface="Arial"/>
                <a:ea typeface="Arial"/>
                <a:cs typeface="Arial"/>
              </a:rPr>
              <a:t>Mountain</a:t>
            </a:r>
          </a:p>
        </p:txBody>
      </p:sp>
      <p:sp>
        <p:nvSpPr>
          <p:cNvPr id="67" name="text-57 Pass">
            <a:extLst xmlns:a="http://schemas.openxmlformats.org/drawingml/2006/main">
              <a:ext uri="{FF2B5EF4-FFF2-40B4-BE49-F238E27FC236}">
                <a16:creationId xmlns:a16="http://schemas.microsoft.com/office/drawing/2014/main" id="{739B03ED-32CE-4E48-BD96-6F2B0FB46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27539" y="5771663"/>
            <a:ext cx="493991" cy="2878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619" b="0" i="1">
                <a:solidFill>
                  <a:srgbClr val="1D1B19"/>
                </a:solidFill>
                <a:latin typeface="Arial"/>
                <a:ea typeface="Arial"/>
                <a:cs typeface="Arial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619" b="0" i="1">
                <a:solidFill>
                  <a:srgbClr val="1D1B19"/>
                </a:solidFill>
                <a:latin typeface="Arial"/>
                <a:ea typeface="Arial"/>
                <a:cs typeface="Arial"/>
              </a:defRPr>
            </a:pPr>
            <a:r>
              <a:rPr sz="1619" b="0" i="1">
                <a:solidFill>
                  <a:srgbClr val="1D1B19"/>
                </a:solidFill>
                <a:latin typeface="Arial"/>
                <a:ea typeface="Arial"/>
                <a:cs typeface="Arial"/>
              </a:rPr>
              <a:t>Pass</a:t>
            </a:r>
          </a:p>
        </p:txBody>
      </p:sp>
      <p:pic>
        <p:nvPicPr>
          <p:cNvPr id="68" name="">
            <a:extLst xmlns:a="http://schemas.openxmlformats.org/drawingml/2006/main">
              <a:ext uri="{FF2B5EF4-FFF2-40B4-BE49-F238E27FC236}">
                <a16:creationId xmlns:a16="http://schemas.microsoft.com/office/drawing/2014/main" id="{43446187-5069-44A5-B0F1-09C746A78F5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d841d6abba04893"/>
          <a:stretch xmlns:a="http://schemas.openxmlformats.org/drawingml/2006/main"/>
        </p:blipFill>
        <p:spPr>
          <a:xfrm xmlns:a="http://schemas.openxmlformats.org/drawingml/2006/main">
            <a:off x="306043" y="2859553"/>
            <a:ext cx="2220686" cy="1262743"/>
          </a:xfrm>
          <a:prstGeom xmlns:a="http://schemas.openxmlformats.org/drawingml/2006/main" prst="rect">
            <a:avLst/>
          </a:prstGeom>
        </p:spPr>
      </p:pic>
      <p:sp>
        <p:nvSpPr>
          <p:cNvPr id="69" name="text-59 Task">
            <a:extLst xmlns:a="http://schemas.openxmlformats.org/drawingml/2006/main">
              <a:ext uri="{FF2B5EF4-FFF2-40B4-BE49-F238E27FC236}">
                <a16:creationId xmlns:a16="http://schemas.microsoft.com/office/drawing/2014/main" id="{0FCC3CB6-A2ED-4159-B56B-37800EFDB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4430" y="2390840"/>
            <a:ext cx="566346" cy="3604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202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202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202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Task</a:t>
            </a:r>
          </a:p>
        </p:txBody>
      </p:sp>
      <p:sp>
        <p:nvSpPr>
          <p:cNvPr id="70" name="text-60 &lt;Image:">
            <a:extLst xmlns:a="http://schemas.openxmlformats.org/drawingml/2006/main">
              <a:ext uri="{FF2B5EF4-FFF2-40B4-BE49-F238E27FC236}">
                <a16:creationId xmlns:a16="http://schemas.microsoft.com/office/drawing/2014/main" id="{12546489-3EB8-4F9E-8369-7405B5A28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3003" y="4292214"/>
            <a:ext cx="790525" cy="31441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71" name="text-60 0&gt;">
            <a:extLst xmlns:a="http://schemas.openxmlformats.org/drawingml/2006/main">
              <a:ext uri="{FF2B5EF4-FFF2-40B4-BE49-F238E27FC236}">
                <a16:creationId xmlns:a16="http://schemas.microsoft.com/office/drawing/2014/main" id="{8E622872-DEEE-4D02-910D-CF45BDB7A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8401" y="4293069"/>
            <a:ext cx="278302" cy="31321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0&gt;</a:t>
            </a:r>
          </a:p>
        </p:txBody>
      </p:sp>
      <p:pic>
        <p:nvPicPr>
          <p:cNvPr id="72" name="">
            <a:extLst xmlns:a="http://schemas.openxmlformats.org/drawingml/2006/main">
              <a:ext uri="{FF2B5EF4-FFF2-40B4-BE49-F238E27FC236}">
                <a16:creationId xmlns:a16="http://schemas.microsoft.com/office/drawing/2014/main" id="{0105E9E9-E8F3-4AAF-928B-ABA2DB21E85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19c0f5d2b0d4c97"/>
          <a:stretch xmlns:a="http://schemas.openxmlformats.org/drawingml/2006/main"/>
        </p:blipFill>
        <p:spPr>
          <a:xfrm xmlns:a="http://schemas.openxmlformats.org/drawingml/2006/main">
            <a:off x="599957" y="2249953"/>
            <a:ext cx="576943" cy="576943"/>
          </a:xfrm>
          <a:prstGeom xmlns:a="http://schemas.openxmlformats.org/drawingml/2006/main" prst="rect">
            <a:avLst/>
          </a:prstGeom>
        </p:spPr>
      </p:pic>
      <p:pic>
        <p:nvPicPr>
          <p:cNvPr id="73" name="">
            <a:extLst xmlns:a="http://schemas.openxmlformats.org/drawingml/2006/main">
              <a:ext uri="{FF2B5EF4-FFF2-40B4-BE49-F238E27FC236}">
                <a16:creationId xmlns:a16="http://schemas.microsoft.com/office/drawing/2014/main" id="{FFB4EA70-C00F-4E32-9C0E-5E3277F8DE4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f80738e84954e61"/>
          <a:stretch xmlns:a="http://schemas.openxmlformats.org/drawingml/2006/main"/>
        </p:blipFill>
        <p:spPr>
          <a:xfrm xmlns:a="http://schemas.openxmlformats.org/drawingml/2006/main">
            <a:off x="12977014" y="4895181"/>
            <a:ext cx="2721429" cy="3233057"/>
          </a:xfrm>
          <a:prstGeom xmlns:a="http://schemas.openxmlformats.org/drawingml/2006/main" prst="rect">
            <a:avLst/>
          </a:prstGeom>
        </p:spPr>
      </p:pic>
      <p:sp>
        <p:nvSpPr>
          <p:cNvPr id="74" name="path-63">
            <a:extLst xmlns:a="http://schemas.openxmlformats.org/drawingml/2006/main">
              <a:ext uri="{FF2B5EF4-FFF2-40B4-BE49-F238E27FC236}">
                <a16:creationId xmlns:a16="http://schemas.microsoft.com/office/drawing/2014/main" id="{AF95CAFE-9A31-4F9C-BDB8-40D1454DE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41703" y="4950552"/>
            <a:ext cx="2498617" cy="3026308"/>
          </a:xfrm>
          <a:custGeom xmlns:a="http://schemas.openxmlformats.org/drawingml/2006/main">
            <a:pathLst>
              <a:path w="2186290" h="2648020">
                <a:moveTo>
                  <a:pt x="0" y="103980"/>
                </a:moveTo>
                <a:cubicBezTo>
                  <a:pt x="0" y="46553"/>
                  <a:pt x="46554" y="0"/>
                  <a:pt x="103981" y="0"/>
                </a:cubicBezTo>
                <a:lnTo>
                  <a:pt x="2082311" y="0"/>
                </a:lnTo>
                <a:cubicBezTo>
                  <a:pt x="2139738" y="0"/>
                  <a:pt x="2186290" y="46553"/>
                  <a:pt x="2186290" y="103980"/>
                </a:cubicBezTo>
                <a:lnTo>
                  <a:pt x="2186290" y="2544039"/>
                </a:lnTo>
                <a:cubicBezTo>
                  <a:pt x="2186290" y="2601467"/>
                  <a:pt x="2139738" y="2648020"/>
                  <a:pt x="2082311" y="2648020"/>
                </a:cubicBezTo>
                <a:lnTo>
                  <a:pt x="103981" y="2648020"/>
                </a:lnTo>
                <a:cubicBezTo>
                  <a:pt x="46554" y="2648020"/>
                  <a:pt x="0" y="2601467"/>
                  <a:pt x="0" y="2544039"/>
                </a:cubicBezTo>
                <a:lnTo>
                  <a:pt x="0" y="103980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75" name="path-64">
            <a:extLst xmlns:a="http://schemas.openxmlformats.org/drawingml/2006/main">
              <a:ext uri="{FF2B5EF4-FFF2-40B4-BE49-F238E27FC236}">
                <a16:creationId xmlns:a16="http://schemas.microsoft.com/office/drawing/2014/main" id="{3C1E8D98-E3FA-41F8-BE2E-E3075700A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041703" y="4950552"/>
            <a:ext cx="2498619" cy="3026310"/>
          </a:xfrm>
          <a:custGeom xmlns:a="http://schemas.openxmlformats.org/drawingml/2006/main">
            <a:pathLst>
              <a:path w="2186291" h="2648021">
                <a:moveTo>
                  <a:pt x="0" y="103981"/>
                </a:moveTo>
                <a:cubicBezTo>
                  <a:pt x="0" y="46554"/>
                  <a:pt x="46554" y="0"/>
                  <a:pt x="103981" y="0"/>
                </a:cubicBezTo>
                <a:lnTo>
                  <a:pt x="2082311" y="0"/>
                </a:lnTo>
                <a:cubicBezTo>
                  <a:pt x="2139739" y="0"/>
                  <a:pt x="2186291" y="46554"/>
                  <a:pt x="2186291" y="103981"/>
                </a:cubicBezTo>
                <a:lnTo>
                  <a:pt x="2186291" y="2544040"/>
                </a:lnTo>
                <a:cubicBezTo>
                  <a:pt x="2186291" y="2601468"/>
                  <a:pt x="2139739" y="2648021"/>
                  <a:pt x="2082311" y="2648021"/>
                </a:cubicBezTo>
                <a:lnTo>
                  <a:pt x="103981" y="2648021"/>
                </a:lnTo>
                <a:cubicBezTo>
                  <a:pt x="46554" y="2648021"/>
                  <a:pt x="0" y="2601468"/>
                  <a:pt x="0" y="2544040"/>
                </a:cubicBezTo>
                <a:lnTo>
                  <a:pt x="0" y="103981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76" name="text-65 Rollout">
            <a:extLst xmlns:a="http://schemas.openxmlformats.org/drawingml/2006/main">
              <a:ext uri="{FF2B5EF4-FFF2-40B4-BE49-F238E27FC236}">
                <a16:creationId xmlns:a16="http://schemas.microsoft.com/office/drawing/2014/main" id="{3CE27A79-C59D-46C6-AAC1-5A25FF5AB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71638" y="7138192"/>
            <a:ext cx="822521" cy="34414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6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6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6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Rollout</a:t>
            </a:r>
          </a:p>
        </p:txBody>
      </p:sp>
      <p:sp>
        <p:nvSpPr>
          <p:cNvPr id="77" name="text-65 Process">
            <a:extLst xmlns:a="http://schemas.openxmlformats.org/drawingml/2006/main">
              <a:ext uri="{FF2B5EF4-FFF2-40B4-BE49-F238E27FC236}">
                <a16:creationId xmlns:a16="http://schemas.microsoft.com/office/drawing/2014/main" id="{D3FBB4BD-7A6C-4ABD-B226-822B5ABF4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10572" y="7136602"/>
            <a:ext cx="836651" cy="3463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8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8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48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Process</a:t>
            </a:r>
          </a:p>
        </p:txBody>
      </p:sp>
      <p:pic>
        <p:nvPicPr>
          <p:cNvPr id="78" name="">
            <a:extLst xmlns:a="http://schemas.openxmlformats.org/drawingml/2006/main">
              <a:ext uri="{FF2B5EF4-FFF2-40B4-BE49-F238E27FC236}">
                <a16:creationId xmlns:a16="http://schemas.microsoft.com/office/drawing/2014/main" id="{7F5C5464-345A-4A1C-B99E-EB8C8146BE6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d9e48b9330f48f2"/>
          <a:stretch xmlns:a="http://schemas.openxmlformats.org/drawingml/2006/main"/>
        </p:blipFill>
        <p:spPr>
          <a:xfrm xmlns:a="http://schemas.openxmlformats.org/drawingml/2006/main">
            <a:off x="2951271" y="6985239"/>
            <a:ext cx="631371" cy="620486"/>
          </a:xfrm>
          <a:prstGeom xmlns:a="http://schemas.openxmlformats.org/drawingml/2006/main" prst="rect">
            <a:avLst/>
          </a:prstGeom>
        </p:spPr>
      </p:pic>
      <p:pic>
        <p:nvPicPr>
          <p:cNvPr id="79" name="">
            <a:extLst xmlns:a="http://schemas.openxmlformats.org/drawingml/2006/main">
              <a:ext uri="{FF2B5EF4-FFF2-40B4-BE49-F238E27FC236}">
                <a16:creationId xmlns:a16="http://schemas.microsoft.com/office/drawing/2014/main" id="{938A95E1-AADA-4262-A122-2462772B5CC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73ed076e0174fd1"/>
          <a:stretch xmlns:a="http://schemas.openxmlformats.org/drawingml/2006/main"/>
        </p:blipFill>
        <p:spPr>
          <a:xfrm xmlns:a="http://schemas.openxmlformats.org/drawingml/2006/main">
            <a:off x="10658357" y="4133181"/>
            <a:ext cx="827314" cy="827314"/>
          </a:xfrm>
          <a:prstGeom xmlns:a="http://schemas.openxmlformats.org/drawingml/2006/main" prst="rect">
            <a:avLst/>
          </a:prstGeom>
        </p:spPr>
      </p:pic>
      <p:pic>
        <p:nvPicPr>
          <p:cNvPr id="80" name="">
            <a:extLst xmlns:a="http://schemas.openxmlformats.org/drawingml/2006/main">
              <a:ext uri="{FF2B5EF4-FFF2-40B4-BE49-F238E27FC236}">
                <a16:creationId xmlns:a16="http://schemas.microsoft.com/office/drawing/2014/main" id="{9E874E94-9579-4657-91AF-319ED41F871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69266c0afe24f01"/>
          <a:stretch xmlns:a="http://schemas.openxmlformats.org/drawingml/2006/main"/>
        </p:blipFill>
        <p:spPr>
          <a:xfrm xmlns:a="http://schemas.openxmlformats.org/drawingml/2006/main">
            <a:off x="10658357" y="4133181"/>
            <a:ext cx="827314" cy="827314"/>
          </a:xfrm>
          <a:prstGeom xmlns:a="http://schemas.openxmlformats.org/drawingml/2006/main" prst="rect">
            <a:avLst/>
          </a:prstGeom>
        </p:spPr>
      </p:pic>
      <p:pic>
        <p:nvPicPr>
          <p:cNvPr id="81" name="">
            <a:extLst xmlns:a="http://schemas.openxmlformats.org/drawingml/2006/main">
              <a:ext uri="{FF2B5EF4-FFF2-40B4-BE49-F238E27FC236}">
                <a16:creationId xmlns:a16="http://schemas.microsoft.com/office/drawing/2014/main" id="{0C26B7E9-F811-4494-84FC-7EB9D72EC0D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3e01e491c544a99"/>
          <a:stretch xmlns:a="http://schemas.openxmlformats.org/drawingml/2006/main"/>
        </p:blipFill>
        <p:spPr>
          <a:xfrm xmlns:a="http://schemas.openxmlformats.org/drawingml/2006/main">
            <a:off x="10658357" y="4133181"/>
            <a:ext cx="827314" cy="827314"/>
          </a:xfrm>
          <a:prstGeom xmlns:a="http://schemas.openxmlformats.org/drawingml/2006/main" prst="rect">
            <a:avLst/>
          </a:prstGeom>
        </p:spPr>
      </p:pic>
      <p:pic>
        <p:nvPicPr>
          <p:cNvPr id="82" name="">
            <a:extLst xmlns:a="http://schemas.openxmlformats.org/drawingml/2006/main">
              <a:ext uri="{FF2B5EF4-FFF2-40B4-BE49-F238E27FC236}">
                <a16:creationId xmlns:a16="http://schemas.microsoft.com/office/drawing/2014/main" id="{50A7A6C0-90EC-4FA9-856F-37C3B6CA792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6c8b5708020499e"/>
          <a:stretch xmlns:a="http://schemas.openxmlformats.org/drawingml/2006/main"/>
        </p:blipFill>
        <p:spPr>
          <a:xfrm xmlns:a="http://schemas.openxmlformats.org/drawingml/2006/main">
            <a:off x="8568300" y="3708639"/>
            <a:ext cx="2710543" cy="5127171"/>
          </a:xfrm>
          <a:prstGeom xmlns:a="http://schemas.openxmlformats.org/drawingml/2006/main" prst="rect">
            <a:avLst/>
          </a:prstGeom>
        </p:spPr>
      </p:pic>
      <p:sp>
        <p:nvSpPr>
          <p:cNvPr id="83" name="path-71">
            <a:extLst xmlns:a="http://schemas.openxmlformats.org/drawingml/2006/main">
              <a:ext uri="{FF2B5EF4-FFF2-40B4-BE49-F238E27FC236}">
                <a16:creationId xmlns:a16="http://schemas.microsoft.com/office/drawing/2014/main" id="{F0678F0C-6DCB-4D3E-9F54-66FFC9427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7816" y="3763122"/>
            <a:ext cx="2491807" cy="4936018"/>
          </a:xfrm>
          <a:custGeom xmlns:a="http://schemas.openxmlformats.org/drawingml/2006/main">
            <a:pathLst>
              <a:path w="2180331" h="4319016">
                <a:moveTo>
                  <a:pt x="0" y="88358"/>
                </a:moveTo>
                <a:cubicBezTo>
                  <a:pt x="0" y="39561"/>
                  <a:pt x="29874" y="0"/>
                  <a:pt x="66727" y="0"/>
                </a:cubicBezTo>
                <a:lnTo>
                  <a:pt x="1336298" y="0"/>
                </a:lnTo>
                <a:cubicBezTo>
                  <a:pt x="1373151" y="0"/>
                  <a:pt x="1403027" y="39561"/>
                  <a:pt x="1403027" y="88358"/>
                </a:cubicBezTo>
                <a:cubicBezTo>
                  <a:pt x="1403027" y="1460676"/>
                  <a:pt x="1718149" y="2916444"/>
                  <a:pt x="2180331" y="4270218"/>
                </a:cubicBezTo>
                <a:cubicBezTo>
                  <a:pt x="2180331" y="4319016"/>
                  <a:pt x="1373151" y="4302940"/>
                  <a:pt x="1336298" y="4302940"/>
                </a:cubicBezTo>
                <a:lnTo>
                  <a:pt x="66727" y="4293670"/>
                </a:lnTo>
                <a:cubicBezTo>
                  <a:pt x="29874" y="4293670"/>
                  <a:pt x="0" y="4254110"/>
                  <a:pt x="0" y="4205311"/>
                </a:cubicBezTo>
                <a:lnTo>
                  <a:pt x="0" y="8835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4" name="path-72">
            <a:extLst xmlns:a="http://schemas.openxmlformats.org/drawingml/2006/main">
              <a:ext uri="{FF2B5EF4-FFF2-40B4-BE49-F238E27FC236}">
                <a16:creationId xmlns:a16="http://schemas.microsoft.com/office/drawing/2014/main" id="{A5AE36D2-8462-433B-93A2-D51B052E7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27816" y="3763122"/>
            <a:ext cx="2491809" cy="4936019"/>
          </a:xfrm>
          <a:custGeom xmlns:a="http://schemas.openxmlformats.org/drawingml/2006/main">
            <a:pathLst>
              <a:path w="2180333" h="4319017">
                <a:moveTo>
                  <a:pt x="0" y="88358"/>
                </a:moveTo>
                <a:cubicBezTo>
                  <a:pt x="0" y="39560"/>
                  <a:pt x="29876" y="0"/>
                  <a:pt x="66728" y="0"/>
                </a:cubicBezTo>
                <a:lnTo>
                  <a:pt x="1336300" y="0"/>
                </a:lnTo>
                <a:cubicBezTo>
                  <a:pt x="1373153" y="0"/>
                  <a:pt x="1403029" y="39560"/>
                  <a:pt x="1403029" y="88358"/>
                </a:cubicBezTo>
                <a:cubicBezTo>
                  <a:pt x="1403029" y="1460677"/>
                  <a:pt x="1718152" y="2916445"/>
                  <a:pt x="2180333" y="4270218"/>
                </a:cubicBezTo>
                <a:cubicBezTo>
                  <a:pt x="2180333" y="4319017"/>
                  <a:pt x="1373153" y="4302940"/>
                  <a:pt x="1336300" y="4302940"/>
                </a:cubicBezTo>
                <a:lnTo>
                  <a:pt x="66728" y="4293669"/>
                </a:lnTo>
                <a:cubicBezTo>
                  <a:pt x="29876" y="4293669"/>
                  <a:pt x="0" y="4254109"/>
                  <a:pt x="0" y="4205311"/>
                </a:cubicBezTo>
                <a:lnTo>
                  <a:pt x="0" y="88358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85" name="">
            <a:extLst xmlns:a="http://schemas.openxmlformats.org/drawingml/2006/main">
              <a:ext uri="{FF2B5EF4-FFF2-40B4-BE49-F238E27FC236}">
                <a16:creationId xmlns:a16="http://schemas.microsoft.com/office/drawing/2014/main" id="{FEB986D5-134C-47AD-A631-3FC2D5683BF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0e1cf207a6e4310"/>
          <a:stretch xmlns:a="http://schemas.openxmlformats.org/drawingml/2006/main"/>
        </p:blipFill>
        <p:spPr>
          <a:xfrm xmlns:a="http://schemas.openxmlformats.org/drawingml/2006/main">
            <a:off x="11485671" y="3806610"/>
            <a:ext cx="2296886" cy="870857"/>
          </a:xfrm>
          <a:prstGeom xmlns:a="http://schemas.openxmlformats.org/drawingml/2006/main" prst="rect">
            <a:avLst/>
          </a:prstGeom>
        </p:spPr>
      </p:pic>
      <p:sp>
        <p:nvSpPr>
          <p:cNvPr id="86" name="path-74">
            <a:extLst xmlns:a="http://schemas.openxmlformats.org/drawingml/2006/main">
              <a:ext uri="{FF2B5EF4-FFF2-40B4-BE49-F238E27FC236}">
                <a16:creationId xmlns:a16="http://schemas.microsoft.com/office/drawing/2014/main" id="{524084DA-C512-49B3-A223-F6E012CC0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5578" y="3868150"/>
            <a:ext cx="2088004" cy="654593"/>
          </a:xfrm>
          <a:custGeom xmlns:a="http://schemas.openxmlformats.org/drawingml/2006/main">
            <a:pathLst>
              <a:path w="1827004" h="572769">
                <a:moveTo>
                  <a:pt x="0" y="27242"/>
                </a:moveTo>
                <a:cubicBezTo>
                  <a:pt x="0" y="12195"/>
                  <a:pt x="12198" y="0"/>
                  <a:pt x="27242" y="0"/>
                </a:cubicBezTo>
                <a:lnTo>
                  <a:pt x="1799762" y="0"/>
                </a:lnTo>
                <a:cubicBezTo>
                  <a:pt x="1814808" y="0"/>
                  <a:pt x="1827004" y="12195"/>
                  <a:pt x="1827004" y="27242"/>
                </a:cubicBezTo>
                <a:lnTo>
                  <a:pt x="1827004" y="545528"/>
                </a:lnTo>
                <a:cubicBezTo>
                  <a:pt x="1827004" y="560572"/>
                  <a:pt x="1814808" y="572769"/>
                  <a:pt x="1799762" y="572769"/>
                </a:cubicBezTo>
                <a:lnTo>
                  <a:pt x="27242" y="572769"/>
                </a:lnTo>
                <a:cubicBezTo>
                  <a:pt x="12198" y="572769"/>
                  <a:pt x="0" y="560572"/>
                  <a:pt x="0" y="545528"/>
                </a:cubicBezTo>
                <a:lnTo>
                  <a:pt x="0" y="2724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87" name="path-75">
            <a:extLst xmlns:a="http://schemas.openxmlformats.org/drawingml/2006/main">
              <a:ext uri="{FF2B5EF4-FFF2-40B4-BE49-F238E27FC236}">
                <a16:creationId xmlns:a16="http://schemas.microsoft.com/office/drawing/2014/main" id="{9A833BBA-6F41-465B-9A6D-F52A11423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5578" y="3868150"/>
            <a:ext cx="2088003" cy="654594"/>
          </a:xfrm>
          <a:custGeom xmlns:a="http://schemas.openxmlformats.org/drawingml/2006/main">
            <a:pathLst>
              <a:path w="1827002" h="572770">
                <a:moveTo>
                  <a:pt x="0" y="27241"/>
                </a:moveTo>
                <a:cubicBezTo>
                  <a:pt x="0" y="12196"/>
                  <a:pt x="12196" y="0"/>
                  <a:pt x="27242" y="0"/>
                </a:cubicBezTo>
                <a:lnTo>
                  <a:pt x="1799762" y="0"/>
                </a:lnTo>
                <a:cubicBezTo>
                  <a:pt x="1814806" y="0"/>
                  <a:pt x="1827002" y="12196"/>
                  <a:pt x="1827002" y="27241"/>
                </a:cubicBezTo>
                <a:lnTo>
                  <a:pt x="1827002" y="545529"/>
                </a:lnTo>
                <a:cubicBezTo>
                  <a:pt x="1827002" y="560573"/>
                  <a:pt x="1814806" y="572770"/>
                  <a:pt x="1799762" y="572770"/>
                </a:cubicBezTo>
                <a:lnTo>
                  <a:pt x="27242" y="572770"/>
                </a:lnTo>
                <a:cubicBezTo>
                  <a:pt x="12196" y="572770"/>
                  <a:pt x="0" y="560573"/>
                  <a:pt x="0" y="545529"/>
                </a:cubicBezTo>
                <a:lnTo>
                  <a:pt x="0" y="27241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88" name="">
            <a:extLst xmlns:a="http://schemas.openxmlformats.org/drawingml/2006/main">
              <a:ext uri="{FF2B5EF4-FFF2-40B4-BE49-F238E27FC236}">
                <a16:creationId xmlns:a16="http://schemas.microsoft.com/office/drawing/2014/main" id="{7774FE8B-8D66-4F23-A160-E9380E6CB09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bfc6c7739e74d19"/>
          <a:stretch xmlns:a="http://schemas.openxmlformats.org/drawingml/2006/main"/>
        </p:blipFill>
        <p:spPr>
          <a:xfrm xmlns:a="http://schemas.openxmlformats.org/drawingml/2006/main">
            <a:off x="2994814" y="1575039"/>
            <a:ext cx="1589314" cy="740229"/>
          </a:xfrm>
          <a:prstGeom xmlns:a="http://schemas.openxmlformats.org/drawingml/2006/main" prst="rect">
            <a:avLst/>
          </a:prstGeom>
        </p:spPr>
      </p:pic>
      <p:sp>
        <p:nvSpPr>
          <p:cNvPr id="89" name="path-77">
            <a:extLst xmlns:a="http://schemas.openxmlformats.org/drawingml/2006/main">
              <a:ext uri="{FF2B5EF4-FFF2-40B4-BE49-F238E27FC236}">
                <a16:creationId xmlns:a16="http://schemas.microsoft.com/office/drawing/2014/main" id="{6B489813-8929-4AE9-B5FA-76AE91A34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55291" y="1638352"/>
            <a:ext cx="1377181" cy="522392"/>
          </a:xfrm>
          <a:custGeom xmlns:a="http://schemas.openxmlformats.org/drawingml/2006/main">
            <a:pathLst>
              <a:path w="1205034" h="457093">
                <a:moveTo>
                  <a:pt x="0" y="21739"/>
                </a:moveTo>
                <a:cubicBezTo>
                  <a:pt x="0" y="9733"/>
                  <a:pt x="9733" y="0"/>
                  <a:pt x="21740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0"/>
                  <a:pt x="1195301" y="457093"/>
                  <a:pt x="1183295" y="457093"/>
                </a:cubicBezTo>
                <a:lnTo>
                  <a:pt x="21740" y="457093"/>
                </a:lnTo>
                <a:cubicBezTo>
                  <a:pt x="9733" y="457093"/>
                  <a:pt x="0" y="447360"/>
                  <a:pt x="0" y="435355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0" name="path-78">
            <a:extLst xmlns:a="http://schemas.openxmlformats.org/drawingml/2006/main">
              <a:ext uri="{FF2B5EF4-FFF2-40B4-BE49-F238E27FC236}">
                <a16:creationId xmlns:a16="http://schemas.microsoft.com/office/drawing/2014/main" id="{DAB72609-BBE3-4D1C-B334-0F87737CE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55291" y="1638352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91" name="">
            <a:extLst xmlns:a="http://schemas.openxmlformats.org/drawingml/2006/main">
              <a:ext uri="{FF2B5EF4-FFF2-40B4-BE49-F238E27FC236}">
                <a16:creationId xmlns:a16="http://schemas.microsoft.com/office/drawing/2014/main" id="{7BEB5A43-F07A-4475-A3BE-9A49F05DC68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af2bca93d154e41"/>
          <a:stretch xmlns:a="http://schemas.openxmlformats.org/drawingml/2006/main"/>
        </p:blipFill>
        <p:spPr>
          <a:xfrm xmlns:a="http://schemas.openxmlformats.org/drawingml/2006/main">
            <a:off x="4714757" y="2402353"/>
            <a:ext cx="1687286" cy="2013857"/>
          </a:xfrm>
          <a:prstGeom xmlns:a="http://schemas.openxmlformats.org/drawingml/2006/main" prst="rect">
            <a:avLst/>
          </a:prstGeom>
        </p:spPr>
      </p:pic>
      <p:sp>
        <p:nvSpPr>
          <p:cNvPr id="92" name="path-80">
            <a:extLst xmlns:a="http://schemas.openxmlformats.org/drawingml/2006/main">
              <a:ext uri="{FF2B5EF4-FFF2-40B4-BE49-F238E27FC236}">
                <a16:creationId xmlns:a16="http://schemas.microsoft.com/office/drawing/2014/main" id="{8A132F67-D684-4CE9-BEBB-1D6004418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8399" y="2431611"/>
            <a:ext cx="1562218" cy="1890124"/>
          </a:xfrm>
          <a:custGeom xmlns:a="http://schemas.openxmlformats.org/drawingml/2006/main">
            <a:pathLst>
              <a:path w="1366940" h="1653858">
                <a:moveTo>
                  <a:pt x="0" y="826928"/>
                </a:moveTo>
                <a:cubicBezTo>
                  <a:pt x="0" y="370228"/>
                  <a:pt x="305998" y="0"/>
                  <a:pt x="683470" y="0"/>
                </a:cubicBezTo>
                <a:cubicBezTo>
                  <a:pt x="1060939" y="0"/>
                  <a:pt x="1366940" y="370228"/>
                  <a:pt x="1366940" y="826928"/>
                </a:cubicBezTo>
                <a:cubicBezTo>
                  <a:pt x="1366940" y="1283630"/>
                  <a:pt x="1060939" y="1653858"/>
                  <a:pt x="683470" y="1653858"/>
                </a:cubicBezTo>
                <a:cubicBezTo>
                  <a:pt x="305998" y="1653858"/>
                  <a:pt x="0" y="1283630"/>
                  <a:pt x="0" y="826928"/>
                </a:cubicBez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93" name="path-81">
            <a:extLst xmlns:a="http://schemas.openxmlformats.org/drawingml/2006/main">
              <a:ext uri="{FF2B5EF4-FFF2-40B4-BE49-F238E27FC236}">
                <a16:creationId xmlns:a16="http://schemas.microsoft.com/office/drawing/2014/main" id="{582620E0-D3B1-4CFA-A452-892879488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8399" y="2431611"/>
            <a:ext cx="1562219" cy="1890125"/>
          </a:xfrm>
          <a:custGeom xmlns:a="http://schemas.openxmlformats.org/drawingml/2006/main">
            <a:pathLst>
              <a:path w="1366942" h="1653859">
                <a:moveTo>
                  <a:pt x="0" y="826930"/>
                </a:moveTo>
                <a:cubicBezTo>
                  <a:pt x="0" y="370229"/>
                  <a:pt x="306000" y="0"/>
                  <a:pt x="683471" y="0"/>
                </a:cubicBezTo>
                <a:cubicBezTo>
                  <a:pt x="1060941" y="0"/>
                  <a:pt x="1366942" y="370229"/>
                  <a:pt x="1366942" y="826930"/>
                </a:cubicBezTo>
                <a:cubicBezTo>
                  <a:pt x="1366942" y="1283630"/>
                  <a:pt x="1060941" y="1653859"/>
                  <a:pt x="683471" y="1653859"/>
                </a:cubicBezTo>
                <a:cubicBezTo>
                  <a:pt x="306000" y="1653859"/>
                  <a:pt x="0" y="1283630"/>
                  <a:pt x="0" y="826930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D9D9D9"/>
            </a:solidFill>
            <a:prstDash val="solid"/>
          </a:ln>
        </p:spPr>
      </p:sp>
      <p:pic>
        <p:nvPicPr>
          <p:cNvPr id="94" name="">
            <a:extLst xmlns:a="http://schemas.openxmlformats.org/drawingml/2006/main">
              <a:ext uri="{FF2B5EF4-FFF2-40B4-BE49-F238E27FC236}">
                <a16:creationId xmlns:a16="http://schemas.microsoft.com/office/drawing/2014/main" id="{F2021233-FBB2-4EAA-83DC-44BF5776E71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1d917c53a184c6e"/>
          <a:stretch xmlns:a="http://schemas.openxmlformats.org/drawingml/2006/main"/>
        </p:blipFill>
        <p:spPr>
          <a:xfrm xmlns:a="http://schemas.openxmlformats.org/drawingml/2006/main">
            <a:off x="5095757" y="2663610"/>
            <a:ext cx="925286" cy="925286"/>
          </a:xfrm>
          <a:prstGeom xmlns:a="http://schemas.openxmlformats.org/drawingml/2006/main" prst="rect">
            <a:avLst/>
          </a:prstGeom>
        </p:spPr>
      </p:pic>
      <p:sp>
        <p:nvSpPr>
          <p:cNvPr id="95" name="text-83 Web">
            <a:extLst xmlns:a="http://schemas.openxmlformats.org/drawingml/2006/main">
              <a:ext uri="{FF2B5EF4-FFF2-40B4-BE49-F238E27FC236}">
                <a16:creationId xmlns:a16="http://schemas.microsoft.com/office/drawing/2014/main" id="{C713A37E-6487-478F-85E2-3D0ACC2A8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72793" y="1602308"/>
            <a:ext cx="467406" cy="3292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Web</a:t>
            </a:r>
          </a:p>
        </p:txBody>
      </p:sp>
      <p:sp>
        <p:nvSpPr>
          <p:cNvPr id="96" name="text-84 Search">
            <a:extLst xmlns:a="http://schemas.openxmlformats.org/drawingml/2006/main">
              <a:ext uri="{FF2B5EF4-FFF2-40B4-BE49-F238E27FC236}">
                <a16:creationId xmlns:a16="http://schemas.microsoft.com/office/drawing/2014/main" id="{F69F0831-1A9D-4935-9695-5361684CD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7130" y="1880777"/>
            <a:ext cx="653084" cy="3152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Search</a:t>
            </a:r>
          </a:p>
        </p:txBody>
      </p:sp>
      <p:pic>
        <p:nvPicPr>
          <p:cNvPr id="97" name="">
            <a:extLst xmlns:a="http://schemas.openxmlformats.org/drawingml/2006/main">
              <a:ext uri="{FF2B5EF4-FFF2-40B4-BE49-F238E27FC236}">
                <a16:creationId xmlns:a16="http://schemas.microsoft.com/office/drawing/2014/main" id="{2A86CE29-1442-4B84-B4FC-C01E52EA231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275fac869c940c3"/>
          <a:stretch xmlns:a="http://schemas.openxmlformats.org/drawingml/2006/main"/>
        </p:blipFill>
        <p:spPr>
          <a:xfrm xmlns:a="http://schemas.openxmlformats.org/drawingml/2006/main">
            <a:off x="3027471" y="1607696"/>
            <a:ext cx="620486" cy="620486"/>
          </a:xfrm>
          <a:prstGeom xmlns:a="http://schemas.openxmlformats.org/drawingml/2006/main" prst="rect">
            <a:avLst/>
          </a:prstGeom>
        </p:spPr>
      </p:pic>
      <p:pic>
        <p:nvPicPr>
          <p:cNvPr id="98" name="">
            <a:extLst xmlns:a="http://schemas.openxmlformats.org/drawingml/2006/main">
              <a:ext uri="{FF2B5EF4-FFF2-40B4-BE49-F238E27FC236}">
                <a16:creationId xmlns:a16="http://schemas.microsoft.com/office/drawing/2014/main" id="{36B71D6D-91EE-44D1-9BF6-BC76F06123C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5f3a11d533d42d6"/>
          <a:stretch xmlns:a="http://schemas.openxmlformats.org/drawingml/2006/main"/>
        </p:blipFill>
        <p:spPr>
          <a:xfrm xmlns:a="http://schemas.openxmlformats.org/drawingml/2006/main">
            <a:off x="2690014" y="2380581"/>
            <a:ext cx="1589314" cy="740229"/>
          </a:xfrm>
          <a:prstGeom xmlns:a="http://schemas.openxmlformats.org/drawingml/2006/main" prst="rect">
            <a:avLst/>
          </a:prstGeom>
        </p:spPr>
      </p:pic>
      <p:sp>
        <p:nvSpPr>
          <p:cNvPr id="99" name="path-87">
            <a:extLst xmlns:a="http://schemas.openxmlformats.org/drawingml/2006/main">
              <a:ext uri="{FF2B5EF4-FFF2-40B4-BE49-F238E27FC236}">
                <a16:creationId xmlns:a16="http://schemas.microsoft.com/office/drawing/2014/main" id="{E8C64F8A-891B-475F-97FB-1E4EE87D4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1074" y="2439330"/>
            <a:ext cx="1377182" cy="522394"/>
          </a:xfrm>
          <a:custGeom xmlns:a="http://schemas.openxmlformats.org/drawingml/2006/main">
            <a:pathLst>
              <a:path w="1205034" h="457095">
                <a:moveTo>
                  <a:pt x="0" y="21738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8"/>
                </a:cubicBezTo>
                <a:lnTo>
                  <a:pt x="1205034" y="435354"/>
                </a:lnTo>
                <a:cubicBezTo>
                  <a:pt x="1205034" y="447362"/>
                  <a:pt x="1195301" y="457095"/>
                  <a:pt x="1183295" y="457095"/>
                </a:cubicBezTo>
                <a:lnTo>
                  <a:pt x="21739" y="457095"/>
                </a:lnTo>
                <a:cubicBezTo>
                  <a:pt x="9733" y="457095"/>
                  <a:pt x="0" y="447362"/>
                  <a:pt x="0" y="435354"/>
                </a:cubicBezTo>
                <a:lnTo>
                  <a:pt x="0" y="2173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0" name="path-88">
            <a:extLst xmlns:a="http://schemas.openxmlformats.org/drawingml/2006/main">
              <a:ext uri="{FF2B5EF4-FFF2-40B4-BE49-F238E27FC236}">
                <a16:creationId xmlns:a16="http://schemas.microsoft.com/office/drawing/2014/main" id="{3808C5A5-F468-4328-A4AF-FF450B25D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1074" y="2439330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101" name="">
            <a:extLst xmlns:a="http://schemas.openxmlformats.org/drawingml/2006/main">
              <a:ext uri="{FF2B5EF4-FFF2-40B4-BE49-F238E27FC236}">
                <a16:creationId xmlns:a16="http://schemas.microsoft.com/office/drawing/2014/main" id="{803E376D-4ECF-45A9-BF27-F6B55710352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f8414cd2a384a91"/>
          <a:stretch xmlns:a="http://schemas.openxmlformats.org/drawingml/2006/main"/>
        </p:blipFill>
        <p:spPr>
          <a:xfrm xmlns:a="http://schemas.openxmlformats.org/drawingml/2006/main">
            <a:off x="2690014" y="3218781"/>
            <a:ext cx="1589314" cy="729343"/>
          </a:xfrm>
          <a:prstGeom xmlns:a="http://schemas.openxmlformats.org/drawingml/2006/main" prst="rect">
            <a:avLst/>
          </a:prstGeom>
        </p:spPr>
      </p:pic>
      <p:sp>
        <p:nvSpPr>
          <p:cNvPr id="102" name="path-90">
            <a:extLst xmlns:a="http://schemas.openxmlformats.org/drawingml/2006/main">
              <a:ext uri="{FF2B5EF4-FFF2-40B4-BE49-F238E27FC236}">
                <a16:creationId xmlns:a16="http://schemas.microsoft.com/office/drawing/2014/main" id="{2BF85F80-8484-47F3-9393-83E55CFE9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9770" y="3279858"/>
            <a:ext cx="1377181" cy="522395"/>
          </a:xfrm>
          <a:custGeom xmlns:a="http://schemas.openxmlformats.org/drawingml/2006/main">
            <a:pathLst>
              <a:path w="1205033" h="457096">
                <a:moveTo>
                  <a:pt x="0" y="21739"/>
                </a:moveTo>
                <a:cubicBezTo>
                  <a:pt x="0" y="9733"/>
                  <a:pt x="9733" y="0"/>
                  <a:pt x="21741" y="0"/>
                </a:cubicBezTo>
                <a:lnTo>
                  <a:pt x="1183295" y="0"/>
                </a:lnTo>
                <a:cubicBezTo>
                  <a:pt x="1195300" y="0"/>
                  <a:pt x="1205033" y="9733"/>
                  <a:pt x="1205033" y="21739"/>
                </a:cubicBezTo>
                <a:lnTo>
                  <a:pt x="1205033" y="435357"/>
                </a:lnTo>
                <a:cubicBezTo>
                  <a:pt x="1205033" y="447362"/>
                  <a:pt x="1195300" y="457096"/>
                  <a:pt x="1183295" y="457096"/>
                </a:cubicBezTo>
                <a:lnTo>
                  <a:pt x="21741" y="457096"/>
                </a:lnTo>
                <a:cubicBezTo>
                  <a:pt x="9733" y="457096"/>
                  <a:pt x="0" y="447362"/>
                  <a:pt x="0" y="435357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03" name="path-91">
            <a:extLst xmlns:a="http://schemas.openxmlformats.org/drawingml/2006/main">
              <a:ext uri="{FF2B5EF4-FFF2-40B4-BE49-F238E27FC236}">
                <a16:creationId xmlns:a16="http://schemas.microsoft.com/office/drawing/2014/main" id="{E94A8F76-86D9-431F-AD4F-83B6FE2463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9770" y="3279858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104" name="text-92 Image">
            <a:extLst xmlns:a="http://schemas.openxmlformats.org/drawingml/2006/main">
              <a:ext uri="{FF2B5EF4-FFF2-40B4-BE49-F238E27FC236}">
                <a16:creationId xmlns:a16="http://schemas.microsoft.com/office/drawing/2014/main" id="{A9EBBB6F-F76E-4187-ADC5-224259D88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01104" y="3266812"/>
            <a:ext cx="601124" cy="31421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Image</a:t>
            </a:r>
          </a:p>
        </p:txBody>
      </p:sp>
      <p:sp>
        <p:nvSpPr>
          <p:cNvPr id="105" name="text-93 Search">
            <a:extLst xmlns:a="http://schemas.openxmlformats.org/drawingml/2006/main">
              <a:ext uri="{FF2B5EF4-FFF2-40B4-BE49-F238E27FC236}">
                <a16:creationId xmlns:a16="http://schemas.microsoft.com/office/drawing/2014/main" id="{4C856748-4075-4466-92C8-1C7833CFF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03900" y="3534528"/>
            <a:ext cx="653084" cy="3152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Search</a:t>
            </a:r>
          </a:p>
        </p:txBody>
      </p:sp>
      <p:sp>
        <p:nvSpPr>
          <p:cNvPr id="106" name="text-94 Scholar">
            <a:extLst xmlns:a="http://schemas.openxmlformats.org/drawingml/2006/main">
              <a:ext uri="{FF2B5EF4-FFF2-40B4-BE49-F238E27FC236}">
                <a16:creationId xmlns:a16="http://schemas.microsoft.com/office/drawing/2014/main" id="{F8A4E31C-DAD1-40CF-9787-AE102DDA6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19008" y="2424280"/>
            <a:ext cx="724461" cy="3135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Scholar</a:t>
            </a:r>
          </a:p>
        </p:txBody>
      </p:sp>
      <p:sp>
        <p:nvSpPr>
          <p:cNvPr id="107" name="text-95 Search">
            <a:extLst xmlns:a="http://schemas.openxmlformats.org/drawingml/2006/main">
              <a:ext uri="{FF2B5EF4-FFF2-40B4-BE49-F238E27FC236}">
                <a16:creationId xmlns:a16="http://schemas.microsoft.com/office/drawing/2014/main" id="{9DA0ECBE-39D4-42D4-AADF-32947BF50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319008" y="2691544"/>
            <a:ext cx="653084" cy="3152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Search</a:t>
            </a:r>
          </a:p>
        </p:txBody>
      </p:sp>
      <p:pic>
        <p:nvPicPr>
          <p:cNvPr id="108" name="">
            <a:extLst xmlns:a="http://schemas.openxmlformats.org/drawingml/2006/main">
              <a:ext uri="{FF2B5EF4-FFF2-40B4-BE49-F238E27FC236}">
                <a16:creationId xmlns:a16="http://schemas.microsoft.com/office/drawing/2014/main" id="{3EC6BF13-E71E-4FC7-84DE-C80576278A2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e0cfe6d0a7a485b"/>
          <a:stretch xmlns:a="http://schemas.openxmlformats.org/drawingml/2006/main"/>
        </p:blipFill>
        <p:spPr>
          <a:xfrm xmlns:a="http://schemas.openxmlformats.org/drawingml/2006/main">
            <a:off x="2700900" y="2380581"/>
            <a:ext cx="642257" cy="653143"/>
          </a:xfrm>
          <a:prstGeom xmlns:a="http://schemas.openxmlformats.org/drawingml/2006/main" prst="rect">
            <a:avLst/>
          </a:prstGeom>
        </p:spPr>
      </p:pic>
      <p:pic>
        <p:nvPicPr>
          <p:cNvPr id="109" name="">
            <a:extLst xmlns:a="http://schemas.openxmlformats.org/drawingml/2006/main">
              <a:ext uri="{FF2B5EF4-FFF2-40B4-BE49-F238E27FC236}">
                <a16:creationId xmlns:a16="http://schemas.microsoft.com/office/drawing/2014/main" id="{B6DF22B6-98F5-4893-BD29-241B7854D8B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faa00ae3d7e4369"/>
          <a:stretch xmlns:a="http://schemas.openxmlformats.org/drawingml/2006/main"/>
        </p:blipFill>
        <p:spPr>
          <a:xfrm xmlns:a="http://schemas.openxmlformats.org/drawingml/2006/main">
            <a:off x="2962157" y="4133181"/>
            <a:ext cx="1589314" cy="729343"/>
          </a:xfrm>
          <a:prstGeom xmlns:a="http://schemas.openxmlformats.org/drawingml/2006/main" prst="rect">
            <a:avLst/>
          </a:prstGeom>
        </p:spPr>
      </p:pic>
      <p:sp>
        <p:nvSpPr>
          <p:cNvPr id="110" name="path-98">
            <a:extLst xmlns:a="http://schemas.openxmlformats.org/drawingml/2006/main">
              <a:ext uri="{FF2B5EF4-FFF2-40B4-BE49-F238E27FC236}">
                <a16:creationId xmlns:a16="http://schemas.microsoft.com/office/drawing/2014/main" id="{0EB73CFF-456F-433C-91F6-B79EE74EC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21532" y="4192694"/>
            <a:ext cx="1377181" cy="522394"/>
          </a:xfrm>
          <a:custGeom xmlns:a="http://schemas.openxmlformats.org/drawingml/2006/main">
            <a:pathLst>
              <a:path w="1205034" h="457095">
                <a:moveTo>
                  <a:pt x="0" y="21739"/>
                </a:moveTo>
                <a:cubicBezTo>
                  <a:pt x="0" y="9733"/>
                  <a:pt x="9732" y="0"/>
                  <a:pt x="21738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5"/>
                  <a:pt x="1183295" y="457095"/>
                </a:cubicBezTo>
                <a:lnTo>
                  <a:pt x="21738" y="457095"/>
                </a:lnTo>
                <a:cubicBezTo>
                  <a:pt x="9732" y="457095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1" name="path-99">
            <a:extLst xmlns:a="http://schemas.openxmlformats.org/drawingml/2006/main">
              <a:ext uri="{FF2B5EF4-FFF2-40B4-BE49-F238E27FC236}">
                <a16:creationId xmlns:a16="http://schemas.microsoft.com/office/drawing/2014/main" id="{085AC277-93A9-497E-8483-16D15561D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21532" y="4192694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112" name="">
            <a:extLst xmlns:a="http://schemas.openxmlformats.org/drawingml/2006/main">
              <a:ext uri="{FF2B5EF4-FFF2-40B4-BE49-F238E27FC236}">
                <a16:creationId xmlns:a16="http://schemas.microsoft.com/office/drawing/2014/main" id="{E8EFBA05-578D-4B9F-A5BC-87CCE35709E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3cbd7939f714847"/>
          <a:stretch xmlns:a="http://schemas.openxmlformats.org/drawingml/2006/main"/>
        </p:blipFill>
        <p:spPr>
          <a:xfrm xmlns:a="http://schemas.openxmlformats.org/drawingml/2006/main">
            <a:off x="2733557" y="3251439"/>
            <a:ext cx="620486" cy="631371"/>
          </a:xfrm>
          <a:prstGeom xmlns:a="http://schemas.openxmlformats.org/drawingml/2006/main" prst="rect">
            <a:avLst/>
          </a:prstGeom>
        </p:spPr>
      </p:pic>
      <p:pic>
        <p:nvPicPr>
          <p:cNvPr id="113" name="">
            <a:extLst xmlns:a="http://schemas.openxmlformats.org/drawingml/2006/main">
              <a:ext uri="{FF2B5EF4-FFF2-40B4-BE49-F238E27FC236}">
                <a16:creationId xmlns:a16="http://schemas.microsoft.com/office/drawing/2014/main" id="{40224A52-F8B7-4D9D-AC7B-42C2B5EA7F2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275941a5c6b42e7"/>
          <a:stretch xmlns:a="http://schemas.openxmlformats.org/drawingml/2006/main"/>
        </p:blipFill>
        <p:spPr>
          <a:xfrm xmlns:a="http://schemas.openxmlformats.org/drawingml/2006/main">
            <a:off x="2994814" y="4144067"/>
            <a:ext cx="620486" cy="620486"/>
          </a:xfrm>
          <a:prstGeom xmlns:a="http://schemas.openxmlformats.org/drawingml/2006/main" prst="rect">
            <a:avLst/>
          </a:prstGeom>
        </p:spPr>
      </p:pic>
      <p:sp>
        <p:nvSpPr>
          <p:cNvPr id="114" name="text-102 Visual">
            <a:extLst xmlns:a="http://schemas.openxmlformats.org/drawingml/2006/main">
              <a:ext uri="{FF2B5EF4-FFF2-40B4-BE49-F238E27FC236}">
                <a16:creationId xmlns:a16="http://schemas.microsoft.com/office/drawing/2014/main" id="{86846A4D-9592-4FE5-A83E-01C65CB65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51198" y="4185345"/>
            <a:ext cx="626404" cy="3212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0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Visual</a:t>
            </a:r>
          </a:p>
        </p:txBody>
      </p:sp>
      <p:sp>
        <p:nvSpPr>
          <p:cNvPr id="115" name="text-103 Search">
            <a:extLst xmlns:a="http://schemas.openxmlformats.org/drawingml/2006/main">
              <a:ext uri="{FF2B5EF4-FFF2-40B4-BE49-F238E27FC236}">
                <a16:creationId xmlns:a16="http://schemas.microsoft.com/office/drawing/2014/main" id="{81CF911D-8510-470D-80DB-B03483131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37216" y="4458051"/>
            <a:ext cx="653084" cy="3152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Search</a:t>
            </a:r>
          </a:p>
        </p:txBody>
      </p:sp>
      <p:pic>
        <p:nvPicPr>
          <p:cNvPr id="116" name="">
            <a:extLst xmlns:a="http://schemas.openxmlformats.org/drawingml/2006/main">
              <a:ext uri="{FF2B5EF4-FFF2-40B4-BE49-F238E27FC236}">
                <a16:creationId xmlns:a16="http://schemas.microsoft.com/office/drawing/2014/main" id="{39C62A96-BF30-4ABC-AE91-FF0E63E91C8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206310f3fde4c1a"/>
          <a:stretch xmlns:a="http://schemas.openxmlformats.org/drawingml/2006/main"/>
        </p:blipFill>
        <p:spPr>
          <a:xfrm xmlns:a="http://schemas.openxmlformats.org/drawingml/2006/main">
            <a:off x="4758300" y="1335553"/>
            <a:ext cx="1589314" cy="740229"/>
          </a:xfrm>
          <a:prstGeom xmlns:a="http://schemas.openxmlformats.org/drawingml/2006/main" prst="rect">
            <a:avLst/>
          </a:prstGeom>
        </p:spPr>
      </p:pic>
      <p:sp>
        <p:nvSpPr>
          <p:cNvPr id="117" name="path-105">
            <a:extLst xmlns:a="http://schemas.openxmlformats.org/drawingml/2006/main">
              <a:ext uri="{FF2B5EF4-FFF2-40B4-BE49-F238E27FC236}">
                <a16:creationId xmlns:a16="http://schemas.microsoft.com/office/drawing/2014/main" id="{27154F57-C793-4F19-A14B-EDCDFA687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267" y="1399099"/>
            <a:ext cx="1377181" cy="522392"/>
          </a:xfrm>
          <a:custGeom xmlns:a="http://schemas.openxmlformats.org/drawingml/2006/main">
            <a:pathLst>
              <a:path w="1205034" h="457093">
                <a:moveTo>
                  <a:pt x="0" y="21739"/>
                </a:moveTo>
                <a:cubicBezTo>
                  <a:pt x="0" y="9733"/>
                  <a:pt x="9733" y="0"/>
                  <a:pt x="21740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3"/>
                  <a:pt x="1183295" y="457093"/>
                </a:cubicBezTo>
                <a:lnTo>
                  <a:pt x="21740" y="457093"/>
                </a:lnTo>
                <a:cubicBezTo>
                  <a:pt x="9733" y="457093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18" name="path-106">
            <a:extLst xmlns:a="http://schemas.openxmlformats.org/drawingml/2006/main">
              <a:ext uri="{FF2B5EF4-FFF2-40B4-BE49-F238E27FC236}">
                <a16:creationId xmlns:a16="http://schemas.microsoft.com/office/drawing/2014/main" id="{D7AD70FF-61A9-4D0F-A1C0-0B66FB5329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267" y="1399099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119" name="">
            <a:extLst xmlns:a="http://schemas.openxmlformats.org/drawingml/2006/main">
              <a:ext uri="{FF2B5EF4-FFF2-40B4-BE49-F238E27FC236}">
                <a16:creationId xmlns:a16="http://schemas.microsoft.com/office/drawing/2014/main" id="{82CCCC8A-9CBC-4F86-8355-ADDA609924B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501beeb2abc4bdd"/>
          <a:stretch xmlns:a="http://schemas.openxmlformats.org/drawingml/2006/main"/>
        </p:blipFill>
        <p:spPr>
          <a:xfrm xmlns:a="http://schemas.openxmlformats.org/drawingml/2006/main">
            <a:off x="6500014" y="1585924"/>
            <a:ext cx="1589314" cy="740229"/>
          </a:xfrm>
          <a:prstGeom xmlns:a="http://schemas.openxmlformats.org/drawingml/2006/main" prst="rect">
            <a:avLst/>
          </a:prstGeom>
        </p:spPr>
      </p:pic>
      <p:sp>
        <p:nvSpPr>
          <p:cNvPr id="120" name="path-108">
            <a:extLst xmlns:a="http://schemas.openxmlformats.org/drawingml/2006/main">
              <a:ext uri="{FF2B5EF4-FFF2-40B4-BE49-F238E27FC236}">
                <a16:creationId xmlns:a16="http://schemas.microsoft.com/office/drawing/2014/main" id="{1CD19E9D-B9FF-46AE-9C4A-611E8AA3D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61924" y="1649878"/>
            <a:ext cx="1377181" cy="522392"/>
          </a:xfrm>
          <a:custGeom xmlns:a="http://schemas.openxmlformats.org/drawingml/2006/main">
            <a:pathLst>
              <a:path w="1205034" h="457093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6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4"/>
                </a:lnTo>
                <a:cubicBezTo>
                  <a:pt x="1205034" y="447360"/>
                  <a:pt x="1195301" y="457093"/>
                  <a:pt x="1183296" y="457093"/>
                </a:cubicBezTo>
                <a:lnTo>
                  <a:pt x="21739" y="457093"/>
                </a:lnTo>
                <a:cubicBezTo>
                  <a:pt x="9733" y="457093"/>
                  <a:pt x="0" y="447360"/>
                  <a:pt x="0" y="435354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1" name="path-109">
            <a:extLst xmlns:a="http://schemas.openxmlformats.org/drawingml/2006/main">
              <a:ext uri="{FF2B5EF4-FFF2-40B4-BE49-F238E27FC236}">
                <a16:creationId xmlns:a16="http://schemas.microsoft.com/office/drawing/2014/main" id="{2847D9CD-CA24-42AB-9939-AB6DB1ECF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61924" y="1649878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122" name="">
            <a:extLst xmlns:a="http://schemas.openxmlformats.org/drawingml/2006/main">
              <a:ext uri="{FF2B5EF4-FFF2-40B4-BE49-F238E27FC236}">
                <a16:creationId xmlns:a16="http://schemas.microsoft.com/office/drawing/2014/main" id="{6FF41030-C40B-4927-8587-3FF9F56C4AD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35af93442a84cee"/>
          <a:stretch xmlns:a="http://schemas.openxmlformats.org/drawingml/2006/main"/>
        </p:blipFill>
        <p:spPr>
          <a:xfrm xmlns:a="http://schemas.openxmlformats.org/drawingml/2006/main">
            <a:off x="6859243" y="2391467"/>
            <a:ext cx="1589314" cy="729343"/>
          </a:xfrm>
          <a:prstGeom xmlns:a="http://schemas.openxmlformats.org/drawingml/2006/main" prst="rect">
            <a:avLst/>
          </a:prstGeom>
        </p:spPr>
      </p:pic>
      <p:sp>
        <p:nvSpPr>
          <p:cNvPr id="123" name="path-111">
            <a:extLst xmlns:a="http://schemas.openxmlformats.org/drawingml/2006/main">
              <a:ext uri="{FF2B5EF4-FFF2-40B4-BE49-F238E27FC236}">
                <a16:creationId xmlns:a16="http://schemas.microsoft.com/office/drawing/2014/main" id="{184981A1-6E35-4181-B41F-1A007D9CF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247" y="2446618"/>
            <a:ext cx="1377181" cy="522395"/>
          </a:xfrm>
          <a:custGeom xmlns:a="http://schemas.openxmlformats.org/drawingml/2006/main">
            <a:pathLst>
              <a:path w="1205034" h="457096">
                <a:moveTo>
                  <a:pt x="0" y="21742"/>
                </a:moveTo>
                <a:cubicBezTo>
                  <a:pt x="0" y="9734"/>
                  <a:pt x="9733" y="0"/>
                  <a:pt x="21739" y="0"/>
                </a:cubicBezTo>
                <a:lnTo>
                  <a:pt x="1183295" y="0"/>
                </a:lnTo>
                <a:cubicBezTo>
                  <a:pt x="1195300" y="0"/>
                  <a:pt x="1205034" y="9734"/>
                  <a:pt x="1205034" y="21742"/>
                </a:cubicBezTo>
                <a:lnTo>
                  <a:pt x="1205034" y="435357"/>
                </a:lnTo>
                <a:cubicBezTo>
                  <a:pt x="1205034" y="447363"/>
                  <a:pt x="1195300" y="457096"/>
                  <a:pt x="1183295" y="457096"/>
                </a:cubicBezTo>
                <a:lnTo>
                  <a:pt x="21739" y="457096"/>
                </a:lnTo>
                <a:cubicBezTo>
                  <a:pt x="9733" y="457096"/>
                  <a:pt x="0" y="447363"/>
                  <a:pt x="0" y="435357"/>
                </a:cubicBezTo>
                <a:lnTo>
                  <a:pt x="0" y="2174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4" name="path-112">
            <a:extLst xmlns:a="http://schemas.openxmlformats.org/drawingml/2006/main">
              <a:ext uri="{FF2B5EF4-FFF2-40B4-BE49-F238E27FC236}">
                <a16:creationId xmlns:a16="http://schemas.microsoft.com/office/drawing/2014/main" id="{9CD4A731-2E24-4199-B891-76CEFB587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5247" y="2446618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125" name="">
            <a:extLst xmlns:a="http://schemas.openxmlformats.org/drawingml/2006/main">
              <a:ext uri="{FF2B5EF4-FFF2-40B4-BE49-F238E27FC236}">
                <a16:creationId xmlns:a16="http://schemas.microsoft.com/office/drawing/2014/main" id="{260C301B-DC0F-40EC-8627-FA55F66BB7F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2bfdf9e19694935"/>
          <a:stretch xmlns:a="http://schemas.openxmlformats.org/drawingml/2006/main"/>
        </p:blipFill>
        <p:spPr>
          <a:xfrm xmlns:a="http://schemas.openxmlformats.org/drawingml/2006/main">
            <a:off x="6859243" y="3218781"/>
            <a:ext cx="1589314" cy="729343"/>
          </a:xfrm>
          <a:prstGeom xmlns:a="http://schemas.openxmlformats.org/drawingml/2006/main" prst="rect">
            <a:avLst/>
          </a:prstGeom>
        </p:spPr>
      </p:pic>
      <p:sp>
        <p:nvSpPr>
          <p:cNvPr id="126" name="path-114">
            <a:extLst xmlns:a="http://schemas.openxmlformats.org/drawingml/2006/main">
              <a:ext uri="{FF2B5EF4-FFF2-40B4-BE49-F238E27FC236}">
                <a16:creationId xmlns:a16="http://schemas.microsoft.com/office/drawing/2014/main" id="{9ADB1248-5887-47EE-BEB4-E7EB5126C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9720" y="3278981"/>
            <a:ext cx="1377183" cy="522394"/>
          </a:xfrm>
          <a:custGeom xmlns:a="http://schemas.openxmlformats.org/drawingml/2006/main">
            <a:pathLst>
              <a:path w="1205035" h="457095">
                <a:moveTo>
                  <a:pt x="0" y="21739"/>
                </a:moveTo>
                <a:cubicBezTo>
                  <a:pt x="0" y="9733"/>
                  <a:pt x="9734" y="0"/>
                  <a:pt x="21739" y="0"/>
                </a:cubicBezTo>
                <a:lnTo>
                  <a:pt x="1183296" y="0"/>
                </a:lnTo>
                <a:cubicBezTo>
                  <a:pt x="1195302" y="0"/>
                  <a:pt x="1205035" y="9733"/>
                  <a:pt x="1205035" y="21739"/>
                </a:cubicBezTo>
                <a:lnTo>
                  <a:pt x="1205035" y="435355"/>
                </a:lnTo>
                <a:cubicBezTo>
                  <a:pt x="1205035" y="447362"/>
                  <a:pt x="1195302" y="457095"/>
                  <a:pt x="1183296" y="457095"/>
                </a:cubicBezTo>
                <a:lnTo>
                  <a:pt x="21739" y="457095"/>
                </a:lnTo>
                <a:cubicBezTo>
                  <a:pt x="9734" y="457095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27" name="path-115">
            <a:extLst xmlns:a="http://schemas.openxmlformats.org/drawingml/2006/main">
              <a:ext uri="{FF2B5EF4-FFF2-40B4-BE49-F238E27FC236}">
                <a16:creationId xmlns:a16="http://schemas.microsoft.com/office/drawing/2014/main" id="{8AEA583E-7217-4BFD-8601-FAAF1E647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9720" y="3278981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128" name="">
            <a:extLst xmlns:a="http://schemas.openxmlformats.org/drawingml/2006/main">
              <a:ext uri="{FF2B5EF4-FFF2-40B4-BE49-F238E27FC236}">
                <a16:creationId xmlns:a16="http://schemas.microsoft.com/office/drawing/2014/main" id="{D232A63D-436C-4A7B-A1ED-C3950724876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8d50da107654902"/>
          <a:stretch xmlns:a="http://schemas.openxmlformats.org/drawingml/2006/main"/>
        </p:blipFill>
        <p:spPr>
          <a:xfrm xmlns:a="http://schemas.openxmlformats.org/drawingml/2006/main">
            <a:off x="6619757" y="4122296"/>
            <a:ext cx="1578429" cy="740229"/>
          </a:xfrm>
          <a:prstGeom xmlns:a="http://schemas.openxmlformats.org/drawingml/2006/main" prst="rect">
            <a:avLst/>
          </a:prstGeom>
        </p:spPr>
      </p:pic>
      <p:sp>
        <p:nvSpPr>
          <p:cNvPr id="129" name="path-117">
            <a:extLst xmlns:a="http://schemas.openxmlformats.org/drawingml/2006/main">
              <a:ext uri="{FF2B5EF4-FFF2-40B4-BE49-F238E27FC236}">
                <a16:creationId xmlns:a16="http://schemas.microsoft.com/office/drawing/2014/main" id="{28481B69-EF63-4F4D-92B8-6F24B6B49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4977" y="4185768"/>
            <a:ext cx="1377181" cy="522394"/>
          </a:xfrm>
          <a:custGeom xmlns:a="http://schemas.openxmlformats.org/drawingml/2006/main">
            <a:pathLst>
              <a:path w="1205034" h="457095">
                <a:moveTo>
                  <a:pt x="0" y="21739"/>
                </a:moveTo>
                <a:cubicBezTo>
                  <a:pt x="0" y="9733"/>
                  <a:pt x="9734" y="0"/>
                  <a:pt x="21739" y="0"/>
                </a:cubicBezTo>
                <a:lnTo>
                  <a:pt x="1183296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5"/>
                  <a:pt x="1183296" y="457095"/>
                </a:cubicBezTo>
                <a:lnTo>
                  <a:pt x="21739" y="457095"/>
                </a:lnTo>
                <a:cubicBezTo>
                  <a:pt x="9734" y="457095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30" name="path-118">
            <a:extLst xmlns:a="http://schemas.openxmlformats.org/drawingml/2006/main">
              <a:ext uri="{FF2B5EF4-FFF2-40B4-BE49-F238E27FC236}">
                <a16:creationId xmlns:a16="http://schemas.microsoft.com/office/drawing/2014/main" id="{6444A16E-6733-4237-A8B4-752C382AA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74977" y="4185768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131" name="">
            <a:extLst xmlns:a="http://schemas.openxmlformats.org/drawingml/2006/main">
              <a:ext uri="{FF2B5EF4-FFF2-40B4-BE49-F238E27FC236}">
                <a16:creationId xmlns:a16="http://schemas.microsoft.com/office/drawing/2014/main" id="{1E0CCE10-A190-4491-B8FF-B2C65954651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374e46d7ad1429f"/>
          <a:stretch xmlns:a="http://schemas.openxmlformats.org/drawingml/2006/main"/>
        </p:blipFill>
        <p:spPr>
          <a:xfrm xmlns:a="http://schemas.openxmlformats.org/drawingml/2006/main">
            <a:off x="6565328" y="1596810"/>
            <a:ext cx="598714" cy="598714"/>
          </a:xfrm>
          <a:prstGeom xmlns:a="http://schemas.openxmlformats.org/drawingml/2006/main" prst="rect">
            <a:avLst/>
          </a:prstGeom>
        </p:spPr>
      </p:pic>
      <p:sp>
        <p:nvSpPr>
          <p:cNvPr id="132" name="text-120 Visit">
            <a:extLst xmlns:a="http://schemas.openxmlformats.org/drawingml/2006/main">
              <a:ext uri="{FF2B5EF4-FFF2-40B4-BE49-F238E27FC236}">
                <a16:creationId xmlns:a16="http://schemas.microsoft.com/office/drawing/2014/main" id="{520433D6-054F-40EB-957E-1FA88DCDD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51167" y="1768277"/>
            <a:ext cx="475438" cy="3224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1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Visit</a:t>
            </a:r>
          </a:p>
        </p:txBody>
      </p:sp>
      <p:sp>
        <p:nvSpPr>
          <p:cNvPr id="133" name="text-121 Flip">
            <a:extLst xmlns:a="http://schemas.openxmlformats.org/drawingml/2006/main">
              <a:ext uri="{FF2B5EF4-FFF2-40B4-BE49-F238E27FC236}">
                <a16:creationId xmlns:a16="http://schemas.microsoft.com/office/drawing/2014/main" id="{3FF48462-F76F-4216-BFDB-5FEF9CE32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59743" y="3397988"/>
            <a:ext cx="397938" cy="31098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4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Flip</a:t>
            </a:r>
          </a:p>
        </p:txBody>
      </p:sp>
      <p:pic>
        <p:nvPicPr>
          <p:cNvPr id="134" name="">
            <a:extLst xmlns:a="http://schemas.openxmlformats.org/drawingml/2006/main">
              <a:ext uri="{FF2B5EF4-FFF2-40B4-BE49-F238E27FC236}">
                <a16:creationId xmlns:a16="http://schemas.microsoft.com/office/drawing/2014/main" id="{C3A89707-FC03-4160-A17F-D6B0F5B0986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c80514525f14f9f"/>
          <a:stretch xmlns:a="http://schemas.openxmlformats.org/drawingml/2006/main"/>
        </p:blipFill>
        <p:spPr>
          <a:xfrm xmlns:a="http://schemas.openxmlformats.org/drawingml/2006/main">
            <a:off x="6924557" y="3262324"/>
            <a:ext cx="555171" cy="544286"/>
          </a:xfrm>
          <a:prstGeom xmlns:a="http://schemas.openxmlformats.org/drawingml/2006/main" prst="rect">
            <a:avLst/>
          </a:prstGeom>
        </p:spPr>
      </p:pic>
      <p:sp>
        <p:nvSpPr>
          <p:cNvPr id="135" name="text-123 Zoom">
            <a:extLst xmlns:a="http://schemas.openxmlformats.org/drawingml/2006/main">
              <a:ext uri="{FF2B5EF4-FFF2-40B4-BE49-F238E27FC236}">
                <a16:creationId xmlns:a16="http://schemas.microsoft.com/office/drawing/2014/main" id="{64978902-D378-4514-9E05-9F2BC1D69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303016" y="4201618"/>
            <a:ext cx="575070" cy="3134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Zoom</a:t>
            </a:r>
          </a:p>
        </p:txBody>
      </p:sp>
      <p:sp>
        <p:nvSpPr>
          <p:cNvPr id="136" name="text-124 In">
            <a:extLst xmlns:a="http://schemas.openxmlformats.org/drawingml/2006/main">
              <a:ext uri="{FF2B5EF4-FFF2-40B4-BE49-F238E27FC236}">
                <a16:creationId xmlns:a16="http://schemas.microsoft.com/office/drawing/2014/main" id="{94A848DF-0933-477C-91D6-BA47E54EB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76403" y="4468989"/>
            <a:ext cx="227866" cy="3149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pic>
        <p:nvPicPr>
          <p:cNvPr id="137" name="">
            <a:extLst xmlns:a="http://schemas.openxmlformats.org/drawingml/2006/main">
              <a:ext uri="{FF2B5EF4-FFF2-40B4-BE49-F238E27FC236}">
                <a16:creationId xmlns:a16="http://schemas.microsoft.com/office/drawing/2014/main" id="{7CC0B9F5-6744-4219-BB4C-0F17FF72721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423553d838f470a"/>
          <a:stretch xmlns:a="http://schemas.openxmlformats.org/drawingml/2006/main"/>
        </p:blipFill>
        <p:spPr>
          <a:xfrm xmlns:a="http://schemas.openxmlformats.org/drawingml/2006/main">
            <a:off x="6663300" y="4176724"/>
            <a:ext cx="566057" cy="555171"/>
          </a:xfrm>
          <a:prstGeom xmlns:a="http://schemas.openxmlformats.org/drawingml/2006/main" prst="rect">
            <a:avLst/>
          </a:prstGeom>
        </p:spPr>
      </p:pic>
      <p:pic>
        <p:nvPicPr>
          <p:cNvPr id="138" name="">
            <a:extLst xmlns:a="http://schemas.openxmlformats.org/drawingml/2006/main">
              <a:ext uri="{FF2B5EF4-FFF2-40B4-BE49-F238E27FC236}">
                <a16:creationId xmlns:a16="http://schemas.microsoft.com/office/drawing/2014/main" id="{87706378-0C9E-4E4E-9BE6-13474405995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f063069cee74e9e"/>
          <a:stretch xmlns:a="http://schemas.openxmlformats.org/drawingml/2006/main"/>
        </p:blipFill>
        <p:spPr>
          <a:xfrm xmlns:a="http://schemas.openxmlformats.org/drawingml/2006/main">
            <a:off x="6881014" y="2467667"/>
            <a:ext cx="533400" cy="533400"/>
          </a:xfrm>
          <a:prstGeom xmlns:a="http://schemas.openxmlformats.org/drawingml/2006/main" prst="rect">
            <a:avLst/>
          </a:prstGeom>
        </p:spPr>
      </p:pic>
      <p:sp>
        <p:nvSpPr>
          <p:cNvPr id="139" name="text-127 Rotation">
            <a:extLst xmlns:a="http://schemas.openxmlformats.org/drawingml/2006/main">
              <a:ext uri="{FF2B5EF4-FFF2-40B4-BE49-F238E27FC236}">
                <a16:creationId xmlns:a16="http://schemas.microsoft.com/office/drawing/2014/main" id="{068B1D41-29A6-4EC8-8D27-081A6F89B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62052" y="2586044"/>
            <a:ext cx="809238" cy="3126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Rotation</a:t>
            </a:r>
          </a:p>
        </p:txBody>
      </p:sp>
      <p:pic>
        <p:nvPicPr>
          <p:cNvPr id="140" name="">
            <a:extLst xmlns:a="http://schemas.openxmlformats.org/drawingml/2006/main">
              <a:ext uri="{FF2B5EF4-FFF2-40B4-BE49-F238E27FC236}">
                <a16:creationId xmlns:a16="http://schemas.microsoft.com/office/drawing/2014/main" id="{4A29175B-8D06-4FCA-B9DE-52BAAE30EAC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379ec9d48b64914"/>
          <a:stretch xmlns:a="http://schemas.openxmlformats.org/drawingml/2006/main"/>
        </p:blipFill>
        <p:spPr>
          <a:xfrm xmlns:a="http://schemas.openxmlformats.org/drawingml/2006/main">
            <a:off x="4801843" y="1357324"/>
            <a:ext cx="674914" cy="674914"/>
          </a:xfrm>
          <a:prstGeom xmlns:a="http://schemas.openxmlformats.org/drawingml/2006/main" prst="rect">
            <a:avLst/>
          </a:prstGeom>
        </p:spPr>
      </p:pic>
      <p:sp>
        <p:nvSpPr>
          <p:cNvPr id="141" name="text-129 Python">
            <a:extLst xmlns:a="http://schemas.openxmlformats.org/drawingml/2006/main">
              <a:ext uri="{FF2B5EF4-FFF2-40B4-BE49-F238E27FC236}">
                <a16:creationId xmlns:a16="http://schemas.microsoft.com/office/drawing/2014/main" id="{C6A03467-037C-486F-BEA5-32FAEE125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10055" y="1399670"/>
            <a:ext cx="672164" cy="3122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Python</a:t>
            </a:r>
          </a:p>
        </p:txBody>
      </p:sp>
      <p:sp>
        <p:nvSpPr>
          <p:cNvPr id="142" name="text-130 Code">
            <a:extLst xmlns:a="http://schemas.openxmlformats.org/drawingml/2006/main">
              <a:ext uri="{FF2B5EF4-FFF2-40B4-BE49-F238E27FC236}">
                <a16:creationId xmlns:a16="http://schemas.microsoft.com/office/drawing/2014/main" id="{0AD12D6F-B681-412F-985D-FF2409B9E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89811" y="1667908"/>
            <a:ext cx="511427" cy="31260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Code</a:t>
            </a:r>
          </a:p>
        </p:txBody>
      </p:sp>
      <p:sp>
        <p:nvSpPr>
          <p:cNvPr id="143" name="text-131 Policy">
            <a:extLst xmlns:a="http://schemas.openxmlformats.org/drawingml/2006/main">
              <a:ext uri="{FF2B5EF4-FFF2-40B4-BE49-F238E27FC236}">
                <a16:creationId xmlns:a16="http://schemas.microsoft.com/office/drawing/2014/main" id="{1B68BB0E-6196-4F7F-912A-505FB1D19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65671" y="3561488"/>
            <a:ext cx="657805" cy="3301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Policy</a:t>
            </a:r>
          </a:p>
        </p:txBody>
      </p:sp>
      <p:sp>
        <p:nvSpPr>
          <p:cNvPr id="144" name="text-133 Model">
            <a:extLst xmlns:a="http://schemas.openxmlformats.org/drawingml/2006/main">
              <a:ext uri="{FF2B5EF4-FFF2-40B4-BE49-F238E27FC236}">
                <a16:creationId xmlns:a16="http://schemas.microsoft.com/office/drawing/2014/main" id="{AD358B8D-B0E3-46C8-9BE4-5297024BD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34039" y="3561459"/>
            <a:ext cx="684174" cy="3301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7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Model</a:t>
            </a:r>
          </a:p>
        </p:txBody>
      </p:sp>
      <p:pic>
        <p:nvPicPr>
          <p:cNvPr id="145" name="">
            <a:extLst xmlns:a="http://schemas.openxmlformats.org/drawingml/2006/main">
              <a:ext uri="{FF2B5EF4-FFF2-40B4-BE49-F238E27FC236}">
                <a16:creationId xmlns:a16="http://schemas.microsoft.com/office/drawing/2014/main" id="{FF9C03A9-4E06-49E4-A225-BAE842BF252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8b71d60d09ee42ed"/>
          <a:stretch xmlns:a="http://schemas.openxmlformats.org/drawingml/2006/main"/>
        </p:blipFill>
        <p:spPr>
          <a:xfrm xmlns:a="http://schemas.openxmlformats.org/drawingml/2006/main">
            <a:off x="4714757" y="2217296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146" name="path-135">
            <a:extLst xmlns:a="http://schemas.openxmlformats.org/drawingml/2006/main">
              <a:ext uri="{FF2B5EF4-FFF2-40B4-BE49-F238E27FC236}">
                <a16:creationId xmlns:a16="http://schemas.microsoft.com/office/drawing/2014/main" id="{EB0C20A5-55A3-48CE-BC7F-FB5136511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4142" y="2348699"/>
            <a:ext cx="95746" cy="96399"/>
          </a:xfrm>
          <a:custGeom xmlns:a="http://schemas.openxmlformats.org/drawingml/2006/main">
            <a:pathLst>
              <a:path w="83778" h="84349">
                <a:moveTo>
                  <a:pt x="0" y="42174"/>
                </a:moveTo>
                <a:cubicBezTo>
                  <a:pt x="0" y="18883"/>
                  <a:pt x="18755" y="0"/>
                  <a:pt x="41888" y="0"/>
                </a:cubicBezTo>
                <a:cubicBezTo>
                  <a:pt x="65025" y="0"/>
                  <a:pt x="83778" y="18883"/>
                  <a:pt x="83778" y="42174"/>
                </a:cubicBezTo>
                <a:cubicBezTo>
                  <a:pt x="83778" y="65467"/>
                  <a:pt x="65025" y="84349"/>
                  <a:pt x="41888" y="84349"/>
                </a:cubicBezTo>
                <a:cubicBezTo>
                  <a:pt x="18755" y="84349"/>
                  <a:pt x="0" y="65467"/>
                  <a:pt x="0" y="42174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47" name="path-136">
            <a:extLst xmlns:a="http://schemas.openxmlformats.org/drawingml/2006/main">
              <a:ext uri="{FF2B5EF4-FFF2-40B4-BE49-F238E27FC236}">
                <a16:creationId xmlns:a16="http://schemas.microsoft.com/office/drawing/2014/main" id="{192A7229-6196-48EB-81DA-C79264819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4142" y="2348699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148" name="">
            <a:extLst xmlns:a="http://schemas.openxmlformats.org/drawingml/2006/main">
              <a:ext uri="{FF2B5EF4-FFF2-40B4-BE49-F238E27FC236}">
                <a16:creationId xmlns:a16="http://schemas.microsoft.com/office/drawing/2014/main" id="{3E638C9F-D8C0-4023-9388-6B168B09ADF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a9102428a4b422a"/>
          <a:stretch xmlns:a="http://schemas.openxmlformats.org/drawingml/2006/main"/>
        </p:blipFill>
        <p:spPr>
          <a:xfrm xmlns:a="http://schemas.openxmlformats.org/drawingml/2006/main">
            <a:off x="5357014" y="2043124"/>
            <a:ext cx="348343" cy="359229"/>
          </a:xfrm>
          <a:prstGeom xmlns:a="http://schemas.openxmlformats.org/drawingml/2006/main" prst="rect">
            <a:avLst/>
          </a:prstGeom>
        </p:spPr>
      </p:pic>
      <p:sp>
        <p:nvSpPr>
          <p:cNvPr id="149" name="path-138">
            <a:extLst xmlns:a="http://schemas.openxmlformats.org/drawingml/2006/main">
              <a:ext uri="{FF2B5EF4-FFF2-40B4-BE49-F238E27FC236}">
                <a16:creationId xmlns:a16="http://schemas.microsoft.com/office/drawing/2014/main" id="{35350C85-8116-4483-98B3-A4089F537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82048" y="2178832"/>
            <a:ext cx="95746" cy="96400"/>
          </a:xfrm>
          <a:custGeom xmlns:a="http://schemas.openxmlformats.org/drawingml/2006/main">
            <a:pathLst>
              <a:path w="83778" h="84350">
                <a:moveTo>
                  <a:pt x="0" y="42176"/>
                </a:moveTo>
                <a:cubicBezTo>
                  <a:pt x="0" y="18883"/>
                  <a:pt x="18755" y="0"/>
                  <a:pt x="41888" y="0"/>
                </a:cubicBezTo>
                <a:cubicBezTo>
                  <a:pt x="65026" y="0"/>
                  <a:pt x="83778" y="18883"/>
                  <a:pt x="83778" y="42176"/>
                </a:cubicBezTo>
                <a:cubicBezTo>
                  <a:pt x="83778" y="65467"/>
                  <a:pt x="65026" y="84350"/>
                  <a:pt x="41888" y="84350"/>
                </a:cubicBezTo>
                <a:cubicBezTo>
                  <a:pt x="18755" y="84350"/>
                  <a:pt x="0" y="65467"/>
                  <a:pt x="0" y="42176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0" name="path-139">
            <a:extLst xmlns:a="http://schemas.openxmlformats.org/drawingml/2006/main">
              <a:ext uri="{FF2B5EF4-FFF2-40B4-BE49-F238E27FC236}">
                <a16:creationId xmlns:a16="http://schemas.microsoft.com/office/drawing/2014/main" id="{1A0315C0-4E65-480E-A250-E6E05142E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82048" y="2178832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151" name="">
            <a:extLst xmlns:a="http://schemas.openxmlformats.org/drawingml/2006/main">
              <a:ext uri="{FF2B5EF4-FFF2-40B4-BE49-F238E27FC236}">
                <a16:creationId xmlns:a16="http://schemas.microsoft.com/office/drawing/2014/main" id="{966CE19A-F68C-4DB5-99A5-F0B21CD18F2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fccb57345554316"/>
          <a:stretch xmlns:a="http://schemas.openxmlformats.org/drawingml/2006/main"/>
        </p:blipFill>
        <p:spPr>
          <a:xfrm xmlns:a="http://schemas.openxmlformats.org/drawingml/2006/main">
            <a:off x="4377300" y="2663610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152" name="path-141">
            <a:extLst xmlns:a="http://schemas.openxmlformats.org/drawingml/2006/main">
              <a:ext uri="{FF2B5EF4-FFF2-40B4-BE49-F238E27FC236}">
                <a16:creationId xmlns:a16="http://schemas.microsoft.com/office/drawing/2014/main" id="{8E1DAD20-D2D7-4DE8-AF3A-6E90C087E1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08019" y="2792590"/>
            <a:ext cx="95749" cy="96399"/>
          </a:xfrm>
          <a:custGeom xmlns:a="http://schemas.openxmlformats.org/drawingml/2006/main">
            <a:pathLst>
              <a:path w="83780" h="84349">
                <a:moveTo>
                  <a:pt x="0" y="42174"/>
                </a:moveTo>
                <a:cubicBezTo>
                  <a:pt x="0" y="18881"/>
                  <a:pt x="18756" y="0"/>
                  <a:pt x="41890" y="0"/>
                </a:cubicBezTo>
                <a:cubicBezTo>
                  <a:pt x="65025" y="0"/>
                  <a:pt x="83780" y="18881"/>
                  <a:pt x="83780" y="42174"/>
                </a:cubicBezTo>
                <a:cubicBezTo>
                  <a:pt x="83780" y="65467"/>
                  <a:pt x="65025" y="84349"/>
                  <a:pt x="41890" y="84349"/>
                </a:cubicBezTo>
                <a:cubicBezTo>
                  <a:pt x="18756" y="84349"/>
                  <a:pt x="0" y="65467"/>
                  <a:pt x="0" y="42174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3" name="path-142">
            <a:extLst xmlns:a="http://schemas.openxmlformats.org/drawingml/2006/main">
              <a:ext uri="{FF2B5EF4-FFF2-40B4-BE49-F238E27FC236}">
                <a16:creationId xmlns:a16="http://schemas.microsoft.com/office/drawing/2014/main" id="{CDCF98CA-64CE-4E68-9D9B-F6E76D06A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08019" y="2792590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154" name="">
            <a:extLst xmlns:a="http://schemas.openxmlformats.org/drawingml/2006/main">
              <a:ext uri="{FF2B5EF4-FFF2-40B4-BE49-F238E27FC236}">
                <a16:creationId xmlns:a16="http://schemas.microsoft.com/office/drawing/2014/main" id="{35BD72D5-B034-4044-AA08-2E78044F171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7c7bc796f684bc2"/>
          <a:stretch xmlns:a="http://schemas.openxmlformats.org/drawingml/2006/main"/>
        </p:blipFill>
        <p:spPr>
          <a:xfrm xmlns:a="http://schemas.openxmlformats.org/drawingml/2006/main">
            <a:off x="4366414" y="3338524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155" name="path-144">
            <a:extLst xmlns:a="http://schemas.openxmlformats.org/drawingml/2006/main">
              <a:ext uri="{FF2B5EF4-FFF2-40B4-BE49-F238E27FC236}">
                <a16:creationId xmlns:a16="http://schemas.microsoft.com/office/drawing/2014/main" id="{C2365197-0B12-4051-94D3-960000F03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7920" y="3468208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6"/>
                </a:moveTo>
                <a:cubicBezTo>
                  <a:pt x="0" y="18883"/>
                  <a:pt x="18753" y="0"/>
                  <a:pt x="41890" y="0"/>
                </a:cubicBezTo>
                <a:cubicBezTo>
                  <a:pt x="65025" y="0"/>
                  <a:pt x="83779" y="18883"/>
                  <a:pt x="83779" y="42176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3" y="84349"/>
                  <a:pt x="0" y="65467"/>
                  <a:pt x="0" y="42176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6" name="path-145">
            <a:extLst xmlns:a="http://schemas.openxmlformats.org/drawingml/2006/main">
              <a:ext uri="{FF2B5EF4-FFF2-40B4-BE49-F238E27FC236}">
                <a16:creationId xmlns:a16="http://schemas.microsoft.com/office/drawing/2014/main" id="{BDCD37F3-B593-4230-935F-200BE9FCE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97920" y="3468208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157" name="">
            <a:extLst xmlns:a="http://schemas.openxmlformats.org/drawingml/2006/main">
              <a:ext uri="{FF2B5EF4-FFF2-40B4-BE49-F238E27FC236}">
                <a16:creationId xmlns:a16="http://schemas.microsoft.com/office/drawing/2014/main" id="{AABDCC01-79A2-4E78-A4E2-F8FC00D5649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d69366355ba4deb"/>
          <a:stretch xmlns:a="http://schemas.openxmlformats.org/drawingml/2006/main"/>
        </p:blipFill>
        <p:spPr>
          <a:xfrm xmlns:a="http://schemas.openxmlformats.org/drawingml/2006/main">
            <a:off x="4660328" y="4144067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158" name="path-147">
            <a:extLst xmlns:a="http://schemas.openxmlformats.org/drawingml/2006/main">
              <a:ext uri="{FF2B5EF4-FFF2-40B4-BE49-F238E27FC236}">
                <a16:creationId xmlns:a16="http://schemas.microsoft.com/office/drawing/2014/main" id="{E5720216-C080-4C0C-891C-6735E0DF2E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470" y="4273536"/>
            <a:ext cx="95746" cy="96400"/>
          </a:xfrm>
          <a:custGeom xmlns:a="http://schemas.openxmlformats.org/drawingml/2006/main">
            <a:pathLst>
              <a:path w="83778" h="84350">
                <a:moveTo>
                  <a:pt x="0" y="42176"/>
                </a:moveTo>
                <a:cubicBezTo>
                  <a:pt x="0" y="18883"/>
                  <a:pt x="18753" y="0"/>
                  <a:pt x="41887" y="0"/>
                </a:cubicBezTo>
                <a:cubicBezTo>
                  <a:pt x="65025" y="0"/>
                  <a:pt x="83778" y="18883"/>
                  <a:pt x="83778" y="42176"/>
                </a:cubicBezTo>
                <a:cubicBezTo>
                  <a:pt x="83778" y="65469"/>
                  <a:pt x="65025" y="84350"/>
                  <a:pt x="41887" y="84350"/>
                </a:cubicBezTo>
                <a:cubicBezTo>
                  <a:pt x="18753" y="84350"/>
                  <a:pt x="0" y="65469"/>
                  <a:pt x="0" y="42176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59" name="path-148">
            <a:extLst xmlns:a="http://schemas.openxmlformats.org/drawingml/2006/main">
              <a:ext uri="{FF2B5EF4-FFF2-40B4-BE49-F238E27FC236}">
                <a16:creationId xmlns:a16="http://schemas.microsoft.com/office/drawing/2014/main" id="{04438223-D2D9-4F8B-BB96-10E65FBCC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1470" y="4273536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160" name="">
            <a:extLst xmlns:a="http://schemas.openxmlformats.org/drawingml/2006/main">
              <a:ext uri="{FF2B5EF4-FFF2-40B4-BE49-F238E27FC236}">
                <a16:creationId xmlns:a16="http://schemas.microsoft.com/office/drawing/2014/main" id="{CC527BE0-C934-47A1-8D48-B872F5F324B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52b03144ed540b5"/>
          <a:stretch xmlns:a="http://schemas.openxmlformats.org/drawingml/2006/main"/>
        </p:blipFill>
        <p:spPr>
          <a:xfrm xmlns:a="http://schemas.openxmlformats.org/drawingml/2006/main">
            <a:off x="6086357" y="2217296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161" name="path-150">
            <a:extLst xmlns:a="http://schemas.openxmlformats.org/drawingml/2006/main">
              <a:ext uri="{FF2B5EF4-FFF2-40B4-BE49-F238E27FC236}">
                <a16:creationId xmlns:a16="http://schemas.microsoft.com/office/drawing/2014/main" id="{4B64ECF9-E895-46D2-A58B-D09A5F3A9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15417" y="2343311"/>
            <a:ext cx="95749" cy="96399"/>
          </a:xfrm>
          <a:custGeom xmlns:a="http://schemas.openxmlformats.org/drawingml/2006/main">
            <a:pathLst>
              <a:path w="83780" h="84349">
                <a:moveTo>
                  <a:pt x="0" y="42175"/>
                </a:moveTo>
                <a:cubicBezTo>
                  <a:pt x="0" y="18882"/>
                  <a:pt x="18756" y="0"/>
                  <a:pt x="41891" y="0"/>
                </a:cubicBezTo>
                <a:cubicBezTo>
                  <a:pt x="65026" y="0"/>
                  <a:pt x="83780" y="18882"/>
                  <a:pt x="83780" y="42175"/>
                </a:cubicBezTo>
                <a:cubicBezTo>
                  <a:pt x="83780" y="65466"/>
                  <a:pt x="65026" y="84349"/>
                  <a:pt x="41891" y="84349"/>
                </a:cubicBezTo>
                <a:cubicBezTo>
                  <a:pt x="18756" y="84349"/>
                  <a:pt x="0" y="65466"/>
                  <a:pt x="0" y="42175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2" name="path-151">
            <a:extLst xmlns:a="http://schemas.openxmlformats.org/drawingml/2006/main">
              <a:ext uri="{FF2B5EF4-FFF2-40B4-BE49-F238E27FC236}">
                <a16:creationId xmlns:a16="http://schemas.microsoft.com/office/drawing/2014/main" id="{7FB31DC6-FD59-4819-8AC2-62132A1F0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15417" y="2343311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163" name="">
            <a:extLst xmlns:a="http://schemas.openxmlformats.org/drawingml/2006/main">
              <a:ext uri="{FF2B5EF4-FFF2-40B4-BE49-F238E27FC236}">
                <a16:creationId xmlns:a16="http://schemas.microsoft.com/office/drawing/2014/main" id="{22108D6F-EF36-4198-BE6D-329F268FA33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afcf36f50d04d91"/>
          <a:stretch xmlns:a="http://schemas.openxmlformats.org/drawingml/2006/main"/>
        </p:blipFill>
        <p:spPr>
          <a:xfrm xmlns:a="http://schemas.openxmlformats.org/drawingml/2006/main">
            <a:off x="6347614" y="2652724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164" name="path-153">
            <a:extLst xmlns:a="http://schemas.openxmlformats.org/drawingml/2006/main">
              <a:ext uri="{FF2B5EF4-FFF2-40B4-BE49-F238E27FC236}">
                <a16:creationId xmlns:a16="http://schemas.microsoft.com/office/drawing/2014/main" id="{65EA2FE7-4922-48BE-B2C1-72AB13727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80244" y="2779408"/>
            <a:ext cx="95746" cy="96400"/>
          </a:xfrm>
          <a:custGeom xmlns:a="http://schemas.openxmlformats.org/drawingml/2006/main">
            <a:pathLst>
              <a:path w="83778" h="84350">
                <a:moveTo>
                  <a:pt x="0" y="42176"/>
                </a:moveTo>
                <a:cubicBezTo>
                  <a:pt x="0" y="18883"/>
                  <a:pt x="18753" y="0"/>
                  <a:pt x="41887" y="0"/>
                </a:cubicBezTo>
                <a:cubicBezTo>
                  <a:pt x="65023" y="0"/>
                  <a:pt x="83778" y="18883"/>
                  <a:pt x="83778" y="42176"/>
                </a:cubicBezTo>
                <a:cubicBezTo>
                  <a:pt x="83778" y="65467"/>
                  <a:pt x="65023" y="84350"/>
                  <a:pt x="41887" y="84350"/>
                </a:cubicBezTo>
                <a:cubicBezTo>
                  <a:pt x="18753" y="84350"/>
                  <a:pt x="0" y="65467"/>
                  <a:pt x="0" y="42176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5" name="path-154">
            <a:extLst xmlns:a="http://schemas.openxmlformats.org/drawingml/2006/main">
              <a:ext uri="{FF2B5EF4-FFF2-40B4-BE49-F238E27FC236}">
                <a16:creationId xmlns:a16="http://schemas.microsoft.com/office/drawing/2014/main" id="{0CBED908-3D76-43BF-A422-99F4CC8D4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80244" y="2779408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166" name="">
            <a:extLst xmlns:a="http://schemas.openxmlformats.org/drawingml/2006/main">
              <a:ext uri="{FF2B5EF4-FFF2-40B4-BE49-F238E27FC236}">
                <a16:creationId xmlns:a16="http://schemas.microsoft.com/office/drawing/2014/main" id="{6244BACC-A086-48DD-A85B-61392DDD78B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040ef93abef4587"/>
          <a:stretch xmlns:a="http://schemas.openxmlformats.org/drawingml/2006/main"/>
        </p:blipFill>
        <p:spPr>
          <a:xfrm xmlns:a="http://schemas.openxmlformats.org/drawingml/2006/main">
            <a:off x="6347614" y="3338524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167" name="path-156">
            <a:extLst xmlns:a="http://schemas.openxmlformats.org/drawingml/2006/main">
              <a:ext uri="{FF2B5EF4-FFF2-40B4-BE49-F238E27FC236}">
                <a16:creationId xmlns:a16="http://schemas.microsoft.com/office/drawing/2014/main" id="{F6FD2076-18F4-43DA-90E7-A3DA5A7BA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84085" y="3467626"/>
            <a:ext cx="95749" cy="96399"/>
          </a:xfrm>
          <a:custGeom xmlns:a="http://schemas.openxmlformats.org/drawingml/2006/main">
            <a:pathLst>
              <a:path w="83780" h="84349">
                <a:moveTo>
                  <a:pt x="0" y="42174"/>
                </a:moveTo>
                <a:cubicBezTo>
                  <a:pt x="0" y="18881"/>
                  <a:pt x="18756" y="0"/>
                  <a:pt x="41891" y="0"/>
                </a:cubicBezTo>
                <a:cubicBezTo>
                  <a:pt x="65025" y="0"/>
                  <a:pt x="83780" y="18881"/>
                  <a:pt x="83780" y="42174"/>
                </a:cubicBezTo>
                <a:cubicBezTo>
                  <a:pt x="83780" y="65467"/>
                  <a:pt x="65025" y="84349"/>
                  <a:pt x="41891" y="84349"/>
                </a:cubicBezTo>
                <a:cubicBezTo>
                  <a:pt x="18756" y="84349"/>
                  <a:pt x="0" y="65467"/>
                  <a:pt x="0" y="42174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68" name="path-157">
            <a:extLst xmlns:a="http://schemas.openxmlformats.org/drawingml/2006/main">
              <a:ext uri="{FF2B5EF4-FFF2-40B4-BE49-F238E27FC236}">
                <a16:creationId xmlns:a16="http://schemas.microsoft.com/office/drawing/2014/main" id="{E5417812-05CA-4494-AFDA-1F4B380E9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84085" y="3467626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169" name="">
            <a:extLst xmlns:a="http://schemas.openxmlformats.org/drawingml/2006/main">
              <a:ext uri="{FF2B5EF4-FFF2-40B4-BE49-F238E27FC236}">
                <a16:creationId xmlns:a16="http://schemas.microsoft.com/office/drawing/2014/main" id="{42E1DB65-6A0F-45D4-95A6-AA6DD329DFA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f4ae9ee1fab4e2a"/>
          <a:stretch xmlns:a="http://schemas.openxmlformats.org/drawingml/2006/main"/>
        </p:blipFill>
        <p:spPr>
          <a:xfrm xmlns:a="http://schemas.openxmlformats.org/drawingml/2006/main">
            <a:off x="6086357" y="4144067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170" name="path-159">
            <a:extLst xmlns:a="http://schemas.openxmlformats.org/drawingml/2006/main">
              <a:ext uri="{FF2B5EF4-FFF2-40B4-BE49-F238E27FC236}">
                <a16:creationId xmlns:a16="http://schemas.microsoft.com/office/drawing/2014/main" id="{D5083793-B195-4F9B-BAF1-17DE1783B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18485" y="4273536"/>
            <a:ext cx="95749" cy="96400"/>
          </a:xfrm>
          <a:custGeom xmlns:a="http://schemas.openxmlformats.org/drawingml/2006/main">
            <a:pathLst>
              <a:path w="83780" h="84350">
                <a:moveTo>
                  <a:pt x="0" y="42174"/>
                </a:moveTo>
                <a:cubicBezTo>
                  <a:pt x="0" y="18881"/>
                  <a:pt x="18756" y="0"/>
                  <a:pt x="41891" y="0"/>
                </a:cubicBezTo>
                <a:cubicBezTo>
                  <a:pt x="65025" y="0"/>
                  <a:pt x="83780" y="18881"/>
                  <a:pt x="83780" y="42174"/>
                </a:cubicBezTo>
                <a:cubicBezTo>
                  <a:pt x="83780" y="65467"/>
                  <a:pt x="65025" y="84350"/>
                  <a:pt x="41891" y="84350"/>
                </a:cubicBezTo>
                <a:cubicBezTo>
                  <a:pt x="18756" y="84350"/>
                  <a:pt x="0" y="65467"/>
                  <a:pt x="0" y="42174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171" name="path-160">
            <a:extLst xmlns:a="http://schemas.openxmlformats.org/drawingml/2006/main">
              <a:ext uri="{FF2B5EF4-FFF2-40B4-BE49-F238E27FC236}">
                <a16:creationId xmlns:a16="http://schemas.microsoft.com/office/drawing/2014/main" id="{6E018C17-458E-489B-BEE6-57ADA448A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18485" y="4273536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172" name="path-161">
            <a:extLst xmlns:a="http://schemas.openxmlformats.org/drawingml/2006/main">
              <a:ext uri="{FF2B5EF4-FFF2-40B4-BE49-F238E27FC236}">
                <a16:creationId xmlns:a16="http://schemas.microsoft.com/office/drawing/2014/main" id="{5743B90D-868C-47A1-9E1C-837ACDFE1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5868" y="2227034"/>
            <a:ext cx="556181" cy="135783"/>
          </a:xfrm>
          <a:custGeom xmlns:a="http://schemas.openxmlformats.org/drawingml/2006/main">
            <a:pathLst>
              <a:path w="486659" h="118810">
                <a:moveTo>
                  <a:pt x="0" y="118810"/>
                </a:moveTo>
                <a:lnTo>
                  <a:pt x="486659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A6A6A6"/>
            </a:solidFill>
            <a:prstDash val="solid"/>
          </a:ln>
        </p:spPr>
      </p:sp>
      <p:sp>
        <p:nvSpPr>
          <p:cNvPr id="173" name="path-162">
            <a:extLst xmlns:a="http://schemas.openxmlformats.org/drawingml/2006/main">
              <a:ext uri="{FF2B5EF4-FFF2-40B4-BE49-F238E27FC236}">
                <a16:creationId xmlns:a16="http://schemas.microsoft.com/office/drawing/2014/main" id="{69C1AFCC-7EA0-4D34-B234-8079E7D8D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89744" y="2430982"/>
            <a:ext cx="268420" cy="375725"/>
          </a:xfrm>
          <a:custGeom xmlns:a="http://schemas.openxmlformats.org/drawingml/2006/main">
            <a:pathLst>
              <a:path w="234868" h="328760">
                <a:moveTo>
                  <a:pt x="234868" y="0"/>
                </a:moveTo>
                <a:lnTo>
                  <a:pt x="0" y="328760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A6A6A6"/>
            </a:solidFill>
            <a:prstDash val="solid"/>
          </a:ln>
        </p:spPr>
      </p:sp>
      <p:sp>
        <p:nvSpPr>
          <p:cNvPr id="174" name="path-163">
            <a:extLst xmlns:a="http://schemas.openxmlformats.org/drawingml/2006/main">
              <a:ext uri="{FF2B5EF4-FFF2-40B4-BE49-F238E27FC236}">
                <a16:creationId xmlns:a16="http://schemas.microsoft.com/office/drawing/2014/main" id="{D4BAEF1F-2D48-4C50-A0A0-653DF03BC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45794" y="2888989"/>
            <a:ext cx="10099" cy="579219"/>
          </a:xfrm>
          <a:custGeom xmlns:a="http://schemas.openxmlformats.org/drawingml/2006/main">
            <a:pathLst>
              <a:path w="8837" h="506817">
                <a:moveTo>
                  <a:pt x="0" y="506817"/>
                </a:moveTo>
                <a:lnTo>
                  <a:pt x="883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A6A6A6"/>
            </a:solidFill>
            <a:prstDash val="solid"/>
          </a:ln>
        </p:spPr>
      </p:sp>
      <p:sp>
        <p:nvSpPr>
          <p:cNvPr id="175" name="path-164">
            <a:extLst xmlns:a="http://schemas.openxmlformats.org/drawingml/2006/main">
              <a:ext uri="{FF2B5EF4-FFF2-40B4-BE49-F238E27FC236}">
                <a16:creationId xmlns:a16="http://schemas.microsoft.com/office/drawing/2014/main" id="{6BA2400F-BDFE-4816-950E-BCC514598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77795" y="2227033"/>
            <a:ext cx="637622" cy="164478"/>
          </a:xfrm>
          <a:custGeom xmlns:a="http://schemas.openxmlformats.org/drawingml/2006/main">
            <a:pathLst>
              <a:path w="557920" h="143918">
                <a:moveTo>
                  <a:pt x="557920" y="14391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A6A6A6"/>
            </a:solidFill>
            <a:prstDash val="solid"/>
          </a:ln>
        </p:spPr>
      </p:sp>
      <p:sp>
        <p:nvSpPr>
          <p:cNvPr id="176" name="path-165">
            <a:extLst xmlns:a="http://schemas.openxmlformats.org/drawingml/2006/main">
              <a:ext uri="{FF2B5EF4-FFF2-40B4-BE49-F238E27FC236}">
                <a16:creationId xmlns:a16="http://schemas.microsoft.com/office/drawing/2014/main" id="{A709DFDF-2AEF-4D8C-B3E8-03CEF68EE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7143" y="2425594"/>
            <a:ext cx="197122" cy="367934"/>
          </a:xfrm>
          <a:custGeom xmlns:a="http://schemas.openxmlformats.org/drawingml/2006/main">
            <a:pathLst>
              <a:path w="172482" h="321942">
                <a:moveTo>
                  <a:pt x="172482" y="321942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A6A6A6"/>
            </a:solidFill>
            <a:prstDash val="solid"/>
          </a:ln>
        </p:spPr>
      </p:sp>
      <p:sp>
        <p:nvSpPr>
          <p:cNvPr id="177" name="path-166">
            <a:extLst xmlns:a="http://schemas.openxmlformats.org/drawingml/2006/main">
              <a:ext uri="{FF2B5EF4-FFF2-40B4-BE49-F238E27FC236}">
                <a16:creationId xmlns:a16="http://schemas.microsoft.com/office/drawing/2014/main" id="{112B56E1-C20B-4EAE-856E-C34350623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28117" y="2875810"/>
            <a:ext cx="3842" cy="591816"/>
          </a:xfrm>
          <a:custGeom xmlns:a="http://schemas.openxmlformats.org/drawingml/2006/main">
            <a:pathLst>
              <a:path w="3362" h="517839">
                <a:moveTo>
                  <a:pt x="3362" y="517839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A6A6A6"/>
            </a:solidFill>
            <a:prstDash val="solid"/>
          </a:ln>
        </p:spPr>
      </p:sp>
      <p:sp>
        <p:nvSpPr>
          <p:cNvPr id="178" name="path-167">
            <a:extLst xmlns:a="http://schemas.openxmlformats.org/drawingml/2006/main">
              <a:ext uri="{FF2B5EF4-FFF2-40B4-BE49-F238E27FC236}">
                <a16:creationId xmlns:a16="http://schemas.microsoft.com/office/drawing/2014/main" id="{4FC3D75E-A010-47A4-AF5D-DA7C657B9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66360" y="3564024"/>
            <a:ext cx="265600" cy="709511"/>
          </a:xfrm>
          <a:custGeom xmlns:a="http://schemas.openxmlformats.org/drawingml/2006/main">
            <a:pathLst>
              <a:path w="232400" h="620822">
                <a:moveTo>
                  <a:pt x="0" y="620822"/>
                </a:moveTo>
                <a:lnTo>
                  <a:pt x="23240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A6A6A6"/>
            </a:solidFill>
            <a:prstDash val="solid"/>
          </a:ln>
        </p:spPr>
      </p:sp>
      <p:sp>
        <p:nvSpPr>
          <p:cNvPr id="179" name="path-168">
            <a:extLst xmlns:a="http://schemas.openxmlformats.org/drawingml/2006/main">
              <a:ext uri="{FF2B5EF4-FFF2-40B4-BE49-F238E27FC236}">
                <a16:creationId xmlns:a16="http://schemas.microsoft.com/office/drawing/2014/main" id="{13D63AE8-0829-4B54-B335-2451D192B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45794" y="3564605"/>
            <a:ext cx="293550" cy="708930"/>
          </a:xfrm>
          <a:custGeom xmlns:a="http://schemas.openxmlformats.org/drawingml/2006/main">
            <a:pathLst>
              <a:path w="256856" h="620314">
                <a:moveTo>
                  <a:pt x="256856" y="620314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A6A6A6"/>
            </a:solidFill>
            <a:prstDash val="solid"/>
          </a:ln>
        </p:spPr>
      </p:sp>
      <p:sp>
        <p:nvSpPr>
          <p:cNvPr id="180" name="path-169">
            <a:extLst xmlns:a="http://schemas.openxmlformats.org/drawingml/2006/main">
              <a:ext uri="{FF2B5EF4-FFF2-40B4-BE49-F238E27FC236}">
                <a16:creationId xmlns:a16="http://schemas.microsoft.com/office/drawing/2014/main" id="{803C0AA8-7D51-4149-AAB8-C2877FE951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8005" y="2160744"/>
            <a:ext cx="430159" cy="202072"/>
          </a:xfrm>
          <a:custGeom xmlns:a="http://schemas.openxmlformats.org/drawingml/2006/main">
            <a:pathLst>
              <a:path w="376389" h="176813">
                <a:moveTo>
                  <a:pt x="0" y="0"/>
                </a:moveTo>
                <a:lnTo>
                  <a:pt x="376389" y="176813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181" name="path-170">
            <a:extLst xmlns:a="http://schemas.openxmlformats.org/drawingml/2006/main">
              <a:ext uri="{FF2B5EF4-FFF2-40B4-BE49-F238E27FC236}">
                <a16:creationId xmlns:a16="http://schemas.microsoft.com/office/drawing/2014/main" id="{9225A1D2-412D-4631-8B15-22CB5583C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29924" y="1921492"/>
            <a:ext cx="191" cy="257340"/>
          </a:xfrm>
          <a:custGeom xmlns:a="http://schemas.openxmlformats.org/drawingml/2006/main">
            <a:pathLst>
              <a:path w="191" h="225172">
                <a:moveTo>
                  <a:pt x="0" y="225172"/>
                </a:moveTo>
                <a:lnTo>
                  <a:pt x="2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182" name="path-171">
            <a:extLst xmlns:a="http://schemas.openxmlformats.org/drawingml/2006/main">
              <a:ext uri="{FF2B5EF4-FFF2-40B4-BE49-F238E27FC236}">
                <a16:creationId xmlns:a16="http://schemas.microsoft.com/office/drawing/2014/main" id="{0A24A640-EB91-4462-88DF-A874C3097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97143" y="2160744"/>
            <a:ext cx="264781" cy="196683"/>
          </a:xfrm>
          <a:custGeom xmlns:a="http://schemas.openxmlformats.org/drawingml/2006/main">
            <a:pathLst>
              <a:path w="231683" h="172098">
                <a:moveTo>
                  <a:pt x="231683" y="0"/>
                </a:moveTo>
                <a:lnTo>
                  <a:pt x="0" y="172098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183" name="path-172">
            <a:extLst xmlns:a="http://schemas.openxmlformats.org/drawingml/2006/main">
              <a:ext uri="{FF2B5EF4-FFF2-40B4-BE49-F238E27FC236}">
                <a16:creationId xmlns:a16="http://schemas.microsoft.com/office/drawing/2014/main" id="{A741525A-78B1-40E2-9E8F-A8D49D08D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5991" y="2707815"/>
            <a:ext cx="339255" cy="119793"/>
          </a:xfrm>
          <a:custGeom xmlns:a="http://schemas.openxmlformats.org/drawingml/2006/main">
            <a:pathLst>
              <a:path w="296848" h="104819">
                <a:moveTo>
                  <a:pt x="296848" y="0"/>
                </a:moveTo>
                <a:lnTo>
                  <a:pt x="0" y="104819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184" name="path-173">
            <a:extLst xmlns:a="http://schemas.openxmlformats.org/drawingml/2006/main">
              <a:ext uri="{FF2B5EF4-FFF2-40B4-BE49-F238E27FC236}">
                <a16:creationId xmlns:a16="http://schemas.microsoft.com/office/drawing/2014/main" id="{1AC401D3-D166-46B5-8CFC-04F76C960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28256" y="2700527"/>
            <a:ext cx="379763" cy="140263"/>
          </a:xfrm>
          <a:custGeom xmlns:a="http://schemas.openxmlformats.org/drawingml/2006/main">
            <a:pathLst>
              <a:path w="332293" h="122730">
                <a:moveTo>
                  <a:pt x="0" y="0"/>
                </a:moveTo>
                <a:lnTo>
                  <a:pt x="332293" y="12273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185" name="path-174">
            <a:extLst xmlns:a="http://schemas.openxmlformats.org/drawingml/2006/main">
              <a:ext uri="{FF2B5EF4-FFF2-40B4-BE49-F238E27FC236}">
                <a16:creationId xmlns:a16="http://schemas.microsoft.com/office/drawing/2014/main" id="{4CE75628-5FD2-4577-B347-8142142CC2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9832" y="3515825"/>
            <a:ext cx="339888" cy="24354"/>
          </a:xfrm>
          <a:custGeom xmlns:a="http://schemas.openxmlformats.org/drawingml/2006/main">
            <a:pathLst>
              <a:path w="297402" h="21310">
                <a:moveTo>
                  <a:pt x="297402" y="2131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186" name="path-175">
            <a:extLst xmlns:a="http://schemas.openxmlformats.org/drawingml/2006/main">
              <a:ext uri="{FF2B5EF4-FFF2-40B4-BE49-F238E27FC236}">
                <a16:creationId xmlns:a16="http://schemas.microsoft.com/office/drawing/2014/main" id="{1F04B746-A081-4877-B1C5-E56F04430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26950" y="3516408"/>
            <a:ext cx="370968" cy="24648"/>
          </a:xfrm>
          <a:custGeom xmlns:a="http://schemas.openxmlformats.org/drawingml/2006/main">
            <a:pathLst>
              <a:path w="324597" h="21567">
                <a:moveTo>
                  <a:pt x="0" y="21567"/>
                </a:moveTo>
                <a:lnTo>
                  <a:pt x="324597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187" name="path-176">
            <a:extLst xmlns:a="http://schemas.openxmlformats.org/drawingml/2006/main">
              <a:ext uri="{FF2B5EF4-FFF2-40B4-BE49-F238E27FC236}">
                <a16:creationId xmlns:a16="http://schemas.microsoft.com/office/drawing/2014/main" id="{BAA73F51-0CA2-4D98-A45C-840B79FD05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14232" y="4321736"/>
            <a:ext cx="360745" cy="125230"/>
          </a:xfrm>
          <a:custGeom xmlns:a="http://schemas.openxmlformats.org/drawingml/2006/main">
            <a:pathLst>
              <a:path w="315652" h="109576">
                <a:moveTo>
                  <a:pt x="315652" y="109576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188" name="path-177">
            <a:extLst xmlns:a="http://schemas.openxmlformats.org/drawingml/2006/main">
              <a:ext uri="{FF2B5EF4-FFF2-40B4-BE49-F238E27FC236}">
                <a16:creationId xmlns:a16="http://schemas.microsoft.com/office/drawing/2014/main" id="{00D0DDD2-F4FA-407E-BC47-15956A0A9E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8005" y="4321738"/>
            <a:ext cx="363463" cy="157081"/>
          </a:xfrm>
          <a:custGeom xmlns:a="http://schemas.openxmlformats.org/drawingml/2006/main">
            <a:pathLst>
              <a:path w="318030" h="137446">
                <a:moveTo>
                  <a:pt x="0" y="137446"/>
                </a:moveTo>
                <a:lnTo>
                  <a:pt x="31803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189" name="">
            <a:extLst xmlns:a="http://schemas.openxmlformats.org/drawingml/2006/main">
              <a:ext uri="{FF2B5EF4-FFF2-40B4-BE49-F238E27FC236}">
                <a16:creationId xmlns:a16="http://schemas.microsoft.com/office/drawing/2014/main" id="{18847F34-C601-40E6-8EF8-81111990FDC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accbf8fb5bf4f88"/>
          <a:stretch xmlns:a="http://schemas.openxmlformats.org/drawingml/2006/main"/>
        </p:blipFill>
        <p:spPr>
          <a:xfrm xmlns:a="http://schemas.openxmlformats.org/drawingml/2006/main">
            <a:off x="5444100" y="4405324"/>
            <a:ext cx="326571" cy="783771"/>
          </a:xfrm>
          <a:prstGeom xmlns:a="http://schemas.openxmlformats.org/drawingml/2006/main" prst="rect">
            <a:avLst/>
          </a:prstGeom>
        </p:spPr>
      </p:pic>
      <p:pic>
        <p:nvPicPr>
          <p:cNvPr id="190" name="">
            <a:extLst xmlns:a="http://schemas.openxmlformats.org/drawingml/2006/main">
              <a:ext uri="{FF2B5EF4-FFF2-40B4-BE49-F238E27FC236}">
                <a16:creationId xmlns:a16="http://schemas.microsoft.com/office/drawing/2014/main" id="{0F492A9C-AB94-463B-BAD4-AA313D13D80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f43046278724ba8"/>
          <a:stretch xmlns:a="http://schemas.openxmlformats.org/drawingml/2006/main"/>
        </p:blipFill>
        <p:spPr>
          <a:xfrm xmlns:a="http://schemas.openxmlformats.org/drawingml/2006/main">
            <a:off x="5444100" y="4405324"/>
            <a:ext cx="326571" cy="783771"/>
          </a:xfrm>
          <a:prstGeom xmlns:a="http://schemas.openxmlformats.org/drawingml/2006/main" prst="rect">
            <a:avLst/>
          </a:prstGeom>
        </p:spPr>
      </p:pic>
      <p:pic>
        <p:nvPicPr>
          <p:cNvPr id="191" name="">
            <a:extLst xmlns:a="http://schemas.openxmlformats.org/drawingml/2006/main">
              <a:ext uri="{FF2B5EF4-FFF2-40B4-BE49-F238E27FC236}">
                <a16:creationId xmlns:a16="http://schemas.microsoft.com/office/drawing/2014/main" id="{BF1D4749-CC97-4D3E-B630-CCED5D61B50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7d77bafdefe49c1"/>
          <a:stretch xmlns:a="http://schemas.openxmlformats.org/drawingml/2006/main"/>
        </p:blipFill>
        <p:spPr>
          <a:xfrm xmlns:a="http://schemas.openxmlformats.org/drawingml/2006/main">
            <a:off x="4986900" y="4361781"/>
            <a:ext cx="326571" cy="827314"/>
          </a:xfrm>
          <a:prstGeom xmlns:a="http://schemas.openxmlformats.org/drawingml/2006/main" prst="rect">
            <a:avLst/>
          </a:prstGeom>
        </p:spPr>
      </p:pic>
      <p:pic>
        <p:nvPicPr>
          <p:cNvPr id="192" name="">
            <a:extLst xmlns:a="http://schemas.openxmlformats.org/drawingml/2006/main">
              <a:ext uri="{FF2B5EF4-FFF2-40B4-BE49-F238E27FC236}">
                <a16:creationId xmlns:a16="http://schemas.microsoft.com/office/drawing/2014/main" id="{2EB77579-D227-41D9-8CB5-0D0542C0374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15b93ae390c471e"/>
          <a:stretch xmlns:a="http://schemas.openxmlformats.org/drawingml/2006/main"/>
        </p:blipFill>
        <p:spPr>
          <a:xfrm xmlns:a="http://schemas.openxmlformats.org/drawingml/2006/main">
            <a:off x="4986900" y="4361781"/>
            <a:ext cx="326571" cy="827314"/>
          </a:xfrm>
          <a:prstGeom xmlns:a="http://schemas.openxmlformats.org/drawingml/2006/main" prst="rect">
            <a:avLst/>
          </a:prstGeom>
        </p:spPr>
      </p:pic>
      <p:sp>
        <p:nvSpPr>
          <p:cNvPr id="193" name="text-182 Store">
            <a:extLst xmlns:a="http://schemas.openxmlformats.org/drawingml/2006/main">
              <a:ext uri="{FF2B5EF4-FFF2-40B4-BE49-F238E27FC236}">
                <a16:creationId xmlns:a16="http://schemas.microsoft.com/office/drawing/2014/main" id="{CEC8C789-CD97-4217-8639-548385438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76550" y="4731104"/>
            <a:ext cx="551062" cy="3163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9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Store</a:t>
            </a:r>
          </a:p>
        </p:txBody>
      </p:sp>
      <p:sp>
        <p:nvSpPr>
          <p:cNvPr id="194" name="text-183 Retrieve">
            <a:extLst xmlns:a="http://schemas.openxmlformats.org/drawingml/2006/main">
              <a:ext uri="{FF2B5EF4-FFF2-40B4-BE49-F238E27FC236}">
                <a16:creationId xmlns:a16="http://schemas.microsoft.com/office/drawing/2014/main" id="{0DCD27CF-B016-41D3-AD26-5E101CA32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35980" y="4731897"/>
            <a:ext cx="852944" cy="31525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3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Retrieve</a:t>
            </a:r>
          </a:p>
        </p:txBody>
      </p:sp>
      <p:pic>
        <p:nvPicPr>
          <p:cNvPr id="195" name="">
            <a:extLst xmlns:a="http://schemas.openxmlformats.org/drawingml/2006/main">
              <a:ext uri="{FF2B5EF4-FFF2-40B4-BE49-F238E27FC236}">
                <a16:creationId xmlns:a16="http://schemas.microsoft.com/office/drawing/2014/main" id="{20E86436-FCC5-4F00-9136-C705AA16532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a5e56a23b2f4d07"/>
          <a:stretch xmlns:a="http://schemas.openxmlformats.org/drawingml/2006/main"/>
        </p:blipFill>
        <p:spPr>
          <a:xfrm xmlns:a="http://schemas.openxmlformats.org/drawingml/2006/main">
            <a:off x="8590071" y="7986724"/>
            <a:ext cx="827314" cy="838200"/>
          </a:xfrm>
          <a:prstGeom xmlns:a="http://schemas.openxmlformats.org/drawingml/2006/main" prst="rect">
            <a:avLst/>
          </a:prstGeom>
        </p:spPr>
      </p:pic>
      <p:pic>
        <p:nvPicPr>
          <p:cNvPr id="196" name="">
            <a:extLst xmlns:a="http://schemas.openxmlformats.org/drawingml/2006/main">
              <a:ext uri="{FF2B5EF4-FFF2-40B4-BE49-F238E27FC236}">
                <a16:creationId xmlns:a16="http://schemas.microsoft.com/office/drawing/2014/main" id="{500F189D-F1DB-44C7-A3D6-06D93140BAA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fb7310abca74ba6"/>
          <a:stretch xmlns:a="http://schemas.openxmlformats.org/drawingml/2006/main"/>
        </p:blipFill>
        <p:spPr>
          <a:xfrm xmlns:a="http://schemas.openxmlformats.org/drawingml/2006/main">
            <a:off x="13020557" y="7290039"/>
            <a:ext cx="718457" cy="707571"/>
          </a:xfrm>
          <a:prstGeom xmlns:a="http://schemas.openxmlformats.org/drawingml/2006/main" prst="rect">
            <a:avLst/>
          </a:prstGeom>
        </p:spPr>
      </p:pic>
      <p:sp>
        <p:nvSpPr>
          <p:cNvPr id="197" name="text-186 System">
            <a:extLst xmlns:a="http://schemas.openxmlformats.org/drawingml/2006/main">
              <a:ext uri="{FF2B5EF4-FFF2-40B4-BE49-F238E27FC236}">
                <a16:creationId xmlns:a16="http://schemas.microsoft.com/office/drawing/2014/main" id="{9EB1AAFE-BC15-441F-B326-093C63000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21584" y="8255393"/>
            <a:ext cx="724454" cy="3135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3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System</a:t>
            </a:r>
          </a:p>
        </p:txBody>
      </p:sp>
      <p:sp>
        <p:nvSpPr>
          <p:cNvPr id="198" name="text-188 Config">
            <a:extLst xmlns:a="http://schemas.openxmlformats.org/drawingml/2006/main">
              <a:ext uri="{FF2B5EF4-FFF2-40B4-BE49-F238E27FC236}">
                <a16:creationId xmlns:a16="http://schemas.microsoft.com/office/drawing/2014/main" id="{17D2F0D9-544C-41C6-80DB-7790172CD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262662" y="8255725"/>
            <a:ext cx="686249" cy="3130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Config</a:t>
            </a:r>
          </a:p>
        </p:txBody>
      </p:sp>
      <p:sp>
        <p:nvSpPr>
          <p:cNvPr id="199" name="text-189 Evolvable">
            <a:extLst xmlns:a="http://schemas.openxmlformats.org/drawingml/2006/main">
              <a:ext uri="{FF2B5EF4-FFF2-40B4-BE49-F238E27FC236}">
                <a16:creationId xmlns:a16="http://schemas.microsoft.com/office/drawing/2014/main" id="{F8595E87-A771-4EF8-93C0-7597832B4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01903" y="7617520"/>
            <a:ext cx="981171" cy="3120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5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Evolvable</a:t>
            </a:r>
          </a:p>
        </p:txBody>
      </p:sp>
      <p:sp>
        <p:nvSpPr>
          <p:cNvPr id="200" name="text-189 Config">
            <a:extLst xmlns:a="http://schemas.openxmlformats.org/drawingml/2006/main">
              <a:ext uri="{FF2B5EF4-FFF2-40B4-BE49-F238E27FC236}">
                <a16:creationId xmlns:a16="http://schemas.microsoft.com/office/drawing/2014/main" id="{C8C1142F-FA61-4431-9F98-1AAB0D585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700261" y="7616776"/>
            <a:ext cx="686249" cy="31307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1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Config</a:t>
            </a:r>
          </a:p>
        </p:txBody>
      </p:sp>
      <p:pic>
        <p:nvPicPr>
          <p:cNvPr id="201" name="">
            <a:extLst xmlns:a="http://schemas.openxmlformats.org/drawingml/2006/main">
              <a:ext uri="{FF2B5EF4-FFF2-40B4-BE49-F238E27FC236}">
                <a16:creationId xmlns:a16="http://schemas.microsoft.com/office/drawing/2014/main" id="{6BBE5654-B4ED-4D01-97A9-E8DB4A5408D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d67db39c4534f66"/>
          <a:stretch xmlns:a="http://schemas.openxmlformats.org/drawingml/2006/main"/>
        </p:blipFill>
        <p:spPr>
          <a:xfrm xmlns:a="http://schemas.openxmlformats.org/drawingml/2006/main">
            <a:off x="11496557" y="3817496"/>
            <a:ext cx="783771" cy="783771"/>
          </a:xfrm>
          <a:prstGeom xmlns:a="http://schemas.openxmlformats.org/drawingml/2006/main" prst="rect">
            <a:avLst/>
          </a:prstGeom>
        </p:spPr>
      </p:pic>
      <p:sp>
        <p:nvSpPr>
          <p:cNvPr id="202" name="text-191 Seed">
            <a:extLst xmlns:a="http://schemas.openxmlformats.org/drawingml/2006/main">
              <a:ext uri="{FF2B5EF4-FFF2-40B4-BE49-F238E27FC236}">
                <a16:creationId xmlns:a16="http://schemas.microsoft.com/office/drawing/2014/main" id="{B0016B54-81FA-4243-8A03-822721465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56617" y="3932586"/>
            <a:ext cx="476660" cy="3142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Seed</a:t>
            </a:r>
          </a:p>
        </p:txBody>
      </p:sp>
      <p:sp>
        <p:nvSpPr>
          <p:cNvPr id="203" name="text-192 Proposal">
            <a:extLst xmlns:a="http://schemas.openxmlformats.org/drawingml/2006/main">
              <a:ext uri="{FF2B5EF4-FFF2-40B4-BE49-F238E27FC236}">
                <a16:creationId xmlns:a16="http://schemas.microsoft.com/office/drawing/2014/main" id="{CD1F4F00-E8D6-4966-83DB-C6A1EA6A2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511201" y="4201591"/>
            <a:ext cx="823967" cy="3134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Proposal</a:t>
            </a:r>
          </a:p>
        </p:txBody>
      </p:sp>
      <p:pic>
        <p:nvPicPr>
          <p:cNvPr id="204" name="">
            <a:extLst xmlns:a="http://schemas.openxmlformats.org/drawingml/2006/main">
              <a:ext uri="{FF2B5EF4-FFF2-40B4-BE49-F238E27FC236}">
                <a16:creationId xmlns:a16="http://schemas.microsoft.com/office/drawing/2014/main" id="{E7127A21-3071-4614-8231-D3A252D0F2C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7754dc0c57349fa"/>
          <a:stretch xmlns:a="http://schemas.openxmlformats.org/drawingml/2006/main"/>
        </p:blipFill>
        <p:spPr>
          <a:xfrm xmlns:a="http://schemas.openxmlformats.org/drawingml/2006/main">
            <a:off x="14468357" y="3828381"/>
            <a:ext cx="2296886" cy="870857"/>
          </a:xfrm>
          <a:prstGeom xmlns:a="http://schemas.openxmlformats.org/drawingml/2006/main" prst="rect">
            <a:avLst/>
          </a:prstGeom>
        </p:spPr>
      </p:pic>
      <p:sp>
        <p:nvSpPr>
          <p:cNvPr id="205" name="path-194">
            <a:extLst xmlns:a="http://schemas.openxmlformats.org/drawingml/2006/main">
              <a:ext uri="{FF2B5EF4-FFF2-40B4-BE49-F238E27FC236}">
                <a16:creationId xmlns:a16="http://schemas.microsoft.com/office/drawing/2014/main" id="{89B4B679-3C5B-434C-83BB-B1298AF9F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0058" y="3883739"/>
            <a:ext cx="2088001" cy="654595"/>
          </a:xfrm>
          <a:custGeom xmlns:a="http://schemas.openxmlformats.org/drawingml/2006/main">
            <a:pathLst>
              <a:path w="1827001" h="572770">
                <a:moveTo>
                  <a:pt x="0" y="27242"/>
                </a:moveTo>
                <a:cubicBezTo>
                  <a:pt x="0" y="12198"/>
                  <a:pt x="12195" y="0"/>
                  <a:pt x="27239" y="0"/>
                </a:cubicBezTo>
                <a:lnTo>
                  <a:pt x="1799761" y="0"/>
                </a:lnTo>
                <a:cubicBezTo>
                  <a:pt x="1814806" y="0"/>
                  <a:pt x="1827001" y="12198"/>
                  <a:pt x="1827001" y="27242"/>
                </a:cubicBezTo>
                <a:lnTo>
                  <a:pt x="1827001" y="545529"/>
                </a:lnTo>
                <a:cubicBezTo>
                  <a:pt x="1827001" y="560575"/>
                  <a:pt x="1814806" y="572770"/>
                  <a:pt x="1799761" y="572770"/>
                </a:cubicBezTo>
                <a:lnTo>
                  <a:pt x="27239" y="572770"/>
                </a:lnTo>
                <a:cubicBezTo>
                  <a:pt x="12195" y="572770"/>
                  <a:pt x="0" y="560575"/>
                  <a:pt x="0" y="545529"/>
                </a:cubicBezTo>
                <a:lnTo>
                  <a:pt x="0" y="2724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06" name="path-195">
            <a:extLst xmlns:a="http://schemas.openxmlformats.org/drawingml/2006/main">
              <a:ext uri="{FF2B5EF4-FFF2-40B4-BE49-F238E27FC236}">
                <a16:creationId xmlns:a16="http://schemas.microsoft.com/office/drawing/2014/main" id="{84690C78-500E-498E-8391-5598C7452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20058" y="3883739"/>
            <a:ext cx="2088003" cy="654594"/>
          </a:xfrm>
          <a:custGeom xmlns:a="http://schemas.openxmlformats.org/drawingml/2006/main">
            <a:pathLst>
              <a:path w="1827002" h="572770">
                <a:moveTo>
                  <a:pt x="0" y="27241"/>
                </a:moveTo>
                <a:cubicBezTo>
                  <a:pt x="0" y="12196"/>
                  <a:pt x="12196" y="0"/>
                  <a:pt x="27242" y="0"/>
                </a:cubicBezTo>
                <a:lnTo>
                  <a:pt x="1799762" y="0"/>
                </a:lnTo>
                <a:cubicBezTo>
                  <a:pt x="1814806" y="0"/>
                  <a:pt x="1827002" y="12196"/>
                  <a:pt x="1827002" y="27241"/>
                </a:cubicBezTo>
                <a:lnTo>
                  <a:pt x="1827002" y="545529"/>
                </a:lnTo>
                <a:cubicBezTo>
                  <a:pt x="1827002" y="560573"/>
                  <a:pt x="1814806" y="572770"/>
                  <a:pt x="1799762" y="572770"/>
                </a:cubicBezTo>
                <a:lnTo>
                  <a:pt x="27242" y="572770"/>
                </a:lnTo>
                <a:cubicBezTo>
                  <a:pt x="12196" y="572770"/>
                  <a:pt x="0" y="560573"/>
                  <a:pt x="0" y="545529"/>
                </a:cubicBezTo>
                <a:lnTo>
                  <a:pt x="0" y="27241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207" name="">
            <a:extLst xmlns:a="http://schemas.openxmlformats.org/drawingml/2006/main">
              <a:ext uri="{FF2B5EF4-FFF2-40B4-BE49-F238E27FC236}">
                <a16:creationId xmlns:a16="http://schemas.microsoft.com/office/drawing/2014/main" id="{F913C516-EEE2-408F-A99C-BEE24515DD3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3d319d86ac241d8"/>
          <a:stretch xmlns:a="http://schemas.openxmlformats.org/drawingml/2006/main"/>
        </p:blipFill>
        <p:spPr>
          <a:xfrm xmlns:a="http://schemas.openxmlformats.org/drawingml/2006/main">
            <a:off x="14522785" y="3871924"/>
            <a:ext cx="729343" cy="729343"/>
          </a:xfrm>
          <a:prstGeom xmlns:a="http://schemas.openxmlformats.org/drawingml/2006/main" prst="rect">
            <a:avLst/>
          </a:prstGeom>
        </p:spPr>
      </p:pic>
      <p:sp>
        <p:nvSpPr>
          <p:cNvPr id="208" name="text-197 Web">
            <a:extLst xmlns:a="http://schemas.openxmlformats.org/drawingml/2006/main">
              <a:ext uri="{FF2B5EF4-FFF2-40B4-BE49-F238E27FC236}">
                <a16:creationId xmlns:a16="http://schemas.microsoft.com/office/drawing/2014/main" id="{4C435E63-899F-4066-8BE0-8ED3A7164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77692" y="3937962"/>
            <a:ext cx="467406" cy="3292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5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Web</a:t>
            </a:r>
          </a:p>
        </p:txBody>
      </p:sp>
      <p:sp>
        <p:nvSpPr>
          <p:cNvPr id="209" name="text-198 Exploration">
            <a:extLst xmlns:a="http://schemas.openxmlformats.org/drawingml/2006/main">
              <a:ext uri="{FF2B5EF4-FFF2-40B4-BE49-F238E27FC236}">
                <a16:creationId xmlns:a16="http://schemas.microsoft.com/office/drawing/2014/main" id="{A8C1E0DE-0391-4365-BC2E-A474C56C4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389653" y="4217679"/>
            <a:ext cx="1097395" cy="3135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Exploration</a:t>
            </a:r>
          </a:p>
        </p:txBody>
      </p:sp>
      <p:pic>
        <p:nvPicPr>
          <p:cNvPr id="210" name="">
            <a:extLst xmlns:a="http://schemas.openxmlformats.org/drawingml/2006/main">
              <a:ext uri="{FF2B5EF4-FFF2-40B4-BE49-F238E27FC236}">
                <a16:creationId xmlns:a16="http://schemas.microsoft.com/office/drawing/2014/main" id="{0D50456B-7536-4E5A-99A5-5BC86173B9A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0a1b6f98087423f"/>
          <a:stretch xmlns:a="http://schemas.openxmlformats.org/drawingml/2006/main"/>
        </p:blipFill>
        <p:spPr>
          <a:xfrm xmlns:a="http://schemas.openxmlformats.org/drawingml/2006/main">
            <a:off x="15785528" y="4971381"/>
            <a:ext cx="2307771" cy="870857"/>
          </a:xfrm>
          <a:prstGeom xmlns:a="http://schemas.openxmlformats.org/drawingml/2006/main" prst="rect">
            <a:avLst/>
          </a:prstGeom>
        </p:spPr>
      </p:pic>
      <p:sp>
        <p:nvSpPr>
          <p:cNvPr id="211" name="path-200">
            <a:extLst xmlns:a="http://schemas.openxmlformats.org/drawingml/2006/main">
              <a:ext uri="{FF2B5EF4-FFF2-40B4-BE49-F238E27FC236}">
                <a16:creationId xmlns:a16="http://schemas.microsoft.com/office/drawing/2014/main" id="{511DAEBF-DD3D-456C-8762-4C2F8A247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6708" y="5031971"/>
            <a:ext cx="2088003" cy="654592"/>
          </a:xfrm>
          <a:custGeom xmlns:a="http://schemas.openxmlformats.org/drawingml/2006/main">
            <a:pathLst>
              <a:path w="1827002" h="572768">
                <a:moveTo>
                  <a:pt x="0" y="27239"/>
                </a:moveTo>
                <a:cubicBezTo>
                  <a:pt x="0" y="12196"/>
                  <a:pt x="12195" y="0"/>
                  <a:pt x="27242" y="0"/>
                </a:cubicBezTo>
                <a:lnTo>
                  <a:pt x="1799762" y="0"/>
                </a:lnTo>
                <a:cubicBezTo>
                  <a:pt x="1814807" y="0"/>
                  <a:pt x="1827002" y="12196"/>
                  <a:pt x="1827002" y="27239"/>
                </a:cubicBezTo>
                <a:lnTo>
                  <a:pt x="1827002" y="545528"/>
                </a:lnTo>
                <a:cubicBezTo>
                  <a:pt x="1827002" y="560572"/>
                  <a:pt x="1814807" y="572768"/>
                  <a:pt x="1799762" y="572768"/>
                </a:cubicBezTo>
                <a:lnTo>
                  <a:pt x="27242" y="572768"/>
                </a:lnTo>
                <a:cubicBezTo>
                  <a:pt x="12195" y="572768"/>
                  <a:pt x="0" y="560572"/>
                  <a:pt x="0" y="545528"/>
                </a:cubicBezTo>
                <a:lnTo>
                  <a:pt x="0" y="272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2" name="path-201">
            <a:extLst xmlns:a="http://schemas.openxmlformats.org/drawingml/2006/main">
              <a:ext uri="{FF2B5EF4-FFF2-40B4-BE49-F238E27FC236}">
                <a16:creationId xmlns:a16="http://schemas.microsoft.com/office/drawing/2014/main" id="{9BCFF137-A885-4EDC-8109-7931CE20E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846708" y="5031971"/>
            <a:ext cx="2088004" cy="654594"/>
          </a:xfrm>
          <a:custGeom xmlns:a="http://schemas.openxmlformats.org/drawingml/2006/main">
            <a:pathLst>
              <a:path w="1827004" h="572770">
                <a:moveTo>
                  <a:pt x="0" y="27241"/>
                </a:moveTo>
                <a:cubicBezTo>
                  <a:pt x="0" y="12196"/>
                  <a:pt x="12196" y="0"/>
                  <a:pt x="27242" y="0"/>
                </a:cubicBezTo>
                <a:lnTo>
                  <a:pt x="1799762" y="0"/>
                </a:lnTo>
                <a:cubicBezTo>
                  <a:pt x="1814806" y="0"/>
                  <a:pt x="1827004" y="12196"/>
                  <a:pt x="1827004" y="27241"/>
                </a:cubicBezTo>
                <a:lnTo>
                  <a:pt x="1827004" y="545529"/>
                </a:lnTo>
                <a:cubicBezTo>
                  <a:pt x="1827004" y="560573"/>
                  <a:pt x="1814806" y="572770"/>
                  <a:pt x="1799762" y="572770"/>
                </a:cubicBezTo>
                <a:lnTo>
                  <a:pt x="27242" y="572770"/>
                </a:lnTo>
                <a:cubicBezTo>
                  <a:pt x="12196" y="572770"/>
                  <a:pt x="0" y="560573"/>
                  <a:pt x="0" y="545529"/>
                </a:cubicBezTo>
                <a:lnTo>
                  <a:pt x="0" y="27241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213" name="">
            <a:extLst xmlns:a="http://schemas.openxmlformats.org/drawingml/2006/main">
              <a:ext uri="{FF2B5EF4-FFF2-40B4-BE49-F238E27FC236}">
                <a16:creationId xmlns:a16="http://schemas.microsoft.com/office/drawing/2014/main" id="{BEDDC271-DCC4-47CD-B918-D493E88C5AE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3722570538441e6"/>
          <a:stretch xmlns:a="http://schemas.openxmlformats.org/drawingml/2006/main"/>
        </p:blipFill>
        <p:spPr>
          <a:xfrm xmlns:a="http://schemas.openxmlformats.org/drawingml/2006/main">
            <a:off x="15578700" y="6778410"/>
            <a:ext cx="2307771" cy="870857"/>
          </a:xfrm>
          <a:prstGeom xmlns:a="http://schemas.openxmlformats.org/drawingml/2006/main" prst="rect">
            <a:avLst/>
          </a:prstGeom>
        </p:spPr>
      </p:pic>
      <p:sp>
        <p:nvSpPr>
          <p:cNvPr id="214" name="path-203">
            <a:extLst xmlns:a="http://schemas.openxmlformats.org/drawingml/2006/main">
              <a:ext uri="{FF2B5EF4-FFF2-40B4-BE49-F238E27FC236}">
                <a16:creationId xmlns:a16="http://schemas.microsoft.com/office/drawing/2014/main" id="{2382CD79-5C05-47DB-87DA-12D95EA37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0166" y="6838492"/>
            <a:ext cx="2088003" cy="654594"/>
          </a:xfrm>
          <a:custGeom xmlns:a="http://schemas.openxmlformats.org/drawingml/2006/main">
            <a:pathLst>
              <a:path w="1827002" h="572770">
                <a:moveTo>
                  <a:pt x="0" y="27241"/>
                </a:moveTo>
                <a:cubicBezTo>
                  <a:pt x="0" y="12195"/>
                  <a:pt x="12198" y="0"/>
                  <a:pt x="27242" y="0"/>
                </a:cubicBezTo>
                <a:lnTo>
                  <a:pt x="1799761" y="0"/>
                </a:lnTo>
                <a:cubicBezTo>
                  <a:pt x="1814807" y="0"/>
                  <a:pt x="1827002" y="12195"/>
                  <a:pt x="1827002" y="27241"/>
                </a:cubicBezTo>
                <a:lnTo>
                  <a:pt x="1827002" y="545528"/>
                </a:lnTo>
                <a:cubicBezTo>
                  <a:pt x="1827002" y="560574"/>
                  <a:pt x="1814807" y="572770"/>
                  <a:pt x="1799761" y="572770"/>
                </a:cubicBezTo>
                <a:lnTo>
                  <a:pt x="27242" y="572770"/>
                </a:lnTo>
                <a:cubicBezTo>
                  <a:pt x="12198" y="572770"/>
                  <a:pt x="0" y="560574"/>
                  <a:pt x="0" y="545528"/>
                </a:cubicBezTo>
                <a:lnTo>
                  <a:pt x="0" y="2724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5" name="path-204">
            <a:extLst xmlns:a="http://schemas.openxmlformats.org/drawingml/2006/main">
              <a:ext uri="{FF2B5EF4-FFF2-40B4-BE49-F238E27FC236}">
                <a16:creationId xmlns:a16="http://schemas.microsoft.com/office/drawing/2014/main" id="{A9EF5EE3-A7A5-4BBB-901C-F6D8508A2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40166" y="6838492"/>
            <a:ext cx="2088003" cy="654594"/>
          </a:xfrm>
          <a:custGeom xmlns:a="http://schemas.openxmlformats.org/drawingml/2006/main">
            <a:pathLst>
              <a:path w="1827002" h="572770">
                <a:moveTo>
                  <a:pt x="0" y="27241"/>
                </a:moveTo>
                <a:cubicBezTo>
                  <a:pt x="0" y="12196"/>
                  <a:pt x="12196" y="0"/>
                  <a:pt x="27242" y="0"/>
                </a:cubicBezTo>
                <a:lnTo>
                  <a:pt x="1799762" y="0"/>
                </a:lnTo>
                <a:cubicBezTo>
                  <a:pt x="1814806" y="0"/>
                  <a:pt x="1827002" y="12196"/>
                  <a:pt x="1827002" y="27241"/>
                </a:cubicBezTo>
                <a:lnTo>
                  <a:pt x="1827002" y="545529"/>
                </a:lnTo>
                <a:cubicBezTo>
                  <a:pt x="1827002" y="560573"/>
                  <a:pt x="1814806" y="572770"/>
                  <a:pt x="1799762" y="572770"/>
                </a:cubicBezTo>
                <a:lnTo>
                  <a:pt x="27242" y="572770"/>
                </a:lnTo>
                <a:cubicBezTo>
                  <a:pt x="12196" y="572770"/>
                  <a:pt x="0" y="560573"/>
                  <a:pt x="0" y="545529"/>
                </a:cubicBezTo>
                <a:lnTo>
                  <a:pt x="0" y="27241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216" name="">
            <a:extLst xmlns:a="http://schemas.openxmlformats.org/drawingml/2006/main">
              <a:ext uri="{FF2B5EF4-FFF2-40B4-BE49-F238E27FC236}">
                <a16:creationId xmlns:a16="http://schemas.microsoft.com/office/drawing/2014/main" id="{2ECD8693-F591-4EB2-9B57-87427D60CF3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44838dc7d514503"/>
          <a:stretch xmlns:a="http://schemas.openxmlformats.org/drawingml/2006/main"/>
        </p:blipFill>
        <p:spPr>
          <a:xfrm xmlns:a="http://schemas.openxmlformats.org/drawingml/2006/main">
            <a:off x="10603928" y="4971381"/>
            <a:ext cx="2307771" cy="870857"/>
          </a:xfrm>
          <a:prstGeom xmlns:a="http://schemas.openxmlformats.org/drawingml/2006/main" prst="rect">
            <a:avLst/>
          </a:prstGeom>
        </p:spPr>
      </p:pic>
      <p:sp>
        <p:nvSpPr>
          <p:cNvPr id="217" name="path-206">
            <a:extLst xmlns:a="http://schemas.openxmlformats.org/drawingml/2006/main">
              <a:ext uri="{FF2B5EF4-FFF2-40B4-BE49-F238E27FC236}">
                <a16:creationId xmlns:a16="http://schemas.microsoft.com/office/drawing/2014/main" id="{6A442258-256B-48BC-808E-47FBF77FC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3988" y="5028393"/>
            <a:ext cx="2088004" cy="654594"/>
          </a:xfrm>
          <a:custGeom xmlns:a="http://schemas.openxmlformats.org/drawingml/2006/main">
            <a:pathLst>
              <a:path w="1827004" h="572770">
                <a:moveTo>
                  <a:pt x="0" y="27241"/>
                </a:moveTo>
                <a:cubicBezTo>
                  <a:pt x="0" y="12198"/>
                  <a:pt x="12198" y="0"/>
                  <a:pt x="27242" y="0"/>
                </a:cubicBezTo>
                <a:lnTo>
                  <a:pt x="1799763" y="0"/>
                </a:lnTo>
                <a:cubicBezTo>
                  <a:pt x="1814807" y="0"/>
                  <a:pt x="1827004" y="12198"/>
                  <a:pt x="1827004" y="27241"/>
                </a:cubicBezTo>
                <a:lnTo>
                  <a:pt x="1827004" y="545528"/>
                </a:lnTo>
                <a:cubicBezTo>
                  <a:pt x="1827004" y="560574"/>
                  <a:pt x="1814807" y="572770"/>
                  <a:pt x="1799763" y="572770"/>
                </a:cubicBezTo>
                <a:lnTo>
                  <a:pt x="27242" y="572770"/>
                </a:lnTo>
                <a:cubicBezTo>
                  <a:pt x="12198" y="572770"/>
                  <a:pt x="0" y="560574"/>
                  <a:pt x="0" y="545528"/>
                </a:cubicBezTo>
                <a:lnTo>
                  <a:pt x="0" y="27241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18" name="path-207">
            <a:extLst xmlns:a="http://schemas.openxmlformats.org/drawingml/2006/main">
              <a:ext uri="{FF2B5EF4-FFF2-40B4-BE49-F238E27FC236}">
                <a16:creationId xmlns:a16="http://schemas.microsoft.com/office/drawing/2014/main" id="{50EDC4F8-2E12-46B2-81FE-9524E0E62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3988" y="5028393"/>
            <a:ext cx="2088004" cy="654594"/>
          </a:xfrm>
          <a:custGeom xmlns:a="http://schemas.openxmlformats.org/drawingml/2006/main">
            <a:pathLst>
              <a:path w="1827004" h="572770">
                <a:moveTo>
                  <a:pt x="0" y="27241"/>
                </a:moveTo>
                <a:cubicBezTo>
                  <a:pt x="0" y="12196"/>
                  <a:pt x="12196" y="0"/>
                  <a:pt x="27242" y="0"/>
                </a:cubicBezTo>
                <a:lnTo>
                  <a:pt x="1799762" y="0"/>
                </a:lnTo>
                <a:cubicBezTo>
                  <a:pt x="1814806" y="0"/>
                  <a:pt x="1827004" y="12196"/>
                  <a:pt x="1827004" y="27241"/>
                </a:cubicBezTo>
                <a:lnTo>
                  <a:pt x="1827004" y="545529"/>
                </a:lnTo>
                <a:cubicBezTo>
                  <a:pt x="1827004" y="560573"/>
                  <a:pt x="1814806" y="572770"/>
                  <a:pt x="1799762" y="572770"/>
                </a:cubicBezTo>
                <a:lnTo>
                  <a:pt x="27242" y="572770"/>
                </a:lnTo>
                <a:cubicBezTo>
                  <a:pt x="12196" y="572770"/>
                  <a:pt x="0" y="560573"/>
                  <a:pt x="0" y="545529"/>
                </a:cubicBezTo>
                <a:lnTo>
                  <a:pt x="0" y="27241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219" name="">
            <a:extLst xmlns:a="http://schemas.openxmlformats.org/drawingml/2006/main">
              <a:ext uri="{FF2B5EF4-FFF2-40B4-BE49-F238E27FC236}">
                <a16:creationId xmlns:a16="http://schemas.microsoft.com/office/drawing/2014/main" id="{D6C7C82C-0DE9-487F-9544-E3F7283C136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d2418d30ad146fc"/>
          <a:stretch xmlns:a="http://schemas.openxmlformats.org/drawingml/2006/main"/>
        </p:blipFill>
        <p:spPr>
          <a:xfrm xmlns:a="http://schemas.openxmlformats.org/drawingml/2006/main">
            <a:off x="10810757" y="6778410"/>
            <a:ext cx="2133600" cy="859971"/>
          </a:xfrm>
          <a:prstGeom xmlns:a="http://schemas.openxmlformats.org/drawingml/2006/main" prst="rect">
            <a:avLst/>
          </a:prstGeom>
        </p:spPr>
      </p:pic>
      <p:sp>
        <p:nvSpPr>
          <p:cNvPr id="220" name="path-209">
            <a:extLst xmlns:a="http://schemas.openxmlformats.org/drawingml/2006/main">
              <a:ext uri="{FF2B5EF4-FFF2-40B4-BE49-F238E27FC236}">
                <a16:creationId xmlns:a16="http://schemas.microsoft.com/office/drawing/2014/main" id="{0E9DBA1F-38A5-46D9-A5B7-C32BA0275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453" y="6835756"/>
            <a:ext cx="1922324" cy="654594"/>
          </a:xfrm>
          <a:custGeom xmlns:a="http://schemas.openxmlformats.org/drawingml/2006/main">
            <a:pathLst>
              <a:path w="1682034" h="572770">
                <a:moveTo>
                  <a:pt x="0" y="27242"/>
                </a:moveTo>
                <a:cubicBezTo>
                  <a:pt x="0" y="12198"/>
                  <a:pt x="12195" y="0"/>
                  <a:pt x="27239" y="0"/>
                </a:cubicBezTo>
                <a:lnTo>
                  <a:pt x="1654792" y="0"/>
                </a:lnTo>
                <a:cubicBezTo>
                  <a:pt x="1669836" y="0"/>
                  <a:pt x="1682034" y="12198"/>
                  <a:pt x="1682034" y="27242"/>
                </a:cubicBezTo>
                <a:lnTo>
                  <a:pt x="1682034" y="545528"/>
                </a:lnTo>
                <a:cubicBezTo>
                  <a:pt x="1682034" y="560575"/>
                  <a:pt x="1669836" y="572770"/>
                  <a:pt x="1654792" y="572770"/>
                </a:cubicBezTo>
                <a:lnTo>
                  <a:pt x="27239" y="572770"/>
                </a:lnTo>
                <a:cubicBezTo>
                  <a:pt x="12195" y="572770"/>
                  <a:pt x="0" y="560575"/>
                  <a:pt x="0" y="545528"/>
                </a:cubicBezTo>
                <a:lnTo>
                  <a:pt x="0" y="2724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1" name="path-210">
            <a:extLst xmlns:a="http://schemas.openxmlformats.org/drawingml/2006/main">
              <a:ext uri="{FF2B5EF4-FFF2-40B4-BE49-F238E27FC236}">
                <a16:creationId xmlns:a16="http://schemas.microsoft.com/office/drawing/2014/main" id="{EEDEE2CA-05B6-4E2D-B02C-9BC87DAA7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453" y="6835756"/>
            <a:ext cx="1922324" cy="654594"/>
          </a:xfrm>
          <a:custGeom xmlns:a="http://schemas.openxmlformats.org/drawingml/2006/main">
            <a:pathLst>
              <a:path w="1682034" h="572770">
                <a:moveTo>
                  <a:pt x="0" y="27241"/>
                </a:moveTo>
                <a:cubicBezTo>
                  <a:pt x="0" y="12196"/>
                  <a:pt x="12196" y="0"/>
                  <a:pt x="27241" y="0"/>
                </a:cubicBezTo>
                <a:lnTo>
                  <a:pt x="1654793" y="0"/>
                </a:lnTo>
                <a:cubicBezTo>
                  <a:pt x="1669839" y="0"/>
                  <a:pt x="1682034" y="12196"/>
                  <a:pt x="1682034" y="27241"/>
                </a:cubicBezTo>
                <a:lnTo>
                  <a:pt x="1682034" y="545529"/>
                </a:lnTo>
                <a:cubicBezTo>
                  <a:pt x="1682034" y="560573"/>
                  <a:pt x="1669839" y="572770"/>
                  <a:pt x="1654793" y="572770"/>
                </a:cubicBezTo>
                <a:lnTo>
                  <a:pt x="27241" y="572770"/>
                </a:lnTo>
                <a:cubicBezTo>
                  <a:pt x="12196" y="572770"/>
                  <a:pt x="0" y="560573"/>
                  <a:pt x="0" y="545529"/>
                </a:cubicBezTo>
                <a:lnTo>
                  <a:pt x="0" y="27241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222" name="">
            <a:extLst xmlns:a="http://schemas.openxmlformats.org/drawingml/2006/main">
              <a:ext uri="{FF2B5EF4-FFF2-40B4-BE49-F238E27FC236}">
                <a16:creationId xmlns:a16="http://schemas.microsoft.com/office/drawing/2014/main" id="{E71131DB-20CA-4E6B-BF5A-97996ED1044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d718821eb954e74"/>
          <a:stretch xmlns:a="http://schemas.openxmlformats.org/drawingml/2006/main"/>
        </p:blipFill>
        <p:spPr>
          <a:xfrm xmlns:a="http://schemas.openxmlformats.org/drawingml/2006/main">
            <a:off x="13270928" y="8193553"/>
            <a:ext cx="2296886" cy="859971"/>
          </a:xfrm>
          <a:prstGeom xmlns:a="http://schemas.openxmlformats.org/drawingml/2006/main" prst="rect">
            <a:avLst/>
          </a:prstGeom>
        </p:spPr>
      </p:pic>
      <p:sp>
        <p:nvSpPr>
          <p:cNvPr id="223" name="path-212">
            <a:extLst xmlns:a="http://schemas.openxmlformats.org/drawingml/2006/main">
              <a:ext uri="{FF2B5EF4-FFF2-40B4-BE49-F238E27FC236}">
                <a16:creationId xmlns:a16="http://schemas.microsoft.com/office/drawing/2014/main" id="{B7C10780-3CCF-40B2-9814-492188554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9993" y="8248211"/>
            <a:ext cx="2088004" cy="654594"/>
          </a:xfrm>
          <a:custGeom xmlns:a="http://schemas.openxmlformats.org/drawingml/2006/main">
            <a:pathLst>
              <a:path w="1827004" h="572770">
                <a:moveTo>
                  <a:pt x="0" y="27242"/>
                </a:moveTo>
                <a:cubicBezTo>
                  <a:pt x="0" y="12198"/>
                  <a:pt x="12195" y="0"/>
                  <a:pt x="27242" y="0"/>
                </a:cubicBezTo>
                <a:lnTo>
                  <a:pt x="1799762" y="0"/>
                </a:lnTo>
                <a:cubicBezTo>
                  <a:pt x="1814805" y="0"/>
                  <a:pt x="1827004" y="12198"/>
                  <a:pt x="1827004" y="27242"/>
                </a:cubicBezTo>
                <a:lnTo>
                  <a:pt x="1827004" y="545528"/>
                </a:lnTo>
                <a:cubicBezTo>
                  <a:pt x="1827004" y="560575"/>
                  <a:pt x="1814805" y="572770"/>
                  <a:pt x="1799762" y="572770"/>
                </a:cubicBezTo>
                <a:lnTo>
                  <a:pt x="27242" y="572770"/>
                </a:lnTo>
                <a:cubicBezTo>
                  <a:pt x="12195" y="572770"/>
                  <a:pt x="0" y="560575"/>
                  <a:pt x="0" y="545528"/>
                </a:cubicBezTo>
                <a:lnTo>
                  <a:pt x="0" y="2724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24" name="path-213">
            <a:extLst xmlns:a="http://schemas.openxmlformats.org/drawingml/2006/main">
              <a:ext uri="{FF2B5EF4-FFF2-40B4-BE49-F238E27FC236}">
                <a16:creationId xmlns:a16="http://schemas.microsoft.com/office/drawing/2014/main" id="{8D47B471-0336-4901-98AA-A8DD99064F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29993" y="8248211"/>
            <a:ext cx="2088004" cy="654594"/>
          </a:xfrm>
          <a:custGeom xmlns:a="http://schemas.openxmlformats.org/drawingml/2006/main">
            <a:pathLst>
              <a:path w="1827004" h="572770">
                <a:moveTo>
                  <a:pt x="0" y="27241"/>
                </a:moveTo>
                <a:cubicBezTo>
                  <a:pt x="0" y="12196"/>
                  <a:pt x="12196" y="0"/>
                  <a:pt x="27242" y="0"/>
                </a:cubicBezTo>
                <a:lnTo>
                  <a:pt x="1799762" y="0"/>
                </a:lnTo>
                <a:cubicBezTo>
                  <a:pt x="1814806" y="0"/>
                  <a:pt x="1827004" y="12196"/>
                  <a:pt x="1827004" y="27241"/>
                </a:cubicBezTo>
                <a:lnTo>
                  <a:pt x="1827004" y="545529"/>
                </a:lnTo>
                <a:cubicBezTo>
                  <a:pt x="1827004" y="560573"/>
                  <a:pt x="1814806" y="572770"/>
                  <a:pt x="1799762" y="572770"/>
                </a:cubicBezTo>
                <a:lnTo>
                  <a:pt x="27242" y="572770"/>
                </a:lnTo>
                <a:cubicBezTo>
                  <a:pt x="12196" y="572770"/>
                  <a:pt x="0" y="560573"/>
                  <a:pt x="0" y="545529"/>
                </a:cubicBezTo>
                <a:lnTo>
                  <a:pt x="0" y="27241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225" name="">
            <a:extLst xmlns:a="http://schemas.openxmlformats.org/drawingml/2006/main">
              <a:ext uri="{FF2B5EF4-FFF2-40B4-BE49-F238E27FC236}">
                <a16:creationId xmlns:a16="http://schemas.microsoft.com/office/drawing/2014/main" id="{EFB043FA-4298-449D-B9CB-B3655176BDA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bb8b68cfbc04211"/>
          <a:stretch xmlns:a="http://schemas.openxmlformats.org/drawingml/2006/main"/>
        </p:blipFill>
        <p:spPr>
          <a:xfrm xmlns:a="http://schemas.openxmlformats.org/drawingml/2006/main">
            <a:off x="15839957" y="4938724"/>
            <a:ext cx="870857" cy="859971"/>
          </a:xfrm>
          <a:prstGeom xmlns:a="http://schemas.openxmlformats.org/drawingml/2006/main" prst="rect">
            <a:avLst/>
          </a:prstGeom>
        </p:spPr>
      </p:pic>
      <p:sp>
        <p:nvSpPr>
          <p:cNvPr id="226" name="text-215 Graph">
            <a:extLst xmlns:a="http://schemas.openxmlformats.org/drawingml/2006/main">
              <a:ext uri="{FF2B5EF4-FFF2-40B4-BE49-F238E27FC236}">
                <a16:creationId xmlns:a16="http://schemas.microsoft.com/office/drawing/2014/main" id="{2DA3AE85-47B8-4E3E-9898-29B916D95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993317" y="5097238"/>
            <a:ext cx="602593" cy="31493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Graph</a:t>
            </a:r>
          </a:p>
        </p:txBody>
      </p:sp>
      <p:sp>
        <p:nvSpPr>
          <p:cNvPr id="227" name="text-216 Organization">
            <a:extLst xmlns:a="http://schemas.openxmlformats.org/drawingml/2006/main">
              <a:ext uri="{FF2B5EF4-FFF2-40B4-BE49-F238E27FC236}">
                <a16:creationId xmlns:a16="http://schemas.microsoft.com/office/drawing/2014/main" id="{EE74AB9D-2DE4-478C-A6AF-55EC5D82BD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688496" y="5365383"/>
            <a:ext cx="1212291" cy="3153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Organization</a:t>
            </a:r>
          </a:p>
        </p:txBody>
      </p:sp>
      <p:pic>
        <p:nvPicPr>
          <p:cNvPr id="228" name="">
            <a:extLst xmlns:a="http://schemas.openxmlformats.org/drawingml/2006/main">
              <a:ext uri="{FF2B5EF4-FFF2-40B4-BE49-F238E27FC236}">
                <a16:creationId xmlns:a16="http://schemas.microsoft.com/office/drawing/2014/main" id="{0761FCC5-E79D-4222-AF8D-0A7CD03E8CE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a812b1796c7422b"/>
          <a:stretch xmlns:a="http://schemas.openxmlformats.org/drawingml/2006/main"/>
        </p:blipFill>
        <p:spPr>
          <a:xfrm xmlns:a="http://schemas.openxmlformats.org/drawingml/2006/main">
            <a:off x="15633128" y="6811067"/>
            <a:ext cx="718457" cy="718457"/>
          </a:xfrm>
          <a:prstGeom xmlns:a="http://schemas.openxmlformats.org/drawingml/2006/main" prst="rect">
            <a:avLst/>
          </a:prstGeom>
        </p:spPr>
      </p:pic>
      <p:sp>
        <p:nvSpPr>
          <p:cNvPr id="229" name="text-218 Task">
            <a:extLst xmlns:a="http://schemas.openxmlformats.org/drawingml/2006/main">
              <a:ext uri="{FF2B5EF4-FFF2-40B4-BE49-F238E27FC236}">
                <a16:creationId xmlns:a16="http://schemas.microsoft.com/office/drawing/2014/main" id="{A613BE31-8A05-4284-9EE5-DD77099801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780614" y="6888027"/>
            <a:ext cx="478289" cy="3260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Task</a:t>
            </a:r>
          </a:p>
        </p:txBody>
      </p:sp>
      <p:sp>
        <p:nvSpPr>
          <p:cNvPr id="230" name="text-219 Curation">
            <a:extLst xmlns:a="http://schemas.openxmlformats.org/drawingml/2006/main">
              <a:ext uri="{FF2B5EF4-FFF2-40B4-BE49-F238E27FC236}">
                <a16:creationId xmlns:a16="http://schemas.microsoft.com/office/drawing/2014/main" id="{4755C73F-0BF4-40D5-A9BA-6865EE56B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607230" y="7165583"/>
            <a:ext cx="823309" cy="3133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Curation</a:t>
            </a:r>
          </a:p>
        </p:txBody>
      </p:sp>
      <p:pic>
        <p:nvPicPr>
          <p:cNvPr id="231" name="">
            <a:extLst xmlns:a="http://schemas.openxmlformats.org/drawingml/2006/main">
              <a:ext uri="{FF2B5EF4-FFF2-40B4-BE49-F238E27FC236}">
                <a16:creationId xmlns:a16="http://schemas.microsoft.com/office/drawing/2014/main" id="{DC18799A-20F1-4073-8C3A-0C5A8D8D7D4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747fa3686ed4792"/>
          <a:stretch xmlns:a="http://schemas.openxmlformats.org/drawingml/2006/main"/>
        </p:blipFill>
        <p:spPr>
          <a:xfrm xmlns:a="http://schemas.openxmlformats.org/drawingml/2006/main">
            <a:off x="13292700" y="8193553"/>
            <a:ext cx="794657" cy="794657"/>
          </a:xfrm>
          <a:prstGeom xmlns:a="http://schemas.openxmlformats.org/drawingml/2006/main" prst="rect">
            <a:avLst/>
          </a:prstGeom>
        </p:spPr>
      </p:pic>
      <p:sp>
        <p:nvSpPr>
          <p:cNvPr id="232" name="text-221 Task">
            <a:extLst xmlns:a="http://schemas.openxmlformats.org/drawingml/2006/main">
              <a:ext uri="{FF2B5EF4-FFF2-40B4-BE49-F238E27FC236}">
                <a16:creationId xmlns:a16="http://schemas.microsoft.com/office/drawing/2014/main" id="{D76271C6-BDE1-4B99-ACBA-B5EDCD2D5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488039" y="8294788"/>
            <a:ext cx="478289" cy="3260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Task</a:t>
            </a:r>
          </a:p>
        </p:txBody>
      </p:sp>
      <p:sp>
        <p:nvSpPr>
          <p:cNvPr id="233" name="text-222 Verification">
            <a:extLst xmlns:a="http://schemas.openxmlformats.org/drawingml/2006/main">
              <a:ext uri="{FF2B5EF4-FFF2-40B4-BE49-F238E27FC236}">
                <a16:creationId xmlns:a16="http://schemas.microsoft.com/office/drawing/2014/main" id="{D1B13DE5-6F0F-4DAB-918F-45A78C9F1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163642" y="8566233"/>
            <a:ext cx="1126434" cy="32187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1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Verification</a:t>
            </a:r>
          </a:p>
        </p:txBody>
      </p:sp>
      <p:pic>
        <p:nvPicPr>
          <p:cNvPr id="234" name="">
            <a:extLst xmlns:a="http://schemas.openxmlformats.org/drawingml/2006/main">
              <a:ext uri="{FF2B5EF4-FFF2-40B4-BE49-F238E27FC236}">
                <a16:creationId xmlns:a16="http://schemas.microsoft.com/office/drawing/2014/main" id="{DA9191EE-7EA4-4F1B-8581-1A612368AE4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1b4456152234682"/>
          <a:stretch xmlns:a="http://schemas.openxmlformats.org/drawingml/2006/main"/>
        </p:blipFill>
        <p:spPr>
          <a:xfrm xmlns:a="http://schemas.openxmlformats.org/drawingml/2006/main">
            <a:off x="10843414" y="6767524"/>
            <a:ext cx="838200" cy="838200"/>
          </a:xfrm>
          <a:prstGeom xmlns:a="http://schemas.openxmlformats.org/drawingml/2006/main" prst="rect">
            <a:avLst/>
          </a:prstGeom>
        </p:spPr>
      </p:pic>
      <p:sp>
        <p:nvSpPr>
          <p:cNvPr id="235" name="text-224 Trace">
            <a:extLst xmlns:a="http://schemas.openxmlformats.org/drawingml/2006/main">
              <a:ext uri="{FF2B5EF4-FFF2-40B4-BE49-F238E27FC236}">
                <a16:creationId xmlns:a16="http://schemas.microsoft.com/office/drawing/2014/main" id="{EC06B874-6011-4BB3-B069-ACD5B6106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979706" y="6875594"/>
            <a:ext cx="554665" cy="3208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0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Trace</a:t>
            </a:r>
          </a:p>
        </p:txBody>
      </p:sp>
      <p:sp>
        <p:nvSpPr>
          <p:cNvPr id="236" name="text-225 Analysis">
            <a:extLst xmlns:a="http://schemas.openxmlformats.org/drawingml/2006/main">
              <a:ext uri="{FF2B5EF4-FFF2-40B4-BE49-F238E27FC236}">
                <a16:creationId xmlns:a16="http://schemas.microsoft.com/office/drawing/2014/main" id="{DBD8DA38-2E4C-4817-B62E-52C88EF2C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845474" y="7149424"/>
            <a:ext cx="823690" cy="3133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Analysis</a:t>
            </a:r>
          </a:p>
        </p:txBody>
      </p:sp>
      <p:pic>
        <p:nvPicPr>
          <p:cNvPr id="237" name="">
            <a:extLst xmlns:a="http://schemas.openxmlformats.org/drawingml/2006/main">
              <a:ext uri="{FF2B5EF4-FFF2-40B4-BE49-F238E27FC236}">
                <a16:creationId xmlns:a16="http://schemas.microsoft.com/office/drawing/2014/main" id="{7C16DE04-DD2F-4E62-939E-7B0ADDFCADB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f882ecfda8e47b8"/>
          <a:stretch xmlns:a="http://schemas.openxmlformats.org/drawingml/2006/main"/>
        </p:blipFill>
        <p:spPr>
          <a:xfrm xmlns:a="http://schemas.openxmlformats.org/drawingml/2006/main">
            <a:off x="10723671" y="4993153"/>
            <a:ext cx="740229" cy="740229"/>
          </a:xfrm>
          <a:prstGeom xmlns:a="http://schemas.openxmlformats.org/drawingml/2006/main" prst="rect">
            <a:avLst/>
          </a:prstGeom>
        </p:spPr>
      </p:pic>
      <p:sp>
        <p:nvSpPr>
          <p:cNvPr id="238" name="text-227 Optimization">
            <a:extLst xmlns:a="http://schemas.openxmlformats.org/drawingml/2006/main">
              <a:ext uri="{FF2B5EF4-FFF2-40B4-BE49-F238E27FC236}">
                <a16:creationId xmlns:a16="http://schemas.microsoft.com/office/drawing/2014/main" id="{E57E0213-0442-4DB5-BB7A-1488D6F9B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90774" y="5222003"/>
            <a:ext cx="1220394" cy="3131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Optimization</a:t>
            </a:r>
          </a:p>
        </p:txBody>
      </p:sp>
      <p:pic>
        <p:nvPicPr>
          <p:cNvPr id="239" name="">
            <a:extLst xmlns:a="http://schemas.openxmlformats.org/drawingml/2006/main">
              <a:ext uri="{FF2B5EF4-FFF2-40B4-BE49-F238E27FC236}">
                <a16:creationId xmlns:a16="http://schemas.microsoft.com/office/drawing/2014/main" id="{6EFE7037-AAD8-4A69-8229-E01314B9ECB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68138d5624941e9"/>
          <a:stretch xmlns:a="http://schemas.openxmlformats.org/drawingml/2006/main"/>
        </p:blipFill>
        <p:spPr>
          <a:xfrm xmlns:a="http://schemas.openxmlformats.org/drawingml/2006/main">
            <a:off x="13695471" y="3959010"/>
            <a:ext cx="740229" cy="511629"/>
          </a:xfrm>
          <a:prstGeom xmlns:a="http://schemas.openxmlformats.org/drawingml/2006/main" prst="rect">
            <a:avLst/>
          </a:prstGeom>
        </p:spPr>
      </p:pic>
      <p:pic>
        <p:nvPicPr>
          <p:cNvPr id="240" name="">
            <a:extLst xmlns:a="http://schemas.openxmlformats.org/drawingml/2006/main">
              <a:ext uri="{FF2B5EF4-FFF2-40B4-BE49-F238E27FC236}">
                <a16:creationId xmlns:a16="http://schemas.microsoft.com/office/drawing/2014/main" id="{868768F1-1DEA-4CAB-98F2-DA93F42534F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3b61f0e527048c9"/>
          <a:stretch xmlns:a="http://schemas.openxmlformats.org/drawingml/2006/main"/>
        </p:blipFill>
        <p:spPr>
          <a:xfrm xmlns:a="http://schemas.openxmlformats.org/drawingml/2006/main">
            <a:off x="13695471" y="3959010"/>
            <a:ext cx="740229" cy="511629"/>
          </a:xfrm>
          <a:prstGeom xmlns:a="http://schemas.openxmlformats.org/drawingml/2006/main" prst="rect">
            <a:avLst/>
          </a:prstGeom>
        </p:spPr>
      </p:pic>
      <p:pic>
        <p:nvPicPr>
          <p:cNvPr id="241" name="">
            <a:extLst xmlns:a="http://schemas.openxmlformats.org/drawingml/2006/main">
              <a:ext uri="{FF2B5EF4-FFF2-40B4-BE49-F238E27FC236}">
                <a16:creationId xmlns:a16="http://schemas.microsoft.com/office/drawing/2014/main" id="{859C53BA-E328-4888-92F9-920ED21A215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37c4172ee594ff6"/>
          <a:stretch xmlns:a="http://schemas.openxmlformats.org/drawingml/2006/main"/>
        </p:blipFill>
        <p:spPr>
          <a:xfrm xmlns:a="http://schemas.openxmlformats.org/drawingml/2006/main">
            <a:off x="15600471" y="7583953"/>
            <a:ext cx="1556657" cy="1197429"/>
          </a:xfrm>
          <a:prstGeom xmlns:a="http://schemas.openxmlformats.org/drawingml/2006/main" prst="rect">
            <a:avLst/>
          </a:prstGeom>
        </p:spPr>
      </p:pic>
      <p:pic>
        <p:nvPicPr>
          <p:cNvPr id="242" name="">
            <a:extLst xmlns:a="http://schemas.openxmlformats.org/drawingml/2006/main">
              <a:ext uri="{FF2B5EF4-FFF2-40B4-BE49-F238E27FC236}">
                <a16:creationId xmlns:a16="http://schemas.microsoft.com/office/drawing/2014/main" id="{4DDB02B0-7804-473C-9CE4-C4436FB587F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7389f8586c14953"/>
          <a:stretch xmlns:a="http://schemas.openxmlformats.org/drawingml/2006/main"/>
        </p:blipFill>
        <p:spPr>
          <a:xfrm xmlns:a="http://schemas.openxmlformats.org/drawingml/2006/main">
            <a:off x="15600471" y="7583953"/>
            <a:ext cx="1556657" cy="1197429"/>
          </a:xfrm>
          <a:prstGeom xmlns:a="http://schemas.openxmlformats.org/drawingml/2006/main" prst="rect">
            <a:avLst/>
          </a:prstGeom>
        </p:spPr>
      </p:pic>
      <p:pic>
        <p:nvPicPr>
          <p:cNvPr id="243" name="">
            <a:extLst xmlns:a="http://schemas.openxmlformats.org/drawingml/2006/main">
              <a:ext uri="{FF2B5EF4-FFF2-40B4-BE49-F238E27FC236}">
                <a16:creationId xmlns:a16="http://schemas.microsoft.com/office/drawing/2014/main" id="{1506F788-2B3A-4F84-ABF8-5340E82B4D1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d521e861b8640c9"/>
          <a:stretch xmlns:a="http://schemas.openxmlformats.org/drawingml/2006/main"/>
        </p:blipFill>
        <p:spPr>
          <a:xfrm xmlns:a="http://schemas.openxmlformats.org/drawingml/2006/main">
            <a:off x="16917643" y="5776924"/>
            <a:ext cx="511629" cy="1045029"/>
          </a:xfrm>
          <a:prstGeom xmlns:a="http://schemas.openxmlformats.org/drawingml/2006/main" prst="rect">
            <a:avLst/>
          </a:prstGeom>
        </p:spPr>
      </p:pic>
      <p:pic>
        <p:nvPicPr>
          <p:cNvPr id="244" name="">
            <a:extLst xmlns:a="http://schemas.openxmlformats.org/drawingml/2006/main">
              <a:ext uri="{FF2B5EF4-FFF2-40B4-BE49-F238E27FC236}">
                <a16:creationId xmlns:a16="http://schemas.microsoft.com/office/drawing/2014/main" id="{48F19E17-96B3-448A-8F5D-01E42DB7C66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719430ba92c470c"/>
          <a:stretch xmlns:a="http://schemas.openxmlformats.org/drawingml/2006/main"/>
        </p:blipFill>
        <p:spPr>
          <a:xfrm xmlns:a="http://schemas.openxmlformats.org/drawingml/2006/main">
            <a:off x="16917643" y="5776924"/>
            <a:ext cx="511629" cy="1045029"/>
          </a:xfrm>
          <a:prstGeom xmlns:a="http://schemas.openxmlformats.org/drawingml/2006/main" prst="rect">
            <a:avLst/>
          </a:prstGeom>
        </p:spPr>
      </p:pic>
      <p:pic>
        <p:nvPicPr>
          <p:cNvPr id="245" name="">
            <a:extLst xmlns:a="http://schemas.openxmlformats.org/drawingml/2006/main">
              <a:ext uri="{FF2B5EF4-FFF2-40B4-BE49-F238E27FC236}">
                <a16:creationId xmlns:a16="http://schemas.microsoft.com/office/drawing/2014/main" id="{F1A35C23-DD2A-4062-80F9-6C7B78651B8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89ad8b8bc9940b9"/>
          <a:stretch xmlns:a="http://schemas.openxmlformats.org/drawingml/2006/main"/>
        </p:blipFill>
        <p:spPr>
          <a:xfrm xmlns:a="http://schemas.openxmlformats.org/drawingml/2006/main">
            <a:off x="16917643" y="5776924"/>
            <a:ext cx="511629" cy="1045029"/>
          </a:xfrm>
          <a:prstGeom xmlns:a="http://schemas.openxmlformats.org/drawingml/2006/main" prst="rect">
            <a:avLst/>
          </a:prstGeom>
        </p:spPr>
      </p:pic>
      <p:pic>
        <p:nvPicPr>
          <p:cNvPr id="246" name="">
            <a:extLst xmlns:a="http://schemas.openxmlformats.org/drawingml/2006/main">
              <a:ext uri="{FF2B5EF4-FFF2-40B4-BE49-F238E27FC236}">
                <a16:creationId xmlns:a16="http://schemas.microsoft.com/office/drawing/2014/main" id="{E8A86411-B6F7-49C3-AA7F-EFC306E3ECB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e619c24b0e24caa"/>
          <a:stretch xmlns:a="http://schemas.openxmlformats.org/drawingml/2006/main"/>
        </p:blipFill>
        <p:spPr>
          <a:xfrm xmlns:a="http://schemas.openxmlformats.org/drawingml/2006/main">
            <a:off x="10745443" y="5678953"/>
            <a:ext cx="783771" cy="1055914"/>
          </a:xfrm>
          <a:prstGeom xmlns:a="http://schemas.openxmlformats.org/drawingml/2006/main" prst="rect">
            <a:avLst/>
          </a:prstGeom>
        </p:spPr>
      </p:pic>
      <p:pic>
        <p:nvPicPr>
          <p:cNvPr id="247" name="">
            <a:extLst xmlns:a="http://schemas.openxmlformats.org/drawingml/2006/main">
              <a:ext uri="{FF2B5EF4-FFF2-40B4-BE49-F238E27FC236}">
                <a16:creationId xmlns:a16="http://schemas.microsoft.com/office/drawing/2014/main" id="{A7E16D0E-0CF0-4CF7-AF32-5D9DED602D9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9f84ff8c3b04cd9"/>
          <a:stretch xmlns:a="http://schemas.openxmlformats.org/drawingml/2006/main"/>
        </p:blipFill>
        <p:spPr>
          <a:xfrm xmlns:a="http://schemas.openxmlformats.org/drawingml/2006/main">
            <a:off x="10745443" y="5678953"/>
            <a:ext cx="783771" cy="1055914"/>
          </a:xfrm>
          <a:prstGeom xmlns:a="http://schemas.openxmlformats.org/drawingml/2006/main" prst="rect">
            <a:avLst/>
          </a:prstGeom>
        </p:spPr>
      </p:pic>
      <p:pic>
        <p:nvPicPr>
          <p:cNvPr id="248" name="">
            <a:extLst xmlns:a="http://schemas.openxmlformats.org/drawingml/2006/main">
              <a:ext uri="{FF2B5EF4-FFF2-40B4-BE49-F238E27FC236}">
                <a16:creationId xmlns:a16="http://schemas.microsoft.com/office/drawing/2014/main" id="{0A07E957-6CF8-40FC-B470-6E6E8D487B5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4ef2707a0a124031"/>
          <a:stretch xmlns:a="http://schemas.openxmlformats.org/drawingml/2006/main"/>
        </p:blipFill>
        <p:spPr>
          <a:xfrm xmlns:a="http://schemas.openxmlformats.org/drawingml/2006/main">
            <a:off x="10745443" y="5678953"/>
            <a:ext cx="783771" cy="1055914"/>
          </a:xfrm>
          <a:prstGeom xmlns:a="http://schemas.openxmlformats.org/drawingml/2006/main" prst="rect">
            <a:avLst/>
          </a:prstGeom>
        </p:spPr>
      </p:pic>
      <p:pic>
        <p:nvPicPr>
          <p:cNvPr id="249" name="">
            <a:extLst xmlns:a="http://schemas.openxmlformats.org/drawingml/2006/main">
              <a:ext uri="{FF2B5EF4-FFF2-40B4-BE49-F238E27FC236}">
                <a16:creationId xmlns:a16="http://schemas.microsoft.com/office/drawing/2014/main" id="{24F1A098-3110-4AA3-821D-D7A4BDFE441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89b84a001724c6f"/>
          <a:stretch xmlns:a="http://schemas.openxmlformats.org/drawingml/2006/main"/>
        </p:blipFill>
        <p:spPr>
          <a:xfrm xmlns:a="http://schemas.openxmlformats.org/drawingml/2006/main">
            <a:off x="13053214" y="4993153"/>
            <a:ext cx="1589314" cy="729343"/>
          </a:xfrm>
          <a:prstGeom xmlns:a="http://schemas.openxmlformats.org/drawingml/2006/main" prst="rect">
            <a:avLst/>
          </a:prstGeom>
        </p:spPr>
      </p:pic>
      <p:sp>
        <p:nvSpPr>
          <p:cNvPr id="250" name="path-239">
            <a:extLst xmlns:a="http://schemas.openxmlformats.org/drawingml/2006/main">
              <a:ext uri="{FF2B5EF4-FFF2-40B4-BE49-F238E27FC236}">
                <a16:creationId xmlns:a16="http://schemas.microsoft.com/office/drawing/2014/main" id="{D8F0495C-E725-4F16-B55C-CFF1A74B4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08067" y="5049721"/>
            <a:ext cx="1377181" cy="522394"/>
          </a:xfrm>
          <a:custGeom xmlns:a="http://schemas.openxmlformats.org/drawingml/2006/main">
            <a:pathLst>
              <a:path w="1205034" h="457095">
                <a:moveTo>
                  <a:pt x="0" y="21739"/>
                </a:moveTo>
                <a:cubicBezTo>
                  <a:pt x="0" y="9733"/>
                  <a:pt x="9733" y="0"/>
                  <a:pt x="21738" y="0"/>
                </a:cubicBezTo>
                <a:lnTo>
                  <a:pt x="1183295" y="0"/>
                </a:lnTo>
                <a:cubicBezTo>
                  <a:pt x="1195300" y="0"/>
                  <a:pt x="1205034" y="9733"/>
                  <a:pt x="1205034" y="21739"/>
                </a:cubicBezTo>
                <a:lnTo>
                  <a:pt x="1205034" y="435357"/>
                </a:lnTo>
                <a:cubicBezTo>
                  <a:pt x="1205034" y="447363"/>
                  <a:pt x="1195300" y="457095"/>
                  <a:pt x="1183295" y="457095"/>
                </a:cubicBezTo>
                <a:lnTo>
                  <a:pt x="21738" y="457095"/>
                </a:lnTo>
                <a:cubicBezTo>
                  <a:pt x="9733" y="457095"/>
                  <a:pt x="0" y="447363"/>
                  <a:pt x="0" y="435357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1" name="path-240">
            <a:extLst xmlns:a="http://schemas.openxmlformats.org/drawingml/2006/main">
              <a:ext uri="{FF2B5EF4-FFF2-40B4-BE49-F238E27FC236}">
                <a16:creationId xmlns:a16="http://schemas.microsoft.com/office/drawing/2014/main" id="{292BA0ED-34FC-44B7-BFBE-07493E04F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08067" y="5049721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252" name="">
            <a:extLst xmlns:a="http://schemas.openxmlformats.org/drawingml/2006/main">
              <a:ext uri="{FF2B5EF4-FFF2-40B4-BE49-F238E27FC236}">
                <a16:creationId xmlns:a16="http://schemas.microsoft.com/office/drawing/2014/main" id="{6A6E3B16-0005-4009-9C5D-29E94936EC1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0fff28065314dc7"/>
          <a:stretch xmlns:a="http://schemas.openxmlformats.org/drawingml/2006/main"/>
        </p:blipFill>
        <p:spPr>
          <a:xfrm xmlns:a="http://schemas.openxmlformats.org/drawingml/2006/main">
            <a:off x="13325357" y="5646296"/>
            <a:ext cx="1589314" cy="740229"/>
          </a:xfrm>
          <a:prstGeom xmlns:a="http://schemas.openxmlformats.org/drawingml/2006/main" prst="rect">
            <a:avLst/>
          </a:prstGeom>
        </p:spPr>
      </p:pic>
      <p:sp>
        <p:nvSpPr>
          <p:cNvPr id="253" name="path-242">
            <a:extLst xmlns:a="http://schemas.openxmlformats.org/drawingml/2006/main">
              <a:ext uri="{FF2B5EF4-FFF2-40B4-BE49-F238E27FC236}">
                <a16:creationId xmlns:a16="http://schemas.microsoft.com/office/drawing/2014/main" id="{D1AF1C56-FEE8-4E8E-AB2F-6CC9B9BC8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4534" y="5710093"/>
            <a:ext cx="1377181" cy="522392"/>
          </a:xfrm>
          <a:custGeom xmlns:a="http://schemas.openxmlformats.org/drawingml/2006/main">
            <a:pathLst>
              <a:path w="1205034" h="457093">
                <a:moveTo>
                  <a:pt x="0" y="21739"/>
                </a:moveTo>
                <a:cubicBezTo>
                  <a:pt x="0" y="9734"/>
                  <a:pt x="9733" y="0"/>
                  <a:pt x="21739" y="0"/>
                </a:cubicBezTo>
                <a:lnTo>
                  <a:pt x="1183296" y="0"/>
                </a:lnTo>
                <a:cubicBezTo>
                  <a:pt x="1195301" y="0"/>
                  <a:pt x="1205034" y="9734"/>
                  <a:pt x="1205034" y="21739"/>
                </a:cubicBezTo>
                <a:lnTo>
                  <a:pt x="1205034" y="435355"/>
                </a:lnTo>
                <a:cubicBezTo>
                  <a:pt x="1205034" y="447363"/>
                  <a:pt x="1195301" y="457093"/>
                  <a:pt x="1183296" y="457093"/>
                </a:cubicBezTo>
                <a:lnTo>
                  <a:pt x="21739" y="457093"/>
                </a:lnTo>
                <a:cubicBezTo>
                  <a:pt x="9733" y="457093"/>
                  <a:pt x="0" y="447363"/>
                  <a:pt x="0" y="435355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4" name="path-243">
            <a:extLst xmlns:a="http://schemas.openxmlformats.org/drawingml/2006/main">
              <a:ext uri="{FF2B5EF4-FFF2-40B4-BE49-F238E27FC236}">
                <a16:creationId xmlns:a16="http://schemas.microsoft.com/office/drawing/2014/main" id="{D311C72F-42DB-4925-94D2-D6496FFF5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384534" y="5710093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255" name="">
            <a:extLst xmlns:a="http://schemas.openxmlformats.org/drawingml/2006/main">
              <a:ext uri="{FF2B5EF4-FFF2-40B4-BE49-F238E27FC236}">
                <a16:creationId xmlns:a16="http://schemas.microsoft.com/office/drawing/2014/main" id="{BD5EB764-14B7-40AC-B89E-7743828DC8E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099175e8e1840c8"/>
          <a:stretch xmlns:a="http://schemas.openxmlformats.org/drawingml/2006/main"/>
        </p:blipFill>
        <p:spPr>
          <a:xfrm xmlns:a="http://schemas.openxmlformats.org/drawingml/2006/main">
            <a:off x="13608385" y="6288553"/>
            <a:ext cx="1589314" cy="729343"/>
          </a:xfrm>
          <a:prstGeom xmlns:a="http://schemas.openxmlformats.org/drawingml/2006/main" prst="rect">
            <a:avLst/>
          </a:prstGeom>
        </p:spPr>
      </p:pic>
      <p:sp>
        <p:nvSpPr>
          <p:cNvPr id="256" name="path-245">
            <a:extLst xmlns:a="http://schemas.openxmlformats.org/drawingml/2006/main">
              <a:ext uri="{FF2B5EF4-FFF2-40B4-BE49-F238E27FC236}">
                <a16:creationId xmlns:a16="http://schemas.microsoft.com/office/drawing/2014/main" id="{A5ACD1AD-1BAE-4791-89CA-7AAA4148E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61684" y="6341188"/>
            <a:ext cx="1377181" cy="522392"/>
          </a:xfrm>
          <a:custGeom xmlns:a="http://schemas.openxmlformats.org/drawingml/2006/main">
            <a:pathLst>
              <a:path w="1205034" h="457093">
                <a:moveTo>
                  <a:pt x="0" y="21739"/>
                </a:moveTo>
                <a:cubicBezTo>
                  <a:pt x="0" y="9733"/>
                  <a:pt x="9733" y="0"/>
                  <a:pt x="21738" y="0"/>
                </a:cubicBezTo>
                <a:lnTo>
                  <a:pt x="1183293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0"/>
                  <a:pt x="1195301" y="457093"/>
                  <a:pt x="1183293" y="457093"/>
                </a:cubicBezTo>
                <a:lnTo>
                  <a:pt x="21738" y="457093"/>
                </a:lnTo>
                <a:cubicBezTo>
                  <a:pt x="9733" y="457093"/>
                  <a:pt x="0" y="447360"/>
                  <a:pt x="0" y="435355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57" name="path-246">
            <a:extLst xmlns:a="http://schemas.openxmlformats.org/drawingml/2006/main">
              <a:ext uri="{FF2B5EF4-FFF2-40B4-BE49-F238E27FC236}">
                <a16:creationId xmlns:a16="http://schemas.microsoft.com/office/drawing/2014/main" id="{3BB4F981-4011-497B-94C8-3288494EB3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61684" y="6341188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258" name="">
            <a:extLst xmlns:a="http://schemas.openxmlformats.org/drawingml/2006/main">
              <a:ext uri="{FF2B5EF4-FFF2-40B4-BE49-F238E27FC236}">
                <a16:creationId xmlns:a16="http://schemas.microsoft.com/office/drawing/2014/main" id="{915422A3-6DEA-4330-828A-ED527D73607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02c401efe6b49fd"/>
          <a:stretch xmlns:a="http://schemas.openxmlformats.org/drawingml/2006/main"/>
        </p:blipFill>
        <p:spPr>
          <a:xfrm xmlns:a="http://schemas.openxmlformats.org/drawingml/2006/main">
            <a:off x="13956728" y="6941696"/>
            <a:ext cx="1589314" cy="729343"/>
          </a:xfrm>
          <a:prstGeom xmlns:a="http://schemas.openxmlformats.org/drawingml/2006/main" prst="rect">
            <a:avLst/>
          </a:prstGeom>
        </p:spPr>
      </p:pic>
      <p:sp>
        <p:nvSpPr>
          <p:cNvPr id="259" name="path-248">
            <a:extLst xmlns:a="http://schemas.openxmlformats.org/drawingml/2006/main">
              <a:ext uri="{FF2B5EF4-FFF2-40B4-BE49-F238E27FC236}">
                <a16:creationId xmlns:a16="http://schemas.microsoft.com/office/drawing/2014/main" id="{6E543112-F632-4689-AEC3-6424FAA7F4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15952" y="6999594"/>
            <a:ext cx="1377181" cy="522395"/>
          </a:xfrm>
          <a:custGeom xmlns:a="http://schemas.openxmlformats.org/drawingml/2006/main">
            <a:pathLst>
              <a:path w="1205034" h="457096">
                <a:moveTo>
                  <a:pt x="0" y="21739"/>
                </a:moveTo>
                <a:cubicBezTo>
                  <a:pt x="0" y="9734"/>
                  <a:pt x="9733" y="0"/>
                  <a:pt x="21740" y="0"/>
                </a:cubicBezTo>
                <a:lnTo>
                  <a:pt x="1183293" y="0"/>
                </a:lnTo>
                <a:cubicBezTo>
                  <a:pt x="1195302" y="0"/>
                  <a:pt x="1205034" y="9734"/>
                  <a:pt x="1205034" y="21739"/>
                </a:cubicBezTo>
                <a:lnTo>
                  <a:pt x="1205034" y="435357"/>
                </a:lnTo>
                <a:cubicBezTo>
                  <a:pt x="1205034" y="447363"/>
                  <a:pt x="1195302" y="457096"/>
                  <a:pt x="1183293" y="457096"/>
                </a:cubicBezTo>
                <a:lnTo>
                  <a:pt x="21740" y="457096"/>
                </a:lnTo>
                <a:cubicBezTo>
                  <a:pt x="9733" y="457096"/>
                  <a:pt x="0" y="447363"/>
                  <a:pt x="0" y="435357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60" name="path-249">
            <a:extLst xmlns:a="http://schemas.openxmlformats.org/drawingml/2006/main">
              <a:ext uri="{FF2B5EF4-FFF2-40B4-BE49-F238E27FC236}">
                <a16:creationId xmlns:a16="http://schemas.microsoft.com/office/drawing/2014/main" id="{97A12E64-5597-45D9-B77D-F2A04A139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15952" y="6999594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261" name="text-250 Seed">
            <a:extLst xmlns:a="http://schemas.openxmlformats.org/drawingml/2006/main">
              <a:ext uri="{FF2B5EF4-FFF2-40B4-BE49-F238E27FC236}">
                <a16:creationId xmlns:a16="http://schemas.microsoft.com/office/drawing/2014/main" id="{E89EB032-7EAD-4851-98C5-D817DB360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74550" y="5033296"/>
            <a:ext cx="476660" cy="31424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Seed</a:t>
            </a:r>
          </a:p>
        </p:txBody>
      </p:sp>
      <p:sp>
        <p:nvSpPr>
          <p:cNvPr id="262" name="text-251 Config">
            <a:extLst xmlns:a="http://schemas.openxmlformats.org/drawingml/2006/main">
              <a:ext uri="{FF2B5EF4-FFF2-40B4-BE49-F238E27FC236}">
                <a16:creationId xmlns:a16="http://schemas.microsoft.com/office/drawing/2014/main" id="{0F87EBFB-4291-4126-B7B4-6372901B8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10229" y="5302714"/>
            <a:ext cx="661060" cy="3129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Config</a:t>
            </a:r>
          </a:p>
        </p:txBody>
      </p:sp>
      <p:sp>
        <p:nvSpPr>
          <p:cNvPr id="263" name="text-252 Exploration">
            <a:extLst xmlns:a="http://schemas.openxmlformats.org/drawingml/2006/main">
              <a:ext uri="{FF2B5EF4-FFF2-40B4-BE49-F238E27FC236}">
                <a16:creationId xmlns:a16="http://schemas.microsoft.com/office/drawing/2014/main" id="{50EA44FF-B13D-4E01-A591-A2AED6D21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564807" y="5694242"/>
            <a:ext cx="1097395" cy="3135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Exploration</a:t>
            </a:r>
          </a:p>
        </p:txBody>
      </p:sp>
      <p:sp>
        <p:nvSpPr>
          <p:cNvPr id="264" name="text-253 Config">
            <a:extLst xmlns:a="http://schemas.openxmlformats.org/drawingml/2006/main">
              <a:ext uri="{FF2B5EF4-FFF2-40B4-BE49-F238E27FC236}">
                <a16:creationId xmlns:a16="http://schemas.microsoft.com/office/drawing/2014/main" id="{575A884C-9854-4396-BA79-CE5BF4D6C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810899" y="5963140"/>
            <a:ext cx="661060" cy="3129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Config</a:t>
            </a:r>
          </a:p>
        </p:txBody>
      </p:sp>
      <p:sp>
        <p:nvSpPr>
          <p:cNvPr id="265" name="text-254 Organization">
            <a:extLst xmlns:a="http://schemas.openxmlformats.org/drawingml/2006/main">
              <a:ext uri="{FF2B5EF4-FFF2-40B4-BE49-F238E27FC236}">
                <a16:creationId xmlns:a16="http://schemas.microsoft.com/office/drawing/2014/main" id="{C8CBF633-C80D-4A6C-9209-D19066F4C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772114" y="6305016"/>
            <a:ext cx="1212291" cy="31538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Organization</a:t>
            </a:r>
          </a:p>
        </p:txBody>
      </p:sp>
      <p:sp>
        <p:nvSpPr>
          <p:cNvPr id="266" name="text-255 Config">
            <a:extLst xmlns:a="http://schemas.openxmlformats.org/drawingml/2006/main">
              <a:ext uri="{FF2B5EF4-FFF2-40B4-BE49-F238E27FC236}">
                <a16:creationId xmlns:a16="http://schemas.microsoft.com/office/drawing/2014/main" id="{775E1363-A475-4BEF-8545-75A4EB03C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019662" y="6575243"/>
            <a:ext cx="661060" cy="3129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Config</a:t>
            </a:r>
          </a:p>
        </p:txBody>
      </p:sp>
      <p:sp>
        <p:nvSpPr>
          <p:cNvPr id="267" name="text-256 Curation">
            <a:extLst xmlns:a="http://schemas.openxmlformats.org/drawingml/2006/main">
              <a:ext uri="{FF2B5EF4-FFF2-40B4-BE49-F238E27FC236}">
                <a16:creationId xmlns:a16="http://schemas.microsoft.com/office/drawing/2014/main" id="{7D183CBA-90FF-4FE3-8F49-1AFAA9C89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46856" y="6956180"/>
            <a:ext cx="823309" cy="31331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Curation</a:t>
            </a:r>
          </a:p>
        </p:txBody>
      </p:sp>
      <p:sp>
        <p:nvSpPr>
          <p:cNvPr id="268" name="text-257 Config">
            <a:extLst xmlns:a="http://schemas.openxmlformats.org/drawingml/2006/main">
              <a:ext uri="{FF2B5EF4-FFF2-40B4-BE49-F238E27FC236}">
                <a16:creationId xmlns:a16="http://schemas.microsoft.com/office/drawing/2014/main" id="{8F109224-B787-4713-9CFD-FD2AB6ECF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99991" y="7224930"/>
            <a:ext cx="661060" cy="31291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Config</a:t>
            </a:r>
          </a:p>
        </p:txBody>
      </p:sp>
      <p:pic>
        <p:nvPicPr>
          <p:cNvPr id="269" name="">
            <a:extLst xmlns:a="http://schemas.openxmlformats.org/drawingml/2006/main">
              <a:ext uri="{FF2B5EF4-FFF2-40B4-BE49-F238E27FC236}">
                <a16:creationId xmlns:a16="http://schemas.microsoft.com/office/drawing/2014/main" id="{5946C58F-532F-4FC5-AB93-C467F4DF04F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5e8e7448ae044155"/>
          <a:stretch xmlns:a="http://schemas.openxmlformats.org/drawingml/2006/main"/>
        </p:blipFill>
        <p:spPr>
          <a:xfrm xmlns:a="http://schemas.openxmlformats.org/drawingml/2006/main">
            <a:off x="8633614" y="3828381"/>
            <a:ext cx="1589314" cy="740229"/>
          </a:xfrm>
          <a:prstGeom xmlns:a="http://schemas.openxmlformats.org/drawingml/2006/main" prst="rect">
            <a:avLst/>
          </a:prstGeom>
        </p:spPr>
      </p:pic>
      <p:sp>
        <p:nvSpPr>
          <p:cNvPr id="270" name="path-259">
            <a:extLst xmlns:a="http://schemas.openxmlformats.org/drawingml/2006/main">
              <a:ext uri="{FF2B5EF4-FFF2-40B4-BE49-F238E27FC236}">
                <a16:creationId xmlns:a16="http://schemas.microsoft.com/office/drawing/2014/main" id="{EF5765FC-6D33-4E0A-98FB-F1503E1C3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4972" y="3886983"/>
            <a:ext cx="1377181" cy="522394"/>
          </a:xfrm>
          <a:custGeom xmlns:a="http://schemas.openxmlformats.org/drawingml/2006/main">
            <a:pathLst>
              <a:path w="1205034" h="457095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6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4"/>
                </a:lnTo>
                <a:cubicBezTo>
                  <a:pt x="1205034" y="447362"/>
                  <a:pt x="1195301" y="457095"/>
                  <a:pt x="1183296" y="457095"/>
                </a:cubicBezTo>
                <a:lnTo>
                  <a:pt x="21739" y="457095"/>
                </a:lnTo>
                <a:cubicBezTo>
                  <a:pt x="9733" y="457095"/>
                  <a:pt x="0" y="447362"/>
                  <a:pt x="0" y="435354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1" name="path-260">
            <a:extLst xmlns:a="http://schemas.openxmlformats.org/drawingml/2006/main">
              <a:ext uri="{FF2B5EF4-FFF2-40B4-BE49-F238E27FC236}">
                <a16:creationId xmlns:a16="http://schemas.microsoft.com/office/drawing/2014/main" id="{0FA3A509-DF1B-4E56-B764-E8C529880E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4972" y="3886983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272" name="text-261 Tool">
            <a:extLst xmlns:a="http://schemas.openxmlformats.org/drawingml/2006/main">
              <a:ext uri="{FF2B5EF4-FFF2-40B4-BE49-F238E27FC236}">
                <a16:creationId xmlns:a16="http://schemas.microsoft.com/office/drawing/2014/main" id="{A850621B-5383-4F42-8185-486891299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16935" y="3865412"/>
            <a:ext cx="464771" cy="3256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Tool</a:t>
            </a:r>
          </a:p>
        </p:txBody>
      </p:sp>
      <p:sp>
        <p:nvSpPr>
          <p:cNvPr id="273" name="text-262 Configuration">
            <a:extLst xmlns:a="http://schemas.openxmlformats.org/drawingml/2006/main">
              <a:ext uri="{FF2B5EF4-FFF2-40B4-BE49-F238E27FC236}">
                <a16:creationId xmlns:a16="http://schemas.microsoft.com/office/drawing/2014/main" id="{1EE0C952-6C3D-4F1E-B25D-4BC4A9FBE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28220" y="4142619"/>
            <a:ext cx="1295927" cy="3133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Configuration</a:t>
            </a:r>
          </a:p>
        </p:txBody>
      </p:sp>
      <p:pic>
        <p:nvPicPr>
          <p:cNvPr id="274" name="">
            <a:extLst xmlns:a="http://schemas.openxmlformats.org/drawingml/2006/main">
              <a:ext uri="{FF2B5EF4-FFF2-40B4-BE49-F238E27FC236}">
                <a16:creationId xmlns:a16="http://schemas.microsoft.com/office/drawing/2014/main" id="{697BA52C-EC11-466E-883E-D40A3136CA0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abf3f9cf7004d62"/>
          <a:stretch xmlns:a="http://schemas.openxmlformats.org/drawingml/2006/main"/>
        </p:blipFill>
        <p:spPr>
          <a:xfrm xmlns:a="http://schemas.openxmlformats.org/drawingml/2006/main">
            <a:off x="8655385" y="4579496"/>
            <a:ext cx="1589314" cy="729343"/>
          </a:xfrm>
          <a:prstGeom xmlns:a="http://schemas.openxmlformats.org/drawingml/2006/main" prst="rect">
            <a:avLst/>
          </a:prstGeom>
        </p:spPr>
      </p:pic>
      <p:sp>
        <p:nvSpPr>
          <p:cNvPr id="275" name="path-264">
            <a:extLst xmlns:a="http://schemas.openxmlformats.org/drawingml/2006/main">
              <a:ext uri="{FF2B5EF4-FFF2-40B4-BE49-F238E27FC236}">
                <a16:creationId xmlns:a16="http://schemas.microsoft.com/office/drawing/2014/main" id="{086DD244-BF76-4DE2-8FB0-27AD41C47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12436" y="4635256"/>
            <a:ext cx="1377181" cy="522394"/>
          </a:xfrm>
          <a:custGeom xmlns:a="http://schemas.openxmlformats.org/drawingml/2006/main">
            <a:pathLst>
              <a:path w="1205034" h="457095">
                <a:moveTo>
                  <a:pt x="0" y="21739"/>
                </a:moveTo>
                <a:cubicBezTo>
                  <a:pt x="0" y="9733"/>
                  <a:pt x="9733" y="0"/>
                  <a:pt x="21738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7"/>
                </a:lnTo>
                <a:cubicBezTo>
                  <a:pt x="1205034" y="447362"/>
                  <a:pt x="1195301" y="457095"/>
                  <a:pt x="1183295" y="457095"/>
                </a:cubicBezTo>
                <a:lnTo>
                  <a:pt x="21738" y="457095"/>
                </a:lnTo>
                <a:cubicBezTo>
                  <a:pt x="9733" y="457095"/>
                  <a:pt x="0" y="447362"/>
                  <a:pt x="0" y="435357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76" name="path-265">
            <a:extLst xmlns:a="http://schemas.openxmlformats.org/drawingml/2006/main">
              <a:ext uri="{FF2B5EF4-FFF2-40B4-BE49-F238E27FC236}">
                <a16:creationId xmlns:a16="http://schemas.microsoft.com/office/drawing/2014/main" id="{3ABDE81C-5708-4F93-9559-5036B244A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12436" y="4635256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277" name="text-266 Runtime">
            <a:extLst xmlns:a="http://schemas.openxmlformats.org/drawingml/2006/main">
              <a:ext uri="{FF2B5EF4-FFF2-40B4-BE49-F238E27FC236}">
                <a16:creationId xmlns:a16="http://schemas.microsoft.com/office/drawing/2014/main" id="{7F5E0295-665D-41E9-9ADB-097FADBE3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21077" y="4621416"/>
            <a:ext cx="807789" cy="31206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Runtime</a:t>
            </a:r>
          </a:p>
        </p:txBody>
      </p:sp>
      <p:sp>
        <p:nvSpPr>
          <p:cNvPr id="278" name="text-267 Budgets">
            <a:extLst xmlns:a="http://schemas.openxmlformats.org/drawingml/2006/main">
              <a:ext uri="{FF2B5EF4-FFF2-40B4-BE49-F238E27FC236}">
                <a16:creationId xmlns:a16="http://schemas.microsoft.com/office/drawing/2014/main" id="{5EFA46CB-4B6B-4ACE-853D-85C46C530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67164" y="4889119"/>
            <a:ext cx="773320" cy="31313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Budgets</a:t>
            </a:r>
          </a:p>
        </p:txBody>
      </p:sp>
      <p:pic>
        <p:nvPicPr>
          <p:cNvPr id="279" name="">
            <a:extLst xmlns:a="http://schemas.openxmlformats.org/drawingml/2006/main">
              <a:ext uri="{FF2B5EF4-FFF2-40B4-BE49-F238E27FC236}">
                <a16:creationId xmlns:a16="http://schemas.microsoft.com/office/drawing/2014/main" id="{F9D4DF7C-1592-4877-AF19-27C63290763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2ef0b3e5ceb4aff"/>
          <a:stretch xmlns:a="http://schemas.openxmlformats.org/drawingml/2006/main"/>
        </p:blipFill>
        <p:spPr>
          <a:xfrm xmlns:a="http://schemas.openxmlformats.org/drawingml/2006/main">
            <a:off x="8644500" y="5374153"/>
            <a:ext cx="1589314" cy="740229"/>
          </a:xfrm>
          <a:prstGeom xmlns:a="http://schemas.openxmlformats.org/drawingml/2006/main" prst="rect">
            <a:avLst/>
          </a:prstGeom>
        </p:spPr>
      </p:pic>
      <p:sp>
        <p:nvSpPr>
          <p:cNvPr id="280" name="path-269">
            <a:extLst xmlns:a="http://schemas.openxmlformats.org/drawingml/2006/main">
              <a:ext uri="{FF2B5EF4-FFF2-40B4-BE49-F238E27FC236}">
                <a16:creationId xmlns:a16="http://schemas.microsoft.com/office/drawing/2014/main" id="{99C78635-410C-463D-9531-1C8AB9064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9456" y="5434059"/>
            <a:ext cx="1377181" cy="522394"/>
          </a:xfrm>
          <a:custGeom xmlns:a="http://schemas.openxmlformats.org/drawingml/2006/main">
            <a:pathLst>
              <a:path w="1205034" h="457095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7"/>
                </a:lnTo>
                <a:cubicBezTo>
                  <a:pt x="1205034" y="447363"/>
                  <a:pt x="1195301" y="457095"/>
                  <a:pt x="1183295" y="457095"/>
                </a:cubicBezTo>
                <a:lnTo>
                  <a:pt x="21739" y="457095"/>
                </a:lnTo>
                <a:cubicBezTo>
                  <a:pt x="9733" y="457095"/>
                  <a:pt x="0" y="447363"/>
                  <a:pt x="0" y="435357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1" name="path-270">
            <a:extLst xmlns:a="http://schemas.openxmlformats.org/drawingml/2006/main">
              <a:ext uri="{FF2B5EF4-FFF2-40B4-BE49-F238E27FC236}">
                <a16:creationId xmlns:a16="http://schemas.microsoft.com/office/drawing/2014/main" id="{3F59722B-DC40-4094-9881-D45D649CE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9456" y="5434059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282" name="text-271 Policy">
            <a:extLst xmlns:a="http://schemas.openxmlformats.org/drawingml/2006/main">
              <a:ext uri="{FF2B5EF4-FFF2-40B4-BE49-F238E27FC236}">
                <a16:creationId xmlns:a16="http://schemas.microsoft.com/office/drawing/2014/main" id="{5CC4721E-B3CA-40BE-A9E7-D86DB9C90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05973" y="5421098"/>
            <a:ext cx="610676" cy="3125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Policy</a:t>
            </a:r>
          </a:p>
        </p:txBody>
      </p:sp>
      <p:sp>
        <p:nvSpPr>
          <p:cNvPr id="283" name="text-271 &amp;">
            <a:extLst xmlns:a="http://schemas.openxmlformats.org/drawingml/2006/main">
              <a:ext uri="{FF2B5EF4-FFF2-40B4-BE49-F238E27FC236}">
                <a16:creationId xmlns:a16="http://schemas.microsoft.com/office/drawing/2014/main" id="{D64D108A-B824-43C1-8D53-8C0DBB94F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32394" y="5420633"/>
            <a:ext cx="214287" cy="3132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&amp;</a:t>
            </a:r>
          </a:p>
        </p:txBody>
      </p:sp>
      <p:sp>
        <p:nvSpPr>
          <p:cNvPr id="284" name="text-272 Judge">
            <a:extLst xmlns:a="http://schemas.openxmlformats.org/drawingml/2006/main">
              <a:ext uri="{FF2B5EF4-FFF2-40B4-BE49-F238E27FC236}">
                <a16:creationId xmlns:a16="http://schemas.microsoft.com/office/drawing/2014/main" id="{D978CEAD-2299-4B8A-8E47-C45273F65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89975" y="5689225"/>
            <a:ext cx="561819" cy="31302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Judge</a:t>
            </a:r>
          </a:p>
        </p:txBody>
      </p:sp>
      <p:sp>
        <p:nvSpPr>
          <p:cNvPr id="285" name="text-272 Setup">
            <a:extLst xmlns:a="http://schemas.openxmlformats.org/drawingml/2006/main">
              <a:ext uri="{FF2B5EF4-FFF2-40B4-BE49-F238E27FC236}">
                <a16:creationId xmlns:a16="http://schemas.microsoft.com/office/drawing/2014/main" id="{9FC1F581-9E40-4B40-88FB-C7F3639E8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68855" y="5689326"/>
            <a:ext cx="549194" cy="3128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Setup</a:t>
            </a:r>
          </a:p>
        </p:txBody>
      </p:sp>
      <p:pic>
        <p:nvPicPr>
          <p:cNvPr id="286" name="">
            <a:extLst xmlns:a="http://schemas.openxmlformats.org/drawingml/2006/main">
              <a:ext uri="{FF2B5EF4-FFF2-40B4-BE49-F238E27FC236}">
                <a16:creationId xmlns:a16="http://schemas.microsoft.com/office/drawing/2014/main" id="{D591207D-7D6A-4B99-90AC-A2DFDE7E0FE3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484a4a2a0684076"/>
          <a:stretch xmlns:a="http://schemas.openxmlformats.org/drawingml/2006/main"/>
        </p:blipFill>
        <p:spPr>
          <a:xfrm xmlns:a="http://schemas.openxmlformats.org/drawingml/2006/main">
            <a:off x="8644500" y="6212353"/>
            <a:ext cx="1589314" cy="729343"/>
          </a:xfrm>
          <a:prstGeom xmlns:a="http://schemas.openxmlformats.org/drawingml/2006/main" prst="rect">
            <a:avLst/>
          </a:prstGeom>
        </p:spPr>
      </p:pic>
      <p:sp>
        <p:nvSpPr>
          <p:cNvPr id="287" name="path-274">
            <a:extLst xmlns:a="http://schemas.openxmlformats.org/drawingml/2006/main">
              <a:ext uri="{FF2B5EF4-FFF2-40B4-BE49-F238E27FC236}">
                <a16:creationId xmlns:a16="http://schemas.microsoft.com/office/drawing/2014/main" id="{BBA6F84C-1894-4EC3-A5A9-77B7863639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1090" y="6264713"/>
            <a:ext cx="1377181" cy="522395"/>
          </a:xfrm>
          <a:custGeom xmlns:a="http://schemas.openxmlformats.org/drawingml/2006/main">
            <a:pathLst>
              <a:path w="1205034" h="457096">
                <a:moveTo>
                  <a:pt x="0" y="21739"/>
                </a:moveTo>
                <a:cubicBezTo>
                  <a:pt x="0" y="9733"/>
                  <a:pt x="9733" y="0"/>
                  <a:pt x="21740" y="0"/>
                </a:cubicBezTo>
                <a:lnTo>
                  <a:pt x="1183296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3"/>
                  <a:pt x="1195301" y="457096"/>
                  <a:pt x="1183296" y="457096"/>
                </a:cubicBezTo>
                <a:lnTo>
                  <a:pt x="21740" y="457096"/>
                </a:lnTo>
                <a:cubicBezTo>
                  <a:pt x="9733" y="457096"/>
                  <a:pt x="0" y="447363"/>
                  <a:pt x="0" y="435355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88" name="path-275">
            <a:extLst xmlns:a="http://schemas.openxmlformats.org/drawingml/2006/main">
              <a:ext uri="{FF2B5EF4-FFF2-40B4-BE49-F238E27FC236}">
                <a16:creationId xmlns:a16="http://schemas.microsoft.com/office/drawing/2014/main" id="{DC62F697-472D-476F-AB2F-E3A5D15CB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01090" y="6264713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289" name="text-276 Optimization">
            <a:extLst xmlns:a="http://schemas.openxmlformats.org/drawingml/2006/main">
              <a:ext uri="{FF2B5EF4-FFF2-40B4-BE49-F238E27FC236}">
                <a16:creationId xmlns:a16="http://schemas.microsoft.com/office/drawing/2014/main" id="{2FCF792B-E8E9-44BB-8D78-EE918FD4C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58783" y="6252912"/>
            <a:ext cx="1220394" cy="3131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Optimization</a:t>
            </a:r>
          </a:p>
        </p:txBody>
      </p:sp>
      <p:sp>
        <p:nvSpPr>
          <p:cNvPr id="290" name="text-277 Strategy">
            <a:extLst xmlns:a="http://schemas.openxmlformats.org/drawingml/2006/main">
              <a:ext uri="{FF2B5EF4-FFF2-40B4-BE49-F238E27FC236}">
                <a16:creationId xmlns:a16="http://schemas.microsoft.com/office/drawing/2014/main" id="{D1FE550A-490F-40BB-B255-CEEDDDD70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75570" y="6520967"/>
            <a:ext cx="787007" cy="31373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Strategy</a:t>
            </a:r>
          </a:p>
        </p:txBody>
      </p:sp>
      <p:pic>
        <p:nvPicPr>
          <p:cNvPr id="291" name="">
            <a:extLst xmlns:a="http://schemas.openxmlformats.org/drawingml/2006/main">
              <a:ext uri="{FF2B5EF4-FFF2-40B4-BE49-F238E27FC236}">
                <a16:creationId xmlns:a16="http://schemas.microsoft.com/office/drawing/2014/main" id="{243D3DA1-F3FA-45E4-BAA7-AEEC5456C54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eb5101cfa2e4420"/>
          <a:stretch xmlns:a="http://schemas.openxmlformats.org/drawingml/2006/main"/>
        </p:blipFill>
        <p:spPr>
          <a:xfrm xmlns:a="http://schemas.openxmlformats.org/drawingml/2006/main">
            <a:off x="8655385" y="7017896"/>
            <a:ext cx="1589314" cy="740229"/>
          </a:xfrm>
          <a:prstGeom xmlns:a="http://schemas.openxmlformats.org/drawingml/2006/main" prst="rect">
            <a:avLst/>
          </a:prstGeom>
        </p:spPr>
      </p:pic>
      <p:sp>
        <p:nvSpPr>
          <p:cNvPr id="292" name="path-279">
            <a:extLst xmlns:a="http://schemas.openxmlformats.org/drawingml/2006/main">
              <a:ext uri="{FF2B5EF4-FFF2-40B4-BE49-F238E27FC236}">
                <a16:creationId xmlns:a16="http://schemas.microsoft.com/office/drawing/2014/main" id="{D82F7FE3-99CE-4D02-9CE6-11B9B5D9C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18082" y="7078262"/>
            <a:ext cx="1377181" cy="522394"/>
          </a:xfrm>
          <a:custGeom xmlns:a="http://schemas.openxmlformats.org/drawingml/2006/main">
            <a:pathLst>
              <a:path w="1205034" h="457095">
                <a:moveTo>
                  <a:pt x="0" y="21739"/>
                </a:moveTo>
                <a:cubicBezTo>
                  <a:pt x="0" y="9733"/>
                  <a:pt x="9733" y="0"/>
                  <a:pt x="21742" y="0"/>
                </a:cubicBezTo>
                <a:lnTo>
                  <a:pt x="1183296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7"/>
                </a:lnTo>
                <a:cubicBezTo>
                  <a:pt x="1205034" y="447362"/>
                  <a:pt x="1195301" y="457095"/>
                  <a:pt x="1183296" y="457095"/>
                </a:cubicBezTo>
                <a:lnTo>
                  <a:pt x="21742" y="457095"/>
                </a:lnTo>
                <a:cubicBezTo>
                  <a:pt x="9733" y="457095"/>
                  <a:pt x="0" y="447362"/>
                  <a:pt x="0" y="435357"/>
                </a:cubicBezTo>
                <a:lnTo>
                  <a:pt x="0" y="21739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3" name="path-280">
            <a:extLst xmlns:a="http://schemas.openxmlformats.org/drawingml/2006/main">
              <a:ext uri="{FF2B5EF4-FFF2-40B4-BE49-F238E27FC236}">
                <a16:creationId xmlns:a16="http://schemas.microsoft.com/office/drawing/2014/main" id="{B88B8EA1-EF24-46DE-98B1-1AF08662B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18082" y="7078262"/>
            <a:ext cx="1377181" cy="522394"/>
          </a:xfrm>
          <a:custGeom xmlns:a="http://schemas.openxmlformats.org/drawingml/2006/main">
            <a:pathLst>
              <a:path w="1205034" h="457094">
                <a:moveTo>
                  <a:pt x="0" y="21739"/>
                </a:moveTo>
                <a:cubicBezTo>
                  <a:pt x="0" y="9733"/>
                  <a:pt x="9733" y="0"/>
                  <a:pt x="21739" y="0"/>
                </a:cubicBezTo>
                <a:lnTo>
                  <a:pt x="1183295" y="0"/>
                </a:lnTo>
                <a:cubicBezTo>
                  <a:pt x="1195301" y="0"/>
                  <a:pt x="1205034" y="9733"/>
                  <a:pt x="1205034" y="21739"/>
                </a:cubicBezTo>
                <a:lnTo>
                  <a:pt x="1205034" y="435355"/>
                </a:lnTo>
                <a:cubicBezTo>
                  <a:pt x="1205034" y="447362"/>
                  <a:pt x="1195301" y="457094"/>
                  <a:pt x="1183295" y="457094"/>
                </a:cubicBezTo>
                <a:lnTo>
                  <a:pt x="21739" y="457094"/>
                </a:lnTo>
                <a:cubicBezTo>
                  <a:pt x="9733" y="457094"/>
                  <a:pt x="0" y="447362"/>
                  <a:pt x="0" y="435355"/>
                </a:cubicBezTo>
                <a:lnTo>
                  <a:pt x="0" y="21739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294" name="text-281 …">
            <a:extLst xmlns:a="http://schemas.openxmlformats.org/drawingml/2006/main">
              <a:ext uri="{FF2B5EF4-FFF2-40B4-BE49-F238E27FC236}">
                <a16:creationId xmlns:a16="http://schemas.microsoft.com/office/drawing/2014/main" id="{7406B2FA-1F67-47E9-B709-3AA366059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52895" y="7777687"/>
            <a:ext cx="264005" cy="3133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…</a:t>
            </a:r>
          </a:p>
        </p:txBody>
      </p:sp>
      <p:pic>
        <p:nvPicPr>
          <p:cNvPr id="295" name="">
            <a:extLst xmlns:a="http://schemas.openxmlformats.org/drawingml/2006/main">
              <a:ext uri="{FF2B5EF4-FFF2-40B4-BE49-F238E27FC236}">
                <a16:creationId xmlns:a16="http://schemas.microsoft.com/office/drawing/2014/main" id="{8712D7F3-060E-44C5-9DA7-A52C2D5E72C4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def35e1aa0b4a7d"/>
          <a:stretch xmlns:a="http://schemas.openxmlformats.org/drawingml/2006/main"/>
        </p:blipFill>
        <p:spPr>
          <a:xfrm xmlns:a="http://schemas.openxmlformats.org/drawingml/2006/main">
            <a:off x="14522785" y="4927839"/>
            <a:ext cx="359229" cy="348343"/>
          </a:xfrm>
          <a:prstGeom xmlns:a="http://schemas.openxmlformats.org/drawingml/2006/main" prst="rect">
            <a:avLst/>
          </a:prstGeom>
        </p:spPr>
      </p:pic>
      <p:sp>
        <p:nvSpPr>
          <p:cNvPr id="296" name="path-283">
            <a:extLst xmlns:a="http://schemas.openxmlformats.org/drawingml/2006/main">
              <a:ext uri="{FF2B5EF4-FFF2-40B4-BE49-F238E27FC236}">
                <a16:creationId xmlns:a16="http://schemas.microsoft.com/office/drawing/2014/main" id="{6744B7AE-0140-4C00-AA0A-949A8CAF0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57985" y="5054039"/>
            <a:ext cx="95746" cy="96399"/>
          </a:xfrm>
          <a:custGeom xmlns:a="http://schemas.openxmlformats.org/drawingml/2006/main">
            <a:pathLst>
              <a:path w="83778" h="84349">
                <a:moveTo>
                  <a:pt x="0" y="42176"/>
                </a:moveTo>
                <a:cubicBezTo>
                  <a:pt x="0" y="18882"/>
                  <a:pt x="18753" y="0"/>
                  <a:pt x="41890" y="0"/>
                </a:cubicBezTo>
                <a:cubicBezTo>
                  <a:pt x="65025" y="0"/>
                  <a:pt x="83778" y="18882"/>
                  <a:pt x="83778" y="42176"/>
                </a:cubicBezTo>
                <a:cubicBezTo>
                  <a:pt x="83778" y="65467"/>
                  <a:pt x="65025" y="84349"/>
                  <a:pt x="41890" y="84349"/>
                </a:cubicBezTo>
                <a:cubicBezTo>
                  <a:pt x="18753" y="84349"/>
                  <a:pt x="0" y="65467"/>
                  <a:pt x="0" y="42176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297" name="path-284">
            <a:extLst xmlns:a="http://schemas.openxmlformats.org/drawingml/2006/main">
              <a:ext uri="{FF2B5EF4-FFF2-40B4-BE49-F238E27FC236}">
                <a16:creationId xmlns:a16="http://schemas.microsoft.com/office/drawing/2014/main" id="{DCE288EE-DA4E-4909-808C-FE96B2C85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657985" y="5054039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298" name="text-285 Analysis">
            <a:extLst xmlns:a="http://schemas.openxmlformats.org/drawingml/2006/main">
              <a:ext uri="{FF2B5EF4-FFF2-40B4-BE49-F238E27FC236}">
                <a16:creationId xmlns:a16="http://schemas.microsoft.com/office/drawing/2014/main" id="{294A134D-1F90-47DD-A8B1-5914C8BE1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34600" y="7058146"/>
            <a:ext cx="823690" cy="3133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Analysis</a:t>
            </a:r>
          </a:p>
        </p:txBody>
      </p:sp>
      <p:sp>
        <p:nvSpPr>
          <p:cNvPr id="299" name="text-286 Setup">
            <a:extLst xmlns:a="http://schemas.openxmlformats.org/drawingml/2006/main">
              <a:ext uri="{FF2B5EF4-FFF2-40B4-BE49-F238E27FC236}">
                <a16:creationId xmlns:a16="http://schemas.microsoft.com/office/drawing/2014/main" id="{90407D8F-F408-4C77-A606-193F7B4C8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71630" y="7326968"/>
            <a:ext cx="549196" cy="3128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Setup</a:t>
            </a:r>
          </a:p>
        </p:txBody>
      </p:sp>
      <p:pic>
        <p:nvPicPr>
          <p:cNvPr id="300" name="">
            <a:extLst xmlns:a="http://schemas.openxmlformats.org/drawingml/2006/main">
              <a:ext uri="{FF2B5EF4-FFF2-40B4-BE49-F238E27FC236}">
                <a16:creationId xmlns:a16="http://schemas.microsoft.com/office/drawing/2014/main" id="{0C8535ED-6922-4AE1-AD5F-31D643C7AF4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c4388e29a65479d"/>
          <a:stretch xmlns:a="http://schemas.openxmlformats.org/drawingml/2006/main"/>
        </p:blipFill>
        <p:spPr>
          <a:xfrm xmlns:a="http://schemas.openxmlformats.org/drawingml/2006/main">
            <a:off x="15099728" y="6038181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301" name="path-288">
            <a:extLst xmlns:a="http://schemas.openxmlformats.org/drawingml/2006/main">
              <a:ext uri="{FF2B5EF4-FFF2-40B4-BE49-F238E27FC236}">
                <a16:creationId xmlns:a16="http://schemas.microsoft.com/office/drawing/2014/main" id="{ED0EFE0E-586C-499D-AFF1-9C4B6B17D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30601" y="6172782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3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3" y="0"/>
                  <a:pt x="83779" y="18882"/>
                  <a:pt x="83779" y="42173"/>
                </a:cubicBezTo>
                <a:cubicBezTo>
                  <a:pt x="83779" y="65466"/>
                  <a:pt x="65023" y="84349"/>
                  <a:pt x="41890" y="84349"/>
                </a:cubicBezTo>
                <a:cubicBezTo>
                  <a:pt x="18755" y="84349"/>
                  <a:pt x="0" y="65466"/>
                  <a:pt x="0" y="42173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2" name="path-289">
            <a:extLst xmlns:a="http://schemas.openxmlformats.org/drawingml/2006/main">
              <a:ext uri="{FF2B5EF4-FFF2-40B4-BE49-F238E27FC236}">
                <a16:creationId xmlns:a16="http://schemas.microsoft.com/office/drawing/2014/main" id="{5E50391A-F208-4ECC-B1CF-313F69967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30601" y="6172782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303" name="">
            <a:extLst xmlns:a="http://schemas.openxmlformats.org/drawingml/2006/main">
              <a:ext uri="{FF2B5EF4-FFF2-40B4-BE49-F238E27FC236}">
                <a16:creationId xmlns:a16="http://schemas.microsoft.com/office/drawing/2014/main" id="{F2EFFA37-ECED-4B81-8027-39AE39A394A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c41709ef27943e0"/>
          <a:stretch xmlns:a="http://schemas.openxmlformats.org/drawingml/2006/main"/>
        </p:blipFill>
        <p:spPr>
          <a:xfrm xmlns:a="http://schemas.openxmlformats.org/drawingml/2006/main">
            <a:off x="15165043" y="6604239"/>
            <a:ext cx="348343" cy="359229"/>
          </a:xfrm>
          <a:prstGeom xmlns:a="http://schemas.openxmlformats.org/drawingml/2006/main" prst="rect">
            <a:avLst/>
          </a:prstGeom>
        </p:spPr>
      </p:pic>
      <p:sp>
        <p:nvSpPr>
          <p:cNvPr id="304" name="path-291">
            <a:extLst xmlns:a="http://schemas.openxmlformats.org/drawingml/2006/main">
              <a:ext uri="{FF2B5EF4-FFF2-40B4-BE49-F238E27FC236}">
                <a16:creationId xmlns:a16="http://schemas.microsoft.com/office/drawing/2014/main" id="{FC5D031C-A819-40F2-A7DD-B8ABBE641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91802" y="6739084"/>
            <a:ext cx="95746" cy="96399"/>
          </a:xfrm>
          <a:custGeom xmlns:a="http://schemas.openxmlformats.org/drawingml/2006/main">
            <a:pathLst>
              <a:path w="83778" h="84349">
                <a:moveTo>
                  <a:pt x="0" y="42176"/>
                </a:moveTo>
                <a:cubicBezTo>
                  <a:pt x="0" y="18882"/>
                  <a:pt x="18755" y="0"/>
                  <a:pt x="41891" y="0"/>
                </a:cubicBezTo>
                <a:cubicBezTo>
                  <a:pt x="65023" y="0"/>
                  <a:pt x="83778" y="18882"/>
                  <a:pt x="83778" y="42176"/>
                </a:cubicBezTo>
                <a:cubicBezTo>
                  <a:pt x="83778" y="65469"/>
                  <a:pt x="65023" y="84349"/>
                  <a:pt x="41891" y="84349"/>
                </a:cubicBezTo>
                <a:cubicBezTo>
                  <a:pt x="18755" y="84349"/>
                  <a:pt x="0" y="65469"/>
                  <a:pt x="0" y="42176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05" name="path-292">
            <a:extLst xmlns:a="http://schemas.openxmlformats.org/drawingml/2006/main">
              <a:ext uri="{FF2B5EF4-FFF2-40B4-BE49-F238E27FC236}">
                <a16:creationId xmlns:a16="http://schemas.microsoft.com/office/drawing/2014/main" id="{88420829-23E7-4EFC-8A87-48D171FC3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91802" y="6739084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06" name="path-293">
            <a:extLst xmlns:a="http://schemas.openxmlformats.org/drawingml/2006/main">
              <a:ext uri="{FF2B5EF4-FFF2-40B4-BE49-F238E27FC236}">
                <a16:creationId xmlns:a16="http://schemas.microsoft.com/office/drawing/2014/main" id="{AF3D892E-DF27-472D-9D43-81A1C40B6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53088" y="5577344"/>
            <a:ext cx="125387" cy="595438"/>
          </a:xfrm>
          <a:custGeom xmlns:a="http://schemas.openxmlformats.org/drawingml/2006/main">
            <a:pathLst>
              <a:path w="109713" h="521008">
                <a:moveTo>
                  <a:pt x="109713" y="52100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07" name="path-294">
            <a:extLst xmlns:a="http://schemas.openxmlformats.org/drawingml/2006/main">
              <a:ext uri="{FF2B5EF4-FFF2-40B4-BE49-F238E27FC236}">
                <a16:creationId xmlns:a16="http://schemas.microsoft.com/office/drawing/2014/main" id="{AB006EA1-7414-4099-A647-8C02921B53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78477" y="6269181"/>
            <a:ext cx="27349" cy="484021"/>
          </a:xfrm>
          <a:custGeom xmlns:a="http://schemas.openxmlformats.org/drawingml/2006/main">
            <a:pathLst>
              <a:path w="23930" h="423518">
                <a:moveTo>
                  <a:pt x="23930" y="42351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08" name="path-295">
            <a:extLst xmlns:a="http://schemas.openxmlformats.org/drawingml/2006/main">
              <a:ext uri="{FF2B5EF4-FFF2-40B4-BE49-F238E27FC236}">
                <a16:creationId xmlns:a16="http://schemas.microsoft.com/office/drawing/2014/main" id="{96AD0512-8E50-4AAE-9EE5-40056F926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683943" y="4522744"/>
            <a:ext cx="988063" cy="545412"/>
          </a:xfrm>
          <a:custGeom xmlns:a="http://schemas.openxmlformats.org/drawingml/2006/main">
            <a:pathLst>
              <a:path w="864555" h="477236">
                <a:moveTo>
                  <a:pt x="0" y="0"/>
                </a:moveTo>
                <a:lnTo>
                  <a:pt x="864555" y="477236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09" name="path-296">
            <a:extLst xmlns:a="http://schemas.openxmlformats.org/drawingml/2006/main">
              <a:ext uri="{FF2B5EF4-FFF2-40B4-BE49-F238E27FC236}">
                <a16:creationId xmlns:a16="http://schemas.microsoft.com/office/drawing/2014/main" id="{42F491E5-7C2D-4B3D-B8B3-579B3D68A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26348" y="5682988"/>
            <a:ext cx="520361" cy="537994"/>
          </a:xfrm>
          <a:custGeom xmlns:a="http://schemas.openxmlformats.org/drawingml/2006/main">
            <a:pathLst>
              <a:path w="455316" h="470745">
                <a:moveTo>
                  <a:pt x="455316" y="0"/>
                </a:moveTo>
                <a:lnTo>
                  <a:pt x="0" y="470745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10" name="path-297">
            <a:extLst xmlns:a="http://schemas.openxmlformats.org/drawingml/2006/main">
              <a:ext uri="{FF2B5EF4-FFF2-40B4-BE49-F238E27FC236}">
                <a16:creationId xmlns:a16="http://schemas.microsoft.com/office/drawing/2014/main" id="{6B53B8D9-0648-429F-BB6C-1E10BE784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9676" y="6835484"/>
            <a:ext cx="300491" cy="330306"/>
          </a:xfrm>
          <a:custGeom xmlns:a="http://schemas.openxmlformats.org/drawingml/2006/main">
            <a:pathLst>
              <a:path w="262929" h="289018">
                <a:moveTo>
                  <a:pt x="262929" y="289018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311" name="">
            <a:extLst xmlns:a="http://schemas.openxmlformats.org/drawingml/2006/main">
              <a:ext uri="{FF2B5EF4-FFF2-40B4-BE49-F238E27FC236}">
                <a16:creationId xmlns:a16="http://schemas.microsoft.com/office/drawing/2014/main" id="{5335BC58-9C85-4941-A8CB-7BB3412F6266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4c3e8bc66bb4947"/>
          <a:stretch xmlns:a="http://schemas.openxmlformats.org/drawingml/2006/main"/>
        </p:blipFill>
        <p:spPr>
          <a:xfrm xmlns:a="http://schemas.openxmlformats.org/drawingml/2006/main">
            <a:off x="10114071" y="5602753"/>
            <a:ext cx="359229" cy="348343"/>
          </a:xfrm>
          <a:prstGeom xmlns:a="http://schemas.openxmlformats.org/drawingml/2006/main" prst="rect">
            <a:avLst/>
          </a:prstGeom>
        </p:spPr>
      </p:pic>
      <p:sp>
        <p:nvSpPr>
          <p:cNvPr id="312" name="path-299">
            <a:extLst xmlns:a="http://schemas.openxmlformats.org/drawingml/2006/main">
              <a:ext uri="{FF2B5EF4-FFF2-40B4-BE49-F238E27FC236}">
                <a16:creationId xmlns:a16="http://schemas.microsoft.com/office/drawing/2014/main" id="{B3320B2E-9567-4C85-8BD7-D4DFEB174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2937" y="5730110"/>
            <a:ext cx="95746" cy="96399"/>
          </a:xfrm>
          <a:custGeom xmlns:a="http://schemas.openxmlformats.org/drawingml/2006/main">
            <a:pathLst>
              <a:path w="83778" h="84349">
                <a:moveTo>
                  <a:pt x="0" y="42176"/>
                </a:moveTo>
                <a:cubicBezTo>
                  <a:pt x="0" y="18882"/>
                  <a:pt x="18753" y="0"/>
                  <a:pt x="41891" y="0"/>
                </a:cubicBezTo>
                <a:cubicBezTo>
                  <a:pt x="65025" y="0"/>
                  <a:pt x="83778" y="18882"/>
                  <a:pt x="83778" y="42176"/>
                </a:cubicBezTo>
                <a:cubicBezTo>
                  <a:pt x="83778" y="65467"/>
                  <a:pt x="65025" y="84349"/>
                  <a:pt x="41891" y="84349"/>
                </a:cubicBezTo>
                <a:cubicBezTo>
                  <a:pt x="18753" y="84349"/>
                  <a:pt x="0" y="65467"/>
                  <a:pt x="0" y="42176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3" name="path-300">
            <a:extLst xmlns:a="http://schemas.openxmlformats.org/drawingml/2006/main">
              <a:ext uri="{FF2B5EF4-FFF2-40B4-BE49-F238E27FC236}">
                <a16:creationId xmlns:a16="http://schemas.microsoft.com/office/drawing/2014/main" id="{C4E5920F-EA2A-4127-A6D4-99B7742CC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2937" y="5730110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314" name="">
            <a:extLst xmlns:a="http://schemas.openxmlformats.org/drawingml/2006/main">
              <a:ext uri="{FF2B5EF4-FFF2-40B4-BE49-F238E27FC236}">
                <a16:creationId xmlns:a16="http://schemas.microsoft.com/office/drawing/2014/main" id="{4AF069F7-7FF3-4429-A9A1-7E59F0AD686F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5a0deb9790c487c"/>
          <a:stretch xmlns:a="http://schemas.openxmlformats.org/drawingml/2006/main"/>
        </p:blipFill>
        <p:spPr>
          <a:xfrm xmlns:a="http://schemas.openxmlformats.org/drawingml/2006/main">
            <a:off x="10135843" y="6930810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315" name="path-302">
            <a:extLst xmlns:a="http://schemas.openxmlformats.org/drawingml/2006/main">
              <a:ext uri="{FF2B5EF4-FFF2-40B4-BE49-F238E27FC236}">
                <a16:creationId xmlns:a16="http://schemas.microsoft.com/office/drawing/2014/main" id="{EF44A040-A604-4407-A3C7-57EAFD3FE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1956" y="7064887"/>
            <a:ext cx="95749" cy="96399"/>
          </a:xfrm>
          <a:custGeom xmlns:a="http://schemas.openxmlformats.org/drawingml/2006/main">
            <a:pathLst>
              <a:path w="83780" h="84349">
                <a:moveTo>
                  <a:pt x="0" y="42174"/>
                </a:moveTo>
                <a:cubicBezTo>
                  <a:pt x="0" y="18881"/>
                  <a:pt x="18756" y="0"/>
                  <a:pt x="41891" y="0"/>
                </a:cubicBezTo>
                <a:cubicBezTo>
                  <a:pt x="65025" y="0"/>
                  <a:pt x="83780" y="18881"/>
                  <a:pt x="83780" y="42174"/>
                </a:cubicBezTo>
                <a:cubicBezTo>
                  <a:pt x="83780" y="65467"/>
                  <a:pt x="65025" y="84349"/>
                  <a:pt x="41891" y="84349"/>
                </a:cubicBezTo>
                <a:cubicBezTo>
                  <a:pt x="18756" y="84349"/>
                  <a:pt x="0" y="65467"/>
                  <a:pt x="0" y="42174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6" name="path-303">
            <a:extLst xmlns:a="http://schemas.openxmlformats.org/drawingml/2006/main">
              <a:ext uri="{FF2B5EF4-FFF2-40B4-BE49-F238E27FC236}">
                <a16:creationId xmlns:a16="http://schemas.microsoft.com/office/drawing/2014/main" id="{47913ACF-4F42-440D-B253-D1FB26712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1956" y="7064887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317" name="">
            <a:extLst xmlns:a="http://schemas.openxmlformats.org/drawingml/2006/main">
              <a:ext uri="{FF2B5EF4-FFF2-40B4-BE49-F238E27FC236}">
                <a16:creationId xmlns:a16="http://schemas.microsoft.com/office/drawing/2014/main" id="{6E8383AA-0DFD-4815-845B-06F0D4726E8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4b21bb58bb84faa"/>
          <a:stretch xmlns:a="http://schemas.openxmlformats.org/drawingml/2006/main"/>
        </p:blipFill>
        <p:spPr>
          <a:xfrm xmlns:a="http://schemas.openxmlformats.org/drawingml/2006/main">
            <a:off x="10712785" y="7954067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318" name="path-305">
            <a:extLst xmlns:a="http://schemas.openxmlformats.org/drawingml/2006/main">
              <a:ext uri="{FF2B5EF4-FFF2-40B4-BE49-F238E27FC236}">
                <a16:creationId xmlns:a16="http://schemas.microsoft.com/office/drawing/2014/main" id="{73E7B674-482F-49A8-9279-6E684B7E5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3554" y="8088937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6"/>
                </a:moveTo>
                <a:cubicBezTo>
                  <a:pt x="0" y="18882"/>
                  <a:pt x="18756" y="0"/>
                  <a:pt x="41890" y="0"/>
                </a:cubicBezTo>
                <a:cubicBezTo>
                  <a:pt x="65025" y="0"/>
                  <a:pt x="83779" y="18882"/>
                  <a:pt x="83779" y="42176"/>
                </a:cubicBezTo>
                <a:cubicBezTo>
                  <a:pt x="83779" y="65469"/>
                  <a:pt x="65025" y="84349"/>
                  <a:pt x="41890" y="84349"/>
                </a:cubicBezTo>
                <a:cubicBezTo>
                  <a:pt x="18756" y="84349"/>
                  <a:pt x="0" y="65469"/>
                  <a:pt x="0" y="42176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19" name="path-306">
            <a:extLst xmlns:a="http://schemas.openxmlformats.org/drawingml/2006/main">
              <a:ext uri="{FF2B5EF4-FFF2-40B4-BE49-F238E27FC236}">
                <a16:creationId xmlns:a16="http://schemas.microsoft.com/office/drawing/2014/main" id="{F1F9C932-DE56-4CC4-BF70-3CDAD97FA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3554" y="8088937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20" name="path-307">
            <a:extLst xmlns:a="http://schemas.openxmlformats.org/drawingml/2006/main">
              <a:ext uri="{FF2B5EF4-FFF2-40B4-BE49-F238E27FC236}">
                <a16:creationId xmlns:a16="http://schemas.microsoft.com/office/drawing/2014/main" id="{6BAAF54B-D0EA-4F8C-A1FA-78CE354E2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0811" y="5826510"/>
            <a:ext cx="19020" cy="1238377"/>
          </a:xfrm>
          <a:custGeom xmlns:a="http://schemas.openxmlformats.org/drawingml/2006/main">
            <a:pathLst>
              <a:path w="16642" h="1083580">
                <a:moveTo>
                  <a:pt x="16642" y="108358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21" name="path-308">
            <a:extLst xmlns:a="http://schemas.openxmlformats.org/drawingml/2006/main">
              <a:ext uri="{FF2B5EF4-FFF2-40B4-BE49-F238E27FC236}">
                <a16:creationId xmlns:a16="http://schemas.microsoft.com/office/drawing/2014/main" id="{AFA11C7C-7B7F-41A5-B7EE-54D8D58E5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9830" y="7161286"/>
            <a:ext cx="533725" cy="975853"/>
          </a:xfrm>
          <a:custGeom xmlns:a="http://schemas.openxmlformats.org/drawingml/2006/main">
            <a:pathLst>
              <a:path w="467009" h="853871">
                <a:moveTo>
                  <a:pt x="467009" y="85387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22" name="path-309">
            <a:extLst xmlns:a="http://schemas.openxmlformats.org/drawingml/2006/main">
              <a:ext uri="{FF2B5EF4-FFF2-40B4-BE49-F238E27FC236}">
                <a16:creationId xmlns:a16="http://schemas.microsoft.com/office/drawing/2014/main" id="{3B36EC2F-29BD-4AC5-ACAB-2D9DF9D49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684" y="5671537"/>
            <a:ext cx="343436" cy="106773"/>
          </a:xfrm>
          <a:custGeom xmlns:a="http://schemas.openxmlformats.org/drawingml/2006/main">
            <a:pathLst>
              <a:path w="300506" h="93427">
                <a:moveTo>
                  <a:pt x="300506" y="0"/>
                </a:moveTo>
                <a:lnTo>
                  <a:pt x="0" y="93427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23" name="path-310">
            <a:extLst xmlns:a="http://schemas.openxmlformats.org/drawingml/2006/main">
              <a:ext uri="{FF2B5EF4-FFF2-40B4-BE49-F238E27FC236}">
                <a16:creationId xmlns:a16="http://schemas.microsoft.com/office/drawing/2014/main" id="{BFDBFDCA-B83D-4AC0-9228-26B894D73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7706" y="6875570"/>
            <a:ext cx="512747" cy="237518"/>
          </a:xfrm>
          <a:custGeom xmlns:a="http://schemas.openxmlformats.org/drawingml/2006/main">
            <a:pathLst>
              <a:path w="448653" h="207828">
                <a:moveTo>
                  <a:pt x="448653" y="0"/>
                </a:moveTo>
                <a:lnTo>
                  <a:pt x="0" y="207828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324" name="">
            <a:extLst xmlns:a="http://schemas.openxmlformats.org/drawingml/2006/main">
              <a:ext uri="{FF2B5EF4-FFF2-40B4-BE49-F238E27FC236}">
                <a16:creationId xmlns:a16="http://schemas.microsoft.com/office/drawing/2014/main" id="{7299E162-DE52-4B48-BC62-CC056946BB31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f6d59c908414555"/>
          <a:stretch xmlns:a="http://schemas.openxmlformats.org/drawingml/2006/main"/>
        </p:blipFill>
        <p:spPr>
          <a:xfrm xmlns:a="http://schemas.openxmlformats.org/drawingml/2006/main">
            <a:off x="14936443" y="5363267"/>
            <a:ext cx="359229" cy="359229"/>
          </a:xfrm>
          <a:prstGeom xmlns:a="http://schemas.openxmlformats.org/drawingml/2006/main" prst="rect">
            <a:avLst/>
          </a:prstGeom>
        </p:spPr>
      </p:pic>
      <p:sp>
        <p:nvSpPr>
          <p:cNvPr id="325" name="path-312">
            <a:extLst xmlns:a="http://schemas.openxmlformats.org/drawingml/2006/main">
              <a:ext uri="{FF2B5EF4-FFF2-40B4-BE49-F238E27FC236}">
                <a16:creationId xmlns:a16="http://schemas.microsoft.com/office/drawing/2014/main" id="{D54A15F7-7223-4484-BBC2-1350DDD05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71363" y="5495061"/>
            <a:ext cx="95748" cy="96400"/>
          </a:xfrm>
          <a:custGeom xmlns:a="http://schemas.openxmlformats.org/drawingml/2006/main">
            <a:pathLst>
              <a:path w="83779" h="84350">
                <a:moveTo>
                  <a:pt x="0" y="42176"/>
                </a:moveTo>
                <a:cubicBezTo>
                  <a:pt x="0" y="18883"/>
                  <a:pt x="18756" y="0"/>
                  <a:pt x="41890" y="0"/>
                </a:cubicBezTo>
                <a:cubicBezTo>
                  <a:pt x="65025" y="0"/>
                  <a:pt x="83779" y="18883"/>
                  <a:pt x="83779" y="42176"/>
                </a:cubicBezTo>
                <a:cubicBezTo>
                  <a:pt x="83779" y="65467"/>
                  <a:pt x="65025" y="84350"/>
                  <a:pt x="41890" y="84350"/>
                </a:cubicBezTo>
                <a:cubicBezTo>
                  <a:pt x="18756" y="84350"/>
                  <a:pt x="0" y="65467"/>
                  <a:pt x="0" y="42176"/>
                </a:cubicBezTo>
              </a:path>
            </a:pathLst>
          </a:custGeom>
          <a:solidFill xmlns:a="http://schemas.openxmlformats.org/drawingml/2006/main">
            <a:srgbClr val="F2F2F2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26" name="path-313">
            <a:extLst xmlns:a="http://schemas.openxmlformats.org/drawingml/2006/main">
              <a:ext uri="{FF2B5EF4-FFF2-40B4-BE49-F238E27FC236}">
                <a16:creationId xmlns:a16="http://schemas.microsoft.com/office/drawing/2014/main" id="{3EBEAEA9-EE11-46D7-A687-9F803A3C65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071363" y="5495061"/>
            <a:ext cx="95748" cy="96399"/>
          </a:xfrm>
          <a:custGeom xmlns:a="http://schemas.openxmlformats.org/drawingml/2006/main">
            <a:pathLst>
              <a:path w="83779" h="84349">
                <a:moveTo>
                  <a:pt x="0" y="42175"/>
                </a:moveTo>
                <a:cubicBezTo>
                  <a:pt x="0" y="18882"/>
                  <a:pt x="18755" y="0"/>
                  <a:pt x="41890" y="0"/>
                </a:cubicBezTo>
                <a:cubicBezTo>
                  <a:pt x="65025" y="0"/>
                  <a:pt x="83779" y="18882"/>
                  <a:pt x="83779" y="42175"/>
                </a:cubicBezTo>
                <a:cubicBezTo>
                  <a:pt x="83779" y="65467"/>
                  <a:pt x="65025" y="84349"/>
                  <a:pt x="41890" y="84349"/>
                </a:cubicBezTo>
                <a:cubicBezTo>
                  <a:pt x="18755" y="84349"/>
                  <a:pt x="0" y="65467"/>
                  <a:pt x="0" y="42175"/>
                </a:cubicBez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27" name="path-314">
            <a:extLst xmlns:a="http://schemas.openxmlformats.org/drawingml/2006/main">
              <a:ext uri="{FF2B5EF4-FFF2-40B4-BE49-F238E27FC236}">
                <a16:creationId xmlns:a16="http://schemas.microsoft.com/office/drawing/2014/main" id="{8A91F17C-5927-4513-BC32-BA65133B1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39709" y="5136320"/>
            <a:ext cx="345676" cy="372858"/>
          </a:xfrm>
          <a:custGeom xmlns:a="http://schemas.openxmlformats.org/drawingml/2006/main">
            <a:pathLst>
              <a:path w="302467" h="326251">
                <a:moveTo>
                  <a:pt x="302467" y="32625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sp>
        <p:nvSpPr>
          <p:cNvPr id="328" name="path-315">
            <a:extLst xmlns:a="http://schemas.openxmlformats.org/drawingml/2006/main">
              <a:ext uri="{FF2B5EF4-FFF2-40B4-BE49-F238E27FC236}">
                <a16:creationId xmlns:a16="http://schemas.microsoft.com/office/drawing/2014/main" id="{6AEAC6F2-810A-4183-8A98-45651B5C01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153088" y="4554761"/>
            <a:ext cx="414851" cy="954418"/>
          </a:xfrm>
          <a:custGeom xmlns:a="http://schemas.openxmlformats.org/drawingml/2006/main">
            <a:pathLst>
              <a:path w="362995" h="835116">
                <a:moveTo>
                  <a:pt x="362995" y="0"/>
                </a:moveTo>
                <a:lnTo>
                  <a:pt x="0" y="835116"/>
                </a:lnTo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A6A6A6"/>
            </a:solidFill>
            <a:prstDash val="solid"/>
          </a:ln>
        </p:spPr>
      </p:sp>
      <p:pic>
        <p:nvPicPr>
          <p:cNvPr id="329" name="">
            <a:extLst xmlns:a="http://schemas.openxmlformats.org/drawingml/2006/main">
              <a:ext uri="{FF2B5EF4-FFF2-40B4-BE49-F238E27FC236}">
                <a16:creationId xmlns:a16="http://schemas.microsoft.com/office/drawing/2014/main" id="{0E6186F3-461E-4842-9266-03CD0F68A1A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42ae9b3f55b499f"/>
          <a:stretch xmlns:a="http://schemas.openxmlformats.org/drawingml/2006/main"/>
        </p:blipFill>
        <p:spPr>
          <a:xfrm xmlns:a="http://schemas.openxmlformats.org/drawingml/2006/main">
            <a:off x="4246671" y="7823439"/>
            <a:ext cx="283029" cy="500743"/>
          </a:xfrm>
          <a:prstGeom xmlns:a="http://schemas.openxmlformats.org/drawingml/2006/main" prst="rect">
            <a:avLst/>
          </a:prstGeom>
        </p:spPr>
      </p:pic>
      <p:pic>
        <p:nvPicPr>
          <p:cNvPr id="330" name="">
            <a:extLst xmlns:a="http://schemas.openxmlformats.org/drawingml/2006/main">
              <a:ext uri="{FF2B5EF4-FFF2-40B4-BE49-F238E27FC236}">
                <a16:creationId xmlns:a16="http://schemas.microsoft.com/office/drawing/2014/main" id="{3E154D32-A8B9-42DC-9811-36D9136FC7C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40bda98ccfa46bf"/>
          <a:stretch xmlns:a="http://schemas.openxmlformats.org/drawingml/2006/main"/>
        </p:blipFill>
        <p:spPr>
          <a:xfrm xmlns:a="http://schemas.openxmlformats.org/drawingml/2006/main">
            <a:off x="4507928" y="8269753"/>
            <a:ext cx="1763486" cy="794657"/>
          </a:xfrm>
          <a:prstGeom xmlns:a="http://schemas.openxmlformats.org/drawingml/2006/main" prst="rect">
            <a:avLst/>
          </a:prstGeom>
        </p:spPr>
      </p:pic>
      <p:sp>
        <p:nvSpPr>
          <p:cNvPr id="331" name="path-318">
            <a:extLst xmlns:a="http://schemas.openxmlformats.org/drawingml/2006/main">
              <a:ext uri="{FF2B5EF4-FFF2-40B4-BE49-F238E27FC236}">
                <a16:creationId xmlns:a16="http://schemas.microsoft.com/office/drawing/2014/main" id="{C48189CE-0BD3-47C5-9D6C-C2B22836B2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134" y="8322376"/>
            <a:ext cx="1561578" cy="581676"/>
          </a:xfrm>
          <a:custGeom xmlns:a="http://schemas.openxmlformats.org/drawingml/2006/main">
            <a:pathLst>
              <a:path w="1366381" h="508967">
                <a:moveTo>
                  <a:pt x="0" y="24207"/>
                </a:moveTo>
                <a:cubicBezTo>
                  <a:pt x="0" y="10839"/>
                  <a:pt x="10837" y="0"/>
                  <a:pt x="24206" y="0"/>
                </a:cubicBezTo>
                <a:lnTo>
                  <a:pt x="1342173" y="0"/>
                </a:lnTo>
                <a:cubicBezTo>
                  <a:pt x="1355541" y="0"/>
                  <a:pt x="1366381" y="10839"/>
                  <a:pt x="1366381" y="24207"/>
                </a:cubicBezTo>
                <a:lnTo>
                  <a:pt x="1366381" y="484762"/>
                </a:lnTo>
                <a:cubicBezTo>
                  <a:pt x="1366381" y="498130"/>
                  <a:pt x="1355541" y="508967"/>
                  <a:pt x="1342173" y="508967"/>
                </a:cubicBezTo>
                <a:lnTo>
                  <a:pt x="24206" y="508967"/>
                </a:lnTo>
                <a:cubicBezTo>
                  <a:pt x="10837" y="508967"/>
                  <a:pt x="0" y="498130"/>
                  <a:pt x="0" y="484762"/>
                </a:cubicBezTo>
                <a:lnTo>
                  <a:pt x="0" y="24207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2" name="path-319">
            <a:extLst xmlns:a="http://schemas.openxmlformats.org/drawingml/2006/main">
              <a:ext uri="{FF2B5EF4-FFF2-40B4-BE49-F238E27FC236}">
                <a16:creationId xmlns:a16="http://schemas.microsoft.com/office/drawing/2014/main" id="{93E38B2D-67B5-41F0-8B18-640DFBE88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134" y="8322376"/>
            <a:ext cx="1561578" cy="581676"/>
          </a:xfrm>
          <a:custGeom xmlns:a="http://schemas.openxmlformats.org/drawingml/2006/main">
            <a:pathLst>
              <a:path w="1366381" h="508967">
                <a:moveTo>
                  <a:pt x="0" y="24206"/>
                </a:moveTo>
                <a:cubicBezTo>
                  <a:pt x="0" y="10837"/>
                  <a:pt x="10837" y="0"/>
                  <a:pt x="24206" y="0"/>
                </a:cubicBezTo>
                <a:lnTo>
                  <a:pt x="1342174" y="0"/>
                </a:lnTo>
                <a:cubicBezTo>
                  <a:pt x="1355543" y="0"/>
                  <a:pt x="1366381" y="10837"/>
                  <a:pt x="1366381" y="24206"/>
                </a:cubicBezTo>
                <a:lnTo>
                  <a:pt x="1366381" y="484761"/>
                </a:lnTo>
                <a:cubicBezTo>
                  <a:pt x="1366381" y="498130"/>
                  <a:pt x="1355543" y="508967"/>
                  <a:pt x="1342174" y="508967"/>
                </a:cubicBezTo>
                <a:lnTo>
                  <a:pt x="24206" y="508967"/>
                </a:lnTo>
                <a:cubicBezTo>
                  <a:pt x="10837" y="508967"/>
                  <a:pt x="0" y="498130"/>
                  <a:pt x="0" y="484761"/>
                </a:cubicBezTo>
                <a:lnTo>
                  <a:pt x="0" y="24206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333" name="">
            <a:extLst xmlns:a="http://schemas.openxmlformats.org/drawingml/2006/main">
              <a:ext uri="{FF2B5EF4-FFF2-40B4-BE49-F238E27FC236}">
                <a16:creationId xmlns:a16="http://schemas.microsoft.com/office/drawing/2014/main" id="{67569158-490F-4B58-8C97-AF553EB3A905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e731f8a4f414683"/>
          <a:stretch xmlns:a="http://schemas.openxmlformats.org/drawingml/2006/main"/>
        </p:blipFill>
        <p:spPr>
          <a:xfrm xmlns:a="http://schemas.openxmlformats.org/drawingml/2006/main">
            <a:off x="2156614" y="8280639"/>
            <a:ext cx="1284514" cy="740229"/>
          </a:xfrm>
          <a:prstGeom xmlns:a="http://schemas.openxmlformats.org/drawingml/2006/main" prst="rect">
            <a:avLst/>
          </a:prstGeom>
        </p:spPr>
      </p:pic>
      <p:sp>
        <p:nvSpPr>
          <p:cNvPr id="334" name="path-321">
            <a:extLst xmlns:a="http://schemas.openxmlformats.org/drawingml/2006/main">
              <a:ext uri="{FF2B5EF4-FFF2-40B4-BE49-F238E27FC236}">
                <a16:creationId xmlns:a16="http://schemas.microsoft.com/office/drawing/2014/main" id="{A64F24C9-CF35-4E01-A8F9-D49728BF2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7905" y="8335364"/>
            <a:ext cx="1080576" cy="532458"/>
          </a:xfrm>
          <a:custGeom xmlns:a="http://schemas.openxmlformats.org/drawingml/2006/main">
            <a:pathLst>
              <a:path w="945504" h="465900">
                <a:moveTo>
                  <a:pt x="0" y="22158"/>
                </a:moveTo>
                <a:cubicBezTo>
                  <a:pt x="0" y="9921"/>
                  <a:pt x="9921" y="0"/>
                  <a:pt x="22158" y="0"/>
                </a:cubicBezTo>
                <a:lnTo>
                  <a:pt x="923346" y="0"/>
                </a:lnTo>
                <a:cubicBezTo>
                  <a:pt x="935583" y="0"/>
                  <a:pt x="945504" y="9921"/>
                  <a:pt x="945504" y="22158"/>
                </a:cubicBezTo>
                <a:lnTo>
                  <a:pt x="945504" y="443743"/>
                </a:lnTo>
                <a:cubicBezTo>
                  <a:pt x="945504" y="455980"/>
                  <a:pt x="935583" y="465900"/>
                  <a:pt x="923346" y="465900"/>
                </a:cubicBezTo>
                <a:lnTo>
                  <a:pt x="22158" y="465900"/>
                </a:lnTo>
                <a:cubicBezTo>
                  <a:pt x="9921" y="465900"/>
                  <a:pt x="0" y="455980"/>
                  <a:pt x="0" y="443743"/>
                </a:cubicBezTo>
                <a:lnTo>
                  <a:pt x="0" y="22158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335" name="path-322">
            <a:extLst xmlns:a="http://schemas.openxmlformats.org/drawingml/2006/main">
              <a:ext uri="{FF2B5EF4-FFF2-40B4-BE49-F238E27FC236}">
                <a16:creationId xmlns:a16="http://schemas.microsoft.com/office/drawing/2014/main" id="{517DEB39-4E9D-46A2-9DB1-26E41BF2A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7905" y="8335364"/>
            <a:ext cx="1080576" cy="532458"/>
          </a:xfrm>
          <a:custGeom xmlns:a="http://schemas.openxmlformats.org/drawingml/2006/main">
            <a:pathLst>
              <a:path w="945504" h="465900">
                <a:moveTo>
                  <a:pt x="0" y="22158"/>
                </a:moveTo>
                <a:cubicBezTo>
                  <a:pt x="0" y="9921"/>
                  <a:pt x="9921" y="0"/>
                  <a:pt x="22158" y="0"/>
                </a:cubicBezTo>
                <a:lnTo>
                  <a:pt x="923346" y="0"/>
                </a:lnTo>
                <a:cubicBezTo>
                  <a:pt x="935583" y="0"/>
                  <a:pt x="945504" y="9921"/>
                  <a:pt x="945504" y="22158"/>
                </a:cubicBezTo>
                <a:lnTo>
                  <a:pt x="945504" y="443743"/>
                </a:lnTo>
                <a:cubicBezTo>
                  <a:pt x="945504" y="455980"/>
                  <a:pt x="935583" y="465900"/>
                  <a:pt x="923346" y="465900"/>
                </a:cubicBezTo>
                <a:lnTo>
                  <a:pt x="22158" y="465900"/>
                </a:lnTo>
                <a:cubicBezTo>
                  <a:pt x="9921" y="465900"/>
                  <a:pt x="0" y="455980"/>
                  <a:pt x="0" y="443743"/>
                </a:cubicBezTo>
                <a:lnTo>
                  <a:pt x="0" y="22158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sp>
        <p:nvSpPr>
          <p:cNvPr id="336" name="path-323">
            <a:extLst xmlns:a="http://schemas.openxmlformats.org/drawingml/2006/main">
              <a:ext uri="{FF2B5EF4-FFF2-40B4-BE49-F238E27FC236}">
                <a16:creationId xmlns:a16="http://schemas.microsoft.com/office/drawing/2014/main" id="{558AA6D5-0E6F-41FC-9CBD-EC1398558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9295" y="7592450"/>
            <a:ext cx="1737752" cy="1398731"/>
          </a:xfrm>
          <a:custGeom xmlns:a="http://schemas.openxmlformats.org/drawingml/2006/main">
            <a:pathLst>
              <a:path w="1520533" h="1223889">
                <a:moveTo>
                  <a:pt x="0" y="106491"/>
                </a:moveTo>
                <a:cubicBezTo>
                  <a:pt x="0" y="47678"/>
                  <a:pt x="47677" y="0"/>
                  <a:pt x="106490" y="0"/>
                </a:cubicBezTo>
                <a:lnTo>
                  <a:pt x="1414042" y="0"/>
                </a:lnTo>
                <a:cubicBezTo>
                  <a:pt x="1472855" y="0"/>
                  <a:pt x="1520533" y="47678"/>
                  <a:pt x="1520533" y="106491"/>
                </a:cubicBezTo>
                <a:lnTo>
                  <a:pt x="1520533" y="1117399"/>
                </a:lnTo>
                <a:cubicBezTo>
                  <a:pt x="1520533" y="1176212"/>
                  <a:pt x="1472855" y="1223889"/>
                  <a:pt x="1414042" y="1223889"/>
                </a:cubicBezTo>
                <a:lnTo>
                  <a:pt x="106490" y="1223889"/>
                </a:lnTo>
                <a:cubicBezTo>
                  <a:pt x="47677" y="1223889"/>
                  <a:pt x="0" y="1176212"/>
                  <a:pt x="0" y="1117399"/>
                </a:cubicBezTo>
                <a:lnTo>
                  <a:pt x="0" y="106491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7030A0"/>
            </a:solidFill>
            <a:prstDash val="solid"/>
          </a:ln>
        </p:spPr>
      </p:sp>
      <p:pic>
        <p:nvPicPr>
          <p:cNvPr id="337" name="">
            <a:extLst xmlns:a="http://schemas.openxmlformats.org/drawingml/2006/main">
              <a:ext uri="{FF2B5EF4-FFF2-40B4-BE49-F238E27FC236}">
                <a16:creationId xmlns:a16="http://schemas.microsoft.com/office/drawing/2014/main" id="{01C8CFAA-9784-4204-81AE-790CB1B437B7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3d3662aafea414d"/>
          <a:stretch xmlns:a="http://schemas.openxmlformats.org/drawingml/2006/main"/>
        </p:blipFill>
        <p:spPr>
          <a:xfrm xmlns:a="http://schemas.openxmlformats.org/drawingml/2006/main">
            <a:off x="1122471" y="8150010"/>
            <a:ext cx="642257" cy="555171"/>
          </a:xfrm>
          <a:prstGeom xmlns:a="http://schemas.openxmlformats.org/drawingml/2006/main" prst="rect">
            <a:avLst/>
          </a:prstGeom>
        </p:spPr>
      </p:pic>
      <p:sp>
        <p:nvSpPr>
          <p:cNvPr id="338" name="text-325 &lt;Image:">
            <a:extLst xmlns:a="http://schemas.openxmlformats.org/drawingml/2006/main">
              <a:ext uri="{FF2B5EF4-FFF2-40B4-BE49-F238E27FC236}">
                <a16:creationId xmlns:a16="http://schemas.microsoft.com/office/drawing/2014/main" id="{9982FF36-E9C6-4E6E-BFC8-C1C2044DB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6669" y="8718795"/>
            <a:ext cx="555714" cy="221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339" name="text-325 1&gt;">
            <a:extLst xmlns:a="http://schemas.openxmlformats.org/drawingml/2006/main">
              <a:ext uri="{FF2B5EF4-FFF2-40B4-BE49-F238E27FC236}">
                <a16:creationId xmlns:a16="http://schemas.microsoft.com/office/drawing/2014/main" id="{790D2289-007D-41D2-B86E-1A76971F4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4347" y="8720048"/>
            <a:ext cx="194816" cy="2192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1&gt;</a:t>
            </a:r>
          </a:p>
        </p:txBody>
      </p:sp>
      <p:sp>
        <p:nvSpPr>
          <p:cNvPr id="340" name="path-326">
            <a:extLst xmlns:a="http://schemas.openxmlformats.org/drawingml/2006/main">
              <a:ext uri="{FF2B5EF4-FFF2-40B4-BE49-F238E27FC236}">
                <a16:creationId xmlns:a16="http://schemas.microsoft.com/office/drawing/2014/main" id="{3A143D36-E9E8-46A1-A66A-085F185F0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16626" y="7614980"/>
            <a:ext cx="2149351" cy="1339980"/>
          </a:xfrm>
          <a:custGeom xmlns:a="http://schemas.openxmlformats.org/drawingml/2006/main">
            <a:pathLst>
              <a:path w="1880682" h="1172483">
                <a:moveTo>
                  <a:pt x="0" y="78427"/>
                </a:moveTo>
                <a:cubicBezTo>
                  <a:pt x="0" y="35113"/>
                  <a:pt x="35113" y="0"/>
                  <a:pt x="78427" y="0"/>
                </a:cubicBezTo>
                <a:lnTo>
                  <a:pt x="1802254" y="0"/>
                </a:lnTo>
                <a:cubicBezTo>
                  <a:pt x="1845569" y="0"/>
                  <a:pt x="1880682" y="35113"/>
                  <a:pt x="1880682" y="78427"/>
                </a:cubicBezTo>
                <a:lnTo>
                  <a:pt x="1880682" y="1094055"/>
                </a:lnTo>
                <a:cubicBezTo>
                  <a:pt x="1880682" y="1137370"/>
                  <a:pt x="1845569" y="1172483"/>
                  <a:pt x="1802254" y="1172483"/>
                </a:cubicBezTo>
                <a:lnTo>
                  <a:pt x="78427" y="1172483"/>
                </a:lnTo>
                <a:cubicBezTo>
                  <a:pt x="35113" y="1172483"/>
                  <a:pt x="0" y="1137370"/>
                  <a:pt x="0" y="1094055"/>
                </a:cubicBezTo>
                <a:lnTo>
                  <a:pt x="0" y="78427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7030A0"/>
            </a:solidFill>
            <a:prstDash val="solid"/>
          </a:ln>
        </p:spPr>
      </p:sp>
      <p:sp>
        <p:nvSpPr>
          <p:cNvPr id="341" name="text-327 Param:">
            <a:extLst xmlns:a="http://schemas.openxmlformats.org/drawingml/2006/main">
              <a:ext uri="{FF2B5EF4-FFF2-40B4-BE49-F238E27FC236}">
                <a16:creationId xmlns:a16="http://schemas.microsoft.com/office/drawing/2014/main" id="{F4346E81-BB6C-487F-9627-B41E96776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99050" y="7881942"/>
            <a:ext cx="537818" cy="250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Param:</a:t>
            </a:r>
          </a:p>
        </p:txBody>
      </p:sp>
      <p:sp>
        <p:nvSpPr>
          <p:cNvPr id="342" name="text-329 &lt;Image:">
            <a:extLst xmlns:a="http://schemas.openxmlformats.org/drawingml/2006/main">
              <a:ext uri="{FF2B5EF4-FFF2-40B4-BE49-F238E27FC236}">
                <a16:creationId xmlns:a16="http://schemas.microsoft.com/office/drawing/2014/main" id="{C264B1BD-DE43-47DB-A25B-CA499D232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49965" y="7902659"/>
            <a:ext cx="555714" cy="221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343" name="text-329 1&gt;">
            <a:extLst xmlns:a="http://schemas.openxmlformats.org/drawingml/2006/main">
              <a:ext uri="{FF2B5EF4-FFF2-40B4-BE49-F238E27FC236}">
                <a16:creationId xmlns:a16="http://schemas.microsoft.com/office/drawing/2014/main" id="{85A47D75-84CD-42F2-A2D2-38615BA50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17644" y="7903912"/>
            <a:ext cx="194816" cy="2192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1&gt;</a:t>
            </a:r>
          </a:p>
        </p:txBody>
      </p:sp>
      <p:sp>
        <p:nvSpPr>
          <p:cNvPr id="344" name="text-330 Obs">
            <a:extLst xmlns:a="http://schemas.openxmlformats.org/drawingml/2006/main">
              <a:ext uri="{FF2B5EF4-FFF2-40B4-BE49-F238E27FC236}">
                <a16:creationId xmlns:a16="http://schemas.microsoft.com/office/drawing/2014/main" id="{CF15A30A-2FEE-40EA-89DF-3401E330E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399050" y="8080514"/>
            <a:ext cx="319935" cy="2501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Obs</a:t>
            </a:r>
          </a:p>
        </p:txBody>
      </p:sp>
      <p:sp>
        <p:nvSpPr>
          <p:cNvPr id="345" name="text-331 :">
            <a:extLst xmlns:a="http://schemas.openxmlformats.org/drawingml/2006/main">
              <a:ext uri="{FF2B5EF4-FFF2-40B4-BE49-F238E27FC236}">
                <a16:creationId xmlns:a16="http://schemas.microsoft.com/office/drawing/2014/main" id="{385BE597-3059-44B4-979F-6BBCA2BAC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687092" y="8080214"/>
            <a:ext cx="81944" cy="2505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:</a:t>
            </a:r>
          </a:p>
        </p:txBody>
      </p:sp>
      <p:sp>
        <p:nvSpPr>
          <p:cNvPr id="346" name="text-332 Web">
            <a:extLst xmlns:a="http://schemas.openxmlformats.org/drawingml/2006/main">
              <a:ext uri="{FF2B5EF4-FFF2-40B4-BE49-F238E27FC236}">
                <a16:creationId xmlns:a16="http://schemas.microsoft.com/office/drawing/2014/main" id="{AD62E3AF-5D9B-4061-A987-1E9EFFFDD5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44819" y="8360762"/>
            <a:ext cx="271302" cy="196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103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Web</a:t>
            </a:r>
          </a:p>
        </p:txBody>
      </p:sp>
      <p:sp>
        <p:nvSpPr>
          <p:cNvPr id="347" name="text-333 page">
            <a:extLst xmlns:a="http://schemas.openxmlformats.org/drawingml/2006/main">
              <a:ext uri="{FF2B5EF4-FFF2-40B4-BE49-F238E27FC236}">
                <a16:creationId xmlns:a16="http://schemas.microsoft.com/office/drawing/2014/main" id="{3716158E-3A29-4CBC-ADBB-1E9861F0C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24471" y="8366479"/>
            <a:ext cx="285111" cy="1880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8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8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8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page</a:t>
            </a:r>
          </a:p>
        </p:txBody>
      </p:sp>
      <p:sp>
        <p:nvSpPr>
          <p:cNvPr id="348" name="text-334 :">
            <a:extLst xmlns:a="http://schemas.openxmlformats.org/drawingml/2006/main">
              <a:ext uri="{FF2B5EF4-FFF2-40B4-BE49-F238E27FC236}">
                <a16:creationId xmlns:a16="http://schemas.microsoft.com/office/drawing/2014/main" id="{640117A9-2374-4805-976E-0F6C2C4AA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84547" y="8366512"/>
            <a:ext cx="68878" cy="1880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8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8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8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:</a:t>
            </a:r>
          </a:p>
        </p:txBody>
      </p:sp>
      <p:sp>
        <p:nvSpPr>
          <p:cNvPr id="349" name="text-335 Zheduo">
            <a:extLst xmlns:a="http://schemas.openxmlformats.org/drawingml/2006/main">
              <a:ext uri="{FF2B5EF4-FFF2-40B4-BE49-F238E27FC236}">
                <a16:creationId xmlns:a16="http://schemas.microsoft.com/office/drawing/2014/main" id="{1A9D52BC-7253-4FFC-BCB9-5DB2CE3EC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862850" y="8366443"/>
            <a:ext cx="426889" cy="1881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Zheduo</a:t>
            </a:r>
          </a:p>
        </p:txBody>
      </p:sp>
      <p:sp>
        <p:nvSpPr>
          <p:cNvPr id="350" name="text-336 Mountain">
            <a:extLst xmlns:a="http://schemas.openxmlformats.org/drawingml/2006/main">
              <a:ext uri="{FF2B5EF4-FFF2-40B4-BE49-F238E27FC236}">
                <a16:creationId xmlns:a16="http://schemas.microsoft.com/office/drawing/2014/main" id="{8155D4FE-65E8-460E-9888-9602A01A8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44819" y="8522655"/>
            <a:ext cx="544239" cy="1874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4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4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4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Mountain</a:t>
            </a:r>
          </a:p>
        </p:txBody>
      </p:sp>
      <p:sp>
        <p:nvSpPr>
          <p:cNvPr id="351" name="text-337 is">
            <a:extLst xmlns:a="http://schemas.openxmlformats.org/drawingml/2006/main">
              <a:ext uri="{FF2B5EF4-FFF2-40B4-BE49-F238E27FC236}">
                <a16:creationId xmlns:a16="http://schemas.microsoft.com/office/drawing/2014/main" id="{79D25123-7E56-40F4-A4E1-776F5D92C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98531" y="8523584"/>
            <a:ext cx="112520" cy="1861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4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4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4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is</a:t>
            </a:r>
          </a:p>
        </p:txBody>
      </p:sp>
      <p:sp>
        <p:nvSpPr>
          <p:cNvPr id="352" name="text-338 a">
            <a:extLst xmlns:a="http://schemas.openxmlformats.org/drawingml/2006/main">
              <a:ext uri="{FF2B5EF4-FFF2-40B4-BE49-F238E27FC236}">
                <a16:creationId xmlns:a16="http://schemas.microsoft.com/office/drawing/2014/main" id="{B0BFE13B-9507-4A58-B4C8-722B24A73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21577" y="8522185"/>
            <a:ext cx="91300" cy="18809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a</a:t>
            </a:r>
          </a:p>
        </p:txBody>
      </p:sp>
      <p:sp>
        <p:nvSpPr>
          <p:cNvPr id="353" name="text-339 mountain">
            <a:extLst xmlns:a="http://schemas.openxmlformats.org/drawingml/2006/main">
              <a:ext uri="{FF2B5EF4-FFF2-40B4-BE49-F238E27FC236}">
                <a16:creationId xmlns:a16="http://schemas.microsoft.com/office/drawing/2014/main" id="{3CCB08AF-6CC4-4A74-ABDA-DA24DB993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244819" y="8678116"/>
            <a:ext cx="530310" cy="1877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6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6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6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mountain</a:t>
            </a:r>
          </a:p>
        </p:txBody>
      </p:sp>
      <p:sp>
        <p:nvSpPr>
          <p:cNvPr id="354" name="text-340 peak">
            <a:extLst xmlns:a="http://schemas.openxmlformats.org/drawingml/2006/main">
              <a:ext uri="{FF2B5EF4-FFF2-40B4-BE49-F238E27FC236}">
                <a16:creationId xmlns:a16="http://schemas.microsoft.com/office/drawing/2014/main" id="{209C7211-5F72-487A-96C8-657F2ACAC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784547" y="8678354"/>
            <a:ext cx="276640" cy="18745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4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4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4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peak</a:t>
            </a:r>
          </a:p>
        </p:txBody>
      </p:sp>
      <p:sp>
        <p:nvSpPr>
          <p:cNvPr id="355" name="text-341 …">
            <a:extLst xmlns:a="http://schemas.openxmlformats.org/drawingml/2006/main">
              <a:ext uri="{FF2B5EF4-FFF2-40B4-BE49-F238E27FC236}">
                <a16:creationId xmlns:a16="http://schemas.microsoft.com/office/drawing/2014/main" id="{15724FB9-E7D3-404F-B188-EBBC0CFF4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36234" y="8677902"/>
            <a:ext cx="143538" cy="1880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…</a:t>
            </a:r>
          </a:p>
        </p:txBody>
      </p:sp>
      <p:sp>
        <p:nvSpPr>
          <p:cNvPr id="356" name="text-342 &lt;Image:">
            <a:extLst xmlns:a="http://schemas.openxmlformats.org/drawingml/2006/main">
              <a:ext uri="{FF2B5EF4-FFF2-40B4-BE49-F238E27FC236}">
                <a16:creationId xmlns:a16="http://schemas.microsoft.com/office/drawing/2014/main" id="{AEC5E283-09F0-4497-9466-935CD8676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57120" y="8681210"/>
            <a:ext cx="555714" cy="221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357" name="text-342 3&gt;">
            <a:extLst xmlns:a="http://schemas.openxmlformats.org/drawingml/2006/main">
              <a:ext uri="{FF2B5EF4-FFF2-40B4-BE49-F238E27FC236}">
                <a16:creationId xmlns:a16="http://schemas.microsoft.com/office/drawing/2014/main" id="{A4E3A7EF-6501-4CD6-8D78-33D0DFB7E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024798" y="8682462"/>
            <a:ext cx="194816" cy="2192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3&gt;</a:t>
            </a:r>
          </a:p>
        </p:txBody>
      </p:sp>
      <p:pic>
        <p:nvPicPr>
          <p:cNvPr id="358" name="">
            <a:extLst xmlns:a="http://schemas.openxmlformats.org/drawingml/2006/main">
              <a:ext uri="{FF2B5EF4-FFF2-40B4-BE49-F238E27FC236}">
                <a16:creationId xmlns:a16="http://schemas.microsoft.com/office/drawing/2014/main" id="{8C4D45CB-FBA2-436D-8A2B-3C6AFAC9743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e72f655a1a648bf"/>
          <a:stretch xmlns:a="http://schemas.openxmlformats.org/drawingml/2006/main"/>
        </p:blipFill>
        <p:spPr>
          <a:xfrm xmlns:a="http://schemas.openxmlformats.org/drawingml/2006/main">
            <a:off x="3506443" y="8139124"/>
            <a:ext cx="587829" cy="576943"/>
          </a:xfrm>
          <a:prstGeom xmlns:a="http://schemas.openxmlformats.org/drawingml/2006/main" prst="rect">
            <a:avLst/>
          </a:prstGeom>
        </p:spPr>
      </p:pic>
      <p:sp>
        <p:nvSpPr>
          <p:cNvPr id="359" name="path-344">
            <a:extLst xmlns:a="http://schemas.openxmlformats.org/drawingml/2006/main">
              <a:ext uri="{FF2B5EF4-FFF2-40B4-BE49-F238E27FC236}">
                <a16:creationId xmlns:a16="http://schemas.microsoft.com/office/drawing/2014/main" id="{FAA0B8F5-5521-4985-B10F-1BF368AEB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97585" y="7610307"/>
            <a:ext cx="2012743" cy="1389641"/>
          </a:xfrm>
          <a:custGeom xmlns:a="http://schemas.openxmlformats.org/drawingml/2006/main">
            <a:pathLst>
              <a:path w="1761150" h="1215936">
                <a:moveTo>
                  <a:pt x="0" y="86222"/>
                </a:moveTo>
                <a:cubicBezTo>
                  <a:pt x="0" y="38603"/>
                  <a:pt x="38603" y="0"/>
                  <a:pt x="86222" y="0"/>
                </a:cubicBezTo>
                <a:lnTo>
                  <a:pt x="1674928" y="0"/>
                </a:lnTo>
                <a:cubicBezTo>
                  <a:pt x="1722548" y="0"/>
                  <a:pt x="1761150" y="38603"/>
                  <a:pt x="1761150" y="86222"/>
                </a:cubicBezTo>
                <a:lnTo>
                  <a:pt x="1761150" y="1129714"/>
                </a:lnTo>
                <a:cubicBezTo>
                  <a:pt x="1761150" y="1177333"/>
                  <a:pt x="1722548" y="1215936"/>
                  <a:pt x="1674928" y="1215936"/>
                </a:cubicBezTo>
                <a:lnTo>
                  <a:pt x="86222" y="1215936"/>
                </a:lnTo>
                <a:cubicBezTo>
                  <a:pt x="38603" y="1215936"/>
                  <a:pt x="0" y="1177333"/>
                  <a:pt x="0" y="1129714"/>
                </a:cubicBezTo>
                <a:lnTo>
                  <a:pt x="0" y="86222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5C54A5"/>
            </a:solidFill>
            <a:prstDash val="solid"/>
          </a:ln>
        </p:spPr>
      </p:sp>
      <p:sp>
        <p:nvSpPr>
          <p:cNvPr id="360" name="text-345 Web">
            <a:extLst xmlns:a="http://schemas.openxmlformats.org/drawingml/2006/main">
              <a:ext uri="{FF2B5EF4-FFF2-40B4-BE49-F238E27FC236}">
                <a16:creationId xmlns:a16="http://schemas.microsoft.com/office/drawing/2014/main" id="{C5BA66F8-B63E-426D-B17E-3921E2C09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31294" y="7649299"/>
            <a:ext cx="369015" cy="2600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62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62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62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Web</a:t>
            </a:r>
          </a:p>
        </p:txBody>
      </p:sp>
      <p:sp>
        <p:nvSpPr>
          <p:cNvPr id="361" name="text-345 Search">
            <a:extLst xmlns:a="http://schemas.openxmlformats.org/drawingml/2006/main">
              <a:ext uri="{FF2B5EF4-FFF2-40B4-BE49-F238E27FC236}">
                <a16:creationId xmlns:a16="http://schemas.microsoft.com/office/drawing/2014/main" id="{18FB28D8-3739-4C11-BC0A-39560CA1F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11621" y="7657135"/>
            <a:ext cx="515815" cy="2490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1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1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1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Search</a:t>
            </a:r>
          </a:p>
        </p:txBody>
      </p:sp>
      <p:sp>
        <p:nvSpPr>
          <p:cNvPr id="362" name="text-346 Param:">
            <a:extLst xmlns:a="http://schemas.openxmlformats.org/drawingml/2006/main">
              <a:ext uri="{FF2B5EF4-FFF2-40B4-BE49-F238E27FC236}">
                <a16:creationId xmlns:a16="http://schemas.microsoft.com/office/drawing/2014/main" id="{E82FB442-7092-4F40-861C-87842B25D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94362" y="7860464"/>
            <a:ext cx="537818" cy="250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Param:</a:t>
            </a:r>
          </a:p>
        </p:txBody>
      </p:sp>
      <p:sp>
        <p:nvSpPr>
          <p:cNvPr id="363" name="text-347 Zheduo">
            <a:extLst xmlns:a="http://schemas.openxmlformats.org/drawingml/2006/main">
              <a:ext uri="{FF2B5EF4-FFF2-40B4-BE49-F238E27FC236}">
                <a16:creationId xmlns:a16="http://schemas.microsoft.com/office/drawing/2014/main" id="{C8573E47-24FB-4F12-B319-8D755F21A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45278" y="7882480"/>
            <a:ext cx="506380" cy="2192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Zheduo</a:t>
            </a:r>
          </a:p>
        </p:txBody>
      </p:sp>
      <p:sp>
        <p:nvSpPr>
          <p:cNvPr id="364" name="text-347 Mountain">
            <a:extLst xmlns:a="http://schemas.openxmlformats.org/drawingml/2006/main">
              <a:ext uri="{FF2B5EF4-FFF2-40B4-BE49-F238E27FC236}">
                <a16:creationId xmlns:a16="http://schemas.microsoft.com/office/drawing/2014/main" id="{3A37E66F-D4B9-47C0-AD87-BF5EC53C9B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62623" y="7881537"/>
            <a:ext cx="640791" cy="22054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Mountain</a:t>
            </a:r>
          </a:p>
        </p:txBody>
      </p:sp>
      <p:sp>
        <p:nvSpPr>
          <p:cNvPr id="365" name="text-348 Obs:">
            <a:extLst xmlns:a="http://schemas.openxmlformats.org/drawingml/2006/main">
              <a:ext uri="{FF2B5EF4-FFF2-40B4-BE49-F238E27FC236}">
                <a16:creationId xmlns:a16="http://schemas.microsoft.com/office/drawing/2014/main" id="{22C96185-A1A4-4935-8E89-02EC589A0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94362" y="8080334"/>
            <a:ext cx="369951" cy="250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Obs:</a:t>
            </a:r>
          </a:p>
        </p:txBody>
      </p:sp>
      <p:sp>
        <p:nvSpPr>
          <p:cNvPr id="366" name="text-349 Web">
            <a:extLst xmlns:a="http://schemas.openxmlformats.org/drawingml/2006/main">
              <a:ext uri="{FF2B5EF4-FFF2-40B4-BE49-F238E27FC236}">
                <a16:creationId xmlns:a16="http://schemas.microsoft.com/office/drawing/2014/main" id="{9A9F69D0-9957-404A-84DB-4D2314FB8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48731" y="8339284"/>
            <a:ext cx="271302" cy="1960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103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103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103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Web</a:t>
            </a:r>
          </a:p>
        </p:txBody>
      </p:sp>
      <p:sp>
        <p:nvSpPr>
          <p:cNvPr id="367" name="text-349 page:">
            <a:extLst xmlns:a="http://schemas.openxmlformats.org/drawingml/2006/main">
              <a:ext uri="{FF2B5EF4-FFF2-40B4-BE49-F238E27FC236}">
                <a16:creationId xmlns:a16="http://schemas.microsoft.com/office/drawing/2014/main" id="{5CEE6BB1-1890-4338-BB4A-111FCB363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28378" y="8345338"/>
            <a:ext cx="328899" cy="18761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5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5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5" b="1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page:</a:t>
            </a:r>
          </a:p>
        </p:txBody>
      </p:sp>
      <p:sp>
        <p:nvSpPr>
          <p:cNvPr id="368" name="text-350 In">
            <a:extLst xmlns:a="http://schemas.openxmlformats.org/drawingml/2006/main">
              <a:ext uri="{FF2B5EF4-FFF2-40B4-BE49-F238E27FC236}">
                <a16:creationId xmlns:a16="http://schemas.microsoft.com/office/drawing/2014/main" id="{FAD7850E-5188-490A-B14A-9AB8F09929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66762" y="8344964"/>
            <a:ext cx="136046" cy="18814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369" name="text-350 Tibetan,">
            <a:extLst xmlns:a="http://schemas.openxmlformats.org/drawingml/2006/main">
              <a:ext uri="{FF2B5EF4-FFF2-40B4-BE49-F238E27FC236}">
                <a16:creationId xmlns:a16="http://schemas.microsoft.com/office/drawing/2014/main" id="{14052AE6-E3B9-46FB-8B27-C87DBFDC2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12177" y="8343278"/>
            <a:ext cx="466334" cy="19050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71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71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71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Tibetan,</a:t>
            </a:r>
          </a:p>
        </p:txBody>
      </p:sp>
      <p:sp>
        <p:nvSpPr>
          <p:cNvPr id="370" name="text-350 the">
            <a:extLst xmlns:a="http://schemas.openxmlformats.org/drawingml/2006/main">
              <a:ext uri="{FF2B5EF4-FFF2-40B4-BE49-F238E27FC236}">
                <a16:creationId xmlns:a16="http://schemas.microsoft.com/office/drawing/2014/main" id="{834792AB-FB81-4462-AD97-025AEC22B3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887576" y="8345761"/>
            <a:ext cx="187092" cy="1870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371" name="text-351 term">
            <a:extLst xmlns:a="http://schemas.openxmlformats.org/drawingml/2006/main">
              <a:ext uri="{FF2B5EF4-FFF2-40B4-BE49-F238E27FC236}">
                <a16:creationId xmlns:a16="http://schemas.microsoft.com/office/drawing/2014/main" id="{642F13A6-AADC-4571-A1FD-4FB8F027D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48731" y="8501208"/>
            <a:ext cx="269239" cy="1873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4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4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4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term</a:t>
            </a:r>
          </a:p>
        </p:txBody>
      </p:sp>
      <p:sp>
        <p:nvSpPr>
          <p:cNvPr id="372" name="text-351 &quot;Zheduo&quot;">
            <a:extLst xmlns:a="http://schemas.openxmlformats.org/drawingml/2006/main">
              <a:ext uri="{FF2B5EF4-FFF2-40B4-BE49-F238E27FC236}">
                <a16:creationId xmlns:a16="http://schemas.microsoft.com/office/drawing/2014/main" id="{FA33C1E2-C089-428F-A19C-FA30061FB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28378" y="8500808"/>
            <a:ext cx="539167" cy="18795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7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"Zheduo"</a:t>
            </a:r>
          </a:p>
        </p:txBody>
      </p:sp>
      <p:sp>
        <p:nvSpPr>
          <p:cNvPr id="373" name="text-351 means">
            <a:extLst xmlns:a="http://schemas.openxmlformats.org/drawingml/2006/main">
              <a:ext uri="{FF2B5EF4-FFF2-40B4-BE49-F238E27FC236}">
                <a16:creationId xmlns:a16="http://schemas.microsoft.com/office/drawing/2014/main" id="{2EE0E98D-B253-4384-B03B-2ABA1EDA88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76505" y="8500646"/>
            <a:ext cx="367276" cy="18818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means</a:t>
            </a:r>
          </a:p>
        </p:txBody>
      </p:sp>
      <p:sp>
        <p:nvSpPr>
          <p:cNvPr id="374" name="text-352 winding">
            <a:extLst xmlns:a="http://schemas.openxmlformats.org/drawingml/2006/main">
              <a:ext uri="{FF2B5EF4-FFF2-40B4-BE49-F238E27FC236}">
                <a16:creationId xmlns:a16="http://schemas.microsoft.com/office/drawing/2014/main" id="{864F204A-41C0-48EF-972A-C15E7A1AA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48731" y="8662372"/>
            <a:ext cx="454739" cy="18727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3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3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3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winding</a:t>
            </a:r>
          </a:p>
        </p:txBody>
      </p:sp>
      <p:sp>
        <p:nvSpPr>
          <p:cNvPr id="375" name="text-352 or">
            <a:extLst xmlns:a="http://schemas.openxmlformats.org/drawingml/2006/main">
              <a:ext uri="{FF2B5EF4-FFF2-40B4-BE49-F238E27FC236}">
                <a16:creationId xmlns:a16="http://schemas.microsoft.com/office/drawing/2014/main" id="{3C4C4300-DB67-43E0-BEA0-3A0F5C1B6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12948" y="8661794"/>
            <a:ext cx="143538" cy="1880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or</a:t>
            </a:r>
          </a:p>
        </p:txBody>
      </p:sp>
      <p:sp>
        <p:nvSpPr>
          <p:cNvPr id="376" name="text-352 bent.">
            <a:extLst xmlns:a="http://schemas.openxmlformats.org/drawingml/2006/main">
              <a:ext uri="{FF2B5EF4-FFF2-40B4-BE49-F238E27FC236}">
                <a16:creationId xmlns:a16="http://schemas.microsoft.com/office/drawing/2014/main" id="{4EBE3633-11BB-4F70-B898-18FB7C20F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66753" y="8662694"/>
            <a:ext cx="286889" cy="18682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1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1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1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bent.</a:t>
            </a:r>
          </a:p>
        </p:txBody>
      </p:sp>
      <p:sp>
        <p:nvSpPr>
          <p:cNvPr id="377" name="text-352 The">
            <a:extLst xmlns:a="http://schemas.openxmlformats.org/drawingml/2006/main">
              <a:ext uri="{FF2B5EF4-FFF2-40B4-BE49-F238E27FC236}">
                <a16:creationId xmlns:a16="http://schemas.microsoft.com/office/drawing/2014/main" id="{E14B7ADC-51DB-4289-8C46-DF2734430F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63179" y="8661220"/>
            <a:ext cx="226487" cy="1888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6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6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62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The</a:t>
            </a:r>
          </a:p>
        </p:txBody>
      </p:sp>
      <p:sp>
        <p:nvSpPr>
          <p:cNvPr id="378" name="text-353 …">
            <a:extLst xmlns:a="http://schemas.openxmlformats.org/drawingml/2006/main">
              <a:ext uri="{FF2B5EF4-FFF2-40B4-BE49-F238E27FC236}">
                <a16:creationId xmlns:a16="http://schemas.microsoft.com/office/drawing/2014/main" id="{465C9268-22C5-4F0D-99C8-040E20C908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98101" y="8661794"/>
            <a:ext cx="143538" cy="18808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058" b="0" i="1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…</a:t>
            </a:r>
          </a:p>
        </p:txBody>
      </p:sp>
      <p:sp>
        <p:nvSpPr>
          <p:cNvPr id="379" name="path-354">
            <a:extLst xmlns:a="http://schemas.openxmlformats.org/drawingml/2006/main">
              <a:ext uri="{FF2B5EF4-FFF2-40B4-BE49-F238E27FC236}">
                <a16:creationId xmlns:a16="http://schemas.microsoft.com/office/drawing/2014/main" id="{7339D41B-9DE1-4A5F-A1D5-FD489ABAA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81151" y="7610627"/>
            <a:ext cx="1615350" cy="1390133"/>
          </a:xfrm>
          <a:custGeom xmlns:a="http://schemas.openxmlformats.org/drawingml/2006/main">
            <a:pathLst>
              <a:path w="1413431" h="1216366">
                <a:moveTo>
                  <a:pt x="0" y="105836"/>
                </a:moveTo>
                <a:cubicBezTo>
                  <a:pt x="0" y="47384"/>
                  <a:pt x="47384" y="0"/>
                  <a:pt x="105836" y="0"/>
                </a:cubicBezTo>
                <a:lnTo>
                  <a:pt x="1307595" y="0"/>
                </a:lnTo>
                <a:cubicBezTo>
                  <a:pt x="1366047" y="0"/>
                  <a:pt x="1413431" y="47384"/>
                  <a:pt x="1413431" y="105836"/>
                </a:cubicBezTo>
                <a:lnTo>
                  <a:pt x="1413431" y="1110530"/>
                </a:lnTo>
                <a:cubicBezTo>
                  <a:pt x="1413431" y="1168982"/>
                  <a:pt x="1366047" y="1216366"/>
                  <a:pt x="1307595" y="1216366"/>
                </a:cubicBezTo>
                <a:lnTo>
                  <a:pt x="105836" y="1216366"/>
                </a:lnTo>
                <a:cubicBezTo>
                  <a:pt x="47384" y="1216366"/>
                  <a:pt x="0" y="1168982"/>
                  <a:pt x="0" y="1110530"/>
                </a:cubicBezTo>
                <a:lnTo>
                  <a:pt x="0" y="105836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6159AC"/>
            </a:solidFill>
            <a:prstDash val="solid"/>
          </a:ln>
        </p:spPr>
      </p:sp>
      <p:sp>
        <p:nvSpPr>
          <p:cNvPr id="380" name="text-355 Zoom">
            <a:extLst xmlns:a="http://schemas.openxmlformats.org/drawingml/2006/main">
              <a:ext uri="{FF2B5EF4-FFF2-40B4-BE49-F238E27FC236}">
                <a16:creationId xmlns:a16="http://schemas.microsoft.com/office/drawing/2014/main" id="{277BCB40-1B0E-4895-96D0-825690B4A4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97830" y="7634592"/>
            <a:ext cx="459475" cy="2505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9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Zoom</a:t>
            </a:r>
          </a:p>
        </p:txBody>
      </p:sp>
      <p:sp>
        <p:nvSpPr>
          <p:cNvPr id="381" name="text-355 In">
            <a:extLst xmlns:a="http://schemas.openxmlformats.org/drawingml/2006/main">
              <a:ext uri="{FF2B5EF4-FFF2-40B4-BE49-F238E27FC236}">
                <a16:creationId xmlns:a16="http://schemas.microsoft.com/office/drawing/2014/main" id="{7241BB0F-C13C-4A46-97C2-F18446963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70438" y="7635492"/>
            <a:ext cx="180262" cy="24929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2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2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2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382" name="text-356 -">
            <a:extLst xmlns:a="http://schemas.openxmlformats.org/drawingml/2006/main">
              <a:ext uri="{FF2B5EF4-FFF2-40B4-BE49-F238E27FC236}">
                <a16:creationId xmlns:a16="http://schemas.microsoft.com/office/drawing/2014/main" id="{EF0A460A-9983-4B40-A2EB-643F10125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71409" y="7838404"/>
            <a:ext cx="91855" cy="2508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383" name="text-357 Param:">
            <a:extLst xmlns:a="http://schemas.openxmlformats.org/drawingml/2006/main">
              <a:ext uri="{FF2B5EF4-FFF2-40B4-BE49-F238E27FC236}">
                <a16:creationId xmlns:a16="http://schemas.microsoft.com/office/drawing/2014/main" id="{8F518E51-E4CD-4CAB-88B4-C02960DBE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74880" y="7838988"/>
            <a:ext cx="537818" cy="2500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Param:</a:t>
            </a:r>
          </a:p>
        </p:txBody>
      </p:sp>
      <p:sp>
        <p:nvSpPr>
          <p:cNvPr id="384" name="text-359 &lt;Image:">
            <a:extLst xmlns:a="http://schemas.openxmlformats.org/drawingml/2006/main">
              <a:ext uri="{FF2B5EF4-FFF2-40B4-BE49-F238E27FC236}">
                <a16:creationId xmlns:a16="http://schemas.microsoft.com/office/drawing/2014/main" id="{CF42BE19-4F06-4516-A8C9-68601E0EB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125795" y="7859705"/>
            <a:ext cx="555714" cy="221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385" name="text-359 3&gt;">
            <a:extLst xmlns:a="http://schemas.openxmlformats.org/drawingml/2006/main">
              <a:ext uri="{FF2B5EF4-FFF2-40B4-BE49-F238E27FC236}">
                <a16:creationId xmlns:a16="http://schemas.microsoft.com/office/drawing/2014/main" id="{2D08F241-BBD1-4BEC-9097-0EC65273C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93473" y="7860956"/>
            <a:ext cx="194817" cy="2192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3&gt;</a:t>
            </a:r>
          </a:p>
        </p:txBody>
      </p:sp>
      <p:sp>
        <p:nvSpPr>
          <p:cNvPr id="386" name="text-360 -">
            <a:extLst xmlns:a="http://schemas.openxmlformats.org/drawingml/2006/main">
              <a:ext uri="{FF2B5EF4-FFF2-40B4-BE49-F238E27FC236}">
                <a16:creationId xmlns:a16="http://schemas.microsoft.com/office/drawing/2014/main" id="{BCBDA0B6-C626-4187-9A7F-211ED715F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471409" y="8063916"/>
            <a:ext cx="91855" cy="25086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1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387" name="text-361 Obs">
            <a:extLst xmlns:a="http://schemas.openxmlformats.org/drawingml/2006/main">
              <a:ext uri="{FF2B5EF4-FFF2-40B4-BE49-F238E27FC236}">
                <a16:creationId xmlns:a16="http://schemas.microsoft.com/office/drawing/2014/main" id="{0E24209F-4650-43BA-B2F0-DC886E58C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74880" y="8064408"/>
            <a:ext cx="319935" cy="25017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Obs</a:t>
            </a:r>
          </a:p>
        </p:txBody>
      </p:sp>
      <p:sp>
        <p:nvSpPr>
          <p:cNvPr id="388" name="text-362 :">
            <a:extLst xmlns:a="http://schemas.openxmlformats.org/drawingml/2006/main">
              <a:ext uri="{FF2B5EF4-FFF2-40B4-BE49-F238E27FC236}">
                <a16:creationId xmlns:a16="http://schemas.microsoft.com/office/drawing/2014/main" id="{BBC1EF5A-5C89-4FEE-BA90-BB1D31475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862922" y="8064108"/>
            <a:ext cx="81944" cy="2505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:</a:t>
            </a:r>
          </a:p>
        </p:txBody>
      </p:sp>
      <p:sp>
        <p:nvSpPr>
          <p:cNvPr id="389" name="text-363 &lt;Image:">
            <a:extLst xmlns:a="http://schemas.openxmlformats.org/drawingml/2006/main">
              <a:ext uri="{FF2B5EF4-FFF2-40B4-BE49-F238E27FC236}">
                <a16:creationId xmlns:a16="http://schemas.microsoft.com/office/drawing/2014/main" id="{1BD19768-1D24-4EE1-A429-03F7B9A76F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66671" y="8767119"/>
            <a:ext cx="555714" cy="2210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4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&lt;Image:</a:t>
            </a:r>
          </a:p>
        </p:txBody>
      </p:sp>
      <p:sp>
        <p:nvSpPr>
          <p:cNvPr id="390" name="text-363 4&gt;">
            <a:extLst xmlns:a="http://schemas.openxmlformats.org/drawingml/2006/main">
              <a:ext uri="{FF2B5EF4-FFF2-40B4-BE49-F238E27FC236}">
                <a16:creationId xmlns:a16="http://schemas.microsoft.com/office/drawing/2014/main" id="{03AC6F9D-E23D-4157-9218-FAB6A4FBC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34348" y="8768371"/>
            <a:ext cx="194817" cy="21928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4&gt;</a:t>
            </a:r>
          </a:p>
        </p:txBody>
      </p:sp>
      <p:pic>
        <p:nvPicPr>
          <p:cNvPr id="391" name="">
            <a:extLst xmlns:a="http://schemas.openxmlformats.org/drawingml/2006/main">
              <a:ext uri="{FF2B5EF4-FFF2-40B4-BE49-F238E27FC236}">
                <a16:creationId xmlns:a16="http://schemas.microsoft.com/office/drawing/2014/main" id="{A1BF2CC7-F68F-4256-9BF8-7D1D4D1DEF7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ee6e32f62594fb5"/>
          <a:stretch xmlns:a="http://schemas.openxmlformats.org/drawingml/2006/main"/>
        </p:blipFill>
        <p:spPr>
          <a:xfrm xmlns:a="http://schemas.openxmlformats.org/drawingml/2006/main">
            <a:off x="7044300" y="7845210"/>
            <a:ext cx="1524000" cy="1012371"/>
          </a:xfrm>
          <a:prstGeom xmlns:a="http://schemas.openxmlformats.org/drawingml/2006/main" prst="rect">
            <a:avLst/>
          </a:prstGeom>
        </p:spPr>
      </p:pic>
      <p:sp>
        <p:nvSpPr>
          <p:cNvPr id="392" name="text-365 …">
            <a:extLst xmlns:a="http://schemas.openxmlformats.org/drawingml/2006/main">
              <a:ext uri="{FF2B5EF4-FFF2-40B4-BE49-F238E27FC236}">
                <a16:creationId xmlns:a16="http://schemas.microsoft.com/office/drawing/2014/main" id="{5657DBDE-90B4-4E8C-B6AD-F386E2753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69956" y="8201862"/>
            <a:ext cx="264005" cy="3133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…</a:t>
            </a:r>
          </a:p>
        </p:txBody>
      </p:sp>
      <p:pic>
        <p:nvPicPr>
          <p:cNvPr id="393" name="">
            <a:extLst xmlns:a="http://schemas.openxmlformats.org/drawingml/2006/main">
              <a:ext uri="{FF2B5EF4-FFF2-40B4-BE49-F238E27FC236}">
                <a16:creationId xmlns:a16="http://schemas.microsoft.com/office/drawing/2014/main" id="{751C8885-00B9-4367-868B-021D161269E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0dd9cb013614260"/>
          <a:stretch xmlns:a="http://schemas.openxmlformats.org/drawingml/2006/main"/>
        </p:blipFill>
        <p:spPr>
          <a:xfrm xmlns:a="http://schemas.openxmlformats.org/drawingml/2006/main">
            <a:off x="795900" y="7627496"/>
            <a:ext cx="217714" cy="217714"/>
          </a:xfrm>
          <a:prstGeom xmlns:a="http://schemas.openxmlformats.org/drawingml/2006/main" prst="rect">
            <a:avLst/>
          </a:prstGeom>
        </p:spPr>
      </p:pic>
      <p:sp>
        <p:nvSpPr>
          <p:cNvPr id="394" name="path-367">
            <a:extLst xmlns:a="http://schemas.openxmlformats.org/drawingml/2006/main">
              <a:ext uri="{FF2B5EF4-FFF2-40B4-BE49-F238E27FC236}">
                <a16:creationId xmlns:a16="http://schemas.microsoft.com/office/drawing/2014/main" id="{1EC97842-2CA0-414D-A028-C1AA9B671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958" y="7649498"/>
            <a:ext cx="187926" cy="177859"/>
          </a:xfrm>
          <a:custGeom xmlns:a="http://schemas.openxmlformats.org/drawingml/2006/main">
            <a:pathLst>
              <a:path w="164436" h="155627">
                <a:moveTo>
                  <a:pt x="0" y="0"/>
                </a:moveTo>
                <a:lnTo>
                  <a:pt x="0" y="155627"/>
                </a:lnTo>
                <a:lnTo>
                  <a:pt x="164436" y="155627"/>
                </a:lnTo>
                <a:lnTo>
                  <a:pt x="16443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4472C4"/>
            </a:solidFill>
            <a:prstDash val="dash"/>
          </a:ln>
        </p:spPr>
      </p:sp>
      <p:sp>
        <p:nvSpPr>
          <p:cNvPr id="395" name="text-368 Zoom">
            <a:extLst xmlns:a="http://schemas.openxmlformats.org/drawingml/2006/main">
              <a:ext uri="{FF2B5EF4-FFF2-40B4-BE49-F238E27FC236}">
                <a16:creationId xmlns:a16="http://schemas.microsoft.com/office/drawing/2014/main" id="{4E323D2B-6595-48D4-9D9F-BBB4A33179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2254" y="7623853"/>
            <a:ext cx="459474" cy="2505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9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Zoom</a:t>
            </a:r>
          </a:p>
        </p:txBody>
      </p:sp>
      <p:sp>
        <p:nvSpPr>
          <p:cNvPr id="396" name="text-368 In">
            <a:extLst xmlns:a="http://schemas.openxmlformats.org/drawingml/2006/main">
              <a:ext uri="{FF2B5EF4-FFF2-40B4-BE49-F238E27FC236}">
                <a16:creationId xmlns:a16="http://schemas.microsoft.com/office/drawing/2014/main" id="{37093394-8D5F-4E47-9EF5-B8ED91A9A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64861" y="7624752"/>
            <a:ext cx="180263" cy="24929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2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2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2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In</a:t>
            </a:r>
          </a:p>
        </p:txBody>
      </p:sp>
      <p:sp>
        <p:nvSpPr>
          <p:cNvPr id="397" name="text-369 Visual">
            <a:extLst xmlns:a="http://schemas.openxmlformats.org/drawingml/2006/main">
              <a:ext uri="{FF2B5EF4-FFF2-40B4-BE49-F238E27FC236}">
                <a16:creationId xmlns:a16="http://schemas.microsoft.com/office/drawing/2014/main" id="{46CF8478-4894-4D8A-9818-9D60B293D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08154" y="7641371"/>
            <a:ext cx="499328" cy="25609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0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0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40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Visual</a:t>
            </a:r>
          </a:p>
        </p:txBody>
      </p:sp>
      <p:sp>
        <p:nvSpPr>
          <p:cNvPr id="398" name="text-369 Search">
            <a:extLst xmlns:a="http://schemas.openxmlformats.org/drawingml/2006/main">
              <a:ext uri="{FF2B5EF4-FFF2-40B4-BE49-F238E27FC236}">
                <a16:creationId xmlns:a16="http://schemas.microsoft.com/office/drawing/2014/main" id="{004C6048-0618-404D-8A3F-8E6A3CAB4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19921" y="7646395"/>
            <a:ext cx="515816" cy="24905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1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1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1" b="0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Search</a:t>
            </a:r>
          </a:p>
        </p:txBody>
      </p:sp>
      <p:pic>
        <p:nvPicPr>
          <p:cNvPr id="399" name="">
            <a:extLst xmlns:a="http://schemas.openxmlformats.org/drawingml/2006/main">
              <a:ext uri="{FF2B5EF4-FFF2-40B4-BE49-F238E27FC236}">
                <a16:creationId xmlns:a16="http://schemas.microsoft.com/office/drawing/2014/main" id="{CA2EA600-3C42-46CF-BF6D-4575B93D210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8757033927543bc"/>
          <a:stretch xmlns:a="http://schemas.openxmlformats.org/drawingml/2006/main"/>
        </p:blipFill>
        <p:spPr>
          <a:xfrm xmlns:a="http://schemas.openxmlformats.org/drawingml/2006/main">
            <a:off x="2123957" y="7834324"/>
            <a:ext cx="272143" cy="500743"/>
          </a:xfrm>
          <a:prstGeom xmlns:a="http://schemas.openxmlformats.org/drawingml/2006/main" prst="rect">
            <a:avLst/>
          </a:prstGeom>
        </p:spPr>
      </p:pic>
      <p:pic>
        <p:nvPicPr>
          <p:cNvPr id="400" name="">
            <a:extLst xmlns:a="http://schemas.openxmlformats.org/drawingml/2006/main">
              <a:ext uri="{FF2B5EF4-FFF2-40B4-BE49-F238E27FC236}">
                <a16:creationId xmlns:a16="http://schemas.microsoft.com/office/drawing/2014/main" id="{F77CC7EC-B691-4D33-ADB4-539851257C4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04817609d3844c1"/>
          <a:stretch xmlns:a="http://schemas.openxmlformats.org/drawingml/2006/main"/>
        </p:blipFill>
        <p:spPr>
          <a:xfrm xmlns:a="http://schemas.openxmlformats.org/drawingml/2006/main">
            <a:off x="2613814" y="7627496"/>
            <a:ext cx="283029" cy="283029"/>
          </a:xfrm>
          <a:prstGeom xmlns:a="http://schemas.openxmlformats.org/drawingml/2006/main" prst="rect">
            <a:avLst/>
          </a:prstGeom>
        </p:spPr>
      </p:pic>
      <p:pic>
        <p:nvPicPr>
          <p:cNvPr id="401" name="">
            <a:extLst xmlns:a="http://schemas.openxmlformats.org/drawingml/2006/main">
              <a:ext uri="{FF2B5EF4-FFF2-40B4-BE49-F238E27FC236}">
                <a16:creationId xmlns:a16="http://schemas.microsoft.com/office/drawing/2014/main" id="{6B5AD912-8BE3-4421-952E-925997EAB67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bb719d8cef8d4e1c"/>
          <a:stretch xmlns:a="http://schemas.openxmlformats.org/drawingml/2006/main"/>
        </p:blipFill>
        <p:spPr>
          <a:xfrm xmlns:a="http://schemas.openxmlformats.org/drawingml/2006/main">
            <a:off x="523757" y="7638381"/>
            <a:ext cx="206829" cy="195943"/>
          </a:xfrm>
          <a:prstGeom xmlns:a="http://schemas.openxmlformats.org/drawingml/2006/main" prst="rect">
            <a:avLst/>
          </a:prstGeom>
        </p:spPr>
      </p:pic>
      <p:sp>
        <p:nvSpPr>
          <p:cNvPr id="402" name="text-373 Param">
            <a:extLst xmlns:a="http://schemas.openxmlformats.org/drawingml/2006/main">
              <a:ext uri="{FF2B5EF4-FFF2-40B4-BE49-F238E27FC236}">
                <a16:creationId xmlns:a16="http://schemas.microsoft.com/office/drawing/2014/main" id="{7D74BEFF-7299-4C33-923B-03114A2EC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6710" y="7893079"/>
            <a:ext cx="501790" cy="25700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4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Param</a:t>
            </a:r>
          </a:p>
        </p:txBody>
      </p:sp>
      <p:sp>
        <p:nvSpPr>
          <p:cNvPr id="403" name="text-374 :">
            <a:extLst xmlns:a="http://schemas.openxmlformats.org/drawingml/2006/main">
              <a:ext uri="{FF2B5EF4-FFF2-40B4-BE49-F238E27FC236}">
                <a16:creationId xmlns:a16="http://schemas.microsoft.com/office/drawing/2014/main" id="{463955CB-AD7A-441A-9B5E-4A0E7470D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9322" y="7897658"/>
            <a:ext cx="81944" cy="25059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9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:</a:t>
            </a:r>
          </a:p>
        </p:txBody>
      </p:sp>
      <p:sp>
        <p:nvSpPr>
          <p:cNvPr id="404" name="text-375 &lt;Image">
            <a:extLst xmlns:a="http://schemas.openxmlformats.org/drawingml/2006/main">
              <a:ext uri="{FF2B5EF4-FFF2-40B4-BE49-F238E27FC236}">
                <a16:creationId xmlns:a16="http://schemas.microsoft.com/office/drawing/2014/main" id="{C6996125-5E13-4D6D-A281-B80332056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15860" y="7913317"/>
            <a:ext cx="529495" cy="2286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8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&lt;Image</a:t>
            </a:r>
          </a:p>
        </p:txBody>
      </p:sp>
      <p:sp>
        <p:nvSpPr>
          <p:cNvPr id="405" name="text-376 :">
            <a:extLst xmlns:a="http://schemas.openxmlformats.org/drawingml/2006/main">
              <a:ext uri="{FF2B5EF4-FFF2-40B4-BE49-F238E27FC236}">
                <a16:creationId xmlns:a16="http://schemas.microsoft.com/office/drawing/2014/main" id="{8845A057-C273-4956-8961-8A5404D2E4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19570" y="7920117"/>
            <a:ext cx="71687" cy="2191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:</a:t>
            </a:r>
          </a:p>
        </p:txBody>
      </p:sp>
      <p:sp>
        <p:nvSpPr>
          <p:cNvPr id="406" name="text-377 0">
            <a:extLst xmlns:a="http://schemas.openxmlformats.org/drawingml/2006/main">
              <a:ext uri="{FF2B5EF4-FFF2-40B4-BE49-F238E27FC236}">
                <a16:creationId xmlns:a16="http://schemas.microsoft.com/office/drawing/2014/main" id="{5F65922D-C3D6-42EE-B8B3-CF84294F4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849105" y="7920034"/>
            <a:ext cx="106494" cy="21926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0</a:t>
            </a:r>
          </a:p>
        </p:txBody>
      </p:sp>
      <p:sp>
        <p:nvSpPr>
          <p:cNvPr id="407" name="text-378 &gt;">
            <a:extLst xmlns:a="http://schemas.openxmlformats.org/drawingml/2006/main">
              <a:ext uri="{FF2B5EF4-FFF2-40B4-BE49-F238E27FC236}">
                <a16:creationId xmlns:a16="http://schemas.microsoft.com/office/drawing/2014/main" id="{398D84FA-A50D-4AB8-B9D7-0862B1DE3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930651" y="7920007"/>
            <a:ext cx="116516" cy="21930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23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&gt;</a:t>
            </a:r>
          </a:p>
        </p:txBody>
      </p:sp>
      <p:sp>
        <p:nvSpPr>
          <p:cNvPr id="408" name="text-379 Obs:">
            <a:extLst xmlns:a="http://schemas.openxmlformats.org/drawingml/2006/main">
              <a:ext uri="{FF2B5EF4-FFF2-40B4-BE49-F238E27FC236}">
                <a16:creationId xmlns:a16="http://schemas.microsoft.com/office/drawing/2014/main" id="{F980A69E-532B-46B0-87E9-A4E6044B3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6710" y="8096442"/>
            <a:ext cx="369951" cy="250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40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Obs:</a:t>
            </a:r>
          </a:p>
        </p:txBody>
      </p:sp>
      <p:pic>
        <p:nvPicPr>
          <p:cNvPr id="409" name="">
            <a:extLst xmlns:a="http://schemas.openxmlformats.org/drawingml/2006/main">
              <a:ext uri="{FF2B5EF4-FFF2-40B4-BE49-F238E27FC236}">
                <a16:creationId xmlns:a16="http://schemas.microsoft.com/office/drawing/2014/main" id="{C87EF7FA-C80B-4960-9291-84A0CCFE9249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7dc0ecec17db44a9"/>
          <a:stretch xmlns:a="http://schemas.openxmlformats.org/drawingml/2006/main"/>
        </p:blipFill>
        <p:spPr>
          <a:xfrm xmlns:a="http://schemas.openxmlformats.org/drawingml/2006/main">
            <a:off x="338700" y="7845210"/>
            <a:ext cx="272143" cy="489857"/>
          </a:xfrm>
          <a:prstGeom xmlns:a="http://schemas.openxmlformats.org/drawingml/2006/main" prst="rect">
            <a:avLst/>
          </a:prstGeom>
        </p:spPr>
      </p:pic>
      <p:pic>
        <p:nvPicPr>
          <p:cNvPr id="410" name="">
            <a:extLst xmlns:a="http://schemas.openxmlformats.org/drawingml/2006/main">
              <a:ext uri="{FF2B5EF4-FFF2-40B4-BE49-F238E27FC236}">
                <a16:creationId xmlns:a16="http://schemas.microsoft.com/office/drawing/2014/main" id="{3CE34F3E-D572-404D-B587-996591A5F3A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14977d3694db4752"/>
          <a:stretch xmlns:a="http://schemas.openxmlformats.org/drawingml/2006/main"/>
        </p:blipFill>
        <p:spPr>
          <a:xfrm xmlns:a="http://schemas.openxmlformats.org/drawingml/2006/main">
            <a:off x="2374328" y="7627496"/>
            <a:ext cx="228600" cy="250371"/>
          </a:xfrm>
          <a:prstGeom xmlns:a="http://schemas.openxmlformats.org/drawingml/2006/main" prst="rect">
            <a:avLst/>
          </a:prstGeom>
        </p:spPr>
      </p:pic>
      <p:pic>
        <p:nvPicPr>
          <p:cNvPr id="411" name="">
            <a:extLst xmlns:a="http://schemas.openxmlformats.org/drawingml/2006/main">
              <a:ext uri="{FF2B5EF4-FFF2-40B4-BE49-F238E27FC236}">
                <a16:creationId xmlns:a16="http://schemas.microsoft.com/office/drawing/2014/main" id="{A8BE9CD1-0623-4C8F-A99A-AE12F81C60EE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257b1b49cc5d43ed"/>
          <a:stretch xmlns:a="http://schemas.openxmlformats.org/drawingml/2006/main"/>
        </p:blipFill>
        <p:spPr>
          <a:xfrm xmlns:a="http://schemas.openxmlformats.org/drawingml/2006/main">
            <a:off x="4758300" y="7627496"/>
            <a:ext cx="272143" cy="272143"/>
          </a:xfrm>
          <a:prstGeom xmlns:a="http://schemas.openxmlformats.org/drawingml/2006/main" prst="rect">
            <a:avLst/>
          </a:prstGeom>
        </p:spPr>
      </p:pic>
      <p:pic>
        <p:nvPicPr>
          <p:cNvPr id="412" name="">
            <a:extLst xmlns:a="http://schemas.openxmlformats.org/drawingml/2006/main">
              <a:ext uri="{FF2B5EF4-FFF2-40B4-BE49-F238E27FC236}">
                <a16:creationId xmlns:a16="http://schemas.microsoft.com/office/drawing/2014/main" id="{5977E6C5-25DB-4B01-A1E8-CE4102AE39C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fa0065a84e70451b"/>
          <a:stretch xmlns:a="http://schemas.openxmlformats.org/drawingml/2006/main"/>
        </p:blipFill>
        <p:spPr>
          <a:xfrm xmlns:a="http://schemas.openxmlformats.org/drawingml/2006/main">
            <a:off x="4529700" y="7638381"/>
            <a:ext cx="239486" cy="250371"/>
          </a:xfrm>
          <a:prstGeom xmlns:a="http://schemas.openxmlformats.org/drawingml/2006/main" prst="rect">
            <a:avLst/>
          </a:prstGeom>
        </p:spPr>
      </p:pic>
      <p:pic>
        <p:nvPicPr>
          <p:cNvPr id="413" name="">
            <a:extLst xmlns:a="http://schemas.openxmlformats.org/drawingml/2006/main">
              <a:ext uri="{FF2B5EF4-FFF2-40B4-BE49-F238E27FC236}">
                <a16:creationId xmlns:a16="http://schemas.microsoft.com/office/drawing/2014/main" id="{8FD21334-A5B1-42DF-BF83-14DAF055D100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a11c718db014dd7"/>
          <a:stretch xmlns:a="http://schemas.openxmlformats.org/drawingml/2006/main"/>
        </p:blipFill>
        <p:spPr>
          <a:xfrm xmlns:a="http://schemas.openxmlformats.org/drawingml/2006/main">
            <a:off x="6837471" y="7638381"/>
            <a:ext cx="217714" cy="217714"/>
          </a:xfrm>
          <a:prstGeom xmlns:a="http://schemas.openxmlformats.org/drawingml/2006/main" prst="rect">
            <a:avLst/>
          </a:prstGeom>
        </p:spPr>
      </p:pic>
      <p:sp>
        <p:nvSpPr>
          <p:cNvPr id="414" name="path-385">
            <a:extLst xmlns:a="http://schemas.openxmlformats.org/drawingml/2006/main">
              <a:ext uri="{FF2B5EF4-FFF2-40B4-BE49-F238E27FC236}">
                <a16:creationId xmlns:a16="http://schemas.microsoft.com/office/drawing/2014/main" id="{F1BFEE8C-A19B-469A-8381-98C86C20D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9431" y="7661163"/>
            <a:ext cx="185688" cy="175622"/>
          </a:xfrm>
          <a:custGeom xmlns:a="http://schemas.openxmlformats.org/drawingml/2006/main">
            <a:pathLst>
              <a:path w="162477" h="153669">
                <a:moveTo>
                  <a:pt x="0" y="0"/>
                </a:moveTo>
                <a:lnTo>
                  <a:pt x="0" y="153669"/>
                </a:lnTo>
                <a:lnTo>
                  <a:pt x="162477" y="153669"/>
                </a:lnTo>
                <a:lnTo>
                  <a:pt x="162477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22372">
            <a:solidFill>
              <a:srgbClr val="4472C4"/>
            </a:solidFill>
            <a:prstDash val="dash"/>
          </a:ln>
        </p:spPr>
      </p:sp>
      <p:pic>
        <p:nvPicPr>
          <p:cNvPr id="415" name="">
            <a:extLst xmlns:a="http://schemas.openxmlformats.org/drawingml/2006/main">
              <a:ext uri="{FF2B5EF4-FFF2-40B4-BE49-F238E27FC236}">
                <a16:creationId xmlns:a16="http://schemas.microsoft.com/office/drawing/2014/main" id="{07A1EC61-6C81-44C1-B4CF-94E6011B3978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3f738c964094c23"/>
          <a:stretch xmlns:a="http://schemas.openxmlformats.org/drawingml/2006/main"/>
        </p:blipFill>
        <p:spPr>
          <a:xfrm xmlns:a="http://schemas.openxmlformats.org/drawingml/2006/main">
            <a:off x="6576214" y="7627496"/>
            <a:ext cx="239486" cy="239486"/>
          </a:xfrm>
          <a:prstGeom xmlns:a="http://schemas.openxmlformats.org/drawingml/2006/main" prst="rect">
            <a:avLst/>
          </a:prstGeom>
        </p:spPr>
      </p:pic>
      <p:pic>
        <p:nvPicPr>
          <p:cNvPr id="416" name="">
            <a:extLst xmlns:a="http://schemas.openxmlformats.org/drawingml/2006/main">
              <a:ext uri="{FF2B5EF4-FFF2-40B4-BE49-F238E27FC236}">
                <a16:creationId xmlns:a16="http://schemas.microsoft.com/office/drawing/2014/main" id="{35EF3A4E-C973-47B5-8754-F02E9FD86AF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bda67f2770a4db1"/>
          <a:stretch xmlns:a="http://schemas.openxmlformats.org/drawingml/2006/main"/>
        </p:blipFill>
        <p:spPr>
          <a:xfrm xmlns:a="http://schemas.openxmlformats.org/drawingml/2006/main">
            <a:off x="16645500" y="4133181"/>
            <a:ext cx="881743" cy="783771"/>
          </a:xfrm>
          <a:prstGeom xmlns:a="http://schemas.openxmlformats.org/drawingml/2006/main" prst="rect">
            <a:avLst/>
          </a:prstGeom>
        </p:spPr>
      </p:pic>
      <p:pic>
        <p:nvPicPr>
          <p:cNvPr id="417" name="">
            <a:extLst xmlns:a="http://schemas.openxmlformats.org/drawingml/2006/main">
              <a:ext uri="{FF2B5EF4-FFF2-40B4-BE49-F238E27FC236}">
                <a16:creationId xmlns:a16="http://schemas.microsoft.com/office/drawing/2014/main" id="{30A62DBC-A15C-468F-B888-1961ACD71F6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9b45fa60e7c04453"/>
          <a:stretch xmlns:a="http://schemas.openxmlformats.org/drawingml/2006/main"/>
        </p:blipFill>
        <p:spPr>
          <a:xfrm xmlns:a="http://schemas.openxmlformats.org/drawingml/2006/main">
            <a:off x="16645500" y="4133181"/>
            <a:ext cx="881743" cy="783771"/>
          </a:xfrm>
          <a:prstGeom xmlns:a="http://schemas.openxmlformats.org/drawingml/2006/main" prst="rect">
            <a:avLst/>
          </a:prstGeom>
        </p:spPr>
      </p:pic>
      <p:pic>
        <p:nvPicPr>
          <p:cNvPr id="418" name="">
            <a:extLst xmlns:a="http://schemas.openxmlformats.org/drawingml/2006/main">
              <a:ext uri="{FF2B5EF4-FFF2-40B4-BE49-F238E27FC236}">
                <a16:creationId xmlns:a16="http://schemas.microsoft.com/office/drawing/2014/main" id="{E898AEFD-9EC2-4F82-8C30-AFD16BF6805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c6724c1aed314c1f"/>
          <a:stretch xmlns:a="http://schemas.openxmlformats.org/drawingml/2006/main"/>
        </p:blipFill>
        <p:spPr>
          <a:xfrm xmlns:a="http://schemas.openxmlformats.org/drawingml/2006/main">
            <a:off x="16645500" y="4133181"/>
            <a:ext cx="881743" cy="783771"/>
          </a:xfrm>
          <a:prstGeom xmlns:a="http://schemas.openxmlformats.org/drawingml/2006/main" prst="rect">
            <a:avLst/>
          </a:prstGeom>
        </p:spPr>
      </p:pic>
      <p:pic>
        <p:nvPicPr>
          <p:cNvPr id="419" name="">
            <a:extLst xmlns:a="http://schemas.openxmlformats.org/drawingml/2006/main">
              <a:ext uri="{FF2B5EF4-FFF2-40B4-BE49-F238E27FC236}">
                <a16:creationId xmlns:a16="http://schemas.microsoft.com/office/drawing/2014/main" id="{C6EC5149-2CE1-42A0-9658-7A784363163A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0c99779432034e7a"/>
          <a:stretch xmlns:a="http://schemas.openxmlformats.org/drawingml/2006/main"/>
        </p:blipFill>
        <p:spPr>
          <a:xfrm xmlns:a="http://schemas.openxmlformats.org/drawingml/2006/main">
            <a:off x="11746928" y="7627496"/>
            <a:ext cx="1556657" cy="1012371"/>
          </a:xfrm>
          <a:prstGeom xmlns:a="http://schemas.openxmlformats.org/drawingml/2006/main" prst="rect">
            <a:avLst/>
          </a:prstGeom>
        </p:spPr>
      </p:pic>
      <p:pic>
        <p:nvPicPr>
          <p:cNvPr id="420" name="">
            <a:extLst xmlns:a="http://schemas.openxmlformats.org/drawingml/2006/main">
              <a:ext uri="{FF2B5EF4-FFF2-40B4-BE49-F238E27FC236}">
                <a16:creationId xmlns:a16="http://schemas.microsoft.com/office/drawing/2014/main" id="{1D3336AB-3F6F-41CD-A5FD-21B145ECE48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e22b47ad5a844dcb"/>
          <a:stretch xmlns:a="http://schemas.openxmlformats.org/drawingml/2006/main"/>
        </p:blipFill>
        <p:spPr>
          <a:xfrm xmlns:a="http://schemas.openxmlformats.org/drawingml/2006/main">
            <a:off x="11746928" y="7627496"/>
            <a:ext cx="1556657" cy="1012371"/>
          </a:xfrm>
          <a:prstGeom xmlns:a="http://schemas.openxmlformats.org/drawingml/2006/main" prst="rect">
            <a:avLst/>
          </a:prstGeom>
        </p:spPr>
      </p:pic>
      <p:pic>
        <p:nvPicPr>
          <p:cNvPr id="421" name="">
            <a:extLst xmlns:a="http://schemas.openxmlformats.org/drawingml/2006/main">
              <a:ext uri="{FF2B5EF4-FFF2-40B4-BE49-F238E27FC236}">
                <a16:creationId xmlns:a16="http://schemas.microsoft.com/office/drawing/2014/main" id="{F3DA0122-CC53-4E1B-87F0-537336611D12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6cf660e9102546cf"/>
          <a:stretch xmlns:a="http://schemas.openxmlformats.org/drawingml/2006/main"/>
        </p:blipFill>
        <p:spPr>
          <a:xfrm xmlns:a="http://schemas.openxmlformats.org/drawingml/2006/main">
            <a:off x="11746928" y="7627496"/>
            <a:ext cx="1556657" cy="1012371"/>
          </a:xfrm>
          <a:prstGeom xmlns:a="http://schemas.openxmlformats.org/drawingml/2006/main" prst="rect">
            <a:avLst/>
          </a:prstGeom>
        </p:spPr>
      </p:pic>
      <p:pic>
        <p:nvPicPr>
          <p:cNvPr id="422" name="">
            <a:extLst xmlns:a="http://schemas.openxmlformats.org/drawingml/2006/main">
              <a:ext uri="{FF2B5EF4-FFF2-40B4-BE49-F238E27FC236}">
                <a16:creationId xmlns:a16="http://schemas.microsoft.com/office/drawing/2014/main" id="{2B2769E3-FCC2-41BD-93C4-74EEAEC8B72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4edff1df87244a8"/>
          <a:stretch xmlns:a="http://schemas.openxmlformats.org/drawingml/2006/main"/>
        </p:blipFill>
        <p:spPr>
          <a:xfrm xmlns:a="http://schemas.openxmlformats.org/drawingml/2006/main">
            <a:off x="8513871" y="1629467"/>
            <a:ext cx="9590314" cy="1872343"/>
          </a:xfrm>
          <a:prstGeom xmlns:a="http://schemas.openxmlformats.org/drawingml/2006/main" prst="rect">
            <a:avLst/>
          </a:prstGeom>
        </p:spPr>
      </p:pic>
      <p:sp>
        <p:nvSpPr>
          <p:cNvPr id="423" name="path-394">
            <a:extLst xmlns:a="http://schemas.openxmlformats.org/drawingml/2006/main">
              <a:ext uri="{FF2B5EF4-FFF2-40B4-BE49-F238E27FC236}">
                <a16:creationId xmlns:a16="http://schemas.microsoft.com/office/drawing/2014/main" id="{E28A854D-55AE-4D36-A49B-009372BF0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4245" y="1693886"/>
            <a:ext cx="9371941" cy="1651746"/>
          </a:xfrm>
          <a:custGeom xmlns:a="http://schemas.openxmlformats.org/drawingml/2006/main">
            <a:pathLst>
              <a:path w="8200448" h="1445278">
                <a:moveTo>
                  <a:pt x="0" y="68742"/>
                </a:moveTo>
                <a:cubicBezTo>
                  <a:pt x="0" y="30776"/>
                  <a:pt x="30775" y="0"/>
                  <a:pt x="68741" y="0"/>
                </a:cubicBezTo>
                <a:lnTo>
                  <a:pt x="8131709" y="0"/>
                </a:lnTo>
                <a:cubicBezTo>
                  <a:pt x="8169673" y="0"/>
                  <a:pt x="8200448" y="30776"/>
                  <a:pt x="8200448" y="68742"/>
                </a:cubicBezTo>
                <a:lnTo>
                  <a:pt x="8200448" y="1376538"/>
                </a:lnTo>
                <a:cubicBezTo>
                  <a:pt x="8200448" y="1414501"/>
                  <a:pt x="8169673" y="1445278"/>
                  <a:pt x="8131709" y="1445278"/>
                </a:cubicBezTo>
                <a:lnTo>
                  <a:pt x="68741" y="1445278"/>
                </a:lnTo>
                <a:cubicBezTo>
                  <a:pt x="30775" y="1445278"/>
                  <a:pt x="0" y="1414501"/>
                  <a:pt x="0" y="1376538"/>
                </a:cubicBezTo>
                <a:lnTo>
                  <a:pt x="0" y="68742"/>
                </a:lnTo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24" name="path-395">
            <a:extLst xmlns:a="http://schemas.openxmlformats.org/drawingml/2006/main">
              <a:ext uri="{FF2B5EF4-FFF2-40B4-BE49-F238E27FC236}">
                <a16:creationId xmlns:a16="http://schemas.microsoft.com/office/drawing/2014/main" id="{32149ABC-6DE5-45E4-A535-3CB283ED3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574245" y="1693886"/>
            <a:ext cx="9371942" cy="1651746"/>
          </a:xfrm>
          <a:custGeom xmlns:a="http://schemas.openxmlformats.org/drawingml/2006/main">
            <a:pathLst>
              <a:path w="8200450" h="1445278">
                <a:moveTo>
                  <a:pt x="0" y="68741"/>
                </a:moveTo>
                <a:cubicBezTo>
                  <a:pt x="0" y="30776"/>
                  <a:pt x="30776" y="0"/>
                  <a:pt x="68741" y="0"/>
                </a:cubicBezTo>
                <a:lnTo>
                  <a:pt x="8131709" y="0"/>
                </a:lnTo>
                <a:cubicBezTo>
                  <a:pt x="8169673" y="0"/>
                  <a:pt x="8200450" y="30776"/>
                  <a:pt x="8200450" y="68741"/>
                </a:cubicBezTo>
                <a:lnTo>
                  <a:pt x="8200450" y="1376537"/>
                </a:lnTo>
                <a:cubicBezTo>
                  <a:pt x="8200450" y="1414502"/>
                  <a:pt x="8169673" y="1445278"/>
                  <a:pt x="8131709" y="1445278"/>
                </a:cubicBezTo>
                <a:lnTo>
                  <a:pt x="68741" y="1445278"/>
                </a:lnTo>
                <a:cubicBezTo>
                  <a:pt x="30776" y="1445278"/>
                  <a:pt x="0" y="1414502"/>
                  <a:pt x="0" y="1376537"/>
                </a:cubicBezTo>
                <a:lnTo>
                  <a:pt x="0" y="68741"/>
                </a:lnTo>
              </a:path>
            </a:pathLst>
          </a:custGeom>
          <a:noFill xmlns:a="http://schemas.openxmlformats.org/drawingml/2006/main"/>
          <a:ln xmlns:a="http://schemas.openxmlformats.org/drawingml/2006/main" w="16779">
            <a:solidFill>
              <a:srgbClr val="D9D9D9"/>
            </a:solidFill>
            <a:prstDash val="solid"/>
          </a:ln>
        </p:spPr>
      </p:sp>
      <p:pic>
        <p:nvPicPr>
          <p:cNvPr id="425" name="">
            <a:extLst xmlns:a="http://schemas.openxmlformats.org/drawingml/2006/main">
              <a:ext uri="{FF2B5EF4-FFF2-40B4-BE49-F238E27FC236}">
                <a16:creationId xmlns:a16="http://schemas.microsoft.com/office/drawing/2014/main" id="{6D8CDB48-04B8-4378-8960-8BAA0C2AB88C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abe4345e91064e1e"/>
          <a:stretch xmlns:a="http://schemas.openxmlformats.org/drawingml/2006/main"/>
        </p:blipFill>
        <p:spPr>
          <a:xfrm xmlns:a="http://schemas.openxmlformats.org/drawingml/2006/main">
            <a:off x="11670728" y="1629467"/>
            <a:ext cx="566057" cy="566057"/>
          </a:xfrm>
          <a:prstGeom xmlns:a="http://schemas.openxmlformats.org/drawingml/2006/main" prst="rect">
            <a:avLst/>
          </a:prstGeom>
        </p:spPr>
      </p:pic>
      <p:sp>
        <p:nvSpPr>
          <p:cNvPr id="426" name="text-397 Rubric">
            <a:extLst xmlns:a="http://schemas.openxmlformats.org/drawingml/2006/main">
              <a:ext uri="{FF2B5EF4-FFF2-40B4-BE49-F238E27FC236}">
                <a16:creationId xmlns:a16="http://schemas.microsoft.com/office/drawing/2014/main" id="{A464B29D-9C60-477C-9D57-EBE3CC1569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08252" y="1763185"/>
            <a:ext cx="782426" cy="3445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8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8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8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rPr>
              <a:t>Rubric</a:t>
            </a:r>
          </a:p>
        </p:txBody>
      </p:sp>
      <p:sp>
        <p:nvSpPr>
          <p:cNvPr id="427" name="text-398 -">
            <a:extLst xmlns:a="http://schemas.openxmlformats.org/drawingml/2006/main">
              <a:ext uri="{FF2B5EF4-FFF2-40B4-BE49-F238E27FC236}">
                <a16:creationId xmlns:a16="http://schemas.microsoft.com/office/drawing/2014/main" id="{0F318159-A6D5-44F7-B4E7-75EBE210D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046534" y="1763117"/>
            <a:ext cx="126268" cy="34468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9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9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9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428" name="text-399 Guided">
            <a:extLst xmlns:a="http://schemas.openxmlformats.org/drawingml/2006/main">
              <a:ext uri="{FF2B5EF4-FFF2-40B4-BE49-F238E27FC236}">
                <a16:creationId xmlns:a16="http://schemas.microsoft.com/office/drawing/2014/main" id="{F9402717-036B-4AC8-B6BE-0DF42E887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127635" y="1763885"/>
            <a:ext cx="821430" cy="34361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3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3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3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rPr>
              <a:t>Guided</a:t>
            </a:r>
          </a:p>
        </p:txBody>
      </p:sp>
      <p:sp>
        <p:nvSpPr>
          <p:cNvPr id="429" name="text-399 Optimization">
            <a:extLst xmlns:a="http://schemas.openxmlformats.org/drawingml/2006/main">
              <a:ext uri="{FF2B5EF4-FFF2-40B4-BE49-F238E27FC236}">
                <a16:creationId xmlns:a16="http://schemas.microsoft.com/office/drawing/2014/main" id="{578166BE-8F04-436A-9001-5D91ED2DA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66569" y="1764503"/>
            <a:ext cx="1430918" cy="34274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28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28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28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rPr>
              <a:t>Optimization</a:t>
            </a:r>
          </a:p>
        </p:txBody>
      </p:sp>
      <p:sp>
        <p:nvSpPr>
          <p:cNvPr id="430" name="path-400">
            <a:extLst xmlns:a="http://schemas.openxmlformats.org/drawingml/2006/main">
              <a:ext uri="{FF2B5EF4-FFF2-40B4-BE49-F238E27FC236}">
                <a16:creationId xmlns:a16="http://schemas.microsoft.com/office/drawing/2014/main" id="{CAF3FA7F-5EA3-4AAD-8286-A7A6B6C8D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7849" y="2139529"/>
            <a:ext cx="4620159" cy="1123564"/>
          </a:xfrm>
          <a:custGeom xmlns:a="http://schemas.openxmlformats.org/drawingml/2006/main">
            <a:pathLst>
              <a:path w="4042639" h="983118">
                <a:moveTo>
                  <a:pt x="0" y="85540"/>
                </a:moveTo>
                <a:cubicBezTo>
                  <a:pt x="0" y="38298"/>
                  <a:pt x="38298" y="0"/>
                  <a:pt x="85539" y="0"/>
                </a:cubicBezTo>
                <a:lnTo>
                  <a:pt x="3957101" y="0"/>
                </a:lnTo>
                <a:cubicBezTo>
                  <a:pt x="4004344" y="0"/>
                  <a:pt x="4042639" y="38298"/>
                  <a:pt x="4042639" y="85540"/>
                </a:cubicBezTo>
                <a:lnTo>
                  <a:pt x="4042639" y="897579"/>
                </a:lnTo>
                <a:cubicBezTo>
                  <a:pt x="4042639" y="944821"/>
                  <a:pt x="4004344" y="983118"/>
                  <a:pt x="3957101" y="983118"/>
                </a:cubicBezTo>
                <a:lnTo>
                  <a:pt x="85539" y="983118"/>
                </a:lnTo>
                <a:cubicBezTo>
                  <a:pt x="38298" y="983118"/>
                  <a:pt x="0" y="944821"/>
                  <a:pt x="0" y="897579"/>
                </a:cubicBezTo>
                <a:lnTo>
                  <a:pt x="0" y="85540"/>
                </a:lnTo>
              </a:path>
            </a:pathLst>
          </a:custGeom>
          <a:solidFill xmlns:a="http://schemas.openxmlformats.org/drawingml/2006/main">
            <a:srgbClr val="F6F4FD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31" name="path-401">
            <a:extLst xmlns:a="http://schemas.openxmlformats.org/drawingml/2006/main">
              <a:ext uri="{FF2B5EF4-FFF2-40B4-BE49-F238E27FC236}">
                <a16:creationId xmlns:a16="http://schemas.microsoft.com/office/drawing/2014/main" id="{6613B800-0B4A-4FB7-A842-647243309D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7849" y="2139529"/>
            <a:ext cx="4620159" cy="1123564"/>
          </a:xfrm>
          <a:custGeom xmlns:a="http://schemas.openxmlformats.org/drawingml/2006/main">
            <a:pathLst>
              <a:path w="4042639" h="983118">
                <a:moveTo>
                  <a:pt x="0" y="85539"/>
                </a:moveTo>
                <a:cubicBezTo>
                  <a:pt x="0" y="38297"/>
                  <a:pt x="38297" y="0"/>
                  <a:pt x="85539" y="0"/>
                </a:cubicBezTo>
                <a:lnTo>
                  <a:pt x="3957101" y="0"/>
                </a:lnTo>
                <a:cubicBezTo>
                  <a:pt x="4004343" y="0"/>
                  <a:pt x="4042639" y="38297"/>
                  <a:pt x="4042639" y="85539"/>
                </a:cubicBezTo>
                <a:lnTo>
                  <a:pt x="4042639" y="897579"/>
                </a:lnTo>
                <a:cubicBezTo>
                  <a:pt x="4042639" y="944821"/>
                  <a:pt x="4004343" y="983118"/>
                  <a:pt x="3957101" y="983118"/>
                </a:cubicBezTo>
                <a:lnTo>
                  <a:pt x="85539" y="983118"/>
                </a:lnTo>
                <a:cubicBezTo>
                  <a:pt x="38297" y="983118"/>
                  <a:pt x="0" y="944821"/>
                  <a:pt x="0" y="897579"/>
                </a:cubicBezTo>
                <a:lnTo>
                  <a:pt x="0" y="85539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7030A0"/>
            </a:solidFill>
            <a:prstDash val="solid"/>
          </a:ln>
        </p:spPr>
      </p:sp>
      <p:pic>
        <p:nvPicPr>
          <p:cNvPr id="432" name="">
            <a:extLst xmlns:a="http://schemas.openxmlformats.org/drawingml/2006/main">
              <a:ext uri="{FF2B5EF4-FFF2-40B4-BE49-F238E27FC236}">
                <a16:creationId xmlns:a16="http://schemas.microsoft.com/office/drawing/2014/main" id="{F04185BC-D356-4144-963D-A3BC780ABC7B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d30ea53b24dc42a4"/>
          <a:stretch xmlns:a="http://schemas.openxmlformats.org/drawingml/2006/main"/>
        </p:blipFill>
        <p:spPr>
          <a:xfrm xmlns:a="http://schemas.openxmlformats.org/drawingml/2006/main">
            <a:off x="9123471" y="2021353"/>
            <a:ext cx="1001486" cy="1001486"/>
          </a:xfrm>
          <a:prstGeom xmlns:a="http://schemas.openxmlformats.org/drawingml/2006/main" prst="rect">
            <a:avLst/>
          </a:prstGeom>
        </p:spPr>
      </p:pic>
      <p:sp>
        <p:nvSpPr>
          <p:cNvPr id="433" name="text-403 SFT">
            <a:extLst xmlns:a="http://schemas.openxmlformats.org/drawingml/2006/main">
              <a:ext uri="{FF2B5EF4-FFF2-40B4-BE49-F238E27FC236}">
                <a16:creationId xmlns:a16="http://schemas.microsoft.com/office/drawing/2014/main" id="{E313B8F1-F269-43B6-A053-A6812CB89E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57050" y="2815371"/>
            <a:ext cx="468715" cy="34487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4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SFT</a:t>
            </a:r>
          </a:p>
        </p:txBody>
      </p:sp>
      <p:sp>
        <p:nvSpPr>
          <p:cNvPr id="434" name="text-403 Mode">
            <a:extLst xmlns:a="http://schemas.openxmlformats.org/drawingml/2006/main">
              <a:ext uri="{FF2B5EF4-FFF2-40B4-BE49-F238E27FC236}">
                <a16:creationId xmlns:a16="http://schemas.microsoft.com/office/drawing/2014/main" id="{DED7DA71-940C-43B7-95D3-20D8E2C4E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43627" y="2815834"/>
            <a:ext cx="617717" cy="3442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Mode</a:t>
            </a:r>
          </a:p>
        </p:txBody>
      </p:sp>
      <p:sp>
        <p:nvSpPr>
          <p:cNvPr id="435" name="text-404 -">
            <a:extLst xmlns:a="http://schemas.openxmlformats.org/drawingml/2006/main">
              <a:ext uri="{FF2B5EF4-FFF2-40B4-BE49-F238E27FC236}">
                <a16:creationId xmlns:a16="http://schemas.microsoft.com/office/drawing/2014/main" id="{CA248FAD-59BF-4AD5-BD98-665748DB3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06709" y="2231206"/>
            <a:ext cx="114779" cy="313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436" name="text-405 Information">
            <a:extLst xmlns:a="http://schemas.openxmlformats.org/drawingml/2006/main">
              <a:ext uri="{FF2B5EF4-FFF2-40B4-BE49-F238E27FC236}">
                <a16:creationId xmlns:a16="http://schemas.microsoft.com/office/drawing/2014/main" id="{AAB2F476-1CFE-4CD0-8E7B-6BB3519E8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08734" y="2230698"/>
            <a:ext cx="1111436" cy="313986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Information</a:t>
            </a:r>
          </a:p>
        </p:txBody>
      </p:sp>
      <p:sp>
        <p:nvSpPr>
          <p:cNvPr id="437" name="text-405 Complexity">
            <a:extLst xmlns:a="http://schemas.openxmlformats.org/drawingml/2006/main">
              <a:ext uri="{FF2B5EF4-FFF2-40B4-BE49-F238E27FC236}">
                <a16:creationId xmlns:a16="http://schemas.microsoft.com/office/drawing/2014/main" id="{853E1B3E-8099-42AD-8A14-06F60056C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35731" y="2231683"/>
            <a:ext cx="1094481" cy="3126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8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Complexity</a:t>
            </a:r>
          </a:p>
        </p:txBody>
      </p:sp>
      <p:sp>
        <p:nvSpPr>
          <p:cNvPr id="438" name="text-406 -">
            <a:extLst xmlns:a="http://schemas.openxmlformats.org/drawingml/2006/main">
              <a:ext uri="{FF2B5EF4-FFF2-40B4-BE49-F238E27FC236}">
                <a16:creationId xmlns:a16="http://schemas.microsoft.com/office/drawing/2014/main" id="{C1935B0E-B775-4CD7-AD5C-FFD3487B7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06709" y="2478195"/>
            <a:ext cx="114779" cy="313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439" name="text-407 Tool">
            <a:extLst xmlns:a="http://schemas.openxmlformats.org/drawingml/2006/main">
              <a:ext uri="{FF2B5EF4-FFF2-40B4-BE49-F238E27FC236}">
                <a16:creationId xmlns:a16="http://schemas.microsoft.com/office/drawing/2014/main" id="{53CB0EC3-4709-4C36-B407-094C3815A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08734" y="2469390"/>
            <a:ext cx="464771" cy="3256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Tool</a:t>
            </a:r>
          </a:p>
        </p:txBody>
      </p:sp>
      <p:sp>
        <p:nvSpPr>
          <p:cNvPr id="440" name="text-407 Usage">
            <a:extLst xmlns:a="http://schemas.openxmlformats.org/drawingml/2006/main">
              <a:ext uri="{FF2B5EF4-FFF2-40B4-BE49-F238E27FC236}">
                <a16:creationId xmlns:a16="http://schemas.microsoft.com/office/drawing/2014/main" id="{6314F808-0CD2-4608-B5C4-46C6EAE72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86939" y="2477560"/>
            <a:ext cx="601117" cy="31416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Usage</a:t>
            </a:r>
          </a:p>
        </p:txBody>
      </p:sp>
      <p:sp>
        <p:nvSpPr>
          <p:cNvPr id="441" name="text-407 Quality">
            <a:extLst xmlns:a="http://schemas.openxmlformats.org/drawingml/2006/main">
              <a:ext uri="{FF2B5EF4-FFF2-40B4-BE49-F238E27FC236}">
                <a16:creationId xmlns:a16="http://schemas.microsoft.com/office/drawing/2014/main" id="{C3C47E62-8D74-48AC-AF54-ABB9B6A97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04971" y="2478167"/>
            <a:ext cx="711447" cy="3133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Quality</a:t>
            </a:r>
          </a:p>
        </p:txBody>
      </p:sp>
      <p:sp>
        <p:nvSpPr>
          <p:cNvPr id="442" name="text-408 -">
            <a:extLst xmlns:a="http://schemas.openxmlformats.org/drawingml/2006/main">
              <a:ext uri="{FF2B5EF4-FFF2-40B4-BE49-F238E27FC236}">
                <a16:creationId xmlns:a16="http://schemas.microsoft.com/office/drawing/2014/main" id="{64176D57-2C54-465C-A1F0-6464187B5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06709" y="2725184"/>
            <a:ext cx="114779" cy="313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443" name="text-409 Tool">
            <a:extLst xmlns:a="http://schemas.openxmlformats.org/drawingml/2006/main">
              <a:ext uri="{FF2B5EF4-FFF2-40B4-BE49-F238E27FC236}">
                <a16:creationId xmlns:a16="http://schemas.microsoft.com/office/drawing/2014/main" id="{70C219A2-5B9F-42E9-855C-C44B4744EA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08734" y="2716378"/>
            <a:ext cx="464771" cy="32560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83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83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831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Tool</a:t>
            </a:r>
          </a:p>
        </p:txBody>
      </p:sp>
      <p:sp>
        <p:nvSpPr>
          <p:cNvPr id="444" name="text-409 Pattern">
            <a:extLst xmlns:a="http://schemas.openxmlformats.org/drawingml/2006/main">
              <a:ext uri="{FF2B5EF4-FFF2-40B4-BE49-F238E27FC236}">
                <a16:creationId xmlns:a16="http://schemas.microsoft.com/office/drawing/2014/main" id="{1BA76BCF-CFFE-4339-AED8-9F7549BE9C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86939" y="2724804"/>
            <a:ext cx="675156" cy="31380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5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Pattern</a:t>
            </a:r>
          </a:p>
        </p:txBody>
      </p:sp>
      <p:sp>
        <p:nvSpPr>
          <p:cNvPr id="445" name="text-409 Diversity">
            <a:extLst xmlns:a="http://schemas.openxmlformats.org/drawingml/2006/main">
              <a:ext uri="{FF2B5EF4-FFF2-40B4-BE49-F238E27FC236}">
                <a16:creationId xmlns:a16="http://schemas.microsoft.com/office/drawing/2014/main" id="{91D25E7E-6CD1-40F6-A5A9-8F7DBDE66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679" y="2724994"/>
            <a:ext cx="873676" cy="31354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Diversity</a:t>
            </a:r>
          </a:p>
        </p:txBody>
      </p:sp>
      <p:sp>
        <p:nvSpPr>
          <p:cNvPr id="446" name="text-410 -">
            <a:extLst xmlns:a="http://schemas.openxmlformats.org/drawingml/2006/main">
              <a:ext uri="{FF2B5EF4-FFF2-40B4-BE49-F238E27FC236}">
                <a16:creationId xmlns:a16="http://schemas.microsoft.com/office/drawing/2014/main" id="{3E32A9A5-31D0-440F-9B61-2B6CE524C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606709" y="2966803"/>
            <a:ext cx="114779" cy="313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447" name="text-411 …">
            <a:extLst xmlns:a="http://schemas.openxmlformats.org/drawingml/2006/main">
              <a:ext uri="{FF2B5EF4-FFF2-40B4-BE49-F238E27FC236}">
                <a16:creationId xmlns:a16="http://schemas.microsoft.com/office/drawing/2014/main" id="{E95877F4-B14A-40A7-AB9E-E89004ADF0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08734" y="2966775"/>
            <a:ext cx="264005" cy="3133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…</a:t>
            </a:r>
          </a:p>
        </p:txBody>
      </p:sp>
      <p:sp>
        <p:nvSpPr>
          <p:cNvPr id="448" name="path-412">
            <a:extLst xmlns:a="http://schemas.openxmlformats.org/drawingml/2006/main">
              <a:ext uri="{FF2B5EF4-FFF2-40B4-BE49-F238E27FC236}">
                <a16:creationId xmlns:a16="http://schemas.microsoft.com/office/drawing/2014/main" id="{10950BEF-3231-49B9-859E-5142D59A4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7557" y="2122995"/>
            <a:ext cx="4271727" cy="1154697"/>
          </a:xfrm>
          <a:custGeom xmlns:a="http://schemas.openxmlformats.org/drawingml/2006/main">
            <a:pathLst>
              <a:path w="3737761" h="1010360">
                <a:moveTo>
                  <a:pt x="0" y="87914"/>
                </a:moveTo>
                <a:cubicBezTo>
                  <a:pt x="0" y="39361"/>
                  <a:pt x="39361" y="0"/>
                  <a:pt x="87913" y="0"/>
                </a:cubicBezTo>
                <a:lnTo>
                  <a:pt x="3649848" y="0"/>
                </a:lnTo>
                <a:cubicBezTo>
                  <a:pt x="3698402" y="0"/>
                  <a:pt x="3737761" y="39361"/>
                  <a:pt x="3737761" y="87914"/>
                </a:cubicBezTo>
                <a:lnTo>
                  <a:pt x="3737761" y="922448"/>
                </a:lnTo>
                <a:cubicBezTo>
                  <a:pt x="3737761" y="971001"/>
                  <a:pt x="3698402" y="1010360"/>
                  <a:pt x="3649848" y="1010360"/>
                </a:cubicBezTo>
                <a:lnTo>
                  <a:pt x="87913" y="1010360"/>
                </a:lnTo>
                <a:cubicBezTo>
                  <a:pt x="39361" y="1010360"/>
                  <a:pt x="0" y="971001"/>
                  <a:pt x="0" y="922448"/>
                </a:cubicBezTo>
                <a:lnTo>
                  <a:pt x="0" y="87914"/>
                </a:lnTo>
              </a:path>
            </a:pathLst>
          </a:custGeom>
          <a:solidFill xmlns:a="http://schemas.openxmlformats.org/drawingml/2006/main">
            <a:srgbClr val="F0F7FC"/>
          </a:solidFill>
          <a:ln xmlns:a="http://schemas.openxmlformats.org/drawingml/2006/main" w="0">
            <a:noFill/>
            <a:prstDash val="solid"/>
          </a:ln>
        </p:spPr>
      </p:sp>
      <p:sp>
        <p:nvSpPr>
          <p:cNvPr id="449" name="path-413">
            <a:extLst xmlns:a="http://schemas.openxmlformats.org/drawingml/2006/main">
              <a:ext uri="{FF2B5EF4-FFF2-40B4-BE49-F238E27FC236}">
                <a16:creationId xmlns:a16="http://schemas.microsoft.com/office/drawing/2014/main" id="{7602C624-3EC3-40B1-AC2E-F32B0A8FC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07557" y="2122995"/>
            <a:ext cx="4271728" cy="1154698"/>
          </a:xfrm>
          <a:custGeom xmlns:a="http://schemas.openxmlformats.org/drawingml/2006/main">
            <a:pathLst>
              <a:path w="3737762" h="1010361">
                <a:moveTo>
                  <a:pt x="0" y="87913"/>
                </a:moveTo>
                <a:cubicBezTo>
                  <a:pt x="0" y="39360"/>
                  <a:pt x="39361" y="0"/>
                  <a:pt x="87914" y="0"/>
                </a:cubicBezTo>
                <a:lnTo>
                  <a:pt x="3649848" y="0"/>
                </a:lnTo>
                <a:cubicBezTo>
                  <a:pt x="3698402" y="0"/>
                  <a:pt x="3737762" y="39360"/>
                  <a:pt x="3737762" y="87913"/>
                </a:cubicBezTo>
                <a:lnTo>
                  <a:pt x="3737762" y="922447"/>
                </a:lnTo>
                <a:cubicBezTo>
                  <a:pt x="3737762" y="971001"/>
                  <a:pt x="3698402" y="1010361"/>
                  <a:pt x="3649848" y="1010361"/>
                </a:cubicBezTo>
                <a:lnTo>
                  <a:pt x="87914" y="1010361"/>
                </a:lnTo>
                <a:cubicBezTo>
                  <a:pt x="39361" y="1010361"/>
                  <a:pt x="0" y="971001"/>
                  <a:pt x="0" y="922447"/>
                </a:cubicBezTo>
                <a:lnTo>
                  <a:pt x="0" y="87913"/>
                </a:lnTo>
              </a:path>
            </a:pathLst>
          </a:custGeom>
          <a:noFill xmlns:a="http://schemas.openxmlformats.org/drawingml/2006/main"/>
          <a:ln xmlns:a="http://schemas.openxmlformats.org/drawingml/2006/main" w="11186">
            <a:solidFill>
              <a:srgbClr val="4472C4"/>
            </a:solidFill>
            <a:prstDash val="solid"/>
          </a:ln>
        </p:spPr>
      </p:sp>
      <p:pic>
        <p:nvPicPr>
          <p:cNvPr id="450" name="">
            <a:extLst xmlns:a="http://schemas.openxmlformats.org/drawingml/2006/main">
              <a:ext uri="{FF2B5EF4-FFF2-40B4-BE49-F238E27FC236}">
                <a16:creationId xmlns:a16="http://schemas.microsoft.com/office/drawing/2014/main" id="{17EAE9C4-279D-481F-B8C6-AFFFAD5934AD}"/>
              </a:ext>
            </a:extLst>
          </p:cNvPr>
          <p:cNvPicPr>
            <a:picLocks xmlns:a="http://schemas.openxmlformats.org/drawingml/2006/main" noChangeAspect="1"/>
          </p:cNvPicPr>
          <p:nvPr/>
        </p:nvPicPr>
        <p:blipFill>
          <a:blip xmlns:r="http://schemas.openxmlformats.org/officeDocument/2006/relationships" xmlns:a="http://schemas.openxmlformats.org/drawingml/2006/main" r:embed="R331675b2187c49f2"/>
          <a:stretch xmlns:a="http://schemas.openxmlformats.org/drawingml/2006/main"/>
        </p:blipFill>
        <p:spPr>
          <a:xfrm xmlns:a="http://schemas.openxmlformats.org/drawingml/2006/main">
            <a:off x="14043814" y="2119324"/>
            <a:ext cx="838200" cy="838200"/>
          </a:xfrm>
          <a:prstGeom xmlns:a="http://schemas.openxmlformats.org/drawingml/2006/main" prst="rect">
            <a:avLst/>
          </a:prstGeom>
        </p:spPr>
      </p:pic>
      <p:sp>
        <p:nvSpPr>
          <p:cNvPr id="451" name="text-415 RL">
            <a:extLst xmlns:a="http://schemas.openxmlformats.org/drawingml/2006/main">
              <a:ext uri="{FF2B5EF4-FFF2-40B4-BE49-F238E27FC236}">
                <a16:creationId xmlns:a16="http://schemas.microsoft.com/office/drawing/2014/main" id="{20CC3B95-03E8-43E2-BF4D-6A8954D38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55078" y="2906106"/>
            <a:ext cx="359768" cy="3456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4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RL</a:t>
            </a:r>
          </a:p>
        </p:txBody>
      </p:sp>
      <p:sp>
        <p:nvSpPr>
          <p:cNvPr id="452" name="text-415 Mode">
            <a:extLst xmlns:a="http://schemas.openxmlformats.org/drawingml/2006/main">
              <a:ext uri="{FF2B5EF4-FFF2-40B4-BE49-F238E27FC236}">
                <a16:creationId xmlns:a16="http://schemas.microsoft.com/office/drawing/2014/main" id="{B432C147-0F9C-44B9-B050-FA5CAF9D8A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4332611" y="2907114"/>
            <a:ext cx="617717" cy="34422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6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Mode</a:t>
            </a:r>
          </a:p>
        </p:txBody>
      </p:sp>
      <p:sp>
        <p:nvSpPr>
          <p:cNvPr id="453" name="text-416 -">
            <a:extLst xmlns:a="http://schemas.openxmlformats.org/drawingml/2006/main">
              <a:ext uri="{FF2B5EF4-FFF2-40B4-BE49-F238E27FC236}">
                <a16:creationId xmlns:a16="http://schemas.microsoft.com/office/drawing/2014/main" id="{1042AFDE-6B22-4D4F-8DD7-447F57736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07659" y="2161404"/>
            <a:ext cx="114779" cy="313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454" name="text-417 Shortcut">
            <a:extLst xmlns:a="http://schemas.openxmlformats.org/drawingml/2006/main">
              <a:ext uri="{FF2B5EF4-FFF2-40B4-BE49-F238E27FC236}">
                <a16:creationId xmlns:a16="http://schemas.microsoft.com/office/drawing/2014/main" id="{CA3B8D6B-CDB9-4A0B-B4E8-756D5D5B3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09683" y="2161305"/>
            <a:ext cx="798788" cy="3134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Shortcut</a:t>
            </a:r>
          </a:p>
        </p:txBody>
      </p:sp>
      <p:sp>
        <p:nvSpPr>
          <p:cNvPr id="455" name="text-417 Leakage">
            <a:extLst xmlns:a="http://schemas.openxmlformats.org/drawingml/2006/main">
              <a:ext uri="{FF2B5EF4-FFF2-40B4-BE49-F238E27FC236}">
                <a16:creationId xmlns:a16="http://schemas.microsoft.com/office/drawing/2014/main" id="{8840B514-2033-48FF-AB13-464FC2601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23470" y="2160078"/>
            <a:ext cx="802591" cy="315132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Leakage</a:t>
            </a:r>
          </a:p>
        </p:txBody>
      </p:sp>
      <p:sp>
        <p:nvSpPr>
          <p:cNvPr id="456" name="text-418 -">
            <a:extLst xmlns:a="http://schemas.openxmlformats.org/drawingml/2006/main">
              <a:ext uri="{FF2B5EF4-FFF2-40B4-BE49-F238E27FC236}">
                <a16:creationId xmlns:a16="http://schemas.microsoft.com/office/drawing/2014/main" id="{2BCAD182-3DF0-4538-B73F-CB6BDA829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07659" y="2408394"/>
            <a:ext cx="114779" cy="313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457" name="text-419 Difficulty">
            <a:extLst xmlns:a="http://schemas.openxmlformats.org/drawingml/2006/main">
              <a:ext uri="{FF2B5EF4-FFF2-40B4-BE49-F238E27FC236}">
                <a16:creationId xmlns:a16="http://schemas.microsoft.com/office/drawing/2014/main" id="{6F10C734-0F8B-4BD9-9D9A-54AB5187F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09683" y="2406992"/>
            <a:ext cx="924230" cy="315238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3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Difficulty</a:t>
            </a:r>
          </a:p>
        </p:txBody>
      </p:sp>
      <p:sp>
        <p:nvSpPr>
          <p:cNvPr id="458" name="text-419 Match">
            <a:extLst xmlns:a="http://schemas.openxmlformats.org/drawingml/2006/main">
              <a:ext uri="{FF2B5EF4-FFF2-40B4-BE49-F238E27FC236}">
                <a16:creationId xmlns:a16="http://schemas.microsoft.com/office/drawing/2014/main" id="{F5341140-1FDD-4891-A6D3-8D3015CC2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649314" y="2407741"/>
            <a:ext cx="613682" cy="314189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7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Match</a:t>
            </a:r>
          </a:p>
        </p:txBody>
      </p:sp>
      <p:sp>
        <p:nvSpPr>
          <p:cNvPr id="459" name="text-420 -">
            <a:extLst xmlns:a="http://schemas.openxmlformats.org/drawingml/2006/main">
              <a:ext uri="{FF2B5EF4-FFF2-40B4-BE49-F238E27FC236}">
                <a16:creationId xmlns:a16="http://schemas.microsoft.com/office/drawing/2014/main" id="{1E6701DE-319B-45C5-A113-BA31274C4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07659" y="2655383"/>
            <a:ext cx="114779" cy="313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460" name="text-421 Learning">
            <a:extLst xmlns:a="http://schemas.openxmlformats.org/drawingml/2006/main">
              <a:ext uri="{FF2B5EF4-FFF2-40B4-BE49-F238E27FC236}">
                <a16:creationId xmlns:a16="http://schemas.microsoft.com/office/drawing/2014/main" id="{2BF8A5D4-26DE-493E-92EB-1B530B558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09683" y="2654417"/>
            <a:ext cx="851443" cy="314627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7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7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70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Learning</a:t>
            </a:r>
          </a:p>
        </p:txBody>
      </p:sp>
      <p:sp>
        <p:nvSpPr>
          <p:cNvPr id="461" name="text-421 Utility">
            <a:extLst xmlns:a="http://schemas.openxmlformats.org/drawingml/2006/main">
              <a:ext uri="{FF2B5EF4-FFF2-40B4-BE49-F238E27FC236}">
                <a16:creationId xmlns:a16="http://schemas.microsoft.com/office/drawing/2014/main" id="{2E365818-6D13-4405-A9F7-41C11052C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576605" y="2656384"/>
            <a:ext cx="621774" cy="31187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54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Utility</a:t>
            </a:r>
          </a:p>
        </p:txBody>
      </p:sp>
      <p:sp>
        <p:nvSpPr>
          <p:cNvPr id="462" name="text-422 -">
            <a:extLst xmlns:a="http://schemas.openxmlformats.org/drawingml/2006/main">
              <a:ext uri="{FF2B5EF4-FFF2-40B4-BE49-F238E27FC236}">
                <a16:creationId xmlns:a16="http://schemas.microsoft.com/office/drawing/2014/main" id="{D1204440-75DC-4FA3-8C0D-4EFF24592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407659" y="2902372"/>
            <a:ext cx="114779" cy="3132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0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-</a:t>
            </a:r>
          </a:p>
        </p:txBody>
      </p:sp>
      <p:sp>
        <p:nvSpPr>
          <p:cNvPr id="463" name="text-423 …">
            <a:extLst xmlns:a="http://schemas.openxmlformats.org/drawingml/2006/main">
              <a:ext uri="{FF2B5EF4-FFF2-40B4-BE49-F238E27FC236}">
                <a16:creationId xmlns:a16="http://schemas.microsoft.com/office/drawing/2014/main" id="{FDD274EE-FE34-432D-B98D-DBB6AA8FB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709683" y="2902343"/>
            <a:ext cx="264005" cy="31331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762" b="1" i="0">
                <a:solidFill>
                  <a:srgbClr val="000000"/>
                </a:solidFill>
                <a:latin typeface="Times New Roman"/>
                <a:ea typeface="Times New Roman"/>
                <a:cs typeface="Times New Roman"/>
              </a:rPr>
              <a:t>…</a:t>
            </a:r>
          </a:p>
        </p:txBody>
      </p:sp>
      <p:sp>
        <p:nvSpPr>
          <p:cNvPr id="464" name="text-424 Forward">
            <a:extLst xmlns:a="http://schemas.openxmlformats.org/drawingml/2006/main">
              <a:ext uri="{FF2B5EF4-FFF2-40B4-BE49-F238E27FC236}">
                <a16:creationId xmlns:a16="http://schemas.microsoft.com/office/drawing/2014/main" id="{278847E2-FE67-46FE-99C3-A758AE13C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34971" y="5977634"/>
            <a:ext cx="975473" cy="34524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2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2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42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rPr>
              <a:t>Forward</a:t>
            </a:r>
          </a:p>
        </p:txBody>
      </p:sp>
      <p:sp>
        <p:nvSpPr>
          <p:cNvPr id="465" name="text-425 Curatio">
            <a:extLst xmlns:a="http://schemas.openxmlformats.org/drawingml/2006/main">
              <a:ext uri="{FF2B5EF4-FFF2-40B4-BE49-F238E27FC236}">
                <a16:creationId xmlns:a16="http://schemas.microsoft.com/office/drawing/2014/main" id="{BA466C62-2AFD-4BCB-B70C-390CFC771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5853094" y="6268278"/>
            <a:ext cx="863632" cy="34426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6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6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6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rPr>
              <a:t>Curatio</a:t>
            </a:r>
          </a:p>
        </p:txBody>
      </p:sp>
      <p:sp>
        <p:nvSpPr>
          <p:cNvPr id="466" name="text-426 n">
            <a:extLst xmlns:a="http://schemas.openxmlformats.org/drawingml/2006/main">
              <a:ext uri="{FF2B5EF4-FFF2-40B4-BE49-F238E27FC236}">
                <a16:creationId xmlns:a16="http://schemas.microsoft.com/office/drawing/2014/main" id="{CC5198C9-4BA1-49FC-B34E-52C783073F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672474" y="6267930"/>
            <a:ext cx="181191" cy="3447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9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9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9" b="1" i="0">
                <a:solidFill>
                  <a:srgbClr val="4472C4"/>
                </a:solidFill>
                <a:latin typeface="Times New Roman"/>
                <a:ea typeface="Times New Roman"/>
                <a:cs typeface="Times New Roman"/>
              </a:rPr>
              <a:t>n</a:t>
            </a:r>
          </a:p>
        </p:txBody>
      </p:sp>
      <p:sp>
        <p:nvSpPr>
          <p:cNvPr id="467" name="text-427 Backward">
            <a:extLst xmlns:a="http://schemas.openxmlformats.org/drawingml/2006/main">
              <a:ext uri="{FF2B5EF4-FFF2-40B4-BE49-F238E27FC236}">
                <a16:creationId xmlns:a16="http://schemas.microsoft.com/office/drawing/2014/main" id="{98DB9887-13DC-42F3-997A-C1965963D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684817" y="5977606"/>
            <a:ext cx="1126506" cy="345284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42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42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42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Backward</a:t>
            </a:r>
          </a:p>
        </p:txBody>
      </p:sp>
      <p:sp>
        <p:nvSpPr>
          <p:cNvPr id="468" name="text-428 Optimizatio">
            <a:extLst xmlns:a="http://schemas.openxmlformats.org/drawingml/2006/main">
              <a:ext uri="{FF2B5EF4-FFF2-40B4-BE49-F238E27FC236}">
                <a16:creationId xmlns:a16="http://schemas.microsoft.com/office/drawing/2014/main" id="{EA059846-D858-47FC-818F-0ECC181F65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563113" y="6269500"/>
            <a:ext cx="1294027" cy="342553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27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27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27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Optimizatio</a:t>
            </a:r>
          </a:p>
        </p:txBody>
      </p:sp>
      <p:sp>
        <p:nvSpPr>
          <p:cNvPr id="469" name="text-429 n">
            <a:extLst xmlns:a="http://schemas.openxmlformats.org/drawingml/2006/main">
              <a:ext uri="{FF2B5EF4-FFF2-40B4-BE49-F238E27FC236}">
                <a16:creationId xmlns:a16="http://schemas.microsoft.com/office/drawing/2014/main" id="{911D9A5F-18A3-45DE-884E-1C9784C1A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813157" y="6267930"/>
            <a:ext cx="181191" cy="344751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 anchor="t">
            <a:noAutofit/>
          </a:bodyPr>
          <a:lstStyle xmlns:a="http://schemas.openxmlformats.org/drawingml/2006/main">
            <a:defPPr algn="l">
              <a:defRPr sz="1939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defPPr>
          </a:lstStyle>
          <a:p xmlns:a="http://schemas.openxmlformats.org/drawingml/2006/main">
            <a:pPr algn="l">
              <a:lnSpc>
                <a:spcPct val="100000"/>
              </a:lnSpc>
              <a:buNone/>
              <a:defRPr sz="1939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defRPr>
            </a:pPr>
            <a:r>
              <a:rPr sz="1939" b="1" i="0">
                <a:solidFill>
                  <a:srgbClr val="7030A0"/>
                </a:solidFill>
                <a:latin typeface="Times New Roman"/>
                <a:ea typeface="Times New Roman"/>
                <a:cs typeface="Times New Roman"/>
              </a:rPr>
              <a:t>n</a:t>
            </a:r>
          </a:p>
        </p:txBody>
      </p:sp>
    </p:spTree>
    <p:extLst>
      <p:ext uri="{BB962C8B-B14F-4D97-AF65-F5344CB8AC3E}">
        <p14:creationId xmlns:p14="http://schemas.microsoft.com/office/powerpoint/2010/main" val="1340180234"/>
      </p:ext>
    </p:extLst>
  </p:cSld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ap:Properties xmlns:ap="http://schemas.openxmlformats.org/officeDocument/2006/extended-properties">
  <ap:Application>Walnut Exporter</ap:Application>
  <ap:PresentationFormat>Converted Presentation</ap:PresentationFormat>
  <ap:Slides>0</ap:Slides>
  <ap:Notes>0</ap:Notes>
  <ap:HiddenSlides>0</ap:HiddenSlides>
  <ap:SharedDoc>false</ap:SharedDoc>
  <ap:DocSecurity>0</ap:DocSecurity>
</ap:Properties>
</file>

<file path=docProps/core.xml><?xml version="1.0" encoding="utf-8"?>
<coreProperties xmlns:dc="http://purl.org/dc/elements/1.1/" xmlns:dcterms="http://purl.org/dc/terms/" xmlns:xsi="http://www.w3.org/2001/XMLSchema-instance" xmlns="http://schemas.openxmlformats.org/package/2006/metadata/core-properties">
  <dc:creator>Walnut Exporter</dc:creator>
  <lastModifiedBy>Walnut Exporter</lastModifiedBy>
  <dc:title>Presentation</dc:title>
  <dcterms:created xsi:type="dcterms:W3CDTF">2026-10-14T12:43:35.0940000Z</dcterms:created>
  <dcterms:modified xsi:type="dcterms:W3CDTF">2026-10-14T12:43:35.0940000Z</dcterms:modified>
</coreProperties>
</file>